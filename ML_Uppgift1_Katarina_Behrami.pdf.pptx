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7" r:id="rId3"/>
    <p:sldId id="259" r:id="rId4"/>
    <p:sldId id="262" r:id="rId5"/>
    <p:sldId id="263" r:id="rId6"/>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9A2134-B9AF-4F5A-8A9E-C47F00B525CF}" v="22" dt="2026-03-21T14:28:36.8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4" d="100"/>
          <a:sy n="74" d="100"/>
        </p:scale>
        <p:origin x="1042" y="1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arina Behrami" userId="fcdbd83d74e0b37e" providerId="LiveId" clId="{726C9D4B-3E6B-4D0D-9216-FCD1E1D33A5C}"/>
    <pc:docChg chg="undo redo custSel addSld delSld modSld sldOrd">
      <pc:chgData name="Katarina Behrami" userId="fcdbd83d74e0b37e" providerId="LiveId" clId="{726C9D4B-3E6B-4D0D-9216-FCD1E1D33A5C}" dt="2026-03-21T14:36:36.641" v="2276" actId="1076"/>
      <pc:docMkLst>
        <pc:docMk/>
      </pc:docMkLst>
      <pc:sldChg chg="addSp delSp modSp del mod setBg">
        <pc:chgData name="Katarina Behrami" userId="fcdbd83d74e0b37e" providerId="LiveId" clId="{726C9D4B-3E6B-4D0D-9216-FCD1E1D33A5C}" dt="2026-03-21T14:04:44.794" v="1951" actId="47"/>
        <pc:sldMkLst>
          <pc:docMk/>
          <pc:sldMk cId="466103602" sldId="256"/>
        </pc:sldMkLst>
        <pc:spChg chg="del mod">
          <ac:chgData name="Katarina Behrami" userId="fcdbd83d74e0b37e" providerId="LiveId" clId="{726C9D4B-3E6B-4D0D-9216-FCD1E1D33A5C}" dt="2026-03-21T13:39:36.505" v="1675" actId="478"/>
          <ac:spMkLst>
            <pc:docMk/>
            <pc:sldMk cId="466103602" sldId="256"/>
            <ac:spMk id="2" creationId="{009704D2-27F6-3D5B-75A6-3D9A98C44A40}"/>
          </ac:spMkLst>
        </pc:spChg>
        <pc:spChg chg="del mod">
          <ac:chgData name="Katarina Behrami" userId="fcdbd83d74e0b37e" providerId="LiveId" clId="{726C9D4B-3E6B-4D0D-9216-FCD1E1D33A5C}" dt="2026-03-21T13:39:58.628" v="1689" actId="21"/>
          <ac:spMkLst>
            <pc:docMk/>
            <pc:sldMk cId="466103602" sldId="256"/>
            <ac:spMk id="3" creationId="{A8CC0558-3321-CE2C-6BCD-831E1A8A0E97}"/>
          </ac:spMkLst>
        </pc:spChg>
        <pc:spChg chg="add del mod">
          <ac:chgData name="Katarina Behrami" userId="fcdbd83d74e0b37e" providerId="LiveId" clId="{726C9D4B-3E6B-4D0D-9216-FCD1E1D33A5C}" dt="2026-03-21T13:39:38.699" v="1676" actId="478"/>
          <ac:spMkLst>
            <pc:docMk/>
            <pc:sldMk cId="466103602" sldId="256"/>
            <ac:spMk id="5" creationId="{3910FB87-3154-BEBC-C322-B4779CC469E1}"/>
          </ac:spMkLst>
        </pc:spChg>
        <pc:spChg chg="add del mod">
          <ac:chgData name="Katarina Behrami" userId="fcdbd83d74e0b37e" providerId="LiveId" clId="{726C9D4B-3E6B-4D0D-9216-FCD1E1D33A5C}" dt="2026-03-21T13:53:53.308" v="1887" actId="478"/>
          <ac:spMkLst>
            <pc:docMk/>
            <pc:sldMk cId="466103602" sldId="256"/>
            <ac:spMk id="7" creationId="{5F0E0FA8-6E2B-8B0D-0322-608690007C22}"/>
          </ac:spMkLst>
        </pc:spChg>
      </pc:sldChg>
      <pc:sldChg chg="addSp delSp modSp mod ord setBg">
        <pc:chgData name="Katarina Behrami" userId="fcdbd83d74e0b37e" providerId="LiveId" clId="{726C9D4B-3E6B-4D0D-9216-FCD1E1D33A5C}" dt="2026-03-21T14:18:52.742" v="2092" actId="115"/>
        <pc:sldMkLst>
          <pc:docMk/>
          <pc:sldMk cId="2862729060" sldId="257"/>
        </pc:sldMkLst>
        <pc:spChg chg="del mod">
          <ac:chgData name="Katarina Behrami" userId="fcdbd83d74e0b37e" providerId="LiveId" clId="{726C9D4B-3E6B-4D0D-9216-FCD1E1D33A5C}" dt="2026-03-21T13:40:09.883" v="1694" actId="478"/>
          <ac:spMkLst>
            <pc:docMk/>
            <pc:sldMk cId="2862729060" sldId="257"/>
            <ac:spMk id="2" creationId="{4D45DC29-23F7-1F2B-09C6-8095A074A394}"/>
          </ac:spMkLst>
        </pc:spChg>
        <pc:spChg chg="del mod">
          <ac:chgData name="Katarina Behrami" userId="fcdbd83d74e0b37e" providerId="LiveId" clId="{726C9D4B-3E6B-4D0D-9216-FCD1E1D33A5C}" dt="2026-03-21T13:40:08.042" v="1693" actId="478"/>
          <ac:spMkLst>
            <pc:docMk/>
            <pc:sldMk cId="2862729060" sldId="257"/>
            <ac:spMk id="3" creationId="{67437BA5-F11D-82F5-A46D-D6C283115C92}"/>
          </ac:spMkLst>
        </pc:spChg>
        <pc:spChg chg="add mod">
          <ac:chgData name="Katarina Behrami" userId="fcdbd83d74e0b37e" providerId="LiveId" clId="{726C9D4B-3E6B-4D0D-9216-FCD1E1D33A5C}" dt="2026-03-21T14:18:52.742" v="2092" actId="115"/>
          <ac:spMkLst>
            <pc:docMk/>
            <pc:sldMk cId="2862729060" sldId="257"/>
            <ac:spMk id="4" creationId="{A8CC0558-3321-CE2C-6BCD-831E1A8A0E97}"/>
          </ac:spMkLst>
        </pc:spChg>
        <pc:spChg chg="add del mod">
          <ac:chgData name="Katarina Behrami" userId="fcdbd83d74e0b37e" providerId="LiveId" clId="{726C9D4B-3E6B-4D0D-9216-FCD1E1D33A5C}" dt="2026-03-21T13:40:12.786" v="1696" actId="478"/>
          <ac:spMkLst>
            <pc:docMk/>
            <pc:sldMk cId="2862729060" sldId="257"/>
            <ac:spMk id="8" creationId="{3917FAEA-F8C7-4D37-860D-20AC546BA5C6}"/>
          </ac:spMkLst>
        </pc:spChg>
        <pc:spChg chg="add del mod">
          <ac:chgData name="Katarina Behrami" userId="fcdbd83d74e0b37e" providerId="LiveId" clId="{726C9D4B-3E6B-4D0D-9216-FCD1E1D33A5C}" dt="2026-03-21T13:40:11.702" v="1695" actId="478"/>
          <ac:spMkLst>
            <pc:docMk/>
            <pc:sldMk cId="2862729060" sldId="257"/>
            <ac:spMk id="11" creationId="{294D5516-456F-A9E5-1A2C-7EA0B660A2DC}"/>
          </ac:spMkLst>
        </pc:spChg>
        <pc:spChg chg="add">
          <ac:chgData name="Katarina Behrami" userId="fcdbd83d74e0b37e" providerId="LiveId" clId="{726C9D4B-3E6B-4D0D-9216-FCD1E1D33A5C}" dt="2026-03-02T17:56:48.848" v="355" actId="26606"/>
          <ac:spMkLst>
            <pc:docMk/>
            <pc:sldMk cId="2862729060" sldId="257"/>
            <ac:spMk id="14" creationId="{61293230-B0F6-45B1-96D1-13D18E242995}"/>
          </ac:spMkLst>
        </pc:spChg>
        <pc:spChg chg="add">
          <ac:chgData name="Katarina Behrami" userId="fcdbd83d74e0b37e" providerId="LiveId" clId="{726C9D4B-3E6B-4D0D-9216-FCD1E1D33A5C}" dt="2026-03-02T17:56:48.848" v="355" actId="26606"/>
          <ac:spMkLst>
            <pc:docMk/>
            <pc:sldMk cId="2862729060" sldId="257"/>
            <ac:spMk id="16" creationId="{DB74BAD7-F0FC-4719-A31F-1ABDB62116DA}"/>
          </ac:spMkLst>
        </pc:spChg>
        <pc:picChg chg="add mod ord">
          <ac:chgData name="Katarina Behrami" userId="fcdbd83d74e0b37e" providerId="LiveId" clId="{726C9D4B-3E6B-4D0D-9216-FCD1E1D33A5C}" dt="2026-03-02T17:57:36.654" v="369" actId="1076"/>
          <ac:picMkLst>
            <pc:docMk/>
            <pc:sldMk cId="2862729060" sldId="257"/>
            <ac:picMk id="5" creationId="{2F330306-7D60-2BA2-5C34-7A10C3D4449C}"/>
          </ac:picMkLst>
        </pc:picChg>
        <pc:picChg chg="add mod ord">
          <ac:chgData name="Katarina Behrami" userId="fcdbd83d74e0b37e" providerId="LiveId" clId="{726C9D4B-3E6B-4D0D-9216-FCD1E1D33A5C}" dt="2026-03-02T17:57:38.756" v="370" actId="1076"/>
          <ac:picMkLst>
            <pc:docMk/>
            <pc:sldMk cId="2862729060" sldId="257"/>
            <ac:picMk id="7" creationId="{E9527C62-C48B-3DB7-5444-0F901607FB75}"/>
          </ac:picMkLst>
        </pc:picChg>
        <pc:picChg chg="add mod">
          <ac:chgData name="Katarina Behrami" userId="fcdbd83d74e0b37e" providerId="LiveId" clId="{726C9D4B-3E6B-4D0D-9216-FCD1E1D33A5C}" dt="2026-03-02T17:57:57.775" v="373" actId="1076"/>
          <ac:picMkLst>
            <pc:docMk/>
            <pc:sldMk cId="2862729060" sldId="257"/>
            <ac:picMk id="9" creationId="{3E21AA3C-01F2-4395-0DE6-D3A45A73068B}"/>
          </ac:picMkLst>
        </pc:picChg>
      </pc:sldChg>
      <pc:sldChg chg="addSp delSp modSp mod ord setBg">
        <pc:chgData name="Katarina Behrami" userId="fcdbd83d74e0b37e" providerId="LiveId" clId="{726C9D4B-3E6B-4D0D-9216-FCD1E1D33A5C}" dt="2026-03-21T13:55:52.448" v="1918" actId="27636"/>
        <pc:sldMkLst>
          <pc:docMk/>
          <pc:sldMk cId="3521804100" sldId="258"/>
        </pc:sldMkLst>
        <pc:spChg chg="del mod">
          <ac:chgData name="Katarina Behrami" userId="fcdbd83d74e0b37e" providerId="LiveId" clId="{726C9D4B-3E6B-4D0D-9216-FCD1E1D33A5C}" dt="2026-03-21T13:37:09.706" v="1633" actId="478"/>
          <ac:spMkLst>
            <pc:docMk/>
            <pc:sldMk cId="3521804100" sldId="258"/>
            <ac:spMk id="2" creationId="{B11158E7-D476-9D49-844D-A3373ED61F10}"/>
          </ac:spMkLst>
        </pc:spChg>
        <pc:spChg chg="del mod">
          <ac:chgData name="Katarina Behrami" userId="fcdbd83d74e0b37e" providerId="LiveId" clId="{726C9D4B-3E6B-4D0D-9216-FCD1E1D33A5C}" dt="2026-03-21T13:36:08.756" v="1625" actId="478"/>
          <ac:spMkLst>
            <pc:docMk/>
            <pc:sldMk cId="3521804100" sldId="258"/>
            <ac:spMk id="3" creationId="{4F0BAF71-B101-3CAE-0D96-BA88FA707414}"/>
          </ac:spMkLst>
        </pc:spChg>
        <pc:spChg chg="add mod">
          <ac:chgData name="Katarina Behrami" userId="fcdbd83d74e0b37e" providerId="LiveId" clId="{726C9D4B-3E6B-4D0D-9216-FCD1E1D33A5C}" dt="2026-03-21T13:55:52.448" v="1918" actId="27636"/>
          <ac:spMkLst>
            <pc:docMk/>
            <pc:sldMk cId="3521804100" sldId="258"/>
            <ac:spMk id="5" creationId="{339E0FB7-ACE0-4622-28CF-7F26EE51738C}"/>
          </ac:spMkLst>
        </pc:spChg>
        <pc:spChg chg="add del mod">
          <ac:chgData name="Katarina Behrami" userId="fcdbd83d74e0b37e" providerId="LiveId" clId="{726C9D4B-3E6B-4D0D-9216-FCD1E1D33A5C}" dt="2026-03-21T13:37:11.910" v="1634" actId="478"/>
          <ac:spMkLst>
            <pc:docMk/>
            <pc:sldMk cId="3521804100" sldId="258"/>
            <ac:spMk id="7" creationId="{B1E736BD-4800-A963-9334-0D5CD65827C7}"/>
          </ac:spMkLst>
        </pc:spChg>
        <pc:spChg chg="add">
          <ac:chgData name="Katarina Behrami" userId="fcdbd83d74e0b37e" providerId="LiveId" clId="{726C9D4B-3E6B-4D0D-9216-FCD1E1D33A5C}" dt="2026-03-02T18:30:16.224" v="748" actId="26606"/>
          <ac:spMkLst>
            <pc:docMk/>
            <pc:sldMk cId="3521804100" sldId="258"/>
            <ac:spMk id="17" creationId="{5C8908E2-EE49-44D2-9428-A28D2312A8D5}"/>
          </ac:spMkLst>
        </pc:spChg>
        <pc:spChg chg="add">
          <ac:chgData name="Katarina Behrami" userId="fcdbd83d74e0b37e" providerId="LiveId" clId="{726C9D4B-3E6B-4D0D-9216-FCD1E1D33A5C}" dt="2026-03-02T18:30:16.224" v="748" actId="26606"/>
          <ac:spMkLst>
            <pc:docMk/>
            <pc:sldMk cId="3521804100" sldId="258"/>
            <ac:spMk id="23" creationId="{BD92035A-AA2F-4CD8-A556-1CE8BDEC75BD}"/>
          </ac:spMkLst>
        </pc:spChg>
        <pc:spChg chg="add">
          <ac:chgData name="Katarina Behrami" userId="fcdbd83d74e0b37e" providerId="LiveId" clId="{726C9D4B-3E6B-4D0D-9216-FCD1E1D33A5C}" dt="2026-03-02T18:30:16.224" v="748" actId="26606"/>
          <ac:spMkLst>
            <pc:docMk/>
            <pc:sldMk cId="3521804100" sldId="258"/>
            <ac:spMk id="25" creationId="{ED888B23-07FA-482A-96DF-47E31AF1A603}"/>
          </ac:spMkLst>
        </pc:spChg>
        <pc:grpChg chg="add">
          <ac:chgData name="Katarina Behrami" userId="fcdbd83d74e0b37e" providerId="LiveId" clId="{726C9D4B-3E6B-4D0D-9216-FCD1E1D33A5C}" dt="2026-03-02T18:30:16.224" v="748" actId="26606"/>
          <ac:grpSpMkLst>
            <pc:docMk/>
            <pc:sldMk cId="3521804100" sldId="258"/>
            <ac:grpSpMk id="19" creationId="{5D1A9D8B-3117-4D9D-BDA4-DD81895098B0}"/>
          </ac:grpSpMkLst>
        </pc:grpChg>
      </pc:sldChg>
      <pc:sldChg chg="addSp delSp modSp mod ord setBg">
        <pc:chgData name="Katarina Behrami" userId="fcdbd83d74e0b37e" providerId="LiveId" clId="{726C9D4B-3E6B-4D0D-9216-FCD1E1D33A5C}" dt="2026-03-21T14:14:52.695" v="2063" actId="20577"/>
        <pc:sldMkLst>
          <pc:docMk/>
          <pc:sldMk cId="195088133" sldId="259"/>
        </pc:sldMkLst>
        <pc:spChg chg="del mod">
          <ac:chgData name="Katarina Behrami" userId="fcdbd83d74e0b37e" providerId="LiveId" clId="{726C9D4B-3E6B-4D0D-9216-FCD1E1D33A5C}" dt="2026-03-21T13:44:01.212" v="1802" actId="478"/>
          <ac:spMkLst>
            <pc:docMk/>
            <pc:sldMk cId="195088133" sldId="259"/>
            <ac:spMk id="2" creationId="{18447037-1DB1-62DF-2238-024B4A57FE6B}"/>
          </ac:spMkLst>
        </pc:spChg>
        <pc:spChg chg="del mod">
          <ac:chgData name="Katarina Behrami" userId="fcdbd83d74e0b37e" providerId="LiveId" clId="{726C9D4B-3E6B-4D0D-9216-FCD1E1D33A5C}" dt="2026-03-21T13:43:57.454" v="1800" actId="478"/>
          <ac:spMkLst>
            <pc:docMk/>
            <pc:sldMk cId="195088133" sldId="259"/>
            <ac:spMk id="3" creationId="{8DB4AAF3-96C7-05B9-D095-BE1DFB662DB2}"/>
          </ac:spMkLst>
        </pc:spChg>
        <pc:spChg chg="add del mod">
          <ac:chgData name="Katarina Behrami" userId="fcdbd83d74e0b37e" providerId="LiveId" clId="{726C9D4B-3E6B-4D0D-9216-FCD1E1D33A5C}" dt="2026-03-21T13:43:59.450" v="1801" actId="478"/>
          <ac:spMkLst>
            <pc:docMk/>
            <pc:sldMk cId="195088133" sldId="259"/>
            <ac:spMk id="5" creationId="{7C8A14C8-099A-D6D5-ADB3-21ED747A1777}"/>
          </ac:spMkLst>
        </pc:spChg>
        <pc:spChg chg="add del mod">
          <ac:chgData name="Katarina Behrami" userId="fcdbd83d74e0b37e" providerId="LiveId" clId="{726C9D4B-3E6B-4D0D-9216-FCD1E1D33A5C}" dt="2026-03-21T13:44:02.732" v="1803" actId="478"/>
          <ac:spMkLst>
            <pc:docMk/>
            <pc:sldMk cId="195088133" sldId="259"/>
            <ac:spMk id="7" creationId="{DDD6D9E5-2B31-0F23-880F-DBD6E2C90617}"/>
          </ac:spMkLst>
        </pc:spChg>
        <pc:spChg chg="add mod">
          <ac:chgData name="Katarina Behrami" userId="fcdbd83d74e0b37e" providerId="LiveId" clId="{726C9D4B-3E6B-4D0D-9216-FCD1E1D33A5C}" dt="2026-03-21T14:14:52.695" v="2063" actId="20577"/>
          <ac:spMkLst>
            <pc:docMk/>
            <pc:sldMk cId="195088133" sldId="259"/>
            <ac:spMk id="9" creationId="{F63F7A67-1068-D14C-793D-B08A371EF685}"/>
          </ac:spMkLst>
        </pc:spChg>
        <pc:spChg chg="add">
          <ac:chgData name="Katarina Behrami" userId="fcdbd83d74e0b37e" providerId="LiveId" clId="{726C9D4B-3E6B-4D0D-9216-FCD1E1D33A5C}" dt="2026-03-02T18:13:31.553" v="655" actId="26606"/>
          <ac:spMkLst>
            <pc:docMk/>
            <pc:sldMk cId="195088133" sldId="259"/>
            <ac:spMk id="12" creationId="{A0339EE9-5436-4860-BBFC-7CD7C90DBAE8}"/>
          </ac:spMkLst>
        </pc:spChg>
        <pc:spChg chg="add">
          <ac:chgData name="Katarina Behrami" userId="fcdbd83d74e0b37e" providerId="LiveId" clId="{726C9D4B-3E6B-4D0D-9216-FCD1E1D33A5C}" dt="2026-03-02T18:13:31.553" v="655" actId="26606"/>
          <ac:spMkLst>
            <pc:docMk/>
            <pc:sldMk cId="195088133" sldId="259"/>
            <ac:spMk id="13" creationId="{AA770EBD-5B77-46EC-BF58-EF27ACD6B47C}"/>
          </ac:spMkLst>
        </pc:spChg>
        <pc:picChg chg="add del mod">
          <ac:chgData name="Katarina Behrami" userId="fcdbd83d74e0b37e" providerId="LiveId" clId="{726C9D4B-3E6B-4D0D-9216-FCD1E1D33A5C}" dt="2026-03-21T13:51:37.236" v="1841" actId="478"/>
          <ac:picMkLst>
            <pc:docMk/>
            <pc:sldMk cId="195088133" sldId="259"/>
            <ac:picMk id="11" creationId="{56F11977-C7E3-8D5F-3CFF-847C4173E6D7}"/>
          </ac:picMkLst>
        </pc:picChg>
        <pc:picChg chg="add mod">
          <ac:chgData name="Katarina Behrami" userId="fcdbd83d74e0b37e" providerId="LiveId" clId="{726C9D4B-3E6B-4D0D-9216-FCD1E1D33A5C}" dt="2026-03-21T13:53:19.486" v="1877" actId="1076"/>
          <ac:picMkLst>
            <pc:docMk/>
            <pc:sldMk cId="195088133" sldId="259"/>
            <ac:picMk id="15" creationId="{BC1FC344-749F-BDE5-AD85-8B23799934B2}"/>
          </ac:picMkLst>
        </pc:picChg>
        <pc:picChg chg="add mod">
          <ac:chgData name="Katarina Behrami" userId="fcdbd83d74e0b37e" providerId="LiveId" clId="{726C9D4B-3E6B-4D0D-9216-FCD1E1D33A5C}" dt="2026-03-21T13:53:22.754" v="1879" actId="1076"/>
          <ac:picMkLst>
            <pc:docMk/>
            <pc:sldMk cId="195088133" sldId="259"/>
            <ac:picMk id="17" creationId="{39EA7121-053D-3540-2B46-C8D654B946F5}"/>
          </ac:picMkLst>
        </pc:picChg>
        <pc:picChg chg="add mod">
          <ac:chgData name="Katarina Behrami" userId="fcdbd83d74e0b37e" providerId="LiveId" clId="{726C9D4B-3E6B-4D0D-9216-FCD1E1D33A5C}" dt="2026-03-21T13:53:14.407" v="1876" actId="1076"/>
          <ac:picMkLst>
            <pc:docMk/>
            <pc:sldMk cId="195088133" sldId="259"/>
            <ac:picMk id="19" creationId="{2A559C21-8B89-FE6C-37A6-8F5B6B26BC9F}"/>
          </ac:picMkLst>
        </pc:picChg>
      </pc:sldChg>
      <pc:sldChg chg="addSp modSp del mod setBg">
        <pc:chgData name="Katarina Behrami" userId="fcdbd83d74e0b37e" providerId="LiveId" clId="{726C9D4B-3E6B-4D0D-9216-FCD1E1D33A5C}" dt="2026-03-21T13:44:07.168" v="1804" actId="47"/>
        <pc:sldMkLst>
          <pc:docMk/>
          <pc:sldMk cId="2307471747" sldId="260"/>
        </pc:sldMkLst>
      </pc:sldChg>
      <pc:sldChg chg="addSp delSp modSp del mod setBg">
        <pc:chgData name="Katarina Behrami" userId="fcdbd83d74e0b37e" providerId="LiveId" clId="{726C9D4B-3E6B-4D0D-9216-FCD1E1D33A5C}" dt="2026-03-21T13:44:09.359" v="1805" actId="47"/>
        <pc:sldMkLst>
          <pc:docMk/>
          <pc:sldMk cId="1317891899" sldId="261"/>
        </pc:sldMkLst>
      </pc:sldChg>
      <pc:sldChg chg="addSp delSp modSp mod ord setBg">
        <pc:chgData name="Katarina Behrami" userId="fcdbd83d74e0b37e" providerId="LiveId" clId="{726C9D4B-3E6B-4D0D-9216-FCD1E1D33A5C}" dt="2026-03-21T14:36:36.641" v="2276" actId="1076"/>
        <pc:sldMkLst>
          <pc:docMk/>
          <pc:sldMk cId="1356687728" sldId="262"/>
        </pc:sldMkLst>
        <pc:spChg chg="del mod">
          <ac:chgData name="Katarina Behrami" userId="fcdbd83d74e0b37e" providerId="LiveId" clId="{726C9D4B-3E6B-4D0D-9216-FCD1E1D33A5C}" dt="2026-03-21T13:53:38.147" v="1882" actId="478"/>
          <ac:spMkLst>
            <pc:docMk/>
            <pc:sldMk cId="1356687728" sldId="262"/>
            <ac:spMk id="2" creationId="{E5163F10-0696-C7B7-5673-24922E46A058}"/>
          </ac:spMkLst>
        </pc:spChg>
        <pc:spChg chg="del mod">
          <ac:chgData name="Katarina Behrami" userId="fcdbd83d74e0b37e" providerId="LiveId" clId="{726C9D4B-3E6B-4D0D-9216-FCD1E1D33A5C}" dt="2026-03-21T13:53:41.334" v="1884" actId="478"/>
          <ac:spMkLst>
            <pc:docMk/>
            <pc:sldMk cId="1356687728" sldId="262"/>
            <ac:spMk id="3" creationId="{B7E213B3-B8C1-A57E-7DAB-701C63460FE7}"/>
          </ac:spMkLst>
        </pc:spChg>
        <pc:spChg chg="add del mod">
          <ac:chgData name="Katarina Behrami" userId="fcdbd83d74e0b37e" providerId="LiveId" clId="{726C9D4B-3E6B-4D0D-9216-FCD1E1D33A5C}" dt="2026-03-21T13:53:39.784" v="1883" actId="478"/>
          <ac:spMkLst>
            <pc:docMk/>
            <pc:sldMk cId="1356687728" sldId="262"/>
            <ac:spMk id="5" creationId="{5ABEE603-E046-5CB1-255C-2A25F9E4604A}"/>
          </ac:spMkLst>
        </pc:spChg>
        <pc:spChg chg="add del mod">
          <ac:chgData name="Katarina Behrami" userId="fcdbd83d74e0b37e" providerId="LiveId" clId="{726C9D4B-3E6B-4D0D-9216-FCD1E1D33A5C}" dt="2026-03-21T13:53:43.278" v="1885" actId="478"/>
          <ac:spMkLst>
            <pc:docMk/>
            <pc:sldMk cId="1356687728" sldId="262"/>
            <ac:spMk id="7" creationId="{4E850A58-F3A0-0D6A-D955-F46A30F65FD5}"/>
          </ac:spMkLst>
        </pc:spChg>
        <pc:spChg chg="add">
          <ac:chgData name="Katarina Behrami" userId="fcdbd83d74e0b37e" providerId="LiveId" clId="{726C9D4B-3E6B-4D0D-9216-FCD1E1D33A5C}" dt="2026-03-02T18:17:03.646" v="675" actId="26606"/>
          <ac:spMkLst>
            <pc:docMk/>
            <pc:sldMk cId="1356687728" sldId="262"/>
            <ac:spMk id="8" creationId="{00A0D747-F38B-4A99-9985-62CE8C24765F}"/>
          </ac:spMkLst>
        </pc:spChg>
        <pc:spChg chg="add">
          <ac:chgData name="Katarina Behrami" userId="fcdbd83d74e0b37e" providerId="LiveId" clId="{726C9D4B-3E6B-4D0D-9216-FCD1E1D33A5C}" dt="2026-03-02T18:17:03.646" v="675" actId="26606"/>
          <ac:spMkLst>
            <pc:docMk/>
            <pc:sldMk cId="1356687728" sldId="262"/>
            <ac:spMk id="10" creationId="{3D1BF32B-6CA3-4695-8A0C-1AC789B58D94}"/>
          </ac:spMkLst>
        </pc:spChg>
        <pc:spChg chg="add mod">
          <ac:chgData name="Katarina Behrami" userId="fcdbd83d74e0b37e" providerId="LiveId" clId="{726C9D4B-3E6B-4D0D-9216-FCD1E1D33A5C}" dt="2026-03-21T14:32:20.564" v="2208" actId="1076"/>
          <ac:spMkLst>
            <pc:docMk/>
            <pc:sldMk cId="1356687728" sldId="262"/>
            <ac:spMk id="11" creationId="{099298DE-2344-F0BE-9A14-77BEA157C58E}"/>
          </ac:spMkLst>
        </pc:spChg>
        <pc:picChg chg="add mod">
          <ac:chgData name="Katarina Behrami" userId="fcdbd83d74e0b37e" providerId="LiveId" clId="{726C9D4B-3E6B-4D0D-9216-FCD1E1D33A5C}" dt="2026-03-21T14:36:36.641" v="2276" actId="1076"/>
          <ac:picMkLst>
            <pc:docMk/>
            <pc:sldMk cId="1356687728" sldId="262"/>
            <ac:picMk id="13" creationId="{483ECF17-3B92-9551-C488-C5AEAEBE7193}"/>
          </ac:picMkLst>
        </pc:picChg>
        <pc:picChg chg="add mod">
          <ac:chgData name="Katarina Behrami" userId="fcdbd83d74e0b37e" providerId="LiveId" clId="{726C9D4B-3E6B-4D0D-9216-FCD1E1D33A5C}" dt="2026-03-21T14:32:35.977" v="2217" actId="1076"/>
          <ac:picMkLst>
            <pc:docMk/>
            <pc:sldMk cId="1356687728" sldId="262"/>
            <ac:picMk id="15" creationId="{F6479D64-BD91-173E-6499-A48FCC789736}"/>
          </ac:picMkLst>
        </pc:picChg>
        <pc:picChg chg="add mod">
          <ac:chgData name="Katarina Behrami" userId="fcdbd83d74e0b37e" providerId="LiveId" clId="{726C9D4B-3E6B-4D0D-9216-FCD1E1D33A5C}" dt="2026-03-21T14:36:28.251" v="2274" actId="1076"/>
          <ac:picMkLst>
            <pc:docMk/>
            <pc:sldMk cId="1356687728" sldId="262"/>
            <ac:picMk id="17" creationId="{D26437BA-BDA5-CFF1-432E-A5E0D605F19B}"/>
          </ac:picMkLst>
        </pc:picChg>
      </pc:sldChg>
      <pc:sldChg chg="addSp delSp modSp new mod setBg">
        <pc:chgData name="Katarina Behrami" userId="fcdbd83d74e0b37e" providerId="LiveId" clId="{726C9D4B-3E6B-4D0D-9216-FCD1E1D33A5C}" dt="2026-03-21T14:35:35.859" v="2272" actId="20577"/>
        <pc:sldMkLst>
          <pc:docMk/>
          <pc:sldMk cId="1239409618" sldId="263"/>
        </pc:sldMkLst>
        <pc:spChg chg="del">
          <ac:chgData name="Katarina Behrami" userId="fcdbd83d74e0b37e" providerId="LiveId" clId="{726C9D4B-3E6B-4D0D-9216-FCD1E1D33A5C}" dt="2026-03-21T14:27:28.600" v="2172" actId="478"/>
          <ac:spMkLst>
            <pc:docMk/>
            <pc:sldMk cId="1239409618" sldId="263"/>
            <ac:spMk id="2" creationId="{08E39CED-9FD2-5739-069E-AFE66439EDBA}"/>
          </ac:spMkLst>
        </pc:spChg>
        <pc:spChg chg="del">
          <ac:chgData name="Katarina Behrami" userId="fcdbd83d74e0b37e" providerId="LiveId" clId="{726C9D4B-3E6B-4D0D-9216-FCD1E1D33A5C}" dt="2026-03-21T14:27:26.537" v="2171" actId="478"/>
          <ac:spMkLst>
            <pc:docMk/>
            <pc:sldMk cId="1239409618" sldId="263"/>
            <ac:spMk id="3" creationId="{6362352D-E561-ED0B-AC64-E82EF78402DC}"/>
          </ac:spMkLst>
        </pc:spChg>
        <pc:spChg chg="add mod">
          <ac:chgData name="Katarina Behrami" userId="fcdbd83d74e0b37e" providerId="LiveId" clId="{726C9D4B-3E6B-4D0D-9216-FCD1E1D33A5C}" dt="2026-03-21T14:35:35.859" v="2272" actId="20577"/>
          <ac:spMkLst>
            <pc:docMk/>
            <pc:sldMk cId="1239409618" sldId="263"/>
            <ac:spMk id="5" creationId="{2CCF2991-57B2-85E9-7A79-115D6121174A}"/>
          </ac:spMkLst>
        </pc:spChg>
        <pc:spChg chg="add del">
          <ac:chgData name="Katarina Behrami" userId="fcdbd83d74e0b37e" providerId="LiveId" clId="{726C9D4B-3E6B-4D0D-9216-FCD1E1D33A5C}" dt="2026-03-21T14:33:04.563" v="2220" actId="26606"/>
          <ac:spMkLst>
            <pc:docMk/>
            <pc:sldMk cId="1239409618" sldId="263"/>
            <ac:spMk id="10" creationId="{815925C2-A704-4D47-B1C1-3FCA52512EC1}"/>
          </ac:spMkLst>
        </pc:spChg>
        <pc:spChg chg="add del">
          <ac:chgData name="Katarina Behrami" userId="fcdbd83d74e0b37e" providerId="LiveId" clId="{726C9D4B-3E6B-4D0D-9216-FCD1E1D33A5C}" dt="2026-03-21T14:33:04.563" v="2220" actId="26606"/>
          <ac:spMkLst>
            <pc:docMk/>
            <pc:sldMk cId="1239409618" sldId="263"/>
            <ac:spMk id="12" creationId="{01D4315C-C23C-4FD3-98DF-08C29E2292A8}"/>
          </ac:spMkLst>
        </pc:spChg>
        <pc:spChg chg="add">
          <ac:chgData name="Katarina Behrami" userId="fcdbd83d74e0b37e" providerId="LiveId" clId="{726C9D4B-3E6B-4D0D-9216-FCD1E1D33A5C}" dt="2026-03-21T14:33:18.828" v="2225" actId="26606"/>
          <ac:spMkLst>
            <pc:docMk/>
            <pc:sldMk cId="1239409618" sldId="263"/>
            <ac:spMk id="16" creationId="{BD92035A-AA2F-4CD8-A556-1CE8BDEC75BD}"/>
          </ac:spMkLst>
        </pc:spChg>
        <pc:spChg chg="add del">
          <ac:chgData name="Katarina Behrami" userId="fcdbd83d74e0b37e" providerId="LiveId" clId="{726C9D4B-3E6B-4D0D-9216-FCD1E1D33A5C}" dt="2026-03-21T14:33:13.047" v="2222" actId="26606"/>
          <ac:spMkLst>
            <pc:docMk/>
            <pc:sldMk cId="1239409618" sldId="263"/>
            <ac:spMk id="27" creationId="{4BC99CB9-DDAD-44A2-8A1C-E3AF4E72DF5C}"/>
          </ac:spMkLst>
        </pc:spChg>
        <pc:spChg chg="add del">
          <ac:chgData name="Katarina Behrami" userId="fcdbd83d74e0b37e" providerId="LiveId" clId="{726C9D4B-3E6B-4D0D-9216-FCD1E1D33A5C}" dt="2026-03-21T14:33:18.122" v="2224" actId="26606"/>
          <ac:spMkLst>
            <pc:docMk/>
            <pc:sldMk cId="1239409618" sldId="263"/>
            <ac:spMk id="33" creationId="{CB299CAB-C506-454B-90FC-4065728297D3}"/>
          </ac:spMkLst>
        </pc:spChg>
        <pc:spChg chg="add del">
          <ac:chgData name="Katarina Behrami" userId="fcdbd83d74e0b37e" providerId="LiveId" clId="{726C9D4B-3E6B-4D0D-9216-FCD1E1D33A5C}" dt="2026-03-21T14:33:18.122" v="2224" actId="26606"/>
          <ac:spMkLst>
            <pc:docMk/>
            <pc:sldMk cId="1239409618" sldId="263"/>
            <ac:spMk id="34" creationId="{C8D99311-F254-40F1-8AB5-EE3E7B9B6872}"/>
          </ac:spMkLst>
        </pc:spChg>
        <pc:spChg chg="add del">
          <ac:chgData name="Katarina Behrami" userId="fcdbd83d74e0b37e" providerId="LiveId" clId="{726C9D4B-3E6B-4D0D-9216-FCD1E1D33A5C}" dt="2026-03-21T14:33:18.122" v="2224" actId="26606"/>
          <ac:spMkLst>
            <pc:docMk/>
            <pc:sldMk cId="1239409618" sldId="263"/>
            <ac:spMk id="35" creationId="{7D89E3CB-00ED-4691-9F0F-F23EA3564705}"/>
          </ac:spMkLst>
        </pc:spChg>
        <pc:spChg chg="add">
          <ac:chgData name="Katarina Behrami" userId="fcdbd83d74e0b37e" providerId="LiveId" clId="{726C9D4B-3E6B-4D0D-9216-FCD1E1D33A5C}" dt="2026-03-21T14:33:18.828" v="2225" actId="26606"/>
          <ac:spMkLst>
            <pc:docMk/>
            <pc:sldMk cId="1239409618" sldId="263"/>
            <ac:spMk id="37" creationId="{5C8908E2-EE49-44D2-9428-A28D2312A8D5}"/>
          </ac:spMkLst>
        </pc:spChg>
        <pc:spChg chg="add">
          <ac:chgData name="Katarina Behrami" userId="fcdbd83d74e0b37e" providerId="LiveId" clId="{726C9D4B-3E6B-4D0D-9216-FCD1E1D33A5C}" dt="2026-03-21T14:33:18.828" v="2225" actId="26606"/>
          <ac:spMkLst>
            <pc:docMk/>
            <pc:sldMk cId="1239409618" sldId="263"/>
            <ac:spMk id="40" creationId="{ED888B23-07FA-482A-96DF-47E31AF1A603}"/>
          </ac:spMkLst>
        </pc:spChg>
        <pc:grpChg chg="add del">
          <ac:chgData name="Katarina Behrami" userId="fcdbd83d74e0b37e" providerId="LiveId" clId="{726C9D4B-3E6B-4D0D-9216-FCD1E1D33A5C}" dt="2026-03-21T14:33:04.563" v="2220" actId="26606"/>
          <ac:grpSpMkLst>
            <pc:docMk/>
            <pc:sldMk cId="1239409618" sldId="263"/>
            <ac:grpSpMk id="14" creationId="{5E6B47BC-43FD-4C91-8BFF-B41B99A8A39E}"/>
          </ac:grpSpMkLst>
        </pc:grpChg>
        <pc:grpChg chg="add del">
          <ac:chgData name="Katarina Behrami" userId="fcdbd83d74e0b37e" providerId="LiveId" clId="{726C9D4B-3E6B-4D0D-9216-FCD1E1D33A5C}" dt="2026-03-21T14:33:04.563" v="2220" actId="26606"/>
          <ac:grpSpMkLst>
            <pc:docMk/>
            <pc:sldMk cId="1239409618" sldId="263"/>
            <ac:grpSpMk id="18" creationId="{43F5E015-E085-4624-B431-B42414448684}"/>
          </ac:grpSpMkLst>
        </pc:grpChg>
        <pc:grpChg chg="add del">
          <ac:chgData name="Katarina Behrami" userId="fcdbd83d74e0b37e" providerId="LiveId" clId="{726C9D4B-3E6B-4D0D-9216-FCD1E1D33A5C}" dt="2026-03-21T14:33:13.047" v="2222" actId="26606"/>
          <ac:grpSpMkLst>
            <pc:docMk/>
            <pc:sldMk cId="1239409618" sldId="263"/>
            <ac:grpSpMk id="28" creationId="{5C3921CD-DDE5-4B57-8FDF-B37ADE4EDAC7}"/>
          </ac:grpSpMkLst>
        </pc:grpChg>
        <pc:grpChg chg="add">
          <ac:chgData name="Katarina Behrami" userId="fcdbd83d74e0b37e" providerId="LiveId" clId="{726C9D4B-3E6B-4D0D-9216-FCD1E1D33A5C}" dt="2026-03-21T14:33:18.828" v="2225" actId="26606"/>
          <ac:grpSpMkLst>
            <pc:docMk/>
            <pc:sldMk cId="1239409618" sldId="263"/>
            <ac:grpSpMk id="38" creationId="{5D1A9D8B-3117-4D9D-BDA4-DD81895098B0}"/>
          </ac:grpSpMkLst>
        </pc:grpChg>
      </pc:sldChg>
      <pc:sldChg chg="addSp modSp del mod setBg">
        <pc:chgData name="Katarina Behrami" userId="fcdbd83d74e0b37e" providerId="LiveId" clId="{726C9D4B-3E6B-4D0D-9216-FCD1E1D33A5C}" dt="2026-03-21T13:53:49.305" v="1886" actId="47"/>
        <pc:sldMkLst>
          <pc:docMk/>
          <pc:sldMk cId="2654740698" sldId="263"/>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03C4614-3854-AD7C-73D0-A539448B6B9E}"/>
              </a:ext>
            </a:extLst>
          </p:cNvPr>
          <p:cNvSpPr>
            <a:spLocks noGrp="1"/>
          </p:cNvSpPr>
          <p:nvPr>
            <p:ph type="ctrTitle"/>
          </p:nvPr>
        </p:nvSpPr>
        <p:spPr>
          <a:xfrm>
            <a:off x="1524000" y="1122363"/>
            <a:ext cx="9144000" cy="2387600"/>
          </a:xfrm>
        </p:spPr>
        <p:txBody>
          <a:bodyPr anchor="b"/>
          <a:lstStyle>
            <a:lvl1pPr algn="ctr">
              <a:defRPr sz="6000"/>
            </a:lvl1pPr>
          </a:lstStyle>
          <a:p>
            <a:r>
              <a:rPr lang="sv-SE"/>
              <a:t>Klicka här för att ändra mall för rubrikformat</a:t>
            </a:r>
          </a:p>
        </p:txBody>
      </p:sp>
      <p:sp>
        <p:nvSpPr>
          <p:cNvPr id="3" name="Underrubrik 2">
            <a:extLst>
              <a:ext uri="{FF2B5EF4-FFF2-40B4-BE49-F238E27FC236}">
                <a16:creationId xmlns:a16="http://schemas.microsoft.com/office/drawing/2014/main" id="{4E29483C-7FB7-0C1F-3050-9A5208FD89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mall för underrubrikformat</a:t>
            </a:r>
          </a:p>
        </p:txBody>
      </p:sp>
      <p:sp>
        <p:nvSpPr>
          <p:cNvPr id="4" name="Platshållare för datum 3">
            <a:extLst>
              <a:ext uri="{FF2B5EF4-FFF2-40B4-BE49-F238E27FC236}">
                <a16:creationId xmlns:a16="http://schemas.microsoft.com/office/drawing/2014/main" id="{D63F18F0-B397-86AF-CD4C-04BBB1A2E18E}"/>
              </a:ext>
            </a:extLst>
          </p:cNvPr>
          <p:cNvSpPr>
            <a:spLocks noGrp="1"/>
          </p:cNvSpPr>
          <p:nvPr>
            <p:ph type="dt" sz="half" idx="10"/>
          </p:nvPr>
        </p:nvSpPr>
        <p:spPr/>
        <p:txBody>
          <a:bodyPr/>
          <a:lstStyle/>
          <a:p>
            <a:fld id="{449F35CD-4ED9-41B9-B6AC-6B963F6D7792}" type="datetimeFigureOut">
              <a:rPr lang="sv-SE" smtClean="0"/>
              <a:t>2026-03-21</a:t>
            </a:fld>
            <a:endParaRPr lang="sv-SE"/>
          </a:p>
        </p:txBody>
      </p:sp>
      <p:sp>
        <p:nvSpPr>
          <p:cNvPr id="5" name="Platshållare för sidfot 4">
            <a:extLst>
              <a:ext uri="{FF2B5EF4-FFF2-40B4-BE49-F238E27FC236}">
                <a16:creationId xmlns:a16="http://schemas.microsoft.com/office/drawing/2014/main" id="{04E7AE65-23D5-D717-1FCC-D7BBE17AE4B8}"/>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B40A2DFD-B66E-0362-CCE0-DB15511D90CB}"/>
              </a:ext>
            </a:extLst>
          </p:cNvPr>
          <p:cNvSpPr>
            <a:spLocks noGrp="1"/>
          </p:cNvSpPr>
          <p:nvPr>
            <p:ph type="sldNum" sz="quarter" idx="12"/>
          </p:nvPr>
        </p:nvSpPr>
        <p:spPr/>
        <p:txBody>
          <a:bodyPr/>
          <a:lstStyle/>
          <a:p>
            <a:fld id="{58A70219-52E6-4B9D-A9DD-5A554B700844}" type="slidenum">
              <a:rPr lang="sv-SE" smtClean="0"/>
              <a:t>‹#›</a:t>
            </a:fld>
            <a:endParaRPr lang="sv-SE"/>
          </a:p>
        </p:txBody>
      </p:sp>
    </p:spTree>
    <p:extLst>
      <p:ext uri="{BB962C8B-B14F-4D97-AF65-F5344CB8AC3E}">
        <p14:creationId xmlns:p14="http://schemas.microsoft.com/office/powerpoint/2010/main" val="1475893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1BFDB11-906A-E186-650D-3C6A880CF9DA}"/>
              </a:ext>
            </a:extLst>
          </p:cNvPr>
          <p:cNvSpPr>
            <a:spLocks noGrp="1"/>
          </p:cNvSpPr>
          <p:nvPr>
            <p:ph type="title"/>
          </p:nvPr>
        </p:nvSpPr>
        <p:spPr/>
        <p:txBody>
          <a:body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1D00CA31-692A-468A-17DC-405AD11C51F4}"/>
              </a:ext>
            </a:extLst>
          </p:cNvPr>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90B01332-D2B4-2DB2-8B3F-6F07C022EC3A}"/>
              </a:ext>
            </a:extLst>
          </p:cNvPr>
          <p:cNvSpPr>
            <a:spLocks noGrp="1"/>
          </p:cNvSpPr>
          <p:nvPr>
            <p:ph type="dt" sz="half" idx="10"/>
          </p:nvPr>
        </p:nvSpPr>
        <p:spPr/>
        <p:txBody>
          <a:bodyPr/>
          <a:lstStyle/>
          <a:p>
            <a:fld id="{449F35CD-4ED9-41B9-B6AC-6B963F6D7792}" type="datetimeFigureOut">
              <a:rPr lang="sv-SE" smtClean="0"/>
              <a:t>2026-03-21</a:t>
            </a:fld>
            <a:endParaRPr lang="sv-SE"/>
          </a:p>
        </p:txBody>
      </p:sp>
      <p:sp>
        <p:nvSpPr>
          <p:cNvPr id="5" name="Platshållare för sidfot 4">
            <a:extLst>
              <a:ext uri="{FF2B5EF4-FFF2-40B4-BE49-F238E27FC236}">
                <a16:creationId xmlns:a16="http://schemas.microsoft.com/office/drawing/2014/main" id="{CB0574B4-B979-817F-F52E-346CBA2803ED}"/>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A884C918-5946-976F-FDD6-9F714D1AE306}"/>
              </a:ext>
            </a:extLst>
          </p:cNvPr>
          <p:cNvSpPr>
            <a:spLocks noGrp="1"/>
          </p:cNvSpPr>
          <p:nvPr>
            <p:ph type="sldNum" sz="quarter" idx="12"/>
          </p:nvPr>
        </p:nvSpPr>
        <p:spPr/>
        <p:txBody>
          <a:bodyPr/>
          <a:lstStyle/>
          <a:p>
            <a:fld id="{58A70219-52E6-4B9D-A9DD-5A554B700844}" type="slidenum">
              <a:rPr lang="sv-SE" smtClean="0"/>
              <a:t>‹#›</a:t>
            </a:fld>
            <a:endParaRPr lang="sv-SE"/>
          </a:p>
        </p:txBody>
      </p:sp>
    </p:spTree>
    <p:extLst>
      <p:ext uri="{BB962C8B-B14F-4D97-AF65-F5344CB8AC3E}">
        <p14:creationId xmlns:p14="http://schemas.microsoft.com/office/powerpoint/2010/main" val="2830783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4CEA10D1-CD8D-217E-1D3E-69A74BA08E7C}"/>
              </a:ext>
            </a:extLst>
          </p:cNvPr>
          <p:cNvSpPr>
            <a:spLocks noGrp="1"/>
          </p:cNvSpPr>
          <p:nvPr>
            <p:ph type="title"/>
          </p:nvPr>
        </p:nvSpPr>
        <p:spPr>
          <a:xfrm>
            <a:off x="831850" y="1709738"/>
            <a:ext cx="10515600" cy="2852737"/>
          </a:xfrm>
        </p:spPr>
        <p:txBody>
          <a:bodyPr anchor="b"/>
          <a:lstStyle>
            <a:lvl1pPr>
              <a:defRPr sz="6000"/>
            </a:lvl1pPr>
          </a:lstStyle>
          <a:p>
            <a:r>
              <a:rPr lang="sv-SE"/>
              <a:t>Klicka här för att ändra mall för rubrikformat</a:t>
            </a:r>
          </a:p>
        </p:txBody>
      </p:sp>
      <p:sp>
        <p:nvSpPr>
          <p:cNvPr id="3" name="Platshållare för text 2">
            <a:extLst>
              <a:ext uri="{FF2B5EF4-FFF2-40B4-BE49-F238E27FC236}">
                <a16:creationId xmlns:a16="http://schemas.microsoft.com/office/drawing/2014/main" id="{C8284AE0-5D19-9793-4505-752F2046E3C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sv-SE"/>
              <a:t>Klicka här för att ändra format på bakgrundstexten</a:t>
            </a:r>
          </a:p>
        </p:txBody>
      </p:sp>
      <p:sp>
        <p:nvSpPr>
          <p:cNvPr id="4" name="Platshållare för datum 3">
            <a:extLst>
              <a:ext uri="{FF2B5EF4-FFF2-40B4-BE49-F238E27FC236}">
                <a16:creationId xmlns:a16="http://schemas.microsoft.com/office/drawing/2014/main" id="{EB479BD8-19BE-A560-13AD-511FFF530196}"/>
              </a:ext>
            </a:extLst>
          </p:cNvPr>
          <p:cNvSpPr>
            <a:spLocks noGrp="1"/>
          </p:cNvSpPr>
          <p:nvPr>
            <p:ph type="dt" sz="half" idx="10"/>
          </p:nvPr>
        </p:nvSpPr>
        <p:spPr/>
        <p:txBody>
          <a:bodyPr/>
          <a:lstStyle/>
          <a:p>
            <a:fld id="{449F35CD-4ED9-41B9-B6AC-6B963F6D7792}" type="datetimeFigureOut">
              <a:rPr lang="sv-SE" smtClean="0"/>
              <a:t>2026-03-21</a:t>
            </a:fld>
            <a:endParaRPr lang="sv-SE"/>
          </a:p>
        </p:txBody>
      </p:sp>
      <p:sp>
        <p:nvSpPr>
          <p:cNvPr id="5" name="Platshållare för sidfot 4">
            <a:extLst>
              <a:ext uri="{FF2B5EF4-FFF2-40B4-BE49-F238E27FC236}">
                <a16:creationId xmlns:a16="http://schemas.microsoft.com/office/drawing/2014/main" id="{A4C4717B-B287-D6B6-8CEB-180D9379C613}"/>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7248C534-3137-E597-E6EC-C8C7DB052128}"/>
              </a:ext>
            </a:extLst>
          </p:cNvPr>
          <p:cNvSpPr>
            <a:spLocks noGrp="1"/>
          </p:cNvSpPr>
          <p:nvPr>
            <p:ph type="sldNum" sz="quarter" idx="12"/>
          </p:nvPr>
        </p:nvSpPr>
        <p:spPr/>
        <p:txBody>
          <a:bodyPr/>
          <a:lstStyle/>
          <a:p>
            <a:fld id="{58A70219-52E6-4B9D-A9DD-5A554B700844}" type="slidenum">
              <a:rPr lang="sv-SE" smtClean="0"/>
              <a:t>‹#›</a:t>
            </a:fld>
            <a:endParaRPr lang="sv-SE"/>
          </a:p>
        </p:txBody>
      </p:sp>
    </p:spTree>
    <p:extLst>
      <p:ext uri="{BB962C8B-B14F-4D97-AF65-F5344CB8AC3E}">
        <p14:creationId xmlns:p14="http://schemas.microsoft.com/office/powerpoint/2010/main" val="3951347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delar">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350F1798-F84D-0A26-B293-ECC4DE960FC1}"/>
              </a:ext>
            </a:extLst>
          </p:cNvPr>
          <p:cNvSpPr>
            <a:spLocks noGrp="1"/>
          </p:cNvSpPr>
          <p:nvPr>
            <p:ph type="title"/>
          </p:nvPr>
        </p:nvSpPr>
        <p:spPr/>
        <p:txBody>
          <a:body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31EBDD98-70C8-E3C9-A1D4-D0AF4D76FE7E}"/>
              </a:ext>
            </a:extLst>
          </p:cNvPr>
          <p:cNvSpPr>
            <a:spLocks noGrp="1"/>
          </p:cNvSpPr>
          <p:nvPr>
            <p:ph sz="half" idx="1"/>
          </p:nvPr>
        </p:nvSpPr>
        <p:spPr>
          <a:xfrm>
            <a:off x="838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innehåll 3">
            <a:extLst>
              <a:ext uri="{FF2B5EF4-FFF2-40B4-BE49-F238E27FC236}">
                <a16:creationId xmlns:a16="http://schemas.microsoft.com/office/drawing/2014/main" id="{9A647027-B055-1EF2-7C6F-4EDE82073DD8}"/>
              </a:ext>
            </a:extLst>
          </p:cNvPr>
          <p:cNvSpPr>
            <a:spLocks noGrp="1"/>
          </p:cNvSpPr>
          <p:nvPr>
            <p:ph sz="half" idx="2"/>
          </p:nvPr>
        </p:nvSpPr>
        <p:spPr>
          <a:xfrm>
            <a:off x="6172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datum 4">
            <a:extLst>
              <a:ext uri="{FF2B5EF4-FFF2-40B4-BE49-F238E27FC236}">
                <a16:creationId xmlns:a16="http://schemas.microsoft.com/office/drawing/2014/main" id="{82CBB775-8496-C754-F861-F7733DAB8103}"/>
              </a:ext>
            </a:extLst>
          </p:cNvPr>
          <p:cNvSpPr>
            <a:spLocks noGrp="1"/>
          </p:cNvSpPr>
          <p:nvPr>
            <p:ph type="dt" sz="half" idx="10"/>
          </p:nvPr>
        </p:nvSpPr>
        <p:spPr/>
        <p:txBody>
          <a:bodyPr/>
          <a:lstStyle/>
          <a:p>
            <a:fld id="{449F35CD-4ED9-41B9-B6AC-6B963F6D7792}" type="datetimeFigureOut">
              <a:rPr lang="sv-SE" smtClean="0"/>
              <a:t>2026-03-21</a:t>
            </a:fld>
            <a:endParaRPr lang="sv-SE"/>
          </a:p>
        </p:txBody>
      </p:sp>
      <p:sp>
        <p:nvSpPr>
          <p:cNvPr id="6" name="Platshållare för sidfot 5">
            <a:extLst>
              <a:ext uri="{FF2B5EF4-FFF2-40B4-BE49-F238E27FC236}">
                <a16:creationId xmlns:a16="http://schemas.microsoft.com/office/drawing/2014/main" id="{C4B099AE-7E82-C89F-94C6-9CC0A5CE5CAA}"/>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0DE7BAAF-3F6F-86DD-5D0B-A278B7CF6238}"/>
              </a:ext>
            </a:extLst>
          </p:cNvPr>
          <p:cNvSpPr>
            <a:spLocks noGrp="1"/>
          </p:cNvSpPr>
          <p:nvPr>
            <p:ph type="sldNum" sz="quarter" idx="12"/>
          </p:nvPr>
        </p:nvSpPr>
        <p:spPr/>
        <p:txBody>
          <a:bodyPr/>
          <a:lstStyle/>
          <a:p>
            <a:fld id="{58A70219-52E6-4B9D-A9DD-5A554B700844}" type="slidenum">
              <a:rPr lang="sv-SE" smtClean="0"/>
              <a:t>‹#›</a:t>
            </a:fld>
            <a:endParaRPr lang="sv-SE"/>
          </a:p>
        </p:txBody>
      </p:sp>
    </p:spTree>
    <p:extLst>
      <p:ext uri="{BB962C8B-B14F-4D97-AF65-F5344CB8AC3E}">
        <p14:creationId xmlns:p14="http://schemas.microsoft.com/office/powerpoint/2010/main" val="3085661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824705C-BF7C-9889-4ECA-3E22623DF3B7}"/>
              </a:ext>
            </a:extLst>
          </p:cNvPr>
          <p:cNvSpPr>
            <a:spLocks noGrp="1"/>
          </p:cNvSpPr>
          <p:nvPr>
            <p:ph type="title"/>
          </p:nvPr>
        </p:nvSpPr>
        <p:spPr>
          <a:xfrm>
            <a:off x="839788" y="365125"/>
            <a:ext cx="10515600" cy="1325563"/>
          </a:xfrm>
        </p:spPr>
        <p:txBody>
          <a:bodyPr/>
          <a:lstStyle/>
          <a:p>
            <a:r>
              <a:rPr lang="sv-SE"/>
              <a:t>Klicka här för att ändra mall för rubrikformat</a:t>
            </a:r>
          </a:p>
        </p:txBody>
      </p:sp>
      <p:sp>
        <p:nvSpPr>
          <p:cNvPr id="3" name="Platshållare för text 2">
            <a:extLst>
              <a:ext uri="{FF2B5EF4-FFF2-40B4-BE49-F238E27FC236}">
                <a16:creationId xmlns:a16="http://schemas.microsoft.com/office/drawing/2014/main" id="{86D36242-9C41-90D7-3B2D-B36C1FFD45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Platshållare för innehåll 3">
            <a:extLst>
              <a:ext uri="{FF2B5EF4-FFF2-40B4-BE49-F238E27FC236}">
                <a16:creationId xmlns:a16="http://schemas.microsoft.com/office/drawing/2014/main" id="{9F5FC515-3EC1-2DCC-7713-F6C72323CB06}"/>
              </a:ext>
            </a:extLst>
          </p:cNvPr>
          <p:cNvSpPr>
            <a:spLocks noGrp="1"/>
          </p:cNvSpPr>
          <p:nvPr>
            <p:ph sz="half" idx="2"/>
          </p:nvPr>
        </p:nvSpPr>
        <p:spPr>
          <a:xfrm>
            <a:off x="839788" y="2505075"/>
            <a:ext cx="5157787"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text 4">
            <a:extLst>
              <a:ext uri="{FF2B5EF4-FFF2-40B4-BE49-F238E27FC236}">
                <a16:creationId xmlns:a16="http://schemas.microsoft.com/office/drawing/2014/main" id="{E023C639-D3F0-9B53-2027-D9F28AE64E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Platshållare för innehåll 5">
            <a:extLst>
              <a:ext uri="{FF2B5EF4-FFF2-40B4-BE49-F238E27FC236}">
                <a16:creationId xmlns:a16="http://schemas.microsoft.com/office/drawing/2014/main" id="{E2144DD1-F5DF-BFE6-C478-E9CCFAC6E27A}"/>
              </a:ext>
            </a:extLst>
          </p:cNvPr>
          <p:cNvSpPr>
            <a:spLocks noGrp="1"/>
          </p:cNvSpPr>
          <p:nvPr>
            <p:ph sz="quarter" idx="4"/>
          </p:nvPr>
        </p:nvSpPr>
        <p:spPr>
          <a:xfrm>
            <a:off x="6172200" y="2505075"/>
            <a:ext cx="5183188"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7" name="Platshållare för datum 6">
            <a:extLst>
              <a:ext uri="{FF2B5EF4-FFF2-40B4-BE49-F238E27FC236}">
                <a16:creationId xmlns:a16="http://schemas.microsoft.com/office/drawing/2014/main" id="{6B2DB6CE-1F29-6D3B-186E-347F37A7527A}"/>
              </a:ext>
            </a:extLst>
          </p:cNvPr>
          <p:cNvSpPr>
            <a:spLocks noGrp="1"/>
          </p:cNvSpPr>
          <p:nvPr>
            <p:ph type="dt" sz="half" idx="10"/>
          </p:nvPr>
        </p:nvSpPr>
        <p:spPr/>
        <p:txBody>
          <a:bodyPr/>
          <a:lstStyle/>
          <a:p>
            <a:fld id="{449F35CD-4ED9-41B9-B6AC-6B963F6D7792}" type="datetimeFigureOut">
              <a:rPr lang="sv-SE" smtClean="0"/>
              <a:t>2026-03-21</a:t>
            </a:fld>
            <a:endParaRPr lang="sv-SE"/>
          </a:p>
        </p:txBody>
      </p:sp>
      <p:sp>
        <p:nvSpPr>
          <p:cNvPr id="8" name="Platshållare för sidfot 7">
            <a:extLst>
              <a:ext uri="{FF2B5EF4-FFF2-40B4-BE49-F238E27FC236}">
                <a16:creationId xmlns:a16="http://schemas.microsoft.com/office/drawing/2014/main" id="{2A2803A9-E835-1CA3-E520-B6C29FD32012}"/>
              </a:ext>
            </a:extLst>
          </p:cNvPr>
          <p:cNvSpPr>
            <a:spLocks noGrp="1"/>
          </p:cNvSpPr>
          <p:nvPr>
            <p:ph type="ftr" sz="quarter" idx="11"/>
          </p:nvPr>
        </p:nvSpPr>
        <p:spPr/>
        <p:txBody>
          <a:bodyPr/>
          <a:lstStyle/>
          <a:p>
            <a:endParaRPr lang="sv-SE"/>
          </a:p>
        </p:txBody>
      </p:sp>
      <p:sp>
        <p:nvSpPr>
          <p:cNvPr id="9" name="Platshållare för bildnummer 8">
            <a:extLst>
              <a:ext uri="{FF2B5EF4-FFF2-40B4-BE49-F238E27FC236}">
                <a16:creationId xmlns:a16="http://schemas.microsoft.com/office/drawing/2014/main" id="{992C9530-5883-20E0-C02B-7EA4C30306E8}"/>
              </a:ext>
            </a:extLst>
          </p:cNvPr>
          <p:cNvSpPr>
            <a:spLocks noGrp="1"/>
          </p:cNvSpPr>
          <p:nvPr>
            <p:ph type="sldNum" sz="quarter" idx="12"/>
          </p:nvPr>
        </p:nvSpPr>
        <p:spPr/>
        <p:txBody>
          <a:bodyPr/>
          <a:lstStyle/>
          <a:p>
            <a:fld id="{58A70219-52E6-4B9D-A9DD-5A554B700844}" type="slidenum">
              <a:rPr lang="sv-SE" smtClean="0"/>
              <a:t>‹#›</a:t>
            </a:fld>
            <a:endParaRPr lang="sv-SE"/>
          </a:p>
        </p:txBody>
      </p:sp>
    </p:spTree>
    <p:extLst>
      <p:ext uri="{BB962C8B-B14F-4D97-AF65-F5344CB8AC3E}">
        <p14:creationId xmlns:p14="http://schemas.microsoft.com/office/powerpoint/2010/main" val="2159553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F69D0F5-6DD3-CBAD-623C-BD69A64E9B50}"/>
              </a:ext>
            </a:extLst>
          </p:cNvPr>
          <p:cNvSpPr>
            <a:spLocks noGrp="1"/>
          </p:cNvSpPr>
          <p:nvPr>
            <p:ph type="title"/>
          </p:nvPr>
        </p:nvSpPr>
        <p:spPr/>
        <p:txBody>
          <a:bodyPr/>
          <a:lstStyle/>
          <a:p>
            <a:r>
              <a:rPr lang="sv-SE"/>
              <a:t>Klicka här för att ändra mall för rubrikformat</a:t>
            </a:r>
          </a:p>
        </p:txBody>
      </p:sp>
      <p:sp>
        <p:nvSpPr>
          <p:cNvPr id="3" name="Platshållare för datum 2">
            <a:extLst>
              <a:ext uri="{FF2B5EF4-FFF2-40B4-BE49-F238E27FC236}">
                <a16:creationId xmlns:a16="http://schemas.microsoft.com/office/drawing/2014/main" id="{247448C3-094B-01E0-E9E1-24B7D6ED368F}"/>
              </a:ext>
            </a:extLst>
          </p:cNvPr>
          <p:cNvSpPr>
            <a:spLocks noGrp="1"/>
          </p:cNvSpPr>
          <p:nvPr>
            <p:ph type="dt" sz="half" idx="10"/>
          </p:nvPr>
        </p:nvSpPr>
        <p:spPr/>
        <p:txBody>
          <a:bodyPr/>
          <a:lstStyle/>
          <a:p>
            <a:fld id="{449F35CD-4ED9-41B9-B6AC-6B963F6D7792}" type="datetimeFigureOut">
              <a:rPr lang="sv-SE" smtClean="0"/>
              <a:t>2026-03-21</a:t>
            </a:fld>
            <a:endParaRPr lang="sv-SE"/>
          </a:p>
        </p:txBody>
      </p:sp>
      <p:sp>
        <p:nvSpPr>
          <p:cNvPr id="4" name="Platshållare för sidfot 3">
            <a:extLst>
              <a:ext uri="{FF2B5EF4-FFF2-40B4-BE49-F238E27FC236}">
                <a16:creationId xmlns:a16="http://schemas.microsoft.com/office/drawing/2014/main" id="{9F1F5D57-FFD3-CDA6-4254-7F248AC235C9}"/>
              </a:ext>
            </a:extLst>
          </p:cNvPr>
          <p:cNvSpPr>
            <a:spLocks noGrp="1"/>
          </p:cNvSpPr>
          <p:nvPr>
            <p:ph type="ftr" sz="quarter" idx="11"/>
          </p:nvPr>
        </p:nvSpPr>
        <p:spPr/>
        <p:txBody>
          <a:bodyPr/>
          <a:lstStyle/>
          <a:p>
            <a:endParaRPr lang="sv-SE"/>
          </a:p>
        </p:txBody>
      </p:sp>
      <p:sp>
        <p:nvSpPr>
          <p:cNvPr id="5" name="Platshållare för bildnummer 4">
            <a:extLst>
              <a:ext uri="{FF2B5EF4-FFF2-40B4-BE49-F238E27FC236}">
                <a16:creationId xmlns:a16="http://schemas.microsoft.com/office/drawing/2014/main" id="{494C6318-09E7-C2AE-44F0-364B5DD3A2FB}"/>
              </a:ext>
            </a:extLst>
          </p:cNvPr>
          <p:cNvSpPr>
            <a:spLocks noGrp="1"/>
          </p:cNvSpPr>
          <p:nvPr>
            <p:ph type="sldNum" sz="quarter" idx="12"/>
          </p:nvPr>
        </p:nvSpPr>
        <p:spPr/>
        <p:txBody>
          <a:bodyPr/>
          <a:lstStyle/>
          <a:p>
            <a:fld id="{58A70219-52E6-4B9D-A9DD-5A554B700844}" type="slidenum">
              <a:rPr lang="sv-SE" smtClean="0"/>
              <a:t>‹#›</a:t>
            </a:fld>
            <a:endParaRPr lang="sv-SE"/>
          </a:p>
        </p:txBody>
      </p:sp>
    </p:spTree>
    <p:extLst>
      <p:ext uri="{BB962C8B-B14F-4D97-AF65-F5344CB8AC3E}">
        <p14:creationId xmlns:p14="http://schemas.microsoft.com/office/powerpoint/2010/main" val="3876595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79386635-F67A-5F35-BC9B-E7FC0AC2F950}"/>
              </a:ext>
            </a:extLst>
          </p:cNvPr>
          <p:cNvSpPr>
            <a:spLocks noGrp="1"/>
          </p:cNvSpPr>
          <p:nvPr>
            <p:ph type="dt" sz="half" idx="10"/>
          </p:nvPr>
        </p:nvSpPr>
        <p:spPr/>
        <p:txBody>
          <a:bodyPr/>
          <a:lstStyle/>
          <a:p>
            <a:fld id="{449F35CD-4ED9-41B9-B6AC-6B963F6D7792}" type="datetimeFigureOut">
              <a:rPr lang="sv-SE" smtClean="0"/>
              <a:t>2026-03-21</a:t>
            </a:fld>
            <a:endParaRPr lang="sv-SE"/>
          </a:p>
        </p:txBody>
      </p:sp>
      <p:sp>
        <p:nvSpPr>
          <p:cNvPr id="3" name="Platshållare för sidfot 2">
            <a:extLst>
              <a:ext uri="{FF2B5EF4-FFF2-40B4-BE49-F238E27FC236}">
                <a16:creationId xmlns:a16="http://schemas.microsoft.com/office/drawing/2014/main" id="{E58758C0-A69F-A5EA-74AC-E0C5033C0762}"/>
              </a:ext>
            </a:extLst>
          </p:cNvPr>
          <p:cNvSpPr>
            <a:spLocks noGrp="1"/>
          </p:cNvSpPr>
          <p:nvPr>
            <p:ph type="ftr" sz="quarter" idx="11"/>
          </p:nvPr>
        </p:nvSpPr>
        <p:spPr/>
        <p:txBody>
          <a:bodyPr/>
          <a:lstStyle/>
          <a:p>
            <a:endParaRPr lang="sv-SE"/>
          </a:p>
        </p:txBody>
      </p:sp>
      <p:sp>
        <p:nvSpPr>
          <p:cNvPr id="4" name="Platshållare för bildnummer 3">
            <a:extLst>
              <a:ext uri="{FF2B5EF4-FFF2-40B4-BE49-F238E27FC236}">
                <a16:creationId xmlns:a16="http://schemas.microsoft.com/office/drawing/2014/main" id="{F15A1E65-5CC9-5B74-3206-D3F7850623C5}"/>
              </a:ext>
            </a:extLst>
          </p:cNvPr>
          <p:cNvSpPr>
            <a:spLocks noGrp="1"/>
          </p:cNvSpPr>
          <p:nvPr>
            <p:ph type="sldNum" sz="quarter" idx="12"/>
          </p:nvPr>
        </p:nvSpPr>
        <p:spPr/>
        <p:txBody>
          <a:bodyPr/>
          <a:lstStyle/>
          <a:p>
            <a:fld id="{58A70219-52E6-4B9D-A9DD-5A554B700844}" type="slidenum">
              <a:rPr lang="sv-SE" smtClean="0"/>
              <a:t>‹#›</a:t>
            </a:fld>
            <a:endParaRPr lang="sv-SE"/>
          </a:p>
        </p:txBody>
      </p:sp>
    </p:spTree>
    <p:extLst>
      <p:ext uri="{BB962C8B-B14F-4D97-AF65-F5344CB8AC3E}">
        <p14:creationId xmlns:p14="http://schemas.microsoft.com/office/powerpoint/2010/main" val="543080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ext med bild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F13322B-471B-C60F-698A-BA6FE49AA144}"/>
              </a:ext>
            </a:extLst>
          </p:cNvPr>
          <p:cNvSpPr>
            <a:spLocks noGrp="1"/>
          </p:cNvSpPr>
          <p:nvPr>
            <p:ph type="title"/>
          </p:nvPr>
        </p:nvSpPr>
        <p:spPr>
          <a:xfrm>
            <a:off x="839788" y="457200"/>
            <a:ext cx="3932237" cy="1600200"/>
          </a:xfrm>
        </p:spPr>
        <p:txBody>
          <a:bodyPr anchor="b"/>
          <a:lstStyle>
            <a:lvl1pPr>
              <a:defRPr sz="3200"/>
            </a:lvl1p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916B555A-8F8D-CC03-FC6E-E374109896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text 3">
            <a:extLst>
              <a:ext uri="{FF2B5EF4-FFF2-40B4-BE49-F238E27FC236}">
                <a16:creationId xmlns:a16="http://schemas.microsoft.com/office/drawing/2014/main" id="{81D0D329-80E5-8E82-B16B-EAB6574C6D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a:extLst>
              <a:ext uri="{FF2B5EF4-FFF2-40B4-BE49-F238E27FC236}">
                <a16:creationId xmlns:a16="http://schemas.microsoft.com/office/drawing/2014/main" id="{44C3E7DA-7227-1C91-6CDF-A95477033269}"/>
              </a:ext>
            </a:extLst>
          </p:cNvPr>
          <p:cNvSpPr>
            <a:spLocks noGrp="1"/>
          </p:cNvSpPr>
          <p:nvPr>
            <p:ph type="dt" sz="half" idx="10"/>
          </p:nvPr>
        </p:nvSpPr>
        <p:spPr/>
        <p:txBody>
          <a:bodyPr/>
          <a:lstStyle/>
          <a:p>
            <a:fld id="{449F35CD-4ED9-41B9-B6AC-6B963F6D7792}" type="datetimeFigureOut">
              <a:rPr lang="sv-SE" smtClean="0"/>
              <a:t>2026-03-21</a:t>
            </a:fld>
            <a:endParaRPr lang="sv-SE"/>
          </a:p>
        </p:txBody>
      </p:sp>
      <p:sp>
        <p:nvSpPr>
          <p:cNvPr id="6" name="Platshållare för sidfot 5">
            <a:extLst>
              <a:ext uri="{FF2B5EF4-FFF2-40B4-BE49-F238E27FC236}">
                <a16:creationId xmlns:a16="http://schemas.microsoft.com/office/drawing/2014/main" id="{2C1B39C2-C4C9-0027-DB95-D29F1E81C9BD}"/>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D082F1FA-0F0E-19DE-8969-8B8F72EC425E}"/>
              </a:ext>
            </a:extLst>
          </p:cNvPr>
          <p:cNvSpPr>
            <a:spLocks noGrp="1"/>
          </p:cNvSpPr>
          <p:nvPr>
            <p:ph type="sldNum" sz="quarter" idx="12"/>
          </p:nvPr>
        </p:nvSpPr>
        <p:spPr/>
        <p:txBody>
          <a:bodyPr/>
          <a:lstStyle/>
          <a:p>
            <a:fld id="{58A70219-52E6-4B9D-A9DD-5A554B700844}" type="slidenum">
              <a:rPr lang="sv-SE" smtClean="0"/>
              <a:t>‹#›</a:t>
            </a:fld>
            <a:endParaRPr lang="sv-SE"/>
          </a:p>
        </p:txBody>
      </p:sp>
    </p:spTree>
    <p:extLst>
      <p:ext uri="{BB962C8B-B14F-4D97-AF65-F5344CB8AC3E}">
        <p14:creationId xmlns:p14="http://schemas.microsoft.com/office/powerpoint/2010/main" val="1712571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F61BFEA5-DABD-911A-DF88-AE45D4BA2ADF}"/>
              </a:ext>
            </a:extLst>
          </p:cNvPr>
          <p:cNvSpPr>
            <a:spLocks noGrp="1"/>
          </p:cNvSpPr>
          <p:nvPr>
            <p:ph type="title"/>
          </p:nvPr>
        </p:nvSpPr>
        <p:spPr>
          <a:xfrm>
            <a:off x="839788" y="457200"/>
            <a:ext cx="3932237" cy="1600200"/>
          </a:xfrm>
        </p:spPr>
        <p:txBody>
          <a:bodyPr anchor="b"/>
          <a:lstStyle>
            <a:lvl1pPr>
              <a:defRPr sz="3200"/>
            </a:lvl1pPr>
          </a:lstStyle>
          <a:p>
            <a:r>
              <a:rPr lang="sv-SE"/>
              <a:t>Klicka här för att ändra mall för rubrikformat</a:t>
            </a:r>
          </a:p>
        </p:txBody>
      </p:sp>
      <p:sp>
        <p:nvSpPr>
          <p:cNvPr id="3" name="Platshållare för bild 2">
            <a:extLst>
              <a:ext uri="{FF2B5EF4-FFF2-40B4-BE49-F238E27FC236}">
                <a16:creationId xmlns:a16="http://schemas.microsoft.com/office/drawing/2014/main" id="{15D5C1DA-F813-3BB2-B5C8-5074050344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Platshållare för text 3">
            <a:extLst>
              <a:ext uri="{FF2B5EF4-FFF2-40B4-BE49-F238E27FC236}">
                <a16:creationId xmlns:a16="http://schemas.microsoft.com/office/drawing/2014/main" id="{06D555A6-8843-ED05-5E3F-51356B7650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a:extLst>
              <a:ext uri="{FF2B5EF4-FFF2-40B4-BE49-F238E27FC236}">
                <a16:creationId xmlns:a16="http://schemas.microsoft.com/office/drawing/2014/main" id="{4A0C79F0-F9EF-7944-E299-7428A8244207}"/>
              </a:ext>
            </a:extLst>
          </p:cNvPr>
          <p:cNvSpPr>
            <a:spLocks noGrp="1"/>
          </p:cNvSpPr>
          <p:nvPr>
            <p:ph type="dt" sz="half" idx="10"/>
          </p:nvPr>
        </p:nvSpPr>
        <p:spPr/>
        <p:txBody>
          <a:bodyPr/>
          <a:lstStyle/>
          <a:p>
            <a:fld id="{449F35CD-4ED9-41B9-B6AC-6B963F6D7792}" type="datetimeFigureOut">
              <a:rPr lang="sv-SE" smtClean="0"/>
              <a:t>2026-03-21</a:t>
            </a:fld>
            <a:endParaRPr lang="sv-SE"/>
          </a:p>
        </p:txBody>
      </p:sp>
      <p:sp>
        <p:nvSpPr>
          <p:cNvPr id="6" name="Platshållare för sidfot 5">
            <a:extLst>
              <a:ext uri="{FF2B5EF4-FFF2-40B4-BE49-F238E27FC236}">
                <a16:creationId xmlns:a16="http://schemas.microsoft.com/office/drawing/2014/main" id="{F1AE3158-A018-13B8-9BC4-994411995F3E}"/>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94999DFC-E1B9-8A65-D8A0-DC8097FD2D78}"/>
              </a:ext>
            </a:extLst>
          </p:cNvPr>
          <p:cNvSpPr>
            <a:spLocks noGrp="1"/>
          </p:cNvSpPr>
          <p:nvPr>
            <p:ph type="sldNum" sz="quarter" idx="12"/>
          </p:nvPr>
        </p:nvSpPr>
        <p:spPr/>
        <p:txBody>
          <a:bodyPr/>
          <a:lstStyle/>
          <a:p>
            <a:fld id="{58A70219-52E6-4B9D-A9DD-5A554B700844}" type="slidenum">
              <a:rPr lang="sv-SE" smtClean="0"/>
              <a:t>‹#›</a:t>
            </a:fld>
            <a:endParaRPr lang="sv-SE"/>
          </a:p>
        </p:txBody>
      </p:sp>
    </p:spTree>
    <p:extLst>
      <p:ext uri="{BB962C8B-B14F-4D97-AF65-F5344CB8AC3E}">
        <p14:creationId xmlns:p14="http://schemas.microsoft.com/office/powerpoint/2010/main" val="40220808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5FFDFAC2-3A00-563A-1B51-EC9922BB78AE}"/>
              </a:ext>
            </a:extLst>
          </p:cNvPr>
          <p:cNvSpPr>
            <a:spLocks noGrp="1"/>
          </p:cNvSpPr>
          <p:nvPr>
            <p:ph type="title"/>
          </p:nvPr>
        </p:nvSpPr>
        <p:spPr/>
        <p:txBody>
          <a:bodyPr/>
          <a:lstStyle/>
          <a:p>
            <a:r>
              <a:rPr lang="sv-SE"/>
              <a:t>Klicka här för att ändra mall för rubrikformat</a:t>
            </a:r>
          </a:p>
        </p:txBody>
      </p:sp>
      <p:sp>
        <p:nvSpPr>
          <p:cNvPr id="3" name="Platshållare för lodrät text 2">
            <a:extLst>
              <a:ext uri="{FF2B5EF4-FFF2-40B4-BE49-F238E27FC236}">
                <a16:creationId xmlns:a16="http://schemas.microsoft.com/office/drawing/2014/main" id="{F615D471-6610-9FA1-9E70-281EBD4FF989}"/>
              </a:ext>
            </a:extLst>
          </p:cNvPr>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9844D366-9FE0-8F2B-FE57-FD79A348A714}"/>
              </a:ext>
            </a:extLst>
          </p:cNvPr>
          <p:cNvSpPr>
            <a:spLocks noGrp="1"/>
          </p:cNvSpPr>
          <p:nvPr>
            <p:ph type="dt" sz="half" idx="10"/>
          </p:nvPr>
        </p:nvSpPr>
        <p:spPr/>
        <p:txBody>
          <a:bodyPr/>
          <a:lstStyle/>
          <a:p>
            <a:fld id="{449F35CD-4ED9-41B9-B6AC-6B963F6D7792}" type="datetimeFigureOut">
              <a:rPr lang="sv-SE" smtClean="0"/>
              <a:t>2026-03-21</a:t>
            </a:fld>
            <a:endParaRPr lang="sv-SE"/>
          </a:p>
        </p:txBody>
      </p:sp>
      <p:sp>
        <p:nvSpPr>
          <p:cNvPr id="5" name="Platshållare för sidfot 4">
            <a:extLst>
              <a:ext uri="{FF2B5EF4-FFF2-40B4-BE49-F238E27FC236}">
                <a16:creationId xmlns:a16="http://schemas.microsoft.com/office/drawing/2014/main" id="{C76D0E0B-BAB5-4466-D440-7C111B0E4092}"/>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C5D7FDDE-AB17-9A1C-3323-4CA60C65EDAA}"/>
              </a:ext>
            </a:extLst>
          </p:cNvPr>
          <p:cNvSpPr>
            <a:spLocks noGrp="1"/>
          </p:cNvSpPr>
          <p:nvPr>
            <p:ph type="sldNum" sz="quarter" idx="12"/>
          </p:nvPr>
        </p:nvSpPr>
        <p:spPr/>
        <p:txBody>
          <a:bodyPr/>
          <a:lstStyle/>
          <a:p>
            <a:fld id="{58A70219-52E6-4B9D-A9DD-5A554B700844}" type="slidenum">
              <a:rPr lang="sv-SE" smtClean="0"/>
              <a:t>‹#›</a:t>
            </a:fld>
            <a:endParaRPr lang="sv-SE"/>
          </a:p>
        </p:txBody>
      </p:sp>
    </p:spTree>
    <p:extLst>
      <p:ext uri="{BB962C8B-B14F-4D97-AF65-F5344CB8AC3E}">
        <p14:creationId xmlns:p14="http://schemas.microsoft.com/office/powerpoint/2010/main" val="2646422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a:extLst>
              <a:ext uri="{FF2B5EF4-FFF2-40B4-BE49-F238E27FC236}">
                <a16:creationId xmlns:a16="http://schemas.microsoft.com/office/drawing/2014/main" id="{EC694FE3-FDBF-8457-F98F-DC697D1FA8A5}"/>
              </a:ext>
            </a:extLst>
          </p:cNvPr>
          <p:cNvSpPr>
            <a:spLocks noGrp="1"/>
          </p:cNvSpPr>
          <p:nvPr>
            <p:ph type="title" orient="vert"/>
          </p:nvPr>
        </p:nvSpPr>
        <p:spPr>
          <a:xfrm>
            <a:off x="8724900" y="365125"/>
            <a:ext cx="2628900" cy="5811838"/>
          </a:xfrm>
        </p:spPr>
        <p:txBody>
          <a:bodyPr vert="eaVert"/>
          <a:lstStyle/>
          <a:p>
            <a:r>
              <a:rPr lang="sv-SE"/>
              <a:t>Klicka här för att ändra mall för rubrikformat</a:t>
            </a:r>
          </a:p>
        </p:txBody>
      </p:sp>
      <p:sp>
        <p:nvSpPr>
          <p:cNvPr id="3" name="Platshållare för lodrät text 2">
            <a:extLst>
              <a:ext uri="{FF2B5EF4-FFF2-40B4-BE49-F238E27FC236}">
                <a16:creationId xmlns:a16="http://schemas.microsoft.com/office/drawing/2014/main" id="{ADAA053B-9950-C63A-C7B8-654A5E973F02}"/>
              </a:ext>
            </a:extLst>
          </p:cNvPr>
          <p:cNvSpPr>
            <a:spLocks noGrp="1"/>
          </p:cNvSpPr>
          <p:nvPr>
            <p:ph type="body" orient="vert" idx="1"/>
          </p:nvPr>
        </p:nvSpPr>
        <p:spPr>
          <a:xfrm>
            <a:off x="838200" y="365125"/>
            <a:ext cx="7734300" cy="5811838"/>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86DAA99B-A0FE-FC25-918C-43EDC86B8331}"/>
              </a:ext>
            </a:extLst>
          </p:cNvPr>
          <p:cNvSpPr>
            <a:spLocks noGrp="1"/>
          </p:cNvSpPr>
          <p:nvPr>
            <p:ph type="dt" sz="half" idx="10"/>
          </p:nvPr>
        </p:nvSpPr>
        <p:spPr/>
        <p:txBody>
          <a:bodyPr/>
          <a:lstStyle/>
          <a:p>
            <a:fld id="{449F35CD-4ED9-41B9-B6AC-6B963F6D7792}" type="datetimeFigureOut">
              <a:rPr lang="sv-SE" smtClean="0"/>
              <a:t>2026-03-21</a:t>
            </a:fld>
            <a:endParaRPr lang="sv-SE"/>
          </a:p>
        </p:txBody>
      </p:sp>
      <p:sp>
        <p:nvSpPr>
          <p:cNvPr id="5" name="Platshållare för sidfot 4">
            <a:extLst>
              <a:ext uri="{FF2B5EF4-FFF2-40B4-BE49-F238E27FC236}">
                <a16:creationId xmlns:a16="http://schemas.microsoft.com/office/drawing/2014/main" id="{6E7BFEBB-E2C3-ED2F-6DEF-1025867F5851}"/>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EFC33D8E-28B2-5318-7D39-3874A628693E}"/>
              </a:ext>
            </a:extLst>
          </p:cNvPr>
          <p:cNvSpPr>
            <a:spLocks noGrp="1"/>
          </p:cNvSpPr>
          <p:nvPr>
            <p:ph type="sldNum" sz="quarter" idx="12"/>
          </p:nvPr>
        </p:nvSpPr>
        <p:spPr/>
        <p:txBody>
          <a:bodyPr/>
          <a:lstStyle/>
          <a:p>
            <a:fld id="{58A70219-52E6-4B9D-A9DD-5A554B700844}" type="slidenum">
              <a:rPr lang="sv-SE" smtClean="0"/>
              <a:t>‹#›</a:t>
            </a:fld>
            <a:endParaRPr lang="sv-SE"/>
          </a:p>
        </p:txBody>
      </p:sp>
    </p:spTree>
    <p:extLst>
      <p:ext uri="{BB962C8B-B14F-4D97-AF65-F5344CB8AC3E}">
        <p14:creationId xmlns:p14="http://schemas.microsoft.com/office/powerpoint/2010/main" val="1536073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89052B93-6D82-9A9C-3691-CBB36174A4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sv-SE"/>
              <a:t>Klicka här för att ändra mall för rubrikformat</a:t>
            </a:r>
          </a:p>
        </p:txBody>
      </p:sp>
      <p:sp>
        <p:nvSpPr>
          <p:cNvPr id="3" name="Platshållare för text 2">
            <a:extLst>
              <a:ext uri="{FF2B5EF4-FFF2-40B4-BE49-F238E27FC236}">
                <a16:creationId xmlns:a16="http://schemas.microsoft.com/office/drawing/2014/main" id="{C3277F10-BB3E-3D43-ADB9-8BEF2A711E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8F732EAA-6580-28FC-28EC-C90789E20C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49F35CD-4ED9-41B9-B6AC-6B963F6D7792}" type="datetimeFigureOut">
              <a:rPr lang="sv-SE" smtClean="0"/>
              <a:t>2026-03-21</a:t>
            </a:fld>
            <a:endParaRPr lang="sv-SE"/>
          </a:p>
        </p:txBody>
      </p:sp>
      <p:sp>
        <p:nvSpPr>
          <p:cNvPr id="5" name="Platshållare för sidfot 4">
            <a:extLst>
              <a:ext uri="{FF2B5EF4-FFF2-40B4-BE49-F238E27FC236}">
                <a16:creationId xmlns:a16="http://schemas.microsoft.com/office/drawing/2014/main" id="{83E54554-A27D-69D0-9738-227C9504CA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sv-SE"/>
          </a:p>
        </p:txBody>
      </p:sp>
      <p:sp>
        <p:nvSpPr>
          <p:cNvPr id="6" name="Platshållare för bildnummer 5">
            <a:extLst>
              <a:ext uri="{FF2B5EF4-FFF2-40B4-BE49-F238E27FC236}">
                <a16:creationId xmlns:a16="http://schemas.microsoft.com/office/drawing/2014/main" id="{B0FA6686-0964-F399-7415-D5550B7F60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8A70219-52E6-4B9D-A9DD-5A554B700844}" type="slidenum">
              <a:rPr lang="sv-SE" smtClean="0"/>
              <a:t>‹#›</a:t>
            </a:fld>
            <a:endParaRPr lang="sv-SE"/>
          </a:p>
        </p:txBody>
      </p:sp>
    </p:spTree>
    <p:extLst>
      <p:ext uri="{BB962C8B-B14F-4D97-AF65-F5344CB8AC3E}">
        <p14:creationId xmlns:p14="http://schemas.microsoft.com/office/powerpoint/2010/main" val="35666271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9" name="Group 18">
            <a:extLst>
              <a:ext uri="{FF2B5EF4-FFF2-40B4-BE49-F238E27FC236}">
                <a16:creationId xmlns:a16="http://schemas.microsoft.com/office/drawing/2014/main" id="{5D1A9D8B-3117-4D9D-BDA4-DD81895098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7467600" cy="6858000"/>
            <a:chOff x="7467600" y="0"/>
            <a:chExt cx="4724400" cy="6858000"/>
          </a:xfrm>
        </p:grpSpPr>
        <p:sp>
          <p:nvSpPr>
            <p:cNvPr id="20" name="Rectangle 19">
              <a:extLst>
                <a:ext uri="{FF2B5EF4-FFF2-40B4-BE49-F238E27FC236}">
                  <a16:creationId xmlns:a16="http://schemas.microsoft.com/office/drawing/2014/main" id="{A7877B25-8C10-4C8D-BC88-BF3C557F8F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54F0DD86-96CD-4F5F-BA4D-FFC17F2D6C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3" name="Freeform: Shape 22">
            <a:extLst>
              <a:ext uri="{FF2B5EF4-FFF2-40B4-BE49-F238E27FC236}">
                <a16:creationId xmlns:a16="http://schemas.microsoft.com/office/drawing/2014/main" id="{BD92035A-AA2F-4CD8-A556-1CE8BDEC75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69701" cy="6858000"/>
          </a:xfrm>
          <a:custGeom>
            <a:avLst/>
            <a:gdLst>
              <a:gd name="connsiteX0" fmla="*/ 369702 w 7467600"/>
              <a:gd name="connsiteY0" fmla="*/ 6712169 h 6858000"/>
              <a:gd name="connsiteX1" fmla="*/ 366575 w 7467600"/>
              <a:gd name="connsiteY1" fmla="*/ 6715556 h 6858000"/>
              <a:gd name="connsiteX2" fmla="*/ 371637 w 7467600"/>
              <a:gd name="connsiteY2" fmla="*/ 6713954 h 6858000"/>
              <a:gd name="connsiteX3" fmla="*/ 7090188 w 7467600"/>
              <a:gd name="connsiteY3" fmla="*/ 6584365 h 6858000"/>
              <a:gd name="connsiteX4" fmla="*/ 7440138 w 7467600"/>
              <a:gd name="connsiteY4" fmla="*/ 6622648 h 6858000"/>
              <a:gd name="connsiteX5" fmla="*/ 7467600 w 7467600"/>
              <a:gd name="connsiteY5" fmla="*/ 6628217 h 6858000"/>
              <a:gd name="connsiteX6" fmla="*/ 7467600 w 7467600"/>
              <a:gd name="connsiteY6" fmla="*/ 6668575 h 6858000"/>
              <a:gd name="connsiteX7" fmla="*/ 7392322 w 7467600"/>
              <a:gd name="connsiteY7" fmla="*/ 6658238 h 6858000"/>
              <a:gd name="connsiteX8" fmla="*/ 7467600 w 7467600"/>
              <a:gd name="connsiteY8" fmla="*/ 6683873 h 6858000"/>
              <a:gd name="connsiteX9" fmla="*/ 7467600 w 7467600"/>
              <a:gd name="connsiteY9" fmla="*/ 6714215 h 6858000"/>
              <a:gd name="connsiteX10" fmla="*/ 7447383 w 7467600"/>
              <a:gd name="connsiteY10" fmla="*/ 6707202 h 6858000"/>
              <a:gd name="connsiteX11" fmla="*/ 7289862 w 7467600"/>
              <a:gd name="connsiteY11" fmla="*/ 6659827 h 6858000"/>
              <a:gd name="connsiteX12" fmla="*/ 7434024 w 7467600"/>
              <a:gd name="connsiteY12" fmla="*/ 6722130 h 6858000"/>
              <a:gd name="connsiteX13" fmla="*/ 7467600 w 7467600"/>
              <a:gd name="connsiteY13" fmla="*/ 6736157 h 6858000"/>
              <a:gd name="connsiteX14" fmla="*/ 7467600 w 7467600"/>
              <a:gd name="connsiteY14" fmla="*/ 6767913 h 6858000"/>
              <a:gd name="connsiteX15" fmla="*/ 7271814 w 7467600"/>
              <a:gd name="connsiteY15" fmla="*/ 6684601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7090188 w 7467600"/>
              <a:gd name="connsiteY21" fmla="*/ 6584365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61797 w 7467600"/>
              <a:gd name="connsiteY74" fmla="*/ 5419899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126431 w 7467600"/>
              <a:gd name="connsiteY88" fmla="*/ 5737872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6861797 w 7467600"/>
              <a:gd name="connsiteY101" fmla="*/ 5419899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7133363 w 7467600"/>
              <a:gd name="connsiteY125" fmla="*/ 5050246 h 6858000"/>
              <a:gd name="connsiteX126" fmla="*/ 7450656 w 7467600"/>
              <a:gd name="connsiteY126" fmla="*/ 5134750 h 6858000"/>
              <a:gd name="connsiteX127" fmla="*/ 7467600 w 7467600"/>
              <a:gd name="connsiteY127" fmla="*/ 5142496 h 6858000"/>
              <a:gd name="connsiteX128" fmla="*/ 7467600 w 7467600"/>
              <a:gd name="connsiteY128" fmla="*/ 5158623 h 6858000"/>
              <a:gd name="connsiteX129" fmla="*/ 7427076 w 7467600"/>
              <a:gd name="connsiteY129" fmla="*/ 5142684 h 6858000"/>
              <a:gd name="connsiteX130" fmla="*/ 7467600 w 7467600"/>
              <a:gd name="connsiteY130" fmla="*/ 5164774 h 6858000"/>
              <a:gd name="connsiteX131" fmla="*/ 7467600 w 7467600"/>
              <a:gd name="connsiteY131" fmla="*/ 5199146 h 6858000"/>
              <a:gd name="connsiteX132" fmla="*/ 7391022 w 7467600"/>
              <a:gd name="connsiteY132" fmla="*/ 5158141 h 6858000"/>
              <a:gd name="connsiteX133" fmla="*/ 7312201 w 7467600"/>
              <a:gd name="connsiteY133" fmla="*/ 5128278 h 6858000"/>
              <a:gd name="connsiteX134" fmla="*/ 7343603 w 7467600"/>
              <a:gd name="connsiteY134" fmla="*/ 5149746 h 6858000"/>
              <a:gd name="connsiteX135" fmla="*/ 7467600 w 7467600"/>
              <a:gd name="connsiteY135" fmla="*/ 5241225 h 6858000"/>
              <a:gd name="connsiteX136" fmla="*/ 7467600 w 7467600"/>
              <a:gd name="connsiteY136" fmla="*/ 5277736 h 6858000"/>
              <a:gd name="connsiteX137" fmla="*/ 7327465 w 7467600"/>
              <a:gd name="connsiteY137" fmla="*/ 5174181 h 6858000"/>
              <a:gd name="connsiteX138" fmla="*/ 7244057 w 7467600"/>
              <a:gd name="connsiteY138" fmla="*/ 5124233 h 6858000"/>
              <a:gd name="connsiteX139" fmla="*/ 7353035 w 7467600"/>
              <a:gd name="connsiteY139" fmla="*/ 5197318 h 6858000"/>
              <a:gd name="connsiteX140" fmla="*/ 7467600 w 7467600"/>
              <a:gd name="connsiteY140" fmla="*/ 5297634 h 6858000"/>
              <a:gd name="connsiteX141" fmla="*/ 7467600 w 7467600"/>
              <a:gd name="connsiteY141" fmla="*/ 5361850 h 6858000"/>
              <a:gd name="connsiteX142" fmla="*/ 7368569 w 7467600"/>
              <a:gd name="connsiteY142" fmla="*/ 5270182 h 6858000"/>
              <a:gd name="connsiteX143" fmla="*/ 7131946 w 7467600"/>
              <a:gd name="connsiteY143" fmla="*/ 5075653 h 6858000"/>
              <a:gd name="connsiteX144" fmla="*/ 7133363 w 7467600"/>
              <a:gd name="connsiteY144" fmla="*/ 5050246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7467600 w 7467600"/>
              <a:gd name="connsiteY834" fmla="*/ 163142 h 6858000"/>
              <a:gd name="connsiteX835" fmla="*/ 7467600 w 7467600"/>
              <a:gd name="connsiteY835" fmla="*/ 789215 h 6858000"/>
              <a:gd name="connsiteX836" fmla="*/ 7451412 w 7467600"/>
              <a:gd name="connsiteY836" fmla="*/ 799572 h 6858000"/>
              <a:gd name="connsiteX837" fmla="*/ 7419999 w 7467600"/>
              <a:gd name="connsiteY837" fmla="*/ 774360 h 6858000"/>
              <a:gd name="connsiteX838" fmla="*/ 7429067 w 7467600"/>
              <a:gd name="connsiteY838" fmla="*/ 402737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29067 w 7467600"/>
              <a:gd name="connsiteY844" fmla="*/ 402737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7429067 w 7467600"/>
              <a:gd name="connsiteY848" fmla="*/ 402737 h 6858000"/>
              <a:gd name="connsiteX849" fmla="*/ 5905192 w 7467600"/>
              <a:gd name="connsiteY849" fmla="*/ 163079 h 6858000"/>
              <a:gd name="connsiteX850" fmla="*/ 5865655 w 7467600"/>
              <a:gd name="connsiteY850" fmla="*/ 171901 h 6858000"/>
              <a:gd name="connsiteX851" fmla="*/ 5259740 w 7467600"/>
              <a:gd name="connsiteY851" fmla="*/ 257013 h 6858000"/>
              <a:gd name="connsiteX852" fmla="*/ 5208466 w 7467600"/>
              <a:gd name="connsiteY852" fmla="*/ 257550 h 6858000"/>
              <a:gd name="connsiteX853" fmla="*/ 4980204 w 7467600"/>
              <a:gd name="connsiteY853" fmla="*/ 271903 h 6858000"/>
              <a:gd name="connsiteX854" fmla="*/ 5068068 w 7467600"/>
              <a:gd name="connsiteY854" fmla="*/ 282244 h 6858000"/>
              <a:gd name="connsiteX855" fmla="*/ 5153231 w 7467600"/>
              <a:gd name="connsiteY855" fmla="*/ 292240 h 6858000"/>
              <a:gd name="connsiteX856" fmla="*/ 5426491 w 7467600"/>
              <a:gd name="connsiteY856" fmla="*/ 281128 h 6858000"/>
              <a:gd name="connsiteX857" fmla="*/ 5731212 w 7467600"/>
              <a:gd name="connsiteY857" fmla="*/ 231951 h 6858000"/>
              <a:gd name="connsiteX858" fmla="*/ 5905192 w 7467600"/>
              <a:gd name="connsiteY858" fmla="*/ 163079 h 6858000"/>
              <a:gd name="connsiteX859" fmla="*/ 5944437 w 7467600"/>
              <a:gd name="connsiteY859" fmla="*/ 113829 h 6858000"/>
              <a:gd name="connsiteX860" fmla="*/ 5825032 w 7467600"/>
              <a:gd name="connsiteY860" fmla="*/ 146405 h 6858000"/>
              <a:gd name="connsiteX861" fmla="*/ 4955599 w 7467600"/>
              <a:gd name="connsiteY861" fmla="*/ 247008 h 6858000"/>
              <a:gd name="connsiteX862" fmla="*/ 5210104 w 7467600"/>
              <a:gd name="connsiteY862" fmla="*/ 228123 h 6858000"/>
              <a:gd name="connsiteX863" fmla="*/ 5261015 w 7467600"/>
              <a:gd name="connsiteY863" fmla="*/ 227087 h 6858000"/>
              <a:gd name="connsiteX864" fmla="*/ 5861181 w 7467600"/>
              <a:gd name="connsiteY864" fmla="*/ 143093 h 6858000"/>
              <a:gd name="connsiteX865" fmla="*/ 5961252 w 7467600"/>
              <a:gd name="connsiteY865" fmla="*/ 114820 h 6858000"/>
              <a:gd name="connsiteX866" fmla="*/ 5944437 w 7467600"/>
              <a:gd name="connsiteY866" fmla="*/ 113829 h 6858000"/>
              <a:gd name="connsiteX867" fmla="*/ 3882765 w 7467600"/>
              <a:gd name="connsiteY867" fmla="*/ 0 h 6858000"/>
              <a:gd name="connsiteX868" fmla="*/ 3995099 w 7467600"/>
              <a:gd name="connsiteY868" fmla="*/ 0 h 6858000"/>
              <a:gd name="connsiteX869" fmla="*/ 4163818 w 7467600"/>
              <a:gd name="connsiteY869" fmla="*/ 234104 h 6858000"/>
              <a:gd name="connsiteX870" fmla="*/ 4172099 w 7467600"/>
              <a:gd name="connsiteY870" fmla="*/ 234207 h 6858000"/>
              <a:gd name="connsiteX871" fmla="*/ 4784282 w 7467600"/>
              <a:gd name="connsiteY871" fmla="*/ 276561 h 6858000"/>
              <a:gd name="connsiteX872" fmla="*/ 4801687 w 7467600"/>
              <a:gd name="connsiteY872" fmla="*/ 267764 h 6858000"/>
              <a:gd name="connsiteX873" fmla="*/ 6082788 w 7467600"/>
              <a:gd name="connsiteY873" fmla="*/ 64119 h 6858000"/>
              <a:gd name="connsiteX874" fmla="*/ 6099442 w 7467600"/>
              <a:gd name="connsiteY874" fmla="*/ 82568 h 6858000"/>
              <a:gd name="connsiteX875" fmla="*/ 4804137 w 7467600"/>
              <a:gd name="connsiteY875" fmla="*/ 320931 h 6858000"/>
              <a:gd name="connsiteX876" fmla="*/ 4227047 w 7467600"/>
              <a:gd name="connsiteY876" fmla="*/ 313415 h 6858000"/>
              <a:gd name="connsiteX877" fmla="*/ 4346041 w 7467600"/>
              <a:gd name="connsiteY877" fmla="*/ 456086 h 6858000"/>
              <a:gd name="connsiteX878" fmla="*/ 4870967 w 7467600"/>
              <a:gd name="connsiteY878" fmla="*/ 963061 h 6858000"/>
              <a:gd name="connsiteX879" fmla="*/ 4889647 w 7467600"/>
              <a:gd name="connsiteY879" fmla="*/ 957147 h 6858000"/>
              <a:gd name="connsiteX880" fmla="*/ 5422504 w 7467600"/>
              <a:gd name="connsiteY880" fmla="*/ 805191 h 6858000"/>
              <a:gd name="connsiteX881" fmla="*/ 6087656 w 7467600"/>
              <a:gd name="connsiteY881" fmla="*/ 826703 h 6858000"/>
              <a:gd name="connsiteX882" fmla="*/ 6058717 w 7467600"/>
              <a:gd name="connsiteY882" fmla="*/ 865992 h 6858000"/>
              <a:gd name="connsiteX883" fmla="*/ 4974153 w 7467600"/>
              <a:gd name="connsiteY883" fmla="*/ 1045456 h 6858000"/>
              <a:gd name="connsiteX884" fmla="*/ 5627835 w 7467600"/>
              <a:gd name="connsiteY884" fmla="*/ 1472077 h 6858000"/>
              <a:gd name="connsiteX885" fmla="*/ 5629817 w 7467600"/>
              <a:gd name="connsiteY885" fmla="*/ 1471412 h 6858000"/>
              <a:gd name="connsiteX886" fmla="*/ 5634124 w 7467600"/>
              <a:gd name="connsiteY886" fmla="*/ 1470572 h 6858000"/>
              <a:gd name="connsiteX887" fmla="*/ 5755832 w 7467600"/>
              <a:gd name="connsiteY887" fmla="*/ 1383886 h 6858000"/>
              <a:gd name="connsiteX888" fmla="*/ 6014186 w 7467600"/>
              <a:gd name="connsiteY888" fmla="*/ 1279799 h 6858000"/>
              <a:gd name="connsiteX889" fmla="*/ 6901619 w 7467600"/>
              <a:gd name="connsiteY889" fmla="*/ 1047874 h 6858000"/>
              <a:gd name="connsiteX890" fmla="*/ 6931566 w 7467600"/>
              <a:gd name="connsiteY890" fmla="*/ 1062034 h 6858000"/>
              <a:gd name="connsiteX891" fmla="*/ 5790982 w 7467600"/>
              <a:gd name="connsiteY891" fmla="*/ 1561380 h 6858000"/>
              <a:gd name="connsiteX892" fmla="*/ 6188971 w 7467600"/>
              <a:gd name="connsiteY892" fmla="*/ 1755168 h 6858000"/>
              <a:gd name="connsiteX893" fmla="*/ 6202446 w 7467600"/>
              <a:gd name="connsiteY893" fmla="*/ 1752268 h 6858000"/>
              <a:gd name="connsiteX894" fmla="*/ 7179560 w 7467600"/>
              <a:gd name="connsiteY894" fmla="*/ 1467551 h 6858000"/>
              <a:gd name="connsiteX895" fmla="*/ 7158730 w 7467600"/>
              <a:gd name="connsiteY895" fmla="*/ 1507835 h 6858000"/>
              <a:gd name="connsiteX896" fmla="*/ 6326959 w 7467600"/>
              <a:gd name="connsiteY896" fmla="*/ 1817686 h 6858000"/>
              <a:gd name="connsiteX897" fmla="*/ 6537433 w 7467600"/>
              <a:gd name="connsiteY897" fmla="*/ 1907790 h 6858000"/>
              <a:gd name="connsiteX898" fmla="*/ 6550221 w 7467600"/>
              <a:gd name="connsiteY898" fmla="*/ 1910729 h 6858000"/>
              <a:gd name="connsiteX899" fmla="*/ 6964438 w 7467600"/>
              <a:gd name="connsiteY899" fmla="*/ 2209505 h 6858000"/>
              <a:gd name="connsiteX900" fmla="*/ 7367862 w 7467600"/>
              <a:gd name="connsiteY900" fmla="*/ 2806833 h 6858000"/>
              <a:gd name="connsiteX901" fmla="*/ 7364329 w 7467600"/>
              <a:gd name="connsiteY901" fmla="*/ 2826907 h 6858000"/>
              <a:gd name="connsiteX902" fmla="*/ 7290545 w 7467600"/>
              <a:gd name="connsiteY902" fmla="*/ 2850663 h 6858000"/>
              <a:gd name="connsiteX903" fmla="*/ 6472036 w 7467600"/>
              <a:gd name="connsiteY903" fmla="*/ 1959003 h 6858000"/>
              <a:gd name="connsiteX904" fmla="*/ 5792897 w 7467600"/>
              <a:gd name="connsiteY904" fmla="*/ 1647747 h 6858000"/>
              <a:gd name="connsiteX905" fmla="*/ 5842751 w 7467600"/>
              <a:gd name="connsiteY905" fmla="*/ 1816112 h 6858000"/>
              <a:gd name="connsiteX906" fmla="*/ 5847424 w 7467600"/>
              <a:gd name="connsiteY906" fmla="*/ 1815776 h 6858000"/>
              <a:gd name="connsiteX907" fmla="*/ 6399821 w 7467600"/>
              <a:gd name="connsiteY907" fmla="*/ 2344799 h 6858000"/>
              <a:gd name="connsiteX908" fmla="*/ 6323232 w 7467600"/>
              <a:gd name="connsiteY908" fmla="*/ 2389634 h 6858000"/>
              <a:gd name="connsiteX909" fmla="*/ 5942958 w 7467600"/>
              <a:gd name="connsiteY909" fmla="*/ 2077708 h 6858000"/>
              <a:gd name="connsiteX910" fmla="*/ 5921559 w 7467600"/>
              <a:gd name="connsiteY910" fmla="*/ 2378596 h 6858000"/>
              <a:gd name="connsiteX911" fmla="*/ 5817651 w 7467600"/>
              <a:gd name="connsiteY911" fmla="*/ 3023919 h 6858000"/>
              <a:gd name="connsiteX912" fmla="*/ 5729634 w 7467600"/>
              <a:gd name="connsiteY912" fmla="*/ 3051849 h 6858000"/>
              <a:gd name="connsiteX913" fmla="*/ 5611018 w 7467600"/>
              <a:gd name="connsiteY913" fmla="*/ 2316769 h 6858000"/>
              <a:gd name="connsiteX914" fmla="*/ 5687608 w 7467600"/>
              <a:gd name="connsiteY914" fmla="*/ 2039972 h 6858000"/>
              <a:gd name="connsiteX915" fmla="*/ 5657554 w 7467600"/>
              <a:gd name="connsiteY915" fmla="*/ 1576445 h 6858000"/>
              <a:gd name="connsiteX916" fmla="*/ 5150475 w 7467600"/>
              <a:gd name="connsiteY916" fmla="*/ 1274012 h 6858000"/>
              <a:gd name="connsiteX917" fmla="*/ 5349142 w 7467600"/>
              <a:gd name="connsiteY917" fmla="*/ 2204405 h 6858000"/>
              <a:gd name="connsiteX918" fmla="*/ 5262214 w 7467600"/>
              <a:gd name="connsiteY918" fmla="*/ 2233836 h 6858000"/>
              <a:gd name="connsiteX919" fmla="*/ 4981539 w 7467600"/>
              <a:gd name="connsiteY919" fmla="*/ 1542201 h 6858000"/>
              <a:gd name="connsiteX920" fmla="*/ 4958461 w 7467600"/>
              <a:gd name="connsiteY920" fmla="*/ 1136957 h 6858000"/>
              <a:gd name="connsiteX921" fmla="*/ 4655015 w 7467600"/>
              <a:gd name="connsiteY921" fmla="*/ 891426 h 6858000"/>
              <a:gd name="connsiteX922" fmla="*/ 4348002 w 7467600"/>
              <a:gd name="connsiteY922" fmla="*/ 2205895 h 6858000"/>
              <a:gd name="connsiteX923" fmla="*/ 4262250 w 7467600"/>
              <a:gd name="connsiteY923" fmla="*/ 2219972 h 6858000"/>
              <a:gd name="connsiteX924" fmla="*/ 4550611 w 7467600"/>
              <a:gd name="connsiteY924" fmla="*/ 817540 h 6858000"/>
              <a:gd name="connsiteX925" fmla="*/ 4564418 w 7467600"/>
              <a:gd name="connsiteY925" fmla="*/ 808293 h 6858000"/>
              <a:gd name="connsiteX926" fmla="*/ 4266388 w 7467600"/>
              <a:gd name="connsiteY926" fmla="*/ 500083 h 6858000"/>
              <a:gd name="connsiteX927" fmla="*/ 4032842 w 7467600"/>
              <a:gd name="connsiteY927" fmla="*/ 211809 h 6858000"/>
              <a:gd name="connsiteX928" fmla="*/ 3882765 w 7467600"/>
              <a:gd name="connsiteY928" fmla="*/ 0 h 6858000"/>
              <a:gd name="connsiteX929" fmla="*/ 3721337 w 7467600"/>
              <a:gd name="connsiteY929" fmla="*/ 0 h 6858000"/>
              <a:gd name="connsiteX930" fmla="*/ 3797544 w 7467600"/>
              <a:gd name="connsiteY930" fmla="*/ 0 h 6858000"/>
              <a:gd name="connsiteX931" fmla="*/ 3775734 w 7467600"/>
              <a:gd name="connsiteY931" fmla="*/ 95131 h 6858000"/>
              <a:gd name="connsiteX932" fmla="*/ 3724807 w 7467600"/>
              <a:gd name="connsiteY932" fmla="*/ 272257 h 6858000"/>
              <a:gd name="connsiteX933" fmla="*/ 3726844 w 7467600"/>
              <a:gd name="connsiteY933" fmla="*/ 282988 h 6858000"/>
              <a:gd name="connsiteX934" fmla="*/ 3742664 w 7467600"/>
              <a:gd name="connsiteY934" fmla="*/ 279918 h 6858000"/>
              <a:gd name="connsiteX935" fmla="*/ 4103910 w 7467600"/>
              <a:gd name="connsiteY935" fmla="*/ 1161917 h 6858000"/>
              <a:gd name="connsiteX936" fmla="*/ 4020269 w 7467600"/>
              <a:gd name="connsiteY936" fmla="*/ 1200406 h 6858000"/>
              <a:gd name="connsiteX937" fmla="*/ 3674882 w 7467600"/>
              <a:gd name="connsiteY937" fmla="*/ 488524 h 6858000"/>
              <a:gd name="connsiteX938" fmla="*/ 3132682 w 7467600"/>
              <a:gd name="connsiteY938" fmla="*/ 1072284 h 6858000"/>
              <a:gd name="connsiteX939" fmla="*/ 2716346 w 7467600"/>
              <a:gd name="connsiteY939" fmla="*/ 1276376 h 6858000"/>
              <a:gd name="connsiteX940" fmla="*/ 2716772 w 7467600"/>
              <a:gd name="connsiteY940" fmla="*/ 1255462 h 6858000"/>
              <a:gd name="connsiteX941" fmla="*/ 3471096 w 7467600"/>
              <a:gd name="connsiteY941" fmla="*/ 437072 h 6858000"/>
              <a:gd name="connsiteX942" fmla="*/ 3639057 w 7467600"/>
              <a:gd name="connsiteY942" fmla="*/ 286334 h 6858000"/>
              <a:gd name="connsiteX943" fmla="*/ 3640309 w 7467600"/>
              <a:gd name="connsiteY943" fmla="*/ 284664 h 6858000"/>
              <a:gd name="connsiteX944" fmla="*/ 3646022 w 7467600"/>
              <a:gd name="connsiteY944" fmla="*/ 276711 h 6858000"/>
              <a:gd name="connsiteX945" fmla="*/ 3707943 w 7467600"/>
              <a:gd name="connsiteY945" fmla="*/ 65958 h 6858000"/>
              <a:gd name="connsiteX946" fmla="*/ 3721337 w 7467600"/>
              <a:gd name="connsiteY946" fmla="*/ 0 h 6858000"/>
              <a:gd name="connsiteX947" fmla="*/ 2867960 w 7467600"/>
              <a:gd name="connsiteY947" fmla="*/ 0 h 6858000"/>
              <a:gd name="connsiteX948" fmla="*/ 2926351 w 7467600"/>
              <a:gd name="connsiteY948" fmla="*/ 0 h 6858000"/>
              <a:gd name="connsiteX949" fmla="*/ 2902823 w 7467600"/>
              <a:gd name="connsiteY949" fmla="*/ 262929 h 6858000"/>
              <a:gd name="connsiteX950" fmla="*/ 2940663 w 7467600"/>
              <a:gd name="connsiteY950" fmla="*/ 140884 h 6858000"/>
              <a:gd name="connsiteX951" fmla="*/ 2947039 w 7467600"/>
              <a:gd name="connsiteY951" fmla="*/ 122524 h 6858000"/>
              <a:gd name="connsiteX952" fmla="*/ 2984316 w 7467600"/>
              <a:gd name="connsiteY952" fmla="*/ 0 h 6858000"/>
              <a:gd name="connsiteX953" fmla="*/ 3016114 w 7467600"/>
              <a:gd name="connsiteY953" fmla="*/ 0 h 6858000"/>
              <a:gd name="connsiteX954" fmla="*/ 2979949 w 7467600"/>
              <a:gd name="connsiteY954" fmla="*/ 119274 h 6858000"/>
              <a:gd name="connsiteX955" fmla="*/ 3023879 w 7467600"/>
              <a:gd name="connsiteY955" fmla="*/ 0 h 6858000"/>
              <a:gd name="connsiteX956" fmla="*/ 3105400 w 7467600"/>
              <a:gd name="connsiteY956" fmla="*/ 0 h 6858000"/>
              <a:gd name="connsiteX957" fmla="*/ 3094669 w 7467600"/>
              <a:gd name="connsiteY957" fmla="*/ 30308 h 6858000"/>
              <a:gd name="connsiteX958" fmla="*/ 2901945 w 7467600"/>
              <a:gd name="connsiteY958" fmla="*/ 466538 h 6858000"/>
              <a:gd name="connsiteX959" fmla="*/ 2815209 w 7467600"/>
              <a:gd name="connsiteY959" fmla="*/ 497361 h 6858000"/>
              <a:gd name="connsiteX960" fmla="*/ 2844845 w 7467600"/>
              <a:gd name="connsiteY960" fmla="*/ 127638 h 6858000"/>
              <a:gd name="connsiteX961" fmla="*/ 2867960 w 7467600"/>
              <a:gd name="connsiteY961" fmla="*/ 0 h 6858000"/>
              <a:gd name="connsiteX962" fmla="*/ 1057230 w 7467600"/>
              <a:gd name="connsiteY962" fmla="*/ 0 h 6858000"/>
              <a:gd name="connsiteX963" fmla="*/ 1111003 w 7467600"/>
              <a:gd name="connsiteY963" fmla="*/ 0 h 6858000"/>
              <a:gd name="connsiteX964" fmla="*/ 1125553 w 7467600"/>
              <a:gd name="connsiteY964" fmla="*/ 52588 h 6858000"/>
              <a:gd name="connsiteX965" fmla="*/ 1304276 w 7467600"/>
              <a:gd name="connsiteY965" fmla="*/ 476275 h 6858000"/>
              <a:gd name="connsiteX966" fmla="*/ 1492066 w 7467600"/>
              <a:gd name="connsiteY966" fmla="*/ 886333 h 6858000"/>
              <a:gd name="connsiteX967" fmla="*/ 1423698 w 7467600"/>
              <a:gd name="connsiteY967" fmla="*/ 710817 h 6858000"/>
              <a:gd name="connsiteX968" fmla="*/ 1357609 w 7467600"/>
              <a:gd name="connsiteY968" fmla="*/ 532892 h 6858000"/>
              <a:gd name="connsiteX969" fmla="*/ 1309550 w 7467600"/>
              <a:gd name="connsiteY969" fmla="*/ 374031 h 6858000"/>
              <a:gd name="connsiteX970" fmla="*/ 1193673 w 7467600"/>
              <a:gd name="connsiteY970" fmla="*/ 49533 h 6858000"/>
              <a:gd name="connsiteX971" fmla="*/ 1164391 w 7467600"/>
              <a:gd name="connsiteY971" fmla="*/ 0 h 6858000"/>
              <a:gd name="connsiteX972" fmla="*/ 1200666 w 7467600"/>
              <a:gd name="connsiteY972" fmla="*/ 0 h 6858000"/>
              <a:gd name="connsiteX973" fmla="*/ 1223408 w 7467600"/>
              <a:gd name="connsiteY973" fmla="*/ 38996 h 6858000"/>
              <a:gd name="connsiteX974" fmla="*/ 1339635 w 7467600"/>
              <a:gd name="connsiteY974" fmla="*/ 365517 h 6858000"/>
              <a:gd name="connsiteX975" fmla="*/ 1387469 w 7467600"/>
              <a:gd name="connsiteY975" fmla="*/ 523079 h 6858000"/>
              <a:gd name="connsiteX976" fmla="*/ 1452685 w 7467600"/>
              <a:gd name="connsiteY976" fmla="*/ 699806 h 6858000"/>
              <a:gd name="connsiteX977" fmla="*/ 1492092 w 7467600"/>
              <a:gd name="connsiteY977" fmla="*/ 800424 h 6858000"/>
              <a:gd name="connsiteX978" fmla="*/ 1455302 w 7467600"/>
              <a:gd name="connsiteY978" fmla="*/ 632913 h 6858000"/>
              <a:gd name="connsiteX979" fmla="*/ 1222336 w 7467600"/>
              <a:gd name="connsiteY979" fmla="*/ 9480 h 6858000"/>
              <a:gd name="connsiteX980" fmla="*/ 1214634 w 7467600"/>
              <a:gd name="connsiteY980" fmla="*/ 0 h 6858000"/>
              <a:gd name="connsiteX981" fmla="*/ 1289827 w 7467600"/>
              <a:gd name="connsiteY981" fmla="*/ 0 h 6858000"/>
              <a:gd name="connsiteX982" fmla="*/ 1321076 w 7467600"/>
              <a:gd name="connsiteY982" fmla="*/ 59722 h 6858000"/>
              <a:gd name="connsiteX983" fmla="*/ 1512579 w 7467600"/>
              <a:gd name="connsiteY983" fmla="*/ 626441 h 6858000"/>
              <a:gd name="connsiteX984" fmla="*/ 1506076 w 7467600"/>
              <a:gd name="connsiteY984" fmla="*/ 1089289 h 6858000"/>
              <a:gd name="connsiteX985" fmla="*/ 1486346 w 7467600"/>
              <a:gd name="connsiteY985" fmla="*/ 1079919 h 6858000"/>
              <a:gd name="connsiteX986" fmla="*/ 1070511 w 7467600"/>
              <a:gd name="connsiteY986" fmla="*/ 48609 h 6858000"/>
              <a:gd name="connsiteX987" fmla="*/ 1057230 w 7467600"/>
              <a:gd name="connsiteY987" fmla="*/ 0 h 6858000"/>
              <a:gd name="connsiteX988" fmla="*/ 43151 w 7467600"/>
              <a:gd name="connsiteY988" fmla="*/ 0 h 6858000"/>
              <a:gd name="connsiteX989" fmla="*/ 95283 w 7467600"/>
              <a:gd name="connsiteY989" fmla="*/ 0 h 6858000"/>
              <a:gd name="connsiteX990" fmla="*/ 300708 w 7467600"/>
              <a:gd name="connsiteY990" fmla="*/ 154571 h 6858000"/>
              <a:gd name="connsiteX991" fmla="*/ 530414 w 7467600"/>
              <a:gd name="connsiteY991" fmla="*/ 354673 h 6858000"/>
              <a:gd name="connsiteX992" fmla="*/ 333785 w 7467600"/>
              <a:gd name="connsiteY992" fmla="*/ 161564 h 6858000"/>
              <a:gd name="connsiteX993" fmla="*/ 147005 w 7467600"/>
              <a:gd name="connsiteY993" fmla="*/ 0 h 6858000"/>
              <a:gd name="connsiteX994" fmla="*/ 272509 w 7467600"/>
              <a:gd name="connsiteY994" fmla="*/ 0 h 6858000"/>
              <a:gd name="connsiteX995" fmla="*/ 326276 w 7467600"/>
              <a:gd name="connsiteY995" fmla="*/ 45847 h 6858000"/>
              <a:gd name="connsiteX996" fmla="*/ 823759 w 7467600"/>
              <a:gd name="connsiteY996" fmla="*/ 574145 h 6858000"/>
              <a:gd name="connsiteX997" fmla="*/ 811254 w 7467600"/>
              <a:gd name="connsiteY997" fmla="*/ 665546 h 6858000"/>
              <a:gd name="connsiteX998" fmla="*/ 154042 w 7467600"/>
              <a:gd name="connsiteY998" fmla="*/ 261522 h 6858000"/>
              <a:gd name="connsiteX999" fmla="*/ 13550 w 7467600"/>
              <a:gd name="connsiteY999" fmla="*/ 158423 h 6858000"/>
              <a:gd name="connsiteX1000" fmla="*/ 0 w 7467600"/>
              <a:gd name="connsiteY1000" fmla="*/ 146618 h 6858000"/>
              <a:gd name="connsiteX1001" fmla="*/ 0 w 7467600"/>
              <a:gd name="connsiteY1001" fmla="*/ 59161 h 6858000"/>
              <a:gd name="connsiteX1002" fmla="*/ 45427 w 7467600"/>
              <a:gd name="connsiteY1002" fmla="*/ 101078 h 6858000"/>
              <a:gd name="connsiteX1003" fmla="*/ 630103 w 7467600"/>
              <a:gd name="connsiteY1003" fmla="*/ 485885 h 6858000"/>
              <a:gd name="connsiteX1004" fmla="*/ 532040 w 7467600"/>
              <a:gd name="connsiteY1004" fmla="*/ 399359 h 6858000"/>
              <a:gd name="connsiteX1005" fmla="*/ 517618 w 7467600"/>
              <a:gd name="connsiteY1005" fmla="*/ 385726 h 6858000"/>
              <a:gd name="connsiteX1006" fmla="*/ 285074 w 7467600"/>
              <a:gd name="connsiteY1006" fmla="*/ 182755 h 6858000"/>
              <a:gd name="connsiteX1007" fmla="*/ 43151 w 7467600"/>
              <a:gd name="connsiteY100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19999 w 7467600"/>
              <a:gd name="connsiteY844" fmla="*/ 774360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5905192 w 7467600"/>
              <a:gd name="connsiteY848" fmla="*/ 163079 h 6858000"/>
              <a:gd name="connsiteX849" fmla="*/ 5865655 w 7467600"/>
              <a:gd name="connsiteY849" fmla="*/ 171901 h 6858000"/>
              <a:gd name="connsiteX850" fmla="*/ 5259740 w 7467600"/>
              <a:gd name="connsiteY850" fmla="*/ 257013 h 6858000"/>
              <a:gd name="connsiteX851" fmla="*/ 5208466 w 7467600"/>
              <a:gd name="connsiteY851" fmla="*/ 257550 h 6858000"/>
              <a:gd name="connsiteX852" fmla="*/ 4980204 w 7467600"/>
              <a:gd name="connsiteY852" fmla="*/ 271903 h 6858000"/>
              <a:gd name="connsiteX853" fmla="*/ 5068068 w 7467600"/>
              <a:gd name="connsiteY853" fmla="*/ 282244 h 6858000"/>
              <a:gd name="connsiteX854" fmla="*/ 5153231 w 7467600"/>
              <a:gd name="connsiteY854" fmla="*/ 292240 h 6858000"/>
              <a:gd name="connsiteX855" fmla="*/ 5426491 w 7467600"/>
              <a:gd name="connsiteY855" fmla="*/ 281128 h 6858000"/>
              <a:gd name="connsiteX856" fmla="*/ 5731212 w 7467600"/>
              <a:gd name="connsiteY856" fmla="*/ 231951 h 6858000"/>
              <a:gd name="connsiteX857" fmla="*/ 5905192 w 7467600"/>
              <a:gd name="connsiteY857" fmla="*/ 163079 h 6858000"/>
              <a:gd name="connsiteX858" fmla="*/ 5944437 w 7467600"/>
              <a:gd name="connsiteY858" fmla="*/ 113829 h 6858000"/>
              <a:gd name="connsiteX859" fmla="*/ 5825032 w 7467600"/>
              <a:gd name="connsiteY859" fmla="*/ 146405 h 6858000"/>
              <a:gd name="connsiteX860" fmla="*/ 4955599 w 7467600"/>
              <a:gd name="connsiteY860" fmla="*/ 247008 h 6858000"/>
              <a:gd name="connsiteX861" fmla="*/ 5210104 w 7467600"/>
              <a:gd name="connsiteY861" fmla="*/ 228123 h 6858000"/>
              <a:gd name="connsiteX862" fmla="*/ 5261015 w 7467600"/>
              <a:gd name="connsiteY862" fmla="*/ 227087 h 6858000"/>
              <a:gd name="connsiteX863" fmla="*/ 5861181 w 7467600"/>
              <a:gd name="connsiteY863" fmla="*/ 143093 h 6858000"/>
              <a:gd name="connsiteX864" fmla="*/ 5961252 w 7467600"/>
              <a:gd name="connsiteY864" fmla="*/ 114820 h 6858000"/>
              <a:gd name="connsiteX865" fmla="*/ 5944437 w 7467600"/>
              <a:gd name="connsiteY865" fmla="*/ 113829 h 6858000"/>
              <a:gd name="connsiteX866" fmla="*/ 3882765 w 7467600"/>
              <a:gd name="connsiteY866" fmla="*/ 0 h 6858000"/>
              <a:gd name="connsiteX867" fmla="*/ 3995099 w 7467600"/>
              <a:gd name="connsiteY867" fmla="*/ 0 h 6858000"/>
              <a:gd name="connsiteX868" fmla="*/ 4163818 w 7467600"/>
              <a:gd name="connsiteY868" fmla="*/ 234104 h 6858000"/>
              <a:gd name="connsiteX869" fmla="*/ 4172099 w 7467600"/>
              <a:gd name="connsiteY869" fmla="*/ 234207 h 6858000"/>
              <a:gd name="connsiteX870" fmla="*/ 4784282 w 7467600"/>
              <a:gd name="connsiteY870" fmla="*/ 276561 h 6858000"/>
              <a:gd name="connsiteX871" fmla="*/ 4801687 w 7467600"/>
              <a:gd name="connsiteY871" fmla="*/ 267764 h 6858000"/>
              <a:gd name="connsiteX872" fmla="*/ 6082788 w 7467600"/>
              <a:gd name="connsiteY872" fmla="*/ 64119 h 6858000"/>
              <a:gd name="connsiteX873" fmla="*/ 6099442 w 7467600"/>
              <a:gd name="connsiteY873" fmla="*/ 82568 h 6858000"/>
              <a:gd name="connsiteX874" fmla="*/ 4804137 w 7467600"/>
              <a:gd name="connsiteY874" fmla="*/ 320931 h 6858000"/>
              <a:gd name="connsiteX875" fmla="*/ 4227047 w 7467600"/>
              <a:gd name="connsiteY875" fmla="*/ 313415 h 6858000"/>
              <a:gd name="connsiteX876" fmla="*/ 4346041 w 7467600"/>
              <a:gd name="connsiteY876" fmla="*/ 456086 h 6858000"/>
              <a:gd name="connsiteX877" fmla="*/ 4870967 w 7467600"/>
              <a:gd name="connsiteY877" fmla="*/ 963061 h 6858000"/>
              <a:gd name="connsiteX878" fmla="*/ 4889647 w 7467600"/>
              <a:gd name="connsiteY878" fmla="*/ 957147 h 6858000"/>
              <a:gd name="connsiteX879" fmla="*/ 5422504 w 7467600"/>
              <a:gd name="connsiteY879" fmla="*/ 805191 h 6858000"/>
              <a:gd name="connsiteX880" fmla="*/ 6087656 w 7467600"/>
              <a:gd name="connsiteY880" fmla="*/ 826703 h 6858000"/>
              <a:gd name="connsiteX881" fmla="*/ 6058717 w 7467600"/>
              <a:gd name="connsiteY881" fmla="*/ 865992 h 6858000"/>
              <a:gd name="connsiteX882" fmla="*/ 4974153 w 7467600"/>
              <a:gd name="connsiteY882" fmla="*/ 1045456 h 6858000"/>
              <a:gd name="connsiteX883" fmla="*/ 5627835 w 7467600"/>
              <a:gd name="connsiteY883" fmla="*/ 1472077 h 6858000"/>
              <a:gd name="connsiteX884" fmla="*/ 5629817 w 7467600"/>
              <a:gd name="connsiteY884" fmla="*/ 1471412 h 6858000"/>
              <a:gd name="connsiteX885" fmla="*/ 5634124 w 7467600"/>
              <a:gd name="connsiteY885" fmla="*/ 1470572 h 6858000"/>
              <a:gd name="connsiteX886" fmla="*/ 5755832 w 7467600"/>
              <a:gd name="connsiteY886" fmla="*/ 1383886 h 6858000"/>
              <a:gd name="connsiteX887" fmla="*/ 6014186 w 7467600"/>
              <a:gd name="connsiteY887" fmla="*/ 1279799 h 6858000"/>
              <a:gd name="connsiteX888" fmla="*/ 6901619 w 7467600"/>
              <a:gd name="connsiteY888" fmla="*/ 1047874 h 6858000"/>
              <a:gd name="connsiteX889" fmla="*/ 6931566 w 7467600"/>
              <a:gd name="connsiteY889" fmla="*/ 1062034 h 6858000"/>
              <a:gd name="connsiteX890" fmla="*/ 5790982 w 7467600"/>
              <a:gd name="connsiteY890" fmla="*/ 1561380 h 6858000"/>
              <a:gd name="connsiteX891" fmla="*/ 6188971 w 7467600"/>
              <a:gd name="connsiteY891" fmla="*/ 1755168 h 6858000"/>
              <a:gd name="connsiteX892" fmla="*/ 6202446 w 7467600"/>
              <a:gd name="connsiteY892" fmla="*/ 1752268 h 6858000"/>
              <a:gd name="connsiteX893" fmla="*/ 7179560 w 7467600"/>
              <a:gd name="connsiteY893" fmla="*/ 1467551 h 6858000"/>
              <a:gd name="connsiteX894" fmla="*/ 7158730 w 7467600"/>
              <a:gd name="connsiteY894" fmla="*/ 1507835 h 6858000"/>
              <a:gd name="connsiteX895" fmla="*/ 6326959 w 7467600"/>
              <a:gd name="connsiteY895" fmla="*/ 1817686 h 6858000"/>
              <a:gd name="connsiteX896" fmla="*/ 6537433 w 7467600"/>
              <a:gd name="connsiteY896" fmla="*/ 1907790 h 6858000"/>
              <a:gd name="connsiteX897" fmla="*/ 6550221 w 7467600"/>
              <a:gd name="connsiteY897" fmla="*/ 1910729 h 6858000"/>
              <a:gd name="connsiteX898" fmla="*/ 6964438 w 7467600"/>
              <a:gd name="connsiteY898" fmla="*/ 2209505 h 6858000"/>
              <a:gd name="connsiteX899" fmla="*/ 7367862 w 7467600"/>
              <a:gd name="connsiteY899" fmla="*/ 2806833 h 6858000"/>
              <a:gd name="connsiteX900" fmla="*/ 7364329 w 7467600"/>
              <a:gd name="connsiteY900" fmla="*/ 2826907 h 6858000"/>
              <a:gd name="connsiteX901" fmla="*/ 7290545 w 7467600"/>
              <a:gd name="connsiteY901" fmla="*/ 2850663 h 6858000"/>
              <a:gd name="connsiteX902" fmla="*/ 6472036 w 7467600"/>
              <a:gd name="connsiteY902" fmla="*/ 1959003 h 6858000"/>
              <a:gd name="connsiteX903" fmla="*/ 5792897 w 7467600"/>
              <a:gd name="connsiteY903" fmla="*/ 1647747 h 6858000"/>
              <a:gd name="connsiteX904" fmla="*/ 5842751 w 7467600"/>
              <a:gd name="connsiteY904" fmla="*/ 1816112 h 6858000"/>
              <a:gd name="connsiteX905" fmla="*/ 5847424 w 7467600"/>
              <a:gd name="connsiteY905" fmla="*/ 1815776 h 6858000"/>
              <a:gd name="connsiteX906" fmla="*/ 6399821 w 7467600"/>
              <a:gd name="connsiteY906" fmla="*/ 2344799 h 6858000"/>
              <a:gd name="connsiteX907" fmla="*/ 6323232 w 7467600"/>
              <a:gd name="connsiteY907" fmla="*/ 2389634 h 6858000"/>
              <a:gd name="connsiteX908" fmla="*/ 5942958 w 7467600"/>
              <a:gd name="connsiteY908" fmla="*/ 2077708 h 6858000"/>
              <a:gd name="connsiteX909" fmla="*/ 5921559 w 7467600"/>
              <a:gd name="connsiteY909" fmla="*/ 2378596 h 6858000"/>
              <a:gd name="connsiteX910" fmla="*/ 5817651 w 7467600"/>
              <a:gd name="connsiteY910" fmla="*/ 3023919 h 6858000"/>
              <a:gd name="connsiteX911" fmla="*/ 5729634 w 7467600"/>
              <a:gd name="connsiteY911" fmla="*/ 3051849 h 6858000"/>
              <a:gd name="connsiteX912" fmla="*/ 5611018 w 7467600"/>
              <a:gd name="connsiteY912" fmla="*/ 2316769 h 6858000"/>
              <a:gd name="connsiteX913" fmla="*/ 5687608 w 7467600"/>
              <a:gd name="connsiteY913" fmla="*/ 2039972 h 6858000"/>
              <a:gd name="connsiteX914" fmla="*/ 5657554 w 7467600"/>
              <a:gd name="connsiteY914" fmla="*/ 1576445 h 6858000"/>
              <a:gd name="connsiteX915" fmla="*/ 5150475 w 7467600"/>
              <a:gd name="connsiteY915" fmla="*/ 1274012 h 6858000"/>
              <a:gd name="connsiteX916" fmla="*/ 5349142 w 7467600"/>
              <a:gd name="connsiteY916" fmla="*/ 2204405 h 6858000"/>
              <a:gd name="connsiteX917" fmla="*/ 5262214 w 7467600"/>
              <a:gd name="connsiteY917" fmla="*/ 2233836 h 6858000"/>
              <a:gd name="connsiteX918" fmla="*/ 4981539 w 7467600"/>
              <a:gd name="connsiteY918" fmla="*/ 1542201 h 6858000"/>
              <a:gd name="connsiteX919" fmla="*/ 4958461 w 7467600"/>
              <a:gd name="connsiteY919" fmla="*/ 1136957 h 6858000"/>
              <a:gd name="connsiteX920" fmla="*/ 4655015 w 7467600"/>
              <a:gd name="connsiteY920" fmla="*/ 891426 h 6858000"/>
              <a:gd name="connsiteX921" fmla="*/ 4348002 w 7467600"/>
              <a:gd name="connsiteY921" fmla="*/ 2205895 h 6858000"/>
              <a:gd name="connsiteX922" fmla="*/ 4262250 w 7467600"/>
              <a:gd name="connsiteY922" fmla="*/ 2219972 h 6858000"/>
              <a:gd name="connsiteX923" fmla="*/ 4550611 w 7467600"/>
              <a:gd name="connsiteY923" fmla="*/ 817540 h 6858000"/>
              <a:gd name="connsiteX924" fmla="*/ 4564418 w 7467600"/>
              <a:gd name="connsiteY924" fmla="*/ 808293 h 6858000"/>
              <a:gd name="connsiteX925" fmla="*/ 4266388 w 7467600"/>
              <a:gd name="connsiteY925" fmla="*/ 500083 h 6858000"/>
              <a:gd name="connsiteX926" fmla="*/ 4032842 w 7467600"/>
              <a:gd name="connsiteY926" fmla="*/ 211809 h 6858000"/>
              <a:gd name="connsiteX927" fmla="*/ 3882765 w 7467600"/>
              <a:gd name="connsiteY927" fmla="*/ 0 h 6858000"/>
              <a:gd name="connsiteX928" fmla="*/ 3721337 w 7467600"/>
              <a:gd name="connsiteY928" fmla="*/ 0 h 6858000"/>
              <a:gd name="connsiteX929" fmla="*/ 3797544 w 7467600"/>
              <a:gd name="connsiteY929" fmla="*/ 0 h 6858000"/>
              <a:gd name="connsiteX930" fmla="*/ 3775734 w 7467600"/>
              <a:gd name="connsiteY930" fmla="*/ 95131 h 6858000"/>
              <a:gd name="connsiteX931" fmla="*/ 3724807 w 7467600"/>
              <a:gd name="connsiteY931" fmla="*/ 272257 h 6858000"/>
              <a:gd name="connsiteX932" fmla="*/ 3726844 w 7467600"/>
              <a:gd name="connsiteY932" fmla="*/ 282988 h 6858000"/>
              <a:gd name="connsiteX933" fmla="*/ 3742664 w 7467600"/>
              <a:gd name="connsiteY933" fmla="*/ 279918 h 6858000"/>
              <a:gd name="connsiteX934" fmla="*/ 4103910 w 7467600"/>
              <a:gd name="connsiteY934" fmla="*/ 1161917 h 6858000"/>
              <a:gd name="connsiteX935" fmla="*/ 4020269 w 7467600"/>
              <a:gd name="connsiteY935" fmla="*/ 1200406 h 6858000"/>
              <a:gd name="connsiteX936" fmla="*/ 3674882 w 7467600"/>
              <a:gd name="connsiteY936" fmla="*/ 488524 h 6858000"/>
              <a:gd name="connsiteX937" fmla="*/ 3132682 w 7467600"/>
              <a:gd name="connsiteY937" fmla="*/ 1072284 h 6858000"/>
              <a:gd name="connsiteX938" fmla="*/ 2716346 w 7467600"/>
              <a:gd name="connsiteY938" fmla="*/ 1276376 h 6858000"/>
              <a:gd name="connsiteX939" fmla="*/ 2716772 w 7467600"/>
              <a:gd name="connsiteY939" fmla="*/ 1255462 h 6858000"/>
              <a:gd name="connsiteX940" fmla="*/ 3471096 w 7467600"/>
              <a:gd name="connsiteY940" fmla="*/ 437072 h 6858000"/>
              <a:gd name="connsiteX941" fmla="*/ 3639057 w 7467600"/>
              <a:gd name="connsiteY941" fmla="*/ 286334 h 6858000"/>
              <a:gd name="connsiteX942" fmla="*/ 3640309 w 7467600"/>
              <a:gd name="connsiteY942" fmla="*/ 284664 h 6858000"/>
              <a:gd name="connsiteX943" fmla="*/ 3646022 w 7467600"/>
              <a:gd name="connsiteY943" fmla="*/ 276711 h 6858000"/>
              <a:gd name="connsiteX944" fmla="*/ 3707943 w 7467600"/>
              <a:gd name="connsiteY944" fmla="*/ 65958 h 6858000"/>
              <a:gd name="connsiteX945" fmla="*/ 3721337 w 7467600"/>
              <a:gd name="connsiteY945" fmla="*/ 0 h 6858000"/>
              <a:gd name="connsiteX946" fmla="*/ 2867960 w 7467600"/>
              <a:gd name="connsiteY946" fmla="*/ 0 h 6858000"/>
              <a:gd name="connsiteX947" fmla="*/ 2926351 w 7467600"/>
              <a:gd name="connsiteY947" fmla="*/ 0 h 6858000"/>
              <a:gd name="connsiteX948" fmla="*/ 2902823 w 7467600"/>
              <a:gd name="connsiteY948" fmla="*/ 262929 h 6858000"/>
              <a:gd name="connsiteX949" fmla="*/ 2940663 w 7467600"/>
              <a:gd name="connsiteY949" fmla="*/ 140884 h 6858000"/>
              <a:gd name="connsiteX950" fmla="*/ 2947039 w 7467600"/>
              <a:gd name="connsiteY950" fmla="*/ 122524 h 6858000"/>
              <a:gd name="connsiteX951" fmla="*/ 2984316 w 7467600"/>
              <a:gd name="connsiteY951" fmla="*/ 0 h 6858000"/>
              <a:gd name="connsiteX952" fmla="*/ 3016114 w 7467600"/>
              <a:gd name="connsiteY952" fmla="*/ 0 h 6858000"/>
              <a:gd name="connsiteX953" fmla="*/ 2979949 w 7467600"/>
              <a:gd name="connsiteY953" fmla="*/ 119274 h 6858000"/>
              <a:gd name="connsiteX954" fmla="*/ 3023879 w 7467600"/>
              <a:gd name="connsiteY954" fmla="*/ 0 h 6858000"/>
              <a:gd name="connsiteX955" fmla="*/ 3105400 w 7467600"/>
              <a:gd name="connsiteY955" fmla="*/ 0 h 6858000"/>
              <a:gd name="connsiteX956" fmla="*/ 3094669 w 7467600"/>
              <a:gd name="connsiteY956" fmla="*/ 30308 h 6858000"/>
              <a:gd name="connsiteX957" fmla="*/ 2901945 w 7467600"/>
              <a:gd name="connsiteY957" fmla="*/ 466538 h 6858000"/>
              <a:gd name="connsiteX958" fmla="*/ 2815209 w 7467600"/>
              <a:gd name="connsiteY958" fmla="*/ 497361 h 6858000"/>
              <a:gd name="connsiteX959" fmla="*/ 2844845 w 7467600"/>
              <a:gd name="connsiteY959" fmla="*/ 127638 h 6858000"/>
              <a:gd name="connsiteX960" fmla="*/ 2867960 w 7467600"/>
              <a:gd name="connsiteY960" fmla="*/ 0 h 6858000"/>
              <a:gd name="connsiteX961" fmla="*/ 1057230 w 7467600"/>
              <a:gd name="connsiteY961" fmla="*/ 0 h 6858000"/>
              <a:gd name="connsiteX962" fmla="*/ 1111003 w 7467600"/>
              <a:gd name="connsiteY962" fmla="*/ 0 h 6858000"/>
              <a:gd name="connsiteX963" fmla="*/ 1125553 w 7467600"/>
              <a:gd name="connsiteY963" fmla="*/ 52588 h 6858000"/>
              <a:gd name="connsiteX964" fmla="*/ 1304276 w 7467600"/>
              <a:gd name="connsiteY964" fmla="*/ 476275 h 6858000"/>
              <a:gd name="connsiteX965" fmla="*/ 1492066 w 7467600"/>
              <a:gd name="connsiteY965" fmla="*/ 886333 h 6858000"/>
              <a:gd name="connsiteX966" fmla="*/ 1423698 w 7467600"/>
              <a:gd name="connsiteY966" fmla="*/ 710817 h 6858000"/>
              <a:gd name="connsiteX967" fmla="*/ 1357609 w 7467600"/>
              <a:gd name="connsiteY967" fmla="*/ 532892 h 6858000"/>
              <a:gd name="connsiteX968" fmla="*/ 1309550 w 7467600"/>
              <a:gd name="connsiteY968" fmla="*/ 374031 h 6858000"/>
              <a:gd name="connsiteX969" fmla="*/ 1193673 w 7467600"/>
              <a:gd name="connsiteY969" fmla="*/ 49533 h 6858000"/>
              <a:gd name="connsiteX970" fmla="*/ 1164391 w 7467600"/>
              <a:gd name="connsiteY970" fmla="*/ 0 h 6858000"/>
              <a:gd name="connsiteX971" fmla="*/ 1200666 w 7467600"/>
              <a:gd name="connsiteY971" fmla="*/ 0 h 6858000"/>
              <a:gd name="connsiteX972" fmla="*/ 1223408 w 7467600"/>
              <a:gd name="connsiteY972" fmla="*/ 38996 h 6858000"/>
              <a:gd name="connsiteX973" fmla="*/ 1339635 w 7467600"/>
              <a:gd name="connsiteY973" fmla="*/ 365517 h 6858000"/>
              <a:gd name="connsiteX974" fmla="*/ 1387469 w 7467600"/>
              <a:gd name="connsiteY974" fmla="*/ 523079 h 6858000"/>
              <a:gd name="connsiteX975" fmla="*/ 1452685 w 7467600"/>
              <a:gd name="connsiteY975" fmla="*/ 699806 h 6858000"/>
              <a:gd name="connsiteX976" fmla="*/ 1492092 w 7467600"/>
              <a:gd name="connsiteY976" fmla="*/ 800424 h 6858000"/>
              <a:gd name="connsiteX977" fmla="*/ 1455302 w 7467600"/>
              <a:gd name="connsiteY977" fmla="*/ 632913 h 6858000"/>
              <a:gd name="connsiteX978" fmla="*/ 1222336 w 7467600"/>
              <a:gd name="connsiteY978" fmla="*/ 9480 h 6858000"/>
              <a:gd name="connsiteX979" fmla="*/ 1214634 w 7467600"/>
              <a:gd name="connsiteY979" fmla="*/ 0 h 6858000"/>
              <a:gd name="connsiteX980" fmla="*/ 1289827 w 7467600"/>
              <a:gd name="connsiteY980" fmla="*/ 0 h 6858000"/>
              <a:gd name="connsiteX981" fmla="*/ 1321076 w 7467600"/>
              <a:gd name="connsiteY981" fmla="*/ 59722 h 6858000"/>
              <a:gd name="connsiteX982" fmla="*/ 1512579 w 7467600"/>
              <a:gd name="connsiteY982" fmla="*/ 626441 h 6858000"/>
              <a:gd name="connsiteX983" fmla="*/ 1506076 w 7467600"/>
              <a:gd name="connsiteY983" fmla="*/ 1089289 h 6858000"/>
              <a:gd name="connsiteX984" fmla="*/ 1486346 w 7467600"/>
              <a:gd name="connsiteY984" fmla="*/ 1079919 h 6858000"/>
              <a:gd name="connsiteX985" fmla="*/ 1070511 w 7467600"/>
              <a:gd name="connsiteY985" fmla="*/ 48609 h 6858000"/>
              <a:gd name="connsiteX986" fmla="*/ 1057230 w 7467600"/>
              <a:gd name="connsiteY986" fmla="*/ 0 h 6858000"/>
              <a:gd name="connsiteX987" fmla="*/ 43151 w 7467600"/>
              <a:gd name="connsiteY987" fmla="*/ 0 h 6858000"/>
              <a:gd name="connsiteX988" fmla="*/ 95283 w 7467600"/>
              <a:gd name="connsiteY988" fmla="*/ 0 h 6858000"/>
              <a:gd name="connsiteX989" fmla="*/ 300708 w 7467600"/>
              <a:gd name="connsiteY989" fmla="*/ 154571 h 6858000"/>
              <a:gd name="connsiteX990" fmla="*/ 530414 w 7467600"/>
              <a:gd name="connsiteY990" fmla="*/ 354673 h 6858000"/>
              <a:gd name="connsiteX991" fmla="*/ 333785 w 7467600"/>
              <a:gd name="connsiteY991" fmla="*/ 161564 h 6858000"/>
              <a:gd name="connsiteX992" fmla="*/ 147005 w 7467600"/>
              <a:gd name="connsiteY992" fmla="*/ 0 h 6858000"/>
              <a:gd name="connsiteX993" fmla="*/ 272509 w 7467600"/>
              <a:gd name="connsiteY993" fmla="*/ 0 h 6858000"/>
              <a:gd name="connsiteX994" fmla="*/ 326276 w 7467600"/>
              <a:gd name="connsiteY994" fmla="*/ 45847 h 6858000"/>
              <a:gd name="connsiteX995" fmla="*/ 823759 w 7467600"/>
              <a:gd name="connsiteY995" fmla="*/ 574145 h 6858000"/>
              <a:gd name="connsiteX996" fmla="*/ 811254 w 7467600"/>
              <a:gd name="connsiteY996" fmla="*/ 665546 h 6858000"/>
              <a:gd name="connsiteX997" fmla="*/ 154042 w 7467600"/>
              <a:gd name="connsiteY997" fmla="*/ 261522 h 6858000"/>
              <a:gd name="connsiteX998" fmla="*/ 13550 w 7467600"/>
              <a:gd name="connsiteY998" fmla="*/ 158423 h 6858000"/>
              <a:gd name="connsiteX999" fmla="*/ 0 w 7467600"/>
              <a:gd name="connsiteY999" fmla="*/ 146618 h 6858000"/>
              <a:gd name="connsiteX1000" fmla="*/ 0 w 7467600"/>
              <a:gd name="connsiteY1000" fmla="*/ 59161 h 6858000"/>
              <a:gd name="connsiteX1001" fmla="*/ 45427 w 7467600"/>
              <a:gd name="connsiteY1001" fmla="*/ 101078 h 6858000"/>
              <a:gd name="connsiteX1002" fmla="*/ 630103 w 7467600"/>
              <a:gd name="connsiteY1002" fmla="*/ 485885 h 6858000"/>
              <a:gd name="connsiteX1003" fmla="*/ 532040 w 7467600"/>
              <a:gd name="connsiteY1003" fmla="*/ 399359 h 6858000"/>
              <a:gd name="connsiteX1004" fmla="*/ 517618 w 7467600"/>
              <a:gd name="connsiteY1004" fmla="*/ 385726 h 6858000"/>
              <a:gd name="connsiteX1005" fmla="*/ 285074 w 7467600"/>
              <a:gd name="connsiteY1005" fmla="*/ 182755 h 6858000"/>
              <a:gd name="connsiteX1006" fmla="*/ 43151 w 7467600"/>
              <a:gd name="connsiteY100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51412 w 7467600"/>
              <a:gd name="connsiteY844" fmla="*/ 799572 h 6858000"/>
              <a:gd name="connsiteX845" fmla="*/ 7467600 w 7467600"/>
              <a:gd name="connsiteY845" fmla="*/ 789215 h 6858000"/>
              <a:gd name="connsiteX846" fmla="*/ 7451412 w 7467600"/>
              <a:gd name="connsiteY846" fmla="*/ 799572 h 6858000"/>
              <a:gd name="connsiteX847" fmla="*/ 5905192 w 7467600"/>
              <a:gd name="connsiteY847" fmla="*/ 163079 h 6858000"/>
              <a:gd name="connsiteX848" fmla="*/ 5865655 w 7467600"/>
              <a:gd name="connsiteY848" fmla="*/ 171901 h 6858000"/>
              <a:gd name="connsiteX849" fmla="*/ 5259740 w 7467600"/>
              <a:gd name="connsiteY849" fmla="*/ 257013 h 6858000"/>
              <a:gd name="connsiteX850" fmla="*/ 5208466 w 7467600"/>
              <a:gd name="connsiteY850" fmla="*/ 257550 h 6858000"/>
              <a:gd name="connsiteX851" fmla="*/ 4980204 w 7467600"/>
              <a:gd name="connsiteY851" fmla="*/ 271903 h 6858000"/>
              <a:gd name="connsiteX852" fmla="*/ 5068068 w 7467600"/>
              <a:gd name="connsiteY852" fmla="*/ 282244 h 6858000"/>
              <a:gd name="connsiteX853" fmla="*/ 5153231 w 7467600"/>
              <a:gd name="connsiteY853" fmla="*/ 292240 h 6858000"/>
              <a:gd name="connsiteX854" fmla="*/ 5426491 w 7467600"/>
              <a:gd name="connsiteY854" fmla="*/ 281128 h 6858000"/>
              <a:gd name="connsiteX855" fmla="*/ 5731212 w 7467600"/>
              <a:gd name="connsiteY855" fmla="*/ 231951 h 6858000"/>
              <a:gd name="connsiteX856" fmla="*/ 5905192 w 7467600"/>
              <a:gd name="connsiteY856" fmla="*/ 163079 h 6858000"/>
              <a:gd name="connsiteX857" fmla="*/ 5944437 w 7467600"/>
              <a:gd name="connsiteY857" fmla="*/ 113829 h 6858000"/>
              <a:gd name="connsiteX858" fmla="*/ 5825032 w 7467600"/>
              <a:gd name="connsiteY858" fmla="*/ 146405 h 6858000"/>
              <a:gd name="connsiteX859" fmla="*/ 4955599 w 7467600"/>
              <a:gd name="connsiteY859" fmla="*/ 247008 h 6858000"/>
              <a:gd name="connsiteX860" fmla="*/ 5210104 w 7467600"/>
              <a:gd name="connsiteY860" fmla="*/ 228123 h 6858000"/>
              <a:gd name="connsiteX861" fmla="*/ 5261015 w 7467600"/>
              <a:gd name="connsiteY861" fmla="*/ 227087 h 6858000"/>
              <a:gd name="connsiteX862" fmla="*/ 5861181 w 7467600"/>
              <a:gd name="connsiteY862" fmla="*/ 143093 h 6858000"/>
              <a:gd name="connsiteX863" fmla="*/ 5961252 w 7467600"/>
              <a:gd name="connsiteY863" fmla="*/ 114820 h 6858000"/>
              <a:gd name="connsiteX864" fmla="*/ 5944437 w 7467600"/>
              <a:gd name="connsiteY864" fmla="*/ 113829 h 6858000"/>
              <a:gd name="connsiteX865" fmla="*/ 3882765 w 7467600"/>
              <a:gd name="connsiteY865" fmla="*/ 0 h 6858000"/>
              <a:gd name="connsiteX866" fmla="*/ 3995099 w 7467600"/>
              <a:gd name="connsiteY866" fmla="*/ 0 h 6858000"/>
              <a:gd name="connsiteX867" fmla="*/ 4163818 w 7467600"/>
              <a:gd name="connsiteY867" fmla="*/ 234104 h 6858000"/>
              <a:gd name="connsiteX868" fmla="*/ 4172099 w 7467600"/>
              <a:gd name="connsiteY868" fmla="*/ 234207 h 6858000"/>
              <a:gd name="connsiteX869" fmla="*/ 4784282 w 7467600"/>
              <a:gd name="connsiteY869" fmla="*/ 276561 h 6858000"/>
              <a:gd name="connsiteX870" fmla="*/ 4801687 w 7467600"/>
              <a:gd name="connsiteY870" fmla="*/ 267764 h 6858000"/>
              <a:gd name="connsiteX871" fmla="*/ 6082788 w 7467600"/>
              <a:gd name="connsiteY871" fmla="*/ 64119 h 6858000"/>
              <a:gd name="connsiteX872" fmla="*/ 6099442 w 7467600"/>
              <a:gd name="connsiteY872" fmla="*/ 82568 h 6858000"/>
              <a:gd name="connsiteX873" fmla="*/ 4804137 w 7467600"/>
              <a:gd name="connsiteY873" fmla="*/ 320931 h 6858000"/>
              <a:gd name="connsiteX874" fmla="*/ 4227047 w 7467600"/>
              <a:gd name="connsiteY874" fmla="*/ 313415 h 6858000"/>
              <a:gd name="connsiteX875" fmla="*/ 4346041 w 7467600"/>
              <a:gd name="connsiteY875" fmla="*/ 456086 h 6858000"/>
              <a:gd name="connsiteX876" fmla="*/ 4870967 w 7467600"/>
              <a:gd name="connsiteY876" fmla="*/ 963061 h 6858000"/>
              <a:gd name="connsiteX877" fmla="*/ 4889647 w 7467600"/>
              <a:gd name="connsiteY877" fmla="*/ 957147 h 6858000"/>
              <a:gd name="connsiteX878" fmla="*/ 5422504 w 7467600"/>
              <a:gd name="connsiteY878" fmla="*/ 805191 h 6858000"/>
              <a:gd name="connsiteX879" fmla="*/ 6087656 w 7467600"/>
              <a:gd name="connsiteY879" fmla="*/ 826703 h 6858000"/>
              <a:gd name="connsiteX880" fmla="*/ 6058717 w 7467600"/>
              <a:gd name="connsiteY880" fmla="*/ 865992 h 6858000"/>
              <a:gd name="connsiteX881" fmla="*/ 4974153 w 7467600"/>
              <a:gd name="connsiteY881" fmla="*/ 1045456 h 6858000"/>
              <a:gd name="connsiteX882" fmla="*/ 5627835 w 7467600"/>
              <a:gd name="connsiteY882" fmla="*/ 1472077 h 6858000"/>
              <a:gd name="connsiteX883" fmla="*/ 5629817 w 7467600"/>
              <a:gd name="connsiteY883" fmla="*/ 1471412 h 6858000"/>
              <a:gd name="connsiteX884" fmla="*/ 5634124 w 7467600"/>
              <a:gd name="connsiteY884" fmla="*/ 1470572 h 6858000"/>
              <a:gd name="connsiteX885" fmla="*/ 5755832 w 7467600"/>
              <a:gd name="connsiteY885" fmla="*/ 1383886 h 6858000"/>
              <a:gd name="connsiteX886" fmla="*/ 6014186 w 7467600"/>
              <a:gd name="connsiteY886" fmla="*/ 1279799 h 6858000"/>
              <a:gd name="connsiteX887" fmla="*/ 6901619 w 7467600"/>
              <a:gd name="connsiteY887" fmla="*/ 1047874 h 6858000"/>
              <a:gd name="connsiteX888" fmla="*/ 6931566 w 7467600"/>
              <a:gd name="connsiteY888" fmla="*/ 1062034 h 6858000"/>
              <a:gd name="connsiteX889" fmla="*/ 5790982 w 7467600"/>
              <a:gd name="connsiteY889" fmla="*/ 1561380 h 6858000"/>
              <a:gd name="connsiteX890" fmla="*/ 6188971 w 7467600"/>
              <a:gd name="connsiteY890" fmla="*/ 1755168 h 6858000"/>
              <a:gd name="connsiteX891" fmla="*/ 6202446 w 7467600"/>
              <a:gd name="connsiteY891" fmla="*/ 1752268 h 6858000"/>
              <a:gd name="connsiteX892" fmla="*/ 7179560 w 7467600"/>
              <a:gd name="connsiteY892" fmla="*/ 1467551 h 6858000"/>
              <a:gd name="connsiteX893" fmla="*/ 7158730 w 7467600"/>
              <a:gd name="connsiteY893" fmla="*/ 1507835 h 6858000"/>
              <a:gd name="connsiteX894" fmla="*/ 6326959 w 7467600"/>
              <a:gd name="connsiteY894" fmla="*/ 1817686 h 6858000"/>
              <a:gd name="connsiteX895" fmla="*/ 6537433 w 7467600"/>
              <a:gd name="connsiteY895" fmla="*/ 1907790 h 6858000"/>
              <a:gd name="connsiteX896" fmla="*/ 6550221 w 7467600"/>
              <a:gd name="connsiteY896" fmla="*/ 1910729 h 6858000"/>
              <a:gd name="connsiteX897" fmla="*/ 6964438 w 7467600"/>
              <a:gd name="connsiteY897" fmla="*/ 2209505 h 6858000"/>
              <a:gd name="connsiteX898" fmla="*/ 7367862 w 7467600"/>
              <a:gd name="connsiteY898" fmla="*/ 2806833 h 6858000"/>
              <a:gd name="connsiteX899" fmla="*/ 7364329 w 7467600"/>
              <a:gd name="connsiteY899" fmla="*/ 2826907 h 6858000"/>
              <a:gd name="connsiteX900" fmla="*/ 7290545 w 7467600"/>
              <a:gd name="connsiteY900" fmla="*/ 2850663 h 6858000"/>
              <a:gd name="connsiteX901" fmla="*/ 6472036 w 7467600"/>
              <a:gd name="connsiteY901" fmla="*/ 1959003 h 6858000"/>
              <a:gd name="connsiteX902" fmla="*/ 5792897 w 7467600"/>
              <a:gd name="connsiteY902" fmla="*/ 1647747 h 6858000"/>
              <a:gd name="connsiteX903" fmla="*/ 5842751 w 7467600"/>
              <a:gd name="connsiteY903" fmla="*/ 1816112 h 6858000"/>
              <a:gd name="connsiteX904" fmla="*/ 5847424 w 7467600"/>
              <a:gd name="connsiteY904" fmla="*/ 1815776 h 6858000"/>
              <a:gd name="connsiteX905" fmla="*/ 6399821 w 7467600"/>
              <a:gd name="connsiteY905" fmla="*/ 2344799 h 6858000"/>
              <a:gd name="connsiteX906" fmla="*/ 6323232 w 7467600"/>
              <a:gd name="connsiteY906" fmla="*/ 2389634 h 6858000"/>
              <a:gd name="connsiteX907" fmla="*/ 5942958 w 7467600"/>
              <a:gd name="connsiteY907" fmla="*/ 2077708 h 6858000"/>
              <a:gd name="connsiteX908" fmla="*/ 5921559 w 7467600"/>
              <a:gd name="connsiteY908" fmla="*/ 2378596 h 6858000"/>
              <a:gd name="connsiteX909" fmla="*/ 5817651 w 7467600"/>
              <a:gd name="connsiteY909" fmla="*/ 3023919 h 6858000"/>
              <a:gd name="connsiteX910" fmla="*/ 5729634 w 7467600"/>
              <a:gd name="connsiteY910" fmla="*/ 3051849 h 6858000"/>
              <a:gd name="connsiteX911" fmla="*/ 5611018 w 7467600"/>
              <a:gd name="connsiteY911" fmla="*/ 2316769 h 6858000"/>
              <a:gd name="connsiteX912" fmla="*/ 5687608 w 7467600"/>
              <a:gd name="connsiteY912" fmla="*/ 2039972 h 6858000"/>
              <a:gd name="connsiteX913" fmla="*/ 5657554 w 7467600"/>
              <a:gd name="connsiteY913" fmla="*/ 1576445 h 6858000"/>
              <a:gd name="connsiteX914" fmla="*/ 5150475 w 7467600"/>
              <a:gd name="connsiteY914" fmla="*/ 1274012 h 6858000"/>
              <a:gd name="connsiteX915" fmla="*/ 5349142 w 7467600"/>
              <a:gd name="connsiteY915" fmla="*/ 2204405 h 6858000"/>
              <a:gd name="connsiteX916" fmla="*/ 5262214 w 7467600"/>
              <a:gd name="connsiteY916" fmla="*/ 2233836 h 6858000"/>
              <a:gd name="connsiteX917" fmla="*/ 4981539 w 7467600"/>
              <a:gd name="connsiteY917" fmla="*/ 1542201 h 6858000"/>
              <a:gd name="connsiteX918" fmla="*/ 4958461 w 7467600"/>
              <a:gd name="connsiteY918" fmla="*/ 1136957 h 6858000"/>
              <a:gd name="connsiteX919" fmla="*/ 4655015 w 7467600"/>
              <a:gd name="connsiteY919" fmla="*/ 891426 h 6858000"/>
              <a:gd name="connsiteX920" fmla="*/ 4348002 w 7467600"/>
              <a:gd name="connsiteY920" fmla="*/ 2205895 h 6858000"/>
              <a:gd name="connsiteX921" fmla="*/ 4262250 w 7467600"/>
              <a:gd name="connsiteY921" fmla="*/ 2219972 h 6858000"/>
              <a:gd name="connsiteX922" fmla="*/ 4550611 w 7467600"/>
              <a:gd name="connsiteY922" fmla="*/ 817540 h 6858000"/>
              <a:gd name="connsiteX923" fmla="*/ 4564418 w 7467600"/>
              <a:gd name="connsiteY923" fmla="*/ 808293 h 6858000"/>
              <a:gd name="connsiteX924" fmla="*/ 4266388 w 7467600"/>
              <a:gd name="connsiteY924" fmla="*/ 500083 h 6858000"/>
              <a:gd name="connsiteX925" fmla="*/ 4032842 w 7467600"/>
              <a:gd name="connsiteY925" fmla="*/ 211809 h 6858000"/>
              <a:gd name="connsiteX926" fmla="*/ 3882765 w 7467600"/>
              <a:gd name="connsiteY926" fmla="*/ 0 h 6858000"/>
              <a:gd name="connsiteX927" fmla="*/ 3721337 w 7467600"/>
              <a:gd name="connsiteY927" fmla="*/ 0 h 6858000"/>
              <a:gd name="connsiteX928" fmla="*/ 3797544 w 7467600"/>
              <a:gd name="connsiteY928" fmla="*/ 0 h 6858000"/>
              <a:gd name="connsiteX929" fmla="*/ 3775734 w 7467600"/>
              <a:gd name="connsiteY929" fmla="*/ 95131 h 6858000"/>
              <a:gd name="connsiteX930" fmla="*/ 3724807 w 7467600"/>
              <a:gd name="connsiteY930" fmla="*/ 272257 h 6858000"/>
              <a:gd name="connsiteX931" fmla="*/ 3726844 w 7467600"/>
              <a:gd name="connsiteY931" fmla="*/ 282988 h 6858000"/>
              <a:gd name="connsiteX932" fmla="*/ 3742664 w 7467600"/>
              <a:gd name="connsiteY932" fmla="*/ 279918 h 6858000"/>
              <a:gd name="connsiteX933" fmla="*/ 4103910 w 7467600"/>
              <a:gd name="connsiteY933" fmla="*/ 1161917 h 6858000"/>
              <a:gd name="connsiteX934" fmla="*/ 4020269 w 7467600"/>
              <a:gd name="connsiteY934" fmla="*/ 1200406 h 6858000"/>
              <a:gd name="connsiteX935" fmla="*/ 3674882 w 7467600"/>
              <a:gd name="connsiteY935" fmla="*/ 488524 h 6858000"/>
              <a:gd name="connsiteX936" fmla="*/ 3132682 w 7467600"/>
              <a:gd name="connsiteY936" fmla="*/ 1072284 h 6858000"/>
              <a:gd name="connsiteX937" fmla="*/ 2716346 w 7467600"/>
              <a:gd name="connsiteY937" fmla="*/ 1276376 h 6858000"/>
              <a:gd name="connsiteX938" fmla="*/ 2716772 w 7467600"/>
              <a:gd name="connsiteY938" fmla="*/ 1255462 h 6858000"/>
              <a:gd name="connsiteX939" fmla="*/ 3471096 w 7467600"/>
              <a:gd name="connsiteY939" fmla="*/ 437072 h 6858000"/>
              <a:gd name="connsiteX940" fmla="*/ 3639057 w 7467600"/>
              <a:gd name="connsiteY940" fmla="*/ 286334 h 6858000"/>
              <a:gd name="connsiteX941" fmla="*/ 3640309 w 7467600"/>
              <a:gd name="connsiteY941" fmla="*/ 284664 h 6858000"/>
              <a:gd name="connsiteX942" fmla="*/ 3646022 w 7467600"/>
              <a:gd name="connsiteY942" fmla="*/ 276711 h 6858000"/>
              <a:gd name="connsiteX943" fmla="*/ 3707943 w 7467600"/>
              <a:gd name="connsiteY943" fmla="*/ 65958 h 6858000"/>
              <a:gd name="connsiteX944" fmla="*/ 3721337 w 7467600"/>
              <a:gd name="connsiteY944" fmla="*/ 0 h 6858000"/>
              <a:gd name="connsiteX945" fmla="*/ 2867960 w 7467600"/>
              <a:gd name="connsiteY945" fmla="*/ 0 h 6858000"/>
              <a:gd name="connsiteX946" fmla="*/ 2926351 w 7467600"/>
              <a:gd name="connsiteY946" fmla="*/ 0 h 6858000"/>
              <a:gd name="connsiteX947" fmla="*/ 2902823 w 7467600"/>
              <a:gd name="connsiteY947" fmla="*/ 262929 h 6858000"/>
              <a:gd name="connsiteX948" fmla="*/ 2940663 w 7467600"/>
              <a:gd name="connsiteY948" fmla="*/ 140884 h 6858000"/>
              <a:gd name="connsiteX949" fmla="*/ 2947039 w 7467600"/>
              <a:gd name="connsiteY949" fmla="*/ 122524 h 6858000"/>
              <a:gd name="connsiteX950" fmla="*/ 2984316 w 7467600"/>
              <a:gd name="connsiteY950" fmla="*/ 0 h 6858000"/>
              <a:gd name="connsiteX951" fmla="*/ 3016114 w 7467600"/>
              <a:gd name="connsiteY951" fmla="*/ 0 h 6858000"/>
              <a:gd name="connsiteX952" fmla="*/ 2979949 w 7467600"/>
              <a:gd name="connsiteY952" fmla="*/ 119274 h 6858000"/>
              <a:gd name="connsiteX953" fmla="*/ 3023879 w 7467600"/>
              <a:gd name="connsiteY953" fmla="*/ 0 h 6858000"/>
              <a:gd name="connsiteX954" fmla="*/ 3105400 w 7467600"/>
              <a:gd name="connsiteY954" fmla="*/ 0 h 6858000"/>
              <a:gd name="connsiteX955" fmla="*/ 3094669 w 7467600"/>
              <a:gd name="connsiteY955" fmla="*/ 30308 h 6858000"/>
              <a:gd name="connsiteX956" fmla="*/ 2901945 w 7467600"/>
              <a:gd name="connsiteY956" fmla="*/ 466538 h 6858000"/>
              <a:gd name="connsiteX957" fmla="*/ 2815209 w 7467600"/>
              <a:gd name="connsiteY957" fmla="*/ 497361 h 6858000"/>
              <a:gd name="connsiteX958" fmla="*/ 2844845 w 7467600"/>
              <a:gd name="connsiteY958" fmla="*/ 127638 h 6858000"/>
              <a:gd name="connsiteX959" fmla="*/ 2867960 w 7467600"/>
              <a:gd name="connsiteY959" fmla="*/ 0 h 6858000"/>
              <a:gd name="connsiteX960" fmla="*/ 1057230 w 7467600"/>
              <a:gd name="connsiteY960" fmla="*/ 0 h 6858000"/>
              <a:gd name="connsiteX961" fmla="*/ 1111003 w 7467600"/>
              <a:gd name="connsiteY961" fmla="*/ 0 h 6858000"/>
              <a:gd name="connsiteX962" fmla="*/ 1125553 w 7467600"/>
              <a:gd name="connsiteY962" fmla="*/ 52588 h 6858000"/>
              <a:gd name="connsiteX963" fmla="*/ 1304276 w 7467600"/>
              <a:gd name="connsiteY963" fmla="*/ 476275 h 6858000"/>
              <a:gd name="connsiteX964" fmla="*/ 1492066 w 7467600"/>
              <a:gd name="connsiteY964" fmla="*/ 886333 h 6858000"/>
              <a:gd name="connsiteX965" fmla="*/ 1423698 w 7467600"/>
              <a:gd name="connsiteY965" fmla="*/ 710817 h 6858000"/>
              <a:gd name="connsiteX966" fmla="*/ 1357609 w 7467600"/>
              <a:gd name="connsiteY966" fmla="*/ 532892 h 6858000"/>
              <a:gd name="connsiteX967" fmla="*/ 1309550 w 7467600"/>
              <a:gd name="connsiteY967" fmla="*/ 374031 h 6858000"/>
              <a:gd name="connsiteX968" fmla="*/ 1193673 w 7467600"/>
              <a:gd name="connsiteY968" fmla="*/ 49533 h 6858000"/>
              <a:gd name="connsiteX969" fmla="*/ 1164391 w 7467600"/>
              <a:gd name="connsiteY969" fmla="*/ 0 h 6858000"/>
              <a:gd name="connsiteX970" fmla="*/ 1200666 w 7467600"/>
              <a:gd name="connsiteY970" fmla="*/ 0 h 6858000"/>
              <a:gd name="connsiteX971" fmla="*/ 1223408 w 7467600"/>
              <a:gd name="connsiteY971" fmla="*/ 38996 h 6858000"/>
              <a:gd name="connsiteX972" fmla="*/ 1339635 w 7467600"/>
              <a:gd name="connsiteY972" fmla="*/ 365517 h 6858000"/>
              <a:gd name="connsiteX973" fmla="*/ 1387469 w 7467600"/>
              <a:gd name="connsiteY973" fmla="*/ 523079 h 6858000"/>
              <a:gd name="connsiteX974" fmla="*/ 1452685 w 7467600"/>
              <a:gd name="connsiteY974" fmla="*/ 699806 h 6858000"/>
              <a:gd name="connsiteX975" fmla="*/ 1492092 w 7467600"/>
              <a:gd name="connsiteY975" fmla="*/ 800424 h 6858000"/>
              <a:gd name="connsiteX976" fmla="*/ 1455302 w 7467600"/>
              <a:gd name="connsiteY976" fmla="*/ 632913 h 6858000"/>
              <a:gd name="connsiteX977" fmla="*/ 1222336 w 7467600"/>
              <a:gd name="connsiteY977" fmla="*/ 9480 h 6858000"/>
              <a:gd name="connsiteX978" fmla="*/ 1214634 w 7467600"/>
              <a:gd name="connsiteY978" fmla="*/ 0 h 6858000"/>
              <a:gd name="connsiteX979" fmla="*/ 1289827 w 7467600"/>
              <a:gd name="connsiteY979" fmla="*/ 0 h 6858000"/>
              <a:gd name="connsiteX980" fmla="*/ 1321076 w 7467600"/>
              <a:gd name="connsiteY980" fmla="*/ 59722 h 6858000"/>
              <a:gd name="connsiteX981" fmla="*/ 1512579 w 7467600"/>
              <a:gd name="connsiteY981" fmla="*/ 626441 h 6858000"/>
              <a:gd name="connsiteX982" fmla="*/ 1506076 w 7467600"/>
              <a:gd name="connsiteY982" fmla="*/ 1089289 h 6858000"/>
              <a:gd name="connsiteX983" fmla="*/ 1486346 w 7467600"/>
              <a:gd name="connsiteY983" fmla="*/ 1079919 h 6858000"/>
              <a:gd name="connsiteX984" fmla="*/ 1070511 w 7467600"/>
              <a:gd name="connsiteY984" fmla="*/ 48609 h 6858000"/>
              <a:gd name="connsiteX985" fmla="*/ 1057230 w 7467600"/>
              <a:gd name="connsiteY985" fmla="*/ 0 h 6858000"/>
              <a:gd name="connsiteX986" fmla="*/ 43151 w 7467600"/>
              <a:gd name="connsiteY986" fmla="*/ 0 h 6858000"/>
              <a:gd name="connsiteX987" fmla="*/ 95283 w 7467600"/>
              <a:gd name="connsiteY987" fmla="*/ 0 h 6858000"/>
              <a:gd name="connsiteX988" fmla="*/ 300708 w 7467600"/>
              <a:gd name="connsiteY988" fmla="*/ 154571 h 6858000"/>
              <a:gd name="connsiteX989" fmla="*/ 530414 w 7467600"/>
              <a:gd name="connsiteY989" fmla="*/ 354673 h 6858000"/>
              <a:gd name="connsiteX990" fmla="*/ 333785 w 7467600"/>
              <a:gd name="connsiteY990" fmla="*/ 161564 h 6858000"/>
              <a:gd name="connsiteX991" fmla="*/ 147005 w 7467600"/>
              <a:gd name="connsiteY991" fmla="*/ 0 h 6858000"/>
              <a:gd name="connsiteX992" fmla="*/ 272509 w 7467600"/>
              <a:gd name="connsiteY992" fmla="*/ 0 h 6858000"/>
              <a:gd name="connsiteX993" fmla="*/ 326276 w 7467600"/>
              <a:gd name="connsiteY993" fmla="*/ 45847 h 6858000"/>
              <a:gd name="connsiteX994" fmla="*/ 823759 w 7467600"/>
              <a:gd name="connsiteY994" fmla="*/ 574145 h 6858000"/>
              <a:gd name="connsiteX995" fmla="*/ 811254 w 7467600"/>
              <a:gd name="connsiteY995" fmla="*/ 665546 h 6858000"/>
              <a:gd name="connsiteX996" fmla="*/ 154042 w 7467600"/>
              <a:gd name="connsiteY996" fmla="*/ 261522 h 6858000"/>
              <a:gd name="connsiteX997" fmla="*/ 13550 w 7467600"/>
              <a:gd name="connsiteY997" fmla="*/ 158423 h 6858000"/>
              <a:gd name="connsiteX998" fmla="*/ 0 w 7467600"/>
              <a:gd name="connsiteY998" fmla="*/ 146618 h 6858000"/>
              <a:gd name="connsiteX999" fmla="*/ 0 w 7467600"/>
              <a:gd name="connsiteY999" fmla="*/ 59161 h 6858000"/>
              <a:gd name="connsiteX1000" fmla="*/ 45427 w 7467600"/>
              <a:gd name="connsiteY1000" fmla="*/ 101078 h 6858000"/>
              <a:gd name="connsiteX1001" fmla="*/ 630103 w 7467600"/>
              <a:gd name="connsiteY1001" fmla="*/ 485885 h 6858000"/>
              <a:gd name="connsiteX1002" fmla="*/ 532040 w 7467600"/>
              <a:gd name="connsiteY1002" fmla="*/ 399359 h 6858000"/>
              <a:gd name="connsiteX1003" fmla="*/ 517618 w 7467600"/>
              <a:gd name="connsiteY1003" fmla="*/ 385726 h 6858000"/>
              <a:gd name="connsiteX1004" fmla="*/ 285074 w 7467600"/>
              <a:gd name="connsiteY1004" fmla="*/ 182755 h 6858000"/>
              <a:gd name="connsiteX1005" fmla="*/ 43151 w 7467600"/>
              <a:gd name="connsiteY100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5905192 w 7467600"/>
              <a:gd name="connsiteY844" fmla="*/ 163079 h 6858000"/>
              <a:gd name="connsiteX845" fmla="*/ 5865655 w 7467600"/>
              <a:gd name="connsiteY845" fmla="*/ 171901 h 6858000"/>
              <a:gd name="connsiteX846" fmla="*/ 5259740 w 7467600"/>
              <a:gd name="connsiteY846" fmla="*/ 257013 h 6858000"/>
              <a:gd name="connsiteX847" fmla="*/ 5208466 w 7467600"/>
              <a:gd name="connsiteY847" fmla="*/ 257550 h 6858000"/>
              <a:gd name="connsiteX848" fmla="*/ 4980204 w 7467600"/>
              <a:gd name="connsiteY848" fmla="*/ 271903 h 6858000"/>
              <a:gd name="connsiteX849" fmla="*/ 5068068 w 7467600"/>
              <a:gd name="connsiteY849" fmla="*/ 282244 h 6858000"/>
              <a:gd name="connsiteX850" fmla="*/ 5153231 w 7467600"/>
              <a:gd name="connsiteY850" fmla="*/ 292240 h 6858000"/>
              <a:gd name="connsiteX851" fmla="*/ 5426491 w 7467600"/>
              <a:gd name="connsiteY851" fmla="*/ 281128 h 6858000"/>
              <a:gd name="connsiteX852" fmla="*/ 5731212 w 7467600"/>
              <a:gd name="connsiteY852" fmla="*/ 231951 h 6858000"/>
              <a:gd name="connsiteX853" fmla="*/ 5905192 w 7467600"/>
              <a:gd name="connsiteY853" fmla="*/ 163079 h 6858000"/>
              <a:gd name="connsiteX854" fmla="*/ 5944437 w 7467600"/>
              <a:gd name="connsiteY854" fmla="*/ 113829 h 6858000"/>
              <a:gd name="connsiteX855" fmla="*/ 5825032 w 7467600"/>
              <a:gd name="connsiteY855" fmla="*/ 146405 h 6858000"/>
              <a:gd name="connsiteX856" fmla="*/ 4955599 w 7467600"/>
              <a:gd name="connsiteY856" fmla="*/ 247008 h 6858000"/>
              <a:gd name="connsiteX857" fmla="*/ 5210104 w 7467600"/>
              <a:gd name="connsiteY857" fmla="*/ 228123 h 6858000"/>
              <a:gd name="connsiteX858" fmla="*/ 5261015 w 7467600"/>
              <a:gd name="connsiteY858" fmla="*/ 227087 h 6858000"/>
              <a:gd name="connsiteX859" fmla="*/ 5861181 w 7467600"/>
              <a:gd name="connsiteY859" fmla="*/ 143093 h 6858000"/>
              <a:gd name="connsiteX860" fmla="*/ 5961252 w 7467600"/>
              <a:gd name="connsiteY860" fmla="*/ 114820 h 6858000"/>
              <a:gd name="connsiteX861" fmla="*/ 5944437 w 7467600"/>
              <a:gd name="connsiteY861" fmla="*/ 113829 h 6858000"/>
              <a:gd name="connsiteX862" fmla="*/ 3882765 w 7467600"/>
              <a:gd name="connsiteY862" fmla="*/ 0 h 6858000"/>
              <a:gd name="connsiteX863" fmla="*/ 3995099 w 7467600"/>
              <a:gd name="connsiteY863" fmla="*/ 0 h 6858000"/>
              <a:gd name="connsiteX864" fmla="*/ 4163818 w 7467600"/>
              <a:gd name="connsiteY864" fmla="*/ 234104 h 6858000"/>
              <a:gd name="connsiteX865" fmla="*/ 4172099 w 7467600"/>
              <a:gd name="connsiteY865" fmla="*/ 234207 h 6858000"/>
              <a:gd name="connsiteX866" fmla="*/ 4784282 w 7467600"/>
              <a:gd name="connsiteY866" fmla="*/ 276561 h 6858000"/>
              <a:gd name="connsiteX867" fmla="*/ 4801687 w 7467600"/>
              <a:gd name="connsiteY867" fmla="*/ 267764 h 6858000"/>
              <a:gd name="connsiteX868" fmla="*/ 6082788 w 7467600"/>
              <a:gd name="connsiteY868" fmla="*/ 64119 h 6858000"/>
              <a:gd name="connsiteX869" fmla="*/ 6099442 w 7467600"/>
              <a:gd name="connsiteY869" fmla="*/ 82568 h 6858000"/>
              <a:gd name="connsiteX870" fmla="*/ 4804137 w 7467600"/>
              <a:gd name="connsiteY870" fmla="*/ 320931 h 6858000"/>
              <a:gd name="connsiteX871" fmla="*/ 4227047 w 7467600"/>
              <a:gd name="connsiteY871" fmla="*/ 313415 h 6858000"/>
              <a:gd name="connsiteX872" fmla="*/ 4346041 w 7467600"/>
              <a:gd name="connsiteY872" fmla="*/ 456086 h 6858000"/>
              <a:gd name="connsiteX873" fmla="*/ 4870967 w 7467600"/>
              <a:gd name="connsiteY873" fmla="*/ 963061 h 6858000"/>
              <a:gd name="connsiteX874" fmla="*/ 4889647 w 7467600"/>
              <a:gd name="connsiteY874" fmla="*/ 957147 h 6858000"/>
              <a:gd name="connsiteX875" fmla="*/ 5422504 w 7467600"/>
              <a:gd name="connsiteY875" fmla="*/ 805191 h 6858000"/>
              <a:gd name="connsiteX876" fmla="*/ 6087656 w 7467600"/>
              <a:gd name="connsiteY876" fmla="*/ 826703 h 6858000"/>
              <a:gd name="connsiteX877" fmla="*/ 6058717 w 7467600"/>
              <a:gd name="connsiteY877" fmla="*/ 865992 h 6858000"/>
              <a:gd name="connsiteX878" fmla="*/ 4974153 w 7467600"/>
              <a:gd name="connsiteY878" fmla="*/ 1045456 h 6858000"/>
              <a:gd name="connsiteX879" fmla="*/ 5627835 w 7467600"/>
              <a:gd name="connsiteY879" fmla="*/ 1472077 h 6858000"/>
              <a:gd name="connsiteX880" fmla="*/ 5629817 w 7467600"/>
              <a:gd name="connsiteY880" fmla="*/ 1471412 h 6858000"/>
              <a:gd name="connsiteX881" fmla="*/ 5634124 w 7467600"/>
              <a:gd name="connsiteY881" fmla="*/ 1470572 h 6858000"/>
              <a:gd name="connsiteX882" fmla="*/ 5755832 w 7467600"/>
              <a:gd name="connsiteY882" fmla="*/ 1383886 h 6858000"/>
              <a:gd name="connsiteX883" fmla="*/ 6014186 w 7467600"/>
              <a:gd name="connsiteY883" fmla="*/ 1279799 h 6858000"/>
              <a:gd name="connsiteX884" fmla="*/ 6901619 w 7467600"/>
              <a:gd name="connsiteY884" fmla="*/ 1047874 h 6858000"/>
              <a:gd name="connsiteX885" fmla="*/ 6931566 w 7467600"/>
              <a:gd name="connsiteY885" fmla="*/ 1062034 h 6858000"/>
              <a:gd name="connsiteX886" fmla="*/ 5790982 w 7467600"/>
              <a:gd name="connsiteY886" fmla="*/ 1561380 h 6858000"/>
              <a:gd name="connsiteX887" fmla="*/ 6188971 w 7467600"/>
              <a:gd name="connsiteY887" fmla="*/ 1755168 h 6858000"/>
              <a:gd name="connsiteX888" fmla="*/ 6202446 w 7467600"/>
              <a:gd name="connsiteY888" fmla="*/ 1752268 h 6858000"/>
              <a:gd name="connsiteX889" fmla="*/ 7179560 w 7467600"/>
              <a:gd name="connsiteY889" fmla="*/ 1467551 h 6858000"/>
              <a:gd name="connsiteX890" fmla="*/ 7158730 w 7467600"/>
              <a:gd name="connsiteY890" fmla="*/ 1507835 h 6858000"/>
              <a:gd name="connsiteX891" fmla="*/ 6326959 w 7467600"/>
              <a:gd name="connsiteY891" fmla="*/ 1817686 h 6858000"/>
              <a:gd name="connsiteX892" fmla="*/ 6537433 w 7467600"/>
              <a:gd name="connsiteY892" fmla="*/ 1907790 h 6858000"/>
              <a:gd name="connsiteX893" fmla="*/ 6550221 w 7467600"/>
              <a:gd name="connsiteY893" fmla="*/ 1910729 h 6858000"/>
              <a:gd name="connsiteX894" fmla="*/ 6964438 w 7467600"/>
              <a:gd name="connsiteY894" fmla="*/ 2209505 h 6858000"/>
              <a:gd name="connsiteX895" fmla="*/ 7367862 w 7467600"/>
              <a:gd name="connsiteY895" fmla="*/ 2806833 h 6858000"/>
              <a:gd name="connsiteX896" fmla="*/ 7364329 w 7467600"/>
              <a:gd name="connsiteY896" fmla="*/ 2826907 h 6858000"/>
              <a:gd name="connsiteX897" fmla="*/ 7290545 w 7467600"/>
              <a:gd name="connsiteY897" fmla="*/ 2850663 h 6858000"/>
              <a:gd name="connsiteX898" fmla="*/ 6472036 w 7467600"/>
              <a:gd name="connsiteY898" fmla="*/ 1959003 h 6858000"/>
              <a:gd name="connsiteX899" fmla="*/ 5792897 w 7467600"/>
              <a:gd name="connsiteY899" fmla="*/ 1647747 h 6858000"/>
              <a:gd name="connsiteX900" fmla="*/ 5842751 w 7467600"/>
              <a:gd name="connsiteY900" fmla="*/ 1816112 h 6858000"/>
              <a:gd name="connsiteX901" fmla="*/ 5847424 w 7467600"/>
              <a:gd name="connsiteY901" fmla="*/ 1815776 h 6858000"/>
              <a:gd name="connsiteX902" fmla="*/ 6399821 w 7467600"/>
              <a:gd name="connsiteY902" fmla="*/ 2344799 h 6858000"/>
              <a:gd name="connsiteX903" fmla="*/ 6323232 w 7467600"/>
              <a:gd name="connsiteY903" fmla="*/ 2389634 h 6858000"/>
              <a:gd name="connsiteX904" fmla="*/ 5942958 w 7467600"/>
              <a:gd name="connsiteY904" fmla="*/ 2077708 h 6858000"/>
              <a:gd name="connsiteX905" fmla="*/ 5921559 w 7467600"/>
              <a:gd name="connsiteY905" fmla="*/ 2378596 h 6858000"/>
              <a:gd name="connsiteX906" fmla="*/ 5817651 w 7467600"/>
              <a:gd name="connsiteY906" fmla="*/ 3023919 h 6858000"/>
              <a:gd name="connsiteX907" fmla="*/ 5729634 w 7467600"/>
              <a:gd name="connsiteY907" fmla="*/ 3051849 h 6858000"/>
              <a:gd name="connsiteX908" fmla="*/ 5611018 w 7467600"/>
              <a:gd name="connsiteY908" fmla="*/ 2316769 h 6858000"/>
              <a:gd name="connsiteX909" fmla="*/ 5687608 w 7467600"/>
              <a:gd name="connsiteY909" fmla="*/ 2039972 h 6858000"/>
              <a:gd name="connsiteX910" fmla="*/ 5657554 w 7467600"/>
              <a:gd name="connsiteY910" fmla="*/ 1576445 h 6858000"/>
              <a:gd name="connsiteX911" fmla="*/ 5150475 w 7467600"/>
              <a:gd name="connsiteY911" fmla="*/ 1274012 h 6858000"/>
              <a:gd name="connsiteX912" fmla="*/ 5349142 w 7467600"/>
              <a:gd name="connsiteY912" fmla="*/ 2204405 h 6858000"/>
              <a:gd name="connsiteX913" fmla="*/ 5262214 w 7467600"/>
              <a:gd name="connsiteY913" fmla="*/ 2233836 h 6858000"/>
              <a:gd name="connsiteX914" fmla="*/ 4981539 w 7467600"/>
              <a:gd name="connsiteY914" fmla="*/ 1542201 h 6858000"/>
              <a:gd name="connsiteX915" fmla="*/ 4958461 w 7467600"/>
              <a:gd name="connsiteY915" fmla="*/ 1136957 h 6858000"/>
              <a:gd name="connsiteX916" fmla="*/ 4655015 w 7467600"/>
              <a:gd name="connsiteY916" fmla="*/ 891426 h 6858000"/>
              <a:gd name="connsiteX917" fmla="*/ 4348002 w 7467600"/>
              <a:gd name="connsiteY917" fmla="*/ 2205895 h 6858000"/>
              <a:gd name="connsiteX918" fmla="*/ 4262250 w 7467600"/>
              <a:gd name="connsiteY918" fmla="*/ 2219972 h 6858000"/>
              <a:gd name="connsiteX919" fmla="*/ 4550611 w 7467600"/>
              <a:gd name="connsiteY919" fmla="*/ 817540 h 6858000"/>
              <a:gd name="connsiteX920" fmla="*/ 4564418 w 7467600"/>
              <a:gd name="connsiteY920" fmla="*/ 808293 h 6858000"/>
              <a:gd name="connsiteX921" fmla="*/ 4266388 w 7467600"/>
              <a:gd name="connsiteY921" fmla="*/ 500083 h 6858000"/>
              <a:gd name="connsiteX922" fmla="*/ 4032842 w 7467600"/>
              <a:gd name="connsiteY922" fmla="*/ 211809 h 6858000"/>
              <a:gd name="connsiteX923" fmla="*/ 3882765 w 7467600"/>
              <a:gd name="connsiteY923" fmla="*/ 0 h 6858000"/>
              <a:gd name="connsiteX924" fmla="*/ 3721337 w 7467600"/>
              <a:gd name="connsiteY924" fmla="*/ 0 h 6858000"/>
              <a:gd name="connsiteX925" fmla="*/ 3797544 w 7467600"/>
              <a:gd name="connsiteY925" fmla="*/ 0 h 6858000"/>
              <a:gd name="connsiteX926" fmla="*/ 3775734 w 7467600"/>
              <a:gd name="connsiteY926" fmla="*/ 95131 h 6858000"/>
              <a:gd name="connsiteX927" fmla="*/ 3724807 w 7467600"/>
              <a:gd name="connsiteY927" fmla="*/ 272257 h 6858000"/>
              <a:gd name="connsiteX928" fmla="*/ 3726844 w 7467600"/>
              <a:gd name="connsiteY928" fmla="*/ 282988 h 6858000"/>
              <a:gd name="connsiteX929" fmla="*/ 3742664 w 7467600"/>
              <a:gd name="connsiteY929" fmla="*/ 279918 h 6858000"/>
              <a:gd name="connsiteX930" fmla="*/ 4103910 w 7467600"/>
              <a:gd name="connsiteY930" fmla="*/ 1161917 h 6858000"/>
              <a:gd name="connsiteX931" fmla="*/ 4020269 w 7467600"/>
              <a:gd name="connsiteY931" fmla="*/ 1200406 h 6858000"/>
              <a:gd name="connsiteX932" fmla="*/ 3674882 w 7467600"/>
              <a:gd name="connsiteY932" fmla="*/ 488524 h 6858000"/>
              <a:gd name="connsiteX933" fmla="*/ 3132682 w 7467600"/>
              <a:gd name="connsiteY933" fmla="*/ 1072284 h 6858000"/>
              <a:gd name="connsiteX934" fmla="*/ 2716346 w 7467600"/>
              <a:gd name="connsiteY934" fmla="*/ 1276376 h 6858000"/>
              <a:gd name="connsiteX935" fmla="*/ 2716772 w 7467600"/>
              <a:gd name="connsiteY935" fmla="*/ 1255462 h 6858000"/>
              <a:gd name="connsiteX936" fmla="*/ 3471096 w 7467600"/>
              <a:gd name="connsiteY936" fmla="*/ 437072 h 6858000"/>
              <a:gd name="connsiteX937" fmla="*/ 3639057 w 7467600"/>
              <a:gd name="connsiteY937" fmla="*/ 286334 h 6858000"/>
              <a:gd name="connsiteX938" fmla="*/ 3640309 w 7467600"/>
              <a:gd name="connsiteY938" fmla="*/ 284664 h 6858000"/>
              <a:gd name="connsiteX939" fmla="*/ 3646022 w 7467600"/>
              <a:gd name="connsiteY939" fmla="*/ 276711 h 6858000"/>
              <a:gd name="connsiteX940" fmla="*/ 3707943 w 7467600"/>
              <a:gd name="connsiteY940" fmla="*/ 65958 h 6858000"/>
              <a:gd name="connsiteX941" fmla="*/ 3721337 w 7467600"/>
              <a:gd name="connsiteY941" fmla="*/ 0 h 6858000"/>
              <a:gd name="connsiteX942" fmla="*/ 2867960 w 7467600"/>
              <a:gd name="connsiteY942" fmla="*/ 0 h 6858000"/>
              <a:gd name="connsiteX943" fmla="*/ 2926351 w 7467600"/>
              <a:gd name="connsiteY943" fmla="*/ 0 h 6858000"/>
              <a:gd name="connsiteX944" fmla="*/ 2902823 w 7467600"/>
              <a:gd name="connsiteY944" fmla="*/ 262929 h 6858000"/>
              <a:gd name="connsiteX945" fmla="*/ 2940663 w 7467600"/>
              <a:gd name="connsiteY945" fmla="*/ 140884 h 6858000"/>
              <a:gd name="connsiteX946" fmla="*/ 2947039 w 7467600"/>
              <a:gd name="connsiteY946" fmla="*/ 122524 h 6858000"/>
              <a:gd name="connsiteX947" fmla="*/ 2984316 w 7467600"/>
              <a:gd name="connsiteY947" fmla="*/ 0 h 6858000"/>
              <a:gd name="connsiteX948" fmla="*/ 3016114 w 7467600"/>
              <a:gd name="connsiteY948" fmla="*/ 0 h 6858000"/>
              <a:gd name="connsiteX949" fmla="*/ 2979949 w 7467600"/>
              <a:gd name="connsiteY949" fmla="*/ 119274 h 6858000"/>
              <a:gd name="connsiteX950" fmla="*/ 3023879 w 7467600"/>
              <a:gd name="connsiteY950" fmla="*/ 0 h 6858000"/>
              <a:gd name="connsiteX951" fmla="*/ 3105400 w 7467600"/>
              <a:gd name="connsiteY951" fmla="*/ 0 h 6858000"/>
              <a:gd name="connsiteX952" fmla="*/ 3094669 w 7467600"/>
              <a:gd name="connsiteY952" fmla="*/ 30308 h 6858000"/>
              <a:gd name="connsiteX953" fmla="*/ 2901945 w 7467600"/>
              <a:gd name="connsiteY953" fmla="*/ 466538 h 6858000"/>
              <a:gd name="connsiteX954" fmla="*/ 2815209 w 7467600"/>
              <a:gd name="connsiteY954" fmla="*/ 497361 h 6858000"/>
              <a:gd name="connsiteX955" fmla="*/ 2844845 w 7467600"/>
              <a:gd name="connsiteY955" fmla="*/ 127638 h 6858000"/>
              <a:gd name="connsiteX956" fmla="*/ 2867960 w 7467600"/>
              <a:gd name="connsiteY956" fmla="*/ 0 h 6858000"/>
              <a:gd name="connsiteX957" fmla="*/ 1057230 w 7467600"/>
              <a:gd name="connsiteY957" fmla="*/ 0 h 6858000"/>
              <a:gd name="connsiteX958" fmla="*/ 1111003 w 7467600"/>
              <a:gd name="connsiteY958" fmla="*/ 0 h 6858000"/>
              <a:gd name="connsiteX959" fmla="*/ 1125553 w 7467600"/>
              <a:gd name="connsiteY959" fmla="*/ 52588 h 6858000"/>
              <a:gd name="connsiteX960" fmla="*/ 1304276 w 7467600"/>
              <a:gd name="connsiteY960" fmla="*/ 476275 h 6858000"/>
              <a:gd name="connsiteX961" fmla="*/ 1492066 w 7467600"/>
              <a:gd name="connsiteY961" fmla="*/ 886333 h 6858000"/>
              <a:gd name="connsiteX962" fmla="*/ 1423698 w 7467600"/>
              <a:gd name="connsiteY962" fmla="*/ 710817 h 6858000"/>
              <a:gd name="connsiteX963" fmla="*/ 1357609 w 7467600"/>
              <a:gd name="connsiteY963" fmla="*/ 532892 h 6858000"/>
              <a:gd name="connsiteX964" fmla="*/ 1309550 w 7467600"/>
              <a:gd name="connsiteY964" fmla="*/ 374031 h 6858000"/>
              <a:gd name="connsiteX965" fmla="*/ 1193673 w 7467600"/>
              <a:gd name="connsiteY965" fmla="*/ 49533 h 6858000"/>
              <a:gd name="connsiteX966" fmla="*/ 1164391 w 7467600"/>
              <a:gd name="connsiteY966" fmla="*/ 0 h 6858000"/>
              <a:gd name="connsiteX967" fmla="*/ 1200666 w 7467600"/>
              <a:gd name="connsiteY967" fmla="*/ 0 h 6858000"/>
              <a:gd name="connsiteX968" fmla="*/ 1223408 w 7467600"/>
              <a:gd name="connsiteY968" fmla="*/ 38996 h 6858000"/>
              <a:gd name="connsiteX969" fmla="*/ 1339635 w 7467600"/>
              <a:gd name="connsiteY969" fmla="*/ 365517 h 6858000"/>
              <a:gd name="connsiteX970" fmla="*/ 1387469 w 7467600"/>
              <a:gd name="connsiteY970" fmla="*/ 523079 h 6858000"/>
              <a:gd name="connsiteX971" fmla="*/ 1452685 w 7467600"/>
              <a:gd name="connsiteY971" fmla="*/ 699806 h 6858000"/>
              <a:gd name="connsiteX972" fmla="*/ 1492092 w 7467600"/>
              <a:gd name="connsiteY972" fmla="*/ 800424 h 6858000"/>
              <a:gd name="connsiteX973" fmla="*/ 1455302 w 7467600"/>
              <a:gd name="connsiteY973" fmla="*/ 632913 h 6858000"/>
              <a:gd name="connsiteX974" fmla="*/ 1222336 w 7467600"/>
              <a:gd name="connsiteY974" fmla="*/ 9480 h 6858000"/>
              <a:gd name="connsiteX975" fmla="*/ 1214634 w 7467600"/>
              <a:gd name="connsiteY975" fmla="*/ 0 h 6858000"/>
              <a:gd name="connsiteX976" fmla="*/ 1289827 w 7467600"/>
              <a:gd name="connsiteY976" fmla="*/ 0 h 6858000"/>
              <a:gd name="connsiteX977" fmla="*/ 1321076 w 7467600"/>
              <a:gd name="connsiteY977" fmla="*/ 59722 h 6858000"/>
              <a:gd name="connsiteX978" fmla="*/ 1512579 w 7467600"/>
              <a:gd name="connsiteY978" fmla="*/ 626441 h 6858000"/>
              <a:gd name="connsiteX979" fmla="*/ 1506076 w 7467600"/>
              <a:gd name="connsiteY979" fmla="*/ 1089289 h 6858000"/>
              <a:gd name="connsiteX980" fmla="*/ 1486346 w 7467600"/>
              <a:gd name="connsiteY980" fmla="*/ 1079919 h 6858000"/>
              <a:gd name="connsiteX981" fmla="*/ 1070511 w 7467600"/>
              <a:gd name="connsiteY981" fmla="*/ 48609 h 6858000"/>
              <a:gd name="connsiteX982" fmla="*/ 1057230 w 7467600"/>
              <a:gd name="connsiteY982" fmla="*/ 0 h 6858000"/>
              <a:gd name="connsiteX983" fmla="*/ 43151 w 7467600"/>
              <a:gd name="connsiteY983" fmla="*/ 0 h 6858000"/>
              <a:gd name="connsiteX984" fmla="*/ 95283 w 7467600"/>
              <a:gd name="connsiteY984" fmla="*/ 0 h 6858000"/>
              <a:gd name="connsiteX985" fmla="*/ 300708 w 7467600"/>
              <a:gd name="connsiteY985" fmla="*/ 154571 h 6858000"/>
              <a:gd name="connsiteX986" fmla="*/ 530414 w 7467600"/>
              <a:gd name="connsiteY986" fmla="*/ 354673 h 6858000"/>
              <a:gd name="connsiteX987" fmla="*/ 333785 w 7467600"/>
              <a:gd name="connsiteY987" fmla="*/ 161564 h 6858000"/>
              <a:gd name="connsiteX988" fmla="*/ 147005 w 7467600"/>
              <a:gd name="connsiteY988" fmla="*/ 0 h 6858000"/>
              <a:gd name="connsiteX989" fmla="*/ 272509 w 7467600"/>
              <a:gd name="connsiteY989" fmla="*/ 0 h 6858000"/>
              <a:gd name="connsiteX990" fmla="*/ 326276 w 7467600"/>
              <a:gd name="connsiteY990" fmla="*/ 45847 h 6858000"/>
              <a:gd name="connsiteX991" fmla="*/ 823759 w 7467600"/>
              <a:gd name="connsiteY991" fmla="*/ 574145 h 6858000"/>
              <a:gd name="connsiteX992" fmla="*/ 811254 w 7467600"/>
              <a:gd name="connsiteY992" fmla="*/ 665546 h 6858000"/>
              <a:gd name="connsiteX993" fmla="*/ 154042 w 7467600"/>
              <a:gd name="connsiteY993" fmla="*/ 261522 h 6858000"/>
              <a:gd name="connsiteX994" fmla="*/ 13550 w 7467600"/>
              <a:gd name="connsiteY994" fmla="*/ 158423 h 6858000"/>
              <a:gd name="connsiteX995" fmla="*/ 0 w 7467600"/>
              <a:gd name="connsiteY995" fmla="*/ 146618 h 6858000"/>
              <a:gd name="connsiteX996" fmla="*/ 0 w 7467600"/>
              <a:gd name="connsiteY996" fmla="*/ 59161 h 6858000"/>
              <a:gd name="connsiteX997" fmla="*/ 45427 w 7467600"/>
              <a:gd name="connsiteY997" fmla="*/ 101078 h 6858000"/>
              <a:gd name="connsiteX998" fmla="*/ 630103 w 7467600"/>
              <a:gd name="connsiteY998" fmla="*/ 485885 h 6858000"/>
              <a:gd name="connsiteX999" fmla="*/ 532040 w 7467600"/>
              <a:gd name="connsiteY999" fmla="*/ 399359 h 6858000"/>
              <a:gd name="connsiteX1000" fmla="*/ 517618 w 7467600"/>
              <a:gd name="connsiteY1000" fmla="*/ 385726 h 6858000"/>
              <a:gd name="connsiteX1001" fmla="*/ 285074 w 7467600"/>
              <a:gd name="connsiteY1001" fmla="*/ 182755 h 6858000"/>
              <a:gd name="connsiteX1002" fmla="*/ 43151 w 7467600"/>
              <a:gd name="connsiteY100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1946 w 7467600"/>
              <a:gd name="connsiteY127" fmla="*/ 5075653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1903353 w 7467600"/>
              <a:gd name="connsiteY146" fmla="*/ 5044827 h 6858000"/>
              <a:gd name="connsiteX147" fmla="*/ 1936931 w 7467600"/>
              <a:gd name="connsiteY147" fmla="*/ 5093954 h 6858000"/>
              <a:gd name="connsiteX148" fmla="*/ 2195868 w 7467600"/>
              <a:gd name="connsiteY148" fmla="*/ 5396574 h 6858000"/>
              <a:gd name="connsiteX149" fmla="*/ 2088852 w 7467600"/>
              <a:gd name="connsiteY149" fmla="*/ 5166123 h 6858000"/>
              <a:gd name="connsiteX150" fmla="*/ 1958241 w 7467600"/>
              <a:gd name="connsiteY150" fmla="*/ 5067955 h 6858000"/>
              <a:gd name="connsiteX151" fmla="*/ 1903353 w 7467600"/>
              <a:gd name="connsiteY151" fmla="*/ 5044827 h 6858000"/>
              <a:gd name="connsiteX152" fmla="*/ 1979378 w 7467600"/>
              <a:gd name="connsiteY152" fmla="*/ 4769504 h 6858000"/>
              <a:gd name="connsiteX153" fmla="*/ 2882120 w 7467600"/>
              <a:gd name="connsiteY153" fmla="*/ 5064547 h 6858000"/>
              <a:gd name="connsiteX154" fmla="*/ 2793103 w 7467600"/>
              <a:gd name="connsiteY154" fmla="*/ 5039699 h 6858000"/>
              <a:gd name="connsiteX155" fmla="*/ 2770041 w 7467600"/>
              <a:gd name="connsiteY155" fmla="*/ 5033634 h 6858000"/>
              <a:gd name="connsiteX156" fmla="*/ 1979378 w 7467600"/>
              <a:gd name="connsiteY156" fmla="*/ 4769504 h 6858000"/>
              <a:gd name="connsiteX157" fmla="*/ 1927410 w 7467600"/>
              <a:gd name="connsiteY157" fmla="*/ 4716164 h 6858000"/>
              <a:gd name="connsiteX158" fmla="*/ 1959587 w 7467600"/>
              <a:gd name="connsiteY158" fmla="*/ 4728849 h 6858000"/>
              <a:gd name="connsiteX159" fmla="*/ 2777707 w 7467600"/>
              <a:gd name="connsiteY159" fmla="*/ 5003991 h 6858000"/>
              <a:gd name="connsiteX160" fmla="*/ 2800768 w 7467600"/>
              <a:gd name="connsiteY160" fmla="*/ 5010056 h 6858000"/>
              <a:gd name="connsiteX161" fmla="*/ 2879408 w 7467600"/>
              <a:gd name="connsiteY161" fmla="*/ 5031590 h 6858000"/>
              <a:gd name="connsiteX162" fmla="*/ 2862295 w 7467600"/>
              <a:gd name="connsiteY162" fmla="*/ 5022958 h 6858000"/>
              <a:gd name="connsiteX163" fmla="*/ 2813343 w 7467600"/>
              <a:gd name="connsiteY163" fmla="*/ 4998369 h 6858000"/>
              <a:gd name="connsiteX164" fmla="*/ 2646245 w 7467600"/>
              <a:gd name="connsiteY164" fmla="*/ 4930999 h 6858000"/>
              <a:gd name="connsiteX165" fmla="*/ 1999243 w 7467600"/>
              <a:gd name="connsiteY165" fmla="*/ 4730524 h 6858000"/>
              <a:gd name="connsiteX166" fmla="*/ 1979527 w 7467600"/>
              <a:gd name="connsiteY166" fmla="*/ 4726651 h 6858000"/>
              <a:gd name="connsiteX167" fmla="*/ 1927410 w 7467600"/>
              <a:gd name="connsiteY167" fmla="*/ 4716164 h 6858000"/>
              <a:gd name="connsiteX168" fmla="*/ 1997014 w 7467600"/>
              <a:gd name="connsiteY168" fmla="*/ 4698007 h 6858000"/>
              <a:gd name="connsiteX169" fmla="*/ 2005458 w 7467600"/>
              <a:gd name="connsiteY169" fmla="*/ 4699540 h 6858000"/>
              <a:gd name="connsiteX170" fmla="*/ 2657186 w 7467600"/>
              <a:gd name="connsiteY170" fmla="*/ 4901687 h 6858000"/>
              <a:gd name="connsiteX171" fmla="*/ 2826662 w 7467600"/>
              <a:gd name="connsiteY171" fmla="*/ 4970362 h 6858000"/>
              <a:gd name="connsiteX172" fmla="*/ 2876100 w 7467600"/>
              <a:gd name="connsiteY172" fmla="*/ 4995397 h 6858000"/>
              <a:gd name="connsiteX173" fmla="*/ 3042600 w 7467600"/>
              <a:gd name="connsiteY173" fmla="*/ 5059532 h 6858000"/>
              <a:gd name="connsiteX174" fmla="*/ 1997014 w 7467600"/>
              <a:gd name="connsiteY174" fmla="*/ 4698007 h 6858000"/>
              <a:gd name="connsiteX175" fmla="*/ 2305292 w 7467600"/>
              <a:gd name="connsiteY175" fmla="*/ 4219492 h 6858000"/>
              <a:gd name="connsiteX176" fmla="*/ 3360922 w 7467600"/>
              <a:gd name="connsiteY176" fmla="*/ 4529373 h 6858000"/>
              <a:gd name="connsiteX177" fmla="*/ 3492420 w 7467600"/>
              <a:gd name="connsiteY177" fmla="*/ 4510145 h 6858000"/>
              <a:gd name="connsiteX178" fmla="*/ 3364086 w 7467600"/>
              <a:gd name="connsiteY178" fmla="*/ 4480340 h 6858000"/>
              <a:gd name="connsiteX179" fmla="*/ 3225818 w 7467600"/>
              <a:gd name="connsiteY179" fmla="*/ 4411822 h 6858000"/>
              <a:gd name="connsiteX180" fmla="*/ 3129696 w 7467600"/>
              <a:gd name="connsiteY180" fmla="*/ 4360704 h 6858000"/>
              <a:gd name="connsiteX181" fmla="*/ 2814545 w 7467600"/>
              <a:gd name="connsiteY181" fmla="*/ 4282955 h 6858000"/>
              <a:gd name="connsiteX182" fmla="*/ 2305292 w 7467600"/>
              <a:gd name="connsiteY182" fmla="*/ 4219492 h 6858000"/>
              <a:gd name="connsiteX183" fmla="*/ 2626982 w 7467600"/>
              <a:gd name="connsiteY183" fmla="*/ 4206450 h 6858000"/>
              <a:gd name="connsiteX184" fmla="*/ 2490617 w 7467600"/>
              <a:gd name="connsiteY184" fmla="*/ 4206951 h 6858000"/>
              <a:gd name="connsiteX185" fmla="*/ 2819869 w 7467600"/>
              <a:gd name="connsiteY185" fmla="*/ 4252936 h 6858000"/>
              <a:gd name="connsiteX186" fmla="*/ 3143018 w 7467600"/>
              <a:gd name="connsiteY186" fmla="*/ 4332698 h 6858000"/>
              <a:gd name="connsiteX187" fmla="*/ 3241520 w 7467600"/>
              <a:gd name="connsiteY187" fmla="*/ 4385112 h 6858000"/>
              <a:gd name="connsiteX188" fmla="*/ 3374575 w 7467600"/>
              <a:gd name="connsiteY188" fmla="*/ 4451517 h 6858000"/>
              <a:gd name="connsiteX189" fmla="*/ 3505221 w 7467600"/>
              <a:gd name="connsiteY189" fmla="*/ 4480757 h 6858000"/>
              <a:gd name="connsiteX190" fmla="*/ 2626982 w 7467600"/>
              <a:gd name="connsiteY190" fmla="*/ 4206450 h 6858000"/>
              <a:gd name="connsiteX191" fmla="*/ 1310106 w 7467600"/>
              <a:gd name="connsiteY191" fmla="*/ 3943217 h 6858000"/>
              <a:gd name="connsiteX192" fmla="*/ 854994 w 7467600"/>
              <a:gd name="connsiteY192" fmla="*/ 4399136 h 6858000"/>
              <a:gd name="connsiteX193" fmla="*/ 742462 w 7467600"/>
              <a:gd name="connsiteY193" fmla="*/ 4594648 h 6858000"/>
              <a:gd name="connsiteX194" fmla="*/ 820602 w 7467600"/>
              <a:gd name="connsiteY194" fmla="*/ 4485915 h 6858000"/>
              <a:gd name="connsiteX195" fmla="*/ 878295 w 7467600"/>
              <a:gd name="connsiteY195" fmla="*/ 4403594 h 6858000"/>
              <a:gd name="connsiteX196" fmla="*/ 1240607 w 7467600"/>
              <a:gd name="connsiteY196" fmla="*/ 4010401 h 6858000"/>
              <a:gd name="connsiteX197" fmla="*/ 1310106 w 7467600"/>
              <a:gd name="connsiteY197" fmla="*/ 3943217 h 6858000"/>
              <a:gd name="connsiteX198" fmla="*/ 1423113 w 7467600"/>
              <a:gd name="connsiteY198" fmla="*/ 3874565 h 6858000"/>
              <a:gd name="connsiteX199" fmla="*/ 1260565 w 7467600"/>
              <a:gd name="connsiteY199" fmla="*/ 4031982 h 6858000"/>
              <a:gd name="connsiteX200" fmla="*/ 901900 w 7467600"/>
              <a:gd name="connsiteY200" fmla="*/ 4421236 h 6858000"/>
              <a:gd name="connsiteX201" fmla="*/ 845044 w 7467600"/>
              <a:gd name="connsiteY201" fmla="*/ 4502436 h 6858000"/>
              <a:gd name="connsiteX202" fmla="*/ 685926 w 7467600"/>
              <a:gd name="connsiteY202" fmla="*/ 4703069 h 6858000"/>
              <a:gd name="connsiteX203" fmla="*/ 684248 w 7467600"/>
              <a:gd name="connsiteY203" fmla="*/ 4706721 h 6858000"/>
              <a:gd name="connsiteX204" fmla="*/ 1423113 w 7467600"/>
              <a:gd name="connsiteY204" fmla="*/ 3874565 h 6858000"/>
              <a:gd name="connsiteX205" fmla="*/ 3316479 w 7467600"/>
              <a:gd name="connsiteY205" fmla="*/ 3872136 h 6858000"/>
              <a:gd name="connsiteX206" fmla="*/ 3546806 w 7467600"/>
              <a:gd name="connsiteY206" fmla="*/ 4356139 h 6858000"/>
              <a:gd name="connsiteX207" fmla="*/ 3364433 w 7467600"/>
              <a:gd name="connsiteY207" fmla="*/ 3953121 h 6858000"/>
              <a:gd name="connsiteX208" fmla="*/ 3316479 w 7467600"/>
              <a:gd name="connsiteY208" fmla="*/ 3872136 h 6858000"/>
              <a:gd name="connsiteX209" fmla="*/ 3291335 w 7467600"/>
              <a:gd name="connsiteY209" fmla="*/ 3767420 h 6858000"/>
              <a:gd name="connsiteX210" fmla="*/ 3390805 w 7467600"/>
              <a:gd name="connsiteY210" fmla="*/ 3937163 h 6858000"/>
              <a:gd name="connsiteX211" fmla="*/ 3579062 w 7467600"/>
              <a:gd name="connsiteY211" fmla="*/ 4359040 h 6858000"/>
              <a:gd name="connsiteX212" fmla="*/ 3467355 w 7467600"/>
              <a:gd name="connsiteY212" fmla="*/ 3988130 h 6858000"/>
              <a:gd name="connsiteX213" fmla="*/ 3310753 w 7467600"/>
              <a:gd name="connsiteY213" fmla="*/ 3787140 h 6858000"/>
              <a:gd name="connsiteX214" fmla="*/ 3291335 w 7467600"/>
              <a:gd name="connsiteY214" fmla="*/ 3767420 h 6858000"/>
              <a:gd name="connsiteX215" fmla="*/ 1635889 w 7467600"/>
              <a:gd name="connsiteY215" fmla="*/ 3709494 h 6858000"/>
              <a:gd name="connsiteX216" fmla="*/ 1634800 w 7467600"/>
              <a:gd name="connsiteY216" fmla="*/ 3731111 h 6858000"/>
              <a:gd name="connsiteX217" fmla="*/ 1635889 w 7467600"/>
              <a:gd name="connsiteY217" fmla="*/ 3709494 h 6858000"/>
              <a:gd name="connsiteX218" fmla="*/ 1510397 w 7467600"/>
              <a:gd name="connsiteY218" fmla="*/ 3684705 h 6858000"/>
              <a:gd name="connsiteX219" fmla="*/ 1146550 w 7467600"/>
              <a:gd name="connsiteY219" fmla="*/ 3802012 h 6858000"/>
              <a:gd name="connsiteX220" fmla="*/ 698834 w 7467600"/>
              <a:gd name="connsiteY220" fmla="*/ 3952272 h 6858000"/>
              <a:gd name="connsiteX221" fmla="*/ 34256 w 7467600"/>
              <a:gd name="connsiteY221" fmla="*/ 4347603 h 6858000"/>
              <a:gd name="connsiteX222" fmla="*/ 527241 w 7467600"/>
              <a:gd name="connsiteY222" fmla="*/ 4065078 h 6858000"/>
              <a:gd name="connsiteX223" fmla="*/ 1510397 w 7467600"/>
              <a:gd name="connsiteY223" fmla="*/ 3684705 h 6858000"/>
              <a:gd name="connsiteX224" fmla="*/ 1313114 w 7467600"/>
              <a:gd name="connsiteY224" fmla="*/ 3655216 h 6858000"/>
              <a:gd name="connsiteX225" fmla="*/ 1109304 w 7467600"/>
              <a:gd name="connsiteY225" fmla="*/ 3669030 h 6858000"/>
              <a:gd name="connsiteX226" fmla="*/ 8129 w 7467600"/>
              <a:gd name="connsiteY226" fmla="*/ 4330519 h 6858000"/>
              <a:gd name="connsiteX227" fmla="*/ 687572 w 7467600"/>
              <a:gd name="connsiteY227" fmla="*/ 3925629 h 6858000"/>
              <a:gd name="connsiteX228" fmla="*/ 1138365 w 7467600"/>
              <a:gd name="connsiteY228" fmla="*/ 3774515 h 6858000"/>
              <a:gd name="connsiteX229" fmla="*/ 1505579 w 7467600"/>
              <a:gd name="connsiteY229" fmla="*/ 3655526 h 6858000"/>
              <a:gd name="connsiteX230" fmla="*/ 1313114 w 7467600"/>
              <a:gd name="connsiteY230" fmla="*/ 3655216 h 6858000"/>
              <a:gd name="connsiteX231" fmla="*/ 3655073 w 7467600"/>
              <a:gd name="connsiteY231" fmla="*/ 3650884 h 6858000"/>
              <a:gd name="connsiteX232" fmla="*/ 3989938 w 7467600"/>
              <a:gd name="connsiteY232" fmla="*/ 3991685 h 6858000"/>
              <a:gd name="connsiteX233" fmla="*/ 4393907 w 7467600"/>
              <a:gd name="connsiteY233" fmla="*/ 4261258 h 6858000"/>
              <a:gd name="connsiteX234" fmla="*/ 4648051 w 7467600"/>
              <a:gd name="connsiteY234" fmla="*/ 4374051 h 6858000"/>
              <a:gd name="connsiteX235" fmla="*/ 4383389 w 7467600"/>
              <a:gd name="connsiteY235" fmla="*/ 4184369 h 6858000"/>
              <a:gd name="connsiteX236" fmla="*/ 4165508 w 7467600"/>
              <a:gd name="connsiteY236" fmla="*/ 4035196 h 6858000"/>
              <a:gd name="connsiteX237" fmla="*/ 4068162 w 7467600"/>
              <a:gd name="connsiteY237" fmla="*/ 3953394 h 6858000"/>
              <a:gd name="connsiteX238" fmla="*/ 3981416 w 7467600"/>
              <a:gd name="connsiteY238" fmla="*/ 3880482 h 6858000"/>
              <a:gd name="connsiteX239" fmla="*/ 3800147 w 7467600"/>
              <a:gd name="connsiteY239" fmla="*/ 3749872 h 6858000"/>
              <a:gd name="connsiteX240" fmla="*/ 3655073 w 7467600"/>
              <a:gd name="connsiteY240" fmla="*/ 3650884 h 6858000"/>
              <a:gd name="connsiteX241" fmla="*/ 3670252 w 7467600"/>
              <a:gd name="connsiteY241" fmla="*/ 3622798 h 6858000"/>
              <a:gd name="connsiteX242" fmla="*/ 3817258 w 7467600"/>
              <a:gd name="connsiteY242" fmla="*/ 3723577 h 6858000"/>
              <a:gd name="connsiteX243" fmla="*/ 4000461 w 7467600"/>
              <a:gd name="connsiteY243" fmla="*/ 3855966 h 6858000"/>
              <a:gd name="connsiteX244" fmla="*/ 4088180 w 7467600"/>
              <a:gd name="connsiteY244" fmla="*/ 3929774 h 6858000"/>
              <a:gd name="connsiteX245" fmla="*/ 4184555 w 7467600"/>
              <a:gd name="connsiteY245" fmla="*/ 4010683 h 6858000"/>
              <a:gd name="connsiteX246" fmla="*/ 4399563 w 7467600"/>
              <a:gd name="connsiteY246" fmla="*/ 4158106 h 6858000"/>
              <a:gd name="connsiteX247" fmla="*/ 4684469 w 7467600"/>
              <a:gd name="connsiteY247" fmla="*/ 4364680 h 6858000"/>
              <a:gd name="connsiteX248" fmla="*/ 4690271 w 7467600"/>
              <a:gd name="connsiteY248" fmla="*/ 4370034 h 6858000"/>
              <a:gd name="connsiteX249" fmla="*/ 4136093 w 7467600"/>
              <a:gd name="connsiteY249" fmla="*/ 3858466 h 6858000"/>
              <a:gd name="connsiteX250" fmla="*/ 3670252 w 7467600"/>
              <a:gd name="connsiteY250" fmla="*/ 3622798 h 6858000"/>
              <a:gd name="connsiteX251" fmla="*/ 4440129 w 7467600"/>
              <a:gd name="connsiteY251" fmla="*/ 3448571 h 6858000"/>
              <a:gd name="connsiteX252" fmla="*/ 4856525 w 7467600"/>
              <a:gd name="connsiteY252" fmla="*/ 3915351 h 6858000"/>
              <a:gd name="connsiteX253" fmla="*/ 5059055 w 7467600"/>
              <a:gd name="connsiteY253" fmla="*/ 4108918 h 6858000"/>
              <a:gd name="connsiteX254" fmla="*/ 5290070 w 7467600"/>
              <a:gd name="connsiteY254" fmla="*/ 4263619 h 6858000"/>
              <a:gd name="connsiteX255" fmla="*/ 4834991 w 7467600"/>
              <a:gd name="connsiteY255" fmla="*/ 3830985 h 6858000"/>
              <a:gd name="connsiteX256" fmla="*/ 4440129 w 7467600"/>
              <a:gd name="connsiteY256" fmla="*/ 3448571 h 6858000"/>
              <a:gd name="connsiteX257" fmla="*/ 4441737 w 7467600"/>
              <a:gd name="connsiteY257" fmla="*/ 3399734 h 6858000"/>
              <a:gd name="connsiteX258" fmla="*/ 4431236 w 7467600"/>
              <a:gd name="connsiteY258" fmla="*/ 3400954 h 6858000"/>
              <a:gd name="connsiteX259" fmla="*/ 4557150 w 7467600"/>
              <a:gd name="connsiteY259" fmla="*/ 3510023 h 6858000"/>
              <a:gd name="connsiteX260" fmla="*/ 4856936 w 7467600"/>
              <a:gd name="connsiteY260" fmla="*/ 3809146 h 6858000"/>
              <a:gd name="connsiteX261" fmla="*/ 5111996 w 7467600"/>
              <a:gd name="connsiteY261" fmla="*/ 4065759 h 6858000"/>
              <a:gd name="connsiteX262" fmla="*/ 5388878 w 7467600"/>
              <a:gd name="connsiteY262" fmla="*/ 4300185 h 6858000"/>
              <a:gd name="connsiteX263" fmla="*/ 5425556 w 7467600"/>
              <a:gd name="connsiteY263" fmla="*/ 4308967 h 6858000"/>
              <a:gd name="connsiteX264" fmla="*/ 4943646 w 7467600"/>
              <a:gd name="connsiteY264" fmla="*/ 3822916 h 6858000"/>
              <a:gd name="connsiteX265" fmla="*/ 4594837 w 7467600"/>
              <a:gd name="connsiteY265" fmla="*/ 3532274 h 6858000"/>
              <a:gd name="connsiteX266" fmla="*/ 4441737 w 7467600"/>
              <a:gd name="connsiteY266" fmla="*/ 3399734 h 6858000"/>
              <a:gd name="connsiteX267" fmla="*/ 5425834 w 7467600"/>
              <a:gd name="connsiteY267" fmla="*/ 3162785 h 6858000"/>
              <a:gd name="connsiteX268" fmla="*/ 5401644 w 7467600"/>
              <a:gd name="connsiteY268" fmla="*/ 3617847 h 6858000"/>
              <a:gd name="connsiteX269" fmla="*/ 5467256 w 7467600"/>
              <a:gd name="connsiteY269" fmla="*/ 4175494 h 6858000"/>
              <a:gd name="connsiteX270" fmla="*/ 5448069 w 7467600"/>
              <a:gd name="connsiteY270" fmla="*/ 3567554 h 6858000"/>
              <a:gd name="connsiteX271" fmla="*/ 5425834 w 7467600"/>
              <a:gd name="connsiteY271" fmla="*/ 3162785 h 6858000"/>
              <a:gd name="connsiteX272" fmla="*/ 1318687 w 7467600"/>
              <a:gd name="connsiteY272" fmla="*/ 3113840 h 6858000"/>
              <a:gd name="connsiteX273" fmla="*/ 1066793 w 7467600"/>
              <a:gd name="connsiteY273" fmla="*/ 3212171 h 6858000"/>
              <a:gd name="connsiteX274" fmla="*/ 993319 w 7467600"/>
              <a:gd name="connsiteY274" fmla="*/ 3247648 h 6858000"/>
              <a:gd name="connsiteX275" fmla="*/ 853081 w 7467600"/>
              <a:gd name="connsiteY275" fmla="*/ 3312410 h 6858000"/>
              <a:gd name="connsiteX276" fmla="*/ 805957 w 7467600"/>
              <a:gd name="connsiteY276" fmla="*/ 3330443 h 6858000"/>
              <a:gd name="connsiteX277" fmla="*/ 1318687 w 7467600"/>
              <a:gd name="connsiteY277" fmla="*/ 3113840 h 6858000"/>
              <a:gd name="connsiteX278" fmla="*/ 5453702 w 7467600"/>
              <a:gd name="connsiteY278" fmla="*/ 3090882 h 6858000"/>
              <a:gd name="connsiteX279" fmla="*/ 5480135 w 7467600"/>
              <a:gd name="connsiteY279" fmla="*/ 3565802 h 6858000"/>
              <a:gd name="connsiteX280" fmla="*/ 5499023 w 7467600"/>
              <a:gd name="connsiteY280" fmla="*/ 4166310 h 6858000"/>
              <a:gd name="connsiteX281" fmla="*/ 5547022 w 7467600"/>
              <a:gd name="connsiteY281" fmla="*/ 3607838 h 6858000"/>
              <a:gd name="connsiteX282" fmla="*/ 5515964 w 7467600"/>
              <a:gd name="connsiteY282" fmla="*/ 3378541 h 6858000"/>
              <a:gd name="connsiteX283" fmla="*/ 5453702 w 7467600"/>
              <a:gd name="connsiteY283" fmla="*/ 3090882 h 6858000"/>
              <a:gd name="connsiteX284" fmla="*/ 1238695 w 7467600"/>
              <a:gd name="connsiteY284" fmla="*/ 3076820 h 6858000"/>
              <a:gd name="connsiteX285" fmla="*/ 716371 w 7467600"/>
              <a:gd name="connsiteY285" fmla="*/ 3293249 h 6858000"/>
              <a:gd name="connsiteX286" fmla="*/ 579522 w 7467600"/>
              <a:gd name="connsiteY286" fmla="*/ 3371759 h 6858000"/>
              <a:gd name="connsiteX287" fmla="*/ 600288 w 7467600"/>
              <a:gd name="connsiteY287" fmla="*/ 3365555 h 6858000"/>
              <a:gd name="connsiteX288" fmla="*/ 840692 w 7467600"/>
              <a:gd name="connsiteY288" fmla="*/ 3284921 h 6858000"/>
              <a:gd name="connsiteX289" fmla="*/ 979248 w 7467600"/>
              <a:gd name="connsiteY289" fmla="*/ 3221003 h 6858000"/>
              <a:gd name="connsiteX290" fmla="*/ 1053282 w 7467600"/>
              <a:gd name="connsiteY290" fmla="*/ 3185247 h 6858000"/>
              <a:gd name="connsiteX291" fmla="*/ 1320603 w 7467600"/>
              <a:gd name="connsiteY291" fmla="*/ 3081281 h 6858000"/>
              <a:gd name="connsiteX292" fmla="*/ 1238695 w 7467600"/>
              <a:gd name="connsiteY292" fmla="*/ 3076820 h 6858000"/>
              <a:gd name="connsiteX293" fmla="*/ 5425627 w 7467600"/>
              <a:gd name="connsiteY293" fmla="*/ 2954192 h 6858000"/>
              <a:gd name="connsiteX294" fmla="*/ 5470770 w 7467600"/>
              <a:gd name="connsiteY294" fmla="*/ 3005435 h 6858000"/>
              <a:gd name="connsiteX295" fmla="*/ 5519779 w 7467600"/>
              <a:gd name="connsiteY295" fmla="*/ 4359223 h 6858000"/>
              <a:gd name="connsiteX296" fmla="*/ 5520293 w 7467600"/>
              <a:gd name="connsiteY296" fmla="*/ 4360602 h 6858000"/>
              <a:gd name="connsiteX297" fmla="*/ 5767221 w 7467600"/>
              <a:gd name="connsiteY297" fmla="*/ 4665564 h 6858000"/>
              <a:gd name="connsiteX298" fmla="*/ 6937169 w 7467600"/>
              <a:gd name="connsiteY298" fmla="*/ 4815941 h 6858000"/>
              <a:gd name="connsiteX299" fmla="*/ 6953922 w 7467600"/>
              <a:gd name="connsiteY299" fmla="*/ 4890068 h 6858000"/>
              <a:gd name="connsiteX300" fmla="*/ 6071359 w 7467600"/>
              <a:gd name="connsiteY300" fmla="*/ 4770770 h 6858000"/>
              <a:gd name="connsiteX301" fmla="*/ 6038839 w 7467600"/>
              <a:gd name="connsiteY301" fmla="*/ 4764474 h 6858000"/>
              <a:gd name="connsiteX302" fmla="*/ 6038706 w 7467600"/>
              <a:gd name="connsiteY302" fmla="*/ 4763847 h 6858000"/>
              <a:gd name="connsiteX303" fmla="*/ 6037784 w 7467600"/>
              <a:gd name="connsiteY303" fmla="*/ 4764270 h 6858000"/>
              <a:gd name="connsiteX304" fmla="*/ 6038839 w 7467600"/>
              <a:gd name="connsiteY304" fmla="*/ 4764474 h 6858000"/>
              <a:gd name="connsiteX305" fmla="*/ 6040338 w 7467600"/>
              <a:gd name="connsiteY305" fmla="*/ 4771418 h 6858000"/>
              <a:gd name="connsiteX306" fmla="*/ 6024488 w 7467600"/>
              <a:gd name="connsiteY306" fmla="*/ 4809903 h 6858000"/>
              <a:gd name="connsiteX307" fmla="*/ 5599771 w 7467600"/>
              <a:gd name="connsiteY307" fmla="*/ 5509652 h 6858000"/>
              <a:gd name="connsiteX308" fmla="*/ 5548843 w 7467600"/>
              <a:gd name="connsiteY308" fmla="*/ 5563845 h 6858000"/>
              <a:gd name="connsiteX309" fmla="*/ 5940952 w 7467600"/>
              <a:gd name="connsiteY309" fmla="*/ 6250028 h 6858000"/>
              <a:gd name="connsiteX310" fmla="*/ 6043441 w 7467600"/>
              <a:gd name="connsiteY310" fmla="*/ 6665847 h 6858000"/>
              <a:gd name="connsiteX311" fmla="*/ 6093432 w 7467600"/>
              <a:gd name="connsiteY311" fmla="*/ 6858000 h 6858000"/>
              <a:gd name="connsiteX312" fmla="*/ 6034344 w 7467600"/>
              <a:gd name="connsiteY312" fmla="*/ 6858000 h 6858000"/>
              <a:gd name="connsiteX313" fmla="*/ 6026679 w 7467600"/>
              <a:gd name="connsiteY313" fmla="*/ 6836959 h 6858000"/>
              <a:gd name="connsiteX314" fmla="*/ 5800441 w 7467600"/>
              <a:gd name="connsiteY314" fmla="*/ 6335286 h 6858000"/>
              <a:gd name="connsiteX315" fmla="*/ 5526562 w 7467600"/>
              <a:gd name="connsiteY315" fmla="*/ 5705388 h 6858000"/>
              <a:gd name="connsiteX316" fmla="*/ 5519640 w 7467600"/>
              <a:gd name="connsiteY316" fmla="*/ 5683774 h 6858000"/>
              <a:gd name="connsiteX317" fmla="*/ 5844559 w 7467600"/>
              <a:gd name="connsiteY317" fmla="*/ 6553349 h 6858000"/>
              <a:gd name="connsiteX318" fmla="*/ 5975994 w 7467600"/>
              <a:gd name="connsiteY318" fmla="*/ 6858000 h 6858000"/>
              <a:gd name="connsiteX319" fmla="*/ 5898547 w 7467600"/>
              <a:gd name="connsiteY319" fmla="*/ 6858000 h 6858000"/>
              <a:gd name="connsiteX320" fmla="*/ 5682041 w 7467600"/>
              <a:gd name="connsiteY320" fmla="*/ 6355860 h 6858000"/>
              <a:gd name="connsiteX321" fmla="*/ 5461758 w 7467600"/>
              <a:gd name="connsiteY321" fmla="*/ 5820220 h 6858000"/>
              <a:gd name="connsiteX322" fmla="*/ 5237282 w 7467600"/>
              <a:gd name="connsiteY322" fmla="*/ 6579086 h 6858000"/>
              <a:gd name="connsiteX323" fmla="*/ 5115009 w 7467600"/>
              <a:gd name="connsiteY323" fmla="*/ 6858000 h 6858000"/>
              <a:gd name="connsiteX324" fmla="*/ 5028074 w 7467600"/>
              <a:gd name="connsiteY324" fmla="*/ 6858000 h 6858000"/>
              <a:gd name="connsiteX325" fmla="*/ 5079508 w 7467600"/>
              <a:gd name="connsiteY325" fmla="*/ 6749074 h 6858000"/>
              <a:gd name="connsiteX326" fmla="*/ 5371846 w 7467600"/>
              <a:gd name="connsiteY326" fmla="*/ 5924413 h 6858000"/>
              <a:gd name="connsiteX327" fmla="*/ 5270512 w 7467600"/>
              <a:gd name="connsiteY327" fmla="*/ 6138975 h 6858000"/>
              <a:gd name="connsiteX328" fmla="*/ 5062409 w 7467600"/>
              <a:gd name="connsiteY328" fmla="*/ 6653544 h 6858000"/>
              <a:gd name="connsiteX329" fmla="*/ 5036628 w 7467600"/>
              <a:gd name="connsiteY329" fmla="*/ 6754247 h 6858000"/>
              <a:gd name="connsiteX330" fmla="*/ 5009112 w 7467600"/>
              <a:gd name="connsiteY330" fmla="*/ 6858000 h 6858000"/>
              <a:gd name="connsiteX331" fmla="*/ 4976679 w 7467600"/>
              <a:gd name="connsiteY331" fmla="*/ 6858000 h 6858000"/>
              <a:gd name="connsiteX332" fmla="*/ 5006537 w 7467600"/>
              <a:gd name="connsiteY332" fmla="*/ 6747068 h 6858000"/>
              <a:gd name="connsiteX333" fmla="*/ 5032723 w 7467600"/>
              <a:gd name="connsiteY333" fmla="*/ 6644957 h 6858000"/>
              <a:gd name="connsiteX334" fmla="*/ 5242949 w 7467600"/>
              <a:gd name="connsiteY334" fmla="*/ 6125175 h 6858000"/>
              <a:gd name="connsiteX335" fmla="*/ 5286321 w 7467600"/>
              <a:gd name="connsiteY335" fmla="*/ 6033555 h 6858000"/>
              <a:gd name="connsiteX336" fmla="*/ 5008210 w 7467600"/>
              <a:gd name="connsiteY336" fmla="*/ 6649194 h 6858000"/>
              <a:gd name="connsiteX337" fmla="*/ 4986321 w 7467600"/>
              <a:gd name="connsiteY337" fmla="*/ 6765687 h 6858000"/>
              <a:gd name="connsiteX338" fmla="*/ 4973474 w 7467600"/>
              <a:gd name="connsiteY338" fmla="*/ 6858000 h 6858000"/>
              <a:gd name="connsiteX339" fmla="*/ 4907178 w 7467600"/>
              <a:gd name="connsiteY339" fmla="*/ 6858000 h 6858000"/>
              <a:gd name="connsiteX340" fmla="*/ 4910810 w 7467600"/>
              <a:gd name="connsiteY340" fmla="*/ 6829660 h 6858000"/>
              <a:gd name="connsiteX341" fmla="*/ 4987461 w 7467600"/>
              <a:gd name="connsiteY341" fmla="*/ 6432994 h 6858000"/>
              <a:gd name="connsiteX342" fmla="*/ 5179262 w 7467600"/>
              <a:gd name="connsiteY342" fmla="*/ 6035044 h 6858000"/>
              <a:gd name="connsiteX343" fmla="*/ 4689678 w 7467600"/>
              <a:gd name="connsiteY343" fmla="*/ 6440241 h 6858000"/>
              <a:gd name="connsiteX344" fmla="*/ 4477543 w 7467600"/>
              <a:gd name="connsiteY344" fmla="*/ 6674836 h 6858000"/>
              <a:gd name="connsiteX345" fmla="*/ 4329957 w 7467600"/>
              <a:gd name="connsiteY345" fmla="*/ 6858000 h 6858000"/>
              <a:gd name="connsiteX346" fmla="*/ 4218595 w 7467600"/>
              <a:gd name="connsiteY346" fmla="*/ 6858000 h 6858000"/>
              <a:gd name="connsiteX347" fmla="*/ 4368888 w 7467600"/>
              <a:gd name="connsiteY347" fmla="*/ 6668412 h 6858000"/>
              <a:gd name="connsiteX348" fmla="*/ 4563091 w 7467600"/>
              <a:gd name="connsiteY348" fmla="*/ 6442508 h 6858000"/>
              <a:gd name="connsiteX349" fmla="*/ 5387324 w 7467600"/>
              <a:gd name="connsiteY349" fmla="*/ 5705830 h 6858000"/>
              <a:gd name="connsiteX350" fmla="*/ 5073620 w 7467600"/>
              <a:gd name="connsiteY350" fmla="*/ 5955437 h 6858000"/>
              <a:gd name="connsiteX351" fmla="*/ 4689789 w 7467600"/>
              <a:gd name="connsiteY351" fmla="*/ 6268382 h 6858000"/>
              <a:gd name="connsiteX352" fmla="*/ 4418722 w 7467600"/>
              <a:gd name="connsiteY352" fmla="*/ 6570886 h 6858000"/>
              <a:gd name="connsiteX353" fmla="*/ 4214944 w 7467600"/>
              <a:gd name="connsiteY353" fmla="*/ 6858000 h 6858000"/>
              <a:gd name="connsiteX354" fmla="*/ 4177898 w 7467600"/>
              <a:gd name="connsiteY354" fmla="*/ 6858000 h 6858000"/>
              <a:gd name="connsiteX355" fmla="*/ 4391597 w 7467600"/>
              <a:gd name="connsiteY355" fmla="*/ 6556370 h 6858000"/>
              <a:gd name="connsiteX356" fmla="*/ 4668889 w 7467600"/>
              <a:gd name="connsiteY356" fmla="*/ 6246399 h 6858000"/>
              <a:gd name="connsiteX357" fmla="*/ 5055427 w 7467600"/>
              <a:gd name="connsiteY357" fmla="*/ 5931476 h 6858000"/>
              <a:gd name="connsiteX358" fmla="*/ 5371814 w 7467600"/>
              <a:gd name="connsiteY358" fmla="*/ 5678975 h 6858000"/>
              <a:gd name="connsiteX359" fmla="*/ 4987918 w 7467600"/>
              <a:gd name="connsiteY359" fmla="*/ 5838701 h 6858000"/>
              <a:gd name="connsiteX360" fmla="*/ 4317146 w 7467600"/>
              <a:gd name="connsiteY360" fmla="*/ 6587716 h 6858000"/>
              <a:gd name="connsiteX361" fmla="*/ 4171627 w 7467600"/>
              <a:gd name="connsiteY361" fmla="*/ 6858000 h 6858000"/>
              <a:gd name="connsiteX362" fmla="*/ 4081585 w 7467600"/>
              <a:gd name="connsiteY362" fmla="*/ 6858000 h 6858000"/>
              <a:gd name="connsiteX363" fmla="*/ 4238603 w 7467600"/>
              <a:gd name="connsiteY363" fmla="*/ 6559341 h 6858000"/>
              <a:gd name="connsiteX364" fmla="*/ 4778333 w 7467600"/>
              <a:gd name="connsiteY364" fmla="*/ 5873626 h 6858000"/>
              <a:gd name="connsiteX365" fmla="*/ 5414185 w 7467600"/>
              <a:gd name="connsiteY365" fmla="*/ 5573882 h 6858000"/>
              <a:gd name="connsiteX366" fmla="*/ 5959648 w 7467600"/>
              <a:gd name="connsiteY366" fmla="*/ 4760797 h 6858000"/>
              <a:gd name="connsiteX367" fmla="*/ 5355019 w 7467600"/>
              <a:gd name="connsiteY367" fmla="*/ 4734672 h 6858000"/>
              <a:gd name="connsiteX368" fmla="*/ 5083565 w 7467600"/>
              <a:gd name="connsiteY368" fmla="*/ 5179121 h 6858000"/>
              <a:gd name="connsiteX369" fmla="*/ 4713577 w 7467600"/>
              <a:gd name="connsiteY369" fmla="*/ 5616803 h 6858000"/>
              <a:gd name="connsiteX370" fmla="*/ 3989559 w 7467600"/>
              <a:gd name="connsiteY370" fmla="*/ 6145945 h 6858000"/>
              <a:gd name="connsiteX371" fmla="*/ 3939824 w 7467600"/>
              <a:gd name="connsiteY371" fmla="*/ 6066900 h 6858000"/>
              <a:gd name="connsiteX372" fmla="*/ 4584537 w 7467600"/>
              <a:gd name="connsiteY372" fmla="*/ 5324826 h 6858000"/>
              <a:gd name="connsiteX373" fmla="*/ 5037105 w 7467600"/>
              <a:gd name="connsiteY373" fmla="*/ 5088765 h 6858000"/>
              <a:gd name="connsiteX374" fmla="*/ 5039930 w 7467600"/>
              <a:gd name="connsiteY374" fmla="*/ 5089585 h 6858000"/>
              <a:gd name="connsiteX375" fmla="*/ 5263764 w 7467600"/>
              <a:gd name="connsiteY375" fmla="*/ 4735525 h 6858000"/>
              <a:gd name="connsiteX376" fmla="*/ 4086300 w 7467600"/>
              <a:gd name="connsiteY376" fmla="*/ 4884599 h 6858000"/>
              <a:gd name="connsiteX377" fmla="*/ 4085485 w 7467600"/>
              <a:gd name="connsiteY377" fmla="*/ 4899070 h 6858000"/>
              <a:gd name="connsiteX378" fmla="*/ 3871915 w 7467600"/>
              <a:gd name="connsiteY378" fmla="*/ 5253645 h 6858000"/>
              <a:gd name="connsiteX379" fmla="*/ 3799374 w 7467600"/>
              <a:gd name="connsiteY379" fmla="*/ 5466127 h 6858000"/>
              <a:gd name="connsiteX380" fmla="*/ 3498850 w 7467600"/>
              <a:gd name="connsiteY380" fmla="*/ 6661888 h 6858000"/>
              <a:gd name="connsiteX381" fmla="*/ 3399216 w 7467600"/>
              <a:gd name="connsiteY381" fmla="*/ 6858000 h 6858000"/>
              <a:gd name="connsiteX382" fmla="*/ 3303688 w 7467600"/>
              <a:gd name="connsiteY382" fmla="*/ 6858000 h 6858000"/>
              <a:gd name="connsiteX383" fmla="*/ 3391774 w 7467600"/>
              <a:gd name="connsiteY383" fmla="*/ 6697181 h 6858000"/>
              <a:gd name="connsiteX384" fmla="*/ 3735540 w 7467600"/>
              <a:gd name="connsiteY384" fmla="*/ 5546923 h 6858000"/>
              <a:gd name="connsiteX385" fmla="*/ 3729438 w 7467600"/>
              <a:gd name="connsiteY385" fmla="*/ 5569058 h 6858000"/>
              <a:gd name="connsiteX386" fmla="*/ 3707782 w 7467600"/>
              <a:gd name="connsiteY386" fmla="*/ 5644908 h 6858000"/>
              <a:gd name="connsiteX387" fmla="*/ 3583827 w 7467600"/>
              <a:gd name="connsiteY387" fmla="*/ 6039215 h 6858000"/>
              <a:gd name="connsiteX388" fmla="*/ 3547861 w 7467600"/>
              <a:gd name="connsiteY388" fmla="*/ 6129609 h 6858000"/>
              <a:gd name="connsiteX389" fmla="*/ 3490905 w 7467600"/>
              <a:gd name="connsiteY389" fmla="*/ 6277660 h 6858000"/>
              <a:gd name="connsiteX390" fmla="*/ 3455859 w 7467600"/>
              <a:gd name="connsiteY390" fmla="*/ 6391301 h 6858000"/>
              <a:gd name="connsiteX391" fmla="*/ 3429112 w 7467600"/>
              <a:gd name="connsiteY391" fmla="*/ 6479469 h 6858000"/>
              <a:gd name="connsiteX392" fmla="*/ 3304862 w 7467600"/>
              <a:gd name="connsiteY392" fmla="*/ 6796476 h 6858000"/>
              <a:gd name="connsiteX393" fmla="*/ 3276071 w 7467600"/>
              <a:gd name="connsiteY393" fmla="*/ 6858000 h 6858000"/>
              <a:gd name="connsiteX394" fmla="*/ 3240805 w 7467600"/>
              <a:gd name="connsiteY394" fmla="*/ 6858000 h 6858000"/>
              <a:gd name="connsiteX395" fmla="*/ 3275917 w 7467600"/>
              <a:gd name="connsiteY395" fmla="*/ 6783192 h 6858000"/>
              <a:gd name="connsiteX396" fmla="*/ 3399358 w 7467600"/>
              <a:gd name="connsiteY396" fmla="*/ 6469011 h 6858000"/>
              <a:gd name="connsiteX397" fmla="*/ 3425650 w 7467600"/>
              <a:gd name="connsiteY397" fmla="*/ 6381333 h 6858000"/>
              <a:gd name="connsiteX398" fmla="*/ 3460661 w 7467600"/>
              <a:gd name="connsiteY398" fmla="*/ 6266763 h 6858000"/>
              <a:gd name="connsiteX399" fmla="*/ 3518021 w 7467600"/>
              <a:gd name="connsiteY399" fmla="*/ 6117298 h 6858000"/>
              <a:gd name="connsiteX400" fmla="*/ 3554035 w 7467600"/>
              <a:gd name="connsiteY400" fmla="*/ 6027832 h 6858000"/>
              <a:gd name="connsiteX401" fmla="*/ 3677174 w 7467600"/>
              <a:gd name="connsiteY401" fmla="*/ 5636351 h 6858000"/>
              <a:gd name="connsiteX402" fmla="*/ 3698819 w 7467600"/>
              <a:gd name="connsiteY402" fmla="*/ 5560503 h 6858000"/>
              <a:gd name="connsiteX403" fmla="*/ 3702094 w 7467600"/>
              <a:gd name="connsiteY403" fmla="*/ 5549194 h 6858000"/>
              <a:gd name="connsiteX404" fmla="*/ 3398355 w 7467600"/>
              <a:gd name="connsiteY404" fmla="*/ 6094603 h 6858000"/>
              <a:gd name="connsiteX405" fmla="*/ 3193941 w 7467600"/>
              <a:gd name="connsiteY405" fmla="*/ 6798775 h 6858000"/>
              <a:gd name="connsiteX406" fmla="*/ 3184140 w 7467600"/>
              <a:gd name="connsiteY406" fmla="*/ 6858000 h 6858000"/>
              <a:gd name="connsiteX407" fmla="*/ 3099978 w 7467600"/>
              <a:gd name="connsiteY407" fmla="*/ 6858000 h 6858000"/>
              <a:gd name="connsiteX408" fmla="*/ 3101556 w 7467600"/>
              <a:gd name="connsiteY408" fmla="*/ 6843337 h 6858000"/>
              <a:gd name="connsiteX409" fmla="*/ 3370162 w 7467600"/>
              <a:gd name="connsiteY409" fmla="*/ 5785550 h 6858000"/>
              <a:gd name="connsiteX410" fmla="*/ 3746477 w 7467600"/>
              <a:gd name="connsiteY410" fmla="*/ 5377889 h 6858000"/>
              <a:gd name="connsiteX411" fmla="*/ 3863399 w 7467600"/>
              <a:gd name="connsiteY411" fmla="*/ 5087257 h 6858000"/>
              <a:gd name="connsiteX412" fmla="*/ 3968712 w 7467600"/>
              <a:gd name="connsiteY412" fmla="*/ 4913989 h 6858000"/>
              <a:gd name="connsiteX413" fmla="*/ 2792390 w 7467600"/>
              <a:gd name="connsiteY413" fmla="*/ 5382974 h 6858000"/>
              <a:gd name="connsiteX414" fmla="*/ 2714982 w 7467600"/>
              <a:gd name="connsiteY414" fmla="*/ 5427051 h 6858000"/>
              <a:gd name="connsiteX415" fmla="*/ 2813361 w 7467600"/>
              <a:gd name="connsiteY415" fmla="*/ 6023912 h 6858000"/>
              <a:gd name="connsiteX416" fmla="*/ 2688430 w 7467600"/>
              <a:gd name="connsiteY416" fmla="*/ 6801564 h 6858000"/>
              <a:gd name="connsiteX417" fmla="*/ 2629626 w 7467600"/>
              <a:gd name="connsiteY417" fmla="*/ 6763394 h 6858000"/>
              <a:gd name="connsiteX418" fmla="*/ 2565328 w 7467600"/>
              <a:gd name="connsiteY418" fmla="*/ 5516399 h 6858000"/>
              <a:gd name="connsiteX419" fmla="*/ 1922999 w 7467600"/>
              <a:gd name="connsiteY419" fmla="*/ 5980343 h 6858000"/>
              <a:gd name="connsiteX420" fmla="*/ 1950261 w 7467600"/>
              <a:gd name="connsiteY420" fmla="*/ 6405858 h 6858000"/>
              <a:gd name="connsiteX421" fmla="*/ 2365554 w 7467600"/>
              <a:gd name="connsiteY421" fmla="*/ 6759107 h 6858000"/>
              <a:gd name="connsiteX422" fmla="*/ 2424142 w 7467600"/>
              <a:gd name="connsiteY422" fmla="*/ 6858000 h 6858000"/>
              <a:gd name="connsiteX423" fmla="*/ 2395994 w 7467600"/>
              <a:gd name="connsiteY423" fmla="*/ 6858000 h 6858000"/>
              <a:gd name="connsiteX424" fmla="*/ 2392863 w 7467600"/>
              <a:gd name="connsiteY424" fmla="*/ 6852964 h 6858000"/>
              <a:gd name="connsiteX425" fmla="*/ 2017589 w 7467600"/>
              <a:gd name="connsiteY425" fmla="*/ 6493982 h 6858000"/>
              <a:gd name="connsiteX426" fmla="*/ 2147336 w 7467600"/>
              <a:gd name="connsiteY426" fmla="*/ 6594052 h 6858000"/>
              <a:gd name="connsiteX427" fmla="*/ 2207047 w 7467600"/>
              <a:gd name="connsiteY427" fmla="*/ 6654540 h 6858000"/>
              <a:gd name="connsiteX428" fmla="*/ 2299106 w 7467600"/>
              <a:gd name="connsiteY428" fmla="*/ 6778931 h 6858000"/>
              <a:gd name="connsiteX429" fmla="*/ 2314430 w 7467600"/>
              <a:gd name="connsiteY429" fmla="*/ 6801144 h 6858000"/>
              <a:gd name="connsiteX430" fmla="*/ 2352406 w 7467600"/>
              <a:gd name="connsiteY430" fmla="*/ 6858000 h 6858000"/>
              <a:gd name="connsiteX431" fmla="*/ 2314492 w 7467600"/>
              <a:gd name="connsiteY431" fmla="*/ 6858000 h 6858000"/>
              <a:gd name="connsiteX432" fmla="*/ 2288095 w 7467600"/>
              <a:gd name="connsiteY432" fmla="*/ 6818030 h 6858000"/>
              <a:gd name="connsiteX433" fmla="*/ 2272768 w 7467600"/>
              <a:gd name="connsiteY433" fmla="*/ 6795822 h 6858000"/>
              <a:gd name="connsiteX434" fmla="*/ 2182715 w 7467600"/>
              <a:gd name="connsiteY434" fmla="*/ 6675071 h 6858000"/>
              <a:gd name="connsiteX435" fmla="*/ 2032061 w 7467600"/>
              <a:gd name="connsiteY435" fmla="*/ 6541380 h 6858000"/>
              <a:gd name="connsiteX436" fmla="*/ 2257220 w 7467600"/>
              <a:gd name="connsiteY436" fmla="*/ 6826257 h 6858000"/>
              <a:gd name="connsiteX437" fmla="*/ 2281324 w 7467600"/>
              <a:gd name="connsiteY437" fmla="*/ 6858000 h 6858000"/>
              <a:gd name="connsiteX438" fmla="*/ 2242860 w 7467600"/>
              <a:gd name="connsiteY438" fmla="*/ 6858000 h 6858000"/>
              <a:gd name="connsiteX439" fmla="*/ 2232818 w 7467600"/>
              <a:gd name="connsiteY439" fmla="*/ 6844926 h 6858000"/>
              <a:gd name="connsiteX440" fmla="*/ 1990172 w 7467600"/>
              <a:gd name="connsiteY440" fmla="*/ 6542121 h 6858000"/>
              <a:gd name="connsiteX441" fmla="*/ 2124090 w 7467600"/>
              <a:gd name="connsiteY441" fmla="*/ 6761017 h 6858000"/>
              <a:gd name="connsiteX442" fmla="*/ 2200380 w 7467600"/>
              <a:gd name="connsiteY442" fmla="*/ 6858000 h 6858000"/>
              <a:gd name="connsiteX443" fmla="*/ 2147507 w 7467600"/>
              <a:gd name="connsiteY443" fmla="*/ 6858000 h 6858000"/>
              <a:gd name="connsiteX444" fmla="*/ 2070668 w 7467600"/>
              <a:gd name="connsiteY444" fmla="*/ 6761520 h 6858000"/>
              <a:gd name="connsiteX445" fmla="*/ 1975142 w 7467600"/>
              <a:gd name="connsiteY445" fmla="*/ 6585570 h 6858000"/>
              <a:gd name="connsiteX446" fmla="*/ 2050035 w 7467600"/>
              <a:gd name="connsiteY446" fmla="*/ 6813345 h 6858000"/>
              <a:gd name="connsiteX447" fmla="*/ 2063025 w 7467600"/>
              <a:gd name="connsiteY447" fmla="*/ 6858000 h 6858000"/>
              <a:gd name="connsiteX448" fmla="*/ 2021675 w 7467600"/>
              <a:gd name="connsiteY448" fmla="*/ 6858000 h 6858000"/>
              <a:gd name="connsiteX449" fmla="*/ 2019308 w 7467600"/>
              <a:gd name="connsiteY449" fmla="*/ 6847118 h 6858000"/>
              <a:gd name="connsiteX450" fmla="*/ 1938835 w 7467600"/>
              <a:gd name="connsiteY450" fmla="*/ 6551160 h 6858000"/>
              <a:gd name="connsiteX451" fmla="*/ 1953230 w 7467600"/>
              <a:gd name="connsiteY451" fmla="*/ 6759699 h 6858000"/>
              <a:gd name="connsiteX452" fmla="*/ 1956763 w 7467600"/>
              <a:gd name="connsiteY452" fmla="*/ 6778191 h 6858000"/>
              <a:gd name="connsiteX453" fmla="*/ 1967925 w 7467600"/>
              <a:gd name="connsiteY453" fmla="*/ 6858000 h 6858000"/>
              <a:gd name="connsiteX454" fmla="*/ 1936622 w 7467600"/>
              <a:gd name="connsiteY454" fmla="*/ 6858000 h 6858000"/>
              <a:gd name="connsiteX455" fmla="*/ 1926261 w 7467600"/>
              <a:gd name="connsiteY455" fmla="*/ 6784064 h 6858000"/>
              <a:gd name="connsiteX456" fmla="*/ 1922724 w 7467600"/>
              <a:gd name="connsiteY456" fmla="*/ 6765577 h 6858000"/>
              <a:gd name="connsiteX457" fmla="*/ 1904650 w 7467600"/>
              <a:gd name="connsiteY457" fmla="*/ 6639616 h 6858000"/>
              <a:gd name="connsiteX458" fmla="*/ 1885273 w 7467600"/>
              <a:gd name="connsiteY458" fmla="*/ 6858000 h 6858000"/>
              <a:gd name="connsiteX459" fmla="*/ 1854363 w 7467600"/>
              <a:gd name="connsiteY459" fmla="*/ 6858000 h 6858000"/>
              <a:gd name="connsiteX460" fmla="*/ 1880391 w 7467600"/>
              <a:gd name="connsiteY460" fmla="*/ 6603796 h 6858000"/>
              <a:gd name="connsiteX461" fmla="*/ 1818273 w 7467600"/>
              <a:gd name="connsiteY461" fmla="*/ 6715729 h 6858000"/>
              <a:gd name="connsiteX462" fmla="*/ 1794691 w 7467600"/>
              <a:gd name="connsiteY462" fmla="*/ 6843239 h 6858000"/>
              <a:gd name="connsiteX463" fmla="*/ 1794914 w 7467600"/>
              <a:gd name="connsiteY463" fmla="*/ 6858000 h 6858000"/>
              <a:gd name="connsiteX464" fmla="*/ 1746128 w 7467600"/>
              <a:gd name="connsiteY464" fmla="*/ 6858000 h 6858000"/>
              <a:gd name="connsiteX465" fmla="*/ 1753934 w 7467600"/>
              <a:gd name="connsiteY465" fmla="*/ 6724796 h 6858000"/>
              <a:gd name="connsiteX466" fmla="*/ 1792053 w 7467600"/>
              <a:gd name="connsiteY466" fmla="*/ 6572396 h 6858000"/>
              <a:gd name="connsiteX467" fmla="*/ 1862248 w 7467600"/>
              <a:gd name="connsiteY467" fmla="*/ 6266397 h 6858000"/>
              <a:gd name="connsiteX468" fmla="*/ 1862250 w 7467600"/>
              <a:gd name="connsiteY468" fmla="*/ 6033531 h 6858000"/>
              <a:gd name="connsiteX469" fmla="*/ 1211999 w 7467600"/>
              <a:gd name="connsiteY469" fmla="*/ 6683610 h 6858000"/>
              <a:gd name="connsiteX470" fmla="*/ 1213266 w 7467600"/>
              <a:gd name="connsiteY470" fmla="*/ 6691947 h 6858000"/>
              <a:gd name="connsiteX471" fmla="*/ 1203370 w 7467600"/>
              <a:gd name="connsiteY471" fmla="*/ 6850676 h 6858000"/>
              <a:gd name="connsiteX472" fmla="*/ 1203671 w 7467600"/>
              <a:gd name="connsiteY472" fmla="*/ 6858000 h 6858000"/>
              <a:gd name="connsiteX473" fmla="*/ 1143180 w 7467600"/>
              <a:gd name="connsiteY473" fmla="*/ 6858000 h 6858000"/>
              <a:gd name="connsiteX474" fmla="*/ 1142176 w 7467600"/>
              <a:gd name="connsiteY474" fmla="*/ 6766045 h 6858000"/>
              <a:gd name="connsiteX475" fmla="*/ 1067484 w 7467600"/>
              <a:gd name="connsiteY475" fmla="*/ 6858000 h 6858000"/>
              <a:gd name="connsiteX476" fmla="*/ 953928 w 7467600"/>
              <a:gd name="connsiteY476" fmla="*/ 6858000 h 6858000"/>
              <a:gd name="connsiteX477" fmla="*/ 959715 w 7467600"/>
              <a:gd name="connsiteY477" fmla="*/ 6850185 h 6858000"/>
              <a:gd name="connsiteX478" fmla="*/ 1483788 w 7467600"/>
              <a:gd name="connsiteY478" fmla="*/ 6259174 h 6858000"/>
              <a:gd name="connsiteX479" fmla="*/ 1100671 w 7467600"/>
              <a:gd name="connsiteY479" fmla="*/ 6252137 h 6858000"/>
              <a:gd name="connsiteX480" fmla="*/ 1090144 w 7467600"/>
              <a:gd name="connsiteY480" fmla="*/ 6256748 h 6858000"/>
              <a:gd name="connsiteX481" fmla="*/ 1095872 w 7467600"/>
              <a:gd name="connsiteY481" fmla="*/ 6271892 h 6858000"/>
              <a:gd name="connsiteX482" fmla="*/ 262785 w 7467600"/>
              <a:gd name="connsiteY482" fmla="*/ 6845450 h 6858000"/>
              <a:gd name="connsiteX483" fmla="*/ 209968 w 7467600"/>
              <a:gd name="connsiteY483" fmla="*/ 6770713 h 6858000"/>
              <a:gd name="connsiteX484" fmla="*/ 873460 w 7467600"/>
              <a:gd name="connsiteY484" fmla="*/ 6253768 h 6858000"/>
              <a:gd name="connsiteX485" fmla="*/ 192686 w 7467600"/>
              <a:gd name="connsiteY485" fmla="*/ 5849257 h 6858000"/>
              <a:gd name="connsiteX486" fmla="*/ 4696 w 7467600"/>
              <a:gd name="connsiteY486" fmla="*/ 5697668 h 6858000"/>
              <a:gd name="connsiteX487" fmla="*/ 0 w 7467600"/>
              <a:gd name="connsiteY487" fmla="*/ 5689984 h 6858000"/>
              <a:gd name="connsiteX488" fmla="*/ 0 w 7467600"/>
              <a:gd name="connsiteY488" fmla="*/ 5513472 h 6858000"/>
              <a:gd name="connsiteX489" fmla="*/ 174101 w 7467600"/>
              <a:gd name="connsiteY489" fmla="*/ 5620277 h 6858000"/>
              <a:gd name="connsiteX490" fmla="*/ 891800 w 7467600"/>
              <a:gd name="connsiteY490" fmla="*/ 6036935 h 6858000"/>
              <a:gd name="connsiteX491" fmla="*/ 1072219 w 7467600"/>
              <a:gd name="connsiteY491" fmla="*/ 6169443 h 6858000"/>
              <a:gd name="connsiteX492" fmla="*/ 1074117 w 7467600"/>
              <a:gd name="connsiteY492" fmla="*/ 6170301 h 6858000"/>
              <a:gd name="connsiteX493" fmla="*/ 1083114 w 7467600"/>
              <a:gd name="connsiteY493" fmla="*/ 6174131 h 6858000"/>
              <a:gd name="connsiteX494" fmla="*/ 1543010 w 7467600"/>
              <a:gd name="connsiteY494" fmla="*/ 6191140 h 6858000"/>
              <a:gd name="connsiteX495" fmla="*/ 1551080 w 7467600"/>
              <a:gd name="connsiteY495" fmla="*/ 6195006 h 6858000"/>
              <a:gd name="connsiteX496" fmla="*/ 2345443 w 7467600"/>
              <a:gd name="connsiteY496" fmla="*/ 5549882 h 6858000"/>
              <a:gd name="connsiteX497" fmla="*/ 1721499 w 7467600"/>
              <a:gd name="connsiteY497" fmla="*/ 5599969 h 6858000"/>
              <a:gd name="connsiteX498" fmla="*/ 767716 w 7467600"/>
              <a:gd name="connsiteY498" fmla="*/ 5472768 h 6858000"/>
              <a:gd name="connsiteX499" fmla="*/ 722147 w 7467600"/>
              <a:gd name="connsiteY499" fmla="*/ 5393091 h 6858000"/>
              <a:gd name="connsiteX500" fmla="*/ 1485552 w 7467600"/>
              <a:gd name="connsiteY500" fmla="*/ 5313202 h 6858000"/>
              <a:gd name="connsiteX501" fmla="*/ 2143004 w 7467600"/>
              <a:gd name="connsiteY501" fmla="*/ 5402420 h 6858000"/>
              <a:gd name="connsiteX502" fmla="*/ 1933391 w 7467600"/>
              <a:gd name="connsiteY502" fmla="*/ 5156971 h 6858000"/>
              <a:gd name="connsiteX503" fmla="*/ 1827118 w 7467600"/>
              <a:gd name="connsiteY503" fmla="*/ 4968410 h 6858000"/>
              <a:gd name="connsiteX504" fmla="*/ 1837349 w 7467600"/>
              <a:gd name="connsiteY504" fmla="*/ 4956357 h 6858000"/>
              <a:gd name="connsiteX505" fmla="*/ 2162835 w 7467600"/>
              <a:gd name="connsiteY505" fmla="*/ 5187853 h 6858000"/>
              <a:gd name="connsiteX506" fmla="*/ 2257167 w 7467600"/>
              <a:gd name="connsiteY506" fmla="*/ 5462123 h 6858000"/>
              <a:gd name="connsiteX507" fmla="*/ 2261598 w 7467600"/>
              <a:gd name="connsiteY507" fmla="*/ 5467998 h 6858000"/>
              <a:gd name="connsiteX508" fmla="*/ 2437177 w 7467600"/>
              <a:gd name="connsiteY508" fmla="*/ 5479608 h 6858000"/>
              <a:gd name="connsiteX509" fmla="*/ 2445247 w 7467600"/>
              <a:gd name="connsiteY509" fmla="*/ 5483476 h 6858000"/>
              <a:gd name="connsiteX510" fmla="*/ 2743626 w 7467600"/>
              <a:gd name="connsiteY510" fmla="*/ 5304819 h 6858000"/>
              <a:gd name="connsiteX511" fmla="*/ 3048102 w 7467600"/>
              <a:gd name="connsiteY511" fmla="*/ 5150595 h 6858000"/>
              <a:gd name="connsiteX512" fmla="*/ 1799414 w 7467600"/>
              <a:gd name="connsiteY512" fmla="*/ 4694732 h 6858000"/>
              <a:gd name="connsiteX513" fmla="*/ 1771735 w 7467600"/>
              <a:gd name="connsiteY513" fmla="*/ 4619929 h 6858000"/>
              <a:gd name="connsiteX514" fmla="*/ 3104273 w 7467600"/>
              <a:gd name="connsiteY514" fmla="*/ 5076159 h 6858000"/>
              <a:gd name="connsiteX515" fmla="*/ 3113245 w 7467600"/>
              <a:gd name="connsiteY515" fmla="*/ 5090705 h 6858000"/>
              <a:gd name="connsiteX516" fmla="*/ 3126294 w 7467600"/>
              <a:gd name="connsiteY516" fmla="*/ 5114400 h 6858000"/>
              <a:gd name="connsiteX517" fmla="*/ 3937433 w 7467600"/>
              <a:gd name="connsiteY517" fmla="*/ 4830473 h 6858000"/>
              <a:gd name="connsiteX518" fmla="*/ 3590475 w 7467600"/>
              <a:gd name="connsiteY518" fmla="*/ 4597974 h 6858000"/>
              <a:gd name="connsiteX519" fmla="*/ 3100264 w 7467600"/>
              <a:gd name="connsiteY519" fmla="*/ 4579845 h 6858000"/>
              <a:gd name="connsiteX520" fmla="*/ 2183576 w 7467600"/>
              <a:gd name="connsiteY520" fmla="*/ 4227150 h 6858000"/>
              <a:gd name="connsiteX521" fmla="*/ 2151029 w 7467600"/>
              <a:gd name="connsiteY521" fmla="*/ 4146947 h 6858000"/>
              <a:gd name="connsiteX522" fmla="*/ 3563434 w 7467600"/>
              <a:gd name="connsiteY522" fmla="*/ 4469115 h 6858000"/>
              <a:gd name="connsiteX523" fmla="*/ 3177952 w 7467600"/>
              <a:gd name="connsiteY523" fmla="*/ 3657386 h 6858000"/>
              <a:gd name="connsiteX524" fmla="*/ 3189263 w 7467600"/>
              <a:gd name="connsiteY524" fmla="*/ 3625726 h 6858000"/>
              <a:gd name="connsiteX525" fmla="*/ 3560912 w 7467600"/>
              <a:gd name="connsiteY525" fmla="*/ 4079863 h 6858000"/>
              <a:gd name="connsiteX526" fmla="*/ 3626636 w 7467600"/>
              <a:gd name="connsiteY526" fmla="*/ 4512230 h 6858000"/>
              <a:gd name="connsiteX527" fmla="*/ 3653088 w 7467600"/>
              <a:gd name="connsiteY527" fmla="*/ 4521417 h 6858000"/>
              <a:gd name="connsiteX528" fmla="*/ 3988128 w 7467600"/>
              <a:gd name="connsiteY528" fmla="*/ 4817267 h 6858000"/>
              <a:gd name="connsiteX529" fmla="*/ 4830582 w 7467600"/>
              <a:gd name="connsiteY529" fmla="*/ 4676000 h 6858000"/>
              <a:gd name="connsiteX530" fmla="*/ 4830100 w 7467600"/>
              <a:gd name="connsiteY530" fmla="*/ 4675554 h 6858000"/>
              <a:gd name="connsiteX531" fmla="*/ 4036318 w 7467600"/>
              <a:gd name="connsiteY531" fmla="*/ 4147013 h 6858000"/>
              <a:gd name="connsiteX532" fmla="*/ 3432098 w 7467600"/>
              <a:gd name="connsiteY532" fmla="*/ 3537312 h 6858000"/>
              <a:gd name="connsiteX533" fmla="*/ 3446761 w 7467600"/>
              <a:gd name="connsiteY533" fmla="*/ 3461278 h 6858000"/>
              <a:gd name="connsiteX534" fmla="*/ 4419733 w 7467600"/>
              <a:gd name="connsiteY534" fmla="*/ 3963555 h 6858000"/>
              <a:gd name="connsiteX535" fmla="*/ 4781371 w 7467600"/>
              <a:gd name="connsiteY535" fmla="*/ 4458604 h 6858000"/>
              <a:gd name="connsiteX536" fmla="*/ 4780440 w 7467600"/>
              <a:gd name="connsiteY536" fmla="*/ 4470290 h 6858000"/>
              <a:gd name="connsiteX537" fmla="*/ 4898954 w 7467600"/>
              <a:gd name="connsiteY537" fmla="*/ 4662092 h 6858000"/>
              <a:gd name="connsiteX538" fmla="*/ 4900699 w 7467600"/>
              <a:gd name="connsiteY538" fmla="*/ 4670867 h 6858000"/>
              <a:gd name="connsiteX539" fmla="*/ 5714511 w 7467600"/>
              <a:gd name="connsiteY539" fmla="*/ 4663483 h 6858000"/>
              <a:gd name="connsiteX540" fmla="*/ 5464793 w 7467600"/>
              <a:gd name="connsiteY540" fmla="*/ 4393556 h 6858000"/>
              <a:gd name="connsiteX541" fmla="*/ 5461897 w 7467600"/>
              <a:gd name="connsiteY541" fmla="*/ 4390879 h 6858000"/>
              <a:gd name="connsiteX542" fmla="*/ 4294126 w 7467600"/>
              <a:gd name="connsiteY542" fmla="*/ 3303048 h 6858000"/>
              <a:gd name="connsiteX543" fmla="*/ 4305321 w 7467600"/>
              <a:gd name="connsiteY543" fmla="*/ 3256953 h 6858000"/>
              <a:gd name="connsiteX544" fmla="*/ 4949299 w 7467600"/>
              <a:gd name="connsiteY544" fmla="*/ 3766336 h 6858000"/>
              <a:gd name="connsiteX545" fmla="*/ 5291452 w 7467600"/>
              <a:gd name="connsiteY545" fmla="*/ 4076801 h 6858000"/>
              <a:gd name="connsiteX546" fmla="*/ 5434998 w 7467600"/>
              <a:gd name="connsiteY546" fmla="*/ 4254100 h 6858000"/>
              <a:gd name="connsiteX547" fmla="*/ 5351015 w 7467600"/>
              <a:gd name="connsiteY547" fmla="*/ 3760989 h 6858000"/>
              <a:gd name="connsiteX548" fmla="*/ 5413780 w 7467600"/>
              <a:gd name="connsiteY548" fmla="*/ 2966265 h 6858000"/>
              <a:gd name="connsiteX549" fmla="*/ 5425627 w 7467600"/>
              <a:gd name="connsiteY549" fmla="*/ 2954192 h 6858000"/>
              <a:gd name="connsiteX550" fmla="*/ 6604735 w 7467600"/>
              <a:gd name="connsiteY550" fmla="*/ 2041381 h 6858000"/>
              <a:gd name="connsiteX551" fmla="*/ 7204487 w 7467600"/>
              <a:gd name="connsiteY551" fmla="*/ 2742112 h 6858000"/>
              <a:gd name="connsiteX552" fmla="*/ 7131592 w 7467600"/>
              <a:gd name="connsiteY552" fmla="*/ 2672096 h 6858000"/>
              <a:gd name="connsiteX553" fmla="*/ 6996344 w 7467600"/>
              <a:gd name="connsiteY553" fmla="*/ 2518310 h 6858000"/>
              <a:gd name="connsiteX554" fmla="*/ 6735495 w 7467600"/>
              <a:gd name="connsiteY554" fmla="*/ 2196890 h 6858000"/>
              <a:gd name="connsiteX555" fmla="*/ 6721901 w 7467600"/>
              <a:gd name="connsiteY555" fmla="*/ 2179274 h 6858000"/>
              <a:gd name="connsiteX556" fmla="*/ 6604735 w 7467600"/>
              <a:gd name="connsiteY556" fmla="*/ 2041381 h 6858000"/>
              <a:gd name="connsiteX557" fmla="*/ 6591670 w 7467600"/>
              <a:gd name="connsiteY557" fmla="*/ 1988277 h 6858000"/>
              <a:gd name="connsiteX558" fmla="*/ 6747349 w 7467600"/>
              <a:gd name="connsiteY558" fmla="*/ 2160069 h 6858000"/>
              <a:gd name="connsiteX559" fmla="*/ 6760943 w 7467600"/>
              <a:gd name="connsiteY559" fmla="*/ 2177686 h 6858000"/>
              <a:gd name="connsiteX560" fmla="*/ 7021065 w 7467600"/>
              <a:gd name="connsiteY560" fmla="*/ 2498102 h 6858000"/>
              <a:gd name="connsiteX561" fmla="*/ 7155223 w 7467600"/>
              <a:gd name="connsiteY561" fmla="*/ 2650386 h 6858000"/>
              <a:gd name="connsiteX562" fmla="*/ 7203167 w 7467600"/>
              <a:gd name="connsiteY562" fmla="*/ 2697288 h 6858000"/>
              <a:gd name="connsiteX563" fmla="*/ 6937703 w 7467600"/>
              <a:gd name="connsiteY563" fmla="*/ 2321981 h 6858000"/>
              <a:gd name="connsiteX564" fmla="*/ 6591670 w 7467600"/>
              <a:gd name="connsiteY564" fmla="*/ 1988277 h 6858000"/>
              <a:gd name="connsiteX565" fmla="*/ 5798671 w 7467600"/>
              <a:gd name="connsiteY565" fmla="*/ 1981601 h 6858000"/>
              <a:gd name="connsiteX566" fmla="*/ 5754709 w 7467600"/>
              <a:gd name="connsiteY566" fmla="*/ 2071454 h 6858000"/>
              <a:gd name="connsiteX567" fmla="*/ 5763044 w 7467600"/>
              <a:gd name="connsiteY567" fmla="*/ 2842206 h 6858000"/>
              <a:gd name="connsiteX568" fmla="*/ 5764974 w 7467600"/>
              <a:gd name="connsiteY568" fmla="*/ 2799609 h 6858000"/>
              <a:gd name="connsiteX569" fmla="*/ 5767665 w 7467600"/>
              <a:gd name="connsiteY569" fmla="*/ 2666409 h 6858000"/>
              <a:gd name="connsiteX570" fmla="*/ 5763055 w 7467600"/>
              <a:gd name="connsiteY570" fmla="*/ 2579705 h 6858000"/>
              <a:gd name="connsiteX571" fmla="*/ 5758079 w 7467600"/>
              <a:gd name="connsiteY571" fmla="*/ 2492508 h 6858000"/>
              <a:gd name="connsiteX572" fmla="*/ 5779325 w 7467600"/>
              <a:gd name="connsiteY572" fmla="*/ 2197069 h 6858000"/>
              <a:gd name="connsiteX573" fmla="*/ 5798671 w 7467600"/>
              <a:gd name="connsiteY573" fmla="*/ 1981601 h 6858000"/>
              <a:gd name="connsiteX574" fmla="*/ 5829202 w 7467600"/>
              <a:gd name="connsiteY574" fmla="*/ 1971679 h 6858000"/>
              <a:gd name="connsiteX575" fmla="*/ 5809558 w 7467600"/>
              <a:gd name="connsiteY575" fmla="*/ 2198043 h 6858000"/>
              <a:gd name="connsiteX576" fmla="*/ 5788653 w 7467600"/>
              <a:gd name="connsiteY576" fmla="*/ 2489430 h 6858000"/>
              <a:gd name="connsiteX577" fmla="*/ 5793439 w 7467600"/>
              <a:gd name="connsiteY577" fmla="*/ 2575235 h 6858000"/>
              <a:gd name="connsiteX578" fmla="*/ 5796837 w 7467600"/>
              <a:gd name="connsiteY578" fmla="*/ 2637633 h 6858000"/>
              <a:gd name="connsiteX579" fmla="*/ 5818614 w 7467600"/>
              <a:gd name="connsiteY579" fmla="*/ 2473055 h 6858000"/>
              <a:gd name="connsiteX580" fmla="*/ 5829202 w 7467600"/>
              <a:gd name="connsiteY580" fmla="*/ 1971679 h 6858000"/>
              <a:gd name="connsiteX581" fmla="*/ 5911389 w 7467600"/>
              <a:gd name="connsiteY581" fmla="*/ 1898371 h 6858000"/>
              <a:gd name="connsiteX582" fmla="*/ 6237627 w 7467600"/>
              <a:gd name="connsiteY582" fmla="*/ 2231921 h 6858000"/>
              <a:gd name="connsiteX583" fmla="*/ 5911389 w 7467600"/>
              <a:gd name="connsiteY583" fmla="*/ 1898371 h 6858000"/>
              <a:gd name="connsiteX584" fmla="*/ 6944437 w 7467600"/>
              <a:gd name="connsiteY584" fmla="*/ 1575402 h 6858000"/>
              <a:gd name="connsiteX585" fmla="*/ 6304730 w 7467600"/>
              <a:gd name="connsiteY585" fmla="*/ 1766654 h 6858000"/>
              <a:gd name="connsiteX586" fmla="*/ 6944437 w 7467600"/>
              <a:gd name="connsiteY586" fmla="*/ 1575402 h 6858000"/>
              <a:gd name="connsiteX587" fmla="*/ 7019523 w 7467600"/>
              <a:gd name="connsiteY587" fmla="*/ 1519450 h 6858000"/>
              <a:gd name="connsiteX588" fmla="*/ 6298091 w 7467600"/>
              <a:gd name="connsiteY588" fmla="*/ 1737122 h 6858000"/>
              <a:gd name="connsiteX589" fmla="*/ 7019523 w 7467600"/>
              <a:gd name="connsiteY589" fmla="*/ 1519450 h 6858000"/>
              <a:gd name="connsiteX590" fmla="*/ 2399523 w 7467600"/>
              <a:gd name="connsiteY590" fmla="*/ 1428234 h 6858000"/>
              <a:gd name="connsiteX591" fmla="*/ 2224982 w 7467600"/>
              <a:gd name="connsiteY591" fmla="*/ 1826201 h 6858000"/>
              <a:gd name="connsiteX592" fmla="*/ 2096099 w 7467600"/>
              <a:gd name="connsiteY592" fmla="*/ 2345900 h 6858000"/>
              <a:gd name="connsiteX593" fmla="*/ 2283317 w 7467600"/>
              <a:gd name="connsiteY593" fmla="*/ 1796925 h 6858000"/>
              <a:gd name="connsiteX594" fmla="*/ 2399523 w 7467600"/>
              <a:gd name="connsiteY594" fmla="*/ 1428234 h 6858000"/>
              <a:gd name="connsiteX595" fmla="*/ 2448558 w 7467600"/>
              <a:gd name="connsiteY595" fmla="*/ 1373435 h 6858000"/>
              <a:gd name="connsiteX596" fmla="*/ 2312521 w 7467600"/>
              <a:gd name="connsiteY596" fmla="*/ 1806140 h 6858000"/>
              <a:gd name="connsiteX597" fmla="*/ 2127533 w 7467600"/>
              <a:gd name="connsiteY597" fmla="*/ 2348380 h 6858000"/>
              <a:gd name="connsiteX598" fmla="*/ 2358080 w 7467600"/>
              <a:gd name="connsiteY598" fmla="*/ 1866134 h 6858000"/>
              <a:gd name="connsiteX599" fmla="*/ 2407436 w 7467600"/>
              <a:gd name="connsiteY599" fmla="*/ 1651070 h 6858000"/>
              <a:gd name="connsiteX600" fmla="*/ 2448558 w 7467600"/>
              <a:gd name="connsiteY600" fmla="*/ 1373435 h 6858000"/>
              <a:gd name="connsiteX601" fmla="*/ 278707 w 7467600"/>
              <a:gd name="connsiteY601" fmla="*/ 1352270 h 6858000"/>
              <a:gd name="connsiteX602" fmla="*/ 321570 w 7467600"/>
              <a:gd name="connsiteY602" fmla="*/ 1861610 h 6858000"/>
              <a:gd name="connsiteX603" fmla="*/ 294281 w 7467600"/>
              <a:gd name="connsiteY603" fmla="*/ 1440658 h 6858000"/>
              <a:gd name="connsiteX604" fmla="*/ 278707 w 7467600"/>
              <a:gd name="connsiteY604" fmla="*/ 1352270 h 6858000"/>
              <a:gd name="connsiteX605" fmla="*/ 1423821 w 7467600"/>
              <a:gd name="connsiteY605" fmla="*/ 1351958 h 6858000"/>
              <a:gd name="connsiteX606" fmla="*/ 1638521 w 7467600"/>
              <a:gd name="connsiteY606" fmla="*/ 1908470 h 6858000"/>
              <a:gd name="connsiteX607" fmla="*/ 1754199 w 7467600"/>
              <a:gd name="connsiteY607" fmla="*/ 2149284 h 6858000"/>
              <a:gd name="connsiteX608" fmla="*/ 1908359 w 7467600"/>
              <a:gd name="connsiteY608" fmla="*/ 2364988 h 6858000"/>
              <a:gd name="connsiteX609" fmla="*/ 1647661 w 7467600"/>
              <a:gd name="connsiteY609" fmla="*/ 1825945 h 6858000"/>
              <a:gd name="connsiteX610" fmla="*/ 1423821 w 7467600"/>
              <a:gd name="connsiteY610" fmla="*/ 1351958 h 6858000"/>
              <a:gd name="connsiteX611" fmla="*/ 1431890 w 7467600"/>
              <a:gd name="connsiteY611" fmla="*/ 1306475 h 6858000"/>
              <a:gd name="connsiteX612" fmla="*/ 1507597 w 7467600"/>
              <a:gd name="connsiteY612" fmla="*/ 1446132 h 6858000"/>
              <a:gd name="connsiteX613" fmla="*/ 1674586 w 7467600"/>
              <a:gd name="connsiteY613" fmla="*/ 1813832 h 6858000"/>
              <a:gd name="connsiteX614" fmla="*/ 1815950 w 7467600"/>
              <a:gd name="connsiteY614" fmla="*/ 2128564 h 6858000"/>
              <a:gd name="connsiteX615" fmla="*/ 1984242 w 7467600"/>
              <a:gd name="connsiteY615" fmla="*/ 2430829 h 6858000"/>
              <a:gd name="connsiteX616" fmla="*/ 2014023 w 7467600"/>
              <a:gd name="connsiteY616" fmla="*/ 2450995 h 6858000"/>
              <a:gd name="connsiteX617" fmla="*/ 1747337 w 7467600"/>
              <a:gd name="connsiteY617" fmla="*/ 1855264 h 6858000"/>
              <a:gd name="connsiteX618" fmla="*/ 1533749 w 7467600"/>
              <a:gd name="connsiteY618" fmla="*/ 1478656 h 6858000"/>
              <a:gd name="connsiteX619" fmla="*/ 1431890 w 7467600"/>
              <a:gd name="connsiteY619" fmla="*/ 1306475 h 6858000"/>
              <a:gd name="connsiteX620" fmla="*/ 5052692 w 7467600"/>
              <a:gd name="connsiteY620" fmla="*/ 1292994 h 6858000"/>
              <a:gd name="connsiteX621" fmla="*/ 5200661 w 7467600"/>
              <a:gd name="connsiteY621" fmla="*/ 1635186 h 6858000"/>
              <a:gd name="connsiteX622" fmla="*/ 5297138 w 7467600"/>
              <a:gd name="connsiteY622" fmla="*/ 1906351 h 6858000"/>
              <a:gd name="connsiteX623" fmla="*/ 5052692 w 7467600"/>
              <a:gd name="connsiteY623" fmla="*/ 1292994 h 6858000"/>
              <a:gd name="connsiteX624" fmla="*/ 5009948 w 7467600"/>
              <a:gd name="connsiteY624" fmla="*/ 1273619 h 6858000"/>
              <a:gd name="connsiteX625" fmla="*/ 5121777 w 7467600"/>
              <a:gd name="connsiteY625" fmla="*/ 1654213 h 6858000"/>
              <a:gd name="connsiteX626" fmla="*/ 5293545 w 7467600"/>
              <a:gd name="connsiteY626" fmla="*/ 2072247 h 6858000"/>
              <a:gd name="connsiteX627" fmla="*/ 5294042 w 7467600"/>
              <a:gd name="connsiteY627" fmla="*/ 2065019 h 6858000"/>
              <a:gd name="connsiteX628" fmla="*/ 5171936 w 7467600"/>
              <a:gd name="connsiteY628" fmla="*/ 1647613 h 6858000"/>
              <a:gd name="connsiteX629" fmla="*/ 5009948 w 7467600"/>
              <a:gd name="connsiteY629" fmla="*/ 1273619 h 6858000"/>
              <a:gd name="connsiteX630" fmla="*/ 655236 w 7467600"/>
              <a:gd name="connsiteY630" fmla="*/ 1268632 h 6858000"/>
              <a:gd name="connsiteX631" fmla="*/ 839521 w 7467600"/>
              <a:gd name="connsiteY631" fmla="*/ 1685315 h 6858000"/>
              <a:gd name="connsiteX632" fmla="*/ 1109416 w 7467600"/>
              <a:gd name="connsiteY632" fmla="*/ 2061663 h 6858000"/>
              <a:gd name="connsiteX633" fmla="*/ 1298300 w 7467600"/>
              <a:gd name="connsiteY633" fmla="*/ 2247742 h 6858000"/>
              <a:gd name="connsiteX634" fmla="*/ 1125871 w 7467600"/>
              <a:gd name="connsiteY634" fmla="*/ 1989513 h 6858000"/>
              <a:gd name="connsiteX635" fmla="*/ 981574 w 7467600"/>
              <a:gd name="connsiteY635" fmla="*/ 1783157 h 6858000"/>
              <a:gd name="connsiteX636" fmla="*/ 922198 w 7467600"/>
              <a:gd name="connsiteY636" fmla="*/ 1677437 h 6858000"/>
              <a:gd name="connsiteX637" fmla="*/ 869293 w 7467600"/>
              <a:gd name="connsiteY637" fmla="*/ 1583214 h 6858000"/>
              <a:gd name="connsiteX638" fmla="*/ 751431 w 7467600"/>
              <a:gd name="connsiteY638" fmla="*/ 1405731 h 6858000"/>
              <a:gd name="connsiteX639" fmla="*/ 655236 w 7467600"/>
              <a:gd name="connsiteY639" fmla="*/ 1268632 h 6858000"/>
              <a:gd name="connsiteX640" fmla="*/ 6516292 w 7467600"/>
              <a:gd name="connsiteY640" fmla="*/ 1263064 h 6858000"/>
              <a:gd name="connsiteX641" fmla="*/ 5736320 w 7467600"/>
              <a:gd name="connsiteY641" fmla="*/ 1501803 h 6858000"/>
              <a:gd name="connsiteX642" fmla="*/ 6516292 w 7467600"/>
              <a:gd name="connsiteY642" fmla="*/ 1263064 h 6858000"/>
              <a:gd name="connsiteX643" fmla="*/ 291466 w 7467600"/>
              <a:gd name="connsiteY643" fmla="*/ 1250369 h 6858000"/>
              <a:gd name="connsiteX644" fmla="*/ 323180 w 7467600"/>
              <a:gd name="connsiteY644" fmla="*/ 1435283 h 6858000"/>
              <a:gd name="connsiteX645" fmla="*/ 349381 w 7467600"/>
              <a:gd name="connsiteY645" fmla="*/ 1875041 h 6858000"/>
              <a:gd name="connsiteX646" fmla="*/ 374363 w 7467600"/>
              <a:gd name="connsiteY646" fmla="*/ 1506494 h 6858000"/>
              <a:gd name="connsiteX647" fmla="*/ 302168 w 7467600"/>
              <a:gd name="connsiteY647" fmla="*/ 1274495 h 6858000"/>
              <a:gd name="connsiteX648" fmla="*/ 291466 w 7467600"/>
              <a:gd name="connsiteY648" fmla="*/ 1250369 h 6858000"/>
              <a:gd name="connsiteX649" fmla="*/ 678222 w 7467600"/>
              <a:gd name="connsiteY649" fmla="*/ 1248670 h 6858000"/>
              <a:gd name="connsiteX650" fmla="*/ 775536 w 7467600"/>
              <a:gd name="connsiteY650" fmla="*/ 1388015 h 6858000"/>
              <a:gd name="connsiteX651" fmla="*/ 894529 w 7467600"/>
              <a:gd name="connsiteY651" fmla="*/ 1567739 h 6858000"/>
              <a:gd name="connsiteX652" fmla="*/ 948000 w 7467600"/>
              <a:gd name="connsiteY652" fmla="*/ 1663088 h 6858000"/>
              <a:gd name="connsiteX653" fmla="*/ 1006812 w 7467600"/>
              <a:gd name="connsiteY653" fmla="*/ 1767683 h 6858000"/>
              <a:gd name="connsiteX654" fmla="*/ 1149133 w 7467600"/>
              <a:gd name="connsiteY654" fmla="*/ 1971513 h 6858000"/>
              <a:gd name="connsiteX655" fmla="*/ 1333952 w 7467600"/>
              <a:gd name="connsiteY655" fmla="*/ 2251620 h 6858000"/>
              <a:gd name="connsiteX656" fmla="*/ 1337329 w 7467600"/>
              <a:gd name="connsiteY656" fmla="*/ 2258350 h 6858000"/>
              <a:gd name="connsiteX657" fmla="*/ 1014726 w 7467600"/>
              <a:gd name="connsiteY657" fmla="*/ 1615556 h 6858000"/>
              <a:gd name="connsiteX658" fmla="*/ 678222 w 7467600"/>
              <a:gd name="connsiteY658" fmla="*/ 1248670 h 6858000"/>
              <a:gd name="connsiteX659" fmla="*/ 6691602 w 7467600"/>
              <a:gd name="connsiteY659" fmla="*/ 1140573 h 6858000"/>
              <a:gd name="connsiteX660" fmla="*/ 6571100 w 7467600"/>
              <a:gd name="connsiteY660" fmla="*/ 1183662 h 6858000"/>
              <a:gd name="connsiteX661" fmla="*/ 6241687 w 7467600"/>
              <a:gd name="connsiteY661" fmla="*/ 1257600 h 6858000"/>
              <a:gd name="connsiteX662" fmla="*/ 5693009 w 7467600"/>
              <a:gd name="connsiteY662" fmla="*/ 1478256 h 6858000"/>
              <a:gd name="connsiteX663" fmla="*/ 6548420 w 7467600"/>
              <a:gd name="connsiteY663" fmla="*/ 1214599 h 6858000"/>
              <a:gd name="connsiteX664" fmla="*/ 6605473 w 7467600"/>
              <a:gd name="connsiteY664" fmla="*/ 1184686 h 6858000"/>
              <a:gd name="connsiteX665" fmla="*/ 6691602 w 7467600"/>
              <a:gd name="connsiteY665" fmla="*/ 1140573 h 6858000"/>
              <a:gd name="connsiteX666" fmla="*/ 4002475 w 7467600"/>
              <a:gd name="connsiteY666" fmla="*/ 1037802 h 6858000"/>
              <a:gd name="connsiteX667" fmla="*/ 4000324 w 7467600"/>
              <a:gd name="connsiteY667" fmla="*/ 1039362 h 6858000"/>
              <a:gd name="connsiteX668" fmla="*/ 4002862 w 7467600"/>
              <a:gd name="connsiteY668" fmla="*/ 1042866 h 6858000"/>
              <a:gd name="connsiteX669" fmla="*/ 4002475 w 7467600"/>
              <a:gd name="connsiteY669" fmla="*/ 1037802 h 6858000"/>
              <a:gd name="connsiteX670" fmla="*/ 506322 w 7467600"/>
              <a:gd name="connsiteY670" fmla="*/ 1020997 h 6858000"/>
              <a:gd name="connsiteX671" fmla="*/ 533068 w 7467600"/>
              <a:gd name="connsiteY671" fmla="*/ 1029409 h 6858000"/>
              <a:gd name="connsiteX672" fmla="*/ 1232525 w 7467600"/>
              <a:gd name="connsiteY672" fmla="*/ 1804675 h 6858000"/>
              <a:gd name="connsiteX673" fmla="*/ 1388858 w 7467600"/>
              <a:gd name="connsiteY673" fmla="*/ 2368011 h 6858000"/>
              <a:gd name="connsiteX674" fmla="*/ 1384098 w 7467600"/>
              <a:gd name="connsiteY674" fmla="*/ 2378125 h 6858000"/>
              <a:gd name="connsiteX675" fmla="*/ 1425393 w 7467600"/>
              <a:gd name="connsiteY675" fmla="*/ 2589124 h 6858000"/>
              <a:gd name="connsiteX676" fmla="*/ 1424001 w 7467600"/>
              <a:gd name="connsiteY676" fmla="*/ 2597541 h 6858000"/>
              <a:gd name="connsiteX677" fmla="*/ 2152729 w 7467600"/>
              <a:gd name="connsiteY677" fmla="*/ 2864487 h 6858000"/>
              <a:gd name="connsiteX678" fmla="*/ 2020609 w 7467600"/>
              <a:gd name="connsiteY678" fmla="*/ 2539671 h 6858000"/>
              <a:gd name="connsiteX679" fmla="*/ 2018920 w 7467600"/>
              <a:gd name="connsiteY679" fmla="*/ 2536309 h 6858000"/>
              <a:gd name="connsiteX680" fmla="*/ 1342441 w 7467600"/>
              <a:gd name="connsiteY680" fmla="*/ 1173017 h 6858000"/>
              <a:gd name="connsiteX681" fmla="*/ 1367925 w 7467600"/>
              <a:gd name="connsiteY681" fmla="*/ 1135648 h 6858000"/>
              <a:gd name="connsiteX682" fmla="*/ 1771401 w 7467600"/>
              <a:gd name="connsiteY682" fmla="*/ 1806673 h 6858000"/>
              <a:gd name="connsiteX683" fmla="*/ 1972385 w 7467600"/>
              <a:gd name="connsiteY683" fmla="*/ 2198735 h 6858000"/>
              <a:gd name="connsiteX684" fmla="*/ 2040892 w 7467600"/>
              <a:gd name="connsiteY684" fmla="*/ 2405205 h 6858000"/>
              <a:gd name="connsiteX685" fmla="*/ 2131689 w 7467600"/>
              <a:gd name="connsiteY685" fmla="*/ 1936926 h 6858000"/>
              <a:gd name="connsiteX686" fmla="*/ 2454820 w 7467600"/>
              <a:gd name="connsiteY686" fmla="*/ 1248808 h 6858000"/>
              <a:gd name="connsiteX687" fmla="*/ 2492512 w 7467600"/>
              <a:gd name="connsiteY687" fmla="*/ 1302920 h 6858000"/>
              <a:gd name="connsiteX688" fmla="*/ 2081216 w 7467600"/>
              <a:gd name="connsiteY688" fmla="*/ 2527513 h 6858000"/>
              <a:gd name="connsiteX689" fmla="*/ 2081211 w 7467600"/>
              <a:gd name="connsiteY689" fmla="*/ 2528916 h 6858000"/>
              <a:gd name="connsiteX690" fmla="*/ 2199067 w 7467600"/>
              <a:gd name="connsiteY690" fmla="*/ 2884061 h 6858000"/>
              <a:gd name="connsiteX691" fmla="*/ 3192586 w 7467600"/>
              <a:gd name="connsiteY691" fmla="*/ 3411496 h 6858000"/>
              <a:gd name="connsiteX692" fmla="*/ 3182620 w 7467600"/>
              <a:gd name="connsiteY692" fmla="*/ 3483279 h 6858000"/>
              <a:gd name="connsiteX693" fmla="*/ 2435119 w 7467600"/>
              <a:gd name="connsiteY693" fmla="*/ 3080173 h 6858000"/>
              <a:gd name="connsiteX694" fmla="*/ 2410152 w 7467600"/>
              <a:gd name="connsiteY694" fmla="*/ 3063751 h 6858000"/>
              <a:gd name="connsiteX695" fmla="*/ 2408099 w 7467600"/>
              <a:gd name="connsiteY695" fmla="*/ 3064403 h 6858000"/>
              <a:gd name="connsiteX696" fmla="*/ 2407218 w 7467600"/>
              <a:gd name="connsiteY696" fmla="*/ 3070324 h 6858000"/>
              <a:gd name="connsiteX697" fmla="*/ 2380138 w 7467600"/>
              <a:gd name="connsiteY697" fmla="*/ 3099341 h 6858000"/>
              <a:gd name="connsiteX698" fmla="*/ 1765923 w 7467600"/>
              <a:gd name="connsiteY698" fmla="*/ 3581043 h 6858000"/>
              <a:gd name="connsiteX699" fmla="*/ 1702258 w 7467600"/>
              <a:gd name="connsiteY699" fmla="*/ 3612286 h 6858000"/>
              <a:gd name="connsiteX700" fmla="*/ 1538370 w 7467600"/>
              <a:gd name="connsiteY700" fmla="*/ 3811804 h 6858000"/>
              <a:gd name="connsiteX701" fmla="*/ 542867 w 7467600"/>
              <a:gd name="connsiteY701" fmla="*/ 4944092 h 6858000"/>
              <a:gd name="connsiteX702" fmla="*/ 515800 w 7467600"/>
              <a:gd name="connsiteY702" fmla="*/ 4862180 h 6858000"/>
              <a:gd name="connsiteX703" fmla="*/ 909145 w 7467600"/>
              <a:gd name="connsiteY703" fmla="*/ 4199225 h 6858000"/>
              <a:gd name="connsiteX704" fmla="*/ 1214067 w 7467600"/>
              <a:gd name="connsiteY704" fmla="*/ 3908561 h 6858000"/>
              <a:gd name="connsiteX705" fmla="*/ 640967 w 7467600"/>
              <a:gd name="connsiteY705" fmla="*/ 4105601 h 6858000"/>
              <a:gd name="connsiteX706" fmla="*/ 112563 w 7467600"/>
              <a:gd name="connsiteY706" fmla="*/ 4396952 h 6858000"/>
              <a:gd name="connsiteX707" fmla="*/ 0 w 7467600"/>
              <a:gd name="connsiteY707" fmla="*/ 4466006 h 6858000"/>
              <a:gd name="connsiteX708" fmla="*/ 0 w 7467600"/>
              <a:gd name="connsiteY708" fmla="*/ 4233763 h 6858000"/>
              <a:gd name="connsiteX709" fmla="*/ 36881 w 7467600"/>
              <a:gd name="connsiteY709" fmla="*/ 4200118 h 6858000"/>
              <a:gd name="connsiteX710" fmla="*/ 910534 w 7467600"/>
              <a:gd name="connsiteY710" fmla="*/ 3629753 h 6858000"/>
              <a:gd name="connsiteX711" fmla="*/ 1578717 w 7467600"/>
              <a:gd name="connsiteY711" fmla="*/ 3575982 h 6858000"/>
              <a:gd name="connsiteX712" fmla="*/ 2338780 w 7467600"/>
              <a:gd name="connsiteY712" fmla="*/ 3033725 h 6858000"/>
              <a:gd name="connsiteX713" fmla="*/ 1807991 w 7467600"/>
              <a:gd name="connsiteY713" fmla="*/ 2807184 h 6858000"/>
              <a:gd name="connsiteX714" fmla="*/ 1416358 w 7467600"/>
              <a:gd name="connsiteY714" fmla="*/ 3112571 h 6858000"/>
              <a:gd name="connsiteX715" fmla="*/ 939066 w 7467600"/>
              <a:gd name="connsiteY715" fmla="*/ 3378798 h 6858000"/>
              <a:gd name="connsiteX716" fmla="*/ 115099 w 7467600"/>
              <a:gd name="connsiteY716" fmla="*/ 3607650 h 6858000"/>
              <a:gd name="connsiteX717" fmla="*/ 97284 w 7467600"/>
              <a:gd name="connsiteY717" fmla="*/ 3520393 h 6858000"/>
              <a:gd name="connsiteX718" fmla="*/ 922050 w 7467600"/>
              <a:gd name="connsiteY718" fmla="*/ 3074867 h 6858000"/>
              <a:gd name="connsiteX719" fmla="*/ 1405265 w 7467600"/>
              <a:gd name="connsiteY719" fmla="*/ 3016319 h 6858000"/>
              <a:gd name="connsiteX720" fmla="*/ 1407512 w 7467600"/>
              <a:gd name="connsiteY720" fmla="*/ 3018001 h 6858000"/>
              <a:gd name="connsiteX721" fmla="*/ 1726266 w 7467600"/>
              <a:gd name="connsiteY721" fmla="*/ 2777274 h 6858000"/>
              <a:gd name="connsiteX722" fmla="*/ 625390 w 7467600"/>
              <a:gd name="connsiteY722" fmla="*/ 2514541 h 6858000"/>
              <a:gd name="connsiteX723" fmla="*/ 619799 w 7467600"/>
              <a:gd name="connsiteY723" fmla="*/ 2527180 h 6858000"/>
              <a:gd name="connsiteX724" fmla="*/ 310030 w 7467600"/>
              <a:gd name="connsiteY724" fmla="*/ 2771818 h 6858000"/>
              <a:gd name="connsiteX725" fmla="*/ 173877 w 7467600"/>
              <a:gd name="connsiteY725" fmla="*/ 2937056 h 6858000"/>
              <a:gd name="connsiteX726" fmla="*/ 77889 w 7467600"/>
              <a:gd name="connsiteY726" fmla="*/ 3138440 h 6858000"/>
              <a:gd name="connsiteX727" fmla="*/ 0 w 7467600"/>
              <a:gd name="connsiteY727" fmla="*/ 3271395 h 6858000"/>
              <a:gd name="connsiteX728" fmla="*/ 0 w 7467600"/>
              <a:gd name="connsiteY728" fmla="*/ 3153002 h 6858000"/>
              <a:gd name="connsiteX729" fmla="*/ 2386 w 7467600"/>
              <a:gd name="connsiteY729" fmla="*/ 3149203 h 6858000"/>
              <a:gd name="connsiteX730" fmla="*/ 89753 w 7467600"/>
              <a:gd name="connsiteY730" fmla="*/ 2987702 h 6858000"/>
              <a:gd name="connsiteX731" fmla="*/ 76869 w 7467600"/>
              <a:gd name="connsiteY731" fmla="*/ 3005404 h 6858000"/>
              <a:gd name="connsiteX732" fmla="*/ 32049 w 7467600"/>
              <a:gd name="connsiteY732" fmla="*/ 3065814 h 6858000"/>
              <a:gd name="connsiteX733" fmla="*/ 0 w 7467600"/>
              <a:gd name="connsiteY733" fmla="*/ 3108744 h 6858000"/>
              <a:gd name="connsiteX734" fmla="*/ 0 w 7467600"/>
              <a:gd name="connsiteY734" fmla="*/ 3058059 h 6858000"/>
              <a:gd name="connsiteX735" fmla="*/ 7610 w 7467600"/>
              <a:gd name="connsiteY735" fmla="*/ 3047889 h 6858000"/>
              <a:gd name="connsiteX736" fmla="*/ 52419 w 7467600"/>
              <a:gd name="connsiteY736" fmla="*/ 2987479 h 6858000"/>
              <a:gd name="connsiteX737" fmla="*/ 59142 w 7467600"/>
              <a:gd name="connsiteY737" fmla="*/ 2978488 h 6858000"/>
              <a:gd name="connsiteX738" fmla="*/ 0 w 7467600"/>
              <a:gd name="connsiteY738" fmla="*/ 3015334 h 6858000"/>
              <a:gd name="connsiteX739" fmla="*/ 0 w 7467600"/>
              <a:gd name="connsiteY739" fmla="*/ 2914286 h 6858000"/>
              <a:gd name="connsiteX740" fmla="*/ 36383 w 7467600"/>
              <a:gd name="connsiteY740" fmla="*/ 2901128 h 6858000"/>
              <a:gd name="connsiteX741" fmla="*/ 156329 w 7467600"/>
              <a:gd name="connsiteY741" fmla="*/ 2840533 h 6858000"/>
              <a:gd name="connsiteX742" fmla="*/ 358355 w 7467600"/>
              <a:gd name="connsiteY742" fmla="*/ 2620471 h 6858000"/>
              <a:gd name="connsiteX743" fmla="*/ 510577 w 7467600"/>
              <a:gd name="connsiteY743" fmla="*/ 2501244 h 6858000"/>
              <a:gd name="connsiteX744" fmla="*/ 211967 w 7467600"/>
              <a:gd name="connsiteY744" fmla="*/ 2479171 h 6858000"/>
              <a:gd name="connsiteX745" fmla="*/ 0 w 7467600"/>
              <a:gd name="connsiteY745" fmla="*/ 2476398 h 6858000"/>
              <a:gd name="connsiteX746" fmla="*/ 0 w 7467600"/>
              <a:gd name="connsiteY746" fmla="*/ 2389189 h 6858000"/>
              <a:gd name="connsiteX747" fmla="*/ 103062 w 7467600"/>
              <a:gd name="connsiteY747" fmla="*/ 2389518 h 6858000"/>
              <a:gd name="connsiteX748" fmla="*/ 510734 w 7467600"/>
              <a:gd name="connsiteY748" fmla="*/ 2416201 h 6858000"/>
              <a:gd name="connsiteX749" fmla="*/ 279257 w 7467600"/>
              <a:gd name="connsiteY749" fmla="*/ 2092102 h 6858000"/>
              <a:gd name="connsiteX750" fmla="*/ 65265 w 7467600"/>
              <a:gd name="connsiteY750" fmla="*/ 2006049 h 6858000"/>
              <a:gd name="connsiteX751" fmla="*/ 0 w 7467600"/>
              <a:gd name="connsiteY751" fmla="*/ 1982532 h 6858000"/>
              <a:gd name="connsiteX752" fmla="*/ 0 w 7467600"/>
              <a:gd name="connsiteY752" fmla="*/ 1912789 h 6858000"/>
              <a:gd name="connsiteX753" fmla="*/ 97460 w 7467600"/>
              <a:gd name="connsiteY753" fmla="*/ 1953725 h 6858000"/>
              <a:gd name="connsiteX754" fmla="*/ 221272 w 7467600"/>
              <a:gd name="connsiteY754" fmla="*/ 1980766 h 6858000"/>
              <a:gd name="connsiteX755" fmla="*/ 116765 w 7467600"/>
              <a:gd name="connsiteY755" fmla="*/ 1911033 h 6858000"/>
              <a:gd name="connsiteX756" fmla="*/ 16405 w 7467600"/>
              <a:gd name="connsiteY756" fmla="*/ 1803412 h 6858000"/>
              <a:gd name="connsiteX757" fmla="*/ 0 w 7467600"/>
              <a:gd name="connsiteY757" fmla="*/ 1784777 h 6858000"/>
              <a:gd name="connsiteX758" fmla="*/ 0 w 7467600"/>
              <a:gd name="connsiteY758" fmla="*/ 1740082 h 6858000"/>
              <a:gd name="connsiteX759" fmla="*/ 39394 w 7467600"/>
              <a:gd name="connsiteY759" fmla="*/ 1784856 h 6858000"/>
              <a:gd name="connsiteX760" fmla="*/ 135813 w 7467600"/>
              <a:gd name="connsiteY760" fmla="*/ 1888838 h 6858000"/>
              <a:gd name="connsiteX761" fmla="*/ 242575 w 7467600"/>
              <a:gd name="connsiteY761" fmla="*/ 1958841 h 6858000"/>
              <a:gd name="connsiteX762" fmla="*/ 82197 w 7467600"/>
              <a:gd name="connsiteY762" fmla="*/ 1754826 h 6858000"/>
              <a:gd name="connsiteX763" fmla="*/ 0 w 7467600"/>
              <a:gd name="connsiteY763" fmla="*/ 1679650 h 6858000"/>
              <a:gd name="connsiteX764" fmla="*/ 0 w 7467600"/>
              <a:gd name="connsiteY764" fmla="*/ 1602463 h 6858000"/>
              <a:gd name="connsiteX765" fmla="*/ 84689 w 7467600"/>
              <a:gd name="connsiteY765" fmla="*/ 1677442 h 6858000"/>
              <a:gd name="connsiteX766" fmla="*/ 298437 w 7467600"/>
              <a:gd name="connsiteY766" fmla="*/ 1968019 h 6858000"/>
              <a:gd name="connsiteX767" fmla="*/ 227269 w 7467600"/>
              <a:gd name="connsiteY767" fmla="*/ 1114064 h 6858000"/>
              <a:gd name="connsiteX768" fmla="*/ 248003 w 7467600"/>
              <a:gd name="connsiteY768" fmla="*/ 1089613 h 6858000"/>
              <a:gd name="connsiteX769" fmla="*/ 427020 w 7467600"/>
              <a:gd name="connsiteY769" fmla="*/ 1619803 h 6858000"/>
              <a:gd name="connsiteX770" fmla="*/ 340345 w 7467600"/>
              <a:gd name="connsiteY770" fmla="*/ 2027739 h 6858000"/>
              <a:gd name="connsiteX771" fmla="*/ 360865 w 7467600"/>
              <a:gd name="connsiteY771" fmla="*/ 2044827 h 6858000"/>
              <a:gd name="connsiteX772" fmla="*/ 560414 w 7467600"/>
              <a:gd name="connsiteY772" fmla="*/ 2421457 h 6858000"/>
              <a:gd name="connsiteX773" fmla="*/ 1359703 w 7467600"/>
              <a:gd name="connsiteY773" fmla="*/ 2578554 h 6858000"/>
              <a:gd name="connsiteX774" fmla="*/ 1359422 w 7467600"/>
              <a:gd name="connsiteY774" fmla="*/ 2577994 h 6858000"/>
              <a:gd name="connsiteX775" fmla="*/ 828701 w 7467600"/>
              <a:gd name="connsiteY775" fmla="*/ 1839520 h 6858000"/>
              <a:gd name="connsiteX776" fmla="*/ 494427 w 7467600"/>
              <a:gd name="connsiteY776" fmla="*/ 1092333 h 6858000"/>
              <a:gd name="connsiteX777" fmla="*/ 506322 w 7467600"/>
              <a:gd name="connsiteY777" fmla="*/ 1020997 h 6858000"/>
              <a:gd name="connsiteX778" fmla="*/ 4570198 w 7467600"/>
              <a:gd name="connsiteY778" fmla="*/ 978081 h 6858000"/>
              <a:gd name="connsiteX779" fmla="*/ 4523691 w 7467600"/>
              <a:gd name="connsiteY779" fmla="*/ 1127776 h 6858000"/>
              <a:gd name="connsiteX780" fmla="*/ 4509875 w 7467600"/>
              <a:gd name="connsiteY780" fmla="*/ 1167552 h 6858000"/>
              <a:gd name="connsiteX781" fmla="*/ 4478168 w 7467600"/>
              <a:gd name="connsiteY781" fmla="*/ 1260735 h 6858000"/>
              <a:gd name="connsiteX782" fmla="*/ 4409309 w 7467600"/>
              <a:gd name="connsiteY782" fmla="*/ 1666996 h 6858000"/>
              <a:gd name="connsiteX783" fmla="*/ 4370031 w 7467600"/>
              <a:gd name="connsiteY783" fmla="*/ 1955666 h 6858000"/>
              <a:gd name="connsiteX784" fmla="*/ 4570198 w 7467600"/>
              <a:gd name="connsiteY784" fmla="*/ 978081 h 6858000"/>
              <a:gd name="connsiteX785" fmla="*/ 4557898 w 7467600"/>
              <a:gd name="connsiteY785" fmla="*/ 900011 h 6858000"/>
              <a:gd name="connsiteX786" fmla="*/ 4344840 w 7467600"/>
              <a:gd name="connsiteY786" fmla="*/ 1922038 h 6858000"/>
              <a:gd name="connsiteX787" fmla="*/ 4378710 w 7467600"/>
              <a:gd name="connsiteY787" fmla="*/ 1665516 h 6858000"/>
              <a:gd name="connsiteX788" fmla="*/ 4448798 w 7467600"/>
              <a:gd name="connsiteY788" fmla="*/ 1253024 h 6858000"/>
              <a:gd name="connsiteX789" fmla="*/ 4480315 w 7467600"/>
              <a:gd name="connsiteY789" fmla="*/ 1158454 h 6858000"/>
              <a:gd name="connsiteX790" fmla="*/ 4494133 w 7467600"/>
              <a:gd name="connsiteY790" fmla="*/ 1118676 h 6858000"/>
              <a:gd name="connsiteX791" fmla="*/ 4557898 w 7467600"/>
              <a:gd name="connsiteY791" fmla="*/ 900011 h 6858000"/>
              <a:gd name="connsiteX792" fmla="*/ 5870151 w 7467600"/>
              <a:gd name="connsiteY792" fmla="*/ 898890 h 6858000"/>
              <a:gd name="connsiteX793" fmla="*/ 5861335 w 7467600"/>
              <a:gd name="connsiteY793" fmla="*/ 899177 h 6858000"/>
              <a:gd name="connsiteX794" fmla="*/ 5843702 w 7467600"/>
              <a:gd name="connsiteY794" fmla="*/ 899748 h 6858000"/>
              <a:gd name="connsiteX795" fmla="*/ 5651107 w 7467600"/>
              <a:gd name="connsiteY795" fmla="*/ 920306 h 6858000"/>
              <a:gd name="connsiteX796" fmla="*/ 5459407 w 7467600"/>
              <a:gd name="connsiteY796" fmla="*/ 940975 h 6858000"/>
              <a:gd name="connsiteX797" fmla="*/ 5374846 w 7467600"/>
              <a:gd name="connsiteY797" fmla="*/ 941988 h 6858000"/>
              <a:gd name="connsiteX798" fmla="*/ 5256105 w 7467600"/>
              <a:gd name="connsiteY798" fmla="*/ 945632 h 6858000"/>
              <a:gd name="connsiteX799" fmla="*/ 5107071 w 7467600"/>
              <a:gd name="connsiteY799" fmla="*/ 969720 h 6858000"/>
              <a:gd name="connsiteX800" fmla="*/ 4998681 w 7467600"/>
              <a:gd name="connsiteY800" fmla="*/ 988771 h 6858000"/>
              <a:gd name="connsiteX801" fmla="*/ 5870151 w 7467600"/>
              <a:gd name="connsiteY801" fmla="*/ 898890 h 6858000"/>
              <a:gd name="connsiteX802" fmla="*/ 5504425 w 7467600"/>
              <a:gd name="connsiteY802" fmla="*/ 848067 h 6858000"/>
              <a:gd name="connsiteX803" fmla="*/ 4968849 w 7467600"/>
              <a:gd name="connsiteY803" fmla="*/ 962318 h 6858000"/>
              <a:gd name="connsiteX804" fmla="*/ 5104039 w 7467600"/>
              <a:gd name="connsiteY804" fmla="*/ 940634 h 6858000"/>
              <a:gd name="connsiteX805" fmla="*/ 5256311 w 7467600"/>
              <a:gd name="connsiteY805" fmla="*/ 916490 h 6858000"/>
              <a:gd name="connsiteX806" fmla="*/ 5377381 w 7467600"/>
              <a:gd name="connsiteY806" fmla="*/ 912671 h 6858000"/>
              <a:gd name="connsiteX807" fmla="*/ 5460148 w 7467600"/>
              <a:gd name="connsiteY807" fmla="*/ 911442 h 6858000"/>
              <a:gd name="connsiteX808" fmla="*/ 5648971 w 7467600"/>
              <a:gd name="connsiteY808" fmla="*/ 891331 h 6858000"/>
              <a:gd name="connsiteX809" fmla="*/ 5844807 w 7467600"/>
              <a:gd name="connsiteY809" fmla="*/ 870718 h 6858000"/>
              <a:gd name="connsiteX810" fmla="*/ 5862975 w 7467600"/>
              <a:gd name="connsiteY810" fmla="*/ 869756 h 6858000"/>
              <a:gd name="connsiteX811" fmla="*/ 5920887 w 7467600"/>
              <a:gd name="connsiteY811" fmla="*/ 865929 h 6858000"/>
              <a:gd name="connsiteX812" fmla="*/ 5504425 w 7467600"/>
              <a:gd name="connsiteY812" fmla="*/ 848067 h 6858000"/>
              <a:gd name="connsiteX813" fmla="*/ 3607114 w 7467600"/>
              <a:gd name="connsiteY813" fmla="*/ 467441 h 6858000"/>
              <a:gd name="connsiteX814" fmla="*/ 3296242 w 7467600"/>
              <a:gd name="connsiteY814" fmla="*/ 807991 h 6858000"/>
              <a:gd name="connsiteX815" fmla="*/ 3174674 w 7467600"/>
              <a:gd name="connsiteY815" fmla="*/ 919759 h 6858000"/>
              <a:gd name="connsiteX816" fmla="*/ 3042978 w 7467600"/>
              <a:gd name="connsiteY816" fmla="*/ 1054894 h 6858000"/>
              <a:gd name="connsiteX817" fmla="*/ 2968914 w 7467600"/>
              <a:gd name="connsiteY817" fmla="*/ 1133756 h 6858000"/>
              <a:gd name="connsiteX818" fmla="*/ 3103823 w 7467600"/>
              <a:gd name="connsiteY818" fmla="*/ 1026814 h 6858000"/>
              <a:gd name="connsiteX819" fmla="*/ 3607114 w 7467600"/>
              <a:gd name="connsiteY819" fmla="*/ 467441 h 6858000"/>
              <a:gd name="connsiteX820" fmla="*/ 3744487 w 7467600"/>
              <a:gd name="connsiteY820" fmla="*/ 383136 h 6858000"/>
              <a:gd name="connsiteX821" fmla="*/ 3970213 w 7467600"/>
              <a:gd name="connsiteY821" fmla="*/ 995559 h 6858000"/>
              <a:gd name="connsiteX822" fmla="*/ 3744487 w 7467600"/>
              <a:gd name="connsiteY822" fmla="*/ 383136 h 6858000"/>
              <a:gd name="connsiteX823" fmla="*/ 3624562 w 7467600"/>
              <a:gd name="connsiteY823" fmla="*/ 367041 h 6858000"/>
              <a:gd name="connsiteX824" fmla="*/ 3489712 w 7467600"/>
              <a:gd name="connsiteY824" fmla="*/ 485386 h 6858000"/>
              <a:gd name="connsiteX825" fmla="*/ 3182994 w 7467600"/>
              <a:gd name="connsiteY825" fmla="*/ 828265 h 6858000"/>
              <a:gd name="connsiteX826" fmla="*/ 2892114 w 7467600"/>
              <a:gd name="connsiteY826" fmla="*/ 1172635 h 6858000"/>
              <a:gd name="connsiteX827" fmla="*/ 3021459 w 7467600"/>
              <a:gd name="connsiteY827" fmla="*/ 1035385 h 6858000"/>
              <a:gd name="connsiteX828" fmla="*/ 3153873 w 7467600"/>
              <a:gd name="connsiteY828" fmla="*/ 898971 h 6858000"/>
              <a:gd name="connsiteX829" fmla="*/ 3276511 w 7467600"/>
              <a:gd name="connsiteY829" fmla="*/ 786423 h 6858000"/>
              <a:gd name="connsiteX830" fmla="*/ 3584154 w 7467600"/>
              <a:gd name="connsiteY830" fmla="*/ 448218 h 6858000"/>
              <a:gd name="connsiteX831" fmla="*/ 3624562 w 7467600"/>
              <a:gd name="connsiteY831" fmla="*/ 367041 h 6858000"/>
              <a:gd name="connsiteX832" fmla="*/ 3766672 w 7467600"/>
              <a:gd name="connsiteY832" fmla="*/ 359429 h 6858000"/>
              <a:gd name="connsiteX833" fmla="*/ 3996338 w 7467600"/>
              <a:gd name="connsiteY833" fmla="*/ 968237 h 6858000"/>
              <a:gd name="connsiteX834" fmla="*/ 3766672 w 7467600"/>
              <a:gd name="connsiteY834" fmla="*/ 359429 h 6858000"/>
              <a:gd name="connsiteX835" fmla="*/ 5805386 w 7467600"/>
              <a:gd name="connsiteY835" fmla="*/ 239240 h 6858000"/>
              <a:gd name="connsiteX836" fmla="*/ 5736947 w 7467600"/>
              <a:gd name="connsiteY836" fmla="*/ 261367 h 6858000"/>
              <a:gd name="connsiteX837" fmla="*/ 5427012 w 7467600"/>
              <a:gd name="connsiteY837" fmla="*/ 311272 h 6858000"/>
              <a:gd name="connsiteX838" fmla="*/ 5147818 w 7467600"/>
              <a:gd name="connsiteY838" fmla="*/ 322112 h 6858000"/>
              <a:gd name="connsiteX839" fmla="*/ 5060854 w 7467600"/>
              <a:gd name="connsiteY839" fmla="*/ 311882 h 6858000"/>
              <a:gd name="connsiteX840" fmla="*/ 4945989 w 7467600"/>
              <a:gd name="connsiteY840" fmla="*/ 300516 h 6858000"/>
              <a:gd name="connsiteX841" fmla="*/ 5410479 w 7467600"/>
              <a:gd name="connsiteY841" fmla="*/ 348434 h 6858000"/>
              <a:gd name="connsiteX842" fmla="*/ 5805386 w 7467600"/>
              <a:gd name="connsiteY842" fmla="*/ 239240 h 6858000"/>
              <a:gd name="connsiteX843" fmla="*/ 5905192 w 7467600"/>
              <a:gd name="connsiteY843" fmla="*/ 163079 h 6858000"/>
              <a:gd name="connsiteX844" fmla="*/ 5865655 w 7467600"/>
              <a:gd name="connsiteY844" fmla="*/ 171901 h 6858000"/>
              <a:gd name="connsiteX845" fmla="*/ 5259740 w 7467600"/>
              <a:gd name="connsiteY845" fmla="*/ 257013 h 6858000"/>
              <a:gd name="connsiteX846" fmla="*/ 5208466 w 7467600"/>
              <a:gd name="connsiteY846" fmla="*/ 257550 h 6858000"/>
              <a:gd name="connsiteX847" fmla="*/ 4980204 w 7467600"/>
              <a:gd name="connsiteY847" fmla="*/ 271903 h 6858000"/>
              <a:gd name="connsiteX848" fmla="*/ 5068068 w 7467600"/>
              <a:gd name="connsiteY848" fmla="*/ 282244 h 6858000"/>
              <a:gd name="connsiteX849" fmla="*/ 5153231 w 7467600"/>
              <a:gd name="connsiteY849" fmla="*/ 292240 h 6858000"/>
              <a:gd name="connsiteX850" fmla="*/ 5426491 w 7467600"/>
              <a:gd name="connsiteY850" fmla="*/ 281128 h 6858000"/>
              <a:gd name="connsiteX851" fmla="*/ 5731212 w 7467600"/>
              <a:gd name="connsiteY851" fmla="*/ 231951 h 6858000"/>
              <a:gd name="connsiteX852" fmla="*/ 5905192 w 7467600"/>
              <a:gd name="connsiteY852" fmla="*/ 163079 h 6858000"/>
              <a:gd name="connsiteX853" fmla="*/ 5944437 w 7467600"/>
              <a:gd name="connsiteY853" fmla="*/ 113829 h 6858000"/>
              <a:gd name="connsiteX854" fmla="*/ 5825032 w 7467600"/>
              <a:gd name="connsiteY854" fmla="*/ 146405 h 6858000"/>
              <a:gd name="connsiteX855" fmla="*/ 4955599 w 7467600"/>
              <a:gd name="connsiteY855" fmla="*/ 247008 h 6858000"/>
              <a:gd name="connsiteX856" fmla="*/ 5210104 w 7467600"/>
              <a:gd name="connsiteY856" fmla="*/ 228123 h 6858000"/>
              <a:gd name="connsiteX857" fmla="*/ 5261015 w 7467600"/>
              <a:gd name="connsiteY857" fmla="*/ 227087 h 6858000"/>
              <a:gd name="connsiteX858" fmla="*/ 5861181 w 7467600"/>
              <a:gd name="connsiteY858" fmla="*/ 143093 h 6858000"/>
              <a:gd name="connsiteX859" fmla="*/ 5961252 w 7467600"/>
              <a:gd name="connsiteY859" fmla="*/ 114820 h 6858000"/>
              <a:gd name="connsiteX860" fmla="*/ 5944437 w 7467600"/>
              <a:gd name="connsiteY860" fmla="*/ 113829 h 6858000"/>
              <a:gd name="connsiteX861" fmla="*/ 3882765 w 7467600"/>
              <a:gd name="connsiteY861" fmla="*/ 0 h 6858000"/>
              <a:gd name="connsiteX862" fmla="*/ 3995099 w 7467600"/>
              <a:gd name="connsiteY862" fmla="*/ 0 h 6858000"/>
              <a:gd name="connsiteX863" fmla="*/ 4163818 w 7467600"/>
              <a:gd name="connsiteY863" fmla="*/ 234104 h 6858000"/>
              <a:gd name="connsiteX864" fmla="*/ 4172099 w 7467600"/>
              <a:gd name="connsiteY864" fmla="*/ 234207 h 6858000"/>
              <a:gd name="connsiteX865" fmla="*/ 4784282 w 7467600"/>
              <a:gd name="connsiteY865" fmla="*/ 276561 h 6858000"/>
              <a:gd name="connsiteX866" fmla="*/ 4801687 w 7467600"/>
              <a:gd name="connsiteY866" fmla="*/ 267764 h 6858000"/>
              <a:gd name="connsiteX867" fmla="*/ 6082788 w 7467600"/>
              <a:gd name="connsiteY867" fmla="*/ 64119 h 6858000"/>
              <a:gd name="connsiteX868" fmla="*/ 6099442 w 7467600"/>
              <a:gd name="connsiteY868" fmla="*/ 82568 h 6858000"/>
              <a:gd name="connsiteX869" fmla="*/ 4804137 w 7467600"/>
              <a:gd name="connsiteY869" fmla="*/ 320931 h 6858000"/>
              <a:gd name="connsiteX870" fmla="*/ 4227047 w 7467600"/>
              <a:gd name="connsiteY870" fmla="*/ 313415 h 6858000"/>
              <a:gd name="connsiteX871" fmla="*/ 4346041 w 7467600"/>
              <a:gd name="connsiteY871" fmla="*/ 456086 h 6858000"/>
              <a:gd name="connsiteX872" fmla="*/ 4870967 w 7467600"/>
              <a:gd name="connsiteY872" fmla="*/ 963061 h 6858000"/>
              <a:gd name="connsiteX873" fmla="*/ 4889647 w 7467600"/>
              <a:gd name="connsiteY873" fmla="*/ 957147 h 6858000"/>
              <a:gd name="connsiteX874" fmla="*/ 5422504 w 7467600"/>
              <a:gd name="connsiteY874" fmla="*/ 805191 h 6858000"/>
              <a:gd name="connsiteX875" fmla="*/ 6087656 w 7467600"/>
              <a:gd name="connsiteY875" fmla="*/ 826703 h 6858000"/>
              <a:gd name="connsiteX876" fmla="*/ 6058717 w 7467600"/>
              <a:gd name="connsiteY876" fmla="*/ 865992 h 6858000"/>
              <a:gd name="connsiteX877" fmla="*/ 4974153 w 7467600"/>
              <a:gd name="connsiteY877" fmla="*/ 1045456 h 6858000"/>
              <a:gd name="connsiteX878" fmla="*/ 5627835 w 7467600"/>
              <a:gd name="connsiteY878" fmla="*/ 1472077 h 6858000"/>
              <a:gd name="connsiteX879" fmla="*/ 5629817 w 7467600"/>
              <a:gd name="connsiteY879" fmla="*/ 1471412 h 6858000"/>
              <a:gd name="connsiteX880" fmla="*/ 5634124 w 7467600"/>
              <a:gd name="connsiteY880" fmla="*/ 1470572 h 6858000"/>
              <a:gd name="connsiteX881" fmla="*/ 5755832 w 7467600"/>
              <a:gd name="connsiteY881" fmla="*/ 1383886 h 6858000"/>
              <a:gd name="connsiteX882" fmla="*/ 6014186 w 7467600"/>
              <a:gd name="connsiteY882" fmla="*/ 1279799 h 6858000"/>
              <a:gd name="connsiteX883" fmla="*/ 6901619 w 7467600"/>
              <a:gd name="connsiteY883" fmla="*/ 1047874 h 6858000"/>
              <a:gd name="connsiteX884" fmla="*/ 6931566 w 7467600"/>
              <a:gd name="connsiteY884" fmla="*/ 1062034 h 6858000"/>
              <a:gd name="connsiteX885" fmla="*/ 5790982 w 7467600"/>
              <a:gd name="connsiteY885" fmla="*/ 1561380 h 6858000"/>
              <a:gd name="connsiteX886" fmla="*/ 6188971 w 7467600"/>
              <a:gd name="connsiteY886" fmla="*/ 1755168 h 6858000"/>
              <a:gd name="connsiteX887" fmla="*/ 6202446 w 7467600"/>
              <a:gd name="connsiteY887" fmla="*/ 1752268 h 6858000"/>
              <a:gd name="connsiteX888" fmla="*/ 7179560 w 7467600"/>
              <a:gd name="connsiteY888" fmla="*/ 1467551 h 6858000"/>
              <a:gd name="connsiteX889" fmla="*/ 7158730 w 7467600"/>
              <a:gd name="connsiteY889" fmla="*/ 1507835 h 6858000"/>
              <a:gd name="connsiteX890" fmla="*/ 6326959 w 7467600"/>
              <a:gd name="connsiteY890" fmla="*/ 1817686 h 6858000"/>
              <a:gd name="connsiteX891" fmla="*/ 6537433 w 7467600"/>
              <a:gd name="connsiteY891" fmla="*/ 1907790 h 6858000"/>
              <a:gd name="connsiteX892" fmla="*/ 6550221 w 7467600"/>
              <a:gd name="connsiteY892" fmla="*/ 1910729 h 6858000"/>
              <a:gd name="connsiteX893" fmla="*/ 6964438 w 7467600"/>
              <a:gd name="connsiteY893" fmla="*/ 2209505 h 6858000"/>
              <a:gd name="connsiteX894" fmla="*/ 7367862 w 7467600"/>
              <a:gd name="connsiteY894" fmla="*/ 2806833 h 6858000"/>
              <a:gd name="connsiteX895" fmla="*/ 7364329 w 7467600"/>
              <a:gd name="connsiteY895" fmla="*/ 2826907 h 6858000"/>
              <a:gd name="connsiteX896" fmla="*/ 7290545 w 7467600"/>
              <a:gd name="connsiteY896" fmla="*/ 2850663 h 6858000"/>
              <a:gd name="connsiteX897" fmla="*/ 6472036 w 7467600"/>
              <a:gd name="connsiteY897" fmla="*/ 1959003 h 6858000"/>
              <a:gd name="connsiteX898" fmla="*/ 5792897 w 7467600"/>
              <a:gd name="connsiteY898" fmla="*/ 1647747 h 6858000"/>
              <a:gd name="connsiteX899" fmla="*/ 5842751 w 7467600"/>
              <a:gd name="connsiteY899" fmla="*/ 1816112 h 6858000"/>
              <a:gd name="connsiteX900" fmla="*/ 5847424 w 7467600"/>
              <a:gd name="connsiteY900" fmla="*/ 1815776 h 6858000"/>
              <a:gd name="connsiteX901" fmla="*/ 6399821 w 7467600"/>
              <a:gd name="connsiteY901" fmla="*/ 2344799 h 6858000"/>
              <a:gd name="connsiteX902" fmla="*/ 6323232 w 7467600"/>
              <a:gd name="connsiteY902" fmla="*/ 2389634 h 6858000"/>
              <a:gd name="connsiteX903" fmla="*/ 5942958 w 7467600"/>
              <a:gd name="connsiteY903" fmla="*/ 2077708 h 6858000"/>
              <a:gd name="connsiteX904" fmla="*/ 5921559 w 7467600"/>
              <a:gd name="connsiteY904" fmla="*/ 2378596 h 6858000"/>
              <a:gd name="connsiteX905" fmla="*/ 5817651 w 7467600"/>
              <a:gd name="connsiteY905" fmla="*/ 3023919 h 6858000"/>
              <a:gd name="connsiteX906" fmla="*/ 5729634 w 7467600"/>
              <a:gd name="connsiteY906" fmla="*/ 3051849 h 6858000"/>
              <a:gd name="connsiteX907" fmla="*/ 5611018 w 7467600"/>
              <a:gd name="connsiteY907" fmla="*/ 2316769 h 6858000"/>
              <a:gd name="connsiteX908" fmla="*/ 5687608 w 7467600"/>
              <a:gd name="connsiteY908" fmla="*/ 2039972 h 6858000"/>
              <a:gd name="connsiteX909" fmla="*/ 5657554 w 7467600"/>
              <a:gd name="connsiteY909" fmla="*/ 1576445 h 6858000"/>
              <a:gd name="connsiteX910" fmla="*/ 5150475 w 7467600"/>
              <a:gd name="connsiteY910" fmla="*/ 1274012 h 6858000"/>
              <a:gd name="connsiteX911" fmla="*/ 5349142 w 7467600"/>
              <a:gd name="connsiteY911" fmla="*/ 2204405 h 6858000"/>
              <a:gd name="connsiteX912" fmla="*/ 5262214 w 7467600"/>
              <a:gd name="connsiteY912" fmla="*/ 2233836 h 6858000"/>
              <a:gd name="connsiteX913" fmla="*/ 4981539 w 7467600"/>
              <a:gd name="connsiteY913" fmla="*/ 1542201 h 6858000"/>
              <a:gd name="connsiteX914" fmla="*/ 4958461 w 7467600"/>
              <a:gd name="connsiteY914" fmla="*/ 1136957 h 6858000"/>
              <a:gd name="connsiteX915" fmla="*/ 4655015 w 7467600"/>
              <a:gd name="connsiteY915" fmla="*/ 891426 h 6858000"/>
              <a:gd name="connsiteX916" fmla="*/ 4348002 w 7467600"/>
              <a:gd name="connsiteY916" fmla="*/ 2205895 h 6858000"/>
              <a:gd name="connsiteX917" fmla="*/ 4262250 w 7467600"/>
              <a:gd name="connsiteY917" fmla="*/ 2219972 h 6858000"/>
              <a:gd name="connsiteX918" fmla="*/ 4550611 w 7467600"/>
              <a:gd name="connsiteY918" fmla="*/ 817540 h 6858000"/>
              <a:gd name="connsiteX919" fmla="*/ 4564418 w 7467600"/>
              <a:gd name="connsiteY919" fmla="*/ 808293 h 6858000"/>
              <a:gd name="connsiteX920" fmla="*/ 4266388 w 7467600"/>
              <a:gd name="connsiteY920" fmla="*/ 500083 h 6858000"/>
              <a:gd name="connsiteX921" fmla="*/ 4032842 w 7467600"/>
              <a:gd name="connsiteY921" fmla="*/ 211809 h 6858000"/>
              <a:gd name="connsiteX922" fmla="*/ 3882765 w 7467600"/>
              <a:gd name="connsiteY922" fmla="*/ 0 h 6858000"/>
              <a:gd name="connsiteX923" fmla="*/ 3721337 w 7467600"/>
              <a:gd name="connsiteY923" fmla="*/ 0 h 6858000"/>
              <a:gd name="connsiteX924" fmla="*/ 3797544 w 7467600"/>
              <a:gd name="connsiteY924" fmla="*/ 0 h 6858000"/>
              <a:gd name="connsiteX925" fmla="*/ 3775734 w 7467600"/>
              <a:gd name="connsiteY925" fmla="*/ 95131 h 6858000"/>
              <a:gd name="connsiteX926" fmla="*/ 3724807 w 7467600"/>
              <a:gd name="connsiteY926" fmla="*/ 272257 h 6858000"/>
              <a:gd name="connsiteX927" fmla="*/ 3726844 w 7467600"/>
              <a:gd name="connsiteY927" fmla="*/ 282988 h 6858000"/>
              <a:gd name="connsiteX928" fmla="*/ 3742664 w 7467600"/>
              <a:gd name="connsiteY928" fmla="*/ 279918 h 6858000"/>
              <a:gd name="connsiteX929" fmla="*/ 4103910 w 7467600"/>
              <a:gd name="connsiteY929" fmla="*/ 1161917 h 6858000"/>
              <a:gd name="connsiteX930" fmla="*/ 4020269 w 7467600"/>
              <a:gd name="connsiteY930" fmla="*/ 1200406 h 6858000"/>
              <a:gd name="connsiteX931" fmla="*/ 3674882 w 7467600"/>
              <a:gd name="connsiteY931" fmla="*/ 488524 h 6858000"/>
              <a:gd name="connsiteX932" fmla="*/ 3132682 w 7467600"/>
              <a:gd name="connsiteY932" fmla="*/ 1072284 h 6858000"/>
              <a:gd name="connsiteX933" fmla="*/ 2716346 w 7467600"/>
              <a:gd name="connsiteY933" fmla="*/ 1276376 h 6858000"/>
              <a:gd name="connsiteX934" fmla="*/ 2716772 w 7467600"/>
              <a:gd name="connsiteY934" fmla="*/ 1255462 h 6858000"/>
              <a:gd name="connsiteX935" fmla="*/ 3471096 w 7467600"/>
              <a:gd name="connsiteY935" fmla="*/ 437072 h 6858000"/>
              <a:gd name="connsiteX936" fmla="*/ 3639057 w 7467600"/>
              <a:gd name="connsiteY936" fmla="*/ 286334 h 6858000"/>
              <a:gd name="connsiteX937" fmla="*/ 3640309 w 7467600"/>
              <a:gd name="connsiteY937" fmla="*/ 284664 h 6858000"/>
              <a:gd name="connsiteX938" fmla="*/ 3646022 w 7467600"/>
              <a:gd name="connsiteY938" fmla="*/ 276711 h 6858000"/>
              <a:gd name="connsiteX939" fmla="*/ 3707943 w 7467600"/>
              <a:gd name="connsiteY939" fmla="*/ 65958 h 6858000"/>
              <a:gd name="connsiteX940" fmla="*/ 3721337 w 7467600"/>
              <a:gd name="connsiteY940" fmla="*/ 0 h 6858000"/>
              <a:gd name="connsiteX941" fmla="*/ 2867960 w 7467600"/>
              <a:gd name="connsiteY941" fmla="*/ 0 h 6858000"/>
              <a:gd name="connsiteX942" fmla="*/ 2926351 w 7467600"/>
              <a:gd name="connsiteY942" fmla="*/ 0 h 6858000"/>
              <a:gd name="connsiteX943" fmla="*/ 2902823 w 7467600"/>
              <a:gd name="connsiteY943" fmla="*/ 262929 h 6858000"/>
              <a:gd name="connsiteX944" fmla="*/ 2940663 w 7467600"/>
              <a:gd name="connsiteY944" fmla="*/ 140884 h 6858000"/>
              <a:gd name="connsiteX945" fmla="*/ 2947039 w 7467600"/>
              <a:gd name="connsiteY945" fmla="*/ 122524 h 6858000"/>
              <a:gd name="connsiteX946" fmla="*/ 2984316 w 7467600"/>
              <a:gd name="connsiteY946" fmla="*/ 0 h 6858000"/>
              <a:gd name="connsiteX947" fmla="*/ 3016114 w 7467600"/>
              <a:gd name="connsiteY947" fmla="*/ 0 h 6858000"/>
              <a:gd name="connsiteX948" fmla="*/ 2979949 w 7467600"/>
              <a:gd name="connsiteY948" fmla="*/ 119274 h 6858000"/>
              <a:gd name="connsiteX949" fmla="*/ 3023879 w 7467600"/>
              <a:gd name="connsiteY949" fmla="*/ 0 h 6858000"/>
              <a:gd name="connsiteX950" fmla="*/ 3105400 w 7467600"/>
              <a:gd name="connsiteY950" fmla="*/ 0 h 6858000"/>
              <a:gd name="connsiteX951" fmla="*/ 3094669 w 7467600"/>
              <a:gd name="connsiteY951" fmla="*/ 30308 h 6858000"/>
              <a:gd name="connsiteX952" fmla="*/ 2901945 w 7467600"/>
              <a:gd name="connsiteY952" fmla="*/ 466538 h 6858000"/>
              <a:gd name="connsiteX953" fmla="*/ 2815209 w 7467600"/>
              <a:gd name="connsiteY953" fmla="*/ 497361 h 6858000"/>
              <a:gd name="connsiteX954" fmla="*/ 2844845 w 7467600"/>
              <a:gd name="connsiteY954" fmla="*/ 127638 h 6858000"/>
              <a:gd name="connsiteX955" fmla="*/ 2867960 w 7467600"/>
              <a:gd name="connsiteY955" fmla="*/ 0 h 6858000"/>
              <a:gd name="connsiteX956" fmla="*/ 1057230 w 7467600"/>
              <a:gd name="connsiteY956" fmla="*/ 0 h 6858000"/>
              <a:gd name="connsiteX957" fmla="*/ 1111003 w 7467600"/>
              <a:gd name="connsiteY957" fmla="*/ 0 h 6858000"/>
              <a:gd name="connsiteX958" fmla="*/ 1125553 w 7467600"/>
              <a:gd name="connsiteY958" fmla="*/ 52588 h 6858000"/>
              <a:gd name="connsiteX959" fmla="*/ 1304276 w 7467600"/>
              <a:gd name="connsiteY959" fmla="*/ 476275 h 6858000"/>
              <a:gd name="connsiteX960" fmla="*/ 1492066 w 7467600"/>
              <a:gd name="connsiteY960" fmla="*/ 886333 h 6858000"/>
              <a:gd name="connsiteX961" fmla="*/ 1423698 w 7467600"/>
              <a:gd name="connsiteY961" fmla="*/ 710817 h 6858000"/>
              <a:gd name="connsiteX962" fmla="*/ 1357609 w 7467600"/>
              <a:gd name="connsiteY962" fmla="*/ 532892 h 6858000"/>
              <a:gd name="connsiteX963" fmla="*/ 1309550 w 7467600"/>
              <a:gd name="connsiteY963" fmla="*/ 374031 h 6858000"/>
              <a:gd name="connsiteX964" fmla="*/ 1193673 w 7467600"/>
              <a:gd name="connsiteY964" fmla="*/ 49533 h 6858000"/>
              <a:gd name="connsiteX965" fmla="*/ 1164391 w 7467600"/>
              <a:gd name="connsiteY965" fmla="*/ 0 h 6858000"/>
              <a:gd name="connsiteX966" fmla="*/ 1200666 w 7467600"/>
              <a:gd name="connsiteY966" fmla="*/ 0 h 6858000"/>
              <a:gd name="connsiteX967" fmla="*/ 1223408 w 7467600"/>
              <a:gd name="connsiteY967" fmla="*/ 38996 h 6858000"/>
              <a:gd name="connsiteX968" fmla="*/ 1339635 w 7467600"/>
              <a:gd name="connsiteY968" fmla="*/ 365517 h 6858000"/>
              <a:gd name="connsiteX969" fmla="*/ 1387469 w 7467600"/>
              <a:gd name="connsiteY969" fmla="*/ 523079 h 6858000"/>
              <a:gd name="connsiteX970" fmla="*/ 1452685 w 7467600"/>
              <a:gd name="connsiteY970" fmla="*/ 699806 h 6858000"/>
              <a:gd name="connsiteX971" fmla="*/ 1492092 w 7467600"/>
              <a:gd name="connsiteY971" fmla="*/ 800424 h 6858000"/>
              <a:gd name="connsiteX972" fmla="*/ 1455302 w 7467600"/>
              <a:gd name="connsiteY972" fmla="*/ 632913 h 6858000"/>
              <a:gd name="connsiteX973" fmla="*/ 1222336 w 7467600"/>
              <a:gd name="connsiteY973" fmla="*/ 9480 h 6858000"/>
              <a:gd name="connsiteX974" fmla="*/ 1214634 w 7467600"/>
              <a:gd name="connsiteY974" fmla="*/ 0 h 6858000"/>
              <a:gd name="connsiteX975" fmla="*/ 1289827 w 7467600"/>
              <a:gd name="connsiteY975" fmla="*/ 0 h 6858000"/>
              <a:gd name="connsiteX976" fmla="*/ 1321076 w 7467600"/>
              <a:gd name="connsiteY976" fmla="*/ 59722 h 6858000"/>
              <a:gd name="connsiteX977" fmla="*/ 1512579 w 7467600"/>
              <a:gd name="connsiteY977" fmla="*/ 626441 h 6858000"/>
              <a:gd name="connsiteX978" fmla="*/ 1506076 w 7467600"/>
              <a:gd name="connsiteY978" fmla="*/ 1089289 h 6858000"/>
              <a:gd name="connsiteX979" fmla="*/ 1486346 w 7467600"/>
              <a:gd name="connsiteY979" fmla="*/ 1079919 h 6858000"/>
              <a:gd name="connsiteX980" fmla="*/ 1070511 w 7467600"/>
              <a:gd name="connsiteY980" fmla="*/ 48609 h 6858000"/>
              <a:gd name="connsiteX981" fmla="*/ 1057230 w 7467600"/>
              <a:gd name="connsiteY981" fmla="*/ 0 h 6858000"/>
              <a:gd name="connsiteX982" fmla="*/ 43151 w 7467600"/>
              <a:gd name="connsiteY982" fmla="*/ 0 h 6858000"/>
              <a:gd name="connsiteX983" fmla="*/ 95283 w 7467600"/>
              <a:gd name="connsiteY983" fmla="*/ 0 h 6858000"/>
              <a:gd name="connsiteX984" fmla="*/ 300708 w 7467600"/>
              <a:gd name="connsiteY984" fmla="*/ 154571 h 6858000"/>
              <a:gd name="connsiteX985" fmla="*/ 530414 w 7467600"/>
              <a:gd name="connsiteY985" fmla="*/ 354673 h 6858000"/>
              <a:gd name="connsiteX986" fmla="*/ 333785 w 7467600"/>
              <a:gd name="connsiteY986" fmla="*/ 161564 h 6858000"/>
              <a:gd name="connsiteX987" fmla="*/ 147005 w 7467600"/>
              <a:gd name="connsiteY987" fmla="*/ 0 h 6858000"/>
              <a:gd name="connsiteX988" fmla="*/ 272509 w 7467600"/>
              <a:gd name="connsiteY988" fmla="*/ 0 h 6858000"/>
              <a:gd name="connsiteX989" fmla="*/ 326276 w 7467600"/>
              <a:gd name="connsiteY989" fmla="*/ 45847 h 6858000"/>
              <a:gd name="connsiteX990" fmla="*/ 823759 w 7467600"/>
              <a:gd name="connsiteY990" fmla="*/ 574145 h 6858000"/>
              <a:gd name="connsiteX991" fmla="*/ 811254 w 7467600"/>
              <a:gd name="connsiteY991" fmla="*/ 665546 h 6858000"/>
              <a:gd name="connsiteX992" fmla="*/ 154042 w 7467600"/>
              <a:gd name="connsiteY992" fmla="*/ 261522 h 6858000"/>
              <a:gd name="connsiteX993" fmla="*/ 13550 w 7467600"/>
              <a:gd name="connsiteY993" fmla="*/ 158423 h 6858000"/>
              <a:gd name="connsiteX994" fmla="*/ 0 w 7467600"/>
              <a:gd name="connsiteY994" fmla="*/ 146618 h 6858000"/>
              <a:gd name="connsiteX995" fmla="*/ 0 w 7467600"/>
              <a:gd name="connsiteY995" fmla="*/ 59161 h 6858000"/>
              <a:gd name="connsiteX996" fmla="*/ 45427 w 7467600"/>
              <a:gd name="connsiteY996" fmla="*/ 101078 h 6858000"/>
              <a:gd name="connsiteX997" fmla="*/ 630103 w 7467600"/>
              <a:gd name="connsiteY997" fmla="*/ 485885 h 6858000"/>
              <a:gd name="connsiteX998" fmla="*/ 532040 w 7467600"/>
              <a:gd name="connsiteY998" fmla="*/ 399359 h 6858000"/>
              <a:gd name="connsiteX999" fmla="*/ 517618 w 7467600"/>
              <a:gd name="connsiteY999" fmla="*/ 385726 h 6858000"/>
              <a:gd name="connsiteX1000" fmla="*/ 285074 w 7467600"/>
              <a:gd name="connsiteY1000" fmla="*/ 182755 h 6858000"/>
              <a:gd name="connsiteX1001" fmla="*/ 43151 w 7467600"/>
              <a:gd name="connsiteY100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27410 w 7467600"/>
              <a:gd name="connsiteY166" fmla="*/ 4716164 h 6858000"/>
              <a:gd name="connsiteX167" fmla="*/ 1997014 w 7467600"/>
              <a:gd name="connsiteY167" fmla="*/ 4698007 h 6858000"/>
              <a:gd name="connsiteX168" fmla="*/ 2005458 w 7467600"/>
              <a:gd name="connsiteY168" fmla="*/ 4699540 h 6858000"/>
              <a:gd name="connsiteX169" fmla="*/ 2657186 w 7467600"/>
              <a:gd name="connsiteY169" fmla="*/ 4901687 h 6858000"/>
              <a:gd name="connsiteX170" fmla="*/ 2826662 w 7467600"/>
              <a:gd name="connsiteY170" fmla="*/ 4970362 h 6858000"/>
              <a:gd name="connsiteX171" fmla="*/ 2876100 w 7467600"/>
              <a:gd name="connsiteY171" fmla="*/ 4995397 h 6858000"/>
              <a:gd name="connsiteX172" fmla="*/ 3042600 w 7467600"/>
              <a:gd name="connsiteY172" fmla="*/ 5059532 h 6858000"/>
              <a:gd name="connsiteX173" fmla="*/ 1997014 w 7467600"/>
              <a:gd name="connsiteY173" fmla="*/ 4698007 h 6858000"/>
              <a:gd name="connsiteX174" fmla="*/ 2305292 w 7467600"/>
              <a:gd name="connsiteY174" fmla="*/ 4219492 h 6858000"/>
              <a:gd name="connsiteX175" fmla="*/ 3360922 w 7467600"/>
              <a:gd name="connsiteY175" fmla="*/ 4529373 h 6858000"/>
              <a:gd name="connsiteX176" fmla="*/ 3492420 w 7467600"/>
              <a:gd name="connsiteY176" fmla="*/ 4510145 h 6858000"/>
              <a:gd name="connsiteX177" fmla="*/ 3364086 w 7467600"/>
              <a:gd name="connsiteY177" fmla="*/ 4480340 h 6858000"/>
              <a:gd name="connsiteX178" fmla="*/ 3225818 w 7467600"/>
              <a:gd name="connsiteY178" fmla="*/ 4411822 h 6858000"/>
              <a:gd name="connsiteX179" fmla="*/ 3129696 w 7467600"/>
              <a:gd name="connsiteY179" fmla="*/ 4360704 h 6858000"/>
              <a:gd name="connsiteX180" fmla="*/ 2814545 w 7467600"/>
              <a:gd name="connsiteY180" fmla="*/ 4282955 h 6858000"/>
              <a:gd name="connsiteX181" fmla="*/ 2305292 w 7467600"/>
              <a:gd name="connsiteY181" fmla="*/ 4219492 h 6858000"/>
              <a:gd name="connsiteX182" fmla="*/ 2626982 w 7467600"/>
              <a:gd name="connsiteY182" fmla="*/ 4206450 h 6858000"/>
              <a:gd name="connsiteX183" fmla="*/ 2490617 w 7467600"/>
              <a:gd name="connsiteY183" fmla="*/ 4206951 h 6858000"/>
              <a:gd name="connsiteX184" fmla="*/ 2819869 w 7467600"/>
              <a:gd name="connsiteY184" fmla="*/ 4252936 h 6858000"/>
              <a:gd name="connsiteX185" fmla="*/ 3143018 w 7467600"/>
              <a:gd name="connsiteY185" fmla="*/ 4332698 h 6858000"/>
              <a:gd name="connsiteX186" fmla="*/ 3241520 w 7467600"/>
              <a:gd name="connsiteY186" fmla="*/ 4385112 h 6858000"/>
              <a:gd name="connsiteX187" fmla="*/ 3374575 w 7467600"/>
              <a:gd name="connsiteY187" fmla="*/ 4451517 h 6858000"/>
              <a:gd name="connsiteX188" fmla="*/ 3505221 w 7467600"/>
              <a:gd name="connsiteY188" fmla="*/ 4480757 h 6858000"/>
              <a:gd name="connsiteX189" fmla="*/ 2626982 w 7467600"/>
              <a:gd name="connsiteY189" fmla="*/ 4206450 h 6858000"/>
              <a:gd name="connsiteX190" fmla="*/ 1310106 w 7467600"/>
              <a:gd name="connsiteY190" fmla="*/ 3943217 h 6858000"/>
              <a:gd name="connsiteX191" fmla="*/ 854994 w 7467600"/>
              <a:gd name="connsiteY191" fmla="*/ 4399136 h 6858000"/>
              <a:gd name="connsiteX192" fmla="*/ 742462 w 7467600"/>
              <a:gd name="connsiteY192" fmla="*/ 4594648 h 6858000"/>
              <a:gd name="connsiteX193" fmla="*/ 820602 w 7467600"/>
              <a:gd name="connsiteY193" fmla="*/ 4485915 h 6858000"/>
              <a:gd name="connsiteX194" fmla="*/ 878295 w 7467600"/>
              <a:gd name="connsiteY194" fmla="*/ 4403594 h 6858000"/>
              <a:gd name="connsiteX195" fmla="*/ 1240607 w 7467600"/>
              <a:gd name="connsiteY195" fmla="*/ 4010401 h 6858000"/>
              <a:gd name="connsiteX196" fmla="*/ 1310106 w 7467600"/>
              <a:gd name="connsiteY196" fmla="*/ 3943217 h 6858000"/>
              <a:gd name="connsiteX197" fmla="*/ 1423113 w 7467600"/>
              <a:gd name="connsiteY197" fmla="*/ 3874565 h 6858000"/>
              <a:gd name="connsiteX198" fmla="*/ 1260565 w 7467600"/>
              <a:gd name="connsiteY198" fmla="*/ 4031982 h 6858000"/>
              <a:gd name="connsiteX199" fmla="*/ 901900 w 7467600"/>
              <a:gd name="connsiteY199" fmla="*/ 4421236 h 6858000"/>
              <a:gd name="connsiteX200" fmla="*/ 845044 w 7467600"/>
              <a:gd name="connsiteY200" fmla="*/ 4502436 h 6858000"/>
              <a:gd name="connsiteX201" fmla="*/ 685926 w 7467600"/>
              <a:gd name="connsiteY201" fmla="*/ 4703069 h 6858000"/>
              <a:gd name="connsiteX202" fmla="*/ 684248 w 7467600"/>
              <a:gd name="connsiteY202" fmla="*/ 4706721 h 6858000"/>
              <a:gd name="connsiteX203" fmla="*/ 1423113 w 7467600"/>
              <a:gd name="connsiteY203" fmla="*/ 3874565 h 6858000"/>
              <a:gd name="connsiteX204" fmla="*/ 3316479 w 7467600"/>
              <a:gd name="connsiteY204" fmla="*/ 3872136 h 6858000"/>
              <a:gd name="connsiteX205" fmla="*/ 3546806 w 7467600"/>
              <a:gd name="connsiteY205" fmla="*/ 4356139 h 6858000"/>
              <a:gd name="connsiteX206" fmla="*/ 3364433 w 7467600"/>
              <a:gd name="connsiteY206" fmla="*/ 3953121 h 6858000"/>
              <a:gd name="connsiteX207" fmla="*/ 3316479 w 7467600"/>
              <a:gd name="connsiteY207" fmla="*/ 3872136 h 6858000"/>
              <a:gd name="connsiteX208" fmla="*/ 3291335 w 7467600"/>
              <a:gd name="connsiteY208" fmla="*/ 3767420 h 6858000"/>
              <a:gd name="connsiteX209" fmla="*/ 3390805 w 7467600"/>
              <a:gd name="connsiteY209" fmla="*/ 3937163 h 6858000"/>
              <a:gd name="connsiteX210" fmla="*/ 3579062 w 7467600"/>
              <a:gd name="connsiteY210" fmla="*/ 4359040 h 6858000"/>
              <a:gd name="connsiteX211" fmla="*/ 3467355 w 7467600"/>
              <a:gd name="connsiteY211" fmla="*/ 3988130 h 6858000"/>
              <a:gd name="connsiteX212" fmla="*/ 3310753 w 7467600"/>
              <a:gd name="connsiteY212" fmla="*/ 3787140 h 6858000"/>
              <a:gd name="connsiteX213" fmla="*/ 3291335 w 7467600"/>
              <a:gd name="connsiteY213" fmla="*/ 3767420 h 6858000"/>
              <a:gd name="connsiteX214" fmla="*/ 1635889 w 7467600"/>
              <a:gd name="connsiteY214" fmla="*/ 3709494 h 6858000"/>
              <a:gd name="connsiteX215" fmla="*/ 1634800 w 7467600"/>
              <a:gd name="connsiteY215" fmla="*/ 3731111 h 6858000"/>
              <a:gd name="connsiteX216" fmla="*/ 1635889 w 7467600"/>
              <a:gd name="connsiteY216" fmla="*/ 3709494 h 6858000"/>
              <a:gd name="connsiteX217" fmla="*/ 1510397 w 7467600"/>
              <a:gd name="connsiteY217" fmla="*/ 3684705 h 6858000"/>
              <a:gd name="connsiteX218" fmla="*/ 1146550 w 7467600"/>
              <a:gd name="connsiteY218" fmla="*/ 3802012 h 6858000"/>
              <a:gd name="connsiteX219" fmla="*/ 698834 w 7467600"/>
              <a:gd name="connsiteY219" fmla="*/ 3952272 h 6858000"/>
              <a:gd name="connsiteX220" fmla="*/ 34256 w 7467600"/>
              <a:gd name="connsiteY220" fmla="*/ 4347603 h 6858000"/>
              <a:gd name="connsiteX221" fmla="*/ 527241 w 7467600"/>
              <a:gd name="connsiteY221" fmla="*/ 4065078 h 6858000"/>
              <a:gd name="connsiteX222" fmla="*/ 1510397 w 7467600"/>
              <a:gd name="connsiteY222" fmla="*/ 3684705 h 6858000"/>
              <a:gd name="connsiteX223" fmla="*/ 1313114 w 7467600"/>
              <a:gd name="connsiteY223" fmla="*/ 3655216 h 6858000"/>
              <a:gd name="connsiteX224" fmla="*/ 1109304 w 7467600"/>
              <a:gd name="connsiteY224" fmla="*/ 3669030 h 6858000"/>
              <a:gd name="connsiteX225" fmla="*/ 8129 w 7467600"/>
              <a:gd name="connsiteY225" fmla="*/ 4330519 h 6858000"/>
              <a:gd name="connsiteX226" fmla="*/ 687572 w 7467600"/>
              <a:gd name="connsiteY226" fmla="*/ 3925629 h 6858000"/>
              <a:gd name="connsiteX227" fmla="*/ 1138365 w 7467600"/>
              <a:gd name="connsiteY227" fmla="*/ 3774515 h 6858000"/>
              <a:gd name="connsiteX228" fmla="*/ 1505579 w 7467600"/>
              <a:gd name="connsiteY228" fmla="*/ 3655526 h 6858000"/>
              <a:gd name="connsiteX229" fmla="*/ 1313114 w 7467600"/>
              <a:gd name="connsiteY229" fmla="*/ 3655216 h 6858000"/>
              <a:gd name="connsiteX230" fmla="*/ 3655073 w 7467600"/>
              <a:gd name="connsiteY230" fmla="*/ 3650884 h 6858000"/>
              <a:gd name="connsiteX231" fmla="*/ 3989938 w 7467600"/>
              <a:gd name="connsiteY231" fmla="*/ 3991685 h 6858000"/>
              <a:gd name="connsiteX232" fmla="*/ 4393907 w 7467600"/>
              <a:gd name="connsiteY232" fmla="*/ 4261258 h 6858000"/>
              <a:gd name="connsiteX233" fmla="*/ 4648051 w 7467600"/>
              <a:gd name="connsiteY233" fmla="*/ 4374051 h 6858000"/>
              <a:gd name="connsiteX234" fmla="*/ 4383389 w 7467600"/>
              <a:gd name="connsiteY234" fmla="*/ 4184369 h 6858000"/>
              <a:gd name="connsiteX235" fmla="*/ 4165508 w 7467600"/>
              <a:gd name="connsiteY235" fmla="*/ 4035196 h 6858000"/>
              <a:gd name="connsiteX236" fmla="*/ 4068162 w 7467600"/>
              <a:gd name="connsiteY236" fmla="*/ 3953394 h 6858000"/>
              <a:gd name="connsiteX237" fmla="*/ 3981416 w 7467600"/>
              <a:gd name="connsiteY237" fmla="*/ 3880482 h 6858000"/>
              <a:gd name="connsiteX238" fmla="*/ 3800147 w 7467600"/>
              <a:gd name="connsiteY238" fmla="*/ 3749872 h 6858000"/>
              <a:gd name="connsiteX239" fmla="*/ 3655073 w 7467600"/>
              <a:gd name="connsiteY239" fmla="*/ 3650884 h 6858000"/>
              <a:gd name="connsiteX240" fmla="*/ 3670252 w 7467600"/>
              <a:gd name="connsiteY240" fmla="*/ 3622798 h 6858000"/>
              <a:gd name="connsiteX241" fmla="*/ 3817258 w 7467600"/>
              <a:gd name="connsiteY241" fmla="*/ 3723577 h 6858000"/>
              <a:gd name="connsiteX242" fmla="*/ 4000461 w 7467600"/>
              <a:gd name="connsiteY242" fmla="*/ 3855966 h 6858000"/>
              <a:gd name="connsiteX243" fmla="*/ 4088180 w 7467600"/>
              <a:gd name="connsiteY243" fmla="*/ 3929774 h 6858000"/>
              <a:gd name="connsiteX244" fmla="*/ 4184555 w 7467600"/>
              <a:gd name="connsiteY244" fmla="*/ 4010683 h 6858000"/>
              <a:gd name="connsiteX245" fmla="*/ 4399563 w 7467600"/>
              <a:gd name="connsiteY245" fmla="*/ 4158106 h 6858000"/>
              <a:gd name="connsiteX246" fmla="*/ 4684469 w 7467600"/>
              <a:gd name="connsiteY246" fmla="*/ 4364680 h 6858000"/>
              <a:gd name="connsiteX247" fmla="*/ 4690271 w 7467600"/>
              <a:gd name="connsiteY247" fmla="*/ 4370034 h 6858000"/>
              <a:gd name="connsiteX248" fmla="*/ 4136093 w 7467600"/>
              <a:gd name="connsiteY248" fmla="*/ 3858466 h 6858000"/>
              <a:gd name="connsiteX249" fmla="*/ 3670252 w 7467600"/>
              <a:gd name="connsiteY249" fmla="*/ 3622798 h 6858000"/>
              <a:gd name="connsiteX250" fmla="*/ 4440129 w 7467600"/>
              <a:gd name="connsiteY250" fmla="*/ 3448571 h 6858000"/>
              <a:gd name="connsiteX251" fmla="*/ 4856525 w 7467600"/>
              <a:gd name="connsiteY251" fmla="*/ 3915351 h 6858000"/>
              <a:gd name="connsiteX252" fmla="*/ 5059055 w 7467600"/>
              <a:gd name="connsiteY252" fmla="*/ 4108918 h 6858000"/>
              <a:gd name="connsiteX253" fmla="*/ 5290070 w 7467600"/>
              <a:gd name="connsiteY253" fmla="*/ 4263619 h 6858000"/>
              <a:gd name="connsiteX254" fmla="*/ 4834991 w 7467600"/>
              <a:gd name="connsiteY254" fmla="*/ 3830985 h 6858000"/>
              <a:gd name="connsiteX255" fmla="*/ 4440129 w 7467600"/>
              <a:gd name="connsiteY255" fmla="*/ 3448571 h 6858000"/>
              <a:gd name="connsiteX256" fmla="*/ 4441737 w 7467600"/>
              <a:gd name="connsiteY256" fmla="*/ 3399734 h 6858000"/>
              <a:gd name="connsiteX257" fmla="*/ 4431236 w 7467600"/>
              <a:gd name="connsiteY257" fmla="*/ 3400954 h 6858000"/>
              <a:gd name="connsiteX258" fmla="*/ 4557150 w 7467600"/>
              <a:gd name="connsiteY258" fmla="*/ 3510023 h 6858000"/>
              <a:gd name="connsiteX259" fmla="*/ 4856936 w 7467600"/>
              <a:gd name="connsiteY259" fmla="*/ 3809146 h 6858000"/>
              <a:gd name="connsiteX260" fmla="*/ 5111996 w 7467600"/>
              <a:gd name="connsiteY260" fmla="*/ 4065759 h 6858000"/>
              <a:gd name="connsiteX261" fmla="*/ 5388878 w 7467600"/>
              <a:gd name="connsiteY261" fmla="*/ 4300185 h 6858000"/>
              <a:gd name="connsiteX262" fmla="*/ 5425556 w 7467600"/>
              <a:gd name="connsiteY262" fmla="*/ 4308967 h 6858000"/>
              <a:gd name="connsiteX263" fmla="*/ 4943646 w 7467600"/>
              <a:gd name="connsiteY263" fmla="*/ 3822916 h 6858000"/>
              <a:gd name="connsiteX264" fmla="*/ 4594837 w 7467600"/>
              <a:gd name="connsiteY264" fmla="*/ 3532274 h 6858000"/>
              <a:gd name="connsiteX265" fmla="*/ 4441737 w 7467600"/>
              <a:gd name="connsiteY265" fmla="*/ 3399734 h 6858000"/>
              <a:gd name="connsiteX266" fmla="*/ 5425834 w 7467600"/>
              <a:gd name="connsiteY266" fmla="*/ 3162785 h 6858000"/>
              <a:gd name="connsiteX267" fmla="*/ 5401644 w 7467600"/>
              <a:gd name="connsiteY267" fmla="*/ 3617847 h 6858000"/>
              <a:gd name="connsiteX268" fmla="*/ 5467256 w 7467600"/>
              <a:gd name="connsiteY268" fmla="*/ 4175494 h 6858000"/>
              <a:gd name="connsiteX269" fmla="*/ 5448069 w 7467600"/>
              <a:gd name="connsiteY269" fmla="*/ 3567554 h 6858000"/>
              <a:gd name="connsiteX270" fmla="*/ 5425834 w 7467600"/>
              <a:gd name="connsiteY270" fmla="*/ 3162785 h 6858000"/>
              <a:gd name="connsiteX271" fmla="*/ 1318687 w 7467600"/>
              <a:gd name="connsiteY271" fmla="*/ 3113840 h 6858000"/>
              <a:gd name="connsiteX272" fmla="*/ 1066793 w 7467600"/>
              <a:gd name="connsiteY272" fmla="*/ 3212171 h 6858000"/>
              <a:gd name="connsiteX273" fmla="*/ 993319 w 7467600"/>
              <a:gd name="connsiteY273" fmla="*/ 3247648 h 6858000"/>
              <a:gd name="connsiteX274" fmla="*/ 853081 w 7467600"/>
              <a:gd name="connsiteY274" fmla="*/ 3312410 h 6858000"/>
              <a:gd name="connsiteX275" fmla="*/ 805957 w 7467600"/>
              <a:gd name="connsiteY275" fmla="*/ 3330443 h 6858000"/>
              <a:gd name="connsiteX276" fmla="*/ 1318687 w 7467600"/>
              <a:gd name="connsiteY276" fmla="*/ 3113840 h 6858000"/>
              <a:gd name="connsiteX277" fmla="*/ 5453702 w 7467600"/>
              <a:gd name="connsiteY277" fmla="*/ 3090882 h 6858000"/>
              <a:gd name="connsiteX278" fmla="*/ 5480135 w 7467600"/>
              <a:gd name="connsiteY278" fmla="*/ 3565802 h 6858000"/>
              <a:gd name="connsiteX279" fmla="*/ 5499023 w 7467600"/>
              <a:gd name="connsiteY279" fmla="*/ 4166310 h 6858000"/>
              <a:gd name="connsiteX280" fmla="*/ 5547022 w 7467600"/>
              <a:gd name="connsiteY280" fmla="*/ 3607838 h 6858000"/>
              <a:gd name="connsiteX281" fmla="*/ 5515964 w 7467600"/>
              <a:gd name="connsiteY281" fmla="*/ 3378541 h 6858000"/>
              <a:gd name="connsiteX282" fmla="*/ 5453702 w 7467600"/>
              <a:gd name="connsiteY282" fmla="*/ 3090882 h 6858000"/>
              <a:gd name="connsiteX283" fmla="*/ 1238695 w 7467600"/>
              <a:gd name="connsiteY283" fmla="*/ 3076820 h 6858000"/>
              <a:gd name="connsiteX284" fmla="*/ 716371 w 7467600"/>
              <a:gd name="connsiteY284" fmla="*/ 3293249 h 6858000"/>
              <a:gd name="connsiteX285" fmla="*/ 579522 w 7467600"/>
              <a:gd name="connsiteY285" fmla="*/ 3371759 h 6858000"/>
              <a:gd name="connsiteX286" fmla="*/ 600288 w 7467600"/>
              <a:gd name="connsiteY286" fmla="*/ 3365555 h 6858000"/>
              <a:gd name="connsiteX287" fmla="*/ 840692 w 7467600"/>
              <a:gd name="connsiteY287" fmla="*/ 3284921 h 6858000"/>
              <a:gd name="connsiteX288" fmla="*/ 979248 w 7467600"/>
              <a:gd name="connsiteY288" fmla="*/ 3221003 h 6858000"/>
              <a:gd name="connsiteX289" fmla="*/ 1053282 w 7467600"/>
              <a:gd name="connsiteY289" fmla="*/ 3185247 h 6858000"/>
              <a:gd name="connsiteX290" fmla="*/ 1320603 w 7467600"/>
              <a:gd name="connsiteY290" fmla="*/ 3081281 h 6858000"/>
              <a:gd name="connsiteX291" fmla="*/ 1238695 w 7467600"/>
              <a:gd name="connsiteY291" fmla="*/ 3076820 h 6858000"/>
              <a:gd name="connsiteX292" fmla="*/ 5425627 w 7467600"/>
              <a:gd name="connsiteY292" fmla="*/ 2954192 h 6858000"/>
              <a:gd name="connsiteX293" fmla="*/ 5470770 w 7467600"/>
              <a:gd name="connsiteY293" fmla="*/ 3005435 h 6858000"/>
              <a:gd name="connsiteX294" fmla="*/ 5519779 w 7467600"/>
              <a:gd name="connsiteY294" fmla="*/ 4359223 h 6858000"/>
              <a:gd name="connsiteX295" fmla="*/ 5520293 w 7467600"/>
              <a:gd name="connsiteY295" fmla="*/ 4360602 h 6858000"/>
              <a:gd name="connsiteX296" fmla="*/ 5767221 w 7467600"/>
              <a:gd name="connsiteY296" fmla="*/ 4665564 h 6858000"/>
              <a:gd name="connsiteX297" fmla="*/ 6937169 w 7467600"/>
              <a:gd name="connsiteY297" fmla="*/ 4815941 h 6858000"/>
              <a:gd name="connsiteX298" fmla="*/ 6953922 w 7467600"/>
              <a:gd name="connsiteY298" fmla="*/ 4890068 h 6858000"/>
              <a:gd name="connsiteX299" fmla="*/ 6071359 w 7467600"/>
              <a:gd name="connsiteY299" fmla="*/ 4770770 h 6858000"/>
              <a:gd name="connsiteX300" fmla="*/ 6038839 w 7467600"/>
              <a:gd name="connsiteY300" fmla="*/ 4764474 h 6858000"/>
              <a:gd name="connsiteX301" fmla="*/ 6038706 w 7467600"/>
              <a:gd name="connsiteY301" fmla="*/ 4763847 h 6858000"/>
              <a:gd name="connsiteX302" fmla="*/ 6037784 w 7467600"/>
              <a:gd name="connsiteY302" fmla="*/ 4764270 h 6858000"/>
              <a:gd name="connsiteX303" fmla="*/ 6038839 w 7467600"/>
              <a:gd name="connsiteY303" fmla="*/ 4764474 h 6858000"/>
              <a:gd name="connsiteX304" fmla="*/ 6040338 w 7467600"/>
              <a:gd name="connsiteY304" fmla="*/ 4771418 h 6858000"/>
              <a:gd name="connsiteX305" fmla="*/ 6024488 w 7467600"/>
              <a:gd name="connsiteY305" fmla="*/ 4809903 h 6858000"/>
              <a:gd name="connsiteX306" fmla="*/ 5599771 w 7467600"/>
              <a:gd name="connsiteY306" fmla="*/ 5509652 h 6858000"/>
              <a:gd name="connsiteX307" fmla="*/ 5548843 w 7467600"/>
              <a:gd name="connsiteY307" fmla="*/ 5563845 h 6858000"/>
              <a:gd name="connsiteX308" fmla="*/ 5940952 w 7467600"/>
              <a:gd name="connsiteY308" fmla="*/ 6250028 h 6858000"/>
              <a:gd name="connsiteX309" fmla="*/ 6043441 w 7467600"/>
              <a:gd name="connsiteY309" fmla="*/ 6665847 h 6858000"/>
              <a:gd name="connsiteX310" fmla="*/ 6093432 w 7467600"/>
              <a:gd name="connsiteY310" fmla="*/ 6858000 h 6858000"/>
              <a:gd name="connsiteX311" fmla="*/ 6034344 w 7467600"/>
              <a:gd name="connsiteY311" fmla="*/ 6858000 h 6858000"/>
              <a:gd name="connsiteX312" fmla="*/ 6026679 w 7467600"/>
              <a:gd name="connsiteY312" fmla="*/ 6836959 h 6858000"/>
              <a:gd name="connsiteX313" fmla="*/ 5800441 w 7467600"/>
              <a:gd name="connsiteY313" fmla="*/ 6335286 h 6858000"/>
              <a:gd name="connsiteX314" fmla="*/ 5526562 w 7467600"/>
              <a:gd name="connsiteY314" fmla="*/ 5705388 h 6858000"/>
              <a:gd name="connsiteX315" fmla="*/ 5519640 w 7467600"/>
              <a:gd name="connsiteY315" fmla="*/ 5683774 h 6858000"/>
              <a:gd name="connsiteX316" fmla="*/ 5844559 w 7467600"/>
              <a:gd name="connsiteY316" fmla="*/ 6553349 h 6858000"/>
              <a:gd name="connsiteX317" fmla="*/ 5975994 w 7467600"/>
              <a:gd name="connsiteY317" fmla="*/ 6858000 h 6858000"/>
              <a:gd name="connsiteX318" fmla="*/ 5898547 w 7467600"/>
              <a:gd name="connsiteY318" fmla="*/ 6858000 h 6858000"/>
              <a:gd name="connsiteX319" fmla="*/ 5682041 w 7467600"/>
              <a:gd name="connsiteY319" fmla="*/ 6355860 h 6858000"/>
              <a:gd name="connsiteX320" fmla="*/ 5461758 w 7467600"/>
              <a:gd name="connsiteY320" fmla="*/ 5820220 h 6858000"/>
              <a:gd name="connsiteX321" fmla="*/ 5237282 w 7467600"/>
              <a:gd name="connsiteY321" fmla="*/ 6579086 h 6858000"/>
              <a:gd name="connsiteX322" fmla="*/ 5115009 w 7467600"/>
              <a:gd name="connsiteY322" fmla="*/ 6858000 h 6858000"/>
              <a:gd name="connsiteX323" fmla="*/ 5028074 w 7467600"/>
              <a:gd name="connsiteY323" fmla="*/ 6858000 h 6858000"/>
              <a:gd name="connsiteX324" fmla="*/ 5079508 w 7467600"/>
              <a:gd name="connsiteY324" fmla="*/ 6749074 h 6858000"/>
              <a:gd name="connsiteX325" fmla="*/ 5371846 w 7467600"/>
              <a:gd name="connsiteY325" fmla="*/ 5924413 h 6858000"/>
              <a:gd name="connsiteX326" fmla="*/ 5270512 w 7467600"/>
              <a:gd name="connsiteY326" fmla="*/ 6138975 h 6858000"/>
              <a:gd name="connsiteX327" fmla="*/ 5062409 w 7467600"/>
              <a:gd name="connsiteY327" fmla="*/ 6653544 h 6858000"/>
              <a:gd name="connsiteX328" fmla="*/ 5036628 w 7467600"/>
              <a:gd name="connsiteY328" fmla="*/ 6754247 h 6858000"/>
              <a:gd name="connsiteX329" fmla="*/ 5009112 w 7467600"/>
              <a:gd name="connsiteY329" fmla="*/ 6858000 h 6858000"/>
              <a:gd name="connsiteX330" fmla="*/ 4976679 w 7467600"/>
              <a:gd name="connsiteY330" fmla="*/ 6858000 h 6858000"/>
              <a:gd name="connsiteX331" fmla="*/ 5006537 w 7467600"/>
              <a:gd name="connsiteY331" fmla="*/ 6747068 h 6858000"/>
              <a:gd name="connsiteX332" fmla="*/ 5032723 w 7467600"/>
              <a:gd name="connsiteY332" fmla="*/ 6644957 h 6858000"/>
              <a:gd name="connsiteX333" fmla="*/ 5242949 w 7467600"/>
              <a:gd name="connsiteY333" fmla="*/ 6125175 h 6858000"/>
              <a:gd name="connsiteX334" fmla="*/ 5286321 w 7467600"/>
              <a:gd name="connsiteY334" fmla="*/ 6033555 h 6858000"/>
              <a:gd name="connsiteX335" fmla="*/ 5008210 w 7467600"/>
              <a:gd name="connsiteY335" fmla="*/ 6649194 h 6858000"/>
              <a:gd name="connsiteX336" fmla="*/ 4986321 w 7467600"/>
              <a:gd name="connsiteY336" fmla="*/ 6765687 h 6858000"/>
              <a:gd name="connsiteX337" fmla="*/ 4973474 w 7467600"/>
              <a:gd name="connsiteY337" fmla="*/ 6858000 h 6858000"/>
              <a:gd name="connsiteX338" fmla="*/ 4907178 w 7467600"/>
              <a:gd name="connsiteY338" fmla="*/ 6858000 h 6858000"/>
              <a:gd name="connsiteX339" fmla="*/ 4910810 w 7467600"/>
              <a:gd name="connsiteY339" fmla="*/ 6829660 h 6858000"/>
              <a:gd name="connsiteX340" fmla="*/ 4987461 w 7467600"/>
              <a:gd name="connsiteY340" fmla="*/ 6432994 h 6858000"/>
              <a:gd name="connsiteX341" fmla="*/ 5179262 w 7467600"/>
              <a:gd name="connsiteY341" fmla="*/ 6035044 h 6858000"/>
              <a:gd name="connsiteX342" fmla="*/ 4689678 w 7467600"/>
              <a:gd name="connsiteY342" fmla="*/ 6440241 h 6858000"/>
              <a:gd name="connsiteX343" fmla="*/ 4477543 w 7467600"/>
              <a:gd name="connsiteY343" fmla="*/ 6674836 h 6858000"/>
              <a:gd name="connsiteX344" fmla="*/ 4329957 w 7467600"/>
              <a:gd name="connsiteY344" fmla="*/ 6858000 h 6858000"/>
              <a:gd name="connsiteX345" fmla="*/ 4218595 w 7467600"/>
              <a:gd name="connsiteY345" fmla="*/ 6858000 h 6858000"/>
              <a:gd name="connsiteX346" fmla="*/ 4368888 w 7467600"/>
              <a:gd name="connsiteY346" fmla="*/ 6668412 h 6858000"/>
              <a:gd name="connsiteX347" fmla="*/ 4563091 w 7467600"/>
              <a:gd name="connsiteY347" fmla="*/ 6442508 h 6858000"/>
              <a:gd name="connsiteX348" fmla="*/ 5387324 w 7467600"/>
              <a:gd name="connsiteY348" fmla="*/ 5705830 h 6858000"/>
              <a:gd name="connsiteX349" fmla="*/ 5073620 w 7467600"/>
              <a:gd name="connsiteY349" fmla="*/ 5955437 h 6858000"/>
              <a:gd name="connsiteX350" fmla="*/ 4689789 w 7467600"/>
              <a:gd name="connsiteY350" fmla="*/ 6268382 h 6858000"/>
              <a:gd name="connsiteX351" fmla="*/ 4418722 w 7467600"/>
              <a:gd name="connsiteY351" fmla="*/ 6570886 h 6858000"/>
              <a:gd name="connsiteX352" fmla="*/ 4214944 w 7467600"/>
              <a:gd name="connsiteY352" fmla="*/ 6858000 h 6858000"/>
              <a:gd name="connsiteX353" fmla="*/ 4177898 w 7467600"/>
              <a:gd name="connsiteY353" fmla="*/ 6858000 h 6858000"/>
              <a:gd name="connsiteX354" fmla="*/ 4391597 w 7467600"/>
              <a:gd name="connsiteY354" fmla="*/ 6556370 h 6858000"/>
              <a:gd name="connsiteX355" fmla="*/ 4668889 w 7467600"/>
              <a:gd name="connsiteY355" fmla="*/ 6246399 h 6858000"/>
              <a:gd name="connsiteX356" fmla="*/ 5055427 w 7467600"/>
              <a:gd name="connsiteY356" fmla="*/ 5931476 h 6858000"/>
              <a:gd name="connsiteX357" fmla="*/ 5371814 w 7467600"/>
              <a:gd name="connsiteY357" fmla="*/ 5678975 h 6858000"/>
              <a:gd name="connsiteX358" fmla="*/ 4987918 w 7467600"/>
              <a:gd name="connsiteY358" fmla="*/ 5838701 h 6858000"/>
              <a:gd name="connsiteX359" fmla="*/ 4317146 w 7467600"/>
              <a:gd name="connsiteY359" fmla="*/ 6587716 h 6858000"/>
              <a:gd name="connsiteX360" fmla="*/ 4171627 w 7467600"/>
              <a:gd name="connsiteY360" fmla="*/ 6858000 h 6858000"/>
              <a:gd name="connsiteX361" fmla="*/ 4081585 w 7467600"/>
              <a:gd name="connsiteY361" fmla="*/ 6858000 h 6858000"/>
              <a:gd name="connsiteX362" fmla="*/ 4238603 w 7467600"/>
              <a:gd name="connsiteY362" fmla="*/ 6559341 h 6858000"/>
              <a:gd name="connsiteX363" fmla="*/ 4778333 w 7467600"/>
              <a:gd name="connsiteY363" fmla="*/ 5873626 h 6858000"/>
              <a:gd name="connsiteX364" fmla="*/ 5414185 w 7467600"/>
              <a:gd name="connsiteY364" fmla="*/ 5573882 h 6858000"/>
              <a:gd name="connsiteX365" fmla="*/ 5959648 w 7467600"/>
              <a:gd name="connsiteY365" fmla="*/ 4760797 h 6858000"/>
              <a:gd name="connsiteX366" fmla="*/ 5355019 w 7467600"/>
              <a:gd name="connsiteY366" fmla="*/ 4734672 h 6858000"/>
              <a:gd name="connsiteX367" fmla="*/ 5083565 w 7467600"/>
              <a:gd name="connsiteY367" fmla="*/ 5179121 h 6858000"/>
              <a:gd name="connsiteX368" fmla="*/ 4713577 w 7467600"/>
              <a:gd name="connsiteY368" fmla="*/ 5616803 h 6858000"/>
              <a:gd name="connsiteX369" fmla="*/ 3989559 w 7467600"/>
              <a:gd name="connsiteY369" fmla="*/ 6145945 h 6858000"/>
              <a:gd name="connsiteX370" fmla="*/ 3939824 w 7467600"/>
              <a:gd name="connsiteY370" fmla="*/ 6066900 h 6858000"/>
              <a:gd name="connsiteX371" fmla="*/ 4584537 w 7467600"/>
              <a:gd name="connsiteY371" fmla="*/ 5324826 h 6858000"/>
              <a:gd name="connsiteX372" fmla="*/ 5037105 w 7467600"/>
              <a:gd name="connsiteY372" fmla="*/ 5088765 h 6858000"/>
              <a:gd name="connsiteX373" fmla="*/ 5039930 w 7467600"/>
              <a:gd name="connsiteY373" fmla="*/ 5089585 h 6858000"/>
              <a:gd name="connsiteX374" fmla="*/ 5263764 w 7467600"/>
              <a:gd name="connsiteY374" fmla="*/ 4735525 h 6858000"/>
              <a:gd name="connsiteX375" fmla="*/ 4086300 w 7467600"/>
              <a:gd name="connsiteY375" fmla="*/ 4884599 h 6858000"/>
              <a:gd name="connsiteX376" fmla="*/ 4085485 w 7467600"/>
              <a:gd name="connsiteY376" fmla="*/ 4899070 h 6858000"/>
              <a:gd name="connsiteX377" fmla="*/ 3871915 w 7467600"/>
              <a:gd name="connsiteY377" fmla="*/ 5253645 h 6858000"/>
              <a:gd name="connsiteX378" fmla="*/ 3799374 w 7467600"/>
              <a:gd name="connsiteY378" fmla="*/ 5466127 h 6858000"/>
              <a:gd name="connsiteX379" fmla="*/ 3498850 w 7467600"/>
              <a:gd name="connsiteY379" fmla="*/ 6661888 h 6858000"/>
              <a:gd name="connsiteX380" fmla="*/ 3399216 w 7467600"/>
              <a:gd name="connsiteY380" fmla="*/ 6858000 h 6858000"/>
              <a:gd name="connsiteX381" fmla="*/ 3303688 w 7467600"/>
              <a:gd name="connsiteY381" fmla="*/ 6858000 h 6858000"/>
              <a:gd name="connsiteX382" fmla="*/ 3391774 w 7467600"/>
              <a:gd name="connsiteY382" fmla="*/ 6697181 h 6858000"/>
              <a:gd name="connsiteX383" fmla="*/ 3735540 w 7467600"/>
              <a:gd name="connsiteY383" fmla="*/ 5546923 h 6858000"/>
              <a:gd name="connsiteX384" fmla="*/ 3729438 w 7467600"/>
              <a:gd name="connsiteY384" fmla="*/ 5569058 h 6858000"/>
              <a:gd name="connsiteX385" fmla="*/ 3707782 w 7467600"/>
              <a:gd name="connsiteY385" fmla="*/ 5644908 h 6858000"/>
              <a:gd name="connsiteX386" fmla="*/ 3583827 w 7467600"/>
              <a:gd name="connsiteY386" fmla="*/ 6039215 h 6858000"/>
              <a:gd name="connsiteX387" fmla="*/ 3547861 w 7467600"/>
              <a:gd name="connsiteY387" fmla="*/ 6129609 h 6858000"/>
              <a:gd name="connsiteX388" fmla="*/ 3490905 w 7467600"/>
              <a:gd name="connsiteY388" fmla="*/ 6277660 h 6858000"/>
              <a:gd name="connsiteX389" fmla="*/ 3455859 w 7467600"/>
              <a:gd name="connsiteY389" fmla="*/ 6391301 h 6858000"/>
              <a:gd name="connsiteX390" fmla="*/ 3429112 w 7467600"/>
              <a:gd name="connsiteY390" fmla="*/ 6479469 h 6858000"/>
              <a:gd name="connsiteX391" fmla="*/ 3304862 w 7467600"/>
              <a:gd name="connsiteY391" fmla="*/ 6796476 h 6858000"/>
              <a:gd name="connsiteX392" fmla="*/ 3276071 w 7467600"/>
              <a:gd name="connsiteY392" fmla="*/ 6858000 h 6858000"/>
              <a:gd name="connsiteX393" fmla="*/ 3240805 w 7467600"/>
              <a:gd name="connsiteY393" fmla="*/ 6858000 h 6858000"/>
              <a:gd name="connsiteX394" fmla="*/ 3275917 w 7467600"/>
              <a:gd name="connsiteY394" fmla="*/ 6783192 h 6858000"/>
              <a:gd name="connsiteX395" fmla="*/ 3399358 w 7467600"/>
              <a:gd name="connsiteY395" fmla="*/ 6469011 h 6858000"/>
              <a:gd name="connsiteX396" fmla="*/ 3425650 w 7467600"/>
              <a:gd name="connsiteY396" fmla="*/ 6381333 h 6858000"/>
              <a:gd name="connsiteX397" fmla="*/ 3460661 w 7467600"/>
              <a:gd name="connsiteY397" fmla="*/ 6266763 h 6858000"/>
              <a:gd name="connsiteX398" fmla="*/ 3518021 w 7467600"/>
              <a:gd name="connsiteY398" fmla="*/ 6117298 h 6858000"/>
              <a:gd name="connsiteX399" fmla="*/ 3554035 w 7467600"/>
              <a:gd name="connsiteY399" fmla="*/ 6027832 h 6858000"/>
              <a:gd name="connsiteX400" fmla="*/ 3677174 w 7467600"/>
              <a:gd name="connsiteY400" fmla="*/ 5636351 h 6858000"/>
              <a:gd name="connsiteX401" fmla="*/ 3698819 w 7467600"/>
              <a:gd name="connsiteY401" fmla="*/ 5560503 h 6858000"/>
              <a:gd name="connsiteX402" fmla="*/ 3702094 w 7467600"/>
              <a:gd name="connsiteY402" fmla="*/ 5549194 h 6858000"/>
              <a:gd name="connsiteX403" fmla="*/ 3398355 w 7467600"/>
              <a:gd name="connsiteY403" fmla="*/ 6094603 h 6858000"/>
              <a:gd name="connsiteX404" fmla="*/ 3193941 w 7467600"/>
              <a:gd name="connsiteY404" fmla="*/ 6798775 h 6858000"/>
              <a:gd name="connsiteX405" fmla="*/ 3184140 w 7467600"/>
              <a:gd name="connsiteY405" fmla="*/ 6858000 h 6858000"/>
              <a:gd name="connsiteX406" fmla="*/ 3099978 w 7467600"/>
              <a:gd name="connsiteY406" fmla="*/ 6858000 h 6858000"/>
              <a:gd name="connsiteX407" fmla="*/ 3101556 w 7467600"/>
              <a:gd name="connsiteY407" fmla="*/ 6843337 h 6858000"/>
              <a:gd name="connsiteX408" fmla="*/ 3370162 w 7467600"/>
              <a:gd name="connsiteY408" fmla="*/ 5785550 h 6858000"/>
              <a:gd name="connsiteX409" fmla="*/ 3746477 w 7467600"/>
              <a:gd name="connsiteY409" fmla="*/ 5377889 h 6858000"/>
              <a:gd name="connsiteX410" fmla="*/ 3863399 w 7467600"/>
              <a:gd name="connsiteY410" fmla="*/ 5087257 h 6858000"/>
              <a:gd name="connsiteX411" fmla="*/ 3968712 w 7467600"/>
              <a:gd name="connsiteY411" fmla="*/ 4913989 h 6858000"/>
              <a:gd name="connsiteX412" fmla="*/ 2792390 w 7467600"/>
              <a:gd name="connsiteY412" fmla="*/ 5382974 h 6858000"/>
              <a:gd name="connsiteX413" fmla="*/ 2714982 w 7467600"/>
              <a:gd name="connsiteY413" fmla="*/ 5427051 h 6858000"/>
              <a:gd name="connsiteX414" fmla="*/ 2813361 w 7467600"/>
              <a:gd name="connsiteY414" fmla="*/ 6023912 h 6858000"/>
              <a:gd name="connsiteX415" fmla="*/ 2688430 w 7467600"/>
              <a:gd name="connsiteY415" fmla="*/ 6801564 h 6858000"/>
              <a:gd name="connsiteX416" fmla="*/ 2629626 w 7467600"/>
              <a:gd name="connsiteY416" fmla="*/ 6763394 h 6858000"/>
              <a:gd name="connsiteX417" fmla="*/ 2565328 w 7467600"/>
              <a:gd name="connsiteY417" fmla="*/ 5516399 h 6858000"/>
              <a:gd name="connsiteX418" fmla="*/ 1922999 w 7467600"/>
              <a:gd name="connsiteY418" fmla="*/ 5980343 h 6858000"/>
              <a:gd name="connsiteX419" fmla="*/ 1950261 w 7467600"/>
              <a:gd name="connsiteY419" fmla="*/ 6405858 h 6858000"/>
              <a:gd name="connsiteX420" fmla="*/ 2365554 w 7467600"/>
              <a:gd name="connsiteY420" fmla="*/ 6759107 h 6858000"/>
              <a:gd name="connsiteX421" fmla="*/ 2424142 w 7467600"/>
              <a:gd name="connsiteY421" fmla="*/ 6858000 h 6858000"/>
              <a:gd name="connsiteX422" fmla="*/ 2395994 w 7467600"/>
              <a:gd name="connsiteY422" fmla="*/ 6858000 h 6858000"/>
              <a:gd name="connsiteX423" fmla="*/ 2392863 w 7467600"/>
              <a:gd name="connsiteY423" fmla="*/ 6852964 h 6858000"/>
              <a:gd name="connsiteX424" fmla="*/ 2017589 w 7467600"/>
              <a:gd name="connsiteY424" fmla="*/ 6493982 h 6858000"/>
              <a:gd name="connsiteX425" fmla="*/ 2147336 w 7467600"/>
              <a:gd name="connsiteY425" fmla="*/ 6594052 h 6858000"/>
              <a:gd name="connsiteX426" fmla="*/ 2207047 w 7467600"/>
              <a:gd name="connsiteY426" fmla="*/ 6654540 h 6858000"/>
              <a:gd name="connsiteX427" fmla="*/ 2299106 w 7467600"/>
              <a:gd name="connsiteY427" fmla="*/ 6778931 h 6858000"/>
              <a:gd name="connsiteX428" fmla="*/ 2314430 w 7467600"/>
              <a:gd name="connsiteY428" fmla="*/ 6801144 h 6858000"/>
              <a:gd name="connsiteX429" fmla="*/ 2352406 w 7467600"/>
              <a:gd name="connsiteY429" fmla="*/ 6858000 h 6858000"/>
              <a:gd name="connsiteX430" fmla="*/ 2314492 w 7467600"/>
              <a:gd name="connsiteY430" fmla="*/ 6858000 h 6858000"/>
              <a:gd name="connsiteX431" fmla="*/ 2288095 w 7467600"/>
              <a:gd name="connsiteY431" fmla="*/ 6818030 h 6858000"/>
              <a:gd name="connsiteX432" fmla="*/ 2272768 w 7467600"/>
              <a:gd name="connsiteY432" fmla="*/ 6795822 h 6858000"/>
              <a:gd name="connsiteX433" fmla="*/ 2182715 w 7467600"/>
              <a:gd name="connsiteY433" fmla="*/ 6675071 h 6858000"/>
              <a:gd name="connsiteX434" fmla="*/ 2032061 w 7467600"/>
              <a:gd name="connsiteY434" fmla="*/ 6541380 h 6858000"/>
              <a:gd name="connsiteX435" fmla="*/ 2257220 w 7467600"/>
              <a:gd name="connsiteY435" fmla="*/ 6826257 h 6858000"/>
              <a:gd name="connsiteX436" fmla="*/ 2281324 w 7467600"/>
              <a:gd name="connsiteY436" fmla="*/ 6858000 h 6858000"/>
              <a:gd name="connsiteX437" fmla="*/ 2242860 w 7467600"/>
              <a:gd name="connsiteY437" fmla="*/ 6858000 h 6858000"/>
              <a:gd name="connsiteX438" fmla="*/ 2232818 w 7467600"/>
              <a:gd name="connsiteY438" fmla="*/ 6844926 h 6858000"/>
              <a:gd name="connsiteX439" fmla="*/ 1990172 w 7467600"/>
              <a:gd name="connsiteY439" fmla="*/ 6542121 h 6858000"/>
              <a:gd name="connsiteX440" fmla="*/ 2124090 w 7467600"/>
              <a:gd name="connsiteY440" fmla="*/ 6761017 h 6858000"/>
              <a:gd name="connsiteX441" fmla="*/ 2200380 w 7467600"/>
              <a:gd name="connsiteY441" fmla="*/ 6858000 h 6858000"/>
              <a:gd name="connsiteX442" fmla="*/ 2147507 w 7467600"/>
              <a:gd name="connsiteY442" fmla="*/ 6858000 h 6858000"/>
              <a:gd name="connsiteX443" fmla="*/ 2070668 w 7467600"/>
              <a:gd name="connsiteY443" fmla="*/ 6761520 h 6858000"/>
              <a:gd name="connsiteX444" fmla="*/ 1975142 w 7467600"/>
              <a:gd name="connsiteY444" fmla="*/ 6585570 h 6858000"/>
              <a:gd name="connsiteX445" fmla="*/ 2050035 w 7467600"/>
              <a:gd name="connsiteY445" fmla="*/ 6813345 h 6858000"/>
              <a:gd name="connsiteX446" fmla="*/ 2063025 w 7467600"/>
              <a:gd name="connsiteY446" fmla="*/ 6858000 h 6858000"/>
              <a:gd name="connsiteX447" fmla="*/ 2021675 w 7467600"/>
              <a:gd name="connsiteY447" fmla="*/ 6858000 h 6858000"/>
              <a:gd name="connsiteX448" fmla="*/ 2019308 w 7467600"/>
              <a:gd name="connsiteY448" fmla="*/ 6847118 h 6858000"/>
              <a:gd name="connsiteX449" fmla="*/ 1938835 w 7467600"/>
              <a:gd name="connsiteY449" fmla="*/ 6551160 h 6858000"/>
              <a:gd name="connsiteX450" fmla="*/ 1953230 w 7467600"/>
              <a:gd name="connsiteY450" fmla="*/ 6759699 h 6858000"/>
              <a:gd name="connsiteX451" fmla="*/ 1956763 w 7467600"/>
              <a:gd name="connsiteY451" fmla="*/ 6778191 h 6858000"/>
              <a:gd name="connsiteX452" fmla="*/ 1967925 w 7467600"/>
              <a:gd name="connsiteY452" fmla="*/ 6858000 h 6858000"/>
              <a:gd name="connsiteX453" fmla="*/ 1936622 w 7467600"/>
              <a:gd name="connsiteY453" fmla="*/ 6858000 h 6858000"/>
              <a:gd name="connsiteX454" fmla="*/ 1926261 w 7467600"/>
              <a:gd name="connsiteY454" fmla="*/ 6784064 h 6858000"/>
              <a:gd name="connsiteX455" fmla="*/ 1922724 w 7467600"/>
              <a:gd name="connsiteY455" fmla="*/ 6765577 h 6858000"/>
              <a:gd name="connsiteX456" fmla="*/ 1904650 w 7467600"/>
              <a:gd name="connsiteY456" fmla="*/ 6639616 h 6858000"/>
              <a:gd name="connsiteX457" fmla="*/ 1885273 w 7467600"/>
              <a:gd name="connsiteY457" fmla="*/ 6858000 h 6858000"/>
              <a:gd name="connsiteX458" fmla="*/ 1854363 w 7467600"/>
              <a:gd name="connsiteY458" fmla="*/ 6858000 h 6858000"/>
              <a:gd name="connsiteX459" fmla="*/ 1880391 w 7467600"/>
              <a:gd name="connsiteY459" fmla="*/ 6603796 h 6858000"/>
              <a:gd name="connsiteX460" fmla="*/ 1818273 w 7467600"/>
              <a:gd name="connsiteY460" fmla="*/ 6715729 h 6858000"/>
              <a:gd name="connsiteX461" fmla="*/ 1794691 w 7467600"/>
              <a:gd name="connsiteY461" fmla="*/ 6843239 h 6858000"/>
              <a:gd name="connsiteX462" fmla="*/ 1794914 w 7467600"/>
              <a:gd name="connsiteY462" fmla="*/ 6858000 h 6858000"/>
              <a:gd name="connsiteX463" fmla="*/ 1746128 w 7467600"/>
              <a:gd name="connsiteY463" fmla="*/ 6858000 h 6858000"/>
              <a:gd name="connsiteX464" fmla="*/ 1753934 w 7467600"/>
              <a:gd name="connsiteY464" fmla="*/ 6724796 h 6858000"/>
              <a:gd name="connsiteX465" fmla="*/ 1792053 w 7467600"/>
              <a:gd name="connsiteY465" fmla="*/ 6572396 h 6858000"/>
              <a:gd name="connsiteX466" fmla="*/ 1862248 w 7467600"/>
              <a:gd name="connsiteY466" fmla="*/ 6266397 h 6858000"/>
              <a:gd name="connsiteX467" fmla="*/ 1862250 w 7467600"/>
              <a:gd name="connsiteY467" fmla="*/ 6033531 h 6858000"/>
              <a:gd name="connsiteX468" fmla="*/ 1211999 w 7467600"/>
              <a:gd name="connsiteY468" fmla="*/ 6683610 h 6858000"/>
              <a:gd name="connsiteX469" fmla="*/ 1213266 w 7467600"/>
              <a:gd name="connsiteY469" fmla="*/ 6691947 h 6858000"/>
              <a:gd name="connsiteX470" fmla="*/ 1203370 w 7467600"/>
              <a:gd name="connsiteY470" fmla="*/ 6850676 h 6858000"/>
              <a:gd name="connsiteX471" fmla="*/ 1203671 w 7467600"/>
              <a:gd name="connsiteY471" fmla="*/ 6858000 h 6858000"/>
              <a:gd name="connsiteX472" fmla="*/ 1143180 w 7467600"/>
              <a:gd name="connsiteY472" fmla="*/ 6858000 h 6858000"/>
              <a:gd name="connsiteX473" fmla="*/ 1142176 w 7467600"/>
              <a:gd name="connsiteY473" fmla="*/ 6766045 h 6858000"/>
              <a:gd name="connsiteX474" fmla="*/ 1067484 w 7467600"/>
              <a:gd name="connsiteY474" fmla="*/ 6858000 h 6858000"/>
              <a:gd name="connsiteX475" fmla="*/ 953928 w 7467600"/>
              <a:gd name="connsiteY475" fmla="*/ 6858000 h 6858000"/>
              <a:gd name="connsiteX476" fmla="*/ 959715 w 7467600"/>
              <a:gd name="connsiteY476" fmla="*/ 6850185 h 6858000"/>
              <a:gd name="connsiteX477" fmla="*/ 1483788 w 7467600"/>
              <a:gd name="connsiteY477" fmla="*/ 6259174 h 6858000"/>
              <a:gd name="connsiteX478" fmla="*/ 1100671 w 7467600"/>
              <a:gd name="connsiteY478" fmla="*/ 6252137 h 6858000"/>
              <a:gd name="connsiteX479" fmla="*/ 1090144 w 7467600"/>
              <a:gd name="connsiteY479" fmla="*/ 6256748 h 6858000"/>
              <a:gd name="connsiteX480" fmla="*/ 1095872 w 7467600"/>
              <a:gd name="connsiteY480" fmla="*/ 6271892 h 6858000"/>
              <a:gd name="connsiteX481" fmla="*/ 262785 w 7467600"/>
              <a:gd name="connsiteY481" fmla="*/ 6845450 h 6858000"/>
              <a:gd name="connsiteX482" fmla="*/ 209968 w 7467600"/>
              <a:gd name="connsiteY482" fmla="*/ 6770713 h 6858000"/>
              <a:gd name="connsiteX483" fmla="*/ 873460 w 7467600"/>
              <a:gd name="connsiteY483" fmla="*/ 6253768 h 6858000"/>
              <a:gd name="connsiteX484" fmla="*/ 192686 w 7467600"/>
              <a:gd name="connsiteY484" fmla="*/ 5849257 h 6858000"/>
              <a:gd name="connsiteX485" fmla="*/ 4696 w 7467600"/>
              <a:gd name="connsiteY485" fmla="*/ 5697668 h 6858000"/>
              <a:gd name="connsiteX486" fmla="*/ 0 w 7467600"/>
              <a:gd name="connsiteY486" fmla="*/ 5689984 h 6858000"/>
              <a:gd name="connsiteX487" fmla="*/ 0 w 7467600"/>
              <a:gd name="connsiteY487" fmla="*/ 5513472 h 6858000"/>
              <a:gd name="connsiteX488" fmla="*/ 174101 w 7467600"/>
              <a:gd name="connsiteY488" fmla="*/ 5620277 h 6858000"/>
              <a:gd name="connsiteX489" fmla="*/ 891800 w 7467600"/>
              <a:gd name="connsiteY489" fmla="*/ 6036935 h 6858000"/>
              <a:gd name="connsiteX490" fmla="*/ 1072219 w 7467600"/>
              <a:gd name="connsiteY490" fmla="*/ 6169443 h 6858000"/>
              <a:gd name="connsiteX491" fmla="*/ 1074117 w 7467600"/>
              <a:gd name="connsiteY491" fmla="*/ 6170301 h 6858000"/>
              <a:gd name="connsiteX492" fmla="*/ 1083114 w 7467600"/>
              <a:gd name="connsiteY492" fmla="*/ 6174131 h 6858000"/>
              <a:gd name="connsiteX493" fmla="*/ 1543010 w 7467600"/>
              <a:gd name="connsiteY493" fmla="*/ 6191140 h 6858000"/>
              <a:gd name="connsiteX494" fmla="*/ 1551080 w 7467600"/>
              <a:gd name="connsiteY494" fmla="*/ 6195006 h 6858000"/>
              <a:gd name="connsiteX495" fmla="*/ 2345443 w 7467600"/>
              <a:gd name="connsiteY495" fmla="*/ 5549882 h 6858000"/>
              <a:gd name="connsiteX496" fmla="*/ 1721499 w 7467600"/>
              <a:gd name="connsiteY496" fmla="*/ 5599969 h 6858000"/>
              <a:gd name="connsiteX497" fmla="*/ 767716 w 7467600"/>
              <a:gd name="connsiteY497" fmla="*/ 5472768 h 6858000"/>
              <a:gd name="connsiteX498" fmla="*/ 722147 w 7467600"/>
              <a:gd name="connsiteY498" fmla="*/ 5393091 h 6858000"/>
              <a:gd name="connsiteX499" fmla="*/ 1485552 w 7467600"/>
              <a:gd name="connsiteY499" fmla="*/ 5313202 h 6858000"/>
              <a:gd name="connsiteX500" fmla="*/ 2143004 w 7467600"/>
              <a:gd name="connsiteY500" fmla="*/ 5402420 h 6858000"/>
              <a:gd name="connsiteX501" fmla="*/ 1933391 w 7467600"/>
              <a:gd name="connsiteY501" fmla="*/ 5156971 h 6858000"/>
              <a:gd name="connsiteX502" fmla="*/ 1827118 w 7467600"/>
              <a:gd name="connsiteY502" fmla="*/ 4968410 h 6858000"/>
              <a:gd name="connsiteX503" fmla="*/ 1837349 w 7467600"/>
              <a:gd name="connsiteY503" fmla="*/ 4956357 h 6858000"/>
              <a:gd name="connsiteX504" fmla="*/ 2162835 w 7467600"/>
              <a:gd name="connsiteY504" fmla="*/ 5187853 h 6858000"/>
              <a:gd name="connsiteX505" fmla="*/ 2257167 w 7467600"/>
              <a:gd name="connsiteY505" fmla="*/ 5462123 h 6858000"/>
              <a:gd name="connsiteX506" fmla="*/ 2261598 w 7467600"/>
              <a:gd name="connsiteY506" fmla="*/ 5467998 h 6858000"/>
              <a:gd name="connsiteX507" fmla="*/ 2437177 w 7467600"/>
              <a:gd name="connsiteY507" fmla="*/ 5479608 h 6858000"/>
              <a:gd name="connsiteX508" fmla="*/ 2445247 w 7467600"/>
              <a:gd name="connsiteY508" fmla="*/ 5483476 h 6858000"/>
              <a:gd name="connsiteX509" fmla="*/ 2743626 w 7467600"/>
              <a:gd name="connsiteY509" fmla="*/ 5304819 h 6858000"/>
              <a:gd name="connsiteX510" fmla="*/ 3048102 w 7467600"/>
              <a:gd name="connsiteY510" fmla="*/ 5150595 h 6858000"/>
              <a:gd name="connsiteX511" fmla="*/ 1799414 w 7467600"/>
              <a:gd name="connsiteY511" fmla="*/ 4694732 h 6858000"/>
              <a:gd name="connsiteX512" fmla="*/ 1771735 w 7467600"/>
              <a:gd name="connsiteY512" fmla="*/ 4619929 h 6858000"/>
              <a:gd name="connsiteX513" fmla="*/ 3104273 w 7467600"/>
              <a:gd name="connsiteY513" fmla="*/ 5076159 h 6858000"/>
              <a:gd name="connsiteX514" fmla="*/ 3113245 w 7467600"/>
              <a:gd name="connsiteY514" fmla="*/ 5090705 h 6858000"/>
              <a:gd name="connsiteX515" fmla="*/ 3126294 w 7467600"/>
              <a:gd name="connsiteY515" fmla="*/ 5114400 h 6858000"/>
              <a:gd name="connsiteX516" fmla="*/ 3937433 w 7467600"/>
              <a:gd name="connsiteY516" fmla="*/ 4830473 h 6858000"/>
              <a:gd name="connsiteX517" fmla="*/ 3590475 w 7467600"/>
              <a:gd name="connsiteY517" fmla="*/ 4597974 h 6858000"/>
              <a:gd name="connsiteX518" fmla="*/ 3100264 w 7467600"/>
              <a:gd name="connsiteY518" fmla="*/ 4579845 h 6858000"/>
              <a:gd name="connsiteX519" fmla="*/ 2183576 w 7467600"/>
              <a:gd name="connsiteY519" fmla="*/ 4227150 h 6858000"/>
              <a:gd name="connsiteX520" fmla="*/ 2151029 w 7467600"/>
              <a:gd name="connsiteY520" fmla="*/ 4146947 h 6858000"/>
              <a:gd name="connsiteX521" fmla="*/ 3563434 w 7467600"/>
              <a:gd name="connsiteY521" fmla="*/ 4469115 h 6858000"/>
              <a:gd name="connsiteX522" fmla="*/ 3177952 w 7467600"/>
              <a:gd name="connsiteY522" fmla="*/ 3657386 h 6858000"/>
              <a:gd name="connsiteX523" fmla="*/ 3189263 w 7467600"/>
              <a:gd name="connsiteY523" fmla="*/ 3625726 h 6858000"/>
              <a:gd name="connsiteX524" fmla="*/ 3560912 w 7467600"/>
              <a:gd name="connsiteY524" fmla="*/ 4079863 h 6858000"/>
              <a:gd name="connsiteX525" fmla="*/ 3626636 w 7467600"/>
              <a:gd name="connsiteY525" fmla="*/ 4512230 h 6858000"/>
              <a:gd name="connsiteX526" fmla="*/ 3653088 w 7467600"/>
              <a:gd name="connsiteY526" fmla="*/ 4521417 h 6858000"/>
              <a:gd name="connsiteX527" fmla="*/ 3988128 w 7467600"/>
              <a:gd name="connsiteY527" fmla="*/ 4817267 h 6858000"/>
              <a:gd name="connsiteX528" fmla="*/ 4830582 w 7467600"/>
              <a:gd name="connsiteY528" fmla="*/ 4676000 h 6858000"/>
              <a:gd name="connsiteX529" fmla="*/ 4830100 w 7467600"/>
              <a:gd name="connsiteY529" fmla="*/ 4675554 h 6858000"/>
              <a:gd name="connsiteX530" fmla="*/ 4036318 w 7467600"/>
              <a:gd name="connsiteY530" fmla="*/ 4147013 h 6858000"/>
              <a:gd name="connsiteX531" fmla="*/ 3432098 w 7467600"/>
              <a:gd name="connsiteY531" fmla="*/ 3537312 h 6858000"/>
              <a:gd name="connsiteX532" fmla="*/ 3446761 w 7467600"/>
              <a:gd name="connsiteY532" fmla="*/ 3461278 h 6858000"/>
              <a:gd name="connsiteX533" fmla="*/ 4419733 w 7467600"/>
              <a:gd name="connsiteY533" fmla="*/ 3963555 h 6858000"/>
              <a:gd name="connsiteX534" fmla="*/ 4781371 w 7467600"/>
              <a:gd name="connsiteY534" fmla="*/ 4458604 h 6858000"/>
              <a:gd name="connsiteX535" fmla="*/ 4780440 w 7467600"/>
              <a:gd name="connsiteY535" fmla="*/ 4470290 h 6858000"/>
              <a:gd name="connsiteX536" fmla="*/ 4898954 w 7467600"/>
              <a:gd name="connsiteY536" fmla="*/ 4662092 h 6858000"/>
              <a:gd name="connsiteX537" fmla="*/ 4900699 w 7467600"/>
              <a:gd name="connsiteY537" fmla="*/ 4670867 h 6858000"/>
              <a:gd name="connsiteX538" fmla="*/ 5714511 w 7467600"/>
              <a:gd name="connsiteY538" fmla="*/ 4663483 h 6858000"/>
              <a:gd name="connsiteX539" fmla="*/ 5464793 w 7467600"/>
              <a:gd name="connsiteY539" fmla="*/ 4393556 h 6858000"/>
              <a:gd name="connsiteX540" fmla="*/ 5461897 w 7467600"/>
              <a:gd name="connsiteY540" fmla="*/ 4390879 h 6858000"/>
              <a:gd name="connsiteX541" fmla="*/ 4294126 w 7467600"/>
              <a:gd name="connsiteY541" fmla="*/ 3303048 h 6858000"/>
              <a:gd name="connsiteX542" fmla="*/ 4305321 w 7467600"/>
              <a:gd name="connsiteY542" fmla="*/ 3256953 h 6858000"/>
              <a:gd name="connsiteX543" fmla="*/ 4949299 w 7467600"/>
              <a:gd name="connsiteY543" fmla="*/ 3766336 h 6858000"/>
              <a:gd name="connsiteX544" fmla="*/ 5291452 w 7467600"/>
              <a:gd name="connsiteY544" fmla="*/ 4076801 h 6858000"/>
              <a:gd name="connsiteX545" fmla="*/ 5434998 w 7467600"/>
              <a:gd name="connsiteY545" fmla="*/ 4254100 h 6858000"/>
              <a:gd name="connsiteX546" fmla="*/ 5351015 w 7467600"/>
              <a:gd name="connsiteY546" fmla="*/ 3760989 h 6858000"/>
              <a:gd name="connsiteX547" fmla="*/ 5413780 w 7467600"/>
              <a:gd name="connsiteY547" fmla="*/ 2966265 h 6858000"/>
              <a:gd name="connsiteX548" fmla="*/ 5425627 w 7467600"/>
              <a:gd name="connsiteY548" fmla="*/ 2954192 h 6858000"/>
              <a:gd name="connsiteX549" fmla="*/ 6604735 w 7467600"/>
              <a:gd name="connsiteY549" fmla="*/ 2041381 h 6858000"/>
              <a:gd name="connsiteX550" fmla="*/ 7204487 w 7467600"/>
              <a:gd name="connsiteY550" fmla="*/ 2742112 h 6858000"/>
              <a:gd name="connsiteX551" fmla="*/ 7131592 w 7467600"/>
              <a:gd name="connsiteY551" fmla="*/ 2672096 h 6858000"/>
              <a:gd name="connsiteX552" fmla="*/ 6996344 w 7467600"/>
              <a:gd name="connsiteY552" fmla="*/ 2518310 h 6858000"/>
              <a:gd name="connsiteX553" fmla="*/ 6735495 w 7467600"/>
              <a:gd name="connsiteY553" fmla="*/ 2196890 h 6858000"/>
              <a:gd name="connsiteX554" fmla="*/ 6721901 w 7467600"/>
              <a:gd name="connsiteY554" fmla="*/ 2179274 h 6858000"/>
              <a:gd name="connsiteX555" fmla="*/ 6604735 w 7467600"/>
              <a:gd name="connsiteY555" fmla="*/ 2041381 h 6858000"/>
              <a:gd name="connsiteX556" fmla="*/ 6591670 w 7467600"/>
              <a:gd name="connsiteY556" fmla="*/ 1988277 h 6858000"/>
              <a:gd name="connsiteX557" fmla="*/ 6747349 w 7467600"/>
              <a:gd name="connsiteY557" fmla="*/ 2160069 h 6858000"/>
              <a:gd name="connsiteX558" fmla="*/ 6760943 w 7467600"/>
              <a:gd name="connsiteY558" fmla="*/ 2177686 h 6858000"/>
              <a:gd name="connsiteX559" fmla="*/ 7021065 w 7467600"/>
              <a:gd name="connsiteY559" fmla="*/ 2498102 h 6858000"/>
              <a:gd name="connsiteX560" fmla="*/ 7155223 w 7467600"/>
              <a:gd name="connsiteY560" fmla="*/ 2650386 h 6858000"/>
              <a:gd name="connsiteX561" fmla="*/ 7203167 w 7467600"/>
              <a:gd name="connsiteY561" fmla="*/ 2697288 h 6858000"/>
              <a:gd name="connsiteX562" fmla="*/ 6937703 w 7467600"/>
              <a:gd name="connsiteY562" fmla="*/ 2321981 h 6858000"/>
              <a:gd name="connsiteX563" fmla="*/ 6591670 w 7467600"/>
              <a:gd name="connsiteY563" fmla="*/ 1988277 h 6858000"/>
              <a:gd name="connsiteX564" fmla="*/ 5798671 w 7467600"/>
              <a:gd name="connsiteY564" fmla="*/ 1981601 h 6858000"/>
              <a:gd name="connsiteX565" fmla="*/ 5754709 w 7467600"/>
              <a:gd name="connsiteY565" fmla="*/ 2071454 h 6858000"/>
              <a:gd name="connsiteX566" fmla="*/ 5763044 w 7467600"/>
              <a:gd name="connsiteY566" fmla="*/ 2842206 h 6858000"/>
              <a:gd name="connsiteX567" fmla="*/ 5764974 w 7467600"/>
              <a:gd name="connsiteY567" fmla="*/ 2799609 h 6858000"/>
              <a:gd name="connsiteX568" fmla="*/ 5767665 w 7467600"/>
              <a:gd name="connsiteY568" fmla="*/ 2666409 h 6858000"/>
              <a:gd name="connsiteX569" fmla="*/ 5763055 w 7467600"/>
              <a:gd name="connsiteY569" fmla="*/ 2579705 h 6858000"/>
              <a:gd name="connsiteX570" fmla="*/ 5758079 w 7467600"/>
              <a:gd name="connsiteY570" fmla="*/ 2492508 h 6858000"/>
              <a:gd name="connsiteX571" fmla="*/ 5779325 w 7467600"/>
              <a:gd name="connsiteY571" fmla="*/ 2197069 h 6858000"/>
              <a:gd name="connsiteX572" fmla="*/ 5798671 w 7467600"/>
              <a:gd name="connsiteY572" fmla="*/ 1981601 h 6858000"/>
              <a:gd name="connsiteX573" fmla="*/ 5829202 w 7467600"/>
              <a:gd name="connsiteY573" fmla="*/ 1971679 h 6858000"/>
              <a:gd name="connsiteX574" fmla="*/ 5809558 w 7467600"/>
              <a:gd name="connsiteY574" fmla="*/ 2198043 h 6858000"/>
              <a:gd name="connsiteX575" fmla="*/ 5788653 w 7467600"/>
              <a:gd name="connsiteY575" fmla="*/ 2489430 h 6858000"/>
              <a:gd name="connsiteX576" fmla="*/ 5793439 w 7467600"/>
              <a:gd name="connsiteY576" fmla="*/ 2575235 h 6858000"/>
              <a:gd name="connsiteX577" fmla="*/ 5796837 w 7467600"/>
              <a:gd name="connsiteY577" fmla="*/ 2637633 h 6858000"/>
              <a:gd name="connsiteX578" fmla="*/ 5818614 w 7467600"/>
              <a:gd name="connsiteY578" fmla="*/ 2473055 h 6858000"/>
              <a:gd name="connsiteX579" fmla="*/ 5829202 w 7467600"/>
              <a:gd name="connsiteY579" fmla="*/ 1971679 h 6858000"/>
              <a:gd name="connsiteX580" fmla="*/ 5911389 w 7467600"/>
              <a:gd name="connsiteY580" fmla="*/ 1898371 h 6858000"/>
              <a:gd name="connsiteX581" fmla="*/ 6237627 w 7467600"/>
              <a:gd name="connsiteY581" fmla="*/ 2231921 h 6858000"/>
              <a:gd name="connsiteX582" fmla="*/ 5911389 w 7467600"/>
              <a:gd name="connsiteY582" fmla="*/ 1898371 h 6858000"/>
              <a:gd name="connsiteX583" fmla="*/ 6944437 w 7467600"/>
              <a:gd name="connsiteY583" fmla="*/ 1575402 h 6858000"/>
              <a:gd name="connsiteX584" fmla="*/ 6304730 w 7467600"/>
              <a:gd name="connsiteY584" fmla="*/ 1766654 h 6858000"/>
              <a:gd name="connsiteX585" fmla="*/ 6944437 w 7467600"/>
              <a:gd name="connsiteY585" fmla="*/ 1575402 h 6858000"/>
              <a:gd name="connsiteX586" fmla="*/ 7019523 w 7467600"/>
              <a:gd name="connsiteY586" fmla="*/ 1519450 h 6858000"/>
              <a:gd name="connsiteX587" fmla="*/ 6298091 w 7467600"/>
              <a:gd name="connsiteY587" fmla="*/ 1737122 h 6858000"/>
              <a:gd name="connsiteX588" fmla="*/ 7019523 w 7467600"/>
              <a:gd name="connsiteY588" fmla="*/ 1519450 h 6858000"/>
              <a:gd name="connsiteX589" fmla="*/ 2399523 w 7467600"/>
              <a:gd name="connsiteY589" fmla="*/ 1428234 h 6858000"/>
              <a:gd name="connsiteX590" fmla="*/ 2224982 w 7467600"/>
              <a:gd name="connsiteY590" fmla="*/ 1826201 h 6858000"/>
              <a:gd name="connsiteX591" fmla="*/ 2096099 w 7467600"/>
              <a:gd name="connsiteY591" fmla="*/ 2345900 h 6858000"/>
              <a:gd name="connsiteX592" fmla="*/ 2283317 w 7467600"/>
              <a:gd name="connsiteY592" fmla="*/ 1796925 h 6858000"/>
              <a:gd name="connsiteX593" fmla="*/ 2399523 w 7467600"/>
              <a:gd name="connsiteY593" fmla="*/ 1428234 h 6858000"/>
              <a:gd name="connsiteX594" fmla="*/ 2448558 w 7467600"/>
              <a:gd name="connsiteY594" fmla="*/ 1373435 h 6858000"/>
              <a:gd name="connsiteX595" fmla="*/ 2312521 w 7467600"/>
              <a:gd name="connsiteY595" fmla="*/ 1806140 h 6858000"/>
              <a:gd name="connsiteX596" fmla="*/ 2127533 w 7467600"/>
              <a:gd name="connsiteY596" fmla="*/ 2348380 h 6858000"/>
              <a:gd name="connsiteX597" fmla="*/ 2358080 w 7467600"/>
              <a:gd name="connsiteY597" fmla="*/ 1866134 h 6858000"/>
              <a:gd name="connsiteX598" fmla="*/ 2407436 w 7467600"/>
              <a:gd name="connsiteY598" fmla="*/ 1651070 h 6858000"/>
              <a:gd name="connsiteX599" fmla="*/ 2448558 w 7467600"/>
              <a:gd name="connsiteY599" fmla="*/ 1373435 h 6858000"/>
              <a:gd name="connsiteX600" fmla="*/ 278707 w 7467600"/>
              <a:gd name="connsiteY600" fmla="*/ 1352270 h 6858000"/>
              <a:gd name="connsiteX601" fmla="*/ 321570 w 7467600"/>
              <a:gd name="connsiteY601" fmla="*/ 1861610 h 6858000"/>
              <a:gd name="connsiteX602" fmla="*/ 294281 w 7467600"/>
              <a:gd name="connsiteY602" fmla="*/ 1440658 h 6858000"/>
              <a:gd name="connsiteX603" fmla="*/ 278707 w 7467600"/>
              <a:gd name="connsiteY603" fmla="*/ 1352270 h 6858000"/>
              <a:gd name="connsiteX604" fmla="*/ 1423821 w 7467600"/>
              <a:gd name="connsiteY604" fmla="*/ 1351958 h 6858000"/>
              <a:gd name="connsiteX605" fmla="*/ 1638521 w 7467600"/>
              <a:gd name="connsiteY605" fmla="*/ 1908470 h 6858000"/>
              <a:gd name="connsiteX606" fmla="*/ 1754199 w 7467600"/>
              <a:gd name="connsiteY606" fmla="*/ 2149284 h 6858000"/>
              <a:gd name="connsiteX607" fmla="*/ 1908359 w 7467600"/>
              <a:gd name="connsiteY607" fmla="*/ 2364988 h 6858000"/>
              <a:gd name="connsiteX608" fmla="*/ 1647661 w 7467600"/>
              <a:gd name="connsiteY608" fmla="*/ 1825945 h 6858000"/>
              <a:gd name="connsiteX609" fmla="*/ 1423821 w 7467600"/>
              <a:gd name="connsiteY609" fmla="*/ 1351958 h 6858000"/>
              <a:gd name="connsiteX610" fmla="*/ 1431890 w 7467600"/>
              <a:gd name="connsiteY610" fmla="*/ 1306475 h 6858000"/>
              <a:gd name="connsiteX611" fmla="*/ 1507597 w 7467600"/>
              <a:gd name="connsiteY611" fmla="*/ 1446132 h 6858000"/>
              <a:gd name="connsiteX612" fmla="*/ 1674586 w 7467600"/>
              <a:gd name="connsiteY612" fmla="*/ 1813832 h 6858000"/>
              <a:gd name="connsiteX613" fmla="*/ 1815950 w 7467600"/>
              <a:gd name="connsiteY613" fmla="*/ 2128564 h 6858000"/>
              <a:gd name="connsiteX614" fmla="*/ 1984242 w 7467600"/>
              <a:gd name="connsiteY614" fmla="*/ 2430829 h 6858000"/>
              <a:gd name="connsiteX615" fmla="*/ 2014023 w 7467600"/>
              <a:gd name="connsiteY615" fmla="*/ 2450995 h 6858000"/>
              <a:gd name="connsiteX616" fmla="*/ 1747337 w 7467600"/>
              <a:gd name="connsiteY616" fmla="*/ 1855264 h 6858000"/>
              <a:gd name="connsiteX617" fmla="*/ 1533749 w 7467600"/>
              <a:gd name="connsiteY617" fmla="*/ 1478656 h 6858000"/>
              <a:gd name="connsiteX618" fmla="*/ 1431890 w 7467600"/>
              <a:gd name="connsiteY618" fmla="*/ 1306475 h 6858000"/>
              <a:gd name="connsiteX619" fmla="*/ 5052692 w 7467600"/>
              <a:gd name="connsiteY619" fmla="*/ 1292994 h 6858000"/>
              <a:gd name="connsiteX620" fmla="*/ 5200661 w 7467600"/>
              <a:gd name="connsiteY620" fmla="*/ 1635186 h 6858000"/>
              <a:gd name="connsiteX621" fmla="*/ 5297138 w 7467600"/>
              <a:gd name="connsiteY621" fmla="*/ 1906351 h 6858000"/>
              <a:gd name="connsiteX622" fmla="*/ 5052692 w 7467600"/>
              <a:gd name="connsiteY622" fmla="*/ 1292994 h 6858000"/>
              <a:gd name="connsiteX623" fmla="*/ 5009948 w 7467600"/>
              <a:gd name="connsiteY623" fmla="*/ 1273619 h 6858000"/>
              <a:gd name="connsiteX624" fmla="*/ 5121777 w 7467600"/>
              <a:gd name="connsiteY624" fmla="*/ 1654213 h 6858000"/>
              <a:gd name="connsiteX625" fmla="*/ 5293545 w 7467600"/>
              <a:gd name="connsiteY625" fmla="*/ 2072247 h 6858000"/>
              <a:gd name="connsiteX626" fmla="*/ 5294042 w 7467600"/>
              <a:gd name="connsiteY626" fmla="*/ 2065019 h 6858000"/>
              <a:gd name="connsiteX627" fmla="*/ 5171936 w 7467600"/>
              <a:gd name="connsiteY627" fmla="*/ 1647613 h 6858000"/>
              <a:gd name="connsiteX628" fmla="*/ 5009948 w 7467600"/>
              <a:gd name="connsiteY628" fmla="*/ 1273619 h 6858000"/>
              <a:gd name="connsiteX629" fmla="*/ 655236 w 7467600"/>
              <a:gd name="connsiteY629" fmla="*/ 1268632 h 6858000"/>
              <a:gd name="connsiteX630" fmla="*/ 839521 w 7467600"/>
              <a:gd name="connsiteY630" fmla="*/ 1685315 h 6858000"/>
              <a:gd name="connsiteX631" fmla="*/ 1109416 w 7467600"/>
              <a:gd name="connsiteY631" fmla="*/ 2061663 h 6858000"/>
              <a:gd name="connsiteX632" fmla="*/ 1298300 w 7467600"/>
              <a:gd name="connsiteY632" fmla="*/ 2247742 h 6858000"/>
              <a:gd name="connsiteX633" fmla="*/ 1125871 w 7467600"/>
              <a:gd name="connsiteY633" fmla="*/ 1989513 h 6858000"/>
              <a:gd name="connsiteX634" fmla="*/ 981574 w 7467600"/>
              <a:gd name="connsiteY634" fmla="*/ 1783157 h 6858000"/>
              <a:gd name="connsiteX635" fmla="*/ 922198 w 7467600"/>
              <a:gd name="connsiteY635" fmla="*/ 1677437 h 6858000"/>
              <a:gd name="connsiteX636" fmla="*/ 869293 w 7467600"/>
              <a:gd name="connsiteY636" fmla="*/ 1583214 h 6858000"/>
              <a:gd name="connsiteX637" fmla="*/ 751431 w 7467600"/>
              <a:gd name="connsiteY637" fmla="*/ 1405731 h 6858000"/>
              <a:gd name="connsiteX638" fmla="*/ 655236 w 7467600"/>
              <a:gd name="connsiteY638" fmla="*/ 1268632 h 6858000"/>
              <a:gd name="connsiteX639" fmla="*/ 6516292 w 7467600"/>
              <a:gd name="connsiteY639" fmla="*/ 1263064 h 6858000"/>
              <a:gd name="connsiteX640" fmla="*/ 5736320 w 7467600"/>
              <a:gd name="connsiteY640" fmla="*/ 1501803 h 6858000"/>
              <a:gd name="connsiteX641" fmla="*/ 6516292 w 7467600"/>
              <a:gd name="connsiteY641" fmla="*/ 1263064 h 6858000"/>
              <a:gd name="connsiteX642" fmla="*/ 291466 w 7467600"/>
              <a:gd name="connsiteY642" fmla="*/ 1250369 h 6858000"/>
              <a:gd name="connsiteX643" fmla="*/ 323180 w 7467600"/>
              <a:gd name="connsiteY643" fmla="*/ 1435283 h 6858000"/>
              <a:gd name="connsiteX644" fmla="*/ 349381 w 7467600"/>
              <a:gd name="connsiteY644" fmla="*/ 1875041 h 6858000"/>
              <a:gd name="connsiteX645" fmla="*/ 374363 w 7467600"/>
              <a:gd name="connsiteY645" fmla="*/ 1506494 h 6858000"/>
              <a:gd name="connsiteX646" fmla="*/ 302168 w 7467600"/>
              <a:gd name="connsiteY646" fmla="*/ 1274495 h 6858000"/>
              <a:gd name="connsiteX647" fmla="*/ 291466 w 7467600"/>
              <a:gd name="connsiteY647" fmla="*/ 1250369 h 6858000"/>
              <a:gd name="connsiteX648" fmla="*/ 678222 w 7467600"/>
              <a:gd name="connsiteY648" fmla="*/ 1248670 h 6858000"/>
              <a:gd name="connsiteX649" fmla="*/ 775536 w 7467600"/>
              <a:gd name="connsiteY649" fmla="*/ 1388015 h 6858000"/>
              <a:gd name="connsiteX650" fmla="*/ 894529 w 7467600"/>
              <a:gd name="connsiteY650" fmla="*/ 1567739 h 6858000"/>
              <a:gd name="connsiteX651" fmla="*/ 948000 w 7467600"/>
              <a:gd name="connsiteY651" fmla="*/ 1663088 h 6858000"/>
              <a:gd name="connsiteX652" fmla="*/ 1006812 w 7467600"/>
              <a:gd name="connsiteY652" fmla="*/ 1767683 h 6858000"/>
              <a:gd name="connsiteX653" fmla="*/ 1149133 w 7467600"/>
              <a:gd name="connsiteY653" fmla="*/ 1971513 h 6858000"/>
              <a:gd name="connsiteX654" fmla="*/ 1333952 w 7467600"/>
              <a:gd name="connsiteY654" fmla="*/ 2251620 h 6858000"/>
              <a:gd name="connsiteX655" fmla="*/ 1337329 w 7467600"/>
              <a:gd name="connsiteY655" fmla="*/ 2258350 h 6858000"/>
              <a:gd name="connsiteX656" fmla="*/ 1014726 w 7467600"/>
              <a:gd name="connsiteY656" fmla="*/ 1615556 h 6858000"/>
              <a:gd name="connsiteX657" fmla="*/ 678222 w 7467600"/>
              <a:gd name="connsiteY657" fmla="*/ 1248670 h 6858000"/>
              <a:gd name="connsiteX658" fmla="*/ 6691602 w 7467600"/>
              <a:gd name="connsiteY658" fmla="*/ 1140573 h 6858000"/>
              <a:gd name="connsiteX659" fmla="*/ 6571100 w 7467600"/>
              <a:gd name="connsiteY659" fmla="*/ 1183662 h 6858000"/>
              <a:gd name="connsiteX660" fmla="*/ 6241687 w 7467600"/>
              <a:gd name="connsiteY660" fmla="*/ 1257600 h 6858000"/>
              <a:gd name="connsiteX661" fmla="*/ 5693009 w 7467600"/>
              <a:gd name="connsiteY661" fmla="*/ 1478256 h 6858000"/>
              <a:gd name="connsiteX662" fmla="*/ 6548420 w 7467600"/>
              <a:gd name="connsiteY662" fmla="*/ 1214599 h 6858000"/>
              <a:gd name="connsiteX663" fmla="*/ 6605473 w 7467600"/>
              <a:gd name="connsiteY663" fmla="*/ 1184686 h 6858000"/>
              <a:gd name="connsiteX664" fmla="*/ 6691602 w 7467600"/>
              <a:gd name="connsiteY664" fmla="*/ 1140573 h 6858000"/>
              <a:gd name="connsiteX665" fmla="*/ 4002475 w 7467600"/>
              <a:gd name="connsiteY665" fmla="*/ 1037802 h 6858000"/>
              <a:gd name="connsiteX666" fmla="*/ 4000324 w 7467600"/>
              <a:gd name="connsiteY666" fmla="*/ 1039362 h 6858000"/>
              <a:gd name="connsiteX667" fmla="*/ 4002862 w 7467600"/>
              <a:gd name="connsiteY667" fmla="*/ 1042866 h 6858000"/>
              <a:gd name="connsiteX668" fmla="*/ 4002475 w 7467600"/>
              <a:gd name="connsiteY668" fmla="*/ 1037802 h 6858000"/>
              <a:gd name="connsiteX669" fmla="*/ 506322 w 7467600"/>
              <a:gd name="connsiteY669" fmla="*/ 1020997 h 6858000"/>
              <a:gd name="connsiteX670" fmla="*/ 533068 w 7467600"/>
              <a:gd name="connsiteY670" fmla="*/ 1029409 h 6858000"/>
              <a:gd name="connsiteX671" fmla="*/ 1232525 w 7467600"/>
              <a:gd name="connsiteY671" fmla="*/ 1804675 h 6858000"/>
              <a:gd name="connsiteX672" fmla="*/ 1388858 w 7467600"/>
              <a:gd name="connsiteY672" fmla="*/ 2368011 h 6858000"/>
              <a:gd name="connsiteX673" fmla="*/ 1384098 w 7467600"/>
              <a:gd name="connsiteY673" fmla="*/ 2378125 h 6858000"/>
              <a:gd name="connsiteX674" fmla="*/ 1425393 w 7467600"/>
              <a:gd name="connsiteY674" fmla="*/ 2589124 h 6858000"/>
              <a:gd name="connsiteX675" fmla="*/ 1424001 w 7467600"/>
              <a:gd name="connsiteY675" fmla="*/ 2597541 h 6858000"/>
              <a:gd name="connsiteX676" fmla="*/ 2152729 w 7467600"/>
              <a:gd name="connsiteY676" fmla="*/ 2864487 h 6858000"/>
              <a:gd name="connsiteX677" fmla="*/ 2020609 w 7467600"/>
              <a:gd name="connsiteY677" fmla="*/ 2539671 h 6858000"/>
              <a:gd name="connsiteX678" fmla="*/ 2018920 w 7467600"/>
              <a:gd name="connsiteY678" fmla="*/ 2536309 h 6858000"/>
              <a:gd name="connsiteX679" fmla="*/ 1342441 w 7467600"/>
              <a:gd name="connsiteY679" fmla="*/ 1173017 h 6858000"/>
              <a:gd name="connsiteX680" fmla="*/ 1367925 w 7467600"/>
              <a:gd name="connsiteY680" fmla="*/ 1135648 h 6858000"/>
              <a:gd name="connsiteX681" fmla="*/ 1771401 w 7467600"/>
              <a:gd name="connsiteY681" fmla="*/ 1806673 h 6858000"/>
              <a:gd name="connsiteX682" fmla="*/ 1972385 w 7467600"/>
              <a:gd name="connsiteY682" fmla="*/ 2198735 h 6858000"/>
              <a:gd name="connsiteX683" fmla="*/ 2040892 w 7467600"/>
              <a:gd name="connsiteY683" fmla="*/ 2405205 h 6858000"/>
              <a:gd name="connsiteX684" fmla="*/ 2131689 w 7467600"/>
              <a:gd name="connsiteY684" fmla="*/ 1936926 h 6858000"/>
              <a:gd name="connsiteX685" fmla="*/ 2454820 w 7467600"/>
              <a:gd name="connsiteY685" fmla="*/ 1248808 h 6858000"/>
              <a:gd name="connsiteX686" fmla="*/ 2492512 w 7467600"/>
              <a:gd name="connsiteY686" fmla="*/ 1302920 h 6858000"/>
              <a:gd name="connsiteX687" fmla="*/ 2081216 w 7467600"/>
              <a:gd name="connsiteY687" fmla="*/ 2527513 h 6858000"/>
              <a:gd name="connsiteX688" fmla="*/ 2081211 w 7467600"/>
              <a:gd name="connsiteY688" fmla="*/ 2528916 h 6858000"/>
              <a:gd name="connsiteX689" fmla="*/ 2199067 w 7467600"/>
              <a:gd name="connsiteY689" fmla="*/ 2884061 h 6858000"/>
              <a:gd name="connsiteX690" fmla="*/ 3192586 w 7467600"/>
              <a:gd name="connsiteY690" fmla="*/ 3411496 h 6858000"/>
              <a:gd name="connsiteX691" fmla="*/ 3182620 w 7467600"/>
              <a:gd name="connsiteY691" fmla="*/ 3483279 h 6858000"/>
              <a:gd name="connsiteX692" fmla="*/ 2435119 w 7467600"/>
              <a:gd name="connsiteY692" fmla="*/ 3080173 h 6858000"/>
              <a:gd name="connsiteX693" fmla="*/ 2410152 w 7467600"/>
              <a:gd name="connsiteY693" fmla="*/ 3063751 h 6858000"/>
              <a:gd name="connsiteX694" fmla="*/ 2408099 w 7467600"/>
              <a:gd name="connsiteY694" fmla="*/ 3064403 h 6858000"/>
              <a:gd name="connsiteX695" fmla="*/ 2407218 w 7467600"/>
              <a:gd name="connsiteY695" fmla="*/ 3070324 h 6858000"/>
              <a:gd name="connsiteX696" fmla="*/ 2380138 w 7467600"/>
              <a:gd name="connsiteY696" fmla="*/ 3099341 h 6858000"/>
              <a:gd name="connsiteX697" fmla="*/ 1765923 w 7467600"/>
              <a:gd name="connsiteY697" fmla="*/ 3581043 h 6858000"/>
              <a:gd name="connsiteX698" fmla="*/ 1702258 w 7467600"/>
              <a:gd name="connsiteY698" fmla="*/ 3612286 h 6858000"/>
              <a:gd name="connsiteX699" fmla="*/ 1538370 w 7467600"/>
              <a:gd name="connsiteY699" fmla="*/ 3811804 h 6858000"/>
              <a:gd name="connsiteX700" fmla="*/ 542867 w 7467600"/>
              <a:gd name="connsiteY700" fmla="*/ 4944092 h 6858000"/>
              <a:gd name="connsiteX701" fmla="*/ 515800 w 7467600"/>
              <a:gd name="connsiteY701" fmla="*/ 4862180 h 6858000"/>
              <a:gd name="connsiteX702" fmla="*/ 909145 w 7467600"/>
              <a:gd name="connsiteY702" fmla="*/ 4199225 h 6858000"/>
              <a:gd name="connsiteX703" fmla="*/ 1214067 w 7467600"/>
              <a:gd name="connsiteY703" fmla="*/ 3908561 h 6858000"/>
              <a:gd name="connsiteX704" fmla="*/ 640967 w 7467600"/>
              <a:gd name="connsiteY704" fmla="*/ 4105601 h 6858000"/>
              <a:gd name="connsiteX705" fmla="*/ 112563 w 7467600"/>
              <a:gd name="connsiteY705" fmla="*/ 4396952 h 6858000"/>
              <a:gd name="connsiteX706" fmla="*/ 0 w 7467600"/>
              <a:gd name="connsiteY706" fmla="*/ 4466006 h 6858000"/>
              <a:gd name="connsiteX707" fmla="*/ 0 w 7467600"/>
              <a:gd name="connsiteY707" fmla="*/ 4233763 h 6858000"/>
              <a:gd name="connsiteX708" fmla="*/ 36881 w 7467600"/>
              <a:gd name="connsiteY708" fmla="*/ 4200118 h 6858000"/>
              <a:gd name="connsiteX709" fmla="*/ 910534 w 7467600"/>
              <a:gd name="connsiteY709" fmla="*/ 3629753 h 6858000"/>
              <a:gd name="connsiteX710" fmla="*/ 1578717 w 7467600"/>
              <a:gd name="connsiteY710" fmla="*/ 3575982 h 6858000"/>
              <a:gd name="connsiteX711" fmla="*/ 2338780 w 7467600"/>
              <a:gd name="connsiteY711" fmla="*/ 3033725 h 6858000"/>
              <a:gd name="connsiteX712" fmla="*/ 1807991 w 7467600"/>
              <a:gd name="connsiteY712" fmla="*/ 2807184 h 6858000"/>
              <a:gd name="connsiteX713" fmla="*/ 1416358 w 7467600"/>
              <a:gd name="connsiteY713" fmla="*/ 3112571 h 6858000"/>
              <a:gd name="connsiteX714" fmla="*/ 939066 w 7467600"/>
              <a:gd name="connsiteY714" fmla="*/ 3378798 h 6858000"/>
              <a:gd name="connsiteX715" fmla="*/ 115099 w 7467600"/>
              <a:gd name="connsiteY715" fmla="*/ 3607650 h 6858000"/>
              <a:gd name="connsiteX716" fmla="*/ 97284 w 7467600"/>
              <a:gd name="connsiteY716" fmla="*/ 3520393 h 6858000"/>
              <a:gd name="connsiteX717" fmla="*/ 922050 w 7467600"/>
              <a:gd name="connsiteY717" fmla="*/ 3074867 h 6858000"/>
              <a:gd name="connsiteX718" fmla="*/ 1405265 w 7467600"/>
              <a:gd name="connsiteY718" fmla="*/ 3016319 h 6858000"/>
              <a:gd name="connsiteX719" fmla="*/ 1407512 w 7467600"/>
              <a:gd name="connsiteY719" fmla="*/ 3018001 h 6858000"/>
              <a:gd name="connsiteX720" fmla="*/ 1726266 w 7467600"/>
              <a:gd name="connsiteY720" fmla="*/ 2777274 h 6858000"/>
              <a:gd name="connsiteX721" fmla="*/ 625390 w 7467600"/>
              <a:gd name="connsiteY721" fmla="*/ 2514541 h 6858000"/>
              <a:gd name="connsiteX722" fmla="*/ 619799 w 7467600"/>
              <a:gd name="connsiteY722" fmla="*/ 2527180 h 6858000"/>
              <a:gd name="connsiteX723" fmla="*/ 310030 w 7467600"/>
              <a:gd name="connsiteY723" fmla="*/ 2771818 h 6858000"/>
              <a:gd name="connsiteX724" fmla="*/ 173877 w 7467600"/>
              <a:gd name="connsiteY724" fmla="*/ 2937056 h 6858000"/>
              <a:gd name="connsiteX725" fmla="*/ 77889 w 7467600"/>
              <a:gd name="connsiteY725" fmla="*/ 3138440 h 6858000"/>
              <a:gd name="connsiteX726" fmla="*/ 0 w 7467600"/>
              <a:gd name="connsiteY726" fmla="*/ 3271395 h 6858000"/>
              <a:gd name="connsiteX727" fmla="*/ 0 w 7467600"/>
              <a:gd name="connsiteY727" fmla="*/ 3153002 h 6858000"/>
              <a:gd name="connsiteX728" fmla="*/ 2386 w 7467600"/>
              <a:gd name="connsiteY728" fmla="*/ 3149203 h 6858000"/>
              <a:gd name="connsiteX729" fmla="*/ 89753 w 7467600"/>
              <a:gd name="connsiteY729" fmla="*/ 2987702 h 6858000"/>
              <a:gd name="connsiteX730" fmla="*/ 76869 w 7467600"/>
              <a:gd name="connsiteY730" fmla="*/ 3005404 h 6858000"/>
              <a:gd name="connsiteX731" fmla="*/ 32049 w 7467600"/>
              <a:gd name="connsiteY731" fmla="*/ 3065814 h 6858000"/>
              <a:gd name="connsiteX732" fmla="*/ 0 w 7467600"/>
              <a:gd name="connsiteY732" fmla="*/ 3108744 h 6858000"/>
              <a:gd name="connsiteX733" fmla="*/ 0 w 7467600"/>
              <a:gd name="connsiteY733" fmla="*/ 3058059 h 6858000"/>
              <a:gd name="connsiteX734" fmla="*/ 7610 w 7467600"/>
              <a:gd name="connsiteY734" fmla="*/ 3047889 h 6858000"/>
              <a:gd name="connsiteX735" fmla="*/ 52419 w 7467600"/>
              <a:gd name="connsiteY735" fmla="*/ 2987479 h 6858000"/>
              <a:gd name="connsiteX736" fmla="*/ 59142 w 7467600"/>
              <a:gd name="connsiteY736" fmla="*/ 2978488 h 6858000"/>
              <a:gd name="connsiteX737" fmla="*/ 0 w 7467600"/>
              <a:gd name="connsiteY737" fmla="*/ 3015334 h 6858000"/>
              <a:gd name="connsiteX738" fmla="*/ 0 w 7467600"/>
              <a:gd name="connsiteY738" fmla="*/ 2914286 h 6858000"/>
              <a:gd name="connsiteX739" fmla="*/ 36383 w 7467600"/>
              <a:gd name="connsiteY739" fmla="*/ 2901128 h 6858000"/>
              <a:gd name="connsiteX740" fmla="*/ 156329 w 7467600"/>
              <a:gd name="connsiteY740" fmla="*/ 2840533 h 6858000"/>
              <a:gd name="connsiteX741" fmla="*/ 358355 w 7467600"/>
              <a:gd name="connsiteY741" fmla="*/ 2620471 h 6858000"/>
              <a:gd name="connsiteX742" fmla="*/ 510577 w 7467600"/>
              <a:gd name="connsiteY742" fmla="*/ 2501244 h 6858000"/>
              <a:gd name="connsiteX743" fmla="*/ 211967 w 7467600"/>
              <a:gd name="connsiteY743" fmla="*/ 2479171 h 6858000"/>
              <a:gd name="connsiteX744" fmla="*/ 0 w 7467600"/>
              <a:gd name="connsiteY744" fmla="*/ 2476398 h 6858000"/>
              <a:gd name="connsiteX745" fmla="*/ 0 w 7467600"/>
              <a:gd name="connsiteY745" fmla="*/ 2389189 h 6858000"/>
              <a:gd name="connsiteX746" fmla="*/ 103062 w 7467600"/>
              <a:gd name="connsiteY746" fmla="*/ 2389518 h 6858000"/>
              <a:gd name="connsiteX747" fmla="*/ 510734 w 7467600"/>
              <a:gd name="connsiteY747" fmla="*/ 2416201 h 6858000"/>
              <a:gd name="connsiteX748" fmla="*/ 279257 w 7467600"/>
              <a:gd name="connsiteY748" fmla="*/ 2092102 h 6858000"/>
              <a:gd name="connsiteX749" fmla="*/ 65265 w 7467600"/>
              <a:gd name="connsiteY749" fmla="*/ 2006049 h 6858000"/>
              <a:gd name="connsiteX750" fmla="*/ 0 w 7467600"/>
              <a:gd name="connsiteY750" fmla="*/ 1982532 h 6858000"/>
              <a:gd name="connsiteX751" fmla="*/ 0 w 7467600"/>
              <a:gd name="connsiteY751" fmla="*/ 1912789 h 6858000"/>
              <a:gd name="connsiteX752" fmla="*/ 97460 w 7467600"/>
              <a:gd name="connsiteY752" fmla="*/ 1953725 h 6858000"/>
              <a:gd name="connsiteX753" fmla="*/ 221272 w 7467600"/>
              <a:gd name="connsiteY753" fmla="*/ 1980766 h 6858000"/>
              <a:gd name="connsiteX754" fmla="*/ 116765 w 7467600"/>
              <a:gd name="connsiteY754" fmla="*/ 1911033 h 6858000"/>
              <a:gd name="connsiteX755" fmla="*/ 16405 w 7467600"/>
              <a:gd name="connsiteY755" fmla="*/ 1803412 h 6858000"/>
              <a:gd name="connsiteX756" fmla="*/ 0 w 7467600"/>
              <a:gd name="connsiteY756" fmla="*/ 1784777 h 6858000"/>
              <a:gd name="connsiteX757" fmla="*/ 0 w 7467600"/>
              <a:gd name="connsiteY757" fmla="*/ 1740082 h 6858000"/>
              <a:gd name="connsiteX758" fmla="*/ 39394 w 7467600"/>
              <a:gd name="connsiteY758" fmla="*/ 1784856 h 6858000"/>
              <a:gd name="connsiteX759" fmla="*/ 135813 w 7467600"/>
              <a:gd name="connsiteY759" fmla="*/ 1888838 h 6858000"/>
              <a:gd name="connsiteX760" fmla="*/ 242575 w 7467600"/>
              <a:gd name="connsiteY760" fmla="*/ 1958841 h 6858000"/>
              <a:gd name="connsiteX761" fmla="*/ 82197 w 7467600"/>
              <a:gd name="connsiteY761" fmla="*/ 1754826 h 6858000"/>
              <a:gd name="connsiteX762" fmla="*/ 0 w 7467600"/>
              <a:gd name="connsiteY762" fmla="*/ 1679650 h 6858000"/>
              <a:gd name="connsiteX763" fmla="*/ 0 w 7467600"/>
              <a:gd name="connsiteY763" fmla="*/ 1602463 h 6858000"/>
              <a:gd name="connsiteX764" fmla="*/ 84689 w 7467600"/>
              <a:gd name="connsiteY764" fmla="*/ 1677442 h 6858000"/>
              <a:gd name="connsiteX765" fmla="*/ 298437 w 7467600"/>
              <a:gd name="connsiteY765" fmla="*/ 1968019 h 6858000"/>
              <a:gd name="connsiteX766" fmla="*/ 227269 w 7467600"/>
              <a:gd name="connsiteY766" fmla="*/ 1114064 h 6858000"/>
              <a:gd name="connsiteX767" fmla="*/ 248003 w 7467600"/>
              <a:gd name="connsiteY767" fmla="*/ 1089613 h 6858000"/>
              <a:gd name="connsiteX768" fmla="*/ 427020 w 7467600"/>
              <a:gd name="connsiteY768" fmla="*/ 1619803 h 6858000"/>
              <a:gd name="connsiteX769" fmla="*/ 340345 w 7467600"/>
              <a:gd name="connsiteY769" fmla="*/ 2027739 h 6858000"/>
              <a:gd name="connsiteX770" fmla="*/ 360865 w 7467600"/>
              <a:gd name="connsiteY770" fmla="*/ 2044827 h 6858000"/>
              <a:gd name="connsiteX771" fmla="*/ 560414 w 7467600"/>
              <a:gd name="connsiteY771" fmla="*/ 2421457 h 6858000"/>
              <a:gd name="connsiteX772" fmla="*/ 1359703 w 7467600"/>
              <a:gd name="connsiteY772" fmla="*/ 2578554 h 6858000"/>
              <a:gd name="connsiteX773" fmla="*/ 1359422 w 7467600"/>
              <a:gd name="connsiteY773" fmla="*/ 2577994 h 6858000"/>
              <a:gd name="connsiteX774" fmla="*/ 828701 w 7467600"/>
              <a:gd name="connsiteY774" fmla="*/ 1839520 h 6858000"/>
              <a:gd name="connsiteX775" fmla="*/ 494427 w 7467600"/>
              <a:gd name="connsiteY775" fmla="*/ 1092333 h 6858000"/>
              <a:gd name="connsiteX776" fmla="*/ 506322 w 7467600"/>
              <a:gd name="connsiteY776" fmla="*/ 1020997 h 6858000"/>
              <a:gd name="connsiteX777" fmla="*/ 4570198 w 7467600"/>
              <a:gd name="connsiteY777" fmla="*/ 978081 h 6858000"/>
              <a:gd name="connsiteX778" fmla="*/ 4523691 w 7467600"/>
              <a:gd name="connsiteY778" fmla="*/ 1127776 h 6858000"/>
              <a:gd name="connsiteX779" fmla="*/ 4509875 w 7467600"/>
              <a:gd name="connsiteY779" fmla="*/ 1167552 h 6858000"/>
              <a:gd name="connsiteX780" fmla="*/ 4478168 w 7467600"/>
              <a:gd name="connsiteY780" fmla="*/ 1260735 h 6858000"/>
              <a:gd name="connsiteX781" fmla="*/ 4409309 w 7467600"/>
              <a:gd name="connsiteY781" fmla="*/ 1666996 h 6858000"/>
              <a:gd name="connsiteX782" fmla="*/ 4370031 w 7467600"/>
              <a:gd name="connsiteY782" fmla="*/ 1955666 h 6858000"/>
              <a:gd name="connsiteX783" fmla="*/ 4570198 w 7467600"/>
              <a:gd name="connsiteY783" fmla="*/ 978081 h 6858000"/>
              <a:gd name="connsiteX784" fmla="*/ 4557898 w 7467600"/>
              <a:gd name="connsiteY784" fmla="*/ 900011 h 6858000"/>
              <a:gd name="connsiteX785" fmla="*/ 4344840 w 7467600"/>
              <a:gd name="connsiteY785" fmla="*/ 1922038 h 6858000"/>
              <a:gd name="connsiteX786" fmla="*/ 4378710 w 7467600"/>
              <a:gd name="connsiteY786" fmla="*/ 1665516 h 6858000"/>
              <a:gd name="connsiteX787" fmla="*/ 4448798 w 7467600"/>
              <a:gd name="connsiteY787" fmla="*/ 1253024 h 6858000"/>
              <a:gd name="connsiteX788" fmla="*/ 4480315 w 7467600"/>
              <a:gd name="connsiteY788" fmla="*/ 1158454 h 6858000"/>
              <a:gd name="connsiteX789" fmla="*/ 4494133 w 7467600"/>
              <a:gd name="connsiteY789" fmla="*/ 1118676 h 6858000"/>
              <a:gd name="connsiteX790" fmla="*/ 4557898 w 7467600"/>
              <a:gd name="connsiteY790" fmla="*/ 900011 h 6858000"/>
              <a:gd name="connsiteX791" fmla="*/ 5870151 w 7467600"/>
              <a:gd name="connsiteY791" fmla="*/ 898890 h 6858000"/>
              <a:gd name="connsiteX792" fmla="*/ 5861335 w 7467600"/>
              <a:gd name="connsiteY792" fmla="*/ 899177 h 6858000"/>
              <a:gd name="connsiteX793" fmla="*/ 5843702 w 7467600"/>
              <a:gd name="connsiteY793" fmla="*/ 899748 h 6858000"/>
              <a:gd name="connsiteX794" fmla="*/ 5651107 w 7467600"/>
              <a:gd name="connsiteY794" fmla="*/ 920306 h 6858000"/>
              <a:gd name="connsiteX795" fmla="*/ 5459407 w 7467600"/>
              <a:gd name="connsiteY795" fmla="*/ 940975 h 6858000"/>
              <a:gd name="connsiteX796" fmla="*/ 5374846 w 7467600"/>
              <a:gd name="connsiteY796" fmla="*/ 941988 h 6858000"/>
              <a:gd name="connsiteX797" fmla="*/ 5256105 w 7467600"/>
              <a:gd name="connsiteY797" fmla="*/ 945632 h 6858000"/>
              <a:gd name="connsiteX798" fmla="*/ 5107071 w 7467600"/>
              <a:gd name="connsiteY798" fmla="*/ 969720 h 6858000"/>
              <a:gd name="connsiteX799" fmla="*/ 4998681 w 7467600"/>
              <a:gd name="connsiteY799" fmla="*/ 988771 h 6858000"/>
              <a:gd name="connsiteX800" fmla="*/ 5870151 w 7467600"/>
              <a:gd name="connsiteY800" fmla="*/ 898890 h 6858000"/>
              <a:gd name="connsiteX801" fmla="*/ 5504425 w 7467600"/>
              <a:gd name="connsiteY801" fmla="*/ 848067 h 6858000"/>
              <a:gd name="connsiteX802" fmla="*/ 4968849 w 7467600"/>
              <a:gd name="connsiteY802" fmla="*/ 962318 h 6858000"/>
              <a:gd name="connsiteX803" fmla="*/ 5104039 w 7467600"/>
              <a:gd name="connsiteY803" fmla="*/ 940634 h 6858000"/>
              <a:gd name="connsiteX804" fmla="*/ 5256311 w 7467600"/>
              <a:gd name="connsiteY804" fmla="*/ 916490 h 6858000"/>
              <a:gd name="connsiteX805" fmla="*/ 5377381 w 7467600"/>
              <a:gd name="connsiteY805" fmla="*/ 912671 h 6858000"/>
              <a:gd name="connsiteX806" fmla="*/ 5460148 w 7467600"/>
              <a:gd name="connsiteY806" fmla="*/ 911442 h 6858000"/>
              <a:gd name="connsiteX807" fmla="*/ 5648971 w 7467600"/>
              <a:gd name="connsiteY807" fmla="*/ 891331 h 6858000"/>
              <a:gd name="connsiteX808" fmla="*/ 5844807 w 7467600"/>
              <a:gd name="connsiteY808" fmla="*/ 870718 h 6858000"/>
              <a:gd name="connsiteX809" fmla="*/ 5862975 w 7467600"/>
              <a:gd name="connsiteY809" fmla="*/ 869756 h 6858000"/>
              <a:gd name="connsiteX810" fmla="*/ 5920887 w 7467600"/>
              <a:gd name="connsiteY810" fmla="*/ 865929 h 6858000"/>
              <a:gd name="connsiteX811" fmla="*/ 5504425 w 7467600"/>
              <a:gd name="connsiteY811" fmla="*/ 848067 h 6858000"/>
              <a:gd name="connsiteX812" fmla="*/ 3607114 w 7467600"/>
              <a:gd name="connsiteY812" fmla="*/ 467441 h 6858000"/>
              <a:gd name="connsiteX813" fmla="*/ 3296242 w 7467600"/>
              <a:gd name="connsiteY813" fmla="*/ 807991 h 6858000"/>
              <a:gd name="connsiteX814" fmla="*/ 3174674 w 7467600"/>
              <a:gd name="connsiteY814" fmla="*/ 919759 h 6858000"/>
              <a:gd name="connsiteX815" fmla="*/ 3042978 w 7467600"/>
              <a:gd name="connsiteY815" fmla="*/ 1054894 h 6858000"/>
              <a:gd name="connsiteX816" fmla="*/ 2968914 w 7467600"/>
              <a:gd name="connsiteY816" fmla="*/ 1133756 h 6858000"/>
              <a:gd name="connsiteX817" fmla="*/ 3103823 w 7467600"/>
              <a:gd name="connsiteY817" fmla="*/ 1026814 h 6858000"/>
              <a:gd name="connsiteX818" fmla="*/ 3607114 w 7467600"/>
              <a:gd name="connsiteY818" fmla="*/ 467441 h 6858000"/>
              <a:gd name="connsiteX819" fmla="*/ 3744487 w 7467600"/>
              <a:gd name="connsiteY819" fmla="*/ 383136 h 6858000"/>
              <a:gd name="connsiteX820" fmla="*/ 3970213 w 7467600"/>
              <a:gd name="connsiteY820" fmla="*/ 995559 h 6858000"/>
              <a:gd name="connsiteX821" fmla="*/ 3744487 w 7467600"/>
              <a:gd name="connsiteY821" fmla="*/ 383136 h 6858000"/>
              <a:gd name="connsiteX822" fmla="*/ 3624562 w 7467600"/>
              <a:gd name="connsiteY822" fmla="*/ 367041 h 6858000"/>
              <a:gd name="connsiteX823" fmla="*/ 3489712 w 7467600"/>
              <a:gd name="connsiteY823" fmla="*/ 485386 h 6858000"/>
              <a:gd name="connsiteX824" fmla="*/ 3182994 w 7467600"/>
              <a:gd name="connsiteY824" fmla="*/ 828265 h 6858000"/>
              <a:gd name="connsiteX825" fmla="*/ 2892114 w 7467600"/>
              <a:gd name="connsiteY825" fmla="*/ 1172635 h 6858000"/>
              <a:gd name="connsiteX826" fmla="*/ 3021459 w 7467600"/>
              <a:gd name="connsiteY826" fmla="*/ 1035385 h 6858000"/>
              <a:gd name="connsiteX827" fmla="*/ 3153873 w 7467600"/>
              <a:gd name="connsiteY827" fmla="*/ 898971 h 6858000"/>
              <a:gd name="connsiteX828" fmla="*/ 3276511 w 7467600"/>
              <a:gd name="connsiteY828" fmla="*/ 786423 h 6858000"/>
              <a:gd name="connsiteX829" fmla="*/ 3584154 w 7467600"/>
              <a:gd name="connsiteY829" fmla="*/ 448218 h 6858000"/>
              <a:gd name="connsiteX830" fmla="*/ 3624562 w 7467600"/>
              <a:gd name="connsiteY830" fmla="*/ 367041 h 6858000"/>
              <a:gd name="connsiteX831" fmla="*/ 3766672 w 7467600"/>
              <a:gd name="connsiteY831" fmla="*/ 359429 h 6858000"/>
              <a:gd name="connsiteX832" fmla="*/ 3996338 w 7467600"/>
              <a:gd name="connsiteY832" fmla="*/ 968237 h 6858000"/>
              <a:gd name="connsiteX833" fmla="*/ 3766672 w 7467600"/>
              <a:gd name="connsiteY833" fmla="*/ 359429 h 6858000"/>
              <a:gd name="connsiteX834" fmla="*/ 5805386 w 7467600"/>
              <a:gd name="connsiteY834" fmla="*/ 239240 h 6858000"/>
              <a:gd name="connsiteX835" fmla="*/ 5736947 w 7467600"/>
              <a:gd name="connsiteY835" fmla="*/ 261367 h 6858000"/>
              <a:gd name="connsiteX836" fmla="*/ 5427012 w 7467600"/>
              <a:gd name="connsiteY836" fmla="*/ 311272 h 6858000"/>
              <a:gd name="connsiteX837" fmla="*/ 5147818 w 7467600"/>
              <a:gd name="connsiteY837" fmla="*/ 322112 h 6858000"/>
              <a:gd name="connsiteX838" fmla="*/ 5060854 w 7467600"/>
              <a:gd name="connsiteY838" fmla="*/ 311882 h 6858000"/>
              <a:gd name="connsiteX839" fmla="*/ 4945989 w 7467600"/>
              <a:gd name="connsiteY839" fmla="*/ 300516 h 6858000"/>
              <a:gd name="connsiteX840" fmla="*/ 5410479 w 7467600"/>
              <a:gd name="connsiteY840" fmla="*/ 348434 h 6858000"/>
              <a:gd name="connsiteX841" fmla="*/ 5805386 w 7467600"/>
              <a:gd name="connsiteY841" fmla="*/ 239240 h 6858000"/>
              <a:gd name="connsiteX842" fmla="*/ 5905192 w 7467600"/>
              <a:gd name="connsiteY842" fmla="*/ 163079 h 6858000"/>
              <a:gd name="connsiteX843" fmla="*/ 5865655 w 7467600"/>
              <a:gd name="connsiteY843" fmla="*/ 171901 h 6858000"/>
              <a:gd name="connsiteX844" fmla="*/ 5259740 w 7467600"/>
              <a:gd name="connsiteY844" fmla="*/ 257013 h 6858000"/>
              <a:gd name="connsiteX845" fmla="*/ 5208466 w 7467600"/>
              <a:gd name="connsiteY845" fmla="*/ 257550 h 6858000"/>
              <a:gd name="connsiteX846" fmla="*/ 4980204 w 7467600"/>
              <a:gd name="connsiteY846" fmla="*/ 271903 h 6858000"/>
              <a:gd name="connsiteX847" fmla="*/ 5068068 w 7467600"/>
              <a:gd name="connsiteY847" fmla="*/ 282244 h 6858000"/>
              <a:gd name="connsiteX848" fmla="*/ 5153231 w 7467600"/>
              <a:gd name="connsiteY848" fmla="*/ 292240 h 6858000"/>
              <a:gd name="connsiteX849" fmla="*/ 5426491 w 7467600"/>
              <a:gd name="connsiteY849" fmla="*/ 281128 h 6858000"/>
              <a:gd name="connsiteX850" fmla="*/ 5731212 w 7467600"/>
              <a:gd name="connsiteY850" fmla="*/ 231951 h 6858000"/>
              <a:gd name="connsiteX851" fmla="*/ 5905192 w 7467600"/>
              <a:gd name="connsiteY851" fmla="*/ 163079 h 6858000"/>
              <a:gd name="connsiteX852" fmla="*/ 5944437 w 7467600"/>
              <a:gd name="connsiteY852" fmla="*/ 113829 h 6858000"/>
              <a:gd name="connsiteX853" fmla="*/ 5825032 w 7467600"/>
              <a:gd name="connsiteY853" fmla="*/ 146405 h 6858000"/>
              <a:gd name="connsiteX854" fmla="*/ 4955599 w 7467600"/>
              <a:gd name="connsiteY854" fmla="*/ 247008 h 6858000"/>
              <a:gd name="connsiteX855" fmla="*/ 5210104 w 7467600"/>
              <a:gd name="connsiteY855" fmla="*/ 228123 h 6858000"/>
              <a:gd name="connsiteX856" fmla="*/ 5261015 w 7467600"/>
              <a:gd name="connsiteY856" fmla="*/ 227087 h 6858000"/>
              <a:gd name="connsiteX857" fmla="*/ 5861181 w 7467600"/>
              <a:gd name="connsiteY857" fmla="*/ 143093 h 6858000"/>
              <a:gd name="connsiteX858" fmla="*/ 5961252 w 7467600"/>
              <a:gd name="connsiteY858" fmla="*/ 114820 h 6858000"/>
              <a:gd name="connsiteX859" fmla="*/ 5944437 w 7467600"/>
              <a:gd name="connsiteY859" fmla="*/ 113829 h 6858000"/>
              <a:gd name="connsiteX860" fmla="*/ 3882765 w 7467600"/>
              <a:gd name="connsiteY860" fmla="*/ 0 h 6858000"/>
              <a:gd name="connsiteX861" fmla="*/ 3995099 w 7467600"/>
              <a:gd name="connsiteY861" fmla="*/ 0 h 6858000"/>
              <a:gd name="connsiteX862" fmla="*/ 4163818 w 7467600"/>
              <a:gd name="connsiteY862" fmla="*/ 234104 h 6858000"/>
              <a:gd name="connsiteX863" fmla="*/ 4172099 w 7467600"/>
              <a:gd name="connsiteY863" fmla="*/ 234207 h 6858000"/>
              <a:gd name="connsiteX864" fmla="*/ 4784282 w 7467600"/>
              <a:gd name="connsiteY864" fmla="*/ 276561 h 6858000"/>
              <a:gd name="connsiteX865" fmla="*/ 4801687 w 7467600"/>
              <a:gd name="connsiteY865" fmla="*/ 267764 h 6858000"/>
              <a:gd name="connsiteX866" fmla="*/ 6082788 w 7467600"/>
              <a:gd name="connsiteY866" fmla="*/ 64119 h 6858000"/>
              <a:gd name="connsiteX867" fmla="*/ 6099442 w 7467600"/>
              <a:gd name="connsiteY867" fmla="*/ 82568 h 6858000"/>
              <a:gd name="connsiteX868" fmla="*/ 4804137 w 7467600"/>
              <a:gd name="connsiteY868" fmla="*/ 320931 h 6858000"/>
              <a:gd name="connsiteX869" fmla="*/ 4227047 w 7467600"/>
              <a:gd name="connsiteY869" fmla="*/ 313415 h 6858000"/>
              <a:gd name="connsiteX870" fmla="*/ 4346041 w 7467600"/>
              <a:gd name="connsiteY870" fmla="*/ 456086 h 6858000"/>
              <a:gd name="connsiteX871" fmla="*/ 4870967 w 7467600"/>
              <a:gd name="connsiteY871" fmla="*/ 963061 h 6858000"/>
              <a:gd name="connsiteX872" fmla="*/ 4889647 w 7467600"/>
              <a:gd name="connsiteY872" fmla="*/ 957147 h 6858000"/>
              <a:gd name="connsiteX873" fmla="*/ 5422504 w 7467600"/>
              <a:gd name="connsiteY873" fmla="*/ 805191 h 6858000"/>
              <a:gd name="connsiteX874" fmla="*/ 6087656 w 7467600"/>
              <a:gd name="connsiteY874" fmla="*/ 826703 h 6858000"/>
              <a:gd name="connsiteX875" fmla="*/ 6058717 w 7467600"/>
              <a:gd name="connsiteY875" fmla="*/ 865992 h 6858000"/>
              <a:gd name="connsiteX876" fmla="*/ 4974153 w 7467600"/>
              <a:gd name="connsiteY876" fmla="*/ 1045456 h 6858000"/>
              <a:gd name="connsiteX877" fmla="*/ 5627835 w 7467600"/>
              <a:gd name="connsiteY877" fmla="*/ 1472077 h 6858000"/>
              <a:gd name="connsiteX878" fmla="*/ 5629817 w 7467600"/>
              <a:gd name="connsiteY878" fmla="*/ 1471412 h 6858000"/>
              <a:gd name="connsiteX879" fmla="*/ 5634124 w 7467600"/>
              <a:gd name="connsiteY879" fmla="*/ 1470572 h 6858000"/>
              <a:gd name="connsiteX880" fmla="*/ 5755832 w 7467600"/>
              <a:gd name="connsiteY880" fmla="*/ 1383886 h 6858000"/>
              <a:gd name="connsiteX881" fmla="*/ 6014186 w 7467600"/>
              <a:gd name="connsiteY881" fmla="*/ 1279799 h 6858000"/>
              <a:gd name="connsiteX882" fmla="*/ 6901619 w 7467600"/>
              <a:gd name="connsiteY882" fmla="*/ 1047874 h 6858000"/>
              <a:gd name="connsiteX883" fmla="*/ 6931566 w 7467600"/>
              <a:gd name="connsiteY883" fmla="*/ 1062034 h 6858000"/>
              <a:gd name="connsiteX884" fmla="*/ 5790982 w 7467600"/>
              <a:gd name="connsiteY884" fmla="*/ 1561380 h 6858000"/>
              <a:gd name="connsiteX885" fmla="*/ 6188971 w 7467600"/>
              <a:gd name="connsiteY885" fmla="*/ 1755168 h 6858000"/>
              <a:gd name="connsiteX886" fmla="*/ 6202446 w 7467600"/>
              <a:gd name="connsiteY886" fmla="*/ 1752268 h 6858000"/>
              <a:gd name="connsiteX887" fmla="*/ 7179560 w 7467600"/>
              <a:gd name="connsiteY887" fmla="*/ 1467551 h 6858000"/>
              <a:gd name="connsiteX888" fmla="*/ 7158730 w 7467600"/>
              <a:gd name="connsiteY888" fmla="*/ 1507835 h 6858000"/>
              <a:gd name="connsiteX889" fmla="*/ 6326959 w 7467600"/>
              <a:gd name="connsiteY889" fmla="*/ 1817686 h 6858000"/>
              <a:gd name="connsiteX890" fmla="*/ 6537433 w 7467600"/>
              <a:gd name="connsiteY890" fmla="*/ 1907790 h 6858000"/>
              <a:gd name="connsiteX891" fmla="*/ 6550221 w 7467600"/>
              <a:gd name="connsiteY891" fmla="*/ 1910729 h 6858000"/>
              <a:gd name="connsiteX892" fmla="*/ 6964438 w 7467600"/>
              <a:gd name="connsiteY892" fmla="*/ 2209505 h 6858000"/>
              <a:gd name="connsiteX893" fmla="*/ 7367862 w 7467600"/>
              <a:gd name="connsiteY893" fmla="*/ 2806833 h 6858000"/>
              <a:gd name="connsiteX894" fmla="*/ 7364329 w 7467600"/>
              <a:gd name="connsiteY894" fmla="*/ 2826907 h 6858000"/>
              <a:gd name="connsiteX895" fmla="*/ 7290545 w 7467600"/>
              <a:gd name="connsiteY895" fmla="*/ 2850663 h 6858000"/>
              <a:gd name="connsiteX896" fmla="*/ 6472036 w 7467600"/>
              <a:gd name="connsiteY896" fmla="*/ 1959003 h 6858000"/>
              <a:gd name="connsiteX897" fmla="*/ 5792897 w 7467600"/>
              <a:gd name="connsiteY897" fmla="*/ 1647747 h 6858000"/>
              <a:gd name="connsiteX898" fmla="*/ 5842751 w 7467600"/>
              <a:gd name="connsiteY898" fmla="*/ 1816112 h 6858000"/>
              <a:gd name="connsiteX899" fmla="*/ 5847424 w 7467600"/>
              <a:gd name="connsiteY899" fmla="*/ 1815776 h 6858000"/>
              <a:gd name="connsiteX900" fmla="*/ 6399821 w 7467600"/>
              <a:gd name="connsiteY900" fmla="*/ 2344799 h 6858000"/>
              <a:gd name="connsiteX901" fmla="*/ 6323232 w 7467600"/>
              <a:gd name="connsiteY901" fmla="*/ 2389634 h 6858000"/>
              <a:gd name="connsiteX902" fmla="*/ 5942958 w 7467600"/>
              <a:gd name="connsiteY902" fmla="*/ 2077708 h 6858000"/>
              <a:gd name="connsiteX903" fmla="*/ 5921559 w 7467600"/>
              <a:gd name="connsiteY903" fmla="*/ 2378596 h 6858000"/>
              <a:gd name="connsiteX904" fmla="*/ 5817651 w 7467600"/>
              <a:gd name="connsiteY904" fmla="*/ 3023919 h 6858000"/>
              <a:gd name="connsiteX905" fmla="*/ 5729634 w 7467600"/>
              <a:gd name="connsiteY905" fmla="*/ 3051849 h 6858000"/>
              <a:gd name="connsiteX906" fmla="*/ 5611018 w 7467600"/>
              <a:gd name="connsiteY906" fmla="*/ 2316769 h 6858000"/>
              <a:gd name="connsiteX907" fmla="*/ 5687608 w 7467600"/>
              <a:gd name="connsiteY907" fmla="*/ 2039972 h 6858000"/>
              <a:gd name="connsiteX908" fmla="*/ 5657554 w 7467600"/>
              <a:gd name="connsiteY908" fmla="*/ 1576445 h 6858000"/>
              <a:gd name="connsiteX909" fmla="*/ 5150475 w 7467600"/>
              <a:gd name="connsiteY909" fmla="*/ 1274012 h 6858000"/>
              <a:gd name="connsiteX910" fmla="*/ 5349142 w 7467600"/>
              <a:gd name="connsiteY910" fmla="*/ 2204405 h 6858000"/>
              <a:gd name="connsiteX911" fmla="*/ 5262214 w 7467600"/>
              <a:gd name="connsiteY911" fmla="*/ 2233836 h 6858000"/>
              <a:gd name="connsiteX912" fmla="*/ 4981539 w 7467600"/>
              <a:gd name="connsiteY912" fmla="*/ 1542201 h 6858000"/>
              <a:gd name="connsiteX913" fmla="*/ 4958461 w 7467600"/>
              <a:gd name="connsiteY913" fmla="*/ 1136957 h 6858000"/>
              <a:gd name="connsiteX914" fmla="*/ 4655015 w 7467600"/>
              <a:gd name="connsiteY914" fmla="*/ 891426 h 6858000"/>
              <a:gd name="connsiteX915" fmla="*/ 4348002 w 7467600"/>
              <a:gd name="connsiteY915" fmla="*/ 2205895 h 6858000"/>
              <a:gd name="connsiteX916" fmla="*/ 4262250 w 7467600"/>
              <a:gd name="connsiteY916" fmla="*/ 2219972 h 6858000"/>
              <a:gd name="connsiteX917" fmla="*/ 4550611 w 7467600"/>
              <a:gd name="connsiteY917" fmla="*/ 817540 h 6858000"/>
              <a:gd name="connsiteX918" fmla="*/ 4564418 w 7467600"/>
              <a:gd name="connsiteY918" fmla="*/ 808293 h 6858000"/>
              <a:gd name="connsiteX919" fmla="*/ 4266388 w 7467600"/>
              <a:gd name="connsiteY919" fmla="*/ 500083 h 6858000"/>
              <a:gd name="connsiteX920" fmla="*/ 4032842 w 7467600"/>
              <a:gd name="connsiteY920" fmla="*/ 211809 h 6858000"/>
              <a:gd name="connsiteX921" fmla="*/ 3882765 w 7467600"/>
              <a:gd name="connsiteY921" fmla="*/ 0 h 6858000"/>
              <a:gd name="connsiteX922" fmla="*/ 3721337 w 7467600"/>
              <a:gd name="connsiteY922" fmla="*/ 0 h 6858000"/>
              <a:gd name="connsiteX923" fmla="*/ 3797544 w 7467600"/>
              <a:gd name="connsiteY923" fmla="*/ 0 h 6858000"/>
              <a:gd name="connsiteX924" fmla="*/ 3775734 w 7467600"/>
              <a:gd name="connsiteY924" fmla="*/ 95131 h 6858000"/>
              <a:gd name="connsiteX925" fmla="*/ 3724807 w 7467600"/>
              <a:gd name="connsiteY925" fmla="*/ 272257 h 6858000"/>
              <a:gd name="connsiteX926" fmla="*/ 3726844 w 7467600"/>
              <a:gd name="connsiteY926" fmla="*/ 282988 h 6858000"/>
              <a:gd name="connsiteX927" fmla="*/ 3742664 w 7467600"/>
              <a:gd name="connsiteY927" fmla="*/ 279918 h 6858000"/>
              <a:gd name="connsiteX928" fmla="*/ 4103910 w 7467600"/>
              <a:gd name="connsiteY928" fmla="*/ 1161917 h 6858000"/>
              <a:gd name="connsiteX929" fmla="*/ 4020269 w 7467600"/>
              <a:gd name="connsiteY929" fmla="*/ 1200406 h 6858000"/>
              <a:gd name="connsiteX930" fmla="*/ 3674882 w 7467600"/>
              <a:gd name="connsiteY930" fmla="*/ 488524 h 6858000"/>
              <a:gd name="connsiteX931" fmla="*/ 3132682 w 7467600"/>
              <a:gd name="connsiteY931" fmla="*/ 1072284 h 6858000"/>
              <a:gd name="connsiteX932" fmla="*/ 2716346 w 7467600"/>
              <a:gd name="connsiteY932" fmla="*/ 1276376 h 6858000"/>
              <a:gd name="connsiteX933" fmla="*/ 2716772 w 7467600"/>
              <a:gd name="connsiteY933" fmla="*/ 1255462 h 6858000"/>
              <a:gd name="connsiteX934" fmla="*/ 3471096 w 7467600"/>
              <a:gd name="connsiteY934" fmla="*/ 437072 h 6858000"/>
              <a:gd name="connsiteX935" fmla="*/ 3639057 w 7467600"/>
              <a:gd name="connsiteY935" fmla="*/ 286334 h 6858000"/>
              <a:gd name="connsiteX936" fmla="*/ 3640309 w 7467600"/>
              <a:gd name="connsiteY936" fmla="*/ 284664 h 6858000"/>
              <a:gd name="connsiteX937" fmla="*/ 3646022 w 7467600"/>
              <a:gd name="connsiteY937" fmla="*/ 276711 h 6858000"/>
              <a:gd name="connsiteX938" fmla="*/ 3707943 w 7467600"/>
              <a:gd name="connsiteY938" fmla="*/ 65958 h 6858000"/>
              <a:gd name="connsiteX939" fmla="*/ 3721337 w 7467600"/>
              <a:gd name="connsiteY939" fmla="*/ 0 h 6858000"/>
              <a:gd name="connsiteX940" fmla="*/ 2867960 w 7467600"/>
              <a:gd name="connsiteY940" fmla="*/ 0 h 6858000"/>
              <a:gd name="connsiteX941" fmla="*/ 2926351 w 7467600"/>
              <a:gd name="connsiteY941" fmla="*/ 0 h 6858000"/>
              <a:gd name="connsiteX942" fmla="*/ 2902823 w 7467600"/>
              <a:gd name="connsiteY942" fmla="*/ 262929 h 6858000"/>
              <a:gd name="connsiteX943" fmla="*/ 2940663 w 7467600"/>
              <a:gd name="connsiteY943" fmla="*/ 140884 h 6858000"/>
              <a:gd name="connsiteX944" fmla="*/ 2947039 w 7467600"/>
              <a:gd name="connsiteY944" fmla="*/ 122524 h 6858000"/>
              <a:gd name="connsiteX945" fmla="*/ 2984316 w 7467600"/>
              <a:gd name="connsiteY945" fmla="*/ 0 h 6858000"/>
              <a:gd name="connsiteX946" fmla="*/ 3016114 w 7467600"/>
              <a:gd name="connsiteY946" fmla="*/ 0 h 6858000"/>
              <a:gd name="connsiteX947" fmla="*/ 2979949 w 7467600"/>
              <a:gd name="connsiteY947" fmla="*/ 119274 h 6858000"/>
              <a:gd name="connsiteX948" fmla="*/ 3023879 w 7467600"/>
              <a:gd name="connsiteY948" fmla="*/ 0 h 6858000"/>
              <a:gd name="connsiteX949" fmla="*/ 3105400 w 7467600"/>
              <a:gd name="connsiteY949" fmla="*/ 0 h 6858000"/>
              <a:gd name="connsiteX950" fmla="*/ 3094669 w 7467600"/>
              <a:gd name="connsiteY950" fmla="*/ 30308 h 6858000"/>
              <a:gd name="connsiteX951" fmla="*/ 2901945 w 7467600"/>
              <a:gd name="connsiteY951" fmla="*/ 466538 h 6858000"/>
              <a:gd name="connsiteX952" fmla="*/ 2815209 w 7467600"/>
              <a:gd name="connsiteY952" fmla="*/ 497361 h 6858000"/>
              <a:gd name="connsiteX953" fmla="*/ 2844845 w 7467600"/>
              <a:gd name="connsiteY953" fmla="*/ 127638 h 6858000"/>
              <a:gd name="connsiteX954" fmla="*/ 2867960 w 7467600"/>
              <a:gd name="connsiteY954" fmla="*/ 0 h 6858000"/>
              <a:gd name="connsiteX955" fmla="*/ 1057230 w 7467600"/>
              <a:gd name="connsiteY955" fmla="*/ 0 h 6858000"/>
              <a:gd name="connsiteX956" fmla="*/ 1111003 w 7467600"/>
              <a:gd name="connsiteY956" fmla="*/ 0 h 6858000"/>
              <a:gd name="connsiteX957" fmla="*/ 1125553 w 7467600"/>
              <a:gd name="connsiteY957" fmla="*/ 52588 h 6858000"/>
              <a:gd name="connsiteX958" fmla="*/ 1304276 w 7467600"/>
              <a:gd name="connsiteY958" fmla="*/ 476275 h 6858000"/>
              <a:gd name="connsiteX959" fmla="*/ 1492066 w 7467600"/>
              <a:gd name="connsiteY959" fmla="*/ 886333 h 6858000"/>
              <a:gd name="connsiteX960" fmla="*/ 1423698 w 7467600"/>
              <a:gd name="connsiteY960" fmla="*/ 710817 h 6858000"/>
              <a:gd name="connsiteX961" fmla="*/ 1357609 w 7467600"/>
              <a:gd name="connsiteY961" fmla="*/ 532892 h 6858000"/>
              <a:gd name="connsiteX962" fmla="*/ 1309550 w 7467600"/>
              <a:gd name="connsiteY962" fmla="*/ 374031 h 6858000"/>
              <a:gd name="connsiteX963" fmla="*/ 1193673 w 7467600"/>
              <a:gd name="connsiteY963" fmla="*/ 49533 h 6858000"/>
              <a:gd name="connsiteX964" fmla="*/ 1164391 w 7467600"/>
              <a:gd name="connsiteY964" fmla="*/ 0 h 6858000"/>
              <a:gd name="connsiteX965" fmla="*/ 1200666 w 7467600"/>
              <a:gd name="connsiteY965" fmla="*/ 0 h 6858000"/>
              <a:gd name="connsiteX966" fmla="*/ 1223408 w 7467600"/>
              <a:gd name="connsiteY966" fmla="*/ 38996 h 6858000"/>
              <a:gd name="connsiteX967" fmla="*/ 1339635 w 7467600"/>
              <a:gd name="connsiteY967" fmla="*/ 365517 h 6858000"/>
              <a:gd name="connsiteX968" fmla="*/ 1387469 w 7467600"/>
              <a:gd name="connsiteY968" fmla="*/ 523079 h 6858000"/>
              <a:gd name="connsiteX969" fmla="*/ 1452685 w 7467600"/>
              <a:gd name="connsiteY969" fmla="*/ 699806 h 6858000"/>
              <a:gd name="connsiteX970" fmla="*/ 1492092 w 7467600"/>
              <a:gd name="connsiteY970" fmla="*/ 800424 h 6858000"/>
              <a:gd name="connsiteX971" fmla="*/ 1455302 w 7467600"/>
              <a:gd name="connsiteY971" fmla="*/ 632913 h 6858000"/>
              <a:gd name="connsiteX972" fmla="*/ 1222336 w 7467600"/>
              <a:gd name="connsiteY972" fmla="*/ 9480 h 6858000"/>
              <a:gd name="connsiteX973" fmla="*/ 1214634 w 7467600"/>
              <a:gd name="connsiteY973" fmla="*/ 0 h 6858000"/>
              <a:gd name="connsiteX974" fmla="*/ 1289827 w 7467600"/>
              <a:gd name="connsiteY974" fmla="*/ 0 h 6858000"/>
              <a:gd name="connsiteX975" fmla="*/ 1321076 w 7467600"/>
              <a:gd name="connsiteY975" fmla="*/ 59722 h 6858000"/>
              <a:gd name="connsiteX976" fmla="*/ 1512579 w 7467600"/>
              <a:gd name="connsiteY976" fmla="*/ 626441 h 6858000"/>
              <a:gd name="connsiteX977" fmla="*/ 1506076 w 7467600"/>
              <a:gd name="connsiteY977" fmla="*/ 1089289 h 6858000"/>
              <a:gd name="connsiteX978" fmla="*/ 1486346 w 7467600"/>
              <a:gd name="connsiteY978" fmla="*/ 1079919 h 6858000"/>
              <a:gd name="connsiteX979" fmla="*/ 1070511 w 7467600"/>
              <a:gd name="connsiteY979" fmla="*/ 48609 h 6858000"/>
              <a:gd name="connsiteX980" fmla="*/ 1057230 w 7467600"/>
              <a:gd name="connsiteY980" fmla="*/ 0 h 6858000"/>
              <a:gd name="connsiteX981" fmla="*/ 43151 w 7467600"/>
              <a:gd name="connsiteY981" fmla="*/ 0 h 6858000"/>
              <a:gd name="connsiteX982" fmla="*/ 95283 w 7467600"/>
              <a:gd name="connsiteY982" fmla="*/ 0 h 6858000"/>
              <a:gd name="connsiteX983" fmla="*/ 300708 w 7467600"/>
              <a:gd name="connsiteY983" fmla="*/ 154571 h 6858000"/>
              <a:gd name="connsiteX984" fmla="*/ 530414 w 7467600"/>
              <a:gd name="connsiteY984" fmla="*/ 354673 h 6858000"/>
              <a:gd name="connsiteX985" fmla="*/ 333785 w 7467600"/>
              <a:gd name="connsiteY985" fmla="*/ 161564 h 6858000"/>
              <a:gd name="connsiteX986" fmla="*/ 147005 w 7467600"/>
              <a:gd name="connsiteY986" fmla="*/ 0 h 6858000"/>
              <a:gd name="connsiteX987" fmla="*/ 272509 w 7467600"/>
              <a:gd name="connsiteY987" fmla="*/ 0 h 6858000"/>
              <a:gd name="connsiteX988" fmla="*/ 326276 w 7467600"/>
              <a:gd name="connsiteY988" fmla="*/ 45847 h 6858000"/>
              <a:gd name="connsiteX989" fmla="*/ 823759 w 7467600"/>
              <a:gd name="connsiteY989" fmla="*/ 574145 h 6858000"/>
              <a:gd name="connsiteX990" fmla="*/ 811254 w 7467600"/>
              <a:gd name="connsiteY990" fmla="*/ 665546 h 6858000"/>
              <a:gd name="connsiteX991" fmla="*/ 154042 w 7467600"/>
              <a:gd name="connsiteY991" fmla="*/ 261522 h 6858000"/>
              <a:gd name="connsiteX992" fmla="*/ 13550 w 7467600"/>
              <a:gd name="connsiteY992" fmla="*/ 158423 h 6858000"/>
              <a:gd name="connsiteX993" fmla="*/ 0 w 7467600"/>
              <a:gd name="connsiteY993" fmla="*/ 146618 h 6858000"/>
              <a:gd name="connsiteX994" fmla="*/ 0 w 7467600"/>
              <a:gd name="connsiteY994" fmla="*/ 59161 h 6858000"/>
              <a:gd name="connsiteX995" fmla="*/ 45427 w 7467600"/>
              <a:gd name="connsiteY995" fmla="*/ 101078 h 6858000"/>
              <a:gd name="connsiteX996" fmla="*/ 630103 w 7467600"/>
              <a:gd name="connsiteY996" fmla="*/ 485885 h 6858000"/>
              <a:gd name="connsiteX997" fmla="*/ 532040 w 7467600"/>
              <a:gd name="connsiteY997" fmla="*/ 399359 h 6858000"/>
              <a:gd name="connsiteX998" fmla="*/ 517618 w 7467600"/>
              <a:gd name="connsiteY998" fmla="*/ 385726 h 6858000"/>
              <a:gd name="connsiteX999" fmla="*/ 285074 w 7467600"/>
              <a:gd name="connsiteY999" fmla="*/ 182755 h 6858000"/>
              <a:gd name="connsiteX1000" fmla="*/ 43151 w 7467600"/>
              <a:gd name="connsiteY100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7368569 w 7467600"/>
              <a:gd name="connsiteY143" fmla="*/ 5270182 h 6858000"/>
              <a:gd name="connsiteX144" fmla="*/ 1903353 w 7467600"/>
              <a:gd name="connsiteY144" fmla="*/ 5044827 h 6858000"/>
              <a:gd name="connsiteX145" fmla="*/ 1936931 w 7467600"/>
              <a:gd name="connsiteY145" fmla="*/ 5093954 h 6858000"/>
              <a:gd name="connsiteX146" fmla="*/ 2195868 w 7467600"/>
              <a:gd name="connsiteY146" fmla="*/ 5396574 h 6858000"/>
              <a:gd name="connsiteX147" fmla="*/ 2088852 w 7467600"/>
              <a:gd name="connsiteY147" fmla="*/ 5166123 h 6858000"/>
              <a:gd name="connsiteX148" fmla="*/ 1958241 w 7467600"/>
              <a:gd name="connsiteY148" fmla="*/ 5067955 h 6858000"/>
              <a:gd name="connsiteX149" fmla="*/ 1903353 w 7467600"/>
              <a:gd name="connsiteY149" fmla="*/ 5044827 h 6858000"/>
              <a:gd name="connsiteX150" fmla="*/ 1979378 w 7467600"/>
              <a:gd name="connsiteY150" fmla="*/ 4769504 h 6858000"/>
              <a:gd name="connsiteX151" fmla="*/ 2882120 w 7467600"/>
              <a:gd name="connsiteY151" fmla="*/ 5064547 h 6858000"/>
              <a:gd name="connsiteX152" fmla="*/ 2793103 w 7467600"/>
              <a:gd name="connsiteY152" fmla="*/ 5039699 h 6858000"/>
              <a:gd name="connsiteX153" fmla="*/ 2770041 w 7467600"/>
              <a:gd name="connsiteY153" fmla="*/ 5033634 h 6858000"/>
              <a:gd name="connsiteX154" fmla="*/ 1979378 w 7467600"/>
              <a:gd name="connsiteY154" fmla="*/ 4769504 h 6858000"/>
              <a:gd name="connsiteX155" fmla="*/ 1927410 w 7467600"/>
              <a:gd name="connsiteY155" fmla="*/ 4716164 h 6858000"/>
              <a:gd name="connsiteX156" fmla="*/ 1959587 w 7467600"/>
              <a:gd name="connsiteY156" fmla="*/ 4728849 h 6858000"/>
              <a:gd name="connsiteX157" fmla="*/ 2777707 w 7467600"/>
              <a:gd name="connsiteY157" fmla="*/ 5003991 h 6858000"/>
              <a:gd name="connsiteX158" fmla="*/ 2800768 w 7467600"/>
              <a:gd name="connsiteY158" fmla="*/ 5010056 h 6858000"/>
              <a:gd name="connsiteX159" fmla="*/ 2879408 w 7467600"/>
              <a:gd name="connsiteY159" fmla="*/ 5031590 h 6858000"/>
              <a:gd name="connsiteX160" fmla="*/ 2862295 w 7467600"/>
              <a:gd name="connsiteY160" fmla="*/ 5022958 h 6858000"/>
              <a:gd name="connsiteX161" fmla="*/ 2813343 w 7467600"/>
              <a:gd name="connsiteY161" fmla="*/ 4998369 h 6858000"/>
              <a:gd name="connsiteX162" fmla="*/ 2646245 w 7467600"/>
              <a:gd name="connsiteY162" fmla="*/ 4930999 h 6858000"/>
              <a:gd name="connsiteX163" fmla="*/ 1999243 w 7467600"/>
              <a:gd name="connsiteY163" fmla="*/ 4730524 h 6858000"/>
              <a:gd name="connsiteX164" fmla="*/ 1979527 w 7467600"/>
              <a:gd name="connsiteY164" fmla="*/ 4726651 h 6858000"/>
              <a:gd name="connsiteX165" fmla="*/ 1927410 w 7467600"/>
              <a:gd name="connsiteY165" fmla="*/ 4716164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310106 w 7467600"/>
              <a:gd name="connsiteY195" fmla="*/ 3943217 h 6858000"/>
              <a:gd name="connsiteX196" fmla="*/ 1423113 w 7467600"/>
              <a:gd name="connsiteY196" fmla="*/ 3874565 h 6858000"/>
              <a:gd name="connsiteX197" fmla="*/ 1260565 w 7467600"/>
              <a:gd name="connsiteY197" fmla="*/ 4031982 h 6858000"/>
              <a:gd name="connsiteX198" fmla="*/ 901900 w 7467600"/>
              <a:gd name="connsiteY198" fmla="*/ 4421236 h 6858000"/>
              <a:gd name="connsiteX199" fmla="*/ 845044 w 7467600"/>
              <a:gd name="connsiteY199" fmla="*/ 4502436 h 6858000"/>
              <a:gd name="connsiteX200" fmla="*/ 685926 w 7467600"/>
              <a:gd name="connsiteY200" fmla="*/ 4703069 h 6858000"/>
              <a:gd name="connsiteX201" fmla="*/ 684248 w 7467600"/>
              <a:gd name="connsiteY201" fmla="*/ 4706721 h 6858000"/>
              <a:gd name="connsiteX202" fmla="*/ 1423113 w 7467600"/>
              <a:gd name="connsiteY202" fmla="*/ 3874565 h 6858000"/>
              <a:gd name="connsiteX203" fmla="*/ 3316479 w 7467600"/>
              <a:gd name="connsiteY203" fmla="*/ 3872136 h 6858000"/>
              <a:gd name="connsiteX204" fmla="*/ 3546806 w 7467600"/>
              <a:gd name="connsiteY204" fmla="*/ 4356139 h 6858000"/>
              <a:gd name="connsiteX205" fmla="*/ 3364433 w 7467600"/>
              <a:gd name="connsiteY205" fmla="*/ 3953121 h 6858000"/>
              <a:gd name="connsiteX206" fmla="*/ 3316479 w 7467600"/>
              <a:gd name="connsiteY206" fmla="*/ 3872136 h 6858000"/>
              <a:gd name="connsiteX207" fmla="*/ 3291335 w 7467600"/>
              <a:gd name="connsiteY207" fmla="*/ 3767420 h 6858000"/>
              <a:gd name="connsiteX208" fmla="*/ 3390805 w 7467600"/>
              <a:gd name="connsiteY208" fmla="*/ 3937163 h 6858000"/>
              <a:gd name="connsiteX209" fmla="*/ 3579062 w 7467600"/>
              <a:gd name="connsiteY209" fmla="*/ 4359040 h 6858000"/>
              <a:gd name="connsiteX210" fmla="*/ 3467355 w 7467600"/>
              <a:gd name="connsiteY210" fmla="*/ 3988130 h 6858000"/>
              <a:gd name="connsiteX211" fmla="*/ 3310753 w 7467600"/>
              <a:gd name="connsiteY211" fmla="*/ 3787140 h 6858000"/>
              <a:gd name="connsiteX212" fmla="*/ 3291335 w 7467600"/>
              <a:gd name="connsiteY212" fmla="*/ 3767420 h 6858000"/>
              <a:gd name="connsiteX213" fmla="*/ 1635889 w 7467600"/>
              <a:gd name="connsiteY213" fmla="*/ 3709494 h 6858000"/>
              <a:gd name="connsiteX214" fmla="*/ 1634800 w 7467600"/>
              <a:gd name="connsiteY214" fmla="*/ 3731111 h 6858000"/>
              <a:gd name="connsiteX215" fmla="*/ 1635889 w 7467600"/>
              <a:gd name="connsiteY215" fmla="*/ 3709494 h 6858000"/>
              <a:gd name="connsiteX216" fmla="*/ 1510397 w 7467600"/>
              <a:gd name="connsiteY216" fmla="*/ 3684705 h 6858000"/>
              <a:gd name="connsiteX217" fmla="*/ 1146550 w 7467600"/>
              <a:gd name="connsiteY217" fmla="*/ 3802012 h 6858000"/>
              <a:gd name="connsiteX218" fmla="*/ 698834 w 7467600"/>
              <a:gd name="connsiteY218" fmla="*/ 3952272 h 6858000"/>
              <a:gd name="connsiteX219" fmla="*/ 34256 w 7467600"/>
              <a:gd name="connsiteY219" fmla="*/ 4347603 h 6858000"/>
              <a:gd name="connsiteX220" fmla="*/ 527241 w 7467600"/>
              <a:gd name="connsiteY220" fmla="*/ 4065078 h 6858000"/>
              <a:gd name="connsiteX221" fmla="*/ 1510397 w 7467600"/>
              <a:gd name="connsiteY221" fmla="*/ 3684705 h 6858000"/>
              <a:gd name="connsiteX222" fmla="*/ 1313114 w 7467600"/>
              <a:gd name="connsiteY222" fmla="*/ 3655216 h 6858000"/>
              <a:gd name="connsiteX223" fmla="*/ 1109304 w 7467600"/>
              <a:gd name="connsiteY223" fmla="*/ 3669030 h 6858000"/>
              <a:gd name="connsiteX224" fmla="*/ 8129 w 7467600"/>
              <a:gd name="connsiteY224" fmla="*/ 4330519 h 6858000"/>
              <a:gd name="connsiteX225" fmla="*/ 687572 w 7467600"/>
              <a:gd name="connsiteY225" fmla="*/ 3925629 h 6858000"/>
              <a:gd name="connsiteX226" fmla="*/ 1138365 w 7467600"/>
              <a:gd name="connsiteY226" fmla="*/ 3774515 h 6858000"/>
              <a:gd name="connsiteX227" fmla="*/ 1505579 w 7467600"/>
              <a:gd name="connsiteY227" fmla="*/ 3655526 h 6858000"/>
              <a:gd name="connsiteX228" fmla="*/ 1313114 w 7467600"/>
              <a:gd name="connsiteY228" fmla="*/ 3655216 h 6858000"/>
              <a:gd name="connsiteX229" fmla="*/ 3655073 w 7467600"/>
              <a:gd name="connsiteY229" fmla="*/ 3650884 h 6858000"/>
              <a:gd name="connsiteX230" fmla="*/ 3989938 w 7467600"/>
              <a:gd name="connsiteY230" fmla="*/ 3991685 h 6858000"/>
              <a:gd name="connsiteX231" fmla="*/ 4393907 w 7467600"/>
              <a:gd name="connsiteY231" fmla="*/ 4261258 h 6858000"/>
              <a:gd name="connsiteX232" fmla="*/ 4648051 w 7467600"/>
              <a:gd name="connsiteY232" fmla="*/ 4374051 h 6858000"/>
              <a:gd name="connsiteX233" fmla="*/ 4383389 w 7467600"/>
              <a:gd name="connsiteY233" fmla="*/ 4184369 h 6858000"/>
              <a:gd name="connsiteX234" fmla="*/ 4165508 w 7467600"/>
              <a:gd name="connsiteY234" fmla="*/ 4035196 h 6858000"/>
              <a:gd name="connsiteX235" fmla="*/ 4068162 w 7467600"/>
              <a:gd name="connsiteY235" fmla="*/ 3953394 h 6858000"/>
              <a:gd name="connsiteX236" fmla="*/ 3981416 w 7467600"/>
              <a:gd name="connsiteY236" fmla="*/ 3880482 h 6858000"/>
              <a:gd name="connsiteX237" fmla="*/ 3800147 w 7467600"/>
              <a:gd name="connsiteY237" fmla="*/ 3749872 h 6858000"/>
              <a:gd name="connsiteX238" fmla="*/ 3655073 w 7467600"/>
              <a:gd name="connsiteY238" fmla="*/ 3650884 h 6858000"/>
              <a:gd name="connsiteX239" fmla="*/ 3670252 w 7467600"/>
              <a:gd name="connsiteY239" fmla="*/ 3622798 h 6858000"/>
              <a:gd name="connsiteX240" fmla="*/ 3817258 w 7467600"/>
              <a:gd name="connsiteY240" fmla="*/ 3723577 h 6858000"/>
              <a:gd name="connsiteX241" fmla="*/ 4000461 w 7467600"/>
              <a:gd name="connsiteY241" fmla="*/ 3855966 h 6858000"/>
              <a:gd name="connsiteX242" fmla="*/ 4088180 w 7467600"/>
              <a:gd name="connsiteY242" fmla="*/ 3929774 h 6858000"/>
              <a:gd name="connsiteX243" fmla="*/ 4184555 w 7467600"/>
              <a:gd name="connsiteY243" fmla="*/ 4010683 h 6858000"/>
              <a:gd name="connsiteX244" fmla="*/ 4399563 w 7467600"/>
              <a:gd name="connsiteY244" fmla="*/ 4158106 h 6858000"/>
              <a:gd name="connsiteX245" fmla="*/ 4684469 w 7467600"/>
              <a:gd name="connsiteY245" fmla="*/ 4364680 h 6858000"/>
              <a:gd name="connsiteX246" fmla="*/ 4690271 w 7467600"/>
              <a:gd name="connsiteY246" fmla="*/ 4370034 h 6858000"/>
              <a:gd name="connsiteX247" fmla="*/ 4136093 w 7467600"/>
              <a:gd name="connsiteY247" fmla="*/ 3858466 h 6858000"/>
              <a:gd name="connsiteX248" fmla="*/ 3670252 w 7467600"/>
              <a:gd name="connsiteY248" fmla="*/ 3622798 h 6858000"/>
              <a:gd name="connsiteX249" fmla="*/ 4440129 w 7467600"/>
              <a:gd name="connsiteY249" fmla="*/ 3448571 h 6858000"/>
              <a:gd name="connsiteX250" fmla="*/ 4856525 w 7467600"/>
              <a:gd name="connsiteY250" fmla="*/ 3915351 h 6858000"/>
              <a:gd name="connsiteX251" fmla="*/ 5059055 w 7467600"/>
              <a:gd name="connsiteY251" fmla="*/ 4108918 h 6858000"/>
              <a:gd name="connsiteX252" fmla="*/ 5290070 w 7467600"/>
              <a:gd name="connsiteY252" fmla="*/ 4263619 h 6858000"/>
              <a:gd name="connsiteX253" fmla="*/ 4834991 w 7467600"/>
              <a:gd name="connsiteY253" fmla="*/ 3830985 h 6858000"/>
              <a:gd name="connsiteX254" fmla="*/ 4440129 w 7467600"/>
              <a:gd name="connsiteY254" fmla="*/ 3448571 h 6858000"/>
              <a:gd name="connsiteX255" fmla="*/ 4441737 w 7467600"/>
              <a:gd name="connsiteY255" fmla="*/ 3399734 h 6858000"/>
              <a:gd name="connsiteX256" fmla="*/ 4431236 w 7467600"/>
              <a:gd name="connsiteY256" fmla="*/ 3400954 h 6858000"/>
              <a:gd name="connsiteX257" fmla="*/ 4557150 w 7467600"/>
              <a:gd name="connsiteY257" fmla="*/ 3510023 h 6858000"/>
              <a:gd name="connsiteX258" fmla="*/ 4856936 w 7467600"/>
              <a:gd name="connsiteY258" fmla="*/ 3809146 h 6858000"/>
              <a:gd name="connsiteX259" fmla="*/ 5111996 w 7467600"/>
              <a:gd name="connsiteY259" fmla="*/ 4065759 h 6858000"/>
              <a:gd name="connsiteX260" fmla="*/ 5388878 w 7467600"/>
              <a:gd name="connsiteY260" fmla="*/ 4300185 h 6858000"/>
              <a:gd name="connsiteX261" fmla="*/ 5425556 w 7467600"/>
              <a:gd name="connsiteY261" fmla="*/ 4308967 h 6858000"/>
              <a:gd name="connsiteX262" fmla="*/ 4943646 w 7467600"/>
              <a:gd name="connsiteY262" fmla="*/ 3822916 h 6858000"/>
              <a:gd name="connsiteX263" fmla="*/ 4594837 w 7467600"/>
              <a:gd name="connsiteY263" fmla="*/ 3532274 h 6858000"/>
              <a:gd name="connsiteX264" fmla="*/ 4441737 w 7467600"/>
              <a:gd name="connsiteY264" fmla="*/ 3399734 h 6858000"/>
              <a:gd name="connsiteX265" fmla="*/ 5425834 w 7467600"/>
              <a:gd name="connsiteY265" fmla="*/ 3162785 h 6858000"/>
              <a:gd name="connsiteX266" fmla="*/ 5401644 w 7467600"/>
              <a:gd name="connsiteY266" fmla="*/ 3617847 h 6858000"/>
              <a:gd name="connsiteX267" fmla="*/ 5467256 w 7467600"/>
              <a:gd name="connsiteY267" fmla="*/ 4175494 h 6858000"/>
              <a:gd name="connsiteX268" fmla="*/ 5448069 w 7467600"/>
              <a:gd name="connsiteY268" fmla="*/ 3567554 h 6858000"/>
              <a:gd name="connsiteX269" fmla="*/ 5425834 w 7467600"/>
              <a:gd name="connsiteY269" fmla="*/ 3162785 h 6858000"/>
              <a:gd name="connsiteX270" fmla="*/ 1318687 w 7467600"/>
              <a:gd name="connsiteY270" fmla="*/ 3113840 h 6858000"/>
              <a:gd name="connsiteX271" fmla="*/ 1066793 w 7467600"/>
              <a:gd name="connsiteY271" fmla="*/ 3212171 h 6858000"/>
              <a:gd name="connsiteX272" fmla="*/ 993319 w 7467600"/>
              <a:gd name="connsiteY272" fmla="*/ 3247648 h 6858000"/>
              <a:gd name="connsiteX273" fmla="*/ 853081 w 7467600"/>
              <a:gd name="connsiteY273" fmla="*/ 3312410 h 6858000"/>
              <a:gd name="connsiteX274" fmla="*/ 805957 w 7467600"/>
              <a:gd name="connsiteY274" fmla="*/ 3330443 h 6858000"/>
              <a:gd name="connsiteX275" fmla="*/ 1318687 w 7467600"/>
              <a:gd name="connsiteY275" fmla="*/ 3113840 h 6858000"/>
              <a:gd name="connsiteX276" fmla="*/ 5453702 w 7467600"/>
              <a:gd name="connsiteY276" fmla="*/ 3090882 h 6858000"/>
              <a:gd name="connsiteX277" fmla="*/ 5480135 w 7467600"/>
              <a:gd name="connsiteY277" fmla="*/ 3565802 h 6858000"/>
              <a:gd name="connsiteX278" fmla="*/ 5499023 w 7467600"/>
              <a:gd name="connsiteY278" fmla="*/ 4166310 h 6858000"/>
              <a:gd name="connsiteX279" fmla="*/ 5547022 w 7467600"/>
              <a:gd name="connsiteY279" fmla="*/ 3607838 h 6858000"/>
              <a:gd name="connsiteX280" fmla="*/ 5515964 w 7467600"/>
              <a:gd name="connsiteY280" fmla="*/ 3378541 h 6858000"/>
              <a:gd name="connsiteX281" fmla="*/ 5453702 w 7467600"/>
              <a:gd name="connsiteY281" fmla="*/ 3090882 h 6858000"/>
              <a:gd name="connsiteX282" fmla="*/ 1238695 w 7467600"/>
              <a:gd name="connsiteY282" fmla="*/ 3076820 h 6858000"/>
              <a:gd name="connsiteX283" fmla="*/ 716371 w 7467600"/>
              <a:gd name="connsiteY283" fmla="*/ 3293249 h 6858000"/>
              <a:gd name="connsiteX284" fmla="*/ 579522 w 7467600"/>
              <a:gd name="connsiteY284" fmla="*/ 3371759 h 6858000"/>
              <a:gd name="connsiteX285" fmla="*/ 600288 w 7467600"/>
              <a:gd name="connsiteY285" fmla="*/ 3365555 h 6858000"/>
              <a:gd name="connsiteX286" fmla="*/ 840692 w 7467600"/>
              <a:gd name="connsiteY286" fmla="*/ 3284921 h 6858000"/>
              <a:gd name="connsiteX287" fmla="*/ 979248 w 7467600"/>
              <a:gd name="connsiteY287" fmla="*/ 3221003 h 6858000"/>
              <a:gd name="connsiteX288" fmla="*/ 1053282 w 7467600"/>
              <a:gd name="connsiteY288" fmla="*/ 3185247 h 6858000"/>
              <a:gd name="connsiteX289" fmla="*/ 1320603 w 7467600"/>
              <a:gd name="connsiteY289" fmla="*/ 3081281 h 6858000"/>
              <a:gd name="connsiteX290" fmla="*/ 1238695 w 7467600"/>
              <a:gd name="connsiteY290" fmla="*/ 3076820 h 6858000"/>
              <a:gd name="connsiteX291" fmla="*/ 5425627 w 7467600"/>
              <a:gd name="connsiteY291" fmla="*/ 2954192 h 6858000"/>
              <a:gd name="connsiteX292" fmla="*/ 5470770 w 7467600"/>
              <a:gd name="connsiteY292" fmla="*/ 3005435 h 6858000"/>
              <a:gd name="connsiteX293" fmla="*/ 5519779 w 7467600"/>
              <a:gd name="connsiteY293" fmla="*/ 4359223 h 6858000"/>
              <a:gd name="connsiteX294" fmla="*/ 5520293 w 7467600"/>
              <a:gd name="connsiteY294" fmla="*/ 4360602 h 6858000"/>
              <a:gd name="connsiteX295" fmla="*/ 5767221 w 7467600"/>
              <a:gd name="connsiteY295" fmla="*/ 4665564 h 6858000"/>
              <a:gd name="connsiteX296" fmla="*/ 6937169 w 7467600"/>
              <a:gd name="connsiteY296" fmla="*/ 4815941 h 6858000"/>
              <a:gd name="connsiteX297" fmla="*/ 6953922 w 7467600"/>
              <a:gd name="connsiteY297" fmla="*/ 4890068 h 6858000"/>
              <a:gd name="connsiteX298" fmla="*/ 6071359 w 7467600"/>
              <a:gd name="connsiteY298" fmla="*/ 4770770 h 6858000"/>
              <a:gd name="connsiteX299" fmla="*/ 6038839 w 7467600"/>
              <a:gd name="connsiteY299" fmla="*/ 4764474 h 6858000"/>
              <a:gd name="connsiteX300" fmla="*/ 6038706 w 7467600"/>
              <a:gd name="connsiteY300" fmla="*/ 4763847 h 6858000"/>
              <a:gd name="connsiteX301" fmla="*/ 6037784 w 7467600"/>
              <a:gd name="connsiteY301" fmla="*/ 4764270 h 6858000"/>
              <a:gd name="connsiteX302" fmla="*/ 6038839 w 7467600"/>
              <a:gd name="connsiteY302" fmla="*/ 4764474 h 6858000"/>
              <a:gd name="connsiteX303" fmla="*/ 6040338 w 7467600"/>
              <a:gd name="connsiteY303" fmla="*/ 4771418 h 6858000"/>
              <a:gd name="connsiteX304" fmla="*/ 6024488 w 7467600"/>
              <a:gd name="connsiteY304" fmla="*/ 4809903 h 6858000"/>
              <a:gd name="connsiteX305" fmla="*/ 5599771 w 7467600"/>
              <a:gd name="connsiteY305" fmla="*/ 5509652 h 6858000"/>
              <a:gd name="connsiteX306" fmla="*/ 5548843 w 7467600"/>
              <a:gd name="connsiteY306" fmla="*/ 5563845 h 6858000"/>
              <a:gd name="connsiteX307" fmla="*/ 5940952 w 7467600"/>
              <a:gd name="connsiteY307" fmla="*/ 6250028 h 6858000"/>
              <a:gd name="connsiteX308" fmla="*/ 6043441 w 7467600"/>
              <a:gd name="connsiteY308" fmla="*/ 6665847 h 6858000"/>
              <a:gd name="connsiteX309" fmla="*/ 6093432 w 7467600"/>
              <a:gd name="connsiteY309" fmla="*/ 6858000 h 6858000"/>
              <a:gd name="connsiteX310" fmla="*/ 6034344 w 7467600"/>
              <a:gd name="connsiteY310" fmla="*/ 6858000 h 6858000"/>
              <a:gd name="connsiteX311" fmla="*/ 6026679 w 7467600"/>
              <a:gd name="connsiteY311" fmla="*/ 6836959 h 6858000"/>
              <a:gd name="connsiteX312" fmla="*/ 5800441 w 7467600"/>
              <a:gd name="connsiteY312" fmla="*/ 6335286 h 6858000"/>
              <a:gd name="connsiteX313" fmla="*/ 5526562 w 7467600"/>
              <a:gd name="connsiteY313" fmla="*/ 5705388 h 6858000"/>
              <a:gd name="connsiteX314" fmla="*/ 5519640 w 7467600"/>
              <a:gd name="connsiteY314" fmla="*/ 5683774 h 6858000"/>
              <a:gd name="connsiteX315" fmla="*/ 5844559 w 7467600"/>
              <a:gd name="connsiteY315" fmla="*/ 6553349 h 6858000"/>
              <a:gd name="connsiteX316" fmla="*/ 5975994 w 7467600"/>
              <a:gd name="connsiteY316" fmla="*/ 6858000 h 6858000"/>
              <a:gd name="connsiteX317" fmla="*/ 5898547 w 7467600"/>
              <a:gd name="connsiteY317" fmla="*/ 6858000 h 6858000"/>
              <a:gd name="connsiteX318" fmla="*/ 5682041 w 7467600"/>
              <a:gd name="connsiteY318" fmla="*/ 6355860 h 6858000"/>
              <a:gd name="connsiteX319" fmla="*/ 5461758 w 7467600"/>
              <a:gd name="connsiteY319" fmla="*/ 5820220 h 6858000"/>
              <a:gd name="connsiteX320" fmla="*/ 5237282 w 7467600"/>
              <a:gd name="connsiteY320" fmla="*/ 6579086 h 6858000"/>
              <a:gd name="connsiteX321" fmla="*/ 5115009 w 7467600"/>
              <a:gd name="connsiteY321" fmla="*/ 6858000 h 6858000"/>
              <a:gd name="connsiteX322" fmla="*/ 5028074 w 7467600"/>
              <a:gd name="connsiteY322" fmla="*/ 6858000 h 6858000"/>
              <a:gd name="connsiteX323" fmla="*/ 5079508 w 7467600"/>
              <a:gd name="connsiteY323" fmla="*/ 6749074 h 6858000"/>
              <a:gd name="connsiteX324" fmla="*/ 5371846 w 7467600"/>
              <a:gd name="connsiteY324" fmla="*/ 5924413 h 6858000"/>
              <a:gd name="connsiteX325" fmla="*/ 5270512 w 7467600"/>
              <a:gd name="connsiteY325" fmla="*/ 6138975 h 6858000"/>
              <a:gd name="connsiteX326" fmla="*/ 5062409 w 7467600"/>
              <a:gd name="connsiteY326" fmla="*/ 6653544 h 6858000"/>
              <a:gd name="connsiteX327" fmla="*/ 5036628 w 7467600"/>
              <a:gd name="connsiteY327" fmla="*/ 6754247 h 6858000"/>
              <a:gd name="connsiteX328" fmla="*/ 5009112 w 7467600"/>
              <a:gd name="connsiteY328" fmla="*/ 6858000 h 6858000"/>
              <a:gd name="connsiteX329" fmla="*/ 4976679 w 7467600"/>
              <a:gd name="connsiteY329" fmla="*/ 6858000 h 6858000"/>
              <a:gd name="connsiteX330" fmla="*/ 5006537 w 7467600"/>
              <a:gd name="connsiteY330" fmla="*/ 6747068 h 6858000"/>
              <a:gd name="connsiteX331" fmla="*/ 5032723 w 7467600"/>
              <a:gd name="connsiteY331" fmla="*/ 6644957 h 6858000"/>
              <a:gd name="connsiteX332" fmla="*/ 5242949 w 7467600"/>
              <a:gd name="connsiteY332" fmla="*/ 6125175 h 6858000"/>
              <a:gd name="connsiteX333" fmla="*/ 5286321 w 7467600"/>
              <a:gd name="connsiteY333" fmla="*/ 6033555 h 6858000"/>
              <a:gd name="connsiteX334" fmla="*/ 5008210 w 7467600"/>
              <a:gd name="connsiteY334" fmla="*/ 6649194 h 6858000"/>
              <a:gd name="connsiteX335" fmla="*/ 4986321 w 7467600"/>
              <a:gd name="connsiteY335" fmla="*/ 6765687 h 6858000"/>
              <a:gd name="connsiteX336" fmla="*/ 4973474 w 7467600"/>
              <a:gd name="connsiteY336" fmla="*/ 6858000 h 6858000"/>
              <a:gd name="connsiteX337" fmla="*/ 4907178 w 7467600"/>
              <a:gd name="connsiteY337" fmla="*/ 6858000 h 6858000"/>
              <a:gd name="connsiteX338" fmla="*/ 4910810 w 7467600"/>
              <a:gd name="connsiteY338" fmla="*/ 6829660 h 6858000"/>
              <a:gd name="connsiteX339" fmla="*/ 4987461 w 7467600"/>
              <a:gd name="connsiteY339" fmla="*/ 6432994 h 6858000"/>
              <a:gd name="connsiteX340" fmla="*/ 5179262 w 7467600"/>
              <a:gd name="connsiteY340" fmla="*/ 6035044 h 6858000"/>
              <a:gd name="connsiteX341" fmla="*/ 4689678 w 7467600"/>
              <a:gd name="connsiteY341" fmla="*/ 6440241 h 6858000"/>
              <a:gd name="connsiteX342" fmla="*/ 4477543 w 7467600"/>
              <a:gd name="connsiteY342" fmla="*/ 6674836 h 6858000"/>
              <a:gd name="connsiteX343" fmla="*/ 4329957 w 7467600"/>
              <a:gd name="connsiteY343" fmla="*/ 6858000 h 6858000"/>
              <a:gd name="connsiteX344" fmla="*/ 4218595 w 7467600"/>
              <a:gd name="connsiteY344" fmla="*/ 6858000 h 6858000"/>
              <a:gd name="connsiteX345" fmla="*/ 4368888 w 7467600"/>
              <a:gd name="connsiteY345" fmla="*/ 6668412 h 6858000"/>
              <a:gd name="connsiteX346" fmla="*/ 4563091 w 7467600"/>
              <a:gd name="connsiteY346" fmla="*/ 6442508 h 6858000"/>
              <a:gd name="connsiteX347" fmla="*/ 5387324 w 7467600"/>
              <a:gd name="connsiteY347" fmla="*/ 5705830 h 6858000"/>
              <a:gd name="connsiteX348" fmla="*/ 5073620 w 7467600"/>
              <a:gd name="connsiteY348" fmla="*/ 5955437 h 6858000"/>
              <a:gd name="connsiteX349" fmla="*/ 4689789 w 7467600"/>
              <a:gd name="connsiteY349" fmla="*/ 6268382 h 6858000"/>
              <a:gd name="connsiteX350" fmla="*/ 4418722 w 7467600"/>
              <a:gd name="connsiteY350" fmla="*/ 6570886 h 6858000"/>
              <a:gd name="connsiteX351" fmla="*/ 4214944 w 7467600"/>
              <a:gd name="connsiteY351" fmla="*/ 6858000 h 6858000"/>
              <a:gd name="connsiteX352" fmla="*/ 4177898 w 7467600"/>
              <a:gd name="connsiteY352" fmla="*/ 6858000 h 6858000"/>
              <a:gd name="connsiteX353" fmla="*/ 4391597 w 7467600"/>
              <a:gd name="connsiteY353" fmla="*/ 6556370 h 6858000"/>
              <a:gd name="connsiteX354" fmla="*/ 4668889 w 7467600"/>
              <a:gd name="connsiteY354" fmla="*/ 6246399 h 6858000"/>
              <a:gd name="connsiteX355" fmla="*/ 5055427 w 7467600"/>
              <a:gd name="connsiteY355" fmla="*/ 5931476 h 6858000"/>
              <a:gd name="connsiteX356" fmla="*/ 5371814 w 7467600"/>
              <a:gd name="connsiteY356" fmla="*/ 5678975 h 6858000"/>
              <a:gd name="connsiteX357" fmla="*/ 4987918 w 7467600"/>
              <a:gd name="connsiteY357" fmla="*/ 5838701 h 6858000"/>
              <a:gd name="connsiteX358" fmla="*/ 4317146 w 7467600"/>
              <a:gd name="connsiteY358" fmla="*/ 6587716 h 6858000"/>
              <a:gd name="connsiteX359" fmla="*/ 4171627 w 7467600"/>
              <a:gd name="connsiteY359" fmla="*/ 6858000 h 6858000"/>
              <a:gd name="connsiteX360" fmla="*/ 4081585 w 7467600"/>
              <a:gd name="connsiteY360" fmla="*/ 6858000 h 6858000"/>
              <a:gd name="connsiteX361" fmla="*/ 4238603 w 7467600"/>
              <a:gd name="connsiteY361" fmla="*/ 6559341 h 6858000"/>
              <a:gd name="connsiteX362" fmla="*/ 4778333 w 7467600"/>
              <a:gd name="connsiteY362" fmla="*/ 5873626 h 6858000"/>
              <a:gd name="connsiteX363" fmla="*/ 5414185 w 7467600"/>
              <a:gd name="connsiteY363" fmla="*/ 5573882 h 6858000"/>
              <a:gd name="connsiteX364" fmla="*/ 5959648 w 7467600"/>
              <a:gd name="connsiteY364" fmla="*/ 4760797 h 6858000"/>
              <a:gd name="connsiteX365" fmla="*/ 5355019 w 7467600"/>
              <a:gd name="connsiteY365" fmla="*/ 4734672 h 6858000"/>
              <a:gd name="connsiteX366" fmla="*/ 5083565 w 7467600"/>
              <a:gd name="connsiteY366" fmla="*/ 5179121 h 6858000"/>
              <a:gd name="connsiteX367" fmla="*/ 4713577 w 7467600"/>
              <a:gd name="connsiteY367" fmla="*/ 5616803 h 6858000"/>
              <a:gd name="connsiteX368" fmla="*/ 3989559 w 7467600"/>
              <a:gd name="connsiteY368" fmla="*/ 6145945 h 6858000"/>
              <a:gd name="connsiteX369" fmla="*/ 3939824 w 7467600"/>
              <a:gd name="connsiteY369" fmla="*/ 6066900 h 6858000"/>
              <a:gd name="connsiteX370" fmla="*/ 4584537 w 7467600"/>
              <a:gd name="connsiteY370" fmla="*/ 5324826 h 6858000"/>
              <a:gd name="connsiteX371" fmla="*/ 5037105 w 7467600"/>
              <a:gd name="connsiteY371" fmla="*/ 5088765 h 6858000"/>
              <a:gd name="connsiteX372" fmla="*/ 5039930 w 7467600"/>
              <a:gd name="connsiteY372" fmla="*/ 5089585 h 6858000"/>
              <a:gd name="connsiteX373" fmla="*/ 5263764 w 7467600"/>
              <a:gd name="connsiteY373" fmla="*/ 4735525 h 6858000"/>
              <a:gd name="connsiteX374" fmla="*/ 4086300 w 7467600"/>
              <a:gd name="connsiteY374" fmla="*/ 4884599 h 6858000"/>
              <a:gd name="connsiteX375" fmla="*/ 4085485 w 7467600"/>
              <a:gd name="connsiteY375" fmla="*/ 4899070 h 6858000"/>
              <a:gd name="connsiteX376" fmla="*/ 3871915 w 7467600"/>
              <a:gd name="connsiteY376" fmla="*/ 5253645 h 6858000"/>
              <a:gd name="connsiteX377" fmla="*/ 3799374 w 7467600"/>
              <a:gd name="connsiteY377" fmla="*/ 5466127 h 6858000"/>
              <a:gd name="connsiteX378" fmla="*/ 3498850 w 7467600"/>
              <a:gd name="connsiteY378" fmla="*/ 6661888 h 6858000"/>
              <a:gd name="connsiteX379" fmla="*/ 3399216 w 7467600"/>
              <a:gd name="connsiteY379" fmla="*/ 6858000 h 6858000"/>
              <a:gd name="connsiteX380" fmla="*/ 3303688 w 7467600"/>
              <a:gd name="connsiteY380" fmla="*/ 6858000 h 6858000"/>
              <a:gd name="connsiteX381" fmla="*/ 3391774 w 7467600"/>
              <a:gd name="connsiteY381" fmla="*/ 6697181 h 6858000"/>
              <a:gd name="connsiteX382" fmla="*/ 3735540 w 7467600"/>
              <a:gd name="connsiteY382" fmla="*/ 5546923 h 6858000"/>
              <a:gd name="connsiteX383" fmla="*/ 3729438 w 7467600"/>
              <a:gd name="connsiteY383" fmla="*/ 5569058 h 6858000"/>
              <a:gd name="connsiteX384" fmla="*/ 3707782 w 7467600"/>
              <a:gd name="connsiteY384" fmla="*/ 5644908 h 6858000"/>
              <a:gd name="connsiteX385" fmla="*/ 3583827 w 7467600"/>
              <a:gd name="connsiteY385" fmla="*/ 6039215 h 6858000"/>
              <a:gd name="connsiteX386" fmla="*/ 3547861 w 7467600"/>
              <a:gd name="connsiteY386" fmla="*/ 6129609 h 6858000"/>
              <a:gd name="connsiteX387" fmla="*/ 3490905 w 7467600"/>
              <a:gd name="connsiteY387" fmla="*/ 6277660 h 6858000"/>
              <a:gd name="connsiteX388" fmla="*/ 3455859 w 7467600"/>
              <a:gd name="connsiteY388" fmla="*/ 6391301 h 6858000"/>
              <a:gd name="connsiteX389" fmla="*/ 3429112 w 7467600"/>
              <a:gd name="connsiteY389" fmla="*/ 6479469 h 6858000"/>
              <a:gd name="connsiteX390" fmla="*/ 3304862 w 7467600"/>
              <a:gd name="connsiteY390" fmla="*/ 6796476 h 6858000"/>
              <a:gd name="connsiteX391" fmla="*/ 3276071 w 7467600"/>
              <a:gd name="connsiteY391" fmla="*/ 6858000 h 6858000"/>
              <a:gd name="connsiteX392" fmla="*/ 3240805 w 7467600"/>
              <a:gd name="connsiteY392" fmla="*/ 6858000 h 6858000"/>
              <a:gd name="connsiteX393" fmla="*/ 3275917 w 7467600"/>
              <a:gd name="connsiteY393" fmla="*/ 6783192 h 6858000"/>
              <a:gd name="connsiteX394" fmla="*/ 3399358 w 7467600"/>
              <a:gd name="connsiteY394" fmla="*/ 6469011 h 6858000"/>
              <a:gd name="connsiteX395" fmla="*/ 3425650 w 7467600"/>
              <a:gd name="connsiteY395" fmla="*/ 6381333 h 6858000"/>
              <a:gd name="connsiteX396" fmla="*/ 3460661 w 7467600"/>
              <a:gd name="connsiteY396" fmla="*/ 6266763 h 6858000"/>
              <a:gd name="connsiteX397" fmla="*/ 3518021 w 7467600"/>
              <a:gd name="connsiteY397" fmla="*/ 6117298 h 6858000"/>
              <a:gd name="connsiteX398" fmla="*/ 3554035 w 7467600"/>
              <a:gd name="connsiteY398" fmla="*/ 6027832 h 6858000"/>
              <a:gd name="connsiteX399" fmla="*/ 3677174 w 7467600"/>
              <a:gd name="connsiteY399" fmla="*/ 5636351 h 6858000"/>
              <a:gd name="connsiteX400" fmla="*/ 3698819 w 7467600"/>
              <a:gd name="connsiteY400" fmla="*/ 5560503 h 6858000"/>
              <a:gd name="connsiteX401" fmla="*/ 3702094 w 7467600"/>
              <a:gd name="connsiteY401" fmla="*/ 5549194 h 6858000"/>
              <a:gd name="connsiteX402" fmla="*/ 3398355 w 7467600"/>
              <a:gd name="connsiteY402" fmla="*/ 6094603 h 6858000"/>
              <a:gd name="connsiteX403" fmla="*/ 3193941 w 7467600"/>
              <a:gd name="connsiteY403" fmla="*/ 6798775 h 6858000"/>
              <a:gd name="connsiteX404" fmla="*/ 3184140 w 7467600"/>
              <a:gd name="connsiteY404" fmla="*/ 6858000 h 6858000"/>
              <a:gd name="connsiteX405" fmla="*/ 3099978 w 7467600"/>
              <a:gd name="connsiteY405" fmla="*/ 6858000 h 6858000"/>
              <a:gd name="connsiteX406" fmla="*/ 3101556 w 7467600"/>
              <a:gd name="connsiteY406" fmla="*/ 6843337 h 6858000"/>
              <a:gd name="connsiteX407" fmla="*/ 3370162 w 7467600"/>
              <a:gd name="connsiteY407" fmla="*/ 5785550 h 6858000"/>
              <a:gd name="connsiteX408" fmla="*/ 3746477 w 7467600"/>
              <a:gd name="connsiteY408" fmla="*/ 5377889 h 6858000"/>
              <a:gd name="connsiteX409" fmla="*/ 3863399 w 7467600"/>
              <a:gd name="connsiteY409" fmla="*/ 5087257 h 6858000"/>
              <a:gd name="connsiteX410" fmla="*/ 3968712 w 7467600"/>
              <a:gd name="connsiteY410" fmla="*/ 4913989 h 6858000"/>
              <a:gd name="connsiteX411" fmla="*/ 2792390 w 7467600"/>
              <a:gd name="connsiteY411" fmla="*/ 5382974 h 6858000"/>
              <a:gd name="connsiteX412" fmla="*/ 2714982 w 7467600"/>
              <a:gd name="connsiteY412" fmla="*/ 5427051 h 6858000"/>
              <a:gd name="connsiteX413" fmla="*/ 2813361 w 7467600"/>
              <a:gd name="connsiteY413" fmla="*/ 6023912 h 6858000"/>
              <a:gd name="connsiteX414" fmla="*/ 2688430 w 7467600"/>
              <a:gd name="connsiteY414" fmla="*/ 6801564 h 6858000"/>
              <a:gd name="connsiteX415" fmla="*/ 2629626 w 7467600"/>
              <a:gd name="connsiteY415" fmla="*/ 6763394 h 6858000"/>
              <a:gd name="connsiteX416" fmla="*/ 2565328 w 7467600"/>
              <a:gd name="connsiteY416" fmla="*/ 5516399 h 6858000"/>
              <a:gd name="connsiteX417" fmla="*/ 1922999 w 7467600"/>
              <a:gd name="connsiteY417" fmla="*/ 5980343 h 6858000"/>
              <a:gd name="connsiteX418" fmla="*/ 1950261 w 7467600"/>
              <a:gd name="connsiteY418" fmla="*/ 6405858 h 6858000"/>
              <a:gd name="connsiteX419" fmla="*/ 2365554 w 7467600"/>
              <a:gd name="connsiteY419" fmla="*/ 6759107 h 6858000"/>
              <a:gd name="connsiteX420" fmla="*/ 2424142 w 7467600"/>
              <a:gd name="connsiteY420" fmla="*/ 6858000 h 6858000"/>
              <a:gd name="connsiteX421" fmla="*/ 2395994 w 7467600"/>
              <a:gd name="connsiteY421" fmla="*/ 6858000 h 6858000"/>
              <a:gd name="connsiteX422" fmla="*/ 2392863 w 7467600"/>
              <a:gd name="connsiteY422" fmla="*/ 6852964 h 6858000"/>
              <a:gd name="connsiteX423" fmla="*/ 2017589 w 7467600"/>
              <a:gd name="connsiteY423" fmla="*/ 6493982 h 6858000"/>
              <a:gd name="connsiteX424" fmla="*/ 2147336 w 7467600"/>
              <a:gd name="connsiteY424" fmla="*/ 6594052 h 6858000"/>
              <a:gd name="connsiteX425" fmla="*/ 2207047 w 7467600"/>
              <a:gd name="connsiteY425" fmla="*/ 6654540 h 6858000"/>
              <a:gd name="connsiteX426" fmla="*/ 2299106 w 7467600"/>
              <a:gd name="connsiteY426" fmla="*/ 6778931 h 6858000"/>
              <a:gd name="connsiteX427" fmla="*/ 2314430 w 7467600"/>
              <a:gd name="connsiteY427" fmla="*/ 6801144 h 6858000"/>
              <a:gd name="connsiteX428" fmla="*/ 2352406 w 7467600"/>
              <a:gd name="connsiteY428" fmla="*/ 6858000 h 6858000"/>
              <a:gd name="connsiteX429" fmla="*/ 2314492 w 7467600"/>
              <a:gd name="connsiteY429" fmla="*/ 6858000 h 6858000"/>
              <a:gd name="connsiteX430" fmla="*/ 2288095 w 7467600"/>
              <a:gd name="connsiteY430" fmla="*/ 6818030 h 6858000"/>
              <a:gd name="connsiteX431" fmla="*/ 2272768 w 7467600"/>
              <a:gd name="connsiteY431" fmla="*/ 6795822 h 6858000"/>
              <a:gd name="connsiteX432" fmla="*/ 2182715 w 7467600"/>
              <a:gd name="connsiteY432" fmla="*/ 6675071 h 6858000"/>
              <a:gd name="connsiteX433" fmla="*/ 2032061 w 7467600"/>
              <a:gd name="connsiteY433" fmla="*/ 6541380 h 6858000"/>
              <a:gd name="connsiteX434" fmla="*/ 2257220 w 7467600"/>
              <a:gd name="connsiteY434" fmla="*/ 6826257 h 6858000"/>
              <a:gd name="connsiteX435" fmla="*/ 2281324 w 7467600"/>
              <a:gd name="connsiteY435" fmla="*/ 6858000 h 6858000"/>
              <a:gd name="connsiteX436" fmla="*/ 2242860 w 7467600"/>
              <a:gd name="connsiteY436" fmla="*/ 6858000 h 6858000"/>
              <a:gd name="connsiteX437" fmla="*/ 2232818 w 7467600"/>
              <a:gd name="connsiteY437" fmla="*/ 6844926 h 6858000"/>
              <a:gd name="connsiteX438" fmla="*/ 1990172 w 7467600"/>
              <a:gd name="connsiteY438" fmla="*/ 6542121 h 6858000"/>
              <a:gd name="connsiteX439" fmla="*/ 2124090 w 7467600"/>
              <a:gd name="connsiteY439" fmla="*/ 6761017 h 6858000"/>
              <a:gd name="connsiteX440" fmla="*/ 2200380 w 7467600"/>
              <a:gd name="connsiteY440" fmla="*/ 6858000 h 6858000"/>
              <a:gd name="connsiteX441" fmla="*/ 2147507 w 7467600"/>
              <a:gd name="connsiteY441" fmla="*/ 6858000 h 6858000"/>
              <a:gd name="connsiteX442" fmla="*/ 2070668 w 7467600"/>
              <a:gd name="connsiteY442" fmla="*/ 6761520 h 6858000"/>
              <a:gd name="connsiteX443" fmla="*/ 1975142 w 7467600"/>
              <a:gd name="connsiteY443" fmla="*/ 6585570 h 6858000"/>
              <a:gd name="connsiteX444" fmla="*/ 2050035 w 7467600"/>
              <a:gd name="connsiteY444" fmla="*/ 6813345 h 6858000"/>
              <a:gd name="connsiteX445" fmla="*/ 2063025 w 7467600"/>
              <a:gd name="connsiteY445" fmla="*/ 6858000 h 6858000"/>
              <a:gd name="connsiteX446" fmla="*/ 2021675 w 7467600"/>
              <a:gd name="connsiteY446" fmla="*/ 6858000 h 6858000"/>
              <a:gd name="connsiteX447" fmla="*/ 2019308 w 7467600"/>
              <a:gd name="connsiteY447" fmla="*/ 6847118 h 6858000"/>
              <a:gd name="connsiteX448" fmla="*/ 1938835 w 7467600"/>
              <a:gd name="connsiteY448" fmla="*/ 6551160 h 6858000"/>
              <a:gd name="connsiteX449" fmla="*/ 1953230 w 7467600"/>
              <a:gd name="connsiteY449" fmla="*/ 6759699 h 6858000"/>
              <a:gd name="connsiteX450" fmla="*/ 1956763 w 7467600"/>
              <a:gd name="connsiteY450" fmla="*/ 6778191 h 6858000"/>
              <a:gd name="connsiteX451" fmla="*/ 1967925 w 7467600"/>
              <a:gd name="connsiteY451" fmla="*/ 6858000 h 6858000"/>
              <a:gd name="connsiteX452" fmla="*/ 1936622 w 7467600"/>
              <a:gd name="connsiteY452" fmla="*/ 6858000 h 6858000"/>
              <a:gd name="connsiteX453" fmla="*/ 1926261 w 7467600"/>
              <a:gd name="connsiteY453" fmla="*/ 6784064 h 6858000"/>
              <a:gd name="connsiteX454" fmla="*/ 1922724 w 7467600"/>
              <a:gd name="connsiteY454" fmla="*/ 6765577 h 6858000"/>
              <a:gd name="connsiteX455" fmla="*/ 1904650 w 7467600"/>
              <a:gd name="connsiteY455" fmla="*/ 6639616 h 6858000"/>
              <a:gd name="connsiteX456" fmla="*/ 1885273 w 7467600"/>
              <a:gd name="connsiteY456" fmla="*/ 6858000 h 6858000"/>
              <a:gd name="connsiteX457" fmla="*/ 1854363 w 7467600"/>
              <a:gd name="connsiteY457" fmla="*/ 6858000 h 6858000"/>
              <a:gd name="connsiteX458" fmla="*/ 1880391 w 7467600"/>
              <a:gd name="connsiteY458" fmla="*/ 6603796 h 6858000"/>
              <a:gd name="connsiteX459" fmla="*/ 1818273 w 7467600"/>
              <a:gd name="connsiteY459" fmla="*/ 6715729 h 6858000"/>
              <a:gd name="connsiteX460" fmla="*/ 1794691 w 7467600"/>
              <a:gd name="connsiteY460" fmla="*/ 6843239 h 6858000"/>
              <a:gd name="connsiteX461" fmla="*/ 1794914 w 7467600"/>
              <a:gd name="connsiteY461" fmla="*/ 6858000 h 6858000"/>
              <a:gd name="connsiteX462" fmla="*/ 1746128 w 7467600"/>
              <a:gd name="connsiteY462" fmla="*/ 6858000 h 6858000"/>
              <a:gd name="connsiteX463" fmla="*/ 1753934 w 7467600"/>
              <a:gd name="connsiteY463" fmla="*/ 6724796 h 6858000"/>
              <a:gd name="connsiteX464" fmla="*/ 1792053 w 7467600"/>
              <a:gd name="connsiteY464" fmla="*/ 6572396 h 6858000"/>
              <a:gd name="connsiteX465" fmla="*/ 1862248 w 7467600"/>
              <a:gd name="connsiteY465" fmla="*/ 6266397 h 6858000"/>
              <a:gd name="connsiteX466" fmla="*/ 1862250 w 7467600"/>
              <a:gd name="connsiteY466" fmla="*/ 6033531 h 6858000"/>
              <a:gd name="connsiteX467" fmla="*/ 1211999 w 7467600"/>
              <a:gd name="connsiteY467" fmla="*/ 6683610 h 6858000"/>
              <a:gd name="connsiteX468" fmla="*/ 1213266 w 7467600"/>
              <a:gd name="connsiteY468" fmla="*/ 6691947 h 6858000"/>
              <a:gd name="connsiteX469" fmla="*/ 1203370 w 7467600"/>
              <a:gd name="connsiteY469" fmla="*/ 6850676 h 6858000"/>
              <a:gd name="connsiteX470" fmla="*/ 1203671 w 7467600"/>
              <a:gd name="connsiteY470" fmla="*/ 6858000 h 6858000"/>
              <a:gd name="connsiteX471" fmla="*/ 1143180 w 7467600"/>
              <a:gd name="connsiteY471" fmla="*/ 6858000 h 6858000"/>
              <a:gd name="connsiteX472" fmla="*/ 1142176 w 7467600"/>
              <a:gd name="connsiteY472" fmla="*/ 6766045 h 6858000"/>
              <a:gd name="connsiteX473" fmla="*/ 1067484 w 7467600"/>
              <a:gd name="connsiteY473" fmla="*/ 6858000 h 6858000"/>
              <a:gd name="connsiteX474" fmla="*/ 953928 w 7467600"/>
              <a:gd name="connsiteY474" fmla="*/ 6858000 h 6858000"/>
              <a:gd name="connsiteX475" fmla="*/ 959715 w 7467600"/>
              <a:gd name="connsiteY475" fmla="*/ 6850185 h 6858000"/>
              <a:gd name="connsiteX476" fmla="*/ 1483788 w 7467600"/>
              <a:gd name="connsiteY476" fmla="*/ 6259174 h 6858000"/>
              <a:gd name="connsiteX477" fmla="*/ 1100671 w 7467600"/>
              <a:gd name="connsiteY477" fmla="*/ 6252137 h 6858000"/>
              <a:gd name="connsiteX478" fmla="*/ 1090144 w 7467600"/>
              <a:gd name="connsiteY478" fmla="*/ 6256748 h 6858000"/>
              <a:gd name="connsiteX479" fmla="*/ 1095872 w 7467600"/>
              <a:gd name="connsiteY479" fmla="*/ 6271892 h 6858000"/>
              <a:gd name="connsiteX480" fmla="*/ 262785 w 7467600"/>
              <a:gd name="connsiteY480" fmla="*/ 6845450 h 6858000"/>
              <a:gd name="connsiteX481" fmla="*/ 209968 w 7467600"/>
              <a:gd name="connsiteY481" fmla="*/ 6770713 h 6858000"/>
              <a:gd name="connsiteX482" fmla="*/ 873460 w 7467600"/>
              <a:gd name="connsiteY482" fmla="*/ 6253768 h 6858000"/>
              <a:gd name="connsiteX483" fmla="*/ 192686 w 7467600"/>
              <a:gd name="connsiteY483" fmla="*/ 5849257 h 6858000"/>
              <a:gd name="connsiteX484" fmla="*/ 4696 w 7467600"/>
              <a:gd name="connsiteY484" fmla="*/ 5697668 h 6858000"/>
              <a:gd name="connsiteX485" fmla="*/ 0 w 7467600"/>
              <a:gd name="connsiteY485" fmla="*/ 5689984 h 6858000"/>
              <a:gd name="connsiteX486" fmla="*/ 0 w 7467600"/>
              <a:gd name="connsiteY486" fmla="*/ 5513472 h 6858000"/>
              <a:gd name="connsiteX487" fmla="*/ 174101 w 7467600"/>
              <a:gd name="connsiteY487" fmla="*/ 5620277 h 6858000"/>
              <a:gd name="connsiteX488" fmla="*/ 891800 w 7467600"/>
              <a:gd name="connsiteY488" fmla="*/ 6036935 h 6858000"/>
              <a:gd name="connsiteX489" fmla="*/ 1072219 w 7467600"/>
              <a:gd name="connsiteY489" fmla="*/ 6169443 h 6858000"/>
              <a:gd name="connsiteX490" fmla="*/ 1074117 w 7467600"/>
              <a:gd name="connsiteY490" fmla="*/ 6170301 h 6858000"/>
              <a:gd name="connsiteX491" fmla="*/ 1083114 w 7467600"/>
              <a:gd name="connsiteY491" fmla="*/ 6174131 h 6858000"/>
              <a:gd name="connsiteX492" fmla="*/ 1543010 w 7467600"/>
              <a:gd name="connsiteY492" fmla="*/ 6191140 h 6858000"/>
              <a:gd name="connsiteX493" fmla="*/ 1551080 w 7467600"/>
              <a:gd name="connsiteY493" fmla="*/ 6195006 h 6858000"/>
              <a:gd name="connsiteX494" fmla="*/ 2345443 w 7467600"/>
              <a:gd name="connsiteY494" fmla="*/ 5549882 h 6858000"/>
              <a:gd name="connsiteX495" fmla="*/ 1721499 w 7467600"/>
              <a:gd name="connsiteY495" fmla="*/ 5599969 h 6858000"/>
              <a:gd name="connsiteX496" fmla="*/ 767716 w 7467600"/>
              <a:gd name="connsiteY496" fmla="*/ 5472768 h 6858000"/>
              <a:gd name="connsiteX497" fmla="*/ 722147 w 7467600"/>
              <a:gd name="connsiteY497" fmla="*/ 5393091 h 6858000"/>
              <a:gd name="connsiteX498" fmla="*/ 1485552 w 7467600"/>
              <a:gd name="connsiteY498" fmla="*/ 5313202 h 6858000"/>
              <a:gd name="connsiteX499" fmla="*/ 2143004 w 7467600"/>
              <a:gd name="connsiteY499" fmla="*/ 5402420 h 6858000"/>
              <a:gd name="connsiteX500" fmla="*/ 1933391 w 7467600"/>
              <a:gd name="connsiteY500" fmla="*/ 5156971 h 6858000"/>
              <a:gd name="connsiteX501" fmla="*/ 1827118 w 7467600"/>
              <a:gd name="connsiteY501" fmla="*/ 4968410 h 6858000"/>
              <a:gd name="connsiteX502" fmla="*/ 1837349 w 7467600"/>
              <a:gd name="connsiteY502" fmla="*/ 4956357 h 6858000"/>
              <a:gd name="connsiteX503" fmla="*/ 2162835 w 7467600"/>
              <a:gd name="connsiteY503" fmla="*/ 5187853 h 6858000"/>
              <a:gd name="connsiteX504" fmla="*/ 2257167 w 7467600"/>
              <a:gd name="connsiteY504" fmla="*/ 5462123 h 6858000"/>
              <a:gd name="connsiteX505" fmla="*/ 2261598 w 7467600"/>
              <a:gd name="connsiteY505" fmla="*/ 5467998 h 6858000"/>
              <a:gd name="connsiteX506" fmla="*/ 2437177 w 7467600"/>
              <a:gd name="connsiteY506" fmla="*/ 5479608 h 6858000"/>
              <a:gd name="connsiteX507" fmla="*/ 2445247 w 7467600"/>
              <a:gd name="connsiteY507" fmla="*/ 5483476 h 6858000"/>
              <a:gd name="connsiteX508" fmla="*/ 2743626 w 7467600"/>
              <a:gd name="connsiteY508" fmla="*/ 5304819 h 6858000"/>
              <a:gd name="connsiteX509" fmla="*/ 3048102 w 7467600"/>
              <a:gd name="connsiteY509" fmla="*/ 5150595 h 6858000"/>
              <a:gd name="connsiteX510" fmla="*/ 1799414 w 7467600"/>
              <a:gd name="connsiteY510" fmla="*/ 4694732 h 6858000"/>
              <a:gd name="connsiteX511" fmla="*/ 1771735 w 7467600"/>
              <a:gd name="connsiteY511" fmla="*/ 4619929 h 6858000"/>
              <a:gd name="connsiteX512" fmla="*/ 3104273 w 7467600"/>
              <a:gd name="connsiteY512" fmla="*/ 5076159 h 6858000"/>
              <a:gd name="connsiteX513" fmla="*/ 3113245 w 7467600"/>
              <a:gd name="connsiteY513" fmla="*/ 5090705 h 6858000"/>
              <a:gd name="connsiteX514" fmla="*/ 3126294 w 7467600"/>
              <a:gd name="connsiteY514" fmla="*/ 5114400 h 6858000"/>
              <a:gd name="connsiteX515" fmla="*/ 3937433 w 7467600"/>
              <a:gd name="connsiteY515" fmla="*/ 4830473 h 6858000"/>
              <a:gd name="connsiteX516" fmla="*/ 3590475 w 7467600"/>
              <a:gd name="connsiteY516" fmla="*/ 4597974 h 6858000"/>
              <a:gd name="connsiteX517" fmla="*/ 3100264 w 7467600"/>
              <a:gd name="connsiteY517" fmla="*/ 4579845 h 6858000"/>
              <a:gd name="connsiteX518" fmla="*/ 2183576 w 7467600"/>
              <a:gd name="connsiteY518" fmla="*/ 4227150 h 6858000"/>
              <a:gd name="connsiteX519" fmla="*/ 2151029 w 7467600"/>
              <a:gd name="connsiteY519" fmla="*/ 4146947 h 6858000"/>
              <a:gd name="connsiteX520" fmla="*/ 3563434 w 7467600"/>
              <a:gd name="connsiteY520" fmla="*/ 4469115 h 6858000"/>
              <a:gd name="connsiteX521" fmla="*/ 3177952 w 7467600"/>
              <a:gd name="connsiteY521" fmla="*/ 3657386 h 6858000"/>
              <a:gd name="connsiteX522" fmla="*/ 3189263 w 7467600"/>
              <a:gd name="connsiteY522" fmla="*/ 3625726 h 6858000"/>
              <a:gd name="connsiteX523" fmla="*/ 3560912 w 7467600"/>
              <a:gd name="connsiteY523" fmla="*/ 4079863 h 6858000"/>
              <a:gd name="connsiteX524" fmla="*/ 3626636 w 7467600"/>
              <a:gd name="connsiteY524" fmla="*/ 4512230 h 6858000"/>
              <a:gd name="connsiteX525" fmla="*/ 3653088 w 7467600"/>
              <a:gd name="connsiteY525" fmla="*/ 4521417 h 6858000"/>
              <a:gd name="connsiteX526" fmla="*/ 3988128 w 7467600"/>
              <a:gd name="connsiteY526" fmla="*/ 4817267 h 6858000"/>
              <a:gd name="connsiteX527" fmla="*/ 4830582 w 7467600"/>
              <a:gd name="connsiteY527" fmla="*/ 4676000 h 6858000"/>
              <a:gd name="connsiteX528" fmla="*/ 4830100 w 7467600"/>
              <a:gd name="connsiteY528" fmla="*/ 4675554 h 6858000"/>
              <a:gd name="connsiteX529" fmla="*/ 4036318 w 7467600"/>
              <a:gd name="connsiteY529" fmla="*/ 4147013 h 6858000"/>
              <a:gd name="connsiteX530" fmla="*/ 3432098 w 7467600"/>
              <a:gd name="connsiteY530" fmla="*/ 3537312 h 6858000"/>
              <a:gd name="connsiteX531" fmla="*/ 3446761 w 7467600"/>
              <a:gd name="connsiteY531" fmla="*/ 3461278 h 6858000"/>
              <a:gd name="connsiteX532" fmla="*/ 4419733 w 7467600"/>
              <a:gd name="connsiteY532" fmla="*/ 3963555 h 6858000"/>
              <a:gd name="connsiteX533" fmla="*/ 4781371 w 7467600"/>
              <a:gd name="connsiteY533" fmla="*/ 4458604 h 6858000"/>
              <a:gd name="connsiteX534" fmla="*/ 4780440 w 7467600"/>
              <a:gd name="connsiteY534" fmla="*/ 4470290 h 6858000"/>
              <a:gd name="connsiteX535" fmla="*/ 4898954 w 7467600"/>
              <a:gd name="connsiteY535" fmla="*/ 4662092 h 6858000"/>
              <a:gd name="connsiteX536" fmla="*/ 4900699 w 7467600"/>
              <a:gd name="connsiteY536" fmla="*/ 4670867 h 6858000"/>
              <a:gd name="connsiteX537" fmla="*/ 5714511 w 7467600"/>
              <a:gd name="connsiteY537" fmla="*/ 4663483 h 6858000"/>
              <a:gd name="connsiteX538" fmla="*/ 5464793 w 7467600"/>
              <a:gd name="connsiteY538" fmla="*/ 4393556 h 6858000"/>
              <a:gd name="connsiteX539" fmla="*/ 5461897 w 7467600"/>
              <a:gd name="connsiteY539" fmla="*/ 4390879 h 6858000"/>
              <a:gd name="connsiteX540" fmla="*/ 4294126 w 7467600"/>
              <a:gd name="connsiteY540" fmla="*/ 3303048 h 6858000"/>
              <a:gd name="connsiteX541" fmla="*/ 4305321 w 7467600"/>
              <a:gd name="connsiteY541" fmla="*/ 3256953 h 6858000"/>
              <a:gd name="connsiteX542" fmla="*/ 4949299 w 7467600"/>
              <a:gd name="connsiteY542" fmla="*/ 3766336 h 6858000"/>
              <a:gd name="connsiteX543" fmla="*/ 5291452 w 7467600"/>
              <a:gd name="connsiteY543" fmla="*/ 4076801 h 6858000"/>
              <a:gd name="connsiteX544" fmla="*/ 5434998 w 7467600"/>
              <a:gd name="connsiteY544" fmla="*/ 4254100 h 6858000"/>
              <a:gd name="connsiteX545" fmla="*/ 5351015 w 7467600"/>
              <a:gd name="connsiteY545" fmla="*/ 3760989 h 6858000"/>
              <a:gd name="connsiteX546" fmla="*/ 5413780 w 7467600"/>
              <a:gd name="connsiteY546" fmla="*/ 2966265 h 6858000"/>
              <a:gd name="connsiteX547" fmla="*/ 5425627 w 7467600"/>
              <a:gd name="connsiteY547" fmla="*/ 2954192 h 6858000"/>
              <a:gd name="connsiteX548" fmla="*/ 6604735 w 7467600"/>
              <a:gd name="connsiteY548" fmla="*/ 2041381 h 6858000"/>
              <a:gd name="connsiteX549" fmla="*/ 7204487 w 7467600"/>
              <a:gd name="connsiteY549" fmla="*/ 2742112 h 6858000"/>
              <a:gd name="connsiteX550" fmla="*/ 7131592 w 7467600"/>
              <a:gd name="connsiteY550" fmla="*/ 2672096 h 6858000"/>
              <a:gd name="connsiteX551" fmla="*/ 6996344 w 7467600"/>
              <a:gd name="connsiteY551" fmla="*/ 2518310 h 6858000"/>
              <a:gd name="connsiteX552" fmla="*/ 6735495 w 7467600"/>
              <a:gd name="connsiteY552" fmla="*/ 2196890 h 6858000"/>
              <a:gd name="connsiteX553" fmla="*/ 6721901 w 7467600"/>
              <a:gd name="connsiteY553" fmla="*/ 2179274 h 6858000"/>
              <a:gd name="connsiteX554" fmla="*/ 6604735 w 7467600"/>
              <a:gd name="connsiteY554" fmla="*/ 2041381 h 6858000"/>
              <a:gd name="connsiteX555" fmla="*/ 6591670 w 7467600"/>
              <a:gd name="connsiteY555" fmla="*/ 1988277 h 6858000"/>
              <a:gd name="connsiteX556" fmla="*/ 6747349 w 7467600"/>
              <a:gd name="connsiteY556" fmla="*/ 2160069 h 6858000"/>
              <a:gd name="connsiteX557" fmla="*/ 6760943 w 7467600"/>
              <a:gd name="connsiteY557" fmla="*/ 2177686 h 6858000"/>
              <a:gd name="connsiteX558" fmla="*/ 7021065 w 7467600"/>
              <a:gd name="connsiteY558" fmla="*/ 2498102 h 6858000"/>
              <a:gd name="connsiteX559" fmla="*/ 7155223 w 7467600"/>
              <a:gd name="connsiteY559" fmla="*/ 2650386 h 6858000"/>
              <a:gd name="connsiteX560" fmla="*/ 7203167 w 7467600"/>
              <a:gd name="connsiteY560" fmla="*/ 2697288 h 6858000"/>
              <a:gd name="connsiteX561" fmla="*/ 6937703 w 7467600"/>
              <a:gd name="connsiteY561" fmla="*/ 2321981 h 6858000"/>
              <a:gd name="connsiteX562" fmla="*/ 6591670 w 7467600"/>
              <a:gd name="connsiteY562" fmla="*/ 1988277 h 6858000"/>
              <a:gd name="connsiteX563" fmla="*/ 5798671 w 7467600"/>
              <a:gd name="connsiteY563" fmla="*/ 1981601 h 6858000"/>
              <a:gd name="connsiteX564" fmla="*/ 5754709 w 7467600"/>
              <a:gd name="connsiteY564" fmla="*/ 2071454 h 6858000"/>
              <a:gd name="connsiteX565" fmla="*/ 5763044 w 7467600"/>
              <a:gd name="connsiteY565" fmla="*/ 2842206 h 6858000"/>
              <a:gd name="connsiteX566" fmla="*/ 5764974 w 7467600"/>
              <a:gd name="connsiteY566" fmla="*/ 2799609 h 6858000"/>
              <a:gd name="connsiteX567" fmla="*/ 5767665 w 7467600"/>
              <a:gd name="connsiteY567" fmla="*/ 2666409 h 6858000"/>
              <a:gd name="connsiteX568" fmla="*/ 5763055 w 7467600"/>
              <a:gd name="connsiteY568" fmla="*/ 2579705 h 6858000"/>
              <a:gd name="connsiteX569" fmla="*/ 5758079 w 7467600"/>
              <a:gd name="connsiteY569" fmla="*/ 2492508 h 6858000"/>
              <a:gd name="connsiteX570" fmla="*/ 5779325 w 7467600"/>
              <a:gd name="connsiteY570" fmla="*/ 2197069 h 6858000"/>
              <a:gd name="connsiteX571" fmla="*/ 5798671 w 7467600"/>
              <a:gd name="connsiteY571" fmla="*/ 1981601 h 6858000"/>
              <a:gd name="connsiteX572" fmla="*/ 5829202 w 7467600"/>
              <a:gd name="connsiteY572" fmla="*/ 1971679 h 6858000"/>
              <a:gd name="connsiteX573" fmla="*/ 5809558 w 7467600"/>
              <a:gd name="connsiteY573" fmla="*/ 2198043 h 6858000"/>
              <a:gd name="connsiteX574" fmla="*/ 5788653 w 7467600"/>
              <a:gd name="connsiteY574" fmla="*/ 2489430 h 6858000"/>
              <a:gd name="connsiteX575" fmla="*/ 5793439 w 7467600"/>
              <a:gd name="connsiteY575" fmla="*/ 2575235 h 6858000"/>
              <a:gd name="connsiteX576" fmla="*/ 5796837 w 7467600"/>
              <a:gd name="connsiteY576" fmla="*/ 2637633 h 6858000"/>
              <a:gd name="connsiteX577" fmla="*/ 5818614 w 7467600"/>
              <a:gd name="connsiteY577" fmla="*/ 2473055 h 6858000"/>
              <a:gd name="connsiteX578" fmla="*/ 5829202 w 7467600"/>
              <a:gd name="connsiteY578" fmla="*/ 1971679 h 6858000"/>
              <a:gd name="connsiteX579" fmla="*/ 5911389 w 7467600"/>
              <a:gd name="connsiteY579" fmla="*/ 1898371 h 6858000"/>
              <a:gd name="connsiteX580" fmla="*/ 6237627 w 7467600"/>
              <a:gd name="connsiteY580" fmla="*/ 2231921 h 6858000"/>
              <a:gd name="connsiteX581" fmla="*/ 5911389 w 7467600"/>
              <a:gd name="connsiteY581" fmla="*/ 1898371 h 6858000"/>
              <a:gd name="connsiteX582" fmla="*/ 6944437 w 7467600"/>
              <a:gd name="connsiteY582" fmla="*/ 1575402 h 6858000"/>
              <a:gd name="connsiteX583" fmla="*/ 6304730 w 7467600"/>
              <a:gd name="connsiteY583" fmla="*/ 1766654 h 6858000"/>
              <a:gd name="connsiteX584" fmla="*/ 6944437 w 7467600"/>
              <a:gd name="connsiteY584" fmla="*/ 1575402 h 6858000"/>
              <a:gd name="connsiteX585" fmla="*/ 7019523 w 7467600"/>
              <a:gd name="connsiteY585" fmla="*/ 1519450 h 6858000"/>
              <a:gd name="connsiteX586" fmla="*/ 6298091 w 7467600"/>
              <a:gd name="connsiteY586" fmla="*/ 1737122 h 6858000"/>
              <a:gd name="connsiteX587" fmla="*/ 7019523 w 7467600"/>
              <a:gd name="connsiteY587" fmla="*/ 1519450 h 6858000"/>
              <a:gd name="connsiteX588" fmla="*/ 2399523 w 7467600"/>
              <a:gd name="connsiteY588" fmla="*/ 1428234 h 6858000"/>
              <a:gd name="connsiteX589" fmla="*/ 2224982 w 7467600"/>
              <a:gd name="connsiteY589" fmla="*/ 1826201 h 6858000"/>
              <a:gd name="connsiteX590" fmla="*/ 2096099 w 7467600"/>
              <a:gd name="connsiteY590" fmla="*/ 2345900 h 6858000"/>
              <a:gd name="connsiteX591" fmla="*/ 2283317 w 7467600"/>
              <a:gd name="connsiteY591" fmla="*/ 1796925 h 6858000"/>
              <a:gd name="connsiteX592" fmla="*/ 2399523 w 7467600"/>
              <a:gd name="connsiteY592" fmla="*/ 1428234 h 6858000"/>
              <a:gd name="connsiteX593" fmla="*/ 2448558 w 7467600"/>
              <a:gd name="connsiteY593" fmla="*/ 1373435 h 6858000"/>
              <a:gd name="connsiteX594" fmla="*/ 2312521 w 7467600"/>
              <a:gd name="connsiteY594" fmla="*/ 1806140 h 6858000"/>
              <a:gd name="connsiteX595" fmla="*/ 2127533 w 7467600"/>
              <a:gd name="connsiteY595" fmla="*/ 2348380 h 6858000"/>
              <a:gd name="connsiteX596" fmla="*/ 2358080 w 7467600"/>
              <a:gd name="connsiteY596" fmla="*/ 1866134 h 6858000"/>
              <a:gd name="connsiteX597" fmla="*/ 2407436 w 7467600"/>
              <a:gd name="connsiteY597" fmla="*/ 1651070 h 6858000"/>
              <a:gd name="connsiteX598" fmla="*/ 2448558 w 7467600"/>
              <a:gd name="connsiteY598" fmla="*/ 1373435 h 6858000"/>
              <a:gd name="connsiteX599" fmla="*/ 278707 w 7467600"/>
              <a:gd name="connsiteY599" fmla="*/ 1352270 h 6858000"/>
              <a:gd name="connsiteX600" fmla="*/ 321570 w 7467600"/>
              <a:gd name="connsiteY600" fmla="*/ 1861610 h 6858000"/>
              <a:gd name="connsiteX601" fmla="*/ 294281 w 7467600"/>
              <a:gd name="connsiteY601" fmla="*/ 1440658 h 6858000"/>
              <a:gd name="connsiteX602" fmla="*/ 278707 w 7467600"/>
              <a:gd name="connsiteY602" fmla="*/ 1352270 h 6858000"/>
              <a:gd name="connsiteX603" fmla="*/ 1423821 w 7467600"/>
              <a:gd name="connsiteY603" fmla="*/ 1351958 h 6858000"/>
              <a:gd name="connsiteX604" fmla="*/ 1638521 w 7467600"/>
              <a:gd name="connsiteY604" fmla="*/ 1908470 h 6858000"/>
              <a:gd name="connsiteX605" fmla="*/ 1754199 w 7467600"/>
              <a:gd name="connsiteY605" fmla="*/ 2149284 h 6858000"/>
              <a:gd name="connsiteX606" fmla="*/ 1908359 w 7467600"/>
              <a:gd name="connsiteY606" fmla="*/ 2364988 h 6858000"/>
              <a:gd name="connsiteX607" fmla="*/ 1647661 w 7467600"/>
              <a:gd name="connsiteY607" fmla="*/ 1825945 h 6858000"/>
              <a:gd name="connsiteX608" fmla="*/ 1423821 w 7467600"/>
              <a:gd name="connsiteY608" fmla="*/ 1351958 h 6858000"/>
              <a:gd name="connsiteX609" fmla="*/ 1431890 w 7467600"/>
              <a:gd name="connsiteY609" fmla="*/ 1306475 h 6858000"/>
              <a:gd name="connsiteX610" fmla="*/ 1507597 w 7467600"/>
              <a:gd name="connsiteY610" fmla="*/ 1446132 h 6858000"/>
              <a:gd name="connsiteX611" fmla="*/ 1674586 w 7467600"/>
              <a:gd name="connsiteY611" fmla="*/ 1813832 h 6858000"/>
              <a:gd name="connsiteX612" fmla="*/ 1815950 w 7467600"/>
              <a:gd name="connsiteY612" fmla="*/ 2128564 h 6858000"/>
              <a:gd name="connsiteX613" fmla="*/ 1984242 w 7467600"/>
              <a:gd name="connsiteY613" fmla="*/ 2430829 h 6858000"/>
              <a:gd name="connsiteX614" fmla="*/ 2014023 w 7467600"/>
              <a:gd name="connsiteY614" fmla="*/ 2450995 h 6858000"/>
              <a:gd name="connsiteX615" fmla="*/ 1747337 w 7467600"/>
              <a:gd name="connsiteY615" fmla="*/ 1855264 h 6858000"/>
              <a:gd name="connsiteX616" fmla="*/ 1533749 w 7467600"/>
              <a:gd name="connsiteY616" fmla="*/ 1478656 h 6858000"/>
              <a:gd name="connsiteX617" fmla="*/ 1431890 w 7467600"/>
              <a:gd name="connsiteY617" fmla="*/ 1306475 h 6858000"/>
              <a:gd name="connsiteX618" fmla="*/ 5052692 w 7467600"/>
              <a:gd name="connsiteY618" fmla="*/ 1292994 h 6858000"/>
              <a:gd name="connsiteX619" fmla="*/ 5200661 w 7467600"/>
              <a:gd name="connsiteY619" fmla="*/ 1635186 h 6858000"/>
              <a:gd name="connsiteX620" fmla="*/ 5297138 w 7467600"/>
              <a:gd name="connsiteY620" fmla="*/ 1906351 h 6858000"/>
              <a:gd name="connsiteX621" fmla="*/ 5052692 w 7467600"/>
              <a:gd name="connsiteY621" fmla="*/ 1292994 h 6858000"/>
              <a:gd name="connsiteX622" fmla="*/ 5009948 w 7467600"/>
              <a:gd name="connsiteY622" fmla="*/ 1273619 h 6858000"/>
              <a:gd name="connsiteX623" fmla="*/ 5121777 w 7467600"/>
              <a:gd name="connsiteY623" fmla="*/ 1654213 h 6858000"/>
              <a:gd name="connsiteX624" fmla="*/ 5293545 w 7467600"/>
              <a:gd name="connsiteY624" fmla="*/ 2072247 h 6858000"/>
              <a:gd name="connsiteX625" fmla="*/ 5294042 w 7467600"/>
              <a:gd name="connsiteY625" fmla="*/ 2065019 h 6858000"/>
              <a:gd name="connsiteX626" fmla="*/ 5171936 w 7467600"/>
              <a:gd name="connsiteY626" fmla="*/ 1647613 h 6858000"/>
              <a:gd name="connsiteX627" fmla="*/ 5009948 w 7467600"/>
              <a:gd name="connsiteY627" fmla="*/ 1273619 h 6858000"/>
              <a:gd name="connsiteX628" fmla="*/ 655236 w 7467600"/>
              <a:gd name="connsiteY628" fmla="*/ 1268632 h 6858000"/>
              <a:gd name="connsiteX629" fmla="*/ 839521 w 7467600"/>
              <a:gd name="connsiteY629" fmla="*/ 1685315 h 6858000"/>
              <a:gd name="connsiteX630" fmla="*/ 1109416 w 7467600"/>
              <a:gd name="connsiteY630" fmla="*/ 2061663 h 6858000"/>
              <a:gd name="connsiteX631" fmla="*/ 1298300 w 7467600"/>
              <a:gd name="connsiteY631" fmla="*/ 2247742 h 6858000"/>
              <a:gd name="connsiteX632" fmla="*/ 1125871 w 7467600"/>
              <a:gd name="connsiteY632" fmla="*/ 1989513 h 6858000"/>
              <a:gd name="connsiteX633" fmla="*/ 981574 w 7467600"/>
              <a:gd name="connsiteY633" fmla="*/ 1783157 h 6858000"/>
              <a:gd name="connsiteX634" fmla="*/ 922198 w 7467600"/>
              <a:gd name="connsiteY634" fmla="*/ 1677437 h 6858000"/>
              <a:gd name="connsiteX635" fmla="*/ 869293 w 7467600"/>
              <a:gd name="connsiteY635" fmla="*/ 1583214 h 6858000"/>
              <a:gd name="connsiteX636" fmla="*/ 751431 w 7467600"/>
              <a:gd name="connsiteY636" fmla="*/ 1405731 h 6858000"/>
              <a:gd name="connsiteX637" fmla="*/ 655236 w 7467600"/>
              <a:gd name="connsiteY637" fmla="*/ 1268632 h 6858000"/>
              <a:gd name="connsiteX638" fmla="*/ 6516292 w 7467600"/>
              <a:gd name="connsiteY638" fmla="*/ 1263064 h 6858000"/>
              <a:gd name="connsiteX639" fmla="*/ 5736320 w 7467600"/>
              <a:gd name="connsiteY639" fmla="*/ 1501803 h 6858000"/>
              <a:gd name="connsiteX640" fmla="*/ 6516292 w 7467600"/>
              <a:gd name="connsiteY640" fmla="*/ 1263064 h 6858000"/>
              <a:gd name="connsiteX641" fmla="*/ 291466 w 7467600"/>
              <a:gd name="connsiteY641" fmla="*/ 1250369 h 6858000"/>
              <a:gd name="connsiteX642" fmla="*/ 323180 w 7467600"/>
              <a:gd name="connsiteY642" fmla="*/ 1435283 h 6858000"/>
              <a:gd name="connsiteX643" fmla="*/ 349381 w 7467600"/>
              <a:gd name="connsiteY643" fmla="*/ 1875041 h 6858000"/>
              <a:gd name="connsiteX644" fmla="*/ 374363 w 7467600"/>
              <a:gd name="connsiteY644" fmla="*/ 1506494 h 6858000"/>
              <a:gd name="connsiteX645" fmla="*/ 302168 w 7467600"/>
              <a:gd name="connsiteY645" fmla="*/ 1274495 h 6858000"/>
              <a:gd name="connsiteX646" fmla="*/ 291466 w 7467600"/>
              <a:gd name="connsiteY646" fmla="*/ 1250369 h 6858000"/>
              <a:gd name="connsiteX647" fmla="*/ 678222 w 7467600"/>
              <a:gd name="connsiteY647" fmla="*/ 1248670 h 6858000"/>
              <a:gd name="connsiteX648" fmla="*/ 775536 w 7467600"/>
              <a:gd name="connsiteY648" fmla="*/ 1388015 h 6858000"/>
              <a:gd name="connsiteX649" fmla="*/ 894529 w 7467600"/>
              <a:gd name="connsiteY649" fmla="*/ 1567739 h 6858000"/>
              <a:gd name="connsiteX650" fmla="*/ 948000 w 7467600"/>
              <a:gd name="connsiteY650" fmla="*/ 1663088 h 6858000"/>
              <a:gd name="connsiteX651" fmla="*/ 1006812 w 7467600"/>
              <a:gd name="connsiteY651" fmla="*/ 1767683 h 6858000"/>
              <a:gd name="connsiteX652" fmla="*/ 1149133 w 7467600"/>
              <a:gd name="connsiteY652" fmla="*/ 1971513 h 6858000"/>
              <a:gd name="connsiteX653" fmla="*/ 1333952 w 7467600"/>
              <a:gd name="connsiteY653" fmla="*/ 2251620 h 6858000"/>
              <a:gd name="connsiteX654" fmla="*/ 1337329 w 7467600"/>
              <a:gd name="connsiteY654" fmla="*/ 2258350 h 6858000"/>
              <a:gd name="connsiteX655" fmla="*/ 1014726 w 7467600"/>
              <a:gd name="connsiteY655" fmla="*/ 1615556 h 6858000"/>
              <a:gd name="connsiteX656" fmla="*/ 678222 w 7467600"/>
              <a:gd name="connsiteY656" fmla="*/ 1248670 h 6858000"/>
              <a:gd name="connsiteX657" fmla="*/ 6691602 w 7467600"/>
              <a:gd name="connsiteY657" fmla="*/ 1140573 h 6858000"/>
              <a:gd name="connsiteX658" fmla="*/ 6571100 w 7467600"/>
              <a:gd name="connsiteY658" fmla="*/ 1183662 h 6858000"/>
              <a:gd name="connsiteX659" fmla="*/ 6241687 w 7467600"/>
              <a:gd name="connsiteY659" fmla="*/ 1257600 h 6858000"/>
              <a:gd name="connsiteX660" fmla="*/ 5693009 w 7467600"/>
              <a:gd name="connsiteY660" fmla="*/ 1478256 h 6858000"/>
              <a:gd name="connsiteX661" fmla="*/ 6548420 w 7467600"/>
              <a:gd name="connsiteY661" fmla="*/ 1214599 h 6858000"/>
              <a:gd name="connsiteX662" fmla="*/ 6605473 w 7467600"/>
              <a:gd name="connsiteY662" fmla="*/ 1184686 h 6858000"/>
              <a:gd name="connsiteX663" fmla="*/ 6691602 w 7467600"/>
              <a:gd name="connsiteY663" fmla="*/ 1140573 h 6858000"/>
              <a:gd name="connsiteX664" fmla="*/ 4002475 w 7467600"/>
              <a:gd name="connsiteY664" fmla="*/ 1037802 h 6858000"/>
              <a:gd name="connsiteX665" fmla="*/ 4000324 w 7467600"/>
              <a:gd name="connsiteY665" fmla="*/ 1039362 h 6858000"/>
              <a:gd name="connsiteX666" fmla="*/ 4002862 w 7467600"/>
              <a:gd name="connsiteY666" fmla="*/ 1042866 h 6858000"/>
              <a:gd name="connsiteX667" fmla="*/ 4002475 w 7467600"/>
              <a:gd name="connsiteY667" fmla="*/ 1037802 h 6858000"/>
              <a:gd name="connsiteX668" fmla="*/ 506322 w 7467600"/>
              <a:gd name="connsiteY668" fmla="*/ 1020997 h 6858000"/>
              <a:gd name="connsiteX669" fmla="*/ 533068 w 7467600"/>
              <a:gd name="connsiteY669" fmla="*/ 1029409 h 6858000"/>
              <a:gd name="connsiteX670" fmla="*/ 1232525 w 7467600"/>
              <a:gd name="connsiteY670" fmla="*/ 1804675 h 6858000"/>
              <a:gd name="connsiteX671" fmla="*/ 1388858 w 7467600"/>
              <a:gd name="connsiteY671" fmla="*/ 2368011 h 6858000"/>
              <a:gd name="connsiteX672" fmla="*/ 1384098 w 7467600"/>
              <a:gd name="connsiteY672" fmla="*/ 2378125 h 6858000"/>
              <a:gd name="connsiteX673" fmla="*/ 1425393 w 7467600"/>
              <a:gd name="connsiteY673" fmla="*/ 2589124 h 6858000"/>
              <a:gd name="connsiteX674" fmla="*/ 1424001 w 7467600"/>
              <a:gd name="connsiteY674" fmla="*/ 2597541 h 6858000"/>
              <a:gd name="connsiteX675" fmla="*/ 2152729 w 7467600"/>
              <a:gd name="connsiteY675" fmla="*/ 2864487 h 6858000"/>
              <a:gd name="connsiteX676" fmla="*/ 2020609 w 7467600"/>
              <a:gd name="connsiteY676" fmla="*/ 2539671 h 6858000"/>
              <a:gd name="connsiteX677" fmla="*/ 2018920 w 7467600"/>
              <a:gd name="connsiteY677" fmla="*/ 2536309 h 6858000"/>
              <a:gd name="connsiteX678" fmla="*/ 1342441 w 7467600"/>
              <a:gd name="connsiteY678" fmla="*/ 1173017 h 6858000"/>
              <a:gd name="connsiteX679" fmla="*/ 1367925 w 7467600"/>
              <a:gd name="connsiteY679" fmla="*/ 1135648 h 6858000"/>
              <a:gd name="connsiteX680" fmla="*/ 1771401 w 7467600"/>
              <a:gd name="connsiteY680" fmla="*/ 1806673 h 6858000"/>
              <a:gd name="connsiteX681" fmla="*/ 1972385 w 7467600"/>
              <a:gd name="connsiteY681" fmla="*/ 2198735 h 6858000"/>
              <a:gd name="connsiteX682" fmla="*/ 2040892 w 7467600"/>
              <a:gd name="connsiteY682" fmla="*/ 2405205 h 6858000"/>
              <a:gd name="connsiteX683" fmla="*/ 2131689 w 7467600"/>
              <a:gd name="connsiteY683" fmla="*/ 1936926 h 6858000"/>
              <a:gd name="connsiteX684" fmla="*/ 2454820 w 7467600"/>
              <a:gd name="connsiteY684" fmla="*/ 1248808 h 6858000"/>
              <a:gd name="connsiteX685" fmla="*/ 2492512 w 7467600"/>
              <a:gd name="connsiteY685" fmla="*/ 1302920 h 6858000"/>
              <a:gd name="connsiteX686" fmla="*/ 2081216 w 7467600"/>
              <a:gd name="connsiteY686" fmla="*/ 2527513 h 6858000"/>
              <a:gd name="connsiteX687" fmla="*/ 2081211 w 7467600"/>
              <a:gd name="connsiteY687" fmla="*/ 2528916 h 6858000"/>
              <a:gd name="connsiteX688" fmla="*/ 2199067 w 7467600"/>
              <a:gd name="connsiteY688" fmla="*/ 2884061 h 6858000"/>
              <a:gd name="connsiteX689" fmla="*/ 3192586 w 7467600"/>
              <a:gd name="connsiteY689" fmla="*/ 3411496 h 6858000"/>
              <a:gd name="connsiteX690" fmla="*/ 3182620 w 7467600"/>
              <a:gd name="connsiteY690" fmla="*/ 3483279 h 6858000"/>
              <a:gd name="connsiteX691" fmla="*/ 2435119 w 7467600"/>
              <a:gd name="connsiteY691" fmla="*/ 3080173 h 6858000"/>
              <a:gd name="connsiteX692" fmla="*/ 2410152 w 7467600"/>
              <a:gd name="connsiteY692" fmla="*/ 3063751 h 6858000"/>
              <a:gd name="connsiteX693" fmla="*/ 2408099 w 7467600"/>
              <a:gd name="connsiteY693" fmla="*/ 3064403 h 6858000"/>
              <a:gd name="connsiteX694" fmla="*/ 2407218 w 7467600"/>
              <a:gd name="connsiteY694" fmla="*/ 3070324 h 6858000"/>
              <a:gd name="connsiteX695" fmla="*/ 2380138 w 7467600"/>
              <a:gd name="connsiteY695" fmla="*/ 3099341 h 6858000"/>
              <a:gd name="connsiteX696" fmla="*/ 1765923 w 7467600"/>
              <a:gd name="connsiteY696" fmla="*/ 3581043 h 6858000"/>
              <a:gd name="connsiteX697" fmla="*/ 1702258 w 7467600"/>
              <a:gd name="connsiteY697" fmla="*/ 3612286 h 6858000"/>
              <a:gd name="connsiteX698" fmla="*/ 1538370 w 7467600"/>
              <a:gd name="connsiteY698" fmla="*/ 3811804 h 6858000"/>
              <a:gd name="connsiteX699" fmla="*/ 542867 w 7467600"/>
              <a:gd name="connsiteY699" fmla="*/ 4944092 h 6858000"/>
              <a:gd name="connsiteX700" fmla="*/ 515800 w 7467600"/>
              <a:gd name="connsiteY700" fmla="*/ 4862180 h 6858000"/>
              <a:gd name="connsiteX701" fmla="*/ 909145 w 7467600"/>
              <a:gd name="connsiteY701" fmla="*/ 4199225 h 6858000"/>
              <a:gd name="connsiteX702" fmla="*/ 1214067 w 7467600"/>
              <a:gd name="connsiteY702" fmla="*/ 3908561 h 6858000"/>
              <a:gd name="connsiteX703" fmla="*/ 640967 w 7467600"/>
              <a:gd name="connsiteY703" fmla="*/ 4105601 h 6858000"/>
              <a:gd name="connsiteX704" fmla="*/ 112563 w 7467600"/>
              <a:gd name="connsiteY704" fmla="*/ 4396952 h 6858000"/>
              <a:gd name="connsiteX705" fmla="*/ 0 w 7467600"/>
              <a:gd name="connsiteY705" fmla="*/ 4466006 h 6858000"/>
              <a:gd name="connsiteX706" fmla="*/ 0 w 7467600"/>
              <a:gd name="connsiteY706" fmla="*/ 4233763 h 6858000"/>
              <a:gd name="connsiteX707" fmla="*/ 36881 w 7467600"/>
              <a:gd name="connsiteY707" fmla="*/ 4200118 h 6858000"/>
              <a:gd name="connsiteX708" fmla="*/ 910534 w 7467600"/>
              <a:gd name="connsiteY708" fmla="*/ 3629753 h 6858000"/>
              <a:gd name="connsiteX709" fmla="*/ 1578717 w 7467600"/>
              <a:gd name="connsiteY709" fmla="*/ 3575982 h 6858000"/>
              <a:gd name="connsiteX710" fmla="*/ 2338780 w 7467600"/>
              <a:gd name="connsiteY710" fmla="*/ 3033725 h 6858000"/>
              <a:gd name="connsiteX711" fmla="*/ 1807991 w 7467600"/>
              <a:gd name="connsiteY711" fmla="*/ 2807184 h 6858000"/>
              <a:gd name="connsiteX712" fmla="*/ 1416358 w 7467600"/>
              <a:gd name="connsiteY712" fmla="*/ 3112571 h 6858000"/>
              <a:gd name="connsiteX713" fmla="*/ 939066 w 7467600"/>
              <a:gd name="connsiteY713" fmla="*/ 3378798 h 6858000"/>
              <a:gd name="connsiteX714" fmla="*/ 115099 w 7467600"/>
              <a:gd name="connsiteY714" fmla="*/ 3607650 h 6858000"/>
              <a:gd name="connsiteX715" fmla="*/ 97284 w 7467600"/>
              <a:gd name="connsiteY715" fmla="*/ 3520393 h 6858000"/>
              <a:gd name="connsiteX716" fmla="*/ 922050 w 7467600"/>
              <a:gd name="connsiteY716" fmla="*/ 3074867 h 6858000"/>
              <a:gd name="connsiteX717" fmla="*/ 1405265 w 7467600"/>
              <a:gd name="connsiteY717" fmla="*/ 3016319 h 6858000"/>
              <a:gd name="connsiteX718" fmla="*/ 1407512 w 7467600"/>
              <a:gd name="connsiteY718" fmla="*/ 3018001 h 6858000"/>
              <a:gd name="connsiteX719" fmla="*/ 1726266 w 7467600"/>
              <a:gd name="connsiteY719" fmla="*/ 2777274 h 6858000"/>
              <a:gd name="connsiteX720" fmla="*/ 625390 w 7467600"/>
              <a:gd name="connsiteY720" fmla="*/ 2514541 h 6858000"/>
              <a:gd name="connsiteX721" fmla="*/ 619799 w 7467600"/>
              <a:gd name="connsiteY721" fmla="*/ 2527180 h 6858000"/>
              <a:gd name="connsiteX722" fmla="*/ 310030 w 7467600"/>
              <a:gd name="connsiteY722" fmla="*/ 2771818 h 6858000"/>
              <a:gd name="connsiteX723" fmla="*/ 173877 w 7467600"/>
              <a:gd name="connsiteY723" fmla="*/ 2937056 h 6858000"/>
              <a:gd name="connsiteX724" fmla="*/ 77889 w 7467600"/>
              <a:gd name="connsiteY724" fmla="*/ 3138440 h 6858000"/>
              <a:gd name="connsiteX725" fmla="*/ 0 w 7467600"/>
              <a:gd name="connsiteY725" fmla="*/ 3271395 h 6858000"/>
              <a:gd name="connsiteX726" fmla="*/ 0 w 7467600"/>
              <a:gd name="connsiteY726" fmla="*/ 3153002 h 6858000"/>
              <a:gd name="connsiteX727" fmla="*/ 2386 w 7467600"/>
              <a:gd name="connsiteY727" fmla="*/ 3149203 h 6858000"/>
              <a:gd name="connsiteX728" fmla="*/ 89753 w 7467600"/>
              <a:gd name="connsiteY728" fmla="*/ 2987702 h 6858000"/>
              <a:gd name="connsiteX729" fmla="*/ 76869 w 7467600"/>
              <a:gd name="connsiteY729" fmla="*/ 3005404 h 6858000"/>
              <a:gd name="connsiteX730" fmla="*/ 32049 w 7467600"/>
              <a:gd name="connsiteY730" fmla="*/ 3065814 h 6858000"/>
              <a:gd name="connsiteX731" fmla="*/ 0 w 7467600"/>
              <a:gd name="connsiteY731" fmla="*/ 3108744 h 6858000"/>
              <a:gd name="connsiteX732" fmla="*/ 0 w 7467600"/>
              <a:gd name="connsiteY732" fmla="*/ 3058059 h 6858000"/>
              <a:gd name="connsiteX733" fmla="*/ 7610 w 7467600"/>
              <a:gd name="connsiteY733" fmla="*/ 3047889 h 6858000"/>
              <a:gd name="connsiteX734" fmla="*/ 52419 w 7467600"/>
              <a:gd name="connsiteY734" fmla="*/ 2987479 h 6858000"/>
              <a:gd name="connsiteX735" fmla="*/ 59142 w 7467600"/>
              <a:gd name="connsiteY735" fmla="*/ 2978488 h 6858000"/>
              <a:gd name="connsiteX736" fmla="*/ 0 w 7467600"/>
              <a:gd name="connsiteY736" fmla="*/ 3015334 h 6858000"/>
              <a:gd name="connsiteX737" fmla="*/ 0 w 7467600"/>
              <a:gd name="connsiteY737" fmla="*/ 2914286 h 6858000"/>
              <a:gd name="connsiteX738" fmla="*/ 36383 w 7467600"/>
              <a:gd name="connsiteY738" fmla="*/ 2901128 h 6858000"/>
              <a:gd name="connsiteX739" fmla="*/ 156329 w 7467600"/>
              <a:gd name="connsiteY739" fmla="*/ 2840533 h 6858000"/>
              <a:gd name="connsiteX740" fmla="*/ 358355 w 7467600"/>
              <a:gd name="connsiteY740" fmla="*/ 2620471 h 6858000"/>
              <a:gd name="connsiteX741" fmla="*/ 510577 w 7467600"/>
              <a:gd name="connsiteY741" fmla="*/ 2501244 h 6858000"/>
              <a:gd name="connsiteX742" fmla="*/ 211967 w 7467600"/>
              <a:gd name="connsiteY742" fmla="*/ 2479171 h 6858000"/>
              <a:gd name="connsiteX743" fmla="*/ 0 w 7467600"/>
              <a:gd name="connsiteY743" fmla="*/ 2476398 h 6858000"/>
              <a:gd name="connsiteX744" fmla="*/ 0 w 7467600"/>
              <a:gd name="connsiteY744" fmla="*/ 2389189 h 6858000"/>
              <a:gd name="connsiteX745" fmla="*/ 103062 w 7467600"/>
              <a:gd name="connsiteY745" fmla="*/ 2389518 h 6858000"/>
              <a:gd name="connsiteX746" fmla="*/ 510734 w 7467600"/>
              <a:gd name="connsiteY746" fmla="*/ 2416201 h 6858000"/>
              <a:gd name="connsiteX747" fmla="*/ 279257 w 7467600"/>
              <a:gd name="connsiteY747" fmla="*/ 2092102 h 6858000"/>
              <a:gd name="connsiteX748" fmla="*/ 65265 w 7467600"/>
              <a:gd name="connsiteY748" fmla="*/ 2006049 h 6858000"/>
              <a:gd name="connsiteX749" fmla="*/ 0 w 7467600"/>
              <a:gd name="connsiteY749" fmla="*/ 1982532 h 6858000"/>
              <a:gd name="connsiteX750" fmla="*/ 0 w 7467600"/>
              <a:gd name="connsiteY750" fmla="*/ 1912789 h 6858000"/>
              <a:gd name="connsiteX751" fmla="*/ 97460 w 7467600"/>
              <a:gd name="connsiteY751" fmla="*/ 1953725 h 6858000"/>
              <a:gd name="connsiteX752" fmla="*/ 221272 w 7467600"/>
              <a:gd name="connsiteY752" fmla="*/ 1980766 h 6858000"/>
              <a:gd name="connsiteX753" fmla="*/ 116765 w 7467600"/>
              <a:gd name="connsiteY753" fmla="*/ 1911033 h 6858000"/>
              <a:gd name="connsiteX754" fmla="*/ 16405 w 7467600"/>
              <a:gd name="connsiteY754" fmla="*/ 1803412 h 6858000"/>
              <a:gd name="connsiteX755" fmla="*/ 0 w 7467600"/>
              <a:gd name="connsiteY755" fmla="*/ 1784777 h 6858000"/>
              <a:gd name="connsiteX756" fmla="*/ 0 w 7467600"/>
              <a:gd name="connsiteY756" fmla="*/ 1740082 h 6858000"/>
              <a:gd name="connsiteX757" fmla="*/ 39394 w 7467600"/>
              <a:gd name="connsiteY757" fmla="*/ 1784856 h 6858000"/>
              <a:gd name="connsiteX758" fmla="*/ 135813 w 7467600"/>
              <a:gd name="connsiteY758" fmla="*/ 1888838 h 6858000"/>
              <a:gd name="connsiteX759" fmla="*/ 242575 w 7467600"/>
              <a:gd name="connsiteY759" fmla="*/ 1958841 h 6858000"/>
              <a:gd name="connsiteX760" fmla="*/ 82197 w 7467600"/>
              <a:gd name="connsiteY760" fmla="*/ 1754826 h 6858000"/>
              <a:gd name="connsiteX761" fmla="*/ 0 w 7467600"/>
              <a:gd name="connsiteY761" fmla="*/ 1679650 h 6858000"/>
              <a:gd name="connsiteX762" fmla="*/ 0 w 7467600"/>
              <a:gd name="connsiteY762" fmla="*/ 1602463 h 6858000"/>
              <a:gd name="connsiteX763" fmla="*/ 84689 w 7467600"/>
              <a:gd name="connsiteY763" fmla="*/ 1677442 h 6858000"/>
              <a:gd name="connsiteX764" fmla="*/ 298437 w 7467600"/>
              <a:gd name="connsiteY764" fmla="*/ 1968019 h 6858000"/>
              <a:gd name="connsiteX765" fmla="*/ 227269 w 7467600"/>
              <a:gd name="connsiteY765" fmla="*/ 1114064 h 6858000"/>
              <a:gd name="connsiteX766" fmla="*/ 248003 w 7467600"/>
              <a:gd name="connsiteY766" fmla="*/ 1089613 h 6858000"/>
              <a:gd name="connsiteX767" fmla="*/ 427020 w 7467600"/>
              <a:gd name="connsiteY767" fmla="*/ 1619803 h 6858000"/>
              <a:gd name="connsiteX768" fmla="*/ 340345 w 7467600"/>
              <a:gd name="connsiteY768" fmla="*/ 2027739 h 6858000"/>
              <a:gd name="connsiteX769" fmla="*/ 360865 w 7467600"/>
              <a:gd name="connsiteY769" fmla="*/ 2044827 h 6858000"/>
              <a:gd name="connsiteX770" fmla="*/ 560414 w 7467600"/>
              <a:gd name="connsiteY770" fmla="*/ 2421457 h 6858000"/>
              <a:gd name="connsiteX771" fmla="*/ 1359703 w 7467600"/>
              <a:gd name="connsiteY771" fmla="*/ 2578554 h 6858000"/>
              <a:gd name="connsiteX772" fmla="*/ 1359422 w 7467600"/>
              <a:gd name="connsiteY772" fmla="*/ 2577994 h 6858000"/>
              <a:gd name="connsiteX773" fmla="*/ 828701 w 7467600"/>
              <a:gd name="connsiteY773" fmla="*/ 1839520 h 6858000"/>
              <a:gd name="connsiteX774" fmla="*/ 494427 w 7467600"/>
              <a:gd name="connsiteY774" fmla="*/ 1092333 h 6858000"/>
              <a:gd name="connsiteX775" fmla="*/ 506322 w 7467600"/>
              <a:gd name="connsiteY775" fmla="*/ 1020997 h 6858000"/>
              <a:gd name="connsiteX776" fmla="*/ 4570198 w 7467600"/>
              <a:gd name="connsiteY776" fmla="*/ 978081 h 6858000"/>
              <a:gd name="connsiteX777" fmla="*/ 4523691 w 7467600"/>
              <a:gd name="connsiteY777" fmla="*/ 1127776 h 6858000"/>
              <a:gd name="connsiteX778" fmla="*/ 4509875 w 7467600"/>
              <a:gd name="connsiteY778" fmla="*/ 1167552 h 6858000"/>
              <a:gd name="connsiteX779" fmla="*/ 4478168 w 7467600"/>
              <a:gd name="connsiteY779" fmla="*/ 1260735 h 6858000"/>
              <a:gd name="connsiteX780" fmla="*/ 4409309 w 7467600"/>
              <a:gd name="connsiteY780" fmla="*/ 1666996 h 6858000"/>
              <a:gd name="connsiteX781" fmla="*/ 4370031 w 7467600"/>
              <a:gd name="connsiteY781" fmla="*/ 1955666 h 6858000"/>
              <a:gd name="connsiteX782" fmla="*/ 4570198 w 7467600"/>
              <a:gd name="connsiteY782" fmla="*/ 978081 h 6858000"/>
              <a:gd name="connsiteX783" fmla="*/ 4557898 w 7467600"/>
              <a:gd name="connsiteY783" fmla="*/ 900011 h 6858000"/>
              <a:gd name="connsiteX784" fmla="*/ 4344840 w 7467600"/>
              <a:gd name="connsiteY784" fmla="*/ 1922038 h 6858000"/>
              <a:gd name="connsiteX785" fmla="*/ 4378710 w 7467600"/>
              <a:gd name="connsiteY785" fmla="*/ 1665516 h 6858000"/>
              <a:gd name="connsiteX786" fmla="*/ 4448798 w 7467600"/>
              <a:gd name="connsiteY786" fmla="*/ 1253024 h 6858000"/>
              <a:gd name="connsiteX787" fmla="*/ 4480315 w 7467600"/>
              <a:gd name="connsiteY787" fmla="*/ 1158454 h 6858000"/>
              <a:gd name="connsiteX788" fmla="*/ 4494133 w 7467600"/>
              <a:gd name="connsiteY788" fmla="*/ 1118676 h 6858000"/>
              <a:gd name="connsiteX789" fmla="*/ 4557898 w 7467600"/>
              <a:gd name="connsiteY789" fmla="*/ 900011 h 6858000"/>
              <a:gd name="connsiteX790" fmla="*/ 5870151 w 7467600"/>
              <a:gd name="connsiteY790" fmla="*/ 898890 h 6858000"/>
              <a:gd name="connsiteX791" fmla="*/ 5861335 w 7467600"/>
              <a:gd name="connsiteY791" fmla="*/ 899177 h 6858000"/>
              <a:gd name="connsiteX792" fmla="*/ 5843702 w 7467600"/>
              <a:gd name="connsiteY792" fmla="*/ 899748 h 6858000"/>
              <a:gd name="connsiteX793" fmla="*/ 5651107 w 7467600"/>
              <a:gd name="connsiteY793" fmla="*/ 920306 h 6858000"/>
              <a:gd name="connsiteX794" fmla="*/ 5459407 w 7467600"/>
              <a:gd name="connsiteY794" fmla="*/ 940975 h 6858000"/>
              <a:gd name="connsiteX795" fmla="*/ 5374846 w 7467600"/>
              <a:gd name="connsiteY795" fmla="*/ 941988 h 6858000"/>
              <a:gd name="connsiteX796" fmla="*/ 5256105 w 7467600"/>
              <a:gd name="connsiteY796" fmla="*/ 945632 h 6858000"/>
              <a:gd name="connsiteX797" fmla="*/ 5107071 w 7467600"/>
              <a:gd name="connsiteY797" fmla="*/ 969720 h 6858000"/>
              <a:gd name="connsiteX798" fmla="*/ 4998681 w 7467600"/>
              <a:gd name="connsiteY798" fmla="*/ 988771 h 6858000"/>
              <a:gd name="connsiteX799" fmla="*/ 5870151 w 7467600"/>
              <a:gd name="connsiteY799" fmla="*/ 898890 h 6858000"/>
              <a:gd name="connsiteX800" fmla="*/ 5504425 w 7467600"/>
              <a:gd name="connsiteY800" fmla="*/ 848067 h 6858000"/>
              <a:gd name="connsiteX801" fmla="*/ 4968849 w 7467600"/>
              <a:gd name="connsiteY801" fmla="*/ 962318 h 6858000"/>
              <a:gd name="connsiteX802" fmla="*/ 5104039 w 7467600"/>
              <a:gd name="connsiteY802" fmla="*/ 940634 h 6858000"/>
              <a:gd name="connsiteX803" fmla="*/ 5256311 w 7467600"/>
              <a:gd name="connsiteY803" fmla="*/ 916490 h 6858000"/>
              <a:gd name="connsiteX804" fmla="*/ 5377381 w 7467600"/>
              <a:gd name="connsiteY804" fmla="*/ 912671 h 6858000"/>
              <a:gd name="connsiteX805" fmla="*/ 5460148 w 7467600"/>
              <a:gd name="connsiteY805" fmla="*/ 911442 h 6858000"/>
              <a:gd name="connsiteX806" fmla="*/ 5648971 w 7467600"/>
              <a:gd name="connsiteY806" fmla="*/ 891331 h 6858000"/>
              <a:gd name="connsiteX807" fmla="*/ 5844807 w 7467600"/>
              <a:gd name="connsiteY807" fmla="*/ 870718 h 6858000"/>
              <a:gd name="connsiteX808" fmla="*/ 5862975 w 7467600"/>
              <a:gd name="connsiteY808" fmla="*/ 869756 h 6858000"/>
              <a:gd name="connsiteX809" fmla="*/ 5920887 w 7467600"/>
              <a:gd name="connsiteY809" fmla="*/ 865929 h 6858000"/>
              <a:gd name="connsiteX810" fmla="*/ 5504425 w 7467600"/>
              <a:gd name="connsiteY810" fmla="*/ 848067 h 6858000"/>
              <a:gd name="connsiteX811" fmla="*/ 3607114 w 7467600"/>
              <a:gd name="connsiteY811" fmla="*/ 467441 h 6858000"/>
              <a:gd name="connsiteX812" fmla="*/ 3296242 w 7467600"/>
              <a:gd name="connsiteY812" fmla="*/ 807991 h 6858000"/>
              <a:gd name="connsiteX813" fmla="*/ 3174674 w 7467600"/>
              <a:gd name="connsiteY813" fmla="*/ 919759 h 6858000"/>
              <a:gd name="connsiteX814" fmla="*/ 3042978 w 7467600"/>
              <a:gd name="connsiteY814" fmla="*/ 1054894 h 6858000"/>
              <a:gd name="connsiteX815" fmla="*/ 2968914 w 7467600"/>
              <a:gd name="connsiteY815" fmla="*/ 1133756 h 6858000"/>
              <a:gd name="connsiteX816" fmla="*/ 3103823 w 7467600"/>
              <a:gd name="connsiteY816" fmla="*/ 1026814 h 6858000"/>
              <a:gd name="connsiteX817" fmla="*/ 3607114 w 7467600"/>
              <a:gd name="connsiteY817" fmla="*/ 467441 h 6858000"/>
              <a:gd name="connsiteX818" fmla="*/ 3744487 w 7467600"/>
              <a:gd name="connsiteY818" fmla="*/ 383136 h 6858000"/>
              <a:gd name="connsiteX819" fmla="*/ 3970213 w 7467600"/>
              <a:gd name="connsiteY819" fmla="*/ 995559 h 6858000"/>
              <a:gd name="connsiteX820" fmla="*/ 3744487 w 7467600"/>
              <a:gd name="connsiteY820" fmla="*/ 383136 h 6858000"/>
              <a:gd name="connsiteX821" fmla="*/ 3624562 w 7467600"/>
              <a:gd name="connsiteY821" fmla="*/ 367041 h 6858000"/>
              <a:gd name="connsiteX822" fmla="*/ 3489712 w 7467600"/>
              <a:gd name="connsiteY822" fmla="*/ 485386 h 6858000"/>
              <a:gd name="connsiteX823" fmla="*/ 3182994 w 7467600"/>
              <a:gd name="connsiteY823" fmla="*/ 828265 h 6858000"/>
              <a:gd name="connsiteX824" fmla="*/ 2892114 w 7467600"/>
              <a:gd name="connsiteY824" fmla="*/ 1172635 h 6858000"/>
              <a:gd name="connsiteX825" fmla="*/ 3021459 w 7467600"/>
              <a:gd name="connsiteY825" fmla="*/ 1035385 h 6858000"/>
              <a:gd name="connsiteX826" fmla="*/ 3153873 w 7467600"/>
              <a:gd name="connsiteY826" fmla="*/ 898971 h 6858000"/>
              <a:gd name="connsiteX827" fmla="*/ 3276511 w 7467600"/>
              <a:gd name="connsiteY827" fmla="*/ 786423 h 6858000"/>
              <a:gd name="connsiteX828" fmla="*/ 3584154 w 7467600"/>
              <a:gd name="connsiteY828" fmla="*/ 448218 h 6858000"/>
              <a:gd name="connsiteX829" fmla="*/ 3624562 w 7467600"/>
              <a:gd name="connsiteY829" fmla="*/ 367041 h 6858000"/>
              <a:gd name="connsiteX830" fmla="*/ 3766672 w 7467600"/>
              <a:gd name="connsiteY830" fmla="*/ 359429 h 6858000"/>
              <a:gd name="connsiteX831" fmla="*/ 3996338 w 7467600"/>
              <a:gd name="connsiteY831" fmla="*/ 968237 h 6858000"/>
              <a:gd name="connsiteX832" fmla="*/ 3766672 w 7467600"/>
              <a:gd name="connsiteY832" fmla="*/ 359429 h 6858000"/>
              <a:gd name="connsiteX833" fmla="*/ 5805386 w 7467600"/>
              <a:gd name="connsiteY833" fmla="*/ 239240 h 6858000"/>
              <a:gd name="connsiteX834" fmla="*/ 5736947 w 7467600"/>
              <a:gd name="connsiteY834" fmla="*/ 261367 h 6858000"/>
              <a:gd name="connsiteX835" fmla="*/ 5427012 w 7467600"/>
              <a:gd name="connsiteY835" fmla="*/ 311272 h 6858000"/>
              <a:gd name="connsiteX836" fmla="*/ 5147818 w 7467600"/>
              <a:gd name="connsiteY836" fmla="*/ 322112 h 6858000"/>
              <a:gd name="connsiteX837" fmla="*/ 5060854 w 7467600"/>
              <a:gd name="connsiteY837" fmla="*/ 311882 h 6858000"/>
              <a:gd name="connsiteX838" fmla="*/ 4945989 w 7467600"/>
              <a:gd name="connsiteY838" fmla="*/ 300516 h 6858000"/>
              <a:gd name="connsiteX839" fmla="*/ 5410479 w 7467600"/>
              <a:gd name="connsiteY839" fmla="*/ 348434 h 6858000"/>
              <a:gd name="connsiteX840" fmla="*/ 5805386 w 7467600"/>
              <a:gd name="connsiteY840" fmla="*/ 239240 h 6858000"/>
              <a:gd name="connsiteX841" fmla="*/ 5905192 w 7467600"/>
              <a:gd name="connsiteY841" fmla="*/ 163079 h 6858000"/>
              <a:gd name="connsiteX842" fmla="*/ 5865655 w 7467600"/>
              <a:gd name="connsiteY842" fmla="*/ 171901 h 6858000"/>
              <a:gd name="connsiteX843" fmla="*/ 5259740 w 7467600"/>
              <a:gd name="connsiteY843" fmla="*/ 257013 h 6858000"/>
              <a:gd name="connsiteX844" fmla="*/ 5208466 w 7467600"/>
              <a:gd name="connsiteY844" fmla="*/ 257550 h 6858000"/>
              <a:gd name="connsiteX845" fmla="*/ 4980204 w 7467600"/>
              <a:gd name="connsiteY845" fmla="*/ 271903 h 6858000"/>
              <a:gd name="connsiteX846" fmla="*/ 5068068 w 7467600"/>
              <a:gd name="connsiteY846" fmla="*/ 282244 h 6858000"/>
              <a:gd name="connsiteX847" fmla="*/ 5153231 w 7467600"/>
              <a:gd name="connsiteY847" fmla="*/ 292240 h 6858000"/>
              <a:gd name="connsiteX848" fmla="*/ 5426491 w 7467600"/>
              <a:gd name="connsiteY848" fmla="*/ 281128 h 6858000"/>
              <a:gd name="connsiteX849" fmla="*/ 5731212 w 7467600"/>
              <a:gd name="connsiteY849" fmla="*/ 231951 h 6858000"/>
              <a:gd name="connsiteX850" fmla="*/ 5905192 w 7467600"/>
              <a:gd name="connsiteY850" fmla="*/ 163079 h 6858000"/>
              <a:gd name="connsiteX851" fmla="*/ 5944437 w 7467600"/>
              <a:gd name="connsiteY851" fmla="*/ 113829 h 6858000"/>
              <a:gd name="connsiteX852" fmla="*/ 5825032 w 7467600"/>
              <a:gd name="connsiteY852" fmla="*/ 146405 h 6858000"/>
              <a:gd name="connsiteX853" fmla="*/ 4955599 w 7467600"/>
              <a:gd name="connsiteY853" fmla="*/ 247008 h 6858000"/>
              <a:gd name="connsiteX854" fmla="*/ 5210104 w 7467600"/>
              <a:gd name="connsiteY854" fmla="*/ 228123 h 6858000"/>
              <a:gd name="connsiteX855" fmla="*/ 5261015 w 7467600"/>
              <a:gd name="connsiteY855" fmla="*/ 227087 h 6858000"/>
              <a:gd name="connsiteX856" fmla="*/ 5861181 w 7467600"/>
              <a:gd name="connsiteY856" fmla="*/ 143093 h 6858000"/>
              <a:gd name="connsiteX857" fmla="*/ 5961252 w 7467600"/>
              <a:gd name="connsiteY857" fmla="*/ 114820 h 6858000"/>
              <a:gd name="connsiteX858" fmla="*/ 5944437 w 7467600"/>
              <a:gd name="connsiteY858" fmla="*/ 113829 h 6858000"/>
              <a:gd name="connsiteX859" fmla="*/ 3882765 w 7467600"/>
              <a:gd name="connsiteY859" fmla="*/ 0 h 6858000"/>
              <a:gd name="connsiteX860" fmla="*/ 3995099 w 7467600"/>
              <a:gd name="connsiteY860" fmla="*/ 0 h 6858000"/>
              <a:gd name="connsiteX861" fmla="*/ 4163818 w 7467600"/>
              <a:gd name="connsiteY861" fmla="*/ 234104 h 6858000"/>
              <a:gd name="connsiteX862" fmla="*/ 4172099 w 7467600"/>
              <a:gd name="connsiteY862" fmla="*/ 234207 h 6858000"/>
              <a:gd name="connsiteX863" fmla="*/ 4784282 w 7467600"/>
              <a:gd name="connsiteY863" fmla="*/ 276561 h 6858000"/>
              <a:gd name="connsiteX864" fmla="*/ 4801687 w 7467600"/>
              <a:gd name="connsiteY864" fmla="*/ 267764 h 6858000"/>
              <a:gd name="connsiteX865" fmla="*/ 6082788 w 7467600"/>
              <a:gd name="connsiteY865" fmla="*/ 64119 h 6858000"/>
              <a:gd name="connsiteX866" fmla="*/ 6099442 w 7467600"/>
              <a:gd name="connsiteY866" fmla="*/ 82568 h 6858000"/>
              <a:gd name="connsiteX867" fmla="*/ 4804137 w 7467600"/>
              <a:gd name="connsiteY867" fmla="*/ 320931 h 6858000"/>
              <a:gd name="connsiteX868" fmla="*/ 4227047 w 7467600"/>
              <a:gd name="connsiteY868" fmla="*/ 313415 h 6858000"/>
              <a:gd name="connsiteX869" fmla="*/ 4346041 w 7467600"/>
              <a:gd name="connsiteY869" fmla="*/ 456086 h 6858000"/>
              <a:gd name="connsiteX870" fmla="*/ 4870967 w 7467600"/>
              <a:gd name="connsiteY870" fmla="*/ 963061 h 6858000"/>
              <a:gd name="connsiteX871" fmla="*/ 4889647 w 7467600"/>
              <a:gd name="connsiteY871" fmla="*/ 957147 h 6858000"/>
              <a:gd name="connsiteX872" fmla="*/ 5422504 w 7467600"/>
              <a:gd name="connsiteY872" fmla="*/ 805191 h 6858000"/>
              <a:gd name="connsiteX873" fmla="*/ 6087656 w 7467600"/>
              <a:gd name="connsiteY873" fmla="*/ 826703 h 6858000"/>
              <a:gd name="connsiteX874" fmla="*/ 6058717 w 7467600"/>
              <a:gd name="connsiteY874" fmla="*/ 865992 h 6858000"/>
              <a:gd name="connsiteX875" fmla="*/ 4974153 w 7467600"/>
              <a:gd name="connsiteY875" fmla="*/ 1045456 h 6858000"/>
              <a:gd name="connsiteX876" fmla="*/ 5627835 w 7467600"/>
              <a:gd name="connsiteY876" fmla="*/ 1472077 h 6858000"/>
              <a:gd name="connsiteX877" fmla="*/ 5629817 w 7467600"/>
              <a:gd name="connsiteY877" fmla="*/ 1471412 h 6858000"/>
              <a:gd name="connsiteX878" fmla="*/ 5634124 w 7467600"/>
              <a:gd name="connsiteY878" fmla="*/ 1470572 h 6858000"/>
              <a:gd name="connsiteX879" fmla="*/ 5755832 w 7467600"/>
              <a:gd name="connsiteY879" fmla="*/ 1383886 h 6858000"/>
              <a:gd name="connsiteX880" fmla="*/ 6014186 w 7467600"/>
              <a:gd name="connsiteY880" fmla="*/ 1279799 h 6858000"/>
              <a:gd name="connsiteX881" fmla="*/ 6901619 w 7467600"/>
              <a:gd name="connsiteY881" fmla="*/ 1047874 h 6858000"/>
              <a:gd name="connsiteX882" fmla="*/ 6931566 w 7467600"/>
              <a:gd name="connsiteY882" fmla="*/ 1062034 h 6858000"/>
              <a:gd name="connsiteX883" fmla="*/ 5790982 w 7467600"/>
              <a:gd name="connsiteY883" fmla="*/ 1561380 h 6858000"/>
              <a:gd name="connsiteX884" fmla="*/ 6188971 w 7467600"/>
              <a:gd name="connsiteY884" fmla="*/ 1755168 h 6858000"/>
              <a:gd name="connsiteX885" fmla="*/ 6202446 w 7467600"/>
              <a:gd name="connsiteY885" fmla="*/ 1752268 h 6858000"/>
              <a:gd name="connsiteX886" fmla="*/ 7179560 w 7467600"/>
              <a:gd name="connsiteY886" fmla="*/ 1467551 h 6858000"/>
              <a:gd name="connsiteX887" fmla="*/ 7158730 w 7467600"/>
              <a:gd name="connsiteY887" fmla="*/ 1507835 h 6858000"/>
              <a:gd name="connsiteX888" fmla="*/ 6326959 w 7467600"/>
              <a:gd name="connsiteY888" fmla="*/ 1817686 h 6858000"/>
              <a:gd name="connsiteX889" fmla="*/ 6537433 w 7467600"/>
              <a:gd name="connsiteY889" fmla="*/ 1907790 h 6858000"/>
              <a:gd name="connsiteX890" fmla="*/ 6550221 w 7467600"/>
              <a:gd name="connsiteY890" fmla="*/ 1910729 h 6858000"/>
              <a:gd name="connsiteX891" fmla="*/ 6964438 w 7467600"/>
              <a:gd name="connsiteY891" fmla="*/ 2209505 h 6858000"/>
              <a:gd name="connsiteX892" fmla="*/ 7367862 w 7467600"/>
              <a:gd name="connsiteY892" fmla="*/ 2806833 h 6858000"/>
              <a:gd name="connsiteX893" fmla="*/ 7364329 w 7467600"/>
              <a:gd name="connsiteY893" fmla="*/ 2826907 h 6858000"/>
              <a:gd name="connsiteX894" fmla="*/ 7290545 w 7467600"/>
              <a:gd name="connsiteY894" fmla="*/ 2850663 h 6858000"/>
              <a:gd name="connsiteX895" fmla="*/ 6472036 w 7467600"/>
              <a:gd name="connsiteY895" fmla="*/ 1959003 h 6858000"/>
              <a:gd name="connsiteX896" fmla="*/ 5792897 w 7467600"/>
              <a:gd name="connsiteY896" fmla="*/ 1647747 h 6858000"/>
              <a:gd name="connsiteX897" fmla="*/ 5842751 w 7467600"/>
              <a:gd name="connsiteY897" fmla="*/ 1816112 h 6858000"/>
              <a:gd name="connsiteX898" fmla="*/ 5847424 w 7467600"/>
              <a:gd name="connsiteY898" fmla="*/ 1815776 h 6858000"/>
              <a:gd name="connsiteX899" fmla="*/ 6399821 w 7467600"/>
              <a:gd name="connsiteY899" fmla="*/ 2344799 h 6858000"/>
              <a:gd name="connsiteX900" fmla="*/ 6323232 w 7467600"/>
              <a:gd name="connsiteY900" fmla="*/ 2389634 h 6858000"/>
              <a:gd name="connsiteX901" fmla="*/ 5942958 w 7467600"/>
              <a:gd name="connsiteY901" fmla="*/ 2077708 h 6858000"/>
              <a:gd name="connsiteX902" fmla="*/ 5921559 w 7467600"/>
              <a:gd name="connsiteY902" fmla="*/ 2378596 h 6858000"/>
              <a:gd name="connsiteX903" fmla="*/ 5817651 w 7467600"/>
              <a:gd name="connsiteY903" fmla="*/ 3023919 h 6858000"/>
              <a:gd name="connsiteX904" fmla="*/ 5729634 w 7467600"/>
              <a:gd name="connsiteY904" fmla="*/ 3051849 h 6858000"/>
              <a:gd name="connsiteX905" fmla="*/ 5611018 w 7467600"/>
              <a:gd name="connsiteY905" fmla="*/ 2316769 h 6858000"/>
              <a:gd name="connsiteX906" fmla="*/ 5687608 w 7467600"/>
              <a:gd name="connsiteY906" fmla="*/ 2039972 h 6858000"/>
              <a:gd name="connsiteX907" fmla="*/ 5657554 w 7467600"/>
              <a:gd name="connsiteY907" fmla="*/ 1576445 h 6858000"/>
              <a:gd name="connsiteX908" fmla="*/ 5150475 w 7467600"/>
              <a:gd name="connsiteY908" fmla="*/ 1274012 h 6858000"/>
              <a:gd name="connsiteX909" fmla="*/ 5349142 w 7467600"/>
              <a:gd name="connsiteY909" fmla="*/ 2204405 h 6858000"/>
              <a:gd name="connsiteX910" fmla="*/ 5262214 w 7467600"/>
              <a:gd name="connsiteY910" fmla="*/ 2233836 h 6858000"/>
              <a:gd name="connsiteX911" fmla="*/ 4981539 w 7467600"/>
              <a:gd name="connsiteY911" fmla="*/ 1542201 h 6858000"/>
              <a:gd name="connsiteX912" fmla="*/ 4958461 w 7467600"/>
              <a:gd name="connsiteY912" fmla="*/ 1136957 h 6858000"/>
              <a:gd name="connsiteX913" fmla="*/ 4655015 w 7467600"/>
              <a:gd name="connsiteY913" fmla="*/ 891426 h 6858000"/>
              <a:gd name="connsiteX914" fmla="*/ 4348002 w 7467600"/>
              <a:gd name="connsiteY914" fmla="*/ 2205895 h 6858000"/>
              <a:gd name="connsiteX915" fmla="*/ 4262250 w 7467600"/>
              <a:gd name="connsiteY915" fmla="*/ 2219972 h 6858000"/>
              <a:gd name="connsiteX916" fmla="*/ 4550611 w 7467600"/>
              <a:gd name="connsiteY916" fmla="*/ 817540 h 6858000"/>
              <a:gd name="connsiteX917" fmla="*/ 4564418 w 7467600"/>
              <a:gd name="connsiteY917" fmla="*/ 808293 h 6858000"/>
              <a:gd name="connsiteX918" fmla="*/ 4266388 w 7467600"/>
              <a:gd name="connsiteY918" fmla="*/ 500083 h 6858000"/>
              <a:gd name="connsiteX919" fmla="*/ 4032842 w 7467600"/>
              <a:gd name="connsiteY919" fmla="*/ 211809 h 6858000"/>
              <a:gd name="connsiteX920" fmla="*/ 3882765 w 7467600"/>
              <a:gd name="connsiteY920" fmla="*/ 0 h 6858000"/>
              <a:gd name="connsiteX921" fmla="*/ 3721337 w 7467600"/>
              <a:gd name="connsiteY921" fmla="*/ 0 h 6858000"/>
              <a:gd name="connsiteX922" fmla="*/ 3797544 w 7467600"/>
              <a:gd name="connsiteY922" fmla="*/ 0 h 6858000"/>
              <a:gd name="connsiteX923" fmla="*/ 3775734 w 7467600"/>
              <a:gd name="connsiteY923" fmla="*/ 95131 h 6858000"/>
              <a:gd name="connsiteX924" fmla="*/ 3724807 w 7467600"/>
              <a:gd name="connsiteY924" fmla="*/ 272257 h 6858000"/>
              <a:gd name="connsiteX925" fmla="*/ 3726844 w 7467600"/>
              <a:gd name="connsiteY925" fmla="*/ 282988 h 6858000"/>
              <a:gd name="connsiteX926" fmla="*/ 3742664 w 7467600"/>
              <a:gd name="connsiteY926" fmla="*/ 279918 h 6858000"/>
              <a:gd name="connsiteX927" fmla="*/ 4103910 w 7467600"/>
              <a:gd name="connsiteY927" fmla="*/ 1161917 h 6858000"/>
              <a:gd name="connsiteX928" fmla="*/ 4020269 w 7467600"/>
              <a:gd name="connsiteY928" fmla="*/ 1200406 h 6858000"/>
              <a:gd name="connsiteX929" fmla="*/ 3674882 w 7467600"/>
              <a:gd name="connsiteY929" fmla="*/ 488524 h 6858000"/>
              <a:gd name="connsiteX930" fmla="*/ 3132682 w 7467600"/>
              <a:gd name="connsiteY930" fmla="*/ 1072284 h 6858000"/>
              <a:gd name="connsiteX931" fmla="*/ 2716346 w 7467600"/>
              <a:gd name="connsiteY931" fmla="*/ 1276376 h 6858000"/>
              <a:gd name="connsiteX932" fmla="*/ 2716772 w 7467600"/>
              <a:gd name="connsiteY932" fmla="*/ 1255462 h 6858000"/>
              <a:gd name="connsiteX933" fmla="*/ 3471096 w 7467600"/>
              <a:gd name="connsiteY933" fmla="*/ 437072 h 6858000"/>
              <a:gd name="connsiteX934" fmla="*/ 3639057 w 7467600"/>
              <a:gd name="connsiteY934" fmla="*/ 286334 h 6858000"/>
              <a:gd name="connsiteX935" fmla="*/ 3640309 w 7467600"/>
              <a:gd name="connsiteY935" fmla="*/ 284664 h 6858000"/>
              <a:gd name="connsiteX936" fmla="*/ 3646022 w 7467600"/>
              <a:gd name="connsiteY936" fmla="*/ 276711 h 6858000"/>
              <a:gd name="connsiteX937" fmla="*/ 3707943 w 7467600"/>
              <a:gd name="connsiteY937" fmla="*/ 65958 h 6858000"/>
              <a:gd name="connsiteX938" fmla="*/ 3721337 w 7467600"/>
              <a:gd name="connsiteY938" fmla="*/ 0 h 6858000"/>
              <a:gd name="connsiteX939" fmla="*/ 2867960 w 7467600"/>
              <a:gd name="connsiteY939" fmla="*/ 0 h 6858000"/>
              <a:gd name="connsiteX940" fmla="*/ 2926351 w 7467600"/>
              <a:gd name="connsiteY940" fmla="*/ 0 h 6858000"/>
              <a:gd name="connsiteX941" fmla="*/ 2902823 w 7467600"/>
              <a:gd name="connsiteY941" fmla="*/ 262929 h 6858000"/>
              <a:gd name="connsiteX942" fmla="*/ 2940663 w 7467600"/>
              <a:gd name="connsiteY942" fmla="*/ 140884 h 6858000"/>
              <a:gd name="connsiteX943" fmla="*/ 2947039 w 7467600"/>
              <a:gd name="connsiteY943" fmla="*/ 122524 h 6858000"/>
              <a:gd name="connsiteX944" fmla="*/ 2984316 w 7467600"/>
              <a:gd name="connsiteY944" fmla="*/ 0 h 6858000"/>
              <a:gd name="connsiteX945" fmla="*/ 3016114 w 7467600"/>
              <a:gd name="connsiteY945" fmla="*/ 0 h 6858000"/>
              <a:gd name="connsiteX946" fmla="*/ 2979949 w 7467600"/>
              <a:gd name="connsiteY946" fmla="*/ 119274 h 6858000"/>
              <a:gd name="connsiteX947" fmla="*/ 3023879 w 7467600"/>
              <a:gd name="connsiteY947" fmla="*/ 0 h 6858000"/>
              <a:gd name="connsiteX948" fmla="*/ 3105400 w 7467600"/>
              <a:gd name="connsiteY948" fmla="*/ 0 h 6858000"/>
              <a:gd name="connsiteX949" fmla="*/ 3094669 w 7467600"/>
              <a:gd name="connsiteY949" fmla="*/ 30308 h 6858000"/>
              <a:gd name="connsiteX950" fmla="*/ 2901945 w 7467600"/>
              <a:gd name="connsiteY950" fmla="*/ 466538 h 6858000"/>
              <a:gd name="connsiteX951" fmla="*/ 2815209 w 7467600"/>
              <a:gd name="connsiteY951" fmla="*/ 497361 h 6858000"/>
              <a:gd name="connsiteX952" fmla="*/ 2844845 w 7467600"/>
              <a:gd name="connsiteY952" fmla="*/ 127638 h 6858000"/>
              <a:gd name="connsiteX953" fmla="*/ 2867960 w 7467600"/>
              <a:gd name="connsiteY953" fmla="*/ 0 h 6858000"/>
              <a:gd name="connsiteX954" fmla="*/ 1057230 w 7467600"/>
              <a:gd name="connsiteY954" fmla="*/ 0 h 6858000"/>
              <a:gd name="connsiteX955" fmla="*/ 1111003 w 7467600"/>
              <a:gd name="connsiteY955" fmla="*/ 0 h 6858000"/>
              <a:gd name="connsiteX956" fmla="*/ 1125553 w 7467600"/>
              <a:gd name="connsiteY956" fmla="*/ 52588 h 6858000"/>
              <a:gd name="connsiteX957" fmla="*/ 1304276 w 7467600"/>
              <a:gd name="connsiteY957" fmla="*/ 476275 h 6858000"/>
              <a:gd name="connsiteX958" fmla="*/ 1492066 w 7467600"/>
              <a:gd name="connsiteY958" fmla="*/ 886333 h 6858000"/>
              <a:gd name="connsiteX959" fmla="*/ 1423698 w 7467600"/>
              <a:gd name="connsiteY959" fmla="*/ 710817 h 6858000"/>
              <a:gd name="connsiteX960" fmla="*/ 1357609 w 7467600"/>
              <a:gd name="connsiteY960" fmla="*/ 532892 h 6858000"/>
              <a:gd name="connsiteX961" fmla="*/ 1309550 w 7467600"/>
              <a:gd name="connsiteY961" fmla="*/ 374031 h 6858000"/>
              <a:gd name="connsiteX962" fmla="*/ 1193673 w 7467600"/>
              <a:gd name="connsiteY962" fmla="*/ 49533 h 6858000"/>
              <a:gd name="connsiteX963" fmla="*/ 1164391 w 7467600"/>
              <a:gd name="connsiteY963" fmla="*/ 0 h 6858000"/>
              <a:gd name="connsiteX964" fmla="*/ 1200666 w 7467600"/>
              <a:gd name="connsiteY964" fmla="*/ 0 h 6858000"/>
              <a:gd name="connsiteX965" fmla="*/ 1223408 w 7467600"/>
              <a:gd name="connsiteY965" fmla="*/ 38996 h 6858000"/>
              <a:gd name="connsiteX966" fmla="*/ 1339635 w 7467600"/>
              <a:gd name="connsiteY966" fmla="*/ 365517 h 6858000"/>
              <a:gd name="connsiteX967" fmla="*/ 1387469 w 7467600"/>
              <a:gd name="connsiteY967" fmla="*/ 523079 h 6858000"/>
              <a:gd name="connsiteX968" fmla="*/ 1452685 w 7467600"/>
              <a:gd name="connsiteY968" fmla="*/ 699806 h 6858000"/>
              <a:gd name="connsiteX969" fmla="*/ 1492092 w 7467600"/>
              <a:gd name="connsiteY969" fmla="*/ 800424 h 6858000"/>
              <a:gd name="connsiteX970" fmla="*/ 1455302 w 7467600"/>
              <a:gd name="connsiteY970" fmla="*/ 632913 h 6858000"/>
              <a:gd name="connsiteX971" fmla="*/ 1222336 w 7467600"/>
              <a:gd name="connsiteY971" fmla="*/ 9480 h 6858000"/>
              <a:gd name="connsiteX972" fmla="*/ 1214634 w 7467600"/>
              <a:gd name="connsiteY972" fmla="*/ 0 h 6858000"/>
              <a:gd name="connsiteX973" fmla="*/ 1289827 w 7467600"/>
              <a:gd name="connsiteY973" fmla="*/ 0 h 6858000"/>
              <a:gd name="connsiteX974" fmla="*/ 1321076 w 7467600"/>
              <a:gd name="connsiteY974" fmla="*/ 59722 h 6858000"/>
              <a:gd name="connsiteX975" fmla="*/ 1512579 w 7467600"/>
              <a:gd name="connsiteY975" fmla="*/ 626441 h 6858000"/>
              <a:gd name="connsiteX976" fmla="*/ 1506076 w 7467600"/>
              <a:gd name="connsiteY976" fmla="*/ 1089289 h 6858000"/>
              <a:gd name="connsiteX977" fmla="*/ 1486346 w 7467600"/>
              <a:gd name="connsiteY977" fmla="*/ 1079919 h 6858000"/>
              <a:gd name="connsiteX978" fmla="*/ 1070511 w 7467600"/>
              <a:gd name="connsiteY978" fmla="*/ 48609 h 6858000"/>
              <a:gd name="connsiteX979" fmla="*/ 1057230 w 7467600"/>
              <a:gd name="connsiteY979" fmla="*/ 0 h 6858000"/>
              <a:gd name="connsiteX980" fmla="*/ 43151 w 7467600"/>
              <a:gd name="connsiteY980" fmla="*/ 0 h 6858000"/>
              <a:gd name="connsiteX981" fmla="*/ 95283 w 7467600"/>
              <a:gd name="connsiteY981" fmla="*/ 0 h 6858000"/>
              <a:gd name="connsiteX982" fmla="*/ 300708 w 7467600"/>
              <a:gd name="connsiteY982" fmla="*/ 154571 h 6858000"/>
              <a:gd name="connsiteX983" fmla="*/ 530414 w 7467600"/>
              <a:gd name="connsiteY983" fmla="*/ 354673 h 6858000"/>
              <a:gd name="connsiteX984" fmla="*/ 333785 w 7467600"/>
              <a:gd name="connsiteY984" fmla="*/ 161564 h 6858000"/>
              <a:gd name="connsiteX985" fmla="*/ 147005 w 7467600"/>
              <a:gd name="connsiteY985" fmla="*/ 0 h 6858000"/>
              <a:gd name="connsiteX986" fmla="*/ 272509 w 7467600"/>
              <a:gd name="connsiteY986" fmla="*/ 0 h 6858000"/>
              <a:gd name="connsiteX987" fmla="*/ 326276 w 7467600"/>
              <a:gd name="connsiteY987" fmla="*/ 45847 h 6858000"/>
              <a:gd name="connsiteX988" fmla="*/ 823759 w 7467600"/>
              <a:gd name="connsiteY988" fmla="*/ 574145 h 6858000"/>
              <a:gd name="connsiteX989" fmla="*/ 811254 w 7467600"/>
              <a:gd name="connsiteY989" fmla="*/ 665546 h 6858000"/>
              <a:gd name="connsiteX990" fmla="*/ 154042 w 7467600"/>
              <a:gd name="connsiteY990" fmla="*/ 261522 h 6858000"/>
              <a:gd name="connsiteX991" fmla="*/ 13550 w 7467600"/>
              <a:gd name="connsiteY991" fmla="*/ 158423 h 6858000"/>
              <a:gd name="connsiteX992" fmla="*/ 0 w 7467600"/>
              <a:gd name="connsiteY992" fmla="*/ 146618 h 6858000"/>
              <a:gd name="connsiteX993" fmla="*/ 0 w 7467600"/>
              <a:gd name="connsiteY993" fmla="*/ 59161 h 6858000"/>
              <a:gd name="connsiteX994" fmla="*/ 45427 w 7467600"/>
              <a:gd name="connsiteY994" fmla="*/ 101078 h 6858000"/>
              <a:gd name="connsiteX995" fmla="*/ 630103 w 7467600"/>
              <a:gd name="connsiteY995" fmla="*/ 485885 h 6858000"/>
              <a:gd name="connsiteX996" fmla="*/ 532040 w 7467600"/>
              <a:gd name="connsiteY996" fmla="*/ 399359 h 6858000"/>
              <a:gd name="connsiteX997" fmla="*/ 517618 w 7467600"/>
              <a:gd name="connsiteY997" fmla="*/ 385726 h 6858000"/>
              <a:gd name="connsiteX998" fmla="*/ 285074 w 7467600"/>
              <a:gd name="connsiteY998" fmla="*/ 182755 h 6858000"/>
              <a:gd name="connsiteX999" fmla="*/ 43151 w 7467600"/>
              <a:gd name="connsiteY99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361850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1903353 w 7467600"/>
              <a:gd name="connsiteY143" fmla="*/ 5044827 h 6858000"/>
              <a:gd name="connsiteX144" fmla="*/ 1936931 w 7467600"/>
              <a:gd name="connsiteY144" fmla="*/ 5093954 h 6858000"/>
              <a:gd name="connsiteX145" fmla="*/ 2195868 w 7467600"/>
              <a:gd name="connsiteY145" fmla="*/ 5396574 h 6858000"/>
              <a:gd name="connsiteX146" fmla="*/ 2088852 w 7467600"/>
              <a:gd name="connsiteY146" fmla="*/ 5166123 h 6858000"/>
              <a:gd name="connsiteX147" fmla="*/ 1958241 w 7467600"/>
              <a:gd name="connsiteY147" fmla="*/ 5067955 h 6858000"/>
              <a:gd name="connsiteX148" fmla="*/ 1903353 w 7467600"/>
              <a:gd name="connsiteY148" fmla="*/ 5044827 h 6858000"/>
              <a:gd name="connsiteX149" fmla="*/ 1979378 w 7467600"/>
              <a:gd name="connsiteY149" fmla="*/ 4769504 h 6858000"/>
              <a:gd name="connsiteX150" fmla="*/ 2882120 w 7467600"/>
              <a:gd name="connsiteY150" fmla="*/ 5064547 h 6858000"/>
              <a:gd name="connsiteX151" fmla="*/ 2793103 w 7467600"/>
              <a:gd name="connsiteY151" fmla="*/ 5039699 h 6858000"/>
              <a:gd name="connsiteX152" fmla="*/ 2770041 w 7467600"/>
              <a:gd name="connsiteY152" fmla="*/ 5033634 h 6858000"/>
              <a:gd name="connsiteX153" fmla="*/ 1979378 w 7467600"/>
              <a:gd name="connsiteY153" fmla="*/ 4769504 h 6858000"/>
              <a:gd name="connsiteX154" fmla="*/ 1927410 w 7467600"/>
              <a:gd name="connsiteY154" fmla="*/ 4716164 h 6858000"/>
              <a:gd name="connsiteX155" fmla="*/ 1959587 w 7467600"/>
              <a:gd name="connsiteY155" fmla="*/ 4728849 h 6858000"/>
              <a:gd name="connsiteX156" fmla="*/ 2777707 w 7467600"/>
              <a:gd name="connsiteY156" fmla="*/ 5003991 h 6858000"/>
              <a:gd name="connsiteX157" fmla="*/ 2800768 w 7467600"/>
              <a:gd name="connsiteY157" fmla="*/ 5010056 h 6858000"/>
              <a:gd name="connsiteX158" fmla="*/ 2879408 w 7467600"/>
              <a:gd name="connsiteY158" fmla="*/ 5031590 h 6858000"/>
              <a:gd name="connsiteX159" fmla="*/ 2862295 w 7467600"/>
              <a:gd name="connsiteY159" fmla="*/ 5022958 h 6858000"/>
              <a:gd name="connsiteX160" fmla="*/ 2813343 w 7467600"/>
              <a:gd name="connsiteY160" fmla="*/ 4998369 h 6858000"/>
              <a:gd name="connsiteX161" fmla="*/ 2646245 w 7467600"/>
              <a:gd name="connsiteY161" fmla="*/ 4930999 h 6858000"/>
              <a:gd name="connsiteX162" fmla="*/ 1999243 w 7467600"/>
              <a:gd name="connsiteY162" fmla="*/ 4730524 h 6858000"/>
              <a:gd name="connsiteX163" fmla="*/ 1979527 w 7467600"/>
              <a:gd name="connsiteY163" fmla="*/ 4726651 h 6858000"/>
              <a:gd name="connsiteX164" fmla="*/ 1927410 w 7467600"/>
              <a:gd name="connsiteY164" fmla="*/ 4716164 h 6858000"/>
              <a:gd name="connsiteX165" fmla="*/ 1997014 w 7467600"/>
              <a:gd name="connsiteY165" fmla="*/ 4698007 h 6858000"/>
              <a:gd name="connsiteX166" fmla="*/ 2005458 w 7467600"/>
              <a:gd name="connsiteY166" fmla="*/ 4699540 h 6858000"/>
              <a:gd name="connsiteX167" fmla="*/ 2657186 w 7467600"/>
              <a:gd name="connsiteY167" fmla="*/ 4901687 h 6858000"/>
              <a:gd name="connsiteX168" fmla="*/ 2826662 w 7467600"/>
              <a:gd name="connsiteY168" fmla="*/ 4970362 h 6858000"/>
              <a:gd name="connsiteX169" fmla="*/ 2876100 w 7467600"/>
              <a:gd name="connsiteY169" fmla="*/ 4995397 h 6858000"/>
              <a:gd name="connsiteX170" fmla="*/ 3042600 w 7467600"/>
              <a:gd name="connsiteY170" fmla="*/ 5059532 h 6858000"/>
              <a:gd name="connsiteX171" fmla="*/ 1997014 w 7467600"/>
              <a:gd name="connsiteY171" fmla="*/ 4698007 h 6858000"/>
              <a:gd name="connsiteX172" fmla="*/ 2305292 w 7467600"/>
              <a:gd name="connsiteY172" fmla="*/ 4219492 h 6858000"/>
              <a:gd name="connsiteX173" fmla="*/ 3360922 w 7467600"/>
              <a:gd name="connsiteY173" fmla="*/ 4529373 h 6858000"/>
              <a:gd name="connsiteX174" fmla="*/ 3492420 w 7467600"/>
              <a:gd name="connsiteY174" fmla="*/ 4510145 h 6858000"/>
              <a:gd name="connsiteX175" fmla="*/ 3364086 w 7467600"/>
              <a:gd name="connsiteY175" fmla="*/ 4480340 h 6858000"/>
              <a:gd name="connsiteX176" fmla="*/ 3225818 w 7467600"/>
              <a:gd name="connsiteY176" fmla="*/ 4411822 h 6858000"/>
              <a:gd name="connsiteX177" fmla="*/ 3129696 w 7467600"/>
              <a:gd name="connsiteY177" fmla="*/ 4360704 h 6858000"/>
              <a:gd name="connsiteX178" fmla="*/ 2814545 w 7467600"/>
              <a:gd name="connsiteY178" fmla="*/ 4282955 h 6858000"/>
              <a:gd name="connsiteX179" fmla="*/ 2305292 w 7467600"/>
              <a:gd name="connsiteY179" fmla="*/ 4219492 h 6858000"/>
              <a:gd name="connsiteX180" fmla="*/ 2626982 w 7467600"/>
              <a:gd name="connsiteY180" fmla="*/ 4206450 h 6858000"/>
              <a:gd name="connsiteX181" fmla="*/ 2490617 w 7467600"/>
              <a:gd name="connsiteY181" fmla="*/ 4206951 h 6858000"/>
              <a:gd name="connsiteX182" fmla="*/ 2819869 w 7467600"/>
              <a:gd name="connsiteY182" fmla="*/ 4252936 h 6858000"/>
              <a:gd name="connsiteX183" fmla="*/ 3143018 w 7467600"/>
              <a:gd name="connsiteY183" fmla="*/ 4332698 h 6858000"/>
              <a:gd name="connsiteX184" fmla="*/ 3241520 w 7467600"/>
              <a:gd name="connsiteY184" fmla="*/ 4385112 h 6858000"/>
              <a:gd name="connsiteX185" fmla="*/ 3374575 w 7467600"/>
              <a:gd name="connsiteY185" fmla="*/ 4451517 h 6858000"/>
              <a:gd name="connsiteX186" fmla="*/ 3505221 w 7467600"/>
              <a:gd name="connsiteY186" fmla="*/ 4480757 h 6858000"/>
              <a:gd name="connsiteX187" fmla="*/ 2626982 w 7467600"/>
              <a:gd name="connsiteY187" fmla="*/ 4206450 h 6858000"/>
              <a:gd name="connsiteX188" fmla="*/ 1310106 w 7467600"/>
              <a:gd name="connsiteY188" fmla="*/ 3943217 h 6858000"/>
              <a:gd name="connsiteX189" fmla="*/ 854994 w 7467600"/>
              <a:gd name="connsiteY189" fmla="*/ 4399136 h 6858000"/>
              <a:gd name="connsiteX190" fmla="*/ 742462 w 7467600"/>
              <a:gd name="connsiteY190" fmla="*/ 4594648 h 6858000"/>
              <a:gd name="connsiteX191" fmla="*/ 820602 w 7467600"/>
              <a:gd name="connsiteY191" fmla="*/ 4485915 h 6858000"/>
              <a:gd name="connsiteX192" fmla="*/ 878295 w 7467600"/>
              <a:gd name="connsiteY192" fmla="*/ 4403594 h 6858000"/>
              <a:gd name="connsiteX193" fmla="*/ 1240607 w 7467600"/>
              <a:gd name="connsiteY193" fmla="*/ 4010401 h 6858000"/>
              <a:gd name="connsiteX194" fmla="*/ 1310106 w 7467600"/>
              <a:gd name="connsiteY194" fmla="*/ 3943217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316479 w 7467600"/>
              <a:gd name="connsiteY205" fmla="*/ 3872136 h 6858000"/>
              <a:gd name="connsiteX206" fmla="*/ 3291335 w 7467600"/>
              <a:gd name="connsiteY206" fmla="*/ 3767420 h 6858000"/>
              <a:gd name="connsiteX207" fmla="*/ 3390805 w 7467600"/>
              <a:gd name="connsiteY207" fmla="*/ 3937163 h 6858000"/>
              <a:gd name="connsiteX208" fmla="*/ 3579062 w 7467600"/>
              <a:gd name="connsiteY208" fmla="*/ 4359040 h 6858000"/>
              <a:gd name="connsiteX209" fmla="*/ 3467355 w 7467600"/>
              <a:gd name="connsiteY209" fmla="*/ 3988130 h 6858000"/>
              <a:gd name="connsiteX210" fmla="*/ 3310753 w 7467600"/>
              <a:gd name="connsiteY210" fmla="*/ 3787140 h 6858000"/>
              <a:gd name="connsiteX211" fmla="*/ 3291335 w 7467600"/>
              <a:gd name="connsiteY211" fmla="*/ 3767420 h 6858000"/>
              <a:gd name="connsiteX212" fmla="*/ 1635889 w 7467600"/>
              <a:gd name="connsiteY212" fmla="*/ 3709494 h 6858000"/>
              <a:gd name="connsiteX213" fmla="*/ 1634800 w 7467600"/>
              <a:gd name="connsiteY213" fmla="*/ 3731111 h 6858000"/>
              <a:gd name="connsiteX214" fmla="*/ 1635889 w 7467600"/>
              <a:gd name="connsiteY214" fmla="*/ 3709494 h 6858000"/>
              <a:gd name="connsiteX215" fmla="*/ 1510397 w 7467600"/>
              <a:gd name="connsiteY215" fmla="*/ 3684705 h 6858000"/>
              <a:gd name="connsiteX216" fmla="*/ 1146550 w 7467600"/>
              <a:gd name="connsiteY216" fmla="*/ 3802012 h 6858000"/>
              <a:gd name="connsiteX217" fmla="*/ 698834 w 7467600"/>
              <a:gd name="connsiteY217" fmla="*/ 3952272 h 6858000"/>
              <a:gd name="connsiteX218" fmla="*/ 34256 w 7467600"/>
              <a:gd name="connsiteY218" fmla="*/ 4347603 h 6858000"/>
              <a:gd name="connsiteX219" fmla="*/ 527241 w 7467600"/>
              <a:gd name="connsiteY219" fmla="*/ 4065078 h 6858000"/>
              <a:gd name="connsiteX220" fmla="*/ 1510397 w 7467600"/>
              <a:gd name="connsiteY220" fmla="*/ 3684705 h 6858000"/>
              <a:gd name="connsiteX221" fmla="*/ 1313114 w 7467600"/>
              <a:gd name="connsiteY221" fmla="*/ 3655216 h 6858000"/>
              <a:gd name="connsiteX222" fmla="*/ 1109304 w 7467600"/>
              <a:gd name="connsiteY222" fmla="*/ 3669030 h 6858000"/>
              <a:gd name="connsiteX223" fmla="*/ 8129 w 7467600"/>
              <a:gd name="connsiteY223" fmla="*/ 4330519 h 6858000"/>
              <a:gd name="connsiteX224" fmla="*/ 687572 w 7467600"/>
              <a:gd name="connsiteY224" fmla="*/ 3925629 h 6858000"/>
              <a:gd name="connsiteX225" fmla="*/ 1138365 w 7467600"/>
              <a:gd name="connsiteY225" fmla="*/ 3774515 h 6858000"/>
              <a:gd name="connsiteX226" fmla="*/ 1505579 w 7467600"/>
              <a:gd name="connsiteY226" fmla="*/ 3655526 h 6858000"/>
              <a:gd name="connsiteX227" fmla="*/ 1313114 w 7467600"/>
              <a:gd name="connsiteY227" fmla="*/ 3655216 h 6858000"/>
              <a:gd name="connsiteX228" fmla="*/ 3655073 w 7467600"/>
              <a:gd name="connsiteY228" fmla="*/ 3650884 h 6858000"/>
              <a:gd name="connsiteX229" fmla="*/ 3989938 w 7467600"/>
              <a:gd name="connsiteY229" fmla="*/ 3991685 h 6858000"/>
              <a:gd name="connsiteX230" fmla="*/ 4393907 w 7467600"/>
              <a:gd name="connsiteY230" fmla="*/ 4261258 h 6858000"/>
              <a:gd name="connsiteX231" fmla="*/ 4648051 w 7467600"/>
              <a:gd name="connsiteY231" fmla="*/ 4374051 h 6858000"/>
              <a:gd name="connsiteX232" fmla="*/ 4383389 w 7467600"/>
              <a:gd name="connsiteY232" fmla="*/ 4184369 h 6858000"/>
              <a:gd name="connsiteX233" fmla="*/ 4165508 w 7467600"/>
              <a:gd name="connsiteY233" fmla="*/ 4035196 h 6858000"/>
              <a:gd name="connsiteX234" fmla="*/ 4068162 w 7467600"/>
              <a:gd name="connsiteY234" fmla="*/ 3953394 h 6858000"/>
              <a:gd name="connsiteX235" fmla="*/ 3981416 w 7467600"/>
              <a:gd name="connsiteY235" fmla="*/ 3880482 h 6858000"/>
              <a:gd name="connsiteX236" fmla="*/ 3800147 w 7467600"/>
              <a:gd name="connsiteY236" fmla="*/ 3749872 h 6858000"/>
              <a:gd name="connsiteX237" fmla="*/ 3655073 w 7467600"/>
              <a:gd name="connsiteY237" fmla="*/ 3650884 h 6858000"/>
              <a:gd name="connsiteX238" fmla="*/ 3670252 w 7467600"/>
              <a:gd name="connsiteY238" fmla="*/ 3622798 h 6858000"/>
              <a:gd name="connsiteX239" fmla="*/ 3817258 w 7467600"/>
              <a:gd name="connsiteY239" fmla="*/ 3723577 h 6858000"/>
              <a:gd name="connsiteX240" fmla="*/ 4000461 w 7467600"/>
              <a:gd name="connsiteY240" fmla="*/ 3855966 h 6858000"/>
              <a:gd name="connsiteX241" fmla="*/ 4088180 w 7467600"/>
              <a:gd name="connsiteY241" fmla="*/ 3929774 h 6858000"/>
              <a:gd name="connsiteX242" fmla="*/ 4184555 w 7467600"/>
              <a:gd name="connsiteY242" fmla="*/ 4010683 h 6858000"/>
              <a:gd name="connsiteX243" fmla="*/ 4399563 w 7467600"/>
              <a:gd name="connsiteY243" fmla="*/ 4158106 h 6858000"/>
              <a:gd name="connsiteX244" fmla="*/ 4684469 w 7467600"/>
              <a:gd name="connsiteY244" fmla="*/ 4364680 h 6858000"/>
              <a:gd name="connsiteX245" fmla="*/ 4690271 w 7467600"/>
              <a:gd name="connsiteY245" fmla="*/ 4370034 h 6858000"/>
              <a:gd name="connsiteX246" fmla="*/ 4136093 w 7467600"/>
              <a:gd name="connsiteY246" fmla="*/ 3858466 h 6858000"/>
              <a:gd name="connsiteX247" fmla="*/ 3670252 w 7467600"/>
              <a:gd name="connsiteY247" fmla="*/ 3622798 h 6858000"/>
              <a:gd name="connsiteX248" fmla="*/ 4440129 w 7467600"/>
              <a:gd name="connsiteY248" fmla="*/ 3448571 h 6858000"/>
              <a:gd name="connsiteX249" fmla="*/ 4856525 w 7467600"/>
              <a:gd name="connsiteY249" fmla="*/ 3915351 h 6858000"/>
              <a:gd name="connsiteX250" fmla="*/ 5059055 w 7467600"/>
              <a:gd name="connsiteY250" fmla="*/ 4108918 h 6858000"/>
              <a:gd name="connsiteX251" fmla="*/ 5290070 w 7467600"/>
              <a:gd name="connsiteY251" fmla="*/ 4263619 h 6858000"/>
              <a:gd name="connsiteX252" fmla="*/ 4834991 w 7467600"/>
              <a:gd name="connsiteY252" fmla="*/ 3830985 h 6858000"/>
              <a:gd name="connsiteX253" fmla="*/ 4440129 w 7467600"/>
              <a:gd name="connsiteY253" fmla="*/ 3448571 h 6858000"/>
              <a:gd name="connsiteX254" fmla="*/ 4441737 w 7467600"/>
              <a:gd name="connsiteY254" fmla="*/ 3399734 h 6858000"/>
              <a:gd name="connsiteX255" fmla="*/ 4431236 w 7467600"/>
              <a:gd name="connsiteY255" fmla="*/ 3400954 h 6858000"/>
              <a:gd name="connsiteX256" fmla="*/ 4557150 w 7467600"/>
              <a:gd name="connsiteY256" fmla="*/ 3510023 h 6858000"/>
              <a:gd name="connsiteX257" fmla="*/ 4856936 w 7467600"/>
              <a:gd name="connsiteY257" fmla="*/ 3809146 h 6858000"/>
              <a:gd name="connsiteX258" fmla="*/ 5111996 w 7467600"/>
              <a:gd name="connsiteY258" fmla="*/ 4065759 h 6858000"/>
              <a:gd name="connsiteX259" fmla="*/ 5388878 w 7467600"/>
              <a:gd name="connsiteY259" fmla="*/ 4300185 h 6858000"/>
              <a:gd name="connsiteX260" fmla="*/ 5425556 w 7467600"/>
              <a:gd name="connsiteY260" fmla="*/ 4308967 h 6858000"/>
              <a:gd name="connsiteX261" fmla="*/ 4943646 w 7467600"/>
              <a:gd name="connsiteY261" fmla="*/ 3822916 h 6858000"/>
              <a:gd name="connsiteX262" fmla="*/ 4594837 w 7467600"/>
              <a:gd name="connsiteY262" fmla="*/ 3532274 h 6858000"/>
              <a:gd name="connsiteX263" fmla="*/ 4441737 w 7467600"/>
              <a:gd name="connsiteY263" fmla="*/ 3399734 h 6858000"/>
              <a:gd name="connsiteX264" fmla="*/ 5425834 w 7467600"/>
              <a:gd name="connsiteY264" fmla="*/ 3162785 h 6858000"/>
              <a:gd name="connsiteX265" fmla="*/ 5401644 w 7467600"/>
              <a:gd name="connsiteY265" fmla="*/ 3617847 h 6858000"/>
              <a:gd name="connsiteX266" fmla="*/ 5467256 w 7467600"/>
              <a:gd name="connsiteY266" fmla="*/ 4175494 h 6858000"/>
              <a:gd name="connsiteX267" fmla="*/ 5448069 w 7467600"/>
              <a:gd name="connsiteY267" fmla="*/ 3567554 h 6858000"/>
              <a:gd name="connsiteX268" fmla="*/ 5425834 w 7467600"/>
              <a:gd name="connsiteY268" fmla="*/ 3162785 h 6858000"/>
              <a:gd name="connsiteX269" fmla="*/ 1318687 w 7467600"/>
              <a:gd name="connsiteY269" fmla="*/ 3113840 h 6858000"/>
              <a:gd name="connsiteX270" fmla="*/ 1066793 w 7467600"/>
              <a:gd name="connsiteY270" fmla="*/ 3212171 h 6858000"/>
              <a:gd name="connsiteX271" fmla="*/ 993319 w 7467600"/>
              <a:gd name="connsiteY271" fmla="*/ 3247648 h 6858000"/>
              <a:gd name="connsiteX272" fmla="*/ 853081 w 7467600"/>
              <a:gd name="connsiteY272" fmla="*/ 3312410 h 6858000"/>
              <a:gd name="connsiteX273" fmla="*/ 805957 w 7467600"/>
              <a:gd name="connsiteY273" fmla="*/ 3330443 h 6858000"/>
              <a:gd name="connsiteX274" fmla="*/ 1318687 w 7467600"/>
              <a:gd name="connsiteY274" fmla="*/ 3113840 h 6858000"/>
              <a:gd name="connsiteX275" fmla="*/ 5453702 w 7467600"/>
              <a:gd name="connsiteY275" fmla="*/ 3090882 h 6858000"/>
              <a:gd name="connsiteX276" fmla="*/ 5480135 w 7467600"/>
              <a:gd name="connsiteY276" fmla="*/ 3565802 h 6858000"/>
              <a:gd name="connsiteX277" fmla="*/ 5499023 w 7467600"/>
              <a:gd name="connsiteY277" fmla="*/ 4166310 h 6858000"/>
              <a:gd name="connsiteX278" fmla="*/ 5547022 w 7467600"/>
              <a:gd name="connsiteY278" fmla="*/ 3607838 h 6858000"/>
              <a:gd name="connsiteX279" fmla="*/ 5515964 w 7467600"/>
              <a:gd name="connsiteY279" fmla="*/ 3378541 h 6858000"/>
              <a:gd name="connsiteX280" fmla="*/ 5453702 w 7467600"/>
              <a:gd name="connsiteY280" fmla="*/ 3090882 h 6858000"/>
              <a:gd name="connsiteX281" fmla="*/ 1238695 w 7467600"/>
              <a:gd name="connsiteY281" fmla="*/ 3076820 h 6858000"/>
              <a:gd name="connsiteX282" fmla="*/ 716371 w 7467600"/>
              <a:gd name="connsiteY282" fmla="*/ 3293249 h 6858000"/>
              <a:gd name="connsiteX283" fmla="*/ 579522 w 7467600"/>
              <a:gd name="connsiteY283" fmla="*/ 3371759 h 6858000"/>
              <a:gd name="connsiteX284" fmla="*/ 600288 w 7467600"/>
              <a:gd name="connsiteY284" fmla="*/ 3365555 h 6858000"/>
              <a:gd name="connsiteX285" fmla="*/ 840692 w 7467600"/>
              <a:gd name="connsiteY285" fmla="*/ 3284921 h 6858000"/>
              <a:gd name="connsiteX286" fmla="*/ 979248 w 7467600"/>
              <a:gd name="connsiteY286" fmla="*/ 3221003 h 6858000"/>
              <a:gd name="connsiteX287" fmla="*/ 1053282 w 7467600"/>
              <a:gd name="connsiteY287" fmla="*/ 3185247 h 6858000"/>
              <a:gd name="connsiteX288" fmla="*/ 1320603 w 7467600"/>
              <a:gd name="connsiteY288" fmla="*/ 3081281 h 6858000"/>
              <a:gd name="connsiteX289" fmla="*/ 1238695 w 7467600"/>
              <a:gd name="connsiteY289" fmla="*/ 3076820 h 6858000"/>
              <a:gd name="connsiteX290" fmla="*/ 5425627 w 7467600"/>
              <a:gd name="connsiteY290" fmla="*/ 2954192 h 6858000"/>
              <a:gd name="connsiteX291" fmla="*/ 5470770 w 7467600"/>
              <a:gd name="connsiteY291" fmla="*/ 3005435 h 6858000"/>
              <a:gd name="connsiteX292" fmla="*/ 5519779 w 7467600"/>
              <a:gd name="connsiteY292" fmla="*/ 4359223 h 6858000"/>
              <a:gd name="connsiteX293" fmla="*/ 5520293 w 7467600"/>
              <a:gd name="connsiteY293" fmla="*/ 4360602 h 6858000"/>
              <a:gd name="connsiteX294" fmla="*/ 5767221 w 7467600"/>
              <a:gd name="connsiteY294" fmla="*/ 4665564 h 6858000"/>
              <a:gd name="connsiteX295" fmla="*/ 6937169 w 7467600"/>
              <a:gd name="connsiteY295" fmla="*/ 4815941 h 6858000"/>
              <a:gd name="connsiteX296" fmla="*/ 6953922 w 7467600"/>
              <a:gd name="connsiteY296" fmla="*/ 4890068 h 6858000"/>
              <a:gd name="connsiteX297" fmla="*/ 6071359 w 7467600"/>
              <a:gd name="connsiteY297" fmla="*/ 4770770 h 6858000"/>
              <a:gd name="connsiteX298" fmla="*/ 6038839 w 7467600"/>
              <a:gd name="connsiteY298" fmla="*/ 4764474 h 6858000"/>
              <a:gd name="connsiteX299" fmla="*/ 6038706 w 7467600"/>
              <a:gd name="connsiteY299" fmla="*/ 4763847 h 6858000"/>
              <a:gd name="connsiteX300" fmla="*/ 6037784 w 7467600"/>
              <a:gd name="connsiteY300" fmla="*/ 4764270 h 6858000"/>
              <a:gd name="connsiteX301" fmla="*/ 6038839 w 7467600"/>
              <a:gd name="connsiteY301" fmla="*/ 4764474 h 6858000"/>
              <a:gd name="connsiteX302" fmla="*/ 6040338 w 7467600"/>
              <a:gd name="connsiteY302" fmla="*/ 4771418 h 6858000"/>
              <a:gd name="connsiteX303" fmla="*/ 6024488 w 7467600"/>
              <a:gd name="connsiteY303" fmla="*/ 4809903 h 6858000"/>
              <a:gd name="connsiteX304" fmla="*/ 5599771 w 7467600"/>
              <a:gd name="connsiteY304" fmla="*/ 5509652 h 6858000"/>
              <a:gd name="connsiteX305" fmla="*/ 5548843 w 7467600"/>
              <a:gd name="connsiteY305" fmla="*/ 5563845 h 6858000"/>
              <a:gd name="connsiteX306" fmla="*/ 5940952 w 7467600"/>
              <a:gd name="connsiteY306" fmla="*/ 6250028 h 6858000"/>
              <a:gd name="connsiteX307" fmla="*/ 6043441 w 7467600"/>
              <a:gd name="connsiteY307" fmla="*/ 6665847 h 6858000"/>
              <a:gd name="connsiteX308" fmla="*/ 6093432 w 7467600"/>
              <a:gd name="connsiteY308" fmla="*/ 6858000 h 6858000"/>
              <a:gd name="connsiteX309" fmla="*/ 6034344 w 7467600"/>
              <a:gd name="connsiteY309" fmla="*/ 6858000 h 6858000"/>
              <a:gd name="connsiteX310" fmla="*/ 6026679 w 7467600"/>
              <a:gd name="connsiteY310" fmla="*/ 6836959 h 6858000"/>
              <a:gd name="connsiteX311" fmla="*/ 5800441 w 7467600"/>
              <a:gd name="connsiteY311" fmla="*/ 6335286 h 6858000"/>
              <a:gd name="connsiteX312" fmla="*/ 5526562 w 7467600"/>
              <a:gd name="connsiteY312" fmla="*/ 5705388 h 6858000"/>
              <a:gd name="connsiteX313" fmla="*/ 5519640 w 7467600"/>
              <a:gd name="connsiteY313" fmla="*/ 5683774 h 6858000"/>
              <a:gd name="connsiteX314" fmla="*/ 5844559 w 7467600"/>
              <a:gd name="connsiteY314" fmla="*/ 6553349 h 6858000"/>
              <a:gd name="connsiteX315" fmla="*/ 5975994 w 7467600"/>
              <a:gd name="connsiteY315" fmla="*/ 6858000 h 6858000"/>
              <a:gd name="connsiteX316" fmla="*/ 5898547 w 7467600"/>
              <a:gd name="connsiteY316" fmla="*/ 6858000 h 6858000"/>
              <a:gd name="connsiteX317" fmla="*/ 5682041 w 7467600"/>
              <a:gd name="connsiteY317" fmla="*/ 6355860 h 6858000"/>
              <a:gd name="connsiteX318" fmla="*/ 5461758 w 7467600"/>
              <a:gd name="connsiteY318" fmla="*/ 5820220 h 6858000"/>
              <a:gd name="connsiteX319" fmla="*/ 5237282 w 7467600"/>
              <a:gd name="connsiteY319" fmla="*/ 6579086 h 6858000"/>
              <a:gd name="connsiteX320" fmla="*/ 5115009 w 7467600"/>
              <a:gd name="connsiteY320" fmla="*/ 6858000 h 6858000"/>
              <a:gd name="connsiteX321" fmla="*/ 5028074 w 7467600"/>
              <a:gd name="connsiteY321" fmla="*/ 6858000 h 6858000"/>
              <a:gd name="connsiteX322" fmla="*/ 5079508 w 7467600"/>
              <a:gd name="connsiteY322" fmla="*/ 6749074 h 6858000"/>
              <a:gd name="connsiteX323" fmla="*/ 5371846 w 7467600"/>
              <a:gd name="connsiteY323" fmla="*/ 5924413 h 6858000"/>
              <a:gd name="connsiteX324" fmla="*/ 5270512 w 7467600"/>
              <a:gd name="connsiteY324" fmla="*/ 6138975 h 6858000"/>
              <a:gd name="connsiteX325" fmla="*/ 5062409 w 7467600"/>
              <a:gd name="connsiteY325" fmla="*/ 6653544 h 6858000"/>
              <a:gd name="connsiteX326" fmla="*/ 5036628 w 7467600"/>
              <a:gd name="connsiteY326" fmla="*/ 6754247 h 6858000"/>
              <a:gd name="connsiteX327" fmla="*/ 5009112 w 7467600"/>
              <a:gd name="connsiteY327" fmla="*/ 6858000 h 6858000"/>
              <a:gd name="connsiteX328" fmla="*/ 4976679 w 7467600"/>
              <a:gd name="connsiteY328" fmla="*/ 6858000 h 6858000"/>
              <a:gd name="connsiteX329" fmla="*/ 5006537 w 7467600"/>
              <a:gd name="connsiteY329" fmla="*/ 6747068 h 6858000"/>
              <a:gd name="connsiteX330" fmla="*/ 5032723 w 7467600"/>
              <a:gd name="connsiteY330" fmla="*/ 6644957 h 6858000"/>
              <a:gd name="connsiteX331" fmla="*/ 5242949 w 7467600"/>
              <a:gd name="connsiteY331" fmla="*/ 6125175 h 6858000"/>
              <a:gd name="connsiteX332" fmla="*/ 5286321 w 7467600"/>
              <a:gd name="connsiteY332" fmla="*/ 6033555 h 6858000"/>
              <a:gd name="connsiteX333" fmla="*/ 5008210 w 7467600"/>
              <a:gd name="connsiteY333" fmla="*/ 6649194 h 6858000"/>
              <a:gd name="connsiteX334" fmla="*/ 4986321 w 7467600"/>
              <a:gd name="connsiteY334" fmla="*/ 6765687 h 6858000"/>
              <a:gd name="connsiteX335" fmla="*/ 4973474 w 7467600"/>
              <a:gd name="connsiteY335" fmla="*/ 6858000 h 6858000"/>
              <a:gd name="connsiteX336" fmla="*/ 4907178 w 7467600"/>
              <a:gd name="connsiteY336" fmla="*/ 6858000 h 6858000"/>
              <a:gd name="connsiteX337" fmla="*/ 4910810 w 7467600"/>
              <a:gd name="connsiteY337" fmla="*/ 6829660 h 6858000"/>
              <a:gd name="connsiteX338" fmla="*/ 4987461 w 7467600"/>
              <a:gd name="connsiteY338" fmla="*/ 6432994 h 6858000"/>
              <a:gd name="connsiteX339" fmla="*/ 5179262 w 7467600"/>
              <a:gd name="connsiteY339" fmla="*/ 6035044 h 6858000"/>
              <a:gd name="connsiteX340" fmla="*/ 4689678 w 7467600"/>
              <a:gd name="connsiteY340" fmla="*/ 6440241 h 6858000"/>
              <a:gd name="connsiteX341" fmla="*/ 4477543 w 7467600"/>
              <a:gd name="connsiteY341" fmla="*/ 6674836 h 6858000"/>
              <a:gd name="connsiteX342" fmla="*/ 4329957 w 7467600"/>
              <a:gd name="connsiteY342" fmla="*/ 6858000 h 6858000"/>
              <a:gd name="connsiteX343" fmla="*/ 4218595 w 7467600"/>
              <a:gd name="connsiteY343" fmla="*/ 6858000 h 6858000"/>
              <a:gd name="connsiteX344" fmla="*/ 4368888 w 7467600"/>
              <a:gd name="connsiteY344" fmla="*/ 6668412 h 6858000"/>
              <a:gd name="connsiteX345" fmla="*/ 4563091 w 7467600"/>
              <a:gd name="connsiteY345" fmla="*/ 6442508 h 6858000"/>
              <a:gd name="connsiteX346" fmla="*/ 5387324 w 7467600"/>
              <a:gd name="connsiteY346" fmla="*/ 5705830 h 6858000"/>
              <a:gd name="connsiteX347" fmla="*/ 5073620 w 7467600"/>
              <a:gd name="connsiteY347" fmla="*/ 5955437 h 6858000"/>
              <a:gd name="connsiteX348" fmla="*/ 4689789 w 7467600"/>
              <a:gd name="connsiteY348" fmla="*/ 6268382 h 6858000"/>
              <a:gd name="connsiteX349" fmla="*/ 4418722 w 7467600"/>
              <a:gd name="connsiteY349" fmla="*/ 6570886 h 6858000"/>
              <a:gd name="connsiteX350" fmla="*/ 4214944 w 7467600"/>
              <a:gd name="connsiteY350" fmla="*/ 6858000 h 6858000"/>
              <a:gd name="connsiteX351" fmla="*/ 4177898 w 7467600"/>
              <a:gd name="connsiteY351" fmla="*/ 6858000 h 6858000"/>
              <a:gd name="connsiteX352" fmla="*/ 4391597 w 7467600"/>
              <a:gd name="connsiteY352" fmla="*/ 6556370 h 6858000"/>
              <a:gd name="connsiteX353" fmla="*/ 4668889 w 7467600"/>
              <a:gd name="connsiteY353" fmla="*/ 6246399 h 6858000"/>
              <a:gd name="connsiteX354" fmla="*/ 5055427 w 7467600"/>
              <a:gd name="connsiteY354" fmla="*/ 5931476 h 6858000"/>
              <a:gd name="connsiteX355" fmla="*/ 5371814 w 7467600"/>
              <a:gd name="connsiteY355" fmla="*/ 5678975 h 6858000"/>
              <a:gd name="connsiteX356" fmla="*/ 4987918 w 7467600"/>
              <a:gd name="connsiteY356" fmla="*/ 5838701 h 6858000"/>
              <a:gd name="connsiteX357" fmla="*/ 4317146 w 7467600"/>
              <a:gd name="connsiteY357" fmla="*/ 6587716 h 6858000"/>
              <a:gd name="connsiteX358" fmla="*/ 4171627 w 7467600"/>
              <a:gd name="connsiteY358" fmla="*/ 6858000 h 6858000"/>
              <a:gd name="connsiteX359" fmla="*/ 4081585 w 7467600"/>
              <a:gd name="connsiteY359" fmla="*/ 6858000 h 6858000"/>
              <a:gd name="connsiteX360" fmla="*/ 4238603 w 7467600"/>
              <a:gd name="connsiteY360" fmla="*/ 6559341 h 6858000"/>
              <a:gd name="connsiteX361" fmla="*/ 4778333 w 7467600"/>
              <a:gd name="connsiteY361" fmla="*/ 5873626 h 6858000"/>
              <a:gd name="connsiteX362" fmla="*/ 5414185 w 7467600"/>
              <a:gd name="connsiteY362" fmla="*/ 5573882 h 6858000"/>
              <a:gd name="connsiteX363" fmla="*/ 5959648 w 7467600"/>
              <a:gd name="connsiteY363" fmla="*/ 4760797 h 6858000"/>
              <a:gd name="connsiteX364" fmla="*/ 5355019 w 7467600"/>
              <a:gd name="connsiteY364" fmla="*/ 4734672 h 6858000"/>
              <a:gd name="connsiteX365" fmla="*/ 5083565 w 7467600"/>
              <a:gd name="connsiteY365" fmla="*/ 5179121 h 6858000"/>
              <a:gd name="connsiteX366" fmla="*/ 4713577 w 7467600"/>
              <a:gd name="connsiteY366" fmla="*/ 5616803 h 6858000"/>
              <a:gd name="connsiteX367" fmla="*/ 3989559 w 7467600"/>
              <a:gd name="connsiteY367" fmla="*/ 6145945 h 6858000"/>
              <a:gd name="connsiteX368" fmla="*/ 3939824 w 7467600"/>
              <a:gd name="connsiteY368" fmla="*/ 6066900 h 6858000"/>
              <a:gd name="connsiteX369" fmla="*/ 4584537 w 7467600"/>
              <a:gd name="connsiteY369" fmla="*/ 5324826 h 6858000"/>
              <a:gd name="connsiteX370" fmla="*/ 5037105 w 7467600"/>
              <a:gd name="connsiteY370" fmla="*/ 5088765 h 6858000"/>
              <a:gd name="connsiteX371" fmla="*/ 5039930 w 7467600"/>
              <a:gd name="connsiteY371" fmla="*/ 5089585 h 6858000"/>
              <a:gd name="connsiteX372" fmla="*/ 5263764 w 7467600"/>
              <a:gd name="connsiteY372" fmla="*/ 4735525 h 6858000"/>
              <a:gd name="connsiteX373" fmla="*/ 4086300 w 7467600"/>
              <a:gd name="connsiteY373" fmla="*/ 4884599 h 6858000"/>
              <a:gd name="connsiteX374" fmla="*/ 4085485 w 7467600"/>
              <a:gd name="connsiteY374" fmla="*/ 4899070 h 6858000"/>
              <a:gd name="connsiteX375" fmla="*/ 3871915 w 7467600"/>
              <a:gd name="connsiteY375" fmla="*/ 5253645 h 6858000"/>
              <a:gd name="connsiteX376" fmla="*/ 3799374 w 7467600"/>
              <a:gd name="connsiteY376" fmla="*/ 5466127 h 6858000"/>
              <a:gd name="connsiteX377" fmla="*/ 3498850 w 7467600"/>
              <a:gd name="connsiteY377" fmla="*/ 6661888 h 6858000"/>
              <a:gd name="connsiteX378" fmla="*/ 3399216 w 7467600"/>
              <a:gd name="connsiteY378" fmla="*/ 6858000 h 6858000"/>
              <a:gd name="connsiteX379" fmla="*/ 3303688 w 7467600"/>
              <a:gd name="connsiteY379" fmla="*/ 6858000 h 6858000"/>
              <a:gd name="connsiteX380" fmla="*/ 3391774 w 7467600"/>
              <a:gd name="connsiteY380" fmla="*/ 6697181 h 6858000"/>
              <a:gd name="connsiteX381" fmla="*/ 3735540 w 7467600"/>
              <a:gd name="connsiteY381" fmla="*/ 5546923 h 6858000"/>
              <a:gd name="connsiteX382" fmla="*/ 3729438 w 7467600"/>
              <a:gd name="connsiteY382" fmla="*/ 5569058 h 6858000"/>
              <a:gd name="connsiteX383" fmla="*/ 3707782 w 7467600"/>
              <a:gd name="connsiteY383" fmla="*/ 5644908 h 6858000"/>
              <a:gd name="connsiteX384" fmla="*/ 3583827 w 7467600"/>
              <a:gd name="connsiteY384" fmla="*/ 6039215 h 6858000"/>
              <a:gd name="connsiteX385" fmla="*/ 3547861 w 7467600"/>
              <a:gd name="connsiteY385" fmla="*/ 6129609 h 6858000"/>
              <a:gd name="connsiteX386" fmla="*/ 3490905 w 7467600"/>
              <a:gd name="connsiteY386" fmla="*/ 6277660 h 6858000"/>
              <a:gd name="connsiteX387" fmla="*/ 3455859 w 7467600"/>
              <a:gd name="connsiteY387" fmla="*/ 6391301 h 6858000"/>
              <a:gd name="connsiteX388" fmla="*/ 3429112 w 7467600"/>
              <a:gd name="connsiteY388" fmla="*/ 6479469 h 6858000"/>
              <a:gd name="connsiteX389" fmla="*/ 3304862 w 7467600"/>
              <a:gd name="connsiteY389" fmla="*/ 6796476 h 6858000"/>
              <a:gd name="connsiteX390" fmla="*/ 3276071 w 7467600"/>
              <a:gd name="connsiteY390" fmla="*/ 6858000 h 6858000"/>
              <a:gd name="connsiteX391" fmla="*/ 3240805 w 7467600"/>
              <a:gd name="connsiteY391" fmla="*/ 6858000 h 6858000"/>
              <a:gd name="connsiteX392" fmla="*/ 3275917 w 7467600"/>
              <a:gd name="connsiteY392" fmla="*/ 6783192 h 6858000"/>
              <a:gd name="connsiteX393" fmla="*/ 3399358 w 7467600"/>
              <a:gd name="connsiteY393" fmla="*/ 6469011 h 6858000"/>
              <a:gd name="connsiteX394" fmla="*/ 3425650 w 7467600"/>
              <a:gd name="connsiteY394" fmla="*/ 6381333 h 6858000"/>
              <a:gd name="connsiteX395" fmla="*/ 3460661 w 7467600"/>
              <a:gd name="connsiteY395" fmla="*/ 6266763 h 6858000"/>
              <a:gd name="connsiteX396" fmla="*/ 3518021 w 7467600"/>
              <a:gd name="connsiteY396" fmla="*/ 6117298 h 6858000"/>
              <a:gd name="connsiteX397" fmla="*/ 3554035 w 7467600"/>
              <a:gd name="connsiteY397" fmla="*/ 6027832 h 6858000"/>
              <a:gd name="connsiteX398" fmla="*/ 3677174 w 7467600"/>
              <a:gd name="connsiteY398" fmla="*/ 5636351 h 6858000"/>
              <a:gd name="connsiteX399" fmla="*/ 3698819 w 7467600"/>
              <a:gd name="connsiteY399" fmla="*/ 5560503 h 6858000"/>
              <a:gd name="connsiteX400" fmla="*/ 3702094 w 7467600"/>
              <a:gd name="connsiteY400" fmla="*/ 5549194 h 6858000"/>
              <a:gd name="connsiteX401" fmla="*/ 3398355 w 7467600"/>
              <a:gd name="connsiteY401" fmla="*/ 6094603 h 6858000"/>
              <a:gd name="connsiteX402" fmla="*/ 3193941 w 7467600"/>
              <a:gd name="connsiteY402" fmla="*/ 6798775 h 6858000"/>
              <a:gd name="connsiteX403" fmla="*/ 3184140 w 7467600"/>
              <a:gd name="connsiteY403" fmla="*/ 6858000 h 6858000"/>
              <a:gd name="connsiteX404" fmla="*/ 3099978 w 7467600"/>
              <a:gd name="connsiteY404" fmla="*/ 6858000 h 6858000"/>
              <a:gd name="connsiteX405" fmla="*/ 3101556 w 7467600"/>
              <a:gd name="connsiteY405" fmla="*/ 6843337 h 6858000"/>
              <a:gd name="connsiteX406" fmla="*/ 3370162 w 7467600"/>
              <a:gd name="connsiteY406" fmla="*/ 5785550 h 6858000"/>
              <a:gd name="connsiteX407" fmla="*/ 3746477 w 7467600"/>
              <a:gd name="connsiteY407" fmla="*/ 5377889 h 6858000"/>
              <a:gd name="connsiteX408" fmla="*/ 3863399 w 7467600"/>
              <a:gd name="connsiteY408" fmla="*/ 5087257 h 6858000"/>
              <a:gd name="connsiteX409" fmla="*/ 3968712 w 7467600"/>
              <a:gd name="connsiteY409" fmla="*/ 4913989 h 6858000"/>
              <a:gd name="connsiteX410" fmla="*/ 2792390 w 7467600"/>
              <a:gd name="connsiteY410" fmla="*/ 5382974 h 6858000"/>
              <a:gd name="connsiteX411" fmla="*/ 2714982 w 7467600"/>
              <a:gd name="connsiteY411" fmla="*/ 5427051 h 6858000"/>
              <a:gd name="connsiteX412" fmla="*/ 2813361 w 7467600"/>
              <a:gd name="connsiteY412" fmla="*/ 6023912 h 6858000"/>
              <a:gd name="connsiteX413" fmla="*/ 2688430 w 7467600"/>
              <a:gd name="connsiteY413" fmla="*/ 6801564 h 6858000"/>
              <a:gd name="connsiteX414" fmla="*/ 2629626 w 7467600"/>
              <a:gd name="connsiteY414" fmla="*/ 6763394 h 6858000"/>
              <a:gd name="connsiteX415" fmla="*/ 2565328 w 7467600"/>
              <a:gd name="connsiteY415" fmla="*/ 5516399 h 6858000"/>
              <a:gd name="connsiteX416" fmla="*/ 1922999 w 7467600"/>
              <a:gd name="connsiteY416" fmla="*/ 5980343 h 6858000"/>
              <a:gd name="connsiteX417" fmla="*/ 1950261 w 7467600"/>
              <a:gd name="connsiteY417" fmla="*/ 6405858 h 6858000"/>
              <a:gd name="connsiteX418" fmla="*/ 2365554 w 7467600"/>
              <a:gd name="connsiteY418" fmla="*/ 6759107 h 6858000"/>
              <a:gd name="connsiteX419" fmla="*/ 2424142 w 7467600"/>
              <a:gd name="connsiteY419" fmla="*/ 6858000 h 6858000"/>
              <a:gd name="connsiteX420" fmla="*/ 2395994 w 7467600"/>
              <a:gd name="connsiteY420" fmla="*/ 6858000 h 6858000"/>
              <a:gd name="connsiteX421" fmla="*/ 2392863 w 7467600"/>
              <a:gd name="connsiteY421" fmla="*/ 6852964 h 6858000"/>
              <a:gd name="connsiteX422" fmla="*/ 2017589 w 7467600"/>
              <a:gd name="connsiteY422" fmla="*/ 6493982 h 6858000"/>
              <a:gd name="connsiteX423" fmla="*/ 2147336 w 7467600"/>
              <a:gd name="connsiteY423" fmla="*/ 6594052 h 6858000"/>
              <a:gd name="connsiteX424" fmla="*/ 2207047 w 7467600"/>
              <a:gd name="connsiteY424" fmla="*/ 6654540 h 6858000"/>
              <a:gd name="connsiteX425" fmla="*/ 2299106 w 7467600"/>
              <a:gd name="connsiteY425" fmla="*/ 6778931 h 6858000"/>
              <a:gd name="connsiteX426" fmla="*/ 2314430 w 7467600"/>
              <a:gd name="connsiteY426" fmla="*/ 6801144 h 6858000"/>
              <a:gd name="connsiteX427" fmla="*/ 2352406 w 7467600"/>
              <a:gd name="connsiteY427" fmla="*/ 6858000 h 6858000"/>
              <a:gd name="connsiteX428" fmla="*/ 2314492 w 7467600"/>
              <a:gd name="connsiteY428" fmla="*/ 6858000 h 6858000"/>
              <a:gd name="connsiteX429" fmla="*/ 2288095 w 7467600"/>
              <a:gd name="connsiteY429" fmla="*/ 6818030 h 6858000"/>
              <a:gd name="connsiteX430" fmla="*/ 2272768 w 7467600"/>
              <a:gd name="connsiteY430" fmla="*/ 6795822 h 6858000"/>
              <a:gd name="connsiteX431" fmla="*/ 2182715 w 7467600"/>
              <a:gd name="connsiteY431" fmla="*/ 6675071 h 6858000"/>
              <a:gd name="connsiteX432" fmla="*/ 2032061 w 7467600"/>
              <a:gd name="connsiteY432" fmla="*/ 6541380 h 6858000"/>
              <a:gd name="connsiteX433" fmla="*/ 2257220 w 7467600"/>
              <a:gd name="connsiteY433" fmla="*/ 6826257 h 6858000"/>
              <a:gd name="connsiteX434" fmla="*/ 2281324 w 7467600"/>
              <a:gd name="connsiteY434" fmla="*/ 6858000 h 6858000"/>
              <a:gd name="connsiteX435" fmla="*/ 2242860 w 7467600"/>
              <a:gd name="connsiteY435" fmla="*/ 6858000 h 6858000"/>
              <a:gd name="connsiteX436" fmla="*/ 2232818 w 7467600"/>
              <a:gd name="connsiteY436" fmla="*/ 6844926 h 6858000"/>
              <a:gd name="connsiteX437" fmla="*/ 1990172 w 7467600"/>
              <a:gd name="connsiteY437" fmla="*/ 6542121 h 6858000"/>
              <a:gd name="connsiteX438" fmla="*/ 2124090 w 7467600"/>
              <a:gd name="connsiteY438" fmla="*/ 6761017 h 6858000"/>
              <a:gd name="connsiteX439" fmla="*/ 2200380 w 7467600"/>
              <a:gd name="connsiteY439" fmla="*/ 6858000 h 6858000"/>
              <a:gd name="connsiteX440" fmla="*/ 2147507 w 7467600"/>
              <a:gd name="connsiteY440" fmla="*/ 6858000 h 6858000"/>
              <a:gd name="connsiteX441" fmla="*/ 2070668 w 7467600"/>
              <a:gd name="connsiteY441" fmla="*/ 6761520 h 6858000"/>
              <a:gd name="connsiteX442" fmla="*/ 1975142 w 7467600"/>
              <a:gd name="connsiteY442" fmla="*/ 6585570 h 6858000"/>
              <a:gd name="connsiteX443" fmla="*/ 2050035 w 7467600"/>
              <a:gd name="connsiteY443" fmla="*/ 6813345 h 6858000"/>
              <a:gd name="connsiteX444" fmla="*/ 2063025 w 7467600"/>
              <a:gd name="connsiteY444" fmla="*/ 6858000 h 6858000"/>
              <a:gd name="connsiteX445" fmla="*/ 2021675 w 7467600"/>
              <a:gd name="connsiteY445" fmla="*/ 6858000 h 6858000"/>
              <a:gd name="connsiteX446" fmla="*/ 2019308 w 7467600"/>
              <a:gd name="connsiteY446" fmla="*/ 6847118 h 6858000"/>
              <a:gd name="connsiteX447" fmla="*/ 1938835 w 7467600"/>
              <a:gd name="connsiteY447" fmla="*/ 6551160 h 6858000"/>
              <a:gd name="connsiteX448" fmla="*/ 1953230 w 7467600"/>
              <a:gd name="connsiteY448" fmla="*/ 6759699 h 6858000"/>
              <a:gd name="connsiteX449" fmla="*/ 1956763 w 7467600"/>
              <a:gd name="connsiteY449" fmla="*/ 6778191 h 6858000"/>
              <a:gd name="connsiteX450" fmla="*/ 1967925 w 7467600"/>
              <a:gd name="connsiteY450" fmla="*/ 6858000 h 6858000"/>
              <a:gd name="connsiteX451" fmla="*/ 1936622 w 7467600"/>
              <a:gd name="connsiteY451" fmla="*/ 6858000 h 6858000"/>
              <a:gd name="connsiteX452" fmla="*/ 1926261 w 7467600"/>
              <a:gd name="connsiteY452" fmla="*/ 6784064 h 6858000"/>
              <a:gd name="connsiteX453" fmla="*/ 1922724 w 7467600"/>
              <a:gd name="connsiteY453" fmla="*/ 6765577 h 6858000"/>
              <a:gd name="connsiteX454" fmla="*/ 1904650 w 7467600"/>
              <a:gd name="connsiteY454" fmla="*/ 6639616 h 6858000"/>
              <a:gd name="connsiteX455" fmla="*/ 1885273 w 7467600"/>
              <a:gd name="connsiteY455" fmla="*/ 6858000 h 6858000"/>
              <a:gd name="connsiteX456" fmla="*/ 1854363 w 7467600"/>
              <a:gd name="connsiteY456" fmla="*/ 6858000 h 6858000"/>
              <a:gd name="connsiteX457" fmla="*/ 1880391 w 7467600"/>
              <a:gd name="connsiteY457" fmla="*/ 6603796 h 6858000"/>
              <a:gd name="connsiteX458" fmla="*/ 1818273 w 7467600"/>
              <a:gd name="connsiteY458" fmla="*/ 6715729 h 6858000"/>
              <a:gd name="connsiteX459" fmla="*/ 1794691 w 7467600"/>
              <a:gd name="connsiteY459" fmla="*/ 6843239 h 6858000"/>
              <a:gd name="connsiteX460" fmla="*/ 1794914 w 7467600"/>
              <a:gd name="connsiteY460" fmla="*/ 6858000 h 6858000"/>
              <a:gd name="connsiteX461" fmla="*/ 1746128 w 7467600"/>
              <a:gd name="connsiteY461" fmla="*/ 6858000 h 6858000"/>
              <a:gd name="connsiteX462" fmla="*/ 1753934 w 7467600"/>
              <a:gd name="connsiteY462" fmla="*/ 6724796 h 6858000"/>
              <a:gd name="connsiteX463" fmla="*/ 1792053 w 7467600"/>
              <a:gd name="connsiteY463" fmla="*/ 6572396 h 6858000"/>
              <a:gd name="connsiteX464" fmla="*/ 1862248 w 7467600"/>
              <a:gd name="connsiteY464" fmla="*/ 6266397 h 6858000"/>
              <a:gd name="connsiteX465" fmla="*/ 1862250 w 7467600"/>
              <a:gd name="connsiteY465" fmla="*/ 6033531 h 6858000"/>
              <a:gd name="connsiteX466" fmla="*/ 1211999 w 7467600"/>
              <a:gd name="connsiteY466" fmla="*/ 6683610 h 6858000"/>
              <a:gd name="connsiteX467" fmla="*/ 1213266 w 7467600"/>
              <a:gd name="connsiteY467" fmla="*/ 6691947 h 6858000"/>
              <a:gd name="connsiteX468" fmla="*/ 1203370 w 7467600"/>
              <a:gd name="connsiteY468" fmla="*/ 6850676 h 6858000"/>
              <a:gd name="connsiteX469" fmla="*/ 1203671 w 7467600"/>
              <a:gd name="connsiteY469" fmla="*/ 6858000 h 6858000"/>
              <a:gd name="connsiteX470" fmla="*/ 1143180 w 7467600"/>
              <a:gd name="connsiteY470" fmla="*/ 6858000 h 6858000"/>
              <a:gd name="connsiteX471" fmla="*/ 1142176 w 7467600"/>
              <a:gd name="connsiteY471" fmla="*/ 6766045 h 6858000"/>
              <a:gd name="connsiteX472" fmla="*/ 1067484 w 7467600"/>
              <a:gd name="connsiteY472" fmla="*/ 6858000 h 6858000"/>
              <a:gd name="connsiteX473" fmla="*/ 953928 w 7467600"/>
              <a:gd name="connsiteY473" fmla="*/ 6858000 h 6858000"/>
              <a:gd name="connsiteX474" fmla="*/ 959715 w 7467600"/>
              <a:gd name="connsiteY474" fmla="*/ 6850185 h 6858000"/>
              <a:gd name="connsiteX475" fmla="*/ 1483788 w 7467600"/>
              <a:gd name="connsiteY475" fmla="*/ 6259174 h 6858000"/>
              <a:gd name="connsiteX476" fmla="*/ 1100671 w 7467600"/>
              <a:gd name="connsiteY476" fmla="*/ 6252137 h 6858000"/>
              <a:gd name="connsiteX477" fmla="*/ 1090144 w 7467600"/>
              <a:gd name="connsiteY477" fmla="*/ 6256748 h 6858000"/>
              <a:gd name="connsiteX478" fmla="*/ 1095872 w 7467600"/>
              <a:gd name="connsiteY478" fmla="*/ 6271892 h 6858000"/>
              <a:gd name="connsiteX479" fmla="*/ 262785 w 7467600"/>
              <a:gd name="connsiteY479" fmla="*/ 6845450 h 6858000"/>
              <a:gd name="connsiteX480" fmla="*/ 209968 w 7467600"/>
              <a:gd name="connsiteY480" fmla="*/ 6770713 h 6858000"/>
              <a:gd name="connsiteX481" fmla="*/ 873460 w 7467600"/>
              <a:gd name="connsiteY481" fmla="*/ 6253768 h 6858000"/>
              <a:gd name="connsiteX482" fmla="*/ 192686 w 7467600"/>
              <a:gd name="connsiteY482" fmla="*/ 5849257 h 6858000"/>
              <a:gd name="connsiteX483" fmla="*/ 4696 w 7467600"/>
              <a:gd name="connsiteY483" fmla="*/ 5697668 h 6858000"/>
              <a:gd name="connsiteX484" fmla="*/ 0 w 7467600"/>
              <a:gd name="connsiteY484" fmla="*/ 5689984 h 6858000"/>
              <a:gd name="connsiteX485" fmla="*/ 0 w 7467600"/>
              <a:gd name="connsiteY485" fmla="*/ 5513472 h 6858000"/>
              <a:gd name="connsiteX486" fmla="*/ 174101 w 7467600"/>
              <a:gd name="connsiteY486" fmla="*/ 5620277 h 6858000"/>
              <a:gd name="connsiteX487" fmla="*/ 891800 w 7467600"/>
              <a:gd name="connsiteY487" fmla="*/ 6036935 h 6858000"/>
              <a:gd name="connsiteX488" fmla="*/ 1072219 w 7467600"/>
              <a:gd name="connsiteY488" fmla="*/ 6169443 h 6858000"/>
              <a:gd name="connsiteX489" fmla="*/ 1074117 w 7467600"/>
              <a:gd name="connsiteY489" fmla="*/ 6170301 h 6858000"/>
              <a:gd name="connsiteX490" fmla="*/ 1083114 w 7467600"/>
              <a:gd name="connsiteY490" fmla="*/ 6174131 h 6858000"/>
              <a:gd name="connsiteX491" fmla="*/ 1543010 w 7467600"/>
              <a:gd name="connsiteY491" fmla="*/ 6191140 h 6858000"/>
              <a:gd name="connsiteX492" fmla="*/ 1551080 w 7467600"/>
              <a:gd name="connsiteY492" fmla="*/ 6195006 h 6858000"/>
              <a:gd name="connsiteX493" fmla="*/ 2345443 w 7467600"/>
              <a:gd name="connsiteY493" fmla="*/ 5549882 h 6858000"/>
              <a:gd name="connsiteX494" fmla="*/ 1721499 w 7467600"/>
              <a:gd name="connsiteY494" fmla="*/ 5599969 h 6858000"/>
              <a:gd name="connsiteX495" fmla="*/ 767716 w 7467600"/>
              <a:gd name="connsiteY495" fmla="*/ 5472768 h 6858000"/>
              <a:gd name="connsiteX496" fmla="*/ 722147 w 7467600"/>
              <a:gd name="connsiteY496" fmla="*/ 5393091 h 6858000"/>
              <a:gd name="connsiteX497" fmla="*/ 1485552 w 7467600"/>
              <a:gd name="connsiteY497" fmla="*/ 5313202 h 6858000"/>
              <a:gd name="connsiteX498" fmla="*/ 2143004 w 7467600"/>
              <a:gd name="connsiteY498" fmla="*/ 5402420 h 6858000"/>
              <a:gd name="connsiteX499" fmla="*/ 1933391 w 7467600"/>
              <a:gd name="connsiteY499" fmla="*/ 5156971 h 6858000"/>
              <a:gd name="connsiteX500" fmla="*/ 1827118 w 7467600"/>
              <a:gd name="connsiteY500" fmla="*/ 4968410 h 6858000"/>
              <a:gd name="connsiteX501" fmla="*/ 1837349 w 7467600"/>
              <a:gd name="connsiteY501" fmla="*/ 4956357 h 6858000"/>
              <a:gd name="connsiteX502" fmla="*/ 2162835 w 7467600"/>
              <a:gd name="connsiteY502" fmla="*/ 5187853 h 6858000"/>
              <a:gd name="connsiteX503" fmla="*/ 2257167 w 7467600"/>
              <a:gd name="connsiteY503" fmla="*/ 5462123 h 6858000"/>
              <a:gd name="connsiteX504" fmla="*/ 2261598 w 7467600"/>
              <a:gd name="connsiteY504" fmla="*/ 5467998 h 6858000"/>
              <a:gd name="connsiteX505" fmla="*/ 2437177 w 7467600"/>
              <a:gd name="connsiteY505" fmla="*/ 5479608 h 6858000"/>
              <a:gd name="connsiteX506" fmla="*/ 2445247 w 7467600"/>
              <a:gd name="connsiteY506" fmla="*/ 5483476 h 6858000"/>
              <a:gd name="connsiteX507" fmla="*/ 2743626 w 7467600"/>
              <a:gd name="connsiteY507" fmla="*/ 5304819 h 6858000"/>
              <a:gd name="connsiteX508" fmla="*/ 3048102 w 7467600"/>
              <a:gd name="connsiteY508" fmla="*/ 5150595 h 6858000"/>
              <a:gd name="connsiteX509" fmla="*/ 1799414 w 7467600"/>
              <a:gd name="connsiteY509" fmla="*/ 4694732 h 6858000"/>
              <a:gd name="connsiteX510" fmla="*/ 1771735 w 7467600"/>
              <a:gd name="connsiteY510" fmla="*/ 4619929 h 6858000"/>
              <a:gd name="connsiteX511" fmla="*/ 3104273 w 7467600"/>
              <a:gd name="connsiteY511" fmla="*/ 5076159 h 6858000"/>
              <a:gd name="connsiteX512" fmla="*/ 3113245 w 7467600"/>
              <a:gd name="connsiteY512" fmla="*/ 5090705 h 6858000"/>
              <a:gd name="connsiteX513" fmla="*/ 3126294 w 7467600"/>
              <a:gd name="connsiteY513" fmla="*/ 5114400 h 6858000"/>
              <a:gd name="connsiteX514" fmla="*/ 3937433 w 7467600"/>
              <a:gd name="connsiteY514" fmla="*/ 4830473 h 6858000"/>
              <a:gd name="connsiteX515" fmla="*/ 3590475 w 7467600"/>
              <a:gd name="connsiteY515" fmla="*/ 4597974 h 6858000"/>
              <a:gd name="connsiteX516" fmla="*/ 3100264 w 7467600"/>
              <a:gd name="connsiteY516" fmla="*/ 4579845 h 6858000"/>
              <a:gd name="connsiteX517" fmla="*/ 2183576 w 7467600"/>
              <a:gd name="connsiteY517" fmla="*/ 4227150 h 6858000"/>
              <a:gd name="connsiteX518" fmla="*/ 2151029 w 7467600"/>
              <a:gd name="connsiteY518" fmla="*/ 4146947 h 6858000"/>
              <a:gd name="connsiteX519" fmla="*/ 3563434 w 7467600"/>
              <a:gd name="connsiteY519" fmla="*/ 4469115 h 6858000"/>
              <a:gd name="connsiteX520" fmla="*/ 3177952 w 7467600"/>
              <a:gd name="connsiteY520" fmla="*/ 3657386 h 6858000"/>
              <a:gd name="connsiteX521" fmla="*/ 3189263 w 7467600"/>
              <a:gd name="connsiteY521" fmla="*/ 3625726 h 6858000"/>
              <a:gd name="connsiteX522" fmla="*/ 3560912 w 7467600"/>
              <a:gd name="connsiteY522" fmla="*/ 4079863 h 6858000"/>
              <a:gd name="connsiteX523" fmla="*/ 3626636 w 7467600"/>
              <a:gd name="connsiteY523" fmla="*/ 4512230 h 6858000"/>
              <a:gd name="connsiteX524" fmla="*/ 3653088 w 7467600"/>
              <a:gd name="connsiteY524" fmla="*/ 4521417 h 6858000"/>
              <a:gd name="connsiteX525" fmla="*/ 3988128 w 7467600"/>
              <a:gd name="connsiteY525" fmla="*/ 4817267 h 6858000"/>
              <a:gd name="connsiteX526" fmla="*/ 4830582 w 7467600"/>
              <a:gd name="connsiteY526" fmla="*/ 4676000 h 6858000"/>
              <a:gd name="connsiteX527" fmla="*/ 4830100 w 7467600"/>
              <a:gd name="connsiteY527" fmla="*/ 4675554 h 6858000"/>
              <a:gd name="connsiteX528" fmla="*/ 4036318 w 7467600"/>
              <a:gd name="connsiteY528" fmla="*/ 4147013 h 6858000"/>
              <a:gd name="connsiteX529" fmla="*/ 3432098 w 7467600"/>
              <a:gd name="connsiteY529" fmla="*/ 3537312 h 6858000"/>
              <a:gd name="connsiteX530" fmla="*/ 3446761 w 7467600"/>
              <a:gd name="connsiteY530" fmla="*/ 3461278 h 6858000"/>
              <a:gd name="connsiteX531" fmla="*/ 4419733 w 7467600"/>
              <a:gd name="connsiteY531" fmla="*/ 3963555 h 6858000"/>
              <a:gd name="connsiteX532" fmla="*/ 4781371 w 7467600"/>
              <a:gd name="connsiteY532" fmla="*/ 4458604 h 6858000"/>
              <a:gd name="connsiteX533" fmla="*/ 4780440 w 7467600"/>
              <a:gd name="connsiteY533" fmla="*/ 4470290 h 6858000"/>
              <a:gd name="connsiteX534" fmla="*/ 4898954 w 7467600"/>
              <a:gd name="connsiteY534" fmla="*/ 4662092 h 6858000"/>
              <a:gd name="connsiteX535" fmla="*/ 4900699 w 7467600"/>
              <a:gd name="connsiteY535" fmla="*/ 4670867 h 6858000"/>
              <a:gd name="connsiteX536" fmla="*/ 5714511 w 7467600"/>
              <a:gd name="connsiteY536" fmla="*/ 4663483 h 6858000"/>
              <a:gd name="connsiteX537" fmla="*/ 5464793 w 7467600"/>
              <a:gd name="connsiteY537" fmla="*/ 4393556 h 6858000"/>
              <a:gd name="connsiteX538" fmla="*/ 5461897 w 7467600"/>
              <a:gd name="connsiteY538" fmla="*/ 4390879 h 6858000"/>
              <a:gd name="connsiteX539" fmla="*/ 4294126 w 7467600"/>
              <a:gd name="connsiteY539" fmla="*/ 3303048 h 6858000"/>
              <a:gd name="connsiteX540" fmla="*/ 4305321 w 7467600"/>
              <a:gd name="connsiteY540" fmla="*/ 3256953 h 6858000"/>
              <a:gd name="connsiteX541" fmla="*/ 4949299 w 7467600"/>
              <a:gd name="connsiteY541" fmla="*/ 3766336 h 6858000"/>
              <a:gd name="connsiteX542" fmla="*/ 5291452 w 7467600"/>
              <a:gd name="connsiteY542" fmla="*/ 4076801 h 6858000"/>
              <a:gd name="connsiteX543" fmla="*/ 5434998 w 7467600"/>
              <a:gd name="connsiteY543" fmla="*/ 4254100 h 6858000"/>
              <a:gd name="connsiteX544" fmla="*/ 5351015 w 7467600"/>
              <a:gd name="connsiteY544" fmla="*/ 3760989 h 6858000"/>
              <a:gd name="connsiteX545" fmla="*/ 5413780 w 7467600"/>
              <a:gd name="connsiteY545" fmla="*/ 2966265 h 6858000"/>
              <a:gd name="connsiteX546" fmla="*/ 5425627 w 7467600"/>
              <a:gd name="connsiteY546" fmla="*/ 2954192 h 6858000"/>
              <a:gd name="connsiteX547" fmla="*/ 6604735 w 7467600"/>
              <a:gd name="connsiteY547" fmla="*/ 2041381 h 6858000"/>
              <a:gd name="connsiteX548" fmla="*/ 7204487 w 7467600"/>
              <a:gd name="connsiteY548" fmla="*/ 2742112 h 6858000"/>
              <a:gd name="connsiteX549" fmla="*/ 7131592 w 7467600"/>
              <a:gd name="connsiteY549" fmla="*/ 2672096 h 6858000"/>
              <a:gd name="connsiteX550" fmla="*/ 6996344 w 7467600"/>
              <a:gd name="connsiteY550" fmla="*/ 2518310 h 6858000"/>
              <a:gd name="connsiteX551" fmla="*/ 6735495 w 7467600"/>
              <a:gd name="connsiteY551" fmla="*/ 2196890 h 6858000"/>
              <a:gd name="connsiteX552" fmla="*/ 6721901 w 7467600"/>
              <a:gd name="connsiteY552" fmla="*/ 2179274 h 6858000"/>
              <a:gd name="connsiteX553" fmla="*/ 6604735 w 7467600"/>
              <a:gd name="connsiteY553" fmla="*/ 2041381 h 6858000"/>
              <a:gd name="connsiteX554" fmla="*/ 6591670 w 7467600"/>
              <a:gd name="connsiteY554" fmla="*/ 1988277 h 6858000"/>
              <a:gd name="connsiteX555" fmla="*/ 6747349 w 7467600"/>
              <a:gd name="connsiteY555" fmla="*/ 2160069 h 6858000"/>
              <a:gd name="connsiteX556" fmla="*/ 6760943 w 7467600"/>
              <a:gd name="connsiteY556" fmla="*/ 2177686 h 6858000"/>
              <a:gd name="connsiteX557" fmla="*/ 7021065 w 7467600"/>
              <a:gd name="connsiteY557" fmla="*/ 2498102 h 6858000"/>
              <a:gd name="connsiteX558" fmla="*/ 7155223 w 7467600"/>
              <a:gd name="connsiteY558" fmla="*/ 2650386 h 6858000"/>
              <a:gd name="connsiteX559" fmla="*/ 7203167 w 7467600"/>
              <a:gd name="connsiteY559" fmla="*/ 2697288 h 6858000"/>
              <a:gd name="connsiteX560" fmla="*/ 6937703 w 7467600"/>
              <a:gd name="connsiteY560" fmla="*/ 2321981 h 6858000"/>
              <a:gd name="connsiteX561" fmla="*/ 6591670 w 7467600"/>
              <a:gd name="connsiteY561" fmla="*/ 1988277 h 6858000"/>
              <a:gd name="connsiteX562" fmla="*/ 5798671 w 7467600"/>
              <a:gd name="connsiteY562" fmla="*/ 1981601 h 6858000"/>
              <a:gd name="connsiteX563" fmla="*/ 5754709 w 7467600"/>
              <a:gd name="connsiteY563" fmla="*/ 2071454 h 6858000"/>
              <a:gd name="connsiteX564" fmla="*/ 5763044 w 7467600"/>
              <a:gd name="connsiteY564" fmla="*/ 2842206 h 6858000"/>
              <a:gd name="connsiteX565" fmla="*/ 5764974 w 7467600"/>
              <a:gd name="connsiteY565" fmla="*/ 2799609 h 6858000"/>
              <a:gd name="connsiteX566" fmla="*/ 5767665 w 7467600"/>
              <a:gd name="connsiteY566" fmla="*/ 2666409 h 6858000"/>
              <a:gd name="connsiteX567" fmla="*/ 5763055 w 7467600"/>
              <a:gd name="connsiteY567" fmla="*/ 2579705 h 6858000"/>
              <a:gd name="connsiteX568" fmla="*/ 5758079 w 7467600"/>
              <a:gd name="connsiteY568" fmla="*/ 2492508 h 6858000"/>
              <a:gd name="connsiteX569" fmla="*/ 5779325 w 7467600"/>
              <a:gd name="connsiteY569" fmla="*/ 2197069 h 6858000"/>
              <a:gd name="connsiteX570" fmla="*/ 5798671 w 7467600"/>
              <a:gd name="connsiteY570" fmla="*/ 1981601 h 6858000"/>
              <a:gd name="connsiteX571" fmla="*/ 5829202 w 7467600"/>
              <a:gd name="connsiteY571" fmla="*/ 1971679 h 6858000"/>
              <a:gd name="connsiteX572" fmla="*/ 5809558 w 7467600"/>
              <a:gd name="connsiteY572" fmla="*/ 2198043 h 6858000"/>
              <a:gd name="connsiteX573" fmla="*/ 5788653 w 7467600"/>
              <a:gd name="connsiteY573" fmla="*/ 2489430 h 6858000"/>
              <a:gd name="connsiteX574" fmla="*/ 5793439 w 7467600"/>
              <a:gd name="connsiteY574" fmla="*/ 2575235 h 6858000"/>
              <a:gd name="connsiteX575" fmla="*/ 5796837 w 7467600"/>
              <a:gd name="connsiteY575" fmla="*/ 2637633 h 6858000"/>
              <a:gd name="connsiteX576" fmla="*/ 5818614 w 7467600"/>
              <a:gd name="connsiteY576" fmla="*/ 2473055 h 6858000"/>
              <a:gd name="connsiteX577" fmla="*/ 5829202 w 7467600"/>
              <a:gd name="connsiteY577" fmla="*/ 1971679 h 6858000"/>
              <a:gd name="connsiteX578" fmla="*/ 5911389 w 7467600"/>
              <a:gd name="connsiteY578" fmla="*/ 1898371 h 6858000"/>
              <a:gd name="connsiteX579" fmla="*/ 6237627 w 7467600"/>
              <a:gd name="connsiteY579" fmla="*/ 2231921 h 6858000"/>
              <a:gd name="connsiteX580" fmla="*/ 5911389 w 7467600"/>
              <a:gd name="connsiteY580" fmla="*/ 1898371 h 6858000"/>
              <a:gd name="connsiteX581" fmla="*/ 6944437 w 7467600"/>
              <a:gd name="connsiteY581" fmla="*/ 1575402 h 6858000"/>
              <a:gd name="connsiteX582" fmla="*/ 6304730 w 7467600"/>
              <a:gd name="connsiteY582" fmla="*/ 1766654 h 6858000"/>
              <a:gd name="connsiteX583" fmla="*/ 6944437 w 7467600"/>
              <a:gd name="connsiteY583" fmla="*/ 1575402 h 6858000"/>
              <a:gd name="connsiteX584" fmla="*/ 7019523 w 7467600"/>
              <a:gd name="connsiteY584" fmla="*/ 1519450 h 6858000"/>
              <a:gd name="connsiteX585" fmla="*/ 6298091 w 7467600"/>
              <a:gd name="connsiteY585" fmla="*/ 1737122 h 6858000"/>
              <a:gd name="connsiteX586" fmla="*/ 7019523 w 7467600"/>
              <a:gd name="connsiteY586" fmla="*/ 1519450 h 6858000"/>
              <a:gd name="connsiteX587" fmla="*/ 2399523 w 7467600"/>
              <a:gd name="connsiteY587" fmla="*/ 1428234 h 6858000"/>
              <a:gd name="connsiteX588" fmla="*/ 2224982 w 7467600"/>
              <a:gd name="connsiteY588" fmla="*/ 1826201 h 6858000"/>
              <a:gd name="connsiteX589" fmla="*/ 2096099 w 7467600"/>
              <a:gd name="connsiteY589" fmla="*/ 2345900 h 6858000"/>
              <a:gd name="connsiteX590" fmla="*/ 2283317 w 7467600"/>
              <a:gd name="connsiteY590" fmla="*/ 1796925 h 6858000"/>
              <a:gd name="connsiteX591" fmla="*/ 2399523 w 7467600"/>
              <a:gd name="connsiteY591" fmla="*/ 1428234 h 6858000"/>
              <a:gd name="connsiteX592" fmla="*/ 2448558 w 7467600"/>
              <a:gd name="connsiteY592" fmla="*/ 1373435 h 6858000"/>
              <a:gd name="connsiteX593" fmla="*/ 2312521 w 7467600"/>
              <a:gd name="connsiteY593" fmla="*/ 1806140 h 6858000"/>
              <a:gd name="connsiteX594" fmla="*/ 2127533 w 7467600"/>
              <a:gd name="connsiteY594" fmla="*/ 2348380 h 6858000"/>
              <a:gd name="connsiteX595" fmla="*/ 2358080 w 7467600"/>
              <a:gd name="connsiteY595" fmla="*/ 1866134 h 6858000"/>
              <a:gd name="connsiteX596" fmla="*/ 2407436 w 7467600"/>
              <a:gd name="connsiteY596" fmla="*/ 1651070 h 6858000"/>
              <a:gd name="connsiteX597" fmla="*/ 2448558 w 7467600"/>
              <a:gd name="connsiteY597" fmla="*/ 1373435 h 6858000"/>
              <a:gd name="connsiteX598" fmla="*/ 278707 w 7467600"/>
              <a:gd name="connsiteY598" fmla="*/ 1352270 h 6858000"/>
              <a:gd name="connsiteX599" fmla="*/ 321570 w 7467600"/>
              <a:gd name="connsiteY599" fmla="*/ 1861610 h 6858000"/>
              <a:gd name="connsiteX600" fmla="*/ 294281 w 7467600"/>
              <a:gd name="connsiteY600" fmla="*/ 1440658 h 6858000"/>
              <a:gd name="connsiteX601" fmla="*/ 278707 w 7467600"/>
              <a:gd name="connsiteY601" fmla="*/ 1352270 h 6858000"/>
              <a:gd name="connsiteX602" fmla="*/ 1423821 w 7467600"/>
              <a:gd name="connsiteY602" fmla="*/ 1351958 h 6858000"/>
              <a:gd name="connsiteX603" fmla="*/ 1638521 w 7467600"/>
              <a:gd name="connsiteY603" fmla="*/ 1908470 h 6858000"/>
              <a:gd name="connsiteX604" fmla="*/ 1754199 w 7467600"/>
              <a:gd name="connsiteY604" fmla="*/ 2149284 h 6858000"/>
              <a:gd name="connsiteX605" fmla="*/ 1908359 w 7467600"/>
              <a:gd name="connsiteY605" fmla="*/ 2364988 h 6858000"/>
              <a:gd name="connsiteX606" fmla="*/ 1647661 w 7467600"/>
              <a:gd name="connsiteY606" fmla="*/ 1825945 h 6858000"/>
              <a:gd name="connsiteX607" fmla="*/ 1423821 w 7467600"/>
              <a:gd name="connsiteY607" fmla="*/ 1351958 h 6858000"/>
              <a:gd name="connsiteX608" fmla="*/ 1431890 w 7467600"/>
              <a:gd name="connsiteY608" fmla="*/ 1306475 h 6858000"/>
              <a:gd name="connsiteX609" fmla="*/ 1507597 w 7467600"/>
              <a:gd name="connsiteY609" fmla="*/ 1446132 h 6858000"/>
              <a:gd name="connsiteX610" fmla="*/ 1674586 w 7467600"/>
              <a:gd name="connsiteY610" fmla="*/ 1813832 h 6858000"/>
              <a:gd name="connsiteX611" fmla="*/ 1815950 w 7467600"/>
              <a:gd name="connsiteY611" fmla="*/ 2128564 h 6858000"/>
              <a:gd name="connsiteX612" fmla="*/ 1984242 w 7467600"/>
              <a:gd name="connsiteY612" fmla="*/ 2430829 h 6858000"/>
              <a:gd name="connsiteX613" fmla="*/ 2014023 w 7467600"/>
              <a:gd name="connsiteY613" fmla="*/ 2450995 h 6858000"/>
              <a:gd name="connsiteX614" fmla="*/ 1747337 w 7467600"/>
              <a:gd name="connsiteY614" fmla="*/ 1855264 h 6858000"/>
              <a:gd name="connsiteX615" fmla="*/ 1533749 w 7467600"/>
              <a:gd name="connsiteY615" fmla="*/ 1478656 h 6858000"/>
              <a:gd name="connsiteX616" fmla="*/ 1431890 w 7467600"/>
              <a:gd name="connsiteY616" fmla="*/ 1306475 h 6858000"/>
              <a:gd name="connsiteX617" fmla="*/ 5052692 w 7467600"/>
              <a:gd name="connsiteY617" fmla="*/ 1292994 h 6858000"/>
              <a:gd name="connsiteX618" fmla="*/ 5200661 w 7467600"/>
              <a:gd name="connsiteY618" fmla="*/ 1635186 h 6858000"/>
              <a:gd name="connsiteX619" fmla="*/ 5297138 w 7467600"/>
              <a:gd name="connsiteY619" fmla="*/ 1906351 h 6858000"/>
              <a:gd name="connsiteX620" fmla="*/ 5052692 w 7467600"/>
              <a:gd name="connsiteY620" fmla="*/ 1292994 h 6858000"/>
              <a:gd name="connsiteX621" fmla="*/ 5009948 w 7467600"/>
              <a:gd name="connsiteY621" fmla="*/ 1273619 h 6858000"/>
              <a:gd name="connsiteX622" fmla="*/ 5121777 w 7467600"/>
              <a:gd name="connsiteY622" fmla="*/ 1654213 h 6858000"/>
              <a:gd name="connsiteX623" fmla="*/ 5293545 w 7467600"/>
              <a:gd name="connsiteY623" fmla="*/ 2072247 h 6858000"/>
              <a:gd name="connsiteX624" fmla="*/ 5294042 w 7467600"/>
              <a:gd name="connsiteY624" fmla="*/ 2065019 h 6858000"/>
              <a:gd name="connsiteX625" fmla="*/ 5171936 w 7467600"/>
              <a:gd name="connsiteY625" fmla="*/ 1647613 h 6858000"/>
              <a:gd name="connsiteX626" fmla="*/ 5009948 w 7467600"/>
              <a:gd name="connsiteY626" fmla="*/ 1273619 h 6858000"/>
              <a:gd name="connsiteX627" fmla="*/ 655236 w 7467600"/>
              <a:gd name="connsiteY627" fmla="*/ 1268632 h 6858000"/>
              <a:gd name="connsiteX628" fmla="*/ 839521 w 7467600"/>
              <a:gd name="connsiteY628" fmla="*/ 1685315 h 6858000"/>
              <a:gd name="connsiteX629" fmla="*/ 1109416 w 7467600"/>
              <a:gd name="connsiteY629" fmla="*/ 2061663 h 6858000"/>
              <a:gd name="connsiteX630" fmla="*/ 1298300 w 7467600"/>
              <a:gd name="connsiteY630" fmla="*/ 2247742 h 6858000"/>
              <a:gd name="connsiteX631" fmla="*/ 1125871 w 7467600"/>
              <a:gd name="connsiteY631" fmla="*/ 1989513 h 6858000"/>
              <a:gd name="connsiteX632" fmla="*/ 981574 w 7467600"/>
              <a:gd name="connsiteY632" fmla="*/ 1783157 h 6858000"/>
              <a:gd name="connsiteX633" fmla="*/ 922198 w 7467600"/>
              <a:gd name="connsiteY633" fmla="*/ 1677437 h 6858000"/>
              <a:gd name="connsiteX634" fmla="*/ 869293 w 7467600"/>
              <a:gd name="connsiteY634" fmla="*/ 1583214 h 6858000"/>
              <a:gd name="connsiteX635" fmla="*/ 751431 w 7467600"/>
              <a:gd name="connsiteY635" fmla="*/ 1405731 h 6858000"/>
              <a:gd name="connsiteX636" fmla="*/ 655236 w 7467600"/>
              <a:gd name="connsiteY636" fmla="*/ 1268632 h 6858000"/>
              <a:gd name="connsiteX637" fmla="*/ 6516292 w 7467600"/>
              <a:gd name="connsiteY637" fmla="*/ 1263064 h 6858000"/>
              <a:gd name="connsiteX638" fmla="*/ 5736320 w 7467600"/>
              <a:gd name="connsiteY638" fmla="*/ 1501803 h 6858000"/>
              <a:gd name="connsiteX639" fmla="*/ 6516292 w 7467600"/>
              <a:gd name="connsiteY639" fmla="*/ 1263064 h 6858000"/>
              <a:gd name="connsiteX640" fmla="*/ 291466 w 7467600"/>
              <a:gd name="connsiteY640" fmla="*/ 1250369 h 6858000"/>
              <a:gd name="connsiteX641" fmla="*/ 323180 w 7467600"/>
              <a:gd name="connsiteY641" fmla="*/ 1435283 h 6858000"/>
              <a:gd name="connsiteX642" fmla="*/ 349381 w 7467600"/>
              <a:gd name="connsiteY642" fmla="*/ 1875041 h 6858000"/>
              <a:gd name="connsiteX643" fmla="*/ 374363 w 7467600"/>
              <a:gd name="connsiteY643" fmla="*/ 1506494 h 6858000"/>
              <a:gd name="connsiteX644" fmla="*/ 302168 w 7467600"/>
              <a:gd name="connsiteY644" fmla="*/ 1274495 h 6858000"/>
              <a:gd name="connsiteX645" fmla="*/ 291466 w 7467600"/>
              <a:gd name="connsiteY645" fmla="*/ 1250369 h 6858000"/>
              <a:gd name="connsiteX646" fmla="*/ 678222 w 7467600"/>
              <a:gd name="connsiteY646" fmla="*/ 1248670 h 6858000"/>
              <a:gd name="connsiteX647" fmla="*/ 775536 w 7467600"/>
              <a:gd name="connsiteY647" fmla="*/ 1388015 h 6858000"/>
              <a:gd name="connsiteX648" fmla="*/ 894529 w 7467600"/>
              <a:gd name="connsiteY648" fmla="*/ 1567739 h 6858000"/>
              <a:gd name="connsiteX649" fmla="*/ 948000 w 7467600"/>
              <a:gd name="connsiteY649" fmla="*/ 1663088 h 6858000"/>
              <a:gd name="connsiteX650" fmla="*/ 1006812 w 7467600"/>
              <a:gd name="connsiteY650" fmla="*/ 1767683 h 6858000"/>
              <a:gd name="connsiteX651" fmla="*/ 1149133 w 7467600"/>
              <a:gd name="connsiteY651" fmla="*/ 1971513 h 6858000"/>
              <a:gd name="connsiteX652" fmla="*/ 1333952 w 7467600"/>
              <a:gd name="connsiteY652" fmla="*/ 2251620 h 6858000"/>
              <a:gd name="connsiteX653" fmla="*/ 1337329 w 7467600"/>
              <a:gd name="connsiteY653" fmla="*/ 2258350 h 6858000"/>
              <a:gd name="connsiteX654" fmla="*/ 1014726 w 7467600"/>
              <a:gd name="connsiteY654" fmla="*/ 1615556 h 6858000"/>
              <a:gd name="connsiteX655" fmla="*/ 678222 w 7467600"/>
              <a:gd name="connsiteY655" fmla="*/ 1248670 h 6858000"/>
              <a:gd name="connsiteX656" fmla="*/ 6691602 w 7467600"/>
              <a:gd name="connsiteY656" fmla="*/ 1140573 h 6858000"/>
              <a:gd name="connsiteX657" fmla="*/ 6571100 w 7467600"/>
              <a:gd name="connsiteY657" fmla="*/ 1183662 h 6858000"/>
              <a:gd name="connsiteX658" fmla="*/ 6241687 w 7467600"/>
              <a:gd name="connsiteY658" fmla="*/ 1257600 h 6858000"/>
              <a:gd name="connsiteX659" fmla="*/ 5693009 w 7467600"/>
              <a:gd name="connsiteY659" fmla="*/ 1478256 h 6858000"/>
              <a:gd name="connsiteX660" fmla="*/ 6548420 w 7467600"/>
              <a:gd name="connsiteY660" fmla="*/ 1214599 h 6858000"/>
              <a:gd name="connsiteX661" fmla="*/ 6605473 w 7467600"/>
              <a:gd name="connsiteY661" fmla="*/ 1184686 h 6858000"/>
              <a:gd name="connsiteX662" fmla="*/ 6691602 w 7467600"/>
              <a:gd name="connsiteY662" fmla="*/ 1140573 h 6858000"/>
              <a:gd name="connsiteX663" fmla="*/ 4002475 w 7467600"/>
              <a:gd name="connsiteY663" fmla="*/ 1037802 h 6858000"/>
              <a:gd name="connsiteX664" fmla="*/ 4000324 w 7467600"/>
              <a:gd name="connsiteY664" fmla="*/ 1039362 h 6858000"/>
              <a:gd name="connsiteX665" fmla="*/ 4002862 w 7467600"/>
              <a:gd name="connsiteY665" fmla="*/ 1042866 h 6858000"/>
              <a:gd name="connsiteX666" fmla="*/ 4002475 w 7467600"/>
              <a:gd name="connsiteY666" fmla="*/ 1037802 h 6858000"/>
              <a:gd name="connsiteX667" fmla="*/ 506322 w 7467600"/>
              <a:gd name="connsiteY667" fmla="*/ 1020997 h 6858000"/>
              <a:gd name="connsiteX668" fmla="*/ 533068 w 7467600"/>
              <a:gd name="connsiteY668" fmla="*/ 1029409 h 6858000"/>
              <a:gd name="connsiteX669" fmla="*/ 1232525 w 7467600"/>
              <a:gd name="connsiteY669" fmla="*/ 1804675 h 6858000"/>
              <a:gd name="connsiteX670" fmla="*/ 1388858 w 7467600"/>
              <a:gd name="connsiteY670" fmla="*/ 2368011 h 6858000"/>
              <a:gd name="connsiteX671" fmla="*/ 1384098 w 7467600"/>
              <a:gd name="connsiteY671" fmla="*/ 2378125 h 6858000"/>
              <a:gd name="connsiteX672" fmla="*/ 1425393 w 7467600"/>
              <a:gd name="connsiteY672" fmla="*/ 2589124 h 6858000"/>
              <a:gd name="connsiteX673" fmla="*/ 1424001 w 7467600"/>
              <a:gd name="connsiteY673" fmla="*/ 2597541 h 6858000"/>
              <a:gd name="connsiteX674" fmla="*/ 2152729 w 7467600"/>
              <a:gd name="connsiteY674" fmla="*/ 2864487 h 6858000"/>
              <a:gd name="connsiteX675" fmla="*/ 2020609 w 7467600"/>
              <a:gd name="connsiteY675" fmla="*/ 2539671 h 6858000"/>
              <a:gd name="connsiteX676" fmla="*/ 2018920 w 7467600"/>
              <a:gd name="connsiteY676" fmla="*/ 2536309 h 6858000"/>
              <a:gd name="connsiteX677" fmla="*/ 1342441 w 7467600"/>
              <a:gd name="connsiteY677" fmla="*/ 1173017 h 6858000"/>
              <a:gd name="connsiteX678" fmla="*/ 1367925 w 7467600"/>
              <a:gd name="connsiteY678" fmla="*/ 1135648 h 6858000"/>
              <a:gd name="connsiteX679" fmla="*/ 1771401 w 7467600"/>
              <a:gd name="connsiteY679" fmla="*/ 1806673 h 6858000"/>
              <a:gd name="connsiteX680" fmla="*/ 1972385 w 7467600"/>
              <a:gd name="connsiteY680" fmla="*/ 2198735 h 6858000"/>
              <a:gd name="connsiteX681" fmla="*/ 2040892 w 7467600"/>
              <a:gd name="connsiteY681" fmla="*/ 2405205 h 6858000"/>
              <a:gd name="connsiteX682" fmla="*/ 2131689 w 7467600"/>
              <a:gd name="connsiteY682" fmla="*/ 1936926 h 6858000"/>
              <a:gd name="connsiteX683" fmla="*/ 2454820 w 7467600"/>
              <a:gd name="connsiteY683" fmla="*/ 1248808 h 6858000"/>
              <a:gd name="connsiteX684" fmla="*/ 2492512 w 7467600"/>
              <a:gd name="connsiteY684" fmla="*/ 1302920 h 6858000"/>
              <a:gd name="connsiteX685" fmla="*/ 2081216 w 7467600"/>
              <a:gd name="connsiteY685" fmla="*/ 2527513 h 6858000"/>
              <a:gd name="connsiteX686" fmla="*/ 2081211 w 7467600"/>
              <a:gd name="connsiteY686" fmla="*/ 2528916 h 6858000"/>
              <a:gd name="connsiteX687" fmla="*/ 2199067 w 7467600"/>
              <a:gd name="connsiteY687" fmla="*/ 2884061 h 6858000"/>
              <a:gd name="connsiteX688" fmla="*/ 3192586 w 7467600"/>
              <a:gd name="connsiteY688" fmla="*/ 3411496 h 6858000"/>
              <a:gd name="connsiteX689" fmla="*/ 3182620 w 7467600"/>
              <a:gd name="connsiteY689" fmla="*/ 3483279 h 6858000"/>
              <a:gd name="connsiteX690" fmla="*/ 2435119 w 7467600"/>
              <a:gd name="connsiteY690" fmla="*/ 3080173 h 6858000"/>
              <a:gd name="connsiteX691" fmla="*/ 2410152 w 7467600"/>
              <a:gd name="connsiteY691" fmla="*/ 3063751 h 6858000"/>
              <a:gd name="connsiteX692" fmla="*/ 2408099 w 7467600"/>
              <a:gd name="connsiteY692" fmla="*/ 3064403 h 6858000"/>
              <a:gd name="connsiteX693" fmla="*/ 2407218 w 7467600"/>
              <a:gd name="connsiteY693" fmla="*/ 3070324 h 6858000"/>
              <a:gd name="connsiteX694" fmla="*/ 2380138 w 7467600"/>
              <a:gd name="connsiteY694" fmla="*/ 3099341 h 6858000"/>
              <a:gd name="connsiteX695" fmla="*/ 1765923 w 7467600"/>
              <a:gd name="connsiteY695" fmla="*/ 3581043 h 6858000"/>
              <a:gd name="connsiteX696" fmla="*/ 1702258 w 7467600"/>
              <a:gd name="connsiteY696" fmla="*/ 3612286 h 6858000"/>
              <a:gd name="connsiteX697" fmla="*/ 1538370 w 7467600"/>
              <a:gd name="connsiteY697" fmla="*/ 3811804 h 6858000"/>
              <a:gd name="connsiteX698" fmla="*/ 542867 w 7467600"/>
              <a:gd name="connsiteY698" fmla="*/ 4944092 h 6858000"/>
              <a:gd name="connsiteX699" fmla="*/ 515800 w 7467600"/>
              <a:gd name="connsiteY699" fmla="*/ 4862180 h 6858000"/>
              <a:gd name="connsiteX700" fmla="*/ 909145 w 7467600"/>
              <a:gd name="connsiteY700" fmla="*/ 4199225 h 6858000"/>
              <a:gd name="connsiteX701" fmla="*/ 1214067 w 7467600"/>
              <a:gd name="connsiteY701" fmla="*/ 3908561 h 6858000"/>
              <a:gd name="connsiteX702" fmla="*/ 640967 w 7467600"/>
              <a:gd name="connsiteY702" fmla="*/ 4105601 h 6858000"/>
              <a:gd name="connsiteX703" fmla="*/ 112563 w 7467600"/>
              <a:gd name="connsiteY703" fmla="*/ 4396952 h 6858000"/>
              <a:gd name="connsiteX704" fmla="*/ 0 w 7467600"/>
              <a:gd name="connsiteY704" fmla="*/ 4466006 h 6858000"/>
              <a:gd name="connsiteX705" fmla="*/ 0 w 7467600"/>
              <a:gd name="connsiteY705" fmla="*/ 4233763 h 6858000"/>
              <a:gd name="connsiteX706" fmla="*/ 36881 w 7467600"/>
              <a:gd name="connsiteY706" fmla="*/ 4200118 h 6858000"/>
              <a:gd name="connsiteX707" fmla="*/ 910534 w 7467600"/>
              <a:gd name="connsiteY707" fmla="*/ 3629753 h 6858000"/>
              <a:gd name="connsiteX708" fmla="*/ 1578717 w 7467600"/>
              <a:gd name="connsiteY708" fmla="*/ 3575982 h 6858000"/>
              <a:gd name="connsiteX709" fmla="*/ 2338780 w 7467600"/>
              <a:gd name="connsiteY709" fmla="*/ 3033725 h 6858000"/>
              <a:gd name="connsiteX710" fmla="*/ 1807991 w 7467600"/>
              <a:gd name="connsiteY710" fmla="*/ 2807184 h 6858000"/>
              <a:gd name="connsiteX711" fmla="*/ 1416358 w 7467600"/>
              <a:gd name="connsiteY711" fmla="*/ 3112571 h 6858000"/>
              <a:gd name="connsiteX712" fmla="*/ 939066 w 7467600"/>
              <a:gd name="connsiteY712" fmla="*/ 3378798 h 6858000"/>
              <a:gd name="connsiteX713" fmla="*/ 115099 w 7467600"/>
              <a:gd name="connsiteY713" fmla="*/ 3607650 h 6858000"/>
              <a:gd name="connsiteX714" fmla="*/ 97284 w 7467600"/>
              <a:gd name="connsiteY714" fmla="*/ 3520393 h 6858000"/>
              <a:gd name="connsiteX715" fmla="*/ 922050 w 7467600"/>
              <a:gd name="connsiteY715" fmla="*/ 3074867 h 6858000"/>
              <a:gd name="connsiteX716" fmla="*/ 1405265 w 7467600"/>
              <a:gd name="connsiteY716" fmla="*/ 3016319 h 6858000"/>
              <a:gd name="connsiteX717" fmla="*/ 1407512 w 7467600"/>
              <a:gd name="connsiteY717" fmla="*/ 3018001 h 6858000"/>
              <a:gd name="connsiteX718" fmla="*/ 1726266 w 7467600"/>
              <a:gd name="connsiteY718" fmla="*/ 2777274 h 6858000"/>
              <a:gd name="connsiteX719" fmla="*/ 625390 w 7467600"/>
              <a:gd name="connsiteY719" fmla="*/ 2514541 h 6858000"/>
              <a:gd name="connsiteX720" fmla="*/ 619799 w 7467600"/>
              <a:gd name="connsiteY720" fmla="*/ 2527180 h 6858000"/>
              <a:gd name="connsiteX721" fmla="*/ 310030 w 7467600"/>
              <a:gd name="connsiteY721" fmla="*/ 2771818 h 6858000"/>
              <a:gd name="connsiteX722" fmla="*/ 173877 w 7467600"/>
              <a:gd name="connsiteY722" fmla="*/ 2937056 h 6858000"/>
              <a:gd name="connsiteX723" fmla="*/ 77889 w 7467600"/>
              <a:gd name="connsiteY723" fmla="*/ 3138440 h 6858000"/>
              <a:gd name="connsiteX724" fmla="*/ 0 w 7467600"/>
              <a:gd name="connsiteY724" fmla="*/ 3271395 h 6858000"/>
              <a:gd name="connsiteX725" fmla="*/ 0 w 7467600"/>
              <a:gd name="connsiteY725" fmla="*/ 3153002 h 6858000"/>
              <a:gd name="connsiteX726" fmla="*/ 2386 w 7467600"/>
              <a:gd name="connsiteY726" fmla="*/ 3149203 h 6858000"/>
              <a:gd name="connsiteX727" fmla="*/ 89753 w 7467600"/>
              <a:gd name="connsiteY727" fmla="*/ 2987702 h 6858000"/>
              <a:gd name="connsiteX728" fmla="*/ 76869 w 7467600"/>
              <a:gd name="connsiteY728" fmla="*/ 3005404 h 6858000"/>
              <a:gd name="connsiteX729" fmla="*/ 32049 w 7467600"/>
              <a:gd name="connsiteY729" fmla="*/ 3065814 h 6858000"/>
              <a:gd name="connsiteX730" fmla="*/ 0 w 7467600"/>
              <a:gd name="connsiteY730" fmla="*/ 3108744 h 6858000"/>
              <a:gd name="connsiteX731" fmla="*/ 0 w 7467600"/>
              <a:gd name="connsiteY731" fmla="*/ 3058059 h 6858000"/>
              <a:gd name="connsiteX732" fmla="*/ 7610 w 7467600"/>
              <a:gd name="connsiteY732" fmla="*/ 3047889 h 6858000"/>
              <a:gd name="connsiteX733" fmla="*/ 52419 w 7467600"/>
              <a:gd name="connsiteY733" fmla="*/ 2987479 h 6858000"/>
              <a:gd name="connsiteX734" fmla="*/ 59142 w 7467600"/>
              <a:gd name="connsiteY734" fmla="*/ 2978488 h 6858000"/>
              <a:gd name="connsiteX735" fmla="*/ 0 w 7467600"/>
              <a:gd name="connsiteY735" fmla="*/ 3015334 h 6858000"/>
              <a:gd name="connsiteX736" fmla="*/ 0 w 7467600"/>
              <a:gd name="connsiteY736" fmla="*/ 2914286 h 6858000"/>
              <a:gd name="connsiteX737" fmla="*/ 36383 w 7467600"/>
              <a:gd name="connsiteY737" fmla="*/ 2901128 h 6858000"/>
              <a:gd name="connsiteX738" fmla="*/ 156329 w 7467600"/>
              <a:gd name="connsiteY738" fmla="*/ 2840533 h 6858000"/>
              <a:gd name="connsiteX739" fmla="*/ 358355 w 7467600"/>
              <a:gd name="connsiteY739" fmla="*/ 2620471 h 6858000"/>
              <a:gd name="connsiteX740" fmla="*/ 510577 w 7467600"/>
              <a:gd name="connsiteY740" fmla="*/ 2501244 h 6858000"/>
              <a:gd name="connsiteX741" fmla="*/ 211967 w 7467600"/>
              <a:gd name="connsiteY741" fmla="*/ 2479171 h 6858000"/>
              <a:gd name="connsiteX742" fmla="*/ 0 w 7467600"/>
              <a:gd name="connsiteY742" fmla="*/ 2476398 h 6858000"/>
              <a:gd name="connsiteX743" fmla="*/ 0 w 7467600"/>
              <a:gd name="connsiteY743" fmla="*/ 2389189 h 6858000"/>
              <a:gd name="connsiteX744" fmla="*/ 103062 w 7467600"/>
              <a:gd name="connsiteY744" fmla="*/ 2389518 h 6858000"/>
              <a:gd name="connsiteX745" fmla="*/ 510734 w 7467600"/>
              <a:gd name="connsiteY745" fmla="*/ 2416201 h 6858000"/>
              <a:gd name="connsiteX746" fmla="*/ 279257 w 7467600"/>
              <a:gd name="connsiteY746" fmla="*/ 2092102 h 6858000"/>
              <a:gd name="connsiteX747" fmla="*/ 65265 w 7467600"/>
              <a:gd name="connsiteY747" fmla="*/ 2006049 h 6858000"/>
              <a:gd name="connsiteX748" fmla="*/ 0 w 7467600"/>
              <a:gd name="connsiteY748" fmla="*/ 1982532 h 6858000"/>
              <a:gd name="connsiteX749" fmla="*/ 0 w 7467600"/>
              <a:gd name="connsiteY749" fmla="*/ 1912789 h 6858000"/>
              <a:gd name="connsiteX750" fmla="*/ 97460 w 7467600"/>
              <a:gd name="connsiteY750" fmla="*/ 1953725 h 6858000"/>
              <a:gd name="connsiteX751" fmla="*/ 221272 w 7467600"/>
              <a:gd name="connsiteY751" fmla="*/ 1980766 h 6858000"/>
              <a:gd name="connsiteX752" fmla="*/ 116765 w 7467600"/>
              <a:gd name="connsiteY752" fmla="*/ 1911033 h 6858000"/>
              <a:gd name="connsiteX753" fmla="*/ 16405 w 7467600"/>
              <a:gd name="connsiteY753" fmla="*/ 1803412 h 6858000"/>
              <a:gd name="connsiteX754" fmla="*/ 0 w 7467600"/>
              <a:gd name="connsiteY754" fmla="*/ 1784777 h 6858000"/>
              <a:gd name="connsiteX755" fmla="*/ 0 w 7467600"/>
              <a:gd name="connsiteY755" fmla="*/ 1740082 h 6858000"/>
              <a:gd name="connsiteX756" fmla="*/ 39394 w 7467600"/>
              <a:gd name="connsiteY756" fmla="*/ 1784856 h 6858000"/>
              <a:gd name="connsiteX757" fmla="*/ 135813 w 7467600"/>
              <a:gd name="connsiteY757" fmla="*/ 1888838 h 6858000"/>
              <a:gd name="connsiteX758" fmla="*/ 242575 w 7467600"/>
              <a:gd name="connsiteY758" fmla="*/ 1958841 h 6858000"/>
              <a:gd name="connsiteX759" fmla="*/ 82197 w 7467600"/>
              <a:gd name="connsiteY759" fmla="*/ 1754826 h 6858000"/>
              <a:gd name="connsiteX760" fmla="*/ 0 w 7467600"/>
              <a:gd name="connsiteY760" fmla="*/ 1679650 h 6858000"/>
              <a:gd name="connsiteX761" fmla="*/ 0 w 7467600"/>
              <a:gd name="connsiteY761" fmla="*/ 1602463 h 6858000"/>
              <a:gd name="connsiteX762" fmla="*/ 84689 w 7467600"/>
              <a:gd name="connsiteY762" fmla="*/ 1677442 h 6858000"/>
              <a:gd name="connsiteX763" fmla="*/ 298437 w 7467600"/>
              <a:gd name="connsiteY763" fmla="*/ 1968019 h 6858000"/>
              <a:gd name="connsiteX764" fmla="*/ 227269 w 7467600"/>
              <a:gd name="connsiteY764" fmla="*/ 1114064 h 6858000"/>
              <a:gd name="connsiteX765" fmla="*/ 248003 w 7467600"/>
              <a:gd name="connsiteY765" fmla="*/ 1089613 h 6858000"/>
              <a:gd name="connsiteX766" fmla="*/ 427020 w 7467600"/>
              <a:gd name="connsiteY766" fmla="*/ 1619803 h 6858000"/>
              <a:gd name="connsiteX767" fmla="*/ 340345 w 7467600"/>
              <a:gd name="connsiteY767" fmla="*/ 2027739 h 6858000"/>
              <a:gd name="connsiteX768" fmla="*/ 360865 w 7467600"/>
              <a:gd name="connsiteY768" fmla="*/ 2044827 h 6858000"/>
              <a:gd name="connsiteX769" fmla="*/ 560414 w 7467600"/>
              <a:gd name="connsiteY769" fmla="*/ 2421457 h 6858000"/>
              <a:gd name="connsiteX770" fmla="*/ 1359703 w 7467600"/>
              <a:gd name="connsiteY770" fmla="*/ 2578554 h 6858000"/>
              <a:gd name="connsiteX771" fmla="*/ 1359422 w 7467600"/>
              <a:gd name="connsiteY771" fmla="*/ 2577994 h 6858000"/>
              <a:gd name="connsiteX772" fmla="*/ 828701 w 7467600"/>
              <a:gd name="connsiteY772" fmla="*/ 1839520 h 6858000"/>
              <a:gd name="connsiteX773" fmla="*/ 494427 w 7467600"/>
              <a:gd name="connsiteY773" fmla="*/ 1092333 h 6858000"/>
              <a:gd name="connsiteX774" fmla="*/ 506322 w 7467600"/>
              <a:gd name="connsiteY774" fmla="*/ 1020997 h 6858000"/>
              <a:gd name="connsiteX775" fmla="*/ 4570198 w 7467600"/>
              <a:gd name="connsiteY775" fmla="*/ 978081 h 6858000"/>
              <a:gd name="connsiteX776" fmla="*/ 4523691 w 7467600"/>
              <a:gd name="connsiteY776" fmla="*/ 1127776 h 6858000"/>
              <a:gd name="connsiteX777" fmla="*/ 4509875 w 7467600"/>
              <a:gd name="connsiteY777" fmla="*/ 1167552 h 6858000"/>
              <a:gd name="connsiteX778" fmla="*/ 4478168 w 7467600"/>
              <a:gd name="connsiteY778" fmla="*/ 1260735 h 6858000"/>
              <a:gd name="connsiteX779" fmla="*/ 4409309 w 7467600"/>
              <a:gd name="connsiteY779" fmla="*/ 1666996 h 6858000"/>
              <a:gd name="connsiteX780" fmla="*/ 4370031 w 7467600"/>
              <a:gd name="connsiteY780" fmla="*/ 1955666 h 6858000"/>
              <a:gd name="connsiteX781" fmla="*/ 4570198 w 7467600"/>
              <a:gd name="connsiteY781" fmla="*/ 978081 h 6858000"/>
              <a:gd name="connsiteX782" fmla="*/ 4557898 w 7467600"/>
              <a:gd name="connsiteY782" fmla="*/ 900011 h 6858000"/>
              <a:gd name="connsiteX783" fmla="*/ 4344840 w 7467600"/>
              <a:gd name="connsiteY783" fmla="*/ 1922038 h 6858000"/>
              <a:gd name="connsiteX784" fmla="*/ 4378710 w 7467600"/>
              <a:gd name="connsiteY784" fmla="*/ 1665516 h 6858000"/>
              <a:gd name="connsiteX785" fmla="*/ 4448798 w 7467600"/>
              <a:gd name="connsiteY785" fmla="*/ 1253024 h 6858000"/>
              <a:gd name="connsiteX786" fmla="*/ 4480315 w 7467600"/>
              <a:gd name="connsiteY786" fmla="*/ 1158454 h 6858000"/>
              <a:gd name="connsiteX787" fmla="*/ 4494133 w 7467600"/>
              <a:gd name="connsiteY787" fmla="*/ 1118676 h 6858000"/>
              <a:gd name="connsiteX788" fmla="*/ 4557898 w 7467600"/>
              <a:gd name="connsiteY788" fmla="*/ 900011 h 6858000"/>
              <a:gd name="connsiteX789" fmla="*/ 5870151 w 7467600"/>
              <a:gd name="connsiteY789" fmla="*/ 898890 h 6858000"/>
              <a:gd name="connsiteX790" fmla="*/ 5861335 w 7467600"/>
              <a:gd name="connsiteY790" fmla="*/ 899177 h 6858000"/>
              <a:gd name="connsiteX791" fmla="*/ 5843702 w 7467600"/>
              <a:gd name="connsiteY791" fmla="*/ 899748 h 6858000"/>
              <a:gd name="connsiteX792" fmla="*/ 5651107 w 7467600"/>
              <a:gd name="connsiteY792" fmla="*/ 920306 h 6858000"/>
              <a:gd name="connsiteX793" fmla="*/ 5459407 w 7467600"/>
              <a:gd name="connsiteY793" fmla="*/ 940975 h 6858000"/>
              <a:gd name="connsiteX794" fmla="*/ 5374846 w 7467600"/>
              <a:gd name="connsiteY794" fmla="*/ 941988 h 6858000"/>
              <a:gd name="connsiteX795" fmla="*/ 5256105 w 7467600"/>
              <a:gd name="connsiteY795" fmla="*/ 945632 h 6858000"/>
              <a:gd name="connsiteX796" fmla="*/ 5107071 w 7467600"/>
              <a:gd name="connsiteY796" fmla="*/ 969720 h 6858000"/>
              <a:gd name="connsiteX797" fmla="*/ 4998681 w 7467600"/>
              <a:gd name="connsiteY797" fmla="*/ 988771 h 6858000"/>
              <a:gd name="connsiteX798" fmla="*/ 5870151 w 7467600"/>
              <a:gd name="connsiteY798" fmla="*/ 898890 h 6858000"/>
              <a:gd name="connsiteX799" fmla="*/ 5504425 w 7467600"/>
              <a:gd name="connsiteY799" fmla="*/ 848067 h 6858000"/>
              <a:gd name="connsiteX800" fmla="*/ 4968849 w 7467600"/>
              <a:gd name="connsiteY800" fmla="*/ 962318 h 6858000"/>
              <a:gd name="connsiteX801" fmla="*/ 5104039 w 7467600"/>
              <a:gd name="connsiteY801" fmla="*/ 940634 h 6858000"/>
              <a:gd name="connsiteX802" fmla="*/ 5256311 w 7467600"/>
              <a:gd name="connsiteY802" fmla="*/ 916490 h 6858000"/>
              <a:gd name="connsiteX803" fmla="*/ 5377381 w 7467600"/>
              <a:gd name="connsiteY803" fmla="*/ 912671 h 6858000"/>
              <a:gd name="connsiteX804" fmla="*/ 5460148 w 7467600"/>
              <a:gd name="connsiteY804" fmla="*/ 911442 h 6858000"/>
              <a:gd name="connsiteX805" fmla="*/ 5648971 w 7467600"/>
              <a:gd name="connsiteY805" fmla="*/ 891331 h 6858000"/>
              <a:gd name="connsiteX806" fmla="*/ 5844807 w 7467600"/>
              <a:gd name="connsiteY806" fmla="*/ 870718 h 6858000"/>
              <a:gd name="connsiteX807" fmla="*/ 5862975 w 7467600"/>
              <a:gd name="connsiteY807" fmla="*/ 869756 h 6858000"/>
              <a:gd name="connsiteX808" fmla="*/ 5920887 w 7467600"/>
              <a:gd name="connsiteY808" fmla="*/ 865929 h 6858000"/>
              <a:gd name="connsiteX809" fmla="*/ 5504425 w 7467600"/>
              <a:gd name="connsiteY809" fmla="*/ 848067 h 6858000"/>
              <a:gd name="connsiteX810" fmla="*/ 3607114 w 7467600"/>
              <a:gd name="connsiteY810" fmla="*/ 467441 h 6858000"/>
              <a:gd name="connsiteX811" fmla="*/ 3296242 w 7467600"/>
              <a:gd name="connsiteY811" fmla="*/ 807991 h 6858000"/>
              <a:gd name="connsiteX812" fmla="*/ 3174674 w 7467600"/>
              <a:gd name="connsiteY812" fmla="*/ 919759 h 6858000"/>
              <a:gd name="connsiteX813" fmla="*/ 3042978 w 7467600"/>
              <a:gd name="connsiteY813" fmla="*/ 1054894 h 6858000"/>
              <a:gd name="connsiteX814" fmla="*/ 2968914 w 7467600"/>
              <a:gd name="connsiteY814" fmla="*/ 1133756 h 6858000"/>
              <a:gd name="connsiteX815" fmla="*/ 3103823 w 7467600"/>
              <a:gd name="connsiteY815" fmla="*/ 1026814 h 6858000"/>
              <a:gd name="connsiteX816" fmla="*/ 3607114 w 7467600"/>
              <a:gd name="connsiteY816" fmla="*/ 467441 h 6858000"/>
              <a:gd name="connsiteX817" fmla="*/ 3744487 w 7467600"/>
              <a:gd name="connsiteY817" fmla="*/ 383136 h 6858000"/>
              <a:gd name="connsiteX818" fmla="*/ 3970213 w 7467600"/>
              <a:gd name="connsiteY818" fmla="*/ 995559 h 6858000"/>
              <a:gd name="connsiteX819" fmla="*/ 3744487 w 7467600"/>
              <a:gd name="connsiteY819" fmla="*/ 383136 h 6858000"/>
              <a:gd name="connsiteX820" fmla="*/ 3624562 w 7467600"/>
              <a:gd name="connsiteY820" fmla="*/ 367041 h 6858000"/>
              <a:gd name="connsiteX821" fmla="*/ 3489712 w 7467600"/>
              <a:gd name="connsiteY821" fmla="*/ 485386 h 6858000"/>
              <a:gd name="connsiteX822" fmla="*/ 3182994 w 7467600"/>
              <a:gd name="connsiteY822" fmla="*/ 828265 h 6858000"/>
              <a:gd name="connsiteX823" fmla="*/ 2892114 w 7467600"/>
              <a:gd name="connsiteY823" fmla="*/ 1172635 h 6858000"/>
              <a:gd name="connsiteX824" fmla="*/ 3021459 w 7467600"/>
              <a:gd name="connsiteY824" fmla="*/ 1035385 h 6858000"/>
              <a:gd name="connsiteX825" fmla="*/ 3153873 w 7467600"/>
              <a:gd name="connsiteY825" fmla="*/ 898971 h 6858000"/>
              <a:gd name="connsiteX826" fmla="*/ 3276511 w 7467600"/>
              <a:gd name="connsiteY826" fmla="*/ 786423 h 6858000"/>
              <a:gd name="connsiteX827" fmla="*/ 3584154 w 7467600"/>
              <a:gd name="connsiteY827" fmla="*/ 448218 h 6858000"/>
              <a:gd name="connsiteX828" fmla="*/ 3624562 w 7467600"/>
              <a:gd name="connsiteY828" fmla="*/ 367041 h 6858000"/>
              <a:gd name="connsiteX829" fmla="*/ 3766672 w 7467600"/>
              <a:gd name="connsiteY829" fmla="*/ 359429 h 6858000"/>
              <a:gd name="connsiteX830" fmla="*/ 3996338 w 7467600"/>
              <a:gd name="connsiteY830" fmla="*/ 968237 h 6858000"/>
              <a:gd name="connsiteX831" fmla="*/ 3766672 w 7467600"/>
              <a:gd name="connsiteY831" fmla="*/ 359429 h 6858000"/>
              <a:gd name="connsiteX832" fmla="*/ 5805386 w 7467600"/>
              <a:gd name="connsiteY832" fmla="*/ 239240 h 6858000"/>
              <a:gd name="connsiteX833" fmla="*/ 5736947 w 7467600"/>
              <a:gd name="connsiteY833" fmla="*/ 261367 h 6858000"/>
              <a:gd name="connsiteX834" fmla="*/ 5427012 w 7467600"/>
              <a:gd name="connsiteY834" fmla="*/ 311272 h 6858000"/>
              <a:gd name="connsiteX835" fmla="*/ 5147818 w 7467600"/>
              <a:gd name="connsiteY835" fmla="*/ 322112 h 6858000"/>
              <a:gd name="connsiteX836" fmla="*/ 5060854 w 7467600"/>
              <a:gd name="connsiteY836" fmla="*/ 311882 h 6858000"/>
              <a:gd name="connsiteX837" fmla="*/ 4945989 w 7467600"/>
              <a:gd name="connsiteY837" fmla="*/ 300516 h 6858000"/>
              <a:gd name="connsiteX838" fmla="*/ 5410479 w 7467600"/>
              <a:gd name="connsiteY838" fmla="*/ 348434 h 6858000"/>
              <a:gd name="connsiteX839" fmla="*/ 5805386 w 7467600"/>
              <a:gd name="connsiteY839" fmla="*/ 239240 h 6858000"/>
              <a:gd name="connsiteX840" fmla="*/ 5905192 w 7467600"/>
              <a:gd name="connsiteY840" fmla="*/ 163079 h 6858000"/>
              <a:gd name="connsiteX841" fmla="*/ 5865655 w 7467600"/>
              <a:gd name="connsiteY841" fmla="*/ 171901 h 6858000"/>
              <a:gd name="connsiteX842" fmla="*/ 5259740 w 7467600"/>
              <a:gd name="connsiteY842" fmla="*/ 257013 h 6858000"/>
              <a:gd name="connsiteX843" fmla="*/ 5208466 w 7467600"/>
              <a:gd name="connsiteY843" fmla="*/ 257550 h 6858000"/>
              <a:gd name="connsiteX844" fmla="*/ 4980204 w 7467600"/>
              <a:gd name="connsiteY844" fmla="*/ 271903 h 6858000"/>
              <a:gd name="connsiteX845" fmla="*/ 5068068 w 7467600"/>
              <a:gd name="connsiteY845" fmla="*/ 282244 h 6858000"/>
              <a:gd name="connsiteX846" fmla="*/ 5153231 w 7467600"/>
              <a:gd name="connsiteY846" fmla="*/ 292240 h 6858000"/>
              <a:gd name="connsiteX847" fmla="*/ 5426491 w 7467600"/>
              <a:gd name="connsiteY847" fmla="*/ 281128 h 6858000"/>
              <a:gd name="connsiteX848" fmla="*/ 5731212 w 7467600"/>
              <a:gd name="connsiteY848" fmla="*/ 231951 h 6858000"/>
              <a:gd name="connsiteX849" fmla="*/ 5905192 w 7467600"/>
              <a:gd name="connsiteY849" fmla="*/ 163079 h 6858000"/>
              <a:gd name="connsiteX850" fmla="*/ 5944437 w 7467600"/>
              <a:gd name="connsiteY850" fmla="*/ 113829 h 6858000"/>
              <a:gd name="connsiteX851" fmla="*/ 5825032 w 7467600"/>
              <a:gd name="connsiteY851" fmla="*/ 146405 h 6858000"/>
              <a:gd name="connsiteX852" fmla="*/ 4955599 w 7467600"/>
              <a:gd name="connsiteY852" fmla="*/ 247008 h 6858000"/>
              <a:gd name="connsiteX853" fmla="*/ 5210104 w 7467600"/>
              <a:gd name="connsiteY853" fmla="*/ 228123 h 6858000"/>
              <a:gd name="connsiteX854" fmla="*/ 5261015 w 7467600"/>
              <a:gd name="connsiteY854" fmla="*/ 227087 h 6858000"/>
              <a:gd name="connsiteX855" fmla="*/ 5861181 w 7467600"/>
              <a:gd name="connsiteY855" fmla="*/ 143093 h 6858000"/>
              <a:gd name="connsiteX856" fmla="*/ 5961252 w 7467600"/>
              <a:gd name="connsiteY856" fmla="*/ 114820 h 6858000"/>
              <a:gd name="connsiteX857" fmla="*/ 5944437 w 7467600"/>
              <a:gd name="connsiteY857" fmla="*/ 113829 h 6858000"/>
              <a:gd name="connsiteX858" fmla="*/ 3882765 w 7467600"/>
              <a:gd name="connsiteY858" fmla="*/ 0 h 6858000"/>
              <a:gd name="connsiteX859" fmla="*/ 3995099 w 7467600"/>
              <a:gd name="connsiteY859" fmla="*/ 0 h 6858000"/>
              <a:gd name="connsiteX860" fmla="*/ 4163818 w 7467600"/>
              <a:gd name="connsiteY860" fmla="*/ 234104 h 6858000"/>
              <a:gd name="connsiteX861" fmla="*/ 4172099 w 7467600"/>
              <a:gd name="connsiteY861" fmla="*/ 234207 h 6858000"/>
              <a:gd name="connsiteX862" fmla="*/ 4784282 w 7467600"/>
              <a:gd name="connsiteY862" fmla="*/ 276561 h 6858000"/>
              <a:gd name="connsiteX863" fmla="*/ 4801687 w 7467600"/>
              <a:gd name="connsiteY863" fmla="*/ 267764 h 6858000"/>
              <a:gd name="connsiteX864" fmla="*/ 6082788 w 7467600"/>
              <a:gd name="connsiteY864" fmla="*/ 64119 h 6858000"/>
              <a:gd name="connsiteX865" fmla="*/ 6099442 w 7467600"/>
              <a:gd name="connsiteY865" fmla="*/ 82568 h 6858000"/>
              <a:gd name="connsiteX866" fmla="*/ 4804137 w 7467600"/>
              <a:gd name="connsiteY866" fmla="*/ 320931 h 6858000"/>
              <a:gd name="connsiteX867" fmla="*/ 4227047 w 7467600"/>
              <a:gd name="connsiteY867" fmla="*/ 313415 h 6858000"/>
              <a:gd name="connsiteX868" fmla="*/ 4346041 w 7467600"/>
              <a:gd name="connsiteY868" fmla="*/ 456086 h 6858000"/>
              <a:gd name="connsiteX869" fmla="*/ 4870967 w 7467600"/>
              <a:gd name="connsiteY869" fmla="*/ 963061 h 6858000"/>
              <a:gd name="connsiteX870" fmla="*/ 4889647 w 7467600"/>
              <a:gd name="connsiteY870" fmla="*/ 957147 h 6858000"/>
              <a:gd name="connsiteX871" fmla="*/ 5422504 w 7467600"/>
              <a:gd name="connsiteY871" fmla="*/ 805191 h 6858000"/>
              <a:gd name="connsiteX872" fmla="*/ 6087656 w 7467600"/>
              <a:gd name="connsiteY872" fmla="*/ 826703 h 6858000"/>
              <a:gd name="connsiteX873" fmla="*/ 6058717 w 7467600"/>
              <a:gd name="connsiteY873" fmla="*/ 865992 h 6858000"/>
              <a:gd name="connsiteX874" fmla="*/ 4974153 w 7467600"/>
              <a:gd name="connsiteY874" fmla="*/ 1045456 h 6858000"/>
              <a:gd name="connsiteX875" fmla="*/ 5627835 w 7467600"/>
              <a:gd name="connsiteY875" fmla="*/ 1472077 h 6858000"/>
              <a:gd name="connsiteX876" fmla="*/ 5629817 w 7467600"/>
              <a:gd name="connsiteY876" fmla="*/ 1471412 h 6858000"/>
              <a:gd name="connsiteX877" fmla="*/ 5634124 w 7467600"/>
              <a:gd name="connsiteY877" fmla="*/ 1470572 h 6858000"/>
              <a:gd name="connsiteX878" fmla="*/ 5755832 w 7467600"/>
              <a:gd name="connsiteY878" fmla="*/ 1383886 h 6858000"/>
              <a:gd name="connsiteX879" fmla="*/ 6014186 w 7467600"/>
              <a:gd name="connsiteY879" fmla="*/ 1279799 h 6858000"/>
              <a:gd name="connsiteX880" fmla="*/ 6901619 w 7467600"/>
              <a:gd name="connsiteY880" fmla="*/ 1047874 h 6858000"/>
              <a:gd name="connsiteX881" fmla="*/ 6931566 w 7467600"/>
              <a:gd name="connsiteY881" fmla="*/ 1062034 h 6858000"/>
              <a:gd name="connsiteX882" fmla="*/ 5790982 w 7467600"/>
              <a:gd name="connsiteY882" fmla="*/ 1561380 h 6858000"/>
              <a:gd name="connsiteX883" fmla="*/ 6188971 w 7467600"/>
              <a:gd name="connsiteY883" fmla="*/ 1755168 h 6858000"/>
              <a:gd name="connsiteX884" fmla="*/ 6202446 w 7467600"/>
              <a:gd name="connsiteY884" fmla="*/ 1752268 h 6858000"/>
              <a:gd name="connsiteX885" fmla="*/ 7179560 w 7467600"/>
              <a:gd name="connsiteY885" fmla="*/ 1467551 h 6858000"/>
              <a:gd name="connsiteX886" fmla="*/ 7158730 w 7467600"/>
              <a:gd name="connsiteY886" fmla="*/ 1507835 h 6858000"/>
              <a:gd name="connsiteX887" fmla="*/ 6326959 w 7467600"/>
              <a:gd name="connsiteY887" fmla="*/ 1817686 h 6858000"/>
              <a:gd name="connsiteX888" fmla="*/ 6537433 w 7467600"/>
              <a:gd name="connsiteY888" fmla="*/ 1907790 h 6858000"/>
              <a:gd name="connsiteX889" fmla="*/ 6550221 w 7467600"/>
              <a:gd name="connsiteY889" fmla="*/ 1910729 h 6858000"/>
              <a:gd name="connsiteX890" fmla="*/ 6964438 w 7467600"/>
              <a:gd name="connsiteY890" fmla="*/ 2209505 h 6858000"/>
              <a:gd name="connsiteX891" fmla="*/ 7367862 w 7467600"/>
              <a:gd name="connsiteY891" fmla="*/ 2806833 h 6858000"/>
              <a:gd name="connsiteX892" fmla="*/ 7364329 w 7467600"/>
              <a:gd name="connsiteY892" fmla="*/ 2826907 h 6858000"/>
              <a:gd name="connsiteX893" fmla="*/ 7290545 w 7467600"/>
              <a:gd name="connsiteY893" fmla="*/ 2850663 h 6858000"/>
              <a:gd name="connsiteX894" fmla="*/ 6472036 w 7467600"/>
              <a:gd name="connsiteY894" fmla="*/ 1959003 h 6858000"/>
              <a:gd name="connsiteX895" fmla="*/ 5792897 w 7467600"/>
              <a:gd name="connsiteY895" fmla="*/ 1647747 h 6858000"/>
              <a:gd name="connsiteX896" fmla="*/ 5842751 w 7467600"/>
              <a:gd name="connsiteY896" fmla="*/ 1816112 h 6858000"/>
              <a:gd name="connsiteX897" fmla="*/ 5847424 w 7467600"/>
              <a:gd name="connsiteY897" fmla="*/ 1815776 h 6858000"/>
              <a:gd name="connsiteX898" fmla="*/ 6399821 w 7467600"/>
              <a:gd name="connsiteY898" fmla="*/ 2344799 h 6858000"/>
              <a:gd name="connsiteX899" fmla="*/ 6323232 w 7467600"/>
              <a:gd name="connsiteY899" fmla="*/ 2389634 h 6858000"/>
              <a:gd name="connsiteX900" fmla="*/ 5942958 w 7467600"/>
              <a:gd name="connsiteY900" fmla="*/ 2077708 h 6858000"/>
              <a:gd name="connsiteX901" fmla="*/ 5921559 w 7467600"/>
              <a:gd name="connsiteY901" fmla="*/ 2378596 h 6858000"/>
              <a:gd name="connsiteX902" fmla="*/ 5817651 w 7467600"/>
              <a:gd name="connsiteY902" fmla="*/ 3023919 h 6858000"/>
              <a:gd name="connsiteX903" fmla="*/ 5729634 w 7467600"/>
              <a:gd name="connsiteY903" fmla="*/ 3051849 h 6858000"/>
              <a:gd name="connsiteX904" fmla="*/ 5611018 w 7467600"/>
              <a:gd name="connsiteY904" fmla="*/ 2316769 h 6858000"/>
              <a:gd name="connsiteX905" fmla="*/ 5687608 w 7467600"/>
              <a:gd name="connsiteY905" fmla="*/ 2039972 h 6858000"/>
              <a:gd name="connsiteX906" fmla="*/ 5657554 w 7467600"/>
              <a:gd name="connsiteY906" fmla="*/ 1576445 h 6858000"/>
              <a:gd name="connsiteX907" fmla="*/ 5150475 w 7467600"/>
              <a:gd name="connsiteY907" fmla="*/ 1274012 h 6858000"/>
              <a:gd name="connsiteX908" fmla="*/ 5349142 w 7467600"/>
              <a:gd name="connsiteY908" fmla="*/ 2204405 h 6858000"/>
              <a:gd name="connsiteX909" fmla="*/ 5262214 w 7467600"/>
              <a:gd name="connsiteY909" fmla="*/ 2233836 h 6858000"/>
              <a:gd name="connsiteX910" fmla="*/ 4981539 w 7467600"/>
              <a:gd name="connsiteY910" fmla="*/ 1542201 h 6858000"/>
              <a:gd name="connsiteX911" fmla="*/ 4958461 w 7467600"/>
              <a:gd name="connsiteY911" fmla="*/ 1136957 h 6858000"/>
              <a:gd name="connsiteX912" fmla="*/ 4655015 w 7467600"/>
              <a:gd name="connsiteY912" fmla="*/ 891426 h 6858000"/>
              <a:gd name="connsiteX913" fmla="*/ 4348002 w 7467600"/>
              <a:gd name="connsiteY913" fmla="*/ 2205895 h 6858000"/>
              <a:gd name="connsiteX914" fmla="*/ 4262250 w 7467600"/>
              <a:gd name="connsiteY914" fmla="*/ 2219972 h 6858000"/>
              <a:gd name="connsiteX915" fmla="*/ 4550611 w 7467600"/>
              <a:gd name="connsiteY915" fmla="*/ 817540 h 6858000"/>
              <a:gd name="connsiteX916" fmla="*/ 4564418 w 7467600"/>
              <a:gd name="connsiteY916" fmla="*/ 808293 h 6858000"/>
              <a:gd name="connsiteX917" fmla="*/ 4266388 w 7467600"/>
              <a:gd name="connsiteY917" fmla="*/ 500083 h 6858000"/>
              <a:gd name="connsiteX918" fmla="*/ 4032842 w 7467600"/>
              <a:gd name="connsiteY918" fmla="*/ 211809 h 6858000"/>
              <a:gd name="connsiteX919" fmla="*/ 3882765 w 7467600"/>
              <a:gd name="connsiteY919" fmla="*/ 0 h 6858000"/>
              <a:gd name="connsiteX920" fmla="*/ 3721337 w 7467600"/>
              <a:gd name="connsiteY920" fmla="*/ 0 h 6858000"/>
              <a:gd name="connsiteX921" fmla="*/ 3797544 w 7467600"/>
              <a:gd name="connsiteY921" fmla="*/ 0 h 6858000"/>
              <a:gd name="connsiteX922" fmla="*/ 3775734 w 7467600"/>
              <a:gd name="connsiteY922" fmla="*/ 95131 h 6858000"/>
              <a:gd name="connsiteX923" fmla="*/ 3724807 w 7467600"/>
              <a:gd name="connsiteY923" fmla="*/ 272257 h 6858000"/>
              <a:gd name="connsiteX924" fmla="*/ 3726844 w 7467600"/>
              <a:gd name="connsiteY924" fmla="*/ 282988 h 6858000"/>
              <a:gd name="connsiteX925" fmla="*/ 3742664 w 7467600"/>
              <a:gd name="connsiteY925" fmla="*/ 279918 h 6858000"/>
              <a:gd name="connsiteX926" fmla="*/ 4103910 w 7467600"/>
              <a:gd name="connsiteY926" fmla="*/ 1161917 h 6858000"/>
              <a:gd name="connsiteX927" fmla="*/ 4020269 w 7467600"/>
              <a:gd name="connsiteY927" fmla="*/ 1200406 h 6858000"/>
              <a:gd name="connsiteX928" fmla="*/ 3674882 w 7467600"/>
              <a:gd name="connsiteY928" fmla="*/ 488524 h 6858000"/>
              <a:gd name="connsiteX929" fmla="*/ 3132682 w 7467600"/>
              <a:gd name="connsiteY929" fmla="*/ 1072284 h 6858000"/>
              <a:gd name="connsiteX930" fmla="*/ 2716346 w 7467600"/>
              <a:gd name="connsiteY930" fmla="*/ 1276376 h 6858000"/>
              <a:gd name="connsiteX931" fmla="*/ 2716772 w 7467600"/>
              <a:gd name="connsiteY931" fmla="*/ 1255462 h 6858000"/>
              <a:gd name="connsiteX932" fmla="*/ 3471096 w 7467600"/>
              <a:gd name="connsiteY932" fmla="*/ 437072 h 6858000"/>
              <a:gd name="connsiteX933" fmla="*/ 3639057 w 7467600"/>
              <a:gd name="connsiteY933" fmla="*/ 286334 h 6858000"/>
              <a:gd name="connsiteX934" fmla="*/ 3640309 w 7467600"/>
              <a:gd name="connsiteY934" fmla="*/ 284664 h 6858000"/>
              <a:gd name="connsiteX935" fmla="*/ 3646022 w 7467600"/>
              <a:gd name="connsiteY935" fmla="*/ 276711 h 6858000"/>
              <a:gd name="connsiteX936" fmla="*/ 3707943 w 7467600"/>
              <a:gd name="connsiteY936" fmla="*/ 65958 h 6858000"/>
              <a:gd name="connsiteX937" fmla="*/ 3721337 w 7467600"/>
              <a:gd name="connsiteY937" fmla="*/ 0 h 6858000"/>
              <a:gd name="connsiteX938" fmla="*/ 2867960 w 7467600"/>
              <a:gd name="connsiteY938" fmla="*/ 0 h 6858000"/>
              <a:gd name="connsiteX939" fmla="*/ 2926351 w 7467600"/>
              <a:gd name="connsiteY939" fmla="*/ 0 h 6858000"/>
              <a:gd name="connsiteX940" fmla="*/ 2902823 w 7467600"/>
              <a:gd name="connsiteY940" fmla="*/ 262929 h 6858000"/>
              <a:gd name="connsiteX941" fmla="*/ 2940663 w 7467600"/>
              <a:gd name="connsiteY941" fmla="*/ 140884 h 6858000"/>
              <a:gd name="connsiteX942" fmla="*/ 2947039 w 7467600"/>
              <a:gd name="connsiteY942" fmla="*/ 122524 h 6858000"/>
              <a:gd name="connsiteX943" fmla="*/ 2984316 w 7467600"/>
              <a:gd name="connsiteY943" fmla="*/ 0 h 6858000"/>
              <a:gd name="connsiteX944" fmla="*/ 3016114 w 7467600"/>
              <a:gd name="connsiteY944" fmla="*/ 0 h 6858000"/>
              <a:gd name="connsiteX945" fmla="*/ 2979949 w 7467600"/>
              <a:gd name="connsiteY945" fmla="*/ 119274 h 6858000"/>
              <a:gd name="connsiteX946" fmla="*/ 3023879 w 7467600"/>
              <a:gd name="connsiteY946" fmla="*/ 0 h 6858000"/>
              <a:gd name="connsiteX947" fmla="*/ 3105400 w 7467600"/>
              <a:gd name="connsiteY947" fmla="*/ 0 h 6858000"/>
              <a:gd name="connsiteX948" fmla="*/ 3094669 w 7467600"/>
              <a:gd name="connsiteY948" fmla="*/ 30308 h 6858000"/>
              <a:gd name="connsiteX949" fmla="*/ 2901945 w 7467600"/>
              <a:gd name="connsiteY949" fmla="*/ 466538 h 6858000"/>
              <a:gd name="connsiteX950" fmla="*/ 2815209 w 7467600"/>
              <a:gd name="connsiteY950" fmla="*/ 497361 h 6858000"/>
              <a:gd name="connsiteX951" fmla="*/ 2844845 w 7467600"/>
              <a:gd name="connsiteY951" fmla="*/ 127638 h 6858000"/>
              <a:gd name="connsiteX952" fmla="*/ 2867960 w 7467600"/>
              <a:gd name="connsiteY952" fmla="*/ 0 h 6858000"/>
              <a:gd name="connsiteX953" fmla="*/ 1057230 w 7467600"/>
              <a:gd name="connsiteY953" fmla="*/ 0 h 6858000"/>
              <a:gd name="connsiteX954" fmla="*/ 1111003 w 7467600"/>
              <a:gd name="connsiteY954" fmla="*/ 0 h 6858000"/>
              <a:gd name="connsiteX955" fmla="*/ 1125553 w 7467600"/>
              <a:gd name="connsiteY955" fmla="*/ 52588 h 6858000"/>
              <a:gd name="connsiteX956" fmla="*/ 1304276 w 7467600"/>
              <a:gd name="connsiteY956" fmla="*/ 476275 h 6858000"/>
              <a:gd name="connsiteX957" fmla="*/ 1492066 w 7467600"/>
              <a:gd name="connsiteY957" fmla="*/ 886333 h 6858000"/>
              <a:gd name="connsiteX958" fmla="*/ 1423698 w 7467600"/>
              <a:gd name="connsiteY958" fmla="*/ 710817 h 6858000"/>
              <a:gd name="connsiteX959" fmla="*/ 1357609 w 7467600"/>
              <a:gd name="connsiteY959" fmla="*/ 532892 h 6858000"/>
              <a:gd name="connsiteX960" fmla="*/ 1309550 w 7467600"/>
              <a:gd name="connsiteY960" fmla="*/ 374031 h 6858000"/>
              <a:gd name="connsiteX961" fmla="*/ 1193673 w 7467600"/>
              <a:gd name="connsiteY961" fmla="*/ 49533 h 6858000"/>
              <a:gd name="connsiteX962" fmla="*/ 1164391 w 7467600"/>
              <a:gd name="connsiteY962" fmla="*/ 0 h 6858000"/>
              <a:gd name="connsiteX963" fmla="*/ 1200666 w 7467600"/>
              <a:gd name="connsiteY963" fmla="*/ 0 h 6858000"/>
              <a:gd name="connsiteX964" fmla="*/ 1223408 w 7467600"/>
              <a:gd name="connsiteY964" fmla="*/ 38996 h 6858000"/>
              <a:gd name="connsiteX965" fmla="*/ 1339635 w 7467600"/>
              <a:gd name="connsiteY965" fmla="*/ 365517 h 6858000"/>
              <a:gd name="connsiteX966" fmla="*/ 1387469 w 7467600"/>
              <a:gd name="connsiteY966" fmla="*/ 523079 h 6858000"/>
              <a:gd name="connsiteX967" fmla="*/ 1452685 w 7467600"/>
              <a:gd name="connsiteY967" fmla="*/ 699806 h 6858000"/>
              <a:gd name="connsiteX968" fmla="*/ 1492092 w 7467600"/>
              <a:gd name="connsiteY968" fmla="*/ 800424 h 6858000"/>
              <a:gd name="connsiteX969" fmla="*/ 1455302 w 7467600"/>
              <a:gd name="connsiteY969" fmla="*/ 632913 h 6858000"/>
              <a:gd name="connsiteX970" fmla="*/ 1222336 w 7467600"/>
              <a:gd name="connsiteY970" fmla="*/ 9480 h 6858000"/>
              <a:gd name="connsiteX971" fmla="*/ 1214634 w 7467600"/>
              <a:gd name="connsiteY971" fmla="*/ 0 h 6858000"/>
              <a:gd name="connsiteX972" fmla="*/ 1289827 w 7467600"/>
              <a:gd name="connsiteY972" fmla="*/ 0 h 6858000"/>
              <a:gd name="connsiteX973" fmla="*/ 1321076 w 7467600"/>
              <a:gd name="connsiteY973" fmla="*/ 59722 h 6858000"/>
              <a:gd name="connsiteX974" fmla="*/ 1512579 w 7467600"/>
              <a:gd name="connsiteY974" fmla="*/ 626441 h 6858000"/>
              <a:gd name="connsiteX975" fmla="*/ 1506076 w 7467600"/>
              <a:gd name="connsiteY975" fmla="*/ 1089289 h 6858000"/>
              <a:gd name="connsiteX976" fmla="*/ 1486346 w 7467600"/>
              <a:gd name="connsiteY976" fmla="*/ 1079919 h 6858000"/>
              <a:gd name="connsiteX977" fmla="*/ 1070511 w 7467600"/>
              <a:gd name="connsiteY977" fmla="*/ 48609 h 6858000"/>
              <a:gd name="connsiteX978" fmla="*/ 1057230 w 7467600"/>
              <a:gd name="connsiteY978" fmla="*/ 0 h 6858000"/>
              <a:gd name="connsiteX979" fmla="*/ 43151 w 7467600"/>
              <a:gd name="connsiteY979" fmla="*/ 0 h 6858000"/>
              <a:gd name="connsiteX980" fmla="*/ 95283 w 7467600"/>
              <a:gd name="connsiteY980" fmla="*/ 0 h 6858000"/>
              <a:gd name="connsiteX981" fmla="*/ 300708 w 7467600"/>
              <a:gd name="connsiteY981" fmla="*/ 154571 h 6858000"/>
              <a:gd name="connsiteX982" fmla="*/ 530414 w 7467600"/>
              <a:gd name="connsiteY982" fmla="*/ 354673 h 6858000"/>
              <a:gd name="connsiteX983" fmla="*/ 333785 w 7467600"/>
              <a:gd name="connsiteY983" fmla="*/ 161564 h 6858000"/>
              <a:gd name="connsiteX984" fmla="*/ 147005 w 7467600"/>
              <a:gd name="connsiteY984" fmla="*/ 0 h 6858000"/>
              <a:gd name="connsiteX985" fmla="*/ 272509 w 7467600"/>
              <a:gd name="connsiteY985" fmla="*/ 0 h 6858000"/>
              <a:gd name="connsiteX986" fmla="*/ 326276 w 7467600"/>
              <a:gd name="connsiteY986" fmla="*/ 45847 h 6858000"/>
              <a:gd name="connsiteX987" fmla="*/ 823759 w 7467600"/>
              <a:gd name="connsiteY987" fmla="*/ 574145 h 6858000"/>
              <a:gd name="connsiteX988" fmla="*/ 811254 w 7467600"/>
              <a:gd name="connsiteY988" fmla="*/ 665546 h 6858000"/>
              <a:gd name="connsiteX989" fmla="*/ 154042 w 7467600"/>
              <a:gd name="connsiteY989" fmla="*/ 261522 h 6858000"/>
              <a:gd name="connsiteX990" fmla="*/ 13550 w 7467600"/>
              <a:gd name="connsiteY990" fmla="*/ 158423 h 6858000"/>
              <a:gd name="connsiteX991" fmla="*/ 0 w 7467600"/>
              <a:gd name="connsiteY991" fmla="*/ 146618 h 6858000"/>
              <a:gd name="connsiteX992" fmla="*/ 0 w 7467600"/>
              <a:gd name="connsiteY992" fmla="*/ 59161 h 6858000"/>
              <a:gd name="connsiteX993" fmla="*/ 45427 w 7467600"/>
              <a:gd name="connsiteY993" fmla="*/ 101078 h 6858000"/>
              <a:gd name="connsiteX994" fmla="*/ 630103 w 7467600"/>
              <a:gd name="connsiteY994" fmla="*/ 485885 h 6858000"/>
              <a:gd name="connsiteX995" fmla="*/ 532040 w 7467600"/>
              <a:gd name="connsiteY995" fmla="*/ 399359 h 6858000"/>
              <a:gd name="connsiteX996" fmla="*/ 517618 w 7467600"/>
              <a:gd name="connsiteY996" fmla="*/ 385726 h 6858000"/>
              <a:gd name="connsiteX997" fmla="*/ 285074 w 7467600"/>
              <a:gd name="connsiteY997" fmla="*/ 182755 h 6858000"/>
              <a:gd name="connsiteX998" fmla="*/ 43151 w 7467600"/>
              <a:gd name="connsiteY99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97634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1903353 w 7467600"/>
              <a:gd name="connsiteY142" fmla="*/ 5044827 h 6858000"/>
              <a:gd name="connsiteX143" fmla="*/ 1936931 w 7467600"/>
              <a:gd name="connsiteY143" fmla="*/ 5093954 h 6858000"/>
              <a:gd name="connsiteX144" fmla="*/ 2195868 w 7467600"/>
              <a:gd name="connsiteY144" fmla="*/ 5396574 h 6858000"/>
              <a:gd name="connsiteX145" fmla="*/ 2088852 w 7467600"/>
              <a:gd name="connsiteY145" fmla="*/ 5166123 h 6858000"/>
              <a:gd name="connsiteX146" fmla="*/ 1958241 w 7467600"/>
              <a:gd name="connsiteY146" fmla="*/ 5067955 h 6858000"/>
              <a:gd name="connsiteX147" fmla="*/ 1903353 w 7467600"/>
              <a:gd name="connsiteY147" fmla="*/ 5044827 h 6858000"/>
              <a:gd name="connsiteX148" fmla="*/ 1979378 w 7467600"/>
              <a:gd name="connsiteY148" fmla="*/ 4769504 h 6858000"/>
              <a:gd name="connsiteX149" fmla="*/ 2882120 w 7467600"/>
              <a:gd name="connsiteY149" fmla="*/ 5064547 h 6858000"/>
              <a:gd name="connsiteX150" fmla="*/ 2793103 w 7467600"/>
              <a:gd name="connsiteY150" fmla="*/ 5039699 h 6858000"/>
              <a:gd name="connsiteX151" fmla="*/ 2770041 w 7467600"/>
              <a:gd name="connsiteY151" fmla="*/ 5033634 h 6858000"/>
              <a:gd name="connsiteX152" fmla="*/ 1979378 w 7467600"/>
              <a:gd name="connsiteY152" fmla="*/ 4769504 h 6858000"/>
              <a:gd name="connsiteX153" fmla="*/ 1927410 w 7467600"/>
              <a:gd name="connsiteY153" fmla="*/ 4716164 h 6858000"/>
              <a:gd name="connsiteX154" fmla="*/ 1959587 w 7467600"/>
              <a:gd name="connsiteY154" fmla="*/ 4728849 h 6858000"/>
              <a:gd name="connsiteX155" fmla="*/ 2777707 w 7467600"/>
              <a:gd name="connsiteY155" fmla="*/ 5003991 h 6858000"/>
              <a:gd name="connsiteX156" fmla="*/ 2800768 w 7467600"/>
              <a:gd name="connsiteY156" fmla="*/ 5010056 h 6858000"/>
              <a:gd name="connsiteX157" fmla="*/ 2879408 w 7467600"/>
              <a:gd name="connsiteY157" fmla="*/ 5031590 h 6858000"/>
              <a:gd name="connsiteX158" fmla="*/ 2862295 w 7467600"/>
              <a:gd name="connsiteY158" fmla="*/ 5022958 h 6858000"/>
              <a:gd name="connsiteX159" fmla="*/ 2813343 w 7467600"/>
              <a:gd name="connsiteY159" fmla="*/ 4998369 h 6858000"/>
              <a:gd name="connsiteX160" fmla="*/ 2646245 w 7467600"/>
              <a:gd name="connsiteY160" fmla="*/ 4930999 h 6858000"/>
              <a:gd name="connsiteX161" fmla="*/ 1999243 w 7467600"/>
              <a:gd name="connsiteY161" fmla="*/ 4730524 h 6858000"/>
              <a:gd name="connsiteX162" fmla="*/ 1979527 w 7467600"/>
              <a:gd name="connsiteY162" fmla="*/ 4726651 h 6858000"/>
              <a:gd name="connsiteX163" fmla="*/ 1927410 w 7467600"/>
              <a:gd name="connsiteY163" fmla="*/ 4716164 h 6858000"/>
              <a:gd name="connsiteX164" fmla="*/ 1997014 w 7467600"/>
              <a:gd name="connsiteY164" fmla="*/ 4698007 h 6858000"/>
              <a:gd name="connsiteX165" fmla="*/ 2005458 w 7467600"/>
              <a:gd name="connsiteY165" fmla="*/ 4699540 h 6858000"/>
              <a:gd name="connsiteX166" fmla="*/ 2657186 w 7467600"/>
              <a:gd name="connsiteY166" fmla="*/ 4901687 h 6858000"/>
              <a:gd name="connsiteX167" fmla="*/ 2826662 w 7467600"/>
              <a:gd name="connsiteY167" fmla="*/ 4970362 h 6858000"/>
              <a:gd name="connsiteX168" fmla="*/ 2876100 w 7467600"/>
              <a:gd name="connsiteY168" fmla="*/ 4995397 h 6858000"/>
              <a:gd name="connsiteX169" fmla="*/ 3042600 w 7467600"/>
              <a:gd name="connsiteY169" fmla="*/ 5059532 h 6858000"/>
              <a:gd name="connsiteX170" fmla="*/ 1997014 w 7467600"/>
              <a:gd name="connsiteY170" fmla="*/ 4698007 h 6858000"/>
              <a:gd name="connsiteX171" fmla="*/ 2305292 w 7467600"/>
              <a:gd name="connsiteY171" fmla="*/ 4219492 h 6858000"/>
              <a:gd name="connsiteX172" fmla="*/ 3360922 w 7467600"/>
              <a:gd name="connsiteY172" fmla="*/ 4529373 h 6858000"/>
              <a:gd name="connsiteX173" fmla="*/ 3492420 w 7467600"/>
              <a:gd name="connsiteY173" fmla="*/ 4510145 h 6858000"/>
              <a:gd name="connsiteX174" fmla="*/ 3364086 w 7467600"/>
              <a:gd name="connsiteY174" fmla="*/ 4480340 h 6858000"/>
              <a:gd name="connsiteX175" fmla="*/ 3225818 w 7467600"/>
              <a:gd name="connsiteY175" fmla="*/ 4411822 h 6858000"/>
              <a:gd name="connsiteX176" fmla="*/ 3129696 w 7467600"/>
              <a:gd name="connsiteY176" fmla="*/ 4360704 h 6858000"/>
              <a:gd name="connsiteX177" fmla="*/ 2814545 w 7467600"/>
              <a:gd name="connsiteY177" fmla="*/ 4282955 h 6858000"/>
              <a:gd name="connsiteX178" fmla="*/ 2305292 w 7467600"/>
              <a:gd name="connsiteY178" fmla="*/ 4219492 h 6858000"/>
              <a:gd name="connsiteX179" fmla="*/ 2626982 w 7467600"/>
              <a:gd name="connsiteY179" fmla="*/ 4206450 h 6858000"/>
              <a:gd name="connsiteX180" fmla="*/ 2490617 w 7467600"/>
              <a:gd name="connsiteY180" fmla="*/ 4206951 h 6858000"/>
              <a:gd name="connsiteX181" fmla="*/ 2819869 w 7467600"/>
              <a:gd name="connsiteY181" fmla="*/ 4252936 h 6858000"/>
              <a:gd name="connsiteX182" fmla="*/ 3143018 w 7467600"/>
              <a:gd name="connsiteY182" fmla="*/ 4332698 h 6858000"/>
              <a:gd name="connsiteX183" fmla="*/ 3241520 w 7467600"/>
              <a:gd name="connsiteY183" fmla="*/ 4385112 h 6858000"/>
              <a:gd name="connsiteX184" fmla="*/ 3374575 w 7467600"/>
              <a:gd name="connsiteY184" fmla="*/ 4451517 h 6858000"/>
              <a:gd name="connsiteX185" fmla="*/ 3505221 w 7467600"/>
              <a:gd name="connsiteY185" fmla="*/ 4480757 h 6858000"/>
              <a:gd name="connsiteX186" fmla="*/ 2626982 w 7467600"/>
              <a:gd name="connsiteY186" fmla="*/ 4206450 h 6858000"/>
              <a:gd name="connsiteX187" fmla="*/ 1310106 w 7467600"/>
              <a:gd name="connsiteY187" fmla="*/ 3943217 h 6858000"/>
              <a:gd name="connsiteX188" fmla="*/ 854994 w 7467600"/>
              <a:gd name="connsiteY188" fmla="*/ 4399136 h 6858000"/>
              <a:gd name="connsiteX189" fmla="*/ 742462 w 7467600"/>
              <a:gd name="connsiteY189" fmla="*/ 4594648 h 6858000"/>
              <a:gd name="connsiteX190" fmla="*/ 820602 w 7467600"/>
              <a:gd name="connsiteY190" fmla="*/ 4485915 h 6858000"/>
              <a:gd name="connsiteX191" fmla="*/ 878295 w 7467600"/>
              <a:gd name="connsiteY191" fmla="*/ 4403594 h 6858000"/>
              <a:gd name="connsiteX192" fmla="*/ 1240607 w 7467600"/>
              <a:gd name="connsiteY192" fmla="*/ 4010401 h 6858000"/>
              <a:gd name="connsiteX193" fmla="*/ 1310106 w 7467600"/>
              <a:gd name="connsiteY193" fmla="*/ 3943217 h 6858000"/>
              <a:gd name="connsiteX194" fmla="*/ 1423113 w 7467600"/>
              <a:gd name="connsiteY194" fmla="*/ 3874565 h 6858000"/>
              <a:gd name="connsiteX195" fmla="*/ 1260565 w 7467600"/>
              <a:gd name="connsiteY195" fmla="*/ 4031982 h 6858000"/>
              <a:gd name="connsiteX196" fmla="*/ 901900 w 7467600"/>
              <a:gd name="connsiteY196" fmla="*/ 4421236 h 6858000"/>
              <a:gd name="connsiteX197" fmla="*/ 845044 w 7467600"/>
              <a:gd name="connsiteY197" fmla="*/ 4502436 h 6858000"/>
              <a:gd name="connsiteX198" fmla="*/ 685926 w 7467600"/>
              <a:gd name="connsiteY198" fmla="*/ 4703069 h 6858000"/>
              <a:gd name="connsiteX199" fmla="*/ 684248 w 7467600"/>
              <a:gd name="connsiteY199" fmla="*/ 4706721 h 6858000"/>
              <a:gd name="connsiteX200" fmla="*/ 1423113 w 7467600"/>
              <a:gd name="connsiteY200" fmla="*/ 3874565 h 6858000"/>
              <a:gd name="connsiteX201" fmla="*/ 3316479 w 7467600"/>
              <a:gd name="connsiteY201" fmla="*/ 3872136 h 6858000"/>
              <a:gd name="connsiteX202" fmla="*/ 3546806 w 7467600"/>
              <a:gd name="connsiteY202" fmla="*/ 4356139 h 6858000"/>
              <a:gd name="connsiteX203" fmla="*/ 3364433 w 7467600"/>
              <a:gd name="connsiteY203" fmla="*/ 3953121 h 6858000"/>
              <a:gd name="connsiteX204" fmla="*/ 3316479 w 7467600"/>
              <a:gd name="connsiteY204" fmla="*/ 3872136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55073 w 7467600"/>
              <a:gd name="connsiteY236" fmla="*/ 3650884 h 6858000"/>
              <a:gd name="connsiteX237" fmla="*/ 3670252 w 7467600"/>
              <a:gd name="connsiteY237" fmla="*/ 3622798 h 6858000"/>
              <a:gd name="connsiteX238" fmla="*/ 3817258 w 7467600"/>
              <a:gd name="connsiteY238" fmla="*/ 3723577 h 6858000"/>
              <a:gd name="connsiteX239" fmla="*/ 4000461 w 7467600"/>
              <a:gd name="connsiteY239" fmla="*/ 3855966 h 6858000"/>
              <a:gd name="connsiteX240" fmla="*/ 4088180 w 7467600"/>
              <a:gd name="connsiteY240" fmla="*/ 3929774 h 6858000"/>
              <a:gd name="connsiteX241" fmla="*/ 4184555 w 7467600"/>
              <a:gd name="connsiteY241" fmla="*/ 4010683 h 6858000"/>
              <a:gd name="connsiteX242" fmla="*/ 4399563 w 7467600"/>
              <a:gd name="connsiteY242" fmla="*/ 4158106 h 6858000"/>
              <a:gd name="connsiteX243" fmla="*/ 4684469 w 7467600"/>
              <a:gd name="connsiteY243" fmla="*/ 4364680 h 6858000"/>
              <a:gd name="connsiteX244" fmla="*/ 4690271 w 7467600"/>
              <a:gd name="connsiteY244" fmla="*/ 4370034 h 6858000"/>
              <a:gd name="connsiteX245" fmla="*/ 4136093 w 7467600"/>
              <a:gd name="connsiteY245" fmla="*/ 3858466 h 6858000"/>
              <a:gd name="connsiteX246" fmla="*/ 3670252 w 7467600"/>
              <a:gd name="connsiteY246" fmla="*/ 3622798 h 6858000"/>
              <a:gd name="connsiteX247" fmla="*/ 4440129 w 7467600"/>
              <a:gd name="connsiteY247" fmla="*/ 3448571 h 6858000"/>
              <a:gd name="connsiteX248" fmla="*/ 4856525 w 7467600"/>
              <a:gd name="connsiteY248" fmla="*/ 3915351 h 6858000"/>
              <a:gd name="connsiteX249" fmla="*/ 5059055 w 7467600"/>
              <a:gd name="connsiteY249" fmla="*/ 4108918 h 6858000"/>
              <a:gd name="connsiteX250" fmla="*/ 5290070 w 7467600"/>
              <a:gd name="connsiteY250" fmla="*/ 4263619 h 6858000"/>
              <a:gd name="connsiteX251" fmla="*/ 4834991 w 7467600"/>
              <a:gd name="connsiteY251" fmla="*/ 3830985 h 6858000"/>
              <a:gd name="connsiteX252" fmla="*/ 4440129 w 7467600"/>
              <a:gd name="connsiteY252" fmla="*/ 3448571 h 6858000"/>
              <a:gd name="connsiteX253" fmla="*/ 4441737 w 7467600"/>
              <a:gd name="connsiteY253" fmla="*/ 3399734 h 6858000"/>
              <a:gd name="connsiteX254" fmla="*/ 4431236 w 7467600"/>
              <a:gd name="connsiteY254" fmla="*/ 3400954 h 6858000"/>
              <a:gd name="connsiteX255" fmla="*/ 4557150 w 7467600"/>
              <a:gd name="connsiteY255" fmla="*/ 3510023 h 6858000"/>
              <a:gd name="connsiteX256" fmla="*/ 4856936 w 7467600"/>
              <a:gd name="connsiteY256" fmla="*/ 3809146 h 6858000"/>
              <a:gd name="connsiteX257" fmla="*/ 5111996 w 7467600"/>
              <a:gd name="connsiteY257" fmla="*/ 4065759 h 6858000"/>
              <a:gd name="connsiteX258" fmla="*/ 5388878 w 7467600"/>
              <a:gd name="connsiteY258" fmla="*/ 4300185 h 6858000"/>
              <a:gd name="connsiteX259" fmla="*/ 5425556 w 7467600"/>
              <a:gd name="connsiteY259" fmla="*/ 4308967 h 6858000"/>
              <a:gd name="connsiteX260" fmla="*/ 4943646 w 7467600"/>
              <a:gd name="connsiteY260" fmla="*/ 3822916 h 6858000"/>
              <a:gd name="connsiteX261" fmla="*/ 4594837 w 7467600"/>
              <a:gd name="connsiteY261" fmla="*/ 3532274 h 6858000"/>
              <a:gd name="connsiteX262" fmla="*/ 4441737 w 7467600"/>
              <a:gd name="connsiteY262" fmla="*/ 3399734 h 6858000"/>
              <a:gd name="connsiteX263" fmla="*/ 5425834 w 7467600"/>
              <a:gd name="connsiteY263" fmla="*/ 3162785 h 6858000"/>
              <a:gd name="connsiteX264" fmla="*/ 5401644 w 7467600"/>
              <a:gd name="connsiteY264" fmla="*/ 3617847 h 6858000"/>
              <a:gd name="connsiteX265" fmla="*/ 5467256 w 7467600"/>
              <a:gd name="connsiteY265" fmla="*/ 4175494 h 6858000"/>
              <a:gd name="connsiteX266" fmla="*/ 5448069 w 7467600"/>
              <a:gd name="connsiteY266" fmla="*/ 3567554 h 6858000"/>
              <a:gd name="connsiteX267" fmla="*/ 5425834 w 7467600"/>
              <a:gd name="connsiteY267" fmla="*/ 3162785 h 6858000"/>
              <a:gd name="connsiteX268" fmla="*/ 1318687 w 7467600"/>
              <a:gd name="connsiteY268" fmla="*/ 3113840 h 6858000"/>
              <a:gd name="connsiteX269" fmla="*/ 1066793 w 7467600"/>
              <a:gd name="connsiteY269" fmla="*/ 3212171 h 6858000"/>
              <a:gd name="connsiteX270" fmla="*/ 993319 w 7467600"/>
              <a:gd name="connsiteY270" fmla="*/ 3247648 h 6858000"/>
              <a:gd name="connsiteX271" fmla="*/ 853081 w 7467600"/>
              <a:gd name="connsiteY271" fmla="*/ 3312410 h 6858000"/>
              <a:gd name="connsiteX272" fmla="*/ 805957 w 7467600"/>
              <a:gd name="connsiteY272" fmla="*/ 3330443 h 6858000"/>
              <a:gd name="connsiteX273" fmla="*/ 1318687 w 7467600"/>
              <a:gd name="connsiteY273" fmla="*/ 3113840 h 6858000"/>
              <a:gd name="connsiteX274" fmla="*/ 5453702 w 7467600"/>
              <a:gd name="connsiteY274" fmla="*/ 3090882 h 6858000"/>
              <a:gd name="connsiteX275" fmla="*/ 5480135 w 7467600"/>
              <a:gd name="connsiteY275" fmla="*/ 3565802 h 6858000"/>
              <a:gd name="connsiteX276" fmla="*/ 5499023 w 7467600"/>
              <a:gd name="connsiteY276" fmla="*/ 4166310 h 6858000"/>
              <a:gd name="connsiteX277" fmla="*/ 5547022 w 7467600"/>
              <a:gd name="connsiteY277" fmla="*/ 3607838 h 6858000"/>
              <a:gd name="connsiteX278" fmla="*/ 5515964 w 7467600"/>
              <a:gd name="connsiteY278" fmla="*/ 3378541 h 6858000"/>
              <a:gd name="connsiteX279" fmla="*/ 5453702 w 7467600"/>
              <a:gd name="connsiteY279" fmla="*/ 3090882 h 6858000"/>
              <a:gd name="connsiteX280" fmla="*/ 1238695 w 7467600"/>
              <a:gd name="connsiteY280" fmla="*/ 3076820 h 6858000"/>
              <a:gd name="connsiteX281" fmla="*/ 716371 w 7467600"/>
              <a:gd name="connsiteY281" fmla="*/ 3293249 h 6858000"/>
              <a:gd name="connsiteX282" fmla="*/ 579522 w 7467600"/>
              <a:gd name="connsiteY282" fmla="*/ 3371759 h 6858000"/>
              <a:gd name="connsiteX283" fmla="*/ 600288 w 7467600"/>
              <a:gd name="connsiteY283" fmla="*/ 3365555 h 6858000"/>
              <a:gd name="connsiteX284" fmla="*/ 840692 w 7467600"/>
              <a:gd name="connsiteY284" fmla="*/ 3284921 h 6858000"/>
              <a:gd name="connsiteX285" fmla="*/ 979248 w 7467600"/>
              <a:gd name="connsiteY285" fmla="*/ 3221003 h 6858000"/>
              <a:gd name="connsiteX286" fmla="*/ 1053282 w 7467600"/>
              <a:gd name="connsiteY286" fmla="*/ 3185247 h 6858000"/>
              <a:gd name="connsiteX287" fmla="*/ 1320603 w 7467600"/>
              <a:gd name="connsiteY287" fmla="*/ 3081281 h 6858000"/>
              <a:gd name="connsiteX288" fmla="*/ 1238695 w 7467600"/>
              <a:gd name="connsiteY288" fmla="*/ 3076820 h 6858000"/>
              <a:gd name="connsiteX289" fmla="*/ 5425627 w 7467600"/>
              <a:gd name="connsiteY289" fmla="*/ 2954192 h 6858000"/>
              <a:gd name="connsiteX290" fmla="*/ 5470770 w 7467600"/>
              <a:gd name="connsiteY290" fmla="*/ 3005435 h 6858000"/>
              <a:gd name="connsiteX291" fmla="*/ 5519779 w 7467600"/>
              <a:gd name="connsiteY291" fmla="*/ 4359223 h 6858000"/>
              <a:gd name="connsiteX292" fmla="*/ 5520293 w 7467600"/>
              <a:gd name="connsiteY292" fmla="*/ 4360602 h 6858000"/>
              <a:gd name="connsiteX293" fmla="*/ 5767221 w 7467600"/>
              <a:gd name="connsiteY293" fmla="*/ 4665564 h 6858000"/>
              <a:gd name="connsiteX294" fmla="*/ 6937169 w 7467600"/>
              <a:gd name="connsiteY294" fmla="*/ 4815941 h 6858000"/>
              <a:gd name="connsiteX295" fmla="*/ 6953922 w 7467600"/>
              <a:gd name="connsiteY295" fmla="*/ 4890068 h 6858000"/>
              <a:gd name="connsiteX296" fmla="*/ 6071359 w 7467600"/>
              <a:gd name="connsiteY296" fmla="*/ 4770770 h 6858000"/>
              <a:gd name="connsiteX297" fmla="*/ 6038839 w 7467600"/>
              <a:gd name="connsiteY297" fmla="*/ 4764474 h 6858000"/>
              <a:gd name="connsiteX298" fmla="*/ 6038706 w 7467600"/>
              <a:gd name="connsiteY298" fmla="*/ 4763847 h 6858000"/>
              <a:gd name="connsiteX299" fmla="*/ 6037784 w 7467600"/>
              <a:gd name="connsiteY299" fmla="*/ 4764270 h 6858000"/>
              <a:gd name="connsiteX300" fmla="*/ 6038839 w 7467600"/>
              <a:gd name="connsiteY300" fmla="*/ 4764474 h 6858000"/>
              <a:gd name="connsiteX301" fmla="*/ 6040338 w 7467600"/>
              <a:gd name="connsiteY301" fmla="*/ 4771418 h 6858000"/>
              <a:gd name="connsiteX302" fmla="*/ 6024488 w 7467600"/>
              <a:gd name="connsiteY302" fmla="*/ 4809903 h 6858000"/>
              <a:gd name="connsiteX303" fmla="*/ 5599771 w 7467600"/>
              <a:gd name="connsiteY303" fmla="*/ 5509652 h 6858000"/>
              <a:gd name="connsiteX304" fmla="*/ 5548843 w 7467600"/>
              <a:gd name="connsiteY304" fmla="*/ 5563845 h 6858000"/>
              <a:gd name="connsiteX305" fmla="*/ 5940952 w 7467600"/>
              <a:gd name="connsiteY305" fmla="*/ 6250028 h 6858000"/>
              <a:gd name="connsiteX306" fmla="*/ 6043441 w 7467600"/>
              <a:gd name="connsiteY306" fmla="*/ 6665847 h 6858000"/>
              <a:gd name="connsiteX307" fmla="*/ 6093432 w 7467600"/>
              <a:gd name="connsiteY307" fmla="*/ 6858000 h 6858000"/>
              <a:gd name="connsiteX308" fmla="*/ 6034344 w 7467600"/>
              <a:gd name="connsiteY308" fmla="*/ 6858000 h 6858000"/>
              <a:gd name="connsiteX309" fmla="*/ 6026679 w 7467600"/>
              <a:gd name="connsiteY309" fmla="*/ 6836959 h 6858000"/>
              <a:gd name="connsiteX310" fmla="*/ 5800441 w 7467600"/>
              <a:gd name="connsiteY310" fmla="*/ 6335286 h 6858000"/>
              <a:gd name="connsiteX311" fmla="*/ 5526562 w 7467600"/>
              <a:gd name="connsiteY311" fmla="*/ 5705388 h 6858000"/>
              <a:gd name="connsiteX312" fmla="*/ 5519640 w 7467600"/>
              <a:gd name="connsiteY312" fmla="*/ 5683774 h 6858000"/>
              <a:gd name="connsiteX313" fmla="*/ 5844559 w 7467600"/>
              <a:gd name="connsiteY313" fmla="*/ 6553349 h 6858000"/>
              <a:gd name="connsiteX314" fmla="*/ 5975994 w 7467600"/>
              <a:gd name="connsiteY314" fmla="*/ 6858000 h 6858000"/>
              <a:gd name="connsiteX315" fmla="*/ 5898547 w 7467600"/>
              <a:gd name="connsiteY315" fmla="*/ 6858000 h 6858000"/>
              <a:gd name="connsiteX316" fmla="*/ 5682041 w 7467600"/>
              <a:gd name="connsiteY316" fmla="*/ 6355860 h 6858000"/>
              <a:gd name="connsiteX317" fmla="*/ 5461758 w 7467600"/>
              <a:gd name="connsiteY317" fmla="*/ 5820220 h 6858000"/>
              <a:gd name="connsiteX318" fmla="*/ 5237282 w 7467600"/>
              <a:gd name="connsiteY318" fmla="*/ 6579086 h 6858000"/>
              <a:gd name="connsiteX319" fmla="*/ 5115009 w 7467600"/>
              <a:gd name="connsiteY319" fmla="*/ 6858000 h 6858000"/>
              <a:gd name="connsiteX320" fmla="*/ 5028074 w 7467600"/>
              <a:gd name="connsiteY320" fmla="*/ 6858000 h 6858000"/>
              <a:gd name="connsiteX321" fmla="*/ 5079508 w 7467600"/>
              <a:gd name="connsiteY321" fmla="*/ 6749074 h 6858000"/>
              <a:gd name="connsiteX322" fmla="*/ 5371846 w 7467600"/>
              <a:gd name="connsiteY322" fmla="*/ 5924413 h 6858000"/>
              <a:gd name="connsiteX323" fmla="*/ 5270512 w 7467600"/>
              <a:gd name="connsiteY323" fmla="*/ 6138975 h 6858000"/>
              <a:gd name="connsiteX324" fmla="*/ 5062409 w 7467600"/>
              <a:gd name="connsiteY324" fmla="*/ 6653544 h 6858000"/>
              <a:gd name="connsiteX325" fmla="*/ 5036628 w 7467600"/>
              <a:gd name="connsiteY325" fmla="*/ 6754247 h 6858000"/>
              <a:gd name="connsiteX326" fmla="*/ 5009112 w 7467600"/>
              <a:gd name="connsiteY326" fmla="*/ 6858000 h 6858000"/>
              <a:gd name="connsiteX327" fmla="*/ 4976679 w 7467600"/>
              <a:gd name="connsiteY327" fmla="*/ 6858000 h 6858000"/>
              <a:gd name="connsiteX328" fmla="*/ 5006537 w 7467600"/>
              <a:gd name="connsiteY328" fmla="*/ 6747068 h 6858000"/>
              <a:gd name="connsiteX329" fmla="*/ 5032723 w 7467600"/>
              <a:gd name="connsiteY329" fmla="*/ 6644957 h 6858000"/>
              <a:gd name="connsiteX330" fmla="*/ 5242949 w 7467600"/>
              <a:gd name="connsiteY330" fmla="*/ 6125175 h 6858000"/>
              <a:gd name="connsiteX331" fmla="*/ 5286321 w 7467600"/>
              <a:gd name="connsiteY331" fmla="*/ 6033555 h 6858000"/>
              <a:gd name="connsiteX332" fmla="*/ 5008210 w 7467600"/>
              <a:gd name="connsiteY332" fmla="*/ 6649194 h 6858000"/>
              <a:gd name="connsiteX333" fmla="*/ 4986321 w 7467600"/>
              <a:gd name="connsiteY333" fmla="*/ 6765687 h 6858000"/>
              <a:gd name="connsiteX334" fmla="*/ 4973474 w 7467600"/>
              <a:gd name="connsiteY334" fmla="*/ 6858000 h 6858000"/>
              <a:gd name="connsiteX335" fmla="*/ 4907178 w 7467600"/>
              <a:gd name="connsiteY335" fmla="*/ 6858000 h 6858000"/>
              <a:gd name="connsiteX336" fmla="*/ 4910810 w 7467600"/>
              <a:gd name="connsiteY336" fmla="*/ 6829660 h 6858000"/>
              <a:gd name="connsiteX337" fmla="*/ 4987461 w 7467600"/>
              <a:gd name="connsiteY337" fmla="*/ 6432994 h 6858000"/>
              <a:gd name="connsiteX338" fmla="*/ 5179262 w 7467600"/>
              <a:gd name="connsiteY338" fmla="*/ 6035044 h 6858000"/>
              <a:gd name="connsiteX339" fmla="*/ 4689678 w 7467600"/>
              <a:gd name="connsiteY339" fmla="*/ 6440241 h 6858000"/>
              <a:gd name="connsiteX340" fmla="*/ 4477543 w 7467600"/>
              <a:gd name="connsiteY340" fmla="*/ 6674836 h 6858000"/>
              <a:gd name="connsiteX341" fmla="*/ 4329957 w 7467600"/>
              <a:gd name="connsiteY341" fmla="*/ 6858000 h 6858000"/>
              <a:gd name="connsiteX342" fmla="*/ 4218595 w 7467600"/>
              <a:gd name="connsiteY342" fmla="*/ 6858000 h 6858000"/>
              <a:gd name="connsiteX343" fmla="*/ 4368888 w 7467600"/>
              <a:gd name="connsiteY343" fmla="*/ 6668412 h 6858000"/>
              <a:gd name="connsiteX344" fmla="*/ 4563091 w 7467600"/>
              <a:gd name="connsiteY344" fmla="*/ 6442508 h 6858000"/>
              <a:gd name="connsiteX345" fmla="*/ 5387324 w 7467600"/>
              <a:gd name="connsiteY345" fmla="*/ 5705830 h 6858000"/>
              <a:gd name="connsiteX346" fmla="*/ 5073620 w 7467600"/>
              <a:gd name="connsiteY346" fmla="*/ 5955437 h 6858000"/>
              <a:gd name="connsiteX347" fmla="*/ 4689789 w 7467600"/>
              <a:gd name="connsiteY347" fmla="*/ 6268382 h 6858000"/>
              <a:gd name="connsiteX348" fmla="*/ 4418722 w 7467600"/>
              <a:gd name="connsiteY348" fmla="*/ 6570886 h 6858000"/>
              <a:gd name="connsiteX349" fmla="*/ 4214944 w 7467600"/>
              <a:gd name="connsiteY349" fmla="*/ 6858000 h 6858000"/>
              <a:gd name="connsiteX350" fmla="*/ 4177898 w 7467600"/>
              <a:gd name="connsiteY350" fmla="*/ 6858000 h 6858000"/>
              <a:gd name="connsiteX351" fmla="*/ 4391597 w 7467600"/>
              <a:gd name="connsiteY351" fmla="*/ 6556370 h 6858000"/>
              <a:gd name="connsiteX352" fmla="*/ 4668889 w 7467600"/>
              <a:gd name="connsiteY352" fmla="*/ 6246399 h 6858000"/>
              <a:gd name="connsiteX353" fmla="*/ 5055427 w 7467600"/>
              <a:gd name="connsiteY353" fmla="*/ 5931476 h 6858000"/>
              <a:gd name="connsiteX354" fmla="*/ 5371814 w 7467600"/>
              <a:gd name="connsiteY354" fmla="*/ 5678975 h 6858000"/>
              <a:gd name="connsiteX355" fmla="*/ 4987918 w 7467600"/>
              <a:gd name="connsiteY355" fmla="*/ 5838701 h 6858000"/>
              <a:gd name="connsiteX356" fmla="*/ 4317146 w 7467600"/>
              <a:gd name="connsiteY356" fmla="*/ 6587716 h 6858000"/>
              <a:gd name="connsiteX357" fmla="*/ 4171627 w 7467600"/>
              <a:gd name="connsiteY357" fmla="*/ 6858000 h 6858000"/>
              <a:gd name="connsiteX358" fmla="*/ 4081585 w 7467600"/>
              <a:gd name="connsiteY358" fmla="*/ 6858000 h 6858000"/>
              <a:gd name="connsiteX359" fmla="*/ 4238603 w 7467600"/>
              <a:gd name="connsiteY359" fmla="*/ 6559341 h 6858000"/>
              <a:gd name="connsiteX360" fmla="*/ 4778333 w 7467600"/>
              <a:gd name="connsiteY360" fmla="*/ 5873626 h 6858000"/>
              <a:gd name="connsiteX361" fmla="*/ 5414185 w 7467600"/>
              <a:gd name="connsiteY361" fmla="*/ 5573882 h 6858000"/>
              <a:gd name="connsiteX362" fmla="*/ 5959648 w 7467600"/>
              <a:gd name="connsiteY362" fmla="*/ 4760797 h 6858000"/>
              <a:gd name="connsiteX363" fmla="*/ 5355019 w 7467600"/>
              <a:gd name="connsiteY363" fmla="*/ 4734672 h 6858000"/>
              <a:gd name="connsiteX364" fmla="*/ 5083565 w 7467600"/>
              <a:gd name="connsiteY364" fmla="*/ 5179121 h 6858000"/>
              <a:gd name="connsiteX365" fmla="*/ 4713577 w 7467600"/>
              <a:gd name="connsiteY365" fmla="*/ 5616803 h 6858000"/>
              <a:gd name="connsiteX366" fmla="*/ 3989559 w 7467600"/>
              <a:gd name="connsiteY366" fmla="*/ 6145945 h 6858000"/>
              <a:gd name="connsiteX367" fmla="*/ 3939824 w 7467600"/>
              <a:gd name="connsiteY367" fmla="*/ 6066900 h 6858000"/>
              <a:gd name="connsiteX368" fmla="*/ 4584537 w 7467600"/>
              <a:gd name="connsiteY368" fmla="*/ 5324826 h 6858000"/>
              <a:gd name="connsiteX369" fmla="*/ 5037105 w 7467600"/>
              <a:gd name="connsiteY369" fmla="*/ 5088765 h 6858000"/>
              <a:gd name="connsiteX370" fmla="*/ 5039930 w 7467600"/>
              <a:gd name="connsiteY370" fmla="*/ 5089585 h 6858000"/>
              <a:gd name="connsiteX371" fmla="*/ 5263764 w 7467600"/>
              <a:gd name="connsiteY371" fmla="*/ 4735525 h 6858000"/>
              <a:gd name="connsiteX372" fmla="*/ 4086300 w 7467600"/>
              <a:gd name="connsiteY372" fmla="*/ 4884599 h 6858000"/>
              <a:gd name="connsiteX373" fmla="*/ 4085485 w 7467600"/>
              <a:gd name="connsiteY373" fmla="*/ 4899070 h 6858000"/>
              <a:gd name="connsiteX374" fmla="*/ 3871915 w 7467600"/>
              <a:gd name="connsiteY374" fmla="*/ 5253645 h 6858000"/>
              <a:gd name="connsiteX375" fmla="*/ 3799374 w 7467600"/>
              <a:gd name="connsiteY375" fmla="*/ 5466127 h 6858000"/>
              <a:gd name="connsiteX376" fmla="*/ 3498850 w 7467600"/>
              <a:gd name="connsiteY376" fmla="*/ 6661888 h 6858000"/>
              <a:gd name="connsiteX377" fmla="*/ 3399216 w 7467600"/>
              <a:gd name="connsiteY377" fmla="*/ 6858000 h 6858000"/>
              <a:gd name="connsiteX378" fmla="*/ 3303688 w 7467600"/>
              <a:gd name="connsiteY378" fmla="*/ 6858000 h 6858000"/>
              <a:gd name="connsiteX379" fmla="*/ 3391774 w 7467600"/>
              <a:gd name="connsiteY379" fmla="*/ 6697181 h 6858000"/>
              <a:gd name="connsiteX380" fmla="*/ 3735540 w 7467600"/>
              <a:gd name="connsiteY380" fmla="*/ 5546923 h 6858000"/>
              <a:gd name="connsiteX381" fmla="*/ 3729438 w 7467600"/>
              <a:gd name="connsiteY381" fmla="*/ 5569058 h 6858000"/>
              <a:gd name="connsiteX382" fmla="*/ 3707782 w 7467600"/>
              <a:gd name="connsiteY382" fmla="*/ 5644908 h 6858000"/>
              <a:gd name="connsiteX383" fmla="*/ 3583827 w 7467600"/>
              <a:gd name="connsiteY383" fmla="*/ 6039215 h 6858000"/>
              <a:gd name="connsiteX384" fmla="*/ 3547861 w 7467600"/>
              <a:gd name="connsiteY384" fmla="*/ 6129609 h 6858000"/>
              <a:gd name="connsiteX385" fmla="*/ 3490905 w 7467600"/>
              <a:gd name="connsiteY385" fmla="*/ 6277660 h 6858000"/>
              <a:gd name="connsiteX386" fmla="*/ 3455859 w 7467600"/>
              <a:gd name="connsiteY386" fmla="*/ 6391301 h 6858000"/>
              <a:gd name="connsiteX387" fmla="*/ 3429112 w 7467600"/>
              <a:gd name="connsiteY387" fmla="*/ 6479469 h 6858000"/>
              <a:gd name="connsiteX388" fmla="*/ 3304862 w 7467600"/>
              <a:gd name="connsiteY388" fmla="*/ 6796476 h 6858000"/>
              <a:gd name="connsiteX389" fmla="*/ 3276071 w 7467600"/>
              <a:gd name="connsiteY389" fmla="*/ 6858000 h 6858000"/>
              <a:gd name="connsiteX390" fmla="*/ 3240805 w 7467600"/>
              <a:gd name="connsiteY390" fmla="*/ 6858000 h 6858000"/>
              <a:gd name="connsiteX391" fmla="*/ 3275917 w 7467600"/>
              <a:gd name="connsiteY391" fmla="*/ 6783192 h 6858000"/>
              <a:gd name="connsiteX392" fmla="*/ 3399358 w 7467600"/>
              <a:gd name="connsiteY392" fmla="*/ 6469011 h 6858000"/>
              <a:gd name="connsiteX393" fmla="*/ 3425650 w 7467600"/>
              <a:gd name="connsiteY393" fmla="*/ 6381333 h 6858000"/>
              <a:gd name="connsiteX394" fmla="*/ 3460661 w 7467600"/>
              <a:gd name="connsiteY394" fmla="*/ 6266763 h 6858000"/>
              <a:gd name="connsiteX395" fmla="*/ 3518021 w 7467600"/>
              <a:gd name="connsiteY395" fmla="*/ 6117298 h 6858000"/>
              <a:gd name="connsiteX396" fmla="*/ 3554035 w 7467600"/>
              <a:gd name="connsiteY396" fmla="*/ 6027832 h 6858000"/>
              <a:gd name="connsiteX397" fmla="*/ 3677174 w 7467600"/>
              <a:gd name="connsiteY397" fmla="*/ 5636351 h 6858000"/>
              <a:gd name="connsiteX398" fmla="*/ 3698819 w 7467600"/>
              <a:gd name="connsiteY398" fmla="*/ 5560503 h 6858000"/>
              <a:gd name="connsiteX399" fmla="*/ 3702094 w 7467600"/>
              <a:gd name="connsiteY399" fmla="*/ 5549194 h 6858000"/>
              <a:gd name="connsiteX400" fmla="*/ 3398355 w 7467600"/>
              <a:gd name="connsiteY400" fmla="*/ 6094603 h 6858000"/>
              <a:gd name="connsiteX401" fmla="*/ 3193941 w 7467600"/>
              <a:gd name="connsiteY401" fmla="*/ 6798775 h 6858000"/>
              <a:gd name="connsiteX402" fmla="*/ 3184140 w 7467600"/>
              <a:gd name="connsiteY402" fmla="*/ 6858000 h 6858000"/>
              <a:gd name="connsiteX403" fmla="*/ 3099978 w 7467600"/>
              <a:gd name="connsiteY403" fmla="*/ 6858000 h 6858000"/>
              <a:gd name="connsiteX404" fmla="*/ 3101556 w 7467600"/>
              <a:gd name="connsiteY404" fmla="*/ 6843337 h 6858000"/>
              <a:gd name="connsiteX405" fmla="*/ 3370162 w 7467600"/>
              <a:gd name="connsiteY405" fmla="*/ 5785550 h 6858000"/>
              <a:gd name="connsiteX406" fmla="*/ 3746477 w 7467600"/>
              <a:gd name="connsiteY406" fmla="*/ 5377889 h 6858000"/>
              <a:gd name="connsiteX407" fmla="*/ 3863399 w 7467600"/>
              <a:gd name="connsiteY407" fmla="*/ 5087257 h 6858000"/>
              <a:gd name="connsiteX408" fmla="*/ 3968712 w 7467600"/>
              <a:gd name="connsiteY408" fmla="*/ 4913989 h 6858000"/>
              <a:gd name="connsiteX409" fmla="*/ 2792390 w 7467600"/>
              <a:gd name="connsiteY409" fmla="*/ 5382974 h 6858000"/>
              <a:gd name="connsiteX410" fmla="*/ 2714982 w 7467600"/>
              <a:gd name="connsiteY410" fmla="*/ 5427051 h 6858000"/>
              <a:gd name="connsiteX411" fmla="*/ 2813361 w 7467600"/>
              <a:gd name="connsiteY411" fmla="*/ 6023912 h 6858000"/>
              <a:gd name="connsiteX412" fmla="*/ 2688430 w 7467600"/>
              <a:gd name="connsiteY412" fmla="*/ 6801564 h 6858000"/>
              <a:gd name="connsiteX413" fmla="*/ 2629626 w 7467600"/>
              <a:gd name="connsiteY413" fmla="*/ 6763394 h 6858000"/>
              <a:gd name="connsiteX414" fmla="*/ 2565328 w 7467600"/>
              <a:gd name="connsiteY414" fmla="*/ 5516399 h 6858000"/>
              <a:gd name="connsiteX415" fmla="*/ 1922999 w 7467600"/>
              <a:gd name="connsiteY415" fmla="*/ 5980343 h 6858000"/>
              <a:gd name="connsiteX416" fmla="*/ 1950261 w 7467600"/>
              <a:gd name="connsiteY416" fmla="*/ 6405858 h 6858000"/>
              <a:gd name="connsiteX417" fmla="*/ 2365554 w 7467600"/>
              <a:gd name="connsiteY417" fmla="*/ 6759107 h 6858000"/>
              <a:gd name="connsiteX418" fmla="*/ 2424142 w 7467600"/>
              <a:gd name="connsiteY418" fmla="*/ 6858000 h 6858000"/>
              <a:gd name="connsiteX419" fmla="*/ 2395994 w 7467600"/>
              <a:gd name="connsiteY419" fmla="*/ 6858000 h 6858000"/>
              <a:gd name="connsiteX420" fmla="*/ 2392863 w 7467600"/>
              <a:gd name="connsiteY420" fmla="*/ 6852964 h 6858000"/>
              <a:gd name="connsiteX421" fmla="*/ 2017589 w 7467600"/>
              <a:gd name="connsiteY421" fmla="*/ 6493982 h 6858000"/>
              <a:gd name="connsiteX422" fmla="*/ 2147336 w 7467600"/>
              <a:gd name="connsiteY422" fmla="*/ 6594052 h 6858000"/>
              <a:gd name="connsiteX423" fmla="*/ 2207047 w 7467600"/>
              <a:gd name="connsiteY423" fmla="*/ 6654540 h 6858000"/>
              <a:gd name="connsiteX424" fmla="*/ 2299106 w 7467600"/>
              <a:gd name="connsiteY424" fmla="*/ 6778931 h 6858000"/>
              <a:gd name="connsiteX425" fmla="*/ 2314430 w 7467600"/>
              <a:gd name="connsiteY425" fmla="*/ 6801144 h 6858000"/>
              <a:gd name="connsiteX426" fmla="*/ 2352406 w 7467600"/>
              <a:gd name="connsiteY426" fmla="*/ 6858000 h 6858000"/>
              <a:gd name="connsiteX427" fmla="*/ 2314492 w 7467600"/>
              <a:gd name="connsiteY427" fmla="*/ 6858000 h 6858000"/>
              <a:gd name="connsiteX428" fmla="*/ 2288095 w 7467600"/>
              <a:gd name="connsiteY428" fmla="*/ 6818030 h 6858000"/>
              <a:gd name="connsiteX429" fmla="*/ 2272768 w 7467600"/>
              <a:gd name="connsiteY429" fmla="*/ 6795822 h 6858000"/>
              <a:gd name="connsiteX430" fmla="*/ 2182715 w 7467600"/>
              <a:gd name="connsiteY430" fmla="*/ 6675071 h 6858000"/>
              <a:gd name="connsiteX431" fmla="*/ 2032061 w 7467600"/>
              <a:gd name="connsiteY431" fmla="*/ 6541380 h 6858000"/>
              <a:gd name="connsiteX432" fmla="*/ 2257220 w 7467600"/>
              <a:gd name="connsiteY432" fmla="*/ 6826257 h 6858000"/>
              <a:gd name="connsiteX433" fmla="*/ 2281324 w 7467600"/>
              <a:gd name="connsiteY433" fmla="*/ 6858000 h 6858000"/>
              <a:gd name="connsiteX434" fmla="*/ 2242860 w 7467600"/>
              <a:gd name="connsiteY434" fmla="*/ 6858000 h 6858000"/>
              <a:gd name="connsiteX435" fmla="*/ 2232818 w 7467600"/>
              <a:gd name="connsiteY435" fmla="*/ 6844926 h 6858000"/>
              <a:gd name="connsiteX436" fmla="*/ 1990172 w 7467600"/>
              <a:gd name="connsiteY436" fmla="*/ 6542121 h 6858000"/>
              <a:gd name="connsiteX437" fmla="*/ 2124090 w 7467600"/>
              <a:gd name="connsiteY437" fmla="*/ 6761017 h 6858000"/>
              <a:gd name="connsiteX438" fmla="*/ 2200380 w 7467600"/>
              <a:gd name="connsiteY438" fmla="*/ 6858000 h 6858000"/>
              <a:gd name="connsiteX439" fmla="*/ 2147507 w 7467600"/>
              <a:gd name="connsiteY439" fmla="*/ 6858000 h 6858000"/>
              <a:gd name="connsiteX440" fmla="*/ 2070668 w 7467600"/>
              <a:gd name="connsiteY440" fmla="*/ 6761520 h 6858000"/>
              <a:gd name="connsiteX441" fmla="*/ 1975142 w 7467600"/>
              <a:gd name="connsiteY441" fmla="*/ 6585570 h 6858000"/>
              <a:gd name="connsiteX442" fmla="*/ 2050035 w 7467600"/>
              <a:gd name="connsiteY442" fmla="*/ 6813345 h 6858000"/>
              <a:gd name="connsiteX443" fmla="*/ 2063025 w 7467600"/>
              <a:gd name="connsiteY443" fmla="*/ 6858000 h 6858000"/>
              <a:gd name="connsiteX444" fmla="*/ 2021675 w 7467600"/>
              <a:gd name="connsiteY444" fmla="*/ 6858000 h 6858000"/>
              <a:gd name="connsiteX445" fmla="*/ 2019308 w 7467600"/>
              <a:gd name="connsiteY445" fmla="*/ 6847118 h 6858000"/>
              <a:gd name="connsiteX446" fmla="*/ 1938835 w 7467600"/>
              <a:gd name="connsiteY446" fmla="*/ 6551160 h 6858000"/>
              <a:gd name="connsiteX447" fmla="*/ 1953230 w 7467600"/>
              <a:gd name="connsiteY447" fmla="*/ 6759699 h 6858000"/>
              <a:gd name="connsiteX448" fmla="*/ 1956763 w 7467600"/>
              <a:gd name="connsiteY448" fmla="*/ 6778191 h 6858000"/>
              <a:gd name="connsiteX449" fmla="*/ 1967925 w 7467600"/>
              <a:gd name="connsiteY449" fmla="*/ 6858000 h 6858000"/>
              <a:gd name="connsiteX450" fmla="*/ 1936622 w 7467600"/>
              <a:gd name="connsiteY450" fmla="*/ 6858000 h 6858000"/>
              <a:gd name="connsiteX451" fmla="*/ 1926261 w 7467600"/>
              <a:gd name="connsiteY451" fmla="*/ 6784064 h 6858000"/>
              <a:gd name="connsiteX452" fmla="*/ 1922724 w 7467600"/>
              <a:gd name="connsiteY452" fmla="*/ 6765577 h 6858000"/>
              <a:gd name="connsiteX453" fmla="*/ 1904650 w 7467600"/>
              <a:gd name="connsiteY453" fmla="*/ 6639616 h 6858000"/>
              <a:gd name="connsiteX454" fmla="*/ 1885273 w 7467600"/>
              <a:gd name="connsiteY454" fmla="*/ 6858000 h 6858000"/>
              <a:gd name="connsiteX455" fmla="*/ 1854363 w 7467600"/>
              <a:gd name="connsiteY455" fmla="*/ 6858000 h 6858000"/>
              <a:gd name="connsiteX456" fmla="*/ 1880391 w 7467600"/>
              <a:gd name="connsiteY456" fmla="*/ 6603796 h 6858000"/>
              <a:gd name="connsiteX457" fmla="*/ 1818273 w 7467600"/>
              <a:gd name="connsiteY457" fmla="*/ 6715729 h 6858000"/>
              <a:gd name="connsiteX458" fmla="*/ 1794691 w 7467600"/>
              <a:gd name="connsiteY458" fmla="*/ 6843239 h 6858000"/>
              <a:gd name="connsiteX459" fmla="*/ 1794914 w 7467600"/>
              <a:gd name="connsiteY459" fmla="*/ 6858000 h 6858000"/>
              <a:gd name="connsiteX460" fmla="*/ 1746128 w 7467600"/>
              <a:gd name="connsiteY460" fmla="*/ 6858000 h 6858000"/>
              <a:gd name="connsiteX461" fmla="*/ 1753934 w 7467600"/>
              <a:gd name="connsiteY461" fmla="*/ 6724796 h 6858000"/>
              <a:gd name="connsiteX462" fmla="*/ 1792053 w 7467600"/>
              <a:gd name="connsiteY462" fmla="*/ 6572396 h 6858000"/>
              <a:gd name="connsiteX463" fmla="*/ 1862248 w 7467600"/>
              <a:gd name="connsiteY463" fmla="*/ 6266397 h 6858000"/>
              <a:gd name="connsiteX464" fmla="*/ 1862250 w 7467600"/>
              <a:gd name="connsiteY464" fmla="*/ 6033531 h 6858000"/>
              <a:gd name="connsiteX465" fmla="*/ 1211999 w 7467600"/>
              <a:gd name="connsiteY465" fmla="*/ 6683610 h 6858000"/>
              <a:gd name="connsiteX466" fmla="*/ 1213266 w 7467600"/>
              <a:gd name="connsiteY466" fmla="*/ 6691947 h 6858000"/>
              <a:gd name="connsiteX467" fmla="*/ 1203370 w 7467600"/>
              <a:gd name="connsiteY467" fmla="*/ 6850676 h 6858000"/>
              <a:gd name="connsiteX468" fmla="*/ 1203671 w 7467600"/>
              <a:gd name="connsiteY468" fmla="*/ 6858000 h 6858000"/>
              <a:gd name="connsiteX469" fmla="*/ 1143180 w 7467600"/>
              <a:gd name="connsiteY469" fmla="*/ 6858000 h 6858000"/>
              <a:gd name="connsiteX470" fmla="*/ 1142176 w 7467600"/>
              <a:gd name="connsiteY470" fmla="*/ 6766045 h 6858000"/>
              <a:gd name="connsiteX471" fmla="*/ 1067484 w 7467600"/>
              <a:gd name="connsiteY471" fmla="*/ 6858000 h 6858000"/>
              <a:gd name="connsiteX472" fmla="*/ 953928 w 7467600"/>
              <a:gd name="connsiteY472" fmla="*/ 6858000 h 6858000"/>
              <a:gd name="connsiteX473" fmla="*/ 959715 w 7467600"/>
              <a:gd name="connsiteY473" fmla="*/ 6850185 h 6858000"/>
              <a:gd name="connsiteX474" fmla="*/ 1483788 w 7467600"/>
              <a:gd name="connsiteY474" fmla="*/ 6259174 h 6858000"/>
              <a:gd name="connsiteX475" fmla="*/ 1100671 w 7467600"/>
              <a:gd name="connsiteY475" fmla="*/ 6252137 h 6858000"/>
              <a:gd name="connsiteX476" fmla="*/ 1090144 w 7467600"/>
              <a:gd name="connsiteY476" fmla="*/ 6256748 h 6858000"/>
              <a:gd name="connsiteX477" fmla="*/ 1095872 w 7467600"/>
              <a:gd name="connsiteY477" fmla="*/ 6271892 h 6858000"/>
              <a:gd name="connsiteX478" fmla="*/ 262785 w 7467600"/>
              <a:gd name="connsiteY478" fmla="*/ 6845450 h 6858000"/>
              <a:gd name="connsiteX479" fmla="*/ 209968 w 7467600"/>
              <a:gd name="connsiteY479" fmla="*/ 6770713 h 6858000"/>
              <a:gd name="connsiteX480" fmla="*/ 873460 w 7467600"/>
              <a:gd name="connsiteY480" fmla="*/ 6253768 h 6858000"/>
              <a:gd name="connsiteX481" fmla="*/ 192686 w 7467600"/>
              <a:gd name="connsiteY481" fmla="*/ 5849257 h 6858000"/>
              <a:gd name="connsiteX482" fmla="*/ 4696 w 7467600"/>
              <a:gd name="connsiteY482" fmla="*/ 5697668 h 6858000"/>
              <a:gd name="connsiteX483" fmla="*/ 0 w 7467600"/>
              <a:gd name="connsiteY483" fmla="*/ 5689984 h 6858000"/>
              <a:gd name="connsiteX484" fmla="*/ 0 w 7467600"/>
              <a:gd name="connsiteY484" fmla="*/ 5513472 h 6858000"/>
              <a:gd name="connsiteX485" fmla="*/ 174101 w 7467600"/>
              <a:gd name="connsiteY485" fmla="*/ 5620277 h 6858000"/>
              <a:gd name="connsiteX486" fmla="*/ 891800 w 7467600"/>
              <a:gd name="connsiteY486" fmla="*/ 6036935 h 6858000"/>
              <a:gd name="connsiteX487" fmla="*/ 1072219 w 7467600"/>
              <a:gd name="connsiteY487" fmla="*/ 6169443 h 6858000"/>
              <a:gd name="connsiteX488" fmla="*/ 1074117 w 7467600"/>
              <a:gd name="connsiteY488" fmla="*/ 6170301 h 6858000"/>
              <a:gd name="connsiteX489" fmla="*/ 1083114 w 7467600"/>
              <a:gd name="connsiteY489" fmla="*/ 6174131 h 6858000"/>
              <a:gd name="connsiteX490" fmla="*/ 1543010 w 7467600"/>
              <a:gd name="connsiteY490" fmla="*/ 6191140 h 6858000"/>
              <a:gd name="connsiteX491" fmla="*/ 1551080 w 7467600"/>
              <a:gd name="connsiteY491" fmla="*/ 6195006 h 6858000"/>
              <a:gd name="connsiteX492" fmla="*/ 2345443 w 7467600"/>
              <a:gd name="connsiteY492" fmla="*/ 5549882 h 6858000"/>
              <a:gd name="connsiteX493" fmla="*/ 1721499 w 7467600"/>
              <a:gd name="connsiteY493" fmla="*/ 5599969 h 6858000"/>
              <a:gd name="connsiteX494" fmla="*/ 767716 w 7467600"/>
              <a:gd name="connsiteY494" fmla="*/ 5472768 h 6858000"/>
              <a:gd name="connsiteX495" fmla="*/ 722147 w 7467600"/>
              <a:gd name="connsiteY495" fmla="*/ 5393091 h 6858000"/>
              <a:gd name="connsiteX496" fmla="*/ 1485552 w 7467600"/>
              <a:gd name="connsiteY496" fmla="*/ 5313202 h 6858000"/>
              <a:gd name="connsiteX497" fmla="*/ 2143004 w 7467600"/>
              <a:gd name="connsiteY497" fmla="*/ 5402420 h 6858000"/>
              <a:gd name="connsiteX498" fmla="*/ 1933391 w 7467600"/>
              <a:gd name="connsiteY498" fmla="*/ 5156971 h 6858000"/>
              <a:gd name="connsiteX499" fmla="*/ 1827118 w 7467600"/>
              <a:gd name="connsiteY499" fmla="*/ 4968410 h 6858000"/>
              <a:gd name="connsiteX500" fmla="*/ 1837349 w 7467600"/>
              <a:gd name="connsiteY500" fmla="*/ 4956357 h 6858000"/>
              <a:gd name="connsiteX501" fmla="*/ 2162835 w 7467600"/>
              <a:gd name="connsiteY501" fmla="*/ 5187853 h 6858000"/>
              <a:gd name="connsiteX502" fmla="*/ 2257167 w 7467600"/>
              <a:gd name="connsiteY502" fmla="*/ 5462123 h 6858000"/>
              <a:gd name="connsiteX503" fmla="*/ 2261598 w 7467600"/>
              <a:gd name="connsiteY503" fmla="*/ 5467998 h 6858000"/>
              <a:gd name="connsiteX504" fmla="*/ 2437177 w 7467600"/>
              <a:gd name="connsiteY504" fmla="*/ 5479608 h 6858000"/>
              <a:gd name="connsiteX505" fmla="*/ 2445247 w 7467600"/>
              <a:gd name="connsiteY505" fmla="*/ 5483476 h 6858000"/>
              <a:gd name="connsiteX506" fmla="*/ 2743626 w 7467600"/>
              <a:gd name="connsiteY506" fmla="*/ 5304819 h 6858000"/>
              <a:gd name="connsiteX507" fmla="*/ 3048102 w 7467600"/>
              <a:gd name="connsiteY507" fmla="*/ 5150595 h 6858000"/>
              <a:gd name="connsiteX508" fmla="*/ 1799414 w 7467600"/>
              <a:gd name="connsiteY508" fmla="*/ 4694732 h 6858000"/>
              <a:gd name="connsiteX509" fmla="*/ 1771735 w 7467600"/>
              <a:gd name="connsiteY509" fmla="*/ 4619929 h 6858000"/>
              <a:gd name="connsiteX510" fmla="*/ 3104273 w 7467600"/>
              <a:gd name="connsiteY510" fmla="*/ 5076159 h 6858000"/>
              <a:gd name="connsiteX511" fmla="*/ 3113245 w 7467600"/>
              <a:gd name="connsiteY511" fmla="*/ 5090705 h 6858000"/>
              <a:gd name="connsiteX512" fmla="*/ 3126294 w 7467600"/>
              <a:gd name="connsiteY512" fmla="*/ 5114400 h 6858000"/>
              <a:gd name="connsiteX513" fmla="*/ 3937433 w 7467600"/>
              <a:gd name="connsiteY513" fmla="*/ 4830473 h 6858000"/>
              <a:gd name="connsiteX514" fmla="*/ 3590475 w 7467600"/>
              <a:gd name="connsiteY514" fmla="*/ 4597974 h 6858000"/>
              <a:gd name="connsiteX515" fmla="*/ 3100264 w 7467600"/>
              <a:gd name="connsiteY515" fmla="*/ 4579845 h 6858000"/>
              <a:gd name="connsiteX516" fmla="*/ 2183576 w 7467600"/>
              <a:gd name="connsiteY516" fmla="*/ 4227150 h 6858000"/>
              <a:gd name="connsiteX517" fmla="*/ 2151029 w 7467600"/>
              <a:gd name="connsiteY517" fmla="*/ 4146947 h 6858000"/>
              <a:gd name="connsiteX518" fmla="*/ 3563434 w 7467600"/>
              <a:gd name="connsiteY518" fmla="*/ 4469115 h 6858000"/>
              <a:gd name="connsiteX519" fmla="*/ 3177952 w 7467600"/>
              <a:gd name="connsiteY519" fmla="*/ 3657386 h 6858000"/>
              <a:gd name="connsiteX520" fmla="*/ 3189263 w 7467600"/>
              <a:gd name="connsiteY520" fmla="*/ 3625726 h 6858000"/>
              <a:gd name="connsiteX521" fmla="*/ 3560912 w 7467600"/>
              <a:gd name="connsiteY521" fmla="*/ 4079863 h 6858000"/>
              <a:gd name="connsiteX522" fmla="*/ 3626636 w 7467600"/>
              <a:gd name="connsiteY522" fmla="*/ 4512230 h 6858000"/>
              <a:gd name="connsiteX523" fmla="*/ 3653088 w 7467600"/>
              <a:gd name="connsiteY523" fmla="*/ 4521417 h 6858000"/>
              <a:gd name="connsiteX524" fmla="*/ 3988128 w 7467600"/>
              <a:gd name="connsiteY524" fmla="*/ 4817267 h 6858000"/>
              <a:gd name="connsiteX525" fmla="*/ 4830582 w 7467600"/>
              <a:gd name="connsiteY525" fmla="*/ 4676000 h 6858000"/>
              <a:gd name="connsiteX526" fmla="*/ 4830100 w 7467600"/>
              <a:gd name="connsiteY526" fmla="*/ 4675554 h 6858000"/>
              <a:gd name="connsiteX527" fmla="*/ 4036318 w 7467600"/>
              <a:gd name="connsiteY527" fmla="*/ 4147013 h 6858000"/>
              <a:gd name="connsiteX528" fmla="*/ 3432098 w 7467600"/>
              <a:gd name="connsiteY528" fmla="*/ 3537312 h 6858000"/>
              <a:gd name="connsiteX529" fmla="*/ 3446761 w 7467600"/>
              <a:gd name="connsiteY529" fmla="*/ 3461278 h 6858000"/>
              <a:gd name="connsiteX530" fmla="*/ 4419733 w 7467600"/>
              <a:gd name="connsiteY530" fmla="*/ 3963555 h 6858000"/>
              <a:gd name="connsiteX531" fmla="*/ 4781371 w 7467600"/>
              <a:gd name="connsiteY531" fmla="*/ 4458604 h 6858000"/>
              <a:gd name="connsiteX532" fmla="*/ 4780440 w 7467600"/>
              <a:gd name="connsiteY532" fmla="*/ 4470290 h 6858000"/>
              <a:gd name="connsiteX533" fmla="*/ 4898954 w 7467600"/>
              <a:gd name="connsiteY533" fmla="*/ 4662092 h 6858000"/>
              <a:gd name="connsiteX534" fmla="*/ 4900699 w 7467600"/>
              <a:gd name="connsiteY534" fmla="*/ 4670867 h 6858000"/>
              <a:gd name="connsiteX535" fmla="*/ 5714511 w 7467600"/>
              <a:gd name="connsiteY535" fmla="*/ 4663483 h 6858000"/>
              <a:gd name="connsiteX536" fmla="*/ 5464793 w 7467600"/>
              <a:gd name="connsiteY536" fmla="*/ 4393556 h 6858000"/>
              <a:gd name="connsiteX537" fmla="*/ 5461897 w 7467600"/>
              <a:gd name="connsiteY537" fmla="*/ 4390879 h 6858000"/>
              <a:gd name="connsiteX538" fmla="*/ 4294126 w 7467600"/>
              <a:gd name="connsiteY538" fmla="*/ 3303048 h 6858000"/>
              <a:gd name="connsiteX539" fmla="*/ 4305321 w 7467600"/>
              <a:gd name="connsiteY539" fmla="*/ 3256953 h 6858000"/>
              <a:gd name="connsiteX540" fmla="*/ 4949299 w 7467600"/>
              <a:gd name="connsiteY540" fmla="*/ 3766336 h 6858000"/>
              <a:gd name="connsiteX541" fmla="*/ 5291452 w 7467600"/>
              <a:gd name="connsiteY541" fmla="*/ 4076801 h 6858000"/>
              <a:gd name="connsiteX542" fmla="*/ 5434998 w 7467600"/>
              <a:gd name="connsiteY542" fmla="*/ 4254100 h 6858000"/>
              <a:gd name="connsiteX543" fmla="*/ 5351015 w 7467600"/>
              <a:gd name="connsiteY543" fmla="*/ 3760989 h 6858000"/>
              <a:gd name="connsiteX544" fmla="*/ 5413780 w 7467600"/>
              <a:gd name="connsiteY544" fmla="*/ 2966265 h 6858000"/>
              <a:gd name="connsiteX545" fmla="*/ 5425627 w 7467600"/>
              <a:gd name="connsiteY545" fmla="*/ 2954192 h 6858000"/>
              <a:gd name="connsiteX546" fmla="*/ 6604735 w 7467600"/>
              <a:gd name="connsiteY546" fmla="*/ 2041381 h 6858000"/>
              <a:gd name="connsiteX547" fmla="*/ 7204487 w 7467600"/>
              <a:gd name="connsiteY547" fmla="*/ 2742112 h 6858000"/>
              <a:gd name="connsiteX548" fmla="*/ 7131592 w 7467600"/>
              <a:gd name="connsiteY548" fmla="*/ 2672096 h 6858000"/>
              <a:gd name="connsiteX549" fmla="*/ 6996344 w 7467600"/>
              <a:gd name="connsiteY549" fmla="*/ 2518310 h 6858000"/>
              <a:gd name="connsiteX550" fmla="*/ 6735495 w 7467600"/>
              <a:gd name="connsiteY550" fmla="*/ 2196890 h 6858000"/>
              <a:gd name="connsiteX551" fmla="*/ 6721901 w 7467600"/>
              <a:gd name="connsiteY551" fmla="*/ 2179274 h 6858000"/>
              <a:gd name="connsiteX552" fmla="*/ 6604735 w 7467600"/>
              <a:gd name="connsiteY552" fmla="*/ 2041381 h 6858000"/>
              <a:gd name="connsiteX553" fmla="*/ 6591670 w 7467600"/>
              <a:gd name="connsiteY553" fmla="*/ 1988277 h 6858000"/>
              <a:gd name="connsiteX554" fmla="*/ 6747349 w 7467600"/>
              <a:gd name="connsiteY554" fmla="*/ 2160069 h 6858000"/>
              <a:gd name="connsiteX555" fmla="*/ 6760943 w 7467600"/>
              <a:gd name="connsiteY555" fmla="*/ 2177686 h 6858000"/>
              <a:gd name="connsiteX556" fmla="*/ 7021065 w 7467600"/>
              <a:gd name="connsiteY556" fmla="*/ 2498102 h 6858000"/>
              <a:gd name="connsiteX557" fmla="*/ 7155223 w 7467600"/>
              <a:gd name="connsiteY557" fmla="*/ 2650386 h 6858000"/>
              <a:gd name="connsiteX558" fmla="*/ 7203167 w 7467600"/>
              <a:gd name="connsiteY558" fmla="*/ 2697288 h 6858000"/>
              <a:gd name="connsiteX559" fmla="*/ 6937703 w 7467600"/>
              <a:gd name="connsiteY559" fmla="*/ 2321981 h 6858000"/>
              <a:gd name="connsiteX560" fmla="*/ 6591670 w 7467600"/>
              <a:gd name="connsiteY560" fmla="*/ 1988277 h 6858000"/>
              <a:gd name="connsiteX561" fmla="*/ 5798671 w 7467600"/>
              <a:gd name="connsiteY561" fmla="*/ 1981601 h 6858000"/>
              <a:gd name="connsiteX562" fmla="*/ 5754709 w 7467600"/>
              <a:gd name="connsiteY562" fmla="*/ 2071454 h 6858000"/>
              <a:gd name="connsiteX563" fmla="*/ 5763044 w 7467600"/>
              <a:gd name="connsiteY563" fmla="*/ 2842206 h 6858000"/>
              <a:gd name="connsiteX564" fmla="*/ 5764974 w 7467600"/>
              <a:gd name="connsiteY564" fmla="*/ 2799609 h 6858000"/>
              <a:gd name="connsiteX565" fmla="*/ 5767665 w 7467600"/>
              <a:gd name="connsiteY565" fmla="*/ 2666409 h 6858000"/>
              <a:gd name="connsiteX566" fmla="*/ 5763055 w 7467600"/>
              <a:gd name="connsiteY566" fmla="*/ 2579705 h 6858000"/>
              <a:gd name="connsiteX567" fmla="*/ 5758079 w 7467600"/>
              <a:gd name="connsiteY567" fmla="*/ 2492508 h 6858000"/>
              <a:gd name="connsiteX568" fmla="*/ 5779325 w 7467600"/>
              <a:gd name="connsiteY568" fmla="*/ 2197069 h 6858000"/>
              <a:gd name="connsiteX569" fmla="*/ 5798671 w 7467600"/>
              <a:gd name="connsiteY569" fmla="*/ 1981601 h 6858000"/>
              <a:gd name="connsiteX570" fmla="*/ 5829202 w 7467600"/>
              <a:gd name="connsiteY570" fmla="*/ 1971679 h 6858000"/>
              <a:gd name="connsiteX571" fmla="*/ 5809558 w 7467600"/>
              <a:gd name="connsiteY571" fmla="*/ 2198043 h 6858000"/>
              <a:gd name="connsiteX572" fmla="*/ 5788653 w 7467600"/>
              <a:gd name="connsiteY572" fmla="*/ 2489430 h 6858000"/>
              <a:gd name="connsiteX573" fmla="*/ 5793439 w 7467600"/>
              <a:gd name="connsiteY573" fmla="*/ 2575235 h 6858000"/>
              <a:gd name="connsiteX574" fmla="*/ 5796837 w 7467600"/>
              <a:gd name="connsiteY574" fmla="*/ 2637633 h 6858000"/>
              <a:gd name="connsiteX575" fmla="*/ 5818614 w 7467600"/>
              <a:gd name="connsiteY575" fmla="*/ 2473055 h 6858000"/>
              <a:gd name="connsiteX576" fmla="*/ 5829202 w 7467600"/>
              <a:gd name="connsiteY576" fmla="*/ 1971679 h 6858000"/>
              <a:gd name="connsiteX577" fmla="*/ 5911389 w 7467600"/>
              <a:gd name="connsiteY577" fmla="*/ 1898371 h 6858000"/>
              <a:gd name="connsiteX578" fmla="*/ 6237627 w 7467600"/>
              <a:gd name="connsiteY578" fmla="*/ 2231921 h 6858000"/>
              <a:gd name="connsiteX579" fmla="*/ 5911389 w 7467600"/>
              <a:gd name="connsiteY579" fmla="*/ 1898371 h 6858000"/>
              <a:gd name="connsiteX580" fmla="*/ 6944437 w 7467600"/>
              <a:gd name="connsiteY580" fmla="*/ 1575402 h 6858000"/>
              <a:gd name="connsiteX581" fmla="*/ 6304730 w 7467600"/>
              <a:gd name="connsiteY581" fmla="*/ 1766654 h 6858000"/>
              <a:gd name="connsiteX582" fmla="*/ 6944437 w 7467600"/>
              <a:gd name="connsiteY582" fmla="*/ 1575402 h 6858000"/>
              <a:gd name="connsiteX583" fmla="*/ 7019523 w 7467600"/>
              <a:gd name="connsiteY583" fmla="*/ 1519450 h 6858000"/>
              <a:gd name="connsiteX584" fmla="*/ 6298091 w 7467600"/>
              <a:gd name="connsiteY584" fmla="*/ 1737122 h 6858000"/>
              <a:gd name="connsiteX585" fmla="*/ 7019523 w 7467600"/>
              <a:gd name="connsiteY585" fmla="*/ 1519450 h 6858000"/>
              <a:gd name="connsiteX586" fmla="*/ 2399523 w 7467600"/>
              <a:gd name="connsiteY586" fmla="*/ 1428234 h 6858000"/>
              <a:gd name="connsiteX587" fmla="*/ 2224982 w 7467600"/>
              <a:gd name="connsiteY587" fmla="*/ 1826201 h 6858000"/>
              <a:gd name="connsiteX588" fmla="*/ 2096099 w 7467600"/>
              <a:gd name="connsiteY588" fmla="*/ 2345900 h 6858000"/>
              <a:gd name="connsiteX589" fmla="*/ 2283317 w 7467600"/>
              <a:gd name="connsiteY589" fmla="*/ 1796925 h 6858000"/>
              <a:gd name="connsiteX590" fmla="*/ 2399523 w 7467600"/>
              <a:gd name="connsiteY590" fmla="*/ 1428234 h 6858000"/>
              <a:gd name="connsiteX591" fmla="*/ 2448558 w 7467600"/>
              <a:gd name="connsiteY591" fmla="*/ 1373435 h 6858000"/>
              <a:gd name="connsiteX592" fmla="*/ 2312521 w 7467600"/>
              <a:gd name="connsiteY592" fmla="*/ 1806140 h 6858000"/>
              <a:gd name="connsiteX593" fmla="*/ 2127533 w 7467600"/>
              <a:gd name="connsiteY593" fmla="*/ 2348380 h 6858000"/>
              <a:gd name="connsiteX594" fmla="*/ 2358080 w 7467600"/>
              <a:gd name="connsiteY594" fmla="*/ 1866134 h 6858000"/>
              <a:gd name="connsiteX595" fmla="*/ 2407436 w 7467600"/>
              <a:gd name="connsiteY595" fmla="*/ 1651070 h 6858000"/>
              <a:gd name="connsiteX596" fmla="*/ 2448558 w 7467600"/>
              <a:gd name="connsiteY596" fmla="*/ 1373435 h 6858000"/>
              <a:gd name="connsiteX597" fmla="*/ 278707 w 7467600"/>
              <a:gd name="connsiteY597" fmla="*/ 1352270 h 6858000"/>
              <a:gd name="connsiteX598" fmla="*/ 321570 w 7467600"/>
              <a:gd name="connsiteY598" fmla="*/ 1861610 h 6858000"/>
              <a:gd name="connsiteX599" fmla="*/ 294281 w 7467600"/>
              <a:gd name="connsiteY599" fmla="*/ 1440658 h 6858000"/>
              <a:gd name="connsiteX600" fmla="*/ 278707 w 7467600"/>
              <a:gd name="connsiteY600" fmla="*/ 1352270 h 6858000"/>
              <a:gd name="connsiteX601" fmla="*/ 1423821 w 7467600"/>
              <a:gd name="connsiteY601" fmla="*/ 1351958 h 6858000"/>
              <a:gd name="connsiteX602" fmla="*/ 1638521 w 7467600"/>
              <a:gd name="connsiteY602" fmla="*/ 1908470 h 6858000"/>
              <a:gd name="connsiteX603" fmla="*/ 1754199 w 7467600"/>
              <a:gd name="connsiteY603" fmla="*/ 2149284 h 6858000"/>
              <a:gd name="connsiteX604" fmla="*/ 1908359 w 7467600"/>
              <a:gd name="connsiteY604" fmla="*/ 2364988 h 6858000"/>
              <a:gd name="connsiteX605" fmla="*/ 1647661 w 7467600"/>
              <a:gd name="connsiteY605" fmla="*/ 1825945 h 6858000"/>
              <a:gd name="connsiteX606" fmla="*/ 1423821 w 7467600"/>
              <a:gd name="connsiteY606" fmla="*/ 1351958 h 6858000"/>
              <a:gd name="connsiteX607" fmla="*/ 1431890 w 7467600"/>
              <a:gd name="connsiteY607" fmla="*/ 1306475 h 6858000"/>
              <a:gd name="connsiteX608" fmla="*/ 1507597 w 7467600"/>
              <a:gd name="connsiteY608" fmla="*/ 1446132 h 6858000"/>
              <a:gd name="connsiteX609" fmla="*/ 1674586 w 7467600"/>
              <a:gd name="connsiteY609" fmla="*/ 1813832 h 6858000"/>
              <a:gd name="connsiteX610" fmla="*/ 1815950 w 7467600"/>
              <a:gd name="connsiteY610" fmla="*/ 2128564 h 6858000"/>
              <a:gd name="connsiteX611" fmla="*/ 1984242 w 7467600"/>
              <a:gd name="connsiteY611" fmla="*/ 2430829 h 6858000"/>
              <a:gd name="connsiteX612" fmla="*/ 2014023 w 7467600"/>
              <a:gd name="connsiteY612" fmla="*/ 2450995 h 6858000"/>
              <a:gd name="connsiteX613" fmla="*/ 1747337 w 7467600"/>
              <a:gd name="connsiteY613" fmla="*/ 1855264 h 6858000"/>
              <a:gd name="connsiteX614" fmla="*/ 1533749 w 7467600"/>
              <a:gd name="connsiteY614" fmla="*/ 1478656 h 6858000"/>
              <a:gd name="connsiteX615" fmla="*/ 1431890 w 7467600"/>
              <a:gd name="connsiteY615" fmla="*/ 1306475 h 6858000"/>
              <a:gd name="connsiteX616" fmla="*/ 5052692 w 7467600"/>
              <a:gd name="connsiteY616" fmla="*/ 1292994 h 6858000"/>
              <a:gd name="connsiteX617" fmla="*/ 5200661 w 7467600"/>
              <a:gd name="connsiteY617" fmla="*/ 1635186 h 6858000"/>
              <a:gd name="connsiteX618" fmla="*/ 5297138 w 7467600"/>
              <a:gd name="connsiteY618" fmla="*/ 1906351 h 6858000"/>
              <a:gd name="connsiteX619" fmla="*/ 5052692 w 7467600"/>
              <a:gd name="connsiteY619" fmla="*/ 1292994 h 6858000"/>
              <a:gd name="connsiteX620" fmla="*/ 5009948 w 7467600"/>
              <a:gd name="connsiteY620" fmla="*/ 1273619 h 6858000"/>
              <a:gd name="connsiteX621" fmla="*/ 5121777 w 7467600"/>
              <a:gd name="connsiteY621" fmla="*/ 1654213 h 6858000"/>
              <a:gd name="connsiteX622" fmla="*/ 5293545 w 7467600"/>
              <a:gd name="connsiteY622" fmla="*/ 2072247 h 6858000"/>
              <a:gd name="connsiteX623" fmla="*/ 5294042 w 7467600"/>
              <a:gd name="connsiteY623" fmla="*/ 2065019 h 6858000"/>
              <a:gd name="connsiteX624" fmla="*/ 5171936 w 7467600"/>
              <a:gd name="connsiteY624" fmla="*/ 1647613 h 6858000"/>
              <a:gd name="connsiteX625" fmla="*/ 5009948 w 7467600"/>
              <a:gd name="connsiteY625" fmla="*/ 1273619 h 6858000"/>
              <a:gd name="connsiteX626" fmla="*/ 655236 w 7467600"/>
              <a:gd name="connsiteY626" fmla="*/ 1268632 h 6858000"/>
              <a:gd name="connsiteX627" fmla="*/ 839521 w 7467600"/>
              <a:gd name="connsiteY627" fmla="*/ 1685315 h 6858000"/>
              <a:gd name="connsiteX628" fmla="*/ 1109416 w 7467600"/>
              <a:gd name="connsiteY628" fmla="*/ 2061663 h 6858000"/>
              <a:gd name="connsiteX629" fmla="*/ 1298300 w 7467600"/>
              <a:gd name="connsiteY629" fmla="*/ 2247742 h 6858000"/>
              <a:gd name="connsiteX630" fmla="*/ 1125871 w 7467600"/>
              <a:gd name="connsiteY630" fmla="*/ 1989513 h 6858000"/>
              <a:gd name="connsiteX631" fmla="*/ 981574 w 7467600"/>
              <a:gd name="connsiteY631" fmla="*/ 1783157 h 6858000"/>
              <a:gd name="connsiteX632" fmla="*/ 922198 w 7467600"/>
              <a:gd name="connsiteY632" fmla="*/ 1677437 h 6858000"/>
              <a:gd name="connsiteX633" fmla="*/ 869293 w 7467600"/>
              <a:gd name="connsiteY633" fmla="*/ 1583214 h 6858000"/>
              <a:gd name="connsiteX634" fmla="*/ 751431 w 7467600"/>
              <a:gd name="connsiteY634" fmla="*/ 1405731 h 6858000"/>
              <a:gd name="connsiteX635" fmla="*/ 655236 w 7467600"/>
              <a:gd name="connsiteY635" fmla="*/ 1268632 h 6858000"/>
              <a:gd name="connsiteX636" fmla="*/ 6516292 w 7467600"/>
              <a:gd name="connsiteY636" fmla="*/ 1263064 h 6858000"/>
              <a:gd name="connsiteX637" fmla="*/ 5736320 w 7467600"/>
              <a:gd name="connsiteY637" fmla="*/ 1501803 h 6858000"/>
              <a:gd name="connsiteX638" fmla="*/ 6516292 w 7467600"/>
              <a:gd name="connsiteY638" fmla="*/ 1263064 h 6858000"/>
              <a:gd name="connsiteX639" fmla="*/ 291466 w 7467600"/>
              <a:gd name="connsiteY639" fmla="*/ 1250369 h 6858000"/>
              <a:gd name="connsiteX640" fmla="*/ 323180 w 7467600"/>
              <a:gd name="connsiteY640" fmla="*/ 1435283 h 6858000"/>
              <a:gd name="connsiteX641" fmla="*/ 349381 w 7467600"/>
              <a:gd name="connsiteY641" fmla="*/ 1875041 h 6858000"/>
              <a:gd name="connsiteX642" fmla="*/ 374363 w 7467600"/>
              <a:gd name="connsiteY642" fmla="*/ 1506494 h 6858000"/>
              <a:gd name="connsiteX643" fmla="*/ 302168 w 7467600"/>
              <a:gd name="connsiteY643" fmla="*/ 1274495 h 6858000"/>
              <a:gd name="connsiteX644" fmla="*/ 291466 w 7467600"/>
              <a:gd name="connsiteY644" fmla="*/ 1250369 h 6858000"/>
              <a:gd name="connsiteX645" fmla="*/ 678222 w 7467600"/>
              <a:gd name="connsiteY645" fmla="*/ 1248670 h 6858000"/>
              <a:gd name="connsiteX646" fmla="*/ 775536 w 7467600"/>
              <a:gd name="connsiteY646" fmla="*/ 1388015 h 6858000"/>
              <a:gd name="connsiteX647" fmla="*/ 894529 w 7467600"/>
              <a:gd name="connsiteY647" fmla="*/ 1567739 h 6858000"/>
              <a:gd name="connsiteX648" fmla="*/ 948000 w 7467600"/>
              <a:gd name="connsiteY648" fmla="*/ 1663088 h 6858000"/>
              <a:gd name="connsiteX649" fmla="*/ 1006812 w 7467600"/>
              <a:gd name="connsiteY649" fmla="*/ 1767683 h 6858000"/>
              <a:gd name="connsiteX650" fmla="*/ 1149133 w 7467600"/>
              <a:gd name="connsiteY650" fmla="*/ 1971513 h 6858000"/>
              <a:gd name="connsiteX651" fmla="*/ 1333952 w 7467600"/>
              <a:gd name="connsiteY651" fmla="*/ 2251620 h 6858000"/>
              <a:gd name="connsiteX652" fmla="*/ 1337329 w 7467600"/>
              <a:gd name="connsiteY652" fmla="*/ 2258350 h 6858000"/>
              <a:gd name="connsiteX653" fmla="*/ 1014726 w 7467600"/>
              <a:gd name="connsiteY653" fmla="*/ 1615556 h 6858000"/>
              <a:gd name="connsiteX654" fmla="*/ 678222 w 7467600"/>
              <a:gd name="connsiteY654" fmla="*/ 1248670 h 6858000"/>
              <a:gd name="connsiteX655" fmla="*/ 6691602 w 7467600"/>
              <a:gd name="connsiteY655" fmla="*/ 1140573 h 6858000"/>
              <a:gd name="connsiteX656" fmla="*/ 6571100 w 7467600"/>
              <a:gd name="connsiteY656" fmla="*/ 1183662 h 6858000"/>
              <a:gd name="connsiteX657" fmla="*/ 6241687 w 7467600"/>
              <a:gd name="connsiteY657" fmla="*/ 1257600 h 6858000"/>
              <a:gd name="connsiteX658" fmla="*/ 5693009 w 7467600"/>
              <a:gd name="connsiteY658" fmla="*/ 1478256 h 6858000"/>
              <a:gd name="connsiteX659" fmla="*/ 6548420 w 7467600"/>
              <a:gd name="connsiteY659" fmla="*/ 1214599 h 6858000"/>
              <a:gd name="connsiteX660" fmla="*/ 6605473 w 7467600"/>
              <a:gd name="connsiteY660" fmla="*/ 1184686 h 6858000"/>
              <a:gd name="connsiteX661" fmla="*/ 6691602 w 7467600"/>
              <a:gd name="connsiteY661" fmla="*/ 1140573 h 6858000"/>
              <a:gd name="connsiteX662" fmla="*/ 4002475 w 7467600"/>
              <a:gd name="connsiteY662" fmla="*/ 1037802 h 6858000"/>
              <a:gd name="connsiteX663" fmla="*/ 4000324 w 7467600"/>
              <a:gd name="connsiteY663" fmla="*/ 1039362 h 6858000"/>
              <a:gd name="connsiteX664" fmla="*/ 4002862 w 7467600"/>
              <a:gd name="connsiteY664" fmla="*/ 1042866 h 6858000"/>
              <a:gd name="connsiteX665" fmla="*/ 4002475 w 7467600"/>
              <a:gd name="connsiteY665" fmla="*/ 1037802 h 6858000"/>
              <a:gd name="connsiteX666" fmla="*/ 506322 w 7467600"/>
              <a:gd name="connsiteY666" fmla="*/ 1020997 h 6858000"/>
              <a:gd name="connsiteX667" fmla="*/ 533068 w 7467600"/>
              <a:gd name="connsiteY667" fmla="*/ 1029409 h 6858000"/>
              <a:gd name="connsiteX668" fmla="*/ 1232525 w 7467600"/>
              <a:gd name="connsiteY668" fmla="*/ 1804675 h 6858000"/>
              <a:gd name="connsiteX669" fmla="*/ 1388858 w 7467600"/>
              <a:gd name="connsiteY669" fmla="*/ 2368011 h 6858000"/>
              <a:gd name="connsiteX670" fmla="*/ 1384098 w 7467600"/>
              <a:gd name="connsiteY670" fmla="*/ 2378125 h 6858000"/>
              <a:gd name="connsiteX671" fmla="*/ 1425393 w 7467600"/>
              <a:gd name="connsiteY671" fmla="*/ 2589124 h 6858000"/>
              <a:gd name="connsiteX672" fmla="*/ 1424001 w 7467600"/>
              <a:gd name="connsiteY672" fmla="*/ 2597541 h 6858000"/>
              <a:gd name="connsiteX673" fmla="*/ 2152729 w 7467600"/>
              <a:gd name="connsiteY673" fmla="*/ 2864487 h 6858000"/>
              <a:gd name="connsiteX674" fmla="*/ 2020609 w 7467600"/>
              <a:gd name="connsiteY674" fmla="*/ 2539671 h 6858000"/>
              <a:gd name="connsiteX675" fmla="*/ 2018920 w 7467600"/>
              <a:gd name="connsiteY675" fmla="*/ 2536309 h 6858000"/>
              <a:gd name="connsiteX676" fmla="*/ 1342441 w 7467600"/>
              <a:gd name="connsiteY676" fmla="*/ 1173017 h 6858000"/>
              <a:gd name="connsiteX677" fmla="*/ 1367925 w 7467600"/>
              <a:gd name="connsiteY677" fmla="*/ 1135648 h 6858000"/>
              <a:gd name="connsiteX678" fmla="*/ 1771401 w 7467600"/>
              <a:gd name="connsiteY678" fmla="*/ 1806673 h 6858000"/>
              <a:gd name="connsiteX679" fmla="*/ 1972385 w 7467600"/>
              <a:gd name="connsiteY679" fmla="*/ 2198735 h 6858000"/>
              <a:gd name="connsiteX680" fmla="*/ 2040892 w 7467600"/>
              <a:gd name="connsiteY680" fmla="*/ 2405205 h 6858000"/>
              <a:gd name="connsiteX681" fmla="*/ 2131689 w 7467600"/>
              <a:gd name="connsiteY681" fmla="*/ 1936926 h 6858000"/>
              <a:gd name="connsiteX682" fmla="*/ 2454820 w 7467600"/>
              <a:gd name="connsiteY682" fmla="*/ 1248808 h 6858000"/>
              <a:gd name="connsiteX683" fmla="*/ 2492512 w 7467600"/>
              <a:gd name="connsiteY683" fmla="*/ 1302920 h 6858000"/>
              <a:gd name="connsiteX684" fmla="*/ 2081216 w 7467600"/>
              <a:gd name="connsiteY684" fmla="*/ 2527513 h 6858000"/>
              <a:gd name="connsiteX685" fmla="*/ 2081211 w 7467600"/>
              <a:gd name="connsiteY685" fmla="*/ 2528916 h 6858000"/>
              <a:gd name="connsiteX686" fmla="*/ 2199067 w 7467600"/>
              <a:gd name="connsiteY686" fmla="*/ 2884061 h 6858000"/>
              <a:gd name="connsiteX687" fmla="*/ 3192586 w 7467600"/>
              <a:gd name="connsiteY687" fmla="*/ 3411496 h 6858000"/>
              <a:gd name="connsiteX688" fmla="*/ 3182620 w 7467600"/>
              <a:gd name="connsiteY688" fmla="*/ 3483279 h 6858000"/>
              <a:gd name="connsiteX689" fmla="*/ 2435119 w 7467600"/>
              <a:gd name="connsiteY689" fmla="*/ 3080173 h 6858000"/>
              <a:gd name="connsiteX690" fmla="*/ 2410152 w 7467600"/>
              <a:gd name="connsiteY690" fmla="*/ 3063751 h 6858000"/>
              <a:gd name="connsiteX691" fmla="*/ 2408099 w 7467600"/>
              <a:gd name="connsiteY691" fmla="*/ 3064403 h 6858000"/>
              <a:gd name="connsiteX692" fmla="*/ 2407218 w 7467600"/>
              <a:gd name="connsiteY692" fmla="*/ 3070324 h 6858000"/>
              <a:gd name="connsiteX693" fmla="*/ 2380138 w 7467600"/>
              <a:gd name="connsiteY693" fmla="*/ 3099341 h 6858000"/>
              <a:gd name="connsiteX694" fmla="*/ 1765923 w 7467600"/>
              <a:gd name="connsiteY694" fmla="*/ 3581043 h 6858000"/>
              <a:gd name="connsiteX695" fmla="*/ 1702258 w 7467600"/>
              <a:gd name="connsiteY695" fmla="*/ 3612286 h 6858000"/>
              <a:gd name="connsiteX696" fmla="*/ 1538370 w 7467600"/>
              <a:gd name="connsiteY696" fmla="*/ 3811804 h 6858000"/>
              <a:gd name="connsiteX697" fmla="*/ 542867 w 7467600"/>
              <a:gd name="connsiteY697" fmla="*/ 4944092 h 6858000"/>
              <a:gd name="connsiteX698" fmla="*/ 515800 w 7467600"/>
              <a:gd name="connsiteY698" fmla="*/ 4862180 h 6858000"/>
              <a:gd name="connsiteX699" fmla="*/ 909145 w 7467600"/>
              <a:gd name="connsiteY699" fmla="*/ 4199225 h 6858000"/>
              <a:gd name="connsiteX700" fmla="*/ 1214067 w 7467600"/>
              <a:gd name="connsiteY700" fmla="*/ 3908561 h 6858000"/>
              <a:gd name="connsiteX701" fmla="*/ 640967 w 7467600"/>
              <a:gd name="connsiteY701" fmla="*/ 4105601 h 6858000"/>
              <a:gd name="connsiteX702" fmla="*/ 112563 w 7467600"/>
              <a:gd name="connsiteY702" fmla="*/ 4396952 h 6858000"/>
              <a:gd name="connsiteX703" fmla="*/ 0 w 7467600"/>
              <a:gd name="connsiteY703" fmla="*/ 4466006 h 6858000"/>
              <a:gd name="connsiteX704" fmla="*/ 0 w 7467600"/>
              <a:gd name="connsiteY704" fmla="*/ 4233763 h 6858000"/>
              <a:gd name="connsiteX705" fmla="*/ 36881 w 7467600"/>
              <a:gd name="connsiteY705" fmla="*/ 4200118 h 6858000"/>
              <a:gd name="connsiteX706" fmla="*/ 910534 w 7467600"/>
              <a:gd name="connsiteY706" fmla="*/ 3629753 h 6858000"/>
              <a:gd name="connsiteX707" fmla="*/ 1578717 w 7467600"/>
              <a:gd name="connsiteY707" fmla="*/ 3575982 h 6858000"/>
              <a:gd name="connsiteX708" fmla="*/ 2338780 w 7467600"/>
              <a:gd name="connsiteY708" fmla="*/ 3033725 h 6858000"/>
              <a:gd name="connsiteX709" fmla="*/ 1807991 w 7467600"/>
              <a:gd name="connsiteY709" fmla="*/ 2807184 h 6858000"/>
              <a:gd name="connsiteX710" fmla="*/ 1416358 w 7467600"/>
              <a:gd name="connsiteY710" fmla="*/ 3112571 h 6858000"/>
              <a:gd name="connsiteX711" fmla="*/ 939066 w 7467600"/>
              <a:gd name="connsiteY711" fmla="*/ 3378798 h 6858000"/>
              <a:gd name="connsiteX712" fmla="*/ 115099 w 7467600"/>
              <a:gd name="connsiteY712" fmla="*/ 3607650 h 6858000"/>
              <a:gd name="connsiteX713" fmla="*/ 97284 w 7467600"/>
              <a:gd name="connsiteY713" fmla="*/ 3520393 h 6858000"/>
              <a:gd name="connsiteX714" fmla="*/ 922050 w 7467600"/>
              <a:gd name="connsiteY714" fmla="*/ 3074867 h 6858000"/>
              <a:gd name="connsiteX715" fmla="*/ 1405265 w 7467600"/>
              <a:gd name="connsiteY715" fmla="*/ 3016319 h 6858000"/>
              <a:gd name="connsiteX716" fmla="*/ 1407512 w 7467600"/>
              <a:gd name="connsiteY716" fmla="*/ 3018001 h 6858000"/>
              <a:gd name="connsiteX717" fmla="*/ 1726266 w 7467600"/>
              <a:gd name="connsiteY717" fmla="*/ 2777274 h 6858000"/>
              <a:gd name="connsiteX718" fmla="*/ 625390 w 7467600"/>
              <a:gd name="connsiteY718" fmla="*/ 2514541 h 6858000"/>
              <a:gd name="connsiteX719" fmla="*/ 619799 w 7467600"/>
              <a:gd name="connsiteY719" fmla="*/ 2527180 h 6858000"/>
              <a:gd name="connsiteX720" fmla="*/ 310030 w 7467600"/>
              <a:gd name="connsiteY720" fmla="*/ 2771818 h 6858000"/>
              <a:gd name="connsiteX721" fmla="*/ 173877 w 7467600"/>
              <a:gd name="connsiteY721" fmla="*/ 2937056 h 6858000"/>
              <a:gd name="connsiteX722" fmla="*/ 77889 w 7467600"/>
              <a:gd name="connsiteY722" fmla="*/ 3138440 h 6858000"/>
              <a:gd name="connsiteX723" fmla="*/ 0 w 7467600"/>
              <a:gd name="connsiteY723" fmla="*/ 3271395 h 6858000"/>
              <a:gd name="connsiteX724" fmla="*/ 0 w 7467600"/>
              <a:gd name="connsiteY724" fmla="*/ 3153002 h 6858000"/>
              <a:gd name="connsiteX725" fmla="*/ 2386 w 7467600"/>
              <a:gd name="connsiteY725" fmla="*/ 3149203 h 6858000"/>
              <a:gd name="connsiteX726" fmla="*/ 89753 w 7467600"/>
              <a:gd name="connsiteY726" fmla="*/ 2987702 h 6858000"/>
              <a:gd name="connsiteX727" fmla="*/ 76869 w 7467600"/>
              <a:gd name="connsiteY727" fmla="*/ 3005404 h 6858000"/>
              <a:gd name="connsiteX728" fmla="*/ 32049 w 7467600"/>
              <a:gd name="connsiteY728" fmla="*/ 3065814 h 6858000"/>
              <a:gd name="connsiteX729" fmla="*/ 0 w 7467600"/>
              <a:gd name="connsiteY729" fmla="*/ 3108744 h 6858000"/>
              <a:gd name="connsiteX730" fmla="*/ 0 w 7467600"/>
              <a:gd name="connsiteY730" fmla="*/ 3058059 h 6858000"/>
              <a:gd name="connsiteX731" fmla="*/ 7610 w 7467600"/>
              <a:gd name="connsiteY731" fmla="*/ 3047889 h 6858000"/>
              <a:gd name="connsiteX732" fmla="*/ 52419 w 7467600"/>
              <a:gd name="connsiteY732" fmla="*/ 2987479 h 6858000"/>
              <a:gd name="connsiteX733" fmla="*/ 59142 w 7467600"/>
              <a:gd name="connsiteY733" fmla="*/ 2978488 h 6858000"/>
              <a:gd name="connsiteX734" fmla="*/ 0 w 7467600"/>
              <a:gd name="connsiteY734" fmla="*/ 3015334 h 6858000"/>
              <a:gd name="connsiteX735" fmla="*/ 0 w 7467600"/>
              <a:gd name="connsiteY735" fmla="*/ 2914286 h 6858000"/>
              <a:gd name="connsiteX736" fmla="*/ 36383 w 7467600"/>
              <a:gd name="connsiteY736" fmla="*/ 2901128 h 6858000"/>
              <a:gd name="connsiteX737" fmla="*/ 156329 w 7467600"/>
              <a:gd name="connsiteY737" fmla="*/ 2840533 h 6858000"/>
              <a:gd name="connsiteX738" fmla="*/ 358355 w 7467600"/>
              <a:gd name="connsiteY738" fmla="*/ 2620471 h 6858000"/>
              <a:gd name="connsiteX739" fmla="*/ 510577 w 7467600"/>
              <a:gd name="connsiteY739" fmla="*/ 2501244 h 6858000"/>
              <a:gd name="connsiteX740" fmla="*/ 211967 w 7467600"/>
              <a:gd name="connsiteY740" fmla="*/ 2479171 h 6858000"/>
              <a:gd name="connsiteX741" fmla="*/ 0 w 7467600"/>
              <a:gd name="connsiteY741" fmla="*/ 2476398 h 6858000"/>
              <a:gd name="connsiteX742" fmla="*/ 0 w 7467600"/>
              <a:gd name="connsiteY742" fmla="*/ 2389189 h 6858000"/>
              <a:gd name="connsiteX743" fmla="*/ 103062 w 7467600"/>
              <a:gd name="connsiteY743" fmla="*/ 2389518 h 6858000"/>
              <a:gd name="connsiteX744" fmla="*/ 510734 w 7467600"/>
              <a:gd name="connsiteY744" fmla="*/ 2416201 h 6858000"/>
              <a:gd name="connsiteX745" fmla="*/ 279257 w 7467600"/>
              <a:gd name="connsiteY745" fmla="*/ 2092102 h 6858000"/>
              <a:gd name="connsiteX746" fmla="*/ 65265 w 7467600"/>
              <a:gd name="connsiteY746" fmla="*/ 2006049 h 6858000"/>
              <a:gd name="connsiteX747" fmla="*/ 0 w 7467600"/>
              <a:gd name="connsiteY747" fmla="*/ 1982532 h 6858000"/>
              <a:gd name="connsiteX748" fmla="*/ 0 w 7467600"/>
              <a:gd name="connsiteY748" fmla="*/ 1912789 h 6858000"/>
              <a:gd name="connsiteX749" fmla="*/ 97460 w 7467600"/>
              <a:gd name="connsiteY749" fmla="*/ 1953725 h 6858000"/>
              <a:gd name="connsiteX750" fmla="*/ 221272 w 7467600"/>
              <a:gd name="connsiteY750" fmla="*/ 1980766 h 6858000"/>
              <a:gd name="connsiteX751" fmla="*/ 116765 w 7467600"/>
              <a:gd name="connsiteY751" fmla="*/ 1911033 h 6858000"/>
              <a:gd name="connsiteX752" fmla="*/ 16405 w 7467600"/>
              <a:gd name="connsiteY752" fmla="*/ 1803412 h 6858000"/>
              <a:gd name="connsiteX753" fmla="*/ 0 w 7467600"/>
              <a:gd name="connsiteY753" fmla="*/ 1784777 h 6858000"/>
              <a:gd name="connsiteX754" fmla="*/ 0 w 7467600"/>
              <a:gd name="connsiteY754" fmla="*/ 1740082 h 6858000"/>
              <a:gd name="connsiteX755" fmla="*/ 39394 w 7467600"/>
              <a:gd name="connsiteY755" fmla="*/ 1784856 h 6858000"/>
              <a:gd name="connsiteX756" fmla="*/ 135813 w 7467600"/>
              <a:gd name="connsiteY756" fmla="*/ 1888838 h 6858000"/>
              <a:gd name="connsiteX757" fmla="*/ 242575 w 7467600"/>
              <a:gd name="connsiteY757" fmla="*/ 1958841 h 6858000"/>
              <a:gd name="connsiteX758" fmla="*/ 82197 w 7467600"/>
              <a:gd name="connsiteY758" fmla="*/ 1754826 h 6858000"/>
              <a:gd name="connsiteX759" fmla="*/ 0 w 7467600"/>
              <a:gd name="connsiteY759" fmla="*/ 1679650 h 6858000"/>
              <a:gd name="connsiteX760" fmla="*/ 0 w 7467600"/>
              <a:gd name="connsiteY760" fmla="*/ 1602463 h 6858000"/>
              <a:gd name="connsiteX761" fmla="*/ 84689 w 7467600"/>
              <a:gd name="connsiteY761" fmla="*/ 1677442 h 6858000"/>
              <a:gd name="connsiteX762" fmla="*/ 298437 w 7467600"/>
              <a:gd name="connsiteY762" fmla="*/ 1968019 h 6858000"/>
              <a:gd name="connsiteX763" fmla="*/ 227269 w 7467600"/>
              <a:gd name="connsiteY763" fmla="*/ 1114064 h 6858000"/>
              <a:gd name="connsiteX764" fmla="*/ 248003 w 7467600"/>
              <a:gd name="connsiteY764" fmla="*/ 1089613 h 6858000"/>
              <a:gd name="connsiteX765" fmla="*/ 427020 w 7467600"/>
              <a:gd name="connsiteY765" fmla="*/ 1619803 h 6858000"/>
              <a:gd name="connsiteX766" fmla="*/ 340345 w 7467600"/>
              <a:gd name="connsiteY766" fmla="*/ 2027739 h 6858000"/>
              <a:gd name="connsiteX767" fmla="*/ 360865 w 7467600"/>
              <a:gd name="connsiteY767" fmla="*/ 2044827 h 6858000"/>
              <a:gd name="connsiteX768" fmla="*/ 560414 w 7467600"/>
              <a:gd name="connsiteY768" fmla="*/ 2421457 h 6858000"/>
              <a:gd name="connsiteX769" fmla="*/ 1359703 w 7467600"/>
              <a:gd name="connsiteY769" fmla="*/ 2578554 h 6858000"/>
              <a:gd name="connsiteX770" fmla="*/ 1359422 w 7467600"/>
              <a:gd name="connsiteY770" fmla="*/ 2577994 h 6858000"/>
              <a:gd name="connsiteX771" fmla="*/ 828701 w 7467600"/>
              <a:gd name="connsiteY771" fmla="*/ 1839520 h 6858000"/>
              <a:gd name="connsiteX772" fmla="*/ 494427 w 7467600"/>
              <a:gd name="connsiteY772" fmla="*/ 1092333 h 6858000"/>
              <a:gd name="connsiteX773" fmla="*/ 506322 w 7467600"/>
              <a:gd name="connsiteY773" fmla="*/ 1020997 h 6858000"/>
              <a:gd name="connsiteX774" fmla="*/ 4570198 w 7467600"/>
              <a:gd name="connsiteY774" fmla="*/ 978081 h 6858000"/>
              <a:gd name="connsiteX775" fmla="*/ 4523691 w 7467600"/>
              <a:gd name="connsiteY775" fmla="*/ 1127776 h 6858000"/>
              <a:gd name="connsiteX776" fmla="*/ 4509875 w 7467600"/>
              <a:gd name="connsiteY776" fmla="*/ 1167552 h 6858000"/>
              <a:gd name="connsiteX777" fmla="*/ 4478168 w 7467600"/>
              <a:gd name="connsiteY777" fmla="*/ 1260735 h 6858000"/>
              <a:gd name="connsiteX778" fmla="*/ 4409309 w 7467600"/>
              <a:gd name="connsiteY778" fmla="*/ 1666996 h 6858000"/>
              <a:gd name="connsiteX779" fmla="*/ 4370031 w 7467600"/>
              <a:gd name="connsiteY779" fmla="*/ 1955666 h 6858000"/>
              <a:gd name="connsiteX780" fmla="*/ 4570198 w 7467600"/>
              <a:gd name="connsiteY780" fmla="*/ 978081 h 6858000"/>
              <a:gd name="connsiteX781" fmla="*/ 4557898 w 7467600"/>
              <a:gd name="connsiteY781" fmla="*/ 900011 h 6858000"/>
              <a:gd name="connsiteX782" fmla="*/ 4344840 w 7467600"/>
              <a:gd name="connsiteY782" fmla="*/ 1922038 h 6858000"/>
              <a:gd name="connsiteX783" fmla="*/ 4378710 w 7467600"/>
              <a:gd name="connsiteY783" fmla="*/ 1665516 h 6858000"/>
              <a:gd name="connsiteX784" fmla="*/ 4448798 w 7467600"/>
              <a:gd name="connsiteY784" fmla="*/ 1253024 h 6858000"/>
              <a:gd name="connsiteX785" fmla="*/ 4480315 w 7467600"/>
              <a:gd name="connsiteY785" fmla="*/ 1158454 h 6858000"/>
              <a:gd name="connsiteX786" fmla="*/ 4494133 w 7467600"/>
              <a:gd name="connsiteY786" fmla="*/ 1118676 h 6858000"/>
              <a:gd name="connsiteX787" fmla="*/ 4557898 w 7467600"/>
              <a:gd name="connsiteY787" fmla="*/ 900011 h 6858000"/>
              <a:gd name="connsiteX788" fmla="*/ 5870151 w 7467600"/>
              <a:gd name="connsiteY788" fmla="*/ 898890 h 6858000"/>
              <a:gd name="connsiteX789" fmla="*/ 5861335 w 7467600"/>
              <a:gd name="connsiteY789" fmla="*/ 899177 h 6858000"/>
              <a:gd name="connsiteX790" fmla="*/ 5843702 w 7467600"/>
              <a:gd name="connsiteY790" fmla="*/ 899748 h 6858000"/>
              <a:gd name="connsiteX791" fmla="*/ 5651107 w 7467600"/>
              <a:gd name="connsiteY791" fmla="*/ 920306 h 6858000"/>
              <a:gd name="connsiteX792" fmla="*/ 5459407 w 7467600"/>
              <a:gd name="connsiteY792" fmla="*/ 940975 h 6858000"/>
              <a:gd name="connsiteX793" fmla="*/ 5374846 w 7467600"/>
              <a:gd name="connsiteY793" fmla="*/ 941988 h 6858000"/>
              <a:gd name="connsiteX794" fmla="*/ 5256105 w 7467600"/>
              <a:gd name="connsiteY794" fmla="*/ 945632 h 6858000"/>
              <a:gd name="connsiteX795" fmla="*/ 5107071 w 7467600"/>
              <a:gd name="connsiteY795" fmla="*/ 969720 h 6858000"/>
              <a:gd name="connsiteX796" fmla="*/ 4998681 w 7467600"/>
              <a:gd name="connsiteY796" fmla="*/ 988771 h 6858000"/>
              <a:gd name="connsiteX797" fmla="*/ 5870151 w 7467600"/>
              <a:gd name="connsiteY797" fmla="*/ 898890 h 6858000"/>
              <a:gd name="connsiteX798" fmla="*/ 5504425 w 7467600"/>
              <a:gd name="connsiteY798" fmla="*/ 848067 h 6858000"/>
              <a:gd name="connsiteX799" fmla="*/ 4968849 w 7467600"/>
              <a:gd name="connsiteY799" fmla="*/ 962318 h 6858000"/>
              <a:gd name="connsiteX800" fmla="*/ 5104039 w 7467600"/>
              <a:gd name="connsiteY800" fmla="*/ 940634 h 6858000"/>
              <a:gd name="connsiteX801" fmla="*/ 5256311 w 7467600"/>
              <a:gd name="connsiteY801" fmla="*/ 916490 h 6858000"/>
              <a:gd name="connsiteX802" fmla="*/ 5377381 w 7467600"/>
              <a:gd name="connsiteY802" fmla="*/ 912671 h 6858000"/>
              <a:gd name="connsiteX803" fmla="*/ 5460148 w 7467600"/>
              <a:gd name="connsiteY803" fmla="*/ 911442 h 6858000"/>
              <a:gd name="connsiteX804" fmla="*/ 5648971 w 7467600"/>
              <a:gd name="connsiteY804" fmla="*/ 891331 h 6858000"/>
              <a:gd name="connsiteX805" fmla="*/ 5844807 w 7467600"/>
              <a:gd name="connsiteY805" fmla="*/ 870718 h 6858000"/>
              <a:gd name="connsiteX806" fmla="*/ 5862975 w 7467600"/>
              <a:gd name="connsiteY806" fmla="*/ 869756 h 6858000"/>
              <a:gd name="connsiteX807" fmla="*/ 5920887 w 7467600"/>
              <a:gd name="connsiteY807" fmla="*/ 865929 h 6858000"/>
              <a:gd name="connsiteX808" fmla="*/ 5504425 w 7467600"/>
              <a:gd name="connsiteY808" fmla="*/ 848067 h 6858000"/>
              <a:gd name="connsiteX809" fmla="*/ 3607114 w 7467600"/>
              <a:gd name="connsiteY809" fmla="*/ 467441 h 6858000"/>
              <a:gd name="connsiteX810" fmla="*/ 3296242 w 7467600"/>
              <a:gd name="connsiteY810" fmla="*/ 807991 h 6858000"/>
              <a:gd name="connsiteX811" fmla="*/ 3174674 w 7467600"/>
              <a:gd name="connsiteY811" fmla="*/ 919759 h 6858000"/>
              <a:gd name="connsiteX812" fmla="*/ 3042978 w 7467600"/>
              <a:gd name="connsiteY812" fmla="*/ 1054894 h 6858000"/>
              <a:gd name="connsiteX813" fmla="*/ 2968914 w 7467600"/>
              <a:gd name="connsiteY813" fmla="*/ 1133756 h 6858000"/>
              <a:gd name="connsiteX814" fmla="*/ 3103823 w 7467600"/>
              <a:gd name="connsiteY814" fmla="*/ 1026814 h 6858000"/>
              <a:gd name="connsiteX815" fmla="*/ 3607114 w 7467600"/>
              <a:gd name="connsiteY815" fmla="*/ 467441 h 6858000"/>
              <a:gd name="connsiteX816" fmla="*/ 3744487 w 7467600"/>
              <a:gd name="connsiteY816" fmla="*/ 383136 h 6858000"/>
              <a:gd name="connsiteX817" fmla="*/ 3970213 w 7467600"/>
              <a:gd name="connsiteY817" fmla="*/ 995559 h 6858000"/>
              <a:gd name="connsiteX818" fmla="*/ 3744487 w 7467600"/>
              <a:gd name="connsiteY818" fmla="*/ 383136 h 6858000"/>
              <a:gd name="connsiteX819" fmla="*/ 3624562 w 7467600"/>
              <a:gd name="connsiteY819" fmla="*/ 367041 h 6858000"/>
              <a:gd name="connsiteX820" fmla="*/ 3489712 w 7467600"/>
              <a:gd name="connsiteY820" fmla="*/ 485386 h 6858000"/>
              <a:gd name="connsiteX821" fmla="*/ 3182994 w 7467600"/>
              <a:gd name="connsiteY821" fmla="*/ 828265 h 6858000"/>
              <a:gd name="connsiteX822" fmla="*/ 2892114 w 7467600"/>
              <a:gd name="connsiteY822" fmla="*/ 1172635 h 6858000"/>
              <a:gd name="connsiteX823" fmla="*/ 3021459 w 7467600"/>
              <a:gd name="connsiteY823" fmla="*/ 1035385 h 6858000"/>
              <a:gd name="connsiteX824" fmla="*/ 3153873 w 7467600"/>
              <a:gd name="connsiteY824" fmla="*/ 898971 h 6858000"/>
              <a:gd name="connsiteX825" fmla="*/ 3276511 w 7467600"/>
              <a:gd name="connsiteY825" fmla="*/ 786423 h 6858000"/>
              <a:gd name="connsiteX826" fmla="*/ 3584154 w 7467600"/>
              <a:gd name="connsiteY826" fmla="*/ 448218 h 6858000"/>
              <a:gd name="connsiteX827" fmla="*/ 3624562 w 7467600"/>
              <a:gd name="connsiteY827" fmla="*/ 367041 h 6858000"/>
              <a:gd name="connsiteX828" fmla="*/ 3766672 w 7467600"/>
              <a:gd name="connsiteY828" fmla="*/ 359429 h 6858000"/>
              <a:gd name="connsiteX829" fmla="*/ 3996338 w 7467600"/>
              <a:gd name="connsiteY829" fmla="*/ 968237 h 6858000"/>
              <a:gd name="connsiteX830" fmla="*/ 3766672 w 7467600"/>
              <a:gd name="connsiteY830" fmla="*/ 359429 h 6858000"/>
              <a:gd name="connsiteX831" fmla="*/ 5805386 w 7467600"/>
              <a:gd name="connsiteY831" fmla="*/ 239240 h 6858000"/>
              <a:gd name="connsiteX832" fmla="*/ 5736947 w 7467600"/>
              <a:gd name="connsiteY832" fmla="*/ 261367 h 6858000"/>
              <a:gd name="connsiteX833" fmla="*/ 5427012 w 7467600"/>
              <a:gd name="connsiteY833" fmla="*/ 311272 h 6858000"/>
              <a:gd name="connsiteX834" fmla="*/ 5147818 w 7467600"/>
              <a:gd name="connsiteY834" fmla="*/ 322112 h 6858000"/>
              <a:gd name="connsiteX835" fmla="*/ 5060854 w 7467600"/>
              <a:gd name="connsiteY835" fmla="*/ 311882 h 6858000"/>
              <a:gd name="connsiteX836" fmla="*/ 4945989 w 7467600"/>
              <a:gd name="connsiteY836" fmla="*/ 300516 h 6858000"/>
              <a:gd name="connsiteX837" fmla="*/ 5410479 w 7467600"/>
              <a:gd name="connsiteY837" fmla="*/ 348434 h 6858000"/>
              <a:gd name="connsiteX838" fmla="*/ 5805386 w 7467600"/>
              <a:gd name="connsiteY838" fmla="*/ 239240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882765 w 7467600"/>
              <a:gd name="connsiteY918" fmla="*/ 0 h 6858000"/>
              <a:gd name="connsiteX919" fmla="*/ 3721337 w 7467600"/>
              <a:gd name="connsiteY919" fmla="*/ 0 h 6858000"/>
              <a:gd name="connsiteX920" fmla="*/ 3797544 w 7467600"/>
              <a:gd name="connsiteY920" fmla="*/ 0 h 6858000"/>
              <a:gd name="connsiteX921" fmla="*/ 3775734 w 7467600"/>
              <a:gd name="connsiteY921" fmla="*/ 95131 h 6858000"/>
              <a:gd name="connsiteX922" fmla="*/ 3724807 w 7467600"/>
              <a:gd name="connsiteY922" fmla="*/ 272257 h 6858000"/>
              <a:gd name="connsiteX923" fmla="*/ 3726844 w 7467600"/>
              <a:gd name="connsiteY923" fmla="*/ 282988 h 6858000"/>
              <a:gd name="connsiteX924" fmla="*/ 3742664 w 7467600"/>
              <a:gd name="connsiteY924" fmla="*/ 279918 h 6858000"/>
              <a:gd name="connsiteX925" fmla="*/ 4103910 w 7467600"/>
              <a:gd name="connsiteY925" fmla="*/ 1161917 h 6858000"/>
              <a:gd name="connsiteX926" fmla="*/ 4020269 w 7467600"/>
              <a:gd name="connsiteY926" fmla="*/ 1200406 h 6858000"/>
              <a:gd name="connsiteX927" fmla="*/ 3674882 w 7467600"/>
              <a:gd name="connsiteY927" fmla="*/ 488524 h 6858000"/>
              <a:gd name="connsiteX928" fmla="*/ 3132682 w 7467600"/>
              <a:gd name="connsiteY928" fmla="*/ 1072284 h 6858000"/>
              <a:gd name="connsiteX929" fmla="*/ 2716346 w 7467600"/>
              <a:gd name="connsiteY929" fmla="*/ 1276376 h 6858000"/>
              <a:gd name="connsiteX930" fmla="*/ 2716772 w 7467600"/>
              <a:gd name="connsiteY930" fmla="*/ 1255462 h 6858000"/>
              <a:gd name="connsiteX931" fmla="*/ 3471096 w 7467600"/>
              <a:gd name="connsiteY931" fmla="*/ 437072 h 6858000"/>
              <a:gd name="connsiteX932" fmla="*/ 3639057 w 7467600"/>
              <a:gd name="connsiteY932" fmla="*/ 286334 h 6858000"/>
              <a:gd name="connsiteX933" fmla="*/ 3640309 w 7467600"/>
              <a:gd name="connsiteY933" fmla="*/ 284664 h 6858000"/>
              <a:gd name="connsiteX934" fmla="*/ 3646022 w 7467600"/>
              <a:gd name="connsiteY934" fmla="*/ 276711 h 6858000"/>
              <a:gd name="connsiteX935" fmla="*/ 3707943 w 7467600"/>
              <a:gd name="connsiteY935" fmla="*/ 65958 h 6858000"/>
              <a:gd name="connsiteX936" fmla="*/ 3721337 w 7467600"/>
              <a:gd name="connsiteY936" fmla="*/ 0 h 6858000"/>
              <a:gd name="connsiteX937" fmla="*/ 2867960 w 7467600"/>
              <a:gd name="connsiteY937" fmla="*/ 0 h 6858000"/>
              <a:gd name="connsiteX938" fmla="*/ 2926351 w 7467600"/>
              <a:gd name="connsiteY938" fmla="*/ 0 h 6858000"/>
              <a:gd name="connsiteX939" fmla="*/ 2902823 w 7467600"/>
              <a:gd name="connsiteY939" fmla="*/ 262929 h 6858000"/>
              <a:gd name="connsiteX940" fmla="*/ 2940663 w 7467600"/>
              <a:gd name="connsiteY940" fmla="*/ 140884 h 6858000"/>
              <a:gd name="connsiteX941" fmla="*/ 2947039 w 7467600"/>
              <a:gd name="connsiteY941" fmla="*/ 122524 h 6858000"/>
              <a:gd name="connsiteX942" fmla="*/ 2984316 w 7467600"/>
              <a:gd name="connsiteY942" fmla="*/ 0 h 6858000"/>
              <a:gd name="connsiteX943" fmla="*/ 3016114 w 7467600"/>
              <a:gd name="connsiteY943" fmla="*/ 0 h 6858000"/>
              <a:gd name="connsiteX944" fmla="*/ 2979949 w 7467600"/>
              <a:gd name="connsiteY944" fmla="*/ 119274 h 6858000"/>
              <a:gd name="connsiteX945" fmla="*/ 3023879 w 7467600"/>
              <a:gd name="connsiteY945" fmla="*/ 0 h 6858000"/>
              <a:gd name="connsiteX946" fmla="*/ 3105400 w 7467600"/>
              <a:gd name="connsiteY946" fmla="*/ 0 h 6858000"/>
              <a:gd name="connsiteX947" fmla="*/ 3094669 w 7467600"/>
              <a:gd name="connsiteY947" fmla="*/ 30308 h 6858000"/>
              <a:gd name="connsiteX948" fmla="*/ 2901945 w 7467600"/>
              <a:gd name="connsiteY948" fmla="*/ 466538 h 6858000"/>
              <a:gd name="connsiteX949" fmla="*/ 2815209 w 7467600"/>
              <a:gd name="connsiteY949" fmla="*/ 497361 h 6858000"/>
              <a:gd name="connsiteX950" fmla="*/ 2844845 w 7467600"/>
              <a:gd name="connsiteY950" fmla="*/ 127638 h 6858000"/>
              <a:gd name="connsiteX951" fmla="*/ 2867960 w 7467600"/>
              <a:gd name="connsiteY951" fmla="*/ 0 h 6858000"/>
              <a:gd name="connsiteX952" fmla="*/ 1057230 w 7467600"/>
              <a:gd name="connsiteY952" fmla="*/ 0 h 6858000"/>
              <a:gd name="connsiteX953" fmla="*/ 1111003 w 7467600"/>
              <a:gd name="connsiteY953" fmla="*/ 0 h 6858000"/>
              <a:gd name="connsiteX954" fmla="*/ 1125553 w 7467600"/>
              <a:gd name="connsiteY954" fmla="*/ 52588 h 6858000"/>
              <a:gd name="connsiteX955" fmla="*/ 1304276 w 7467600"/>
              <a:gd name="connsiteY955" fmla="*/ 476275 h 6858000"/>
              <a:gd name="connsiteX956" fmla="*/ 1492066 w 7467600"/>
              <a:gd name="connsiteY956" fmla="*/ 886333 h 6858000"/>
              <a:gd name="connsiteX957" fmla="*/ 1423698 w 7467600"/>
              <a:gd name="connsiteY957" fmla="*/ 710817 h 6858000"/>
              <a:gd name="connsiteX958" fmla="*/ 1357609 w 7467600"/>
              <a:gd name="connsiteY958" fmla="*/ 532892 h 6858000"/>
              <a:gd name="connsiteX959" fmla="*/ 1309550 w 7467600"/>
              <a:gd name="connsiteY959" fmla="*/ 374031 h 6858000"/>
              <a:gd name="connsiteX960" fmla="*/ 1193673 w 7467600"/>
              <a:gd name="connsiteY960" fmla="*/ 49533 h 6858000"/>
              <a:gd name="connsiteX961" fmla="*/ 1164391 w 7467600"/>
              <a:gd name="connsiteY961" fmla="*/ 0 h 6858000"/>
              <a:gd name="connsiteX962" fmla="*/ 1200666 w 7467600"/>
              <a:gd name="connsiteY962" fmla="*/ 0 h 6858000"/>
              <a:gd name="connsiteX963" fmla="*/ 1223408 w 7467600"/>
              <a:gd name="connsiteY963" fmla="*/ 38996 h 6858000"/>
              <a:gd name="connsiteX964" fmla="*/ 1339635 w 7467600"/>
              <a:gd name="connsiteY964" fmla="*/ 365517 h 6858000"/>
              <a:gd name="connsiteX965" fmla="*/ 1387469 w 7467600"/>
              <a:gd name="connsiteY965" fmla="*/ 523079 h 6858000"/>
              <a:gd name="connsiteX966" fmla="*/ 1452685 w 7467600"/>
              <a:gd name="connsiteY966" fmla="*/ 699806 h 6858000"/>
              <a:gd name="connsiteX967" fmla="*/ 1492092 w 7467600"/>
              <a:gd name="connsiteY967" fmla="*/ 800424 h 6858000"/>
              <a:gd name="connsiteX968" fmla="*/ 1455302 w 7467600"/>
              <a:gd name="connsiteY968" fmla="*/ 632913 h 6858000"/>
              <a:gd name="connsiteX969" fmla="*/ 1222336 w 7467600"/>
              <a:gd name="connsiteY969" fmla="*/ 9480 h 6858000"/>
              <a:gd name="connsiteX970" fmla="*/ 1214634 w 7467600"/>
              <a:gd name="connsiteY970" fmla="*/ 0 h 6858000"/>
              <a:gd name="connsiteX971" fmla="*/ 1289827 w 7467600"/>
              <a:gd name="connsiteY971" fmla="*/ 0 h 6858000"/>
              <a:gd name="connsiteX972" fmla="*/ 1321076 w 7467600"/>
              <a:gd name="connsiteY972" fmla="*/ 59722 h 6858000"/>
              <a:gd name="connsiteX973" fmla="*/ 1512579 w 7467600"/>
              <a:gd name="connsiteY973" fmla="*/ 626441 h 6858000"/>
              <a:gd name="connsiteX974" fmla="*/ 1506076 w 7467600"/>
              <a:gd name="connsiteY974" fmla="*/ 1089289 h 6858000"/>
              <a:gd name="connsiteX975" fmla="*/ 1486346 w 7467600"/>
              <a:gd name="connsiteY975" fmla="*/ 1079919 h 6858000"/>
              <a:gd name="connsiteX976" fmla="*/ 1070511 w 7467600"/>
              <a:gd name="connsiteY976" fmla="*/ 48609 h 6858000"/>
              <a:gd name="connsiteX977" fmla="*/ 1057230 w 7467600"/>
              <a:gd name="connsiteY977" fmla="*/ 0 h 6858000"/>
              <a:gd name="connsiteX978" fmla="*/ 43151 w 7467600"/>
              <a:gd name="connsiteY978" fmla="*/ 0 h 6858000"/>
              <a:gd name="connsiteX979" fmla="*/ 95283 w 7467600"/>
              <a:gd name="connsiteY979" fmla="*/ 0 h 6858000"/>
              <a:gd name="connsiteX980" fmla="*/ 300708 w 7467600"/>
              <a:gd name="connsiteY980" fmla="*/ 154571 h 6858000"/>
              <a:gd name="connsiteX981" fmla="*/ 530414 w 7467600"/>
              <a:gd name="connsiteY981" fmla="*/ 354673 h 6858000"/>
              <a:gd name="connsiteX982" fmla="*/ 333785 w 7467600"/>
              <a:gd name="connsiteY982" fmla="*/ 161564 h 6858000"/>
              <a:gd name="connsiteX983" fmla="*/ 147005 w 7467600"/>
              <a:gd name="connsiteY983" fmla="*/ 0 h 6858000"/>
              <a:gd name="connsiteX984" fmla="*/ 272509 w 7467600"/>
              <a:gd name="connsiteY984" fmla="*/ 0 h 6858000"/>
              <a:gd name="connsiteX985" fmla="*/ 326276 w 7467600"/>
              <a:gd name="connsiteY985" fmla="*/ 45847 h 6858000"/>
              <a:gd name="connsiteX986" fmla="*/ 823759 w 7467600"/>
              <a:gd name="connsiteY986" fmla="*/ 574145 h 6858000"/>
              <a:gd name="connsiteX987" fmla="*/ 811254 w 7467600"/>
              <a:gd name="connsiteY987" fmla="*/ 665546 h 6858000"/>
              <a:gd name="connsiteX988" fmla="*/ 154042 w 7467600"/>
              <a:gd name="connsiteY988" fmla="*/ 261522 h 6858000"/>
              <a:gd name="connsiteX989" fmla="*/ 13550 w 7467600"/>
              <a:gd name="connsiteY989" fmla="*/ 158423 h 6858000"/>
              <a:gd name="connsiteX990" fmla="*/ 0 w 7467600"/>
              <a:gd name="connsiteY990" fmla="*/ 146618 h 6858000"/>
              <a:gd name="connsiteX991" fmla="*/ 0 w 7467600"/>
              <a:gd name="connsiteY991" fmla="*/ 59161 h 6858000"/>
              <a:gd name="connsiteX992" fmla="*/ 45427 w 7467600"/>
              <a:gd name="connsiteY992" fmla="*/ 101078 h 6858000"/>
              <a:gd name="connsiteX993" fmla="*/ 630103 w 7467600"/>
              <a:gd name="connsiteY993" fmla="*/ 485885 h 6858000"/>
              <a:gd name="connsiteX994" fmla="*/ 532040 w 7467600"/>
              <a:gd name="connsiteY994" fmla="*/ 399359 h 6858000"/>
              <a:gd name="connsiteX995" fmla="*/ 517618 w 7467600"/>
              <a:gd name="connsiteY995" fmla="*/ 385726 h 6858000"/>
              <a:gd name="connsiteX996" fmla="*/ 285074 w 7467600"/>
              <a:gd name="connsiteY996" fmla="*/ 182755 h 6858000"/>
              <a:gd name="connsiteX997" fmla="*/ 43151 w 7467600"/>
              <a:gd name="connsiteY99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53035 w 7467600"/>
              <a:gd name="connsiteY127" fmla="*/ 519731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1903353 w 7467600"/>
              <a:gd name="connsiteY141" fmla="*/ 5044827 h 6858000"/>
              <a:gd name="connsiteX142" fmla="*/ 1936931 w 7467600"/>
              <a:gd name="connsiteY142" fmla="*/ 5093954 h 6858000"/>
              <a:gd name="connsiteX143" fmla="*/ 2195868 w 7467600"/>
              <a:gd name="connsiteY143" fmla="*/ 5396574 h 6858000"/>
              <a:gd name="connsiteX144" fmla="*/ 2088852 w 7467600"/>
              <a:gd name="connsiteY144" fmla="*/ 5166123 h 6858000"/>
              <a:gd name="connsiteX145" fmla="*/ 1958241 w 7467600"/>
              <a:gd name="connsiteY145" fmla="*/ 5067955 h 6858000"/>
              <a:gd name="connsiteX146" fmla="*/ 1903353 w 7467600"/>
              <a:gd name="connsiteY146" fmla="*/ 5044827 h 6858000"/>
              <a:gd name="connsiteX147" fmla="*/ 1979378 w 7467600"/>
              <a:gd name="connsiteY147" fmla="*/ 4769504 h 6858000"/>
              <a:gd name="connsiteX148" fmla="*/ 2882120 w 7467600"/>
              <a:gd name="connsiteY148" fmla="*/ 5064547 h 6858000"/>
              <a:gd name="connsiteX149" fmla="*/ 2793103 w 7467600"/>
              <a:gd name="connsiteY149" fmla="*/ 5039699 h 6858000"/>
              <a:gd name="connsiteX150" fmla="*/ 2770041 w 7467600"/>
              <a:gd name="connsiteY150" fmla="*/ 5033634 h 6858000"/>
              <a:gd name="connsiteX151" fmla="*/ 1979378 w 7467600"/>
              <a:gd name="connsiteY151" fmla="*/ 4769504 h 6858000"/>
              <a:gd name="connsiteX152" fmla="*/ 1927410 w 7467600"/>
              <a:gd name="connsiteY152" fmla="*/ 4716164 h 6858000"/>
              <a:gd name="connsiteX153" fmla="*/ 1959587 w 7467600"/>
              <a:gd name="connsiteY153" fmla="*/ 4728849 h 6858000"/>
              <a:gd name="connsiteX154" fmla="*/ 2777707 w 7467600"/>
              <a:gd name="connsiteY154" fmla="*/ 5003991 h 6858000"/>
              <a:gd name="connsiteX155" fmla="*/ 2800768 w 7467600"/>
              <a:gd name="connsiteY155" fmla="*/ 5010056 h 6858000"/>
              <a:gd name="connsiteX156" fmla="*/ 2879408 w 7467600"/>
              <a:gd name="connsiteY156" fmla="*/ 5031590 h 6858000"/>
              <a:gd name="connsiteX157" fmla="*/ 2862295 w 7467600"/>
              <a:gd name="connsiteY157" fmla="*/ 5022958 h 6858000"/>
              <a:gd name="connsiteX158" fmla="*/ 2813343 w 7467600"/>
              <a:gd name="connsiteY158" fmla="*/ 4998369 h 6858000"/>
              <a:gd name="connsiteX159" fmla="*/ 2646245 w 7467600"/>
              <a:gd name="connsiteY159" fmla="*/ 4930999 h 6858000"/>
              <a:gd name="connsiteX160" fmla="*/ 1999243 w 7467600"/>
              <a:gd name="connsiteY160" fmla="*/ 4730524 h 6858000"/>
              <a:gd name="connsiteX161" fmla="*/ 1979527 w 7467600"/>
              <a:gd name="connsiteY161" fmla="*/ 4726651 h 6858000"/>
              <a:gd name="connsiteX162" fmla="*/ 1927410 w 7467600"/>
              <a:gd name="connsiteY162" fmla="*/ 4716164 h 6858000"/>
              <a:gd name="connsiteX163" fmla="*/ 1997014 w 7467600"/>
              <a:gd name="connsiteY163" fmla="*/ 4698007 h 6858000"/>
              <a:gd name="connsiteX164" fmla="*/ 2005458 w 7467600"/>
              <a:gd name="connsiteY164" fmla="*/ 4699540 h 6858000"/>
              <a:gd name="connsiteX165" fmla="*/ 2657186 w 7467600"/>
              <a:gd name="connsiteY165" fmla="*/ 4901687 h 6858000"/>
              <a:gd name="connsiteX166" fmla="*/ 2826662 w 7467600"/>
              <a:gd name="connsiteY166" fmla="*/ 4970362 h 6858000"/>
              <a:gd name="connsiteX167" fmla="*/ 2876100 w 7467600"/>
              <a:gd name="connsiteY167" fmla="*/ 4995397 h 6858000"/>
              <a:gd name="connsiteX168" fmla="*/ 3042600 w 7467600"/>
              <a:gd name="connsiteY168" fmla="*/ 5059532 h 6858000"/>
              <a:gd name="connsiteX169" fmla="*/ 1997014 w 7467600"/>
              <a:gd name="connsiteY169" fmla="*/ 4698007 h 6858000"/>
              <a:gd name="connsiteX170" fmla="*/ 2305292 w 7467600"/>
              <a:gd name="connsiteY170" fmla="*/ 4219492 h 6858000"/>
              <a:gd name="connsiteX171" fmla="*/ 3360922 w 7467600"/>
              <a:gd name="connsiteY171" fmla="*/ 4529373 h 6858000"/>
              <a:gd name="connsiteX172" fmla="*/ 3492420 w 7467600"/>
              <a:gd name="connsiteY172" fmla="*/ 4510145 h 6858000"/>
              <a:gd name="connsiteX173" fmla="*/ 3364086 w 7467600"/>
              <a:gd name="connsiteY173" fmla="*/ 4480340 h 6858000"/>
              <a:gd name="connsiteX174" fmla="*/ 3225818 w 7467600"/>
              <a:gd name="connsiteY174" fmla="*/ 4411822 h 6858000"/>
              <a:gd name="connsiteX175" fmla="*/ 3129696 w 7467600"/>
              <a:gd name="connsiteY175" fmla="*/ 4360704 h 6858000"/>
              <a:gd name="connsiteX176" fmla="*/ 2814545 w 7467600"/>
              <a:gd name="connsiteY176" fmla="*/ 4282955 h 6858000"/>
              <a:gd name="connsiteX177" fmla="*/ 2305292 w 7467600"/>
              <a:gd name="connsiteY177" fmla="*/ 4219492 h 6858000"/>
              <a:gd name="connsiteX178" fmla="*/ 2626982 w 7467600"/>
              <a:gd name="connsiteY178" fmla="*/ 4206450 h 6858000"/>
              <a:gd name="connsiteX179" fmla="*/ 2490617 w 7467600"/>
              <a:gd name="connsiteY179" fmla="*/ 4206951 h 6858000"/>
              <a:gd name="connsiteX180" fmla="*/ 2819869 w 7467600"/>
              <a:gd name="connsiteY180" fmla="*/ 4252936 h 6858000"/>
              <a:gd name="connsiteX181" fmla="*/ 3143018 w 7467600"/>
              <a:gd name="connsiteY181" fmla="*/ 4332698 h 6858000"/>
              <a:gd name="connsiteX182" fmla="*/ 3241520 w 7467600"/>
              <a:gd name="connsiteY182" fmla="*/ 4385112 h 6858000"/>
              <a:gd name="connsiteX183" fmla="*/ 3374575 w 7467600"/>
              <a:gd name="connsiteY183" fmla="*/ 4451517 h 6858000"/>
              <a:gd name="connsiteX184" fmla="*/ 3505221 w 7467600"/>
              <a:gd name="connsiteY184" fmla="*/ 4480757 h 6858000"/>
              <a:gd name="connsiteX185" fmla="*/ 2626982 w 7467600"/>
              <a:gd name="connsiteY185" fmla="*/ 4206450 h 6858000"/>
              <a:gd name="connsiteX186" fmla="*/ 1310106 w 7467600"/>
              <a:gd name="connsiteY186" fmla="*/ 3943217 h 6858000"/>
              <a:gd name="connsiteX187" fmla="*/ 854994 w 7467600"/>
              <a:gd name="connsiteY187" fmla="*/ 4399136 h 6858000"/>
              <a:gd name="connsiteX188" fmla="*/ 742462 w 7467600"/>
              <a:gd name="connsiteY188" fmla="*/ 4594648 h 6858000"/>
              <a:gd name="connsiteX189" fmla="*/ 820602 w 7467600"/>
              <a:gd name="connsiteY189" fmla="*/ 4485915 h 6858000"/>
              <a:gd name="connsiteX190" fmla="*/ 878295 w 7467600"/>
              <a:gd name="connsiteY190" fmla="*/ 4403594 h 6858000"/>
              <a:gd name="connsiteX191" fmla="*/ 1240607 w 7467600"/>
              <a:gd name="connsiteY191" fmla="*/ 4010401 h 6858000"/>
              <a:gd name="connsiteX192" fmla="*/ 1310106 w 7467600"/>
              <a:gd name="connsiteY192" fmla="*/ 3943217 h 6858000"/>
              <a:gd name="connsiteX193" fmla="*/ 1423113 w 7467600"/>
              <a:gd name="connsiteY193" fmla="*/ 3874565 h 6858000"/>
              <a:gd name="connsiteX194" fmla="*/ 1260565 w 7467600"/>
              <a:gd name="connsiteY194" fmla="*/ 4031982 h 6858000"/>
              <a:gd name="connsiteX195" fmla="*/ 901900 w 7467600"/>
              <a:gd name="connsiteY195" fmla="*/ 4421236 h 6858000"/>
              <a:gd name="connsiteX196" fmla="*/ 845044 w 7467600"/>
              <a:gd name="connsiteY196" fmla="*/ 4502436 h 6858000"/>
              <a:gd name="connsiteX197" fmla="*/ 685926 w 7467600"/>
              <a:gd name="connsiteY197" fmla="*/ 4703069 h 6858000"/>
              <a:gd name="connsiteX198" fmla="*/ 684248 w 7467600"/>
              <a:gd name="connsiteY198" fmla="*/ 4706721 h 6858000"/>
              <a:gd name="connsiteX199" fmla="*/ 1423113 w 7467600"/>
              <a:gd name="connsiteY199" fmla="*/ 3874565 h 6858000"/>
              <a:gd name="connsiteX200" fmla="*/ 3316479 w 7467600"/>
              <a:gd name="connsiteY200" fmla="*/ 3872136 h 6858000"/>
              <a:gd name="connsiteX201" fmla="*/ 3546806 w 7467600"/>
              <a:gd name="connsiteY201" fmla="*/ 4356139 h 6858000"/>
              <a:gd name="connsiteX202" fmla="*/ 3364433 w 7467600"/>
              <a:gd name="connsiteY202" fmla="*/ 3953121 h 6858000"/>
              <a:gd name="connsiteX203" fmla="*/ 3316479 w 7467600"/>
              <a:gd name="connsiteY203" fmla="*/ 3872136 h 6858000"/>
              <a:gd name="connsiteX204" fmla="*/ 3291335 w 7467600"/>
              <a:gd name="connsiteY204" fmla="*/ 3767420 h 6858000"/>
              <a:gd name="connsiteX205" fmla="*/ 3390805 w 7467600"/>
              <a:gd name="connsiteY205" fmla="*/ 3937163 h 6858000"/>
              <a:gd name="connsiteX206" fmla="*/ 3579062 w 7467600"/>
              <a:gd name="connsiteY206" fmla="*/ 4359040 h 6858000"/>
              <a:gd name="connsiteX207" fmla="*/ 3467355 w 7467600"/>
              <a:gd name="connsiteY207" fmla="*/ 3988130 h 6858000"/>
              <a:gd name="connsiteX208" fmla="*/ 3310753 w 7467600"/>
              <a:gd name="connsiteY208" fmla="*/ 3787140 h 6858000"/>
              <a:gd name="connsiteX209" fmla="*/ 3291335 w 7467600"/>
              <a:gd name="connsiteY209" fmla="*/ 3767420 h 6858000"/>
              <a:gd name="connsiteX210" fmla="*/ 1635889 w 7467600"/>
              <a:gd name="connsiteY210" fmla="*/ 3709494 h 6858000"/>
              <a:gd name="connsiteX211" fmla="*/ 1634800 w 7467600"/>
              <a:gd name="connsiteY211" fmla="*/ 3731111 h 6858000"/>
              <a:gd name="connsiteX212" fmla="*/ 1635889 w 7467600"/>
              <a:gd name="connsiteY212" fmla="*/ 3709494 h 6858000"/>
              <a:gd name="connsiteX213" fmla="*/ 1510397 w 7467600"/>
              <a:gd name="connsiteY213" fmla="*/ 3684705 h 6858000"/>
              <a:gd name="connsiteX214" fmla="*/ 1146550 w 7467600"/>
              <a:gd name="connsiteY214" fmla="*/ 3802012 h 6858000"/>
              <a:gd name="connsiteX215" fmla="*/ 698834 w 7467600"/>
              <a:gd name="connsiteY215" fmla="*/ 3952272 h 6858000"/>
              <a:gd name="connsiteX216" fmla="*/ 34256 w 7467600"/>
              <a:gd name="connsiteY216" fmla="*/ 4347603 h 6858000"/>
              <a:gd name="connsiteX217" fmla="*/ 527241 w 7467600"/>
              <a:gd name="connsiteY217" fmla="*/ 4065078 h 6858000"/>
              <a:gd name="connsiteX218" fmla="*/ 1510397 w 7467600"/>
              <a:gd name="connsiteY218" fmla="*/ 3684705 h 6858000"/>
              <a:gd name="connsiteX219" fmla="*/ 1313114 w 7467600"/>
              <a:gd name="connsiteY219" fmla="*/ 3655216 h 6858000"/>
              <a:gd name="connsiteX220" fmla="*/ 1109304 w 7467600"/>
              <a:gd name="connsiteY220" fmla="*/ 3669030 h 6858000"/>
              <a:gd name="connsiteX221" fmla="*/ 8129 w 7467600"/>
              <a:gd name="connsiteY221" fmla="*/ 4330519 h 6858000"/>
              <a:gd name="connsiteX222" fmla="*/ 687572 w 7467600"/>
              <a:gd name="connsiteY222" fmla="*/ 3925629 h 6858000"/>
              <a:gd name="connsiteX223" fmla="*/ 1138365 w 7467600"/>
              <a:gd name="connsiteY223" fmla="*/ 3774515 h 6858000"/>
              <a:gd name="connsiteX224" fmla="*/ 1505579 w 7467600"/>
              <a:gd name="connsiteY224" fmla="*/ 3655526 h 6858000"/>
              <a:gd name="connsiteX225" fmla="*/ 1313114 w 7467600"/>
              <a:gd name="connsiteY225" fmla="*/ 3655216 h 6858000"/>
              <a:gd name="connsiteX226" fmla="*/ 3655073 w 7467600"/>
              <a:gd name="connsiteY226" fmla="*/ 3650884 h 6858000"/>
              <a:gd name="connsiteX227" fmla="*/ 3989938 w 7467600"/>
              <a:gd name="connsiteY227" fmla="*/ 3991685 h 6858000"/>
              <a:gd name="connsiteX228" fmla="*/ 4393907 w 7467600"/>
              <a:gd name="connsiteY228" fmla="*/ 4261258 h 6858000"/>
              <a:gd name="connsiteX229" fmla="*/ 4648051 w 7467600"/>
              <a:gd name="connsiteY229" fmla="*/ 4374051 h 6858000"/>
              <a:gd name="connsiteX230" fmla="*/ 4383389 w 7467600"/>
              <a:gd name="connsiteY230" fmla="*/ 4184369 h 6858000"/>
              <a:gd name="connsiteX231" fmla="*/ 4165508 w 7467600"/>
              <a:gd name="connsiteY231" fmla="*/ 4035196 h 6858000"/>
              <a:gd name="connsiteX232" fmla="*/ 4068162 w 7467600"/>
              <a:gd name="connsiteY232" fmla="*/ 3953394 h 6858000"/>
              <a:gd name="connsiteX233" fmla="*/ 3981416 w 7467600"/>
              <a:gd name="connsiteY233" fmla="*/ 3880482 h 6858000"/>
              <a:gd name="connsiteX234" fmla="*/ 3800147 w 7467600"/>
              <a:gd name="connsiteY234" fmla="*/ 3749872 h 6858000"/>
              <a:gd name="connsiteX235" fmla="*/ 3655073 w 7467600"/>
              <a:gd name="connsiteY235" fmla="*/ 3650884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5425834 w 7467600"/>
              <a:gd name="connsiteY266" fmla="*/ 3162785 h 6858000"/>
              <a:gd name="connsiteX267" fmla="*/ 1318687 w 7467600"/>
              <a:gd name="connsiteY267" fmla="*/ 3113840 h 6858000"/>
              <a:gd name="connsiteX268" fmla="*/ 1066793 w 7467600"/>
              <a:gd name="connsiteY268" fmla="*/ 3212171 h 6858000"/>
              <a:gd name="connsiteX269" fmla="*/ 993319 w 7467600"/>
              <a:gd name="connsiteY269" fmla="*/ 3247648 h 6858000"/>
              <a:gd name="connsiteX270" fmla="*/ 853081 w 7467600"/>
              <a:gd name="connsiteY270" fmla="*/ 3312410 h 6858000"/>
              <a:gd name="connsiteX271" fmla="*/ 805957 w 7467600"/>
              <a:gd name="connsiteY271" fmla="*/ 3330443 h 6858000"/>
              <a:gd name="connsiteX272" fmla="*/ 1318687 w 7467600"/>
              <a:gd name="connsiteY272" fmla="*/ 3113840 h 6858000"/>
              <a:gd name="connsiteX273" fmla="*/ 5453702 w 7467600"/>
              <a:gd name="connsiteY273" fmla="*/ 3090882 h 6858000"/>
              <a:gd name="connsiteX274" fmla="*/ 5480135 w 7467600"/>
              <a:gd name="connsiteY274" fmla="*/ 3565802 h 6858000"/>
              <a:gd name="connsiteX275" fmla="*/ 5499023 w 7467600"/>
              <a:gd name="connsiteY275" fmla="*/ 4166310 h 6858000"/>
              <a:gd name="connsiteX276" fmla="*/ 5547022 w 7467600"/>
              <a:gd name="connsiteY276" fmla="*/ 3607838 h 6858000"/>
              <a:gd name="connsiteX277" fmla="*/ 5515964 w 7467600"/>
              <a:gd name="connsiteY277" fmla="*/ 3378541 h 6858000"/>
              <a:gd name="connsiteX278" fmla="*/ 5453702 w 7467600"/>
              <a:gd name="connsiteY278" fmla="*/ 3090882 h 6858000"/>
              <a:gd name="connsiteX279" fmla="*/ 1238695 w 7467600"/>
              <a:gd name="connsiteY279" fmla="*/ 3076820 h 6858000"/>
              <a:gd name="connsiteX280" fmla="*/ 716371 w 7467600"/>
              <a:gd name="connsiteY280" fmla="*/ 3293249 h 6858000"/>
              <a:gd name="connsiteX281" fmla="*/ 579522 w 7467600"/>
              <a:gd name="connsiteY281" fmla="*/ 3371759 h 6858000"/>
              <a:gd name="connsiteX282" fmla="*/ 600288 w 7467600"/>
              <a:gd name="connsiteY282" fmla="*/ 3365555 h 6858000"/>
              <a:gd name="connsiteX283" fmla="*/ 840692 w 7467600"/>
              <a:gd name="connsiteY283" fmla="*/ 3284921 h 6858000"/>
              <a:gd name="connsiteX284" fmla="*/ 979248 w 7467600"/>
              <a:gd name="connsiteY284" fmla="*/ 3221003 h 6858000"/>
              <a:gd name="connsiteX285" fmla="*/ 1053282 w 7467600"/>
              <a:gd name="connsiteY285" fmla="*/ 3185247 h 6858000"/>
              <a:gd name="connsiteX286" fmla="*/ 1320603 w 7467600"/>
              <a:gd name="connsiteY286" fmla="*/ 3081281 h 6858000"/>
              <a:gd name="connsiteX287" fmla="*/ 1238695 w 7467600"/>
              <a:gd name="connsiteY287" fmla="*/ 3076820 h 6858000"/>
              <a:gd name="connsiteX288" fmla="*/ 5425627 w 7467600"/>
              <a:gd name="connsiteY288" fmla="*/ 2954192 h 6858000"/>
              <a:gd name="connsiteX289" fmla="*/ 5470770 w 7467600"/>
              <a:gd name="connsiteY289" fmla="*/ 3005435 h 6858000"/>
              <a:gd name="connsiteX290" fmla="*/ 5519779 w 7467600"/>
              <a:gd name="connsiteY290" fmla="*/ 4359223 h 6858000"/>
              <a:gd name="connsiteX291" fmla="*/ 5520293 w 7467600"/>
              <a:gd name="connsiteY291" fmla="*/ 4360602 h 6858000"/>
              <a:gd name="connsiteX292" fmla="*/ 5767221 w 7467600"/>
              <a:gd name="connsiteY292" fmla="*/ 4665564 h 6858000"/>
              <a:gd name="connsiteX293" fmla="*/ 6937169 w 7467600"/>
              <a:gd name="connsiteY293" fmla="*/ 4815941 h 6858000"/>
              <a:gd name="connsiteX294" fmla="*/ 6953922 w 7467600"/>
              <a:gd name="connsiteY294" fmla="*/ 4890068 h 6858000"/>
              <a:gd name="connsiteX295" fmla="*/ 6071359 w 7467600"/>
              <a:gd name="connsiteY295" fmla="*/ 4770770 h 6858000"/>
              <a:gd name="connsiteX296" fmla="*/ 6038839 w 7467600"/>
              <a:gd name="connsiteY296" fmla="*/ 4764474 h 6858000"/>
              <a:gd name="connsiteX297" fmla="*/ 6038706 w 7467600"/>
              <a:gd name="connsiteY297" fmla="*/ 4763847 h 6858000"/>
              <a:gd name="connsiteX298" fmla="*/ 6037784 w 7467600"/>
              <a:gd name="connsiteY298" fmla="*/ 4764270 h 6858000"/>
              <a:gd name="connsiteX299" fmla="*/ 6038839 w 7467600"/>
              <a:gd name="connsiteY299" fmla="*/ 4764474 h 6858000"/>
              <a:gd name="connsiteX300" fmla="*/ 6040338 w 7467600"/>
              <a:gd name="connsiteY300" fmla="*/ 4771418 h 6858000"/>
              <a:gd name="connsiteX301" fmla="*/ 6024488 w 7467600"/>
              <a:gd name="connsiteY301" fmla="*/ 4809903 h 6858000"/>
              <a:gd name="connsiteX302" fmla="*/ 5599771 w 7467600"/>
              <a:gd name="connsiteY302" fmla="*/ 5509652 h 6858000"/>
              <a:gd name="connsiteX303" fmla="*/ 5548843 w 7467600"/>
              <a:gd name="connsiteY303" fmla="*/ 5563845 h 6858000"/>
              <a:gd name="connsiteX304" fmla="*/ 5940952 w 7467600"/>
              <a:gd name="connsiteY304" fmla="*/ 6250028 h 6858000"/>
              <a:gd name="connsiteX305" fmla="*/ 6043441 w 7467600"/>
              <a:gd name="connsiteY305" fmla="*/ 6665847 h 6858000"/>
              <a:gd name="connsiteX306" fmla="*/ 6093432 w 7467600"/>
              <a:gd name="connsiteY306" fmla="*/ 6858000 h 6858000"/>
              <a:gd name="connsiteX307" fmla="*/ 6034344 w 7467600"/>
              <a:gd name="connsiteY307" fmla="*/ 6858000 h 6858000"/>
              <a:gd name="connsiteX308" fmla="*/ 6026679 w 7467600"/>
              <a:gd name="connsiteY308" fmla="*/ 6836959 h 6858000"/>
              <a:gd name="connsiteX309" fmla="*/ 5800441 w 7467600"/>
              <a:gd name="connsiteY309" fmla="*/ 6335286 h 6858000"/>
              <a:gd name="connsiteX310" fmla="*/ 5526562 w 7467600"/>
              <a:gd name="connsiteY310" fmla="*/ 5705388 h 6858000"/>
              <a:gd name="connsiteX311" fmla="*/ 5519640 w 7467600"/>
              <a:gd name="connsiteY311" fmla="*/ 5683774 h 6858000"/>
              <a:gd name="connsiteX312" fmla="*/ 5844559 w 7467600"/>
              <a:gd name="connsiteY312" fmla="*/ 6553349 h 6858000"/>
              <a:gd name="connsiteX313" fmla="*/ 5975994 w 7467600"/>
              <a:gd name="connsiteY313" fmla="*/ 6858000 h 6858000"/>
              <a:gd name="connsiteX314" fmla="*/ 5898547 w 7467600"/>
              <a:gd name="connsiteY314" fmla="*/ 6858000 h 6858000"/>
              <a:gd name="connsiteX315" fmla="*/ 5682041 w 7467600"/>
              <a:gd name="connsiteY315" fmla="*/ 6355860 h 6858000"/>
              <a:gd name="connsiteX316" fmla="*/ 5461758 w 7467600"/>
              <a:gd name="connsiteY316" fmla="*/ 5820220 h 6858000"/>
              <a:gd name="connsiteX317" fmla="*/ 5237282 w 7467600"/>
              <a:gd name="connsiteY317" fmla="*/ 6579086 h 6858000"/>
              <a:gd name="connsiteX318" fmla="*/ 5115009 w 7467600"/>
              <a:gd name="connsiteY318" fmla="*/ 6858000 h 6858000"/>
              <a:gd name="connsiteX319" fmla="*/ 5028074 w 7467600"/>
              <a:gd name="connsiteY319" fmla="*/ 6858000 h 6858000"/>
              <a:gd name="connsiteX320" fmla="*/ 5079508 w 7467600"/>
              <a:gd name="connsiteY320" fmla="*/ 6749074 h 6858000"/>
              <a:gd name="connsiteX321" fmla="*/ 5371846 w 7467600"/>
              <a:gd name="connsiteY321" fmla="*/ 5924413 h 6858000"/>
              <a:gd name="connsiteX322" fmla="*/ 5270512 w 7467600"/>
              <a:gd name="connsiteY322" fmla="*/ 6138975 h 6858000"/>
              <a:gd name="connsiteX323" fmla="*/ 5062409 w 7467600"/>
              <a:gd name="connsiteY323" fmla="*/ 6653544 h 6858000"/>
              <a:gd name="connsiteX324" fmla="*/ 5036628 w 7467600"/>
              <a:gd name="connsiteY324" fmla="*/ 6754247 h 6858000"/>
              <a:gd name="connsiteX325" fmla="*/ 5009112 w 7467600"/>
              <a:gd name="connsiteY325" fmla="*/ 6858000 h 6858000"/>
              <a:gd name="connsiteX326" fmla="*/ 4976679 w 7467600"/>
              <a:gd name="connsiteY326" fmla="*/ 6858000 h 6858000"/>
              <a:gd name="connsiteX327" fmla="*/ 5006537 w 7467600"/>
              <a:gd name="connsiteY327" fmla="*/ 6747068 h 6858000"/>
              <a:gd name="connsiteX328" fmla="*/ 5032723 w 7467600"/>
              <a:gd name="connsiteY328" fmla="*/ 6644957 h 6858000"/>
              <a:gd name="connsiteX329" fmla="*/ 5242949 w 7467600"/>
              <a:gd name="connsiteY329" fmla="*/ 6125175 h 6858000"/>
              <a:gd name="connsiteX330" fmla="*/ 5286321 w 7467600"/>
              <a:gd name="connsiteY330" fmla="*/ 6033555 h 6858000"/>
              <a:gd name="connsiteX331" fmla="*/ 5008210 w 7467600"/>
              <a:gd name="connsiteY331" fmla="*/ 6649194 h 6858000"/>
              <a:gd name="connsiteX332" fmla="*/ 4986321 w 7467600"/>
              <a:gd name="connsiteY332" fmla="*/ 6765687 h 6858000"/>
              <a:gd name="connsiteX333" fmla="*/ 4973474 w 7467600"/>
              <a:gd name="connsiteY333" fmla="*/ 6858000 h 6858000"/>
              <a:gd name="connsiteX334" fmla="*/ 4907178 w 7467600"/>
              <a:gd name="connsiteY334" fmla="*/ 6858000 h 6858000"/>
              <a:gd name="connsiteX335" fmla="*/ 4910810 w 7467600"/>
              <a:gd name="connsiteY335" fmla="*/ 6829660 h 6858000"/>
              <a:gd name="connsiteX336" fmla="*/ 4987461 w 7467600"/>
              <a:gd name="connsiteY336" fmla="*/ 6432994 h 6858000"/>
              <a:gd name="connsiteX337" fmla="*/ 5179262 w 7467600"/>
              <a:gd name="connsiteY337" fmla="*/ 6035044 h 6858000"/>
              <a:gd name="connsiteX338" fmla="*/ 4689678 w 7467600"/>
              <a:gd name="connsiteY338" fmla="*/ 6440241 h 6858000"/>
              <a:gd name="connsiteX339" fmla="*/ 4477543 w 7467600"/>
              <a:gd name="connsiteY339" fmla="*/ 6674836 h 6858000"/>
              <a:gd name="connsiteX340" fmla="*/ 4329957 w 7467600"/>
              <a:gd name="connsiteY340" fmla="*/ 6858000 h 6858000"/>
              <a:gd name="connsiteX341" fmla="*/ 4218595 w 7467600"/>
              <a:gd name="connsiteY341" fmla="*/ 6858000 h 6858000"/>
              <a:gd name="connsiteX342" fmla="*/ 4368888 w 7467600"/>
              <a:gd name="connsiteY342" fmla="*/ 6668412 h 6858000"/>
              <a:gd name="connsiteX343" fmla="*/ 4563091 w 7467600"/>
              <a:gd name="connsiteY343" fmla="*/ 6442508 h 6858000"/>
              <a:gd name="connsiteX344" fmla="*/ 5387324 w 7467600"/>
              <a:gd name="connsiteY344" fmla="*/ 5705830 h 6858000"/>
              <a:gd name="connsiteX345" fmla="*/ 5073620 w 7467600"/>
              <a:gd name="connsiteY345" fmla="*/ 5955437 h 6858000"/>
              <a:gd name="connsiteX346" fmla="*/ 4689789 w 7467600"/>
              <a:gd name="connsiteY346" fmla="*/ 6268382 h 6858000"/>
              <a:gd name="connsiteX347" fmla="*/ 4418722 w 7467600"/>
              <a:gd name="connsiteY347" fmla="*/ 6570886 h 6858000"/>
              <a:gd name="connsiteX348" fmla="*/ 4214944 w 7467600"/>
              <a:gd name="connsiteY348" fmla="*/ 6858000 h 6858000"/>
              <a:gd name="connsiteX349" fmla="*/ 4177898 w 7467600"/>
              <a:gd name="connsiteY349" fmla="*/ 6858000 h 6858000"/>
              <a:gd name="connsiteX350" fmla="*/ 4391597 w 7467600"/>
              <a:gd name="connsiteY350" fmla="*/ 6556370 h 6858000"/>
              <a:gd name="connsiteX351" fmla="*/ 4668889 w 7467600"/>
              <a:gd name="connsiteY351" fmla="*/ 6246399 h 6858000"/>
              <a:gd name="connsiteX352" fmla="*/ 5055427 w 7467600"/>
              <a:gd name="connsiteY352" fmla="*/ 5931476 h 6858000"/>
              <a:gd name="connsiteX353" fmla="*/ 5371814 w 7467600"/>
              <a:gd name="connsiteY353" fmla="*/ 5678975 h 6858000"/>
              <a:gd name="connsiteX354" fmla="*/ 4987918 w 7467600"/>
              <a:gd name="connsiteY354" fmla="*/ 5838701 h 6858000"/>
              <a:gd name="connsiteX355" fmla="*/ 4317146 w 7467600"/>
              <a:gd name="connsiteY355" fmla="*/ 6587716 h 6858000"/>
              <a:gd name="connsiteX356" fmla="*/ 4171627 w 7467600"/>
              <a:gd name="connsiteY356" fmla="*/ 6858000 h 6858000"/>
              <a:gd name="connsiteX357" fmla="*/ 4081585 w 7467600"/>
              <a:gd name="connsiteY357" fmla="*/ 6858000 h 6858000"/>
              <a:gd name="connsiteX358" fmla="*/ 4238603 w 7467600"/>
              <a:gd name="connsiteY358" fmla="*/ 6559341 h 6858000"/>
              <a:gd name="connsiteX359" fmla="*/ 4778333 w 7467600"/>
              <a:gd name="connsiteY359" fmla="*/ 5873626 h 6858000"/>
              <a:gd name="connsiteX360" fmla="*/ 5414185 w 7467600"/>
              <a:gd name="connsiteY360" fmla="*/ 5573882 h 6858000"/>
              <a:gd name="connsiteX361" fmla="*/ 5959648 w 7467600"/>
              <a:gd name="connsiteY361" fmla="*/ 4760797 h 6858000"/>
              <a:gd name="connsiteX362" fmla="*/ 5355019 w 7467600"/>
              <a:gd name="connsiteY362" fmla="*/ 4734672 h 6858000"/>
              <a:gd name="connsiteX363" fmla="*/ 5083565 w 7467600"/>
              <a:gd name="connsiteY363" fmla="*/ 5179121 h 6858000"/>
              <a:gd name="connsiteX364" fmla="*/ 4713577 w 7467600"/>
              <a:gd name="connsiteY364" fmla="*/ 5616803 h 6858000"/>
              <a:gd name="connsiteX365" fmla="*/ 3989559 w 7467600"/>
              <a:gd name="connsiteY365" fmla="*/ 6145945 h 6858000"/>
              <a:gd name="connsiteX366" fmla="*/ 3939824 w 7467600"/>
              <a:gd name="connsiteY366" fmla="*/ 6066900 h 6858000"/>
              <a:gd name="connsiteX367" fmla="*/ 4584537 w 7467600"/>
              <a:gd name="connsiteY367" fmla="*/ 5324826 h 6858000"/>
              <a:gd name="connsiteX368" fmla="*/ 5037105 w 7467600"/>
              <a:gd name="connsiteY368" fmla="*/ 5088765 h 6858000"/>
              <a:gd name="connsiteX369" fmla="*/ 5039930 w 7467600"/>
              <a:gd name="connsiteY369" fmla="*/ 5089585 h 6858000"/>
              <a:gd name="connsiteX370" fmla="*/ 5263764 w 7467600"/>
              <a:gd name="connsiteY370" fmla="*/ 4735525 h 6858000"/>
              <a:gd name="connsiteX371" fmla="*/ 4086300 w 7467600"/>
              <a:gd name="connsiteY371" fmla="*/ 4884599 h 6858000"/>
              <a:gd name="connsiteX372" fmla="*/ 4085485 w 7467600"/>
              <a:gd name="connsiteY372" fmla="*/ 4899070 h 6858000"/>
              <a:gd name="connsiteX373" fmla="*/ 3871915 w 7467600"/>
              <a:gd name="connsiteY373" fmla="*/ 5253645 h 6858000"/>
              <a:gd name="connsiteX374" fmla="*/ 3799374 w 7467600"/>
              <a:gd name="connsiteY374" fmla="*/ 5466127 h 6858000"/>
              <a:gd name="connsiteX375" fmla="*/ 3498850 w 7467600"/>
              <a:gd name="connsiteY375" fmla="*/ 6661888 h 6858000"/>
              <a:gd name="connsiteX376" fmla="*/ 3399216 w 7467600"/>
              <a:gd name="connsiteY376" fmla="*/ 6858000 h 6858000"/>
              <a:gd name="connsiteX377" fmla="*/ 3303688 w 7467600"/>
              <a:gd name="connsiteY377" fmla="*/ 6858000 h 6858000"/>
              <a:gd name="connsiteX378" fmla="*/ 3391774 w 7467600"/>
              <a:gd name="connsiteY378" fmla="*/ 6697181 h 6858000"/>
              <a:gd name="connsiteX379" fmla="*/ 3735540 w 7467600"/>
              <a:gd name="connsiteY379" fmla="*/ 5546923 h 6858000"/>
              <a:gd name="connsiteX380" fmla="*/ 3729438 w 7467600"/>
              <a:gd name="connsiteY380" fmla="*/ 5569058 h 6858000"/>
              <a:gd name="connsiteX381" fmla="*/ 3707782 w 7467600"/>
              <a:gd name="connsiteY381" fmla="*/ 5644908 h 6858000"/>
              <a:gd name="connsiteX382" fmla="*/ 3583827 w 7467600"/>
              <a:gd name="connsiteY382" fmla="*/ 6039215 h 6858000"/>
              <a:gd name="connsiteX383" fmla="*/ 3547861 w 7467600"/>
              <a:gd name="connsiteY383" fmla="*/ 6129609 h 6858000"/>
              <a:gd name="connsiteX384" fmla="*/ 3490905 w 7467600"/>
              <a:gd name="connsiteY384" fmla="*/ 6277660 h 6858000"/>
              <a:gd name="connsiteX385" fmla="*/ 3455859 w 7467600"/>
              <a:gd name="connsiteY385" fmla="*/ 6391301 h 6858000"/>
              <a:gd name="connsiteX386" fmla="*/ 3429112 w 7467600"/>
              <a:gd name="connsiteY386" fmla="*/ 6479469 h 6858000"/>
              <a:gd name="connsiteX387" fmla="*/ 3304862 w 7467600"/>
              <a:gd name="connsiteY387" fmla="*/ 6796476 h 6858000"/>
              <a:gd name="connsiteX388" fmla="*/ 3276071 w 7467600"/>
              <a:gd name="connsiteY388" fmla="*/ 6858000 h 6858000"/>
              <a:gd name="connsiteX389" fmla="*/ 3240805 w 7467600"/>
              <a:gd name="connsiteY389" fmla="*/ 6858000 h 6858000"/>
              <a:gd name="connsiteX390" fmla="*/ 3275917 w 7467600"/>
              <a:gd name="connsiteY390" fmla="*/ 6783192 h 6858000"/>
              <a:gd name="connsiteX391" fmla="*/ 3399358 w 7467600"/>
              <a:gd name="connsiteY391" fmla="*/ 6469011 h 6858000"/>
              <a:gd name="connsiteX392" fmla="*/ 3425650 w 7467600"/>
              <a:gd name="connsiteY392" fmla="*/ 6381333 h 6858000"/>
              <a:gd name="connsiteX393" fmla="*/ 3460661 w 7467600"/>
              <a:gd name="connsiteY393" fmla="*/ 6266763 h 6858000"/>
              <a:gd name="connsiteX394" fmla="*/ 3518021 w 7467600"/>
              <a:gd name="connsiteY394" fmla="*/ 6117298 h 6858000"/>
              <a:gd name="connsiteX395" fmla="*/ 3554035 w 7467600"/>
              <a:gd name="connsiteY395" fmla="*/ 6027832 h 6858000"/>
              <a:gd name="connsiteX396" fmla="*/ 3677174 w 7467600"/>
              <a:gd name="connsiteY396" fmla="*/ 5636351 h 6858000"/>
              <a:gd name="connsiteX397" fmla="*/ 3698819 w 7467600"/>
              <a:gd name="connsiteY397" fmla="*/ 5560503 h 6858000"/>
              <a:gd name="connsiteX398" fmla="*/ 3702094 w 7467600"/>
              <a:gd name="connsiteY398" fmla="*/ 5549194 h 6858000"/>
              <a:gd name="connsiteX399" fmla="*/ 3398355 w 7467600"/>
              <a:gd name="connsiteY399" fmla="*/ 6094603 h 6858000"/>
              <a:gd name="connsiteX400" fmla="*/ 3193941 w 7467600"/>
              <a:gd name="connsiteY400" fmla="*/ 6798775 h 6858000"/>
              <a:gd name="connsiteX401" fmla="*/ 3184140 w 7467600"/>
              <a:gd name="connsiteY401" fmla="*/ 6858000 h 6858000"/>
              <a:gd name="connsiteX402" fmla="*/ 3099978 w 7467600"/>
              <a:gd name="connsiteY402" fmla="*/ 6858000 h 6858000"/>
              <a:gd name="connsiteX403" fmla="*/ 3101556 w 7467600"/>
              <a:gd name="connsiteY403" fmla="*/ 6843337 h 6858000"/>
              <a:gd name="connsiteX404" fmla="*/ 3370162 w 7467600"/>
              <a:gd name="connsiteY404" fmla="*/ 5785550 h 6858000"/>
              <a:gd name="connsiteX405" fmla="*/ 3746477 w 7467600"/>
              <a:gd name="connsiteY405" fmla="*/ 5377889 h 6858000"/>
              <a:gd name="connsiteX406" fmla="*/ 3863399 w 7467600"/>
              <a:gd name="connsiteY406" fmla="*/ 5087257 h 6858000"/>
              <a:gd name="connsiteX407" fmla="*/ 3968712 w 7467600"/>
              <a:gd name="connsiteY407" fmla="*/ 4913989 h 6858000"/>
              <a:gd name="connsiteX408" fmla="*/ 2792390 w 7467600"/>
              <a:gd name="connsiteY408" fmla="*/ 5382974 h 6858000"/>
              <a:gd name="connsiteX409" fmla="*/ 2714982 w 7467600"/>
              <a:gd name="connsiteY409" fmla="*/ 5427051 h 6858000"/>
              <a:gd name="connsiteX410" fmla="*/ 2813361 w 7467600"/>
              <a:gd name="connsiteY410" fmla="*/ 6023912 h 6858000"/>
              <a:gd name="connsiteX411" fmla="*/ 2688430 w 7467600"/>
              <a:gd name="connsiteY411" fmla="*/ 6801564 h 6858000"/>
              <a:gd name="connsiteX412" fmla="*/ 2629626 w 7467600"/>
              <a:gd name="connsiteY412" fmla="*/ 6763394 h 6858000"/>
              <a:gd name="connsiteX413" fmla="*/ 2565328 w 7467600"/>
              <a:gd name="connsiteY413" fmla="*/ 5516399 h 6858000"/>
              <a:gd name="connsiteX414" fmla="*/ 1922999 w 7467600"/>
              <a:gd name="connsiteY414" fmla="*/ 5980343 h 6858000"/>
              <a:gd name="connsiteX415" fmla="*/ 1950261 w 7467600"/>
              <a:gd name="connsiteY415" fmla="*/ 6405858 h 6858000"/>
              <a:gd name="connsiteX416" fmla="*/ 2365554 w 7467600"/>
              <a:gd name="connsiteY416" fmla="*/ 6759107 h 6858000"/>
              <a:gd name="connsiteX417" fmla="*/ 2424142 w 7467600"/>
              <a:gd name="connsiteY417" fmla="*/ 6858000 h 6858000"/>
              <a:gd name="connsiteX418" fmla="*/ 2395994 w 7467600"/>
              <a:gd name="connsiteY418" fmla="*/ 6858000 h 6858000"/>
              <a:gd name="connsiteX419" fmla="*/ 2392863 w 7467600"/>
              <a:gd name="connsiteY419" fmla="*/ 6852964 h 6858000"/>
              <a:gd name="connsiteX420" fmla="*/ 2017589 w 7467600"/>
              <a:gd name="connsiteY420" fmla="*/ 6493982 h 6858000"/>
              <a:gd name="connsiteX421" fmla="*/ 2147336 w 7467600"/>
              <a:gd name="connsiteY421" fmla="*/ 6594052 h 6858000"/>
              <a:gd name="connsiteX422" fmla="*/ 2207047 w 7467600"/>
              <a:gd name="connsiteY422" fmla="*/ 6654540 h 6858000"/>
              <a:gd name="connsiteX423" fmla="*/ 2299106 w 7467600"/>
              <a:gd name="connsiteY423" fmla="*/ 6778931 h 6858000"/>
              <a:gd name="connsiteX424" fmla="*/ 2314430 w 7467600"/>
              <a:gd name="connsiteY424" fmla="*/ 6801144 h 6858000"/>
              <a:gd name="connsiteX425" fmla="*/ 2352406 w 7467600"/>
              <a:gd name="connsiteY425" fmla="*/ 6858000 h 6858000"/>
              <a:gd name="connsiteX426" fmla="*/ 2314492 w 7467600"/>
              <a:gd name="connsiteY426" fmla="*/ 6858000 h 6858000"/>
              <a:gd name="connsiteX427" fmla="*/ 2288095 w 7467600"/>
              <a:gd name="connsiteY427" fmla="*/ 6818030 h 6858000"/>
              <a:gd name="connsiteX428" fmla="*/ 2272768 w 7467600"/>
              <a:gd name="connsiteY428" fmla="*/ 6795822 h 6858000"/>
              <a:gd name="connsiteX429" fmla="*/ 2182715 w 7467600"/>
              <a:gd name="connsiteY429" fmla="*/ 6675071 h 6858000"/>
              <a:gd name="connsiteX430" fmla="*/ 2032061 w 7467600"/>
              <a:gd name="connsiteY430" fmla="*/ 6541380 h 6858000"/>
              <a:gd name="connsiteX431" fmla="*/ 2257220 w 7467600"/>
              <a:gd name="connsiteY431" fmla="*/ 6826257 h 6858000"/>
              <a:gd name="connsiteX432" fmla="*/ 2281324 w 7467600"/>
              <a:gd name="connsiteY432" fmla="*/ 6858000 h 6858000"/>
              <a:gd name="connsiteX433" fmla="*/ 2242860 w 7467600"/>
              <a:gd name="connsiteY433" fmla="*/ 6858000 h 6858000"/>
              <a:gd name="connsiteX434" fmla="*/ 2232818 w 7467600"/>
              <a:gd name="connsiteY434" fmla="*/ 6844926 h 6858000"/>
              <a:gd name="connsiteX435" fmla="*/ 1990172 w 7467600"/>
              <a:gd name="connsiteY435" fmla="*/ 6542121 h 6858000"/>
              <a:gd name="connsiteX436" fmla="*/ 2124090 w 7467600"/>
              <a:gd name="connsiteY436" fmla="*/ 6761017 h 6858000"/>
              <a:gd name="connsiteX437" fmla="*/ 2200380 w 7467600"/>
              <a:gd name="connsiteY437" fmla="*/ 6858000 h 6858000"/>
              <a:gd name="connsiteX438" fmla="*/ 2147507 w 7467600"/>
              <a:gd name="connsiteY438" fmla="*/ 6858000 h 6858000"/>
              <a:gd name="connsiteX439" fmla="*/ 2070668 w 7467600"/>
              <a:gd name="connsiteY439" fmla="*/ 6761520 h 6858000"/>
              <a:gd name="connsiteX440" fmla="*/ 1975142 w 7467600"/>
              <a:gd name="connsiteY440" fmla="*/ 6585570 h 6858000"/>
              <a:gd name="connsiteX441" fmla="*/ 2050035 w 7467600"/>
              <a:gd name="connsiteY441" fmla="*/ 6813345 h 6858000"/>
              <a:gd name="connsiteX442" fmla="*/ 2063025 w 7467600"/>
              <a:gd name="connsiteY442" fmla="*/ 6858000 h 6858000"/>
              <a:gd name="connsiteX443" fmla="*/ 2021675 w 7467600"/>
              <a:gd name="connsiteY443" fmla="*/ 6858000 h 6858000"/>
              <a:gd name="connsiteX444" fmla="*/ 2019308 w 7467600"/>
              <a:gd name="connsiteY444" fmla="*/ 6847118 h 6858000"/>
              <a:gd name="connsiteX445" fmla="*/ 1938835 w 7467600"/>
              <a:gd name="connsiteY445" fmla="*/ 6551160 h 6858000"/>
              <a:gd name="connsiteX446" fmla="*/ 1953230 w 7467600"/>
              <a:gd name="connsiteY446" fmla="*/ 6759699 h 6858000"/>
              <a:gd name="connsiteX447" fmla="*/ 1956763 w 7467600"/>
              <a:gd name="connsiteY447" fmla="*/ 6778191 h 6858000"/>
              <a:gd name="connsiteX448" fmla="*/ 1967925 w 7467600"/>
              <a:gd name="connsiteY448" fmla="*/ 6858000 h 6858000"/>
              <a:gd name="connsiteX449" fmla="*/ 1936622 w 7467600"/>
              <a:gd name="connsiteY449" fmla="*/ 6858000 h 6858000"/>
              <a:gd name="connsiteX450" fmla="*/ 1926261 w 7467600"/>
              <a:gd name="connsiteY450" fmla="*/ 6784064 h 6858000"/>
              <a:gd name="connsiteX451" fmla="*/ 1922724 w 7467600"/>
              <a:gd name="connsiteY451" fmla="*/ 6765577 h 6858000"/>
              <a:gd name="connsiteX452" fmla="*/ 1904650 w 7467600"/>
              <a:gd name="connsiteY452" fmla="*/ 6639616 h 6858000"/>
              <a:gd name="connsiteX453" fmla="*/ 1885273 w 7467600"/>
              <a:gd name="connsiteY453" fmla="*/ 6858000 h 6858000"/>
              <a:gd name="connsiteX454" fmla="*/ 1854363 w 7467600"/>
              <a:gd name="connsiteY454" fmla="*/ 6858000 h 6858000"/>
              <a:gd name="connsiteX455" fmla="*/ 1880391 w 7467600"/>
              <a:gd name="connsiteY455" fmla="*/ 6603796 h 6858000"/>
              <a:gd name="connsiteX456" fmla="*/ 1818273 w 7467600"/>
              <a:gd name="connsiteY456" fmla="*/ 6715729 h 6858000"/>
              <a:gd name="connsiteX457" fmla="*/ 1794691 w 7467600"/>
              <a:gd name="connsiteY457" fmla="*/ 6843239 h 6858000"/>
              <a:gd name="connsiteX458" fmla="*/ 1794914 w 7467600"/>
              <a:gd name="connsiteY458" fmla="*/ 6858000 h 6858000"/>
              <a:gd name="connsiteX459" fmla="*/ 1746128 w 7467600"/>
              <a:gd name="connsiteY459" fmla="*/ 6858000 h 6858000"/>
              <a:gd name="connsiteX460" fmla="*/ 1753934 w 7467600"/>
              <a:gd name="connsiteY460" fmla="*/ 6724796 h 6858000"/>
              <a:gd name="connsiteX461" fmla="*/ 1792053 w 7467600"/>
              <a:gd name="connsiteY461" fmla="*/ 6572396 h 6858000"/>
              <a:gd name="connsiteX462" fmla="*/ 1862248 w 7467600"/>
              <a:gd name="connsiteY462" fmla="*/ 6266397 h 6858000"/>
              <a:gd name="connsiteX463" fmla="*/ 1862250 w 7467600"/>
              <a:gd name="connsiteY463" fmla="*/ 6033531 h 6858000"/>
              <a:gd name="connsiteX464" fmla="*/ 1211999 w 7467600"/>
              <a:gd name="connsiteY464" fmla="*/ 6683610 h 6858000"/>
              <a:gd name="connsiteX465" fmla="*/ 1213266 w 7467600"/>
              <a:gd name="connsiteY465" fmla="*/ 6691947 h 6858000"/>
              <a:gd name="connsiteX466" fmla="*/ 1203370 w 7467600"/>
              <a:gd name="connsiteY466" fmla="*/ 6850676 h 6858000"/>
              <a:gd name="connsiteX467" fmla="*/ 1203671 w 7467600"/>
              <a:gd name="connsiteY467" fmla="*/ 6858000 h 6858000"/>
              <a:gd name="connsiteX468" fmla="*/ 1143180 w 7467600"/>
              <a:gd name="connsiteY468" fmla="*/ 6858000 h 6858000"/>
              <a:gd name="connsiteX469" fmla="*/ 1142176 w 7467600"/>
              <a:gd name="connsiteY469" fmla="*/ 6766045 h 6858000"/>
              <a:gd name="connsiteX470" fmla="*/ 1067484 w 7467600"/>
              <a:gd name="connsiteY470" fmla="*/ 6858000 h 6858000"/>
              <a:gd name="connsiteX471" fmla="*/ 953928 w 7467600"/>
              <a:gd name="connsiteY471" fmla="*/ 6858000 h 6858000"/>
              <a:gd name="connsiteX472" fmla="*/ 959715 w 7467600"/>
              <a:gd name="connsiteY472" fmla="*/ 6850185 h 6858000"/>
              <a:gd name="connsiteX473" fmla="*/ 1483788 w 7467600"/>
              <a:gd name="connsiteY473" fmla="*/ 6259174 h 6858000"/>
              <a:gd name="connsiteX474" fmla="*/ 1100671 w 7467600"/>
              <a:gd name="connsiteY474" fmla="*/ 6252137 h 6858000"/>
              <a:gd name="connsiteX475" fmla="*/ 1090144 w 7467600"/>
              <a:gd name="connsiteY475" fmla="*/ 6256748 h 6858000"/>
              <a:gd name="connsiteX476" fmla="*/ 1095872 w 7467600"/>
              <a:gd name="connsiteY476" fmla="*/ 6271892 h 6858000"/>
              <a:gd name="connsiteX477" fmla="*/ 262785 w 7467600"/>
              <a:gd name="connsiteY477" fmla="*/ 6845450 h 6858000"/>
              <a:gd name="connsiteX478" fmla="*/ 209968 w 7467600"/>
              <a:gd name="connsiteY478" fmla="*/ 6770713 h 6858000"/>
              <a:gd name="connsiteX479" fmla="*/ 873460 w 7467600"/>
              <a:gd name="connsiteY479" fmla="*/ 6253768 h 6858000"/>
              <a:gd name="connsiteX480" fmla="*/ 192686 w 7467600"/>
              <a:gd name="connsiteY480" fmla="*/ 5849257 h 6858000"/>
              <a:gd name="connsiteX481" fmla="*/ 4696 w 7467600"/>
              <a:gd name="connsiteY481" fmla="*/ 5697668 h 6858000"/>
              <a:gd name="connsiteX482" fmla="*/ 0 w 7467600"/>
              <a:gd name="connsiteY482" fmla="*/ 5689984 h 6858000"/>
              <a:gd name="connsiteX483" fmla="*/ 0 w 7467600"/>
              <a:gd name="connsiteY483" fmla="*/ 5513472 h 6858000"/>
              <a:gd name="connsiteX484" fmla="*/ 174101 w 7467600"/>
              <a:gd name="connsiteY484" fmla="*/ 5620277 h 6858000"/>
              <a:gd name="connsiteX485" fmla="*/ 891800 w 7467600"/>
              <a:gd name="connsiteY485" fmla="*/ 6036935 h 6858000"/>
              <a:gd name="connsiteX486" fmla="*/ 1072219 w 7467600"/>
              <a:gd name="connsiteY486" fmla="*/ 6169443 h 6858000"/>
              <a:gd name="connsiteX487" fmla="*/ 1074117 w 7467600"/>
              <a:gd name="connsiteY487" fmla="*/ 6170301 h 6858000"/>
              <a:gd name="connsiteX488" fmla="*/ 1083114 w 7467600"/>
              <a:gd name="connsiteY488" fmla="*/ 6174131 h 6858000"/>
              <a:gd name="connsiteX489" fmla="*/ 1543010 w 7467600"/>
              <a:gd name="connsiteY489" fmla="*/ 6191140 h 6858000"/>
              <a:gd name="connsiteX490" fmla="*/ 1551080 w 7467600"/>
              <a:gd name="connsiteY490" fmla="*/ 6195006 h 6858000"/>
              <a:gd name="connsiteX491" fmla="*/ 2345443 w 7467600"/>
              <a:gd name="connsiteY491" fmla="*/ 5549882 h 6858000"/>
              <a:gd name="connsiteX492" fmla="*/ 1721499 w 7467600"/>
              <a:gd name="connsiteY492" fmla="*/ 5599969 h 6858000"/>
              <a:gd name="connsiteX493" fmla="*/ 767716 w 7467600"/>
              <a:gd name="connsiteY493" fmla="*/ 5472768 h 6858000"/>
              <a:gd name="connsiteX494" fmla="*/ 722147 w 7467600"/>
              <a:gd name="connsiteY494" fmla="*/ 5393091 h 6858000"/>
              <a:gd name="connsiteX495" fmla="*/ 1485552 w 7467600"/>
              <a:gd name="connsiteY495" fmla="*/ 5313202 h 6858000"/>
              <a:gd name="connsiteX496" fmla="*/ 2143004 w 7467600"/>
              <a:gd name="connsiteY496" fmla="*/ 5402420 h 6858000"/>
              <a:gd name="connsiteX497" fmla="*/ 1933391 w 7467600"/>
              <a:gd name="connsiteY497" fmla="*/ 5156971 h 6858000"/>
              <a:gd name="connsiteX498" fmla="*/ 1827118 w 7467600"/>
              <a:gd name="connsiteY498" fmla="*/ 4968410 h 6858000"/>
              <a:gd name="connsiteX499" fmla="*/ 1837349 w 7467600"/>
              <a:gd name="connsiteY499" fmla="*/ 4956357 h 6858000"/>
              <a:gd name="connsiteX500" fmla="*/ 2162835 w 7467600"/>
              <a:gd name="connsiteY500" fmla="*/ 5187853 h 6858000"/>
              <a:gd name="connsiteX501" fmla="*/ 2257167 w 7467600"/>
              <a:gd name="connsiteY501" fmla="*/ 5462123 h 6858000"/>
              <a:gd name="connsiteX502" fmla="*/ 2261598 w 7467600"/>
              <a:gd name="connsiteY502" fmla="*/ 5467998 h 6858000"/>
              <a:gd name="connsiteX503" fmla="*/ 2437177 w 7467600"/>
              <a:gd name="connsiteY503" fmla="*/ 5479608 h 6858000"/>
              <a:gd name="connsiteX504" fmla="*/ 2445247 w 7467600"/>
              <a:gd name="connsiteY504" fmla="*/ 5483476 h 6858000"/>
              <a:gd name="connsiteX505" fmla="*/ 2743626 w 7467600"/>
              <a:gd name="connsiteY505" fmla="*/ 5304819 h 6858000"/>
              <a:gd name="connsiteX506" fmla="*/ 3048102 w 7467600"/>
              <a:gd name="connsiteY506" fmla="*/ 5150595 h 6858000"/>
              <a:gd name="connsiteX507" fmla="*/ 1799414 w 7467600"/>
              <a:gd name="connsiteY507" fmla="*/ 4694732 h 6858000"/>
              <a:gd name="connsiteX508" fmla="*/ 1771735 w 7467600"/>
              <a:gd name="connsiteY508" fmla="*/ 4619929 h 6858000"/>
              <a:gd name="connsiteX509" fmla="*/ 3104273 w 7467600"/>
              <a:gd name="connsiteY509" fmla="*/ 5076159 h 6858000"/>
              <a:gd name="connsiteX510" fmla="*/ 3113245 w 7467600"/>
              <a:gd name="connsiteY510" fmla="*/ 5090705 h 6858000"/>
              <a:gd name="connsiteX511" fmla="*/ 3126294 w 7467600"/>
              <a:gd name="connsiteY511" fmla="*/ 5114400 h 6858000"/>
              <a:gd name="connsiteX512" fmla="*/ 3937433 w 7467600"/>
              <a:gd name="connsiteY512" fmla="*/ 4830473 h 6858000"/>
              <a:gd name="connsiteX513" fmla="*/ 3590475 w 7467600"/>
              <a:gd name="connsiteY513" fmla="*/ 4597974 h 6858000"/>
              <a:gd name="connsiteX514" fmla="*/ 3100264 w 7467600"/>
              <a:gd name="connsiteY514" fmla="*/ 4579845 h 6858000"/>
              <a:gd name="connsiteX515" fmla="*/ 2183576 w 7467600"/>
              <a:gd name="connsiteY515" fmla="*/ 4227150 h 6858000"/>
              <a:gd name="connsiteX516" fmla="*/ 2151029 w 7467600"/>
              <a:gd name="connsiteY516" fmla="*/ 4146947 h 6858000"/>
              <a:gd name="connsiteX517" fmla="*/ 3563434 w 7467600"/>
              <a:gd name="connsiteY517" fmla="*/ 4469115 h 6858000"/>
              <a:gd name="connsiteX518" fmla="*/ 3177952 w 7467600"/>
              <a:gd name="connsiteY518" fmla="*/ 3657386 h 6858000"/>
              <a:gd name="connsiteX519" fmla="*/ 3189263 w 7467600"/>
              <a:gd name="connsiteY519" fmla="*/ 3625726 h 6858000"/>
              <a:gd name="connsiteX520" fmla="*/ 3560912 w 7467600"/>
              <a:gd name="connsiteY520" fmla="*/ 4079863 h 6858000"/>
              <a:gd name="connsiteX521" fmla="*/ 3626636 w 7467600"/>
              <a:gd name="connsiteY521" fmla="*/ 4512230 h 6858000"/>
              <a:gd name="connsiteX522" fmla="*/ 3653088 w 7467600"/>
              <a:gd name="connsiteY522" fmla="*/ 4521417 h 6858000"/>
              <a:gd name="connsiteX523" fmla="*/ 3988128 w 7467600"/>
              <a:gd name="connsiteY523" fmla="*/ 4817267 h 6858000"/>
              <a:gd name="connsiteX524" fmla="*/ 4830582 w 7467600"/>
              <a:gd name="connsiteY524" fmla="*/ 4676000 h 6858000"/>
              <a:gd name="connsiteX525" fmla="*/ 4830100 w 7467600"/>
              <a:gd name="connsiteY525" fmla="*/ 4675554 h 6858000"/>
              <a:gd name="connsiteX526" fmla="*/ 4036318 w 7467600"/>
              <a:gd name="connsiteY526" fmla="*/ 4147013 h 6858000"/>
              <a:gd name="connsiteX527" fmla="*/ 3432098 w 7467600"/>
              <a:gd name="connsiteY527" fmla="*/ 3537312 h 6858000"/>
              <a:gd name="connsiteX528" fmla="*/ 3446761 w 7467600"/>
              <a:gd name="connsiteY528" fmla="*/ 3461278 h 6858000"/>
              <a:gd name="connsiteX529" fmla="*/ 4419733 w 7467600"/>
              <a:gd name="connsiteY529" fmla="*/ 3963555 h 6858000"/>
              <a:gd name="connsiteX530" fmla="*/ 4781371 w 7467600"/>
              <a:gd name="connsiteY530" fmla="*/ 4458604 h 6858000"/>
              <a:gd name="connsiteX531" fmla="*/ 4780440 w 7467600"/>
              <a:gd name="connsiteY531" fmla="*/ 4470290 h 6858000"/>
              <a:gd name="connsiteX532" fmla="*/ 4898954 w 7467600"/>
              <a:gd name="connsiteY532" fmla="*/ 4662092 h 6858000"/>
              <a:gd name="connsiteX533" fmla="*/ 4900699 w 7467600"/>
              <a:gd name="connsiteY533" fmla="*/ 4670867 h 6858000"/>
              <a:gd name="connsiteX534" fmla="*/ 5714511 w 7467600"/>
              <a:gd name="connsiteY534" fmla="*/ 4663483 h 6858000"/>
              <a:gd name="connsiteX535" fmla="*/ 5464793 w 7467600"/>
              <a:gd name="connsiteY535" fmla="*/ 4393556 h 6858000"/>
              <a:gd name="connsiteX536" fmla="*/ 5461897 w 7467600"/>
              <a:gd name="connsiteY536" fmla="*/ 4390879 h 6858000"/>
              <a:gd name="connsiteX537" fmla="*/ 4294126 w 7467600"/>
              <a:gd name="connsiteY537" fmla="*/ 3303048 h 6858000"/>
              <a:gd name="connsiteX538" fmla="*/ 4305321 w 7467600"/>
              <a:gd name="connsiteY538" fmla="*/ 3256953 h 6858000"/>
              <a:gd name="connsiteX539" fmla="*/ 4949299 w 7467600"/>
              <a:gd name="connsiteY539" fmla="*/ 3766336 h 6858000"/>
              <a:gd name="connsiteX540" fmla="*/ 5291452 w 7467600"/>
              <a:gd name="connsiteY540" fmla="*/ 4076801 h 6858000"/>
              <a:gd name="connsiteX541" fmla="*/ 5434998 w 7467600"/>
              <a:gd name="connsiteY541" fmla="*/ 4254100 h 6858000"/>
              <a:gd name="connsiteX542" fmla="*/ 5351015 w 7467600"/>
              <a:gd name="connsiteY542" fmla="*/ 3760989 h 6858000"/>
              <a:gd name="connsiteX543" fmla="*/ 5413780 w 7467600"/>
              <a:gd name="connsiteY543" fmla="*/ 2966265 h 6858000"/>
              <a:gd name="connsiteX544" fmla="*/ 5425627 w 7467600"/>
              <a:gd name="connsiteY544" fmla="*/ 2954192 h 6858000"/>
              <a:gd name="connsiteX545" fmla="*/ 6604735 w 7467600"/>
              <a:gd name="connsiteY545" fmla="*/ 2041381 h 6858000"/>
              <a:gd name="connsiteX546" fmla="*/ 7204487 w 7467600"/>
              <a:gd name="connsiteY546" fmla="*/ 2742112 h 6858000"/>
              <a:gd name="connsiteX547" fmla="*/ 7131592 w 7467600"/>
              <a:gd name="connsiteY547" fmla="*/ 2672096 h 6858000"/>
              <a:gd name="connsiteX548" fmla="*/ 6996344 w 7467600"/>
              <a:gd name="connsiteY548" fmla="*/ 2518310 h 6858000"/>
              <a:gd name="connsiteX549" fmla="*/ 6735495 w 7467600"/>
              <a:gd name="connsiteY549" fmla="*/ 2196890 h 6858000"/>
              <a:gd name="connsiteX550" fmla="*/ 6721901 w 7467600"/>
              <a:gd name="connsiteY550" fmla="*/ 2179274 h 6858000"/>
              <a:gd name="connsiteX551" fmla="*/ 6604735 w 7467600"/>
              <a:gd name="connsiteY551" fmla="*/ 2041381 h 6858000"/>
              <a:gd name="connsiteX552" fmla="*/ 6591670 w 7467600"/>
              <a:gd name="connsiteY552" fmla="*/ 1988277 h 6858000"/>
              <a:gd name="connsiteX553" fmla="*/ 6747349 w 7467600"/>
              <a:gd name="connsiteY553" fmla="*/ 2160069 h 6858000"/>
              <a:gd name="connsiteX554" fmla="*/ 6760943 w 7467600"/>
              <a:gd name="connsiteY554" fmla="*/ 2177686 h 6858000"/>
              <a:gd name="connsiteX555" fmla="*/ 7021065 w 7467600"/>
              <a:gd name="connsiteY555" fmla="*/ 2498102 h 6858000"/>
              <a:gd name="connsiteX556" fmla="*/ 7155223 w 7467600"/>
              <a:gd name="connsiteY556" fmla="*/ 2650386 h 6858000"/>
              <a:gd name="connsiteX557" fmla="*/ 7203167 w 7467600"/>
              <a:gd name="connsiteY557" fmla="*/ 2697288 h 6858000"/>
              <a:gd name="connsiteX558" fmla="*/ 6937703 w 7467600"/>
              <a:gd name="connsiteY558" fmla="*/ 2321981 h 6858000"/>
              <a:gd name="connsiteX559" fmla="*/ 6591670 w 7467600"/>
              <a:gd name="connsiteY559" fmla="*/ 1988277 h 6858000"/>
              <a:gd name="connsiteX560" fmla="*/ 5798671 w 7467600"/>
              <a:gd name="connsiteY560" fmla="*/ 1981601 h 6858000"/>
              <a:gd name="connsiteX561" fmla="*/ 5754709 w 7467600"/>
              <a:gd name="connsiteY561" fmla="*/ 2071454 h 6858000"/>
              <a:gd name="connsiteX562" fmla="*/ 5763044 w 7467600"/>
              <a:gd name="connsiteY562" fmla="*/ 2842206 h 6858000"/>
              <a:gd name="connsiteX563" fmla="*/ 5764974 w 7467600"/>
              <a:gd name="connsiteY563" fmla="*/ 2799609 h 6858000"/>
              <a:gd name="connsiteX564" fmla="*/ 5767665 w 7467600"/>
              <a:gd name="connsiteY564" fmla="*/ 2666409 h 6858000"/>
              <a:gd name="connsiteX565" fmla="*/ 5763055 w 7467600"/>
              <a:gd name="connsiteY565" fmla="*/ 2579705 h 6858000"/>
              <a:gd name="connsiteX566" fmla="*/ 5758079 w 7467600"/>
              <a:gd name="connsiteY566" fmla="*/ 2492508 h 6858000"/>
              <a:gd name="connsiteX567" fmla="*/ 5779325 w 7467600"/>
              <a:gd name="connsiteY567" fmla="*/ 2197069 h 6858000"/>
              <a:gd name="connsiteX568" fmla="*/ 5798671 w 7467600"/>
              <a:gd name="connsiteY568" fmla="*/ 1981601 h 6858000"/>
              <a:gd name="connsiteX569" fmla="*/ 5829202 w 7467600"/>
              <a:gd name="connsiteY569" fmla="*/ 1971679 h 6858000"/>
              <a:gd name="connsiteX570" fmla="*/ 5809558 w 7467600"/>
              <a:gd name="connsiteY570" fmla="*/ 2198043 h 6858000"/>
              <a:gd name="connsiteX571" fmla="*/ 5788653 w 7467600"/>
              <a:gd name="connsiteY571" fmla="*/ 2489430 h 6858000"/>
              <a:gd name="connsiteX572" fmla="*/ 5793439 w 7467600"/>
              <a:gd name="connsiteY572" fmla="*/ 2575235 h 6858000"/>
              <a:gd name="connsiteX573" fmla="*/ 5796837 w 7467600"/>
              <a:gd name="connsiteY573" fmla="*/ 2637633 h 6858000"/>
              <a:gd name="connsiteX574" fmla="*/ 5818614 w 7467600"/>
              <a:gd name="connsiteY574" fmla="*/ 2473055 h 6858000"/>
              <a:gd name="connsiteX575" fmla="*/ 5829202 w 7467600"/>
              <a:gd name="connsiteY575" fmla="*/ 1971679 h 6858000"/>
              <a:gd name="connsiteX576" fmla="*/ 5911389 w 7467600"/>
              <a:gd name="connsiteY576" fmla="*/ 1898371 h 6858000"/>
              <a:gd name="connsiteX577" fmla="*/ 6237627 w 7467600"/>
              <a:gd name="connsiteY577" fmla="*/ 2231921 h 6858000"/>
              <a:gd name="connsiteX578" fmla="*/ 5911389 w 7467600"/>
              <a:gd name="connsiteY578" fmla="*/ 1898371 h 6858000"/>
              <a:gd name="connsiteX579" fmla="*/ 6944437 w 7467600"/>
              <a:gd name="connsiteY579" fmla="*/ 1575402 h 6858000"/>
              <a:gd name="connsiteX580" fmla="*/ 6304730 w 7467600"/>
              <a:gd name="connsiteY580" fmla="*/ 1766654 h 6858000"/>
              <a:gd name="connsiteX581" fmla="*/ 6944437 w 7467600"/>
              <a:gd name="connsiteY581" fmla="*/ 1575402 h 6858000"/>
              <a:gd name="connsiteX582" fmla="*/ 7019523 w 7467600"/>
              <a:gd name="connsiteY582" fmla="*/ 1519450 h 6858000"/>
              <a:gd name="connsiteX583" fmla="*/ 6298091 w 7467600"/>
              <a:gd name="connsiteY583" fmla="*/ 1737122 h 6858000"/>
              <a:gd name="connsiteX584" fmla="*/ 7019523 w 7467600"/>
              <a:gd name="connsiteY584" fmla="*/ 1519450 h 6858000"/>
              <a:gd name="connsiteX585" fmla="*/ 2399523 w 7467600"/>
              <a:gd name="connsiteY585" fmla="*/ 1428234 h 6858000"/>
              <a:gd name="connsiteX586" fmla="*/ 2224982 w 7467600"/>
              <a:gd name="connsiteY586" fmla="*/ 1826201 h 6858000"/>
              <a:gd name="connsiteX587" fmla="*/ 2096099 w 7467600"/>
              <a:gd name="connsiteY587" fmla="*/ 2345900 h 6858000"/>
              <a:gd name="connsiteX588" fmla="*/ 2283317 w 7467600"/>
              <a:gd name="connsiteY588" fmla="*/ 1796925 h 6858000"/>
              <a:gd name="connsiteX589" fmla="*/ 2399523 w 7467600"/>
              <a:gd name="connsiteY589" fmla="*/ 1428234 h 6858000"/>
              <a:gd name="connsiteX590" fmla="*/ 2448558 w 7467600"/>
              <a:gd name="connsiteY590" fmla="*/ 1373435 h 6858000"/>
              <a:gd name="connsiteX591" fmla="*/ 2312521 w 7467600"/>
              <a:gd name="connsiteY591" fmla="*/ 1806140 h 6858000"/>
              <a:gd name="connsiteX592" fmla="*/ 2127533 w 7467600"/>
              <a:gd name="connsiteY592" fmla="*/ 2348380 h 6858000"/>
              <a:gd name="connsiteX593" fmla="*/ 2358080 w 7467600"/>
              <a:gd name="connsiteY593" fmla="*/ 1866134 h 6858000"/>
              <a:gd name="connsiteX594" fmla="*/ 2407436 w 7467600"/>
              <a:gd name="connsiteY594" fmla="*/ 1651070 h 6858000"/>
              <a:gd name="connsiteX595" fmla="*/ 2448558 w 7467600"/>
              <a:gd name="connsiteY595" fmla="*/ 1373435 h 6858000"/>
              <a:gd name="connsiteX596" fmla="*/ 278707 w 7467600"/>
              <a:gd name="connsiteY596" fmla="*/ 1352270 h 6858000"/>
              <a:gd name="connsiteX597" fmla="*/ 321570 w 7467600"/>
              <a:gd name="connsiteY597" fmla="*/ 1861610 h 6858000"/>
              <a:gd name="connsiteX598" fmla="*/ 294281 w 7467600"/>
              <a:gd name="connsiteY598" fmla="*/ 1440658 h 6858000"/>
              <a:gd name="connsiteX599" fmla="*/ 278707 w 7467600"/>
              <a:gd name="connsiteY599" fmla="*/ 1352270 h 6858000"/>
              <a:gd name="connsiteX600" fmla="*/ 1423821 w 7467600"/>
              <a:gd name="connsiteY600" fmla="*/ 1351958 h 6858000"/>
              <a:gd name="connsiteX601" fmla="*/ 1638521 w 7467600"/>
              <a:gd name="connsiteY601" fmla="*/ 1908470 h 6858000"/>
              <a:gd name="connsiteX602" fmla="*/ 1754199 w 7467600"/>
              <a:gd name="connsiteY602" fmla="*/ 2149284 h 6858000"/>
              <a:gd name="connsiteX603" fmla="*/ 1908359 w 7467600"/>
              <a:gd name="connsiteY603" fmla="*/ 2364988 h 6858000"/>
              <a:gd name="connsiteX604" fmla="*/ 1647661 w 7467600"/>
              <a:gd name="connsiteY604" fmla="*/ 1825945 h 6858000"/>
              <a:gd name="connsiteX605" fmla="*/ 1423821 w 7467600"/>
              <a:gd name="connsiteY605" fmla="*/ 1351958 h 6858000"/>
              <a:gd name="connsiteX606" fmla="*/ 1431890 w 7467600"/>
              <a:gd name="connsiteY606" fmla="*/ 1306475 h 6858000"/>
              <a:gd name="connsiteX607" fmla="*/ 1507597 w 7467600"/>
              <a:gd name="connsiteY607" fmla="*/ 1446132 h 6858000"/>
              <a:gd name="connsiteX608" fmla="*/ 1674586 w 7467600"/>
              <a:gd name="connsiteY608" fmla="*/ 1813832 h 6858000"/>
              <a:gd name="connsiteX609" fmla="*/ 1815950 w 7467600"/>
              <a:gd name="connsiteY609" fmla="*/ 2128564 h 6858000"/>
              <a:gd name="connsiteX610" fmla="*/ 1984242 w 7467600"/>
              <a:gd name="connsiteY610" fmla="*/ 2430829 h 6858000"/>
              <a:gd name="connsiteX611" fmla="*/ 2014023 w 7467600"/>
              <a:gd name="connsiteY611" fmla="*/ 2450995 h 6858000"/>
              <a:gd name="connsiteX612" fmla="*/ 1747337 w 7467600"/>
              <a:gd name="connsiteY612" fmla="*/ 1855264 h 6858000"/>
              <a:gd name="connsiteX613" fmla="*/ 1533749 w 7467600"/>
              <a:gd name="connsiteY613" fmla="*/ 1478656 h 6858000"/>
              <a:gd name="connsiteX614" fmla="*/ 1431890 w 7467600"/>
              <a:gd name="connsiteY614" fmla="*/ 1306475 h 6858000"/>
              <a:gd name="connsiteX615" fmla="*/ 5052692 w 7467600"/>
              <a:gd name="connsiteY615" fmla="*/ 1292994 h 6858000"/>
              <a:gd name="connsiteX616" fmla="*/ 5200661 w 7467600"/>
              <a:gd name="connsiteY616" fmla="*/ 1635186 h 6858000"/>
              <a:gd name="connsiteX617" fmla="*/ 5297138 w 7467600"/>
              <a:gd name="connsiteY617" fmla="*/ 1906351 h 6858000"/>
              <a:gd name="connsiteX618" fmla="*/ 5052692 w 7467600"/>
              <a:gd name="connsiteY618" fmla="*/ 1292994 h 6858000"/>
              <a:gd name="connsiteX619" fmla="*/ 5009948 w 7467600"/>
              <a:gd name="connsiteY619" fmla="*/ 1273619 h 6858000"/>
              <a:gd name="connsiteX620" fmla="*/ 5121777 w 7467600"/>
              <a:gd name="connsiteY620" fmla="*/ 1654213 h 6858000"/>
              <a:gd name="connsiteX621" fmla="*/ 5293545 w 7467600"/>
              <a:gd name="connsiteY621" fmla="*/ 2072247 h 6858000"/>
              <a:gd name="connsiteX622" fmla="*/ 5294042 w 7467600"/>
              <a:gd name="connsiteY622" fmla="*/ 2065019 h 6858000"/>
              <a:gd name="connsiteX623" fmla="*/ 5171936 w 7467600"/>
              <a:gd name="connsiteY623" fmla="*/ 1647613 h 6858000"/>
              <a:gd name="connsiteX624" fmla="*/ 5009948 w 7467600"/>
              <a:gd name="connsiteY624" fmla="*/ 1273619 h 6858000"/>
              <a:gd name="connsiteX625" fmla="*/ 655236 w 7467600"/>
              <a:gd name="connsiteY625" fmla="*/ 1268632 h 6858000"/>
              <a:gd name="connsiteX626" fmla="*/ 839521 w 7467600"/>
              <a:gd name="connsiteY626" fmla="*/ 1685315 h 6858000"/>
              <a:gd name="connsiteX627" fmla="*/ 1109416 w 7467600"/>
              <a:gd name="connsiteY627" fmla="*/ 2061663 h 6858000"/>
              <a:gd name="connsiteX628" fmla="*/ 1298300 w 7467600"/>
              <a:gd name="connsiteY628" fmla="*/ 2247742 h 6858000"/>
              <a:gd name="connsiteX629" fmla="*/ 1125871 w 7467600"/>
              <a:gd name="connsiteY629" fmla="*/ 1989513 h 6858000"/>
              <a:gd name="connsiteX630" fmla="*/ 981574 w 7467600"/>
              <a:gd name="connsiteY630" fmla="*/ 1783157 h 6858000"/>
              <a:gd name="connsiteX631" fmla="*/ 922198 w 7467600"/>
              <a:gd name="connsiteY631" fmla="*/ 1677437 h 6858000"/>
              <a:gd name="connsiteX632" fmla="*/ 869293 w 7467600"/>
              <a:gd name="connsiteY632" fmla="*/ 1583214 h 6858000"/>
              <a:gd name="connsiteX633" fmla="*/ 751431 w 7467600"/>
              <a:gd name="connsiteY633" fmla="*/ 1405731 h 6858000"/>
              <a:gd name="connsiteX634" fmla="*/ 655236 w 7467600"/>
              <a:gd name="connsiteY634" fmla="*/ 1268632 h 6858000"/>
              <a:gd name="connsiteX635" fmla="*/ 6516292 w 7467600"/>
              <a:gd name="connsiteY635" fmla="*/ 1263064 h 6858000"/>
              <a:gd name="connsiteX636" fmla="*/ 5736320 w 7467600"/>
              <a:gd name="connsiteY636" fmla="*/ 1501803 h 6858000"/>
              <a:gd name="connsiteX637" fmla="*/ 6516292 w 7467600"/>
              <a:gd name="connsiteY637" fmla="*/ 1263064 h 6858000"/>
              <a:gd name="connsiteX638" fmla="*/ 291466 w 7467600"/>
              <a:gd name="connsiteY638" fmla="*/ 1250369 h 6858000"/>
              <a:gd name="connsiteX639" fmla="*/ 323180 w 7467600"/>
              <a:gd name="connsiteY639" fmla="*/ 1435283 h 6858000"/>
              <a:gd name="connsiteX640" fmla="*/ 349381 w 7467600"/>
              <a:gd name="connsiteY640" fmla="*/ 1875041 h 6858000"/>
              <a:gd name="connsiteX641" fmla="*/ 374363 w 7467600"/>
              <a:gd name="connsiteY641" fmla="*/ 1506494 h 6858000"/>
              <a:gd name="connsiteX642" fmla="*/ 302168 w 7467600"/>
              <a:gd name="connsiteY642" fmla="*/ 1274495 h 6858000"/>
              <a:gd name="connsiteX643" fmla="*/ 291466 w 7467600"/>
              <a:gd name="connsiteY643" fmla="*/ 1250369 h 6858000"/>
              <a:gd name="connsiteX644" fmla="*/ 678222 w 7467600"/>
              <a:gd name="connsiteY644" fmla="*/ 1248670 h 6858000"/>
              <a:gd name="connsiteX645" fmla="*/ 775536 w 7467600"/>
              <a:gd name="connsiteY645" fmla="*/ 1388015 h 6858000"/>
              <a:gd name="connsiteX646" fmla="*/ 894529 w 7467600"/>
              <a:gd name="connsiteY646" fmla="*/ 1567739 h 6858000"/>
              <a:gd name="connsiteX647" fmla="*/ 948000 w 7467600"/>
              <a:gd name="connsiteY647" fmla="*/ 1663088 h 6858000"/>
              <a:gd name="connsiteX648" fmla="*/ 1006812 w 7467600"/>
              <a:gd name="connsiteY648" fmla="*/ 1767683 h 6858000"/>
              <a:gd name="connsiteX649" fmla="*/ 1149133 w 7467600"/>
              <a:gd name="connsiteY649" fmla="*/ 1971513 h 6858000"/>
              <a:gd name="connsiteX650" fmla="*/ 1333952 w 7467600"/>
              <a:gd name="connsiteY650" fmla="*/ 2251620 h 6858000"/>
              <a:gd name="connsiteX651" fmla="*/ 1337329 w 7467600"/>
              <a:gd name="connsiteY651" fmla="*/ 2258350 h 6858000"/>
              <a:gd name="connsiteX652" fmla="*/ 1014726 w 7467600"/>
              <a:gd name="connsiteY652" fmla="*/ 1615556 h 6858000"/>
              <a:gd name="connsiteX653" fmla="*/ 678222 w 7467600"/>
              <a:gd name="connsiteY653" fmla="*/ 1248670 h 6858000"/>
              <a:gd name="connsiteX654" fmla="*/ 6691602 w 7467600"/>
              <a:gd name="connsiteY654" fmla="*/ 1140573 h 6858000"/>
              <a:gd name="connsiteX655" fmla="*/ 6571100 w 7467600"/>
              <a:gd name="connsiteY655" fmla="*/ 1183662 h 6858000"/>
              <a:gd name="connsiteX656" fmla="*/ 6241687 w 7467600"/>
              <a:gd name="connsiteY656" fmla="*/ 1257600 h 6858000"/>
              <a:gd name="connsiteX657" fmla="*/ 5693009 w 7467600"/>
              <a:gd name="connsiteY657" fmla="*/ 1478256 h 6858000"/>
              <a:gd name="connsiteX658" fmla="*/ 6548420 w 7467600"/>
              <a:gd name="connsiteY658" fmla="*/ 1214599 h 6858000"/>
              <a:gd name="connsiteX659" fmla="*/ 6605473 w 7467600"/>
              <a:gd name="connsiteY659" fmla="*/ 1184686 h 6858000"/>
              <a:gd name="connsiteX660" fmla="*/ 6691602 w 7467600"/>
              <a:gd name="connsiteY660" fmla="*/ 1140573 h 6858000"/>
              <a:gd name="connsiteX661" fmla="*/ 4002475 w 7467600"/>
              <a:gd name="connsiteY661" fmla="*/ 1037802 h 6858000"/>
              <a:gd name="connsiteX662" fmla="*/ 4000324 w 7467600"/>
              <a:gd name="connsiteY662" fmla="*/ 1039362 h 6858000"/>
              <a:gd name="connsiteX663" fmla="*/ 4002862 w 7467600"/>
              <a:gd name="connsiteY663" fmla="*/ 1042866 h 6858000"/>
              <a:gd name="connsiteX664" fmla="*/ 4002475 w 7467600"/>
              <a:gd name="connsiteY664" fmla="*/ 1037802 h 6858000"/>
              <a:gd name="connsiteX665" fmla="*/ 506322 w 7467600"/>
              <a:gd name="connsiteY665" fmla="*/ 1020997 h 6858000"/>
              <a:gd name="connsiteX666" fmla="*/ 533068 w 7467600"/>
              <a:gd name="connsiteY666" fmla="*/ 1029409 h 6858000"/>
              <a:gd name="connsiteX667" fmla="*/ 1232525 w 7467600"/>
              <a:gd name="connsiteY667" fmla="*/ 1804675 h 6858000"/>
              <a:gd name="connsiteX668" fmla="*/ 1388858 w 7467600"/>
              <a:gd name="connsiteY668" fmla="*/ 2368011 h 6858000"/>
              <a:gd name="connsiteX669" fmla="*/ 1384098 w 7467600"/>
              <a:gd name="connsiteY669" fmla="*/ 2378125 h 6858000"/>
              <a:gd name="connsiteX670" fmla="*/ 1425393 w 7467600"/>
              <a:gd name="connsiteY670" fmla="*/ 2589124 h 6858000"/>
              <a:gd name="connsiteX671" fmla="*/ 1424001 w 7467600"/>
              <a:gd name="connsiteY671" fmla="*/ 2597541 h 6858000"/>
              <a:gd name="connsiteX672" fmla="*/ 2152729 w 7467600"/>
              <a:gd name="connsiteY672" fmla="*/ 2864487 h 6858000"/>
              <a:gd name="connsiteX673" fmla="*/ 2020609 w 7467600"/>
              <a:gd name="connsiteY673" fmla="*/ 2539671 h 6858000"/>
              <a:gd name="connsiteX674" fmla="*/ 2018920 w 7467600"/>
              <a:gd name="connsiteY674" fmla="*/ 2536309 h 6858000"/>
              <a:gd name="connsiteX675" fmla="*/ 1342441 w 7467600"/>
              <a:gd name="connsiteY675" fmla="*/ 1173017 h 6858000"/>
              <a:gd name="connsiteX676" fmla="*/ 1367925 w 7467600"/>
              <a:gd name="connsiteY676" fmla="*/ 1135648 h 6858000"/>
              <a:gd name="connsiteX677" fmla="*/ 1771401 w 7467600"/>
              <a:gd name="connsiteY677" fmla="*/ 1806673 h 6858000"/>
              <a:gd name="connsiteX678" fmla="*/ 1972385 w 7467600"/>
              <a:gd name="connsiteY678" fmla="*/ 2198735 h 6858000"/>
              <a:gd name="connsiteX679" fmla="*/ 2040892 w 7467600"/>
              <a:gd name="connsiteY679" fmla="*/ 2405205 h 6858000"/>
              <a:gd name="connsiteX680" fmla="*/ 2131689 w 7467600"/>
              <a:gd name="connsiteY680" fmla="*/ 1936926 h 6858000"/>
              <a:gd name="connsiteX681" fmla="*/ 2454820 w 7467600"/>
              <a:gd name="connsiteY681" fmla="*/ 1248808 h 6858000"/>
              <a:gd name="connsiteX682" fmla="*/ 2492512 w 7467600"/>
              <a:gd name="connsiteY682" fmla="*/ 1302920 h 6858000"/>
              <a:gd name="connsiteX683" fmla="*/ 2081216 w 7467600"/>
              <a:gd name="connsiteY683" fmla="*/ 2527513 h 6858000"/>
              <a:gd name="connsiteX684" fmla="*/ 2081211 w 7467600"/>
              <a:gd name="connsiteY684" fmla="*/ 2528916 h 6858000"/>
              <a:gd name="connsiteX685" fmla="*/ 2199067 w 7467600"/>
              <a:gd name="connsiteY685" fmla="*/ 2884061 h 6858000"/>
              <a:gd name="connsiteX686" fmla="*/ 3192586 w 7467600"/>
              <a:gd name="connsiteY686" fmla="*/ 3411496 h 6858000"/>
              <a:gd name="connsiteX687" fmla="*/ 3182620 w 7467600"/>
              <a:gd name="connsiteY687" fmla="*/ 3483279 h 6858000"/>
              <a:gd name="connsiteX688" fmla="*/ 2435119 w 7467600"/>
              <a:gd name="connsiteY688" fmla="*/ 3080173 h 6858000"/>
              <a:gd name="connsiteX689" fmla="*/ 2410152 w 7467600"/>
              <a:gd name="connsiteY689" fmla="*/ 3063751 h 6858000"/>
              <a:gd name="connsiteX690" fmla="*/ 2408099 w 7467600"/>
              <a:gd name="connsiteY690" fmla="*/ 3064403 h 6858000"/>
              <a:gd name="connsiteX691" fmla="*/ 2407218 w 7467600"/>
              <a:gd name="connsiteY691" fmla="*/ 3070324 h 6858000"/>
              <a:gd name="connsiteX692" fmla="*/ 2380138 w 7467600"/>
              <a:gd name="connsiteY692" fmla="*/ 3099341 h 6858000"/>
              <a:gd name="connsiteX693" fmla="*/ 1765923 w 7467600"/>
              <a:gd name="connsiteY693" fmla="*/ 3581043 h 6858000"/>
              <a:gd name="connsiteX694" fmla="*/ 1702258 w 7467600"/>
              <a:gd name="connsiteY694" fmla="*/ 3612286 h 6858000"/>
              <a:gd name="connsiteX695" fmla="*/ 1538370 w 7467600"/>
              <a:gd name="connsiteY695" fmla="*/ 3811804 h 6858000"/>
              <a:gd name="connsiteX696" fmla="*/ 542867 w 7467600"/>
              <a:gd name="connsiteY696" fmla="*/ 4944092 h 6858000"/>
              <a:gd name="connsiteX697" fmla="*/ 515800 w 7467600"/>
              <a:gd name="connsiteY697" fmla="*/ 4862180 h 6858000"/>
              <a:gd name="connsiteX698" fmla="*/ 909145 w 7467600"/>
              <a:gd name="connsiteY698" fmla="*/ 4199225 h 6858000"/>
              <a:gd name="connsiteX699" fmla="*/ 1214067 w 7467600"/>
              <a:gd name="connsiteY699" fmla="*/ 3908561 h 6858000"/>
              <a:gd name="connsiteX700" fmla="*/ 640967 w 7467600"/>
              <a:gd name="connsiteY700" fmla="*/ 4105601 h 6858000"/>
              <a:gd name="connsiteX701" fmla="*/ 112563 w 7467600"/>
              <a:gd name="connsiteY701" fmla="*/ 4396952 h 6858000"/>
              <a:gd name="connsiteX702" fmla="*/ 0 w 7467600"/>
              <a:gd name="connsiteY702" fmla="*/ 4466006 h 6858000"/>
              <a:gd name="connsiteX703" fmla="*/ 0 w 7467600"/>
              <a:gd name="connsiteY703" fmla="*/ 4233763 h 6858000"/>
              <a:gd name="connsiteX704" fmla="*/ 36881 w 7467600"/>
              <a:gd name="connsiteY704" fmla="*/ 4200118 h 6858000"/>
              <a:gd name="connsiteX705" fmla="*/ 910534 w 7467600"/>
              <a:gd name="connsiteY705" fmla="*/ 3629753 h 6858000"/>
              <a:gd name="connsiteX706" fmla="*/ 1578717 w 7467600"/>
              <a:gd name="connsiteY706" fmla="*/ 3575982 h 6858000"/>
              <a:gd name="connsiteX707" fmla="*/ 2338780 w 7467600"/>
              <a:gd name="connsiteY707" fmla="*/ 3033725 h 6858000"/>
              <a:gd name="connsiteX708" fmla="*/ 1807991 w 7467600"/>
              <a:gd name="connsiteY708" fmla="*/ 2807184 h 6858000"/>
              <a:gd name="connsiteX709" fmla="*/ 1416358 w 7467600"/>
              <a:gd name="connsiteY709" fmla="*/ 3112571 h 6858000"/>
              <a:gd name="connsiteX710" fmla="*/ 939066 w 7467600"/>
              <a:gd name="connsiteY710" fmla="*/ 3378798 h 6858000"/>
              <a:gd name="connsiteX711" fmla="*/ 115099 w 7467600"/>
              <a:gd name="connsiteY711" fmla="*/ 3607650 h 6858000"/>
              <a:gd name="connsiteX712" fmla="*/ 97284 w 7467600"/>
              <a:gd name="connsiteY712" fmla="*/ 3520393 h 6858000"/>
              <a:gd name="connsiteX713" fmla="*/ 922050 w 7467600"/>
              <a:gd name="connsiteY713" fmla="*/ 3074867 h 6858000"/>
              <a:gd name="connsiteX714" fmla="*/ 1405265 w 7467600"/>
              <a:gd name="connsiteY714" fmla="*/ 3016319 h 6858000"/>
              <a:gd name="connsiteX715" fmla="*/ 1407512 w 7467600"/>
              <a:gd name="connsiteY715" fmla="*/ 3018001 h 6858000"/>
              <a:gd name="connsiteX716" fmla="*/ 1726266 w 7467600"/>
              <a:gd name="connsiteY716" fmla="*/ 2777274 h 6858000"/>
              <a:gd name="connsiteX717" fmla="*/ 625390 w 7467600"/>
              <a:gd name="connsiteY717" fmla="*/ 2514541 h 6858000"/>
              <a:gd name="connsiteX718" fmla="*/ 619799 w 7467600"/>
              <a:gd name="connsiteY718" fmla="*/ 2527180 h 6858000"/>
              <a:gd name="connsiteX719" fmla="*/ 310030 w 7467600"/>
              <a:gd name="connsiteY719" fmla="*/ 2771818 h 6858000"/>
              <a:gd name="connsiteX720" fmla="*/ 173877 w 7467600"/>
              <a:gd name="connsiteY720" fmla="*/ 2937056 h 6858000"/>
              <a:gd name="connsiteX721" fmla="*/ 77889 w 7467600"/>
              <a:gd name="connsiteY721" fmla="*/ 3138440 h 6858000"/>
              <a:gd name="connsiteX722" fmla="*/ 0 w 7467600"/>
              <a:gd name="connsiteY722" fmla="*/ 3271395 h 6858000"/>
              <a:gd name="connsiteX723" fmla="*/ 0 w 7467600"/>
              <a:gd name="connsiteY723" fmla="*/ 3153002 h 6858000"/>
              <a:gd name="connsiteX724" fmla="*/ 2386 w 7467600"/>
              <a:gd name="connsiteY724" fmla="*/ 3149203 h 6858000"/>
              <a:gd name="connsiteX725" fmla="*/ 89753 w 7467600"/>
              <a:gd name="connsiteY725" fmla="*/ 2987702 h 6858000"/>
              <a:gd name="connsiteX726" fmla="*/ 76869 w 7467600"/>
              <a:gd name="connsiteY726" fmla="*/ 3005404 h 6858000"/>
              <a:gd name="connsiteX727" fmla="*/ 32049 w 7467600"/>
              <a:gd name="connsiteY727" fmla="*/ 3065814 h 6858000"/>
              <a:gd name="connsiteX728" fmla="*/ 0 w 7467600"/>
              <a:gd name="connsiteY728" fmla="*/ 3108744 h 6858000"/>
              <a:gd name="connsiteX729" fmla="*/ 0 w 7467600"/>
              <a:gd name="connsiteY729" fmla="*/ 3058059 h 6858000"/>
              <a:gd name="connsiteX730" fmla="*/ 7610 w 7467600"/>
              <a:gd name="connsiteY730" fmla="*/ 3047889 h 6858000"/>
              <a:gd name="connsiteX731" fmla="*/ 52419 w 7467600"/>
              <a:gd name="connsiteY731" fmla="*/ 2987479 h 6858000"/>
              <a:gd name="connsiteX732" fmla="*/ 59142 w 7467600"/>
              <a:gd name="connsiteY732" fmla="*/ 2978488 h 6858000"/>
              <a:gd name="connsiteX733" fmla="*/ 0 w 7467600"/>
              <a:gd name="connsiteY733" fmla="*/ 3015334 h 6858000"/>
              <a:gd name="connsiteX734" fmla="*/ 0 w 7467600"/>
              <a:gd name="connsiteY734" fmla="*/ 2914286 h 6858000"/>
              <a:gd name="connsiteX735" fmla="*/ 36383 w 7467600"/>
              <a:gd name="connsiteY735" fmla="*/ 2901128 h 6858000"/>
              <a:gd name="connsiteX736" fmla="*/ 156329 w 7467600"/>
              <a:gd name="connsiteY736" fmla="*/ 2840533 h 6858000"/>
              <a:gd name="connsiteX737" fmla="*/ 358355 w 7467600"/>
              <a:gd name="connsiteY737" fmla="*/ 2620471 h 6858000"/>
              <a:gd name="connsiteX738" fmla="*/ 510577 w 7467600"/>
              <a:gd name="connsiteY738" fmla="*/ 2501244 h 6858000"/>
              <a:gd name="connsiteX739" fmla="*/ 211967 w 7467600"/>
              <a:gd name="connsiteY739" fmla="*/ 2479171 h 6858000"/>
              <a:gd name="connsiteX740" fmla="*/ 0 w 7467600"/>
              <a:gd name="connsiteY740" fmla="*/ 2476398 h 6858000"/>
              <a:gd name="connsiteX741" fmla="*/ 0 w 7467600"/>
              <a:gd name="connsiteY741" fmla="*/ 2389189 h 6858000"/>
              <a:gd name="connsiteX742" fmla="*/ 103062 w 7467600"/>
              <a:gd name="connsiteY742" fmla="*/ 2389518 h 6858000"/>
              <a:gd name="connsiteX743" fmla="*/ 510734 w 7467600"/>
              <a:gd name="connsiteY743" fmla="*/ 2416201 h 6858000"/>
              <a:gd name="connsiteX744" fmla="*/ 279257 w 7467600"/>
              <a:gd name="connsiteY744" fmla="*/ 2092102 h 6858000"/>
              <a:gd name="connsiteX745" fmla="*/ 65265 w 7467600"/>
              <a:gd name="connsiteY745" fmla="*/ 2006049 h 6858000"/>
              <a:gd name="connsiteX746" fmla="*/ 0 w 7467600"/>
              <a:gd name="connsiteY746" fmla="*/ 1982532 h 6858000"/>
              <a:gd name="connsiteX747" fmla="*/ 0 w 7467600"/>
              <a:gd name="connsiteY747" fmla="*/ 1912789 h 6858000"/>
              <a:gd name="connsiteX748" fmla="*/ 97460 w 7467600"/>
              <a:gd name="connsiteY748" fmla="*/ 1953725 h 6858000"/>
              <a:gd name="connsiteX749" fmla="*/ 221272 w 7467600"/>
              <a:gd name="connsiteY749" fmla="*/ 1980766 h 6858000"/>
              <a:gd name="connsiteX750" fmla="*/ 116765 w 7467600"/>
              <a:gd name="connsiteY750" fmla="*/ 1911033 h 6858000"/>
              <a:gd name="connsiteX751" fmla="*/ 16405 w 7467600"/>
              <a:gd name="connsiteY751" fmla="*/ 1803412 h 6858000"/>
              <a:gd name="connsiteX752" fmla="*/ 0 w 7467600"/>
              <a:gd name="connsiteY752" fmla="*/ 1784777 h 6858000"/>
              <a:gd name="connsiteX753" fmla="*/ 0 w 7467600"/>
              <a:gd name="connsiteY753" fmla="*/ 1740082 h 6858000"/>
              <a:gd name="connsiteX754" fmla="*/ 39394 w 7467600"/>
              <a:gd name="connsiteY754" fmla="*/ 1784856 h 6858000"/>
              <a:gd name="connsiteX755" fmla="*/ 135813 w 7467600"/>
              <a:gd name="connsiteY755" fmla="*/ 1888838 h 6858000"/>
              <a:gd name="connsiteX756" fmla="*/ 242575 w 7467600"/>
              <a:gd name="connsiteY756" fmla="*/ 1958841 h 6858000"/>
              <a:gd name="connsiteX757" fmla="*/ 82197 w 7467600"/>
              <a:gd name="connsiteY757" fmla="*/ 1754826 h 6858000"/>
              <a:gd name="connsiteX758" fmla="*/ 0 w 7467600"/>
              <a:gd name="connsiteY758" fmla="*/ 1679650 h 6858000"/>
              <a:gd name="connsiteX759" fmla="*/ 0 w 7467600"/>
              <a:gd name="connsiteY759" fmla="*/ 1602463 h 6858000"/>
              <a:gd name="connsiteX760" fmla="*/ 84689 w 7467600"/>
              <a:gd name="connsiteY760" fmla="*/ 1677442 h 6858000"/>
              <a:gd name="connsiteX761" fmla="*/ 298437 w 7467600"/>
              <a:gd name="connsiteY761" fmla="*/ 1968019 h 6858000"/>
              <a:gd name="connsiteX762" fmla="*/ 227269 w 7467600"/>
              <a:gd name="connsiteY762" fmla="*/ 1114064 h 6858000"/>
              <a:gd name="connsiteX763" fmla="*/ 248003 w 7467600"/>
              <a:gd name="connsiteY763" fmla="*/ 1089613 h 6858000"/>
              <a:gd name="connsiteX764" fmla="*/ 427020 w 7467600"/>
              <a:gd name="connsiteY764" fmla="*/ 1619803 h 6858000"/>
              <a:gd name="connsiteX765" fmla="*/ 340345 w 7467600"/>
              <a:gd name="connsiteY765" fmla="*/ 2027739 h 6858000"/>
              <a:gd name="connsiteX766" fmla="*/ 360865 w 7467600"/>
              <a:gd name="connsiteY766" fmla="*/ 2044827 h 6858000"/>
              <a:gd name="connsiteX767" fmla="*/ 560414 w 7467600"/>
              <a:gd name="connsiteY767" fmla="*/ 2421457 h 6858000"/>
              <a:gd name="connsiteX768" fmla="*/ 1359703 w 7467600"/>
              <a:gd name="connsiteY768" fmla="*/ 2578554 h 6858000"/>
              <a:gd name="connsiteX769" fmla="*/ 1359422 w 7467600"/>
              <a:gd name="connsiteY769" fmla="*/ 2577994 h 6858000"/>
              <a:gd name="connsiteX770" fmla="*/ 828701 w 7467600"/>
              <a:gd name="connsiteY770" fmla="*/ 1839520 h 6858000"/>
              <a:gd name="connsiteX771" fmla="*/ 494427 w 7467600"/>
              <a:gd name="connsiteY771" fmla="*/ 1092333 h 6858000"/>
              <a:gd name="connsiteX772" fmla="*/ 506322 w 7467600"/>
              <a:gd name="connsiteY772" fmla="*/ 1020997 h 6858000"/>
              <a:gd name="connsiteX773" fmla="*/ 4570198 w 7467600"/>
              <a:gd name="connsiteY773" fmla="*/ 978081 h 6858000"/>
              <a:gd name="connsiteX774" fmla="*/ 4523691 w 7467600"/>
              <a:gd name="connsiteY774" fmla="*/ 1127776 h 6858000"/>
              <a:gd name="connsiteX775" fmla="*/ 4509875 w 7467600"/>
              <a:gd name="connsiteY775" fmla="*/ 1167552 h 6858000"/>
              <a:gd name="connsiteX776" fmla="*/ 4478168 w 7467600"/>
              <a:gd name="connsiteY776" fmla="*/ 1260735 h 6858000"/>
              <a:gd name="connsiteX777" fmla="*/ 4409309 w 7467600"/>
              <a:gd name="connsiteY777" fmla="*/ 1666996 h 6858000"/>
              <a:gd name="connsiteX778" fmla="*/ 4370031 w 7467600"/>
              <a:gd name="connsiteY778" fmla="*/ 1955666 h 6858000"/>
              <a:gd name="connsiteX779" fmla="*/ 4570198 w 7467600"/>
              <a:gd name="connsiteY779" fmla="*/ 978081 h 6858000"/>
              <a:gd name="connsiteX780" fmla="*/ 4557898 w 7467600"/>
              <a:gd name="connsiteY780" fmla="*/ 900011 h 6858000"/>
              <a:gd name="connsiteX781" fmla="*/ 4344840 w 7467600"/>
              <a:gd name="connsiteY781" fmla="*/ 1922038 h 6858000"/>
              <a:gd name="connsiteX782" fmla="*/ 4378710 w 7467600"/>
              <a:gd name="connsiteY782" fmla="*/ 1665516 h 6858000"/>
              <a:gd name="connsiteX783" fmla="*/ 4448798 w 7467600"/>
              <a:gd name="connsiteY783" fmla="*/ 1253024 h 6858000"/>
              <a:gd name="connsiteX784" fmla="*/ 4480315 w 7467600"/>
              <a:gd name="connsiteY784" fmla="*/ 1158454 h 6858000"/>
              <a:gd name="connsiteX785" fmla="*/ 4494133 w 7467600"/>
              <a:gd name="connsiteY785" fmla="*/ 1118676 h 6858000"/>
              <a:gd name="connsiteX786" fmla="*/ 4557898 w 7467600"/>
              <a:gd name="connsiteY786" fmla="*/ 900011 h 6858000"/>
              <a:gd name="connsiteX787" fmla="*/ 5870151 w 7467600"/>
              <a:gd name="connsiteY787" fmla="*/ 898890 h 6858000"/>
              <a:gd name="connsiteX788" fmla="*/ 5861335 w 7467600"/>
              <a:gd name="connsiteY788" fmla="*/ 899177 h 6858000"/>
              <a:gd name="connsiteX789" fmla="*/ 5843702 w 7467600"/>
              <a:gd name="connsiteY789" fmla="*/ 899748 h 6858000"/>
              <a:gd name="connsiteX790" fmla="*/ 5651107 w 7467600"/>
              <a:gd name="connsiteY790" fmla="*/ 920306 h 6858000"/>
              <a:gd name="connsiteX791" fmla="*/ 5459407 w 7467600"/>
              <a:gd name="connsiteY791" fmla="*/ 940975 h 6858000"/>
              <a:gd name="connsiteX792" fmla="*/ 5374846 w 7467600"/>
              <a:gd name="connsiteY792" fmla="*/ 941988 h 6858000"/>
              <a:gd name="connsiteX793" fmla="*/ 5256105 w 7467600"/>
              <a:gd name="connsiteY793" fmla="*/ 945632 h 6858000"/>
              <a:gd name="connsiteX794" fmla="*/ 5107071 w 7467600"/>
              <a:gd name="connsiteY794" fmla="*/ 969720 h 6858000"/>
              <a:gd name="connsiteX795" fmla="*/ 4998681 w 7467600"/>
              <a:gd name="connsiteY795" fmla="*/ 988771 h 6858000"/>
              <a:gd name="connsiteX796" fmla="*/ 5870151 w 7467600"/>
              <a:gd name="connsiteY796" fmla="*/ 898890 h 6858000"/>
              <a:gd name="connsiteX797" fmla="*/ 5504425 w 7467600"/>
              <a:gd name="connsiteY797" fmla="*/ 848067 h 6858000"/>
              <a:gd name="connsiteX798" fmla="*/ 4968849 w 7467600"/>
              <a:gd name="connsiteY798" fmla="*/ 962318 h 6858000"/>
              <a:gd name="connsiteX799" fmla="*/ 5104039 w 7467600"/>
              <a:gd name="connsiteY799" fmla="*/ 940634 h 6858000"/>
              <a:gd name="connsiteX800" fmla="*/ 5256311 w 7467600"/>
              <a:gd name="connsiteY800" fmla="*/ 916490 h 6858000"/>
              <a:gd name="connsiteX801" fmla="*/ 5377381 w 7467600"/>
              <a:gd name="connsiteY801" fmla="*/ 912671 h 6858000"/>
              <a:gd name="connsiteX802" fmla="*/ 5460148 w 7467600"/>
              <a:gd name="connsiteY802" fmla="*/ 911442 h 6858000"/>
              <a:gd name="connsiteX803" fmla="*/ 5648971 w 7467600"/>
              <a:gd name="connsiteY803" fmla="*/ 891331 h 6858000"/>
              <a:gd name="connsiteX804" fmla="*/ 5844807 w 7467600"/>
              <a:gd name="connsiteY804" fmla="*/ 870718 h 6858000"/>
              <a:gd name="connsiteX805" fmla="*/ 5862975 w 7467600"/>
              <a:gd name="connsiteY805" fmla="*/ 869756 h 6858000"/>
              <a:gd name="connsiteX806" fmla="*/ 5920887 w 7467600"/>
              <a:gd name="connsiteY806" fmla="*/ 865929 h 6858000"/>
              <a:gd name="connsiteX807" fmla="*/ 5504425 w 7467600"/>
              <a:gd name="connsiteY807" fmla="*/ 848067 h 6858000"/>
              <a:gd name="connsiteX808" fmla="*/ 3607114 w 7467600"/>
              <a:gd name="connsiteY808" fmla="*/ 467441 h 6858000"/>
              <a:gd name="connsiteX809" fmla="*/ 3296242 w 7467600"/>
              <a:gd name="connsiteY809" fmla="*/ 807991 h 6858000"/>
              <a:gd name="connsiteX810" fmla="*/ 3174674 w 7467600"/>
              <a:gd name="connsiteY810" fmla="*/ 919759 h 6858000"/>
              <a:gd name="connsiteX811" fmla="*/ 3042978 w 7467600"/>
              <a:gd name="connsiteY811" fmla="*/ 1054894 h 6858000"/>
              <a:gd name="connsiteX812" fmla="*/ 2968914 w 7467600"/>
              <a:gd name="connsiteY812" fmla="*/ 1133756 h 6858000"/>
              <a:gd name="connsiteX813" fmla="*/ 3103823 w 7467600"/>
              <a:gd name="connsiteY813" fmla="*/ 1026814 h 6858000"/>
              <a:gd name="connsiteX814" fmla="*/ 3607114 w 7467600"/>
              <a:gd name="connsiteY814" fmla="*/ 467441 h 6858000"/>
              <a:gd name="connsiteX815" fmla="*/ 3744487 w 7467600"/>
              <a:gd name="connsiteY815" fmla="*/ 383136 h 6858000"/>
              <a:gd name="connsiteX816" fmla="*/ 3970213 w 7467600"/>
              <a:gd name="connsiteY816" fmla="*/ 995559 h 6858000"/>
              <a:gd name="connsiteX817" fmla="*/ 3744487 w 7467600"/>
              <a:gd name="connsiteY817" fmla="*/ 383136 h 6858000"/>
              <a:gd name="connsiteX818" fmla="*/ 3624562 w 7467600"/>
              <a:gd name="connsiteY818" fmla="*/ 367041 h 6858000"/>
              <a:gd name="connsiteX819" fmla="*/ 3489712 w 7467600"/>
              <a:gd name="connsiteY819" fmla="*/ 485386 h 6858000"/>
              <a:gd name="connsiteX820" fmla="*/ 3182994 w 7467600"/>
              <a:gd name="connsiteY820" fmla="*/ 828265 h 6858000"/>
              <a:gd name="connsiteX821" fmla="*/ 2892114 w 7467600"/>
              <a:gd name="connsiteY821" fmla="*/ 1172635 h 6858000"/>
              <a:gd name="connsiteX822" fmla="*/ 3021459 w 7467600"/>
              <a:gd name="connsiteY822" fmla="*/ 1035385 h 6858000"/>
              <a:gd name="connsiteX823" fmla="*/ 3153873 w 7467600"/>
              <a:gd name="connsiteY823" fmla="*/ 898971 h 6858000"/>
              <a:gd name="connsiteX824" fmla="*/ 3276511 w 7467600"/>
              <a:gd name="connsiteY824" fmla="*/ 786423 h 6858000"/>
              <a:gd name="connsiteX825" fmla="*/ 3584154 w 7467600"/>
              <a:gd name="connsiteY825" fmla="*/ 448218 h 6858000"/>
              <a:gd name="connsiteX826" fmla="*/ 3624562 w 7467600"/>
              <a:gd name="connsiteY826" fmla="*/ 367041 h 6858000"/>
              <a:gd name="connsiteX827" fmla="*/ 3766672 w 7467600"/>
              <a:gd name="connsiteY827" fmla="*/ 359429 h 6858000"/>
              <a:gd name="connsiteX828" fmla="*/ 3996338 w 7467600"/>
              <a:gd name="connsiteY828" fmla="*/ 968237 h 6858000"/>
              <a:gd name="connsiteX829" fmla="*/ 3766672 w 7467600"/>
              <a:gd name="connsiteY829" fmla="*/ 359429 h 6858000"/>
              <a:gd name="connsiteX830" fmla="*/ 5805386 w 7467600"/>
              <a:gd name="connsiteY830" fmla="*/ 239240 h 6858000"/>
              <a:gd name="connsiteX831" fmla="*/ 5736947 w 7467600"/>
              <a:gd name="connsiteY831" fmla="*/ 261367 h 6858000"/>
              <a:gd name="connsiteX832" fmla="*/ 5427012 w 7467600"/>
              <a:gd name="connsiteY832" fmla="*/ 311272 h 6858000"/>
              <a:gd name="connsiteX833" fmla="*/ 5147818 w 7467600"/>
              <a:gd name="connsiteY833" fmla="*/ 322112 h 6858000"/>
              <a:gd name="connsiteX834" fmla="*/ 5060854 w 7467600"/>
              <a:gd name="connsiteY834" fmla="*/ 311882 h 6858000"/>
              <a:gd name="connsiteX835" fmla="*/ 4945989 w 7467600"/>
              <a:gd name="connsiteY835" fmla="*/ 300516 h 6858000"/>
              <a:gd name="connsiteX836" fmla="*/ 5410479 w 7467600"/>
              <a:gd name="connsiteY836" fmla="*/ 348434 h 6858000"/>
              <a:gd name="connsiteX837" fmla="*/ 5805386 w 7467600"/>
              <a:gd name="connsiteY837" fmla="*/ 239240 h 6858000"/>
              <a:gd name="connsiteX838" fmla="*/ 5905192 w 7467600"/>
              <a:gd name="connsiteY838" fmla="*/ 163079 h 6858000"/>
              <a:gd name="connsiteX839" fmla="*/ 5865655 w 7467600"/>
              <a:gd name="connsiteY839" fmla="*/ 171901 h 6858000"/>
              <a:gd name="connsiteX840" fmla="*/ 5259740 w 7467600"/>
              <a:gd name="connsiteY840" fmla="*/ 257013 h 6858000"/>
              <a:gd name="connsiteX841" fmla="*/ 5208466 w 7467600"/>
              <a:gd name="connsiteY841" fmla="*/ 257550 h 6858000"/>
              <a:gd name="connsiteX842" fmla="*/ 4980204 w 7467600"/>
              <a:gd name="connsiteY842" fmla="*/ 271903 h 6858000"/>
              <a:gd name="connsiteX843" fmla="*/ 5068068 w 7467600"/>
              <a:gd name="connsiteY843" fmla="*/ 282244 h 6858000"/>
              <a:gd name="connsiteX844" fmla="*/ 5153231 w 7467600"/>
              <a:gd name="connsiteY844" fmla="*/ 292240 h 6858000"/>
              <a:gd name="connsiteX845" fmla="*/ 5426491 w 7467600"/>
              <a:gd name="connsiteY845" fmla="*/ 281128 h 6858000"/>
              <a:gd name="connsiteX846" fmla="*/ 5731212 w 7467600"/>
              <a:gd name="connsiteY846" fmla="*/ 231951 h 6858000"/>
              <a:gd name="connsiteX847" fmla="*/ 5905192 w 7467600"/>
              <a:gd name="connsiteY847" fmla="*/ 163079 h 6858000"/>
              <a:gd name="connsiteX848" fmla="*/ 5944437 w 7467600"/>
              <a:gd name="connsiteY848" fmla="*/ 113829 h 6858000"/>
              <a:gd name="connsiteX849" fmla="*/ 5825032 w 7467600"/>
              <a:gd name="connsiteY849" fmla="*/ 146405 h 6858000"/>
              <a:gd name="connsiteX850" fmla="*/ 4955599 w 7467600"/>
              <a:gd name="connsiteY850" fmla="*/ 247008 h 6858000"/>
              <a:gd name="connsiteX851" fmla="*/ 5210104 w 7467600"/>
              <a:gd name="connsiteY851" fmla="*/ 228123 h 6858000"/>
              <a:gd name="connsiteX852" fmla="*/ 5261015 w 7467600"/>
              <a:gd name="connsiteY852" fmla="*/ 227087 h 6858000"/>
              <a:gd name="connsiteX853" fmla="*/ 5861181 w 7467600"/>
              <a:gd name="connsiteY853" fmla="*/ 143093 h 6858000"/>
              <a:gd name="connsiteX854" fmla="*/ 5961252 w 7467600"/>
              <a:gd name="connsiteY854" fmla="*/ 114820 h 6858000"/>
              <a:gd name="connsiteX855" fmla="*/ 5944437 w 7467600"/>
              <a:gd name="connsiteY855" fmla="*/ 113829 h 6858000"/>
              <a:gd name="connsiteX856" fmla="*/ 3882765 w 7467600"/>
              <a:gd name="connsiteY856" fmla="*/ 0 h 6858000"/>
              <a:gd name="connsiteX857" fmla="*/ 3995099 w 7467600"/>
              <a:gd name="connsiteY857" fmla="*/ 0 h 6858000"/>
              <a:gd name="connsiteX858" fmla="*/ 4163818 w 7467600"/>
              <a:gd name="connsiteY858" fmla="*/ 234104 h 6858000"/>
              <a:gd name="connsiteX859" fmla="*/ 4172099 w 7467600"/>
              <a:gd name="connsiteY859" fmla="*/ 234207 h 6858000"/>
              <a:gd name="connsiteX860" fmla="*/ 4784282 w 7467600"/>
              <a:gd name="connsiteY860" fmla="*/ 276561 h 6858000"/>
              <a:gd name="connsiteX861" fmla="*/ 4801687 w 7467600"/>
              <a:gd name="connsiteY861" fmla="*/ 267764 h 6858000"/>
              <a:gd name="connsiteX862" fmla="*/ 6082788 w 7467600"/>
              <a:gd name="connsiteY862" fmla="*/ 64119 h 6858000"/>
              <a:gd name="connsiteX863" fmla="*/ 6099442 w 7467600"/>
              <a:gd name="connsiteY863" fmla="*/ 82568 h 6858000"/>
              <a:gd name="connsiteX864" fmla="*/ 4804137 w 7467600"/>
              <a:gd name="connsiteY864" fmla="*/ 320931 h 6858000"/>
              <a:gd name="connsiteX865" fmla="*/ 4227047 w 7467600"/>
              <a:gd name="connsiteY865" fmla="*/ 313415 h 6858000"/>
              <a:gd name="connsiteX866" fmla="*/ 4346041 w 7467600"/>
              <a:gd name="connsiteY866" fmla="*/ 456086 h 6858000"/>
              <a:gd name="connsiteX867" fmla="*/ 4870967 w 7467600"/>
              <a:gd name="connsiteY867" fmla="*/ 963061 h 6858000"/>
              <a:gd name="connsiteX868" fmla="*/ 4889647 w 7467600"/>
              <a:gd name="connsiteY868" fmla="*/ 957147 h 6858000"/>
              <a:gd name="connsiteX869" fmla="*/ 5422504 w 7467600"/>
              <a:gd name="connsiteY869" fmla="*/ 805191 h 6858000"/>
              <a:gd name="connsiteX870" fmla="*/ 6087656 w 7467600"/>
              <a:gd name="connsiteY870" fmla="*/ 826703 h 6858000"/>
              <a:gd name="connsiteX871" fmla="*/ 6058717 w 7467600"/>
              <a:gd name="connsiteY871" fmla="*/ 865992 h 6858000"/>
              <a:gd name="connsiteX872" fmla="*/ 4974153 w 7467600"/>
              <a:gd name="connsiteY872" fmla="*/ 1045456 h 6858000"/>
              <a:gd name="connsiteX873" fmla="*/ 5627835 w 7467600"/>
              <a:gd name="connsiteY873" fmla="*/ 1472077 h 6858000"/>
              <a:gd name="connsiteX874" fmla="*/ 5629817 w 7467600"/>
              <a:gd name="connsiteY874" fmla="*/ 1471412 h 6858000"/>
              <a:gd name="connsiteX875" fmla="*/ 5634124 w 7467600"/>
              <a:gd name="connsiteY875" fmla="*/ 1470572 h 6858000"/>
              <a:gd name="connsiteX876" fmla="*/ 5755832 w 7467600"/>
              <a:gd name="connsiteY876" fmla="*/ 1383886 h 6858000"/>
              <a:gd name="connsiteX877" fmla="*/ 6014186 w 7467600"/>
              <a:gd name="connsiteY877" fmla="*/ 1279799 h 6858000"/>
              <a:gd name="connsiteX878" fmla="*/ 6901619 w 7467600"/>
              <a:gd name="connsiteY878" fmla="*/ 1047874 h 6858000"/>
              <a:gd name="connsiteX879" fmla="*/ 6931566 w 7467600"/>
              <a:gd name="connsiteY879" fmla="*/ 1062034 h 6858000"/>
              <a:gd name="connsiteX880" fmla="*/ 5790982 w 7467600"/>
              <a:gd name="connsiteY880" fmla="*/ 1561380 h 6858000"/>
              <a:gd name="connsiteX881" fmla="*/ 6188971 w 7467600"/>
              <a:gd name="connsiteY881" fmla="*/ 1755168 h 6858000"/>
              <a:gd name="connsiteX882" fmla="*/ 6202446 w 7467600"/>
              <a:gd name="connsiteY882" fmla="*/ 1752268 h 6858000"/>
              <a:gd name="connsiteX883" fmla="*/ 7179560 w 7467600"/>
              <a:gd name="connsiteY883" fmla="*/ 1467551 h 6858000"/>
              <a:gd name="connsiteX884" fmla="*/ 7158730 w 7467600"/>
              <a:gd name="connsiteY884" fmla="*/ 1507835 h 6858000"/>
              <a:gd name="connsiteX885" fmla="*/ 6326959 w 7467600"/>
              <a:gd name="connsiteY885" fmla="*/ 1817686 h 6858000"/>
              <a:gd name="connsiteX886" fmla="*/ 6537433 w 7467600"/>
              <a:gd name="connsiteY886" fmla="*/ 1907790 h 6858000"/>
              <a:gd name="connsiteX887" fmla="*/ 6550221 w 7467600"/>
              <a:gd name="connsiteY887" fmla="*/ 1910729 h 6858000"/>
              <a:gd name="connsiteX888" fmla="*/ 6964438 w 7467600"/>
              <a:gd name="connsiteY888" fmla="*/ 2209505 h 6858000"/>
              <a:gd name="connsiteX889" fmla="*/ 7367862 w 7467600"/>
              <a:gd name="connsiteY889" fmla="*/ 2806833 h 6858000"/>
              <a:gd name="connsiteX890" fmla="*/ 7364329 w 7467600"/>
              <a:gd name="connsiteY890" fmla="*/ 2826907 h 6858000"/>
              <a:gd name="connsiteX891" fmla="*/ 7290545 w 7467600"/>
              <a:gd name="connsiteY891" fmla="*/ 2850663 h 6858000"/>
              <a:gd name="connsiteX892" fmla="*/ 6472036 w 7467600"/>
              <a:gd name="connsiteY892" fmla="*/ 1959003 h 6858000"/>
              <a:gd name="connsiteX893" fmla="*/ 5792897 w 7467600"/>
              <a:gd name="connsiteY893" fmla="*/ 1647747 h 6858000"/>
              <a:gd name="connsiteX894" fmla="*/ 5842751 w 7467600"/>
              <a:gd name="connsiteY894" fmla="*/ 1816112 h 6858000"/>
              <a:gd name="connsiteX895" fmla="*/ 5847424 w 7467600"/>
              <a:gd name="connsiteY895" fmla="*/ 1815776 h 6858000"/>
              <a:gd name="connsiteX896" fmla="*/ 6399821 w 7467600"/>
              <a:gd name="connsiteY896" fmla="*/ 2344799 h 6858000"/>
              <a:gd name="connsiteX897" fmla="*/ 6323232 w 7467600"/>
              <a:gd name="connsiteY897" fmla="*/ 2389634 h 6858000"/>
              <a:gd name="connsiteX898" fmla="*/ 5942958 w 7467600"/>
              <a:gd name="connsiteY898" fmla="*/ 2077708 h 6858000"/>
              <a:gd name="connsiteX899" fmla="*/ 5921559 w 7467600"/>
              <a:gd name="connsiteY899" fmla="*/ 2378596 h 6858000"/>
              <a:gd name="connsiteX900" fmla="*/ 5817651 w 7467600"/>
              <a:gd name="connsiteY900" fmla="*/ 3023919 h 6858000"/>
              <a:gd name="connsiteX901" fmla="*/ 5729634 w 7467600"/>
              <a:gd name="connsiteY901" fmla="*/ 3051849 h 6858000"/>
              <a:gd name="connsiteX902" fmla="*/ 5611018 w 7467600"/>
              <a:gd name="connsiteY902" fmla="*/ 2316769 h 6858000"/>
              <a:gd name="connsiteX903" fmla="*/ 5687608 w 7467600"/>
              <a:gd name="connsiteY903" fmla="*/ 2039972 h 6858000"/>
              <a:gd name="connsiteX904" fmla="*/ 5657554 w 7467600"/>
              <a:gd name="connsiteY904" fmla="*/ 1576445 h 6858000"/>
              <a:gd name="connsiteX905" fmla="*/ 5150475 w 7467600"/>
              <a:gd name="connsiteY905" fmla="*/ 1274012 h 6858000"/>
              <a:gd name="connsiteX906" fmla="*/ 5349142 w 7467600"/>
              <a:gd name="connsiteY906" fmla="*/ 2204405 h 6858000"/>
              <a:gd name="connsiteX907" fmla="*/ 5262214 w 7467600"/>
              <a:gd name="connsiteY907" fmla="*/ 2233836 h 6858000"/>
              <a:gd name="connsiteX908" fmla="*/ 4981539 w 7467600"/>
              <a:gd name="connsiteY908" fmla="*/ 1542201 h 6858000"/>
              <a:gd name="connsiteX909" fmla="*/ 4958461 w 7467600"/>
              <a:gd name="connsiteY909" fmla="*/ 1136957 h 6858000"/>
              <a:gd name="connsiteX910" fmla="*/ 4655015 w 7467600"/>
              <a:gd name="connsiteY910" fmla="*/ 891426 h 6858000"/>
              <a:gd name="connsiteX911" fmla="*/ 4348002 w 7467600"/>
              <a:gd name="connsiteY911" fmla="*/ 2205895 h 6858000"/>
              <a:gd name="connsiteX912" fmla="*/ 4262250 w 7467600"/>
              <a:gd name="connsiteY912" fmla="*/ 2219972 h 6858000"/>
              <a:gd name="connsiteX913" fmla="*/ 4550611 w 7467600"/>
              <a:gd name="connsiteY913" fmla="*/ 817540 h 6858000"/>
              <a:gd name="connsiteX914" fmla="*/ 4564418 w 7467600"/>
              <a:gd name="connsiteY914" fmla="*/ 808293 h 6858000"/>
              <a:gd name="connsiteX915" fmla="*/ 4266388 w 7467600"/>
              <a:gd name="connsiteY915" fmla="*/ 500083 h 6858000"/>
              <a:gd name="connsiteX916" fmla="*/ 4032842 w 7467600"/>
              <a:gd name="connsiteY916" fmla="*/ 211809 h 6858000"/>
              <a:gd name="connsiteX917" fmla="*/ 3882765 w 7467600"/>
              <a:gd name="connsiteY917" fmla="*/ 0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3721337 w 7467600"/>
              <a:gd name="connsiteY935" fmla="*/ 0 h 6858000"/>
              <a:gd name="connsiteX936" fmla="*/ 2867960 w 7467600"/>
              <a:gd name="connsiteY936" fmla="*/ 0 h 6858000"/>
              <a:gd name="connsiteX937" fmla="*/ 2926351 w 7467600"/>
              <a:gd name="connsiteY937" fmla="*/ 0 h 6858000"/>
              <a:gd name="connsiteX938" fmla="*/ 2902823 w 7467600"/>
              <a:gd name="connsiteY938" fmla="*/ 262929 h 6858000"/>
              <a:gd name="connsiteX939" fmla="*/ 2940663 w 7467600"/>
              <a:gd name="connsiteY939" fmla="*/ 140884 h 6858000"/>
              <a:gd name="connsiteX940" fmla="*/ 2947039 w 7467600"/>
              <a:gd name="connsiteY940" fmla="*/ 122524 h 6858000"/>
              <a:gd name="connsiteX941" fmla="*/ 2984316 w 7467600"/>
              <a:gd name="connsiteY941" fmla="*/ 0 h 6858000"/>
              <a:gd name="connsiteX942" fmla="*/ 3016114 w 7467600"/>
              <a:gd name="connsiteY942" fmla="*/ 0 h 6858000"/>
              <a:gd name="connsiteX943" fmla="*/ 2979949 w 7467600"/>
              <a:gd name="connsiteY943" fmla="*/ 119274 h 6858000"/>
              <a:gd name="connsiteX944" fmla="*/ 3023879 w 7467600"/>
              <a:gd name="connsiteY944" fmla="*/ 0 h 6858000"/>
              <a:gd name="connsiteX945" fmla="*/ 3105400 w 7467600"/>
              <a:gd name="connsiteY945" fmla="*/ 0 h 6858000"/>
              <a:gd name="connsiteX946" fmla="*/ 3094669 w 7467600"/>
              <a:gd name="connsiteY946" fmla="*/ 30308 h 6858000"/>
              <a:gd name="connsiteX947" fmla="*/ 2901945 w 7467600"/>
              <a:gd name="connsiteY947" fmla="*/ 466538 h 6858000"/>
              <a:gd name="connsiteX948" fmla="*/ 2815209 w 7467600"/>
              <a:gd name="connsiteY948" fmla="*/ 497361 h 6858000"/>
              <a:gd name="connsiteX949" fmla="*/ 2844845 w 7467600"/>
              <a:gd name="connsiteY949" fmla="*/ 127638 h 6858000"/>
              <a:gd name="connsiteX950" fmla="*/ 2867960 w 7467600"/>
              <a:gd name="connsiteY950" fmla="*/ 0 h 6858000"/>
              <a:gd name="connsiteX951" fmla="*/ 1057230 w 7467600"/>
              <a:gd name="connsiteY951" fmla="*/ 0 h 6858000"/>
              <a:gd name="connsiteX952" fmla="*/ 1111003 w 7467600"/>
              <a:gd name="connsiteY952" fmla="*/ 0 h 6858000"/>
              <a:gd name="connsiteX953" fmla="*/ 1125553 w 7467600"/>
              <a:gd name="connsiteY953" fmla="*/ 52588 h 6858000"/>
              <a:gd name="connsiteX954" fmla="*/ 1304276 w 7467600"/>
              <a:gd name="connsiteY954" fmla="*/ 476275 h 6858000"/>
              <a:gd name="connsiteX955" fmla="*/ 1492066 w 7467600"/>
              <a:gd name="connsiteY955" fmla="*/ 886333 h 6858000"/>
              <a:gd name="connsiteX956" fmla="*/ 1423698 w 7467600"/>
              <a:gd name="connsiteY956" fmla="*/ 710817 h 6858000"/>
              <a:gd name="connsiteX957" fmla="*/ 1357609 w 7467600"/>
              <a:gd name="connsiteY957" fmla="*/ 532892 h 6858000"/>
              <a:gd name="connsiteX958" fmla="*/ 1309550 w 7467600"/>
              <a:gd name="connsiteY958" fmla="*/ 374031 h 6858000"/>
              <a:gd name="connsiteX959" fmla="*/ 1193673 w 7467600"/>
              <a:gd name="connsiteY959" fmla="*/ 49533 h 6858000"/>
              <a:gd name="connsiteX960" fmla="*/ 1164391 w 7467600"/>
              <a:gd name="connsiteY960" fmla="*/ 0 h 6858000"/>
              <a:gd name="connsiteX961" fmla="*/ 1200666 w 7467600"/>
              <a:gd name="connsiteY961" fmla="*/ 0 h 6858000"/>
              <a:gd name="connsiteX962" fmla="*/ 1223408 w 7467600"/>
              <a:gd name="connsiteY962" fmla="*/ 38996 h 6858000"/>
              <a:gd name="connsiteX963" fmla="*/ 1339635 w 7467600"/>
              <a:gd name="connsiteY963" fmla="*/ 365517 h 6858000"/>
              <a:gd name="connsiteX964" fmla="*/ 1387469 w 7467600"/>
              <a:gd name="connsiteY964" fmla="*/ 523079 h 6858000"/>
              <a:gd name="connsiteX965" fmla="*/ 1452685 w 7467600"/>
              <a:gd name="connsiteY965" fmla="*/ 699806 h 6858000"/>
              <a:gd name="connsiteX966" fmla="*/ 1492092 w 7467600"/>
              <a:gd name="connsiteY966" fmla="*/ 800424 h 6858000"/>
              <a:gd name="connsiteX967" fmla="*/ 1455302 w 7467600"/>
              <a:gd name="connsiteY967" fmla="*/ 632913 h 6858000"/>
              <a:gd name="connsiteX968" fmla="*/ 1222336 w 7467600"/>
              <a:gd name="connsiteY968" fmla="*/ 9480 h 6858000"/>
              <a:gd name="connsiteX969" fmla="*/ 1214634 w 7467600"/>
              <a:gd name="connsiteY969" fmla="*/ 0 h 6858000"/>
              <a:gd name="connsiteX970" fmla="*/ 1289827 w 7467600"/>
              <a:gd name="connsiteY970" fmla="*/ 0 h 6858000"/>
              <a:gd name="connsiteX971" fmla="*/ 1321076 w 7467600"/>
              <a:gd name="connsiteY971" fmla="*/ 59722 h 6858000"/>
              <a:gd name="connsiteX972" fmla="*/ 1512579 w 7467600"/>
              <a:gd name="connsiteY972" fmla="*/ 626441 h 6858000"/>
              <a:gd name="connsiteX973" fmla="*/ 1506076 w 7467600"/>
              <a:gd name="connsiteY973" fmla="*/ 1089289 h 6858000"/>
              <a:gd name="connsiteX974" fmla="*/ 1486346 w 7467600"/>
              <a:gd name="connsiteY974" fmla="*/ 1079919 h 6858000"/>
              <a:gd name="connsiteX975" fmla="*/ 1070511 w 7467600"/>
              <a:gd name="connsiteY975" fmla="*/ 48609 h 6858000"/>
              <a:gd name="connsiteX976" fmla="*/ 1057230 w 7467600"/>
              <a:gd name="connsiteY976" fmla="*/ 0 h 6858000"/>
              <a:gd name="connsiteX977" fmla="*/ 43151 w 7467600"/>
              <a:gd name="connsiteY977" fmla="*/ 0 h 6858000"/>
              <a:gd name="connsiteX978" fmla="*/ 95283 w 7467600"/>
              <a:gd name="connsiteY978" fmla="*/ 0 h 6858000"/>
              <a:gd name="connsiteX979" fmla="*/ 300708 w 7467600"/>
              <a:gd name="connsiteY979" fmla="*/ 154571 h 6858000"/>
              <a:gd name="connsiteX980" fmla="*/ 530414 w 7467600"/>
              <a:gd name="connsiteY980" fmla="*/ 354673 h 6858000"/>
              <a:gd name="connsiteX981" fmla="*/ 333785 w 7467600"/>
              <a:gd name="connsiteY981" fmla="*/ 161564 h 6858000"/>
              <a:gd name="connsiteX982" fmla="*/ 147005 w 7467600"/>
              <a:gd name="connsiteY982" fmla="*/ 0 h 6858000"/>
              <a:gd name="connsiteX983" fmla="*/ 272509 w 7467600"/>
              <a:gd name="connsiteY983" fmla="*/ 0 h 6858000"/>
              <a:gd name="connsiteX984" fmla="*/ 326276 w 7467600"/>
              <a:gd name="connsiteY984" fmla="*/ 45847 h 6858000"/>
              <a:gd name="connsiteX985" fmla="*/ 823759 w 7467600"/>
              <a:gd name="connsiteY985" fmla="*/ 574145 h 6858000"/>
              <a:gd name="connsiteX986" fmla="*/ 811254 w 7467600"/>
              <a:gd name="connsiteY986" fmla="*/ 665546 h 6858000"/>
              <a:gd name="connsiteX987" fmla="*/ 154042 w 7467600"/>
              <a:gd name="connsiteY987" fmla="*/ 261522 h 6858000"/>
              <a:gd name="connsiteX988" fmla="*/ 13550 w 7467600"/>
              <a:gd name="connsiteY988" fmla="*/ 158423 h 6858000"/>
              <a:gd name="connsiteX989" fmla="*/ 0 w 7467600"/>
              <a:gd name="connsiteY989" fmla="*/ 146618 h 6858000"/>
              <a:gd name="connsiteX990" fmla="*/ 0 w 7467600"/>
              <a:gd name="connsiteY990" fmla="*/ 59161 h 6858000"/>
              <a:gd name="connsiteX991" fmla="*/ 45427 w 7467600"/>
              <a:gd name="connsiteY991" fmla="*/ 101078 h 6858000"/>
              <a:gd name="connsiteX992" fmla="*/ 630103 w 7467600"/>
              <a:gd name="connsiteY992" fmla="*/ 485885 h 6858000"/>
              <a:gd name="connsiteX993" fmla="*/ 532040 w 7467600"/>
              <a:gd name="connsiteY993" fmla="*/ 399359 h 6858000"/>
              <a:gd name="connsiteX994" fmla="*/ 517618 w 7467600"/>
              <a:gd name="connsiteY994" fmla="*/ 385726 h 6858000"/>
              <a:gd name="connsiteX995" fmla="*/ 285074 w 7467600"/>
              <a:gd name="connsiteY995" fmla="*/ 182755 h 6858000"/>
              <a:gd name="connsiteX996" fmla="*/ 43151 w 7467600"/>
              <a:gd name="connsiteY99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27465 w 7467600"/>
              <a:gd name="connsiteY127" fmla="*/ 5174181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1903353 w 7467600"/>
              <a:gd name="connsiteY140" fmla="*/ 5044827 h 6858000"/>
              <a:gd name="connsiteX141" fmla="*/ 1936931 w 7467600"/>
              <a:gd name="connsiteY141" fmla="*/ 5093954 h 6858000"/>
              <a:gd name="connsiteX142" fmla="*/ 2195868 w 7467600"/>
              <a:gd name="connsiteY142" fmla="*/ 5396574 h 6858000"/>
              <a:gd name="connsiteX143" fmla="*/ 2088852 w 7467600"/>
              <a:gd name="connsiteY143" fmla="*/ 5166123 h 6858000"/>
              <a:gd name="connsiteX144" fmla="*/ 1958241 w 7467600"/>
              <a:gd name="connsiteY144" fmla="*/ 5067955 h 6858000"/>
              <a:gd name="connsiteX145" fmla="*/ 1903353 w 7467600"/>
              <a:gd name="connsiteY145" fmla="*/ 5044827 h 6858000"/>
              <a:gd name="connsiteX146" fmla="*/ 1979378 w 7467600"/>
              <a:gd name="connsiteY146" fmla="*/ 4769504 h 6858000"/>
              <a:gd name="connsiteX147" fmla="*/ 2882120 w 7467600"/>
              <a:gd name="connsiteY147" fmla="*/ 5064547 h 6858000"/>
              <a:gd name="connsiteX148" fmla="*/ 2793103 w 7467600"/>
              <a:gd name="connsiteY148" fmla="*/ 5039699 h 6858000"/>
              <a:gd name="connsiteX149" fmla="*/ 2770041 w 7467600"/>
              <a:gd name="connsiteY149" fmla="*/ 5033634 h 6858000"/>
              <a:gd name="connsiteX150" fmla="*/ 1979378 w 7467600"/>
              <a:gd name="connsiteY150" fmla="*/ 4769504 h 6858000"/>
              <a:gd name="connsiteX151" fmla="*/ 1927410 w 7467600"/>
              <a:gd name="connsiteY151" fmla="*/ 4716164 h 6858000"/>
              <a:gd name="connsiteX152" fmla="*/ 1959587 w 7467600"/>
              <a:gd name="connsiteY152" fmla="*/ 4728849 h 6858000"/>
              <a:gd name="connsiteX153" fmla="*/ 2777707 w 7467600"/>
              <a:gd name="connsiteY153" fmla="*/ 5003991 h 6858000"/>
              <a:gd name="connsiteX154" fmla="*/ 2800768 w 7467600"/>
              <a:gd name="connsiteY154" fmla="*/ 5010056 h 6858000"/>
              <a:gd name="connsiteX155" fmla="*/ 2879408 w 7467600"/>
              <a:gd name="connsiteY155" fmla="*/ 5031590 h 6858000"/>
              <a:gd name="connsiteX156" fmla="*/ 2862295 w 7467600"/>
              <a:gd name="connsiteY156" fmla="*/ 5022958 h 6858000"/>
              <a:gd name="connsiteX157" fmla="*/ 2813343 w 7467600"/>
              <a:gd name="connsiteY157" fmla="*/ 4998369 h 6858000"/>
              <a:gd name="connsiteX158" fmla="*/ 2646245 w 7467600"/>
              <a:gd name="connsiteY158" fmla="*/ 4930999 h 6858000"/>
              <a:gd name="connsiteX159" fmla="*/ 1999243 w 7467600"/>
              <a:gd name="connsiteY159" fmla="*/ 4730524 h 6858000"/>
              <a:gd name="connsiteX160" fmla="*/ 1979527 w 7467600"/>
              <a:gd name="connsiteY160" fmla="*/ 4726651 h 6858000"/>
              <a:gd name="connsiteX161" fmla="*/ 1927410 w 7467600"/>
              <a:gd name="connsiteY161" fmla="*/ 4716164 h 6858000"/>
              <a:gd name="connsiteX162" fmla="*/ 1997014 w 7467600"/>
              <a:gd name="connsiteY162" fmla="*/ 4698007 h 6858000"/>
              <a:gd name="connsiteX163" fmla="*/ 2005458 w 7467600"/>
              <a:gd name="connsiteY163" fmla="*/ 4699540 h 6858000"/>
              <a:gd name="connsiteX164" fmla="*/ 2657186 w 7467600"/>
              <a:gd name="connsiteY164" fmla="*/ 4901687 h 6858000"/>
              <a:gd name="connsiteX165" fmla="*/ 2826662 w 7467600"/>
              <a:gd name="connsiteY165" fmla="*/ 4970362 h 6858000"/>
              <a:gd name="connsiteX166" fmla="*/ 2876100 w 7467600"/>
              <a:gd name="connsiteY166" fmla="*/ 4995397 h 6858000"/>
              <a:gd name="connsiteX167" fmla="*/ 3042600 w 7467600"/>
              <a:gd name="connsiteY167" fmla="*/ 5059532 h 6858000"/>
              <a:gd name="connsiteX168" fmla="*/ 1997014 w 7467600"/>
              <a:gd name="connsiteY168" fmla="*/ 4698007 h 6858000"/>
              <a:gd name="connsiteX169" fmla="*/ 2305292 w 7467600"/>
              <a:gd name="connsiteY169" fmla="*/ 4219492 h 6858000"/>
              <a:gd name="connsiteX170" fmla="*/ 3360922 w 7467600"/>
              <a:gd name="connsiteY170" fmla="*/ 4529373 h 6858000"/>
              <a:gd name="connsiteX171" fmla="*/ 3492420 w 7467600"/>
              <a:gd name="connsiteY171" fmla="*/ 4510145 h 6858000"/>
              <a:gd name="connsiteX172" fmla="*/ 3364086 w 7467600"/>
              <a:gd name="connsiteY172" fmla="*/ 4480340 h 6858000"/>
              <a:gd name="connsiteX173" fmla="*/ 3225818 w 7467600"/>
              <a:gd name="connsiteY173" fmla="*/ 4411822 h 6858000"/>
              <a:gd name="connsiteX174" fmla="*/ 3129696 w 7467600"/>
              <a:gd name="connsiteY174" fmla="*/ 4360704 h 6858000"/>
              <a:gd name="connsiteX175" fmla="*/ 2814545 w 7467600"/>
              <a:gd name="connsiteY175" fmla="*/ 4282955 h 6858000"/>
              <a:gd name="connsiteX176" fmla="*/ 2305292 w 7467600"/>
              <a:gd name="connsiteY176" fmla="*/ 4219492 h 6858000"/>
              <a:gd name="connsiteX177" fmla="*/ 2626982 w 7467600"/>
              <a:gd name="connsiteY177" fmla="*/ 4206450 h 6858000"/>
              <a:gd name="connsiteX178" fmla="*/ 2490617 w 7467600"/>
              <a:gd name="connsiteY178" fmla="*/ 4206951 h 6858000"/>
              <a:gd name="connsiteX179" fmla="*/ 2819869 w 7467600"/>
              <a:gd name="connsiteY179" fmla="*/ 4252936 h 6858000"/>
              <a:gd name="connsiteX180" fmla="*/ 3143018 w 7467600"/>
              <a:gd name="connsiteY180" fmla="*/ 4332698 h 6858000"/>
              <a:gd name="connsiteX181" fmla="*/ 3241520 w 7467600"/>
              <a:gd name="connsiteY181" fmla="*/ 4385112 h 6858000"/>
              <a:gd name="connsiteX182" fmla="*/ 3374575 w 7467600"/>
              <a:gd name="connsiteY182" fmla="*/ 4451517 h 6858000"/>
              <a:gd name="connsiteX183" fmla="*/ 3505221 w 7467600"/>
              <a:gd name="connsiteY183" fmla="*/ 4480757 h 6858000"/>
              <a:gd name="connsiteX184" fmla="*/ 2626982 w 7467600"/>
              <a:gd name="connsiteY184" fmla="*/ 4206450 h 6858000"/>
              <a:gd name="connsiteX185" fmla="*/ 1310106 w 7467600"/>
              <a:gd name="connsiteY185" fmla="*/ 3943217 h 6858000"/>
              <a:gd name="connsiteX186" fmla="*/ 854994 w 7467600"/>
              <a:gd name="connsiteY186" fmla="*/ 4399136 h 6858000"/>
              <a:gd name="connsiteX187" fmla="*/ 742462 w 7467600"/>
              <a:gd name="connsiteY187" fmla="*/ 4594648 h 6858000"/>
              <a:gd name="connsiteX188" fmla="*/ 820602 w 7467600"/>
              <a:gd name="connsiteY188" fmla="*/ 4485915 h 6858000"/>
              <a:gd name="connsiteX189" fmla="*/ 878295 w 7467600"/>
              <a:gd name="connsiteY189" fmla="*/ 4403594 h 6858000"/>
              <a:gd name="connsiteX190" fmla="*/ 1240607 w 7467600"/>
              <a:gd name="connsiteY190" fmla="*/ 4010401 h 6858000"/>
              <a:gd name="connsiteX191" fmla="*/ 1310106 w 7467600"/>
              <a:gd name="connsiteY191" fmla="*/ 3943217 h 6858000"/>
              <a:gd name="connsiteX192" fmla="*/ 1423113 w 7467600"/>
              <a:gd name="connsiteY192" fmla="*/ 3874565 h 6858000"/>
              <a:gd name="connsiteX193" fmla="*/ 1260565 w 7467600"/>
              <a:gd name="connsiteY193" fmla="*/ 4031982 h 6858000"/>
              <a:gd name="connsiteX194" fmla="*/ 901900 w 7467600"/>
              <a:gd name="connsiteY194" fmla="*/ 4421236 h 6858000"/>
              <a:gd name="connsiteX195" fmla="*/ 845044 w 7467600"/>
              <a:gd name="connsiteY195" fmla="*/ 4502436 h 6858000"/>
              <a:gd name="connsiteX196" fmla="*/ 685926 w 7467600"/>
              <a:gd name="connsiteY196" fmla="*/ 4703069 h 6858000"/>
              <a:gd name="connsiteX197" fmla="*/ 684248 w 7467600"/>
              <a:gd name="connsiteY197" fmla="*/ 4706721 h 6858000"/>
              <a:gd name="connsiteX198" fmla="*/ 1423113 w 7467600"/>
              <a:gd name="connsiteY198" fmla="*/ 3874565 h 6858000"/>
              <a:gd name="connsiteX199" fmla="*/ 3316479 w 7467600"/>
              <a:gd name="connsiteY199" fmla="*/ 3872136 h 6858000"/>
              <a:gd name="connsiteX200" fmla="*/ 3546806 w 7467600"/>
              <a:gd name="connsiteY200" fmla="*/ 4356139 h 6858000"/>
              <a:gd name="connsiteX201" fmla="*/ 3364433 w 7467600"/>
              <a:gd name="connsiteY201" fmla="*/ 3953121 h 6858000"/>
              <a:gd name="connsiteX202" fmla="*/ 3316479 w 7467600"/>
              <a:gd name="connsiteY202" fmla="*/ 3872136 h 6858000"/>
              <a:gd name="connsiteX203" fmla="*/ 3291335 w 7467600"/>
              <a:gd name="connsiteY203" fmla="*/ 3767420 h 6858000"/>
              <a:gd name="connsiteX204" fmla="*/ 3390805 w 7467600"/>
              <a:gd name="connsiteY204" fmla="*/ 3937163 h 6858000"/>
              <a:gd name="connsiteX205" fmla="*/ 3579062 w 7467600"/>
              <a:gd name="connsiteY205" fmla="*/ 4359040 h 6858000"/>
              <a:gd name="connsiteX206" fmla="*/ 3467355 w 7467600"/>
              <a:gd name="connsiteY206" fmla="*/ 3988130 h 6858000"/>
              <a:gd name="connsiteX207" fmla="*/ 3310753 w 7467600"/>
              <a:gd name="connsiteY207" fmla="*/ 3787140 h 6858000"/>
              <a:gd name="connsiteX208" fmla="*/ 3291335 w 7467600"/>
              <a:gd name="connsiteY208" fmla="*/ 3767420 h 6858000"/>
              <a:gd name="connsiteX209" fmla="*/ 1635889 w 7467600"/>
              <a:gd name="connsiteY209" fmla="*/ 3709494 h 6858000"/>
              <a:gd name="connsiteX210" fmla="*/ 1634800 w 7467600"/>
              <a:gd name="connsiteY210" fmla="*/ 3731111 h 6858000"/>
              <a:gd name="connsiteX211" fmla="*/ 1635889 w 7467600"/>
              <a:gd name="connsiteY211" fmla="*/ 3709494 h 6858000"/>
              <a:gd name="connsiteX212" fmla="*/ 1510397 w 7467600"/>
              <a:gd name="connsiteY212" fmla="*/ 3684705 h 6858000"/>
              <a:gd name="connsiteX213" fmla="*/ 1146550 w 7467600"/>
              <a:gd name="connsiteY213" fmla="*/ 3802012 h 6858000"/>
              <a:gd name="connsiteX214" fmla="*/ 698834 w 7467600"/>
              <a:gd name="connsiteY214" fmla="*/ 3952272 h 6858000"/>
              <a:gd name="connsiteX215" fmla="*/ 34256 w 7467600"/>
              <a:gd name="connsiteY215" fmla="*/ 4347603 h 6858000"/>
              <a:gd name="connsiteX216" fmla="*/ 527241 w 7467600"/>
              <a:gd name="connsiteY216" fmla="*/ 4065078 h 6858000"/>
              <a:gd name="connsiteX217" fmla="*/ 1510397 w 7467600"/>
              <a:gd name="connsiteY217" fmla="*/ 3684705 h 6858000"/>
              <a:gd name="connsiteX218" fmla="*/ 1313114 w 7467600"/>
              <a:gd name="connsiteY218" fmla="*/ 3655216 h 6858000"/>
              <a:gd name="connsiteX219" fmla="*/ 1109304 w 7467600"/>
              <a:gd name="connsiteY219" fmla="*/ 3669030 h 6858000"/>
              <a:gd name="connsiteX220" fmla="*/ 8129 w 7467600"/>
              <a:gd name="connsiteY220" fmla="*/ 4330519 h 6858000"/>
              <a:gd name="connsiteX221" fmla="*/ 687572 w 7467600"/>
              <a:gd name="connsiteY221" fmla="*/ 3925629 h 6858000"/>
              <a:gd name="connsiteX222" fmla="*/ 1138365 w 7467600"/>
              <a:gd name="connsiteY222" fmla="*/ 3774515 h 6858000"/>
              <a:gd name="connsiteX223" fmla="*/ 1505579 w 7467600"/>
              <a:gd name="connsiteY223" fmla="*/ 3655526 h 6858000"/>
              <a:gd name="connsiteX224" fmla="*/ 1313114 w 7467600"/>
              <a:gd name="connsiteY224" fmla="*/ 3655216 h 6858000"/>
              <a:gd name="connsiteX225" fmla="*/ 3655073 w 7467600"/>
              <a:gd name="connsiteY225" fmla="*/ 3650884 h 6858000"/>
              <a:gd name="connsiteX226" fmla="*/ 3989938 w 7467600"/>
              <a:gd name="connsiteY226" fmla="*/ 3991685 h 6858000"/>
              <a:gd name="connsiteX227" fmla="*/ 4393907 w 7467600"/>
              <a:gd name="connsiteY227" fmla="*/ 4261258 h 6858000"/>
              <a:gd name="connsiteX228" fmla="*/ 4648051 w 7467600"/>
              <a:gd name="connsiteY228" fmla="*/ 4374051 h 6858000"/>
              <a:gd name="connsiteX229" fmla="*/ 4383389 w 7467600"/>
              <a:gd name="connsiteY229" fmla="*/ 4184369 h 6858000"/>
              <a:gd name="connsiteX230" fmla="*/ 4165508 w 7467600"/>
              <a:gd name="connsiteY230" fmla="*/ 4035196 h 6858000"/>
              <a:gd name="connsiteX231" fmla="*/ 4068162 w 7467600"/>
              <a:gd name="connsiteY231" fmla="*/ 3953394 h 6858000"/>
              <a:gd name="connsiteX232" fmla="*/ 3981416 w 7467600"/>
              <a:gd name="connsiteY232" fmla="*/ 3880482 h 6858000"/>
              <a:gd name="connsiteX233" fmla="*/ 3800147 w 7467600"/>
              <a:gd name="connsiteY233" fmla="*/ 3749872 h 6858000"/>
              <a:gd name="connsiteX234" fmla="*/ 3655073 w 7467600"/>
              <a:gd name="connsiteY234" fmla="*/ 3650884 h 6858000"/>
              <a:gd name="connsiteX235" fmla="*/ 3670252 w 7467600"/>
              <a:gd name="connsiteY235" fmla="*/ 3622798 h 6858000"/>
              <a:gd name="connsiteX236" fmla="*/ 3817258 w 7467600"/>
              <a:gd name="connsiteY236" fmla="*/ 3723577 h 6858000"/>
              <a:gd name="connsiteX237" fmla="*/ 4000461 w 7467600"/>
              <a:gd name="connsiteY237" fmla="*/ 3855966 h 6858000"/>
              <a:gd name="connsiteX238" fmla="*/ 4088180 w 7467600"/>
              <a:gd name="connsiteY238" fmla="*/ 3929774 h 6858000"/>
              <a:gd name="connsiteX239" fmla="*/ 4184555 w 7467600"/>
              <a:gd name="connsiteY239" fmla="*/ 4010683 h 6858000"/>
              <a:gd name="connsiteX240" fmla="*/ 4399563 w 7467600"/>
              <a:gd name="connsiteY240" fmla="*/ 4158106 h 6858000"/>
              <a:gd name="connsiteX241" fmla="*/ 4684469 w 7467600"/>
              <a:gd name="connsiteY241" fmla="*/ 4364680 h 6858000"/>
              <a:gd name="connsiteX242" fmla="*/ 4690271 w 7467600"/>
              <a:gd name="connsiteY242" fmla="*/ 4370034 h 6858000"/>
              <a:gd name="connsiteX243" fmla="*/ 4136093 w 7467600"/>
              <a:gd name="connsiteY243" fmla="*/ 3858466 h 6858000"/>
              <a:gd name="connsiteX244" fmla="*/ 3670252 w 7467600"/>
              <a:gd name="connsiteY244" fmla="*/ 3622798 h 6858000"/>
              <a:gd name="connsiteX245" fmla="*/ 4440129 w 7467600"/>
              <a:gd name="connsiteY245" fmla="*/ 3448571 h 6858000"/>
              <a:gd name="connsiteX246" fmla="*/ 4856525 w 7467600"/>
              <a:gd name="connsiteY246" fmla="*/ 3915351 h 6858000"/>
              <a:gd name="connsiteX247" fmla="*/ 5059055 w 7467600"/>
              <a:gd name="connsiteY247" fmla="*/ 4108918 h 6858000"/>
              <a:gd name="connsiteX248" fmla="*/ 5290070 w 7467600"/>
              <a:gd name="connsiteY248" fmla="*/ 4263619 h 6858000"/>
              <a:gd name="connsiteX249" fmla="*/ 4834991 w 7467600"/>
              <a:gd name="connsiteY249" fmla="*/ 3830985 h 6858000"/>
              <a:gd name="connsiteX250" fmla="*/ 4440129 w 7467600"/>
              <a:gd name="connsiteY250" fmla="*/ 3448571 h 6858000"/>
              <a:gd name="connsiteX251" fmla="*/ 4441737 w 7467600"/>
              <a:gd name="connsiteY251" fmla="*/ 3399734 h 6858000"/>
              <a:gd name="connsiteX252" fmla="*/ 4431236 w 7467600"/>
              <a:gd name="connsiteY252" fmla="*/ 3400954 h 6858000"/>
              <a:gd name="connsiteX253" fmla="*/ 4557150 w 7467600"/>
              <a:gd name="connsiteY253" fmla="*/ 3510023 h 6858000"/>
              <a:gd name="connsiteX254" fmla="*/ 4856936 w 7467600"/>
              <a:gd name="connsiteY254" fmla="*/ 3809146 h 6858000"/>
              <a:gd name="connsiteX255" fmla="*/ 5111996 w 7467600"/>
              <a:gd name="connsiteY255" fmla="*/ 4065759 h 6858000"/>
              <a:gd name="connsiteX256" fmla="*/ 5388878 w 7467600"/>
              <a:gd name="connsiteY256" fmla="*/ 4300185 h 6858000"/>
              <a:gd name="connsiteX257" fmla="*/ 5425556 w 7467600"/>
              <a:gd name="connsiteY257" fmla="*/ 4308967 h 6858000"/>
              <a:gd name="connsiteX258" fmla="*/ 4943646 w 7467600"/>
              <a:gd name="connsiteY258" fmla="*/ 3822916 h 6858000"/>
              <a:gd name="connsiteX259" fmla="*/ 4594837 w 7467600"/>
              <a:gd name="connsiteY259" fmla="*/ 3532274 h 6858000"/>
              <a:gd name="connsiteX260" fmla="*/ 4441737 w 7467600"/>
              <a:gd name="connsiteY260" fmla="*/ 3399734 h 6858000"/>
              <a:gd name="connsiteX261" fmla="*/ 5425834 w 7467600"/>
              <a:gd name="connsiteY261" fmla="*/ 3162785 h 6858000"/>
              <a:gd name="connsiteX262" fmla="*/ 5401644 w 7467600"/>
              <a:gd name="connsiteY262" fmla="*/ 3617847 h 6858000"/>
              <a:gd name="connsiteX263" fmla="*/ 5467256 w 7467600"/>
              <a:gd name="connsiteY263" fmla="*/ 4175494 h 6858000"/>
              <a:gd name="connsiteX264" fmla="*/ 5448069 w 7467600"/>
              <a:gd name="connsiteY264" fmla="*/ 3567554 h 6858000"/>
              <a:gd name="connsiteX265" fmla="*/ 5425834 w 7467600"/>
              <a:gd name="connsiteY265" fmla="*/ 3162785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399523 w 7467600"/>
              <a:gd name="connsiteY588" fmla="*/ 1428234 h 6858000"/>
              <a:gd name="connsiteX589" fmla="*/ 2448558 w 7467600"/>
              <a:gd name="connsiteY589" fmla="*/ 1373435 h 6858000"/>
              <a:gd name="connsiteX590" fmla="*/ 2312521 w 7467600"/>
              <a:gd name="connsiteY590" fmla="*/ 1806140 h 6858000"/>
              <a:gd name="connsiteX591" fmla="*/ 2127533 w 7467600"/>
              <a:gd name="connsiteY591" fmla="*/ 2348380 h 6858000"/>
              <a:gd name="connsiteX592" fmla="*/ 2358080 w 7467600"/>
              <a:gd name="connsiteY592" fmla="*/ 1866134 h 6858000"/>
              <a:gd name="connsiteX593" fmla="*/ 2407436 w 7467600"/>
              <a:gd name="connsiteY593" fmla="*/ 1651070 h 6858000"/>
              <a:gd name="connsiteX594" fmla="*/ 2448558 w 7467600"/>
              <a:gd name="connsiteY594" fmla="*/ 1373435 h 6858000"/>
              <a:gd name="connsiteX595" fmla="*/ 278707 w 7467600"/>
              <a:gd name="connsiteY595" fmla="*/ 1352270 h 6858000"/>
              <a:gd name="connsiteX596" fmla="*/ 321570 w 7467600"/>
              <a:gd name="connsiteY596" fmla="*/ 1861610 h 6858000"/>
              <a:gd name="connsiteX597" fmla="*/ 294281 w 7467600"/>
              <a:gd name="connsiteY597" fmla="*/ 1440658 h 6858000"/>
              <a:gd name="connsiteX598" fmla="*/ 278707 w 7467600"/>
              <a:gd name="connsiteY598" fmla="*/ 1352270 h 6858000"/>
              <a:gd name="connsiteX599" fmla="*/ 1423821 w 7467600"/>
              <a:gd name="connsiteY599" fmla="*/ 1351958 h 6858000"/>
              <a:gd name="connsiteX600" fmla="*/ 1638521 w 7467600"/>
              <a:gd name="connsiteY600" fmla="*/ 1908470 h 6858000"/>
              <a:gd name="connsiteX601" fmla="*/ 1754199 w 7467600"/>
              <a:gd name="connsiteY601" fmla="*/ 2149284 h 6858000"/>
              <a:gd name="connsiteX602" fmla="*/ 1908359 w 7467600"/>
              <a:gd name="connsiteY602" fmla="*/ 2364988 h 6858000"/>
              <a:gd name="connsiteX603" fmla="*/ 1647661 w 7467600"/>
              <a:gd name="connsiteY603" fmla="*/ 1825945 h 6858000"/>
              <a:gd name="connsiteX604" fmla="*/ 1423821 w 7467600"/>
              <a:gd name="connsiteY604" fmla="*/ 1351958 h 6858000"/>
              <a:gd name="connsiteX605" fmla="*/ 1431890 w 7467600"/>
              <a:gd name="connsiteY605" fmla="*/ 1306475 h 6858000"/>
              <a:gd name="connsiteX606" fmla="*/ 1507597 w 7467600"/>
              <a:gd name="connsiteY606" fmla="*/ 1446132 h 6858000"/>
              <a:gd name="connsiteX607" fmla="*/ 1674586 w 7467600"/>
              <a:gd name="connsiteY607" fmla="*/ 1813832 h 6858000"/>
              <a:gd name="connsiteX608" fmla="*/ 1815950 w 7467600"/>
              <a:gd name="connsiteY608" fmla="*/ 2128564 h 6858000"/>
              <a:gd name="connsiteX609" fmla="*/ 1984242 w 7467600"/>
              <a:gd name="connsiteY609" fmla="*/ 2430829 h 6858000"/>
              <a:gd name="connsiteX610" fmla="*/ 2014023 w 7467600"/>
              <a:gd name="connsiteY610" fmla="*/ 2450995 h 6858000"/>
              <a:gd name="connsiteX611" fmla="*/ 1747337 w 7467600"/>
              <a:gd name="connsiteY611" fmla="*/ 1855264 h 6858000"/>
              <a:gd name="connsiteX612" fmla="*/ 1533749 w 7467600"/>
              <a:gd name="connsiteY612" fmla="*/ 1478656 h 6858000"/>
              <a:gd name="connsiteX613" fmla="*/ 1431890 w 7467600"/>
              <a:gd name="connsiteY613" fmla="*/ 1306475 h 6858000"/>
              <a:gd name="connsiteX614" fmla="*/ 5052692 w 7467600"/>
              <a:gd name="connsiteY614" fmla="*/ 1292994 h 6858000"/>
              <a:gd name="connsiteX615" fmla="*/ 5200661 w 7467600"/>
              <a:gd name="connsiteY615" fmla="*/ 1635186 h 6858000"/>
              <a:gd name="connsiteX616" fmla="*/ 5297138 w 7467600"/>
              <a:gd name="connsiteY616" fmla="*/ 1906351 h 6858000"/>
              <a:gd name="connsiteX617" fmla="*/ 5052692 w 7467600"/>
              <a:gd name="connsiteY617" fmla="*/ 1292994 h 6858000"/>
              <a:gd name="connsiteX618" fmla="*/ 5009948 w 7467600"/>
              <a:gd name="connsiteY618" fmla="*/ 1273619 h 6858000"/>
              <a:gd name="connsiteX619" fmla="*/ 5121777 w 7467600"/>
              <a:gd name="connsiteY619" fmla="*/ 1654213 h 6858000"/>
              <a:gd name="connsiteX620" fmla="*/ 5293545 w 7467600"/>
              <a:gd name="connsiteY620" fmla="*/ 2072247 h 6858000"/>
              <a:gd name="connsiteX621" fmla="*/ 5294042 w 7467600"/>
              <a:gd name="connsiteY621" fmla="*/ 2065019 h 6858000"/>
              <a:gd name="connsiteX622" fmla="*/ 5171936 w 7467600"/>
              <a:gd name="connsiteY622" fmla="*/ 1647613 h 6858000"/>
              <a:gd name="connsiteX623" fmla="*/ 5009948 w 7467600"/>
              <a:gd name="connsiteY623" fmla="*/ 1273619 h 6858000"/>
              <a:gd name="connsiteX624" fmla="*/ 655236 w 7467600"/>
              <a:gd name="connsiteY624" fmla="*/ 1268632 h 6858000"/>
              <a:gd name="connsiteX625" fmla="*/ 839521 w 7467600"/>
              <a:gd name="connsiteY625" fmla="*/ 1685315 h 6858000"/>
              <a:gd name="connsiteX626" fmla="*/ 1109416 w 7467600"/>
              <a:gd name="connsiteY626" fmla="*/ 2061663 h 6858000"/>
              <a:gd name="connsiteX627" fmla="*/ 1298300 w 7467600"/>
              <a:gd name="connsiteY627" fmla="*/ 2247742 h 6858000"/>
              <a:gd name="connsiteX628" fmla="*/ 1125871 w 7467600"/>
              <a:gd name="connsiteY628" fmla="*/ 1989513 h 6858000"/>
              <a:gd name="connsiteX629" fmla="*/ 981574 w 7467600"/>
              <a:gd name="connsiteY629" fmla="*/ 1783157 h 6858000"/>
              <a:gd name="connsiteX630" fmla="*/ 922198 w 7467600"/>
              <a:gd name="connsiteY630" fmla="*/ 1677437 h 6858000"/>
              <a:gd name="connsiteX631" fmla="*/ 869293 w 7467600"/>
              <a:gd name="connsiteY631" fmla="*/ 1583214 h 6858000"/>
              <a:gd name="connsiteX632" fmla="*/ 751431 w 7467600"/>
              <a:gd name="connsiteY632" fmla="*/ 1405731 h 6858000"/>
              <a:gd name="connsiteX633" fmla="*/ 655236 w 7467600"/>
              <a:gd name="connsiteY633" fmla="*/ 1268632 h 6858000"/>
              <a:gd name="connsiteX634" fmla="*/ 6516292 w 7467600"/>
              <a:gd name="connsiteY634" fmla="*/ 1263064 h 6858000"/>
              <a:gd name="connsiteX635" fmla="*/ 5736320 w 7467600"/>
              <a:gd name="connsiteY635" fmla="*/ 1501803 h 6858000"/>
              <a:gd name="connsiteX636" fmla="*/ 6516292 w 7467600"/>
              <a:gd name="connsiteY636" fmla="*/ 1263064 h 6858000"/>
              <a:gd name="connsiteX637" fmla="*/ 291466 w 7467600"/>
              <a:gd name="connsiteY637" fmla="*/ 1250369 h 6858000"/>
              <a:gd name="connsiteX638" fmla="*/ 323180 w 7467600"/>
              <a:gd name="connsiteY638" fmla="*/ 1435283 h 6858000"/>
              <a:gd name="connsiteX639" fmla="*/ 349381 w 7467600"/>
              <a:gd name="connsiteY639" fmla="*/ 1875041 h 6858000"/>
              <a:gd name="connsiteX640" fmla="*/ 374363 w 7467600"/>
              <a:gd name="connsiteY640" fmla="*/ 1506494 h 6858000"/>
              <a:gd name="connsiteX641" fmla="*/ 302168 w 7467600"/>
              <a:gd name="connsiteY641" fmla="*/ 1274495 h 6858000"/>
              <a:gd name="connsiteX642" fmla="*/ 291466 w 7467600"/>
              <a:gd name="connsiteY642" fmla="*/ 1250369 h 6858000"/>
              <a:gd name="connsiteX643" fmla="*/ 678222 w 7467600"/>
              <a:gd name="connsiteY643" fmla="*/ 1248670 h 6858000"/>
              <a:gd name="connsiteX644" fmla="*/ 775536 w 7467600"/>
              <a:gd name="connsiteY644" fmla="*/ 1388015 h 6858000"/>
              <a:gd name="connsiteX645" fmla="*/ 894529 w 7467600"/>
              <a:gd name="connsiteY645" fmla="*/ 1567739 h 6858000"/>
              <a:gd name="connsiteX646" fmla="*/ 948000 w 7467600"/>
              <a:gd name="connsiteY646" fmla="*/ 1663088 h 6858000"/>
              <a:gd name="connsiteX647" fmla="*/ 1006812 w 7467600"/>
              <a:gd name="connsiteY647" fmla="*/ 1767683 h 6858000"/>
              <a:gd name="connsiteX648" fmla="*/ 1149133 w 7467600"/>
              <a:gd name="connsiteY648" fmla="*/ 1971513 h 6858000"/>
              <a:gd name="connsiteX649" fmla="*/ 1333952 w 7467600"/>
              <a:gd name="connsiteY649" fmla="*/ 2251620 h 6858000"/>
              <a:gd name="connsiteX650" fmla="*/ 1337329 w 7467600"/>
              <a:gd name="connsiteY650" fmla="*/ 2258350 h 6858000"/>
              <a:gd name="connsiteX651" fmla="*/ 1014726 w 7467600"/>
              <a:gd name="connsiteY651" fmla="*/ 1615556 h 6858000"/>
              <a:gd name="connsiteX652" fmla="*/ 678222 w 7467600"/>
              <a:gd name="connsiteY652" fmla="*/ 1248670 h 6858000"/>
              <a:gd name="connsiteX653" fmla="*/ 6691602 w 7467600"/>
              <a:gd name="connsiteY653" fmla="*/ 1140573 h 6858000"/>
              <a:gd name="connsiteX654" fmla="*/ 6571100 w 7467600"/>
              <a:gd name="connsiteY654" fmla="*/ 1183662 h 6858000"/>
              <a:gd name="connsiteX655" fmla="*/ 6241687 w 7467600"/>
              <a:gd name="connsiteY655" fmla="*/ 1257600 h 6858000"/>
              <a:gd name="connsiteX656" fmla="*/ 5693009 w 7467600"/>
              <a:gd name="connsiteY656" fmla="*/ 1478256 h 6858000"/>
              <a:gd name="connsiteX657" fmla="*/ 6548420 w 7467600"/>
              <a:gd name="connsiteY657" fmla="*/ 1214599 h 6858000"/>
              <a:gd name="connsiteX658" fmla="*/ 6605473 w 7467600"/>
              <a:gd name="connsiteY658" fmla="*/ 1184686 h 6858000"/>
              <a:gd name="connsiteX659" fmla="*/ 6691602 w 7467600"/>
              <a:gd name="connsiteY659" fmla="*/ 1140573 h 6858000"/>
              <a:gd name="connsiteX660" fmla="*/ 4002475 w 7467600"/>
              <a:gd name="connsiteY660" fmla="*/ 1037802 h 6858000"/>
              <a:gd name="connsiteX661" fmla="*/ 4000324 w 7467600"/>
              <a:gd name="connsiteY661" fmla="*/ 1039362 h 6858000"/>
              <a:gd name="connsiteX662" fmla="*/ 4002862 w 7467600"/>
              <a:gd name="connsiteY662" fmla="*/ 1042866 h 6858000"/>
              <a:gd name="connsiteX663" fmla="*/ 4002475 w 7467600"/>
              <a:gd name="connsiteY663" fmla="*/ 1037802 h 6858000"/>
              <a:gd name="connsiteX664" fmla="*/ 506322 w 7467600"/>
              <a:gd name="connsiteY664" fmla="*/ 1020997 h 6858000"/>
              <a:gd name="connsiteX665" fmla="*/ 533068 w 7467600"/>
              <a:gd name="connsiteY665" fmla="*/ 1029409 h 6858000"/>
              <a:gd name="connsiteX666" fmla="*/ 1232525 w 7467600"/>
              <a:gd name="connsiteY666" fmla="*/ 1804675 h 6858000"/>
              <a:gd name="connsiteX667" fmla="*/ 1388858 w 7467600"/>
              <a:gd name="connsiteY667" fmla="*/ 2368011 h 6858000"/>
              <a:gd name="connsiteX668" fmla="*/ 1384098 w 7467600"/>
              <a:gd name="connsiteY668" fmla="*/ 2378125 h 6858000"/>
              <a:gd name="connsiteX669" fmla="*/ 1425393 w 7467600"/>
              <a:gd name="connsiteY669" fmla="*/ 2589124 h 6858000"/>
              <a:gd name="connsiteX670" fmla="*/ 1424001 w 7467600"/>
              <a:gd name="connsiteY670" fmla="*/ 2597541 h 6858000"/>
              <a:gd name="connsiteX671" fmla="*/ 2152729 w 7467600"/>
              <a:gd name="connsiteY671" fmla="*/ 2864487 h 6858000"/>
              <a:gd name="connsiteX672" fmla="*/ 2020609 w 7467600"/>
              <a:gd name="connsiteY672" fmla="*/ 2539671 h 6858000"/>
              <a:gd name="connsiteX673" fmla="*/ 2018920 w 7467600"/>
              <a:gd name="connsiteY673" fmla="*/ 2536309 h 6858000"/>
              <a:gd name="connsiteX674" fmla="*/ 1342441 w 7467600"/>
              <a:gd name="connsiteY674" fmla="*/ 1173017 h 6858000"/>
              <a:gd name="connsiteX675" fmla="*/ 1367925 w 7467600"/>
              <a:gd name="connsiteY675" fmla="*/ 1135648 h 6858000"/>
              <a:gd name="connsiteX676" fmla="*/ 1771401 w 7467600"/>
              <a:gd name="connsiteY676" fmla="*/ 1806673 h 6858000"/>
              <a:gd name="connsiteX677" fmla="*/ 1972385 w 7467600"/>
              <a:gd name="connsiteY677" fmla="*/ 2198735 h 6858000"/>
              <a:gd name="connsiteX678" fmla="*/ 2040892 w 7467600"/>
              <a:gd name="connsiteY678" fmla="*/ 2405205 h 6858000"/>
              <a:gd name="connsiteX679" fmla="*/ 2131689 w 7467600"/>
              <a:gd name="connsiteY679" fmla="*/ 1936926 h 6858000"/>
              <a:gd name="connsiteX680" fmla="*/ 2454820 w 7467600"/>
              <a:gd name="connsiteY680" fmla="*/ 1248808 h 6858000"/>
              <a:gd name="connsiteX681" fmla="*/ 2492512 w 7467600"/>
              <a:gd name="connsiteY681" fmla="*/ 1302920 h 6858000"/>
              <a:gd name="connsiteX682" fmla="*/ 2081216 w 7467600"/>
              <a:gd name="connsiteY682" fmla="*/ 2527513 h 6858000"/>
              <a:gd name="connsiteX683" fmla="*/ 2081211 w 7467600"/>
              <a:gd name="connsiteY683" fmla="*/ 2528916 h 6858000"/>
              <a:gd name="connsiteX684" fmla="*/ 2199067 w 7467600"/>
              <a:gd name="connsiteY684" fmla="*/ 2884061 h 6858000"/>
              <a:gd name="connsiteX685" fmla="*/ 3192586 w 7467600"/>
              <a:gd name="connsiteY685" fmla="*/ 3411496 h 6858000"/>
              <a:gd name="connsiteX686" fmla="*/ 3182620 w 7467600"/>
              <a:gd name="connsiteY686" fmla="*/ 3483279 h 6858000"/>
              <a:gd name="connsiteX687" fmla="*/ 2435119 w 7467600"/>
              <a:gd name="connsiteY687" fmla="*/ 3080173 h 6858000"/>
              <a:gd name="connsiteX688" fmla="*/ 2410152 w 7467600"/>
              <a:gd name="connsiteY688" fmla="*/ 3063751 h 6858000"/>
              <a:gd name="connsiteX689" fmla="*/ 2408099 w 7467600"/>
              <a:gd name="connsiteY689" fmla="*/ 3064403 h 6858000"/>
              <a:gd name="connsiteX690" fmla="*/ 2407218 w 7467600"/>
              <a:gd name="connsiteY690" fmla="*/ 3070324 h 6858000"/>
              <a:gd name="connsiteX691" fmla="*/ 2380138 w 7467600"/>
              <a:gd name="connsiteY691" fmla="*/ 3099341 h 6858000"/>
              <a:gd name="connsiteX692" fmla="*/ 1765923 w 7467600"/>
              <a:gd name="connsiteY692" fmla="*/ 3581043 h 6858000"/>
              <a:gd name="connsiteX693" fmla="*/ 1702258 w 7467600"/>
              <a:gd name="connsiteY693" fmla="*/ 3612286 h 6858000"/>
              <a:gd name="connsiteX694" fmla="*/ 1538370 w 7467600"/>
              <a:gd name="connsiteY694" fmla="*/ 3811804 h 6858000"/>
              <a:gd name="connsiteX695" fmla="*/ 542867 w 7467600"/>
              <a:gd name="connsiteY695" fmla="*/ 4944092 h 6858000"/>
              <a:gd name="connsiteX696" fmla="*/ 515800 w 7467600"/>
              <a:gd name="connsiteY696" fmla="*/ 4862180 h 6858000"/>
              <a:gd name="connsiteX697" fmla="*/ 909145 w 7467600"/>
              <a:gd name="connsiteY697" fmla="*/ 4199225 h 6858000"/>
              <a:gd name="connsiteX698" fmla="*/ 1214067 w 7467600"/>
              <a:gd name="connsiteY698" fmla="*/ 3908561 h 6858000"/>
              <a:gd name="connsiteX699" fmla="*/ 640967 w 7467600"/>
              <a:gd name="connsiteY699" fmla="*/ 4105601 h 6858000"/>
              <a:gd name="connsiteX700" fmla="*/ 112563 w 7467600"/>
              <a:gd name="connsiteY700" fmla="*/ 4396952 h 6858000"/>
              <a:gd name="connsiteX701" fmla="*/ 0 w 7467600"/>
              <a:gd name="connsiteY701" fmla="*/ 4466006 h 6858000"/>
              <a:gd name="connsiteX702" fmla="*/ 0 w 7467600"/>
              <a:gd name="connsiteY702" fmla="*/ 4233763 h 6858000"/>
              <a:gd name="connsiteX703" fmla="*/ 36881 w 7467600"/>
              <a:gd name="connsiteY703" fmla="*/ 4200118 h 6858000"/>
              <a:gd name="connsiteX704" fmla="*/ 910534 w 7467600"/>
              <a:gd name="connsiteY704" fmla="*/ 3629753 h 6858000"/>
              <a:gd name="connsiteX705" fmla="*/ 1578717 w 7467600"/>
              <a:gd name="connsiteY705" fmla="*/ 3575982 h 6858000"/>
              <a:gd name="connsiteX706" fmla="*/ 2338780 w 7467600"/>
              <a:gd name="connsiteY706" fmla="*/ 3033725 h 6858000"/>
              <a:gd name="connsiteX707" fmla="*/ 1807991 w 7467600"/>
              <a:gd name="connsiteY707" fmla="*/ 2807184 h 6858000"/>
              <a:gd name="connsiteX708" fmla="*/ 1416358 w 7467600"/>
              <a:gd name="connsiteY708" fmla="*/ 3112571 h 6858000"/>
              <a:gd name="connsiteX709" fmla="*/ 939066 w 7467600"/>
              <a:gd name="connsiteY709" fmla="*/ 3378798 h 6858000"/>
              <a:gd name="connsiteX710" fmla="*/ 115099 w 7467600"/>
              <a:gd name="connsiteY710" fmla="*/ 3607650 h 6858000"/>
              <a:gd name="connsiteX711" fmla="*/ 97284 w 7467600"/>
              <a:gd name="connsiteY711" fmla="*/ 3520393 h 6858000"/>
              <a:gd name="connsiteX712" fmla="*/ 922050 w 7467600"/>
              <a:gd name="connsiteY712" fmla="*/ 3074867 h 6858000"/>
              <a:gd name="connsiteX713" fmla="*/ 1405265 w 7467600"/>
              <a:gd name="connsiteY713" fmla="*/ 3016319 h 6858000"/>
              <a:gd name="connsiteX714" fmla="*/ 1407512 w 7467600"/>
              <a:gd name="connsiteY714" fmla="*/ 3018001 h 6858000"/>
              <a:gd name="connsiteX715" fmla="*/ 1726266 w 7467600"/>
              <a:gd name="connsiteY715" fmla="*/ 2777274 h 6858000"/>
              <a:gd name="connsiteX716" fmla="*/ 625390 w 7467600"/>
              <a:gd name="connsiteY716" fmla="*/ 2514541 h 6858000"/>
              <a:gd name="connsiteX717" fmla="*/ 619799 w 7467600"/>
              <a:gd name="connsiteY717" fmla="*/ 2527180 h 6858000"/>
              <a:gd name="connsiteX718" fmla="*/ 310030 w 7467600"/>
              <a:gd name="connsiteY718" fmla="*/ 2771818 h 6858000"/>
              <a:gd name="connsiteX719" fmla="*/ 173877 w 7467600"/>
              <a:gd name="connsiteY719" fmla="*/ 2937056 h 6858000"/>
              <a:gd name="connsiteX720" fmla="*/ 77889 w 7467600"/>
              <a:gd name="connsiteY720" fmla="*/ 3138440 h 6858000"/>
              <a:gd name="connsiteX721" fmla="*/ 0 w 7467600"/>
              <a:gd name="connsiteY721" fmla="*/ 3271395 h 6858000"/>
              <a:gd name="connsiteX722" fmla="*/ 0 w 7467600"/>
              <a:gd name="connsiteY722" fmla="*/ 3153002 h 6858000"/>
              <a:gd name="connsiteX723" fmla="*/ 2386 w 7467600"/>
              <a:gd name="connsiteY723" fmla="*/ 3149203 h 6858000"/>
              <a:gd name="connsiteX724" fmla="*/ 89753 w 7467600"/>
              <a:gd name="connsiteY724" fmla="*/ 2987702 h 6858000"/>
              <a:gd name="connsiteX725" fmla="*/ 76869 w 7467600"/>
              <a:gd name="connsiteY725" fmla="*/ 3005404 h 6858000"/>
              <a:gd name="connsiteX726" fmla="*/ 32049 w 7467600"/>
              <a:gd name="connsiteY726" fmla="*/ 3065814 h 6858000"/>
              <a:gd name="connsiteX727" fmla="*/ 0 w 7467600"/>
              <a:gd name="connsiteY727" fmla="*/ 3108744 h 6858000"/>
              <a:gd name="connsiteX728" fmla="*/ 0 w 7467600"/>
              <a:gd name="connsiteY728" fmla="*/ 3058059 h 6858000"/>
              <a:gd name="connsiteX729" fmla="*/ 7610 w 7467600"/>
              <a:gd name="connsiteY729" fmla="*/ 3047889 h 6858000"/>
              <a:gd name="connsiteX730" fmla="*/ 52419 w 7467600"/>
              <a:gd name="connsiteY730" fmla="*/ 2987479 h 6858000"/>
              <a:gd name="connsiteX731" fmla="*/ 59142 w 7467600"/>
              <a:gd name="connsiteY731" fmla="*/ 2978488 h 6858000"/>
              <a:gd name="connsiteX732" fmla="*/ 0 w 7467600"/>
              <a:gd name="connsiteY732" fmla="*/ 3015334 h 6858000"/>
              <a:gd name="connsiteX733" fmla="*/ 0 w 7467600"/>
              <a:gd name="connsiteY733" fmla="*/ 2914286 h 6858000"/>
              <a:gd name="connsiteX734" fmla="*/ 36383 w 7467600"/>
              <a:gd name="connsiteY734" fmla="*/ 2901128 h 6858000"/>
              <a:gd name="connsiteX735" fmla="*/ 156329 w 7467600"/>
              <a:gd name="connsiteY735" fmla="*/ 2840533 h 6858000"/>
              <a:gd name="connsiteX736" fmla="*/ 358355 w 7467600"/>
              <a:gd name="connsiteY736" fmla="*/ 2620471 h 6858000"/>
              <a:gd name="connsiteX737" fmla="*/ 510577 w 7467600"/>
              <a:gd name="connsiteY737" fmla="*/ 2501244 h 6858000"/>
              <a:gd name="connsiteX738" fmla="*/ 211967 w 7467600"/>
              <a:gd name="connsiteY738" fmla="*/ 2479171 h 6858000"/>
              <a:gd name="connsiteX739" fmla="*/ 0 w 7467600"/>
              <a:gd name="connsiteY739" fmla="*/ 2476398 h 6858000"/>
              <a:gd name="connsiteX740" fmla="*/ 0 w 7467600"/>
              <a:gd name="connsiteY740" fmla="*/ 2389189 h 6858000"/>
              <a:gd name="connsiteX741" fmla="*/ 103062 w 7467600"/>
              <a:gd name="connsiteY741" fmla="*/ 2389518 h 6858000"/>
              <a:gd name="connsiteX742" fmla="*/ 510734 w 7467600"/>
              <a:gd name="connsiteY742" fmla="*/ 2416201 h 6858000"/>
              <a:gd name="connsiteX743" fmla="*/ 279257 w 7467600"/>
              <a:gd name="connsiteY743" fmla="*/ 2092102 h 6858000"/>
              <a:gd name="connsiteX744" fmla="*/ 65265 w 7467600"/>
              <a:gd name="connsiteY744" fmla="*/ 2006049 h 6858000"/>
              <a:gd name="connsiteX745" fmla="*/ 0 w 7467600"/>
              <a:gd name="connsiteY745" fmla="*/ 1982532 h 6858000"/>
              <a:gd name="connsiteX746" fmla="*/ 0 w 7467600"/>
              <a:gd name="connsiteY746" fmla="*/ 1912789 h 6858000"/>
              <a:gd name="connsiteX747" fmla="*/ 97460 w 7467600"/>
              <a:gd name="connsiteY747" fmla="*/ 1953725 h 6858000"/>
              <a:gd name="connsiteX748" fmla="*/ 221272 w 7467600"/>
              <a:gd name="connsiteY748" fmla="*/ 1980766 h 6858000"/>
              <a:gd name="connsiteX749" fmla="*/ 116765 w 7467600"/>
              <a:gd name="connsiteY749" fmla="*/ 1911033 h 6858000"/>
              <a:gd name="connsiteX750" fmla="*/ 16405 w 7467600"/>
              <a:gd name="connsiteY750" fmla="*/ 1803412 h 6858000"/>
              <a:gd name="connsiteX751" fmla="*/ 0 w 7467600"/>
              <a:gd name="connsiteY751" fmla="*/ 1784777 h 6858000"/>
              <a:gd name="connsiteX752" fmla="*/ 0 w 7467600"/>
              <a:gd name="connsiteY752" fmla="*/ 1740082 h 6858000"/>
              <a:gd name="connsiteX753" fmla="*/ 39394 w 7467600"/>
              <a:gd name="connsiteY753" fmla="*/ 1784856 h 6858000"/>
              <a:gd name="connsiteX754" fmla="*/ 135813 w 7467600"/>
              <a:gd name="connsiteY754" fmla="*/ 1888838 h 6858000"/>
              <a:gd name="connsiteX755" fmla="*/ 242575 w 7467600"/>
              <a:gd name="connsiteY755" fmla="*/ 1958841 h 6858000"/>
              <a:gd name="connsiteX756" fmla="*/ 82197 w 7467600"/>
              <a:gd name="connsiteY756" fmla="*/ 1754826 h 6858000"/>
              <a:gd name="connsiteX757" fmla="*/ 0 w 7467600"/>
              <a:gd name="connsiteY757" fmla="*/ 1679650 h 6858000"/>
              <a:gd name="connsiteX758" fmla="*/ 0 w 7467600"/>
              <a:gd name="connsiteY758" fmla="*/ 1602463 h 6858000"/>
              <a:gd name="connsiteX759" fmla="*/ 84689 w 7467600"/>
              <a:gd name="connsiteY759" fmla="*/ 1677442 h 6858000"/>
              <a:gd name="connsiteX760" fmla="*/ 298437 w 7467600"/>
              <a:gd name="connsiteY760" fmla="*/ 1968019 h 6858000"/>
              <a:gd name="connsiteX761" fmla="*/ 227269 w 7467600"/>
              <a:gd name="connsiteY761" fmla="*/ 1114064 h 6858000"/>
              <a:gd name="connsiteX762" fmla="*/ 248003 w 7467600"/>
              <a:gd name="connsiteY762" fmla="*/ 1089613 h 6858000"/>
              <a:gd name="connsiteX763" fmla="*/ 427020 w 7467600"/>
              <a:gd name="connsiteY763" fmla="*/ 1619803 h 6858000"/>
              <a:gd name="connsiteX764" fmla="*/ 340345 w 7467600"/>
              <a:gd name="connsiteY764" fmla="*/ 2027739 h 6858000"/>
              <a:gd name="connsiteX765" fmla="*/ 360865 w 7467600"/>
              <a:gd name="connsiteY765" fmla="*/ 2044827 h 6858000"/>
              <a:gd name="connsiteX766" fmla="*/ 560414 w 7467600"/>
              <a:gd name="connsiteY766" fmla="*/ 2421457 h 6858000"/>
              <a:gd name="connsiteX767" fmla="*/ 1359703 w 7467600"/>
              <a:gd name="connsiteY767" fmla="*/ 2578554 h 6858000"/>
              <a:gd name="connsiteX768" fmla="*/ 1359422 w 7467600"/>
              <a:gd name="connsiteY768" fmla="*/ 2577994 h 6858000"/>
              <a:gd name="connsiteX769" fmla="*/ 828701 w 7467600"/>
              <a:gd name="connsiteY769" fmla="*/ 1839520 h 6858000"/>
              <a:gd name="connsiteX770" fmla="*/ 494427 w 7467600"/>
              <a:gd name="connsiteY770" fmla="*/ 1092333 h 6858000"/>
              <a:gd name="connsiteX771" fmla="*/ 506322 w 7467600"/>
              <a:gd name="connsiteY771" fmla="*/ 1020997 h 6858000"/>
              <a:gd name="connsiteX772" fmla="*/ 4570198 w 7467600"/>
              <a:gd name="connsiteY772" fmla="*/ 978081 h 6858000"/>
              <a:gd name="connsiteX773" fmla="*/ 4523691 w 7467600"/>
              <a:gd name="connsiteY773" fmla="*/ 1127776 h 6858000"/>
              <a:gd name="connsiteX774" fmla="*/ 4509875 w 7467600"/>
              <a:gd name="connsiteY774" fmla="*/ 1167552 h 6858000"/>
              <a:gd name="connsiteX775" fmla="*/ 4478168 w 7467600"/>
              <a:gd name="connsiteY775" fmla="*/ 1260735 h 6858000"/>
              <a:gd name="connsiteX776" fmla="*/ 4409309 w 7467600"/>
              <a:gd name="connsiteY776" fmla="*/ 1666996 h 6858000"/>
              <a:gd name="connsiteX777" fmla="*/ 4370031 w 7467600"/>
              <a:gd name="connsiteY777" fmla="*/ 1955666 h 6858000"/>
              <a:gd name="connsiteX778" fmla="*/ 4570198 w 7467600"/>
              <a:gd name="connsiteY778" fmla="*/ 978081 h 6858000"/>
              <a:gd name="connsiteX779" fmla="*/ 4557898 w 7467600"/>
              <a:gd name="connsiteY779" fmla="*/ 900011 h 6858000"/>
              <a:gd name="connsiteX780" fmla="*/ 4344840 w 7467600"/>
              <a:gd name="connsiteY780" fmla="*/ 1922038 h 6858000"/>
              <a:gd name="connsiteX781" fmla="*/ 4378710 w 7467600"/>
              <a:gd name="connsiteY781" fmla="*/ 1665516 h 6858000"/>
              <a:gd name="connsiteX782" fmla="*/ 4448798 w 7467600"/>
              <a:gd name="connsiteY782" fmla="*/ 1253024 h 6858000"/>
              <a:gd name="connsiteX783" fmla="*/ 4480315 w 7467600"/>
              <a:gd name="connsiteY783" fmla="*/ 1158454 h 6858000"/>
              <a:gd name="connsiteX784" fmla="*/ 4494133 w 7467600"/>
              <a:gd name="connsiteY784" fmla="*/ 1118676 h 6858000"/>
              <a:gd name="connsiteX785" fmla="*/ 4557898 w 7467600"/>
              <a:gd name="connsiteY785" fmla="*/ 900011 h 6858000"/>
              <a:gd name="connsiteX786" fmla="*/ 5870151 w 7467600"/>
              <a:gd name="connsiteY786" fmla="*/ 898890 h 6858000"/>
              <a:gd name="connsiteX787" fmla="*/ 5861335 w 7467600"/>
              <a:gd name="connsiteY787" fmla="*/ 899177 h 6858000"/>
              <a:gd name="connsiteX788" fmla="*/ 5843702 w 7467600"/>
              <a:gd name="connsiteY788" fmla="*/ 899748 h 6858000"/>
              <a:gd name="connsiteX789" fmla="*/ 5651107 w 7467600"/>
              <a:gd name="connsiteY789" fmla="*/ 920306 h 6858000"/>
              <a:gd name="connsiteX790" fmla="*/ 5459407 w 7467600"/>
              <a:gd name="connsiteY790" fmla="*/ 940975 h 6858000"/>
              <a:gd name="connsiteX791" fmla="*/ 5374846 w 7467600"/>
              <a:gd name="connsiteY791" fmla="*/ 941988 h 6858000"/>
              <a:gd name="connsiteX792" fmla="*/ 5256105 w 7467600"/>
              <a:gd name="connsiteY792" fmla="*/ 945632 h 6858000"/>
              <a:gd name="connsiteX793" fmla="*/ 5107071 w 7467600"/>
              <a:gd name="connsiteY793" fmla="*/ 969720 h 6858000"/>
              <a:gd name="connsiteX794" fmla="*/ 4998681 w 7467600"/>
              <a:gd name="connsiteY794" fmla="*/ 988771 h 6858000"/>
              <a:gd name="connsiteX795" fmla="*/ 5870151 w 7467600"/>
              <a:gd name="connsiteY795" fmla="*/ 898890 h 6858000"/>
              <a:gd name="connsiteX796" fmla="*/ 5504425 w 7467600"/>
              <a:gd name="connsiteY796" fmla="*/ 848067 h 6858000"/>
              <a:gd name="connsiteX797" fmla="*/ 4968849 w 7467600"/>
              <a:gd name="connsiteY797" fmla="*/ 962318 h 6858000"/>
              <a:gd name="connsiteX798" fmla="*/ 5104039 w 7467600"/>
              <a:gd name="connsiteY798" fmla="*/ 940634 h 6858000"/>
              <a:gd name="connsiteX799" fmla="*/ 5256311 w 7467600"/>
              <a:gd name="connsiteY799" fmla="*/ 916490 h 6858000"/>
              <a:gd name="connsiteX800" fmla="*/ 5377381 w 7467600"/>
              <a:gd name="connsiteY800" fmla="*/ 912671 h 6858000"/>
              <a:gd name="connsiteX801" fmla="*/ 5460148 w 7467600"/>
              <a:gd name="connsiteY801" fmla="*/ 911442 h 6858000"/>
              <a:gd name="connsiteX802" fmla="*/ 5648971 w 7467600"/>
              <a:gd name="connsiteY802" fmla="*/ 891331 h 6858000"/>
              <a:gd name="connsiteX803" fmla="*/ 5844807 w 7467600"/>
              <a:gd name="connsiteY803" fmla="*/ 870718 h 6858000"/>
              <a:gd name="connsiteX804" fmla="*/ 5862975 w 7467600"/>
              <a:gd name="connsiteY804" fmla="*/ 869756 h 6858000"/>
              <a:gd name="connsiteX805" fmla="*/ 5920887 w 7467600"/>
              <a:gd name="connsiteY805" fmla="*/ 865929 h 6858000"/>
              <a:gd name="connsiteX806" fmla="*/ 5504425 w 7467600"/>
              <a:gd name="connsiteY806" fmla="*/ 848067 h 6858000"/>
              <a:gd name="connsiteX807" fmla="*/ 3607114 w 7467600"/>
              <a:gd name="connsiteY807" fmla="*/ 467441 h 6858000"/>
              <a:gd name="connsiteX808" fmla="*/ 3296242 w 7467600"/>
              <a:gd name="connsiteY808" fmla="*/ 807991 h 6858000"/>
              <a:gd name="connsiteX809" fmla="*/ 3174674 w 7467600"/>
              <a:gd name="connsiteY809" fmla="*/ 919759 h 6858000"/>
              <a:gd name="connsiteX810" fmla="*/ 3042978 w 7467600"/>
              <a:gd name="connsiteY810" fmla="*/ 1054894 h 6858000"/>
              <a:gd name="connsiteX811" fmla="*/ 2968914 w 7467600"/>
              <a:gd name="connsiteY811" fmla="*/ 1133756 h 6858000"/>
              <a:gd name="connsiteX812" fmla="*/ 3103823 w 7467600"/>
              <a:gd name="connsiteY812" fmla="*/ 1026814 h 6858000"/>
              <a:gd name="connsiteX813" fmla="*/ 3607114 w 7467600"/>
              <a:gd name="connsiteY813" fmla="*/ 467441 h 6858000"/>
              <a:gd name="connsiteX814" fmla="*/ 3744487 w 7467600"/>
              <a:gd name="connsiteY814" fmla="*/ 383136 h 6858000"/>
              <a:gd name="connsiteX815" fmla="*/ 3970213 w 7467600"/>
              <a:gd name="connsiteY815" fmla="*/ 995559 h 6858000"/>
              <a:gd name="connsiteX816" fmla="*/ 3744487 w 7467600"/>
              <a:gd name="connsiteY816" fmla="*/ 383136 h 6858000"/>
              <a:gd name="connsiteX817" fmla="*/ 3624562 w 7467600"/>
              <a:gd name="connsiteY817" fmla="*/ 367041 h 6858000"/>
              <a:gd name="connsiteX818" fmla="*/ 3489712 w 7467600"/>
              <a:gd name="connsiteY818" fmla="*/ 485386 h 6858000"/>
              <a:gd name="connsiteX819" fmla="*/ 3182994 w 7467600"/>
              <a:gd name="connsiteY819" fmla="*/ 828265 h 6858000"/>
              <a:gd name="connsiteX820" fmla="*/ 2892114 w 7467600"/>
              <a:gd name="connsiteY820" fmla="*/ 1172635 h 6858000"/>
              <a:gd name="connsiteX821" fmla="*/ 3021459 w 7467600"/>
              <a:gd name="connsiteY821" fmla="*/ 1035385 h 6858000"/>
              <a:gd name="connsiteX822" fmla="*/ 3153873 w 7467600"/>
              <a:gd name="connsiteY822" fmla="*/ 898971 h 6858000"/>
              <a:gd name="connsiteX823" fmla="*/ 3276511 w 7467600"/>
              <a:gd name="connsiteY823" fmla="*/ 786423 h 6858000"/>
              <a:gd name="connsiteX824" fmla="*/ 3584154 w 7467600"/>
              <a:gd name="connsiteY824" fmla="*/ 448218 h 6858000"/>
              <a:gd name="connsiteX825" fmla="*/ 3624562 w 7467600"/>
              <a:gd name="connsiteY825" fmla="*/ 367041 h 6858000"/>
              <a:gd name="connsiteX826" fmla="*/ 3766672 w 7467600"/>
              <a:gd name="connsiteY826" fmla="*/ 359429 h 6858000"/>
              <a:gd name="connsiteX827" fmla="*/ 3996338 w 7467600"/>
              <a:gd name="connsiteY827" fmla="*/ 968237 h 6858000"/>
              <a:gd name="connsiteX828" fmla="*/ 3766672 w 7467600"/>
              <a:gd name="connsiteY828" fmla="*/ 359429 h 6858000"/>
              <a:gd name="connsiteX829" fmla="*/ 5805386 w 7467600"/>
              <a:gd name="connsiteY829" fmla="*/ 239240 h 6858000"/>
              <a:gd name="connsiteX830" fmla="*/ 5736947 w 7467600"/>
              <a:gd name="connsiteY830" fmla="*/ 261367 h 6858000"/>
              <a:gd name="connsiteX831" fmla="*/ 5427012 w 7467600"/>
              <a:gd name="connsiteY831" fmla="*/ 311272 h 6858000"/>
              <a:gd name="connsiteX832" fmla="*/ 5147818 w 7467600"/>
              <a:gd name="connsiteY832" fmla="*/ 322112 h 6858000"/>
              <a:gd name="connsiteX833" fmla="*/ 5060854 w 7467600"/>
              <a:gd name="connsiteY833" fmla="*/ 311882 h 6858000"/>
              <a:gd name="connsiteX834" fmla="*/ 4945989 w 7467600"/>
              <a:gd name="connsiteY834" fmla="*/ 300516 h 6858000"/>
              <a:gd name="connsiteX835" fmla="*/ 5410479 w 7467600"/>
              <a:gd name="connsiteY835" fmla="*/ 348434 h 6858000"/>
              <a:gd name="connsiteX836" fmla="*/ 5805386 w 7467600"/>
              <a:gd name="connsiteY836" fmla="*/ 239240 h 6858000"/>
              <a:gd name="connsiteX837" fmla="*/ 5905192 w 7467600"/>
              <a:gd name="connsiteY837" fmla="*/ 163079 h 6858000"/>
              <a:gd name="connsiteX838" fmla="*/ 5865655 w 7467600"/>
              <a:gd name="connsiteY838" fmla="*/ 171901 h 6858000"/>
              <a:gd name="connsiteX839" fmla="*/ 5259740 w 7467600"/>
              <a:gd name="connsiteY839" fmla="*/ 257013 h 6858000"/>
              <a:gd name="connsiteX840" fmla="*/ 5208466 w 7467600"/>
              <a:gd name="connsiteY840" fmla="*/ 257550 h 6858000"/>
              <a:gd name="connsiteX841" fmla="*/ 4980204 w 7467600"/>
              <a:gd name="connsiteY841" fmla="*/ 271903 h 6858000"/>
              <a:gd name="connsiteX842" fmla="*/ 5068068 w 7467600"/>
              <a:gd name="connsiteY842" fmla="*/ 282244 h 6858000"/>
              <a:gd name="connsiteX843" fmla="*/ 5153231 w 7467600"/>
              <a:gd name="connsiteY843" fmla="*/ 292240 h 6858000"/>
              <a:gd name="connsiteX844" fmla="*/ 5426491 w 7467600"/>
              <a:gd name="connsiteY844" fmla="*/ 281128 h 6858000"/>
              <a:gd name="connsiteX845" fmla="*/ 5731212 w 7467600"/>
              <a:gd name="connsiteY845" fmla="*/ 231951 h 6858000"/>
              <a:gd name="connsiteX846" fmla="*/ 5905192 w 7467600"/>
              <a:gd name="connsiteY846" fmla="*/ 163079 h 6858000"/>
              <a:gd name="connsiteX847" fmla="*/ 5944437 w 7467600"/>
              <a:gd name="connsiteY847" fmla="*/ 113829 h 6858000"/>
              <a:gd name="connsiteX848" fmla="*/ 5825032 w 7467600"/>
              <a:gd name="connsiteY848" fmla="*/ 146405 h 6858000"/>
              <a:gd name="connsiteX849" fmla="*/ 4955599 w 7467600"/>
              <a:gd name="connsiteY849" fmla="*/ 247008 h 6858000"/>
              <a:gd name="connsiteX850" fmla="*/ 5210104 w 7467600"/>
              <a:gd name="connsiteY850" fmla="*/ 228123 h 6858000"/>
              <a:gd name="connsiteX851" fmla="*/ 5261015 w 7467600"/>
              <a:gd name="connsiteY851" fmla="*/ 227087 h 6858000"/>
              <a:gd name="connsiteX852" fmla="*/ 5861181 w 7467600"/>
              <a:gd name="connsiteY852" fmla="*/ 143093 h 6858000"/>
              <a:gd name="connsiteX853" fmla="*/ 5961252 w 7467600"/>
              <a:gd name="connsiteY853" fmla="*/ 114820 h 6858000"/>
              <a:gd name="connsiteX854" fmla="*/ 5944437 w 7467600"/>
              <a:gd name="connsiteY854" fmla="*/ 113829 h 6858000"/>
              <a:gd name="connsiteX855" fmla="*/ 3882765 w 7467600"/>
              <a:gd name="connsiteY855" fmla="*/ 0 h 6858000"/>
              <a:gd name="connsiteX856" fmla="*/ 3995099 w 7467600"/>
              <a:gd name="connsiteY856" fmla="*/ 0 h 6858000"/>
              <a:gd name="connsiteX857" fmla="*/ 4163818 w 7467600"/>
              <a:gd name="connsiteY857" fmla="*/ 234104 h 6858000"/>
              <a:gd name="connsiteX858" fmla="*/ 4172099 w 7467600"/>
              <a:gd name="connsiteY858" fmla="*/ 234207 h 6858000"/>
              <a:gd name="connsiteX859" fmla="*/ 4784282 w 7467600"/>
              <a:gd name="connsiteY859" fmla="*/ 276561 h 6858000"/>
              <a:gd name="connsiteX860" fmla="*/ 4801687 w 7467600"/>
              <a:gd name="connsiteY860" fmla="*/ 267764 h 6858000"/>
              <a:gd name="connsiteX861" fmla="*/ 6082788 w 7467600"/>
              <a:gd name="connsiteY861" fmla="*/ 64119 h 6858000"/>
              <a:gd name="connsiteX862" fmla="*/ 6099442 w 7467600"/>
              <a:gd name="connsiteY862" fmla="*/ 82568 h 6858000"/>
              <a:gd name="connsiteX863" fmla="*/ 4804137 w 7467600"/>
              <a:gd name="connsiteY863" fmla="*/ 320931 h 6858000"/>
              <a:gd name="connsiteX864" fmla="*/ 4227047 w 7467600"/>
              <a:gd name="connsiteY864" fmla="*/ 313415 h 6858000"/>
              <a:gd name="connsiteX865" fmla="*/ 4346041 w 7467600"/>
              <a:gd name="connsiteY865" fmla="*/ 456086 h 6858000"/>
              <a:gd name="connsiteX866" fmla="*/ 4870967 w 7467600"/>
              <a:gd name="connsiteY866" fmla="*/ 963061 h 6858000"/>
              <a:gd name="connsiteX867" fmla="*/ 4889647 w 7467600"/>
              <a:gd name="connsiteY867" fmla="*/ 957147 h 6858000"/>
              <a:gd name="connsiteX868" fmla="*/ 5422504 w 7467600"/>
              <a:gd name="connsiteY868" fmla="*/ 805191 h 6858000"/>
              <a:gd name="connsiteX869" fmla="*/ 6087656 w 7467600"/>
              <a:gd name="connsiteY869" fmla="*/ 826703 h 6858000"/>
              <a:gd name="connsiteX870" fmla="*/ 6058717 w 7467600"/>
              <a:gd name="connsiteY870" fmla="*/ 865992 h 6858000"/>
              <a:gd name="connsiteX871" fmla="*/ 4974153 w 7467600"/>
              <a:gd name="connsiteY871" fmla="*/ 1045456 h 6858000"/>
              <a:gd name="connsiteX872" fmla="*/ 5627835 w 7467600"/>
              <a:gd name="connsiteY872" fmla="*/ 1472077 h 6858000"/>
              <a:gd name="connsiteX873" fmla="*/ 5629817 w 7467600"/>
              <a:gd name="connsiteY873" fmla="*/ 1471412 h 6858000"/>
              <a:gd name="connsiteX874" fmla="*/ 5634124 w 7467600"/>
              <a:gd name="connsiteY874" fmla="*/ 1470572 h 6858000"/>
              <a:gd name="connsiteX875" fmla="*/ 5755832 w 7467600"/>
              <a:gd name="connsiteY875" fmla="*/ 1383886 h 6858000"/>
              <a:gd name="connsiteX876" fmla="*/ 6014186 w 7467600"/>
              <a:gd name="connsiteY876" fmla="*/ 1279799 h 6858000"/>
              <a:gd name="connsiteX877" fmla="*/ 6901619 w 7467600"/>
              <a:gd name="connsiteY877" fmla="*/ 1047874 h 6858000"/>
              <a:gd name="connsiteX878" fmla="*/ 6931566 w 7467600"/>
              <a:gd name="connsiteY878" fmla="*/ 1062034 h 6858000"/>
              <a:gd name="connsiteX879" fmla="*/ 5790982 w 7467600"/>
              <a:gd name="connsiteY879" fmla="*/ 1561380 h 6858000"/>
              <a:gd name="connsiteX880" fmla="*/ 6188971 w 7467600"/>
              <a:gd name="connsiteY880" fmla="*/ 1755168 h 6858000"/>
              <a:gd name="connsiteX881" fmla="*/ 6202446 w 7467600"/>
              <a:gd name="connsiteY881" fmla="*/ 1752268 h 6858000"/>
              <a:gd name="connsiteX882" fmla="*/ 7179560 w 7467600"/>
              <a:gd name="connsiteY882" fmla="*/ 1467551 h 6858000"/>
              <a:gd name="connsiteX883" fmla="*/ 7158730 w 7467600"/>
              <a:gd name="connsiteY883" fmla="*/ 1507835 h 6858000"/>
              <a:gd name="connsiteX884" fmla="*/ 6326959 w 7467600"/>
              <a:gd name="connsiteY884" fmla="*/ 1817686 h 6858000"/>
              <a:gd name="connsiteX885" fmla="*/ 6537433 w 7467600"/>
              <a:gd name="connsiteY885" fmla="*/ 1907790 h 6858000"/>
              <a:gd name="connsiteX886" fmla="*/ 6550221 w 7467600"/>
              <a:gd name="connsiteY886" fmla="*/ 1910729 h 6858000"/>
              <a:gd name="connsiteX887" fmla="*/ 6964438 w 7467600"/>
              <a:gd name="connsiteY887" fmla="*/ 2209505 h 6858000"/>
              <a:gd name="connsiteX888" fmla="*/ 7367862 w 7467600"/>
              <a:gd name="connsiteY888" fmla="*/ 2806833 h 6858000"/>
              <a:gd name="connsiteX889" fmla="*/ 7364329 w 7467600"/>
              <a:gd name="connsiteY889" fmla="*/ 2826907 h 6858000"/>
              <a:gd name="connsiteX890" fmla="*/ 7290545 w 7467600"/>
              <a:gd name="connsiteY890" fmla="*/ 2850663 h 6858000"/>
              <a:gd name="connsiteX891" fmla="*/ 6472036 w 7467600"/>
              <a:gd name="connsiteY891" fmla="*/ 1959003 h 6858000"/>
              <a:gd name="connsiteX892" fmla="*/ 5792897 w 7467600"/>
              <a:gd name="connsiteY892" fmla="*/ 1647747 h 6858000"/>
              <a:gd name="connsiteX893" fmla="*/ 5842751 w 7467600"/>
              <a:gd name="connsiteY893" fmla="*/ 1816112 h 6858000"/>
              <a:gd name="connsiteX894" fmla="*/ 5847424 w 7467600"/>
              <a:gd name="connsiteY894" fmla="*/ 1815776 h 6858000"/>
              <a:gd name="connsiteX895" fmla="*/ 6399821 w 7467600"/>
              <a:gd name="connsiteY895" fmla="*/ 2344799 h 6858000"/>
              <a:gd name="connsiteX896" fmla="*/ 6323232 w 7467600"/>
              <a:gd name="connsiteY896" fmla="*/ 2389634 h 6858000"/>
              <a:gd name="connsiteX897" fmla="*/ 5942958 w 7467600"/>
              <a:gd name="connsiteY897" fmla="*/ 2077708 h 6858000"/>
              <a:gd name="connsiteX898" fmla="*/ 5921559 w 7467600"/>
              <a:gd name="connsiteY898" fmla="*/ 2378596 h 6858000"/>
              <a:gd name="connsiteX899" fmla="*/ 5817651 w 7467600"/>
              <a:gd name="connsiteY899" fmla="*/ 3023919 h 6858000"/>
              <a:gd name="connsiteX900" fmla="*/ 5729634 w 7467600"/>
              <a:gd name="connsiteY900" fmla="*/ 3051849 h 6858000"/>
              <a:gd name="connsiteX901" fmla="*/ 5611018 w 7467600"/>
              <a:gd name="connsiteY901" fmla="*/ 2316769 h 6858000"/>
              <a:gd name="connsiteX902" fmla="*/ 5687608 w 7467600"/>
              <a:gd name="connsiteY902" fmla="*/ 2039972 h 6858000"/>
              <a:gd name="connsiteX903" fmla="*/ 5657554 w 7467600"/>
              <a:gd name="connsiteY903" fmla="*/ 1576445 h 6858000"/>
              <a:gd name="connsiteX904" fmla="*/ 5150475 w 7467600"/>
              <a:gd name="connsiteY904" fmla="*/ 1274012 h 6858000"/>
              <a:gd name="connsiteX905" fmla="*/ 5349142 w 7467600"/>
              <a:gd name="connsiteY905" fmla="*/ 2204405 h 6858000"/>
              <a:gd name="connsiteX906" fmla="*/ 5262214 w 7467600"/>
              <a:gd name="connsiteY906" fmla="*/ 2233836 h 6858000"/>
              <a:gd name="connsiteX907" fmla="*/ 4981539 w 7467600"/>
              <a:gd name="connsiteY907" fmla="*/ 1542201 h 6858000"/>
              <a:gd name="connsiteX908" fmla="*/ 4958461 w 7467600"/>
              <a:gd name="connsiteY908" fmla="*/ 1136957 h 6858000"/>
              <a:gd name="connsiteX909" fmla="*/ 4655015 w 7467600"/>
              <a:gd name="connsiteY909" fmla="*/ 891426 h 6858000"/>
              <a:gd name="connsiteX910" fmla="*/ 4348002 w 7467600"/>
              <a:gd name="connsiteY910" fmla="*/ 2205895 h 6858000"/>
              <a:gd name="connsiteX911" fmla="*/ 4262250 w 7467600"/>
              <a:gd name="connsiteY911" fmla="*/ 2219972 h 6858000"/>
              <a:gd name="connsiteX912" fmla="*/ 4550611 w 7467600"/>
              <a:gd name="connsiteY912" fmla="*/ 817540 h 6858000"/>
              <a:gd name="connsiteX913" fmla="*/ 4564418 w 7467600"/>
              <a:gd name="connsiteY913" fmla="*/ 808293 h 6858000"/>
              <a:gd name="connsiteX914" fmla="*/ 4266388 w 7467600"/>
              <a:gd name="connsiteY914" fmla="*/ 500083 h 6858000"/>
              <a:gd name="connsiteX915" fmla="*/ 4032842 w 7467600"/>
              <a:gd name="connsiteY915" fmla="*/ 211809 h 6858000"/>
              <a:gd name="connsiteX916" fmla="*/ 3882765 w 7467600"/>
              <a:gd name="connsiteY916" fmla="*/ 0 h 6858000"/>
              <a:gd name="connsiteX917" fmla="*/ 3721337 w 7467600"/>
              <a:gd name="connsiteY917" fmla="*/ 0 h 6858000"/>
              <a:gd name="connsiteX918" fmla="*/ 3797544 w 7467600"/>
              <a:gd name="connsiteY918" fmla="*/ 0 h 6858000"/>
              <a:gd name="connsiteX919" fmla="*/ 3775734 w 7467600"/>
              <a:gd name="connsiteY919" fmla="*/ 95131 h 6858000"/>
              <a:gd name="connsiteX920" fmla="*/ 3724807 w 7467600"/>
              <a:gd name="connsiteY920" fmla="*/ 272257 h 6858000"/>
              <a:gd name="connsiteX921" fmla="*/ 3726844 w 7467600"/>
              <a:gd name="connsiteY921" fmla="*/ 282988 h 6858000"/>
              <a:gd name="connsiteX922" fmla="*/ 3742664 w 7467600"/>
              <a:gd name="connsiteY922" fmla="*/ 279918 h 6858000"/>
              <a:gd name="connsiteX923" fmla="*/ 4103910 w 7467600"/>
              <a:gd name="connsiteY923" fmla="*/ 1161917 h 6858000"/>
              <a:gd name="connsiteX924" fmla="*/ 4020269 w 7467600"/>
              <a:gd name="connsiteY924" fmla="*/ 1200406 h 6858000"/>
              <a:gd name="connsiteX925" fmla="*/ 3674882 w 7467600"/>
              <a:gd name="connsiteY925" fmla="*/ 488524 h 6858000"/>
              <a:gd name="connsiteX926" fmla="*/ 3132682 w 7467600"/>
              <a:gd name="connsiteY926" fmla="*/ 1072284 h 6858000"/>
              <a:gd name="connsiteX927" fmla="*/ 2716346 w 7467600"/>
              <a:gd name="connsiteY927" fmla="*/ 1276376 h 6858000"/>
              <a:gd name="connsiteX928" fmla="*/ 2716772 w 7467600"/>
              <a:gd name="connsiteY928" fmla="*/ 1255462 h 6858000"/>
              <a:gd name="connsiteX929" fmla="*/ 3471096 w 7467600"/>
              <a:gd name="connsiteY929" fmla="*/ 437072 h 6858000"/>
              <a:gd name="connsiteX930" fmla="*/ 3639057 w 7467600"/>
              <a:gd name="connsiteY930" fmla="*/ 286334 h 6858000"/>
              <a:gd name="connsiteX931" fmla="*/ 3640309 w 7467600"/>
              <a:gd name="connsiteY931" fmla="*/ 284664 h 6858000"/>
              <a:gd name="connsiteX932" fmla="*/ 3646022 w 7467600"/>
              <a:gd name="connsiteY932" fmla="*/ 276711 h 6858000"/>
              <a:gd name="connsiteX933" fmla="*/ 3707943 w 7467600"/>
              <a:gd name="connsiteY933" fmla="*/ 65958 h 6858000"/>
              <a:gd name="connsiteX934" fmla="*/ 3721337 w 7467600"/>
              <a:gd name="connsiteY934" fmla="*/ 0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2867960 w 7467600"/>
              <a:gd name="connsiteY949" fmla="*/ 0 h 6858000"/>
              <a:gd name="connsiteX950" fmla="*/ 1057230 w 7467600"/>
              <a:gd name="connsiteY950" fmla="*/ 0 h 6858000"/>
              <a:gd name="connsiteX951" fmla="*/ 1111003 w 7467600"/>
              <a:gd name="connsiteY951" fmla="*/ 0 h 6858000"/>
              <a:gd name="connsiteX952" fmla="*/ 1125553 w 7467600"/>
              <a:gd name="connsiteY952" fmla="*/ 52588 h 6858000"/>
              <a:gd name="connsiteX953" fmla="*/ 1304276 w 7467600"/>
              <a:gd name="connsiteY953" fmla="*/ 476275 h 6858000"/>
              <a:gd name="connsiteX954" fmla="*/ 1492066 w 7467600"/>
              <a:gd name="connsiteY954" fmla="*/ 886333 h 6858000"/>
              <a:gd name="connsiteX955" fmla="*/ 1423698 w 7467600"/>
              <a:gd name="connsiteY955" fmla="*/ 710817 h 6858000"/>
              <a:gd name="connsiteX956" fmla="*/ 1357609 w 7467600"/>
              <a:gd name="connsiteY956" fmla="*/ 532892 h 6858000"/>
              <a:gd name="connsiteX957" fmla="*/ 1309550 w 7467600"/>
              <a:gd name="connsiteY957" fmla="*/ 374031 h 6858000"/>
              <a:gd name="connsiteX958" fmla="*/ 1193673 w 7467600"/>
              <a:gd name="connsiteY958" fmla="*/ 49533 h 6858000"/>
              <a:gd name="connsiteX959" fmla="*/ 1164391 w 7467600"/>
              <a:gd name="connsiteY959" fmla="*/ 0 h 6858000"/>
              <a:gd name="connsiteX960" fmla="*/ 1200666 w 7467600"/>
              <a:gd name="connsiteY960" fmla="*/ 0 h 6858000"/>
              <a:gd name="connsiteX961" fmla="*/ 1223408 w 7467600"/>
              <a:gd name="connsiteY961" fmla="*/ 38996 h 6858000"/>
              <a:gd name="connsiteX962" fmla="*/ 1339635 w 7467600"/>
              <a:gd name="connsiteY962" fmla="*/ 365517 h 6858000"/>
              <a:gd name="connsiteX963" fmla="*/ 1387469 w 7467600"/>
              <a:gd name="connsiteY963" fmla="*/ 523079 h 6858000"/>
              <a:gd name="connsiteX964" fmla="*/ 1452685 w 7467600"/>
              <a:gd name="connsiteY964" fmla="*/ 699806 h 6858000"/>
              <a:gd name="connsiteX965" fmla="*/ 1492092 w 7467600"/>
              <a:gd name="connsiteY965" fmla="*/ 800424 h 6858000"/>
              <a:gd name="connsiteX966" fmla="*/ 1455302 w 7467600"/>
              <a:gd name="connsiteY966" fmla="*/ 632913 h 6858000"/>
              <a:gd name="connsiteX967" fmla="*/ 1222336 w 7467600"/>
              <a:gd name="connsiteY967" fmla="*/ 9480 h 6858000"/>
              <a:gd name="connsiteX968" fmla="*/ 1214634 w 7467600"/>
              <a:gd name="connsiteY968" fmla="*/ 0 h 6858000"/>
              <a:gd name="connsiteX969" fmla="*/ 1289827 w 7467600"/>
              <a:gd name="connsiteY969" fmla="*/ 0 h 6858000"/>
              <a:gd name="connsiteX970" fmla="*/ 1321076 w 7467600"/>
              <a:gd name="connsiteY970" fmla="*/ 59722 h 6858000"/>
              <a:gd name="connsiteX971" fmla="*/ 1512579 w 7467600"/>
              <a:gd name="connsiteY971" fmla="*/ 626441 h 6858000"/>
              <a:gd name="connsiteX972" fmla="*/ 1506076 w 7467600"/>
              <a:gd name="connsiteY972" fmla="*/ 1089289 h 6858000"/>
              <a:gd name="connsiteX973" fmla="*/ 1486346 w 7467600"/>
              <a:gd name="connsiteY973" fmla="*/ 1079919 h 6858000"/>
              <a:gd name="connsiteX974" fmla="*/ 1070511 w 7467600"/>
              <a:gd name="connsiteY974" fmla="*/ 48609 h 6858000"/>
              <a:gd name="connsiteX975" fmla="*/ 1057230 w 7467600"/>
              <a:gd name="connsiteY975" fmla="*/ 0 h 6858000"/>
              <a:gd name="connsiteX976" fmla="*/ 43151 w 7467600"/>
              <a:gd name="connsiteY976" fmla="*/ 0 h 6858000"/>
              <a:gd name="connsiteX977" fmla="*/ 95283 w 7467600"/>
              <a:gd name="connsiteY977" fmla="*/ 0 h 6858000"/>
              <a:gd name="connsiteX978" fmla="*/ 300708 w 7467600"/>
              <a:gd name="connsiteY978" fmla="*/ 154571 h 6858000"/>
              <a:gd name="connsiteX979" fmla="*/ 530414 w 7467600"/>
              <a:gd name="connsiteY979" fmla="*/ 354673 h 6858000"/>
              <a:gd name="connsiteX980" fmla="*/ 333785 w 7467600"/>
              <a:gd name="connsiteY980" fmla="*/ 161564 h 6858000"/>
              <a:gd name="connsiteX981" fmla="*/ 147005 w 7467600"/>
              <a:gd name="connsiteY981" fmla="*/ 0 h 6858000"/>
              <a:gd name="connsiteX982" fmla="*/ 272509 w 7467600"/>
              <a:gd name="connsiteY982" fmla="*/ 0 h 6858000"/>
              <a:gd name="connsiteX983" fmla="*/ 326276 w 7467600"/>
              <a:gd name="connsiteY983" fmla="*/ 45847 h 6858000"/>
              <a:gd name="connsiteX984" fmla="*/ 823759 w 7467600"/>
              <a:gd name="connsiteY984" fmla="*/ 574145 h 6858000"/>
              <a:gd name="connsiteX985" fmla="*/ 811254 w 7467600"/>
              <a:gd name="connsiteY985" fmla="*/ 665546 h 6858000"/>
              <a:gd name="connsiteX986" fmla="*/ 154042 w 7467600"/>
              <a:gd name="connsiteY986" fmla="*/ 261522 h 6858000"/>
              <a:gd name="connsiteX987" fmla="*/ 13550 w 7467600"/>
              <a:gd name="connsiteY987" fmla="*/ 158423 h 6858000"/>
              <a:gd name="connsiteX988" fmla="*/ 0 w 7467600"/>
              <a:gd name="connsiteY988" fmla="*/ 146618 h 6858000"/>
              <a:gd name="connsiteX989" fmla="*/ 0 w 7467600"/>
              <a:gd name="connsiteY989" fmla="*/ 59161 h 6858000"/>
              <a:gd name="connsiteX990" fmla="*/ 45427 w 7467600"/>
              <a:gd name="connsiteY990" fmla="*/ 101078 h 6858000"/>
              <a:gd name="connsiteX991" fmla="*/ 630103 w 7467600"/>
              <a:gd name="connsiteY991" fmla="*/ 485885 h 6858000"/>
              <a:gd name="connsiteX992" fmla="*/ 532040 w 7467600"/>
              <a:gd name="connsiteY992" fmla="*/ 399359 h 6858000"/>
              <a:gd name="connsiteX993" fmla="*/ 517618 w 7467600"/>
              <a:gd name="connsiteY993" fmla="*/ 385726 h 6858000"/>
              <a:gd name="connsiteX994" fmla="*/ 285074 w 7467600"/>
              <a:gd name="connsiteY994" fmla="*/ 182755 h 6858000"/>
              <a:gd name="connsiteX995" fmla="*/ 43151 w 7467600"/>
              <a:gd name="connsiteY99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1903353 w 7467600"/>
              <a:gd name="connsiteY139" fmla="*/ 5044827 h 6858000"/>
              <a:gd name="connsiteX140" fmla="*/ 1936931 w 7467600"/>
              <a:gd name="connsiteY140" fmla="*/ 5093954 h 6858000"/>
              <a:gd name="connsiteX141" fmla="*/ 2195868 w 7467600"/>
              <a:gd name="connsiteY141" fmla="*/ 5396574 h 6858000"/>
              <a:gd name="connsiteX142" fmla="*/ 2088852 w 7467600"/>
              <a:gd name="connsiteY142" fmla="*/ 5166123 h 6858000"/>
              <a:gd name="connsiteX143" fmla="*/ 1958241 w 7467600"/>
              <a:gd name="connsiteY143" fmla="*/ 5067955 h 6858000"/>
              <a:gd name="connsiteX144" fmla="*/ 1903353 w 7467600"/>
              <a:gd name="connsiteY144" fmla="*/ 5044827 h 6858000"/>
              <a:gd name="connsiteX145" fmla="*/ 1979378 w 7467600"/>
              <a:gd name="connsiteY145" fmla="*/ 4769504 h 6858000"/>
              <a:gd name="connsiteX146" fmla="*/ 2882120 w 7467600"/>
              <a:gd name="connsiteY146" fmla="*/ 5064547 h 6858000"/>
              <a:gd name="connsiteX147" fmla="*/ 2793103 w 7467600"/>
              <a:gd name="connsiteY147" fmla="*/ 5039699 h 6858000"/>
              <a:gd name="connsiteX148" fmla="*/ 2770041 w 7467600"/>
              <a:gd name="connsiteY148" fmla="*/ 5033634 h 6858000"/>
              <a:gd name="connsiteX149" fmla="*/ 1979378 w 7467600"/>
              <a:gd name="connsiteY149" fmla="*/ 4769504 h 6858000"/>
              <a:gd name="connsiteX150" fmla="*/ 1927410 w 7467600"/>
              <a:gd name="connsiteY150" fmla="*/ 4716164 h 6858000"/>
              <a:gd name="connsiteX151" fmla="*/ 1959587 w 7467600"/>
              <a:gd name="connsiteY151" fmla="*/ 4728849 h 6858000"/>
              <a:gd name="connsiteX152" fmla="*/ 2777707 w 7467600"/>
              <a:gd name="connsiteY152" fmla="*/ 5003991 h 6858000"/>
              <a:gd name="connsiteX153" fmla="*/ 2800768 w 7467600"/>
              <a:gd name="connsiteY153" fmla="*/ 5010056 h 6858000"/>
              <a:gd name="connsiteX154" fmla="*/ 2879408 w 7467600"/>
              <a:gd name="connsiteY154" fmla="*/ 5031590 h 6858000"/>
              <a:gd name="connsiteX155" fmla="*/ 2862295 w 7467600"/>
              <a:gd name="connsiteY155" fmla="*/ 5022958 h 6858000"/>
              <a:gd name="connsiteX156" fmla="*/ 2813343 w 7467600"/>
              <a:gd name="connsiteY156" fmla="*/ 4998369 h 6858000"/>
              <a:gd name="connsiteX157" fmla="*/ 2646245 w 7467600"/>
              <a:gd name="connsiteY157" fmla="*/ 4930999 h 6858000"/>
              <a:gd name="connsiteX158" fmla="*/ 1999243 w 7467600"/>
              <a:gd name="connsiteY158" fmla="*/ 4730524 h 6858000"/>
              <a:gd name="connsiteX159" fmla="*/ 1979527 w 7467600"/>
              <a:gd name="connsiteY159" fmla="*/ 4726651 h 6858000"/>
              <a:gd name="connsiteX160" fmla="*/ 1927410 w 7467600"/>
              <a:gd name="connsiteY160" fmla="*/ 4716164 h 6858000"/>
              <a:gd name="connsiteX161" fmla="*/ 1997014 w 7467600"/>
              <a:gd name="connsiteY161" fmla="*/ 4698007 h 6858000"/>
              <a:gd name="connsiteX162" fmla="*/ 2005458 w 7467600"/>
              <a:gd name="connsiteY162" fmla="*/ 4699540 h 6858000"/>
              <a:gd name="connsiteX163" fmla="*/ 2657186 w 7467600"/>
              <a:gd name="connsiteY163" fmla="*/ 4901687 h 6858000"/>
              <a:gd name="connsiteX164" fmla="*/ 2826662 w 7467600"/>
              <a:gd name="connsiteY164" fmla="*/ 4970362 h 6858000"/>
              <a:gd name="connsiteX165" fmla="*/ 2876100 w 7467600"/>
              <a:gd name="connsiteY165" fmla="*/ 4995397 h 6858000"/>
              <a:gd name="connsiteX166" fmla="*/ 3042600 w 7467600"/>
              <a:gd name="connsiteY166" fmla="*/ 5059532 h 6858000"/>
              <a:gd name="connsiteX167" fmla="*/ 1997014 w 7467600"/>
              <a:gd name="connsiteY167" fmla="*/ 4698007 h 6858000"/>
              <a:gd name="connsiteX168" fmla="*/ 2305292 w 7467600"/>
              <a:gd name="connsiteY168" fmla="*/ 4219492 h 6858000"/>
              <a:gd name="connsiteX169" fmla="*/ 3360922 w 7467600"/>
              <a:gd name="connsiteY169" fmla="*/ 4529373 h 6858000"/>
              <a:gd name="connsiteX170" fmla="*/ 3492420 w 7467600"/>
              <a:gd name="connsiteY170" fmla="*/ 4510145 h 6858000"/>
              <a:gd name="connsiteX171" fmla="*/ 3364086 w 7467600"/>
              <a:gd name="connsiteY171" fmla="*/ 4480340 h 6858000"/>
              <a:gd name="connsiteX172" fmla="*/ 3225818 w 7467600"/>
              <a:gd name="connsiteY172" fmla="*/ 4411822 h 6858000"/>
              <a:gd name="connsiteX173" fmla="*/ 3129696 w 7467600"/>
              <a:gd name="connsiteY173" fmla="*/ 4360704 h 6858000"/>
              <a:gd name="connsiteX174" fmla="*/ 2814545 w 7467600"/>
              <a:gd name="connsiteY174" fmla="*/ 4282955 h 6858000"/>
              <a:gd name="connsiteX175" fmla="*/ 2305292 w 7467600"/>
              <a:gd name="connsiteY175" fmla="*/ 4219492 h 6858000"/>
              <a:gd name="connsiteX176" fmla="*/ 2626982 w 7467600"/>
              <a:gd name="connsiteY176" fmla="*/ 4206450 h 6858000"/>
              <a:gd name="connsiteX177" fmla="*/ 2490617 w 7467600"/>
              <a:gd name="connsiteY177" fmla="*/ 4206951 h 6858000"/>
              <a:gd name="connsiteX178" fmla="*/ 2819869 w 7467600"/>
              <a:gd name="connsiteY178" fmla="*/ 4252936 h 6858000"/>
              <a:gd name="connsiteX179" fmla="*/ 3143018 w 7467600"/>
              <a:gd name="connsiteY179" fmla="*/ 4332698 h 6858000"/>
              <a:gd name="connsiteX180" fmla="*/ 3241520 w 7467600"/>
              <a:gd name="connsiteY180" fmla="*/ 4385112 h 6858000"/>
              <a:gd name="connsiteX181" fmla="*/ 3374575 w 7467600"/>
              <a:gd name="connsiteY181" fmla="*/ 4451517 h 6858000"/>
              <a:gd name="connsiteX182" fmla="*/ 3505221 w 7467600"/>
              <a:gd name="connsiteY182" fmla="*/ 4480757 h 6858000"/>
              <a:gd name="connsiteX183" fmla="*/ 2626982 w 7467600"/>
              <a:gd name="connsiteY183" fmla="*/ 4206450 h 6858000"/>
              <a:gd name="connsiteX184" fmla="*/ 1310106 w 7467600"/>
              <a:gd name="connsiteY184" fmla="*/ 3943217 h 6858000"/>
              <a:gd name="connsiteX185" fmla="*/ 854994 w 7467600"/>
              <a:gd name="connsiteY185" fmla="*/ 4399136 h 6858000"/>
              <a:gd name="connsiteX186" fmla="*/ 742462 w 7467600"/>
              <a:gd name="connsiteY186" fmla="*/ 4594648 h 6858000"/>
              <a:gd name="connsiteX187" fmla="*/ 820602 w 7467600"/>
              <a:gd name="connsiteY187" fmla="*/ 4485915 h 6858000"/>
              <a:gd name="connsiteX188" fmla="*/ 878295 w 7467600"/>
              <a:gd name="connsiteY188" fmla="*/ 4403594 h 6858000"/>
              <a:gd name="connsiteX189" fmla="*/ 1240607 w 7467600"/>
              <a:gd name="connsiteY189" fmla="*/ 4010401 h 6858000"/>
              <a:gd name="connsiteX190" fmla="*/ 1310106 w 7467600"/>
              <a:gd name="connsiteY190" fmla="*/ 3943217 h 6858000"/>
              <a:gd name="connsiteX191" fmla="*/ 1423113 w 7467600"/>
              <a:gd name="connsiteY191" fmla="*/ 3874565 h 6858000"/>
              <a:gd name="connsiteX192" fmla="*/ 1260565 w 7467600"/>
              <a:gd name="connsiteY192" fmla="*/ 4031982 h 6858000"/>
              <a:gd name="connsiteX193" fmla="*/ 901900 w 7467600"/>
              <a:gd name="connsiteY193" fmla="*/ 4421236 h 6858000"/>
              <a:gd name="connsiteX194" fmla="*/ 845044 w 7467600"/>
              <a:gd name="connsiteY194" fmla="*/ 4502436 h 6858000"/>
              <a:gd name="connsiteX195" fmla="*/ 685926 w 7467600"/>
              <a:gd name="connsiteY195" fmla="*/ 4703069 h 6858000"/>
              <a:gd name="connsiteX196" fmla="*/ 684248 w 7467600"/>
              <a:gd name="connsiteY196" fmla="*/ 4706721 h 6858000"/>
              <a:gd name="connsiteX197" fmla="*/ 1423113 w 7467600"/>
              <a:gd name="connsiteY197" fmla="*/ 3874565 h 6858000"/>
              <a:gd name="connsiteX198" fmla="*/ 3316479 w 7467600"/>
              <a:gd name="connsiteY198" fmla="*/ 3872136 h 6858000"/>
              <a:gd name="connsiteX199" fmla="*/ 3546806 w 7467600"/>
              <a:gd name="connsiteY199" fmla="*/ 4356139 h 6858000"/>
              <a:gd name="connsiteX200" fmla="*/ 3364433 w 7467600"/>
              <a:gd name="connsiteY200" fmla="*/ 3953121 h 6858000"/>
              <a:gd name="connsiteX201" fmla="*/ 3316479 w 7467600"/>
              <a:gd name="connsiteY201" fmla="*/ 3872136 h 6858000"/>
              <a:gd name="connsiteX202" fmla="*/ 3291335 w 7467600"/>
              <a:gd name="connsiteY202" fmla="*/ 3767420 h 6858000"/>
              <a:gd name="connsiteX203" fmla="*/ 3390805 w 7467600"/>
              <a:gd name="connsiteY203" fmla="*/ 3937163 h 6858000"/>
              <a:gd name="connsiteX204" fmla="*/ 3579062 w 7467600"/>
              <a:gd name="connsiteY204" fmla="*/ 4359040 h 6858000"/>
              <a:gd name="connsiteX205" fmla="*/ 3467355 w 7467600"/>
              <a:gd name="connsiteY205" fmla="*/ 3988130 h 6858000"/>
              <a:gd name="connsiteX206" fmla="*/ 3310753 w 7467600"/>
              <a:gd name="connsiteY206" fmla="*/ 3787140 h 6858000"/>
              <a:gd name="connsiteX207" fmla="*/ 3291335 w 7467600"/>
              <a:gd name="connsiteY207" fmla="*/ 3767420 h 6858000"/>
              <a:gd name="connsiteX208" fmla="*/ 1635889 w 7467600"/>
              <a:gd name="connsiteY208" fmla="*/ 3709494 h 6858000"/>
              <a:gd name="connsiteX209" fmla="*/ 1634800 w 7467600"/>
              <a:gd name="connsiteY209" fmla="*/ 3731111 h 6858000"/>
              <a:gd name="connsiteX210" fmla="*/ 1635889 w 7467600"/>
              <a:gd name="connsiteY210" fmla="*/ 3709494 h 6858000"/>
              <a:gd name="connsiteX211" fmla="*/ 1510397 w 7467600"/>
              <a:gd name="connsiteY211" fmla="*/ 3684705 h 6858000"/>
              <a:gd name="connsiteX212" fmla="*/ 1146550 w 7467600"/>
              <a:gd name="connsiteY212" fmla="*/ 3802012 h 6858000"/>
              <a:gd name="connsiteX213" fmla="*/ 698834 w 7467600"/>
              <a:gd name="connsiteY213" fmla="*/ 3952272 h 6858000"/>
              <a:gd name="connsiteX214" fmla="*/ 34256 w 7467600"/>
              <a:gd name="connsiteY214" fmla="*/ 4347603 h 6858000"/>
              <a:gd name="connsiteX215" fmla="*/ 527241 w 7467600"/>
              <a:gd name="connsiteY215" fmla="*/ 4065078 h 6858000"/>
              <a:gd name="connsiteX216" fmla="*/ 1510397 w 7467600"/>
              <a:gd name="connsiteY216" fmla="*/ 3684705 h 6858000"/>
              <a:gd name="connsiteX217" fmla="*/ 1313114 w 7467600"/>
              <a:gd name="connsiteY217" fmla="*/ 3655216 h 6858000"/>
              <a:gd name="connsiteX218" fmla="*/ 1109304 w 7467600"/>
              <a:gd name="connsiteY218" fmla="*/ 3669030 h 6858000"/>
              <a:gd name="connsiteX219" fmla="*/ 8129 w 7467600"/>
              <a:gd name="connsiteY219" fmla="*/ 4330519 h 6858000"/>
              <a:gd name="connsiteX220" fmla="*/ 687572 w 7467600"/>
              <a:gd name="connsiteY220" fmla="*/ 3925629 h 6858000"/>
              <a:gd name="connsiteX221" fmla="*/ 1138365 w 7467600"/>
              <a:gd name="connsiteY221" fmla="*/ 3774515 h 6858000"/>
              <a:gd name="connsiteX222" fmla="*/ 1505579 w 7467600"/>
              <a:gd name="connsiteY222" fmla="*/ 3655526 h 6858000"/>
              <a:gd name="connsiteX223" fmla="*/ 1313114 w 7467600"/>
              <a:gd name="connsiteY223" fmla="*/ 3655216 h 6858000"/>
              <a:gd name="connsiteX224" fmla="*/ 3655073 w 7467600"/>
              <a:gd name="connsiteY224" fmla="*/ 3650884 h 6858000"/>
              <a:gd name="connsiteX225" fmla="*/ 3989938 w 7467600"/>
              <a:gd name="connsiteY225" fmla="*/ 3991685 h 6858000"/>
              <a:gd name="connsiteX226" fmla="*/ 4393907 w 7467600"/>
              <a:gd name="connsiteY226" fmla="*/ 4261258 h 6858000"/>
              <a:gd name="connsiteX227" fmla="*/ 4648051 w 7467600"/>
              <a:gd name="connsiteY227" fmla="*/ 4374051 h 6858000"/>
              <a:gd name="connsiteX228" fmla="*/ 4383389 w 7467600"/>
              <a:gd name="connsiteY228" fmla="*/ 4184369 h 6858000"/>
              <a:gd name="connsiteX229" fmla="*/ 4165508 w 7467600"/>
              <a:gd name="connsiteY229" fmla="*/ 4035196 h 6858000"/>
              <a:gd name="connsiteX230" fmla="*/ 4068162 w 7467600"/>
              <a:gd name="connsiteY230" fmla="*/ 3953394 h 6858000"/>
              <a:gd name="connsiteX231" fmla="*/ 3981416 w 7467600"/>
              <a:gd name="connsiteY231" fmla="*/ 3880482 h 6858000"/>
              <a:gd name="connsiteX232" fmla="*/ 3800147 w 7467600"/>
              <a:gd name="connsiteY232" fmla="*/ 3749872 h 6858000"/>
              <a:gd name="connsiteX233" fmla="*/ 3655073 w 7467600"/>
              <a:gd name="connsiteY233" fmla="*/ 3650884 h 6858000"/>
              <a:gd name="connsiteX234" fmla="*/ 3670252 w 7467600"/>
              <a:gd name="connsiteY234" fmla="*/ 3622798 h 6858000"/>
              <a:gd name="connsiteX235" fmla="*/ 3817258 w 7467600"/>
              <a:gd name="connsiteY235" fmla="*/ 3723577 h 6858000"/>
              <a:gd name="connsiteX236" fmla="*/ 4000461 w 7467600"/>
              <a:gd name="connsiteY236" fmla="*/ 3855966 h 6858000"/>
              <a:gd name="connsiteX237" fmla="*/ 4088180 w 7467600"/>
              <a:gd name="connsiteY237" fmla="*/ 3929774 h 6858000"/>
              <a:gd name="connsiteX238" fmla="*/ 4184555 w 7467600"/>
              <a:gd name="connsiteY238" fmla="*/ 4010683 h 6858000"/>
              <a:gd name="connsiteX239" fmla="*/ 4399563 w 7467600"/>
              <a:gd name="connsiteY239" fmla="*/ 4158106 h 6858000"/>
              <a:gd name="connsiteX240" fmla="*/ 4684469 w 7467600"/>
              <a:gd name="connsiteY240" fmla="*/ 4364680 h 6858000"/>
              <a:gd name="connsiteX241" fmla="*/ 4690271 w 7467600"/>
              <a:gd name="connsiteY241" fmla="*/ 4370034 h 6858000"/>
              <a:gd name="connsiteX242" fmla="*/ 4136093 w 7467600"/>
              <a:gd name="connsiteY242" fmla="*/ 3858466 h 6858000"/>
              <a:gd name="connsiteX243" fmla="*/ 3670252 w 7467600"/>
              <a:gd name="connsiteY243" fmla="*/ 3622798 h 6858000"/>
              <a:gd name="connsiteX244" fmla="*/ 4440129 w 7467600"/>
              <a:gd name="connsiteY244" fmla="*/ 3448571 h 6858000"/>
              <a:gd name="connsiteX245" fmla="*/ 4856525 w 7467600"/>
              <a:gd name="connsiteY245" fmla="*/ 3915351 h 6858000"/>
              <a:gd name="connsiteX246" fmla="*/ 5059055 w 7467600"/>
              <a:gd name="connsiteY246" fmla="*/ 4108918 h 6858000"/>
              <a:gd name="connsiteX247" fmla="*/ 5290070 w 7467600"/>
              <a:gd name="connsiteY247" fmla="*/ 4263619 h 6858000"/>
              <a:gd name="connsiteX248" fmla="*/ 4834991 w 7467600"/>
              <a:gd name="connsiteY248" fmla="*/ 3830985 h 6858000"/>
              <a:gd name="connsiteX249" fmla="*/ 4440129 w 7467600"/>
              <a:gd name="connsiteY249" fmla="*/ 3448571 h 6858000"/>
              <a:gd name="connsiteX250" fmla="*/ 4441737 w 7467600"/>
              <a:gd name="connsiteY250" fmla="*/ 3399734 h 6858000"/>
              <a:gd name="connsiteX251" fmla="*/ 4431236 w 7467600"/>
              <a:gd name="connsiteY251" fmla="*/ 3400954 h 6858000"/>
              <a:gd name="connsiteX252" fmla="*/ 4557150 w 7467600"/>
              <a:gd name="connsiteY252" fmla="*/ 3510023 h 6858000"/>
              <a:gd name="connsiteX253" fmla="*/ 4856936 w 7467600"/>
              <a:gd name="connsiteY253" fmla="*/ 3809146 h 6858000"/>
              <a:gd name="connsiteX254" fmla="*/ 5111996 w 7467600"/>
              <a:gd name="connsiteY254" fmla="*/ 4065759 h 6858000"/>
              <a:gd name="connsiteX255" fmla="*/ 5388878 w 7467600"/>
              <a:gd name="connsiteY255" fmla="*/ 4300185 h 6858000"/>
              <a:gd name="connsiteX256" fmla="*/ 5425556 w 7467600"/>
              <a:gd name="connsiteY256" fmla="*/ 4308967 h 6858000"/>
              <a:gd name="connsiteX257" fmla="*/ 4943646 w 7467600"/>
              <a:gd name="connsiteY257" fmla="*/ 3822916 h 6858000"/>
              <a:gd name="connsiteX258" fmla="*/ 4594837 w 7467600"/>
              <a:gd name="connsiteY258" fmla="*/ 3532274 h 6858000"/>
              <a:gd name="connsiteX259" fmla="*/ 4441737 w 7467600"/>
              <a:gd name="connsiteY259" fmla="*/ 3399734 h 6858000"/>
              <a:gd name="connsiteX260" fmla="*/ 5425834 w 7467600"/>
              <a:gd name="connsiteY260" fmla="*/ 3162785 h 6858000"/>
              <a:gd name="connsiteX261" fmla="*/ 5401644 w 7467600"/>
              <a:gd name="connsiteY261" fmla="*/ 3617847 h 6858000"/>
              <a:gd name="connsiteX262" fmla="*/ 5467256 w 7467600"/>
              <a:gd name="connsiteY262" fmla="*/ 4175494 h 6858000"/>
              <a:gd name="connsiteX263" fmla="*/ 5448069 w 7467600"/>
              <a:gd name="connsiteY263" fmla="*/ 3567554 h 6858000"/>
              <a:gd name="connsiteX264" fmla="*/ 5425834 w 7467600"/>
              <a:gd name="connsiteY264" fmla="*/ 3162785 h 6858000"/>
              <a:gd name="connsiteX265" fmla="*/ 1318687 w 7467600"/>
              <a:gd name="connsiteY265" fmla="*/ 3113840 h 6858000"/>
              <a:gd name="connsiteX266" fmla="*/ 1066793 w 7467600"/>
              <a:gd name="connsiteY266" fmla="*/ 3212171 h 6858000"/>
              <a:gd name="connsiteX267" fmla="*/ 993319 w 7467600"/>
              <a:gd name="connsiteY267" fmla="*/ 3247648 h 6858000"/>
              <a:gd name="connsiteX268" fmla="*/ 853081 w 7467600"/>
              <a:gd name="connsiteY268" fmla="*/ 3312410 h 6858000"/>
              <a:gd name="connsiteX269" fmla="*/ 805957 w 7467600"/>
              <a:gd name="connsiteY269" fmla="*/ 3330443 h 6858000"/>
              <a:gd name="connsiteX270" fmla="*/ 1318687 w 7467600"/>
              <a:gd name="connsiteY270" fmla="*/ 3113840 h 6858000"/>
              <a:gd name="connsiteX271" fmla="*/ 5453702 w 7467600"/>
              <a:gd name="connsiteY271" fmla="*/ 3090882 h 6858000"/>
              <a:gd name="connsiteX272" fmla="*/ 5480135 w 7467600"/>
              <a:gd name="connsiteY272" fmla="*/ 3565802 h 6858000"/>
              <a:gd name="connsiteX273" fmla="*/ 5499023 w 7467600"/>
              <a:gd name="connsiteY273" fmla="*/ 4166310 h 6858000"/>
              <a:gd name="connsiteX274" fmla="*/ 5547022 w 7467600"/>
              <a:gd name="connsiteY274" fmla="*/ 3607838 h 6858000"/>
              <a:gd name="connsiteX275" fmla="*/ 5515964 w 7467600"/>
              <a:gd name="connsiteY275" fmla="*/ 3378541 h 6858000"/>
              <a:gd name="connsiteX276" fmla="*/ 5453702 w 7467600"/>
              <a:gd name="connsiteY276" fmla="*/ 3090882 h 6858000"/>
              <a:gd name="connsiteX277" fmla="*/ 1238695 w 7467600"/>
              <a:gd name="connsiteY277" fmla="*/ 3076820 h 6858000"/>
              <a:gd name="connsiteX278" fmla="*/ 716371 w 7467600"/>
              <a:gd name="connsiteY278" fmla="*/ 3293249 h 6858000"/>
              <a:gd name="connsiteX279" fmla="*/ 579522 w 7467600"/>
              <a:gd name="connsiteY279" fmla="*/ 3371759 h 6858000"/>
              <a:gd name="connsiteX280" fmla="*/ 600288 w 7467600"/>
              <a:gd name="connsiteY280" fmla="*/ 3365555 h 6858000"/>
              <a:gd name="connsiteX281" fmla="*/ 840692 w 7467600"/>
              <a:gd name="connsiteY281" fmla="*/ 3284921 h 6858000"/>
              <a:gd name="connsiteX282" fmla="*/ 979248 w 7467600"/>
              <a:gd name="connsiteY282" fmla="*/ 3221003 h 6858000"/>
              <a:gd name="connsiteX283" fmla="*/ 1053282 w 7467600"/>
              <a:gd name="connsiteY283" fmla="*/ 3185247 h 6858000"/>
              <a:gd name="connsiteX284" fmla="*/ 1320603 w 7467600"/>
              <a:gd name="connsiteY284" fmla="*/ 3081281 h 6858000"/>
              <a:gd name="connsiteX285" fmla="*/ 1238695 w 7467600"/>
              <a:gd name="connsiteY285" fmla="*/ 3076820 h 6858000"/>
              <a:gd name="connsiteX286" fmla="*/ 5425627 w 7467600"/>
              <a:gd name="connsiteY286" fmla="*/ 2954192 h 6858000"/>
              <a:gd name="connsiteX287" fmla="*/ 5470770 w 7467600"/>
              <a:gd name="connsiteY287" fmla="*/ 3005435 h 6858000"/>
              <a:gd name="connsiteX288" fmla="*/ 5519779 w 7467600"/>
              <a:gd name="connsiteY288" fmla="*/ 4359223 h 6858000"/>
              <a:gd name="connsiteX289" fmla="*/ 5520293 w 7467600"/>
              <a:gd name="connsiteY289" fmla="*/ 4360602 h 6858000"/>
              <a:gd name="connsiteX290" fmla="*/ 5767221 w 7467600"/>
              <a:gd name="connsiteY290" fmla="*/ 4665564 h 6858000"/>
              <a:gd name="connsiteX291" fmla="*/ 6937169 w 7467600"/>
              <a:gd name="connsiteY291" fmla="*/ 4815941 h 6858000"/>
              <a:gd name="connsiteX292" fmla="*/ 6953922 w 7467600"/>
              <a:gd name="connsiteY292" fmla="*/ 4890068 h 6858000"/>
              <a:gd name="connsiteX293" fmla="*/ 6071359 w 7467600"/>
              <a:gd name="connsiteY293" fmla="*/ 4770770 h 6858000"/>
              <a:gd name="connsiteX294" fmla="*/ 6038839 w 7467600"/>
              <a:gd name="connsiteY294" fmla="*/ 4764474 h 6858000"/>
              <a:gd name="connsiteX295" fmla="*/ 6038706 w 7467600"/>
              <a:gd name="connsiteY295" fmla="*/ 4763847 h 6858000"/>
              <a:gd name="connsiteX296" fmla="*/ 6037784 w 7467600"/>
              <a:gd name="connsiteY296" fmla="*/ 4764270 h 6858000"/>
              <a:gd name="connsiteX297" fmla="*/ 6038839 w 7467600"/>
              <a:gd name="connsiteY297" fmla="*/ 4764474 h 6858000"/>
              <a:gd name="connsiteX298" fmla="*/ 6040338 w 7467600"/>
              <a:gd name="connsiteY298" fmla="*/ 4771418 h 6858000"/>
              <a:gd name="connsiteX299" fmla="*/ 6024488 w 7467600"/>
              <a:gd name="connsiteY299" fmla="*/ 4809903 h 6858000"/>
              <a:gd name="connsiteX300" fmla="*/ 5599771 w 7467600"/>
              <a:gd name="connsiteY300" fmla="*/ 5509652 h 6858000"/>
              <a:gd name="connsiteX301" fmla="*/ 5548843 w 7467600"/>
              <a:gd name="connsiteY301" fmla="*/ 5563845 h 6858000"/>
              <a:gd name="connsiteX302" fmla="*/ 5940952 w 7467600"/>
              <a:gd name="connsiteY302" fmla="*/ 6250028 h 6858000"/>
              <a:gd name="connsiteX303" fmla="*/ 6043441 w 7467600"/>
              <a:gd name="connsiteY303" fmla="*/ 6665847 h 6858000"/>
              <a:gd name="connsiteX304" fmla="*/ 6093432 w 7467600"/>
              <a:gd name="connsiteY304" fmla="*/ 6858000 h 6858000"/>
              <a:gd name="connsiteX305" fmla="*/ 6034344 w 7467600"/>
              <a:gd name="connsiteY305" fmla="*/ 6858000 h 6858000"/>
              <a:gd name="connsiteX306" fmla="*/ 6026679 w 7467600"/>
              <a:gd name="connsiteY306" fmla="*/ 6836959 h 6858000"/>
              <a:gd name="connsiteX307" fmla="*/ 5800441 w 7467600"/>
              <a:gd name="connsiteY307" fmla="*/ 6335286 h 6858000"/>
              <a:gd name="connsiteX308" fmla="*/ 5526562 w 7467600"/>
              <a:gd name="connsiteY308" fmla="*/ 5705388 h 6858000"/>
              <a:gd name="connsiteX309" fmla="*/ 5519640 w 7467600"/>
              <a:gd name="connsiteY309" fmla="*/ 5683774 h 6858000"/>
              <a:gd name="connsiteX310" fmla="*/ 5844559 w 7467600"/>
              <a:gd name="connsiteY310" fmla="*/ 6553349 h 6858000"/>
              <a:gd name="connsiteX311" fmla="*/ 5975994 w 7467600"/>
              <a:gd name="connsiteY311" fmla="*/ 6858000 h 6858000"/>
              <a:gd name="connsiteX312" fmla="*/ 5898547 w 7467600"/>
              <a:gd name="connsiteY312" fmla="*/ 6858000 h 6858000"/>
              <a:gd name="connsiteX313" fmla="*/ 5682041 w 7467600"/>
              <a:gd name="connsiteY313" fmla="*/ 6355860 h 6858000"/>
              <a:gd name="connsiteX314" fmla="*/ 5461758 w 7467600"/>
              <a:gd name="connsiteY314" fmla="*/ 5820220 h 6858000"/>
              <a:gd name="connsiteX315" fmla="*/ 5237282 w 7467600"/>
              <a:gd name="connsiteY315" fmla="*/ 6579086 h 6858000"/>
              <a:gd name="connsiteX316" fmla="*/ 5115009 w 7467600"/>
              <a:gd name="connsiteY316" fmla="*/ 6858000 h 6858000"/>
              <a:gd name="connsiteX317" fmla="*/ 5028074 w 7467600"/>
              <a:gd name="connsiteY317" fmla="*/ 6858000 h 6858000"/>
              <a:gd name="connsiteX318" fmla="*/ 5079508 w 7467600"/>
              <a:gd name="connsiteY318" fmla="*/ 6749074 h 6858000"/>
              <a:gd name="connsiteX319" fmla="*/ 5371846 w 7467600"/>
              <a:gd name="connsiteY319" fmla="*/ 5924413 h 6858000"/>
              <a:gd name="connsiteX320" fmla="*/ 5270512 w 7467600"/>
              <a:gd name="connsiteY320" fmla="*/ 6138975 h 6858000"/>
              <a:gd name="connsiteX321" fmla="*/ 5062409 w 7467600"/>
              <a:gd name="connsiteY321" fmla="*/ 6653544 h 6858000"/>
              <a:gd name="connsiteX322" fmla="*/ 5036628 w 7467600"/>
              <a:gd name="connsiteY322" fmla="*/ 6754247 h 6858000"/>
              <a:gd name="connsiteX323" fmla="*/ 5009112 w 7467600"/>
              <a:gd name="connsiteY323" fmla="*/ 6858000 h 6858000"/>
              <a:gd name="connsiteX324" fmla="*/ 4976679 w 7467600"/>
              <a:gd name="connsiteY324" fmla="*/ 6858000 h 6858000"/>
              <a:gd name="connsiteX325" fmla="*/ 5006537 w 7467600"/>
              <a:gd name="connsiteY325" fmla="*/ 6747068 h 6858000"/>
              <a:gd name="connsiteX326" fmla="*/ 5032723 w 7467600"/>
              <a:gd name="connsiteY326" fmla="*/ 6644957 h 6858000"/>
              <a:gd name="connsiteX327" fmla="*/ 5242949 w 7467600"/>
              <a:gd name="connsiteY327" fmla="*/ 6125175 h 6858000"/>
              <a:gd name="connsiteX328" fmla="*/ 5286321 w 7467600"/>
              <a:gd name="connsiteY328" fmla="*/ 6033555 h 6858000"/>
              <a:gd name="connsiteX329" fmla="*/ 5008210 w 7467600"/>
              <a:gd name="connsiteY329" fmla="*/ 6649194 h 6858000"/>
              <a:gd name="connsiteX330" fmla="*/ 4986321 w 7467600"/>
              <a:gd name="connsiteY330" fmla="*/ 6765687 h 6858000"/>
              <a:gd name="connsiteX331" fmla="*/ 4973474 w 7467600"/>
              <a:gd name="connsiteY331" fmla="*/ 6858000 h 6858000"/>
              <a:gd name="connsiteX332" fmla="*/ 4907178 w 7467600"/>
              <a:gd name="connsiteY332" fmla="*/ 6858000 h 6858000"/>
              <a:gd name="connsiteX333" fmla="*/ 4910810 w 7467600"/>
              <a:gd name="connsiteY333" fmla="*/ 6829660 h 6858000"/>
              <a:gd name="connsiteX334" fmla="*/ 4987461 w 7467600"/>
              <a:gd name="connsiteY334" fmla="*/ 6432994 h 6858000"/>
              <a:gd name="connsiteX335" fmla="*/ 5179262 w 7467600"/>
              <a:gd name="connsiteY335" fmla="*/ 6035044 h 6858000"/>
              <a:gd name="connsiteX336" fmla="*/ 4689678 w 7467600"/>
              <a:gd name="connsiteY336" fmla="*/ 6440241 h 6858000"/>
              <a:gd name="connsiteX337" fmla="*/ 4477543 w 7467600"/>
              <a:gd name="connsiteY337" fmla="*/ 6674836 h 6858000"/>
              <a:gd name="connsiteX338" fmla="*/ 4329957 w 7467600"/>
              <a:gd name="connsiteY338" fmla="*/ 6858000 h 6858000"/>
              <a:gd name="connsiteX339" fmla="*/ 4218595 w 7467600"/>
              <a:gd name="connsiteY339" fmla="*/ 6858000 h 6858000"/>
              <a:gd name="connsiteX340" fmla="*/ 4368888 w 7467600"/>
              <a:gd name="connsiteY340" fmla="*/ 6668412 h 6858000"/>
              <a:gd name="connsiteX341" fmla="*/ 4563091 w 7467600"/>
              <a:gd name="connsiteY341" fmla="*/ 6442508 h 6858000"/>
              <a:gd name="connsiteX342" fmla="*/ 5387324 w 7467600"/>
              <a:gd name="connsiteY342" fmla="*/ 5705830 h 6858000"/>
              <a:gd name="connsiteX343" fmla="*/ 5073620 w 7467600"/>
              <a:gd name="connsiteY343" fmla="*/ 5955437 h 6858000"/>
              <a:gd name="connsiteX344" fmla="*/ 4689789 w 7467600"/>
              <a:gd name="connsiteY344" fmla="*/ 6268382 h 6858000"/>
              <a:gd name="connsiteX345" fmla="*/ 4418722 w 7467600"/>
              <a:gd name="connsiteY345" fmla="*/ 6570886 h 6858000"/>
              <a:gd name="connsiteX346" fmla="*/ 4214944 w 7467600"/>
              <a:gd name="connsiteY346" fmla="*/ 6858000 h 6858000"/>
              <a:gd name="connsiteX347" fmla="*/ 4177898 w 7467600"/>
              <a:gd name="connsiteY347" fmla="*/ 6858000 h 6858000"/>
              <a:gd name="connsiteX348" fmla="*/ 4391597 w 7467600"/>
              <a:gd name="connsiteY348" fmla="*/ 6556370 h 6858000"/>
              <a:gd name="connsiteX349" fmla="*/ 4668889 w 7467600"/>
              <a:gd name="connsiteY349" fmla="*/ 6246399 h 6858000"/>
              <a:gd name="connsiteX350" fmla="*/ 5055427 w 7467600"/>
              <a:gd name="connsiteY350" fmla="*/ 5931476 h 6858000"/>
              <a:gd name="connsiteX351" fmla="*/ 5371814 w 7467600"/>
              <a:gd name="connsiteY351" fmla="*/ 5678975 h 6858000"/>
              <a:gd name="connsiteX352" fmla="*/ 4987918 w 7467600"/>
              <a:gd name="connsiteY352" fmla="*/ 5838701 h 6858000"/>
              <a:gd name="connsiteX353" fmla="*/ 4317146 w 7467600"/>
              <a:gd name="connsiteY353" fmla="*/ 6587716 h 6858000"/>
              <a:gd name="connsiteX354" fmla="*/ 4171627 w 7467600"/>
              <a:gd name="connsiteY354" fmla="*/ 6858000 h 6858000"/>
              <a:gd name="connsiteX355" fmla="*/ 4081585 w 7467600"/>
              <a:gd name="connsiteY355" fmla="*/ 6858000 h 6858000"/>
              <a:gd name="connsiteX356" fmla="*/ 4238603 w 7467600"/>
              <a:gd name="connsiteY356" fmla="*/ 6559341 h 6858000"/>
              <a:gd name="connsiteX357" fmla="*/ 4778333 w 7467600"/>
              <a:gd name="connsiteY357" fmla="*/ 5873626 h 6858000"/>
              <a:gd name="connsiteX358" fmla="*/ 5414185 w 7467600"/>
              <a:gd name="connsiteY358" fmla="*/ 5573882 h 6858000"/>
              <a:gd name="connsiteX359" fmla="*/ 5959648 w 7467600"/>
              <a:gd name="connsiteY359" fmla="*/ 4760797 h 6858000"/>
              <a:gd name="connsiteX360" fmla="*/ 5355019 w 7467600"/>
              <a:gd name="connsiteY360" fmla="*/ 4734672 h 6858000"/>
              <a:gd name="connsiteX361" fmla="*/ 5083565 w 7467600"/>
              <a:gd name="connsiteY361" fmla="*/ 5179121 h 6858000"/>
              <a:gd name="connsiteX362" fmla="*/ 4713577 w 7467600"/>
              <a:gd name="connsiteY362" fmla="*/ 5616803 h 6858000"/>
              <a:gd name="connsiteX363" fmla="*/ 3989559 w 7467600"/>
              <a:gd name="connsiteY363" fmla="*/ 6145945 h 6858000"/>
              <a:gd name="connsiteX364" fmla="*/ 3939824 w 7467600"/>
              <a:gd name="connsiteY364" fmla="*/ 6066900 h 6858000"/>
              <a:gd name="connsiteX365" fmla="*/ 4584537 w 7467600"/>
              <a:gd name="connsiteY365" fmla="*/ 5324826 h 6858000"/>
              <a:gd name="connsiteX366" fmla="*/ 5037105 w 7467600"/>
              <a:gd name="connsiteY366" fmla="*/ 5088765 h 6858000"/>
              <a:gd name="connsiteX367" fmla="*/ 5039930 w 7467600"/>
              <a:gd name="connsiteY367" fmla="*/ 5089585 h 6858000"/>
              <a:gd name="connsiteX368" fmla="*/ 5263764 w 7467600"/>
              <a:gd name="connsiteY368" fmla="*/ 4735525 h 6858000"/>
              <a:gd name="connsiteX369" fmla="*/ 4086300 w 7467600"/>
              <a:gd name="connsiteY369" fmla="*/ 4884599 h 6858000"/>
              <a:gd name="connsiteX370" fmla="*/ 4085485 w 7467600"/>
              <a:gd name="connsiteY370" fmla="*/ 4899070 h 6858000"/>
              <a:gd name="connsiteX371" fmla="*/ 3871915 w 7467600"/>
              <a:gd name="connsiteY371" fmla="*/ 5253645 h 6858000"/>
              <a:gd name="connsiteX372" fmla="*/ 3799374 w 7467600"/>
              <a:gd name="connsiteY372" fmla="*/ 5466127 h 6858000"/>
              <a:gd name="connsiteX373" fmla="*/ 3498850 w 7467600"/>
              <a:gd name="connsiteY373" fmla="*/ 6661888 h 6858000"/>
              <a:gd name="connsiteX374" fmla="*/ 3399216 w 7467600"/>
              <a:gd name="connsiteY374" fmla="*/ 6858000 h 6858000"/>
              <a:gd name="connsiteX375" fmla="*/ 3303688 w 7467600"/>
              <a:gd name="connsiteY375" fmla="*/ 6858000 h 6858000"/>
              <a:gd name="connsiteX376" fmla="*/ 3391774 w 7467600"/>
              <a:gd name="connsiteY376" fmla="*/ 6697181 h 6858000"/>
              <a:gd name="connsiteX377" fmla="*/ 3735540 w 7467600"/>
              <a:gd name="connsiteY377" fmla="*/ 5546923 h 6858000"/>
              <a:gd name="connsiteX378" fmla="*/ 3729438 w 7467600"/>
              <a:gd name="connsiteY378" fmla="*/ 5569058 h 6858000"/>
              <a:gd name="connsiteX379" fmla="*/ 3707782 w 7467600"/>
              <a:gd name="connsiteY379" fmla="*/ 5644908 h 6858000"/>
              <a:gd name="connsiteX380" fmla="*/ 3583827 w 7467600"/>
              <a:gd name="connsiteY380" fmla="*/ 6039215 h 6858000"/>
              <a:gd name="connsiteX381" fmla="*/ 3547861 w 7467600"/>
              <a:gd name="connsiteY381" fmla="*/ 6129609 h 6858000"/>
              <a:gd name="connsiteX382" fmla="*/ 3490905 w 7467600"/>
              <a:gd name="connsiteY382" fmla="*/ 6277660 h 6858000"/>
              <a:gd name="connsiteX383" fmla="*/ 3455859 w 7467600"/>
              <a:gd name="connsiteY383" fmla="*/ 6391301 h 6858000"/>
              <a:gd name="connsiteX384" fmla="*/ 3429112 w 7467600"/>
              <a:gd name="connsiteY384" fmla="*/ 6479469 h 6858000"/>
              <a:gd name="connsiteX385" fmla="*/ 3304862 w 7467600"/>
              <a:gd name="connsiteY385" fmla="*/ 6796476 h 6858000"/>
              <a:gd name="connsiteX386" fmla="*/ 3276071 w 7467600"/>
              <a:gd name="connsiteY386" fmla="*/ 6858000 h 6858000"/>
              <a:gd name="connsiteX387" fmla="*/ 3240805 w 7467600"/>
              <a:gd name="connsiteY387" fmla="*/ 6858000 h 6858000"/>
              <a:gd name="connsiteX388" fmla="*/ 3275917 w 7467600"/>
              <a:gd name="connsiteY388" fmla="*/ 6783192 h 6858000"/>
              <a:gd name="connsiteX389" fmla="*/ 3399358 w 7467600"/>
              <a:gd name="connsiteY389" fmla="*/ 6469011 h 6858000"/>
              <a:gd name="connsiteX390" fmla="*/ 3425650 w 7467600"/>
              <a:gd name="connsiteY390" fmla="*/ 6381333 h 6858000"/>
              <a:gd name="connsiteX391" fmla="*/ 3460661 w 7467600"/>
              <a:gd name="connsiteY391" fmla="*/ 6266763 h 6858000"/>
              <a:gd name="connsiteX392" fmla="*/ 3518021 w 7467600"/>
              <a:gd name="connsiteY392" fmla="*/ 6117298 h 6858000"/>
              <a:gd name="connsiteX393" fmla="*/ 3554035 w 7467600"/>
              <a:gd name="connsiteY393" fmla="*/ 6027832 h 6858000"/>
              <a:gd name="connsiteX394" fmla="*/ 3677174 w 7467600"/>
              <a:gd name="connsiteY394" fmla="*/ 5636351 h 6858000"/>
              <a:gd name="connsiteX395" fmla="*/ 3698819 w 7467600"/>
              <a:gd name="connsiteY395" fmla="*/ 5560503 h 6858000"/>
              <a:gd name="connsiteX396" fmla="*/ 3702094 w 7467600"/>
              <a:gd name="connsiteY396" fmla="*/ 5549194 h 6858000"/>
              <a:gd name="connsiteX397" fmla="*/ 3398355 w 7467600"/>
              <a:gd name="connsiteY397" fmla="*/ 6094603 h 6858000"/>
              <a:gd name="connsiteX398" fmla="*/ 3193941 w 7467600"/>
              <a:gd name="connsiteY398" fmla="*/ 6798775 h 6858000"/>
              <a:gd name="connsiteX399" fmla="*/ 3184140 w 7467600"/>
              <a:gd name="connsiteY399" fmla="*/ 6858000 h 6858000"/>
              <a:gd name="connsiteX400" fmla="*/ 3099978 w 7467600"/>
              <a:gd name="connsiteY400" fmla="*/ 6858000 h 6858000"/>
              <a:gd name="connsiteX401" fmla="*/ 3101556 w 7467600"/>
              <a:gd name="connsiteY401" fmla="*/ 6843337 h 6858000"/>
              <a:gd name="connsiteX402" fmla="*/ 3370162 w 7467600"/>
              <a:gd name="connsiteY402" fmla="*/ 5785550 h 6858000"/>
              <a:gd name="connsiteX403" fmla="*/ 3746477 w 7467600"/>
              <a:gd name="connsiteY403" fmla="*/ 5377889 h 6858000"/>
              <a:gd name="connsiteX404" fmla="*/ 3863399 w 7467600"/>
              <a:gd name="connsiteY404" fmla="*/ 5087257 h 6858000"/>
              <a:gd name="connsiteX405" fmla="*/ 3968712 w 7467600"/>
              <a:gd name="connsiteY405" fmla="*/ 4913989 h 6858000"/>
              <a:gd name="connsiteX406" fmla="*/ 2792390 w 7467600"/>
              <a:gd name="connsiteY406" fmla="*/ 5382974 h 6858000"/>
              <a:gd name="connsiteX407" fmla="*/ 2714982 w 7467600"/>
              <a:gd name="connsiteY407" fmla="*/ 5427051 h 6858000"/>
              <a:gd name="connsiteX408" fmla="*/ 2813361 w 7467600"/>
              <a:gd name="connsiteY408" fmla="*/ 6023912 h 6858000"/>
              <a:gd name="connsiteX409" fmla="*/ 2688430 w 7467600"/>
              <a:gd name="connsiteY409" fmla="*/ 6801564 h 6858000"/>
              <a:gd name="connsiteX410" fmla="*/ 2629626 w 7467600"/>
              <a:gd name="connsiteY410" fmla="*/ 6763394 h 6858000"/>
              <a:gd name="connsiteX411" fmla="*/ 2565328 w 7467600"/>
              <a:gd name="connsiteY411" fmla="*/ 5516399 h 6858000"/>
              <a:gd name="connsiteX412" fmla="*/ 1922999 w 7467600"/>
              <a:gd name="connsiteY412" fmla="*/ 5980343 h 6858000"/>
              <a:gd name="connsiteX413" fmla="*/ 1950261 w 7467600"/>
              <a:gd name="connsiteY413" fmla="*/ 6405858 h 6858000"/>
              <a:gd name="connsiteX414" fmla="*/ 2365554 w 7467600"/>
              <a:gd name="connsiteY414" fmla="*/ 6759107 h 6858000"/>
              <a:gd name="connsiteX415" fmla="*/ 2424142 w 7467600"/>
              <a:gd name="connsiteY415" fmla="*/ 6858000 h 6858000"/>
              <a:gd name="connsiteX416" fmla="*/ 2395994 w 7467600"/>
              <a:gd name="connsiteY416" fmla="*/ 6858000 h 6858000"/>
              <a:gd name="connsiteX417" fmla="*/ 2392863 w 7467600"/>
              <a:gd name="connsiteY417" fmla="*/ 6852964 h 6858000"/>
              <a:gd name="connsiteX418" fmla="*/ 2017589 w 7467600"/>
              <a:gd name="connsiteY418" fmla="*/ 6493982 h 6858000"/>
              <a:gd name="connsiteX419" fmla="*/ 2147336 w 7467600"/>
              <a:gd name="connsiteY419" fmla="*/ 6594052 h 6858000"/>
              <a:gd name="connsiteX420" fmla="*/ 2207047 w 7467600"/>
              <a:gd name="connsiteY420" fmla="*/ 6654540 h 6858000"/>
              <a:gd name="connsiteX421" fmla="*/ 2299106 w 7467600"/>
              <a:gd name="connsiteY421" fmla="*/ 6778931 h 6858000"/>
              <a:gd name="connsiteX422" fmla="*/ 2314430 w 7467600"/>
              <a:gd name="connsiteY422" fmla="*/ 6801144 h 6858000"/>
              <a:gd name="connsiteX423" fmla="*/ 2352406 w 7467600"/>
              <a:gd name="connsiteY423" fmla="*/ 6858000 h 6858000"/>
              <a:gd name="connsiteX424" fmla="*/ 2314492 w 7467600"/>
              <a:gd name="connsiteY424" fmla="*/ 6858000 h 6858000"/>
              <a:gd name="connsiteX425" fmla="*/ 2288095 w 7467600"/>
              <a:gd name="connsiteY425" fmla="*/ 6818030 h 6858000"/>
              <a:gd name="connsiteX426" fmla="*/ 2272768 w 7467600"/>
              <a:gd name="connsiteY426" fmla="*/ 6795822 h 6858000"/>
              <a:gd name="connsiteX427" fmla="*/ 2182715 w 7467600"/>
              <a:gd name="connsiteY427" fmla="*/ 6675071 h 6858000"/>
              <a:gd name="connsiteX428" fmla="*/ 2032061 w 7467600"/>
              <a:gd name="connsiteY428" fmla="*/ 6541380 h 6858000"/>
              <a:gd name="connsiteX429" fmla="*/ 2257220 w 7467600"/>
              <a:gd name="connsiteY429" fmla="*/ 6826257 h 6858000"/>
              <a:gd name="connsiteX430" fmla="*/ 2281324 w 7467600"/>
              <a:gd name="connsiteY430" fmla="*/ 6858000 h 6858000"/>
              <a:gd name="connsiteX431" fmla="*/ 2242860 w 7467600"/>
              <a:gd name="connsiteY431" fmla="*/ 6858000 h 6858000"/>
              <a:gd name="connsiteX432" fmla="*/ 2232818 w 7467600"/>
              <a:gd name="connsiteY432" fmla="*/ 6844926 h 6858000"/>
              <a:gd name="connsiteX433" fmla="*/ 1990172 w 7467600"/>
              <a:gd name="connsiteY433" fmla="*/ 6542121 h 6858000"/>
              <a:gd name="connsiteX434" fmla="*/ 2124090 w 7467600"/>
              <a:gd name="connsiteY434" fmla="*/ 6761017 h 6858000"/>
              <a:gd name="connsiteX435" fmla="*/ 2200380 w 7467600"/>
              <a:gd name="connsiteY435" fmla="*/ 6858000 h 6858000"/>
              <a:gd name="connsiteX436" fmla="*/ 2147507 w 7467600"/>
              <a:gd name="connsiteY436" fmla="*/ 6858000 h 6858000"/>
              <a:gd name="connsiteX437" fmla="*/ 2070668 w 7467600"/>
              <a:gd name="connsiteY437" fmla="*/ 6761520 h 6858000"/>
              <a:gd name="connsiteX438" fmla="*/ 1975142 w 7467600"/>
              <a:gd name="connsiteY438" fmla="*/ 6585570 h 6858000"/>
              <a:gd name="connsiteX439" fmla="*/ 2050035 w 7467600"/>
              <a:gd name="connsiteY439" fmla="*/ 6813345 h 6858000"/>
              <a:gd name="connsiteX440" fmla="*/ 2063025 w 7467600"/>
              <a:gd name="connsiteY440" fmla="*/ 6858000 h 6858000"/>
              <a:gd name="connsiteX441" fmla="*/ 2021675 w 7467600"/>
              <a:gd name="connsiteY441" fmla="*/ 6858000 h 6858000"/>
              <a:gd name="connsiteX442" fmla="*/ 2019308 w 7467600"/>
              <a:gd name="connsiteY442" fmla="*/ 6847118 h 6858000"/>
              <a:gd name="connsiteX443" fmla="*/ 1938835 w 7467600"/>
              <a:gd name="connsiteY443" fmla="*/ 6551160 h 6858000"/>
              <a:gd name="connsiteX444" fmla="*/ 1953230 w 7467600"/>
              <a:gd name="connsiteY444" fmla="*/ 6759699 h 6858000"/>
              <a:gd name="connsiteX445" fmla="*/ 1956763 w 7467600"/>
              <a:gd name="connsiteY445" fmla="*/ 6778191 h 6858000"/>
              <a:gd name="connsiteX446" fmla="*/ 1967925 w 7467600"/>
              <a:gd name="connsiteY446" fmla="*/ 6858000 h 6858000"/>
              <a:gd name="connsiteX447" fmla="*/ 1936622 w 7467600"/>
              <a:gd name="connsiteY447" fmla="*/ 6858000 h 6858000"/>
              <a:gd name="connsiteX448" fmla="*/ 1926261 w 7467600"/>
              <a:gd name="connsiteY448" fmla="*/ 6784064 h 6858000"/>
              <a:gd name="connsiteX449" fmla="*/ 1922724 w 7467600"/>
              <a:gd name="connsiteY449" fmla="*/ 6765577 h 6858000"/>
              <a:gd name="connsiteX450" fmla="*/ 1904650 w 7467600"/>
              <a:gd name="connsiteY450" fmla="*/ 6639616 h 6858000"/>
              <a:gd name="connsiteX451" fmla="*/ 1885273 w 7467600"/>
              <a:gd name="connsiteY451" fmla="*/ 6858000 h 6858000"/>
              <a:gd name="connsiteX452" fmla="*/ 1854363 w 7467600"/>
              <a:gd name="connsiteY452" fmla="*/ 6858000 h 6858000"/>
              <a:gd name="connsiteX453" fmla="*/ 1880391 w 7467600"/>
              <a:gd name="connsiteY453" fmla="*/ 6603796 h 6858000"/>
              <a:gd name="connsiteX454" fmla="*/ 1818273 w 7467600"/>
              <a:gd name="connsiteY454" fmla="*/ 6715729 h 6858000"/>
              <a:gd name="connsiteX455" fmla="*/ 1794691 w 7467600"/>
              <a:gd name="connsiteY455" fmla="*/ 6843239 h 6858000"/>
              <a:gd name="connsiteX456" fmla="*/ 1794914 w 7467600"/>
              <a:gd name="connsiteY456" fmla="*/ 6858000 h 6858000"/>
              <a:gd name="connsiteX457" fmla="*/ 1746128 w 7467600"/>
              <a:gd name="connsiteY457" fmla="*/ 6858000 h 6858000"/>
              <a:gd name="connsiteX458" fmla="*/ 1753934 w 7467600"/>
              <a:gd name="connsiteY458" fmla="*/ 6724796 h 6858000"/>
              <a:gd name="connsiteX459" fmla="*/ 1792053 w 7467600"/>
              <a:gd name="connsiteY459" fmla="*/ 6572396 h 6858000"/>
              <a:gd name="connsiteX460" fmla="*/ 1862248 w 7467600"/>
              <a:gd name="connsiteY460" fmla="*/ 6266397 h 6858000"/>
              <a:gd name="connsiteX461" fmla="*/ 1862250 w 7467600"/>
              <a:gd name="connsiteY461" fmla="*/ 6033531 h 6858000"/>
              <a:gd name="connsiteX462" fmla="*/ 1211999 w 7467600"/>
              <a:gd name="connsiteY462" fmla="*/ 6683610 h 6858000"/>
              <a:gd name="connsiteX463" fmla="*/ 1213266 w 7467600"/>
              <a:gd name="connsiteY463" fmla="*/ 6691947 h 6858000"/>
              <a:gd name="connsiteX464" fmla="*/ 1203370 w 7467600"/>
              <a:gd name="connsiteY464" fmla="*/ 6850676 h 6858000"/>
              <a:gd name="connsiteX465" fmla="*/ 1203671 w 7467600"/>
              <a:gd name="connsiteY465" fmla="*/ 6858000 h 6858000"/>
              <a:gd name="connsiteX466" fmla="*/ 1143180 w 7467600"/>
              <a:gd name="connsiteY466" fmla="*/ 6858000 h 6858000"/>
              <a:gd name="connsiteX467" fmla="*/ 1142176 w 7467600"/>
              <a:gd name="connsiteY467" fmla="*/ 6766045 h 6858000"/>
              <a:gd name="connsiteX468" fmla="*/ 1067484 w 7467600"/>
              <a:gd name="connsiteY468" fmla="*/ 6858000 h 6858000"/>
              <a:gd name="connsiteX469" fmla="*/ 953928 w 7467600"/>
              <a:gd name="connsiteY469" fmla="*/ 6858000 h 6858000"/>
              <a:gd name="connsiteX470" fmla="*/ 959715 w 7467600"/>
              <a:gd name="connsiteY470" fmla="*/ 6850185 h 6858000"/>
              <a:gd name="connsiteX471" fmla="*/ 1483788 w 7467600"/>
              <a:gd name="connsiteY471" fmla="*/ 6259174 h 6858000"/>
              <a:gd name="connsiteX472" fmla="*/ 1100671 w 7467600"/>
              <a:gd name="connsiteY472" fmla="*/ 6252137 h 6858000"/>
              <a:gd name="connsiteX473" fmla="*/ 1090144 w 7467600"/>
              <a:gd name="connsiteY473" fmla="*/ 6256748 h 6858000"/>
              <a:gd name="connsiteX474" fmla="*/ 1095872 w 7467600"/>
              <a:gd name="connsiteY474" fmla="*/ 6271892 h 6858000"/>
              <a:gd name="connsiteX475" fmla="*/ 262785 w 7467600"/>
              <a:gd name="connsiteY475" fmla="*/ 6845450 h 6858000"/>
              <a:gd name="connsiteX476" fmla="*/ 209968 w 7467600"/>
              <a:gd name="connsiteY476" fmla="*/ 6770713 h 6858000"/>
              <a:gd name="connsiteX477" fmla="*/ 873460 w 7467600"/>
              <a:gd name="connsiteY477" fmla="*/ 6253768 h 6858000"/>
              <a:gd name="connsiteX478" fmla="*/ 192686 w 7467600"/>
              <a:gd name="connsiteY478" fmla="*/ 5849257 h 6858000"/>
              <a:gd name="connsiteX479" fmla="*/ 4696 w 7467600"/>
              <a:gd name="connsiteY479" fmla="*/ 5697668 h 6858000"/>
              <a:gd name="connsiteX480" fmla="*/ 0 w 7467600"/>
              <a:gd name="connsiteY480" fmla="*/ 5689984 h 6858000"/>
              <a:gd name="connsiteX481" fmla="*/ 0 w 7467600"/>
              <a:gd name="connsiteY481" fmla="*/ 5513472 h 6858000"/>
              <a:gd name="connsiteX482" fmla="*/ 174101 w 7467600"/>
              <a:gd name="connsiteY482" fmla="*/ 5620277 h 6858000"/>
              <a:gd name="connsiteX483" fmla="*/ 891800 w 7467600"/>
              <a:gd name="connsiteY483" fmla="*/ 6036935 h 6858000"/>
              <a:gd name="connsiteX484" fmla="*/ 1072219 w 7467600"/>
              <a:gd name="connsiteY484" fmla="*/ 6169443 h 6858000"/>
              <a:gd name="connsiteX485" fmla="*/ 1074117 w 7467600"/>
              <a:gd name="connsiteY485" fmla="*/ 6170301 h 6858000"/>
              <a:gd name="connsiteX486" fmla="*/ 1083114 w 7467600"/>
              <a:gd name="connsiteY486" fmla="*/ 6174131 h 6858000"/>
              <a:gd name="connsiteX487" fmla="*/ 1543010 w 7467600"/>
              <a:gd name="connsiteY487" fmla="*/ 6191140 h 6858000"/>
              <a:gd name="connsiteX488" fmla="*/ 1551080 w 7467600"/>
              <a:gd name="connsiteY488" fmla="*/ 6195006 h 6858000"/>
              <a:gd name="connsiteX489" fmla="*/ 2345443 w 7467600"/>
              <a:gd name="connsiteY489" fmla="*/ 5549882 h 6858000"/>
              <a:gd name="connsiteX490" fmla="*/ 1721499 w 7467600"/>
              <a:gd name="connsiteY490" fmla="*/ 5599969 h 6858000"/>
              <a:gd name="connsiteX491" fmla="*/ 767716 w 7467600"/>
              <a:gd name="connsiteY491" fmla="*/ 5472768 h 6858000"/>
              <a:gd name="connsiteX492" fmla="*/ 722147 w 7467600"/>
              <a:gd name="connsiteY492" fmla="*/ 5393091 h 6858000"/>
              <a:gd name="connsiteX493" fmla="*/ 1485552 w 7467600"/>
              <a:gd name="connsiteY493" fmla="*/ 5313202 h 6858000"/>
              <a:gd name="connsiteX494" fmla="*/ 2143004 w 7467600"/>
              <a:gd name="connsiteY494" fmla="*/ 5402420 h 6858000"/>
              <a:gd name="connsiteX495" fmla="*/ 1933391 w 7467600"/>
              <a:gd name="connsiteY495" fmla="*/ 5156971 h 6858000"/>
              <a:gd name="connsiteX496" fmla="*/ 1827118 w 7467600"/>
              <a:gd name="connsiteY496" fmla="*/ 4968410 h 6858000"/>
              <a:gd name="connsiteX497" fmla="*/ 1837349 w 7467600"/>
              <a:gd name="connsiteY497" fmla="*/ 4956357 h 6858000"/>
              <a:gd name="connsiteX498" fmla="*/ 2162835 w 7467600"/>
              <a:gd name="connsiteY498" fmla="*/ 5187853 h 6858000"/>
              <a:gd name="connsiteX499" fmla="*/ 2257167 w 7467600"/>
              <a:gd name="connsiteY499" fmla="*/ 5462123 h 6858000"/>
              <a:gd name="connsiteX500" fmla="*/ 2261598 w 7467600"/>
              <a:gd name="connsiteY500" fmla="*/ 5467998 h 6858000"/>
              <a:gd name="connsiteX501" fmla="*/ 2437177 w 7467600"/>
              <a:gd name="connsiteY501" fmla="*/ 5479608 h 6858000"/>
              <a:gd name="connsiteX502" fmla="*/ 2445247 w 7467600"/>
              <a:gd name="connsiteY502" fmla="*/ 5483476 h 6858000"/>
              <a:gd name="connsiteX503" fmla="*/ 2743626 w 7467600"/>
              <a:gd name="connsiteY503" fmla="*/ 5304819 h 6858000"/>
              <a:gd name="connsiteX504" fmla="*/ 3048102 w 7467600"/>
              <a:gd name="connsiteY504" fmla="*/ 5150595 h 6858000"/>
              <a:gd name="connsiteX505" fmla="*/ 1799414 w 7467600"/>
              <a:gd name="connsiteY505" fmla="*/ 4694732 h 6858000"/>
              <a:gd name="connsiteX506" fmla="*/ 1771735 w 7467600"/>
              <a:gd name="connsiteY506" fmla="*/ 4619929 h 6858000"/>
              <a:gd name="connsiteX507" fmla="*/ 3104273 w 7467600"/>
              <a:gd name="connsiteY507" fmla="*/ 5076159 h 6858000"/>
              <a:gd name="connsiteX508" fmla="*/ 3113245 w 7467600"/>
              <a:gd name="connsiteY508" fmla="*/ 5090705 h 6858000"/>
              <a:gd name="connsiteX509" fmla="*/ 3126294 w 7467600"/>
              <a:gd name="connsiteY509" fmla="*/ 5114400 h 6858000"/>
              <a:gd name="connsiteX510" fmla="*/ 3937433 w 7467600"/>
              <a:gd name="connsiteY510" fmla="*/ 4830473 h 6858000"/>
              <a:gd name="connsiteX511" fmla="*/ 3590475 w 7467600"/>
              <a:gd name="connsiteY511" fmla="*/ 4597974 h 6858000"/>
              <a:gd name="connsiteX512" fmla="*/ 3100264 w 7467600"/>
              <a:gd name="connsiteY512" fmla="*/ 4579845 h 6858000"/>
              <a:gd name="connsiteX513" fmla="*/ 2183576 w 7467600"/>
              <a:gd name="connsiteY513" fmla="*/ 4227150 h 6858000"/>
              <a:gd name="connsiteX514" fmla="*/ 2151029 w 7467600"/>
              <a:gd name="connsiteY514" fmla="*/ 4146947 h 6858000"/>
              <a:gd name="connsiteX515" fmla="*/ 3563434 w 7467600"/>
              <a:gd name="connsiteY515" fmla="*/ 4469115 h 6858000"/>
              <a:gd name="connsiteX516" fmla="*/ 3177952 w 7467600"/>
              <a:gd name="connsiteY516" fmla="*/ 3657386 h 6858000"/>
              <a:gd name="connsiteX517" fmla="*/ 3189263 w 7467600"/>
              <a:gd name="connsiteY517" fmla="*/ 3625726 h 6858000"/>
              <a:gd name="connsiteX518" fmla="*/ 3560912 w 7467600"/>
              <a:gd name="connsiteY518" fmla="*/ 4079863 h 6858000"/>
              <a:gd name="connsiteX519" fmla="*/ 3626636 w 7467600"/>
              <a:gd name="connsiteY519" fmla="*/ 4512230 h 6858000"/>
              <a:gd name="connsiteX520" fmla="*/ 3653088 w 7467600"/>
              <a:gd name="connsiteY520" fmla="*/ 4521417 h 6858000"/>
              <a:gd name="connsiteX521" fmla="*/ 3988128 w 7467600"/>
              <a:gd name="connsiteY521" fmla="*/ 4817267 h 6858000"/>
              <a:gd name="connsiteX522" fmla="*/ 4830582 w 7467600"/>
              <a:gd name="connsiteY522" fmla="*/ 4676000 h 6858000"/>
              <a:gd name="connsiteX523" fmla="*/ 4830100 w 7467600"/>
              <a:gd name="connsiteY523" fmla="*/ 4675554 h 6858000"/>
              <a:gd name="connsiteX524" fmla="*/ 4036318 w 7467600"/>
              <a:gd name="connsiteY524" fmla="*/ 4147013 h 6858000"/>
              <a:gd name="connsiteX525" fmla="*/ 3432098 w 7467600"/>
              <a:gd name="connsiteY525" fmla="*/ 3537312 h 6858000"/>
              <a:gd name="connsiteX526" fmla="*/ 3446761 w 7467600"/>
              <a:gd name="connsiteY526" fmla="*/ 3461278 h 6858000"/>
              <a:gd name="connsiteX527" fmla="*/ 4419733 w 7467600"/>
              <a:gd name="connsiteY527" fmla="*/ 3963555 h 6858000"/>
              <a:gd name="connsiteX528" fmla="*/ 4781371 w 7467600"/>
              <a:gd name="connsiteY528" fmla="*/ 4458604 h 6858000"/>
              <a:gd name="connsiteX529" fmla="*/ 4780440 w 7467600"/>
              <a:gd name="connsiteY529" fmla="*/ 4470290 h 6858000"/>
              <a:gd name="connsiteX530" fmla="*/ 4898954 w 7467600"/>
              <a:gd name="connsiteY530" fmla="*/ 4662092 h 6858000"/>
              <a:gd name="connsiteX531" fmla="*/ 4900699 w 7467600"/>
              <a:gd name="connsiteY531" fmla="*/ 4670867 h 6858000"/>
              <a:gd name="connsiteX532" fmla="*/ 5714511 w 7467600"/>
              <a:gd name="connsiteY532" fmla="*/ 4663483 h 6858000"/>
              <a:gd name="connsiteX533" fmla="*/ 5464793 w 7467600"/>
              <a:gd name="connsiteY533" fmla="*/ 4393556 h 6858000"/>
              <a:gd name="connsiteX534" fmla="*/ 5461897 w 7467600"/>
              <a:gd name="connsiteY534" fmla="*/ 4390879 h 6858000"/>
              <a:gd name="connsiteX535" fmla="*/ 4294126 w 7467600"/>
              <a:gd name="connsiteY535" fmla="*/ 3303048 h 6858000"/>
              <a:gd name="connsiteX536" fmla="*/ 4305321 w 7467600"/>
              <a:gd name="connsiteY536" fmla="*/ 3256953 h 6858000"/>
              <a:gd name="connsiteX537" fmla="*/ 4949299 w 7467600"/>
              <a:gd name="connsiteY537" fmla="*/ 3766336 h 6858000"/>
              <a:gd name="connsiteX538" fmla="*/ 5291452 w 7467600"/>
              <a:gd name="connsiteY538" fmla="*/ 4076801 h 6858000"/>
              <a:gd name="connsiteX539" fmla="*/ 5434998 w 7467600"/>
              <a:gd name="connsiteY539" fmla="*/ 4254100 h 6858000"/>
              <a:gd name="connsiteX540" fmla="*/ 5351015 w 7467600"/>
              <a:gd name="connsiteY540" fmla="*/ 3760989 h 6858000"/>
              <a:gd name="connsiteX541" fmla="*/ 5413780 w 7467600"/>
              <a:gd name="connsiteY541" fmla="*/ 2966265 h 6858000"/>
              <a:gd name="connsiteX542" fmla="*/ 5425627 w 7467600"/>
              <a:gd name="connsiteY542" fmla="*/ 2954192 h 6858000"/>
              <a:gd name="connsiteX543" fmla="*/ 6604735 w 7467600"/>
              <a:gd name="connsiteY543" fmla="*/ 2041381 h 6858000"/>
              <a:gd name="connsiteX544" fmla="*/ 7204487 w 7467600"/>
              <a:gd name="connsiteY544" fmla="*/ 2742112 h 6858000"/>
              <a:gd name="connsiteX545" fmla="*/ 7131592 w 7467600"/>
              <a:gd name="connsiteY545" fmla="*/ 2672096 h 6858000"/>
              <a:gd name="connsiteX546" fmla="*/ 6996344 w 7467600"/>
              <a:gd name="connsiteY546" fmla="*/ 2518310 h 6858000"/>
              <a:gd name="connsiteX547" fmla="*/ 6735495 w 7467600"/>
              <a:gd name="connsiteY547" fmla="*/ 2196890 h 6858000"/>
              <a:gd name="connsiteX548" fmla="*/ 6721901 w 7467600"/>
              <a:gd name="connsiteY548" fmla="*/ 2179274 h 6858000"/>
              <a:gd name="connsiteX549" fmla="*/ 6604735 w 7467600"/>
              <a:gd name="connsiteY549" fmla="*/ 2041381 h 6858000"/>
              <a:gd name="connsiteX550" fmla="*/ 6591670 w 7467600"/>
              <a:gd name="connsiteY550" fmla="*/ 1988277 h 6858000"/>
              <a:gd name="connsiteX551" fmla="*/ 6747349 w 7467600"/>
              <a:gd name="connsiteY551" fmla="*/ 2160069 h 6858000"/>
              <a:gd name="connsiteX552" fmla="*/ 6760943 w 7467600"/>
              <a:gd name="connsiteY552" fmla="*/ 2177686 h 6858000"/>
              <a:gd name="connsiteX553" fmla="*/ 7021065 w 7467600"/>
              <a:gd name="connsiteY553" fmla="*/ 2498102 h 6858000"/>
              <a:gd name="connsiteX554" fmla="*/ 7155223 w 7467600"/>
              <a:gd name="connsiteY554" fmla="*/ 2650386 h 6858000"/>
              <a:gd name="connsiteX555" fmla="*/ 7203167 w 7467600"/>
              <a:gd name="connsiteY555" fmla="*/ 2697288 h 6858000"/>
              <a:gd name="connsiteX556" fmla="*/ 6937703 w 7467600"/>
              <a:gd name="connsiteY556" fmla="*/ 2321981 h 6858000"/>
              <a:gd name="connsiteX557" fmla="*/ 6591670 w 7467600"/>
              <a:gd name="connsiteY557" fmla="*/ 1988277 h 6858000"/>
              <a:gd name="connsiteX558" fmla="*/ 5798671 w 7467600"/>
              <a:gd name="connsiteY558" fmla="*/ 1981601 h 6858000"/>
              <a:gd name="connsiteX559" fmla="*/ 5754709 w 7467600"/>
              <a:gd name="connsiteY559" fmla="*/ 2071454 h 6858000"/>
              <a:gd name="connsiteX560" fmla="*/ 5763044 w 7467600"/>
              <a:gd name="connsiteY560" fmla="*/ 2842206 h 6858000"/>
              <a:gd name="connsiteX561" fmla="*/ 5764974 w 7467600"/>
              <a:gd name="connsiteY561" fmla="*/ 2799609 h 6858000"/>
              <a:gd name="connsiteX562" fmla="*/ 5767665 w 7467600"/>
              <a:gd name="connsiteY562" fmla="*/ 2666409 h 6858000"/>
              <a:gd name="connsiteX563" fmla="*/ 5763055 w 7467600"/>
              <a:gd name="connsiteY563" fmla="*/ 2579705 h 6858000"/>
              <a:gd name="connsiteX564" fmla="*/ 5758079 w 7467600"/>
              <a:gd name="connsiteY564" fmla="*/ 2492508 h 6858000"/>
              <a:gd name="connsiteX565" fmla="*/ 5779325 w 7467600"/>
              <a:gd name="connsiteY565" fmla="*/ 2197069 h 6858000"/>
              <a:gd name="connsiteX566" fmla="*/ 5798671 w 7467600"/>
              <a:gd name="connsiteY566" fmla="*/ 1981601 h 6858000"/>
              <a:gd name="connsiteX567" fmla="*/ 5829202 w 7467600"/>
              <a:gd name="connsiteY567" fmla="*/ 1971679 h 6858000"/>
              <a:gd name="connsiteX568" fmla="*/ 5809558 w 7467600"/>
              <a:gd name="connsiteY568" fmla="*/ 2198043 h 6858000"/>
              <a:gd name="connsiteX569" fmla="*/ 5788653 w 7467600"/>
              <a:gd name="connsiteY569" fmla="*/ 2489430 h 6858000"/>
              <a:gd name="connsiteX570" fmla="*/ 5793439 w 7467600"/>
              <a:gd name="connsiteY570" fmla="*/ 2575235 h 6858000"/>
              <a:gd name="connsiteX571" fmla="*/ 5796837 w 7467600"/>
              <a:gd name="connsiteY571" fmla="*/ 2637633 h 6858000"/>
              <a:gd name="connsiteX572" fmla="*/ 5818614 w 7467600"/>
              <a:gd name="connsiteY572" fmla="*/ 2473055 h 6858000"/>
              <a:gd name="connsiteX573" fmla="*/ 5829202 w 7467600"/>
              <a:gd name="connsiteY573" fmla="*/ 1971679 h 6858000"/>
              <a:gd name="connsiteX574" fmla="*/ 5911389 w 7467600"/>
              <a:gd name="connsiteY574" fmla="*/ 1898371 h 6858000"/>
              <a:gd name="connsiteX575" fmla="*/ 6237627 w 7467600"/>
              <a:gd name="connsiteY575" fmla="*/ 2231921 h 6858000"/>
              <a:gd name="connsiteX576" fmla="*/ 5911389 w 7467600"/>
              <a:gd name="connsiteY576" fmla="*/ 1898371 h 6858000"/>
              <a:gd name="connsiteX577" fmla="*/ 6944437 w 7467600"/>
              <a:gd name="connsiteY577" fmla="*/ 1575402 h 6858000"/>
              <a:gd name="connsiteX578" fmla="*/ 6304730 w 7467600"/>
              <a:gd name="connsiteY578" fmla="*/ 1766654 h 6858000"/>
              <a:gd name="connsiteX579" fmla="*/ 6944437 w 7467600"/>
              <a:gd name="connsiteY579" fmla="*/ 1575402 h 6858000"/>
              <a:gd name="connsiteX580" fmla="*/ 7019523 w 7467600"/>
              <a:gd name="connsiteY580" fmla="*/ 1519450 h 6858000"/>
              <a:gd name="connsiteX581" fmla="*/ 6298091 w 7467600"/>
              <a:gd name="connsiteY581" fmla="*/ 1737122 h 6858000"/>
              <a:gd name="connsiteX582" fmla="*/ 7019523 w 7467600"/>
              <a:gd name="connsiteY582" fmla="*/ 1519450 h 6858000"/>
              <a:gd name="connsiteX583" fmla="*/ 2399523 w 7467600"/>
              <a:gd name="connsiteY583" fmla="*/ 1428234 h 6858000"/>
              <a:gd name="connsiteX584" fmla="*/ 2224982 w 7467600"/>
              <a:gd name="connsiteY584" fmla="*/ 1826201 h 6858000"/>
              <a:gd name="connsiteX585" fmla="*/ 2096099 w 7467600"/>
              <a:gd name="connsiteY585" fmla="*/ 2345900 h 6858000"/>
              <a:gd name="connsiteX586" fmla="*/ 2283317 w 7467600"/>
              <a:gd name="connsiteY586" fmla="*/ 1796925 h 6858000"/>
              <a:gd name="connsiteX587" fmla="*/ 2399523 w 7467600"/>
              <a:gd name="connsiteY587" fmla="*/ 1428234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278707 w 7467600"/>
              <a:gd name="connsiteY597" fmla="*/ 1352270 h 6858000"/>
              <a:gd name="connsiteX598" fmla="*/ 1423821 w 7467600"/>
              <a:gd name="connsiteY598" fmla="*/ 1351958 h 6858000"/>
              <a:gd name="connsiteX599" fmla="*/ 1638521 w 7467600"/>
              <a:gd name="connsiteY599" fmla="*/ 1908470 h 6858000"/>
              <a:gd name="connsiteX600" fmla="*/ 1754199 w 7467600"/>
              <a:gd name="connsiteY600" fmla="*/ 2149284 h 6858000"/>
              <a:gd name="connsiteX601" fmla="*/ 1908359 w 7467600"/>
              <a:gd name="connsiteY601" fmla="*/ 2364988 h 6858000"/>
              <a:gd name="connsiteX602" fmla="*/ 1647661 w 7467600"/>
              <a:gd name="connsiteY602" fmla="*/ 1825945 h 6858000"/>
              <a:gd name="connsiteX603" fmla="*/ 1423821 w 7467600"/>
              <a:gd name="connsiteY603" fmla="*/ 1351958 h 6858000"/>
              <a:gd name="connsiteX604" fmla="*/ 1431890 w 7467600"/>
              <a:gd name="connsiteY604" fmla="*/ 1306475 h 6858000"/>
              <a:gd name="connsiteX605" fmla="*/ 1507597 w 7467600"/>
              <a:gd name="connsiteY605" fmla="*/ 1446132 h 6858000"/>
              <a:gd name="connsiteX606" fmla="*/ 1674586 w 7467600"/>
              <a:gd name="connsiteY606" fmla="*/ 1813832 h 6858000"/>
              <a:gd name="connsiteX607" fmla="*/ 1815950 w 7467600"/>
              <a:gd name="connsiteY607" fmla="*/ 2128564 h 6858000"/>
              <a:gd name="connsiteX608" fmla="*/ 1984242 w 7467600"/>
              <a:gd name="connsiteY608" fmla="*/ 2430829 h 6858000"/>
              <a:gd name="connsiteX609" fmla="*/ 2014023 w 7467600"/>
              <a:gd name="connsiteY609" fmla="*/ 2450995 h 6858000"/>
              <a:gd name="connsiteX610" fmla="*/ 1747337 w 7467600"/>
              <a:gd name="connsiteY610" fmla="*/ 1855264 h 6858000"/>
              <a:gd name="connsiteX611" fmla="*/ 1533749 w 7467600"/>
              <a:gd name="connsiteY611" fmla="*/ 1478656 h 6858000"/>
              <a:gd name="connsiteX612" fmla="*/ 1431890 w 7467600"/>
              <a:gd name="connsiteY612" fmla="*/ 1306475 h 6858000"/>
              <a:gd name="connsiteX613" fmla="*/ 5052692 w 7467600"/>
              <a:gd name="connsiteY613" fmla="*/ 1292994 h 6858000"/>
              <a:gd name="connsiteX614" fmla="*/ 5200661 w 7467600"/>
              <a:gd name="connsiteY614" fmla="*/ 1635186 h 6858000"/>
              <a:gd name="connsiteX615" fmla="*/ 5297138 w 7467600"/>
              <a:gd name="connsiteY615" fmla="*/ 1906351 h 6858000"/>
              <a:gd name="connsiteX616" fmla="*/ 5052692 w 7467600"/>
              <a:gd name="connsiteY616" fmla="*/ 1292994 h 6858000"/>
              <a:gd name="connsiteX617" fmla="*/ 5009948 w 7467600"/>
              <a:gd name="connsiteY617" fmla="*/ 1273619 h 6858000"/>
              <a:gd name="connsiteX618" fmla="*/ 5121777 w 7467600"/>
              <a:gd name="connsiteY618" fmla="*/ 1654213 h 6858000"/>
              <a:gd name="connsiteX619" fmla="*/ 5293545 w 7467600"/>
              <a:gd name="connsiteY619" fmla="*/ 2072247 h 6858000"/>
              <a:gd name="connsiteX620" fmla="*/ 5294042 w 7467600"/>
              <a:gd name="connsiteY620" fmla="*/ 2065019 h 6858000"/>
              <a:gd name="connsiteX621" fmla="*/ 5171936 w 7467600"/>
              <a:gd name="connsiteY621" fmla="*/ 1647613 h 6858000"/>
              <a:gd name="connsiteX622" fmla="*/ 5009948 w 7467600"/>
              <a:gd name="connsiteY622" fmla="*/ 1273619 h 6858000"/>
              <a:gd name="connsiteX623" fmla="*/ 655236 w 7467600"/>
              <a:gd name="connsiteY623" fmla="*/ 1268632 h 6858000"/>
              <a:gd name="connsiteX624" fmla="*/ 839521 w 7467600"/>
              <a:gd name="connsiteY624" fmla="*/ 1685315 h 6858000"/>
              <a:gd name="connsiteX625" fmla="*/ 1109416 w 7467600"/>
              <a:gd name="connsiteY625" fmla="*/ 2061663 h 6858000"/>
              <a:gd name="connsiteX626" fmla="*/ 1298300 w 7467600"/>
              <a:gd name="connsiteY626" fmla="*/ 2247742 h 6858000"/>
              <a:gd name="connsiteX627" fmla="*/ 1125871 w 7467600"/>
              <a:gd name="connsiteY627" fmla="*/ 1989513 h 6858000"/>
              <a:gd name="connsiteX628" fmla="*/ 981574 w 7467600"/>
              <a:gd name="connsiteY628" fmla="*/ 1783157 h 6858000"/>
              <a:gd name="connsiteX629" fmla="*/ 922198 w 7467600"/>
              <a:gd name="connsiteY629" fmla="*/ 1677437 h 6858000"/>
              <a:gd name="connsiteX630" fmla="*/ 869293 w 7467600"/>
              <a:gd name="connsiteY630" fmla="*/ 1583214 h 6858000"/>
              <a:gd name="connsiteX631" fmla="*/ 751431 w 7467600"/>
              <a:gd name="connsiteY631" fmla="*/ 1405731 h 6858000"/>
              <a:gd name="connsiteX632" fmla="*/ 655236 w 7467600"/>
              <a:gd name="connsiteY632" fmla="*/ 1268632 h 6858000"/>
              <a:gd name="connsiteX633" fmla="*/ 6516292 w 7467600"/>
              <a:gd name="connsiteY633" fmla="*/ 1263064 h 6858000"/>
              <a:gd name="connsiteX634" fmla="*/ 5736320 w 7467600"/>
              <a:gd name="connsiteY634" fmla="*/ 1501803 h 6858000"/>
              <a:gd name="connsiteX635" fmla="*/ 6516292 w 7467600"/>
              <a:gd name="connsiteY635" fmla="*/ 1263064 h 6858000"/>
              <a:gd name="connsiteX636" fmla="*/ 291466 w 7467600"/>
              <a:gd name="connsiteY636" fmla="*/ 1250369 h 6858000"/>
              <a:gd name="connsiteX637" fmla="*/ 323180 w 7467600"/>
              <a:gd name="connsiteY637" fmla="*/ 1435283 h 6858000"/>
              <a:gd name="connsiteX638" fmla="*/ 349381 w 7467600"/>
              <a:gd name="connsiteY638" fmla="*/ 1875041 h 6858000"/>
              <a:gd name="connsiteX639" fmla="*/ 374363 w 7467600"/>
              <a:gd name="connsiteY639" fmla="*/ 1506494 h 6858000"/>
              <a:gd name="connsiteX640" fmla="*/ 302168 w 7467600"/>
              <a:gd name="connsiteY640" fmla="*/ 1274495 h 6858000"/>
              <a:gd name="connsiteX641" fmla="*/ 291466 w 7467600"/>
              <a:gd name="connsiteY641" fmla="*/ 1250369 h 6858000"/>
              <a:gd name="connsiteX642" fmla="*/ 678222 w 7467600"/>
              <a:gd name="connsiteY642" fmla="*/ 1248670 h 6858000"/>
              <a:gd name="connsiteX643" fmla="*/ 775536 w 7467600"/>
              <a:gd name="connsiteY643" fmla="*/ 1388015 h 6858000"/>
              <a:gd name="connsiteX644" fmla="*/ 894529 w 7467600"/>
              <a:gd name="connsiteY644" fmla="*/ 1567739 h 6858000"/>
              <a:gd name="connsiteX645" fmla="*/ 948000 w 7467600"/>
              <a:gd name="connsiteY645" fmla="*/ 1663088 h 6858000"/>
              <a:gd name="connsiteX646" fmla="*/ 1006812 w 7467600"/>
              <a:gd name="connsiteY646" fmla="*/ 1767683 h 6858000"/>
              <a:gd name="connsiteX647" fmla="*/ 1149133 w 7467600"/>
              <a:gd name="connsiteY647" fmla="*/ 1971513 h 6858000"/>
              <a:gd name="connsiteX648" fmla="*/ 1333952 w 7467600"/>
              <a:gd name="connsiteY648" fmla="*/ 2251620 h 6858000"/>
              <a:gd name="connsiteX649" fmla="*/ 1337329 w 7467600"/>
              <a:gd name="connsiteY649" fmla="*/ 2258350 h 6858000"/>
              <a:gd name="connsiteX650" fmla="*/ 1014726 w 7467600"/>
              <a:gd name="connsiteY650" fmla="*/ 1615556 h 6858000"/>
              <a:gd name="connsiteX651" fmla="*/ 678222 w 7467600"/>
              <a:gd name="connsiteY651" fmla="*/ 1248670 h 6858000"/>
              <a:gd name="connsiteX652" fmla="*/ 6691602 w 7467600"/>
              <a:gd name="connsiteY652" fmla="*/ 1140573 h 6858000"/>
              <a:gd name="connsiteX653" fmla="*/ 6571100 w 7467600"/>
              <a:gd name="connsiteY653" fmla="*/ 1183662 h 6858000"/>
              <a:gd name="connsiteX654" fmla="*/ 6241687 w 7467600"/>
              <a:gd name="connsiteY654" fmla="*/ 1257600 h 6858000"/>
              <a:gd name="connsiteX655" fmla="*/ 5693009 w 7467600"/>
              <a:gd name="connsiteY655" fmla="*/ 1478256 h 6858000"/>
              <a:gd name="connsiteX656" fmla="*/ 6548420 w 7467600"/>
              <a:gd name="connsiteY656" fmla="*/ 1214599 h 6858000"/>
              <a:gd name="connsiteX657" fmla="*/ 6605473 w 7467600"/>
              <a:gd name="connsiteY657" fmla="*/ 1184686 h 6858000"/>
              <a:gd name="connsiteX658" fmla="*/ 6691602 w 7467600"/>
              <a:gd name="connsiteY658" fmla="*/ 1140573 h 6858000"/>
              <a:gd name="connsiteX659" fmla="*/ 4002475 w 7467600"/>
              <a:gd name="connsiteY659" fmla="*/ 1037802 h 6858000"/>
              <a:gd name="connsiteX660" fmla="*/ 4000324 w 7467600"/>
              <a:gd name="connsiteY660" fmla="*/ 1039362 h 6858000"/>
              <a:gd name="connsiteX661" fmla="*/ 4002862 w 7467600"/>
              <a:gd name="connsiteY661" fmla="*/ 1042866 h 6858000"/>
              <a:gd name="connsiteX662" fmla="*/ 4002475 w 7467600"/>
              <a:gd name="connsiteY662" fmla="*/ 1037802 h 6858000"/>
              <a:gd name="connsiteX663" fmla="*/ 506322 w 7467600"/>
              <a:gd name="connsiteY663" fmla="*/ 1020997 h 6858000"/>
              <a:gd name="connsiteX664" fmla="*/ 533068 w 7467600"/>
              <a:gd name="connsiteY664" fmla="*/ 1029409 h 6858000"/>
              <a:gd name="connsiteX665" fmla="*/ 1232525 w 7467600"/>
              <a:gd name="connsiteY665" fmla="*/ 1804675 h 6858000"/>
              <a:gd name="connsiteX666" fmla="*/ 1388858 w 7467600"/>
              <a:gd name="connsiteY666" fmla="*/ 2368011 h 6858000"/>
              <a:gd name="connsiteX667" fmla="*/ 1384098 w 7467600"/>
              <a:gd name="connsiteY667" fmla="*/ 2378125 h 6858000"/>
              <a:gd name="connsiteX668" fmla="*/ 1425393 w 7467600"/>
              <a:gd name="connsiteY668" fmla="*/ 2589124 h 6858000"/>
              <a:gd name="connsiteX669" fmla="*/ 1424001 w 7467600"/>
              <a:gd name="connsiteY669" fmla="*/ 2597541 h 6858000"/>
              <a:gd name="connsiteX670" fmla="*/ 2152729 w 7467600"/>
              <a:gd name="connsiteY670" fmla="*/ 2864487 h 6858000"/>
              <a:gd name="connsiteX671" fmla="*/ 2020609 w 7467600"/>
              <a:gd name="connsiteY671" fmla="*/ 2539671 h 6858000"/>
              <a:gd name="connsiteX672" fmla="*/ 2018920 w 7467600"/>
              <a:gd name="connsiteY672" fmla="*/ 2536309 h 6858000"/>
              <a:gd name="connsiteX673" fmla="*/ 1342441 w 7467600"/>
              <a:gd name="connsiteY673" fmla="*/ 1173017 h 6858000"/>
              <a:gd name="connsiteX674" fmla="*/ 1367925 w 7467600"/>
              <a:gd name="connsiteY674" fmla="*/ 1135648 h 6858000"/>
              <a:gd name="connsiteX675" fmla="*/ 1771401 w 7467600"/>
              <a:gd name="connsiteY675" fmla="*/ 1806673 h 6858000"/>
              <a:gd name="connsiteX676" fmla="*/ 1972385 w 7467600"/>
              <a:gd name="connsiteY676" fmla="*/ 2198735 h 6858000"/>
              <a:gd name="connsiteX677" fmla="*/ 2040892 w 7467600"/>
              <a:gd name="connsiteY677" fmla="*/ 2405205 h 6858000"/>
              <a:gd name="connsiteX678" fmla="*/ 2131689 w 7467600"/>
              <a:gd name="connsiteY678" fmla="*/ 1936926 h 6858000"/>
              <a:gd name="connsiteX679" fmla="*/ 2454820 w 7467600"/>
              <a:gd name="connsiteY679" fmla="*/ 1248808 h 6858000"/>
              <a:gd name="connsiteX680" fmla="*/ 2492512 w 7467600"/>
              <a:gd name="connsiteY680" fmla="*/ 1302920 h 6858000"/>
              <a:gd name="connsiteX681" fmla="*/ 2081216 w 7467600"/>
              <a:gd name="connsiteY681" fmla="*/ 2527513 h 6858000"/>
              <a:gd name="connsiteX682" fmla="*/ 2081211 w 7467600"/>
              <a:gd name="connsiteY682" fmla="*/ 2528916 h 6858000"/>
              <a:gd name="connsiteX683" fmla="*/ 2199067 w 7467600"/>
              <a:gd name="connsiteY683" fmla="*/ 2884061 h 6858000"/>
              <a:gd name="connsiteX684" fmla="*/ 3192586 w 7467600"/>
              <a:gd name="connsiteY684" fmla="*/ 3411496 h 6858000"/>
              <a:gd name="connsiteX685" fmla="*/ 3182620 w 7467600"/>
              <a:gd name="connsiteY685" fmla="*/ 3483279 h 6858000"/>
              <a:gd name="connsiteX686" fmla="*/ 2435119 w 7467600"/>
              <a:gd name="connsiteY686" fmla="*/ 3080173 h 6858000"/>
              <a:gd name="connsiteX687" fmla="*/ 2410152 w 7467600"/>
              <a:gd name="connsiteY687" fmla="*/ 3063751 h 6858000"/>
              <a:gd name="connsiteX688" fmla="*/ 2408099 w 7467600"/>
              <a:gd name="connsiteY688" fmla="*/ 3064403 h 6858000"/>
              <a:gd name="connsiteX689" fmla="*/ 2407218 w 7467600"/>
              <a:gd name="connsiteY689" fmla="*/ 3070324 h 6858000"/>
              <a:gd name="connsiteX690" fmla="*/ 2380138 w 7467600"/>
              <a:gd name="connsiteY690" fmla="*/ 3099341 h 6858000"/>
              <a:gd name="connsiteX691" fmla="*/ 1765923 w 7467600"/>
              <a:gd name="connsiteY691" fmla="*/ 3581043 h 6858000"/>
              <a:gd name="connsiteX692" fmla="*/ 1702258 w 7467600"/>
              <a:gd name="connsiteY692" fmla="*/ 3612286 h 6858000"/>
              <a:gd name="connsiteX693" fmla="*/ 1538370 w 7467600"/>
              <a:gd name="connsiteY693" fmla="*/ 3811804 h 6858000"/>
              <a:gd name="connsiteX694" fmla="*/ 542867 w 7467600"/>
              <a:gd name="connsiteY694" fmla="*/ 4944092 h 6858000"/>
              <a:gd name="connsiteX695" fmla="*/ 515800 w 7467600"/>
              <a:gd name="connsiteY695" fmla="*/ 4862180 h 6858000"/>
              <a:gd name="connsiteX696" fmla="*/ 909145 w 7467600"/>
              <a:gd name="connsiteY696" fmla="*/ 4199225 h 6858000"/>
              <a:gd name="connsiteX697" fmla="*/ 1214067 w 7467600"/>
              <a:gd name="connsiteY697" fmla="*/ 3908561 h 6858000"/>
              <a:gd name="connsiteX698" fmla="*/ 640967 w 7467600"/>
              <a:gd name="connsiteY698" fmla="*/ 4105601 h 6858000"/>
              <a:gd name="connsiteX699" fmla="*/ 112563 w 7467600"/>
              <a:gd name="connsiteY699" fmla="*/ 4396952 h 6858000"/>
              <a:gd name="connsiteX700" fmla="*/ 0 w 7467600"/>
              <a:gd name="connsiteY700" fmla="*/ 4466006 h 6858000"/>
              <a:gd name="connsiteX701" fmla="*/ 0 w 7467600"/>
              <a:gd name="connsiteY701" fmla="*/ 4233763 h 6858000"/>
              <a:gd name="connsiteX702" fmla="*/ 36881 w 7467600"/>
              <a:gd name="connsiteY702" fmla="*/ 4200118 h 6858000"/>
              <a:gd name="connsiteX703" fmla="*/ 910534 w 7467600"/>
              <a:gd name="connsiteY703" fmla="*/ 3629753 h 6858000"/>
              <a:gd name="connsiteX704" fmla="*/ 1578717 w 7467600"/>
              <a:gd name="connsiteY704" fmla="*/ 3575982 h 6858000"/>
              <a:gd name="connsiteX705" fmla="*/ 2338780 w 7467600"/>
              <a:gd name="connsiteY705" fmla="*/ 3033725 h 6858000"/>
              <a:gd name="connsiteX706" fmla="*/ 1807991 w 7467600"/>
              <a:gd name="connsiteY706" fmla="*/ 2807184 h 6858000"/>
              <a:gd name="connsiteX707" fmla="*/ 1416358 w 7467600"/>
              <a:gd name="connsiteY707" fmla="*/ 3112571 h 6858000"/>
              <a:gd name="connsiteX708" fmla="*/ 939066 w 7467600"/>
              <a:gd name="connsiteY708" fmla="*/ 3378798 h 6858000"/>
              <a:gd name="connsiteX709" fmla="*/ 115099 w 7467600"/>
              <a:gd name="connsiteY709" fmla="*/ 3607650 h 6858000"/>
              <a:gd name="connsiteX710" fmla="*/ 97284 w 7467600"/>
              <a:gd name="connsiteY710" fmla="*/ 3520393 h 6858000"/>
              <a:gd name="connsiteX711" fmla="*/ 922050 w 7467600"/>
              <a:gd name="connsiteY711" fmla="*/ 3074867 h 6858000"/>
              <a:gd name="connsiteX712" fmla="*/ 1405265 w 7467600"/>
              <a:gd name="connsiteY712" fmla="*/ 3016319 h 6858000"/>
              <a:gd name="connsiteX713" fmla="*/ 1407512 w 7467600"/>
              <a:gd name="connsiteY713" fmla="*/ 3018001 h 6858000"/>
              <a:gd name="connsiteX714" fmla="*/ 1726266 w 7467600"/>
              <a:gd name="connsiteY714" fmla="*/ 2777274 h 6858000"/>
              <a:gd name="connsiteX715" fmla="*/ 625390 w 7467600"/>
              <a:gd name="connsiteY715" fmla="*/ 2514541 h 6858000"/>
              <a:gd name="connsiteX716" fmla="*/ 619799 w 7467600"/>
              <a:gd name="connsiteY716" fmla="*/ 2527180 h 6858000"/>
              <a:gd name="connsiteX717" fmla="*/ 310030 w 7467600"/>
              <a:gd name="connsiteY717" fmla="*/ 2771818 h 6858000"/>
              <a:gd name="connsiteX718" fmla="*/ 173877 w 7467600"/>
              <a:gd name="connsiteY718" fmla="*/ 2937056 h 6858000"/>
              <a:gd name="connsiteX719" fmla="*/ 77889 w 7467600"/>
              <a:gd name="connsiteY719" fmla="*/ 3138440 h 6858000"/>
              <a:gd name="connsiteX720" fmla="*/ 0 w 7467600"/>
              <a:gd name="connsiteY720" fmla="*/ 3271395 h 6858000"/>
              <a:gd name="connsiteX721" fmla="*/ 0 w 7467600"/>
              <a:gd name="connsiteY721" fmla="*/ 3153002 h 6858000"/>
              <a:gd name="connsiteX722" fmla="*/ 2386 w 7467600"/>
              <a:gd name="connsiteY722" fmla="*/ 3149203 h 6858000"/>
              <a:gd name="connsiteX723" fmla="*/ 89753 w 7467600"/>
              <a:gd name="connsiteY723" fmla="*/ 2987702 h 6858000"/>
              <a:gd name="connsiteX724" fmla="*/ 76869 w 7467600"/>
              <a:gd name="connsiteY724" fmla="*/ 3005404 h 6858000"/>
              <a:gd name="connsiteX725" fmla="*/ 32049 w 7467600"/>
              <a:gd name="connsiteY725" fmla="*/ 3065814 h 6858000"/>
              <a:gd name="connsiteX726" fmla="*/ 0 w 7467600"/>
              <a:gd name="connsiteY726" fmla="*/ 3108744 h 6858000"/>
              <a:gd name="connsiteX727" fmla="*/ 0 w 7467600"/>
              <a:gd name="connsiteY727" fmla="*/ 3058059 h 6858000"/>
              <a:gd name="connsiteX728" fmla="*/ 7610 w 7467600"/>
              <a:gd name="connsiteY728" fmla="*/ 3047889 h 6858000"/>
              <a:gd name="connsiteX729" fmla="*/ 52419 w 7467600"/>
              <a:gd name="connsiteY729" fmla="*/ 2987479 h 6858000"/>
              <a:gd name="connsiteX730" fmla="*/ 59142 w 7467600"/>
              <a:gd name="connsiteY730" fmla="*/ 2978488 h 6858000"/>
              <a:gd name="connsiteX731" fmla="*/ 0 w 7467600"/>
              <a:gd name="connsiteY731" fmla="*/ 3015334 h 6858000"/>
              <a:gd name="connsiteX732" fmla="*/ 0 w 7467600"/>
              <a:gd name="connsiteY732" fmla="*/ 2914286 h 6858000"/>
              <a:gd name="connsiteX733" fmla="*/ 36383 w 7467600"/>
              <a:gd name="connsiteY733" fmla="*/ 2901128 h 6858000"/>
              <a:gd name="connsiteX734" fmla="*/ 156329 w 7467600"/>
              <a:gd name="connsiteY734" fmla="*/ 2840533 h 6858000"/>
              <a:gd name="connsiteX735" fmla="*/ 358355 w 7467600"/>
              <a:gd name="connsiteY735" fmla="*/ 2620471 h 6858000"/>
              <a:gd name="connsiteX736" fmla="*/ 510577 w 7467600"/>
              <a:gd name="connsiteY736" fmla="*/ 2501244 h 6858000"/>
              <a:gd name="connsiteX737" fmla="*/ 211967 w 7467600"/>
              <a:gd name="connsiteY737" fmla="*/ 2479171 h 6858000"/>
              <a:gd name="connsiteX738" fmla="*/ 0 w 7467600"/>
              <a:gd name="connsiteY738" fmla="*/ 2476398 h 6858000"/>
              <a:gd name="connsiteX739" fmla="*/ 0 w 7467600"/>
              <a:gd name="connsiteY739" fmla="*/ 2389189 h 6858000"/>
              <a:gd name="connsiteX740" fmla="*/ 103062 w 7467600"/>
              <a:gd name="connsiteY740" fmla="*/ 2389518 h 6858000"/>
              <a:gd name="connsiteX741" fmla="*/ 510734 w 7467600"/>
              <a:gd name="connsiteY741" fmla="*/ 2416201 h 6858000"/>
              <a:gd name="connsiteX742" fmla="*/ 279257 w 7467600"/>
              <a:gd name="connsiteY742" fmla="*/ 2092102 h 6858000"/>
              <a:gd name="connsiteX743" fmla="*/ 65265 w 7467600"/>
              <a:gd name="connsiteY743" fmla="*/ 2006049 h 6858000"/>
              <a:gd name="connsiteX744" fmla="*/ 0 w 7467600"/>
              <a:gd name="connsiteY744" fmla="*/ 1982532 h 6858000"/>
              <a:gd name="connsiteX745" fmla="*/ 0 w 7467600"/>
              <a:gd name="connsiteY745" fmla="*/ 1912789 h 6858000"/>
              <a:gd name="connsiteX746" fmla="*/ 97460 w 7467600"/>
              <a:gd name="connsiteY746" fmla="*/ 1953725 h 6858000"/>
              <a:gd name="connsiteX747" fmla="*/ 221272 w 7467600"/>
              <a:gd name="connsiteY747" fmla="*/ 1980766 h 6858000"/>
              <a:gd name="connsiteX748" fmla="*/ 116765 w 7467600"/>
              <a:gd name="connsiteY748" fmla="*/ 1911033 h 6858000"/>
              <a:gd name="connsiteX749" fmla="*/ 16405 w 7467600"/>
              <a:gd name="connsiteY749" fmla="*/ 1803412 h 6858000"/>
              <a:gd name="connsiteX750" fmla="*/ 0 w 7467600"/>
              <a:gd name="connsiteY750" fmla="*/ 1784777 h 6858000"/>
              <a:gd name="connsiteX751" fmla="*/ 0 w 7467600"/>
              <a:gd name="connsiteY751" fmla="*/ 1740082 h 6858000"/>
              <a:gd name="connsiteX752" fmla="*/ 39394 w 7467600"/>
              <a:gd name="connsiteY752" fmla="*/ 1784856 h 6858000"/>
              <a:gd name="connsiteX753" fmla="*/ 135813 w 7467600"/>
              <a:gd name="connsiteY753" fmla="*/ 1888838 h 6858000"/>
              <a:gd name="connsiteX754" fmla="*/ 242575 w 7467600"/>
              <a:gd name="connsiteY754" fmla="*/ 1958841 h 6858000"/>
              <a:gd name="connsiteX755" fmla="*/ 82197 w 7467600"/>
              <a:gd name="connsiteY755" fmla="*/ 1754826 h 6858000"/>
              <a:gd name="connsiteX756" fmla="*/ 0 w 7467600"/>
              <a:gd name="connsiteY756" fmla="*/ 1679650 h 6858000"/>
              <a:gd name="connsiteX757" fmla="*/ 0 w 7467600"/>
              <a:gd name="connsiteY757" fmla="*/ 1602463 h 6858000"/>
              <a:gd name="connsiteX758" fmla="*/ 84689 w 7467600"/>
              <a:gd name="connsiteY758" fmla="*/ 1677442 h 6858000"/>
              <a:gd name="connsiteX759" fmla="*/ 298437 w 7467600"/>
              <a:gd name="connsiteY759" fmla="*/ 1968019 h 6858000"/>
              <a:gd name="connsiteX760" fmla="*/ 227269 w 7467600"/>
              <a:gd name="connsiteY760" fmla="*/ 1114064 h 6858000"/>
              <a:gd name="connsiteX761" fmla="*/ 248003 w 7467600"/>
              <a:gd name="connsiteY761" fmla="*/ 1089613 h 6858000"/>
              <a:gd name="connsiteX762" fmla="*/ 427020 w 7467600"/>
              <a:gd name="connsiteY762" fmla="*/ 1619803 h 6858000"/>
              <a:gd name="connsiteX763" fmla="*/ 340345 w 7467600"/>
              <a:gd name="connsiteY763" fmla="*/ 2027739 h 6858000"/>
              <a:gd name="connsiteX764" fmla="*/ 360865 w 7467600"/>
              <a:gd name="connsiteY764" fmla="*/ 2044827 h 6858000"/>
              <a:gd name="connsiteX765" fmla="*/ 560414 w 7467600"/>
              <a:gd name="connsiteY765" fmla="*/ 2421457 h 6858000"/>
              <a:gd name="connsiteX766" fmla="*/ 1359703 w 7467600"/>
              <a:gd name="connsiteY766" fmla="*/ 2578554 h 6858000"/>
              <a:gd name="connsiteX767" fmla="*/ 1359422 w 7467600"/>
              <a:gd name="connsiteY767" fmla="*/ 2577994 h 6858000"/>
              <a:gd name="connsiteX768" fmla="*/ 828701 w 7467600"/>
              <a:gd name="connsiteY768" fmla="*/ 1839520 h 6858000"/>
              <a:gd name="connsiteX769" fmla="*/ 494427 w 7467600"/>
              <a:gd name="connsiteY769" fmla="*/ 1092333 h 6858000"/>
              <a:gd name="connsiteX770" fmla="*/ 506322 w 7467600"/>
              <a:gd name="connsiteY770" fmla="*/ 1020997 h 6858000"/>
              <a:gd name="connsiteX771" fmla="*/ 4570198 w 7467600"/>
              <a:gd name="connsiteY771" fmla="*/ 978081 h 6858000"/>
              <a:gd name="connsiteX772" fmla="*/ 4523691 w 7467600"/>
              <a:gd name="connsiteY772" fmla="*/ 1127776 h 6858000"/>
              <a:gd name="connsiteX773" fmla="*/ 4509875 w 7467600"/>
              <a:gd name="connsiteY773" fmla="*/ 1167552 h 6858000"/>
              <a:gd name="connsiteX774" fmla="*/ 4478168 w 7467600"/>
              <a:gd name="connsiteY774" fmla="*/ 1260735 h 6858000"/>
              <a:gd name="connsiteX775" fmla="*/ 4409309 w 7467600"/>
              <a:gd name="connsiteY775" fmla="*/ 1666996 h 6858000"/>
              <a:gd name="connsiteX776" fmla="*/ 4370031 w 7467600"/>
              <a:gd name="connsiteY776" fmla="*/ 1955666 h 6858000"/>
              <a:gd name="connsiteX777" fmla="*/ 4570198 w 7467600"/>
              <a:gd name="connsiteY777" fmla="*/ 978081 h 6858000"/>
              <a:gd name="connsiteX778" fmla="*/ 4557898 w 7467600"/>
              <a:gd name="connsiteY778" fmla="*/ 900011 h 6858000"/>
              <a:gd name="connsiteX779" fmla="*/ 4344840 w 7467600"/>
              <a:gd name="connsiteY779" fmla="*/ 1922038 h 6858000"/>
              <a:gd name="connsiteX780" fmla="*/ 4378710 w 7467600"/>
              <a:gd name="connsiteY780" fmla="*/ 1665516 h 6858000"/>
              <a:gd name="connsiteX781" fmla="*/ 4448798 w 7467600"/>
              <a:gd name="connsiteY781" fmla="*/ 1253024 h 6858000"/>
              <a:gd name="connsiteX782" fmla="*/ 4480315 w 7467600"/>
              <a:gd name="connsiteY782" fmla="*/ 1158454 h 6858000"/>
              <a:gd name="connsiteX783" fmla="*/ 4494133 w 7467600"/>
              <a:gd name="connsiteY783" fmla="*/ 1118676 h 6858000"/>
              <a:gd name="connsiteX784" fmla="*/ 4557898 w 7467600"/>
              <a:gd name="connsiteY784" fmla="*/ 900011 h 6858000"/>
              <a:gd name="connsiteX785" fmla="*/ 5870151 w 7467600"/>
              <a:gd name="connsiteY785" fmla="*/ 898890 h 6858000"/>
              <a:gd name="connsiteX786" fmla="*/ 5861335 w 7467600"/>
              <a:gd name="connsiteY786" fmla="*/ 899177 h 6858000"/>
              <a:gd name="connsiteX787" fmla="*/ 5843702 w 7467600"/>
              <a:gd name="connsiteY787" fmla="*/ 899748 h 6858000"/>
              <a:gd name="connsiteX788" fmla="*/ 5651107 w 7467600"/>
              <a:gd name="connsiteY788" fmla="*/ 920306 h 6858000"/>
              <a:gd name="connsiteX789" fmla="*/ 5459407 w 7467600"/>
              <a:gd name="connsiteY789" fmla="*/ 940975 h 6858000"/>
              <a:gd name="connsiteX790" fmla="*/ 5374846 w 7467600"/>
              <a:gd name="connsiteY790" fmla="*/ 941988 h 6858000"/>
              <a:gd name="connsiteX791" fmla="*/ 5256105 w 7467600"/>
              <a:gd name="connsiteY791" fmla="*/ 945632 h 6858000"/>
              <a:gd name="connsiteX792" fmla="*/ 5107071 w 7467600"/>
              <a:gd name="connsiteY792" fmla="*/ 969720 h 6858000"/>
              <a:gd name="connsiteX793" fmla="*/ 4998681 w 7467600"/>
              <a:gd name="connsiteY793" fmla="*/ 988771 h 6858000"/>
              <a:gd name="connsiteX794" fmla="*/ 5870151 w 7467600"/>
              <a:gd name="connsiteY794" fmla="*/ 898890 h 6858000"/>
              <a:gd name="connsiteX795" fmla="*/ 5504425 w 7467600"/>
              <a:gd name="connsiteY795" fmla="*/ 848067 h 6858000"/>
              <a:gd name="connsiteX796" fmla="*/ 4968849 w 7467600"/>
              <a:gd name="connsiteY796" fmla="*/ 962318 h 6858000"/>
              <a:gd name="connsiteX797" fmla="*/ 5104039 w 7467600"/>
              <a:gd name="connsiteY797" fmla="*/ 940634 h 6858000"/>
              <a:gd name="connsiteX798" fmla="*/ 5256311 w 7467600"/>
              <a:gd name="connsiteY798" fmla="*/ 916490 h 6858000"/>
              <a:gd name="connsiteX799" fmla="*/ 5377381 w 7467600"/>
              <a:gd name="connsiteY799" fmla="*/ 912671 h 6858000"/>
              <a:gd name="connsiteX800" fmla="*/ 5460148 w 7467600"/>
              <a:gd name="connsiteY800" fmla="*/ 911442 h 6858000"/>
              <a:gd name="connsiteX801" fmla="*/ 5648971 w 7467600"/>
              <a:gd name="connsiteY801" fmla="*/ 891331 h 6858000"/>
              <a:gd name="connsiteX802" fmla="*/ 5844807 w 7467600"/>
              <a:gd name="connsiteY802" fmla="*/ 870718 h 6858000"/>
              <a:gd name="connsiteX803" fmla="*/ 5862975 w 7467600"/>
              <a:gd name="connsiteY803" fmla="*/ 869756 h 6858000"/>
              <a:gd name="connsiteX804" fmla="*/ 5920887 w 7467600"/>
              <a:gd name="connsiteY804" fmla="*/ 865929 h 6858000"/>
              <a:gd name="connsiteX805" fmla="*/ 5504425 w 7467600"/>
              <a:gd name="connsiteY805" fmla="*/ 848067 h 6858000"/>
              <a:gd name="connsiteX806" fmla="*/ 3607114 w 7467600"/>
              <a:gd name="connsiteY806" fmla="*/ 467441 h 6858000"/>
              <a:gd name="connsiteX807" fmla="*/ 3296242 w 7467600"/>
              <a:gd name="connsiteY807" fmla="*/ 807991 h 6858000"/>
              <a:gd name="connsiteX808" fmla="*/ 3174674 w 7467600"/>
              <a:gd name="connsiteY808" fmla="*/ 919759 h 6858000"/>
              <a:gd name="connsiteX809" fmla="*/ 3042978 w 7467600"/>
              <a:gd name="connsiteY809" fmla="*/ 1054894 h 6858000"/>
              <a:gd name="connsiteX810" fmla="*/ 2968914 w 7467600"/>
              <a:gd name="connsiteY810" fmla="*/ 1133756 h 6858000"/>
              <a:gd name="connsiteX811" fmla="*/ 3103823 w 7467600"/>
              <a:gd name="connsiteY811" fmla="*/ 1026814 h 6858000"/>
              <a:gd name="connsiteX812" fmla="*/ 3607114 w 7467600"/>
              <a:gd name="connsiteY812" fmla="*/ 467441 h 6858000"/>
              <a:gd name="connsiteX813" fmla="*/ 3744487 w 7467600"/>
              <a:gd name="connsiteY813" fmla="*/ 383136 h 6858000"/>
              <a:gd name="connsiteX814" fmla="*/ 3970213 w 7467600"/>
              <a:gd name="connsiteY814" fmla="*/ 995559 h 6858000"/>
              <a:gd name="connsiteX815" fmla="*/ 3744487 w 7467600"/>
              <a:gd name="connsiteY815" fmla="*/ 383136 h 6858000"/>
              <a:gd name="connsiteX816" fmla="*/ 3624562 w 7467600"/>
              <a:gd name="connsiteY816" fmla="*/ 367041 h 6858000"/>
              <a:gd name="connsiteX817" fmla="*/ 3489712 w 7467600"/>
              <a:gd name="connsiteY817" fmla="*/ 485386 h 6858000"/>
              <a:gd name="connsiteX818" fmla="*/ 3182994 w 7467600"/>
              <a:gd name="connsiteY818" fmla="*/ 828265 h 6858000"/>
              <a:gd name="connsiteX819" fmla="*/ 2892114 w 7467600"/>
              <a:gd name="connsiteY819" fmla="*/ 1172635 h 6858000"/>
              <a:gd name="connsiteX820" fmla="*/ 3021459 w 7467600"/>
              <a:gd name="connsiteY820" fmla="*/ 1035385 h 6858000"/>
              <a:gd name="connsiteX821" fmla="*/ 3153873 w 7467600"/>
              <a:gd name="connsiteY821" fmla="*/ 898971 h 6858000"/>
              <a:gd name="connsiteX822" fmla="*/ 3276511 w 7467600"/>
              <a:gd name="connsiteY822" fmla="*/ 786423 h 6858000"/>
              <a:gd name="connsiteX823" fmla="*/ 3584154 w 7467600"/>
              <a:gd name="connsiteY823" fmla="*/ 448218 h 6858000"/>
              <a:gd name="connsiteX824" fmla="*/ 3624562 w 7467600"/>
              <a:gd name="connsiteY824" fmla="*/ 367041 h 6858000"/>
              <a:gd name="connsiteX825" fmla="*/ 3766672 w 7467600"/>
              <a:gd name="connsiteY825" fmla="*/ 359429 h 6858000"/>
              <a:gd name="connsiteX826" fmla="*/ 3996338 w 7467600"/>
              <a:gd name="connsiteY826" fmla="*/ 968237 h 6858000"/>
              <a:gd name="connsiteX827" fmla="*/ 3766672 w 7467600"/>
              <a:gd name="connsiteY827" fmla="*/ 359429 h 6858000"/>
              <a:gd name="connsiteX828" fmla="*/ 5805386 w 7467600"/>
              <a:gd name="connsiteY828" fmla="*/ 239240 h 6858000"/>
              <a:gd name="connsiteX829" fmla="*/ 5736947 w 7467600"/>
              <a:gd name="connsiteY829" fmla="*/ 261367 h 6858000"/>
              <a:gd name="connsiteX830" fmla="*/ 5427012 w 7467600"/>
              <a:gd name="connsiteY830" fmla="*/ 311272 h 6858000"/>
              <a:gd name="connsiteX831" fmla="*/ 5147818 w 7467600"/>
              <a:gd name="connsiteY831" fmla="*/ 322112 h 6858000"/>
              <a:gd name="connsiteX832" fmla="*/ 5060854 w 7467600"/>
              <a:gd name="connsiteY832" fmla="*/ 311882 h 6858000"/>
              <a:gd name="connsiteX833" fmla="*/ 4945989 w 7467600"/>
              <a:gd name="connsiteY833" fmla="*/ 300516 h 6858000"/>
              <a:gd name="connsiteX834" fmla="*/ 5410479 w 7467600"/>
              <a:gd name="connsiteY834" fmla="*/ 348434 h 6858000"/>
              <a:gd name="connsiteX835" fmla="*/ 5805386 w 7467600"/>
              <a:gd name="connsiteY835" fmla="*/ 239240 h 6858000"/>
              <a:gd name="connsiteX836" fmla="*/ 5905192 w 7467600"/>
              <a:gd name="connsiteY836" fmla="*/ 163079 h 6858000"/>
              <a:gd name="connsiteX837" fmla="*/ 5865655 w 7467600"/>
              <a:gd name="connsiteY837" fmla="*/ 171901 h 6858000"/>
              <a:gd name="connsiteX838" fmla="*/ 5259740 w 7467600"/>
              <a:gd name="connsiteY838" fmla="*/ 257013 h 6858000"/>
              <a:gd name="connsiteX839" fmla="*/ 5208466 w 7467600"/>
              <a:gd name="connsiteY839" fmla="*/ 257550 h 6858000"/>
              <a:gd name="connsiteX840" fmla="*/ 4980204 w 7467600"/>
              <a:gd name="connsiteY840" fmla="*/ 271903 h 6858000"/>
              <a:gd name="connsiteX841" fmla="*/ 5068068 w 7467600"/>
              <a:gd name="connsiteY841" fmla="*/ 282244 h 6858000"/>
              <a:gd name="connsiteX842" fmla="*/ 5153231 w 7467600"/>
              <a:gd name="connsiteY842" fmla="*/ 292240 h 6858000"/>
              <a:gd name="connsiteX843" fmla="*/ 5426491 w 7467600"/>
              <a:gd name="connsiteY843" fmla="*/ 281128 h 6858000"/>
              <a:gd name="connsiteX844" fmla="*/ 5731212 w 7467600"/>
              <a:gd name="connsiteY844" fmla="*/ 231951 h 6858000"/>
              <a:gd name="connsiteX845" fmla="*/ 5905192 w 7467600"/>
              <a:gd name="connsiteY845" fmla="*/ 163079 h 6858000"/>
              <a:gd name="connsiteX846" fmla="*/ 5944437 w 7467600"/>
              <a:gd name="connsiteY846" fmla="*/ 113829 h 6858000"/>
              <a:gd name="connsiteX847" fmla="*/ 5825032 w 7467600"/>
              <a:gd name="connsiteY847" fmla="*/ 146405 h 6858000"/>
              <a:gd name="connsiteX848" fmla="*/ 4955599 w 7467600"/>
              <a:gd name="connsiteY848" fmla="*/ 247008 h 6858000"/>
              <a:gd name="connsiteX849" fmla="*/ 5210104 w 7467600"/>
              <a:gd name="connsiteY849" fmla="*/ 228123 h 6858000"/>
              <a:gd name="connsiteX850" fmla="*/ 5261015 w 7467600"/>
              <a:gd name="connsiteY850" fmla="*/ 227087 h 6858000"/>
              <a:gd name="connsiteX851" fmla="*/ 5861181 w 7467600"/>
              <a:gd name="connsiteY851" fmla="*/ 143093 h 6858000"/>
              <a:gd name="connsiteX852" fmla="*/ 5961252 w 7467600"/>
              <a:gd name="connsiteY852" fmla="*/ 114820 h 6858000"/>
              <a:gd name="connsiteX853" fmla="*/ 5944437 w 7467600"/>
              <a:gd name="connsiteY853" fmla="*/ 113829 h 6858000"/>
              <a:gd name="connsiteX854" fmla="*/ 3882765 w 7467600"/>
              <a:gd name="connsiteY854" fmla="*/ 0 h 6858000"/>
              <a:gd name="connsiteX855" fmla="*/ 3995099 w 7467600"/>
              <a:gd name="connsiteY855" fmla="*/ 0 h 6858000"/>
              <a:gd name="connsiteX856" fmla="*/ 4163818 w 7467600"/>
              <a:gd name="connsiteY856" fmla="*/ 234104 h 6858000"/>
              <a:gd name="connsiteX857" fmla="*/ 4172099 w 7467600"/>
              <a:gd name="connsiteY857" fmla="*/ 234207 h 6858000"/>
              <a:gd name="connsiteX858" fmla="*/ 4784282 w 7467600"/>
              <a:gd name="connsiteY858" fmla="*/ 276561 h 6858000"/>
              <a:gd name="connsiteX859" fmla="*/ 4801687 w 7467600"/>
              <a:gd name="connsiteY859" fmla="*/ 267764 h 6858000"/>
              <a:gd name="connsiteX860" fmla="*/ 6082788 w 7467600"/>
              <a:gd name="connsiteY860" fmla="*/ 64119 h 6858000"/>
              <a:gd name="connsiteX861" fmla="*/ 6099442 w 7467600"/>
              <a:gd name="connsiteY861" fmla="*/ 82568 h 6858000"/>
              <a:gd name="connsiteX862" fmla="*/ 4804137 w 7467600"/>
              <a:gd name="connsiteY862" fmla="*/ 320931 h 6858000"/>
              <a:gd name="connsiteX863" fmla="*/ 4227047 w 7467600"/>
              <a:gd name="connsiteY863" fmla="*/ 313415 h 6858000"/>
              <a:gd name="connsiteX864" fmla="*/ 4346041 w 7467600"/>
              <a:gd name="connsiteY864" fmla="*/ 456086 h 6858000"/>
              <a:gd name="connsiteX865" fmla="*/ 4870967 w 7467600"/>
              <a:gd name="connsiteY865" fmla="*/ 963061 h 6858000"/>
              <a:gd name="connsiteX866" fmla="*/ 4889647 w 7467600"/>
              <a:gd name="connsiteY866" fmla="*/ 957147 h 6858000"/>
              <a:gd name="connsiteX867" fmla="*/ 5422504 w 7467600"/>
              <a:gd name="connsiteY867" fmla="*/ 805191 h 6858000"/>
              <a:gd name="connsiteX868" fmla="*/ 6087656 w 7467600"/>
              <a:gd name="connsiteY868" fmla="*/ 826703 h 6858000"/>
              <a:gd name="connsiteX869" fmla="*/ 6058717 w 7467600"/>
              <a:gd name="connsiteY869" fmla="*/ 865992 h 6858000"/>
              <a:gd name="connsiteX870" fmla="*/ 4974153 w 7467600"/>
              <a:gd name="connsiteY870" fmla="*/ 1045456 h 6858000"/>
              <a:gd name="connsiteX871" fmla="*/ 5627835 w 7467600"/>
              <a:gd name="connsiteY871" fmla="*/ 1472077 h 6858000"/>
              <a:gd name="connsiteX872" fmla="*/ 5629817 w 7467600"/>
              <a:gd name="connsiteY872" fmla="*/ 1471412 h 6858000"/>
              <a:gd name="connsiteX873" fmla="*/ 5634124 w 7467600"/>
              <a:gd name="connsiteY873" fmla="*/ 1470572 h 6858000"/>
              <a:gd name="connsiteX874" fmla="*/ 5755832 w 7467600"/>
              <a:gd name="connsiteY874" fmla="*/ 1383886 h 6858000"/>
              <a:gd name="connsiteX875" fmla="*/ 6014186 w 7467600"/>
              <a:gd name="connsiteY875" fmla="*/ 1279799 h 6858000"/>
              <a:gd name="connsiteX876" fmla="*/ 6901619 w 7467600"/>
              <a:gd name="connsiteY876" fmla="*/ 1047874 h 6858000"/>
              <a:gd name="connsiteX877" fmla="*/ 6931566 w 7467600"/>
              <a:gd name="connsiteY877" fmla="*/ 1062034 h 6858000"/>
              <a:gd name="connsiteX878" fmla="*/ 5790982 w 7467600"/>
              <a:gd name="connsiteY878" fmla="*/ 1561380 h 6858000"/>
              <a:gd name="connsiteX879" fmla="*/ 6188971 w 7467600"/>
              <a:gd name="connsiteY879" fmla="*/ 1755168 h 6858000"/>
              <a:gd name="connsiteX880" fmla="*/ 6202446 w 7467600"/>
              <a:gd name="connsiteY880" fmla="*/ 1752268 h 6858000"/>
              <a:gd name="connsiteX881" fmla="*/ 7179560 w 7467600"/>
              <a:gd name="connsiteY881" fmla="*/ 1467551 h 6858000"/>
              <a:gd name="connsiteX882" fmla="*/ 7158730 w 7467600"/>
              <a:gd name="connsiteY882" fmla="*/ 1507835 h 6858000"/>
              <a:gd name="connsiteX883" fmla="*/ 6326959 w 7467600"/>
              <a:gd name="connsiteY883" fmla="*/ 1817686 h 6858000"/>
              <a:gd name="connsiteX884" fmla="*/ 6537433 w 7467600"/>
              <a:gd name="connsiteY884" fmla="*/ 1907790 h 6858000"/>
              <a:gd name="connsiteX885" fmla="*/ 6550221 w 7467600"/>
              <a:gd name="connsiteY885" fmla="*/ 1910729 h 6858000"/>
              <a:gd name="connsiteX886" fmla="*/ 6964438 w 7467600"/>
              <a:gd name="connsiteY886" fmla="*/ 2209505 h 6858000"/>
              <a:gd name="connsiteX887" fmla="*/ 7367862 w 7467600"/>
              <a:gd name="connsiteY887" fmla="*/ 2806833 h 6858000"/>
              <a:gd name="connsiteX888" fmla="*/ 7364329 w 7467600"/>
              <a:gd name="connsiteY888" fmla="*/ 2826907 h 6858000"/>
              <a:gd name="connsiteX889" fmla="*/ 7290545 w 7467600"/>
              <a:gd name="connsiteY889" fmla="*/ 2850663 h 6858000"/>
              <a:gd name="connsiteX890" fmla="*/ 6472036 w 7467600"/>
              <a:gd name="connsiteY890" fmla="*/ 1959003 h 6858000"/>
              <a:gd name="connsiteX891" fmla="*/ 5792897 w 7467600"/>
              <a:gd name="connsiteY891" fmla="*/ 1647747 h 6858000"/>
              <a:gd name="connsiteX892" fmla="*/ 5842751 w 7467600"/>
              <a:gd name="connsiteY892" fmla="*/ 1816112 h 6858000"/>
              <a:gd name="connsiteX893" fmla="*/ 5847424 w 7467600"/>
              <a:gd name="connsiteY893" fmla="*/ 1815776 h 6858000"/>
              <a:gd name="connsiteX894" fmla="*/ 6399821 w 7467600"/>
              <a:gd name="connsiteY894" fmla="*/ 2344799 h 6858000"/>
              <a:gd name="connsiteX895" fmla="*/ 6323232 w 7467600"/>
              <a:gd name="connsiteY895" fmla="*/ 2389634 h 6858000"/>
              <a:gd name="connsiteX896" fmla="*/ 5942958 w 7467600"/>
              <a:gd name="connsiteY896" fmla="*/ 2077708 h 6858000"/>
              <a:gd name="connsiteX897" fmla="*/ 5921559 w 7467600"/>
              <a:gd name="connsiteY897" fmla="*/ 2378596 h 6858000"/>
              <a:gd name="connsiteX898" fmla="*/ 5817651 w 7467600"/>
              <a:gd name="connsiteY898" fmla="*/ 3023919 h 6858000"/>
              <a:gd name="connsiteX899" fmla="*/ 5729634 w 7467600"/>
              <a:gd name="connsiteY899" fmla="*/ 3051849 h 6858000"/>
              <a:gd name="connsiteX900" fmla="*/ 5611018 w 7467600"/>
              <a:gd name="connsiteY900" fmla="*/ 2316769 h 6858000"/>
              <a:gd name="connsiteX901" fmla="*/ 5687608 w 7467600"/>
              <a:gd name="connsiteY901" fmla="*/ 2039972 h 6858000"/>
              <a:gd name="connsiteX902" fmla="*/ 5657554 w 7467600"/>
              <a:gd name="connsiteY902" fmla="*/ 1576445 h 6858000"/>
              <a:gd name="connsiteX903" fmla="*/ 5150475 w 7467600"/>
              <a:gd name="connsiteY903" fmla="*/ 1274012 h 6858000"/>
              <a:gd name="connsiteX904" fmla="*/ 5349142 w 7467600"/>
              <a:gd name="connsiteY904" fmla="*/ 2204405 h 6858000"/>
              <a:gd name="connsiteX905" fmla="*/ 5262214 w 7467600"/>
              <a:gd name="connsiteY905" fmla="*/ 2233836 h 6858000"/>
              <a:gd name="connsiteX906" fmla="*/ 4981539 w 7467600"/>
              <a:gd name="connsiteY906" fmla="*/ 1542201 h 6858000"/>
              <a:gd name="connsiteX907" fmla="*/ 4958461 w 7467600"/>
              <a:gd name="connsiteY907" fmla="*/ 1136957 h 6858000"/>
              <a:gd name="connsiteX908" fmla="*/ 4655015 w 7467600"/>
              <a:gd name="connsiteY908" fmla="*/ 891426 h 6858000"/>
              <a:gd name="connsiteX909" fmla="*/ 4348002 w 7467600"/>
              <a:gd name="connsiteY909" fmla="*/ 2205895 h 6858000"/>
              <a:gd name="connsiteX910" fmla="*/ 4262250 w 7467600"/>
              <a:gd name="connsiteY910" fmla="*/ 2219972 h 6858000"/>
              <a:gd name="connsiteX911" fmla="*/ 4550611 w 7467600"/>
              <a:gd name="connsiteY911" fmla="*/ 817540 h 6858000"/>
              <a:gd name="connsiteX912" fmla="*/ 4564418 w 7467600"/>
              <a:gd name="connsiteY912" fmla="*/ 808293 h 6858000"/>
              <a:gd name="connsiteX913" fmla="*/ 4266388 w 7467600"/>
              <a:gd name="connsiteY913" fmla="*/ 500083 h 6858000"/>
              <a:gd name="connsiteX914" fmla="*/ 4032842 w 7467600"/>
              <a:gd name="connsiteY914" fmla="*/ 211809 h 6858000"/>
              <a:gd name="connsiteX915" fmla="*/ 3882765 w 7467600"/>
              <a:gd name="connsiteY915" fmla="*/ 0 h 6858000"/>
              <a:gd name="connsiteX916" fmla="*/ 3721337 w 7467600"/>
              <a:gd name="connsiteY916" fmla="*/ 0 h 6858000"/>
              <a:gd name="connsiteX917" fmla="*/ 3797544 w 7467600"/>
              <a:gd name="connsiteY917" fmla="*/ 0 h 6858000"/>
              <a:gd name="connsiteX918" fmla="*/ 3775734 w 7467600"/>
              <a:gd name="connsiteY918" fmla="*/ 95131 h 6858000"/>
              <a:gd name="connsiteX919" fmla="*/ 3724807 w 7467600"/>
              <a:gd name="connsiteY919" fmla="*/ 272257 h 6858000"/>
              <a:gd name="connsiteX920" fmla="*/ 3726844 w 7467600"/>
              <a:gd name="connsiteY920" fmla="*/ 282988 h 6858000"/>
              <a:gd name="connsiteX921" fmla="*/ 3742664 w 7467600"/>
              <a:gd name="connsiteY921" fmla="*/ 279918 h 6858000"/>
              <a:gd name="connsiteX922" fmla="*/ 4103910 w 7467600"/>
              <a:gd name="connsiteY922" fmla="*/ 1161917 h 6858000"/>
              <a:gd name="connsiteX923" fmla="*/ 4020269 w 7467600"/>
              <a:gd name="connsiteY923" fmla="*/ 1200406 h 6858000"/>
              <a:gd name="connsiteX924" fmla="*/ 3674882 w 7467600"/>
              <a:gd name="connsiteY924" fmla="*/ 488524 h 6858000"/>
              <a:gd name="connsiteX925" fmla="*/ 3132682 w 7467600"/>
              <a:gd name="connsiteY925" fmla="*/ 1072284 h 6858000"/>
              <a:gd name="connsiteX926" fmla="*/ 2716346 w 7467600"/>
              <a:gd name="connsiteY926" fmla="*/ 1276376 h 6858000"/>
              <a:gd name="connsiteX927" fmla="*/ 2716772 w 7467600"/>
              <a:gd name="connsiteY927" fmla="*/ 1255462 h 6858000"/>
              <a:gd name="connsiteX928" fmla="*/ 3471096 w 7467600"/>
              <a:gd name="connsiteY928" fmla="*/ 437072 h 6858000"/>
              <a:gd name="connsiteX929" fmla="*/ 3639057 w 7467600"/>
              <a:gd name="connsiteY929" fmla="*/ 286334 h 6858000"/>
              <a:gd name="connsiteX930" fmla="*/ 3640309 w 7467600"/>
              <a:gd name="connsiteY930" fmla="*/ 284664 h 6858000"/>
              <a:gd name="connsiteX931" fmla="*/ 3646022 w 7467600"/>
              <a:gd name="connsiteY931" fmla="*/ 276711 h 6858000"/>
              <a:gd name="connsiteX932" fmla="*/ 3707943 w 7467600"/>
              <a:gd name="connsiteY932" fmla="*/ 65958 h 6858000"/>
              <a:gd name="connsiteX933" fmla="*/ 3721337 w 7467600"/>
              <a:gd name="connsiteY933" fmla="*/ 0 h 6858000"/>
              <a:gd name="connsiteX934" fmla="*/ 2867960 w 7467600"/>
              <a:gd name="connsiteY934" fmla="*/ 0 h 6858000"/>
              <a:gd name="connsiteX935" fmla="*/ 2926351 w 7467600"/>
              <a:gd name="connsiteY935" fmla="*/ 0 h 6858000"/>
              <a:gd name="connsiteX936" fmla="*/ 2902823 w 7467600"/>
              <a:gd name="connsiteY936" fmla="*/ 262929 h 6858000"/>
              <a:gd name="connsiteX937" fmla="*/ 2940663 w 7467600"/>
              <a:gd name="connsiteY937" fmla="*/ 140884 h 6858000"/>
              <a:gd name="connsiteX938" fmla="*/ 2947039 w 7467600"/>
              <a:gd name="connsiteY938" fmla="*/ 122524 h 6858000"/>
              <a:gd name="connsiteX939" fmla="*/ 2984316 w 7467600"/>
              <a:gd name="connsiteY939" fmla="*/ 0 h 6858000"/>
              <a:gd name="connsiteX940" fmla="*/ 3016114 w 7467600"/>
              <a:gd name="connsiteY940" fmla="*/ 0 h 6858000"/>
              <a:gd name="connsiteX941" fmla="*/ 2979949 w 7467600"/>
              <a:gd name="connsiteY941" fmla="*/ 119274 h 6858000"/>
              <a:gd name="connsiteX942" fmla="*/ 3023879 w 7467600"/>
              <a:gd name="connsiteY942" fmla="*/ 0 h 6858000"/>
              <a:gd name="connsiteX943" fmla="*/ 3105400 w 7467600"/>
              <a:gd name="connsiteY943" fmla="*/ 0 h 6858000"/>
              <a:gd name="connsiteX944" fmla="*/ 3094669 w 7467600"/>
              <a:gd name="connsiteY944" fmla="*/ 30308 h 6858000"/>
              <a:gd name="connsiteX945" fmla="*/ 2901945 w 7467600"/>
              <a:gd name="connsiteY945" fmla="*/ 466538 h 6858000"/>
              <a:gd name="connsiteX946" fmla="*/ 2815209 w 7467600"/>
              <a:gd name="connsiteY946" fmla="*/ 497361 h 6858000"/>
              <a:gd name="connsiteX947" fmla="*/ 2844845 w 7467600"/>
              <a:gd name="connsiteY947" fmla="*/ 127638 h 6858000"/>
              <a:gd name="connsiteX948" fmla="*/ 2867960 w 7467600"/>
              <a:gd name="connsiteY948" fmla="*/ 0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1057230 w 7467600"/>
              <a:gd name="connsiteY974" fmla="*/ 0 h 6858000"/>
              <a:gd name="connsiteX975" fmla="*/ 43151 w 7467600"/>
              <a:gd name="connsiteY975" fmla="*/ 0 h 6858000"/>
              <a:gd name="connsiteX976" fmla="*/ 95283 w 7467600"/>
              <a:gd name="connsiteY976" fmla="*/ 0 h 6858000"/>
              <a:gd name="connsiteX977" fmla="*/ 300708 w 7467600"/>
              <a:gd name="connsiteY977" fmla="*/ 154571 h 6858000"/>
              <a:gd name="connsiteX978" fmla="*/ 530414 w 7467600"/>
              <a:gd name="connsiteY978" fmla="*/ 354673 h 6858000"/>
              <a:gd name="connsiteX979" fmla="*/ 333785 w 7467600"/>
              <a:gd name="connsiteY979" fmla="*/ 161564 h 6858000"/>
              <a:gd name="connsiteX980" fmla="*/ 147005 w 7467600"/>
              <a:gd name="connsiteY980" fmla="*/ 0 h 6858000"/>
              <a:gd name="connsiteX981" fmla="*/ 272509 w 7467600"/>
              <a:gd name="connsiteY981" fmla="*/ 0 h 6858000"/>
              <a:gd name="connsiteX982" fmla="*/ 326276 w 7467600"/>
              <a:gd name="connsiteY982" fmla="*/ 45847 h 6858000"/>
              <a:gd name="connsiteX983" fmla="*/ 823759 w 7467600"/>
              <a:gd name="connsiteY983" fmla="*/ 574145 h 6858000"/>
              <a:gd name="connsiteX984" fmla="*/ 811254 w 7467600"/>
              <a:gd name="connsiteY984" fmla="*/ 665546 h 6858000"/>
              <a:gd name="connsiteX985" fmla="*/ 154042 w 7467600"/>
              <a:gd name="connsiteY985" fmla="*/ 261522 h 6858000"/>
              <a:gd name="connsiteX986" fmla="*/ 13550 w 7467600"/>
              <a:gd name="connsiteY986" fmla="*/ 158423 h 6858000"/>
              <a:gd name="connsiteX987" fmla="*/ 0 w 7467600"/>
              <a:gd name="connsiteY987" fmla="*/ 146618 h 6858000"/>
              <a:gd name="connsiteX988" fmla="*/ 0 w 7467600"/>
              <a:gd name="connsiteY988" fmla="*/ 59161 h 6858000"/>
              <a:gd name="connsiteX989" fmla="*/ 45427 w 7467600"/>
              <a:gd name="connsiteY989" fmla="*/ 101078 h 6858000"/>
              <a:gd name="connsiteX990" fmla="*/ 630103 w 7467600"/>
              <a:gd name="connsiteY990" fmla="*/ 485885 h 6858000"/>
              <a:gd name="connsiteX991" fmla="*/ 532040 w 7467600"/>
              <a:gd name="connsiteY991" fmla="*/ 399359 h 6858000"/>
              <a:gd name="connsiteX992" fmla="*/ 517618 w 7467600"/>
              <a:gd name="connsiteY992" fmla="*/ 385726 h 6858000"/>
              <a:gd name="connsiteX993" fmla="*/ 285074 w 7467600"/>
              <a:gd name="connsiteY993" fmla="*/ 182755 h 6858000"/>
              <a:gd name="connsiteX994" fmla="*/ 43151 w 7467600"/>
              <a:gd name="connsiteY99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77736 h 6858000"/>
              <a:gd name="connsiteX138" fmla="*/ 1903353 w 7467600"/>
              <a:gd name="connsiteY138" fmla="*/ 5044827 h 6858000"/>
              <a:gd name="connsiteX139" fmla="*/ 1936931 w 7467600"/>
              <a:gd name="connsiteY139" fmla="*/ 5093954 h 6858000"/>
              <a:gd name="connsiteX140" fmla="*/ 2195868 w 7467600"/>
              <a:gd name="connsiteY140" fmla="*/ 5396574 h 6858000"/>
              <a:gd name="connsiteX141" fmla="*/ 2088852 w 7467600"/>
              <a:gd name="connsiteY141" fmla="*/ 5166123 h 6858000"/>
              <a:gd name="connsiteX142" fmla="*/ 1958241 w 7467600"/>
              <a:gd name="connsiteY142" fmla="*/ 5067955 h 6858000"/>
              <a:gd name="connsiteX143" fmla="*/ 1903353 w 7467600"/>
              <a:gd name="connsiteY143" fmla="*/ 5044827 h 6858000"/>
              <a:gd name="connsiteX144" fmla="*/ 1979378 w 7467600"/>
              <a:gd name="connsiteY144" fmla="*/ 4769504 h 6858000"/>
              <a:gd name="connsiteX145" fmla="*/ 2882120 w 7467600"/>
              <a:gd name="connsiteY145" fmla="*/ 5064547 h 6858000"/>
              <a:gd name="connsiteX146" fmla="*/ 2793103 w 7467600"/>
              <a:gd name="connsiteY146" fmla="*/ 5039699 h 6858000"/>
              <a:gd name="connsiteX147" fmla="*/ 2770041 w 7467600"/>
              <a:gd name="connsiteY147" fmla="*/ 5033634 h 6858000"/>
              <a:gd name="connsiteX148" fmla="*/ 1979378 w 7467600"/>
              <a:gd name="connsiteY148" fmla="*/ 4769504 h 6858000"/>
              <a:gd name="connsiteX149" fmla="*/ 1927410 w 7467600"/>
              <a:gd name="connsiteY149" fmla="*/ 4716164 h 6858000"/>
              <a:gd name="connsiteX150" fmla="*/ 1959587 w 7467600"/>
              <a:gd name="connsiteY150" fmla="*/ 4728849 h 6858000"/>
              <a:gd name="connsiteX151" fmla="*/ 2777707 w 7467600"/>
              <a:gd name="connsiteY151" fmla="*/ 5003991 h 6858000"/>
              <a:gd name="connsiteX152" fmla="*/ 2800768 w 7467600"/>
              <a:gd name="connsiteY152" fmla="*/ 5010056 h 6858000"/>
              <a:gd name="connsiteX153" fmla="*/ 2879408 w 7467600"/>
              <a:gd name="connsiteY153" fmla="*/ 5031590 h 6858000"/>
              <a:gd name="connsiteX154" fmla="*/ 2862295 w 7467600"/>
              <a:gd name="connsiteY154" fmla="*/ 5022958 h 6858000"/>
              <a:gd name="connsiteX155" fmla="*/ 2813343 w 7467600"/>
              <a:gd name="connsiteY155" fmla="*/ 4998369 h 6858000"/>
              <a:gd name="connsiteX156" fmla="*/ 2646245 w 7467600"/>
              <a:gd name="connsiteY156" fmla="*/ 4930999 h 6858000"/>
              <a:gd name="connsiteX157" fmla="*/ 1999243 w 7467600"/>
              <a:gd name="connsiteY157" fmla="*/ 4730524 h 6858000"/>
              <a:gd name="connsiteX158" fmla="*/ 1979527 w 7467600"/>
              <a:gd name="connsiteY158" fmla="*/ 4726651 h 6858000"/>
              <a:gd name="connsiteX159" fmla="*/ 1927410 w 7467600"/>
              <a:gd name="connsiteY159" fmla="*/ 4716164 h 6858000"/>
              <a:gd name="connsiteX160" fmla="*/ 1997014 w 7467600"/>
              <a:gd name="connsiteY160" fmla="*/ 4698007 h 6858000"/>
              <a:gd name="connsiteX161" fmla="*/ 2005458 w 7467600"/>
              <a:gd name="connsiteY161" fmla="*/ 4699540 h 6858000"/>
              <a:gd name="connsiteX162" fmla="*/ 2657186 w 7467600"/>
              <a:gd name="connsiteY162" fmla="*/ 4901687 h 6858000"/>
              <a:gd name="connsiteX163" fmla="*/ 2826662 w 7467600"/>
              <a:gd name="connsiteY163" fmla="*/ 4970362 h 6858000"/>
              <a:gd name="connsiteX164" fmla="*/ 2876100 w 7467600"/>
              <a:gd name="connsiteY164" fmla="*/ 4995397 h 6858000"/>
              <a:gd name="connsiteX165" fmla="*/ 3042600 w 7467600"/>
              <a:gd name="connsiteY165" fmla="*/ 5059532 h 6858000"/>
              <a:gd name="connsiteX166" fmla="*/ 1997014 w 7467600"/>
              <a:gd name="connsiteY166" fmla="*/ 4698007 h 6858000"/>
              <a:gd name="connsiteX167" fmla="*/ 2305292 w 7467600"/>
              <a:gd name="connsiteY167" fmla="*/ 4219492 h 6858000"/>
              <a:gd name="connsiteX168" fmla="*/ 3360922 w 7467600"/>
              <a:gd name="connsiteY168" fmla="*/ 4529373 h 6858000"/>
              <a:gd name="connsiteX169" fmla="*/ 3492420 w 7467600"/>
              <a:gd name="connsiteY169" fmla="*/ 4510145 h 6858000"/>
              <a:gd name="connsiteX170" fmla="*/ 3364086 w 7467600"/>
              <a:gd name="connsiteY170" fmla="*/ 4480340 h 6858000"/>
              <a:gd name="connsiteX171" fmla="*/ 3225818 w 7467600"/>
              <a:gd name="connsiteY171" fmla="*/ 4411822 h 6858000"/>
              <a:gd name="connsiteX172" fmla="*/ 3129696 w 7467600"/>
              <a:gd name="connsiteY172" fmla="*/ 4360704 h 6858000"/>
              <a:gd name="connsiteX173" fmla="*/ 2814545 w 7467600"/>
              <a:gd name="connsiteY173" fmla="*/ 4282955 h 6858000"/>
              <a:gd name="connsiteX174" fmla="*/ 2305292 w 7467600"/>
              <a:gd name="connsiteY174" fmla="*/ 4219492 h 6858000"/>
              <a:gd name="connsiteX175" fmla="*/ 2626982 w 7467600"/>
              <a:gd name="connsiteY175" fmla="*/ 4206450 h 6858000"/>
              <a:gd name="connsiteX176" fmla="*/ 2490617 w 7467600"/>
              <a:gd name="connsiteY176" fmla="*/ 4206951 h 6858000"/>
              <a:gd name="connsiteX177" fmla="*/ 2819869 w 7467600"/>
              <a:gd name="connsiteY177" fmla="*/ 4252936 h 6858000"/>
              <a:gd name="connsiteX178" fmla="*/ 3143018 w 7467600"/>
              <a:gd name="connsiteY178" fmla="*/ 4332698 h 6858000"/>
              <a:gd name="connsiteX179" fmla="*/ 3241520 w 7467600"/>
              <a:gd name="connsiteY179" fmla="*/ 4385112 h 6858000"/>
              <a:gd name="connsiteX180" fmla="*/ 3374575 w 7467600"/>
              <a:gd name="connsiteY180" fmla="*/ 4451517 h 6858000"/>
              <a:gd name="connsiteX181" fmla="*/ 3505221 w 7467600"/>
              <a:gd name="connsiteY181" fmla="*/ 4480757 h 6858000"/>
              <a:gd name="connsiteX182" fmla="*/ 2626982 w 7467600"/>
              <a:gd name="connsiteY182" fmla="*/ 4206450 h 6858000"/>
              <a:gd name="connsiteX183" fmla="*/ 1310106 w 7467600"/>
              <a:gd name="connsiteY183" fmla="*/ 3943217 h 6858000"/>
              <a:gd name="connsiteX184" fmla="*/ 854994 w 7467600"/>
              <a:gd name="connsiteY184" fmla="*/ 4399136 h 6858000"/>
              <a:gd name="connsiteX185" fmla="*/ 742462 w 7467600"/>
              <a:gd name="connsiteY185" fmla="*/ 4594648 h 6858000"/>
              <a:gd name="connsiteX186" fmla="*/ 820602 w 7467600"/>
              <a:gd name="connsiteY186" fmla="*/ 4485915 h 6858000"/>
              <a:gd name="connsiteX187" fmla="*/ 878295 w 7467600"/>
              <a:gd name="connsiteY187" fmla="*/ 4403594 h 6858000"/>
              <a:gd name="connsiteX188" fmla="*/ 1240607 w 7467600"/>
              <a:gd name="connsiteY188" fmla="*/ 4010401 h 6858000"/>
              <a:gd name="connsiteX189" fmla="*/ 1310106 w 7467600"/>
              <a:gd name="connsiteY189" fmla="*/ 3943217 h 6858000"/>
              <a:gd name="connsiteX190" fmla="*/ 1423113 w 7467600"/>
              <a:gd name="connsiteY190" fmla="*/ 3874565 h 6858000"/>
              <a:gd name="connsiteX191" fmla="*/ 1260565 w 7467600"/>
              <a:gd name="connsiteY191" fmla="*/ 4031982 h 6858000"/>
              <a:gd name="connsiteX192" fmla="*/ 901900 w 7467600"/>
              <a:gd name="connsiteY192" fmla="*/ 4421236 h 6858000"/>
              <a:gd name="connsiteX193" fmla="*/ 845044 w 7467600"/>
              <a:gd name="connsiteY193" fmla="*/ 4502436 h 6858000"/>
              <a:gd name="connsiteX194" fmla="*/ 685926 w 7467600"/>
              <a:gd name="connsiteY194" fmla="*/ 4703069 h 6858000"/>
              <a:gd name="connsiteX195" fmla="*/ 684248 w 7467600"/>
              <a:gd name="connsiteY195" fmla="*/ 4706721 h 6858000"/>
              <a:gd name="connsiteX196" fmla="*/ 1423113 w 7467600"/>
              <a:gd name="connsiteY196" fmla="*/ 3874565 h 6858000"/>
              <a:gd name="connsiteX197" fmla="*/ 3316479 w 7467600"/>
              <a:gd name="connsiteY197" fmla="*/ 3872136 h 6858000"/>
              <a:gd name="connsiteX198" fmla="*/ 3546806 w 7467600"/>
              <a:gd name="connsiteY198" fmla="*/ 4356139 h 6858000"/>
              <a:gd name="connsiteX199" fmla="*/ 3364433 w 7467600"/>
              <a:gd name="connsiteY199" fmla="*/ 3953121 h 6858000"/>
              <a:gd name="connsiteX200" fmla="*/ 3316479 w 7467600"/>
              <a:gd name="connsiteY200" fmla="*/ 3872136 h 6858000"/>
              <a:gd name="connsiteX201" fmla="*/ 3291335 w 7467600"/>
              <a:gd name="connsiteY201" fmla="*/ 3767420 h 6858000"/>
              <a:gd name="connsiteX202" fmla="*/ 3390805 w 7467600"/>
              <a:gd name="connsiteY202" fmla="*/ 3937163 h 6858000"/>
              <a:gd name="connsiteX203" fmla="*/ 3579062 w 7467600"/>
              <a:gd name="connsiteY203" fmla="*/ 4359040 h 6858000"/>
              <a:gd name="connsiteX204" fmla="*/ 3467355 w 7467600"/>
              <a:gd name="connsiteY204" fmla="*/ 3988130 h 6858000"/>
              <a:gd name="connsiteX205" fmla="*/ 3310753 w 7467600"/>
              <a:gd name="connsiteY205" fmla="*/ 3787140 h 6858000"/>
              <a:gd name="connsiteX206" fmla="*/ 3291335 w 7467600"/>
              <a:gd name="connsiteY206" fmla="*/ 3767420 h 6858000"/>
              <a:gd name="connsiteX207" fmla="*/ 1635889 w 7467600"/>
              <a:gd name="connsiteY207" fmla="*/ 3709494 h 6858000"/>
              <a:gd name="connsiteX208" fmla="*/ 1634800 w 7467600"/>
              <a:gd name="connsiteY208" fmla="*/ 3731111 h 6858000"/>
              <a:gd name="connsiteX209" fmla="*/ 1635889 w 7467600"/>
              <a:gd name="connsiteY209" fmla="*/ 3709494 h 6858000"/>
              <a:gd name="connsiteX210" fmla="*/ 1510397 w 7467600"/>
              <a:gd name="connsiteY210" fmla="*/ 3684705 h 6858000"/>
              <a:gd name="connsiteX211" fmla="*/ 1146550 w 7467600"/>
              <a:gd name="connsiteY211" fmla="*/ 3802012 h 6858000"/>
              <a:gd name="connsiteX212" fmla="*/ 698834 w 7467600"/>
              <a:gd name="connsiteY212" fmla="*/ 3952272 h 6858000"/>
              <a:gd name="connsiteX213" fmla="*/ 34256 w 7467600"/>
              <a:gd name="connsiteY213" fmla="*/ 4347603 h 6858000"/>
              <a:gd name="connsiteX214" fmla="*/ 527241 w 7467600"/>
              <a:gd name="connsiteY214" fmla="*/ 4065078 h 6858000"/>
              <a:gd name="connsiteX215" fmla="*/ 1510397 w 7467600"/>
              <a:gd name="connsiteY215" fmla="*/ 3684705 h 6858000"/>
              <a:gd name="connsiteX216" fmla="*/ 1313114 w 7467600"/>
              <a:gd name="connsiteY216" fmla="*/ 3655216 h 6858000"/>
              <a:gd name="connsiteX217" fmla="*/ 1109304 w 7467600"/>
              <a:gd name="connsiteY217" fmla="*/ 3669030 h 6858000"/>
              <a:gd name="connsiteX218" fmla="*/ 8129 w 7467600"/>
              <a:gd name="connsiteY218" fmla="*/ 4330519 h 6858000"/>
              <a:gd name="connsiteX219" fmla="*/ 687572 w 7467600"/>
              <a:gd name="connsiteY219" fmla="*/ 3925629 h 6858000"/>
              <a:gd name="connsiteX220" fmla="*/ 1138365 w 7467600"/>
              <a:gd name="connsiteY220" fmla="*/ 3774515 h 6858000"/>
              <a:gd name="connsiteX221" fmla="*/ 1505579 w 7467600"/>
              <a:gd name="connsiteY221" fmla="*/ 3655526 h 6858000"/>
              <a:gd name="connsiteX222" fmla="*/ 1313114 w 7467600"/>
              <a:gd name="connsiteY222" fmla="*/ 3655216 h 6858000"/>
              <a:gd name="connsiteX223" fmla="*/ 3655073 w 7467600"/>
              <a:gd name="connsiteY223" fmla="*/ 3650884 h 6858000"/>
              <a:gd name="connsiteX224" fmla="*/ 3989938 w 7467600"/>
              <a:gd name="connsiteY224" fmla="*/ 3991685 h 6858000"/>
              <a:gd name="connsiteX225" fmla="*/ 4393907 w 7467600"/>
              <a:gd name="connsiteY225" fmla="*/ 4261258 h 6858000"/>
              <a:gd name="connsiteX226" fmla="*/ 4648051 w 7467600"/>
              <a:gd name="connsiteY226" fmla="*/ 4374051 h 6858000"/>
              <a:gd name="connsiteX227" fmla="*/ 4383389 w 7467600"/>
              <a:gd name="connsiteY227" fmla="*/ 4184369 h 6858000"/>
              <a:gd name="connsiteX228" fmla="*/ 4165508 w 7467600"/>
              <a:gd name="connsiteY228" fmla="*/ 4035196 h 6858000"/>
              <a:gd name="connsiteX229" fmla="*/ 4068162 w 7467600"/>
              <a:gd name="connsiteY229" fmla="*/ 3953394 h 6858000"/>
              <a:gd name="connsiteX230" fmla="*/ 3981416 w 7467600"/>
              <a:gd name="connsiteY230" fmla="*/ 3880482 h 6858000"/>
              <a:gd name="connsiteX231" fmla="*/ 3800147 w 7467600"/>
              <a:gd name="connsiteY231" fmla="*/ 3749872 h 6858000"/>
              <a:gd name="connsiteX232" fmla="*/ 3655073 w 7467600"/>
              <a:gd name="connsiteY232" fmla="*/ 3650884 h 6858000"/>
              <a:gd name="connsiteX233" fmla="*/ 3670252 w 7467600"/>
              <a:gd name="connsiteY233" fmla="*/ 3622798 h 6858000"/>
              <a:gd name="connsiteX234" fmla="*/ 3817258 w 7467600"/>
              <a:gd name="connsiteY234" fmla="*/ 3723577 h 6858000"/>
              <a:gd name="connsiteX235" fmla="*/ 4000461 w 7467600"/>
              <a:gd name="connsiteY235" fmla="*/ 3855966 h 6858000"/>
              <a:gd name="connsiteX236" fmla="*/ 4088180 w 7467600"/>
              <a:gd name="connsiteY236" fmla="*/ 3929774 h 6858000"/>
              <a:gd name="connsiteX237" fmla="*/ 4184555 w 7467600"/>
              <a:gd name="connsiteY237" fmla="*/ 4010683 h 6858000"/>
              <a:gd name="connsiteX238" fmla="*/ 4399563 w 7467600"/>
              <a:gd name="connsiteY238" fmla="*/ 4158106 h 6858000"/>
              <a:gd name="connsiteX239" fmla="*/ 4684469 w 7467600"/>
              <a:gd name="connsiteY239" fmla="*/ 4364680 h 6858000"/>
              <a:gd name="connsiteX240" fmla="*/ 4690271 w 7467600"/>
              <a:gd name="connsiteY240" fmla="*/ 4370034 h 6858000"/>
              <a:gd name="connsiteX241" fmla="*/ 4136093 w 7467600"/>
              <a:gd name="connsiteY241" fmla="*/ 3858466 h 6858000"/>
              <a:gd name="connsiteX242" fmla="*/ 3670252 w 7467600"/>
              <a:gd name="connsiteY242" fmla="*/ 3622798 h 6858000"/>
              <a:gd name="connsiteX243" fmla="*/ 4440129 w 7467600"/>
              <a:gd name="connsiteY243" fmla="*/ 3448571 h 6858000"/>
              <a:gd name="connsiteX244" fmla="*/ 4856525 w 7467600"/>
              <a:gd name="connsiteY244" fmla="*/ 3915351 h 6858000"/>
              <a:gd name="connsiteX245" fmla="*/ 5059055 w 7467600"/>
              <a:gd name="connsiteY245" fmla="*/ 4108918 h 6858000"/>
              <a:gd name="connsiteX246" fmla="*/ 5290070 w 7467600"/>
              <a:gd name="connsiteY246" fmla="*/ 4263619 h 6858000"/>
              <a:gd name="connsiteX247" fmla="*/ 4834991 w 7467600"/>
              <a:gd name="connsiteY247" fmla="*/ 3830985 h 6858000"/>
              <a:gd name="connsiteX248" fmla="*/ 4440129 w 7467600"/>
              <a:gd name="connsiteY248" fmla="*/ 3448571 h 6858000"/>
              <a:gd name="connsiteX249" fmla="*/ 4441737 w 7467600"/>
              <a:gd name="connsiteY249" fmla="*/ 3399734 h 6858000"/>
              <a:gd name="connsiteX250" fmla="*/ 4431236 w 7467600"/>
              <a:gd name="connsiteY250" fmla="*/ 3400954 h 6858000"/>
              <a:gd name="connsiteX251" fmla="*/ 4557150 w 7467600"/>
              <a:gd name="connsiteY251" fmla="*/ 3510023 h 6858000"/>
              <a:gd name="connsiteX252" fmla="*/ 4856936 w 7467600"/>
              <a:gd name="connsiteY252" fmla="*/ 3809146 h 6858000"/>
              <a:gd name="connsiteX253" fmla="*/ 5111996 w 7467600"/>
              <a:gd name="connsiteY253" fmla="*/ 4065759 h 6858000"/>
              <a:gd name="connsiteX254" fmla="*/ 5388878 w 7467600"/>
              <a:gd name="connsiteY254" fmla="*/ 4300185 h 6858000"/>
              <a:gd name="connsiteX255" fmla="*/ 5425556 w 7467600"/>
              <a:gd name="connsiteY255" fmla="*/ 4308967 h 6858000"/>
              <a:gd name="connsiteX256" fmla="*/ 4943646 w 7467600"/>
              <a:gd name="connsiteY256" fmla="*/ 3822916 h 6858000"/>
              <a:gd name="connsiteX257" fmla="*/ 4594837 w 7467600"/>
              <a:gd name="connsiteY257" fmla="*/ 3532274 h 6858000"/>
              <a:gd name="connsiteX258" fmla="*/ 4441737 w 7467600"/>
              <a:gd name="connsiteY258" fmla="*/ 3399734 h 6858000"/>
              <a:gd name="connsiteX259" fmla="*/ 5425834 w 7467600"/>
              <a:gd name="connsiteY259" fmla="*/ 3162785 h 6858000"/>
              <a:gd name="connsiteX260" fmla="*/ 5401644 w 7467600"/>
              <a:gd name="connsiteY260" fmla="*/ 3617847 h 6858000"/>
              <a:gd name="connsiteX261" fmla="*/ 5467256 w 7467600"/>
              <a:gd name="connsiteY261" fmla="*/ 4175494 h 6858000"/>
              <a:gd name="connsiteX262" fmla="*/ 5448069 w 7467600"/>
              <a:gd name="connsiteY262" fmla="*/ 3567554 h 6858000"/>
              <a:gd name="connsiteX263" fmla="*/ 5425834 w 7467600"/>
              <a:gd name="connsiteY263" fmla="*/ 3162785 h 6858000"/>
              <a:gd name="connsiteX264" fmla="*/ 1318687 w 7467600"/>
              <a:gd name="connsiteY264" fmla="*/ 3113840 h 6858000"/>
              <a:gd name="connsiteX265" fmla="*/ 1066793 w 7467600"/>
              <a:gd name="connsiteY265" fmla="*/ 3212171 h 6858000"/>
              <a:gd name="connsiteX266" fmla="*/ 993319 w 7467600"/>
              <a:gd name="connsiteY266" fmla="*/ 3247648 h 6858000"/>
              <a:gd name="connsiteX267" fmla="*/ 853081 w 7467600"/>
              <a:gd name="connsiteY267" fmla="*/ 3312410 h 6858000"/>
              <a:gd name="connsiteX268" fmla="*/ 805957 w 7467600"/>
              <a:gd name="connsiteY268" fmla="*/ 3330443 h 6858000"/>
              <a:gd name="connsiteX269" fmla="*/ 1318687 w 7467600"/>
              <a:gd name="connsiteY269" fmla="*/ 3113840 h 6858000"/>
              <a:gd name="connsiteX270" fmla="*/ 5453702 w 7467600"/>
              <a:gd name="connsiteY270" fmla="*/ 3090882 h 6858000"/>
              <a:gd name="connsiteX271" fmla="*/ 5480135 w 7467600"/>
              <a:gd name="connsiteY271" fmla="*/ 3565802 h 6858000"/>
              <a:gd name="connsiteX272" fmla="*/ 5499023 w 7467600"/>
              <a:gd name="connsiteY272" fmla="*/ 4166310 h 6858000"/>
              <a:gd name="connsiteX273" fmla="*/ 5547022 w 7467600"/>
              <a:gd name="connsiteY273" fmla="*/ 3607838 h 6858000"/>
              <a:gd name="connsiteX274" fmla="*/ 5515964 w 7467600"/>
              <a:gd name="connsiteY274" fmla="*/ 3378541 h 6858000"/>
              <a:gd name="connsiteX275" fmla="*/ 5453702 w 7467600"/>
              <a:gd name="connsiteY275" fmla="*/ 3090882 h 6858000"/>
              <a:gd name="connsiteX276" fmla="*/ 1238695 w 7467600"/>
              <a:gd name="connsiteY276" fmla="*/ 3076820 h 6858000"/>
              <a:gd name="connsiteX277" fmla="*/ 716371 w 7467600"/>
              <a:gd name="connsiteY277" fmla="*/ 3293249 h 6858000"/>
              <a:gd name="connsiteX278" fmla="*/ 579522 w 7467600"/>
              <a:gd name="connsiteY278" fmla="*/ 3371759 h 6858000"/>
              <a:gd name="connsiteX279" fmla="*/ 600288 w 7467600"/>
              <a:gd name="connsiteY279" fmla="*/ 3365555 h 6858000"/>
              <a:gd name="connsiteX280" fmla="*/ 840692 w 7467600"/>
              <a:gd name="connsiteY280" fmla="*/ 3284921 h 6858000"/>
              <a:gd name="connsiteX281" fmla="*/ 979248 w 7467600"/>
              <a:gd name="connsiteY281" fmla="*/ 3221003 h 6858000"/>
              <a:gd name="connsiteX282" fmla="*/ 1053282 w 7467600"/>
              <a:gd name="connsiteY282" fmla="*/ 3185247 h 6858000"/>
              <a:gd name="connsiteX283" fmla="*/ 1320603 w 7467600"/>
              <a:gd name="connsiteY283" fmla="*/ 3081281 h 6858000"/>
              <a:gd name="connsiteX284" fmla="*/ 1238695 w 7467600"/>
              <a:gd name="connsiteY284" fmla="*/ 3076820 h 6858000"/>
              <a:gd name="connsiteX285" fmla="*/ 5425627 w 7467600"/>
              <a:gd name="connsiteY285" fmla="*/ 2954192 h 6858000"/>
              <a:gd name="connsiteX286" fmla="*/ 5470770 w 7467600"/>
              <a:gd name="connsiteY286" fmla="*/ 3005435 h 6858000"/>
              <a:gd name="connsiteX287" fmla="*/ 5519779 w 7467600"/>
              <a:gd name="connsiteY287" fmla="*/ 4359223 h 6858000"/>
              <a:gd name="connsiteX288" fmla="*/ 5520293 w 7467600"/>
              <a:gd name="connsiteY288" fmla="*/ 4360602 h 6858000"/>
              <a:gd name="connsiteX289" fmla="*/ 5767221 w 7467600"/>
              <a:gd name="connsiteY289" fmla="*/ 4665564 h 6858000"/>
              <a:gd name="connsiteX290" fmla="*/ 6937169 w 7467600"/>
              <a:gd name="connsiteY290" fmla="*/ 4815941 h 6858000"/>
              <a:gd name="connsiteX291" fmla="*/ 6953922 w 7467600"/>
              <a:gd name="connsiteY291" fmla="*/ 4890068 h 6858000"/>
              <a:gd name="connsiteX292" fmla="*/ 6071359 w 7467600"/>
              <a:gd name="connsiteY292" fmla="*/ 4770770 h 6858000"/>
              <a:gd name="connsiteX293" fmla="*/ 6038839 w 7467600"/>
              <a:gd name="connsiteY293" fmla="*/ 4764474 h 6858000"/>
              <a:gd name="connsiteX294" fmla="*/ 6038706 w 7467600"/>
              <a:gd name="connsiteY294" fmla="*/ 4763847 h 6858000"/>
              <a:gd name="connsiteX295" fmla="*/ 6037784 w 7467600"/>
              <a:gd name="connsiteY295" fmla="*/ 4764270 h 6858000"/>
              <a:gd name="connsiteX296" fmla="*/ 6038839 w 7467600"/>
              <a:gd name="connsiteY296" fmla="*/ 4764474 h 6858000"/>
              <a:gd name="connsiteX297" fmla="*/ 6040338 w 7467600"/>
              <a:gd name="connsiteY297" fmla="*/ 4771418 h 6858000"/>
              <a:gd name="connsiteX298" fmla="*/ 6024488 w 7467600"/>
              <a:gd name="connsiteY298" fmla="*/ 4809903 h 6858000"/>
              <a:gd name="connsiteX299" fmla="*/ 5599771 w 7467600"/>
              <a:gd name="connsiteY299" fmla="*/ 5509652 h 6858000"/>
              <a:gd name="connsiteX300" fmla="*/ 5548843 w 7467600"/>
              <a:gd name="connsiteY300" fmla="*/ 5563845 h 6858000"/>
              <a:gd name="connsiteX301" fmla="*/ 5940952 w 7467600"/>
              <a:gd name="connsiteY301" fmla="*/ 6250028 h 6858000"/>
              <a:gd name="connsiteX302" fmla="*/ 6043441 w 7467600"/>
              <a:gd name="connsiteY302" fmla="*/ 6665847 h 6858000"/>
              <a:gd name="connsiteX303" fmla="*/ 6093432 w 7467600"/>
              <a:gd name="connsiteY303" fmla="*/ 6858000 h 6858000"/>
              <a:gd name="connsiteX304" fmla="*/ 6034344 w 7467600"/>
              <a:gd name="connsiteY304" fmla="*/ 6858000 h 6858000"/>
              <a:gd name="connsiteX305" fmla="*/ 6026679 w 7467600"/>
              <a:gd name="connsiteY305" fmla="*/ 6836959 h 6858000"/>
              <a:gd name="connsiteX306" fmla="*/ 5800441 w 7467600"/>
              <a:gd name="connsiteY306" fmla="*/ 6335286 h 6858000"/>
              <a:gd name="connsiteX307" fmla="*/ 5526562 w 7467600"/>
              <a:gd name="connsiteY307" fmla="*/ 5705388 h 6858000"/>
              <a:gd name="connsiteX308" fmla="*/ 5519640 w 7467600"/>
              <a:gd name="connsiteY308" fmla="*/ 5683774 h 6858000"/>
              <a:gd name="connsiteX309" fmla="*/ 5844559 w 7467600"/>
              <a:gd name="connsiteY309" fmla="*/ 6553349 h 6858000"/>
              <a:gd name="connsiteX310" fmla="*/ 5975994 w 7467600"/>
              <a:gd name="connsiteY310" fmla="*/ 6858000 h 6858000"/>
              <a:gd name="connsiteX311" fmla="*/ 5898547 w 7467600"/>
              <a:gd name="connsiteY311" fmla="*/ 6858000 h 6858000"/>
              <a:gd name="connsiteX312" fmla="*/ 5682041 w 7467600"/>
              <a:gd name="connsiteY312" fmla="*/ 6355860 h 6858000"/>
              <a:gd name="connsiteX313" fmla="*/ 5461758 w 7467600"/>
              <a:gd name="connsiteY313" fmla="*/ 5820220 h 6858000"/>
              <a:gd name="connsiteX314" fmla="*/ 5237282 w 7467600"/>
              <a:gd name="connsiteY314" fmla="*/ 6579086 h 6858000"/>
              <a:gd name="connsiteX315" fmla="*/ 5115009 w 7467600"/>
              <a:gd name="connsiteY315" fmla="*/ 6858000 h 6858000"/>
              <a:gd name="connsiteX316" fmla="*/ 5028074 w 7467600"/>
              <a:gd name="connsiteY316" fmla="*/ 6858000 h 6858000"/>
              <a:gd name="connsiteX317" fmla="*/ 5079508 w 7467600"/>
              <a:gd name="connsiteY317" fmla="*/ 6749074 h 6858000"/>
              <a:gd name="connsiteX318" fmla="*/ 5371846 w 7467600"/>
              <a:gd name="connsiteY318" fmla="*/ 5924413 h 6858000"/>
              <a:gd name="connsiteX319" fmla="*/ 5270512 w 7467600"/>
              <a:gd name="connsiteY319" fmla="*/ 6138975 h 6858000"/>
              <a:gd name="connsiteX320" fmla="*/ 5062409 w 7467600"/>
              <a:gd name="connsiteY320" fmla="*/ 6653544 h 6858000"/>
              <a:gd name="connsiteX321" fmla="*/ 5036628 w 7467600"/>
              <a:gd name="connsiteY321" fmla="*/ 6754247 h 6858000"/>
              <a:gd name="connsiteX322" fmla="*/ 5009112 w 7467600"/>
              <a:gd name="connsiteY322" fmla="*/ 6858000 h 6858000"/>
              <a:gd name="connsiteX323" fmla="*/ 4976679 w 7467600"/>
              <a:gd name="connsiteY323" fmla="*/ 6858000 h 6858000"/>
              <a:gd name="connsiteX324" fmla="*/ 5006537 w 7467600"/>
              <a:gd name="connsiteY324" fmla="*/ 6747068 h 6858000"/>
              <a:gd name="connsiteX325" fmla="*/ 5032723 w 7467600"/>
              <a:gd name="connsiteY325" fmla="*/ 6644957 h 6858000"/>
              <a:gd name="connsiteX326" fmla="*/ 5242949 w 7467600"/>
              <a:gd name="connsiteY326" fmla="*/ 6125175 h 6858000"/>
              <a:gd name="connsiteX327" fmla="*/ 5286321 w 7467600"/>
              <a:gd name="connsiteY327" fmla="*/ 6033555 h 6858000"/>
              <a:gd name="connsiteX328" fmla="*/ 5008210 w 7467600"/>
              <a:gd name="connsiteY328" fmla="*/ 6649194 h 6858000"/>
              <a:gd name="connsiteX329" fmla="*/ 4986321 w 7467600"/>
              <a:gd name="connsiteY329" fmla="*/ 6765687 h 6858000"/>
              <a:gd name="connsiteX330" fmla="*/ 4973474 w 7467600"/>
              <a:gd name="connsiteY330" fmla="*/ 6858000 h 6858000"/>
              <a:gd name="connsiteX331" fmla="*/ 4907178 w 7467600"/>
              <a:gd name="connsiteY331" fmla="*/ 6858000 h 6858000"/>
              <a:gd name="connsiteX332" fmla="*/ 4910810 w 7467600"/>
              <a:gd name="connsiteY332" fmla="*/ 6829660 h 6858000"/>
              <a:gd name="connsiteX333" fmla="*/ 4987461 w 7467600"/>
              <a:gd name="connsiteY333" fmla="*/ 6432994 h 6858000"/>
              <a:gd name="connsiteX334" fmla="*/ 5179262 w 7467600"/>
              <a:gd name="connsiteY334" fmla="*/ 6035044 h 6858000"/>
              <a:gd name="connsiteX335" fmla="*/ 4689678 w 7467600"/>
              <a:gd name="connsiteY335" fmla="*/ 6440241 h 6858000"/>
              <a:gd name="connsiteX336" fmla="*/ 4477543 w 7467600"/>
              <a:gd name="connsiteY336" fmla="*/ 6674836 h 6858000"/>
              <a:gd name="connsiteX337" fmla="*/ 4329957 w 7467600"/>
              <a:gd name="connsiteY337" fmla="*/ 6858000 h 6858000"/>
              <a:gd name="connsiteX338" fmla="*/ 4218595 w 7467600"/>
              <a:gd name="connsiteY338" fmla="*/ 6858000 h 6858000"/>
              <a:gd name="connsiteX339" fmla="*/ 4368888 w 7467600"/>
              <a:gd name="connsiteY339" fmla="*/ 6668412 h 6858000"/>
              <a:gd name="connsiteX340" fmla="*/ 4563091 w 7467600"/>
              <a:gd name="connsiteY340" fmla="*/ 6442508 h 6858000"/>
              <a:gd name="connsiteX341" fmla="*/ 5387324 w 7467600"/>
              <a:gd name="connsiteY341" fmla="*/ 5705830 h 6858000"/>
              <a:gd name="connsiteX342" fmla="*/ 5073620 w 7467600"/>
              <a:gd name="connsiteY342" fmla="*/ 5955437 h 6858000"/>
              <a:gd name="connsiteX343" fmla="*/ 4689789 w 7467600"/>
              <a:gd name="connsiteY343" fmla="*/ 6268382 h 6858000"/>
              <a:gd name="connsiteX344" fmla="*/ 4418722 w 7467600"/>
              <a:gd name="connsiteY344" fmla="*/ 6570886 h 6858000"/>
              <a:gd name="connsiteX345" fmla="*/ 4214944 w 7467600"/>
              <a:gd name="connsiteY345" fmla="*/ 6858000 h 6858000"/>
              <a:gd name="connsiteX346" fmla="*/ 4177898 w 7467600"/>
              <a:gd name="connsiteY346" fmla="*/ 6858000 h 6858000"/>
              <a:gd name="connsiteX347" fmla="*/ 4391597 w 7467600"/>
              <a:gd name="connsiteY347" fmla="*/ 6556370 h 6858000"/>
              <a:gd name="connsiteX348" fmla="*/ 4668889 w 7467600"/>
              <a:gd name="connsiteY348" fmla="*/ 6246399 h 6858000"/>
              <a:gd name="connsiteX349" fmla="*/ 5055427 w 7467600"/>
              <a:gd name="connsiteY349" fmla="*/ 5931476 h 6858000"/>
              <a:gd name="connsiteX350" fmla="*/ 5371814 w 7467600"/>
              <a:gd name="connsiteY350" fmla="*/ 5678975 h 6858000"/>
              <a:gd name="connsiteX351" fmla="*/ 4987918 w 7467600"/>
              <a:gd name="connsiteY351" fmla="*/ 5838701 h 6858000"/>
              <a:gd name="connsiteX352" fmla="*/ 4317146 w 7467600"/>
              <a:gd name="connsiteY352" fmla="*/ 6587716 h 6858000"/>
              <a:gd name="connsiteX353" fmla="*/ 4171627 w 7467600"/>
              <a:gd name="connsiteY353" fmla="*/ 6858000 h 6858000"/>
              <a:gd name="connsiteX354" fmla="*/ 4081585 w 7467600"/>
              <a:gd name="connsiteY354" fmla="*/ 6858000 h 6858000"/>
              <a:gd name="connsiteX355" fmla="*/ 4238603 w 7467600"/>
              <a:gd name="connsiteY355" fmla="*/ 6559341 h 6858000"/>
              <a:gd name="connsiteX356" fmla="*/ 4778333 w 7467600"/>
              <a:gd name="connsiteY356" fmla="*/ 5873626 h 6858000"/>
              <a:gd name="connsiteX357" fmla="*/ 5414185 w 7467600"/>
              <a:gd name="connsiteY357" fmla="*/ 5573882 h 6858000"/>
              <a:gd name="connsiteX358" fmla="*/ 5959648 w 7467600"/>
              <a:gd name="connsiteY358" fmla="*/ 4760797 h 6858000"/>
              <a:gd name="connsiteX359" fmla="*/ 5355019 w 7467600"/>
              <a:gd name="connsiteY359" fmla="*/ 4734672 h 6858000"/>
              <a:gd name="connsiteX360" fmla="*/ 5083565 w 7467600"/>
              <a:gd name="connsiteY360" fmla="*/ 5179121 h 6858000"/>
              <a:gd name="connsiteX361" fmla="*/ 4713577 w 7467600"/>
              <a:gd name="connsiteY361" fmla="*/ 5616803 h 6858000"/>
              <a:gd name="connsiteX362" fmla="*/ 3989559 w 7467600"/>
              <a:gd name="connsiteY362" fmla="*/ 6145945 h 6858000"/>
              <a:gd name="connsiteX363" fmla="*/ 3939824 w 7467600"/>
              <a:gd name="connsiteY363" fmla="*/ 6066900 h 6858000"/>
              <a:gd name="connsiteX364" fmla="*/ 4584537 w 7467600"/>
              <a:gd name="connsiteY364" fmla="*/ 5324826 h 6858000"/>
              <a:gd name="connsiteX365" fmla="*/ 5037105 w 7467600"/>
              <a:gd name="connsiteY365" fmla="*/ 5088765 h 6858000"/>
              <a:gd name="connsiteX366" fmla="*/ 5039930 w 7467600"/>
              <a:gd name="connsiteY366" fmla="*/ 5089585 h 6858000"/>
              <a:gd name="connsiteX367" fmla="*/ 5263764 w 7467600"/>
              <a:gd name="connsiteY367" fmla="*/ 4735525 h 6858000"/>
              <a:gd name="connsiteX368" fmla="*/ 4086300 w 7467600"/>
              <a:gd name="connsiteY368" fmla="*/ 4884599 h 6858000"/>
              <a:gd name="connsiteX369" fmla="*/ 4085485 w 7467600"/>
              <a:gd name="connsiteY369" fmla="*/ 4899070 h 6858000"/>
              <a:gd name="connsiteX370" fmla="*/ 3871915 w 7467600"/>
              <a:gd name="connsiteY370" fmla="*/ 5253645 h 6858000"/>
              <a:gd name="connsiteX371" fmla="*/ 3799374 w 7467600"/>
              <a:gd name="connsiteY371" fmla="*/ 5466127 h 6858000"/>
              <a:gd name="connsiteX372" fmla="*/ 3498850 w 7467600"/>
              <a:gd name="connsiteY372" fmla="*/ 6661888 h 6858000"/>
              <a:gd name="connsiteX373" fmla="*/ 3399216 w 7467600"/>
              <a:gd name="connsiteY373" fmla="*/ 6858000 h 6858000"/>
              <a:gd name="connsiteX374" fmla="*/ 3303688 w 7467600"/>
              <a:gd name="connsiteY374" fmla="*/ 6858000 h 6858000"/>
              <a:gd name="connsiteX375" fmla="*/ 3391774 w 7467600"/>
              <a:gd name="connsiteY375" fmla="*/ 6697181 h 6858000"/>
              <a:gd name="connsiteX376" fmla="*/ 3735540 w 7467600"/>
              <a:gd name="connsiteY376" fmla="*/ 5546923 h 6858000"/>
              <a:gd name="connsiteX377" fmla="*/ 3729438 w 7467600"/>
              <a:gd name="connsiteY377" fmla="*/ 5569058 h 6858000"/>
              <a:gd name="connsiteX378" fmla="*/ 3707782 w 7467600"/>
              <a:gd name="connsiteY378" fmla="*/ 5644908 h 6858000"/>
              <a:gd name="connsiteX379" fmla="*/ 3583827 w 7467600"/>
              <a:gd name="connsiteY379" fmla="*/ 6039215 h 6858000"/>
              <a:gd name="connsiteX380" fmla="*/ 3547861 w 7467600"/>
              <a:gd name="connsiteY380" fmla="*/ 6129609 h 6858000"/>
              <a:gd name="connsiteX381" fmla="*/ 3490905 w 7467600"/>
              <a:gd name="connsiteY381" fmla="*/ 6277660 h 6858000"/>
              <a:gd name="connsiteX382" fmla="*/ 3455859 w 7467600"/>
              <a:gd name="connsiteY382" fmla="*/ 6391301 h 6858000"/>
              <a:gd name="connsiteX383" fmla="*/ 3429112 w 7467600"/>
              <a:gd name="connsiteY383" fmla="*/ 6479469 h 6858000"/>
              <a:gd name="connsiteX384" fmla="*/ 3304862 w 7467600"/>
              <a:gd name="connsiteY384" fmla="*/ 6796476 h 6858000"/>
              <a:gd name="connsiteX385" fmla="*/ 3276071 w 7467600"/>
              <a:gd name="connsiteY385" fmla="*/ 6858000 h 6858000"/>
              <a:gd name="connsiteX386" fmla="*/ 3240805 w 7467600"/>
              <a:gd name="connsiteY386" fmla="*/ 6858000 h 6858000"/>
              <a:gd name="connsiteX387" fmla="*/ 3275917 w 7467600"/>
              <a:gd name="connsiteY387" fmla="*/ 6783192 h 6858000"/>
              <a:gd name="connsiteX388" fmla="*/ 3399358 w 7467600"/>
              <a:gd name="connsiteY388" fmla="*/ 6469011 h 6858000"/>
              <a:gd name="connsiteX389" fmla="*/ 3425650 w 7467600"/>
              <a:gd name="connsiteY389" fmla="*/ 6381333 h 6858000"/>
              <a:gd name="connsiteX390" fmla="*/ 3460661 w 7467600"/>
              <a:gd name="connsiteY390" fmla="*/ 6266763 h 6858000"/>
              <a:gd name="connsiteX391" fmla="*/ 3518021 w 7467600"/>
              <a:gd name="connsiteY391" fmla="*/ 6117298 h 6858000"/>
              <a:gd name="connsiteX392" fmla="*/ 3554035 w 7467600"/>
              <a:gd name="connsiteY392" fmla="*/ 6027832 h 6858000"/>
              <a:gd name="connsiteX393" fmla="*/ 3677174 w 7467600"/>
              <a:gd name="connsiteY393" fmla="*/ 5636351 h 6858000"/>
              <a:gd name="connsiteX394" fmla="*/ 3698819 w 7467600"/>
              <a:gd name="connsiteY394" fmla="*/ 5560503 h 6858000"/>
              <a:gd name="connsiteX395" fmla="*/ 3702094 w 7467600"/>
              <a:gd name="connsiteY395" fmla="*/ 5549194 h 6858000"/>
              <a:gd name="connsiteX396" fmla="*/ 3398355 w 7467600"/>
              <a:gd name="connsiteY396" fmla="*/ 6094603 h 6858000"/>
              <a:gd name="connsiteX397" fmla="*/ 3193941 w 7467600"/>
              <a:gd name="connsiteY397" fmla="*/ 6798775 h 6858000"/>
              <a:gd name="connsiteX398" fmla="*/ 3184140 w 7467600"/>
              <a:gd name="connsiteY398" fmla="*/ 6858000 h 6858000"/>
              <a:gd name="connsiteX399" fmla="*/ 3099978 w 7467600"/>
              <a:gd name="connsiteY399" fmla="*/ 6858000 h 6858000"/>
              <a:gd name="connsiteX400" fmla="*/ 3101556 w 7467600"/>
              <a:gd name="connsiteY400" fmla="*/ 6843337 h 6858000"/>
              <a:gd name="connsiteX401" fmla="*/ 3370162 w 7467600"/>
              <a:gd name="connsiteY401" fmla="*/ 5785550 h 6858000"/>
              <a:gd name="connsiteX402" fmla="*/ 3746477 w 7467600"/>
              <a:gd name="connsiteY402" fmla="*/ 5377889 h 6858000"/>
              <a:gd name="connsiteX403" fmla="*/ 3863399 w 7467600"/>
              <a:gd name="connsiteY403" fmla="*/ 5087257 h 6858000"/>
              <a:gd name="connsiteX404" fmla="*/ 3968712 w 7467600"/>
              <a:gd name="connsiteY404" fmla="*/ 4913989 h 6858000"/>
              <a:gd name="connsiteX405" fmla="*/ 2792390 w 7467600"/>
              <a:gd name="connsiteY405" fmla="*/ 5382974 h 6858000"/>
              <a:gd name="connsiteX406" fmla="*/ 2714982 w 7467600"/>
              <a:gd name="connsiteY406" fmla="*/ 5427051 h 6858000"/>
              <a:gd name="connsiteX407" fmla="*/ 2813361 w 7467600"/>
              <a:gd name="connsiteY407" fmla="*/ 6023912 h 6858000"/>
              <a:gd name="connsiteX408" fmla="*/ 2688430 w 7467600"/>
              <a:gd name="connsiteY408" fmla="*/ 6801564 h 6858000"/>
              <a:gd name="connsiteX409" fmla="*/ 2629626 w 7467600"/>
              <a:gd name="connsiteY409" fmla="*/ 6763394 h 6858000"/>
              <a:gd name="connsiteX410" fmla="*/ 2565328 w 7467600"/>
              <a:gd name="connsiteY410" fmla="*/ 5516399 h 6858000"/>
              <a:gd name="connsiteX411" fmla="*/ 1922999 w 7467600"/>
              <a:gd name="connsiteY411" fmla="*/ 5980343 h 6858000"/>
              <a:gd name="connsiteX412" fmla="*/ 1950261 w 7467600"/>
              <a:gd name="connsiteY412" fmla="*/ 6405858 h 6858000"/>
              <a:gd name="connsiteX413" fmla="*/ 2365554 w 7467600"/>
              <a:gd name="connsiteY413" fmla="*/ 6759107 h 6858000"/>
              <a:gd name="connsiteX414" fmla="*/ 2424142 w 7467600"/>
              <a:gd name="connsiteY414" fmla="*/ 6858000 h 6858000"/>
              <a:gd name="connsiteX415" fmla="*/ 2395994 w 7467600"/>
              <a:gd name="connsiteY415" fmla="*/ 6858000 h 6858000"/>
              <a:gd name="connsiteX416" fmla="*/ 2392863 w 7467600"/>
              <a:gd name="connsiteY416" fmla="*/ 6852964 h 6858000"/>
              <a:gd name="connsiteX417" fmla="*/ 2017589 w 7467600"/>
              <a:gd name="connsiteY417" fmla="*/ 6493982 h 6858000"/>
              <a:gd name="connsiteX418" fmla="*/ 2147336 w 7467600"/>
              <a:gd name="connsiteY418" fmla="*/ 6594052 h 6858000"/>
              <a:gd name="connsiteX419" fmla="*/ 2207047 w 7467600"/>
              <a:gd name="connsiteY419" fmla="*/ 6654540 h 6858000"/>
              <a:gd name="connsiteX420" fmla="*/ 2299106 w 7467600"/>
              <a:gd name="connsiteY420" fmla="*/ 6778931 h 6858000"/>
              <a:gd name="connsiteX421" fmla="*/ 2314430 w 7467600"/>
              <a:gd name="connsiteY421" fmla="*/ 6801144 h 6858000"/>
              <a:gd name="connsiteX422" fmla="*/ 2352406 w 7467600"/>
              <a:gd name="connsiteY422" fmla="*/ 6858000 h 6858000"/>
              <a:gd name="connsiteX423" fmla="*/ 2314492 w 7467600"/>
              <a:gd name="connsiteY423" fmla="*/ 6858000 h 6858000"/>
              <a:gd name="connsiteX424" fmla="*/ 2288095 w 7467600"/>
              <a:gd name="connsiteY424" fmla="*/ 6818030 h 6858000"/>
              <a:gd name="connsiteX425" fmla="*/ 2272768 w 7467600"/>
              <a:gd name="connsiteY425" fmla="*/ 6795822 h 6858000"/>
              <a:gd name="connsiteX426" fmla="*/ 2182715 w 7467600"/>
              <a:gd name="connsiteY426" fmla="*/ 6675071 h 6858000"/>
              <a:gd name="connsiteX427" fmla="*/ 2032061 w 7467600"/>
              <a:gd name="connsiteY427" fmla="*/ 6541380 h 6858000"/>
              <a:gd name="connsiteX428" fmla="*/ 2257220 w 7467600"/>
              <a:gd name="connsiteY428" fmla="*/ 6826257 h 6858000"/>
              <a:gd name="connsiteX429" fmla="*/ 2281324 w 7467600"/>
              <a:gd name="connsiteY429" fmla="*/ 6858000 h 6858000"/>
              <a:gd name="connsiteX430" fmla="*/ 2242860 w 7467600"/>
              <a:gd name="connsiteY430" fmla="*/ 6858000 h 6858000"/>
              <a:gd name="connsiteX431" fmla="*/ 2232818 w 7467600"/>
              <a:gd name="connsiteY431" fmla="*/ 6844926 h 6858000"/>
              <a:gd name="connsiteX432" fmla="*/ 1990172 w 7467600"/>
              <a:gd name="connsiteY432" fmla="*/ 6542121 h 6858000"/>
              <a:gd name="connsiteX433" fmla="*/ 2124090 w 7467600"/>
              <a:gd name="connsiteY433" fmla="*/ 6761017 h 6858000"/>
              <a:gd name="connsiteX434" fmla="*/ 2200380 w 7467600"/>
              <a:gd name="connsiteY434" fmla="*/ 6858000 h 6858000"/>
              <a:gd name="connsiteX435" fmla="*/ 2147507 w 7467600"/>
              <a:gd name="connsiteY435" fmla="*/ 6858000 h 6858000"/>
              <a:gd name="connsiteX436" fmla="*/ 2070668 w 7467600"/>
              <a:gd name="connsiteY436" fmla="*/ 6761520 h 6858000"/>
              <a:gd name="connsiteX437" fmla="*/ 1975142 w 7467600"/>
              <a:gd name="connsiteY437" fmla="*/ 6585570 h 6858000"/>
              <a:gd name="connsiteX438" fmla="*/ 2050035 w 7467600"/>
              <a:gd name="connsiteY438" fmla="*/ 6813345 h 6858000"/>
              <a:gd name="connsiteX439" fmla="*/ 2063025 w 7467600"/>
              <a:gd name="connsiteY439" fmla="*/ 6858000 h 6858000"/>
              <a:gd name="connsiteX440" fmla="*/ 2021675 w 7467600"/>
              <a:gd name="connsiteY440" fmla="*/ 6858000 h 6858000"/>
              <a:gd name="connsiteX441" fmla="*/ 2019308 w 7467600"/>
              <a:gd name="connsiteY441" fmla="*/ 6847118 h 6858000"/>
              <a:gd name="connsiteX442" fmla="*/ 1938835 w 7467600"/>
              <a:gd name="connsiteY442" fmla="*/ 6551160 h 6858000"/>
              <a:gd name="connsiteX443" fmla="*/ 1953230 w 7467600"/>
              <a:gd name="connsiteY443" fmla="*/ 6759699 h 6858000"/>
              <a:gd name="connsiteX444" fmla="*/ 1956763 w 7467600"/>
              <a:gd name="connsiteY444" fmla="*/ 6778191 h 6858000"/>
              <a:gd name="connsiteX445" fmla="*/ 1967925 w 7467600"/>
              <a:gd name="connsiteY445" fmla="*/ 6858000 h 6858000"/>
              <a:gd name="connsiteX446" fmla="*/ 1936622 w 7467600"/>
              <a:gd name="connsiteY446" fmla="*/ 6858000 h 6858000"/>
              <a:gd name="connsiteX447" fmla="*/ 1926261 w 7467600"/>
              <a:gd name="connsiteY447" fmla="*/ 6784064 h 6858000"/>
              <a:gd name="connsiteX448" fmla="*/ 1922724 w 7467600"/>
              <a:gd name="connsiteY448" fmla="*/ 6765577 h 6858000"/>
              <a:gd name="connsiteX449" fmla="*/ 1904650 w 7467600"/>
              <a:gd name="connsiteY449" fmla="*/ 6639616 h 6858000"/>
              <a:gd name="connsiteX450" fmla="*/ 1885273 w 7467600"/>
              <a:gd name="connsiteY450" fmla="*/ 6858000 h 6858000"/>
              <a:gd name="connsiteX451" fmla="*/ 1854363 w 7467600"/>
              <a:gd name="connsiteY451" fmla="*/ 6858000 h 6858000"/>
              <a:gd name="connsiteX452" fmla="*/ 1880391 w 7467600"/>
              <a:gd name="connsiteY452" fmla="*/ 6603796 h 6858000"/>
              <a:gd name="connsiteX453" fmla="*/ 1818273 w 7467600"/>
              <a:gd name="connsiteY453" fmla="*/ 6715729 h 6858000"/>
              <a:gd name="connsiteX454" fmla="*/ 1794691 w 7467600"/>
              <a:gd name="connsiteY454" fmla="*/ 6843239 h 6858000"/>
              <a:gd name="connsiteX455" fmla="*/ 1794914 w 7467600"/>
              <a:gd name="connsiteY455" fmla="*/ 6858000 h 6858000"/>
              <a:gd name="connsiteX456" fmla="*/ 1746128 w 7467600"/>
              <a:gd name="connsiteY456" fmla="*/ 6858000 h 6858000"/>
              <a:gd name="connsiteX457" fmla="*/ 1753934 w 7467600"/>
              <a:gd name="connsiteY457" fmla="*/ 6724796 h 6858000"/>
              <a:gd name="connsiteX458" fmla="*/ 1792053 w 7467600"/>
              <a:gd name="connsiteY458" fmla="*/ 6572396 h 6858000"/>
              <a:gd name="connsiteX459" fmla="*/ 1862248 w 7467600"/>
              <a:gd name="connsiteY459" fmla="*/ 6266397 h 6858000"/>
              <a:gd name="connsiteX460" fmla="*/ 1862250 w 7467600"/>
              <a:gd name="connsiteY460" fmla="*/ 6033531 h 6858000"/>
              <a:gd name="connsiteX461" fmla="*/ 1211999 w 7467600"/>
              <a:gd name="connsiteY461" fmla="*/ 6683610 h 6858000"/>
              <a:gd name="connsiteX462" fmla="*/ 1213266 w 7467600"/>
              <a:gd name="connsiteY462" fmla="*/ 6691947 h 6858000"/>
              <a:gd name="connsiteX463" fmla="*/ 1203370 w 7467600"/>
              <a:gd name="connsiteY463" fmla="*/ 6850676 h 6858000"/>
              <a:gd name="connsiteX464" fmla="*/ 1203671 w 7467600"/>
              <a:gd name="connsiteY464" fmla="*/ 6858000 h 6858000"/>
              <a:gd name="connsiteX465" fmla="*/ 1143180 w 7467600"/>
              <a:gd name="connsiteY465" fmla="*/ 6858000 h 6858000"/>
              <a:gd name="connsiteX466" fmla="*/ 1142176 w 7467600"/>
              <a:gd name="connsiteY466" fmla="*/ 6766045 h 6858000"/>
              <a:gd name="connsiteX467" fmla="*/ 1067484 w 7467600"/>
              <a:gd name="connsiteY467" fmla="*/ 6858000 h 6858000"/>
              <a:gd name="connsiteX468" fmla="*/ 953928 w 7467600"/>
              <a:gd name="connsiteY468" fmla="*/ 6858000 h 6858000"/>
              <a:gd name="connsiteX469" fmla="*/ 959715 w 7467600"/>
              <a:gd name="connsiteY469" fmla="*/ 6850185 h 6858000"/>
              <a:gd name="connsiteX470" fmla="*/ 1483788 w 7467600"/>
              <a:gd name="connsiteY470" fmla="*/ 6259174 h 6858000"/>
              <a:gd name="connsiteX471" fmla="*/ 1100671 w 7467600"/>
              <a:gd name="connsiteY471" fmla="*/ 6252137 h 6858000"/>
              <a:gd name="connsiteX472" fmla="*/ 1090144 w 7467600"/>
              <a:gd name="connsiteY472" fmla="*/ 6256748 h 6858000"/>
              <a:gd name="connsiteX473" fmla="*/ 1095872 w 7467600"/>
              <a:gd name="connsiteY473" fmla="*/ 6271892 h 6858000"/>
              <a:gd name="connsiteX474" fmla="*/ 262785 w 7467600"/>
              <a:gd name="connsiteY474" fmla="*/ 6845450 h 6858000"/>
              <a:gd name="connsiteX475" fmla="*/ 209968 w 7467600"/>
              <a:gd name="connsiteY475" fmla="*/ 6770713 h 6858000"/>
              <a:gd name="connsiteX476" fmla="*/ 873460 w 7467600"/>
              <a:gd name="connsiteY476" fmla="*/ 6253768 h 6858000"/>
              <a:gd name="connsiteX477" fmla="*/ 192686 w 7467600"/>
              <a:gd name="connsiteY477" fmla="*/ 5849257 h 6858000"/>
              <a:gd name="connsiteX478" fmla="*/ 4696 w 7467600"/>
              <a:gd name="connsiteY478" fmla="*/ 5697668 h 6858000"/>
              <a:gd name="connsiteX479" fmla="*/ 0 w 7467600"/>
              <a:gd name="connsiteY479" fmla="*/ 5689984 h 6858000"/>
              <a:gd name="connsiteX480" fmla="*/ 0 w 7467600"/>
              <a:gd name="connsiteY480" fmla="*/ 5513472 h 6858000"/>
              <a:gd name="connsiteX481" fmla="*/ 174101 w 7467600"/>
              <a:gd name="connsiteY481" fmla="*/ 5620277 h 6858000"/>
              <a:gd name="connsiteX482" fmla="*/ 891800 w 7467600"/>
              <a:gd name="connsiteY482" fmla="*/ 6036935 h 6858000"/>
              <a:gd name="connsiteX483" fmla="*/ 1072219 w 7467600"/>
              <a:gd name="connsiteY483" fmla="*/ 6169443 h 6858000"/>
              <a:gd name="connsiteX484" fmla="*/ 1074117 w 7467600"/>
              <a:gd name="connsiteY484" fmla="*/ 6170301 h 6858000"/>
              <a:gd name="connsiteX485" fmla="*/ 1083114 w 7467600"/>
              <a:gd name="connsiteY485" fmla="*/ 6174131 h 6858000"/>
              <a:gd name="connsiteX486" fmla="*/ 1543010 w 7467600"/>
              <a:gd name="connsiteY486" fmla="*/ 6191140 h 6858000"/>
              <a:gd name="connsiteX487" fmla="*/ 1551080 w 7467600"/>
              <a:gd name="connsiteY487" fmla="*/ 6195006 h 6858000"/>
              <a:gd name="connsiteX488" fmla="*/ 2345443 w 7467600"/>
              <a:gd name="connsiteY488" fmla="*/ 5549882 h 6858000"/>
              <a:gd name="connsiteX489" fmla="*/ 1721499 w 7467600"/>
              <a:gd name="connsiteY489" fmla="*/ 5599969 h 6858000"/>
              <a:gd name="connsiteX490" fmla="*/ 767716 w 7467600"/>
              <a:gd name="connsiteY490" fmla="*/ 5472768 h 6858000"/>
              <a:gd name="connsiteX491" fmla="*/ 722147 w 7467600"/>
              <a:gd name="connsiteY491" fmla="*/ 5393091 h 6858000"/>
              <a:gd name="connsiteX492" fmla="*/ 1485552 w 7467600"/>
              <a:gd name="connsiteY492" fmla="*/ 5313202 h 6858000"/>
              <a:gd name="connsiteX493" fmla="*/ 2143004 w 7467600"/>
              <a:gd name="connsiteY493" fmla="*/ 5402420 h 6858000"/>
              <a:gd name="connsiteX494" fmla="*/ 1933391 w 7467600"/>
              <a:gd name="connsiteY494" fmla="*/ 5156971 h 6858000"/>
              <a:gd name="connsiteX495" fmla="*/ 1827118 w 7467600"/>
              <a:gd name="connsiteY495" fmla="*/ 4968410 h 6858000"/>
              <a:gd name="connsiteX496" fmla="*/ 1837349 w 7467600"/>
              <a:gd name="connsiteY496" fmla="*/ 4956357 h 6858000"/>
              <a:gd name="connsiteX497" fmla="*/ 2162835 w 7467600"/>
              <a:gd name="connsiteY497" fmla="*/ 5187853 h 6858000"/>
              <a:gd name="connsiteX498" fmla="*/ 2257167 w 7467600"/>
              <a:gd name="connsiteY498" fmla="*/ 5462123 h 6858000"/>
              <a:gd name="connsiteX499" fmla="*/ 2261598 w 7467600"/>
              <a:gd name="connsiteY499" fmla="*/ 5467998 h 6858000"/>
              <a:gd name="connsiteX500" fmla="*/ 2437177 w 7467600"/>
              <a:gd name="connsiteY500" fmla="*/ 5479608 h 6858000"/>
              <a:gd name="connsiteX501" fmla="*/ 2445247 w 7467600"/>
              <a:gd name="connsiteY501" fmla="*/ 5483476 h 6858000"/>
              <a:gd name="connsiteX502" fmla="*/ 2743626 w 7467600"/>
              <a:gd name="connsiteY502" fmla="*/ 5304819 h 6858000"/>
              <a:gd name="connsiteX503" fmla="*/ 3048102 w 7467600"/>
              <a:gd name="connsiteY503" fmla="*/ 5150595 h 6858000"/>
              <a:gd name="connsiteX504" fmla="*/ 1799414 w 7467600"/>
              <a:gd name="connsiteY504" fmla="*/ 4694732 h 6858000"/>
              <a:gd name="connsiteX505" fmla="*/ 1771735 w 7467600"/>
              <a:gd name="connsiteY505" fmla="*/ 4619929 h 6858000"/>
              <a:gd name="connsiteX506" fmla="*/ 3104273 w 7467600"/>
              <a:gd name="connsiteY506" fmla="*/ 5076159 h 6858000"/>
              <a:gd name="connsiteX507" fmla="*/ 3113245 w 7467600"/>
              <a:gd name="connsiteY507" fmla="*/ 5090705 h 6858000"/>
              <a:gd name="connsiteX508" fmla="*/ 3126294 w 7467600"/>
              <a:gd name="connsiteY508" fmla="*/ 5114400 h 6858000"/>
              <a:gd name="connsiteX509" fmla="*/ 3937433 w 7467600"/>
              <a:gd name="connsiteY509" fmla="*/ 4830473 h 6858000"/>
              <a:gd name="connsiteX510" fmla="*/ 3590475 w 7467600"/>
              <a:gd name="connsiteY510" fmla="*/ 4597974 h 6858000"/>
              <a:gd name="connsiteX511" fmla="*/ 3100264 w 7467600"/>
              <a:gd name="connsiteY511" fmla="*/ 4579845 h 6858000"/>
              <a:gd name="connsiteX512" fmla="*/ 2183576 w 7467600"/>
              <a:gd name="connsiteY512" fmla="*/ 4227150 h 6858000"/>
              <a:gd name="connsiteX513" fmla="*/ 2151029 w 7467600"/>
              <a:gd name="connsiteY513" fmla="*/ 4146947 h 6858000"/>
              <a:gd name="connsiteX514" fmla="*/ 3563434 w 7467600"/>
              <a:gd name="connsiteY514" fmla="*/ 4469115 h 6858000"/>
              <a:gd name="connsiteX515" fmla="*/ 3177952 w 7467600"/>
              <a:gd name="connsiteY515" fmla="*/ 3657386 h 6858000"/>
              <a:gd name="connsiteX516" fmla="*/ 3189263 w 7467600"/>
              <a:gd name="connsiteY516" fmla="*/ 3625726 h 6858000"/>
              <a:gd name="connsiteX517" fmla="*/ 3560912 w 7467600"/>
              <a:gd name="connsiteY517" fmla="*/ 4079863 h 6858000"/>
              <a:gd name="connsiteX518" fmla="*/ 3626636 w 7467600"/>
              <a:gd name="connsiteY518" fmla="*/ 4512230 h 6858000"/>
              <a:gd name="connsiteX519" fmla="*/ 3653088 w 7467600"/>
              <a:gd name="connsiteY519" fmla="*/ 4521417 h 6858000"/>
              <a:gd name="connsiteX520" fmla="*/ 3988128 w 7467600"/>
              <a:gd name="connsiteY520" fmla="*/ 4817267 h 6858000"/>
              <a:gd name="connsiteX521" fmla="*/ 4830582 w 7467600"/>
              <a:gd name="connsiteY521" fmla="*/ 4676000 h 6858000"/>
              <a:gd name="connsiteX522" fmla="*/ 4830100 w 7467600"/>
              <a:gd name="connsiteY522" fmla="*/ 4675554 h 6858000"/>
              <a:gd name="connsiteX523" fmla="*/ 4036318 w 7467600"/>
              <a:gd name="connsiteY523" fmla="*/ 4147013 h 6858000"/>
              <a:gd name="connsiteX524" fmla="*/ 3432098 w 7467600"/>
              <a:gd name="connsiteY524" fmla="*/ 3537312 h 6858000"/>
              <a:gd name="connsiteX525" fmla="*/ 3446761 w 7467600"/>
              <a:gd name="connsiteY525" fmla="*/ 3461278 h 6858000"/>
              <a:gd name="connsiteX526" fmla="*/ 4419733 w 7467600"/>
              <a:gd name="connsiteY526" fmla="*/ 3963555 h 6858000"/>
              <a:gd name="connsiteX527" fmla="*/ 4781371 w 7467600"/>
              <a:gd name="connsiteY527" fmla="*/ 4458604 h 6858000"/>
              <a:gd name="connsiteX528" fmla="*/ 4780440 w 7467600"/>
              <a:gd name="connsiteY528" fmla="*/ 4470290 h 6858000"/>
              <a:gd name="connsiteX529" fmla="*/ 4898954 w 7467600"/>
              <a:gd name="connsiteY529" fmla="*/ 4662092 h 6858000"/>
              <a:gd name="connsiteX530" fmla="*/ 4900699 w 7467600"/>
              <a:gd name="connsiteY530" fmla="*/ 4670867 h 6858000"/>
              <a:gd name="connsiteX531" fmla="*/ 5714511 w 7467600"/>
              <a:gd name="connsiteY531" fmla="*/ 4663483 h 6858000"/>
              <a:gd name="connsiteX532" fmla="*/ 5464793 w 7467600"/>
              <a:gd name="connsiteY532" fmla="*/ 4393556 h 6858000"/>
              <a:gd name="connsiteX533" fmla="*/ 5461897 w 7467600"/>
              <a:gd name="connsiteY533" fmla="*/ 4390879 h 6858000"/>
              <a:gd name="connsiteX534" fmla="*/ 4294126 w 7467600"/>
              <a:gd name="connsiteY534" fmla="*/ 3303048 h 6858000"/>
              <a:gd name="connsiteX535" fmla="*/ 4305321 w 7467600"/>
              <a:gd name="connsiteY535" fmla="*/ 3256953 h 6858000"/>
              <a:gd name="connsiteX536" fmla="*/ 4949299 w 7467600"/>
              <a:gd name="connsiteY536" fmla="*/ 3766336 h 6858000"/>
              <a:gd name="connsiteX537" fmla="*/ 5291452 w 7467600"/>
              <a:gd name="connsiteY537" fmla="*/ 4076801 h 6858000"/>
              <a:gd name="connsiteX538" fmla="*/ 5434998 w 7467600"/>
              <a:gd name="connsiteY538" fmla="*/ 4254100 h 6858000"/>
              <a:gd name="connsiteX539" fmla="*/ 5351015 w 7467600"/>
              <a:gd name="connsiteY539" fmla="*/ 3760989 h 6858000"/>
              <a:gd name="connsiteX540" fmla="*/ 5413780 w 7467600"/>
              <a:gd name="connsiteY540" fmla="*/ 2966265 h 6858000"/>
              <a:gd name="connsiteX541" fmla="*/ 5425627 w 7467600"/>
              <a:gd name="connsiteY541" fmla="*/ 2954192 h 6858000"/>
              <a:gd name="connsiteX542" fmla="*/ 6604735 w 7467600"/>
              <a:gd name="connsiteY542" fmla="*/ 2041381 h 6858000"/>
              <a:gd name="connsiteX543" fmla="*/ 7204487 w 7467600"/>
              <a:gd name="connsiteY543" fmla="*/ 2742112 h 6858000"/>
              <a:gd name="connsiteX544" fmla="*/ 7131592 w 7467600"/>
              <a:gd name="connsiteY544" fmla="*/ 2672096 h 6858000"/>
              <a:gd name="connsiteX545" fmla="*/ 6996344 w 7467600"/>
              <a:gd name="connsiteY545" fmla="*/ 2518310 h 6858000"/>
              <a:gd name="connsiteX546" fmla="*/ 6735495 w 7467600"/>
              <a:gd name="connsiteY546" fmla="*/ 2196890 h 6858000"/>
              <a:gd name="connsiteX547" fmla="*/ 6721901 w 7467600"/>
              <a:gd name="connsiteY547" fmla="*/ 2179274 h 6858000"/>
              <a:gd name="connsiteX548" fmla="*/ 6604735 w 7467600"/>
              <a:gd name="connsiteY548" fmla="*/ 2041381 h 6858000"/>
              <a:gd name="connsiteX549" fmla="*/ 6591670 w 7467600"/>
              <a:gd name="connsiteY549" fmla="*/ 1988277 h 6858000"/>
              <a:gd name="connsiteX550" fmla="*/ 6747349 w 7467600"/>
              <a:gd name="connsiteY550" fmla="*/ 2160069 h 6858000"/>
              <a:gd name="connsiteX551" fmla="*/ 6760943 w 7467600"/>
              <a:gd name="connsiteY551" fmla="*/ 2177686 h 6858000"/>
              <a:gd name="connsiteX552" fmla="*/ 7021065 w 7467600"/>
              <a:gd name="connsiteY552" fmla="*/ 2498102 h 6858000"/>
              <a:gd name="connsiteX553" fmla="*/ 7155223 w 7467600"/>
              <a:gd name="connsiteY553" fmla="*/ 2650386 h 6858000"/>
              <a:gd name="connsiteX554" fmla="*/ 7203167 w 7467600"/>
              <a:gd name="connsiteY554" fmla="*/ 2697288 h 6858000"/>
              <a:gd name="connsiteX555" fmla="*/ 6937703 w 7467600"/>
              <a:gd name="connsiteY555" fmla="*/ 2321981 h 6858000"/>
              <a:gd name="connsiteX556" fmla="*/ 6591670 w 7467600"/>
              <a:gd name="connsiteY556" fmla="*/ 1988277 h 6858000"/>
              <a:gd name="connsiteX557" fmla="*/ 5798671 w 7467600"/>
              <a:gd name="connsiteY557" fmla="*/ 1981601 h 6858000"/>
              <a:gd name="connsiteX558" fmla="*/ 5754709 w 7467600"/>
              <a:gd name="connsiteY558" fmla="*/ 2071454 h 6858000"/>
              <a:gd name="connsiteX559" fmla="*/ 5763044 w 7467600"/>
              <a:gd name="connsiteY559" fmla="*/ 2842206 h 6858000"/>
              <a:gd name="connsiteX560" fmla="*/ 5764974 w 7467600"/>
              <a:gd name="connsiteY560" fmla="*/ 2799609 h 6858000"/>
              <a:gd name="connsiteX561" fmla="*/ 5767665 w 7467600"/>
              <a:gd name="connsiteY561" fmla="*/ 2666409 h 6858000"/>
              <a:gd name="connsiteX562" fmla="*/ 5763055 w 7467600"/>
              <a:gd name="connsiteY562" fmla="*/ 2579705 h 6858000"/>
              <a:gd name="connsiteX563" fmla="*/ 5758079 w 7467600"/>
              <a:gd name="connsiteY563" fmla="*/ 2492508 h 6858000"/>
              <a:gd name="connsiteX564" fmla="*/ 5779325 w 7467600"/>
              <a:gd name="connsiteY564" fmla="*/ 2197069 h 6858000"/>
              <a:gd name="connsiteX565" fmla="*/ 5798671 w 7467600"/>
              <a:gd name="connsiteY565" fmla="*/ 1981601 h 6858000"/>
              <a:gd name="connsiteX566" fmla="*/ 5829202 w 7467600"/>
              <a:gd name="connsiteY566" fmla="*/ 1971679 h 6858000"/>
              <a:gd name="connsiteX567" fmla="*/ 5809558 w 7467600"/>
              <a:gd name="connsiteY567" fmla="*/ 2198043 h 6858000"/>
              <a:gd name="connsiteX568" fmla="*/ 5788653 w 7467600"/>
              <a:gd name="connsiteY568" fmla="*/ 2489430 h 6858000"/>
              <a:gd name="connsiteX569" fmla="*/ 5793439 w 7467600"/>
              <a:gd name="connsiteY569" fmla="*/ 2575235 h 6858000"/>
              <a:gd name="connsiteX570" fmla="*/ 5796837 w 7467600"/>
              <a:gd name="connsiteY570" fmla="*/ 2637633 h 6858000"/>
              <a:gd name="connsiteX571" fmla="*/ 5818614 w 7467600"/>
              <a:gd name="connsiteY571" fmla="*/ 2473055 h 6858000"/>
              <a:gd name="connsiteX572" fmla="*/ 5829202 w 7467600"/>
              <a:gd name="connsiteY572" fmla="*/ 1971679 h 6858000"/>
              <a:gd name="connsiteX573" fmla="*/ 5911389 w 7467600"/>
              <a:gd name="connsiteY573" fmla="*/ 1898371 h 6858000"/>
              <a:gd name="connsiteX574" fmla="*/ 6237627 w 7467600"/>
              <a:gd name="connsiteY574" fmla="*/ 2231921 h 6858000"/>
              <a:gd name="connsiteX575" fmla="*/ 5911389 w 7467600"/>
              <a:gd name="connsiteY575" fmla="*/ 1898371 h 6858000"/>
              <a:gd name="connsiteX576" fmla="*/ 6944437 w 7467600"/>
              <a:gd name="connsiteY576" fmla="*/ 1575402 h 6858000"/>
              <a:gd name="connsiteX577" fmla="*/ 6304730 w 7467600"/>
              <a:gd name="connsiteY577" fmla="*/ 1766654 h 6858000"/>
              <a:gd name="connsiteX578" fmla="*/ 6944437 w 7467600"/>
              <a:gd name="connsiteY578" fmla="*/ 1575402 h 6858000"/>
              <a:gd name="connsiteX579" fmla="*/ 7019523 w 7467600"/>
              <a:gd name="connsiteY579" fmla="*/ 1519450 h 6858000"/>
              <a:gd name="connsiteX580" fmla="*/ 6298091 w 7467600"/>
              <a:gd name="connsiteY580" fmla="*/ 1737122 h 6858000"/>
              <a:gd name="connsiteX581" fmla="*/ 7019523 w 7467600"/>
              <a:gd name="connsiteY581" fmla="*/ 1519450 h 6858000"/>
              <a:gd name="connsiteX582" fmla="*/ 2399523 w 7467600"/>
              <a:gd name="connsiteY582" fmla="*/ 1428234 h 6858000"/>
              <a:gd name="connsiteX583" fmla="*/ 2224982 w 7467600"/>
              <a:gd name="connsiteY583" fmla="*/ 1826201 h 6858000"/>
              <a:gd name="connsiteX584" fmla="*/ 2096099 w 7467600"/>
              <a:gd name="connsiteY584" fmla="*/ 2345900 h 6858000"/>
              <a:gd name="connsiteX585" fmla="*/ 2283317 w 7467600"/>
              <a:gd name="connsiteY585" fmla="*/ 1796925 h 6858000"/>
              <a:gd name="connsiteX586" fmla="*/ 2399523 w 7467600"/>
              <a:gd name="connsiteY586" fmla="*/ 1428234 h 6858000"/>
              <a:gd name="connsiteX587" fmla="*/ 2448558 w 7467600"/>
              <a:gd name="connsiteY587" fmla="*/ 1373435 h 6858000"/>
              <a:gd name="connsiteX588" fmla="*/ 2312521 w 7467600"/>
              <a:gd name="connsiteY588" fmla="*/ 1806140 h 6858000"/>
              <a:gd name="connsiteX589" fmla="*/ 2127533 w 7467600"/>
              <a:gd name="connsiteY589" fmla="*/ 2348380 h 6858000"/>
              <a:gd name="connsiteX590" fmla="*/ 2358080 w 7467600"/>
              <a:gd name="connsiteY590" fmla="*/ 1866134 h 6858000"/>
              <a:gd name="connsiteX591" fmla="*/ 2407436 w 7467600"/>
              <a:gd name="connsiteY591" fmla="*/ 1651070 h 6858000"/>
              <a:gd name="connsiteX592" fmla="*/ 2448558 w 7467600"/>
              <a:gd name="connsiteY592" fmla="*/ 1373435 h 6858000"/>
              <a:gd name="connsiteX593" fmla="*/ 278707 w 7467600"/>
              <a:gd name="connsiteY593" fmla="*/ 1352270 h 6858000"/>
              <a:gd name="connsiteX594" fmla="*/ 321570 w 7467600"/>
              <a:gd name="connsiteY594" fmla="*/ 1861610 h 6858000"/>
              <a:gd name="connsiteX595" fmla="*/ 294281 w 7467600"/>
              <a:gd name="connsiteY595" fmla="*/ 1440658 h 6858000"/>
              <a:gd name="connsiteX596" fmla="*/ 278707 w 7467600"/>
              <a:gd name="connsiteY596" fmla="*/ 1352270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5236 w 7467600"/>
              <a:gd name="connsiteY631" fmla="*/ 1268632 h 6858000"/>
              <a:gd name="connsiteX632" fmla="*/ 6516292 w 7467600"/>
              <a:gd name="connsiteY632" fmla="*/ 1263064 h 6858000"/>
              <a:gd name="connsiteX633" fmla="*/ 5736320 w 7467600"/>
              <a:gd name="connsiteY633" fmla="*/ 1501803 h 6858000"/>
              <a:gd name="connsiteX634" fmla="*/ 6516292 w 7467600"/>
              <a:gd name="connsiteY634" fmla="*/ 1263064 h 6858000"/>
              <a:gd name="connsiteX635" fmla="*/ 291466 w 7467600"/>
              <a:gd name="connsiteY635" fmla="*/ 1250369 h 6858000"/>
              <a:gd name="connsiteX636" fmla="*/ 323180 w 7467600"/>
              <a:gd name="connsiteY636" fmla="*/ 1435283 h 6858000"/>
              <a:gd name="connsiteX637" fmla="*/ 349381 w 7467600"/>
              <a:gd name="connsiteY637" fmla="*/ 1875041 h 6858000"/>
              <a:gd name="connsiteX638" fmla="*/ 374363 w 7467600"/>
              <a:gd name="connsiteY638" fmla="*/ 1506494 h 6858000"/>
              <a:gd name="connsiteX639" fmla="*/ 302168 w 7467600"/>
              <a:gd name="connsiteY639" fmla="*/ 1274495 h 6858000"/>
              <a:gd name="connsiteX640" fmla="*/ 291466 w 7467600"/>
              <a:gd name="connsiteY640" fmla="*/ 1250369 h 6858000"/>
              <a:gd name="connsiteX641" fmla="*/ 678222 w 7467600"/>
              <a:gd name="connsiteY641" fmla="*/ 1248670 h 6858000"/>
              <a:gd name="connsiteX642" fmla="*/ 775536 w 7467600"/>
              <a:gd name="connsiteY642" fmla="*/ 1388015 h 6858000"/>
              <a:gd name="connsiteX643" fmla="*/ 894529 w 7467600"/>
              <a:gd name="connsiteY643" fmla="*/ 1567739 h 6858000"/>
              <a:gd name="connsiteX644" fmla="*/ 948000 w 7467600"/>
              <a:gd name="connsiteY644" fmla="*/ 1663088 h 6858000"/>
              <a:gd name="connsiteX645" fmla="*/ 1006812 w 7467600"/>
              <a:gd name="connsiteY645" fmla="*/ 1767683 h 6858000"/>
              <a:gd name="connsiteX646" fmla="*/ 1149133 w 7467600"/>
              <a:gd name="connsiteY646" fmla="*/ 1971513 h 6858000"/>
              <a:gd name="connsiteX647" fmla="*/ 1333952 w 7467600"/>
              <a:gd name="connsiteY647" fmla="*/ 2251620 h 6858000"/>
              <a:gd name="connsiteX648" fmla="*/ 1337329 w 7467600"/>
              <a:gd name="connsiteY648" fmla="*/ 2258350 h 6858000"/>
              <a:gd name="connsiteX649" fmla="*/ 1014726 w 7467600"/>
              <a:gd name="connsiteY649" fmla="*/ 1615556 h 6858000"/>
              <a:gd name="connsiteX650" fmla="*/ 678222 w 7467600"/>
              <a:gd name="connsiteY650" fmla="*/ 1248670 h 6858000"/>
              <a:gd name="connsiteX651" fmla="*/ 6691602 w 7467600"/>
              <a:gd name="connsiteY651" fmla="*/ 1140573 h 6858000"/>
              <a:gd name="connsiteX652" fmla="*/ 6571100 w 7467600"/>
              <a:gd name="connsiteY652" fmla="*/ 1183662 h 6858000"/>
              <a:gd name="connsiteX653" fmla="*/ 6241687 w 7467600"/>
              <a:gd name="connsiteY653" fmla="*/ 1257600 h 6858000"/>
              <a:gd name="connsiteX654" fmla="*/ 5693009 w 7467600"/>
              <a:gd name="connsiteY654" fmla="*/ 1478256 h 6858000"/>
              <a:gd name="connsiteX655" fmla="*/ 6548420 w 7467600"/>
              <a:gd name="connsiteY655" fmla="*/ 1214599 h 6858000"/>
              <a:gd name="connsiteX656" fmla="*/ 6605473 w 7467600"/>
              <a:gd name="connsiteY656" fmla="*/ 1184686 h 6858000"/>
              <a:gd name="connsiteX657" fmla="*/ 6691602 w 7467600"/>
              <a:gd name="connsiteY657" fmla="*/ 1140573 h 6858000"/>
              <a:gd name="connsiteX658" fmla="*/ 4002475 w 7467600"/>
              <a:gd name="connsiteY658" fmla="*/ 1037802 h 6858000"/>
              <a:gd name="connsiteX659" fmla="*/ 4000324 w 7467600"/>
              <a:gd name="connsiteY659" fmla="*/ 1039362 h 6858000"/>
              <a:gd name="connsiteX660" fmla="*/ 4002862 w 7467600"/>
              <a:gd name="connsiteY660" fmla="*/ 1042866 h 6858000"/>
              <a:gd name="connsiteX661" fmla="*/ 4002475 w 7467600"/>
              <a:gd name="connsiteY661" fmla="*/ 1037802 h 6858000"/>
              <a:gd name="connsiteX662" fmla="*/ 506322 w 7467600"/>
              <a:gd name="connsiteY662" fmla="*/ 1020997 h 6858000"/>
              <a:gd name="connsiteX663" fmla="*/ 533068 w 7467600"/>
              <a:gd name="connsiteY663" fmla="*/ 1029409 h 6858000"/>
              <a:gd name="connsiteX664" fmla="*/ 1232525 w 7467600"/>
              <a:gd name="connsiteY664" fmla="*/ 1804675 h 6858000"/>
              <a:gd name="connsiteX665" fmla="*/ 1388858 w 7467600"/>
              <a:gd name="connsiteY665" fmla="*/ 2368011 h 6858000"/>
              <a:gd name="connsiteX666" fmla="*/ 1384098 w 7467600"/>
              <a:gd name="connsiteY666" fmla="*/ 2378125 h 6858000"/>
              <a:gd name="connsiteX667" fmla="*/ 1425393 w 7467600"/>
              <a:gd name="connsiteY667" fmla="*/ 2589124 h 6858000"/>
              <a:gd name="connsiteX668" fmla="*/ 1424001 w 7467600"/>
              <a:gd name="connsiteY668" fmla="*/ 2597541 h 6858000"/>
              <a:gd name="connsiteX669" fmla="*/ 2152729 w 7467600"/>
              <a:gd name="connsiteY669" fmla="*/ 2864487 h 6858000"/>
              <a:gd name="connsiteX670" fmla="*/ 2020609 w 7467600"/>
              <a:gd name="connsiteY670" fmla="*/ 2539671 h 6858000"/>
              <a:gd name="connsiteX671" fmla="*/ 2018920 w 7467600"/>
              <a:gd name="connsiteY671" fmla="*/ 2536309 h 6858000"/>
              <a:gd name="connsiteX672" fmla="*/ 1342441 w 7467600"/>
              <a:gd name="connsiteY672" fmla="*/ 1173017 h 6858000"/>
              <a:gd name="connsiteX673" fmla="*/ 1367925 w 7467600"/>
              <a:gd name="connsiteY673" fmla="*/ 1135648 h 6858000"/>
              <a:gd name="connsiteX674" fmla="*/ 1771401 w 7467600"/>
              <a:gd name="connsiteY674" fmla="*/ 1806673 h 6858000"/>
              <a:gd name="connsiteX675" fmla="*/ 1972385 w 7467600"/>
              <a:gd name="connsiteY675" fmla="*/ 2198735 h 6858000"/>
              <a:gd name="connsiteX676" fmla="*/ 2040892 w 7467600"/>
              <a:gd name="connsiteY676" fmla="*/ 2405205 h 6858000"/>
              <a:gd name="connsiteX677" fmla="*/ 2131689 w 7467600"/>
              <a:gd name="connsiteY677" fmla="*/ 1936926 h 6858000"/>
              <a:gd name="connsiteX678" fmla="*/ 2454820 w 7467600"/>
              <a:gd name="connsiteY678" fmla="*/ 1248808 h 6858000"/>
              <a:gd name="connsiteX679" fmla="*/ 2492512 w 7467600"/>
              <a:gd name="connsiteY679" fmla="*/ 1302920 h 6858000"/>
              <a:gd name="connsiteX680" fmla="*/ 2081216 w 7467600"/>
              <a:gd name="connsiteY680" fmla="*/ 2527513 h 6858000"/>
              <a:gd name="connsiteX681" fmla="*/ 2081211 w 7467600"/>
              <a:gd name="connsiteY681" fmla="*/ 2528916 h 6858000"/>
              <a:gd name="connsiteX682" fmla="*/ 2199067 w 7467600"/>
              <a:gd name="connsiteY682" fmla="*/ 2884061 h 6858000"/>
              <a:gd name="connsiteX683" fmla="*/ 3192586 w 7467600"/>
              <a:gd name="connsiteY683" fmla="*/ 3411496 h 6858000"/>
              <a:gd name="connsiteX684" fmla="*/ 3182620 w 7467600"/>
              <a:gd name="connsiteY684" fmla="*/ 3483279 h 6858000"/>
              <a:gd name="connsiteX685" fmla="*/ 2435119 w 7467600"/>
              <a:gd name="connsiteY685" fmla="*/ 3080173 h 6858000"/>
              <a:gd name="connsiteX686" fmla="*/ 2410152 w 7467600"/>
              <a:gd name="connsiteY686" fmla="*/ 3063751 h 6858000"/>
              <a:gd name="connsiteX687" fmla="*/ 2408099 w 7467600"/>
              <a:gd name="connsiteY687" fmla="*/ 3064403 h 6858000"/>
              <a:gd name="connsiteX688" fmla="*/ 2407218 w 7467600"/>
              <a:gd name="connsiteY688" fmla="*/ 3070324 h 6858000"/>
              <a:gd name="connsiteX689" fmla="*/ 2380138 w 7467600"/>
              <a:gd name="connsiteY689" fmla="*/ 3099341 h 6858000"/>
              <a:gd name="connsiteX690" fmla="*/ 1765923 w 7467600"/>
              <a:gd name="connsiteY690" fmla="*/ 3581043 h 6858000"/>
              <a:gd name="connsiteX691" fmla="*/ 1702258 w 7467600"/>
              <a:gd name="connsiteY691" fmla="*/ 3612286 h 6858000"/>
              <a:gd name="connsiteX692" fmla="*/ 1538370 w 7467600"/>
              <a:gd name="connsiteY692" fmla="*/ 3811804 h 6858000"/>
              <a:gd name="connsiteX693" fmla="*/ 542867 w 7467600"/>
              <a:gd name="connsiteY693" fmla="*/ 4944092 h 6858000"/>
              <a:gd name="connsiteX694" fmla="*/ 515800 w 7467600"/>
              <a:gd name="connsiteY694" fmla="*/ 4862180 h 6858000"/>
              <a:gd name="connsiteX695" fmla="*/ 909145 w 7467600"/>
              <a:gd name="connsiteY695" fmla="*/ 4199225 h 6858000"/>
              <a:gd name="connsiteX696" fmla="*/ 1214067 w 7467600"/>
              <a:gd name="connsiteY696" fmla="*/ 3908561 h 6858000"/>
              <a:gd name="connsiteX697" fmla="*/ 640967 w 7467600"/>
              <a:gd name="connsiteY697" fmla="*/ 4105601 h 6858000"/>
              <a:gd name="connsiteX698" fmla="*/ 112563 w 7467600"/>
              <a:gd name="connsiteY698" fmla="*/ 4396952 h 6858000"/>
              <a:gd name="connsiteX699" fmla="*/ 0 w 7467600"/>
              <a:gd name="connsiteY699" fmla="*/ 4466006 h 6858000"/>
              <a:gd name="connsiteX700" fmla="*/ 0 w 7467600"/>
              <a:gd name="connsiteY700" fmla="*/ 4233763 h 6858000"/>
              <a:gd name="connsiteX701" fmla="*/ 36881 w 7467600"/>
              <a:gd name="connsiteY701" fmla="*/ 4200118 h 6858000"/>
              <a:gd name="connsiteX702" fmla="*/ 910534 w 7467600"/>
              <a:gd name="connsiteY702" fmla="*/ 3629753 h 6858000"/>
              <a:gd name="connsiteX703" fmla="*/ 1578717 w 7467600"/>
              <a:gd name="connsiteY703" fmla="*/ 3575982 h 6858000"/>
              <a:gd name="connsiteX704" fmla="*/ 2338780 w 7467600"/>
              <a:gd name="connsiteY704" fmla="*/ 3033725 h 6858000"/>
              <a:gd name="connsiteX705" fmla="*/ 1807991 w 7467600"/>
              <a:gd name="connsiteY705" fmla="*/ 2807184 h 6858000"/>
              <a:gd name="connsiteX706" fmla="*/ 1416358 w 7467600"/>
              <a:gd name="connsiteY706" fmla="*/ 3112571 h 6858000"/>
              <a:gd name="connsiteX707" fmla="*/ 939066 w 7467600"/>
              <a:gd name="connsiteY707" fmla="*/ 3378798 h 6858000"/>
              <a:gd name="connsiteX708" fmla="*/ 115099 w 7467600"/>
              <a:gd name="connsiteY708" fmla="*/ 3607650 h 6858000"/>
              <a:gd name="connsiteX709" fmla="*/ 97284 w 7467600"/>
              <a:gd name="connsiteY709" fmla="*/ 3520393 h 6858000"/>
              <a:gd name="connsiteX710" fmla="*/ 922050 w 7467600"/>
              <a:gd name="connsiteY710" fmla="*/ 3074867 h 6858000"/>
              <a:gd name="connsiteX711" fmla="*/ 1405265 w 7467600"/>
              <a:gd name="connsiteY711" fmla="*/ 3016319 h 6858000"/>
              <a:gd name="connsiteX712" fmla="*/ 1407512 w 7467600"/>
              <a:gd name="connsiteY712" fmla="*/ 3018001 h 6858000"/>
              <a:gd name="connsiteX713" fmla="*/ 1726266 w 7467600"/>
              <a:gd name="connsiteY713" fmla="*/ 2777274 h 6858000"/>
              <a:gd name="connsiteX714" fmla="*/ 625390 w 7467600"/>
              <a:gd name="connsiteY714" fmla="*/ 2514541 h 6858000"/>
              <a:gd name="connsiteX715" fmla="*/ 619799 w 7467600"/>
              <a:gd name="connsiteY715" fmla="*/ 2527180 h 6858000"/>
              <a:gd name="connsiteX716" fmla="*/ 310030 w 7467600"/>
              <a:gd name="connsiteY716" fmla="*/ 2771818 h 6858000"/>
              <a:gd name="connsiteX717" fmla="*/ 173877 w 7467600"/>
              <a:gd name="connsiteY717" fmla="*/ 2937056 h 6858000"/>
              <a:gd name="connsiteX718" fmla="*/ 77889 w 7467600"/>
              <a:gd name="connsiteY718" fmla="*/ 3138440 h 6858000"/>
              <a:gd name="connsiteX719" fmla="*/ 0 w 7467600"/>
              <a:gd name="connsiteY719" fmla="*/ 3271395 h 6858000"/>
              <a:gd name="connsiteX720" fmla="*/ 0 w 7467600"/>
              <a:gd name="connsiteY720" fmla="*/ 3153002 h 6858000"/>
              <a:gd name="connsiteX721" fmla="*/ 2386 w 7467600"/>
              <a:gd name="connsiteY721" fmla="*/ 3149203 h 6858000"/>
              <a:gd name="connsiteX722" fmla="*/ 89753 w 7467600"/>
              <a:gd name="connsiteY722" fmla="*/ 2987702 h 6858000"/>
              <a:gd name="connsiteX723" fmla="*/ 76869 w 7467600"/>
              <a:gd name="connsiteY723" fmla="*/ 3005404 h 6858000"/>
              <a:gd name="connsiteX724" fmla="*/ 32049 w 7467600"/>
              <a:gd name="connsiteY724" fmla="*/ 3065814 h 6858000"/>
              <a:gd name="connsiteX725" fmla="*/ 0 w 7467600"/>
              <a:gd name="connsiteY725" fmla="*/ 3108744 h 6858000"/>
              <a:gd name="connsiteX726" fmla="*/ 0 w 7467600"/>
              <a:gd name="connsiteY726" fmla="*/ 3058059 h 6858000"/>
              <a:gd name="connsiteX727" fmla="*/ 7610 w 7467600"/>
              <a:gd name="connsiteY727" fmla="*/ 3047889 h 6858000"/>
              <a:gd name="connsiteX728" fmla="*/ 52419 w 7467600"/>
              <a:gd name="connsiteY728" fmla="*/ 2987479 h 6858000"/>
              <a:gd name="connsiteX729" fmla="*/ 59142 w 7467600"/>
              <a:gd name="connsiteY729" fmla="*/ 2978488 h 6858000"/>
              <a:gd name="connsiteX730" fmla="*/ 0 w 7467600"/>
              <a:gd name="connsiteY730" fmla="*/ 3015334 h 6858000"/>
              <a:gd name="connsiteX731" fmla="*/ 0 w 7467600"/>
              <a:gd name="connsiteY731" fmla="*/ 2914286 h 6858000"/>
              <a:gd name="connsiteX732" fmla="*/ 36383 w 7467600"/>
              <a:gd name="connsiteY732" fmla="*/ 2901128 h 6858000"/>
              <a:gd name="connsiteX733" fmla="*/ 156329 w 7467600"/>
              <a:gd name="connsiteY733" fmla="*/ 2840533 h 6858000"/>
              <a:gd name="connsiteX734" fmla="*/ 358355 w 7467600"/>
              <a:gd name="connsiteY734" fmla="*/ 2620471 h 6858000"/>
              <a:gd name="connsiteX735" fmla="*/ 510577 w 7467600"/>
              <a:gd name="connsiteY735" fmla="*/ 2501244 h 6858000"/>
              <a:gd name="connsiteX736" fmla="*/ 211967 w 7467600"/>
              <a:gd name="connsiteY736" fmla="*/ 2479171 h 6858000"/>
              <a:gd name="connsiteX737" fmla="*/ 0 w 7467600"/>
              <a:gd name="connsiteY737" fmla="*/ 2476398 h 6858000"/>
              <a:gd name="connsiteX738" fmla="*/ 0 w 7467600"/>
              <a:gd name="connsiteY738" fmla="*/ 2389189 h 6858000"/>
              <a:gd name="connsiteX739" fmla="*/ 103062 w 7467600"/>
              <a:gd name="connsiteY739" fmla="*/ 2389518 h 6858000"/>
              <a:gd name="connsiteX740" fmla="*/ 510734 w 7467600"/>
              <a:gd name="connsiteY740" fmla="*/ 2416201 h 6858000"/>
              <a:gd name="connsiteX741" fmla="*/ 279257 w 7467600"/>
              <a:gd name="connsiteY741" fmla="*/ 2092102 h 6858000"/>
              <a:gd name="connsiteX742" fmla="*/ 65265 w 7467600"/>
              <a:gd name="connsiteY742" fmla="*/ 2006049 h 6858000"/>
              <a:gd name="connsiteX743" fmla="*/ 0 w 7467600"/>
              <a:gd name="connsiteY743" fmla="*/ 1982532 h 6858000"/>
              <a:gd name="connsiteX744" fmla="*/ 0 w 7467600"/>
              <a:gd name="connsiteY744" fmla="*/ 1912789 h 6858000"/>
              <a:gd name="connsiteX745" fmla="*/ 97460 w 7467600"/>
              <a:gd name="connsiteY745" fmla="*/ 1953725 h 6858000"/>
              <a:gd name="connsiteX746" fmla="*/ 221272 w 7467600"/>
              <a:gd name="connsiteY746" fmla="*/ 1980766 h 6858000"/>
              <a:gd name="connsiteX747" fmla="*/ 116765 w 7467600"/>
              <a:gd name="connsiteY747" fmla="*/ 1911033 h 6858000"/>
              <a:gd name="connsiteX748" fmla="*/ 16405 w 7467600"/>
              <a:gd name="connsiteY748" fmla="*/ 1803412 h 6858000"/>
              <a:gd name="connsiteX749" fmla="*/ 0 w 7467600"/>
              <a:gd name="connsiteY749" fmla="*/ 1784777 h 6858000"/>
              <a:gd name="connsiteX750" fmla="*/ 0 w 7467600"/>
              <a:gd name="connsiteY750" fmla="*/ 1740082 h 6858000"/>
              <a:gd name="connsiteX751" fmla="*/ 39394 w 7467600"/>
              <a:gd name="connsiteY751" fmla="*/ 1784856 h 6858000"/>
              <a:gd name="connsiteX752" fmla="*/ 135813 w 7467600"/>
              <a:gd name="connsiteY752" fmla="*/ 1888838 h 6858000"/>
              <a:gd name="connsiteX753" fmla="*/ 242575 w 7467600"/>
              <a:gd name="connsiteY753" fmla="*/ 1958841 h 6858000"/>
              <a:gd name="connsiteX754" fmla="*/ 82197 w 7467600"/>
              <a:gd name="connsiteY754" fmla="*/ 1754826 h 6858000"/>
              <a:gd name="connsiteX755" fmla="*/ 0 w 7467600"/>
              <a:gd name="connsiteY755" fmla="*/ 1679650 h 6858000"/>
              <a:gd name="connsiteX756" fmla="*/ 0 w 7467600"/>
              <a:gd name="connsiteY756" fmla="*/ 1602463 h 6858000"/>
              <a:gd name="connsiteX757" fmla="*/ 84689 w 7467600"/>
              <a:gd name="connsiteY757" fmla="*/ 1677442 h 6858000"/>
              <a:gd name="connsiteX758" fmla="*/ 298437 w 7467600"/>
              <a:gd name="connsiteY758" fmla="*/ 1968019 h 6858000"/>
              <a:gd name="connsiteX759" fmla="*/ 227269 w 7467600"/>
              <a:gd name="connsiteY759" fmla="*/ 1114064 h 6858000"/>
              <a:gd name="connsiteX760" fmla="*/ 248003 w 7467600"/>
              <a:gd name="connsiteY760" fmla="*/ 1089613 h 6858000"/>
              <a:gd name="connsiteX761" fmla="*/ 427020 w 7467600"/>
              <a:gd name="connsiteY761" fmla="*/ 1619803 h 6858000"/>
              <a:gd name="connsiteX762" fmla="*/ 340345 w 7467600"/>
              <a:gd name="connsiteY762" fmla="*/ 2027739 h 6858000"/>
              <a:gd name="connsiteX763" fmla="*/ 360865 w 7467600"/>
              <a:gd name="connsiteY763" fmla="*/ 2044827 h 6858000"/>
              <a:gd name="connsiteX764" fmla="*/ 560414 w 7467600"/>
              <a:gd name="connsiteY764" fmla="*/ 2421457 h 6858000"/>
              <a:gd name="connsiteX765" fmla="*/ 1359703 w 7467600"/>
              <a:gd name="connsiteY765" fmla="*/ 2578554 h 6858000"/>
              <a:gd name="connsiteX766" fmla="*/ 1359422 w 7467600"/>
              <a:gd name="connsiteY766" fmla="*/ 2577994 h 6858000"/>
              <a:gd name="connsiteX767" fmla="*/ 828701 w 7467600"/>
              <a:gd name="connsiteY767" fmla="*/ 1839520 h 6858000"/>
              <a:gd name="connsiteX768" fmla="*/ 494427 w 7467600"/>
              <a:gd name="connsiteY768" fmla="*/ 1092333 h 6858000"/>
              <a:gd name="connsiteX769" fmla="*/ 506322 w 7467600"/>
              <a:gd name="connsiteY769" fmla="*/ 1020997 h 6858000"/>
              <a:gd name="connsiteX770" fmla="*/ 4570198 w 7467600"/>
              <a:gd name="connsiteY770" fmla="*/ 978081 h 6858000"/>
              <a:gd name="connsiteX771" fmla="*/ 4523691 w 7467600"/>
              <a:gd name="connsiteY771" fmla="*/ 1127776 h 6858000"/>
              <a:gd name="connsiteX772" fmla="*/ 4509875 w 7467600"/>
              <a:gd name="connsiteY772" fmla="*/ 1167552 h 6858000"/>
              <a:gd name="connsiteX773" fmla="*/ 4478168 w 7467600"/>
              <a:gd name="connsiteY773" fmla="*/ 1260735 h 6858000"/>
              <a:gd name="connsiteX774" fmla="*/ 4409309 w 7467600"/>
              <a:gd name="connsiteY774" fmla="*/ 1666996 h 6858000"/>
              <a:gd name="connsiteX775" fmla="*/ 4370031 w 7467600"/>
              <a:gd name="connsiteY775" fmla="*/ 1955666 h 6858000"/>
              <a:gd name="connsiteX776" fmla="*/ 4570198 w 7467600"/>
              <a:gd name="connsiteY776" fmla="*/ 978081 h 6858000"/>
              <a:gd name="connsiteX777" fmla="*/ 4557898 w 7467600"/>
              <a:gd name="connsiteY777" fmla="*/ 900011 h 6858000"/>
              <a:gd name="connsiteX778" fmla="*/ 4344840 w 7467600"/>
              <a:gd name="connsiteY778" fmla="*/ 1922038 h 6858000"/>
              <a:gd name="connsiteX779" fmla="*/ 4378710 w 7467600"/>
              <a:gd name="connsiteY779" fmla="*/ 1665516 h 6858000"/>
              <a:gd name="connsiteX780" fmla="*/ 4448798 w 7467600"/>
              <a:gd name="connsiteY780" fmla="*/ 1253024 h 6858000"/>
              <a:gd name="connsiteX781" fmla="*/ 4480315 w 7467600"/>
              <a:gd name="connsiteY781" fmla="*/ 1158454 h 6858000"/>
              <a:gd name="connsiteX782" fmla="*/ 4494133 w 7467600"/>
              <a:gd name="connsiteY782" fmla="*/ 1118676 h 6858000"/>
              <a:gd name="connsiteX783" fmla="*/ 4557898 w 7467600"/>
              <a:gd name="connsiteY783" fmla="*/ 900011 h 6858000"/>
              <a:gd name="connsiteX784" fmla="*/ 5870151 w 7467600"/>
              <a:gd name="connsiteY784" fmla="*/ 898890 h 6858000"/>
              <a:gd name="connsiteX785" fmla="*/ 5861335 w 7467600"/>
              <a:gd name="connsiteY785" fmla="*/ 899177 h 6858000"/>
              <a:gd name="connsiteX786" fmla="*/ 5843702 w 7467600"/>
              <a:gd name="connsiteY786" fmla="*/ 899748 h 6858000"/>
              <a:gd name="connsiteX787" fmla="*/ 5651107 w 7467600"/>
              <a:gd name="connsiteY787" fmla="*/ 920306 h 6858000"/>
              <a:gd name="connsiteX788" fmla="*/ 5459407 w 7467600"/>
              <a:gd name="connsiteY788" fmla="*/ 940975 h 6858000"/>
              <a:gd name="connsiteX789" fmla="*/ 5374846 w 7467600"/>
              <a:gd name="connsiteY789" fmla="*/ 941988 h 6858000"/>
              <a:gd name="connsiteX790" fmla="*/ 5256105 w 7467600"/>
              <a:gd name="connsiteY790" fmla="*/ 945632 h 6858000"/>
              <a:gd name="connsiteX791" fmla="*/ 5107071 w 7467600"/>
              <a:gd name="connsiteY791" fmla="*/ 969720 h 6858000"/>
              <a:gd name="connsiteX792" fmla="*/ 4998681 w 7467600"/>
              <a:gd name="connsiteY792" fmla="*/ 988771 h 6858000"/>
              <a:gd name="connsiteX793" fmla="*/ 5870151 w 7467600"/>
              <a:gd name="connsiteY793" fmla="*/ 898890 h 6858000"/>
              <a:gd name="connsiteX794" fmla="*/ 5504425 w 7467600"/>
              <a:gd name="connsiteY794" fmla="*/ 848067 h 6858000"/>
              <a:gd name="connsiteX795" fmla="*/ 4968849 w 7467600"/>
              <a:gd name="connsiteY795" fmla="*/ 962318 h 6858000"/>
              <a:gd name="connsiteX796" fmla="*/ 5104039 w 7467600"/>
              <a:gd name="connsiteY796" fmla="*/ 940634 h 6858000"/>
              <a:gd name="connsiteX797" fmla="*/ 5256311 w 7467600"/>
              <a:gd name="connsiteY797" fmla="*/ 916490 h 6858000"/>
              <a:gd name="connsiteX798" fmla="*/ 5377381 w 7467600"/>
              <a:gd name="connsiteY798" fmla="*/ 912671 h 6858000"/>
              <a:gd name="connsiteX799" fmla="*/ 5460148 w 7467600"/>
              <a:gd name="connsiteY799" fmla="*/ 911442 h 6858000"/>
              <a:gd name="connsiteX800" fmla="*/ 5648971 w 7467600"/>
              <a:gd name="connsiteY800" fmla="*/ 891331 h 6858000"/>
              <a:gd name="connsiteX801" fmla="*/ 5844807 w 7467600"/>
              <a:gd name="connsiteY801" fmla="*/ 870718 h 6858000"/>
              <a:gd name="connsiteX802" fmla="*/ 5862975 w 7467600"/>
              <a:gd name="connsiteY802" fmla="*/ 869756 h 6858000"/>
              <a:gd name="connsiteX803" fmla="*/ 5920887 w 7467600"/>
              <a:gd name="connsiteY803" fmla="*/ 865929 h 6858000"/>
              <a:gd name="connsiteX804" fmla="*/ 5504425 w 7467600"/>
              <a:gd name="connsiteY804" fmla="*/ 848067 h 6858000"/>
              <a:gd name="connsiteX805" fmla="*/ 3607114 w 7467600"/>
              <a:gd name="connsiteY805" fmla="*/ 467441 h 6858000"/>
              <a:gd name="connsiteX806" fmla="*/ 3296242 w 7467600"/>
              <a:gd name="connsiteY806" fmla="*/ 807991 h 6858000"/>
              <a:gd name="connsiteX807" fmla="*/ 3174674 w 7467600"/>
              <a:gd name="connsiteY807" fmla="*/ 919759 h 6858000"/>
              <a:gd name="connsiteX808" fmla="*/ 3042978 w 7467600"/>
              <a:gd name="connsiteY808" fmla="*/ 1054894 h 6858000"/>
              <a:gd name="connsiteX809" fmla="*/ 2968914 w 7467600"/>
              <a:gd name="connsiteY809" fmla="*/ 1133756 h 6858000"/>
              <a:gd name="connsiteX810" fmla="*/ 3103823 w 7467600"/>
              <a:gd name="connsiteY810" fmla="*/ 1026814 h 6858000"/>
              <a:gd name="connsiteX811" fmla="*/ 3607114 w 7467600"/>
              <a:gd name="connsiteY811" fmla="*/ 467441 h 6858000"/>
              <a:gd name="connsiteX812" fmla="*/ 3744487 w 7467600"/>
              <a:gd name="connsiteY812" fmla="*/ 383136 h 6858000"/>
              <a:gd name="connsiteX813" fmla="*/ 3970213 w 7467600"/>
              <a:gd name="connsiteY813" fmla="*/ 995559 h 6858000"/>
              <a:gd name="connsiteX814" fmla="*/ 3744487 w 7467600"/>
              <a:gd name="connsiteY814" fmla="*/ 383136 h 6858000"/>
              <a:gd name="connsiteX815" fmla="*/ 3624562 w 7467600"/>
              <a:gd name="connsiteY815" fmla="*/ 367041 h 6858000"/>
              <a:gd name="connsiteX816" fmla="*/ 3489712 w 7467600"/>
              <a:gd name="connsiteY816" fmla="*/ 485386 h 6858000"/>
              <a:gd name="connsiteX817" fmla="*/ 3182994 w 7467600"/>
              <a:gd name="connsiteY817" fmla="*/ 828265 h 6858000"/>
              <a:gd name="connsiteX818" fmla="*/ 2892114 w 7467600"/>
              <a:gd name="connsiteY818" fmla="*/ 1172635 h 6858000"/>
              <a:gd name="connsiteX819" fmla="*/ 3021459 w 7467600"/>
              <a:gd name="connsiteY819" fmla="*/ 1035385 h 6858000"/>
              <a:gd name="connsiteX820" fmla="*/ 3153873 w 7467600"/>
              <a:gd name="connsiteY820" fmla="*/ 898971 h 6858000"/>
              <a:gd name="connsiteX821" fmla="*/ 3276511 w 7467600"/>
              <a:gd name="connsiteY821" fmla="*/ 786423 h 6858000"/>
              <a:gd name="connsiteX822" fmla="*/ 3584154 w 7467600"/>
              <a:gd name="connsiteY822" fmla="*/ 448218 h 6858000"/>
              <a:gd name="connsiteX823" fmla="*/ 3624562 w 7467600"/>
              <a:gd name="connsiteY823" fmla="*/ 367041 h 6858000"/>
              <a:gd name="connsiteX824" fmla="*/ 3766672 w 7467600"/>
              <a:gd name="connsiteY824" fmla="*/ 359429 h 6858000"/>
              <a:gd name="connsiteX825" fmla="*/ 3996338 w 7467600"/>
              <a:gd name="connsiteY825" fmla="*/ 968237 h 6858000"/>
              <a:gd name="connsiteX826" fmla="*/ 3766672 w 7467600"/>
              <a:gd name="connsiteY826" fmla="*/ 359429 h 6858000"/>
              <a:gd name="connsiteX827" fmla="*/ 5805386 w 7467600"/>
              <a:gd name="connsiteY827" fmla="*/ 239240 h 6858000"/>
              <a:gd name="connsiteX828" fmla="*/ 5736947 w 7467600"/>
              <a:gd name="connsiteY828" fmla="*/ 261367 h 6858000"/>
              <a:gd name="connsiteX829" fmla="*/ 5427012 w 7467600"/>
              <a:gd name="connsiteY829" fmla="*/ 311272 h 6858000"/>
              <a:gd name="connsiteX830" fmla="*/ 5147818 w 7467600"/>
              <a:gd name="connsiteY830" fmla="*/ 322112 h 6858000"/>
              <a:gd name="connsiteX831" fmla="*/ 5060854 w 7467600"/>
              <a:gd name="connsiteY831" fmla="*/ 311882 h 6858000"/>
              <a:gd name="connsiteX832" fmla="*/ 4945989 w 7467600"/>
              <a:gd name="connsiteY832" fmla="*/ 300516 h 6858000"/>
              <a:gd name="connsiteX833" fmla="*/ 5410479 w 7467600"/>
              <a:gd name="connsiteY833" fmla="*/ 348434 h 6858000"/>
              <a:gd name="connsiteX834" fmla="*/ 5805386 w 7467600"/>
              <a:gd name="connsiteY834" fmla="*/ 239240 h 6858000"/>
              <a:gd name="connsiteX835" fmla="*/ 5905192 w 7467600"/>
              <a:gd name="connsiteY835" fmla="*/ 163079 h 6858000"/>
              <a:gd name="connsiteX836" fmla="*/ 5865655 w 7467600"/>
              <a:gd name="connsiteY836" fmla="*/ 171901 h 6858000"/>
              <a:gd name="connsiteX837" fmla="*/ 5259740 w 7467600"/>
              <a:gd name="connsiteY837" fmla="*/ 257013 h 6858000"/>
              <a:gd name="connsiteX838" fmla="*/ 5208466 w 7467600"/>
              <a:gd name="connsiteY838" fmla="*/ 257550 h 6858000"/>
              <a:gd name="connsiteX839" fmla="*/ 4980204 w 7467600"/>
              <a:gd name="connsiteY839" fmla="*/ 271903 h 6858000"/>
              <a:gd name="connsiteX840" fmla="*/ 5068068 w 7467600"/>
              <a:gd name="connsiteY840" fmla="*/ 282244 h 6858000"/>
              <a:gd name="connsiteX841" fmla="*/ 5153231 w 7467600"/>
              <a:gd name="connsiteY841" fmla="*/ 292240 h 6858000"/>
              <a:gd name="connsiteX842" fmla="*/ 5426491 w 7467600"/>
              <a:gd name="connsiteY842" fmla="*/ 281128 h 6858000"/>
              <a:gd name="connsiteX843" fmla="*/ 5731212 w 7467600"/>
              <a:gd name="connsiteY843" fmla="*/ 231951 h 6858000"/>
              <a:gd name="connsiteX844" fmla="*/ 5905192 w 7467600"/>
              <a:gd name="connsiteY844" fmla="*/ 163079 h 6858000"/>
              <a:gd name="connsiteX845" fmla="*/ 5944437 w 7467600"/>
              <a:gd name="connsiteY845" fmla="*/ 113829 h 6858000"/>
              <a:gd name="connsiteX846" fmla="*/ 5825032 w 7467600"/>
              <a:gd name="connsiteY846" fmla="*/ 146405 h 6858000"/>
              <a:gd name="connsiteX847" fmla="*/ 4955599 w 7467600"/>
              <a:gd name="connsiteY847" fmla="*/ 247008 h 6858000"/>
              <a:gd name="connsiteX848" fmla="*/ 5210104 w 7467600"/>
              <a:gd name="connsiteY848" fmla="*/ 228123 h 6858000"/>
              <a:gd name="connsiteX849" fmla="*/ 5261015 w 7467600"/>
              <a:gd name="connsiteY849" fmla="*/ 227087 h 6858000"/>
              <a:gd name="connsiteX850" fmla="*/ 5861181 w 7467600"/>
              <a:gd name="connsiteY850" fmla="*/ 143093 h 6858000"/>
              <a:gd name="connsiteX851" fmla="*/ 5961252 w 7467600"/>
              <a:gd name="connsiteY851" fmla="*/ 114820 h 6858000"/>
              <a:gd name="connsiteX852" fmla="*/ 5944437 w 7467600"/>
              <a:gd name="connsiteY852" fmla="*/ 113829 h 6858000"/>
              <a:gd name="connsiteX853" fmla="*/ 3882765 w 7467600"/>
              <a:gd name="connsiteY853" fmla="*/ 0 h 6858000"/>
              <a:gd name="connsiteX854" fmla="*/ 3995099 w 7467600"/>
              <a:gd name="connsiteY854" fmla="*/ 0 h 6858000"/>
              <a:gd name="connsiteX855" fmla="*/ 4163818 w 7467600"/>
              <a:gd name="connsiteY855" fmla="*/ 234104 h 6858000"/>
              <a:gd name="connsiteX856" fmla="*/ 4172099 w 7467600"/>
              <a:gd name="connsiteY856" fmla="*/ 234207 h 6858000"/>
              <a:gd name="connsiteX857" fmla="*/ 4784282 w 7467600"/>
              <a:gd name="connsiteY857" fmla="*/ 276561 h 6858000"/>
              <a:gd name="connsiteX858" fmla="*/ 4801687 w 7467600"/>
              <a:gd name="connsiteY858" fmla="*/ 267764 h 6858000"/>
              <a:gd name="connsiteX859" fmla="*/ 6082788 w 7467600"/>
              <a:gd name="connsiteY859" fmla="*/ 64119 h 6858000"/>
              <a:gd name="connsiteX860" fmla="*/ 6099442 w 7467600"/>
              <a:gd name="connsiteY860" fmla="*/ 82568 h 6858000"/>
              <a:gd name="connsiteX861" fmla="*/ 4804137 w 7467600"/>
              <a:gd name="connsiteY861" fmla="*/ 320931 h 6858000"/>
              <a:gd name="connsiteX862" fmla="*/ 4227047 w 7467600"/>
              <a:gd name="connsiteY862" fmla="*/ 313415 h 6858000"/>
              <a:gd name="connsiteX863" fmla="*/ 4346041 w 7467600"/>
              <a:gd name="connsiteY863" fmla="*/ 456086 h 6858000"/>
              <a:gd name="connsiteX864" fmla="*/ 4870967 w 7467600"/>
              <a:gd name="connsiteY864" fmla="*/ 963061 h 6858000"/>
              <a:gd name="connsiteX865" fmla="*/ 4889647 w 7467600"/>
              <a:gd name="connsiteY865" fmla="*/ 957147 h 6858000"/>
              <a:gd name="connsiteX866" fmla="*/ 5422504 w 7467600"/>
              <a:gd name="connsiteY866" fmla="*/ 805191 h 6858000"/>
              <a:gd name="connsiteX867" fmla="*/ 6087656 w 7467600"/>
              <a:gd name="connsiteY867" fmla="*/ 826703 h 6858000"/>
              <a:gd name="connsiteX868" fmla="*/ 6058717 w 7467600"/>
              <a:gd name="connsiteY868" fmla="*/ 865992 h 6858000"/>
              <a:gd name="connsiteX869" fmla="*/ 4974153 w 7467600"/>
              <a:gd name="connsiteY869" fmla="*/ 1045456 h 6858000"/>
              <a:gd name="connsiteX870" fmla="*/ 5627835 w 7467600"/>
              <a:gd name="connsiteY870" fmla="*/ 1472077 h 6858000"/>
              <a:gd name="connsiteX871" fmla="*/ 5629817 w 7467600"/>
              <a:gd name="connsiteY871" fmla="*/ 1471412 h 6858000"/>
              <a:gd name="connsiteX872" fmla="*/ 5634124 w 7467600"/>
              <a:gd name="connsiteY872" fmla="*/ 1470572 h 6858000"/>
              <a:gd name="connsiteX873" fmla="*/ 5755832 w 7467600"/>
              <a:gd name="connsiteY873" fmla="*/ 1383886 h 6858000"/>
              <a:gd name="connsiteX874" fmla="*/ 6014186 w 7467600"/>
              <a:gd name="connsiteY874" fmla="*/ 1279799 h 6858000"/>
              <a:gd name="connsiteX875" fmla="*/ 6901619 w 7467600"/>
              <a:gd name="connsiteY875" fmla="*/ 1047874 h 6858000"/>
              <a:gd name="connsiteX876" fmla="*/ 6931566 w 7467600"/>
              <a:gd name="connsiteY876" fmla="*/ 1062034 h 6858000"/>
              <a:gd name="connsiteX877" fmla="*/ 5790982 w 7467600"/>
              <a:gd name="connsiteY877" fmla="*/ 1561380 h 6858000"/>
              <a:gd name="connsiteX878" fmla="*/ 6188971 w 7467600"/>
              <a:gd name="connsiteY878" fmla="*/ 1755168 h 6858000"/>
              <a:gd name="connsiteX879" fmla="*/ 6202446 w 7467600"/>
              <a:gd name="connsiteY879" fmla="*/ 1752268 h 6858000"/>
              <a:gd name="connsiteX880" fmla="*/ 7179560 w 7467600"/>
              <a:gd name="connsiteY880" fmla="*/ 1467551 h 6858000"/>
              <a:gd name="connsiteX881" fmla="*/ 7158730 w 7467600"/>
              <a:gd name="connsiteY881" fmla="*/ 1507835 h 6858000"/>
              <a:gd name="connsiteX882" fmla="*/ 6326959 w 7467600"/>
              <a:gd name="connsiteY882" fmla="*/ 1817686 h 6858000"/>
              <a:gd name="connsiteX883" fmla="*/ 6537433 w 7467600"/>
              <a:gd name="connsiteY883" fmla="*/ 1907790 h 6858000"/>
              <a:gd name="connsiteX884" fmla="*/ 6550221 w 7467600"/>
              <a:gd name="connsiteY884" fmla="*/ 1910729 h 6858000"/>
              <a:gd name="connsiteX885" fmla="*/ 6964438 w 7467600"/>
              <a:gd name="connsiteY885" fmla="*/ 2209505 h 6858000"/>
              <a:gd name="connsiteX886" fmla="*/ 7367862 w 7467600"/>
              <a:gd name="connsiteY886" fmla="*/ 2806833 h 6858000"/>
              <a:gd name="connsiteX887" fmla="*/ 7364329 w 7467600"/>
              <a:gd name="connsiteY887" fmla="*/ 2826907 h 6858000"/>
              <a:gd name="connsiteX888" fmla="*/ 7290545 w 7467600"/>
              <a:gd name="connsiteY888" fmla="*/ 2850663 h 6858000"/>
              <a:gd name="connsiteX889" fmla="*/ 6472036 w 7467600"/>
              <a:gd name="connsiteY889" fmla="*/ 1959003 h 6858000"/>
              <a:gd name="connsiteX890" fmla="*/ 5792897 w 7467600"/>
              <a:gd name="connsiteY890" fmla="*/ 1647747 h 6858000"/>
              <a:gd name="connsiteX891" fmla="*/ 5842751 w 7467600"/>
              <a:gd name="connsiteY891" fmla="*/ 1816112 h 6858000"/>
              <a:gd name="connsiteX892" fmla="*/ 5847424 w 7467600"/>
              <a:gd name="connsiteY892" fmla="*/ 1815776 h 6858000"/>
              <a:gd name="connsiteX893" fmla="*/ 6399821 w 7467600"/>
              <a:gd name="connsiteY893" fmla="*/ 2344799 h 6858000"/>
              <a:gd name="connsiteX894" fmla="*/ 6323232 w 7467600"/>
              <a:gd name="connsiteY894" fmla="*/ 2389634 h 6858000"/>
              <a:gd name="connsiteX895" fmla="*/ 5942958 w 7467600"/>
              <a:gd name="connsiteY895" fmla="*/ 2077708 h 6858000"/>
              <a:gd name="connsiteX896" fmla="*/ 5921559 w 7467600"/>
              <a:gd name="connsiteY896" fmla="*/ 2378596 h 6858000"/>
              <a:gd name="connsiteX897" fmla="*/ 5817651 w 7467600"/>
              <a:gd name="connsiteY897" fmla="*/ 3023919 h 6858000"/>
              <a:gd name="connsiteX898" fmla="*/ 5729634 w 7467600"/>
              <a:gd name="connsiteY898" fmla="*/ 3051849 h 6858000"/>
              <a:gd name="connsiteX899" fmla="*/ 5611018 w 7467600"/>
              <a:gd name="connsiteY899" fmla="*/ 2316769 h 6858000"/>
              <a:gd name="connsiteX900" fmla="*/ 5687608 w 7467600"/>
              <a:gd name="connsiteY900" fmla="*/ 2039972 h 6858000"/>
              <a:gd name="connsiteX901" fmla="*/ 5657554 w 7467600"/>
              <a:gd name="connsiteY901" fmla="*/ 1576445 h 6858000"/>
              <a:gd name="connsiteX902" fmla="*/ 5150475 w 7467600"/>
              <a:gd name="connsiteY902" fmla="*/ 1274012 h 6858000"/>
              <a:gd name="connsiteX903" fmla="*/ 5349142 w 7467600"/>
              <a:gd name="connsiteY903" fmla="*/ 2204405 h 6858000"/>
              <a:gd name="connsiteX904" fmla="*/ 5262214 w 7467600"/>
              <a:gd name="connsiteY904" fmla="*/ 2233836 h 6858000"/>
              <a:gd name="connsiteX905" fmla="*/ 4981539 w 7467600"/>
              <a:gd name="connsiteY905" fmla="*/ 1542201 h 6858000"/>
              <a:gd name="connsiteX906" fmla="*/ 4958461 w 7467600"/>
              <a:gd name="connsiteY906" fmla="*/ 1136957 h 6858000"/>
              <a:gd name="connsiteX907" fmla="*/ 4655015 w 7467600"/>
              <a:gd name="connsiteY907" fmla="*/ 891426 h 6858000"/>
              <a:gd name="connsiteX908" fmla="*/ 4348002 w 7467600"/>
              <a:gd name="connsiteY908" fmla="*/ 2205895 h 6858000"/>
              <a:gd name="connsiteX909" fmla="*/ 4262250 w 7467600"/>
              <a:gd name="connsiteY909" fmla="*/ 2219972 h 6858000"/>
              <a:gd name="connsiteX910" fmla="*/ 4550611 w 7467600"/>
              <a:gd name="connsiteY910" fmla="*/ 817540 h 6858000"/>
              <a:gd name="connsiteX911" fmla="*/ 4564418 w 7467600"/>
              <a:gd name="connsiteY911" fmla="*/ 808293 h 6858000"/>
              <a:gd name="connsiteX912" fmla="*/ 4266388 w 7467600"/>
              <a:gd name="connsiteY912" fmla="*/ 500083 h 6858000"/>
              <a:gd name="connsiteX913" fmla="*/ 4032842 w 7467600"/>
              <a:gd name="connsiteY913" fmla="*/ 211809 h 6858000"/>
              <a:gd name="connsiteX914" fmla="*/ 3882765 w 7467600"/>
              <a:gd name="connsiteY914" fmla="*/ 0 h 6858000"/>
              <a:gd name="connsiteX915" fmla="*/ 3721337 w 7467600"/>
              <a:gd name="connsiteY915" fmla="*/ 0 h 6858000"/>
              <a:gd name="connsiteX916" fmla="*/ 3797544 w 7467600"/>
              <a:gd name="connsiteY916" fmla="*/ 0 h 6858000"/>
              <a:gd name="connsiteX917" fmla="*/ 3775734 w 7467600"/>
              <a:gd name="connsiteY917" fmla="*/ 95131 h 6858000"/>
              <a:gd name="connsiteX918" fmla="*/ 3724807 w 7467600"/>
              <a:gd name="connsiteY918" fmla="*/ 272257 h 6858000"/>
              <a:gd name="connsiteX919" fmla="*/ 3726844 w 7467600"/>
              <a:gd name="connsiteY919" fmla="*/ 282988 h 6858000"/>
              <a:gd name="connsiteX920" fmla="*/ 3742664 w 7467600"/>
              <a:gd name="connsiteY920" fmla="*/ 279918 h 6858000"/>
              <a:gd name="connsiteX921" fmla="*/ 4103910 w 7467600"/>
              <a:gd name="connsiteY921" fmla="*/ 1161917 h 6858000"/>
              <a:gd name="connsiteX922" fmla="*/ 4020269 w 7467600"/>
              <a:gd name="connsiteY922" fmla="*/ 1200406 h 6858000"/>
              <a:gd name="connsiteX923" fmla="*/ 3674882 w 7467600"/>
              <a:gd name="connsiteY923" fmla="*/ 488524 h 6858000"/>
              <a:gd name="connsiteX924" fmla="*/ 3132682 w 7467600"/>
              <a:gd name="connsiteY924" fmla="*/ 1072284 h 6858000"/>
              <a:gd name="connsiteX925" fmla="*/ 2716346 w 7467600"/>
              <a:gd name="connsiteY925" fmla="*/ 1276376 h 6858000"/>
              <a:gd name="connsiteX926" fmla="*/ 2716772 w 7467600"/>
              <a:gd name="connsiteY926" fmla="*/ 1255462 h 6858000"/>
              <a:gd name="connsiteX927" fmla="*/ 3471096 w 7467600"/>
              <a:gd name="connsiteY927" fmla="*/ 437072 h 6858000"/>
              <a:gd name="connsiteX928" fmla="*/ 3639057 w 7467600"/>
              <a:gd name="connsiteY928" fmla="*/ 286334 h 6858000"/>
              <a:gd name="connsiteX929" fmla="*/ 3640309 w 7467600"/>
              <a:gd name="connsiteY929" fmla="*/ 284664 h 6858000"/>
              <a:gd name="connsiteX930" fmla="*/ 3646022 w 7467600"/>
              <a:gd name="connsiteY930" fmla="*/ 276711 h 6858000"/>
              <a:gd name="connsiteX931" fmla="*/ 3707943 w 7467600"/>
              <a:gd name="connsiteY931" fmla="*/ 65958 h 6858000"/>
              <a:gd name="connsiteX932" fmla="*/ 3721337 w 7467600"/>
              <a:gd name="connsiteY932" fmla="*/ 0 h 6858000"/>
              <a:gd name="connsiteX933" fmla="*/ 2867960 w 7467600"/>
              <a:gd name="connsiteY933" fmla="*/ 0 h 6858000"/>
              <a:gd name="connsiteX934" fmla="*/ 2926351 w 7467600"/>
              <a:gd name="connsiteY934" fmla="*/ 0 h 6858000"/>
              <a:gd name="connsiteX935" fmla="*/ 2902823 w 7467600"/>
              <a:gd name="connsiteY935" fmla="*/ 262929 h 6858000"/>
              <a:gd name="connsiteX936" fmla="*/ 2940663 w 7467600"/>
              <a:gd name="connsiteY936" fmla="*/ 140884 h 6858000"/>
              <a:gd name="connsiteX937" fmla="*/ 2947039 w 7467600"/>
              <a:gd name="connsiteY937" fmla="*/ 122524 h 6858000"/>
              <a:gd name="connsiteX938" fmla="*/ 2984316 w 7467600"/>
              <a:gd name="connsiteY938" fmla="*/ 0 h 6858000"/>
              <a:gd name="connsiteX939" fmla="*/ 3016114 w 7467600"/>
              <a:gd name="connsiteY939" fmla="*/ 0 h 6858000"/>
              <a:gd name="connsiteX940" fmla="*/ 2979949 w 7467600"/>
              <a:gd name="connsiteY940" fmla="*/ 119274 h 6858000"/>
              <a:gd name="connsiteX941" fmla="*/ 3023879 w 7467600"/>
              <a:gd name="connsiteY941" fmla="*/ 0 h 6858000"/>
              <a:gd name="connsiteX942" fmla="*/ 3105400 w 7467600"/>
              <a:gd name="connsiteY942" fmla="*/ 0 h 6858000"/>
              <a:gd name="connsiteX943" fmla="*/ 3094669 w 7467600"/>
              <a:gd name="connsiteY943" fmla="*/ 30308 h 6858000"/>
              <a:gd name="connsiteX944" fmla="*/ 2901945 w 7467600"/>
              <a:gd name="connsiteY944" fmla="*/ 466538 h 6858000"/>
              <a:gd name="connsiteX945" fmla="*/ 2815209 w 7467600"/>
              <a:gd name="connsiteY945" fmla="*/ 497361 h 6858000"/>
              <a:gd name="connsiteX946" fmla="*/ 2844845 w 7467600"/>
              <a:gd name="connsiteY946" fmla="*/ 127638 h 6858000"/>
              <a:gd name="connsiteX947" fmla="*/ 2867960 w 7467600"/>
              <a:gd name="connsiteY947" fmla="*/ 0 h 6858000"/>
              <a:gd name="connsiteX948" fmla="*/ 1057230 w 7467600"/>
              <a:gd name="connsiteY948" fmla="*/ 0 h 6858000"/>
              <a:gd name="connsiteX949" fmla="*/ 1111003 w 7467600"/>
              <a:gd name="connsiteY949" fmla="*/ 0 h 6858000"/>
              <a:gd name="connsiteX950" fmla="*/ 1125553 w 7467600"/>
              <a:gd name="connsiteY950" fmla="*/ 52588 h 6858000"/>
              <a:gd name="connsiteX951" fmla="*/ 1304276 w 7467600"/>
              <a:gd name="connsiteY951" fmla="*/ 476275 h 6858000"/>
              <a:gd name="connsiteX952" fmla="*/ 1492066 w 7467600"/>
              <a:gd name="connsiteY952" fmla="*/ 886333 h 6858000"/>
              <a:gd name="connsiteX953" fmla="*/ 1423698 w 7467600"/>
              <a:gd name="connsiteY953" fmla="*/ 710817 h 6858000"/>
              <a:gd name="connsiteX954" fmla="*/ 1357609 w 7467600"/>
              <a:gd name="connsiteY954" fmla="*/ 532892 h 6858000"/>
              <a:gd name="connsiteX955" fmla="*/ 1309550 w 7467600"/>
              <a:gd name="connsiteY955" fmla="*/ 374031 h 6858000"/>
              <a:gd name="connsiteX956" fmla="*/ 1193673 w 7467600"/>
              <a:gd name="connsiteY956" fmla="*/ 49533 h 6858000"/>
              <a:gd name="connsiteX957" fmla="*/ 1164391 w 7467600"/>
              <a:gd name="connsiteY957" fmla="*/ 0 h 6858000"/>
              <a:gd name="connsiteX958" fmla="*/ 1200666 w 7467600"/>
              <a:gd name="connsiteY958" fmla="*/ 0 h 6858000"/>
              <a:gd name="connsiteX959" fmla="*/ 1223408 w 7467600"/>
              <a:gd name="connsiteY959" fmla="*/ 38996 h 6858000"/>
              <a:gd name="connsiteX960" fmla="*/ 1339635 w 7467600"/>
              <a:gd name="connsiteY960" fmla="*/ 365517 h 6858000"/>
              <a:gd name="connsiteX961" fmla="*/ 1387469 w 7467600"/>
              <a:gd name="connsiteY961" fmla="*/ 523079 h 6858000"/>
              <a:gd name="connsiteX962" fmla="*/ 1452685 w 7467600"/>
              <a:gd name="connsiteY962" fmla="*/ 699806 h 6858000"/>
              <a:gd name="connsiteX963" fmla="*/ 1492092 w 7467600"/>
              <a:gd name="connsiteY963" fmla="*/ 800424 h 6858000"/>
              <a:gd name="connsiteX964" fmla="*/ 1455302 w 7467600"/>
              <a:gd name="connsiteY964" fmla="*/ 632913 h 6858000"/>
              <a:gd name="connsiteX965" fmla="*/ 1222336 w 7467600"/>
              <a:gd name="connsiteY965" fmla="*/ 9480 h 6858000"/>
              <a:gd name="connsiteX966" fmla="*/ 1214634 w 7467600"/>
              <a:gd name="connsiteY966" fmla="*/ 0 h 6858000"/>
              <a:gd name="connsiteX967" fmla="*/ 1289827 w 7467600"/>
              <a:gd name="connsiteY967" fmla="*/ 0 h 6858000"/>
              <a:gd name="connsiteX968" fmla="*/ 1321076 w 7467600"/>
              <a:gd name="connsiteY968" fmla="*/ 59722 h 6858000"/>
              <a:gd name="connsiteX969" fmla="*/ 1512579 w 7467600"/>
              <a:gd name="connsiteY969" fmla="*/ 626441 h 6858000"/>
              <a:gd name="connsiteX970" fmla="*/ 1506076 w 7467600"/>
              <a:gd name="connsiteY970" fmla="*/ 1089289 h 6858000"/>
              <a:gd name="connsiteX971" fmla="*/ 1486346 w 7467600"/>
              <a:gd name="connsiteY971" fmla="*/ 1079919 h 6858000"/>
              <a:gd name="connsiteX972" fmla="*/ 1070511 w 7467600"/>
              <a:gd name="connsiteY972" fmla="*/ 48609 h 6858000"/>
              <a:gd name="connsiteX973" fmla="*/ 1057230 w 7467600"/>
              <a:gd name="connsiteY973" fmla="*/ 0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993" fmla="*/ 43151 w 7467600"/>
              <a:gd name="connsiteY99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43603 w 7467600"/>
              <a:gd name="connsiteY127" fmla="*/ 51497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1903353 w 7467600"/>
              <a:gd name="connsiteY137" fmla="*/ 5044827 h 6858000"/>
              <a:gd name="connsiteX138" fmla="*/ 1936931 w 7467600"/>
              <a:gd name="connsiteY138" fmla="*/ 5093954 h 6858000"/>
              <a:gd name="connsiteX139" fmla="*/ 2195868 w 7467600"/>
              <a:gd name="connsiteY139" fmla="*/ 5396574 h 6858000"/>
              <a:gd name="connsiteX140" fmla="*/ 2088852 w 7467600"/>
              <a:gd name="connsiteY140" fmla="*/ 5166123 h 6858000"/>
              <a:gd name="connsiteX141" fmla="*/ 1958241 w 7467600"/>
              <a:gd name="connsiteY141" fmla="*/ 5067955 h 6858000"/>
              <a:gd name="connsiteX142" fmla="*/ 1903353 w 7467600"/>
              <a:gd name="connsiteY142" fmla="*/ 5044827 h 6858000"/>
              <a:gd name="connsiteX143" fmla="*/ 1979378 w 7467600"/>
              <a:gd name="connsiteY143" fmla="*/ 4769504 h 6858000"/>
              <a:gd name="connsiteX144" fmla="*/ 2882120 w 7467600"/>
              <a:gd name="connsiteY144" fmla="*/ 5064547 h 6858000"/>
              <a:gd name="connsiteX145" fmla="*/ 2793103 w 7467600"/>
              <a:gd name="connsiteY145" fmla="*/ 5039699 h 6858000"/>
              <a:gd name="connsiteX146" fmla="*/ 2770041 w 7467600"/>
              <a:gd name="connsiteY146" fmla="*/ 5033634 h 6858000"/>
              <a:gd name="connsiteX147" fmla="*/ 1979378 w 7467600"/>
              <a:gd name="connsiteY147" fmla="*/ 4769504 h 6858000"/>
              <a:gd name="connsiteX148" fmla="*/ 1927410 w 7467600"/>
              <a:gd name="connsiteY148" fmla="*/ 4716164 h 6858000"/>
              <a:gd name="connsiteX149" fmla="*/ 1959587 w 7467600"/>
              <a:gd name="connsiteY149" fmla="*/ 4728849 h 6858000"/>
              <a:gd name="connsiteX150" fmla="*/ 2777707 w 7467600"/>
              <a:gd name="connsiteY150" fmla="*/ 5003991 h 6858000"/>
              <a:gd name="connsiteX151" fmla="*/ 2800768 w 7467600"/>
              <a:gd name="connsiteY151" fmla="*/ 5010056 h 6858000"/>
              <a:gd name="connsiteX152" fmla="*/ 2879408 w 7467600"/>
              <a:gd name="connsiteY152" fmla="*/ 5031590 h 6858000"/>
              <a:gd name="connsiteX153" fmla="*/ 2862295 w 7467600"/>
              <a:gd name="connsiteY153" fmla="*/ 5022958 h 6858000"/>
              <a:gd name="connsiteX154" fmla="*/ 2813343 w 7467600"/>
              <a:gd name="connsiteY154" fmla="*/ 4998369 h 6858000"/>
              <a:gd name="connsiteX155" fmla="*/ 2646245 w 7467600"/>
              <a:gd name="connsiteY155" fmla="*/ 4930999 h 6858000"/>
              <a:gd name="connsiteX156" fmla="*/ 1999243 w 7467600"/>
              <a:gd name="connsiteY156" fmla="*/ 4730524 h 6858000"/>
              <a:gd name="connsiteX157" fmla="*/ 1979527 w 7467600"/>
              <a:gd name="connsiteY157" fmla="*/ 4726651 h 6858000"/>
              <a:gd name="connsiteX158" fmla="*/ 1927410 w 7467600"/>
              <a:gd name="connsiteY158" fmla="*/ 4716164 h 6858000"/>
              <a:gd name="connsiteX159" fmla="*/ 1997014 w 7467600"/>
              <a:gd name="connsiteY159" fmla="*/ 4698007 h 6858000"/>
              <a:gd name="connsiteX160" fmla="*/ 2005458 w 7467600"/>
              <a:gd name="connsiteY160" fmla="*/ 4699540 h 6858000"/>
              <a:gd name="connsiteX161" fmla="*/ 2657186 w 7467600"/>
              <a:gd name="connsiteY161" fmla="*/ 4901687 h 6858000"/>
              <a:gd name="connsiteX162" fmla="*/ 2826662 w 7467600"/>
              <a:gd name="connsiteY162" fmla="*/ 4970362 h 6858000"/>
              <a:gd name="connsiteX163" fmla="*/ 2876100 w 7467600"/>
              <a:gd name="connsiteY163" fmla="*/ 4995397 h 6858000"/>
              <a:gd name="connsiteX164" fmla="*/ 3042600 w 7467600"/>
              <a:gd name="connsiteY164" fmla="*/ 5059532 h 6858000"/>
              <a:gd name="connsiteX165" fmla="*/ 1997014 w 7467600"/>
              <a:gd name="connsiteY165" fmla="*/ 4698007 h 6858000"/>
              <a:gd name="connsiteX166" fmla="*/ 2305292 w 7467600"/>
              <a:gd name="connsiteY166" fmla="*/ 4219492 h 6858000"/>
              <a:gd name="connsiteX167" fmla="*/ 3360922 w 7467600"/>
              <a:gd name="connsiteY167" fmla="*/ 4529373 h 6858000"/>
              <a:gd name="connsiteX168" fmla="*/ 3492420 w 7467600"/>
              <a:gd name="connsiteY168" fmla="*/ 4510145 h 6858000"/>
              <a:gd name="connsiteX169" fmla="*/ 3364086 w 7467600"/>
              <a:gd name="connsiteY169" fmla="*/ 4480340 h 6858000"/>
              <a:gd name="connsiteX170" fmla="*/ 3225818 w 7467600"/>
              <a:gd name="connsiteY170" fmla="*/ 4411822 h 6858000"/>
              <a:gd name="connsiteX171" fmla="*/ 3129696 w 7467600"/>
              <a:gd name="connsiteY171" fmla="*/ 4360704 h 6858000"/>
              <a:gd name="connsiteX172" fmla="*/ 2814545 w 7467600"/>
              <a:gd name="connsiteY172" fmla="*/ 4282955 h 6858000"/>
              <a:gd name="connsiteX173" fmla="*/ 2305292 w 7467600"/>
              <a:gd name="connsiteY173" fmla="*/ 4219492 h 6858000"/>
              <a:gd name="connsiteX174" fmla="*/ 2626982 w 7467600"/>
              <a:gd name="connsiteY174" fmla="*/ 4206450 h 6858000"/>
              <a:gd name="connsiteX175" fmla="*/ 2490617 w 7467600"/>
              <a:gd name="connsiteY175" fmla="*/ 4206951 h 6858000"/>
              <a:gd name="connsiteX176" fmla="*/ 2819869 w 7467600"/>
              <a:gd name="connsiteY176" fmla="*/ 4252936 h 6858000"/>
              <a:gd name="connsiteX177" fmla="*/ 3143018 w 7467600"/>
              <a:gd name="connsiteY177" fmla="*/ 4332698 h 6858000"/>
              <a:gd name="connsiteX178" fmla="*/ 3241520 w 7467600"/>
              <a:gd name="connsiteY178" fmla="*/ 4385112 h 6858000"/>
              <a:gd name="connsiteX179" fmla="*/ 3374575 w 7467600"/>
              <a:gd name="connsiteY179" fmla="*/ 4451517 h 6858000"/>
              <a:gd name="connsiteX180" fmla="*/ 3505221 w 7467600"/>
              <a:gd name="connsiteY180" fmla="*/ 4480757 h 6858000"/>
              <a:gd name="connsiteX181" fmla="*/ 2626982 w 7467600"/>
              <a:gd name="connsiteY181" fmla="*/ 4206450 h 6858000"/>
              <a:gd name="connsiteX182" fmla="*/ 1310106 w 7467600"/>
              <a:gd name="connsiteY182" fmla="*/ 3943217 h 6858000"/>
              <a:gd name="connsiteX183" fmla="*/ 854994 w 7467600"/>
              <a:gd name="connsiteY183" fmla="*/ 4399136 h 6858000"/>
              <a:gd name="connsiteX184" fmla="*/ 742462 w 7467600"/>
              <a:gd name="connsiteY184" fmla="*/ 4594648 h 6858000"/>
              <a:gd name="connsiteX185" fmla="*/ 820602 w 7467600"/>
              <a:gd name="connsiteY185" fmla="*/ 4485915 h 6858000"/>
              <a:gd name="connsiteX186" fmla="*/ 878295 w 7467600"/>
              <a:gd name="connsiteY186" fmla="*/ 4403594 h 6858000"/>
              <a:gd name="connsiteX187" fmla="*/ 1240607 w 7467600"/>
              <a:gd name="connsiteY187" fmla="*/ 4010401 h 6858000"/>
              <a:gd name="connsiteX188" fmla="*/ 1310106 w 7467600"/>
              <a:gd name="connsiteY188" fmla="*/ 3943217 h 6858000"/>
              <a:gd name="connsiteX189" fmla="*/ 1423113 w 7467600"/>
              <a:gd name="connsiteY189" fmla="*/ 3874565 h 6858000"/>
              <a:gd name="connsiteX190" fmla="*/ 1260565 w 7467600"/>
              <a:gd name="connsiteY190" fmla="*/ 4031982 h 6858000"/>
              <a:gd name="connsiteX191" fmla="*/ 901900 w 7467600"/>
              <a:gd name="connsiteY191" fmla="*/ 4421236 h 6858000"/>
              <a:gd name="connsiteX192" fmla="*/ 845044 w 7467600"/>
              <a:gd name="connsiteY192" fmla="*/ 4502436 h 6858000"/>
              <a:gd name="connsiteX193" fmla="*/ 685926 w 7467600"/>
              <a:gd name="connsiteY193" fmla="*/ 4703069 h 6858000"/>
              <a:gd name="connsiteX194" fmla="*/ 684248 w 7467600"/>
              <a:gd name="connsiteY194" fmla="*/ 4706721 h 6858000"/>
              <a:gd name="connsiteX195" fmla="*/ 1423113 w 7467600"/>
              <a:gd name="connsiteY195" fmla="*/ 3874565 h 6858000"/>
              <a:gd name="connsiteX196" fmla="*/ 3316479 w 7467600"/>
              <a:gd name="connsiteY196" fmla="*/ 3872136 h 6858000"/>
              <a:gd name="connsiteX197" fmla="*/ 3546806 w 7467600"/>
              <a:gd name="connsiteY197" fmla="*/ 4356139 h 6858000"/>
              <a:gd name="connsiteX198" fmla="*/ 3364433 w 7467600"/>
              <a:gd name="connsiteY198" fmla="*/ 3953121 h 6858000"/>
              <a:gd name="connsiteX199" fmla="*/ 3316479 w 7467600"/>
              <a:gd name="connsiteY199" fmla="*/ 3872136 h 6858000"/>
              <a:gd name="connsiteX200" fmla="*/ 3291335 w 7467600"/>
              <a:gd name="connsiteY200" fmla="*/ 3767420 h 6858000"/>
              <a:gd name="connsiteX201" fmla="*/ 3390805 w 7467600"/>
              <a:gd name="connsiteY201" fmla="*/ 3937163 h 6858000"/>
              <a:gd name="connsiteX202" fmla="*/ 3579062 w 7467600"/>
              <a:gd name="connsiteY202" fmla="*/ 4359040 h 6858000"/>
              <a:gd name="connsiteX203" fmla="*/ 3467355 w 7467600"/>
              <a:gd name="connsiteY203" fmla="*/ 3988130 h 6858000"/>
              <a:gd name="connsiteX204" fmla="*/ 3310753 w 7467600"/>
              <a:gd name="connsiteY204" fmla="*/ 3787140 h 6858000"/>
              <a:gd name="connsiteX205" fmla="*/ 3291335 w 7467600"/>
              <a:gd name="connsiteY205" fmla="*/ 3767420 h 6858000"/>
              <a:gd name="connsiteX206" fmla="*/ 1635889 w 7467600"/>
              <a:gd name="connsiteY206" fmla="*/ 3709494 h 6858000"/>
              <a:gd name="connsiteX207" fmla="*/ 1634800 w 7467600"/>
              <a:gd name="connsiteY207" fmla="*/ 3731111 h 6858000"/>
              <a:gd name="connsiteX208" fmla="*/ 1635889 w 7467600"/>
              <a:gd name="connsiteY208" fmla="*/ 3709494 h 6858000"/>
              <a:gd name="connsiteX209" fmla="*/ 1510397 w 7467600"/>
              <a:gd name="connsiteY209" fmla="*/ 3684705 h 6858000"/>
              <a:gd name="connsiteX210" fmla="*/ 1146550 w 7467600"/>
              <a:gd name="connsiteY210" fmla="*/ 3802012 h 6858000"/>
              <a:gd name="connsiteX211" fmla="*/ 698834 w 7467600"/>
              <a:gd name="connsiteY211" fmla="*/ 3952272 h 6858000"/>
              <a:gd name="connsiteX212" fmla="*/ 34256 w 7467600"/>
              <a:gd name="connsiteY212" fmla="*/ 4347603 h 6858000"/>
              <a:gd name="connsiteX213" fmla="*/ 527241 w 7467600"/>
              <a:gd name="connsiteY213" fmla="*/ 4065078 h 6858000"/>
              <a:gd name="connsiteX214" fmla="*/ 1510397 w 7467600"/>
              <a:gd name="connsiteY214" fmla="*/ 3684705 h 6858000"/>
              <a:gd name="connsiteX215" fmla="*/ 1313114 w 7467600"/>
              <a:gd name="connsiteY215" fmla="*/ 3655216 h 6858000"/>
              <a:gd name="connsiteX216" fmla="*/ 1109304 w 7467600"/>
              <a:gd name="connsiteY216" fmla="*/ 3669030 h 6858000"/>
              <a:gd name="connsiteX217" fmla="*/ 8129 w 7467600"/>
              <a:gd name="connsiteY217" fmla="*/ 4330519 h 6858000"/>
              <a:gd name="connsiteX218" fmla="*/ 687572 w 7467600"/>
              <a:gd name="connsiteY218" fmla="*/ 3925629 h 6858000"/>
              <a:gd name="connsiteX219" fmla="*/ 1138365 w 7467600"/>
              <a:gd name="connsiteY219" fmla="*/ 3774515 h 6858000"/>
              <a:gd name="connsiteX220" fmla="*/ 1505579 w 7467600"/>
              <a:gd name="connsiteY220" fmla="*/ 3655526 h 6858000"/>
              <a:gd name="connsiteX221" fmla="*/ 1313114 w 7467600"/>
              <a:gd name="connsiteY221" fmla="*/ 3655216 h 6858000"/>
              <a:gd name="connsiteX222" fmla="*/ 3655073 w 7467600"/>
              <a:gd name="connsiteY222" fmla="*/ 3650884 h 6858000"/>
              <a:gd name="connsiteX223" fmla="*/ 3989938 w 7467600"/>
              <a:gd name="connsiteY223" fmla="*/ 3991685 h 6858000"/>
              <a:gd name="connsiteX224" fmla="*/ 4393907 w 7467600"/>
              <a:gd name="connsiteY224" fmla="*/ 4261258 h 6858000"/>
              <a:gd name="connsiteX225" fmla="*/ 4648051 w 7467600"/>
              <a:gd name="connsiteY225" fmla="*/ 4374051 h 6858000"/>
              <a:gd name="connsiteX226" fmla="*/ 4383389 w 7467600"/>
              <a:gd name="connsiteY226" fmla="*/ 4184369 h 6858000"/>
              <a:gd name="connsiteX227" fmla="*/ 4165508 w 7467600"/>
              <a:gd name="connsiteY227" fmla="*/ 4035196 h 6858000"/>
              <a:gd name="connsiteX228" fmla="*/ 4068162 w 7467600"/>
              <a:gd name="connsiteY228" fmla="*/ 3953394 h 6858000"/>
              <a:gd name="connsiteX229" fmla="*/ 3981416 w 7467600"/>
              <a:gd name="connsiteY229" fmla="*/ 3880482 h 6858000"/>
              <a:gd name="connsiteX230" fmla="*/ 3800147 w 7467600"/>
              <a:gd name="connsiteY230" fmla="*/ 3749872 h 6858000"/>
              <a:gd name="connsiteX231" fmla="*/ 3655073 w 7467600"/>
              <a:gd name="connsiteY231" fmla="*/ 3650884 h 6858000"/>
              <a:gd name="connsiteX232" fmla="*/ 3670252 w 7467600"/>
              <a:gd name="connsiteY232" fmla="*/ 3622798 h 6858000"/>
              <a:gd name="connsiteX233" fmla="*/ 3817258 w 7467600"/>
              <a:gd name="connsiteY233" fmla="*/ 3723577 h 6858000"/>
              <a:gd name="connsiteX234" fmla="*/ 4000461 w 7467600"/>
              <a:gd name="connsiteY234" fmla="*/ 3855966 h 6858000"/>
              <a:gd name="connsiteX235" fmla="*/ 4088180 w 7467600"/>
              <a:gd name="connsiteY235" fmla="*/ 3929774 h 6858000"/>
              <a:gd name="connsiteX236" fmla="*/ 4184555 w 7467600"/>
              <a:gd name="connsiteY236" fmla="*/ 4010683 h 6858000"/>
              <a:gd name="connsiteX237" fmla="*/ 4399563 w 7467600"/>
              <a:gd name="connsiteY237" fmla="*/ 4158106 h 6858000"/>
              <a:gd name="connsiteX238" fmla="*/ 4684469 w 7467600"/>
              <a:gd name="connsiteY238" fmla="*/ 4364680 h 6858000"/>
              <a:gd name="connsiteX239" fmla="*/ 4690271 w 7467600"/>
              <a:gd name="connsiteY239" fmla="*/ 4370034 h 6858000"/>
              <a:gd name="connsiteX240" fmla="*/ 4136093 w 7467600"/>
              <a:gd name="connsiteY240" fmla="*/ 3858466 h 6858000"/>
              <a:gd name="connsiteX241" fmla="*/ 3670252 w 7467600"/>
              <a:gd name="connsiteY241" fmla="*/ 3622798 h 6858000"/>
              <a:gd name="connsiteX242" fmla="*/ 4440129 w 7467600"/>
              <a:gd name="connsiteY242" fmla="*/ 3448571 h 6858000"/>
              <a:gd name="connsiteX243" fmla="*/ 4856525 w 7467600"/>
              <a:gd name="connsiteY243" fmla="*/ 3915351 h 6858000"/>
              <a:gd name="connsiteX244" fmla="*/ 5059055 w 7467600"/>
              <a:gd name="connsiteY244" fmla="*/ 4108918 h 6858000"/>
              <a:gd name="connsiteX245" fmla="*/ 5290070 w 7467600"/>
              <a:gd name="connsiteY245" fmla="*/ 4263619 h 6858000"/>
              <a:gd name="connsiteX246" fmla="*/ 4834991 w 7467600"/>
              <a:gd name="connsiteY246" fmla="*/ 3830985 h 6858000"/>
              <a:gd name="connsiteX247" fmla="*/ 4440129 w 7467600"/>
              <a:gd name="connsiteY247" fmla="*/ 3448571 h 6858000"/>
              <a:gd name="connsiteX248" fmla="*/ 4441737 w 7467600"/>
              <a:gd name="connsiteY248" fmla="*/ 3399734 h 6858000"/>
              <a:gd name="connsiteX249" fmla="*/ 4431236 w 7467600"/>
              <a:gd name="connsiteY249" fmla="*/ 3400954 h 6858000"/>
              <a:gd name="connsiteX250" fmla="*/ 4557150 w 7467600"/>
              <a:gd name="connsiteY250" fmla="*/ 3510023 h 6858000"/>
              <a:gd name="connsiteX251" fmla="*/ 4856936 w 7467600"/>
              <a:gd name="connsiteY251" fmla="*/ 3809146 h 6858000"/>
              <a:gd name="connsiteX252" fmla="*/ 5111996 w 7467600"/>
              <a:gd name="connsiteY252" fmla="*/ 4065759 h 6858000"/>
              <a:gd name="connsiteX253" fmla="*/ 5388878 w 7467600"/>
              <a:gd name="connsiteY253" fmla="*/ 4300185 h 6858000"/>
              <a:gd name="connsiteX254" fmla="*/ 5425556 w 7467600"/>
              <a:gd name="connsiteY254" fmla="*/ 4308967 h 6858000"/>
              <a:gd name="connsiteX255" fmla="*/ 4943646 w 7467600"/>
              <a:gd name="connsiteY255" fmla="*/ 3822916 h 6858000"/>
              <a:gd name="connsiteX256" fmla="*/ 4594837 w 7467600"/>
              <a:gd name="connsiteY256" fmla="*/ 3532274 h 6858000"/>
              <a:gd name="connsiteX257" fmla="*/ 4441737 w 7467600"/>
              <a:gd name="connsiteY257" fmla="*/ 3399734 h 6858000"/>
              <a:gd name="connsiteX258" fmla="*/ 5425834 w 7467600"/>
              <a:gd name="connsiteY258" fmla="*/ 3162785 h 6858000"/>
              <a:gd name="connsiteX259" fmla="*/ 5401644 w 7467600"/>
              <a:gd name="connsiteY259" fmla="*/ 3617847 h 6858000"/>
              <a:gd name="connsiteX260" fmla="*/ 5467256 w 7467600"/>
              <a:gd name="connsiteY260" fmla="*/ 4175494 h 6858000"/>
              <a:gd name="connsiteX261" fmla="*/ 5448069 w 7467600"/>
              <a:gd name="connsiteY261" fmla="*/ 3567554 h 6858000"/>
              <a:gd name="connsiteX262" fmla="*/ 5425834 w 7467600"/>
              <a:gd name="connsiteY262" fmla="*/ 3162785 h 6858000"/>
              <a:gd name="connsiteX263" fmla="*/ 1318687 w 7467600"/>
              <a:gd name="connsiteY263" fmla="*/ 3113840 h 6858000"/>
              <a:gd name="connsiteX264" fmla="*/ 1066793 w 7467600"/>
              <a:gd name="connsiteY264" fmla="*/ 3212171 h 6858000"/>
              <a:gd name="connsiteX265" fmla="*/ 993319 w 7467600"/>
              <a:gd name="connsiteY265" fmla="*/ 3247648 h 6858000"/>
              <a:gd name="connsiteX266" fmla="*/ 853081 w 7467600"/>
              <a:gd name="connsiteY266" fmla="*/ 3312410 h 6858000"/>
              <a:gd name="connsiteX267" fmla="*/ 805957 w 7467600"/>
              <a:gd name="connsiteY267" fmla="*/ 3330443 h 6858000"/>
              <a:gd name="connsiteX268" fmla="*/ 1318687 w 7467600"/>
              <a:gd name="connsiteY268" fmla="*/ 3113840 h 6858000"/>
              <a:gd name="connsiteX269" fmla="*/ 5453702 w 7467600"/>
              <a:gd name="connsiteY269" fmla="*/ 3090882 h 6858000"/>
              <a:gd name="connsiteX270" fmla="*/ 5480135 w 7467600"/>
              <a:gd name="connsiteY270" fmla="*/ 3565802 h 6858000"/>
              <a:gd name="connsiteX271" fmla="*/ 5499023 w 7467600"/>
              <a:gd name="connsiteY271" fmla="*/ 4166310 h 6858000"/>
              <a:gd name="connsiteX272" fmla="*/ 5547022 w 7467600"/>
              <a:gd name="connsiteY272" fmla="*/ 3607838 h 6858000"/>
              <a:gd name="connsiteX273" fmla="*/ 5515964 w 7467600"/>
              <a:gd name="connsiteY273" fmla="*/ 3378541 h 6858000"/>
              <a:gd name="connsiteX274" fmla="*/ 5453702 w 7467600"/>
              <a:gd name="connsiteY274" fmla="*/ 3090882 h 6858000"/>
              <a:gd name="connsiteX275" fmla="*/ 1238695 w 7467600"/>
              <a:gd name="connsiteY275" fmla="*/ 3076820 h 6858000"/>
              <a:gd name="connsiteX276" fmla="*/ 716371 w 7467600"/>
              <a:gd name="connsiteY276" fmla="*/ 3293249 h 6858000"/>
              <a:gd name="connsiteX277" fmla="*/ 579522 w 7467600"/>
              <a:gd name="connsiteY277" fmla="*/ 3371759 h 6858000"/>
              <a:gd name="connsiteX278" fmla="*/ 600288 w 7467600"/>
              <a:gd name="connsiteY278" fmla="*/ 3365555 h 6858000"/>
              <a:gd name="connsiteX279" fmla="*/ 840692 w 7467600"/>
              <a:gd name="connsiteY279" fmla="*/ 3284921 h 6858000"/>
              <a:gd name="connsiteX280" fmla="*/ 979248 w 7467600"/>
              <a:gd name="connsiteY280" fmla="*/ 3221003 h 6858000"/>
              <a:gd name="connsiteX281" fmla="*/ 1053282 w 7467600"/>
              <a:gd name="connsiteY281" fmla="*/ 3185247 h 6858000"/>
              <a:gd name="connsiteX282" fmla="*/ 1320603 w 7467600"/>
              <a:gd name="connsiteY282" fmla="*/ 3081281 h 6858000"/>
              <a:gd name="connsiteX283" fmla="*/ 1238695 w 7467600"/>
              <a:gd name="connsiteY283" fmla="*/ 3076820 h 6858000"/>
              <a:gd name="connsiteX284" fmla="*/ 5425627 w 7467600"/>
              <a:gd name="connsiteY284" fmla="*/ 2954192 h 6858000"/>
              <a:gd name="connsiteX285" fmla="*/ 5470770 w 7467600"/>
              <a:gd name="connsiteY285" fmla="*/ 3005435 h 6858000"/>
              <a:gd name="connsiteX286" fmla="*/ 5519779 w 7467600"/>
              <a:gd name="connsiteY286" fmla="*/ 4359223 h 6858000"/>
              <a:gd name="connsiteX287" fmla="*/ 5520293 w 7467600"/>
              <a:gd name="connsiteY287" fmla="*/ 4360602 h 6858000"/>
              <a:gd name="connsiteX288" fmla="*/ 5767221 w 7467600"/>
              <a:gd name="connsiteY288" fmla="*/ 4665564 h 6858000"/>
              <a:gd name="connsiteX289" fmla="*/ 6937169 w 7467600"/>
              <a:gd name="connsiteY289" fmla="*/ 4815941 h 6858000"/>
              <a:gd name="connsiteX290" fmla="*/ 6953922 w 7467600"/>
              <a:gd name="connsiteY290" fmla="*/ 4890068 h 6858000"/>
              <a:gd name="connsiteX291" fmla="*/ 6071359 w 7467600"/>
              <a:gd name="connsiteY291" fmla="*/ 4770770 h 6858000"/>
              <a:gd name="connsiteX292" fmla="*/ 6038839 w 7467600"/>
              <a:gd name="connsiteY292" fmla="*/ 4764474 h 6858000"/>
              <a:gd name="connsiteX293" fmla="*/ 6038706 w 7467600"/>
              <a:gd name="connsiteY293" fmla="*/ 4763847 h 6858000"/>
              <a:gd name="connsiteX294" fmla="*/ 6037784 w 7467600"/>
              <a:gd name="connsiteY294" fmla="*/ 4764270 h 6858000"/>
              <a:gd name="connsiteX295" fmla="*/ 6038839 w 7467600"/>
              <a:gd name="connsiteY295" fmla="*/ 4764474 h 6858000"/>
              <a:gd name="connsiteX296" fmla="*/ 6040338 w 7467600"/>
              <a:gd name="connsiteY296" fmla="*/ 4771418 h 6858000"/>
              <a:gd name="connsiteX297" fmla="*/ 6024488 w 7467600"/>
              <a:gd name="connsiteY297" fmla="*/ 4809903 h 6858000"/>
              <a:gd name="connsiteX298" fmla="*/ 5599771 w 7467600"/>
              <a:gd name="connsiteY298" fmla="*/ 5509652 h 6858000"/>
              <a:gd name="connsiteX299" fmla="*/ 5548843 w 7467600"/>
              <a:gd name="connsiteY299" fmla="*/ 5563845 h 6858000"/>
              <a:gd name="connsiteX300" fmla="*/ 5940952 w 7467600"/>
              <a:gd name="connsiteY300" fmla="*/ 6250028 h 6858000"/>
              <a:gd name="connsiteX301" fmla="*/ 6043441 w 7467600"/>
              <a:gd name="connsiteY301" fmla="*/ 6665847 h 6858000"/>
              <a:gd name="connsiteX302" fmla="*/ 6093432 w 7467600"/>
              <a:gd name="connsiteY302" fmla="*/ 6858000 h 6858000"/>
              <a:gd name="connsiteX303" fmla="*/ 6034344 w 7467600"/>
              <a:gd name="connsiteY303" fmla="*/ 6858000 h 6858000"/>
              <a:gd name="connsiteX304" fmla="*/ 6026679 w 7467600"/>
              <a:gd name="connsiteY304" fmla="*/ 6836959 h 6858000"/>
              <a:gd name="connsiteX305" fmla="*/ 5800441 w 7467600"/>
              <a:gd name="connsiteY305" fmla="*/ 6335286 h 6858000"/>
              <a:gd name="connsiteX306" fmla="*/ 5526562 w 7467600"/>
              <a:gd name="connsiteY306" fmla="*/ 5705388 h 6858000"/>
              <a:gd name="connsiteX307" fmla="*/ 5519640 w 7467600"/>
              <a:gd name="connsiteY307" fmla="*/ 5683774 h 6858000"/>
              <a:gd name="connsiteX308" fmla="*/ 5844559 w 7467600"/>
              <a:gd name="connsiteY308" fmla="*/ 6553349 h 6858000"/>
              <a:gd name="connsiteX309" fmla="*/ 5975994 w 7467600"/>
              <a:gd name="connsiteY309" fmla="*/ 6858000 h 6858000"/>
              <a:gd name="connsiteX310" fmla="*/ 5898547 w 7467600"/>
              <a:gd name="connsiteY310" fmla="*/ 6858000 h 6858000"/>
              <a:gd name="connsiteX311" fmla="*/ 5682041 w 7467600"/>
              <a:gd name="connsiteY311" fmla="*/ 6355860 h 6858000"/>
              <a:gd name="connsiteX312" fmla="*/ 5461758 w 7467600"/>
              <a:gd name="connsiteY312" fmla="*/ 5820220 h 6858000"/>
              <a:gd name="connsiteX313" fmla="*/ 5237282 w 7467600"/>
              <a:gd name="connsiteY313" fmla="*/ 6579086 h 6858000"/>
              <a:gd name="connsiteX314" fmla="*/ 5115009 w 7467600"/>
              <a:gd name="connsiteY314" fmla="*/ 6858000 h 6858000"/>
              <a:gd name="connsiteX315" fmla="*/ 5028074 w 7467600"/>
              <a:gd name="connsiteY315" fmla="*/ 6858000 h 6858000"/>
              <a:gd name="connsiteX316" fmla="*/ 5079508 w 7467600"/>
              <a:gd name="connsiteY316" fmla="*/ 6749074 h 6858000"/>
              <a:gd name="connsiteX317" fmla="*/ 5371846 w 7467600"/>
              <a:gd name="connsiteY317" fmla="*/ 5924413 h 6858000"/>
              <a:gd name="connsiteX318" fmla="*/ 5270512 w 7467600"/>
              <a:gd name="connsiteY318" fmla="*/ 6138975 h 6858000"/>
              <a:gd name="connsiteX319" fmla="*/ 5062409 w 7467600"/>
              <a:gd name="connsiteY319" fmla="*/ 6653544 h 6858000"/>
              <a:gd name="connsiteX320" fmla="*/ 5036628 w 7467600"/>
              <a:gd name="connsiteY320" fmla="*/ 6754247 h 6858000"/>
              <a:gd name="connsiteX321" fmla="*/ 5009112 w 7467600"/>
              <a:gd name="connsiteY321" fmla="*/ 6858000 h 6858000"/>
              <a:gd name="connsiteX322" fmla="*/ 4976679 w 7467600"/>
              <a:gd name="connsiteY322" fmla="*/ 6858000 h 6858000"/>
              <a:gd name="connsiteX323" fmla="*/ 5006537 w 7467600"/>
              <a:gd name="connsiteY323" fmla="*/ 6747068 h 6858000"/>
              <a:gd name="connsiteX324" fmla="*/ 5032723 w 7467600"/>
              <a:gd name="connsiteY324" fmla="*/ 6644957 h 6858000"/>
              <a:gd name="connsiteX325" fmla="*/ 5242949 w 7467600"/>
              <a:gd name="connsiteY325" fmla="*/ 6125175 h 6858000"/>
              <a:gd name="connsiteX326" fmla="*/ 5286321 w 7467600"/>
              <a:gd name="connsiteY326" fmla="*/ 6033555 h 6858000"/>
              <a:gd name="connsiteX327" fmla="*/ 5008210 w 7467600"/>
              <a:gd name="connsiteY327" fmla="*/ 6649194 h 6858000"/>
              <a:gd name="connsiteX328" fmla="*/ 4986321 w 7467600"/>
              <a:gd name="connsiteY328" fmla="*/ 6765687 h 6858000"/>
              <a:gd name="connsiteX329" fmla="*/ 4973474 w 7467600"/>
              <a:gd name="connsiteY329" fmla="*/ 6858000 h 6858000"/>
              <a:gd name="connsiteX330" fmla="*/ 4907178 w 7467600"/>
              <a:gd name="connsiteY330" fmla="*/ 6858000 h 6858000"/>
              <a:gd name="connsiteX331" fmla="*/ 4910810 w 7467600"/>
              <a:gd name="connsiteY331" fmla="*/ 6829660 h 6858000"/>
              <a:gd name="connsiteX332" fmla="*/ 4987461 w 7467600"/>
              <a:gd name="connsiteY332" fmla="*/ 6432994 h 6858000"/>
              <a:gd name="connsiteX333" fmla="*/ 5179262 w 7467600"/>
              <a:gd name="connsiteY333" fmla="*/ 6035044 h 6858000"/>
              <a:gd name="connsiteX334" fmla="*/ 4689678 w 7467600"/>
              <a:gd name="connsiteY334" fmla="*/ 6440241 h 6858000"/>
              <a:gd name="connsiteX335" fmla="*/ 4477543 w 7467600"/>
              <a:gd name="connsiteY335" fmla="*/ 6674836 h 6858000"/>
              <a:gd name="connsiteX336" fmla="*/ 4329957 w 7467600"/>
              <a:gd name="connsiteY336" fmla="*/ 6858000 h 6858000"/>
              <a:gd name="connsiteX337" fmla="*/ 4218595 w 7467600"/>
              <a:gd name="connsiteY337" fmla="*/ 6858000 h 6858000"/>
              <a:gd name="connsiteX338" fmla="*/ 4368888 w 7467600"/>
              <a:gd name="connsiteY338" fmla="*/ 6668412 h 6858000"/>
              <a:gd name="connsiteX339" fmla="*/ 4563091 w 7467600"/>
              <a:gd name="connsiteY339" fmla="*/ 6442508 h 6858000"/>
              <a:gd name="connsiteX340" fmla="*/ 5387324 w 7467600"/>
              <a:gd name="connsiteY340" fmla="*/ 5705830 h 6858000"/>
              <a:gd name="connsiteX341" fmla="*/ 5073620 w 7467600"/>
              <a:gd name="connsiteY341" fmla="*/ 5955437 h 6858000"/>
              <a:gd name="connsiteX342" fmla="*/ 4689789 w 7467600"/>
              <a:gd name="connsiteY342" fmla="*/ 6268382 h 6858000"/>
              <a:gd name="connsiteX343" fmla="*/ 4418722 w 7467600"/>
              <a:gd name="connsiteY343" fmla="*/ 6570886 h 6858000"/>
              <a:gd name="connsiteX344" fmla="*/ 4214944 w 7467600"/>
              <a:gd name="connsiteY344" fmla="*/ 6858000 h 6858000"/>
              <a:gd name="connsiteX345" fmla="*/ 4177898 w 7467600"/>
              <a:gd name="connsiteY345" fmla="*/ 6858000 h 6858000"/>
              <a:gd name="connsiteX346" fmla="*/ 4391597 w 7467600"/>
              <a:gd name="connsiteY346" fmla="*/ 6556370 h 6858000"/>
              <a:gd name="connsiteX347" fmla="*/ 4668889 w 7467600"/>
              <a:gd name="connsiteY347" fmla="*/ 6246399 h 6858000"/>
              <a:gd name="connsiteX348" fmla="*/ 5055427 w 7467600"/>
              <a:gd name="connsiteY348" fmla="*/ 5931476 h 6858000"/>
              <a:gd name="connsiteX349" fmla="*/ 5371814 w 7467600"/>
              <a:gd name="connsiteY349" fmla="*/ 5678975 h 6858000"/>
              <a:gd name="connsiteX350" fmla="*/ 4987918 w 7467600"/>
              <a:gd name="connsiteY350" fmla="*/ 5838701 h 6858000"/>
              <a:gd name="connsiteX351" fmla="*/ 4317146 w 7467600"/>
              <a:gd name="connsiteY351" fmla="*/ 6587716 h 6858000"/>
              <a:gd name="connsiteX352" fmla="*/ 4171627 w 7467600"/>
              <a:gd name="connsiteY352" fmla="*/ 6858000 h 6858000"/>
              <a:gd name="connsiteX353" fmla="*/ 4081585 w 7467600"/>
              <a:gd name="connsiteY353" fmla="*/ 6858000 h 6858000"/>
              <a:gd name="connsiteX354" fmla="*/ 4238603 w 7467600"/>
              <a:gd name="connsiteY354" fmla="*/ 6559341 h 6858000"/>
              <a:gd name="connsiteX355" fmla="*/ 4778333 w 7467600"/>
              <a:gd name="connsiteY355" fmla="*/ 5873626 h 6858000"/>
              <a:gd name="connsiteX356" fmla="*/ 5414185 w 7467600"/>
              <a:gd name="connsiteY356" fmla="*/ 5573882 h 6858000"/>
              <a:gd name="connsiteX357" fmla="*/ 5959648 w 7467600"/>
              <a:gd name="connsiteY357" fmla="*/ 4760797 h 6858000"/>
              <a:gd name="connsiteX358" fmla="*/ 5355019 w 7467600"/>
              <a:gd name="connsiteY358" fmla="*/ 4734672 h 6858000"/>
              <a:gd name="connsiteX359" fmla="*/ 5083565 w 7467600"/>
              <a:gd name="connsiteY359" fmla="*/ 5179121 h 6858000"/>
              <a:gd name="connsiteX360" fmla="*/ 4713577 w 7467600"/>
              <a:gd name="connsiteY360" fmla="*/ 5616803 h 6858000"/>
              <a:gd name="connsiteX361" fmla="*/ 3989559 w 7467600"/>
              <a:gd name="connsiteY361" fmla="*/ 6145945 h 6858000"/>
              <a:gd name="connsiteX362" fmla="*/ 3939824 w 7467600"/>
              <a:gd name="connsiteY362" fmla="*/ 6066900 h 6858000"/>
              <a:gd name="connsiteX363" fmla="*/ 4584537 w 7467600"/>
              <a:gd name="connsiteY363" fmla="*/ 5324826 h 6858000"/>
              <a:gd name="connsiteX364" fmla="*/ 5037105 w 7467600"/>
              <a:gd name="connsiteY364" fmla="*/ 5088765 h 6858000"/>
              <a:gd name="connsiteX365" fmla="*/ 5039930 w 7467600"/>
              <a:gd name="connsiteY365" fmla="*/ 5089585 h 6858000"/>
              <a:gd name="connsiteX366" fmla="*/ 5263764 w 7467600"/>
              <a:gd name="connsiteY366" fmla="*/ 4735525 h 6858000"/>
              <a:gd name="connsiteX367" fmla="*/ 4086300 w 7467600"/>
              <a:gd name="connsiteY367" fmla="*/ 4884599 h 6858000"/>
              <a:gd name="connsiteX368" fmla="*/ 4085485 w 7467600"/>
              <a:gd name="connsiteY368" fmla="*/ 4899070 h 6858000"/>
              <a:gd name="connsiteX369" fmla="*/ 3871915 w 7467600"/>
              <a:gd name="connsiteY369" fmla="*/ 5253645 h 6858000"/>
              <a:gd name="connsiteX370" fmla="*/ 3799374 w 7467600"/>
              <a:gd name="connsiteY370" fmla="*/ 5466127 h 6858000"/>
              <a:gd name="connsiteX371" fmla="*/ 3498850 w 7467600"/>
              <a:gd name="connsiteY371" fmla="*/ 6661888 h 6858000"/>
              <a:gd name="connsiteX372" fmla="*/ 3399216 w 7467600"/>
              <a:gd name="connsiteY372" fmla="*/ 6858000 h 6858000"/>
              <a:gd name="connsiteX373" fmla="*/ 3303688 w 7467600"/>
              <a:gd name="connsiteY373" fmla="*/ 6858000 h 6858000"/>
              <a:gd name="connsiteX374" fmla="*/ 3391774 w 7467600"/>
              <a:gd name="connsiteY374" fmla="*/ 6697181 h 6858000"/>
              <a:gd name="connsiteX375" fmla="*/ 3735540 w 7467600"/>
              <a:gd name="connsiteY375" fmla="*/ 5546923 h 6858000"/>
              <a:gd name="connsiteX376" fmla="*/ 3729438 w 7467600"/>
              <a:gd name="connsiteY376" fmla="*/ 5569058 h 6858000"/>
              <a:gd name="connsiteX377" fmla="*/ 3707782 w 7467600"/>
              <a:gd name="connsiteY377" fmla="*/ 5644908 h 6858000"/>
              <a:gd name="connsiteX378" fmla="*/ 3583827 w 7467600"/>
              <a:gd name="connsiteY378" fmla="*/ 6039215 h 6858000"/>
              <a:gd name="connsiteX379" fmla="*/ 3547861 w 7467600"/>
              <a:gd name="connsiteY379" fmla="*/ 6129609 h 6858000"/>
              <a:gd name="connsiteX380" fmla="*/ 3490905 w 7467600"/>
              <a:gd name="connsiteY380" fmla="*/ 6277660 h 6858000"/>
              <a:gd name="connsiteX381" fmla="*/ 3455859 w 7467600"/>
              <a:gd name="connsiteY381" fmla="*/ 6391301 h 6858000"/>
              <a:gd name="connsiteX382" fmla="*/ 3429112 w 7467600"/>
              <a:gd name="connsiteY382" fmla="*/ 6479469 h 6858000"/>
              <a:gd name="connsiteX383" fmla="*/ 3304862 w 7467600"/>
              <a:gd name="connsiteY383" fmla="*/ 6796476 h 6858000"/>
              <a:gd name="connsiteX384" fmla="*/ 3276071 w 7467600"/>
              <a:gd name="connsiteY384" fmla="*/ 6858000 h 6858000"/>
              <a:gd name="connsiteX385" fmla="*/ 3240805 w 7467600"/>
              <a:gd name="connsiteY385" fmla="*/ 6858000 h 6858000"/>
              <a:gd name="connsiteX386" fmla="*/ 3275917 w 7467600"/>
              <a:gd name="connsiteY386" fmla="*/ 6783192 h 6858000"/>
              <a:gd name="connsiteX387" fmla="*/ 3399358 w 7467600"/>
              <a:gd name="connsiteY387" fmla="*/ 6469011 h 6858000"/>
              <a:gd name="connsiteX388" fmla="*/ 3425650 w 7467600"/>
              <a:gd name="connsiteY388" fmla="*/ 6381333 h 6858000"/>
              <a:gd name="connsiteX389" fmla="*/ 3460661 w 7467600"/>
              <a:gd name="connsiteY389" fmla="*/ 6266763 h 6858000"/>
              <a:gd name="connsiteX390" fmla="*/ 3518021 w 7467600"/>
              <a:gd name="connsiteY390" fmla="*/ 6117298 h 6858000"/>
              <a:gd name="connsiteX391" fmla="*/ 3554035 w 7467600"/>
              <a:gd name="connsiteY391" fmla="*/ 6027832 h 6858000"/>
              <a:gd name="connsiteX392" fmla="*/ 3677174 w 7467600"/>
              <a:gd name="connsiteY392" fmla="*/ 5636351 h 6858000"/>
              <a:gd name="connsiteX393" fmla="*/ 3698819 w 7467600"/>
              <a:gd name="connsiteY393" fmla="*/ 5560503 h 6858000"/>
              <a:gd name="connsiteX394" fmla="*/ 3702094 w 7467600"/>
              <a:gd name="connsiteY394" fmla="*/ 5549194 h 6858000"/>
              <a:gd name="connsiteX395" fmla="*/ 3398355 w 7467600"/>
              <a:gd name="connsiteY395" fmla="*/ 6094603 h 6858000"/>
              <a:gd name="connsiteX396" fmla="*/ 3193941 w 7467600"/>
              <a:gd name="connsiteY396" fmla="*/ 6798775 h 6858000"/>
              <a:gd name="connsiteX397" fmla="*/ 3184140 w 7467600"/>
              <a:gd name="connsiteY397" fmla="*/ 6858000 h 6858000"/>
              <a:gd name="connsiteX398" fmla="*/ 3099978 w 7467600"/>
              <a:gd name="connsiteY398" fmla="*/ 6858000 h 6858000"/>
              <a:gd name="connsiteX399" fmla="*/ 3101556 w 7467600"/>
              <a:gd name="connsiteY399" fmla="*/ 6843337 h 6858000"/>
              <a:gd name="connsiteX400" fmla="*/ 3370162 w 7467600"/>
              <a:gd name="connsiteY400" fmla="*/ 5785550 h 6858000"/>
              <a:gd name="connsiteX401" fmla="*/ 3746477 w 7467600"/>
              <a:gd name="connsiteY401" fmla="*/ 5377889 h 6858000"/>
              <a:gd name="connsiteX402" fmla="*/ 3863399 w 7467600"/>
              <a:gd name="connsiteY402" fmla="*/ 5087257 h 6858000"/>
              <a:gd name="connsiteX403" fmla="*/ 3968712 w 7467600"/>
              <a:gd name="connsiteY403" fmla="*/ 4913989 h 6858000"/>
              <a:gd name="connsiteX404" fmla="*/ 2792390 w 7467600"/>
              <a:gd name="connsiteY404" fmla="*/ 5382974 h 6858000"/>
              <a:gd name="connsiteX405" fmla="*/ 2714982 w 7467600"/>
              <a:gd name="connsiteY405" fmla="*/ 5427051 h 6858000"/>
              <a:gd name="connsiteX406" fmla="*/ 2813361 w 7467600"/>
              <a:gd name="connsiteY406" fmla="*/ 6023912 h 6858000"/>
              <a:gd name="connsiteX407" fmla="*/ 2688430 w 7467600"/>
              <a:gd name="connsiteY407" fmla="*/ 6801564 h 6858000"/>
              <a:gd name="connsiteX408" fmla="*/ 2629626 w 7467600"/>
              <a:gd name="connsiteY408" fmla="*/ 6763394 h 6858000"/>
              <a:gd name="connsiteX409" fmla="*/ 2565328 w 7467600"/>
              <a:gd name="connsiteY409" fmla="*/ 5516399 h 6858000"/>
              <a:gd name="connsiteX410" fmla="*/ 1922999 w 7467600"/>
              <a:gd name="connsiteY410" fmla="*/ 5980343 h 6858000"/>
              <a:gd name="connsiteX411" fmla="*/ 1950261 w 7467600"/>
              <a:gd name="connsiteY411" fmla="*/ 6405858 h 6858000"/>
              <a:gd name="connsiteX412" fmla="*/ 2365554 w 7467600"/>
              <a:gd name="connsiteY412" fmla="*/ 6759107 h 6858000"/>
              <a:gd name="connsiteX413" fmla="*/ 2424142 w 7467600"/>
              <a:gd name="connsiteY413" fmla="*/ 6858000 h 6858000"/>
              <a:gd name="connsiteX414" fmla="*/ 2395994 w 7467600"/>
              <a:gd name="connsiteY414" fmla="*/ 6858000 h 6858000"/>
              <a:gd name="connsiteX415" fmla="*/ 2392863 w 7467600"/>
              <a:gd name="connsiteY415" fmla="*/ 6852964 h 6858000"/>
              <a:gd name="connsiteX416" fmla="*/ 2017589 w 7467600"/>
              <a:gd name="connsiteY416" fmla="*/ 6493982 h 6858000"/>
              <a:gd name="connsiteX417" fmla="*/ 2147336 w 7467600"/>
              <a:gd name="connsiteY417" fmla="*/ 6594052 h 6858000"/>
              <a:gd name="connsiteX418" fmla="*/ 2207047 w 7467600"/>
              <a:gd name="connsiteY418" fmla="*/ 6654540 h 6858000"/>
              <a:gd name="connsiteX419" fmla="*/ 2299106 w 7467600"/>
              <a:gd name="connsiteY419" fmla="*/ 6778931 h 6858000"/>
              <a:gd name="connsiteX420" fmla="*/ 2314430 w 7467600"/>
              <a:gd name="connsiteY420" fmla="*/ 6801144 h 6858000"/>
              <a:gd name="connsiteX421" fmla="*/ 2352406 w 7467600"/>
              <a:gd name="connsiteY421" fmla="*/ 6858000 h 6858000"/>
              <a:gd name="connsiteX422" fmla="*/ 2314492 w 7467600"/>
              <a:gd name="connsiteY422" fmla="*/ 6858000 h 6858000"/>
              <a:gd name="connsiteX423" fmla="*/ 2288095 w 7467600"/>
              <a:gd name="connsiteY423" fmla="*/ 6818030 h 6858000"/>
              <a:gd name="connsiteX424" fmla="*/ 2272768 w 7467600"/>
              <a:gd name="connsiteY424" fmla="*/ 6795822 h 6858000"/>
              <a:gd name="connsiteX425" fmla="*/ 2182715 w 7467600"/>
              <a:gd name="connsiteY425" fmla="*/ 6675071 h 6858000"/>
              <a:gd name="connsiteX426" fmla="*/ 2032061 w 7467600"/>
              <a:gd name="connsiteY426" fmla="*/ 6541380 h 6858000"/>
              <a:gd name="connsiteX427" fmla="*/ 2257220 w 7467600"/>
              <a:gd name="connsiteY427" fmla="*/ 6826257 h 6858000"/>
              <a:gd name="connsiteX428" fmla="*/ 2281324 w 7467600"/>
              <a:gd name="connsiteY428" fmla="*/ 6858000 h 6858000"/>
              <a:gd name="connsiteX429" fmla="*/ 2242860 w 7467600"/>
              <a:gd name="connsiteY429" fmla="*/ 6858000 h 6858000"/>
              <a:gd name="connsiteX430" fmla="*/ 2232818 w 7467600"/>
              <a:gd name="connsiteY430" fmla="*/ 6844926 h 6858000"/>
              <a:gd name="connsiteX431" fmla="*/ 1990172 w 7467600"/>
              <a:gd name="connsiteY431" fmla="*/ 6542121 h 6858000"/>
              <a:gd name="connsiteX432" fmla="*/ 2124090 w 7467600"/>
              <a:gd name="connsiteY432" fmla="*/ 6761017 h 6858000"/>
              <a:gd name="connsiteX433" fmla="*/ 2200380 w 7467600"/>
              <a:gd name="connsiteY433" fmla="*/ 6858000 h 6858000"/>
              <a:gd name="connsiteX434" fmla="*/ 2147507 w 7467600"/>
              <a:gd name="connsiteY434" fmla="*/ 6858000 h 6858000"/>
              <a:gd name="connsiteX435" fmla="*/ 2070668 w 7467600"/>
              <a:gd name="connsiteY435" fmla="*/ 6761520 h 6858000"/>
              <a:gd name="connsiteX436" fmla="*/ 1975142 w 7467600"/>
              <a:gd name="connsiteY436" fmla="*/ 6585570 h 6858000"/>
              <a:gd name="connsiteX437" fmla="*/ 2050035 w 7467600"/>
              <a:gd name="connsiteY437" fmla="*/ 6813345 h 6858000"/>
              <a:gd name="connsiteX438" fmla="*/ 2063025 w 7467600"/>
              <a:gd name="connsiteY438" fmla="*/ 6858000 h 6858000"/>
              <a:gd name="connsiteX439" fmla="*/ 2021675 w 7467600"/>
              <a:gd name="connsiteY439" fmla="*/ 6858000 h 6858000"/>
              <a:gd name="connsiteX440" fmla="*/ 2019308 w 7467600"/>
              <a:gd name="connsiteY440" fmla="*/ 6847118 h 6858000"/>
              <a:gd name="connsiteX441" fmla="*/ 1938835 w 7467600"/>
              <a:gd name="connsiteY441" fmla="*/ 6551160 h 6858000"/>
              <a:gd name="connsiteX442" fmla="*/ 1953230 w 7467600"/>
              <a:gd name="connsiteY442" fmla="*/ 6759699 h 6858000"/>
              <a:gd name="connsiteX443" fmla="*/ 1956763 w 7467600"/>
              <a:gd name="connsiteY443" fmla="*/ 6778191 h 6858000"/>
              <a:gd name="connsiteX444" fmla="*/ 1967925 w 7467600"/>
              <a:gd name="connsiteY444" fmla="*/ 6858000 h 6858000"/>
              <a:gd name="connsiteX445" fmla="*/ 1936622 w 7467600"/>
              <a:gd name="connsiteY445" fmla="*/ 6858000 h 6858000"/>
              <a:gd name="connsiteX446" fmla="*/ 1926261 w 7467600"/>
              <a:gd name="connsiteY446" fmla="*/ 6784064 h 6858000"/>
              <a:gd name="connsiteX447" fmla="*/ 1922724 w 7467600"/>
              <a:gd name="connsiteY447" fmla="*/ 6765577 h 6858000"/>
              <a:gd name="connsiteX448" fmla="*/ 1904650 w 7467600"/>
              <a:gd name="connsiteY448" fmla="*/ 6639616 h 6858000"/>
              <a:gd name="connsiteX449" fmla="*/ 1885273 w 7467600"/>
              <a:gd name="connsiteY449" fmla="*/ 6858000 h 6858000"/>
              <a:gd name="connsiteX450" fmla="*/ 1854363 w 7467600"/>
              <a:gd name="connsiteY450" fmla="*/ 6858000 h 6858000"/>
              <a:gd name="connsiteX451" fmla="*/ 1880391 w 7467600"/>
              <a:gd name="connsiteY451" fmla="*/ 6603796 h 6858000"/>
              <a:gd name="connsiteX452" fmla="*/ 1818273 w 7467600"/>
              <a:gd name="connsiteY452" fmla="*/ 6715729 h 6858000"/>
              <a:gd name="connsiteX453" fmla="*/ 1794691 w 7467600"/>
              <a:gd name="connsiteY453" fmla="*/ 6843239 h 6858000"/>
              <a:gd name="connsiteX454" fmla="*/ 1794914 w 7467600"/>
              <a:gd name="connsiteY454" fmla="*/ 6858000 h 6858000"/>
              <a:gd name="connsiteX455" fmla="*/ 1746128 w 7467600"/>
              <a:gd name="connsiteY455" fmla="*/ 6858000 h 6858000"/>
              <a:gd name="connsiteX456" fmla="*/ 1753934 w 7467600"/>
              <a:gd name="connsiteY456" fmla="*/ 6724796 h 6858000"/>
              <a:gd name="connsiteX457" fmla="*/ 1792053 w 7467600"/>
              <a:gd name="connsiteY457" fmla="*/ 6572396 h 6858000"/>
              <a:gd name="connsiteX458" fmla="*/ 1862248 w 7467600"/>
              <a:gd name="connsiteY458" fmla="*/ 6266397 h 6858000"/>
              <a:gd name="connsiteX459" fmla="*/ 1862250 w 7467600"/>
              <a:gd name="connsiteY459" fmla="*/ 6033531 h 6858000"/>
              <a:gd name="connsiteX460" fmla="*/ 1211999 w 7467600"/>
              <a:gd name="connsiteY460" fmla="*/ 6683610 h 6858000"/>
              <a:gd name="connsiteX461" fmla="*/ 1213266 w 7467600"/>
              <a:gd name="connsiteY461" fmla="*/ 6691947 h 6858000"/>
              <a:gd name="connsiteX462" fmla="*/ 1203370 w 7467600"/>
              <a:gd name="connsiteY462" fmla="*/ 6850676 h 6858000"/>
              <a:gd name="connsiteX463" fmla="*/ 1203671 w 7467600"/>
              <a:gd name="connsiteY463" fmla="*/ 6858000 h 6858000"/>
              <a:gd name="connsiteX464" fmla="*/ 1143180 w 7467600"/>
              <a:gd name="connsiteY464" fmla="*/ 6858000 h 6858000"/>
              <a:gd name="connsiteX465" fmla="*/ 1142176 w 7467600"/>
              <a:gd name="connsiteY465" fmla="*/ 6766045 h 6858000"/>
              <a:gd name="connsiteX466" fmla="*/ 1067484 w 7467600"/>
              <a:gd name="connsiteY466" fmla="*/ 6858000 h 6858000"/>
              <a:gd name="connsiteX467" fmla="*/ 953928 w 7467600"/>
              <a:gd name="connsiteY467" fmla="*/ 6858000 h 6858000"/>
              <a:gd name="connsiteX468" fmla="*/ 959715 w 7467600"/>
              <a:gd name="connsiteY468" fmla="*/ 6850185 h 6858000"/>
              <a:gd name="connsiteX469" fmla="*/ 1483788 w 7467600"/>
              <a:gd name="connsiteY469" fmla="*/ 6259174 h 6858000"/>
              <a:gd name="connsiteX470" fmla="*/ 1100671 w 7467600"/>
              <a:gd name="connsiteY470" fmla="*/ 6252137 h 6858000"/>
              <a:gd name="connsiteX471" fmla="*/ 1090144 w 7467600"/>
              <a:gd name="connsiteY471" fmla="*/ 6256748 h 6858000"/>
              <a:gd name="connsiteX472" fmla="*/ 1095872 w 7467600"/>
              <a:gd name="connsiteY472" fmla="*/ 6271892 h 6858000"/>
              <a:gd name="connsiteX473" fmla="*/ 262785 w 7467600"/>
              <a:gd name="connsiteY473" fmla="*/ 6845450 h 6858000"/>
              <a:gd name="connsiteX474" fmla="*/ 209968 w 7467600"/>
              <a:gd name="connsiteY474" fmla="*/ 6770713 h 6858000"/>
              <a:gd name="connsiteX475" fmla="*/ 873460 w 7467600"/>
              <a:gd name="connsiteY475" fmla="*/ 6253768 h 6858000"/>
              <a:gd name="connsiteX476" fmla="*/ 192686 w 7467600"/>
              <a:gd name="connsiteY476" fmla="*/ 5849257 h 6858000"/>
              <a:gd name="connsiteX477" fmla="*/ 4696 w 7467600"/>
              <a:gd name="connsiteY477" fmla="*/ 5697668 h 6858000"/>
              <a:gd name="connsiteX478" fmla="*/ 0 w 7467600"/>
              <a:gd name="connsiteY478" fmla="*/ 5689984 h 6858000"/>
              <a:gd name="connsiteX479" fmla="*/ 0 w 7467600"/>
              <a:gd name="connsiteY479" fmla="*/ 5513472 h 6858000"/>
              <a:gd name="connsiteX480" fmla="*/ 174101 w 7467600"/>
              <a:gd name="connsiteY480" fmla="*/ 5620277 h 6858000"/>
              <a:gd name="connsiteX481" fmla="*/ 891800 w 7467600"/>
              <a:gd name="connsiteY481" fmla="*/ 6036935 h 6858000"/>
              <a:gd name="connsiteX482" fmla="*/ 1072219 w 7467600"/>
              <a:gd name="connsiteY482" fmla="*/ 6169443 h 6858000"/>
              <a:gd name="connsiteX483" fmla="*/ 1074117 w 7467600"/>
              <a:gd name="connsiteY483" fmla="*/ 6170301 h 6858000"/>
              <a:gd name="connsiteX484" fmla="*/ 1083114 w 7467600"/>
              <a:gd name="connsiteY484" fmla="*/ 6174131 h 6858000"/>
              <a:gd name="connsiteX485" fmla="*/ 1543010 w 7467600"/>
              <a:gd name="connsiteY485" fmla="*/ 6191140 h 6858000"/>
              <a:gd name="connsiteX486" fmla="*/ 1551080 w 7467600"/>
              <a:gd name="connsiteY486" fmla="*/ 6195006 h 6858000"/>
              <a:gd name="connsiteX487" fmla="*/ 2345443 w 7467600"/>
              <a:gd name="connsiteY487" fmla="*/ 5549882 h 6858000"/>
              <a:gd name="connsiteX488" fmla="*/ 1721499 w 7467600"/>
              <a:gd name="connsiteY488" fmla="*/ 5599969 h 6858000"/>
              <a:gd name="connsiteX489" fmla="*/ 767716 w 7467600"/>
              <a:gd name="connsiteY489" fmla="*/ 5472768 h 6858000"/>
              <a:gd name="connsiteX490" fmla="*/ 722147 w 7467600"/>
              <a:gd name="connsiteY490" fmla="*/ 5393091 h 6858000"/>
              <a:gd name="connsiteX491" fmla="*/ 1485552 w 7467600"/>
              <a:gd name="connsiteY491" fmla="*/ 5313202 h 6858000"/>
              <a:gd name="connsiteX492" fmla="*/ 2143004 w 7467600"/>
              <a:gd name="connsiteY492" fmla="*/ 5402420 h 6858000"/>
              <a:gd name="connsiteX493" fmla="*/ 1933391 w 7467600"/>
              <a:gd name="connsiteY493" fmla="*/ 5156971 h 6858000"/>
              <a:gd name="connsiteX494" fmla="*/ 1827118 w 7467600"/>
              <a:gd name="connsiteY494" fmla="*/ 4968410 h 6858000"/>
              <a:gd name="connsiteX495" fmla="*/ 1837349 w 7467600"/>
              <a:gd name="connsiteY495" fmla="*/ 4956357 h 6858000"/>
              <a:gd name="connsiteX496" fmla="*/ 2162835 w 7467600"/>
              <a:gd name="connsiteY496" fmla="*/ 5187853 h 6858000"/>
              <a:gd name="connsiteX497" fmla="*/ 2257167 w 7467600"/>
              <a:gd name="connsiteY497" fmla="*/ 5462123 h 6858000"/>
              <a:gd name="connsiteX498" fmla="*/ 2261598 w 7467600"/>
              <a:gd name="connsiteY498" fmla="*/ 5467998 h 6858000"/>
              <a:gd name="connsiteX499" fmla="*/ 2437177 w 7467600"/>
              <a:gd name="connsiteY499" fmla="*/ 5479608 h 6858000"/>
              <a:gd name="connsiteX500" fmla="*/ 2445247 w 7467600"/>
              <a:gd name="connsiteY500" fmla="*/ 5483476 h 6858000"/>
              <a:gd name="connsiteX501" fmla="*/ 2743626 w 7467600"/>
              <a:gd name="connsiteY501" fmla="*/ 5304819 h 6858000"/>
              <a:gd name="connsiteX502" fmla="*/ 3048102 w 7467600"/>
              <a:gd name="connsiteY502" fmla="*/ 5150595 h 6858000"/>
              <a:gd name="connsiteX503" fmla="*/ 1799414 w 7467600"/>
              <a:gd name="connsiteY503" fmla="*/ 4694732 h 6858000"/>
              <a:gd name="connsiteX504" fmla="*/ 1771735 w 7467600"/>
              <a:gd name="connsiteY504" fmla="*/ 4619929 h 6858000"/>
              <a:gd name="connsiteX505" fmla="*/ 3104273 w 7467600"/>
              <a:gd name="connsiteY505" fmla="*/ 5076159 h 6858000"/>
              <a:gd name="connsiteX506" fmla="*/ 3113245 w 7467600"/>
              <a:gd name="connsiteY506" fmla="*/ 5090705 h 6858000"/>
              <a:gd name="connsiteX507" fmla="*/ 3126294 w 7467600"/>
              <a:gd name="connsiteY507" fmla="*/ 5114400 h 6858000"/>
              <a:gd name="connsiteX508" fmla="*/ 3937433 w 7467600"/>
              <a:gd name="connsiteY508" fmla="*/ 4830473 h 6858000"/>
              <a:gd name="connsiteX509" fmla="*/ 3590475 w 7467600"/>
              <a:gd name="connsiteY509" fmla="*/ 4597974 h 6858000"/>
              <a:gd name="connsiteX510" fmla="*/ 3100264 w 7467600"/>
              <a:gd name="connsiteY510" fmla="*/ 4579845 h 6858000"/>
              <a:gd name="connsiteX511" fmla="*/ 2183576 w 7467600"/>
              <a:gd name="connsiteY511" fmla="*/ 4227150 h 6858000"/>
              <a:gd name="connsiteX512" fmla="*/ 2151029 w 7467600"/>
              <a:gd name="connsiteY512" fmla="*/ 4146947 h 6858000"/>
              <a:gd name="connsiteX513" fmla="*/ 3563434 w 7467600"/>
              <a:gd name="connsiteY513" fmla="*/ 4469115 h 6858000"/>
              <a:gd name="connsiteX514" fmla="*/ 3177952 w 7467600"/>
              <a:gd name="connsiteY514" fmla="*/ 3657386 h 6858000"/>
              <a:gd name="connsiteX515" fmla="*/ 3189263 w 7467600"/>
              <a:gd name="connsiteY515" fmla="*/ 3625726 h 6858000"/>
              <a:gd name="connsiteX516" fmla="*/ 3560912 w 7467600"/>
              <a:gd name="connsiteY516" fmla="*/ 4079863 h 6858000"/>
              <a:gd name="connsiteX517" fmla="*/ 3626636 w 7467600"/>
              <a:gd name="connsiteY517" fmla="*/ 4512230 h 6858000"/>
              <a:gd name="connsiteX518" fmla="*/ 3653088 w 7467600"/>
              <a:gd name="connsiteY518" fmla="*/ 4521417 h 6858000"/>
              <a:gd name="connsiteX519" fmla="*/ 3988128 w 7467600"/>
              <a:gd name="connsiteY519" fmla="*/ 4817267 h 6858000"/>
              <a:gd name="connsiteX520" fmla="*/ 4830582 w 7467600"/>
              <a:gd name="connsiteY520" fmla="*/ 4676000 h 6858000"/>
              <a:gd name="connsiteX521" fmla="*/ 4830100 w 7467600"/>
              <a:gd name="connsiteY521" fmla="*/ 4675554 h 6858000"/>
              <a:gd name="connsiteX522" fmla="*/ 4036318 w 7467600"/>
              <a:gd name="connsiteY522" fmla="*/ 4147013 h 6858000"/>
              <a:gd name="connsiteX523" fmla="*/ 3432098 w 7467600"/>
              <a:gd name="connsiteY523" fmla="*/ 3537312 h 6858000"/>
              <a:gd name="connsiteX524" fmla="*/ 3446761 w 7467600"/>
              <a:gd name="connsiteY524" fmla="*/ 3461278 h 6858000"/>
              <a:gd name="connsiteX525" fmla="*/ 4419733 w 7467600"/>
              <a:gd name="connsiteY525" fmla="*/ 3963555 h 6858000"/>
              <a:gd name="connsiteX526" fmla="*/ 4781371 w 7467600"/>
              <a:gd name="connsiteY526" fmla="*/ 4458604 h 6858000"/>
              <a:gd name="connsiteX527" fmla="*/ 4780440 w 7467600"/>
              <a:gd name="connsiteY527" fmla="*/ 4470290 h 6858000"/>
              <a:gd name="connsiteX528" fmla="*/ 4898954 w 7467600"/>
              <a:gd name="connsiteY528" fmla="*/ 4662092 h 6858000"/>
              <a:gd name="connsiteX529" fmla="*/ 4900699 w 7467600"/>
              <a:gd name="connsiteY529" fmla="*/ 4670867 h 6858000"/>
              <a:gd name="connsiteX530" fmla="*/ 5714511 w 7467600"/>
              <a:gd name="connsiteY530" fmla="*/ 4663483 h 6858000"/>
              <a:gd name="connsiteX531" fmla="*/ 5464793 w 7467600"/>
              <a:gd name="connsiteY531" fmla="*/ 4393556 h 6858000"/>
              <a:gd name="connsiteX532" fmla="*/ 5461897 w 7467600"/>
              <a:gd name="connsiteY532" fmla="*/ 4390879 h 6858000"/>
              <a:gd name="connsiteX533" fmla="*/ 4294126 w 7467600"/>
              <a:gd name="connsiteY533" fmla="*/ 3303048 h 6858000"/>
              <a:gd name="connsiteX534" fmla="*/ 4305321 w 7467600"/>
              <a:gd name="connsiteY534" fmla="*/ 3256953 h 6858000"/>
              <a:gd name="connsiteX535" fmla="*/ 4949299 w 7467600"/>
              <a:gd name="connsiteY535" fmla="*/ 3766336 h 6858000"/>
              <a:gd name="connsiteX536" fmla="*/ 5291452 w 7467600"/>
              <a:gd name="connsiteY536" fmla="*/ 4076801 h 6858000"/>
              <a:gd name="connsiteX537" fmla="*/ 5434998 w 7467600"/>
              <a:gd name="connsiteY537" fmla="*/ 4254100 h 6858000"/>
              <a:gd name="connsiteX538" fmla="*/ 5351015 w 7467600"/>
              <a:gd name="connsiteY538" fmla="*/ 3760989 h 6858000"/>
              <a:gd name="connsiteX539" fmla="*/ 5413780 w 7467600"/>
              <a:gd name="connsiteY539" fmla="*/ 2966265 h 6858000"/>
              <a:gd name="connsiteX540" fmla="*/ 5425627 w 7467600"/>
              <a:gd name="connsiteY540" fmla="*/ 2954192 h 6858000"/>
              <a:gd name="connsiteX541" fmla="*/ 6604735 w 7467600"/>
              <a:gd name="connsiteY541" fmla="*/ 2041381 h 6858000"/>
              <a:gd name="connsiteX542" fmla="*/ 7204487 w 7467600"/>
              <a:gd name="connsiteY542" fmla="*/ 2742112 h 6858000"/>
              <a:gd name="connsiteX543" fmla="*/ 7131592 w 7467600"/>
              <a:gd name="connsiteY543" fmla="*/ 2672096 h 6858000"/>
              <a:gd name="connsiteX544" fmla="*/ 6996344 w 7467600"/>
              <a:gd name="connsiteY544" fmla="*/ 2518310 h 6858000"/>
              <a:gd name="connsiteX545" fmla="*/ 6735495 w 7467600"/>
              <a:gd name="connsiteY545" fmla="*/ 2196890 h 6858000"/>
              <a:gd name="connsiteX546" fmla="*/ 6721901 w 7467600"/>
              <a:gd name="connsiteY546" fmla="*/ 2179274 h 6858000"/>
              <a:gd name="connsiteX547" fmla="*/ 6604735 w 7467600"/>
              <a:gd name="connsiteY547" fmla="*/ 2041381 h 6858000"/>
              <a:gd name="connsiteX548" fmla="*/ 6591670 w 7467600"/>
              <a:gd name="connsiteY548" fmla="*/ 1988277 h 6858000"/>
              <a:gd name="connsiteX549" fmla="*/ 6747349 w 7467600"/>
              <a:gd name="connsiteY549" fmla="*/ 2160069 h 6858000"/>
              <a:gd name="connsiteX550" fmla="*/ 6760943 w 7467600"/>
              <a:gd name="connsiteY550" fmla="*/ 2177686 h 6858000"/>
              <a:gd name="connsiteX551" fmla="*/ 7021065 w 7467600"/>
              <a:gd name="connsiteY551" fmla="*/ 2498102 h 6858000"/>
              <a:gd name="connsiteX552" fmla="*/ 7155223 w 7467600"/>
              <a:gd name="connsiteY552" fmla="*/ 2650386 h 6858000"/>
              <a:gd name="connsiteX553" fmla="*/ 7203167 w 7467600"/>
              <a:gd name="connsiteY553" fmla="*/ 2697288 h 6858000"/>
              <a:gd name="connsiteX554" fmla="*/ 6937703 w 7467600"/>
              <a:gd name="connsiteY554" fmla="*/ 2321981 h 6858000"/>
              <a:gd name="connsiteX555" fmla="*/ 6591670 w 7467600"/>
              <a:gd name="connsiteY555" fmla="*/ 1988277 h 6858000"/>
              <a:gd name="connsiteX556" fmla="*/ 5798671 w 7467600"/>
              <a:gd name="connsiteY556" fmla="*/ 1981601 h 6858000"/>
              <a:gd name="connsiteX557" fmla="*/ 5754709 w 7467600"/>
              <a:gd name="connsiteY557" fmla="*/ 2071454 h 6858000"/>
              <a:gd name="connsiteX558" fmla="*/ 5763044 w 7467600"/>
              <a:gd name="connsiteY558" fmla="*/ 2842206 h 6858000"/>
              <a:gd name="connsiteX559" fmla="*/ 5764974 w 7467600"/>
              <a:gd name="connsiteY559" fmla="*/ 2799609 h 6858000"/>
              <a:gd name="connsiteX560" fmla="*/ 5767665 w 7467600"/>
              <a:gd name="connsiteY560" fmla="*/ 2666409 h 6858000"/>
              <a:gd name="connsiteX561" fmla="*/ 5763055 w 7467600"/>
              <a:gd name="connsiteY561" fmla="*/ 2579705 h 6858000"/>
              <a:gd name="connsiteX562" fmla="*/ 5758079 w 7467600"/>
              <a:gd name="connsiteY562" fmla="*/ 2492508 h 6858000"/>
              <a:gd name="connsiteX563" fmla="*/ 5779325 w 7467600"/>
              <a:gd name="connsiteY563" fmla="*/ 2197069 h 6858000"/>
              <a:gd name="connsiteX564" fmla="*/ 5798671 w 7467600"/>
              <a:gd name="connsiteY564" fmla="*/ 1981601 h 6858000"/>
              <a:gd name="connsiteX565" fmla="*/ 5829202 w 7467600"/>
              <a:gd name="connsiteY565" fmla="*/ 1971679 h 6858000"/>
              <a:gd name="connsiteX566" fmla="*/ 5809558 w 7467600"/>
              <a:gd name="connsiteY566" fmla="*/ 2198043 h 6858000"/>
              <a:gd name="connsiteX567" fmla="*/ 5788653 w 7467600"/>
              <a:gd name="connsiteY567" fmla="*/ 2489430 h 6858000"/>
              <a:gd name="connsiteX568" fmla="*/ 5793439 w 7467600"/>
              <a:gd name="connsiteY568" fmla="*/ 2575235 h 6858000"/>
              <a:gd name="connsiteX569" fmla="*/ 5796837 w 7467600"/>
              <a:gd name="connsiteY569" fmla="*/ 2637633 h 6858000"/>
              <a:gd name="connsiteX570" fmla="*/ 5818614 w 7467600"/>
              <a:gd name="connsiteY570" fmla="*/ 2473055 h 6858000"/>
              <a:gd name="connsiteX571" fmla="*/ 5829202 w 7467600"/>
              <a:gd name="connsiteY571" fmla="*/ 1971679 h 6858000"/>
              <a:gd name="connsiteX572" fmla="*/ 5911389 w 7467600"/>
              <a:gd name="connsiteY572" fmla="*/ 1898371 h 6858000"/>
              <a:gd name="connsiteX573" fmla="*/ 6237627 w 7467600"/>
              <a:gd name="connsiteY573" fmla="*/ 2231921 h 6858000"/>
              <a:gd name="connsiteX574" fmla="*/ 5911389 w 7467600"/>
              <a:gd name="connsiteY574" fmla="*/ 1898371 h 6858000"/>
              <a:gd name="connsiteX575" fmla="*/ 6944437 w 7467600"/>
              <a:gd name="connsiteY575" fmla="*/ 1575402 h 6858000"/>
              <a:gd name="connsiteX576" fmla="*/ 6304730 w 7467600"/>
              <a:gd name="connsiteY576" fmla="*/ 1766654 h 6858000"/>
              <a:gd name="connsiteX577" fmla="*/ 6944437 w 7467600"/>
              <a:gd name="connsiteY577" fmla="*/ 1575402 h 6858000"/>
              <a:gd name="connsiteX578" fmla="*/ 7019523 w 7467600"/>
              <a:gd name="connsiteY578" fmla="*/ 1519450 h 6858000"/>
              <a:gd name="connsiteX579" fmla="*/ 6298091 w 7467600"/>
              <a:gd name="connsiteY579" fmla="*/ 1737122 h 6858000"/>
              <a:gd name="connsiteX580" fmla="*/ 7019523 w 7467600"/>
              <a:gd name="connsiteY580" fmla="*/ 1519450 h 6858000"/>
              <a:gd name="connsiteX581" fmla="*/ 2399523 w 7467600"/>
              <a:gd name="connsiteY581" fmla="*/ 1428234 h 6858000"/>
              <a:gd name="connsiteX582" fmla="*/ 2224982 w 7467600"/>
              <a:gd name="connsiteY582" fmla="*/ 1826201 h 6858000"/>
              <a:gd name="connsiteX583" fmla="*/ 2096099 w 7467600"/>
              <a:gd name="connsiteY583" fmla="*/ 2345900 h 6858000"/>
              <a:gd name="connsiteX584" fmla="*/ 2283317 w 7467600"/>
              <a:gd name="connsiteY584" fmla="*/ 1796925 h 6858000"/>
              <a:gd name="connsiteX585" fmla="*/ 2399523 w 7467600"/>
              <a:gd name="connsiteY585" fmla="*/ 1428234 h 6858000"/>
              <a:gd name="connsiteX586" fmla="*/ 2448558 w 7467600"/>
              <a:gd name="connsiteY586" fmla="*/ 1373435 h 6858000"/>
              <a:gd name="connsiteX587" fmla="*/ 2312521 w 7467600"/>
              <a:gd name="connsiteY587" fmla="*/ 1806140 h 6858000"/>
              <a:gd name="connsiteX588" fmla="*/ 2127533 w 7467600"/>
              <a:gd name="connsiteY588" fmla="*/ 2348380 h 6858000"/>
              <a:gd name="connsiteX589" fmla="*/ 2358080 w 7467600"/>
              <a:gd name="connsiteY589" fmla="*/ 1866134 h 6858000"/>
              <a:gd name="connsiteX590" fmla="*/ 2407436 w 7467600"/>
              <a:gd name="connsiteY590" fmla="*/ 1651070 h 6858000"/>
              <a:gd name="connsiteX591" fmla="*/ 2448558 w 7467600"/>
              <a:gd name="connsiteY591" fmla="*/ 1373435 h 6858000"/>
              <a:gd name="connsiteX592" fmla="*/ 278707 w 7467600"/>
              <a:gd name="connsiteY592" fmla="*/ 1352270 h 6858000"/>
              <a:gd name="connsiteX593" fmla="*/ 321570 w 7467600"/>
              <a:gd name="connsiteY593" fmla="*/ 1861610 h 6858000"/>
              <a:gd name="connsiteX594" fmla="*/ 294281 w 7467600"/>
              <a:gd name="connsiteY594" fmla="*/ 1440658 h 6858000"/>
              <a:gd name="connsiteX595" fmla="*/ 278707 w 7467600"/>
              <a:gd name="connsiteY595" fmla="*/ 1352270 h 6858000"/>
              <a:gd name="connsiteX596" fmla="*/ 1423821 w 7467600"/>
              <a:gd name="connsiteY596" fmla="*/ 1351958 h 6858000"/>
              <a:gd name="connsiteX597" fmla="*/ 1638521 w 7467600"/>
              <a:gd name="connsiteY597" fmla="*/ 1908470 h 6858000"/>
              <a:gd name="connsiteX598" fmla="*/ 1754199 w 7467600"/>
              <a:gd name="connsiteY598" fmla="*/ 2149284 h 6858000"/>
              <a:gd name="connsiteX599" fmla="*/ 1908359 w 7467600"/>
              <a:gd name="connsiteY599" fmla="*/ 2364988 h 6858000"/>
              <a:gd name="connsiteX600" fmla="*/ 1647661 w 7467600"/>
              <a:gd name="connsiteY600" fmla="*/ 1825945 h 6858000"/>
              <a:gd name="connsiteX601" fmla="*/ 1423821 w 7467600"/>
              <a:gd name="connsiteY601" fmla="*/ 1351958 h 6858000"/>
              <a:gd name="connsiteX602" fmla="*/ 1431890 w 7467600"/>
              <a:gd name="connsiteY602" fmla="*/ 1306475 h 6858000"/>
              <a:gd name="connsiteX603" fmla="*/ 1507597 w 7467600"/>
              <a:gd name="connsiteY603" fmla="*/ 1446132 h 6858000"/>
              <a:gd name="connsiteX604" fmla="*/ 1674586 w 7467600"/>
              <a:gd name="connsiteY604" fmla="*/ 1813832 h 6858000"/>
              <a:gd name="connsiteX605" fmla="*/ 1815950 w 7467600"/>
              <a:gd name="connsiteY605" fmla="*/ 2128564 h 6858000"/>
              <a:gd name="connsiteX606" fmla="*/ 1984242 w 7467600"/>
              <a:gd name="connsiteY606" fmla="*/ 2430829 h 6858000"/>
              <a:gd name="connsiteX607" fmla="*/ 2014023 w 7467600"/>
              <a:gd name="connsiteY607" fmla="*/ 2450995 h 6858000"/>
              <a:gd name="connsiteX608" fmla="*/ 1747337 w 7467600"/>
              <a:gd name="connsiteY608" fmla="*/ 1855264 h 6858000"/>
              <a:gd name="connsiteX609" fmla="*/ 1533749 w 7467600"/>
              <a:gd name="connsiteY609" fmla="*/ 1478656 h 6858000"/>
              <a:gd name="connsiteX610" fmla="*/ 1431890 w 7467600"/>
              <a:gd name="connsiteY610" fmla="*/ 1306475 h 6858000"/>
              <a:gd name="connsiteX611" fmla="*/ 5052692 w 7467600"/>
              <a:gd name="connsiteY611" fmla="*/ 1292994 h 6858000"/>
              <a:gd name="connsiteX612" fmla="*/ 5200661 w 7467600"/>
              <a:gd name="connsiteY612" fmla="*/ 1635186 h 6858000"/>
              <a:gd name="connsiteX613" fmla="*/ 5297138 w 7467600"/>
              <a:gd name="connsiteY613" fmla="*/ 1906351 h 6858000"/>
              <a:gd name="connsiteX614" fmla="*/ 5052692 w 7467600"/>
              <a:gd name="connsiteY614" fmla="*/ 1292994 h 6858000"/>
              <a:gd name="connsiteX615" fmla="*/ 5009948 w 7467600"/>
              <a:gd name="connsiteY615" fmla="*/ 1273619 h 6858000"/>
              <a:gd name="connsiteX616" fmla="*/ 5121777 w 7467600"/>
              <a:gd name="connsiteY616" fmla="*/ 1654213 h 6858000"/>
              <a:gd name="connsiteX617" fmla="*/ 5293545 w 7467600"/>
              <a:gd name="connsiteY617" fmla="*/ 2072247 h 6858000"/>
              <a:gd name="connsiteX618" fmla="*/ 5294042 w 7467600"/>
              <a:gd name="connsiteY618" fmla="*/ 2065019 h 6858000"/>
              <a:gd name="connsiteX619" fmla="*/ 5171936 w 7467600"/>
              <a:gd name="connsiteY619" fmla="*/ 1647613 h 6858000"/>
              <a:gd name="connsiteX620" fmla="*/ 5009948 w 7467600"/>
              <a:gd name="connsiteY620" fmla="*/ 1273619 h 6858000"/>
              <a:gd name="connsiteX621" fmla="*/ 655236 w 7467600"/>
              <a:gd name="connsiteY621" fmla="*/ 1268632 h 6858000"/>
              <a:gd name="connsiteX622" fmla="*/ 839521 w 7467600"/>
              <a:gd name="connsiteY622" fmla="*/ 1685315 h 6858000"/>
              <a:gd name="connsiteX623" fmla="*/ 1109416 w 7467600"/>
              <a:gd name="connsiteY623" fmla="*/ 2061663 h 6858000"/>
              <a:gd name="connsiteX624" fmla="*/ 1298300 w 7467600"/>
              <a:gd name="connsiteY624" fmla="*/ 2247742 h 6858000"/>
              <a:gd name="connsiteX625" fmla="*/ 1125871 w 7467600"/>
              <a:gd name="connsiteY625" fmla="*/ 1989513 h 6858000"/>
              <a:gd name="connsiteX626" fmla="*/ 981574 w 7467600"/>
              <a:gd name="connsiteY626" fmla="*/ 1783157 h 6858000"/>
              <a:gd name="connsiteX627" fmla="*/ 922198 w 7467600"/>
              <a:gd name="connsiteY627" fmla="*/ 1677437 h 6858000"/>
              <a:gd name="connsiteX628" fmla="*/ 869293 w 7467600"/>
              <a:gd name="connsiteY628" fmla="*/ 1583214 h 6858000"/>
              <a:gd name="connsiteX629" fmla="*/ 751431 w 7467600"/>
              <a:gd name="connsiteY629" fmla="*/ 1405731 h 6858000"/>
              <a:gd name="connsiteX630" fmla="*/ 655236 w 7467600"/>
              <a:gd name="connsiteY630" fmla="*/ 1268632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5905192 w 7467600"/>
              <a:gd name="connsiteY834" fmla="*/ 163079 h 6858000"/>
              <a:gd name="connsiteX835" fmla="*/ 5865655 w 7467600"/>
              <a:gd name="connsiteY835" fmla="*/ 171901 h 6858000"/>
              <a:gd name="connsiteX836" fmla="*/ 5259740 w 7467600"/>
              <a:gd name="connsiteY836" fmla="*/ 257013 h 6858000"/>
              <a:gd name="connsiteX837" fmla="*/ 5208466 w 7467600"/>
              <a:gd name="connsiteY837" fmla="*/ 257550 h 6858000"/>
              <a:gd name="connsiteX838" fmla="*/ 4980204 w 7467600"/>
              <a:gd name="connsiteY838" fmla="*/ 271903 h 6858000"/>
              <a:gd name="connsiteX839" fmla="*/ 5068068 w 7467600"/>
              <a:gd name="connsiteY839" fmla="*/ 282244 h 6858000"/>
              <a:gd name="connsiteX840" fmla="*/ 5153231 w 7467600"/>
              <a:gd name="connsiteY840" fmla="*/ 292240 h 6858000"/>
              <a:gd name="connsiteX841" fmla="*/ 5426491 w 7467600"/>
              <a:gd name="connsiteY841" fmla="*/ 281128 h 6858000"/>
              <a:gd name="connsiteX842" fmla="*/ 5731212 w 7467600"/>
              <a:gd name="connsiteY842" fmla="*/ 231951 h 6858000"/>
              <a:gd name="connsiteX843" fmla="*/ 5905192 w 7467600"/>
              <a:gd name="connsiteY843" fmla="*/ 163079 h 6858000"/>
              <a:gd name="connsiteX844" fmla="*/ 5944437 w 7467600"/>
              <a:gd name="connsiteY844" fmla="*/ 113829 h 6858000"/>
              <a:gd name="connsiteX845" fmla="*/ 5825032 w 7467600"/>
              <a:gd name="connsiteY845" fmla="*/ 146405 h 6858000"/>
              <a:gd name="connsiteX846" fmla="*/ 4955599 w 7467600"/>
              <a:gd name="connsiteY846" fmla="*/ 247008 h 6858000"/>
              <a:gd name="connsiteX847" fmla="*/ 5210104 w 7467600"/>
              <a:gd name="connsiteY847" fmla="*/ 228123 h 6858000"/>
              <a:gd name="connsiteX848" fmla="*/ 5261015 w 7467600"/>
              <a:gd name="connsiteY848" fmla="*/ 227087 h 6858000"/>
              <a:gd name="connsiteX849" fmla="*/ 5861181 w 7467600"/>
              <a:gd name="connsiteY849" fmla="*/ 143093 h 6858000"/>
              <a:gd name="connsiteX850" fmla="*/ 5961252 w 7467600"/>
              <a:gd name="connsiteY850" fmla="*/ 114820 h 6858000"/>
              <a:gd name="connsiteX851" fmla="*/ 5944437 w 7467600"/>
              <a:gd name="connsiteY851" fmla="*/ 113829 h 6858000"/>
              <a:gd name="connsiteX852" fmla="*/ 3882765 w 7467600"/>
              <a:gd name="connsiteY852" fmla="*/ 0 h 6858000"/>
              <a:gd name="connsiteX853" fmla="*/ 3995099 w 7467600"/>
              <a:gd name="connsiteY853" fmla="*/ 0 h 6858000"/>
              <a:gd name="connsiteX854" fmla="*/ 4163818 w 7467600"/>
              <a:gd name="connsiteY854" fmla="*/ 234104 h 6858000"/>
              <a:gd name="connsiteX855" fmla="*/ 4172099 w 7467600"/>
              <a:gd name="connsiteY855" fmla="*/ 234207 h 6858000"/>
              <a:gd name="connsiteX856" fmla="*/ 4784282 w 7467600"/>
              <a:gd name="connsiteY856" fmla="*/ 276561 h 6858000"/>
              <a:gd name="connsiteX857" fmla="*/ 4801687 w 7467600"/>
              <a:gd name="connsiteY857" fmla="*/ 267764 h 6858000"/>
              <a:gd name="connsiteX858" fmla="*/ 6082788 w 7467600"/>
              <a:gd name="connsiteY858" fmla="*/ 64119 h 6858000"/>
              <a:gd name="connsiteX859" fmla="*/ 6099442 w 7467600"/>
              <a:gd name="connsiteY859" fmla="*/ 82568 h 6858000"/>
              <a:gd name="connsiteX860" fmla="*/ 4804137 w 7467600"/>
              <a:gd name="connsiteY860" fmla="*/ 320931 h 6858000"/>
              <a:gd name="connsiteX861" fmla="*/ 4227047 w 7467600"/>
              <a:gd name="connsiteY861" fmla="*/ 313415 h 6858000"/>
              <a:gd name="connsiteX862" fmla="*/ 4346041 w 7467600"/>
              <a:gd name="connsiteY862" fmla="*/ 456086 h 6858000"/>
              <a:gd name="connsiteX863" fmla="*/ 4870967 w 7467600"/>
              <a:gd name="connsiteY863" fmla="*/ 963061 h 6858000"/>
              <a:gd name="connsiteX864" fmla="*/ 4889647 w 7467600"/>
              <a:gd name="connsiteY864" fmla="*/ 957147 h 6858000"/>
              <a:gd name="connsiteX865" fmla="*/ 5422504 w 7467600"/>
              <a:gd name="connsiteY865" fmla="*/ 805191 h 6858000"/>
              <a:gd name="connsiteX866" fmla="*/ 6087656 w 7467600"/>
              <a:gd name="connsiteY866" fmla="*/ 826703 h 6858000"/>
              <a:gd name="connsiteX867" fmla="*/ 6058717 w 7467600"/>
              <a:gd name="connsiteY867" fmla="*/ 865992 h 6858000"/>
              <a:gd name="connsiteX868" fmla="*/ 4974153 w 7467600"/>
              <a:gd name="connsiteY868" fmla="*/ 1045456 h 6858000"/>
              <a:gd name="connsiteX869" fmla="*/ 5627835 w 7467600"/>
              <a:gd name="connsiteY869" fmla="*/ 1472077 h 6858000"/>
              <a:gd name="connsiteX870" fmla="*/ 5629817 w 7467600"/>
              <a:gd name="connsiteY870" fmla="*/ 1471412 h 6858000"/>
              <a:gd name="connsiteX871" fmla="*/ 5634124 w 7467600"/>
              <a:gd name="connsiteY871" fmla="*/ 1470572 h 6858000"/>
              <a:gd name="connsiteX872" fmla="*/ 5755832 w 7467600"/>
              <a:gd name="connsiteY872" fmla="*/ 1383886 h 6858000"/>
              <a:gd name="connsiteX873" fmla="*/ 6014186 w 7467600"/>
              <a:gd name="connsiteY873" fmla="*/ 1279799 h 6858000"/>
              <a:gd name="connsiteX874" fmla="*/ 6901619 w 7467600"/>
              <a:gd name="connsiteY874" fmla="*/ 1047874 h 6858000"/>
              <a:gd name="connsiteX875" fmla="*/ 6931566 w 7467600"/>
              <a:gd name="connsiteY875" fmla="*/ 1062034 h 6858000"/>
              <a:gd name="connsiteX876" fmla="*/ 5790982 w 7467600"/>
              <a:gd name="connsiteY876" fmla="*/ 1561380 h 6858000"/>
              <a:gd name="connsiteX877" fmla="*/ 6188971 w 7467600"/>
              <a:gd name="connsiteY877" fmla="*/ 1755168 h 6858000"/>
              <a:gd name="connsiteX878" fmla="*/ 6202446 w 7467600"/>
              <a:gd name="connsiteY878" fmla="*/ 1752268 h 6858000"/>
              <a:gd name="connsiteX879" fmla="*/ 7179560 w 7467600"/>
              <a:gd name="connsiteY879" fmla="*/ 1467551 h 6858000"/>
              <a:gd name="connsiteX880" fmla="*/ 7158730 w 7467600"/>
              <a:gd name="connsiteY880" fmla="*/ 1507835 h 6858000"/>
              <a:gd name="connsiteX881" fmla="*/ 6326959 w 7467600"/>
              <a:gd name="connsiteY881" fmla="*/ 1817686 h 6858000"/>
              <a:gd name="connsiteX882" fmla="*/ 6537433 w 7467600"/>
              <a:gd name="connsiteY882" fmla="*/ 1907790 h 6858000"/>
              <a:gd name="connsiteX883" fmla="*/ 6550221 w 7467600"/>
              <a:gd name="connsiteY883" fmla="*/ 1910729 h 6858000"/>
              <a:gd name="connsiteX884" fmla="*/ 6964438 w 7467600"/>
              <a:gd name="connsiteY884" fmla="*/ 2209505 h 6858000"/>
              <a:gd name="connsiteX885" fmla="*/ 7367862 w 7467600"/>
              <a:gd name="connsiteY885" fmla="*/ 2806833 h 6858000"/>
              <a:gd name="connsiteX886" fmla="*/ 7364329 w 7467600"/>
              <a:gd name="connsiteY886" fmla="*/ 2826907 h 6858000"/>
              <a:gd name="connsiteX887" fmla="*/ 7290545 w 7467600"/>
              <a:gd name="connsiteY887" fmla="*/ 2850663 h 6858000"/>
              <a:gd name="connsiteX888" fmla="*/ 6472036 w 7467600"/>
              <a:gd name="connsiteY888" fmla="*/ 1959003 h 6858000"/>
              <a:gd name="connsiteX889" fmla="*/ 5792897 w 7467600"/>
              <a:gd name="connsiteY889" fmla="*/ 1647747 h 6858000"/>
              <a:gd name="connsiteX890" fmla="*/ 5842751 w 7467600"/>
              <a:gd name="connsiteY890" fmla="*/ 1816112 h 6858000"/>
              <a:gd name="connsiteX891" fmla="*/ 5847424 w 7467600"/>
              <a:gd name="connsiteY891" fmla="*/ 1815776 h 6858000"/>
              <a:gd name="connsiteX892" fmla="*/ 6399821 w 7467600"/>
              <a:gd name="connsiteY892" fmla="*/ 2344799 h 6858000"/>
              <a:gd name="connsiteX893" fmla="*/ 6323232 w 7467600"/>
              <a:gd name="connsiteY893" fmla="*/ 2389634 h 6858000"/>
              <a:gd name="connsiteX894" fmla="*/ 5942958 w 7467600"/>
              <a:gd name="connsiteY894" fmla="*/ 2077708 h 6858000"/>
              <a:gd name="connsiteX895" fmla="*/ 5921559 w 7467600"/>
              <a:gd name="connsiteY895" fmla="*/ 2378596 h 6858000"/>
              <a:gd name="connsiteX896" fmla="*/ 5817651 w 7467600"/>
              <a:gd name="connsiteY896" fmla="*/ 3023919 h 6858000"/>
              <a:gd name="connsiteX897" fmla="*/ 5729634 w 7467600"/>
              <a:gd name="connsiteY897" fmla="*/ 3051849 h 6858000"/>
              <a:gd name="connsiteX898" fmla="*/ 5611018 w 7467600"/>
              <a:gd name="connsiteY898" fmla="*/ 2316769 h 6858000"/>
              <a:gd name="connsiteX899" fmla="*/ 5687608 w 7467600"/>
              <a:gd name="connsiteY899" fmla="*/ 2039972 h 6858000"/>
              <a:gd name="connsiteX900" fmla="*/ 5657554 w 7467600"/>
              <a:gd name="connsiteY900" fmla="*/ 1576445 h 6858000"/>
              <a:gd name="connsiteX901" fmla="*/ 5150475 w 7467600"/>
              <a:gd name="connsiteY901" fmla="*/ 1274012 h 6858000"/>
              <a:gd name="connsiteX902" fmla="*/ 5349142 w 7467600"/>
              <a:gd name="connsiteY902" fmla="*/ 2204405 h 6858000"/>
              <a:gd name="connsiteX903" fmla="*/ 5262214 w 7467600"/>
              <a:gd name="connsiteY903" fmla="*/ 2233836 h 6858000"/>
              <a:gd name="connsiteX904" fmla="*/ 4981539 w 7467600"/>
              <a:gd name="connsiteY904" fmla="*/ 1542201 h 6858000"/>
              <a:gd name="connsiteX905" fmla="*/ 4958461 w 7467600"/>
              <a:gd name="connsiteY905" fmla="*/ 1136957 h 6858000"/>
              <a:gd name="connsiteX906" fmla="*/ 4655015 w 7467600"/>
              <a:gd name="connsiteY906" fmla="*/ 891426 h 6858000"/>
              <a:gd name="connsiteX907" fmla="*/ 4348002 w 7467600"/>
              <a:gd name="connsiteY907" fmla="*/ 2205895 h 6858000"/>
              <a:gd name="connsiteX908" fmla="*/ 4262250 w 7467600"/>
              <a:gd name="connsiteY908" fmla="*/ 2219972 h 6858000"/>
              <a:gd name="connsiteX909" fmla="*/ 4550611 w 7467600"/>
              <a:gd name="connsiteY909" fmla="*/ 817540 h 6858000"/>
              <a:gd name="connsiteX910" fmla="*/ 4564418 w 7467600"/>
              <a:gd name="connsiteY910" fmla="*/ 808293 h 6858000"/>
              <a:gd name="connsiteX911" fmla="*/ 4266388 w 7467600"/>
              <a:gd name="connsiteY911" fmla="*/ 500083 h 6858000"/>
              <a:gd name="connsiteX912" fmla="*/ 4032842 w 7467600"/>
              <a:gd name="connsiteY912" fmla="*/ 211809 h 6858000"/>
              <a:gd name="connsiteX913" fmla="*/ 3882765 w 7467600"/>
              <a:gd name="connsiteY913" fmla="*/ 0 h 6858000"/>
              <a:gd name="connsiteX914" fmla="*/ 3721337 w 7467600"/>
              <a:gd name="connsiteY914" fmla="*/ 0 h 6858000"/>
              <a:gd name="connsiteX915" fmla="*/ 3797544 w 7467600"/>
              <a:gd name="connsiteY915" fmla="*/ 0 h 6858000"/>
              <a:gd name="connsiteX916" fmla="*/ 3775734 w 7467600"/>
              <a:gd name="connsiteY916" fmla="*/ 95131 h 6858000"/>
              <a:gd name="connsiteX917" fmla="*/ 3724807 w 7467600"/>
              <a:gd name="connsiteY917" fmla="*/ 272257 h 6858000"/>
              <a:gd name="connsiteX918" fmla="*/ 3726844 w 7467600"/>
              <a:gd name="connsiteY918" fmla="*/ 282988 h 6858000"/>
              <a:gd name="connsiteX919" fmla="*/ 3742664 w 7467600"/>
              <a:gd name="connsiteY919" fmla="*/ 279918 h 6858000"/>
              <a:gd name="connsiteX920" fmla="*/ 4103910 w 7467600"/>
              <a:gd name="connsiteY920" fmla="*/ 1161917 h 6858000"/>
              <a:gd name="connsiteX921" fmla="*/ 4020269 w 7467600"/>
              <a:gd name="connsiteY921" fmla="*/ 1200406 h 6858000"/>
              <a:gd name="connsiteX922" fmla="*/ 3674882 w 7467600"/>
              <a:gd name="connsiteY922" fmla="*/ 488524 h 6858000"/>
              <a:gd name="connsiteX923" fmla="*/ 3132682 w 7467600"/>
              <a:gd name="connsiteY923" fmla="*/ 1072284 h 6858000"/>
              <a:gd name="connsiteX924" fmla="*/ 2716346 w 7467600"/>
              <a:gd name="connsiteY924" fmla="*/ 1276376 h 6858000"/>
              <a:gd name="connsiteX925" fmla="*/ 2716772 w 7467600"/>
              <a:gd name="connsiteY925" fmla="*/ 1255462 h 6858000"/>
              <a:gd name="connsiteX926" fmla="*/ 3471096 w 7467600"/>
              <a:gd name="connsiteY926" fmla="*/ 437072 h 6858000"/>
              <a:gd name="connsiteX927" fmla="*/ 3639057 w 7467600"/>
              <a:gd name="connsiteY927" fmla="*/ 286334 h 6858000"/>
              <a:gd name="connsiteX928" fmla="*/ 3640309 w 7467600"/>
              <a:gd name="connsiteY928" fmla="*/ 284664 h 6858000"/>
              <a:gd name="connsiteX929" fmla="*/ 3646022 w 7467600"/>
              <a:gd name="connsiteY929" fmla="*/ 276711 h 6858000"/>
              <a:gd name="connsiteX930" fmla="*/ 3707943 w 7467600"/>
              <a:gd name="connsiteY930" fmla="*/ 65958 h 6858000"/>
              <a:gd name="connsiteX931" fmla="*/ 3721337 w 7467600"/>
              <a:gd name="connsiteY931" fmla="*/ 0 h 6858000"/>
              <a:gd name="connsiteX932" fmla="*/ 2867960 w 7467600"/>
              <a:gd name="connsiteY932" fmla="*/ 0 h 6858000"/>
              <a:gd name="connsiteX933" fmla="*/ 2926351 w 7467600"/>
              <a:gd name="connsiteY933" fmla="*/ 0 h 6858000"/>
              <a:gd name="connsiteX934" fmla="*/ 2902823 w 7467600"/>
              <a:gd name="connsiteY934" fmla="*/ 262929 h 6858000"/>
              <a:gd name="connsiteX935" fmla="*/ 2940663 w 7467600"/>
              <a:gd name="connsiteY935" fmla="*/ 140884 h 6858000"/>
              <a:gd name="connsiteX936" fmla="*/ 2947039 w 7467600"/>
              <a:gd name="connsiteY936" fmla="*/ 122524 h 6858000"/>
              <a:gd name="connsiteX937" fmla="*/ 2984316 w 7467600"/>
              <a:gd name="connsiteY937" fmla="*/ 0 h 6858000"/>
              <a:gd name="connsiteX938" fmla="*/ 3016114 w 7467600"/>
              <a:gd name="connsiteY938" fmla="*/ 0 h 6858000"/>
              <a:gd name="connsiteX939" fmla="*/ 2979949 w 7467600"/>
              <a:gd name="connsiteY939" fmla="*/ 119274 h 6858000"/>
              <a:gd name="connsiteX940" fmla="*/ 3023879 w 7467600"/>
              <a:gd name="connsiteY940" fmla="*/ 0 h 6858000"/>
              <a:gd name="connsiteX941" fmla="*/ 3105400 w 7467600"/>
              <a:gd name="connsiteY941" fmla="*/ 0 h 6858000"/>
              <a:gd name="connsiteX942" fmla="*/ 3094669 w 7467600"/>
              <a:gd name="connsiteY942" fmla="*/ 30308 h 6858000"/>
              <a:gd name="connsiteX943" fmla="*/ 2901945 w 7467600"/>
              <a:gd name="connsiteY943" fmla="*/ 466538 h 6858000"/>
              <a:gd name="connsiteX944" fmla="*/ 2815209 w 7467600"/>
              <a:gd name="connsiteY944" fmla="*/ 497361 h 6858000"/>
              <a:gd name="connsiteX945" fmla="*/ 2844845 w 7467600"/>
              <a:gd name="connsiteY945" fmla="*/ 127638 h 6858000"/>
              <a:gd name="connsiteX946" fmla="*/ 2867960 w 7467600"/>
              <a:gd name="connsiteY946" fmla="*/ 0 h 6858000"/>
              <a:gd name="connsiteX947" fmla="*/ 1057230 w 7467600"/>
              <a:gd name="connsiteY947" fmla="*/ 0 h 6858000"/>
              <a:gd name="connsiteX948" fmla="*/ 1111003 w 7467600"/>
              <a:gd name="connsiteY948" fmla="*/ 0 h 6858000"/>
              <a:gd name="connsiteX949" fmla="*/ 1125553 w 7467600"/>
              <a:gd name="connsiteY949" fmla="*/ 52588 h 6858000"/>
              <a:gd name="connsiteX950" fmla="*/ 1304276 w 7467600"/>
              <a:gd name="connsiteY950" fmla="*/ 476275 h 6858000"/>
              <a:gd name="connsiteX951" fmla="*/ 1492066 w 7467600"/>
              <a:gd name="connsiteY951" fmla="*/ 886333 h 6858000"/>
              <a:gd name="connsiteX952" fmla="*/ 1423698 w 7467600"/>
              <a:gd name="connsiteY952" fmla="*/ 710817 h 6858000"/>
              <a:gd name="connsiteX953" fmla="*/ 1357609 w 7467600"/>
              <a:gd name="connsiteY953" fmla="*/ 532892 h 6858000"/>
              <a:gd name="connsiteX954" fmla="*/ 1309550 w 7467600"/>
              <a:gd name="connsiteY954" fmla="*/ 374031 h 6858000"/>
              <a:gd name="connsiteX955" fmla="*/ 1193673 w 7467600"/>
              <a:gd name="connsiteY955" fmla="*/ 49533 h 6858000"/>
              <a:gd name="connsiteX956" fmla="*/ 1164391 w 7467600"/>
              <a:gd name="connsiteY956" fmla="*/ 0 h 6858000"/>
              <a:gd name="connsiteX957" fmla="*/ 1200666 w 7467600"/>
              <a:gd name="connsiteY957" fmla="*/ 0 h 6858000"/>
              <a:gd name="connsiteX958" fmla="*/ 1223408 w 7467600"/>
              <a:gd name="connsiteY958" fmla="*/ 38996 h 6858000"/>
              <a:gd name="connsiteX959" fmla="*/ 1339635 w 7467600"/>
              <a:gd name="connsiteY959" fmla="*/ 365517 h 6858000"/>
              <a:gd name="connsiteX960" fmla="*/ 1387469 w 7467600"/>
              <a:gd name="connsiteY960" fmla="*/ 523079 h 6858000"/>
              <a:gd name="connsiteX961" fmla="*/ 1452685 w 7467600"/>
              <a:gd name="connsiteY961" fmla="*/ 699806 h 6858000"/>
              <a:gd name="connsiteX962" fmla="*/ 1492092 w 7467600"/>
              <a:gd name="connsiteY962" fmla="*/ 800424 h 6858000"/>
              <a:gd name="connsiteX963" fmla="*/ 1455302 w 7467600"/>
              <a:gd name="connsiteY963" fmla="*/ 632913 h 6858000"/>
              <a:gd name="connsiteX964" fmla="*/ 1222336 w 7467600"/>
              <a:gd name="connsiteY964" fmla="*/ 9480 h 6858000"/>
              <a:gd name="connsiteX965" fmla="*/ 1214634 w 7467600"/>
              <a:gd name="connsiteY965" fmla="*/ 0 h 6858000"/>
              <a:gd name="connsiteX966" fmla="*/ 1289827 w 7467600"/>
              <a:gd name="connsiteY966" fmla="*/ 0 h 6858000"/>
              <a:gd name="connsiteX967" fmla="*/ 1321076 w 7467600"/>
              <a:gd name="connsiteY967" fmla="*/ 59722 h 6858000"/>
              <a:gd name="connsiteX968" fmla="*/ 1512579 w 7467600"/>
              <a:gd name="connsiteY968" fmla="*/ 626441 h 6858000"/>
              <a:gd name="connsiteX969" fmla="*/ 1506076 w 7467600"/>
              <a:gd name="connsiteY969" fmla="*/ 1089289 h 6858000"/>
              <a:gd name="connsiteX970" fmla="*/ 1486346 w 7467600"/>
              <a:gd name="connsiteY970" fmla="*/ 1079919 h 6858000"/>
              <a:gd name="connsiteX971" fmla="*/ 1070511 w 7467600"/>
              <a:gd name="connsiteY971" fmla="*/ 48609 h 6858000"/>
              <a:gd name="connsiteX972" fmla="*/ 1057230 w 7467600"/>
              <a:gd name="connsiteY972" fmla="*/ 0 h 6858000"/>
              <a:gd name="connsiteX973" fmla="*/ 43151 w 7467600"/>
              <a:gd name="connsiteY973" fmla="*/ 0 h 6858000"/>
              <a:gd name="connsiteX974" fmla="*/ 95283 w 7467600"/>
              <a:gd name="connsiteY974" fmla="*/ 0 h 6858000"/>
              <a:gd name="connsiteX975" fmla="*/ 300708 w 7467600"/>
              <a:gd name="connsiteY975" fmla="*/ 154571 h 6858000"/>
              <a:gd name="connsiteX976" fmla="*/ 530414 w 7467600"/>
              <a:gd name="connsiteY976" fmla="*/ 354673 h 6858000"/>
              <a:gd name="connsiteX977" fmla="*/ 333785 w 7467600"/>
              <a:gd name="connsiteY977" fmla="*/ 161564 h 6858000"/>
              <a:gd name="connsiteX978" fmla="*/ 147005 w 7467600"/>
              <a:gd name="connsiteY978" fmla="*/ 0 h 6858000"/>
              <a:gd name="connsiteX979" fmla="*/ 272509 w 7467600"/>
              <a:gd name="connsiteY979" fmla="*/ 0 h 6858000"/>
              <a:gd name="connsiteX980" fmla="*/ 326276 w 7467600"/>
              <a:gd name="connsiteY980" fmla="*/ 45847 h 6858000"/>
              <a:gd name="connsiteX981" fmla="*/ 823759 w 7467600"/>
              <a:gd name="connsiteY981" fmla="*/ 574145 h 6858000"/>
              <a:gd name="connsiteX982" fmla="*/ 811254 w 7467600"/>
              <a:gd name="connsiteY982" fmla="*/ 665546 h 6858000"/>
              <a:gd name="connsiteX983" fmla="*/ 154042 w 7467600"/>
              <a:gd name="connsiteY983" fmla="*/ 261522 h 6858000"/>
              <a:gd name="connsiteX984" fmla="*/ 13550 w 7467600"/>
              <a:gd name="connsiteY984" fmla="*/ 158423 h 6858000"/>
              <a:gd name="connsiteX985" fmla="*/ 0 w 7467600"/>
              <a:gd name="connsiteY985" fmla="*/ 146618 h 6858000"/>
              <a:gd name="connsiteX986" fmla="*/ 0 w 7467600"/>
              <a:gd name="connsiteY986" fmla="*/ 59161 h 6858000"/>
              <a:gd name="connsiteX987" fmla="*/ 45427 w 7467600"/>
              <a:gd name="connsiteY987" fmla="*/ 101078 h 6858000"/>
              <a:gd name="connsiteX988" fmla="*/ 630103 w 7467600"/>
              <a:gd name="connsiteY988" fmla="*/ 485885 h 6858000"/>
              <a:gd name="connsiteX989" fmla="*/ 532040 w 7467600"/>
              <a:gd name="connsiteY989" fmla="*/ 399359 h 6858000"/>
              <a:gd name="connsiteX990" fmla="*/ 517618 w 7467600"/>
              <a:gd name="connsiteY990" fmla="*/ 385726 h 6858000"/>
              <a:gd name="connsiteX991" fmla="*/ 285074 w 7467600"/>
              <a:gd name="connsiteY991" fmla="*/ 182755 h 6858000"/>
              <a:gd name="connsiteX992" fmla="*/ 43151 w 7467600"/>
              <a:gd name="connsiteY99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1903353 w 7467600"/>
              <a:gd name="connsiteY136" fmla="*/ 5044827 h 6858000"/>
              <a:gd name="connsiteX137" fmla="*/ 1936931 w 7467600"/>
              <a:gd name="connsiteY137" fmla="*/ 5093954 h 6858000"/>
              <a:gd name="connsiteX138" fmla="*/ 2195868 w 7467600"/>
              <a:gd name="connsiteY138" fmla="*/ 5396574 h 6858000"/>
              <a:gd name="connsiteX139" fmla="*/ 2088852 w 7467600"/>
              <a:gd name="connsiteY139" fmla="*/ 5166123 h 6858000"/>
              <a:gd name="connsiteX140" fmla="*/ 1958241 w 7467600"/>
              <a:gd name="connsiteY140" fmla="*/ 5067955 h 6858000"/>
              <a:gd name="connsiteX141" fmla="*/ 1903353 w 7467600"/>
              <a:gd name="connsiteY141" fmla="*/ 5044827 h 6858000"/>
              <a:gd name="connsiteX142" fmla="*/ 1979378 w 7467600"/>
              <a:gd name="connsiteY142" fmla="*/ 4769504 h 6858000"/>
              <a:gd name="connsiteX143" fmla="*/ 2882120 w 7467600"/>
              <a:gd name="connsiteY143" fmla="*/ 5064547 h 6858000"/>
              <a:gd name="connsiteX144" fmla="*/ 2793103 w 7467600"/>
              <a:gd name="connsiteY144" fmla="*/ 5039699 h 6858000"/>
              <a:gd name="connsiteX145" fmla="*/ 2770041 w 7467600"/>
              <a:gd name="connsiteY145" fmla="*/ 5033634 h 6858000"/>
              <a:gd name="connsiteX146" fmla="*/ 1979378 w 7467600"/>
              <a:gd name="connsiteY146" fmla="*/ 4769504 h 6858000"/>
              <a:gd name="connsiteX147" fmla="*/ 1927410 w 7467600"/>
              <a:gd name="connsiteY147" fmla="*/ 4716164 h 6858000"/>
              <a:gd name="connsiteX148" fmla="*/ 1959587 w 7467600"/>
              <a:gd name="connsiteY148" fmla="*/ 4728849 h 6858000"/>
              <a:gd name="connsiteX149" fmla="*/ 2777707 w 7467600"/>
              <a:gd name="connsiteY149" fmla="*/ 5003991 h 6858000"/>
              <a:gd name="connsiteX150" fmla="*/ 2800768 w 7467600"/>
              <a:gd name="connsiteY150" fmla="*/ 5010056 h 6858000"/>
              <a:gd name="connsiteX151" fmla="*/ 2879408 w 7467600"/>
              <a:gd name="connsiteY151" fmla="*/ 5031590 h 6858000"/>
              <a:gd name="connsiteX152" fmla="*/ 2862295 w 7467600"/>
              <a:gd name="connsiteY152" fmla="*/ 5022958 h 6858000"/>
              <a:gd name="connsiteX153" fmla="*/ 2813343 w 7467600"/>
              <a:gd name="connsiteY153" fmla="*/ 4998369 h 6858000"/>
              <a:gd name="connsiteX154" fmla="*/ 2646245 w 7467600"/>
              <a:gd name="connsiteY154" fmla="*/ 4930999 h 6858000"/>
              <a:gd name="connsiteX155" fmla="*/ 1999243 w 7467600"/>
              <a:gd name="connsiteY155" fmla="*/ 4730524 h 6858000"/>
              <a:gd name="connsiteX156" fmla="*/ 1979527 w 7467600"/>
              <a:gd name="connsiteY156" fmla="*/ 4726651 h 6858000"/>
              <a:gd name="connsiteX157" fmla="*/ 1927410 w 7467600"/>
              <a:gd name="connsiteY157" fmla="*/ 4716164 h 6858000"/>
              <a:gd name="connsiteX158" fmla="*/ 1997014 w 7467600"/>
              <a:gd name="connsiteY158" fmla="*/ 4698007 h 6858000"/>
              <a:gd name="connsiteX159" fmla="*/ 2005458 w 7467600"/>
              <a:gd name="connsiteY159" fmla="*/ 4699540 h 6858000"/>
              <a:gd name="connsiteX160" fmla="*/ 2657186 w 7467600"/>
              <a:gd name="connsiteY160" fmla="*/ 4901687 h 6858000"/>
              <a:gd name="connsiteX161" fmla="*/ 2826662 w 7467600"/>
              <a:gd name="connsiteY161" fmla="*/ 4970362 h 6858000"/>
              <a:gd name="connsiteX162" fmla="*/ 2876100 w 7467600"/>
              <a:gd name="connsiteY162" fmla="*/ 4995397 h 6858000"/>
              <a:gd name="connsiteX163" fmla="*/ 3042600 w 7467600"/>
              <a:gd name="connsiteY163" fmla="*/ 5059532 h 6858000"/>
              <a:gd name="connsiteX164" fmla="*/ 1997014 w 7467600"/>
              <a:gd name="connsiteY164" fmla="*/ 4698007 h 6858000"/>
              <a:gd name="connsiteX165" fmla="*/ 2305292 w 7467600"/>
              <a:gd name="connsiteY165" fmla="*/ 4219492 h 6858000"/>
              <a:gd name="connsiteX166" fmla="*/ 3360922 w 7467600"/>
              <a:gd name="connsiteY166" fmla="*/ 4529373 h 6858000"/>
              <a:gd name="connsiteX167" fmla="*/ 3492420 w 7467600"/>
              <a:gd name="connsiteY167" fmla="*/ 4510145 h 6858000"/>
              <a:gd name="connsiteX168" fmla="*/ 3364086 w 7467600"/>
              <a:gd name="connsiteY168" fmla="*/ 4480340 h 6858000"/>
              <a:gd name="connsiteX169" fmla="*/ 3225818 w 7467600"/>
              <a:gd name="connsiteY169" fmla="*/ 4411822 h 6858000"/>
              <a:gd name="connsiteX170" fmla="*/ 3129696 w 7467600"/>
              <a:gd name="connsiteY170" fmla="*/ 4360704 h 6858000"/>
              <a:gd name="connsiteX171" fmla="*/ 2814545 w 7467600"/>
              <a:gd name="connsiteY171" fmla="*/ 4282955 h 6858000"/>
              <a:gd name="connsiteX172" fmla="*/ 2305292 w 7467600"/>
              <a:gd name="connsiteY172" fmla="*/ 4219492 h 6858000"/>
              <a:gd name="connsiteX173" fmla="*/ 2626982 w 7467600"/>
              <a:gd name="connsiteY173" fmla="*/ 4206450 h 6858000"/>
              <a:gd name="connsiteX174" fmla="*/ 2490617 w 7467600"/>
              <a:gd name="connsiteY174" fmla="*/ 4206951 h 6858000"/>
              <a:gd name="connsiteX175" fmla="*/ 2819869 w 7467600"/>
              <a:gd name="connsiteY175" fmla="*/ 4252936 h 6858000"/>
              <a:gd name="connsiteX176" fmla="*/ 3143018 w 7467600"/>
              <a:gd name="connsiteY176" fmla="*/ 4332698 h 6858000"/>
              <a:gd name="connsiteX177" fmla="*/ 3241520 w 7467600"/>
              <a:gd name="connsiteY177" fmla="*/ 4385112 h 6858000"/>
              <a:gd name="connsiteX178" fmla="*/ 3374575 w 7467600"/>
              <a:gd name="connsiteY178" fmla="*/ 4451517 h 6858000"/>
              <a:gd name="connsiteX179" fmla="*/ 3505221 w 7467600"/>
              <a:gd name="connsiteY179" fmla="*/ 4480757 h 6858000"/>
              <a:gd name="connsiteX180" fmla="*/ 2626982 w 7467600"/>
              <a:gd name="connsiteY180" fmla="*/ 4206450 h 6858000"/>
              <a:gd name="connsiteX181" fmla="*/ 1310106 w 7467600"/>
              <a:gd name="connsiteY181" fmla="*/ 3943217 h 6858000"/>
              <a:gd name="connsiteX182" fmla="*/ 854994 w 7467600"/>
              <a:gd name="connsiteY182" fmla="*/ 4399136 h 6858000"/>
              <a:gd name="connsiteX183" fmla="*/ 742462 w 7467600"/>
              <a:gd name="connsiteY183" fmla="*/ 4594648 h 6858000"/>
              <a:gd name="connsiteX184" fmla="*/ 820602 w 7467600"/>
              <a:gd name="connsiteY184" fmla="*/ 4485915 h 6858000"/>
              <a:gd name="connsiteX185" fmla="*/ 878295 w 7467600"/>
              <a:gd name="connsiteY185" fmla="*/ 4403594 h 6858000"/>
              <a:gd name="connsiteX186" fmla="*/ 1240607 w 7467600"/>
              <a:gd name="connsiteY186" fmla="*/ 4010401 h 6858000"/>
              <a:gd name="connsiteX187" fmla="*/ 1310106 w 7467600"/>
              <a:gd name="connsiteY187" fmla="*/ 3943217 h 6858000"/>
              <a:gd name="connsiteX188" fmla="*/ 1423113 w 7467600"/>
              <a:gd name="connsiteY188" fmla="*/ 3874565 h 6858000"/>
              <a:gd name="connsiteX189" fmla="*/ 1260565 w 7467600"/>
              <a:gd name="connsiteY189" fmla="*/ 4031982 h 6858000"/>
              <a:gd name="connsiteX190" fmla="*/ 901900 w 7467600"/>
              <a:gd name="connsiteY190" fmla="*/ 4421236 h 6858000"/>
              <a:gd name="connsiteX191" fmla="*/ 845044 w 7467600"/>
              <a:gd name="connsiteY191" fmla="*/ 4502436 h 6858000"/>
              <a:gd name="connsiteX192" fmla="*/ 685926 w 7467600"/>
              <a:gd name="connsiteY192" fmla="*/ 4703069 h 6858000"/>
              <a:gd name="connsiteX193" fmla="*/ 684248 w 7467600"/>
              <a:gd name="connsiteY193" fmla="*/ 4706721 h 6858000"/>
              <a:gd name="connsiteX194" fmla="*/ 1423113 w 7467600"/>
              <a:gd name="connsiteY194" fmla="*/ 3874565 h 6858000"/>
              <a:gd name="connsiteX195" fmla="*/ 3316479 w 7467600"/>
              <a:gd name="connsiteY195" fmla="*/ 3872136 h 6858000"/>
              <a:gd name="connsiteX196" fmla="*/ 3546806 w 7467600"/>
              <a:gd name="connsiteY196" fmla="*/ 4356139 h 6858000"/>
              <a:gd name="connsiteX197" fmla="*/ 3364433 w 7467600"/>
              <a:gd name="connsiteY197" fmla="*/ 3953121 h 6858000"/>
              <a:gd name="connsiteX198" fmla="*/ 3316479 w 7467600"/>
              <a:gd name="connsiteY198" fmla="*/ 3872136 h 6858000"/>
              <a:gd name="connsiteX199" fmla="*/ 3291335 w 7467600"/>
              <a:gd name="connsiteY199" fmla="*/ 3767420 h 6858000"/>
              <a:gd name="connsiteX200" fmla="*/ 3390805 w 7467600"/>
              <a:gd name="connsiteY200" fmla="*/ 3937163 h 6858000"/>
              <a:gd name="connsiteX201" fmla="*/ 3579062 w 7467600"/>
              <a:gd name="connsiteY201" fmla="*/ 4359040 h 6858000"/>
              <a:gd name="connsiteX202" fmla="*/ 3467355 w 7467600"/>
              <a:gd name="connsiteY202" fmla="*/ 3988130 h 6858000"/>
              <a:gd name="connsiteX203" fmla="*/ 3310753 w 7467600"/>
              <a:gd name="connsiteY203" fmla="*/ 3787140 h 6858000"/>
              <a:gd name="connsiteX204" fmla="*/ 3291335 w 7467600"/>
              <a:gd name="connsiteY204" fmla="*/ 3767420 h 6858000"/>
              <a:gd name="connsiteX205" fmla="*/ 1635889 w 7467600"/>
              <a:gd name="connsiteY205" fmla="*/ 3709494 h 6858000"/>
              <a:gd name="connsiteX206" fmla="*/ 1634800 w 7467600"/>
              <a:gd name="connsiteY206" fmla="*/ 3731111 h 6858000"/>
              <a:gd name="connsiteX207" fmla="*/ 1635889 w 7467600"/>
              <a:gd name="connsiteY207" fmla="*/ 3709494 h 6858000"/>
              <a:gd name="connsiteX208" fmla="*/ 1510397 w 7467600"/>
              <a:gd name="connsiteY208" fmla="*/ 3684705 h 6858000"/>
              <a:gd name="connsiteX209" fmla="*/ 1146550 w 7467600"/>
              <a:gd name="connsiteY209" fmla="*/ 3802012 h 6858000"/>
              <a:gd name="connsiteX210" fmla="*/ 698834 w 7467600"/>
              <a:gd name="connsiteY210" fmla="*/ 3952272 h 6858000"/>
              <a:gd name="connsiteX211" fmla="*/ 34256 w 7467600"/>
              <a:gd name="connsiteY211" fmla="*/ 4347603 h 6858000"/>
              <a:gd name="connsiteX212" fmla="*/ 527241 w 7467600"/>
              <a:gd name="connsiteY212" fmla="*/ 4065078 h 6858000"/>
              <a:gd name="connsiteX213" fmla="*/ 1510397 w 7467600"/>
              <a:gd name="connsiteY213" fmla="*/ 3684705 h 6858000"/>
              <a:gd name="connsiteX214" fmla="*/ 1313114 w 7467600"/>
              <a:gd name="connsiteY214" fmla="*/ 3655216 h 6858000"/>
              <a:gd name="connsiteX215" fmla="*/ 1109304 w 7467600"/>
              <a:gd name="connsiteY215" fmla="*/ 3669030 h 6858000"/>
              <a:gd name="connsiteX216" fmla="*/ 8129 w 7467600"/>
              <a:gd name="connsiteY216" fmla="*/ 4330519 h 6858000"/>
              <a:gd name="connsiteX217" fmla="*/ 687572 w 7467600"/>
              <a:gd name="connsiteY217" fmla="*/ 3925629 h 6858000"/>
              <a:gd name="connsiteX218" fmla="*/ 1138365 w 7467600"/>
              <a:gd name="connsiteY218" fmla="*/ 3774515 h 6858000"/>
              <a:gd name="connsiteX219" fmla="*/ 1505579 w 7467600"/>
              <a:gd name="connsiteY219" fmla="*/ 3655526 h 6858000"/>
              <a:gd name="connsiteX220" fmla="*/ 1313114 w 7467600"/>
              <a:gd name="connsiteY220" fmla="*/ 3655216 h 6858000"/>
              <a:gd name="connsiteX221" fmla="*/ 3655073 w 7467600"/>
              <a:gd name="connsiteY221" fmla="*/ 3650884 h 6858000"/>
              <a:gd name="connsiteX222" fmla="*/ 3989938 w 7467600"/>
              <a:gd name="connsiteY222" fmla="*/ 3991685 h 6858000"/>
              <a:gd name="connsiteX223" fmla="*/ 4393907 w 7467600"/>
              <a:gd name="connsiteY223" fmla="*/ 4261258 h 6858000"/>
              <a:gd name="connsiteX224" fmla="*/ 4648051 w 7467600"/>
              <a:gd name="connsiteY224" fmla="*/ 4374051 h 6858000"/>
              <a:gd name="connsiteX225" fmla="*/ 4383389 w 7467600"/>
              <a:gd name="connsiteY225" fmla="*/ 4184369 h 6858000"/>
              <a:gd name="connsiteX226" fmla="*/ 4165508 w 7467600"/>
              <a:gd name="connsiteY226" fmla="*/ 4035196 h 6858000"/>
              <a:gd name="connsiteX227" fmla="*/ 4068162 w 7467600"/>
              <a:gd name="connsiteY227" fmla="*/ 3953394 h 6858000"/>
              <a:gd name="connsiteX228" fmla="*/ 3981416 w 7467600"/>
              <a:gd name="connsiteY228" fmla="*/ 3880482 h 6858000"/>
              <a:gd name="connsiteX229" fmla="*/ 3800147 w 7467600"/>
              <a:gd name="connsiteY229" fmla="*/ 3749872 h 6858000"/>
              <a:gd name="connsiteX230" fmla="*/ 3655073 w 7467600"/>
              <a:gd name="connsiteY230" fmla="*/ 3650884 h 6858000"/>
              <a:gd name="connsiteX231" fmla="*/ 3670252 w 7467600"/>
              <a:gd name="connsiteY231" fmla="*/ 3622798 h 6858000"/>
              <a:gd name="connsiteX232" fmla="*/ 3817258 w 7467600"/>
              <a:gd name="connsiteY232" fmla="*/ 3723577 h 6858000"/>
              <a:gd name="connsiteX233" fmla="*/ 4000461 w 7467600"/>
              <a:gd name="connsiteY233" fmla="*/ 3855966 h 6858000"/>
              <a:gd name="connsiteX234" fmla="*/ 4088180 w 7467600"/>
              <a:gd name="connsiteY234" fmla="*/ 3929774 h 6858000"/>
              <a:gd name="connsiteX235" fmla="*/ 4184555 w 7467600"/>
              <a:gd name="connsiteY235" fmla="*/ 4010683 h 6858000"/>
              <a:gd name="connsiteX236" fmla="*/ 4399563 w 7467600"/>
              <a:gd name="connsiteY236" fmla="*/ 4158106 h 6858000"/>
              <a:gd name="connsiteX237" fmla="*/ 4684469 w 7467600"/>
              <a:gd name="connsiteY237" fmla="*/ 4364680 h 6858000"/>
              <a:gd name="connsiteX238" fmla="*/ 4690271 w 7467600"/>
              <a:gd name="connsiteY238" fmla="*/ 4370034 h 6858000"/>
              <a:gd name="connsiteX239" fmla="*/ 4136093 w 7467600"/>
              <a:gd name="connsiteY239" fmla="*/ 3858466 h 6858000"/>
              <a:gd name="connsiteX240" fmla="*/ 3670252 w 7467600"/>
              <a:gd name="connsiteY240" fmla="*/ 3622798 h 6858000"/>
              <a:gd name="connsiteX241" fmla="*/ 4440129 w 7467600"/>
              <a:gd name="connsiteY241" fmla="*/ 3448571 h 6858000"/>
              <a:gd name="connsiteX242" fmla="*/ 4856525 w 7467600"/>
              <a:gd name="connsiteY242" fmla="*/ 3915351 h 6858000"/>
              <a:gd name="connsiteX243" fmla="*/ 5059055 w 7467600"/>
              <a:gd name="connsiteY243" fmla="*/ 4108918 h 6858000"/>
              <a:gd name="connsiteX244" fmla="*/ 5290070 w 7467600"/>
              <a:gd name="connsiteY244" fmla="*/ 4263619 h 6858000"/>
              <a:gd name="connsiteX245" fmla="*/ 4834991 w 7467600"/>
              <a:gd name="connsiteY245" fmla="*/ 3830985 h 6858000"/>
              <a:gd name="connsiteX246" fmla="*/ 4440129 w 7467600"/>
              <a:gd name="connsiteY246" fmla="*/ 3448571 h 6858000"/>
              <a:gd name="connsiteX247" fmla="*/ 4441737 w 7467600"/>
              <a:gd name="connsiteY247" fmla="*/ 3399734 h 6858000"/>
              <a:gd name="connsiteX248" fmla="*/ 4431236 w 7467600"/>
              <a:gd name="connsiteY248" fmla="*/ 3400954 h 6858000"/>
              <a:gd name="connsiteX249" fmla="*/ 4557150 w 7467600"/>
              <a:gd name="connsiteY249" fmla="*/ 3510023 h 6858000"/>
              <a:gd name="connsiteX250" fmla="*/ 4856936 w 7467600"/>
              <a:gd name="connsiteY250" fmla="*/ 3809146 h 6858000"/>
              <a:gd name="connsiteX251" fmla="*/ 5111996 w 7467600"/>
              <a:gd name="connsiteY251" fmla="*/ 4065759 h 6858000"/>
              <a:gd name="connsiteX252" fmla="*/ 5388878 w 7467600"/>
              <a:gd name="connsiteY252" fmla="*/ 4300185 h 6858000"/>
              <a:gd name="connsiteX253" fmla="*/ 5425556 w 7467600"/>
              <a:gd name="connsiteY253" fmla="*/ 4308967 h 6858000"/>
              <a:gd name="connsiteX254" fmla="*/ 4943646 w 7467600"/>
              <a:gd name="connsiteY254" fmla="*/ 3822916 h 6858000"/>
              <a:gd name="connsiteX255" fmla="*/ 4594837 w 7467600"/>
              <a:gd name="connsiteY255" fmla="*/ 3532274 h 6858000"/>
              <a:gd name="connsiteX256" fmla="*/ 4441737 w 7467600"/>
              <a:gd name="connsiteY256" fmla="*/ 3399734 h 6858000"/>
              <a:gd name="connsiteX257" fmla="*/ 5425834 w 7467600"/>
              <a:gd name="connsiteY257" fmla="*/ 3162785 h 6858000"/>
              <a:gd name="connsiteX258" fmla="*/ 5401644 w 7467600"/>
              <a:gd name="connsiteY258" fmla="*/ 3617847 h 6858000"/>
              <a:gd name="connsiteX259" fmla="*/ 5467256 w 7467600"/>
              <a:gd name="connsiteY259" fmla="*/ 4175494 h 6858000"/>
              <a:gd name="connsiteX260" fmla="*/ 5448069 w 7467600"/>
              <a:gd name="connsiteY260" fmla="*/ 3567554 h 6858000"/>
              <a:gd name="connsiteX261" fmla="*/ 5425834 w 7467600"/>
              <a:gd name="connsiteY261" fmla="*/ 3162785 h 6858000"/>
              <a:gd name="connsiteX262" fmla="*/ 1318687 w 7467600"/>
              <a:gd name="connsiteY262" fmla="*/ 3113840 h 6858000"/>
              <a:gd name="connsiteX263" fmla="*/ 1066793 w 7467600"/>
              <a:gd name="connsiteY263" fmla="*/ 3212171 h 6858000"/>
              <a:gd name="connsiteX264" fmla="*/ 993319 w 7467600"/>
              <a:gd name="connsiteY264" fmla="*/ 3247648 h 6858000"/>
              <a:gd name="connsiteX265" fmla="*/ 853081 w 7467600"/>
              <a:gd name="connsiteY265" fmla="*/ 3312410 h 6858000"/>
              <a:gd name="connsiteX266" fmla="*/ 805957 w 7467600"/>
              <a:gd name="connsiteY266" fmla="*/ 3330443 h 6858000"/>
              <a:gd name="connsiteX267" fmla="*/ 1318687 w 7467600"/>
              <a:gd name="connsiteY267" fmla="*/ 3113840 h 6858000"/>
              <a:gd name="connsiteX268" fmla="*/ 5453702 w 7467600"/>
              <a:gd name="connsiteY268" fmla="*/ 3090882 h 6858000"/>
              <a:gd name="connsiteX269" fmla="*/ 5480135 w 7467600"/>
              <a:gd name="connsiteY269" fmla="*/ 3565802 h 6858000"/>
              <a:gd name="connsiteX270" fmla="*/ 5499023 w 7467600"/>
              <a:gd name="connsiteY270" fmla="*/ 4166310 h 6858000"/>
              <a:gd name="connsiteX271" fmla="*/ 5547022 w 7467600"/>
              <a:gd name="connsiteY271" fmla="*/ 3607838 h 6858000"/>
              <a:gd name="connsiteX272" fmla="*/ 5515964 w 7467600"/>
              <a:gd name="connsiteY272" fmla="*/ 3378541 h 6858000"/>
              <a:gd name="connsiteX273" fmla="*/ 5453702 w 7467600"/>
              <a:gd name="connsiteY273" fmla="*/ 3090882 h 6858000"/>
              <a:gd name="connsiteX274" fmla="*/ 1238695 w 7467600"/>
              <a:gd name="connsiteY274" fmla="*/ 3076820 h 6858000"/>
              <a:gd name="connsiteX275" fmla="*/ 716371 w 7467600"/>
              <a:gd name="connsiteY275" fmla="*/ 3293249 h 6858000"/>
              <a:gd name="connsiteX276" fmla="*/ 579522 w 7467600"/>
              <a:gd name="connsiteY276" fmla="*/ 3371759 h 6858000"/>
              <a:gd name="connsiteX277" fmla="*/ 600288 w 7467600"/>
              <a:gd name="connsiteY277" fmla="*/ 3365555 h 6858000"/>
              <a:gd name="connsiteX278" fmla="*/ 840692 w 7467600"/>
              <a:gd name="connsiteY278" fmla="*/ 3284921 h 6858000"/>
              <a:gd name="connsiteX279" fmla="*/ 979248 w 7467600"/>
              <a:gd name="connsiteY279" fmla="*/ 3221003 h 6858000"/>
              <a:gd name="connsiteX280" fmla="*/ 1053282 w 7467600"/>
              <a:gd name="connsiteY280" fmla="*/ 3185247 h 6858000"/>
              <a:gd name="connsiteX281" fmla="*/ 1320603 w 7467600"/>
              <a:gd name="connsiteY281" fmla="*/ 3081281 h 6858000"/>
              <a:gd name="connsiteX282" fmla="*/ 1238695 w 7467600"/>
              <a:gd name="connsiteY282" fmla="*/ 3076820 h 6858000"/>
              <a:gd name="connsiteX283" fmla="*/ 5425627 w 7467600"/>
              <a:gd name="connsiteY283" fmla="*/ 2954192 h 6858000"/>
              <a:gd name="connsiteX284" fmla="*/ 5470770 w 7467600"/>
              <a:gd name="connsiteY284" fmla="*/ 3005435 h 6858000"/>
              <a:gd name="connsiteX285" fmla="*/ 5519779 w 7467600"/>
              <a:gd name="connsiteY285" fmla="*/ 4359223 h 6858000"/>
              <a:gd name="connsiteX286" fmla="*/ 5520293 w 7467600"/>
              <a:gd name="connsiteY286" fmla="*/ 4360602 h 6858000"/>
              <a:gd name="connsiteX287" fmla="*/ 5767221 w 7467600"/>
              <a:gd name="connsiteY287" fmla="*/ 4665564 h 6858000"/>
              <a:gd name="connsiteX288" fmla="*/ 6937169 w 7467600"/>
              <a:gd name="connsiteY288" fmla="*/ 4815941 h 6858000"/>
              <a:gd name="connsiteX289" fmla="*/ 6953922 w 7467600"/>
              <a:gd name="connsiteY289" fmla="*/ 4890068 h 6858000"/>
              <a:gd name="connsiteX290" fmla="*/ 6071359 w 7467600"/>
              <a:gd name="connsiteY290" fmla="*/ 4770770 h 6858000"/>
              <a:gd name="connsiteX291" fmla="*/ 6038839 w 7467600"/>
              <a:gd name="connsiteY291" fmla="*/ 4764474 h 6858000"/>
              <a:gd name="connsiteX292" fmla="*/ 6038706 w 7467600"/>
              <a:gd name="connsiteY292" fmla="*/ 4763847 h 6858000"/>
              <a:gd name="connsiteX293" fmla="*/ 6037784 w 7467600"/>
              <a:gd name="connsiteY293" fmla="*/ 4764270 h 6858000"/>
              <a:gd name="connsiteX294" fmla="*/ 6038839 w 7467600"/>
              <a:gd name="connsiteY294" fmla="*/ 4764474 h 6858000"/>
              <a:gd name="connsiteX295" fmla="*/ 6040338 w 7467600"/>
              <a:gd name="connsiteY295" fmla="*/ 4771418 h 6858000"/>
              <a:gd name="connsiteX296" fmla="*/ 6024488 w 7467600"/>
              <a:gd name="connsiteY296" fmla="*/ 4809903 h 6858000"/>
              <a:gd name="connsiteX297" fmla="*/ 5599771 w 7467600"/>
              <a:gd name="connsiteY297" fmla="*/ 5509652 h 6858000"/>
              <a:gd name="connsiteX298" fmla="*/ 5548843 w 7467600"/>
              <a:gd name="connsiteY298" fmla="*/ 5563845 h 6858000"/>
              <a:gd name="connsiteX299" fmla="*/ 5940952 w 7467600"/>
              <a:gd name="connsiteY299" fmla="*/ 6250028 h 6858000"/>
              <a:gd name="connsiteX300" fmla="*/ 6043441 w 7467600"/>
              <a:gd name="connsiteY300" fmla="*/ 6665847 h 6858000"/>
              <a:gd name="connsiteX301" fmla="*/ 6093432 w 7467600"/>
              <a:gd name="connsiteY301" fmla="*/ 6858000 h 6858000"/>
              <a:gd name="connsiteX302" fmla="*/ 6034344 w 7467600"/>
              <a:gd name="connsiteY302" fmla="*/ 6858000 h 6858000"/>
              <a:gd name="connsiteX303" fmla="*/ 6026679 w 7467600"/>
              <a:gd name="connsiteY303" fmla="*/ 6836959 h 6858000"/>
              <a:gd name="connsiteX304" fmla="*/ 5800441 w 7467600"/>
              <a:gd name="connsiteY304" fmla="*/ 6335286 h 6858000"/>
              <a:gd name="connsiteX305" fmla="*/ 5526562 w 7467600"/>
              <a:gd name="connsiteY305" fmla="*/ 5705388 h 6858000"/>
              <a:gd name="connsiteX306" fmla="*/ 5519640 w 7467600"/>
              <a:gd name="connsiteY306" fmla="*/ 5683774 h 6858000"/>
              <a:gd name="connsiteX307" fmla="*/ 5844559 w 7467600"/>
              <a:gd name="connsiteY307" fmla="*/ 6553349 h 6858000"/>
              <a:gd name="connsiteX308" fmla="*/ 5975994 w 7467600"/>
              <a:gd name="connsiteY308" fmla="*/ 6858000 h 6858000"/>
              <a:gd name="connsiteX309" fmla="*/ 5898547 w 7467600"/>
              <a:gd name="connsiteY309" fmla="*/ 6858000 h 6858000"/>
              <a:gd name="connsiteX310" fmla="*/ 5682041 w 7467600"/>
              <a:gd name="connsiteY310" fmla="*/ 6355860 h 6858000"/>
              <a:gd name="connsiteX311" fmla="*/ 5461758 w 7467600"/>
              <a:gd name="connsiteY311" fmla="*/ 5820220 h 6858000"/>
              <a:gd name="connsiteX312" fmla="*/ 5237282 w 7467600"/>
              <a:gd name="connsiteY312" fmla="*/ 6579086 h 6858000"/>
              <a:gd name="connsiteX313" fmla="*/ 5115009 w 7467600"/>
              <a:gd name="connsiteY313" fmla="*/ 6858000 h 6858000"/>
              <a:gd name="connsiteX314" fmla="*/ 5028074 w 7467600"/>
              <a:gd name="connsiteY314" fmla="*/ 6858000 h 6858000"/>
              <a:gd name="connsiteX315" fmla="*/ 5079508 w 7467600"/>
              <a:gd name="connsiteY315" fmla="*/ 6749074 h 6858000"/>
              <a:gd name="connsiteX316" fmla="*/ 5371846 w 7467600"/>
              <a:gd name="connsiteY316" fmla="*/ 5924413 h 6858000"/>
              <a:gd name="connsiteX317" fmla="*/ 5270512 w 7467600"/>
              <a:gd name="connsiteY317" fmla="*/ 6138975 h 6858000"/>
              <a:gd name="connsiteX318" fmla="*/ 5062409 w 7467600"/>
              <a:gd name="connsiteY318" fmla="*/ 6653544 h 6858000"/>
              <a:gd name="connsiteX319" fmla="*/ 5036628 w 7467600"/>
              <a:gd name="connsiteY319" fmla="*/ 6754247 h 6858000"/>
              <a:gd name="connsiteX320" fmla="*/ 5009112 w 7467600"/>
              <a:gd name="connsiteY320" fmla="*/ 6858000 h 6858000"/>
              <a:gd name="connsiteX321" fmla="*/ 4976679 w 7467600"/>
              <a:gd name="connsiteY321" fmla="*/ 6858000 h 6858000"/>
              <a:gd name="connsiteX322" fmla="*/ 5006537 w 7467600"/>
              <a:gd name="connsiteY322" fmla="*/ 6747068 h 6858000"/>
              <a:gd name="connsiteX323" fmla="*/ 5032723 w 7467600"/>
              <a:gd name="connsiteY323" fmla="*/ 6644957 h 6858000"/>
              <a:gd name="connsiteX324" fmla="*/ 5242949 w 7467600"/>
              <a:gd name="connsiteY324" fmla="*/ 6125175 h 6858000"/>
              <a:gd name="connsiteX325" fmla="*/ 5286321 w 7467600"/>
              <a:gd name="connsiteY325" fmla="*/ 6033555 h 6858000"/>
              <a:gd name="connsiteX326" fmla="*/ 5008210 w 7467600"/>
              <a:gd name="connsiteY326" fmla="*/ 6649194 h 6858000"/>
              <a:gd name="connsiteX327" fmla="*/ 4986321 w 7467600"/>
              <a:gd name="connsiteY327" fmla="*/ 6765687 h 6858000"/>
              <a:gd name="connsiteX328" fmla="*/ 4973474 w 7467600"/>
              <a:gd name="connsiteY328" fmla="*/ 6858000 h 6858000"/>
              <a:gd name="connsiteX329" fmla="*/ 4907178 w 7467600"/>
              <a:gd name="connsiteY329" fmla="*/ 6858000 h 6858000"/>
              <a:gd name="connsiteX330" fmla="*/ 4910810 w 7467600"/>
              <a:gd name="connsiteY330" fmla="*/ 6829660 h 6858000"/>
              <a:gd name="connsiteX331" fmla="*/ 4987461 w 7467600"/>
              <a:gd name="connsiteY331" fmla="*/ 6432994 h 6858000"/>
              <a:gd name="connsiteX332" fmla="*/ 5179262 w 7467600"/>
              <a:gd name="connsiteY332" fmla="*/ 6035044 h 6858000"/>
              <a:gd name="connsiteX333" fmla="*/ 4689678 w 7467600"/>
              <a:gd name="connsiteY333" fmla="*/ 6440241 h 6858000"/>
              <a:gd name="connsiteX334" fmla="*/ 4477543 w 7467600"/>
              <a:gd name="connsiteY334" fmla="*/ 6674836 h 6858000"/>
              <a:gd name="connsiteX335" fmla="*/ 4329957 w 7467600"/>
              <a:gd name="connsiteY335" fmla="*/ 6858000 h 6858000"/>
              <a:gd name="connsiteX336" fmla="*/ 4218595 w 7467600"/>
              <a:gd name="connsiteY336" fmla="*/ 6858000 h 6858000"/>
              <a:gd name="connsiteX337" fmla="*/ 4368888 w 7467600"/>
              <a:gd name="connsiteY337" fmla="*/ 6668412 h 6858000"/>
              <a:gd name="connsiteX338" fmla="*/ 4563091 w 7467600"/>
              <a:gd name="connsiteY338" fmla="*/ 6442508 h 6858000"/>
              <a:gd name="connsiteX339" fmla="*/ 5387324 w 7467600"/>
              <a:gd name="connsiteY339" fmla="*/ 5705830 h 6858000"/>
              <a:gd name="connsiteX340" fmla="*/ 5073620 w 7467600"/>
              <a:gd name="connsiteY340" fmla="*/ 5955437 h 6858000"/>
              <a:gd name="connsiteX341" fmla="*/ 4689789 w 7467600"/>
              <a:gd name="connsiteY341" fmla="*/ 6268382 h 6858000"/>
              <a:gd name="connsiteX342" fmla="*/ 4418722 w 7467600"/>
              <a:gd name="connsiteY342" fmla="*/ 6570886 h 6858000"/>
              <a:gd name="connsiteX343" fmla="*/ 4214944 w 7467600"/>
              <a:gd name="connsiteY343" fmla="*/ 6858000 h 6858000"/>
              <a:gd name="connsiteX344" fmla="*/ 4177898 w 7467600"/>
              <a:gd name="connsiteY344" fmla="*/ 6858000 h 6858000"/>
              <a:gd name="connsiteX345" fmla="*/ 4391597 w 7467600"/>
              <a:gd name="connsiteY345" fmla="*/ 6556370 h 6858000"/>
              <a:gd name="connsiteX346" fmla="*/ 4668889 w 7467600"/>
              <a:gd name="connsiteY346" fmla="*/ 6246399 h 6858000"/>
              <a:gd name="connsiteX347" fmla="*/ 5055427 w 7467600"/>
              <a:gd name="connsiteY347" fmla="*/ 5931476 h 6858000"/>
              <a:gd name="connsiteX348" fmla="*/ 5371814 w 7467600"/>
              <a:gd name="connsiteY348" fmla="*/ 5678975 h 6858000"/>
              <a:gd name="connsiteX349" fmla="*/ 4987918 w 7467600"/>
              <a:gd name="connsiteY349" fmla="*/ 5838701 h 6858000"/>
              <a:gd name="connsiteX350" fmla="*/ 4317146 w 7467600"/>
              <a:gd name="connsiteY350" fmla="*/ 6587716 h 6858000"/>
              <a:gd name="connsiteX351" fmla="*/ 4171627 w 7467600"/>
              <a:gd name="connsiteY351" fmla="*/ 6858000 h 6858000"/>
              <a:gd name="connsiteX352" fmla="*/ 4081585 w 7467600"/>
              <a:gd name="connsiteY352" fmla="*/ 6858000 h 6858000"/>
              <a:gd name="connsiteX353" fmla="*/ 4238603 w 7467600"/>
              <a:gd name="connsiteY353" fmla="*/ 6559341 h 6858000"/>
              <a:gd name="connsiteX354" fmla="*/ 4778333 w 7467600"/>
              <a:gd name="connsiteY354" fmla="*/ 5873626 h 6858000"/>
              <a:gd name="connsiteX355" fmla="*/ 5414185 w 7467600"/>
              <a:gd name="connsiteY355" fmla="*/ 5573882 h 6858000"/>
              <a:gd name="connsiteX356" fmla="*/ 5959648 w 7467600"/>
              <a:gd name="connsiteY356" fmla="*/ 4760797 h 6858000"/>
              <a:gd name="connsiteX357" fmla="*/ 5355019 w 7467600"/>
              <a:gd name="connsiteY357" fmla="*/ 4734672 h 6858000"/>
              <a:gd name="connsiteX358" fmla="*/ 5083565 w 7467600"/>
              <a:gd name="connsiteY358" fmla="*/ 5179121 h 6858000"/>
              <a:gd name="connsiteX359" fmla="*/ 4713577 w 7467600"/>
              <a:gd name="connsiteY359" fmla="*/ 5616803 h 6858000"/>
              <a:gd name="connsiteX360" fmla="*/ 3989559 w 7467600"/>
              <a:gd name="connsiteY360" fmla="*/ 6145945 h 6858000"/>
              <a:gd name="connsiteX361" fmla="*/ 3939824 w 7467600"/>
              <a:gd name="connsiteY361" fmla="*/ 6066900 h 6858000"/>
              <a:gd name="connsiteX362" fmla="*/ 4584537 w 7467600"/>
              <a:gd name="connsiteY362" fmla="*/ 5324826 h 6858000"/>
              <a:gd name="connsiteX363" fmla="*/ 5037105 w 7467600"/>
              <a:gd name="connsiteY363" fmla="*/ 5088765 h 6858000"/>
              <a:gd name="connsiteX364" fmla="*/ 5039930 w 7467600"/>
              <a:gd name="connsiteY364" fmla="*/ 5089585 h 6858000"/>
              <a:gd name="connsiteX365" fmla="*/ 5263764 w 7467600"/>
              <a:gd name="connsiteY365" fmla="*/ 4735525 h 6858000"/>
              <a:gd name="connsiteX366" fmla="*/ 4086300 w 7467600"/>
              <a:gd name="connsiteY366" fmla="*/ 4884599 h 6858000"/>
              <a:gd name="connsiteX367" fmla="*/ 4085485 w 7467600"/>
              <a:gd name="connsiteY367" fmla="*/ 4899070 h 6858000"/>
              <a:gd name="connsiteX368" fmla="*/ 3871915 w 7467600"/>
              <a:gd name="connsiteY368" fmla="*/ 5253645 h 6858000"/>
              <a:gd name="connsiteX369" fmla="*/ 3799374 w 7467600"/>
              <a:gd name="connsiteY369" fmla="*/ 5466127 h 6858000"/>
              <a:gd name="connsiteX370" fmla="*/ 3498850 w 7467600"/>
              <a:gd name="connsiteY370" fmla="*/ 6661888 h 6858000"/>
              <a:gd name="connsiteX371" fmla="*/ 3399216 w 7467600"/>
              <a:gd name="connsiteY371" fmla="*/ 6858000 h 6858000"/>
              <a:gd name="connsiteX372" fmla="*/ 3303688 w 7467600"/>
              <a:gd name="connsiteY372" fmla="*/ 6858000 h 6858000"/>
              <a:gd name="connsiteX373" fmla="*/ 3391774 w 7467600"/>
              <a:gd name="connsiteY373" fmla="*/ 6697181 h 6858000"/>
              <a:gd name="connsiteX374" fmla="*/ 3735540 w 7467600"/>
              <a:gd name="connsiteY374" fmla="*/ 5546923 h 6858000"/>
              <a:gd name="connsiteX375" fmla="*/ 3729438 w 7467600"/>
              <a:gd name="connsiteY375" fmla="*/ 5569058 h 6858000"/>
              <a:gd name="connsiteX376" fmla="*/ 3707782 w 7467600"/>
              <a:gd name="connsiteY376" fmla="*/ 5644908 h 6858000"/>
              <a:gd name="connsiteX377" fmla="*/ 3583827 w 7467600"/>
              <a:gd name="connsiteY377" fmla="*/ 6039215 h 6858000"/>
              <a:gd name="connsiteX378" fmla="*/ 3547861 w 7467600"/>
              <a:gd name="connsiteY378" fmla="*/ 6129609 h 6858000"/>
              <a:gd name="connsiteX379" fmla="*/ 3490905 w 7467600"/>
              <a:gd name="connsiteY379" fmla="*/ 6277660 h 6858000"/>
              <a:gd name="connsiteX380" fmla="*/ 3455859 w 7467600"/>
              <a:gd name="connsiteY380" fmla="*/ 6391301 h 6858000"/>
              <a:gd name="connsiteX381" fmla="*/ 3429112 w 7467600"/>
              <a:gd name="connsiteY381" fmla="*/ 6479469 h 6858000"/>
              <a:gd name="connsiteX382" fmla="*/ 3304862 w 7467600"/>
              <a:gd name="connsiteY382" fmla="*/ 6796476 h 6858000"/>
              <a:gd name="connsiteX383" fmla="*/ 3276071 w 7467600"/>
              <a:gd name="connsiteY383" fmla="*/ 6858000 h 6858000"/>
              <a:gd name="connsiteX384" fmla="*/ 3240805 w 7467600"/>
              <a:gd name="connsiteY384" fmla="*/ 6858000 h 6858000"/>
              <a:gd name="connsiteX385" fmla="*/ 3275917 w 7467600"/>
              <a:gd name="connsiteY385" fmla="*/ 6783192 h 6858000"/>
              <a:gd name="connsiteX386" fmla="*/ 3399358 w 7467600"/>
              <a:gd name="connsiteY386" fmla="*/ 6469011 h 6858000"/>
              <a:gd name="connsiteX387" fmla="*/ 3425650 w 7467600"/>
              <a:gd name="connsiteY387" fmla="*/ 6381333 h 6858000"/>
              <a:gd name="connsiteX388" fmla="*/ 3460661 w 7467600"/>
              <a:gd name="connsiteY388" fmla="*/ 6266763 h 6858000"/>
              <a:gd name="connsiteX389" fmla="*/ 3518021 w 7467600"/>
              <a:gd name="connsiteY389" fmla="*/ 6117298 h 6858000"/>
              <a:gd name="connsiteX390" fmla="*/ 3554035 w 7467600"/>
              <a:gd name="connsiteY390" fmla="*/ 6027832 h 6858000"/>
              <a:gd name="connsiteX391" fmla="*/ 3677174 w 7467600"/>
              <a:gd name="connsiteY391" fmla="*/ 5636351 h 6858000"/>
              <a:gd name="connsiteX392" fmla="*/ 3698819 w 7467600"/>
              <a:gd name="connsiteY392" fmla="*/ 5560503 h 6858000"/>
              <a:gd name="connsiteX393" fmla="*/ 3702094 w 7467600"/>
              <a:gd name="connsiteY393" fmla="*/ 5549194 h 6858000"/>
              <a:gd name="connsiteX394" fmla="*/ 3398355 w 7467600"/>
              <a:gd name="connsiteY394" fmla="*/ 6094603 h 6858000"/>
              <a:gd name="connsiteX395" fmla="*/ 3193941 w 7467600"/>
              <a:gd name="connsiteY395" fmla="*/ 6798775 h 6858000"/>
              <a:gd name="connsiteX396" fmla="*/ 3184140 w 7467600"/>
              <a:gd name="connsiteY396" fmla="*/ 6858000 h 6858000"/>
              <a:gd name="connsiteX397" fmla="*/ 3099978 w 7467600"/>
              <a:gd name="connsiteY397" fmla="*/ 6858000 h 6858000"/>
              <a:gd name="connsiteX398" fmla="*/ 3101556 w 7467600"/>
              <a:gd name="connsiteY398" fmla="*/ 6843337 h 6858000"/>
              <a:gd name="connsiteX399" fmla="*/ 3370162 w 7467600"/>
              <a:gd name="connsiteY399" fmla="*/ 5785550 h 6858000"/>
              <a:gd name="connsiteX400" fmla="*/ 3746477 w 7467600"/>
              <a:gd name="connsiteY400" fmla="*/ 5377889 h 6858000"/>
              <a:gd name="connsiteX401" fmla="*/ 3863399 w 7467600"/>
              <a:gd name="connsiteY401" fmla="*/ 5087257 h 6858000"/>
              <a:gd name="connsiteX402" fmla="*/ 3968712 w 7467600"/>
              <a:gd name="connsiteY402" fmla="*/ 4913989 h 6858000"/>
              <a:gd name="connsiteX403" fmla="*/ 2792390 w 7467600"/>
              <a:gd name="connsiteY403" fmla="*/ 5382974 h 6858000"/>
              <a:gd name="connsiteX404" fmla="*/ 2714982 w 7467600"/>
              <a:gd name="connsiteY404" fmla="*/ 5427051 h 6858000"/>
              <a:gd name="connsiteX405" fmla="*/ 2813361 w 7467600"/>
              <a:gd name="connsiteY405" fmla="*/ 6023912 h 6858000"/>
              <a:gd name="connsiteX406" fmla="*/ 2688430 w 7467600"/>
              <a:gd name="connsiteY406" fmla="*/ 6801564 h 6858000"/>
              <a:gd name="connsiteX407" fmla="*/ 2629626 w 7467600"/>
              <a:gd name="connsiteY407" fmla="*/ 6763394 h 6858000"/>
              <a:gd name="connsiteX408" fmla="*/ 2565328 w 7467600"/>
              <a:gd name="connsiteY408" fmla="*/ 5516399 h 6858000"/>
              <a:gd name="connsiteX409" fmla="*/ 1922999 w 7467600"/>
              <a:gd name="connsiteY409" fmla="*/ 5980343 h 6858000"/>
              <a:gd name="connsiteX410" fmla="*/ 1950261 w 7467600"/>
              <a:gd name="connsiteY410" fmla="*/ 6405858 h 6858000"/>
              <a:gd name="connsiteX411" fmla="*/ 2365554 w 7467600"/>
              <a:gd name="connsiteY411" fmla="*/ 6759107 h 6858000"/>
              <a:gd name="connsiteX412" fmla="*/ 2424142 w 7467600"/>
              <a:gd name="connsiteY412" fmla="*/ 6858000 h 6858000"/>
              <a:gd name="connsiteX413" fmla="*/ 2395994 w 7467600"/>
              <a:gd name="connsiteY413" fmla="*/ 6858000 h 6858000"/>
              <a:gd name="connsiteX414" fmla="*/ 2392863 w 7467600"/>
              <a:gd name="connsiteY414" fmla="*/ 6852964 h 6858000"/>
              <a:gd name="connsiteX415" fmla="*/ 2017589 w 7467600"/>
              <a:gd name="connsiteY415" fmla="*/ 6493982 h 6858000"/>
              <a:gd name="connsiteX416" fmla="*/ 2147336 w 7467600"/>
              <a:gd name="connsiteY416" fmla="*/ 6594052 h 6858000"/>
              <a:gd name="connsiteX417" fmla="*/ 2207047 w 7467600"/>
              <a:gd name="connsiteY417" fmla="*/ 6654540 h 6858000"/>
              <a:gd name="connsiteX418" fmla="*/ 2299106 w 7467600"/>
              <a:gd name="connsiteY418" fmla="*/ 6778931 h 6858000"/>
              <a:gd name="connsiteX419" fmla="*/ 2314430 w 7467600"/>
              <a:gd name="connsiteY419" fmla="*/ 6801144 h 6858000"/>
              <a:gd name="connsiteX420" fmla="*/ 2352406 w 7467600"/>
              <a:gd name="connsiteY420" fmla="*/ 6858000 h 6858000"/>
              <a:gd name="connsiteX421" fmla="*/ 2314492 w 7467600"/>
              <a:gd name="connsiteY421" fmla="*/ 6858000 h 6858000"/>
              <a:gd name="connsiteX422" fmla="*/ 2288095 w 7467600"/>
              <a:gd name="connsiteY422" fmla="*/ 6818030 h 6858000"/>
              <a:gd name="connsiteX423" fmla="*/ 2272768 w 7467600"/>
              <a:gd name="connsiteY423" fmla="*/ 6795822 h 6858000"/>
              <a:gd name="connsiteX424" fmla="*/ 2182715 w 7467600"/>
              <a:gd name="connsiteY424" fmla="*/ 6675071 h 6858000"/>
              <a:gd name="connsiteX425" fmla="*/ 2032061 w 7467600"/>
              <a:gd name="connsiteY425" fmla="*/ 6541380 h 6858000"/>
              <a:gd name="connsiteX426" fmla="*/ 2257220 w 7467600"/>
              <a:gd name="connsiteY426" fmla="*/ 6826257 h 6858000"/>
              <a:gd name="connsiteX427" fmla="*/ 2281324 w 7467600"/>
              <a:gd name="connsiteY427" fmla="*/ 6858000 h 6858000"/>
              <a:gd name="connsiteX428" fmla="*/ 2242860 w 7467600"/>
              <a:gd name="connsiteY428" fmla="*/ 6858000 h 6858000"/>
              <a:gd name="connsiteX429" fmla="*/ 2232818 w 7467600"/>
              <a:gd name="connsiteY429" fmla="*/ 6844926 h 6858000"/>
              <a:gd name="connsiteX430" fmla="*/ 1990172 w 7467600"/>
              <a:gd name="connsiteY430" fmla="*/ 6542121 h 6858000"/>
              <a:gd name="connsiteX431" fmla="*/ 2124090 w 7467600"/>
              <a:gd name="connsiteY431" fmla="*/ 6761017 h 6858000"/>
              <a:gd name="connsiteX432" fmla="*/ 2200380 w 7467600"/>
              <a:gd name="connsiteY432" fmla="*/ 6858000 h 6858000"/>
              <a:gd name="connsiteX433" fmla="*/ 2147507 w 7467600"/>
              <a:gd name="connsiteY433" fmla="*/ 6858000 h 6858000"/>
              <a:gd name="connsiteX434" fmla="*/ 2070668 w 7467600"/>
              <a:gd name="connsiteY434" fmla="*/ 6761520 h 6858000"/>
              <a:gd name="connsiteX435" fmla="*/ 1975142 w 7467600"/>
              <a:gd name="connsiteY435" fmla="*/ 6585570 h 6858000"/>
              <a:gd name="connsiteX436" fmla="*/ 2050035 w 7467600"/>
              <a:gd name="connsiteY436" fmla="*/ 6813345 h 6858000"/>
              <a:gd name="connsiteX437" fmla="*/ 2063025 w 7467600"/>
              <a:gd name="connsiteY437" fmla="*/ 6858000 h 6858000"/>
              <a:gd name="connsiteX438" fmla="*/ 2021675 w 7467600"/>
              <a:gd name="connsiteY438" fmla="*/ 6858000 h 6858000"/>
              <a:gd name="connsiteX439" fmla="*/ 2019308 w 7467600"/>
              <a:gd name="connsiteY439" fmla="*/ 6847118 h 6858000"/>
              <a:gd name="connsiteX440" fmla="*/ 1938835 w 7467600"/>
              <a:gd name="connsiteY440" fmla="*/ 6551160 h 6858000"/>
              <a:gd name="connsiteX441" fmla="*/ 1953230 w 7467600"/>
              <a:gd name="connsiteY441" fmla="*/ 6759699 h 6858000"/>
              <a:gd name="connsiteX442" fmla="*/ 1956763 w 7467600"/>
              <a:gd name="connsiteY442" fmla="*/ 6778191 h 6858000"/>
              <a:gd name="connsiteX443" fmla="*/ 1967925 w 7467600"/>
              <a:gd name="connsiteY443" fmla="*/ 6858000 h 6858000"/>
              <a:gd name="connsiteX444" fmla="*/ 1936622 w 7467600"/>
              <a:gd name="connsiteY444" fmla="*/ 6858000 h 6858000"/>
              <a:gd name="connsiteX445" fmla="*/ 1926261 w 7467600"/>
              <a:gd name="connsiteY445" fmla="*/ 6784064 h 6858000"/>
              <a:gd name="connsiteX446" fmla="*/ 1922724 w 7467600"/>
              <a:gd name="connsiteY446" fmla="*/ 6765577 h 6858000"/>
              <a:gd name="connsiteX447" fmla="*/ 1904650 w 7467600"/>
              <a:gd name="connsiteY447" fmla="*/ 6639616 h 6858000"/>
              <a:gd name="connsiteX448" fmla="*/ 1885273 w 7467600"/>
              <a:gd name="connsiteY448" fmla="*/ 6858000 h 6858000"/>
              <a:gd name="connsiteX449" fmla="*/ 1854363 w 7467600"/>
              <a:gd name="connsiteY449" fmla="*/ 6858000 h 6858000"/>
              <a:gd name="connsiteX450" fmla="*/ 1880391 w 7467600"/>
              <a:gd name="connsiteY450" fmla="*/ 6603796 h 6858000"/>
              <a:gd name="connsiteX451" fmla="*/ 1818273 w 7467600"/>
              <a:gd name="connsiteY451" fmla="*/ 6715729 h 6858000"/>
              <a:gd name="connsiteX452" fmla="*/ 1794691 w 7467600"/>
              <a:gd name="connsiteY452" fmla="*/ 6843239 h 6858000"/>
              <a:gd name="connsiteX453" fmla="*/ 1794914 w 7467600"/>
              <a:gd name="connsiteY453" fmla="*/ 6858000 h 6858000"/>
              <a:gd name="connsiteX454" fmla="*/ 1746128 w 7467600"/>
              <a:gd name="connsiteY454" fmla="*/ 6858000 h 6858000"/>
              <a:gd name="connsiteX455" fmla="*/ 1753934 w 7467600"/>
              <a:gd name="connsiteY455" fmla="*/ 6724796 h 6858000"/>
              <a:gd name="connsiteX456" fmla="*/ 1792053 w 7467600"/>
              <a:gd name="connsiteY456" fmla="*/ 6572396 h 6858000"/>
              <a:gd name="connsiteX457" fmla="*/ 1862248 w 7467600"/>
              <a:gd name="connsiteY457" fmla="*/ 6266397 h 6858000"/>
              <a:gd name="connsiteX458" fmla="*/ 1862250 w 7467600"/>
              <a:gd name="connsiteY458" fmla="*/ 6033531 h 6858000"/>
              <a:gd name="connsiteX459" fmla="*/ 1211999 w 7467600"/>
              <a:gd name="connsiteY459" fmla="*/ 6683610 h 6858000"/>
              <a:gd name="connsiteX460" fmla="*/ 1213266 w 7467600"/>
              <a:gd name="connsiteY460" fmla="*/ 6691947 h 6858000"/>
              <a:gd name="connsiteX461" fmla="*/ 1203370 w 7467600"/>
              <a:gd name="connsiteY461" fmla="*/ 6850676 h 6858000"/>
              <a:gd name="connsiteX462" fmla="*/ 1203671 w 7467600"/>
              <a:gd name="connsiteY462" fmla="*/ 6858000 h 6858000"/>
              <a:gd name="connsiteX463" fmla="*/ 1143180 w 7467600"/>
              <a:gd name="connsiteY463" fmla="*/ 6858000 h 6858000"/>
              <a:gd name="connsiteX464" fmla="*/ 1142176 w 7467600"/>
              <a:gd name="connsiteY464" fmla="*/ 6766045 h 6858000"/>
              <a:gd name="connsiteX465" fmla="*/ 1067484 w 7467600"/>
              <a:gd name="connsiteY465" fmla="*/ 6858000 h 6858000"/>
              <a:gd name="connsiteX466" fmla="*/ 953928 w 7467600"/>
              <a:gd name="connsiteY466" fmla="*/ 6858000 h 6858000"/>
              <a:gd name="connsiteX467" fmla="*/ 959715 w 7467600"/>
              <a:gd name="connsiteY467" fmla="*/ 6850185 h 6858000"/>
              <a:gd name="connsiteX468" fmla="*/ 1483788 w 7467600"/>
              <a:gd name="connsiteY468" fmla="*/ 6259174 h 6858000"/>
              <a:gd name="connsiteX469" fmla="*/ 1100671 w 7467600"/>
              <a:gd name="connsiteY469" fmla="*/ 6252137 h 6858000"/>
              <a:gd name="connsiteX470" fmla="*/ 1090144 w 7467600"/>
              <a:gd name="connsiteY470" fmla="*/ 6256748 h 6858000"/>
              <a:gd name="connsiteX471" fmla="*/ 1095872 w 7467600"/>
              <a:gd name="connsiteY471" fmla="*/ 6271892 h 6858000"/>
              <a:gd name="connsiteX472" fmla="*/ 262785 w 7467600"/>
              <a:gd name="connsiteY472" fmla="*/ 6845450 h 6858000"/>
              <a:gd name="connsiteX473" fmla="*/ 209968 w 7467600"/>
              <a:gd name="connsiteY473" fmla="*/ 6770713 h 6858000"/>
              <a:gd name="connsiteX474" fmla="*/ 873460 w 7467600"/>
              <a:gd name="connsiteY474" fmla="*/ 6253768 h 6858000"/>
              <a:gd name="connsiteX475" fmla="*/ 192686 w 7467600"/>
              <a:gd name="connsiteY475" fmla="*/ 5849257 h 6858000"/>
              <a:gd name="connsiteX476" fmla="*/ 4696 w 7467600"/>
              <a:gd name="connsiteY476" fmla="*/ 5697668 h 6858000"/>
              <a:gd name="connsiteX477" fmla="*/ 0 w 7467600"/>
              <a:gd name="connsiteY477" fmla="*/ 5689984 h 6858000"/>
              <a:gd name="connsiteX478" fmla="*/ 0 w 7467600"/>
              <a:gd name="connsiteY478" fmla="*/ 5513472 h 6858000"/>
              <a:gd name="connsiteX479" fmla="*/ 174101 w 7467600"/>
              <a:gd name="connsiteY479" fmla="*/ 5620277 h 6858000"/>
              <a:gd name="connsiteX480" fmla="*/ 891800 w 7467600"/>
              <a:gd name="connsiteY480" fmla="*/ 6036935 h 6858000"/>
              <a:gd name="connsiteX481" fmla="*/ 1072219 w 7467600"/>
              <a:gd name="connsiteY481" fmla="*/ 6169443 h 6858000"/>
              <a:gd name="connsiteX482" fmla="*/ 1074117 w 7467600"/>
              <a:gd name="connsiteY482" fmla="*/ 6170301 h 6858000"/>
              <a:gd name="connsiteX483" fmla="*/ 1083114 w 7467600"/>
              <a:gd name="connsiteY483" fmla="*/ 6174131 h 6858000"/>
              <a:gd name="connsiteX484" fmla="*/ 1543010 w 7467600"/>
              <a:gd name="connsiteY484" fmla="*/ 6191140 h 6858000"/>
              <a:gd name="connsiteX485" fmla="*/ 1551080 w 7467600"/>
              <a:gd name="connsiteY485" fmla="*/ 6195006 h 6858000"/>
              <a:gd name="connsiteX486" fmla="*/ 2345443 w 7467600"/>
              <a:gd name="connsiteY486" fmla="*/ 5549882 h 6858000"/>
              <a:gd name="connsiteX487" fmla="*/ 1721499 w 7467600"/>
              <a:gd name="connsiteY487" fmla="*/ 5599969 h 6858000"/>
              <a:gd name="connsiteX488" fmla="*/ 767716 w 7467600"/>
              <a:gd name="connsiteY488" fmla="*/ 5472768 h 6858000"/>
              <a:gd name="connsiteX489" fmla="*/ 722147 w 7467600"/>
              <a:gd name="connsiteY489" fmla="*/ 5393091 h 6858000"/>
              <a:gd name="connsiteX490" fmla="*/ 1485552 w 7467600"/>
              <a:gd name="connsiteY490" fmla="*/ 5313202 h 6858000"/>
              <a:gd name="connsiteX491" fmla="*/ 2143004 w 7467600"/>
              <a:gd name="connsiteY491" fmla="*/ 5402420 h 6858000"/>
              <a:gd name="connsiteX492" fmla="*/ 1933391 w 7467600"/>
              <a:gd name="connsiteY492" fmla="*/ 5156971 h 6858000"/>
              <a:gd name="connsiteX493" fmla="*/ 1827118 w 7467600"/>
              <a:gd name="connsiteY493" fmla="*/ 4968410 h 6858000"/>
              <a:gd name="connsiteX494" fmla="*/ 1837349 w 7467600"/>
              <a:gd name="connsiteY494" fmla="*/ 4956357 h 6858000"/>
              <a:gd name="connsiteX495" fmla="*/ 2162835 w 7467600"/>
              <a:gd name="connsiteY495" fmla="*/ 5187853 h 6858000"/>
              <a:gd name="connsiteX496" fmla="*/ 2257167 w 7467600"/>
              <a:gd name="connsiteY496" fmla="*/ 5462123 h 6858000"/>
              <a:gd name="connsiteX497" fmla="*/ 2261598 w 7467600"/>
              <a:gd name="connsiteY497" fmla="*/ 5467998 h 6858000"/>
              <a:gd name="connsiteX498" fmla="*/ 2437177 w 7467600"/>
              <a:gd name="connsiteY498" fmla="*/ 5479608 h 6858000"/>
              <a:gd name="connsiteX499" fmla="*/ 2445247 w 7467600"/>
              <a:gd name="connsiteY499" fmla="*/ 5483476 h 6858000"/>
              <a:gd name="connsiteX500" fmla="*/ 2743626 w 7467600"/>
              <a:gd name="connsiteY500" fmla="*/ 5304819 h 6858000"/>
              <a:gd name="connsiteX501" fmla="*/ 3048102 w 7467600"/>
              <a:gd name="connsiteY501" fmla="*/ 5150595 h 6858000"/>
              <a:gd name="connsiteX502" fmla="*/ 1799414 w 7467600"/>
              <a:gd name="connsiteY502" fmla="*/ 4694732 h 6858000"/>
              <a:gd name="connsiteX503" fmla="*/ 1771735 w 7467600"/>
              <a:gd name="connsiteY503" fmla="*/ 4619929 h 6858000"/>
              <a:gd name="connsiteX504" fmla="*/ 3104273 w 7467600"/>
              <a:gd name="connsiteY504" fmla="*/ 5076159 h 6858000"/>
              <a:gd name="connsiteX505" fmla="*/ 3113245 w 7467600"/>
              <a:gd name="connsiteY505" fmla="*/ 5090705 h 6858000"/>
              <a:gd name="connsiteX506" fmla="*/ 3126294 w 7467600"/>
              <a:gd name="connsiteY506" fmla="*/ 5114400 h 6858000"/>
              <a:gd name="connsiteX507" fmla="*/ 3937433 w 7467600"/>
              <a:gd name="connsiteY507" fmla="*/ 4830473 h 6858000"/>
              <a:gd name="connsiteX508" fmla="*/ 3590475 w 7467600"/>
              <a:gd name="connsiteY508" fmla="*/ 4597974 h 6858000"/>
              <a:gd name="connsiteX509" fmla="*/ 3100264 w 7467600"/>
              <a:gd name="connsiteY509" fmla="*/ 4579845 h 6858000"/>
              <a:gd name="connsiteX510" fmla="*/ 2183576 w 7467600"/>
              <a:gd name="connsiteY510" fmla="*/ 4227150 h 6858000"/>
              <a:gd name="connsiteX511" fmla="*/ 2151029 w 7467600"/>
              <a:gd name="connsiteY511" fmla="*/ 4146947 h 6858000"/>
              <a:gd name="connsiteX512" fmla="*/ 3563434 w 7467600"/>
              <a:gd name="connsiteY512" fmla="*/ 4469115 h 6858000"/>
              <a:gd name="connsiteX513" fmla="*/ 3177952 w 7467600"/>
              <a:gd name="connsiteY513" fmla="*/ 3657386 h 6858000"/>
              <a:gd name="connsiteX514" fmla="*/ 3189263 w 7467600"/>
              <a:gd name="connsiteY514" fmla="*/ 3625726 h 6858000"/>
              <a:gd name="connsiteX515" fmla="*/ 3560912 w 7467600"/>
              <a:gd name="connsiteY515" fmla="*/ 4079863 h 6858000"/>
              <a:gd name="connsiteX516" fmla="*/ 3626636 w 7467600"/>
              <a:gd name="connsiteY516" fmla="*/ 4512230 h 6858000"/>
              <a:gd name="connsiteX517" fmla="*/ 3653088 w 7467600"/>
              <a:gd name="connsiteY517" fmla="*/ 4521417 h 6858000"/>
              <a:gd name="connsiteX518" fmla="*/ 3988128 w 7467600"/>
              <a:gd name="connsiteY518" fmla="*/ 4817267 h 6858000"/>
              <a:gd name="connsiteX519" fmla="*/ 4830582 w 7467600"/>
              <a:gd name="connsiteY519" fmla="*/ 4676000 h 6858000"/>
              <a:gd name="connsiteX520" fmla="*/ 4830100 w 7467600"/>
              <a:gd name="connsiteY520" fmla="*/ 4675554 h 6858000"/>
              <a:gd name="connsiteX521" fmla="*/ 4036318 w 7467600"/>
              <a:gd name="connsiteY521" fmla="*/ 4147013 h 6858000"/>
              <a:gd name="connsiteX522" fmla="*/ 3432098 w 7467600"/>
              <a:gd name="connsiteY522" fmla="*/ 3537312 h 6858000"/>
              <a:gd name="connsiteX523" fmla="*/ 3446761 w 7467600"/>
              <a:gd name="connsiteY523" fmla="*/ 3461278 h 6858000"/>
              <a:gd name="connsiteX524" fmla="*/ 4419733 w 7467600"/>
              <a:gd name="connsiteY524" fmla="*/ 3963555 h 6858000"/>
              <a:gd name="connsiteX525" fmla="*/ 4781371 w 7467600"/>
              <a:gd name="connsiteY525" fmla="*/ 4458604 h 6858000"/>
              <a:gd name="connsiteX526" fmla="*/ 4780440 w 7467600"/>
              <a:gd name="connsiteY526" fmla="*/ 4470290 h 6858000"/>
              <a:gd name="connsiteX527" fmla="*/ 4898954 w 7467600"/>
              <a:gd name="connsiteY527" fmla="*/ 4662092 h 6858000"/>
              <a:gd name="connsiteX528" fmla="*/ 4900699 w 7467600"/>
              <a:gd name="connsiteY528" fmla="*/ 4670867 h 6858000"/>
              <a:gd name="connsiteX529" fmla="*/ 5714511 w 7467600"/>
              <a:gd name="connsiteY529" fmla="*/ 4663483 h 6858000"/>
              <a:gd name="connsiteX530" fmla="*/ 5464793 w 7467600"/>
              <a:gd name="connsiteY530" fmla="*/ 4393556 h 6858000"/>
              <a:gd name="connsiteX531" fmla="*/ 5461897 w 7467600"/>
              <a:gd name="connsiteY531" fmla="*/ 4390879 h 6858000"/>
              <a:gd name="connsiteX532" fmla="*/ 4294126 w 7467600"/>
              <a:gd name="connsiteY532" fmla="*/ 3303048 h 6858000"/>
              <a:gd name="connsiteX533" fmla="*/ 4305321 w 7467600"/>
              <a:gd name="connsiteY533" fmla="*/ 3256953 h 6858000"/>
              <a:gd name="connsiteX534" fmla="*/ 4949299 w 7467600"/>
              <a:gd name="connsiteY534" fmla="*/ 3766336 h 6858000"/>
              <a:gd name="connsiteX535" fmla="*/ 5291452 w 7467600"/>
              <a:gd name="connsiteY535" fmla="*/ 4076801 h 6858000"/>
              <a:gd name="connsiteX536" fmla="*/ 5434998 w 7467600"/>
              <a:gd name="connsiteY536" fmla="*/ 4254100 h 6858000"/>
              <a:gd name="connsiteX537" fmla="*/ 5351015 w 7467600"/>
              <a:gd name="connsiteY537" fmla="*/ 3760989 h 6858000"/>
              <a:gd name="connsiteX538" fmla="*/ 5413780 w 7467600"/>
              <a:gd name="connsiteY538" fmla="*/ 2966265 h 6858000"/>
              <a:gd name="connsiteX539" fmla="*/ 5425627 w 7467600"/>
              <a:gd name="connsiteY539" fmla="*/ 2954192 h 6858000"/>
              <a:gd name="connsiteX540" fmla="*/ 6604735 w 7467600"/>
              <a:gd name="connsiteY540" fmla="*/ 2041381 h 6858000"/>
              <a:gd name="connsiteX541" fmla="*/ 7204487 w 7467600"/>
              <a:gd name="connsiteY541" fmla="*/ 2742112 h 6858000"/>
              <a:gd name="connsiteX542" fmla="*/ 7131592 w 7467600"/>
              <a:gd name="connsiteY542" fmla="*/ 2672096 h 6858000"/>
              <a:gd name="connsiteX543" fmla="*/ 6996344 w 7467600"/>
              <a:gd name="connsiteY543" fmla="*/ 2518310 h 6858000"/>
              <a:gd name="connsiteX544" fmla="*/ 6735495 w 7467600"/>
              <a:gd name="connsiteY544" fmla="*/ 2196890 h 6858000"/>
              <a:gd name="connsiteX545" fmla="*/ 6721901 w 7467600"/>
              <a:gd name="connsiteY545" fmla="*/ 2179274 h 6858000"/>
              <a:gd name="connsiteX546" fmla="*/ 6604735 w 7467600"/>
              <a:gd name="connsiteY546" fmla="*/ 2041381 h 6858000"/>
              <a:gd name="connsiteX547" fmla="*/ 6591670 w 7467600"/>
              <a:gd name="connsiteY547" fmla="*/ 1988277 h 6858000"/>
              <a:gd name="connsiteX548" fmla="*/ 6747349 w 7467600"/>
              <a:gd name="connsiteY548" fmla="*/ 2160069 h 6858000"/>
              <a:gd name="connsiteX549" fmla="*/ 6760943 w 7467600"/>
              <a:gd name="connsiteY549" fmla="*/ 2177686 h 6858000"/>
              <a:gd name="connsiteX550" fmla="*/ 7021065 w 7467600"/>
              <a:gd name="connsiteY550" fmla="*/ 2498102 h 6858000"/>
              <a:gd name="connsiteX551" fmla="*/ 7155223 w 7467600"/>
              <a:gd name="connsiteY551" fmla="*/ 2650386 h 6858000"/>
              <a:gd name="connsiteX552" fmla="*/ 7203167 w 7467600"/>
              <a:gd name="connsiteY552" fmla="*/ 2697288 h 6858000"/>
              <a:gd name="connsiteX553" fmla="*/ 6937703 w 7467600"/>
              <a:gd name="connsiteY553" fmla="*/ 2321981 h 6858000"/>
              <a:gd name="connsiteX554" fmla="*/ 6591670 w 7467600"/>
              <a:gd name="connsiteY554" fmla="*/ 1988277 h 6858000"/>
              <a:gd name="connsiteX555" fmla="*/ 5798671 w 7467600"/>
              <a:gd name="connsiteY555" fmla="*/ 1981601 h 6858000"/>
              <a:gd name="connsiteX556" fmla="*/ 5754709 w 7467600"/>
              <a:gd name="connsiteY556" fmla="*/ 2071454 h 6858000"/>
              <a:gd name="connsiteX557" fmla="*/ 5763044 w 7467600"/>
              <a:gd name="connsiteY557" fmla="*/ 2842206 h 6858000"/>
              <a:gd name="connsiteX558" fmla="*/ 5764974 w 7467600"/>
              <a:gd name="connsiteY558" fmla="*/ 2799609 h 6858000"/>
              <a:gd name="connsiteX559" fmla="*/ 5767665 w 7467600"/>
              <a:gd name="connsiteY559" fmla="*/ 2666409 h 6858000"/>
              <a:gd name="connsiteX560" fmla="*/ 5763055 w 7467600"/>
              <a:gd name="connsiteY560" fmla="*/ 2579705 h 6858000"/>
              <a:gd name="connsiteX561" fmla="*/ 5758079 w 7467600"/>
              <a:gd name="connsiteY561" fmla="*/ 2492508 h 6858000"/>
              <a:gd name="connsiteX562" fmla="*/ 5779325 w 7467600"/>
              <a:gd name="connsiteY562" fmla="*/ 2197069 h 6858000"/>
              <a:gd name="connsiteX563" fmla="*/ 5798671 w 7467600"/>
              <a:gd name="connsiteY563" fmla="*/ 1981601 h 6858000"/>
              <a:gd name="connsiteX564" fmla="*/ 5829202 w 7467600"/>
              <a:gd name="connsiteY564" fmla="*/ 1971679 h 6858000"/>
              <a:gd name="connsiteX565" fmla="*/ 5809558 w 7467600"/>
              <a:gd name="connsiteY565" fmla="*/ 2198043 h 6858000"/>
              <a:gd name="connsiteX566" fmla="*/ 5788653 w 7467600"/>
              <a:gd name="connsiteY566" fmla="*/ 2489430 h 6858000"/>
              <a:gd name="connsiteX567" fmla="*/ 5793439 w 7467600"/>
              <a:gd name="connsiteY567" fmla="*/ 2575235 h 6858000"/>
              <a:gd name="connsiteX568" fmla="*/ 5796837 w 7467600"/>
              <a:gd name="connsiteY568" fmla="*/ 2637633 h 6858000"/>
              <a:gd name="connsiteX569" fmla="*/ 5818614 w 7467600"/>
              <a:gd name="connsiteY569" fmla="*/ 2473055 h 6858000"/>
              <a:gd name="connsiteX570" fmla="*/ 5829202 w 7467600"/>
              <a:gd name="connsiteY570" fmla="*/ 1971679 h 6858000"/>
              <a:gd name="connsiteX571" fmla="*/ 5911389 w 7467600"/>
              <a:gd name="connsiteY571" fmla="*/ 1898371 h 6858000"/>
              <a:gd name="connsiteX572" fmla="*/ 6237627 w 7467600"/>
              <a:gd name="connsiteY572" fmla="*/ 2231921 h 6858000"/>
              <a:gd name="connsiteX573" fmla="*/ 5911389 w 7467600"/>
              <a:gd name="connsiteY573" fmla="*/ 1898371 h 6858000"/>
              <a:gd name="connsiteX574" fmla="*/ 6944437 w 7467600"/>
              <a:gd name="connsiteY574" fmla="*/ 1575402 h 6858000"/>
              <a:gd name="connsiteX575" fmla="*/ 6304730 w 7467600"/>
              <a:gd name="connsiteY575" fmla="*/ 1766654 h 6858000"/>
              <a:gd name="connsiteX576" fmla="*/ 6944437 w 7467600"/>
              <a:gd name="connsiteY576" fmla="*/ 1575402 h 6858000"/>
              <a:gd name="connsiteX577" fmla="*/ 7019523 w 7467600"/>
              <a:gd name="connsiteY577" fmla="*/ 1519450 h 6858000"/>
              <a:gd name="connsiteX578" fmla="*/ 6298091 w 7467600"/>
              <a:gd name="connsiteY578" fmla="*/ 1737122 h 6858000"/>
              <a:gd name="connsiteX579" fmla="*/ 7019523 w 7467600"/>
              <a:gd name="connsiteY579" fmla="*/ 1519450 h 6858000"/>
              <a:gd name="connsiteX580" fmla="*/ 2399523 w 7467600"/>
              <a:gd name="connsiteY580" fmla="*/ 1428234 h 6858000"/>
              <a:gd name="connsiteX581" fmla="*/ 2224982 w 7467600"/>
              <a:gd name="connsiteY581" fmla="*/ 1826201 h 6858000"/>
              <a:gd name="connsiteX582" fmla="*/ 2096099 w 7467600"/>
              <a:gd name="connsiteY582" fmla="*/ 2345900 h 6858000"/>
              <a:gd name="connsiteX583" fmla="*/ 2283317 w 7467600"/>
              <a:gd name="connsiteY583" fmla="*/ 1796925 h 6858000"/>
              <a:gd name="connsiteX584" fmla="*/ 2399523 w 7467600"/>
              <a:gd name="connsiteY584" fmla="*/ 1428234 h 6858000"/>
              <a:gd name="connsiteX585" fmla="*/ 2448558 w 7467600"/>
              <a:gd name="connsiteY585" fmla="*/ 1373435 h 6858000"/>
              <a:gd name="connsiteX586" fmla="*/ 2312521 w 7467600"/>
              <a:gd name="connsiteY586" fmla="*/ 1806140 h 6858000"/>
              <a:gd name="connsiteX587" fmla="*/ 2127533 w 7467600"/>
              <a:gd name="connsiteY587" fmla="*/ 2348380 h 6858000"/>
              <a:gd name="connsiteX588" fmla="*/ 2358080 w 7467600"/>
              <a:gd name="connsiteY588" fmla="*/ 1866134 h 6858000"/>
              <a:gd name="connsiteX589" fmla="*/ 2407436 w 7467600"/>
              <a:gd name="connsiteY589" fmla="*/ 1651070 h 6858000"/>
              <a:gd name="connsiteX590" fmla="*/ 2448558 w 7467600"/>
              <a:gd name="connsiteY590" fmla="*/ 1373435 h 6858000"/>
              <a:gd name="connsiteX591" fmla="*/ 278707 w 7467600"/>
              <a:gd name="connsiteY591" fmla="*/ 1352270 h 6858000"/>
              <a:gd name="connsiteX592" fmla="*/ 321570 w 7467600"/>
              <a:gd name="connsiteY592" fmla="*/ 1861610 h 6858000"/>
              <a:gd name="connsiteX593" fmla="*/ 294281 w 7467600"/>
              <a:gd name="connsiteY593" fmla="*/ 1440658 h 6858000"/>
              <a:gd name="connsiteX594" fmla="*/ 278707 w 7467600"/>
              <a:gd name="connsiteY594" fmla="*/ 1352270 h 6858000"/>
              <a:gd name="connsiteX595" fmla="*/ 1423821 w 7467600"/>
              <a:gd name="connsiteY595" fmla="*/ 1351958 h 6858000"/>
              <a:gd name="connsiteX596" fmla="*/ 1638521 w 7467600"/>
              <a:gd name="connsiteY596" fmla="*/ 1908470 h 6858000"/>
              <a:gd name="connsiteX597" fmla="*/ 1754199 w 7467600"/>
              <a:gd name="connsiteY597" fmla="*/ 2149284 h 6858000"/>
              <a:gd name="connsiteX598" fmla="*/ 1908359 w 7467600"/>
              <a:gd name="connsiteY598" fmla="*/ 2364988 h 6858000"/>
              <a:gd name="connsiteX599" fmla="*/ 1647661 w 7467600"/>
              <a:gd name="connsiteY599" fmla="*/ 1825945 h 6858000"/>
              <a:gd name="connsiteX600" fmla="*/ 1423821 w 7467600"/>
              <a:gd name="connsiteY600" fmla="*/ 1351958 h 6858000"/>
              <a:gd name="connsiteX601" fmla="*/ 1431890 w 7467600"/>
              <a:gd name="connsiteY601" fmla="*/ 1306475 h 6858000"/>
              <a:gd name="connsiteX602" fmla="*/ 1507597 w 7467600"/>
              <a:gd name="connsiteY602" fmla="*/ 1446132 h 6858000"/>
              <a:gd name="connsiteX603" fmla="*/ 1674586 w 7467600"/>
              <a:gd name="connsiteY603" fmla="*/ 1813832 h 6858000"/>
              <a:gd name="connsiteX604" fmla="*/ 1815950 w 7467600"/>
              <a:gd name="connsiteY604" fmla="*/ 2128564 h 6858000"/>
              <a:gd name="connsiteX605" fmla="*/ 1984242 w 7467600"/>
              <a:gd name="connsiteY605" fmla="*/ 2430829 h 6858000"/>
              <a:gd name="connsiteX606" fmla="*/ 2014023 w 7467600"/>
              <a:gd name="connsiteY606" fmla="*/ 2450995 h 6858000"/>
              <a:gd name="connsiteX607" fmla="*/ 1747337 w 7467600"/>
              <a:gd name="connsiteY607" fmla="*/ 1855264 h 6858000"/>
              <a:gd name="connsiteX608" fmla="*/ 1533749 w 7467600"/>
              <a:gd name="connsiteY608" fmla="*/ 1478656 h 6858000"/>
              <a:gd name="connsiteX609" fmla="*/ 1431890 w 7467600"/>
              <a:gd name="connsiteY609" fmla="*/ 1306475 h 6858000"/>
              <a:gd name="connsiteX610" fmla="*/ 5052692 w 7467600"/>
              <a:gd name="connsiteY610" fmla="*/ 1292994 h 6858000"/>
              <a:gd name="connsiteX611" fmla="*/ 5200661 w 7467600"/>
              <a:gd name="connsiteY611" fmla="*/ 1635186 h 6858000"/>
              <a:gd name="connsiteX612" fmla="*/ 5297138 w 7467600"/>
              <a:gd name="connsiteY612" fmla="*/ 1906351 h 6858000"/>
              <a:gd name="connsiteX613" fmla="*/ 5052692 w 7467600"/>
              <a:gd name="connsiteY613" fmla="*/ 1292994 h 6858000"/>
              <a:gd name="connsiteX614" fmla="*/ 5009948 w 7467600"/>
              <a:gd name="connsiteY614" fmla="*/ 1273619 h 6858000"/>
              <a:gd name="connsiteX615" fmla="*/ 5121777 w 7467600"/>
              <a:gd name="connsiteY615" fmla="*/ 1654213 h 6858000"/>
              <a:gd name="connsiteX616" fmla="*/ 5293545 w 7467600"/>
              <a:gd name="connsiteY616" fmla="*/ 2072247 h 6858000"/>
              <a:gd name="connsiteX617" fmla="*/ 5294042 w 7467600"/>
              <a:gd name="connsiteY617" fmla="*/ 2065019 h 6858000"/>
              <a:gd name="connsiteX618" fmla="*/ 5171936 w 7467600"/>
              <a:gd name="connsiteY618" fmla="*/ 1647613 h 6858000"/>
              <a:gd name="connsiteX619" fmla="*/ 5009948 w 7467600"/>
              <a:gd name="connsiteY619" fmla="*/ 1273619 h 6858000"/>
              <a:gd name="connsiteX620" fmla="*/ 655236 w 7467600"/>
              <a:gd name="connsiteY620" fmla="*/ 1268632 h 6858000"/>
              <a:gd name="connsiteX621" fmla="*/ 839521 w 7467600"/>
              <a:gd name="connsiteY621" fmla="*/ 1685315 h 6858000"/>
              <a:gd name="connsiteX622" fmla="*/ 1109416 w 7467600"/>
              <a:gd name="connsiteY622" fmla="*/ 2061663 h 6858000"/>
              <a:gd name="connsiteX623" fmla="*/ 1298300 w 7467600"/>
              <a:gd name="connsiteY623" fmla="*/ 2247742 h 6858000"/>
              <a:gd name="connsiteX624" fmla="*/ 1125871 w 7467600"/>
              <a:gd name="connsiteY624" fmla="*/ 1989513 h 6858000"/>
              <a:gd name="connsiteX625" fmla="*/ 981574 w 7467600"/>
              <a:gd name="connsiteY625" fmla="*/ 1783157 h 6858000"/>
              <a:gd name="connsiteX626" fmla="*/ 922198 w 7467600"/>
              <a:gd name="connsiteY626" fmla="*/ 1677437 h 6858000"/>
              <a:gd name="connsiteX627" fmla="*/ 869293 w 7467600"/>
              <a:gd name="connsiteY627" fmla="*/ 1583214 h 6858000"/>
              <a:gd name="connsiteX628" fmla="*/ 751431 w 7467600"/>
              <a:gd name="connsiteY628" fmla="*/ 1405731 h 6858000"/>
              <a:gd name="connsiteX629" fmla="*/ 655236 w 7467600"/>
              <a:gd name="connsiteY629" fmla="*/ 1268632 h 6858000"/>
              <a:gd name="connsiteX630" fmla="*/ 6516292 w 7467600"/>
              <a:gd name="connsiteY630" fmla="*/ 1263064 h 6858000"/>
              <a:gd name="connsiteX631" fmla="*/ 5736320 w 7467600"/>
              <a:gd name="connsiteY631" fmla="*/ 1501803 h 6858000"/>
              <a:gd name="connsiteX632" fmla="*/ 6516292 w 7467600"/>
              <a:gd name="connsiteY632" fmla="*/ 1263064 h 6858000"/>
              <a:gd name="connsiteX633" fmla="*/ 291466 w 7467600"/>
              <a:gd name="connsiteY633" fmla="*/ 1250369 h 6858000"/>
              <a:gd name="connsiteX634" fmla="*/ 323180 w 7467600"/>
              <a:gd name="connsiteY634" fmla="*/ 1435283 h 6858000"/>
              <a:gd name="connsiteX635" fmla="*/ 349381 w 7467600"/>
              <a:gd name="connsiteY635" fmla="*/ 1875041 h 6858000"/>
              <a:gd name="connsiteX636" fmla="*/ 374363 w 7467600"/>
              <a:gd name="connsiteY636" fmla="*/ 1506494 h 6858000"/>
              <a:gd name="connsiteX637" fmla="*/ 302168 w 7467600"/>
              <a:gd name="connsiteY637" fmla="*/ 1274495 h 6858000"/>
              <a:gd name="connsiteX638" fmla="*/ 291466 w 7467600"/>
              <a:gd name="connsiteY638" fmla="*/ 1250369 h 6858000"/>
              <a:gd name="connsiteX639" fmla="*/ 678222 w 7467600"/>
              <a:gd name="connsiteY639" fmla="*/ 1248670 h 6858000"/>
              <a:gd name="connsiteX640" fmla="*/ 775536 w 7467600"/>
              <a:gd name="connsiteY640" fmla="*/ 1388015 h 6858000"/>
              <a:gd name="connsiteX641" fmla="*/ 894529 w 7467600"/>
              <a:gd name="connsiteY641" fmla="*/ 1567739 h 6858000"/>
              <a:gd name="connsiteX642" fmla="*/ 948000 w 7467600"/>
              <a:gd name="connsiteY642" fmla="*/ 1663088 h 6858000"/>
              <a:gd name="connsiteX643" fmla="*/ 1006812 w 7467600"/>
              <a:gd name="connsiteY643" fmla="*/ 1767683 h 6858000"/>
              <a:gd name="connsiteX644" fmla="*/ 1149133 w 7467600"/>
              <a:gd name="connsiteY644" fmla="*/ 1971513 h 6858000"/>
              <a:gd name="connsiteX645" fmla="*/ 1333952 w 7467600"/>
              <a:gd name="connsiteY645" fmla="*/ 2251620 h 6858000"/>
              <a:gd name="connsiteX646" fmla="*/ 1337329 w 7467600"/>
              <a:gd name="connsiteY646" fmla="*/ 2258350 h 6858000"/>
              <a:gd name="connsiteX647" fmla="*/ 1014726 w 7467600"/>
              <a:gd name="connsiteY647" fmla="*/ 1615556 h 6858000"/>
              <a:gd name="connsiteX648" fmla="*/ 678222 w 7467600"/>
              <a:gd name="connsiteY648" fmla="*/ 1248670 h 6858000"/>
              <a:gd name="connsiteX649" fmla="*/ 6691602 w 7467600"/>
              <a:gd name="connsiteY649" fmla="*/ 1140573 h 6858000"/>
              <a:gd name="connsiteX650" fmla="*/ 6571100 w 7467600"/>
              <a:gd name="connsiteY650" fmla="*/ 1183662 h 6858000"/>
              <a:gd name="connsiteX651" fmla="*/ 6241687 w 7467600"/>
              <a:gd name="connsiteY651" fmla="*/ 1257600 h 6858000"/>
              <a:gd name="connsiteX652" fmla="*/ 5693009 w 7467600"/>
              <a:gd name="connsiteY652" fmla="*/ 1478256 h 6858000"/>
              <a:gd name="connsiteX653" fmla="*/ 6548420 w 7467600"/>
              <a:gd name="connsiteY653" fmla="*/ 1214599 h 6858000"/>
              <a:gd name="connsiteX654" fmla="*/ 6605473 w 7467600"/>
              <a:gd name="connsiteY654" fmla="*/ 1184686 h 6858000"/>
              <a:gd name="connsiteX655" fmla="*/ 6691602 w 7467600"/>
              <a:gd name="connsiteY655" fmla="*/ 1140573 h 6858000"/>
              <a:gd name="connsiteX656" fmla="*/ 4002475 w 7467600"/>
              <a:gd name="connsiteY656" fmla="*/ 1037802 h 6858000"/>
              <a:gd name="connsiteX657" fmla="*/ 4000324 w 7467600"/>
              <a:gd name="connsiteY657" fmla="*/ 1039362 h 6858000"/>
              <a:gd name="connsiteX658" fmla="*/ 4002862 w 7467600"/>
              <a:gd name="connsiteY658" fmla="*/ 1042866 h 6858000"/>
              <a:gd name="connsiteX659" fmla="*/ 4002475 w 7467600"/>
              <a:gd name="connsiteY659" fmla="*/ 1037802 h 6858000"/>
              <a:gd name="connsiteX660" fmla="*/ 506322 w 7467600"/>
              <a:gd name="connsiteY660" fmla="*/ 1020997 h 6858000"/>
              <a:gd name="connsiteX661" fmla="*/ 533068 w 7467600"/>
              <a:gd name="connsiteY661" fmla="*/ 1029409 h 6858000"/>
              <a:gd name="connsiteX662" fmla="*/ 1232525 w 7467600"/>
              <a:gd name="connsiteY662" fmla="*/ 1804675 h 6858000"/>
              <a:gd name="connsiteX663" fmla="*/ 1388858 w 7467600"/>
              <a:gd name="connsiteY663" fmla="*/ 2368011 h 6858000"/>
              <a:gd name="connsiteX664" fmla="*/ 1384098 w 7467600"/>
              <a:gd name="connsiteY664" fmla="*/ 2378125 h 6858000"/>
              <a:gd name="connsiteX665" fmla="*/ 1425393 w 7467600"/>
              <a:gd name="connsiteY665" fmla="*/ 2589124 h 6858000"/>
              <a:gd name="connsiteX666" fmla="*/ 1424001 w 7467600"/>
              <a:gd name="connsiteY666" fmla="*/ 2597541 h 6858000"/>
              <a:gd name="connsiteX667" fmla="*/ 2152729 w 7467600"/>
              <a:gd name="connsiteY667" fmla="*/ 2864487 h 6858000"/>
              <a:gd name="connsiteX668" fmla="*/ 2020609 w 7467600"/>
              <a:gd name="connsiteY668" fmla="*/ 2539671 h 6858000"/>
              <a:gd name="connsiteX669" fmla="*/ 2018920 w 7467600"/>
              <a:gd name="connsiteY669" fmla="*/ 2536309 h 6858000"/>
              <a:gd name="connsiteX670" fmla="*/ 1342441 w 7467600"/>
              <a:gd name="connsiteY670" fmla="*/ 1173017 h 6858000"/>
              <a:gd name="connsiteX671" fmla="*/ 1367925 w 7467600"/>
              <a:gd name="connsiteY671" fmla="*/ 1135648 h 6858000"/>
              <a:gd name="connsiteX672" fmla="*/ 1771401 w 7467600"/>
              <a:gd name="connsiteY672" fmla="*/ 1806673 h 6858000"/>
              <a:gd name="connsiteX673" fmla="*/ 1972385 w 7467600"/>
              <a:gd name="connsiteY673" fmla="*/ 2198735 h 6858000"/>
              <a:gd name="connsiteX674" fmla="*/ 2040892 w 7467600"/>
              <a:gd name="connsiteY674" fmla="*/ 2405205 h 6858000"/>
              <a:gd name="connsiteX675" fmla="*/ 2131689 w 7467600"/>
              <a:gd name="connsiteY675" fmla="*/ 1936926 h 6858000"/>
              <a:gd name="connsiteX676" fmla="*/ 2454820 w 7467600"/>
              <a:gd name="connsiteY676" fmla="*/ 1248808 h 6858000"/>
              <a:gd name="connsiteX677" fmla="*/ 2492512 w 7467600"/>
              <a:gd name="connsiteY677" fmla="*/ 1302920 h 6858000"/>
              <a:gd name="connsiteX678" fmla="*/ 2081216 w 7467600"/>
              <a:gd name="connsiteY678" fmla="*/ 2527513 h 6858000"/>
              <a:gd name="connsiteX679" fmla="*/ 2081211 w 7467600"/>
              <a:gd name="connsiteY679" fmla="*/ 2528916 h 6858000"/>
              <a:gd name="connsiteX680" fmla="*/ 2199067 w 7467600"/>
              <a:gd name="connsiteY680" fmla="*/ 2884061 h 6858000"/>
              <a:gd name="connsiteX681" fmla="*/ 3192586 w 7467600"/>
              <a:gd name="connsiteY681" fmla="*/ 3411496 h 6858000"/>
              <a:gd name="connsiteX682" fmla="*/ 3182620 w 7467600"/>
              <a:gd name="connsiteY682" fmla="*/ 3483279 h 6858000"/>
              <a:gd name="connsiteX683" fmla="*/ 2435119 w 7467600"/>
              <a:gd name="connsiteY683" fmla="*/ 3080173 h 6858000"/>
              <a:gd name="connsiteX684" fmla="*/ 2410152 w 7467600"/>
              <a:gd name="connsiteY684" fmla="*/ 3063751 h 6858000"/>
              <a:gd name="connsiteX685" fmla="*/ 2408099 w 7467600"/>
              <a:gd name="connsiteY685" fmla="*/ 3064403 h 6858000"/>
              <a:gd name="connsiteX686" fmla="*/ 2407218 w 7467600"/>
              <a:gd name="connsiteY686" fmla="*/ 3070324 h 6858000"/>
              <a:gd name="connsiteX687" fmla="*/ 2380138 w 7467600"/>
              <a:gd name="connsiteY687" fmla="*/ 3099341 h 6858000"/>
              <a:gd name="connsiteX688" fmla="*/ 1765923 w 7467600"/>
              <a:gd name="connsiteY688" fmla="*/ 3581043 h 6858000"/>
              <a:gd name="connsiteX689" fmla="*/ 1702258 w 7467600"/>
              <a:gd name="connsiteY689" fmla="*/ 3612286 h 6858000"/>
              <a:gd name="connsiteX690" fmla="*/ 1538370 w 7467600"/>
              <a:gd name="connsiteY690" fmla="*/ 3811804 h 6858000"/>
              <a:gd name="connsiteX691" fmla="*/ 542867 w 7467600"/>
              <a:gd name="connsiteY691" fmla="*/ 4944092 h 6858000"/>
              <a:gd name="connsiteX692" fmla="*/ 515800 w 7467600"/>
              <a:gd name="connsiteY692" fmla="*/ 4862180 h 6858000"/>
              <a:gd name="connsiteX693" fmla="*/ 909145 w 7467600"/>
              <a:gd name="connsiteY693" fmla="*/ 4199225 h 6858000"/>
              <a:gd name="connsiteX694" fmla="*/ 1214067 w 7467600"/>
              <a:gd name="connsiteY694" fmla="*/ 3908561 h 6858000"/>
              <a:gd name="connsiteX695" fmla="*/ 640967 w 7467600"/>
              <a:gd name="connsiteY695" fmla="*/ 4105601 h 6858000"/>
              <a:gd name="connsiteX696" fmla="*/ 112563 w 7467600"/>
              <a:gd name="connsiteY696" fmla="*/ 4396952 h 6858000"/>
              <a:gd name="connsiteX697" fmla="*/ 0 w 7467600"/>
              <a:gd name="connsiteY697" fmla="*/ 4466006 h 6858000"/>
              <a:gd name="connsiteX698" fmla="*/ 0 w 7467600"/>
              <a:gd name="connsiteY698" fmla="*/ 4233763 h 6858000"/>
              <a:gd name="connsiteX699" fmla="*/ 36881 w 7467600"/>
              <a:gd name="connsiteY699" fmla="*/ 4200118 h 6858000"/>
              <a:gd name="connsiteX700" fmla="*/ 910534 w 7467600"/>
              <a:gd name="connsiteY700" fmla="*/ 3629753 h 6858000"/>
              <a:gd name="connsiteX701" fmla="*/ 1578717 w 7467600"/>
              <a:gd name="connsiteY701" fmla="*/ 3575982 h 6858000"/>
              <a:gd name="connsiteX702" fmla="*/ 2338780 w 7467600"/>
              <a:gd name="connsiteY702" fmla="*/ 3033725 h 6858000"/>
              <a:gd name="connsiteX703" fmla="*/ 1807991 w 7467600"/>
              <a:gd name="connsiteY703" fmla="*/ 2807184 h 6858000"/>
              <a:gd name="connsiteX704" fmla="*/ 1416358 w 7467600"/>
              <a:gd name="connsiteY704" fmla="*/ 3112571 h 6858000"/>
              <a:gd name="connsiteX705" fmla="*/ 939066 w 7467600"/>
              <a:gd name="connsiteY705" fmla="*/ 3378798 h 6858000"/>
              <a:gd name="connsiteX706" fmla="*/ 115099 w 7467600"/>
              <a:gd name="connsiteY706" fmla="*/ 3607650 h 6858000"/>
              <a:gd name="connsiteX707" fmla="*/ 97284 w 7467600"/>
              <a:gd name="connsiteY707" fmla="*/ 3520393 h 6858000"/>
              <a:gd name="connsiteX708" fmla="*/ 922050 w 7467600"/>
              <a:gd name="connsiteY708" fmla="*/ 3074867 h 6858000"/>
              <a:gd name="connsiteX709" fmla="*/ 1405265 w 7467600"/>
              <a:gd name="connsiteY709" fmla="*/ 3016319 h 6858000"/>
              <a:gd name="connsiteX710" fmla="*/ 1407512 w 7467600"/>
              <a:gd name="connsiteY710" fmla="*/ 3018001 h 6858000"/>
              <a:gd name="connsiteX711" fmla="*/ 1726266 w 7467600"/>
              <a:gd name="connsiteY711" fmla="*/ 2777274 h 6858000"/>
              <a:gd name="connsiteX712" fmla="*/ 625390 w 7467600"/>
              <a:gd name="connsiteY712" fmla="*/ 2514541 h 6858000"/>
              <a:gd name="connsiteX713" fmla="*/ 619799 w 7467600"/>
              <a:gd name="connsiteY713" fmla="*/ 2527180 h 6858000"/>
              <a:gd name="connsiteX714" fmla="*/ 310030 w 7467600"/>
              <a:gd name="connsiteY714" fmla="*/ 2771818 h 6858000"/>
              <a:gd name="connsiteX715" fmla="*/ 173877 w 7467600"/>
              <a:gd name="connsiteY715" fmla="*/ 2937056 h 6858000"/>
              <a:gd name="connsiteX716" fmla="*/ 77889 w 7467600"/>
              <a:gd name="connsiteY716" fmla="*/ 3138440 h 6858000"/>
              <a:gd name="connsiteX717" fmla="*/ 0 w 7467600"/>
              <a:gd name="connsiteY717" fmla="*/ 3271395 h 6858000"/>
              <a:gd name="connsiteX718" fmla="*/ 0 w 7467600"/>
              <a:gd name="connsiteY718" fmla="*/ 3153002 h 6858000"/>
              <a:gd name="connsiteX719" fmla="*/ 2386 w 7467600"/>
              <a:gd name="connsiteY719" fmla="*/ 3149203 h 6858000"/>
              <a:gd name="connsiteX720" fmla="*/ 89753 w 7467600"/>
              <a:gd name="connsiteY720" fmla="*/ 2987702 h 6858000"/>
              <a:gd name="connsiteX721" fmla="*/ 76869 w 7467600"/>
              <a:gd name="connsiteY721" fmla="*/ 3005404 h 6858000"/>
              <a:gd name="connsiteX722" fmla="*/ 32049 w 7467600"/>
              <a:gd name="connsiteY722" fmla="*/ 3065814 h 6858000"/>
              <a:gd name="connsiteX723" fmla="*/ 0 w 7467600"/>
              <a:gd name="connsiteY723" fmla="*/ 3108744 h 6858000"/>
              <a:gd name="connsiteX724" fmla="*/ 0 w 7467600"/>
              <a:gd name="connsiteY724" fmla="*/ 3058059 h 6858000"/>
              <a:gd name="connsiteX725" fmla="*/ 7610 w 7467600"/>
              <a:gd name="connsiteY725" fmla="*/ 3047889 h 6858000"/>
              <a:gd name="connsiteX726" fmla="*/ 52419 w 7467600"/>
              <a:gd name="connsiteY726" fmla="*/ 2987479 h 6858000"/>
              <a:gd name="connsiteX727" fmla="*/ 59142 w 7467600"/>
              <a:gd name="connsiteY727" fmla="*/ 2978488 h 6858000"/>
              <a:gd name="connsiteX728" fmla="*/ 0 w 7467600"/>
              <a:gd name="connsiteY728" fmla="*/ 3015334 h 6858000"/>
              <a:gd name="connsiteX729" fmla="*/ 0 w 7467600"/>
              <a:gd name="connsiteY729" fmla="*/ 2914286 h 6858000"/>
              <a:gd name="connsiteX730" fmla="*/ 36383 w 7467600"/>
              <a:gd name="connsiteY730" fmla="*/ 2901128 h 6858000"/>
              <a:gd name="connsiteX731" fmla="*/ 156329 w 7467600"/>
              <a:gd name="connsiteY731" fmla="*/ 2840533 h 6858000"/>
              <a:gd name="connsiteX732" fmla="*/ 358355 w 7467600"/>
              <a:gd name="connsiteY732" fmla="*/ 2620471 h 6858000"/>
              <a:gd name="connsiteX733" fmla="*/ 510577 w 7467600"/>
              <a:gd name="connsiteY733" fmla="*/ 2501244 h 6858000"/>
              <a:gd name="connsiteX734" fmla="*/ 211967 w 7467600"/>
              <a:gd name="connsiteY734" fmla="*/ 2479171 h 6858000"/>
              <a:gd name="connsiteX735" fmla="*/ 0 w 7467600"/>
              <a:gd name="connsiteY735" fmla="*/ 2476398 h 6858000"/>
              <a:gd name="connsiteX736" fmla="*/ 0 w 7467600"/>
              <a:gd name="connsiteY736" fmla="*/ 2389189 h 6858000"/>
              <a:gd name="connsiteX737" fmla="*/ 103062 w 7467600"/>
              <a:gd name="connsiteY737" fmla="*/ 2389518 h 6858000"/>
              <a:gd name="connsiteX738" fmla="*/ 510734 w 7467600"/>
              <a:gd name="connsiteY738" fmla="*/ 2416201 h 6858000"/>
              <a:gd name="connsiteX739" fmla="*/ 279257 w 7467600"/>
              <a:gd name="connsiteY739" fmla="*/ 2092102 h 6858000"/>
              <a:gd name="connsiteX740" fmla="*/ 65265 w 7467600"/>
              <a:gd name="connsiteY740" fmla="*/ 2006049 h 6858000"/>
              <a:gd name="connsiteX741" fmla="*/ 0 w 7467600"/>
              <a:gd name="connsiteY741" fmla="*/ 1982532 h 6858000"/>
              <a:gd name="connsiteX742" fmla="*/ 0 w 7467600"/>
              <a:gd name="connsiteY742" fmla="*/ 1912789 h 6858000"/>
              <a:gd name="connsiteX743" fmla="*/ 97460 w 7467600"/>
              <a:gd name="connsiteY743" fmla="*/ 1953725 h 6858000"/>
              <a:gd name="connsiteX744" fmla="*/ 221272 w 7467600"/>
              <a:gd name="connsiteY744" fmla="*/ 1980766 h 6858000"/>
              <a:gd name="connsiteX745" fmla="*/ 116765 w 7467600"/>
              <a:gd name="connsiteY745" fmla="*/ 1911033 h 6858000"/>
              <a:gd name="connsiteX746" fmla="*/ 16405 w 7467600"/>
              <a:gd name="connsiteY746" fmla="*/ 1803412 h 6858000"/>
              <a:gd name="connsiteX747" fmla="*/ 0 w 7467600"/>
              <a:gd name="connsiteY747" fmla="*/ 1784777 h 6858000"/>
              <a:gd name="connsiteX748" fmla="*/ 0 w 7467600"/>
              <a:gd name="connsiteY748" fmla="*/ 1740082 h 6858000"/>
              <a:gd name="connsiteX749" fmla="*/ 39394 w 7467600"/>
              <a:gd name="connsiteY749" fmla="*/ 1784856 h 6858000"/>
              <a:gd name="connsiteX750" fmla="*/ 135813 w 7467600"/>
              <a:gd name="connsiteY750" fmla="*/ 1888838 h 6858000"/>
              <a:gd name="connsiteX751" fmla="*/ 242575 w 7467600"/>
              <a:gd name="connsiteY751" fmla="*/ 1958841 h 6858000"/>
              <a:gd name="connsiteX752" fmla="*/ 82197 w 7467600"/>
              <a:gd name="connsiteY752" fmla="*/ 1754826 h 6858000"/>
              <a:gd name="connsiteX753" fmla="*/ 0 w 7467600"/>
              <a:gd name="connsiteY753" fmla="*/ 1679650 h 6858000"/>
              <a:gd name="connsiteX754" fmla="*/ 0 w 7467600"/>
              <a:gd name="connsiteY754" fmla="*/ 1602463 h 6858000"/>
              <a:gd name="connsiteX755" fmla="*/ 84689 w 7467600"/>
              <a:gd name="connsiteY755" fmla="*/ 1677442 h 6858000"/>
              <a:gd name="connsiteX756" fmla="*/ 298437 w 7467600"/>
              <a:gd name="connsiteY756" fmla="*/ 1968019 h 6858000"/>
              <a:gd name="connsiteX757" fmla="*/ 227269 w 7467600"/>
              <a:gd name="connsiteY757" fmla="*/ 1114064 h 6858000"/>
              <a:gd name="connsiteX758" fmla="*/ 248003 w 7467600"/>
              <a:gd name="connsiteY758" fmla="*/ 1089613 h 6858000"/>
              <a:gd name="connsiteX759" fmla="*/ 427020 w 7467600"/>
              <a:gd name="connsiteY759" fmla="*/ 1619803 h 6858000"/>
              <a:gd name="connsiteX760" fmla="*/ 340345 w 7467600"/>
              <a:gd name="connsiteY760" fmla="*/ 2027739 h 6858000"/>
              <a:gd name="connsiteX761" fmla="*/ 360865 w 7467600"/>
              <a:gd name="connsiteY761" fmla="*/ 2044827 h 6858000"/>
              <a:gd name="connsiteX762" fmla="*/ 560414 w 7467600"/>
              <a:gd name="connsiteY762" fmla="*/ 2421457 h 6858000"/>
              <a:gd name="connsiteX763" fmla="*/ 1359703 w 7467600"/>
              <a:gd name="connsiteY763" fmla="*/ 2578554 h 6858000"/>
              <a:gd name="connsiteX764" fmla="*/ 1359422 w 7467600"/>
              <a:gd name="connsiteY764" fmla="*/ 2577994 h 6858000"/>
              <a:gd name="connsiteX765" fmla="*/ 828701 w 7467600"/>
              <a:gd name="connsiteY765" fmla="*/ 1839520 h 6858000"/>
              <a:gd name="connsiteX766" fmla="*/ 494427 w 7467600"/>
              <a:gd name="connsiteY766" fmla="*/ 1092333 h 6858000"/>
              <a:gd name="connsiteX767" fmla="*/ 506322 w 7467600"/>
              <a:gd name="connsiteY767" fmla="*/ 1020997 h 6858000"/>
              <a:gd name="connsiteX768" fmla="*/ 4570198 w 7467600"/>
              <a:gd name="connsiteY768" fmla="*/ 978081 h 6858000"/>
              <a:gd name="connsiteX769" fmla="*/ 4523691 w 7467600"/>
              <a:gd name="connsiteY769" fmla="*/ 1127776 h 6858000"/>
              <a:gd name="connsiteX770" fmla="*/ 4509875 w 7467600"/>
              <a:gd name="connsiteY770" fmla="*/ 1167552 h 6858000"/>
              <a:gd name="connsiteX771" fmla="*/ 4478168 w 7467600"/>
              <a:gd name="connsiteY771" fmla="*/ 1260735 h 6858000"/>
              <a:gd name="connsiteX772" fmla="*/ 4409309 w 7467600"/>
              <a:gd name="connsiteY772" fmla="*/ 1666996 h 6858000"/>
              <a:gd name="connsiteX773" fmla="*/ 4370031 w 7467600"/>
              <a:gd name="connsiteY773" fmla="*/ 1955666 h 6858000"/>
              <a:gd name="connsiteX774" fmla="*/ 4570198 w 7467600"/>
              <a:gd name="connsiteY774" fmla="*/ 978081 h 6858000"/>
              <a:gd name="connsiteX775" fmla="*/ 4557898 w 7467600"/>
              <a:gd name="connsiteY775" fmla="*/ 900011 h 6858000"/>
              <a:gd name="connsiteX776" fmla="*/ 4344840 w 7467600"/>
              <a:gd name="connsiteY776" fmla="*/ 1922038 h 6858000"/>
              <a:gd name="connsiteX777" fmla="*/ 4378710 w 7467600"/>
              <a:gd name="connsiteY777" fmla="*/ 1665516 h 6858000"/>
              <a:gd name="connsiteX778" fmla="*/ 4448798 w 7467600"/>
              <a:gd name="connsiteY778" fmla="*/ 1253024 h 6858000"/>
              <a:gd name="connsiteX779" fmla="*/ 4480315 w 7467600"/>
              <a:gd name="connsiteY779" fmla="*/ 1158454 h 6858000"/>
              <a:gd name="connsiteX780" fmla="*/ 4494133 w 7467600"/>
              <a:gd name="connsiteY780" fmla="*/ 1118676 h 6858000"/>
              <a:gd name="connsiteX781" fmla="*/ 4557898 w 7467600"/>
              <a:gd name="connsiteY781" fmla="*/ 900011 h 6858000"/>
              <a:gd name="connsiteX782" fmla="*/ 5870151 w 7467600"/>
              <a:gd name="connsiteY782" fmla="*/ 898890 h 6858000"/>
              <a:gd name="connsiteX783" fmla="*/ 5861335 w 7467600"/>
              <a:gd name="connsiteY783" fmla="*/ 899177 h 6858000"/>
              <a:gd name="connsiteX784" fmla="*/ 5843702 w 7467600"/>
              <a:gd name="connsiteY784" fmla="*/ 899748 h 6858000"/>
              <a:gd name="connsiteX785" fmla="*/ 5651107 w 7467600"/>
              <a:gd name="connsiteY785" fmla="*/ 920306 h 6858000"/>
              <a:gd name="connsiteX786" fmla="*/ 5459407 w 7467600"/>
              <a:gd name="connsiteY786" fmla="*/ 940975 h 6858000"/>
              <a:gd name="connsiteX787" fmla="*/ 5374846 w 7467600"/>
              <a:gd name="connsiteY787" fmla="*/ 941988 h 6858000"/>
              <a:gd name="connsiteX788" fmla="*/ 5256105 w 7467600"/>
              <a:gd name="connsiteY788" fmla="*/ 945632 h 6858000"/>
              <a:gd name="connsiteX789" fmla="*/ 5107071 w 7467600"/>
              <a:gd name="connsiteY789" fmla="*/ 969720 h 6858000"/>
              <a:gd name="connsiteX790" fmla="*/ 4998681 w 7467600"/>
              <a:gd name="connsiteY790" fmla="*/ 988771 h 6858000"/>
              <a:gd name="connsiteX791" fmla="*/ 5870151 w 7467600"/>
              <a:gd name="connsiteY791" fmla="*/ 898890 h 6858000"/>
              <a:gd name="connsiteX792" fmla="*/ 5504425 w 7467600"/>
              <a:gd name="connsiteY792" fmla="*/ 848067 h 6858000"/>
              <a:gd name="connsiteX793" fmla="*/ 4968849 w 7467600"/>
              <a:gd name="connsiteY793" fmla="*/ 962318 h 6858000"/>
              <a:gd name="connsiteX794" fmla="*/ 5104039 w 7467600"/>
              <a:gd name="connsiteY794" fmla="*/ 940634 h 6858000"/>
              <a:gd name="connsiteX795" fmla="*/ 5256311 w 7467600"/>
              <a:gd name="connsiteY795" fmla="*/ 916490 h 6858000"/>
              <a:gd name="connsiteX796" fmla="*/ 5377381 w 7467600"/>
              <a:gd name="connsiteY796" fmla="*/ 912671 h 6858000"/>
              <a:gd name="connsiteX797" fmla="*/ 5460148 w 7467600"/>
              <a:gd name="connsiteY797" fmla="*/ 911442 h 6858000"/>
              <a:gd name="connsiteX798" fmla="*/ 5648971 w 7467600"/>
              <a:gd name="connsiteY798" fmla="*/ 891331 h 6858000"/>
              <a:gd name="connsiteX799" fmla="*/ 5844807 w 7467600"/>
              <a:gd name="connsiteY799" fmla="*/ 870718 h 6858000"/>
              <a:gd name="connsiteX800" fmla="*/ 5862975 w 7467600"/>
              <a:gd name="connsiteY800" fmla="*/ 869756 h 6858000"/>
              <a:gd name="connsiteX801" fmla="*/ 5920887 w 7467600"/>
              <a:gd name="connsiteY801" fmla="*/ 865929 h 6858000"/>
              <a:gd name="connsiteX802" fmla="*/ 5504425 w 7467600"/>
              <a:gd name="connsiteY802" fmla="*/ 848067 h 6858000"/>
              <a:gd name="connsiteX803" fmla="*/ 3607114 w 7467600"/>
              <a:gd name="connsiteY803" fmla="*/ 467441 h 6858000"/>
              <a:gd name="connsiteX804" fmla="*/ 3296242 w 7467600"/>
              <a:gd name="connsiteY804" fmla="*/ 807991 h 6858000"/>
              <a:gd name="connsiteX805" fmla="*/ 3174674 w 7467600"/>
              <a:gd name="connsiteY805" fmla="*/ 919759 h 6858000"/>
              <a:gd name="connsiteX806" fmla="*/ 3042978 w 7467600"/>
              <a:gd name="connsiteY806" fmla="*/ 1054894 h 6858000"/>
              <a:gd name="connsiteX807" fmla="*/ 2968914 w 7467600"/>
              <a:gd name="connsiteY807" fmla="*/ 1133756 h 6858000"/>
              <a:gd name="connsiteX808" fmla="*/ 3103823 w 7467600"/>
              <a:gd name="connsiteY808" fmla="*/ 1026814 h 6858000"/>
              <a:gd name="connsiteX809" fmla="*/ 3607114 w 7467600"/>
              <a:gd name="connsiteY809" fmla="*/ 467441 h 6858000"/>
              <a:gd name="connsiteX810" fmla="*/ 3744487 w 7467600"/>
              <a:gd name="connsiteY810" fmla="*/ 383136 h 6858000"/>
              <a:gd name="connsiteX811" fmla="*/ 3970213 w 7467600"/>
              <a:gd name="connsiteY811" fmla="*/ 995559 h 6858000"/>
              <a:gd name="connsiteX812" fmla="*/ 3744487 w 7467600"/>
              <a:gd name="connsiteY812" fmla="*/ 383136 h 6858000"/>
              <a:gd name="connsiteX813" fmla="*/ 3624562 w 7467600"/>
              <a:gd name="connsiteY813" fmla="*/ 367041 h 6858000"/>
              <a:gd name="connsiteX814" fmla="*/ 3489712 w 7467600"/>
              <a:gd name="connsiteY814" fmla="*/ 485386 h 6858000"/>
              <a:gd name="connsiteX815" fmla="*/ 3182994 w 7467600"/>
              <a:gd name="connsiteY815" fmla="*/ 828265 h 6858000"/>
              <a:gd name="connsiteX816" fmla="*/ 2892114 w 7467600"/>
              <a:gd name="connsiteY816" fmla="*/ 1172635 h 6858000"/>
              <a:gd name="connsiteX817" fmla="*/ 3021459 w 7467600"/>
              <a:gd name="connsiteY817" fmla="*/ 1035385 h 6858000"/>
              <a:gd name="connsiteX818" fmla="*/ 3153873 w 7467600"/>
              <a:gd name="connsiteY818" fmla="*/ 898971 h 6858000"/>
              <a:gd name="connsiteX819" fmla="*/ 3276511 w 7467600"/>
              <a:gd name="connsiteY819" fmla="*/ 786423 h 6858000"/>
              <a:gd name="connsiteX820" fmla="*/ 3584154 w 7467600"/>
              <a:gd name="connsiteY820" fmla="*/ 448218 h 6858000"/>
              <a:gd name="connsiteX821" fmla="*/ 3624562 w 7467600"/>
              <a:gd name="connsiteY821" fmla="*/ 367041 h 6858000"/>
              <a:gd name="connsiteX822" fmla="*/ 3766672 w 7467600"/>
              <a:gd name="connsiteY822" fmla="*/ 359429 h 6858000"/>
              <a:gd name="connsiteX823" fmla="*/ 3996338 w 7467600"/>
              <a:gd name="connsiteY823" fmla="*/ 968237 h 6858000"/>
              <a:gd name="connsiteX824" fmla="*/ 3766672 w 7467600"/>
              <a:gd name="connsiteY824" fmla="*/ 359429 h 6858000"/>
              <a:gd name="connsiteX825" fmla="*/ 5805386 w 7467600"/>
              <a:gd name="connsiteY825" fmla="*/ 239240 h 6858000"/>
              <a:gd name="connsiteX826" fmla="*/ 5736947 w 7467600"/>
              <a:gd name="connsiteY826" fmla="*/ 261367 h 6858000"/>
              <a:gd name="connsiteX827" fmla="*/ 5427012 w 7467600"/>
              <a:gd name="connsiteY827" fmla="*/ 311272 h 6858000"/>
              <a:gd name="connsiteX828" fmla="*/ 5147818 w 7467600"/>
              <a:gd name="connsiteY828" fmla="*/ 322112 h 6858000"/>
              <a:gd name="connsiteX829" fmla="*/ 5060854 w 7467600"/>
              <a:gd name="connsiteY829" fmla="*/ 311882 h 6858000"/>
              <a:gd name="connsiteX830" fmla="*/ 4945989 w 7467600"/>
              <a:gd name="connsiteY830" fmla="*/ 300516 h 6858000"/>
              <a:gd name="connsiteX831" fmla="*/ 5410479 w 7467600"/>
              <a:gd name="connsiteY831" fmla="*/ 348434 h 6858000"/>
              <a:gd name="connsiteX832" fmla="*/ 5805386 w 7467600"/>
              <a:gd name="connsiteY832" fmla="*/ 239240 h 6858000"/>
              <a:gd name="connsiteX833" fmla="*/ 5905192 w 7467600"/>
              <a:gd name="connsiteY833" fmla="*/ 163079 h 6858000"/>
              <a:gd name="connsiteX834" fmla="*/ 5865655 w 7467600"/>
              <a:gd name="connsiteY834" fmla="*/ 171901 h 6858000"/>
              <a:gd name="connsiteX835" fmla="*/ 5259740 w 7467600"/>
              <a:gd name="connsiteY835" fmla="*/ 257013 h 6858000"/>
              <a:gd name="connsiteX836" fmla="*/ 5208466 w 7467600"/>
              <a:gd name="connsiteY836" fmla="*/ 257550 h 6858000"/>
              <a:gd name="connsiteX837" fmla="*/ 4980204 w 7467600"/>
              <a:gd name="connsiteY837" fmla="*/ 271903 h 6858000"/>
              <a:gd name="connsiteX838" fmla="*/ 5068068 w 7467600"/>
              <a:gd name="connsiteY838" fmla="*/ 282244 h 6858000"/>
              <a:gd name="connsiteX839" fmla="*/ 5153231 w 7467600"/>
              <a:gd name="connsiteY839" fmla="*/ 292240 h 6858000"/>
              <a:gd name="connsiteX840" fmla="*/ 5426491 w 7467600"/>
              <a:gd name="connsiteY840" fmla="*/ 281128 h 6858000"/>
              <a:gd name="connsiteX841" fmla="*/ 5731212 w 7467600"/>
              <a:gd name="connsiteY841" fmla="*/ 231951 h 6858000"/>
              <a:gd name="connsiteX842" fmla="*/ 5905192 w 7467600"/>
              <a:gd name="connsiteY842" fmla="*/ 163079 h 6858000"/>
              <a:gd name="connsiteX843" fmla="*/ 5944437 w 7467600"/>
              <a:gd name="connsiteY843" fmla="*/ 113829 h 6858000"/>
              <a:gd name="connsiteX844" fmla="*/ 5825032 w 7467600"/>
              <a:gd name="connsiteY844" fmla="*/ 146405 h 6858000"/>
              <a:gd name="connsiteX845" fmla="*/ 4955599 w 7467600"/>
              <a:gd name="connsiteY845" fmla="*/ 247008 h 6858000"/>
              <a:gd name="connsiteX846" fmla="*/ 5210104 w 7467600"/>
              <a:gd name="connsiteY846" fmla="*/ 228123 h 6858000"/>
              <a:gd name="connsiteX847" fmla="*/ 5261015 w 7467600"/>
              <a:gd name="connsiteY847" fmla="*/ 227087 h 6858000"/>
              <a:gd name="connsiteX848" fmla="*/ 5861181 w 7467600"/>
              <a:gd name="connsiteY848" fmla="*/ 143093 h 6858000"/>
              <a:gd name="connsiteX849" fmla="*/ 5961252 w 7467600"/>
              <a:gd name="connsiteY849" fmla="*/ 114820 h 6858000"/>
              <a:gd name="connsiteX850" fmla="*/ 5944437 w 7467600"/>
              <a:gd name="connsiteY850" fmla="*/ 113829 h 6858000"/>
              <a:gd name="connsiteX851" fmla="*/ 3882765 w 7467600"/>
              <a:gd name="connsiteY851" fmla="*/ 0 h 6858000"/>
              <a:gd name="connsiteX852" fmla="*/ 3995099 w 7467600"/>
              <a:gd name="connsiteY852" fmla="*/ 0 h 6858000"/>
              <a:gd name="connsiteX853" fmla="*/ 4163818 w 7467600"/>
              <a:gd name="connsiteY853" fmla="*/ 234104 h 6858000"/>
              <a:gd name="connsiteX854" fmla="*/ 4172099 w 7467600"/>
              <a:gd name="connsiteY854" fmla="*/ 234207 h 6858000"/>
              <a:gd name="connsiteX855" fmla="*/ 4784282 w 7467600"/>
              <a:gd name="connsiteY855" fmla="*/ 276561 h 6858000"/>
              <a:gd name="connsiteX856" fmla="*/ 4801687 w 7467600"/>
              <a:gd name="connsiteY856" fmla="*/ 267764 h 6858000"/>
              <a:gd name="connsiteX857" fmla="*/ 6082788 w 7467600"/>
              <a:gd name="connsiteY857" fmla="*/ 64119 h 6858000"/>
              <a:gd name="connsiteX858" fmla="*/ 6099442 w 7467600"/>
              <a:gd name="connsiteY858" fmla="*/ 82568 h 6858000"/>
              <a:gd name="connsiteX859" fmla="*/ 4804137 w 7467600"/>
              <a:gd name="connsiteY859" fmla="*/ 320931 h 6858000"/>
              <a:gd name="connsiteX860" fmla="*/ 4227047 w 7467600"/>
              <a:gd name="connsiteY860" fmla="*/ 313415 h 6858000"/>
              <a:gd name="connsiteX861" fmla="*/ 4346041 w 7467600"/>
              <a:gd name="connsiteY861" fmla="*/ 456086 h 6858000"/>
              <a:gd name="connsiteX862" fmla="*/ 4870967 w 7467600"/>
              <a:gd name="connsiteY862" fmla="*/ 963061 h 6858000"/>
              <a:gd name="connsiteX863" fmla="*/ 4889647 w 7467600"/>
              <a:gd name="connsiteY863" fmla="*/ 957147 h 6858000"/>
              <a:gd name="connsiteX864" fmla="*/ 5422504 w 7467600"/>
              <a:gd name="connsiteY864" fmla="*/ 805191 h 6858000"/>
              <a:gd name="connsiteX865" fmla="*/ 6087656 w 7467600"/>
              <a:gd name="connsiteY865" fmla="*/ 826703 h 6858000"/>
              <a:gd name="connsiteX866" fmla="*/ 6058717 w 7467600"/>
              <a:gd name="connsiteY866" fmla="*/ 865992 h 6858000"/>
              <a:gd name="connsiteX867" fmla="*/ 4974153 w 7467600"/>
              <a:gd name="connsiteY867" fmla="*/ 1045456 h 6858000"/>
              <a:gd name="connsiteX868" fmla="*/ 5627835 w 7467600"/>
              <a:gd name="connsiteY868" fmla="*/ 1472077 h 6858000"/>
              <a:gd name="connsiteX869" fmla="*/ 5629817 w 7467600"/>
              <a:gd name="connsiteY869" fmla="*/ 1471412 h 6858000"/>
              <a:gd name="connsiteX870" fmla="*/ 5634124 w 7467600"/>
              <a:gd name="connsiteY870" fmla="*/ 1470572 h 6858000"/>
              <a:gd name="connsiteX871" fmla="*/ 5755832 w 7467600"/>
              <a:gd name="connsiteY871" fmla="*/ 1383886 h 6858000"/>
              <a:gd name="connsiteX872" fmla="*/ 6014186 w 7467600"/>
              <a:gd name="connsiteY872" fmla="*/ 1279799 h 6858000"/>
              <a:gd name="connsiteX873" fmla="*/ 6901619 w 7467600"/>
              <a:gd name="connsiteY873" fmla="*/ 1047874 h 6858000"/>
              <a:gd name="connsiteX874" fmla="*/ 6931566 w 7467600"/>
              <a:gd name="connsiteY874" fmla="*/ 1062034 h 6858000"/>
              <a:gd name="connsiteX875" fmla="*/ 5790982 w 7467600"/>
              <a:gd name="connsiteY875" fmla="*/ 1561380 h 6858000"/>
              <a:gd name="connsiteX876" fmla="*/ 6188971 w 7467600"/>
              <a:gd name="connsiteY876" fmla="*/ 1755168 h 6858000"/>
              <a:gd name="connsiteX877" fmla="*/ 6202446 w 7467600"/>
              <a:gd name="connsiteY877" fmla="*/ 1752268 h 6858000"/>
              <a:gd name="connsiteX878" fmla="*/ 7179560 w 7467600"/>
              <a:gd name="connsiteY878" fmla="*/ 1467551 h 6858000"/>
              <a:gd name="connsiteX879" fmla="*/ 7158730 w 7467600"/>
              <a:gd name="connsiteY879" fmla="*/ 1507835 h 6858000"/>
              <a:gd name="connsiteX880" fmla="*/ 6326959 w 7467600"/>
              <a:gd name="connsiteY880" fmla="*/ 1817686 h 6858000"/>
              <a:gd name="connsiteX881" fmla="*/ 6537433 w 7467600"/>
              <a:gd name="connsiteY881" fmla="*/ 1907790 h 6858000"/>
              <a:gd name="connsiteX882" fmla="*/ 6550221 w 7467600"/>
              <a:gd name="connsiteY882" fmla="*/ 1910729 h 6858000"/>
              <a:gd name="connsiteX883" fmla="*/ 6964438 w 7467600"/>
              <a:gd name="connsiteY883" fmla="*/ 2209505 h 6858000"/>
              <a:gd name="connsiteX884" fmla="*/ 7367862 w 7467600"/>
              <a:gd name="connsiteY884" fmla="*/ 2806833 h 6858000"/>
              <a:gd name="connsiteX885" fmla="*/ 7364329 w 7467600"/>
              <a:gd name="connsiteY885" fmla="*/ 2826907 h 6858000"/>
              <a:gd name="connsiteX886" fmla="*/ 7290545 w 7467600"/>
              <a:gd name="connsiteY886" fmla="*/ 2850663 h 6858000"/>
              <a:gd name="connsiteX887" fmla="*/ 6472036 w 7467600"/>
              <a:gd name="connsiteY887" fmla="*/ 1959003 h 6858000"/>
              <a:gd name="connsiteX888" fmla="*/ 5792897 w 7467600"/>
              <a:gd name="connsiteY888" fmla="*/ 1647747 h 6858000"/>
              <a:gd name="connsiteX889" fmla="*/ 5842751 w 7467600"/>
              <a:gd name="connsiteY889" fmla="*/ 1816112 h 6858000"/>
              <a:gd name="connsiteX890" fmla="*/ 5847424 w 7467600"/>
              <a:gd name="connsiteY890" fmla="*/ 1815776 h 6858000"/>
              <a:gd name="connsiteX891" fmla="*/ 6399821 w 7467600"/>
              <a:gd name="connsiteY891" fmla="*/ 2344799 h 6858000"/>
              <a:gd name="connsiteX892" fmla="*/ 6323232 w 7467600"/>
              <a:gd name="connsiteY892" fmla="*/ 2389634 h 6858000"/>
              <a:gd name="connsiteX893" fmla="*/ 5942958 w 7467600"/>
              <a:gd name="connsiteY893" fmla="*/ 2077708 h 6858000"/>
              <a:gd name="connsiteX894" fmla="*/ 5921559 w 7467600"/>
              <a:gd name="connsiteY894" fmla="*/ 2378596 h 6858000"/>
              <a:gd name="connsiteX895" fmla="*/ 5817651 w 7467600"/>
              <a:gd name="connsiteY895" fmla="*/ 3023919 h 6858000"/>
              <a:gd name="connsiteX896" fmla="*/ 5729634 w 7467600"/>
              <a:gd name="connsiteY896" fmla="*/ 3051849 h 6858000"/>
              <a:gd name="connsiteX897" fmla="*/ 5611018 w 7467600"/>
              <a:gd name="connsiteY897" fmla="*/ 2316769 h 6858000"/>
              <a:gd name="connsiteX898" fmla="*/ 5687608 w 7467600"/>
              <a:gd name="connsiteY898" fmla="*/ 2039972 h 6858000"/>
              <a:gd name="connsiteX899" fmla="*/ 5657554 w 7467600"/>
              <a:gd name="connsiteY899" fmla="*/ 1576445 h 6858000"/>
              <a:gd name="connsiteX900" fmla="*/ 5150475 w 7467600"/>
              <a:gd name="connsiteY900" fmla="*/ 1274012 h 6858000"/>
              <a:gd name="connsiteX901" fmla="*/ 5349142 w 7467600"/>
              <a:gd name="connsiteY901" fmla="*/ 2204405 h 6858000"/>
              <a:gd name="connsiteX902" fmla="*/ 5262214 w 7467600"/>
              <a:gd name="connsiteY902" fmla="*/ 2233836 h 6858000"/>
              <a:gd name="connsiteX903" fmla="*/ 4981539 w 7467600"/>
              <a:gd name="connsiteY903" fmla="*/ 1542201 h 6858000"/>
              <a:gd name="connsiteX904" fmla="*/ 4958461 w 7467600"/>
              <a:gd name="connsiteY904" fmla="*/ 1136957 h 6858000"/>
              <a:gd name="connsiteX905" fmla="*/ 4655015 w 7467600"/>
              <a:gd name="connsiteY905" fmla="*/ 891426 h 6858000"/>
              <a:gd name="connsiteX906" fmla="*/ 4348002 w 7467600"/>
              <a:gd name="connsiteY906" fmla="*/ 2205895 h 6858000"/>
              <a:gd name="connsiteX907" fmla="*/ 4262250 w 7467600"/>
              <a:gd name="connsiteY907" fmla="*/ 2219972 h 6858000"/>
              <a:gd name="connsiteX908" fmla="*/ 4550611 w 7467600"/>
              <a:gd name="connsiteY908" fmla="*/ 817540 h 6858000"/>
              <a:gd name="connsiteX909" fmla="*/ 4564418 w 7467600"/>
              <a:gd name="connsiteY909" fmla="*/ 808293 h 6858000"/>
              <a:gd name="connsiteX910" fmla="*/ 4266388 w 7467600"/>
              <a:gd name="connsiteY910" fmla="*/ 500083 h 6858000"/>
              <a:gd name="connsiteX911" fmla="*/ 4032842 w 7467600"/>
              <a:gd name="connsiteY911" fmla="*/ 211809 h 6858000"/>
              <a:gd name="connsiteX912" fmla="*/ 3882765 w 7467600"/>
              <a:gd name="connsiteY912" fmla="*/ 0 h 6858000"/>
              <a:gd name="connsiteX913" fmla="*/ 3721337 w 7467600"/>
              <a:gd name="connsiteY913" fmla="*/ 0 h 6858000"/>
              <a:gd name="connsiteX914" fmla="*/ 3797544 w 7467600"/>
              <a:gd name="connsiteY914" fmla="*/ 0 h 6858000"/>
              <a:gd name="connsiteX915" fmla="*/ 3775734 w 7467600"/>
              <a:gd name="connsiteY915" fmla="*/ 95131 h 6858000"/>
              <a:gd name="connsiteX916" fmla="*/ 3724807 w 7467600"/>
              <a:gd name="connsiteY916" fmla="*/ 272257 h 6858000"/>
              <a:gd name="connsiteX917" fmla="*/ 3726844 w 7467600"/>
              <a:gd name="connsiteY917" fmla="*/ 282988 h 6858000"/>
              <a:gd name="connsiteX918" fmla="*/ 3742664 w 7467600"/>
              <a:gd name="connsiteY918" fmla="*/ 279918 h 6858000"/>
              <a:gd name="connsiteX919" fmla="*/ 4103910 w 7467600"/>
              <a:gd name="connsiteY919" fmla="*/ 1161917 h 6858000"/>
              <a:gd name="connsiteX920" fmla="*/ 4020269 w 7467600"/>
              <a:gd name="connsiteY920" fmla="*/ 1200406 h 6858000"/>
              <a:gd name="connsiteX921" fmla="*/ 3674882 w 7467600"/>
              <a:gd name="connsiteY921" fmla="*/ 488524 h 6858000"/>
              <a:gd name="connsiteX922" fmla="*/ 3132682 w 7467600"/>
              <a:gd name="connsiteY922" fmla="*/ 1072284 h 6858000"/>
              <a:gd name="connsiteX923" fmla="*/ 2716346 w 7467600"/>
              <a:gd name="connsiteY923" fmla="*/ 1276376 h 6858000"/>
              <a:gd name="connsiteX924" fmla="*/ 2716772 w 7467600"/>
              <a:gd name="connsiteY924" fmla="*/ 1255462 h 6858000"/>
              <a:gd name="connsiteX925" fmla="*/ 3471096 w 7467600"/>
              <a:gd name="connsiteY925" fmla="*/ 437072 h 6858000"/>
              <a:gd name="connsiteX926" fmla="*/ 3639057 w 7467600"/>
              <a:gd name="connsiteY926" fmla="*/ 286334 h 6858000"/>
              <a:gd name="connsiteX927" fmla="*/ 3640309 w 7467600"/>
              <a:gd name="connsiteY927" fmla="*/ 284664 h 6858000"/>
              <a:gd name="connsiteX928" fmla="*/ 3646022 w 7467600"/>
              <a:gd name="connsiteY928" fmla="*/ 276711 h 6858000"/>
              <a:gd name="connsiteX929" fmla="*/ 3707943 w 7467600"/>
              <a:gd name="connsiteY929" fmla="*/ 65958 h 6858000"/>
              <a:gd name="connsiteX930" fmla="*/ 3721337 w 7467600"/>
              <a:gd name="connsiteY930" fmla="*/ 0 h 6858000"/>
              <a:gd name="connsiteX931" fmla="*/ 2867960 w 7467600"/>
              <a:gd name="connsiteY931" fmla="*/ 0 h 6858000"/>
              <a:gd name="connsiteX932" fmla="*/ 2926351 w 7467600"/>
              <a:gd name="connsiteY932" fmla="*/ 0 h 6858000"/>
              <a:gd name="connsiteX933" fmla="*/ 2902823 w 7467600"/>
              <a:gd name="connsiteY933" fmla="*/ 262929 h 6858000"/>
              <a:gd name="connsiteX934" fmla="*/ 2940663 w 7467600"/>
              <a:gd name="connsiteY934" fmla="*/ 140884 h 6858000"/>
              <a:gd name="connsiteX935" fmla="*/ 2947039 w 7467600"/>
              <a:gd name="connsiteY935" fmla="*/ 122524 h 6858000"/>
              <a:gd name="connsiteX936" fmla="*/ 2984316 w 7467600"/>
              <a:gd name="connsiteY936" fmla="*/ 0 h 6858000"/>
              <a:gd name="connsiteX937" fmla="*/ 3016114 w 7467600"/>
              <a:gd name="connsiteY937" fmla="*/ 0 h 6858000"/>
              <a:gd name="connsiteX938" fmla="*/ 2979949 w 7467600"/>
              <a:gd name="connsiteY938" fmla="*/ 119274 h 6858000"/>
              <a:gd name="connsiteX939" fmla="*/ 3023879 w 7467600"/>
              <a:gd name="connsiteY939" fmla="*/ 0 h 6858000"/>
              <a:gd name="connsiteX940" fmla="*/ 3105400 w 7467600"/>
              <a:gd name="connsiteY940" fmla="*/ 0 h 6858000"/>
              <a:gd name="connsiteX941" fmla="*/ 3094669 w 7467600"/>
              <a:gd name="connsiteY941" fmla="*/ 30308 h 6858000"/>
              <a:gd name="connsiteX942" fmla="*/ 2901945 w 7467600"/>
              <a:gd name="connsiteY942" fmla="*/ 466538 h 6858000"/>
              <a:gd name="connsiteX943" fmla="*/ 2815209 w 7467600"/>
              <a:gd name="connsiteY943" fmla="*/ 497361 h 6858000"/>
              <a:gd name="connsiteX944" fmla="*/ 2844845 w 7467600"/>
              <a:gd name="connsiteY944" fmla="*/ 127638 h 6858000"/>
              <a:gd name="connsiteX945" fmla="*/ 2867960 w 7467600"/>
              <a:gd name="connsiteY945" fmla="*/ 0 h 6858000"/>
              <a:gd name="connsiteX946" fmla="*/ 1057230 w 7467600"/>
              <a:gd name="connsiteY946" fmla="*/ 0 h 6858000"/>
              <a:gd name="connsiteX947" fmla="*/ 1111003 w 7467600"/>
              <a:gd name="connsiteY947" fmla="*/ 0 h 6858000"/>
              <a:gd name="connsiteX948" fmla="*/ 1125553 w 7467600"/>
              <a:gd name="connsiteY948" fmla="*/ 52588 h 6858000"/>
              <a:gd name="connsiteX949" fmla="*/ 1304276 w 7467600"/>
              <a:gd name="connsiteY949" fmla="*/ 476275 h 6858000"/>
              <a:gd name="connsiteX950" fmla="*/ 1492066 w 7467600"/>
              <a:gd name="connsiteY950" fmla="*/ 886333 h 6858000"/>
              <a:gd name="connsiteX951" fmla="*/ 1423698 w 7467600"/>
              <a:gd name="connsiteY951" fmla="*/ 710817 h 6858000"/>
              <a:gd name="connsiteX952" fmla="*/ 1357609 w 7467600"/>
              <a:gd name="connsiteY952" fmla="*/ 532892 h 6858000"/>
              <a:gd name="connsiteX953" fmla="*/ 1309550 w 7467600"/>
              <a:gd name="connsiteY953" fmla="*/ 374031 h 6858000"/>
              <a:gd name="connsiteX954" fmla="*/ 1193673 w 7467600"/>
              <a:gd name="connsiteY954" fmla="*/ 49533 h 6858000"/>
              <a:gd name="connsiteX955" fmla="*/ 1164391 w 7467600"/>
              <a:gd name="connsiteY955" fmla="*/ 0 h 6858000"/>
              <a:gd name="connsiteX956" fmla="*/ 1200666 w 7467600"/>
              <a:gd name="connsiteY956" fmla="*/ 0 h 6858000"/>
              <a:gd name="connsiteX957" fmla="*/ 1223408 w 7467600"/>
              <a:gd name="connsiteY957" fmla="*/ 38996 h 6858000"/>
              <a:gd name="connsiteX958" fmla="*/ 1339635 w 7467600"/>
              <a:gd name="connsiteY958" fmla="*/ 365517 h 6858000"/>
              <a:gd name="connsiteX959" fmla="*/ 1387469 w 7467600"/>
              <a:gd name="connsiteY959" fmla="*/ 523079 h 6858000"/>
              <a:gd name="connsiteX960" fmla="*/ 1452685 w 7467600"/>
              <a:gd name="connsiteY960" fmla="*/ 699806 h 6858000"/>
              <a:gd name="connsiteX961" fmla="*/ 1492092 w 7467600"/>
              <a:gd name="connsiteY961" fmla="*/ 800424 h 6858000"/>
              <a:gd name="connsiteX962" fmla="*/ 1455302 w 7467600"/>
              <a:gd name="connsiteY962" fmla="*/ 632913 h 6858000"/>
              <a:gd name="connsiteX963" fmla="*/ 1222336 w 7467600"/>
              <a:gd name="connsiteY963" fmla="*/ 9480 h 6858000"/>
              <a:gd name="connsiteX964" fmla="*/ 1214634 w 7467600"/>
              <a:gd name="connsiteY964" fmla="*/ 0 h 6858000"/>
              <a:gd name="connsiteX965" fmla="*/ 1289827 w 7467600"/>
              <a:gd name="connsiteY965" fmla="*/ 0 h 6858000"/>
              <a:gd name="connsiteX966" fmla="*/ 1321076 w 7467600"/>
              <a:gd name="connsiteY966" fmla="*/ 59722 h 6858000"/>
              <a:gd name="connsiteX967" fmla="*/ 1512579 w 7467600"/>
              <a:gd name="connsiteY967" fmla="*/ 626441 h 6858000"/>
              <a:gd name="connsiteX968" fmla="*/ 1506076 w 7467600"/>
              <a:gd name="connsiteY968" fmla="*/ 1089289 h 6858000"/>
              <a:gd name="connsiteX969" fmla="*/ 1486346 w 7467600"/>
              <a:gd name="connsiteY969" fmla="*/ 1079919 h 6858000"/>
              <a:gd name="connsiteX970" fmla="*/ 1070511 w 7467600"/>
              <a:gd name="connsiteY970" fmla="*/ 48609 h 6858000"/>
              <a:gd name="connsiteX971" fmla="*/ 1057230 w 7467600"/>
              <a:gd name="connsiteY971" fmla="*/ 0 h 6858000"/>
              <a:gd name="connsiteX972" fmla="*/ 43151 w 7467600"/>
              <a:gd name="connsiteY972" fmla="*/ 0 h 6858000"/>
              <a:gd name="connsiteX973" fmla="*/ 95283 w 7467600"/>
              <a:gd name="connsiteY973" fmla="*/ 0 h 6858000"/>
              <a:gd name="connsiteX974" fmla="*/ 300708 w 7467600"/>
              <a:gd name="connsiteY974" fmla="*/ 154571 h 6858000"/>
              <a:gd name="connsiteX975" fmla="*/ 530414 w 7467600"/>
              <a:gd name="connsiteY975" fmla="*/ 354673 h 6858000"/>
              <a:gd name="connsiteX976" fmla="*/ 333785 w 7467600"/>
              <a:gd name="connsiteY976" fmla="*/ 161564 h 6858000"/>
              <a:gd name="connsiteX977" fmla="*/ 147005 w 7467600"/>
              <a:gd name="connsiteY977" fmla="*/ 0 h 6858000"/>
              <a:gd name="connsiteX978" fmla="*/ 272509 w 7467600"/>
              <a:gd name="connsiteY978" fmla="*/ 0 h 6858000"/>
              <a:gd name="connsiteX979" fmla="*/ 326276 w 7467600"/>
              <a:gd name="connsiteY979" fmla="*/ 45847 h 6858000"/>
              <a:gd name="connsiteX980" fmla="*/ 823759 w 7467600"/>
              <a:gd name="connsiteY980" fmla="*/ 574145 h 6858000"/>
              <a:gd name="connsiteX981" fmla="*/ 811254 w 7467600"/>
              <a:gd name="connsiteY981" fmla="*/ 665546 h 6858000"/>
              <a:gd name="connsiteX982" fmla="*/ 154042 w 7467600"/>
              <a:gd name="connsiteY982" fmla="*/ 261522 h 6858000"/>
              <a:gd name="connsiteX983" fmla="*/ 13550 w 7467600"/>
              <a:gd name="connsiteY983" fmla="*/ 158423 h 6858000"/>
              <a:gd name="connsiteX984" fmla="*/ 0 w 7467600"/>
              <a:gd name="connsiteY984" fmla="*/ 146618 h 6858000"/>
              <a:gd name="connsiteX985" fmla="*/ 0 w 7467600"/>
              <a:gd name="connsiteY985" fmla="*/ 59161 h 6858000"/>
              <a:gd name="connsiteX986" fmla="*/ 45427 w 7467600"/>
              <a:gd name="connsiteY986" fmla="*/ 101078 h 6858000"/>
              <a:gd name="connsiteX987" fmla="*/ 630103 w 7467600"/>
              <a:gd name="connsiteY987" fmla="*/ 485885 h 6858000"/>
              <a:gd name="connsiteX988" fmla="*/ 532040 w 7467600"/>
              <a:gd name="connsiteY988" fmla="*/ 399359 h 6858000"/>
              <a:gd name="connsiteX989" fmla="*/ 517618 w 7467600"/>
              <a:gd name="connsiteY989" fmla="*/ 385726 h 6858000"/>
              <a:gd name="connsiteX990" fmla="*/ 285074 w 7467600"/>
              <a:gd name="connsiteY990" fmla="*/ 182755 h 6858000"/>
              <a:gd name="connsiteX991" fmla="*/ 43151 w 7467600"/>
              <a:gd name="connsiteY99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12201 w 7467600"/>
              <a:gd name="connsiteY134" fmla="*/ 5128278 h 6858000"/>
              <a:gd name="connsiteX135" fmla="*/ 1903353 w 7467600"/>
              <a:gd name="connsiteY135" fmla="*/ 5044827 h 6858000"/>
              <a:gd name="connsiteX136" fmla="*/ 1936931 w 7467600"/>
              <a:gd name="connsiteY136" fmla="*/ 5093954 h 6858000"/>
              <a:gd name="connsiteX137" fmla="*/ 2195868 w 7467600"/>
              <a:gd name="connsiteY137" fmla="*/ 5396574 h 6858000"/>
              <a:gd name="connsiteX138" fmla="*/ 2088852 w 7467600"/>
              <a:gd name="connsiteY138" fmla="*/ 5166123 h 6858000"/>
              <a:gd name="connsiteX139" fmla="*/ 1958241 w 7467600"/>
              <a:gd name="connsiteY139" fmla="*/ 5067955 h 6858000"/>
              <a:gd name="connsiteX140" fmla="*/ 1903353 w 7467600"/>
              <a:gd name="connsiteY140" fmla="*/ 5044827 h 6858000"/>
              <a:gd name="connsiteX141" fmla="*/ 1979378 w 7467600"/>
              <a:gd name="connsiteY141" fmla="*/ 4769504 h 6858000"/>
              <a:gd name="connsiteX142" fmla="*/ 2882120 w 7467600"/>
              <a:gd name="connsiteY142" fmla="*/ 5064547 h 6858000"/>
              <a:gd name="connsiteX143" fmla="*/ 2793103 w 7467600"/>
              <a:gd name="connsiteY143" fmla="*/ 5039699 h 6858000"/>
              <a:gd name="connsiteX144" fmla="*/ 2770041 w 7467600"/>
              <a:gd name="connsiteY144" fmla="*/ 5033634 h 6858000"/>
              <a:gd name="connsiteX145" fmla="*/ 1979378 w 7467600"/>
              <a:gd name="connsiteY145" fmla="*/ 4769504 h 6858000"/>
              <a:gd name="connsiteX146" fmla="*/ 1927410 w 7467600"/>
              <a:gd name="connsiteY146" fmla="*/ 4716164 h 6858000"/>
              <a:gd name="connsiteX147" fmla="*/ 1959587 w 7467600"/>
              <a:gd name="connsiteY147" fmla="*/ 4728849 h 6858000"/>
              <a:gd name="connsiteX148" fmla="*/ 2777707 w 7467600"/>
              <a:gd name="connsiteY148" fmla="*/ 5003991 h 6858000"/>
              <a:gd name="connsiteX149" fmla="*/ 2800768 w 7467600"/>
              <a:gd name="connsiteY149" fmla="*/ 5010056 h 6858000"/>
              <a:gd name="connsiteX150" fmla="*/ 2879408 w 7467600"/>
              <a:gd name="connsiteY150" fmla="*/ 5031590 h 6858000"/>
              <a:gd name="connsiteX151" fmla="*/ 2862295 w 7467600"/>
              <a:gd name="connsiteY151" fmla="*/ 5022958 h 6858000"/>
              <a:gd name="connsiteX152" fmla="*/ 2813343 w 7467600"/>
              <a:gd name="connsiteY152" fmla="*/ 4998369 h 6858000"/>
              <a:gd name="connsiteX153" fmla="*/ 2646245 w 7467600"/>
              <a:gd name="connsiteY153" fmla="*/ 4930999 h 6858000"/>
              <a:gd name="connsiteX154" fmla="*/ 1999243 w 7467600"/>
              <a:gd name="connsiteY154" fmla="*/ 4730524 h 6858000"/>
              <a:gd name="connsiteX155" fmla="*/ 1979527 w 7467600"/>
              <a:gd name="connsiteY155" fmla="*/ 4726651 h 6858000"/>
              <a:gd name="connsiteX156" fmla="*/ 1927410 w 7467600"/>
              <a:gd name="connsiteY156" fmla="*/ 4716164 h 6858000"/>
              <a:gd name="connsiteX157" fmla="*/ 1997014 w 7467600"/>
              <a:gd name="connsiteY157" fmla="*/ 4698007 h 6858000"/>
              <a:gd name="connsiteX158" fmla="*/ 2005458 w 7467600"/>
              <a:gd name="connsiteY158" fmla="*/ 4699540 h 6858000"/>
              <a:gd name="connsiteX159" fmla="*/ 2657186 w 7467600"/>
              <a:gd name="connsiteY159" fmla="*/ 4901687 h 6858000"/>
              <a:gd name="connsiteX160" fmla="*/ 2826662 w 7467600"/>
              <a:gd name="connsiteY160" fmla="*/ 4970362 h 6858000"/>
              <a:gd name="connsiteX161" fmla="*/ 2876100 w 7467600"/>
              <a:gd name="connsiteY161" fmla="*/ 4995397 h 6858000"/>
              <a:gd name="connsiteX162" fmla="*/ 3042600 w 7467600"/>
              <a:gd name="connsiteY162" fmla="*/ 5059532 h 6858000"/>
              <a:gd name="connsiteX163" fmla="*/ 1997014 w 7467600"/>
              <a:gd name="connsiteY163" fmla="*/ 4698007 h 6858000"/>
              <a:gd name="connsiteX164" fmla="*/ 2305292 w 7467600"/>
              <a:gd name="connsiteY164" fmla="*/ 4219492 h 6858000"/>
              <a:gd name="connsiteX165" fmla="*/ 3360922 w 7467600"/>
              <a:gd name="connsiteY165" fmla="*/ 4529373 h 6858000"/>
              <a:gd name="connsiteX166" fmla="*/ 3492420 w 7467600"/>
              <a:gd name="connsiteY166" fmla="*/ 4510145 h 6858000"/>
              <a:gd name="connsiteX167" fmla="*/ 3364086 w 7467600"/>
              <a:gd name="connsiteY167" fmla="*/ 4480340 h 6858000"/>
              <a:gd name="connsiteX168" fmla="*/ 3225818 w 7467600"/>
              <a:gd name="connsiteY168" fmla="*/ 4411822 h 6858000"/>
              <a:gd name="connsiteX169" fmla="*/ 3129696 w 7467600"/>
              <a:gd name="connsiteY169" fmla="*/ 4360704 h 6858000"/>
              <a:gd name="connsiteX170" fmla="*/ 2814545 w 7467600"/>
              <a:gd name="connsiteY170" fmla="*/ 4282955 h 6858000"/>
              <a:gd name="connsiteX171" fmla="*/ 2305292 w 7467600"/>
              <a:gd name="connsiteY171" fmla="*/ 4219492 h 6858000"/>
              <a:gd name="connsiteX172" fmla="*/ 2626982 w 7467600"/>
              <a:gd name="connsiteY172" fmla="*/ 4206450 h 6858000"/>
              <a:gd name="connsiteX173" fmla="*/ 2490617 w 7467600"/>
              <a:gd name="connsiteY173" fmla="*/ 4206951 h 6858000"/>
              <a:gd name="connsiteX174" fmla="*/ 2819869 w 7467600"/>
              <a:gd name="connsiteY174" fmla="*/ 4252936 h 6858000"/>
              <a:gd name="connsiteX175" fmla="*/ 3143018 w 7467600"/>
              <a:gd name="connsiteY175" fmla="*/ 4332698 h 6858000"/>
              <a:gd name="connsiteX176" fmla="*/ 3241520 w 7467600"/>
              <a:gd name="connsiteY176" fmla="*/ 4385112 h 6858000"/>
              <a:gd name="connsiteX177" fmla="*/ 3374575 w 7467600"/>
              <a:gd name="connsiteY177" fmla="*/ 4451517 h 6858000"/>
              <a:gd name="connsiteX178" fmla="*/ 3505221 w 7467600"/>
              <a:gd name="connsiteY178" fmla="*/ 4480757 h 6858000"/>
              <a:gd name="connsiteX179" fmla="*/ 2626982 w 7467600"/>
              <a:gd name="connsiteY179" fmla="*/ 4206450 h 6858000"/>
              <a:gd name="connsiteX180" fmla="*/ 1310106 w 7467600"/>
              <a:gd name="connsiteY180" fmla="*/ 3943217 h 6858000"/>
              <a:gd name="connsiteX181" fmla="*/ 854994 w 7467600"/>
              <a:gd name="connsiteY181" fmla="*/ 4399136 h 6858000"/>
              <a:gd name="connsiteX182" fmla="*/ 742462 w 7467600"/>
              <a:gd name="connsiteY182" fmla="*/ 4594648 h 6858000"/>
              <a:gd name="connsiteX183" fmla="*/ 820602 w 7467600"/>
              <a:gd name="connsiteY183" fmla="*/ 4485915 h 6858000"/>
              <a:gd name="connsiteX184" fmla="*/ 878295 w 7467600"/>
              <a:gd name="connsiteY184" fmla="*/ 4403594 h 6858000"/>
              <a:gd name="connsiteX185" fmla="*/ 1240607 w 7467600"/>
              <a:gd name="connsiteY185" fmla="*/ 4010401 h 6858000"/>
              <a:gd name="connsiteX186" fmla="*/ 1310106 w 7467600"/>
              <a:gd name="connsiteY186" fmla="*/ 3943217 h 6858000"/>
              <a:gd name="connsiteX187" fmla="*/ 1423113 w 7467600"/>
              <a:gd name="connsiteY187" fmla="*/ 3874565 h 6858000"/>
              <a:gd name="connsiteX188" fmla="*/ 1260565 w 7467600"/>
              <a:gd name="connsiteY188" fmla="*/ 4031982 h 6858000"/>
              <a:gd name="connsiteX189" fmla="*/ 901900 w 7467600"/>
              <a:gd name="connsiteY189" fmla="*/ 4421236 h 6858000"/>
              <a:gd name="connsiteX190" fmla="*/ 845044 w 7467600"/>
              <a:gd name="connsiteY190" fmla="*/ 4502436 h 6858000"/>
              <a:gd name="connsiteX191" fmla="*/ 685926 w 7467600"/>
              <a:gd name="connsiteY191" fmla="*/ 4703069 h 6858000"/>
              <a:gd name="connsiteX192" fmla="*/ 684248 w 7467600"/>
              <a:gd name="connsiteY192" fmla="*/ 4706721 h 6858000"/>
              <a:gd name="connsiteX193" fmla="*/ 1423113 w 7467600"/>
              <a:gd name="connsiteY193" fmla="*/ 3874565 h 6858000"/>
              <a:gd name="connsiteX194" fmla="*/ 3316479 w 7467600"/>
              <a:gd name="connsiteY194" fmla="*/ 3872136 h 6858000"/>
              <a:gd name="connsiteX195" fmla="*/ 3546806 w 7467600"/>
              <a:gd name="connsiteY195" fmla="*/ 4356139 h 6858000"/>
              <a:gd name="connsiteX196" fmla="*/ 3364433 w 7467600"/>
              <a:gd name="connsiteY196" fmla="*/ 3953121 h 6858000"/>
              <a:gd name="connsiteX197" fmla="*/ 3316479 w 7467600"/>
              <a:gd name="connsiteY197" fmla="*/ 3872136 h 6858000"/>
              <a:gd name="connsiteX198" fmla="*/ 3291335 w 7467600"/>
              <a:gd name="connsiteY198" fmla="*/ 3767420 h 6858000"/>
              <a:gd name="connsiteX199" fmla="*/ 3390805 w 7467600"/>
              <a:gd name="connsiteY199" fmla="*/ 3937163 h 6858000"/>
              <a:gd name="connsiteX200" fmla="*/ 3579062 w 7467600"/>
              <a:gd name="connsiteY200" fmla="*/ 4359040 h 6858000"/>
              <a:gd name="connsiteX201" fmla="*/ 3467355 w 7467600"/>
              <a:gd name="connsiteY201" fmla="*/ 3988130 h 6858000"/>
              <a:gd name="connsiteX202" fmla="*/ 3310753 w 7467600"/>
              <a:gd name="connsiteY202" fmla="*/ 3787140 h 6858000"/>
              <a:gd name="connsiteX203" fmla="*/ 3291335 w 7467600"/>
              <a:gd name="connsiteY203" fmla="*/ 3767420 h 6858000"/>
              <a:gd name="connsiteX204" fmla="*/ 1635889 w 7467600"/>
              <a:gd name="connsiteY204" fmla="*/ 3709494 h 6858000"/>
              <a:gd name="connsiteX205" fmla="*/ 1634800 w 7467600"/>
              <a:gd name="connsiteY205" fmla="*/ 3731111 h 6858000"/>
              <a:gd name="connsiteX206" fmla="*/ 1635889 w 7467600"/>
              <a:gd name="connsiteY206" fmla="*/ 3709494 h 6858000"/>
              <a:gd name="connsiteX207" fmla="*/ 1510397 w 7467600"/>
              <a:gd name="connsiteY207" fmla="*/ 3684705 h 6858000"/>
              <a:gd name="connsiteX208" fmla="*/ 1146550 w 7467600"/>
              <a:gd name="connsiteY208" fmla="*/ 3802012 h 6858000"/>
              <a:gd name="connsiteX209" fmla="*/ 698834 w 7467600"/>
              <a:gd name="connsiteY209" fmla="*/ 3952272 h 6858000"/>
              <a:gd name="connsiteX210" fmla="*/ 34256 w 7467600"/>
              <a:gd name="connsiteY210" fmla="*/ 4347603 h 6858000"/>
              <a:gd name="connsiteX211" fmla="*/ 527241 w 7467600"/>
              <a:gd name="connsiteY211" fmla="*/ 4065078 h 6858000"/>
              <a:gd name="connsiteX212" fmla="*/ 1510397 w 7467600"/>
              <a:gd name="connsiteY212" fmla="*/ 3684705 h 6858000"/>
              <a:gd name="connsiteX213" fmla="*/ 1313114 w 7467600"/>
              <a:gd name="connsiteY213" fmla="*/ 3655216 h 6858000"/>
              <a:gd name="connsiteX214" fmla="*/ 1109304 w 7467600"/>
              <a:gd name="connsiteY214" fmla="*/ 3669030 h 6858000"/>
              <a:gd name="connsiteX215" fmla="*/ 8129 w 7467600"/>
              <a:gd name="connsiteY215" fmla="*/ 4330519 h 6858000"/>
              <a:gd name="connsiteX216" fmla="*/ 687572 w 7467600"/>
              <a:gd name="connsiteY216" fmla="*/ 3925629 h 6858000"/>
              <a:gd name="connsiteX217" fmla="*/ 1138365 w 7467600"/>
              <a:gd name="connsiteY217" fmla="*/ 3774515 h 6858000"/>
              <a:gd name="connsiteX218" fmla="*/ 1505579 w 7467600"/>
              <a:gd name="connsiteY218" fmla="*/ 3655526 h 6858000"/>
              <a:gd name="connsiteX219" fmla="*/ 1313114 w 7467600"/>
              <a:gd name="connsiteY219" fmla="*/ 3655216 h 6858000"/>
              <a:gd name="connsiteX220" fmla="*/ 3655073 w 7467600"/>
              <a:gd name="connsiteY220" fmla="*/ 3650884 h 6858000"/>
              <a:gd name="connsiteX221" fmla="*/ 3989938 w 7467600"/>
              <a:gd name="connsiteY221" fmla="*/ 3991685 h 6858000"/>
              <a:gd name="connsiteX222" fmla="*/ 4393907 w 7467600"/>
              <a:gd name="connsiteY222" fmla="*/ 4261258 h 6858000"/>
              <a:gd name="connsiteX223" fmla="*/ 4648051 w 7467600"/>
              <a:gd name="connsiteY223" fmla="*/ 4374051 h 6858000"/>
              <a:gd name="connsiteX224" fmla="*/ 4383389 w 7467600"/>
              <a:gd name="connsiteY224" fmla="*/ 4184369 h 6858000"/>
              <a:gd name="connsiteX225" fmla="*/ 4165508 w 7467600"/>
              <a:gd name="connsiteY225" fmla="*/ 4035196 h 6858000"/>
              <a:gd name="connsiteX226" fmla="*/ 4068162 w 7467600"/>
              <a:gd name="connsiteY226" fmla="*/ 3953394 h 6858000"/>
              <a:gd name="connsiteX227" fmla="*/ 3981416 w 7467600"/>
              <a:gd name="connsiteY227" fmla="*/ 3880482 h 6858000"/>
              <a:gd name="connsiteX228" fmla="*/ 3800147 w 7467600"/>
              <a:gd name="connsiteY228" fmla="*/ 3749872 h 6858000"/>
              <a:gd name="connsiteX229" fmla="*/ 3655073 w 7467600"/>
              <a:gd name="connsiteY229" fmla="*/ 3650884 h 6858000"/>
              <a:gd name="connsiteX230" fmla="*/ 3670252 w 7467600"/>
              <a:gd name="connsiteY230" fmla="*/ 3622798 h 6858000"/>
              <a:gd name="connsiteX231" fmla="*/ 3817258 w 7467600"/>
              <a:gd name="connsiteY231" fmla="*/ 3723577 h 6858000"/>
              <a:gd name="connsiteX232" fmla="*/ 4000461 w 7467600"/>
              <a:gd name="connsiteY232" fmla="*/ 3855966 h 6858000"/>
              <a:gd name="connsiteX233" fmla="*/ 4088180 w 7467600"/>
              <a:gd name="connsiteY233" fmla="*/ 3929774 h 6858000"/>
              <a:gd name="connsiteX234" fmla="*/ 4184555 w 7467600"/>
              <a:gd name="connsiteY234" fmla="*/ 4010683 h 6858000"/>
              <a:gd name="connsiteX235" fmla="*/ 4399563 w 7467600"/>
              <a:gd name="connsiteY235" fmla="*/ 4158106 h 6858000"/>
              <a:gd name="connsiteX236" fmla="*/ 4684469 w 7467600"/>
              <a:gd name="connsiteY236" fmla="*/ 4364680 h 6858000"/>
              <a:gd name="connsiteX237" fmla="*/ 4690271 w 7467600"/>
              <a:gd name="connsiteY237" fmla="*/ 4370034 h 6858000"/>
              <a:gd name="connsiteX238" fmla="*/ 4136093 w 7467600"/>
              <a:gd name="connsiteY238" fmla="*/ 3858466 h 6858000"/>
              <a:gd name="connsiteX239" fmla="*/ 3670252 w 7467600"/>
              <a:gd name="connsiteY239" fmla="*/ 3622798 h 6858000"/>
              <a:gd name="connsiteX240" fmla="*/ 4440129 w 7467600"/>
              <a:gd name="connsiteY240" fmla="*/ 3448571 h 6858000"/>
              <a:gd name="connsiteX241" fmla="*/ 4856525 w 7467600"/>
              <a:gd name="connsiteY241" fmla="*/ 3915351 h 6858000"/>
              <a:gd name="connsiteX242" fmla="*/ 5059055 w 7467600"/>
              <a:gd name="connsiteY242" fmla="*/ 4108918 h 6858000"/>
              <a:gd name="connsiteX243" fmla="*/ 5290070 w 7467600"/>
              <a:gd name="connsiteY243" fmla="*/ 4263619 h 6858000"/>
              <a:gd name="connsiteX244" fmla="*/ 4834991 w 7467600"/>
              <a:gd name="connsiteY244" fmla="*/ 3830985 h 6858000"/>
              <a:gd name="connsiteX245" fmla="*/ 4440129 w 7467600"/>
              <a:gd name="connsiteY245" fmla="*/ 3448571 h 6858000"/>
              <a:gd name="connsiteX246" fmla="*/ 4441737 w 7467600"/>
              <a:gd name="connsiteY246" fmla="*/ 3399734 h 6858000"/>
              <a:gd name="connsiteX247" fmla="*/ 4431236 w 7467600"/>
              <a:gd name="connsiteY247" fmla="*/ 3400954 h 6858000"/>
              <a:gd name="connsiteX248" fmla="*/ 4557150 w 7467600"/>
              <a:gd name="connsiteY248" fmla="*/ 3510023 h 6858000"/>
              <a:gd name="connsiteX249" fmla="*/ 4856936 w 7467600"/>
              <a:gd name="connsiteY249" fmla="*/ 3809146 h 6858000"/>
              <a:gd name="connsiteX250" fmla="*/ 5111996 w 7467600"/>
              <a:gd name="connsiteY250" fmla="*/ 4065759 h 6858000"/>
              <a:gd name="connsiteX251" fmla="*/ 5388878 w 7467600"/>
              <a:gd name="connsiteY251" fmla="*/ 4300185 h 6858000"/>
              <a:gd name="connsiteX252" fmla="*/ 5425556 w 7467600"/>
              <a:gd name="connsiteY252" fmla="*/ 4308967 h 6858000"/>
              <a:gd name="connsiteX253" fmla="*/ 4943646 w 7467600"/>
              <a:gd name="connsiteY253" fmla="*/ 3822916 h 6858000"/>
              <a:gd name="connsiteX254" fmla="*/ 4594837 w 7467600"/>
              <a:gd name="connsiteY254" fmla="*/ 3532274 h 6858000"/>
              <a:gd name="connsiteX255" fmla="*/ 4441737 w 7467600"/>
              <a:gd name="connsiteY255" fmla="*/ 3399734 h 6858000"/>
              <a:gd name="connsiteX256" fmla="*/ 5425834 w 7467600"/>
              <a:gd name="connsiteY256" fmla="*/ 3162785 h 6858000"/>
              <a:gd name="connsiteX257" fmla="*/ 5401644 w 7467600"/>
              <a:gd name="connsiteY257" fmla="*/ 3617847 h 6858000"/>
              <a:gd name="connsiteX258" fmla="*/ 5467256 w 7467600"/>
              <a:gd name="connsiteY258" fmla="*/ 4175494 h 6858000"/>
              <a:gd name="connsiteX259" fmla="*/ 5448069 w 7467600"/>
              <a:gd name="connsiteY259" fmla="*/ 3567554 h 6858000"/>
              <a:gd name="connsiteX260" fmla="*/ 5425834 w 7467600"/>
              <a:gd name="connsiteY260" fmla="*/ 3162785 h 6858000"/>
              <a:gd name="connsiteX261" fmla="*/ 1318687 w 7467600"/>
              <a:gd name="connsiteY261" fmla="*/ 3113840 h 6858000"/>
              <a:gd name="connsiteX262" fmla="*/ 1066793 w 7467600"/>
              <a:gd name="connsiteY262" fmla="*/ 3212171 h 6858000"/>
              <a:gd name="connsiteX263" fmla="*/ 993319 w 7467600"/>
              <a:gd name="connsiteY263" fmla="*/ 3247648 h 6858000"/>
              <a:gd name="connsiteX264" fmla="*/ 853081 w 7467600"/>
              <a:gd name="connsiteY264" fmla="*/ 3312410 h 6858000"/>
              <a:gd name="connsiteX265" fmla="*/ 805957 w 7467600"/>
              <a:gd name="connsiteY265" fmla="*/ 3330443 h 6858000"/>
              <a:gd name="connsiteX266" fmla="*/ 1318687 w 7467600"/>
              <a:gd name="connsiteY266" fmla="*/ 3113840 h 6858000"/>
              <a:gd name="connsiteX267" fmla="*/ 5453702 w 7467600"/>
              <a:gd name="connsiteY267" fmla="*/ 3090882 h 6858000"/>
              <a:gd name="connsiteX268" fmla="*/ 5480135 w 7467600"/>
              <a:gd name="connsiteY268" fmla="*/ 3565802 h 6858000"/>
              <a:gd name="connsiteX269" fmla="*/ 5499023 w 7467600"/>
              <a:gd name="connsiteY269" fmla="*/ 4166310 h 6858000"/>
              <a:gd name="connsiteX270" fmla="*/ 5547022 w 7467600"/>
              <a:gd name="connsiteY270" fmla="*/ 3607838 h 6858000"/>
              <a:gd name="connsiteX271" fmla="*/ 5515964 w 7467600"/>
              <a:gd name="connsiteY271" fmla="*/ 3378541 h 6858000"/>
              <a:gd name="connsiteX272" fmla="*/ 5453702 w 7467600"/>
              <a:gd name="connsiteY272" fmla="*/ 3090882 h 6858000"/>
              <a:gd name="connsiteX273" fmla="*/ 1238695 w 7467600"/>
              <a:gd name="connsiteY273" fmla="*/ 3076820 h 6858000"/>
              <a:gd name="connsiteX274" fmla="*/ 716371 w 7467600"/>
              <a:gd name="connsiteY274" fmla="*/ 3293249 h 6858000"/>
              <a:gd name="connsiteX275" fmla="*/ 579522 w 7467600"/>
              <a:gd name="connsiteY275" fmla="*/ 3371759 h 6858000"/>
              <a:gd name="connsiteX276" fmla="*/ 600288 w 7467600"/>
              <a:gd name="connsiteY276" fmla="*/ 3365555 h 6858000"/>
              <a:gd name="connsiteX277" fmla="*/ 840692 w 7467600"/>
              <a:gd name="connsiteY277" fmla="*/ 3284921 h 6858000"/>
              <a:gd name="connsiteX278" fmla="*/ 979248 w 7467600"/>
              <a:gd name="connsiteY278" fmla="*/ 3221003 h 6858000"/>
              <a:gd name="connsiteX279" fmla="*/ 1053282 w 7467600"/>
              <a:gd name="connsiteY279" fmla="*/ 3185247 h 6858000"/>
              <a:gd name="connsiteX280" fmla="*/ 1320603 w 7467600"/>
              <a:gd name="connsiteY280" fmla="*/ 3081281 h 6858000"/>
              <a:gd name="connsiteX281" fmla="*/ 1238695 w 7467600"/>
              <a:gd name="connsiteY281" fmla="*/ 3076820 h 6858000"/>
              <a:gd name="connsiteX282" fmla="*/ 5425627 w 7467600"/>
              <a:gd name="connsiteY282" fmla="*/ 2954192 h 6858000"/>
              <a:gd name="connsiteX283" fmla="*/ 5470770 w 7467600"/>
              <a:gd name="connsiteY283" fmla="*/ 3005435 h 6858000"/>
              <a:gd name="connsiteX284" fmla="*/ 5519779 w 7467600"/>
              <a:gd name="connsiteY284" fmla="*/ 4359223 h 6858000"/>
              <a:gd name="connsiteX285" fmla="*/ 5520293 w 7467600"/>
              <a:gd name="connsiteY285" fmla="*/ 4360602 h 6858000"/>
              <a:gd name="connsiteX286" fmla="*/ 5767221 w 7467600"/>
              <a:gd name="connsiteY286" fmla="*/ 4665564 h 6858000"/>
              <a:gd name="connsiteX287" fmla="*/ 6937169 w 7467600"/>
              <a:gd name="connsiteY287" fmla="*/ 4815941 h 6858000"/>
              <a:gd name="connsiteX288" fmla="*/ 6953922 w 7467600"/>
              <a:gd name="connsiteY288" fmla="*/ 4890068 h 6858000"/>
              <a:gd name="connsiteX289" fmla="*/ 6071359 w 7467600"/>
              <a:gd name="connsiteY289" fmla="*/ 4770770 h 6858000"/>
              <a:gd name="connsiteX290" fmla="*/ 6038839 w 7467600"/>
              <a:gd name="connsiteY290" fmla="*/ 4764474 h 6858000"/>
              <a:gd name="connsiteX291" fmla="*/ 6038706 w 7467600"/>
              <a:gd name="connsiteY291" fmla="*/ 4763847 h 6858000"/>
              <a:gd name="connsiteX292" fmla="*/ 6037784 w 7467600"/>
              <a:gd name="connsiteY292" fmla="*/ 4764270 h 6858000"/>
              <a:gd name="connsiteX293" fmla="*/ 6038839 w 7467600"/>
              <a:gd name="connsiteY293" fmla="*/ 4764474 h 6858000"/>
              <a:gd name="connsiteX294" fmla="*/ 6040338 w 7467600"/>
              <a:gd name="connsiteY294" fmla="*/ 4771418 h 6858000"/>
              <a:gd name="connsiteX295" fmla="*/ 6024488 w 7467600"/>
              <a:gd name="connsiteY295" fmla="*/ 4809903 h 6858000"/>
              <a:gd name="connsiteX296" fmla="*/ 5599771 w 7467600"/>
              <a:gd name="connsiteY296" fmla="*/ 5509652 h 6858000"/>
              <a:gd name="connsiteX297" fmla="*/ 5548843 w 7467600"/>
              <a:gd name="connsiteY297" fmla="*/ 5563845 h 6858000"/>
              <a:gd name="connsiteX298" fmla="*/ 5940952 w 7467600"/>
              <a:gd name="connsiteY298" fmla="*/ 6250028 h 6858000"/>
              <a:gd name="connsiteX299" fmla="*/ 6043441 w 7467600"/>
              <a:gd name="connsiteY299" fmla="*/ 6665847 h 6858000"/>
              <a:gd name="connsiteX300" fmla="*/ 6093432 w 7467600"/>
              <a:gd name="connsiteY300" fmla="*/ 6858000 h 6858000"/>
              <a:gd name="connsiteX301" fmla="*/ 6034344 w 7467600"/>
              <a:gd name="connsiteY301" fmla="*/ 6858000 h 6858000"/>
              <a:gd name="connsiteX302" fmla="*/ 6026679 w 7467600"/>
              <a:gd name="connsiteY302" fmla="*/ 6836959 h 6858000"/>
              <a:gd name="connsiteX303" fmla="*/ 5800441 w 7467600"/>
              <a:gd name="connsiteY303" fmla="*/ 6335286 h 6858000"/>
              <a:gd name="connsiteX304" fmla="*/ 5526562 w 7467600"/>
              <a:gd name="connsiteY304" fmla="*/ 5705388 h 6858000"/>
              <a:gd name="connsiteX305" fmla="*/ 5519640 w 7467600"/>
              <a:gd name="connsiteY305" fmla="*/ 5683774 h 6858000"/>
              <a:gd name="connsiteX306" fmla="*/ 5844559 w 7467600"/>
              <a:gd name="connsiteY306" fmla="*/ 6553349 h 6858000"/>
              <a:gd name="connsiteX307" fmla="*/ 5975994 w 7467600"/>
              <a:gd name="connsiteY307" fmla="*/ 6858000 h 6858000"/>
              <a:gd name="connsiteX308" fmla="*/ 5898547 w 7467600"/>
              <a:gd name="connsiteY308" fmla="*/ 6858000 h 6858000"/>
              <a:gd name="connsiteX309" fmla="*/ 5682041 w 7467600"/>
              <a:gd name="connsiteY309" fmla="*/ 6355860 h 6858000"/>
              <a:gd name="connsiteX310" fmla="*/ 5461758 w 7467600"/>
              <a:gd name="connsiteY310" fmla="*/ 5820220 h 6858000"/>
              <a:gd name="connsiteX311" fmla="*/ 5237282 w 7467600"/>
              <a:gd name="connsiteY311" fmla="*/ 6579086 h 6858000"/>
              <a:gd name="connsiteX312" fmla="*/ 5115009 w 7467600"/>
              <a:gd name="connsiteY312" fmla="*/ 6858000 h 6858000"/>
              <a:gd name="connsiteX313" fmla="*/ 5028074 w 7467600"/>
              <a:gd name="connsiteY313" fmla="*/ 6858000 h 6858000"/>
              <a:gd name="connsiteX314" fmla="*/ 5079508 w 7467600"/>
              <a:gd name="connsiteY314" fmla="*/ 6749074 h 6858000"/>
              <a:gd name="connsiteX315" fmla="*/ 5371846 w 7467600"/>
              <a:gd name="connsiteY315" fmla="*/ 5924413 h 6858000"/>
              <a:gd name="connsiteX316" fmla="*/ 5270512 w 7467600"/>
              <a:gd name="connsiteY316" fmla="*/ 6138975 h 6858000"/>
              <a:gd name="connsiteX317" fmla="*/ 5062409 w 7467600"/>
              <a:gd name="connsiteY317" fmla="*/ 6653544 h 6858000"/>
              <a:gd name="connsiteX318" fmla="*/ 5036628 w 7467600"/>
              <a:gd name="connsiteY318" fmla="*/ 6754247 h 6858000"/>
              <a:gd name="connsiteX319" fmla="*/ 5009112 w 7467600"/>
              <a:gd name="connsiteY319" fmla="*/ 6858000 h 6858000"/>
              <a:gd name="connsiteX320" fmla="*/ 4976679 w 7467600"/>
              <a:gd name="connsiteY320" fmla="*/ 6858000 h 6858000"/>
              <a:gd name="connsiteX321" fmla="*/ 5006537 w 7467600"/>
              <a:gd name="connsiteY321" fmla="*/ 6747068 h 6858000"/>
              <a:gd name="connsiteX322" fmla="*/ 5032723 w 7467600"/>
              <a:gd name="connsiteY322" fmla="*/ 6644957 h 6858000"/>
              <a:gd name="connsiteX323" fmla="*/ 5242949 w 7467600"/>
              <a:gd name="connsiteY323" fmla="*/ 6125175 h 6858000"/>
              <a:gd name="connsiteX324" fmla="*/ 5286321 w 7467600"/>
              <a:gd name="connsiteY324" fmla="*/ 6033555 h 6858000"/>
              <a:gd name="connsiteX325" fmla="*/ 5008210 w 7467600"/>
              <a:gd name="connsiteY325" fmla="*/ 6649194 h 6858000"/>
              <a:gd name="connsiteX326" fmla="*/ 4986321 w 7467600"/>
              <a:gd name="connsiteY326" fmla="*/ 6765687 h 6858000"/>
              <a:gd name="connsiteX327" fmla="*/ 4973474 w 7467600"/>
              <a:gd name="connsiteY327" fmla="*/ 6858000 h 6858000"/>
              <a:gd name="connsiteX328" fmla="*/ 4907178 w 7467600"/>
              <a:gd name="connsiteY328" fmla="*/ 6858000 h 6858000"/>
              <a:gd name="connsiteX329" fmla="*/ 4910810 w 7467600"/>
              <a:gd name="connsiteY329" fmla="*/ 6829660 h 6858000"/>
              <a:gd name="connsiteX330" fmla="*/ 4987461 w 7467600"/>
              <a:gd name="connsiteY330" fmla="*/ 6432994 h 6858000"/>
              <a:gd name="connsiteX331" fmla="*/ 5179262 w 7467600"/>
              <a:gd name="connsiteY331" fmla="*/ 6035044 h 6858000"/>
              <a:gd name="connsiteX332" fmla="*/ 4689678 w 7467600"/>
              <a:gd name="connsiteY332" fmla="*/ 6440241 h 6858000"/>
              <a:gd name="connsiteX333" fmla="*/ 4477543 w 7467600"/>
              <a:gd name="connsiteY333" fmla="*/ 6674836 h 6858000"/>
              <a:gd name="connsiteX334" fmla="*/ 4329957 w 7467600"/>
              <a:gd name="connsiteY334" fmla="*/ 6858000 h 6858000"/>
              <a:gd name="connsiteX335" fmla="*/ 4218595 w 7467600"/>
              <a:gd name="connsiteY335" fmla="*/ 6858000 h 6858000"/>
              <a:gd name="connsiteX336" fmla="*/ 4368888 w 7467600"/>
              <a:gd name="connsiteY336" fmla="*/ 6668412 h 6858000"/>
              <a:gd name="connsiteX337" fmla="*/ 4563091 w 7467600"/>
              <a:gd name="connsiteY337" fmla="*/ 6442508 h 6858000"/>
              <a:gd name="connsiteX338" fmla="*/ 5387324 w 7467600"/>
              <a:gd name="connsiteY338" fmla="*/ 5705830 h 6858000"/>
              <a:gd name="connsiteX339" fmla="*/ 5073620 w 7467600"/>
              <a:gd name="connsiteY339" fmla="*/ 5955437 h 6858000"/>
              <a:gd name="connsiteX340" fmla="*/ 4689789 w 7467600"/>
              <a:gd name="connsiteY340" fmla="*/ 6268382 h 6858000"/>
              <a:gd name="connsiteX341" fmla="*/ 4418722 w 7467600"/>
              <a:gd name="connsiteY341" fmla="*/ 6570886 h 6858000"/>
              <a:gd name="connsiteX342" fmla="*/ 4214944 w 7467600"/>
              <a:gd name="connsiteY342" fmla="*/ 6858000 h 6858000"/>
              <a:gd name="connsiteX343" fmla="*/ 4177898 w 7467600"/>
              <a:gd name="connsiteY343" fmla="*/ 6858000 h 6858000"/>
              <a:gd name="connsiteX344" fmla="*/ 4391597 w 7467600"/>
              <a:gd name="connsiteY344" fmla="*/ 6556370 h 6858000"/>
              <a:gd name="connsiteX345" fmla="*/ 4668889 w 7467600"/>
              <a:gd name="connsiteY345" fmla="*/ 6246399 h 6858000"/>
              <a:gd name="connsiteX346" fmla="*/ 5055427 w 7467600"/>
              <a:gd name="connsiteY346" fmla="*/ 5931476 h 6858000"/>
              <a:gd name="connsiteX347" fmla="*/ 5371814 w 7467600"/>
              <a:gd name="connsiteY347" fmla="*/ 5678975 h 6858000"/>
              <a:gd name="connsiteX348" fmla="*/ 4987918 w 7467600"/>
              <a:gd name="connsiteY348" fmla="*/ 5838701 h 6858000"/>
              <a:gd name="connsiteX349" fmla="*/ 4317146 w 7467600"/>
              <a:gd name="connsiteY349" fmla="*/ 6587716 h 6858000"/>
              <a:gd name="connsiteX350" fmla="*/ 4171627 w 7467600"/>
              <a:gd name="connsiteY350" fmla="*/ 6858000 h 6858000"/>
              <a:gd name="connsiteX351" fmla="*/ 4081585 w 7467600"/>
              <a:gd name="connsiteY351" fmla="*/ 6858000 h 6858000"/>
              <a:gd name="connsiteX352" fmla="*/ 4238603 w 7467600"/>
              <a:gd name="connsiteY352" fmla="*/ 6559341 h 6858000"/>
              <a:gd name="connsiteX353" fmla="*/ 4778333 w 7467600"/>
              <a:gd name="connsiteY353" fmla="*/ 5873626 h 6858000"/>
              <a:gd name="connsiteX354" fmla="*/ 5414185 w 7467600"/>
              <a:gd name="connsiteY354" fmla="*/ 5573882 h 6858000"/>
              <a:gd name="connsiteX355" fmla="*/ 5959648 w 7467600"/>
              <a:gd name="connsiteY355" fmla="*/ 4760797 h 6858000"/>
              <a:gd name="connsiteX356" fmla="*/ 5355019 w 7467600"/>
              <a:gd name="connsiteY356" fmla="*/ 4734672 h 6858000"/>
              <a:gd name="connsiteX357" fmla="*/ 5083565 w 7467600"/>
              <a:gd name="connsiteY357" fmla="*/ 5179121 h 6858000"/>
              <a:gd name="connsiteX358" fmla="*/ 4713577 w 7467600"/>
              <a:gd name="connsiteY358" fmla="*/ 5616803 h 6858000"/>
              <a:gd name="connsiteX359" fmla="*/ 3989559 w 7467600"/>
              <a:gd name="connsiteY359" fmla="*/ 6145945 h 6858000"/>
              <a:gd name="connsiteX360" fmla="*/ 3939824 w 7467600"/>
              <a:gd name="connsiteY360" fmla="*/ 6066900 h 6858000"/>
              <a:gd name="connsiteX361" fmla="*/ 4584537 w 7467600"/>
              <a:gd name="connsiteY361" fmla="*/ 5324826 h 6858000"/>
              <a:gd name="connsiteX362" fmla="*/ 5037105 w 7467600"/>
              <a:gd name="connsiteY362" fmla="*/ 5088765 h 6858000"/>
              <a:gd name="connsiteX363" fmla="*/ 5039930 w 7467600"/>
              <a:gd name="connsiteY363" fmla="*/ 5089585 h 6858000"/>
              <a:gd name="connsiteX364" fmla="*/ 5263764 w 7467600"/>
              <a:gd name="connsiteY364" fmla="*/ 4735525 h 6858000"/>
              <a:gd name="connsiteX365" fmla="*/ 4086300 w 7467600"/>
              <a:gd name="connsiteY365" fmla="*/ 4884599 h 6858000"/>
              <a:gd name="connsiteX366" fmla="*/ 4085485 w 7467600"/>
              <a:gd name="connsiteY366" fmla="*/ 4899070 h 6858000"/>
              <a:gd name="connsiteX367" fmla="*/ 3871915 w 7467600"/>
              <a:gd name="connsiteY367" fmla="*/ 5253645 h 6858000"/>
              <a:gd name="connsiteX368" fmla="*/ 3799374 w 7467600"/>
              <a:gd name="connsiteY368" fmla="*/ 5466127 h 6858000"/>
              <a:gd name="connsiteX369" fmla="*/ 3498850 w 7467600"/>
              <a:gd name="connsiteY369" fmla="*/ 6661888 h 6858000"/>
              <a:gd name="connsiteX370" fmla="*/ 3399216 w 7467600"/>
              <a:gd name="connsiteY370" fmla="*/ 6858000 h 6858000"/>
              <a:gd name="connsiteX371" fmla="*/ 3303688 w 7467600"/>
              <a:gd name="connsiteY371" fmla="*/ 6858000 h 6858000"/>
              <a:gd name="connsiteX372" fmla="*/ 3391774 w 7467600"/>
              <a:gd name="connsiteY372" fmla="*/ 6697181 h 6858000"/>
              <a:gd name="connsiteX373" fmla="*/ 3735540 w 7467600"/>
              <a:gd name="connsiteY373" fmla="*/ 5546923 h 6858000"/>
              <a:gd name="connsiteX374" fmla="*/ 3729438 w 7467600"/>
              <a:gd name="connsiteY374" fmla="*/ 5569058 h 6858000"/>
              <a:gd name="connsiteX375" fmla="*/ 3707782 w 7467600"/>
              <a:gd name="connsiteY375" fmla="*/ 5644908 h 6858000"/>
              <a:gd name="connsiteX376" fmla="*/ 3583827 w 7467600"/>
              <a:gd name="connsiteY376" fmla="*/ 6039215 h 6858000"/>
              <a:gd name="connsiteX377" fmla="*/ 3547861 w 7467600"/>
              <a:gd name="connsiteY377" fmla="*/ 6129609 h 6858000"/>
              <a:gd name="connsiteX378" fmla="*/ 3490905 w 7467600"/>
              <a:gd name="connsiteY378" fmla="*/ 6277660 h 6858000"/>
              <a:gd name="connsiteX379" fmla="*/ 3455859 w 7467600"/>
              <a:gd name="connsiteY379" fmla="*/ 6391301 h 6858000"/>
              <a:gd name="connsiteX380" fmla="*/ 3429112 w 7467600"/>
              <a:gd name="connsiteY380" fmla="*/ 6479469 h 6858000"/>
              <a:gd name="connsiteX381" fmla="*/ 3304862 w 7467600"/>
              <a:gd name="connsiteY381" fmla="*/ 6796476 h 6858000"/>
              <a:gd name="connsiteX382" fmla="*/ 3276071 w 7467600"/>
              <a:gd name="connsiteY382" fmla="*/ 6858000 h 6858000"/>
              <a:gd name="connsiteX383" fmla="*/ 3240805 w 7467600"/>
              <a:gd name="connsiteY383" fmla="*/ 6858000 h 6858000"/>
              <a:gd name="connsiteX384" fmla="*/ 3275917 w 7467600"/>
              <a:gd name="connsiteY384" fmla="*/ 6783192 h 6858000"/>
              <a:gd name="connsiteX385" fmla="*/ 3399358 w 7467600"/>
              <a:gd name="connsiteY385" fmla="*/ 6469011 h 6858000"/>
              <a:gd name="connsiteX386" fmla="*/ 3425650 w 7467600"/>
              <a:gd name="connsiteY386" fmla="*/ 6381333 h 6858000"/>
              <a:gd name="connsiteX387" fmla="*/ 3460661 w 7467600"/>
              <a:gd name="connsiteY387" fmla="*/ 6266763 h 6858000"/>
              <a:gd name="connsiteX388" fmla="*/ 3518021 w 7467600"/>
              <a:gd name="connsiteY388" fmla="*/ 6117298 h 6858000"/>
              <a:gd name="connsiteX389" fmla="*/ 3554035 w 7467600"/>
              <a:gd name="connsiteY389" fmla="*/ 6027832 h 6858000"/>
              <a:gd name="connsiteX390" fmla="*/ 3677174 w 7467600"/>
              <a:gd name="connsiteY390" fmla="*/ 5636351 h 6858000"/>
              <a:gd name="connsiteX391" fmla="*/ 3698819 w 7467600"/>
              <a:gd name="connsiteY391" fmla="*/ 5560503 h 6858000"/>
              <a:gd name="connsiteX392" fmla="*/ 3702094 w 7467600"/>
              <a:gd name="connsiteY392" fmla="*/ 5549194 h 6858000"/>
              <a:gd name="connsiteX393" fmla="*/ 3398355 w 7467600"/>
              <a:gd name="connsiteY393" fmla="*/ 6094603 h 6858000"/>
              <a:gd name="connsiteX394" fmla="*/ 3193941 w 7467600"/>
              <a:gd name="connsiteY394" fmla="*/ 6798775 h 6858000"/>
              <a:gd name="connsiteX395" fmla="*/ 3184140 w 7467600"/>
              <a:gd name="connsiteY395" fmla="*/ 6858000 h 6858000"/>
              <a:gd name="connsiteX396" fmla="*/ 3099978 w 7467600"/>
              <a:gd name="connsiteY396" fmla="*/ 6858000 h 6858000"/>
              <a:gd name="connsiteX397" fmla="*/ 3101556 w 7467600"/>
              <a:gd name="connsiteY397" fmla="*/ 6843337 h 6858000"/>
              <a:gd name="connsiteX398" fmla="*/ 3370162 w 7467600"/>
              <a:gd name="connsiteY398" fmla="*/ 5785550 h 6858000"/>
              <a:gd name="connsiteX399" fmla="*/ 3746477 w 7467600"/>
              <a:gd name="connsiteY399" fmla="*/ 5377889 h 6858000"/>
              <a:gd name="connsiteX400" fmla="*/ 3863399 w 7467600"/>
              <a:gd name="connsiteY400" fmla="*/ 5087257 h 6858000"/>
              <a:gd name="connsiteX401" fmla="*/ 3968712 w 7467600"/>
              <a:gd name="connsiteY401" fmla="*/ 4913989 h 6858000"/>
              <a:gd name="connsiteX402" fmla="*/ 2792390 w 7467600"/>
              <a:gd name="connsiteY402" fmla="*/ 5382974 h 6858000"/>
              <a:gd name="connsiteX403" fmla="*/ 2714982 w 7467600"/>
              <a:gd name="connsiteY403" fmla="*/ 5427051 h 6858000"/>
              <a:gd name="connsiteX404" fmla="*/ 2813361 w 7467600"/>
              <a:gd name="connsiteY404" fmla="*/ 6023912 h 6858000"/>
              <a:gd name="connsiteX405" fmla="*/ 2688430 w 7467600"/>
              <a:gd name="connsiteY405" fmla="*/ 6801564 h 6858000"/>
              <a:gd name="connsiteX406" fmla="*/ 2629626 w 7467600"/>
              <a:gd name="connsiteY406" fmla="*/ 6763394 h 6858000"/>
              <a:gd name="connsiteX407" fmla="*/ 2565328 w 7467600"/>
              <a:gd name="connsiteY407" fmla="*/ 5516399 h 6858000"/>
              <a:gd name="connsiteX408" fmla="*/ 1922999 w 7467600"/>
              <a:gd name="connsiteY408" fmla="*/ 5980343 h 6858000"/>
              <a:gd name="connsiteX409" fmla="*/ 1950261 w 7467600"/>
              <a:gd name="connsiteY409" fmla="*/ 6405858 h 6858000"/>
              <a:gd name="connsiteX410" fmla="*/ 2365554 w 7467600"/>
              <a:gd name="connsiteY410" fmla="*/ 6759107 h 6858000"/>
              <a:gd name="connsiteX411" fmla="*/ 2424142 w 7467600"/>
              <a:gd name="connsiteY411" fmla="*/ 6858000 h 6858000"/>
              <a:gd name="connsiteX412" fmla="*/ 2395994 w 7467600"/>
              <a:gd name="connsiteY412" fmla="*/ 6858000 h 6858000"/>
              <a:gd name="connsiteX413" fmla="*/ 2392863 w 7467600"/>
              <a:gd name="connsiteY413" fmla="*/ 6852964 h 6858000"/>
              <a:gd name="connsiteX414" fmla="*/ 2017589 w 7467600"/>
              <a:gd name="connsiteY414" fmla="*/ 6493982 h 6858000"/>
              <a:gd name="connsiteX415" fmla="*/ 2147336 w 7467600"/>
              <a:gd name="connsiteY415" fmla="*/ 6594052 h 6858000"/>
              <a:gd name="connsiteX416" fmla="*/ 2207047 w 7467600"/>
              <a:gd name="connsiteY416" fmla="*/ 6654540 h 6858000"/>
              <a:gd name="connsiteX417" fmla="*/ 2299106 w 7467600"/>
              <a:gd name="connsiteY417" fmla="*/ 6778931 h 6858000"/>
              <a:gd name="connsiteX418" fmla="*/ 2314430 w 7467600"/>
              <a:gd name="connsiteY418" fmla="*/ 6801144 h 6858000"/>
              <a:gd name="connsiteX419" fmla="*/ 2352406 w 7467600"/>
              <a:gd name="connsiteY419" fmla="*/ 6858000 h 6858000"/>
              <a:gd name="connsiteX420" fmla="*/ 2314492 w 7467600"/>
              <a:gd name="connsiteY420" fmla="*/ 6858000 h 6858000"/>
              <a:gd name="connsiteX421" fmla="*/ 2288095 w 7467600"/>
              <a:gd name="connsiteY421" fmla="*/ 6818030 h 6858000"/>
              <a:gd name="connsiteX422" fmla="*/ 2272768 w 7467600"/>
              <a:gd name="connsiteY422" fmla="*/ 6795822 h 6858000"/>
              <a:gd name="connsiteX423" fmla="*/ 2182715 w 7467600"/>
              <a:gd name="connsiteY423" fmla="*/ 6675071 h 6858000"/>
              <a:gd name="connsiteX424" fmla="*/ 2032061 w 7467600"/>
              <a:gd name="connsiteY424" fmla="*/ 6541380 h 6858000"/>
              <a:gd name="connsiteX425" fmla="*/ 2257220 w 7467600"/>
              <a:gd name="connsiteY425" fmla="*/ 6826257 h 6858000"/>
              <a:gd name="connsiteX426" fmla="*/ 2281324 w 7467600"/>
              <a:gd name="connsiteY426" fmla="*/ 6858000 h 6858000"/>
              <a:gd name="connsiteX427" fmla="*/ 2242860 w 7467600"/>
              <a:gd name="connsiteY427" fmla="*/ 6858000 h 6858000"/>
              <a:gd name="connsiteX428" fmla="*/ 2232818 w 7467600"/>
              <a:gd name="connsiteY428" fmla="*/ 6844926 h 6858000"/>
              <a:gd name="connsiteX429" fmla="*/ 1990172 w 7467600"/>
              <a:gd name="connsiteY429" fmla="*/ 6542121 h 6858000"/>
              <a:gd name="connsiteX430" fmla="*/ 2124090 w 7467600"/>
              <a:gd name="connsiteY430" fmla="*/ 6761017 h 6858000"/>
              <a:gd name="connsiteX431" fmla="*/ 2200380 w 7467600"/>
              <a:gd name="connsiteY431" fmla="*/ 6858000 h 6858000"/>
              <a:gd name="connsiteX432" fmla="*/ 2147507 w 7467600"/>
              <a:gd name="connsiteY432" fmla="*/ 6858000 h 6858000"/>
              <a:gd name="connsiteX433" fmla="*/ 2070668 w 7467600"/>
              <a:gd name="connsiteY433" fmla="*/ 6761520 h 6858000"/>
              <a:gd name="connsiteX434" fmla="*/ 1975142 w 7467600"/>
              <a:gd name="connsiteY434" fmla="*/ 6585570 h 6858000"/>
              <a:gd name="connsiteX435" fmla="*/ 2050035 w 7467600"/>
              <a:gd name="connsiteY435" fmla="*/ 6813345 h 6858000"/>
              <a:gd name="connsiteX436" fmla="*/ 2063025 w 7467600"/>
              <a:gd name="connsiteY436" fmla="*/ 6858000 h 6858000"/>
              <a:gd name="connsiteX437" fmla="*/ 2021675 w 7467600"/>
              <a:gd name="connsiteY437" fmla="*/ 6858000 h 6858000"/>
              <a:gd name="connsiteX438" fmla="*/ 2019308 w 7467600"/>
              <a:gd name="connsiteY438" fmla="*/ 6847118 h 6858000"/>
              <a:gd name="connsiteX439" fmla="*/ 1938835 w 7467600"/>
              <a:gd name="connsiteY439" fmla="*/ 6551160 h 6858000"/>
              <a:gd name="connsiteX440" fmla="*/ 1953230 w 7467600"/>
              <a:gd name="connsiteY440" fmla="*/ 6759699 h 6858000"/>
              <a:gd name="connsiteX441" fmla="*/ 1956763 w 7467600"/>
              <a:gd name="connsiteY441" fmla="*/ 6778191 h 6858000"/>
              <a:gd name="connsiteX442" fmla="*/ 1967925 w 7467600"/>
              <a:gd name="connsiteY442" fmla="*/ 6858000 h 6858000"/>
              <a:gd name="connsiteX443" fmla="*/ 1936622 w 7467600"/>
              <a:gd name="connsiteY443" fmla="*/ 6858000 h 6858000"/>
              <a:gd name="connsiteX444" fmla="*/ 1926261 w 7467600"/>
              <a:gd name="connsiteY444" fmla="*/ 6784064 h 6858000"/>
              <a:gd name="connsiteX445" fmla="*/ 1922724 w 7467600"/>
              <a:gd name="connsiteY445" fmla="*/ 6765577 h 6858000"/>
              <a:gd name="connsiteX446" fmla="*/ 1904650 w 7467600"/>
              <a:gd name="connsiteY446" fmla="*/ 6639616 h 6858000"/>
              <a:gd name="connsiteX447" fmla="*/ 1885273 w 7467600"/>
              <a:gd name="connsiteY447" fmla="*/ 6858000 h 6858000"/>
              <a:gd name="connsiteX448" fmla="*/ 1854363 w 7467600"/>
              <a:gd name="connsiteY448" fmla="*/ 6858000 h 6858000"/>
              <a:gd name="connsiteX449" fmla="*/ 1880391 w 7467600"/>
              <a:gd name="connsiteY449" fmla="*/ 6603796 h 6858000"/>
              <a:gd name="connsiteX450" fmla="*/ 1818273 w 7467600"/>
              <a:gd name="connsiteY450" fmla="*/ 6715729 h 6858000"/>
              <a:gd name="connsiteX451" fmla="*/ 1794691 w 7467600"/>
              <a:gd name="connsiteY451" fmla="*/ 6843239 h 6858000"/>
              <a:gd name="connsiteX452" fmla="*/ 1794914 w 7467600"/>
              <a:gd name="connsiteY452" fmla="*/ 6858000 h 6858000"/>
              <a:gd name="connsiteX453" fmla="*/ 1746128 w 7467600"/>
              <a:gd name="connsiteY453" fmla="*/ 6858000 h 6858000"/>
              <a:gd name="connsiteX454" fmla="*/ 1753934 w 7467600"/>
              <a:gd name="connsiteY454" fmla="*/ 6724796 h 6858000"/>
              <a:gd name="connsiteX455" fmla="*/ 1792053 w 7467600"/>
              <a:gd name="connsiteY455" fmla="*/ 6572396 h 6858000"/>
              <a:gd name="connsiteX456" fmla="*/ 1862248 w 7467600"/>
              <a:gd name="connsiteY456" fmla="*/ 6266397 h 6858000"/>
              <a:gd name="connsiteX457" fmla="*/ 1862250 w 7467600"/>
              <a:gd name="connsiteY457" fmla="*/ 6033531 h 6858000"/>
              <a:gd name="connsiteX458" fmla="*/ 1211999 w 7467600"/>
              <a:gd name="connsiteY458" fmla="*/ 6683610 h 6858000"/>
              <a:gd name="connsiteX459" fmla="*/ 1213266 w 7467600"/>
              <a:gd name="connsiteY459" fmla="*/ 6691947 h 6858000"/>
              <a:gd name="connsiteX460" fmla="*/ 1203370 w 7467600"/>
              <a:gd name="connsiteY460" fmla="*/ 6850676 h 6858000"/>
              <a:gd name="connsiteX461" fmla="*/ 1203671 w 7467600"/>
              <a:gd name="connsiteY461" fmla="*/ 6858000 h 6858000"/>
              <a:gd name="connsiteX462" fmla="*/ 1143180 w 7467600"/>
              <a:gd name="connsiteY462" fmla="*/ 6858000 h 6858000"/>
              <a:gd name="connsiteX463" fmla="*/ 1142176 w 7467600"/>
              <a:gd name="connsiteY463" fmla="*/ 6766045 h 6858000"/>
              <a:gd name="connsiteX464" fmla="*/ 1067484 w 7467600"/>
              <a:gd name="connsiteY464" fmla="*/ 6858000 h 6858000"/>
              <a:gd name="connsiteX465" fmla="*/ 953928 w 7467600"/>
              <a:gd name="connsiteY465" fmla="*/ 6858000 h 6858000"/>
              <a:gd name="connsiteX466" fmla="*/ 959715 w 7467600"/>
              <a:gd name="connsiteY466" fmla="*/ 6850185 h 6858000"/>
              <a:gd name="connsiteX467" fmla="*/ 1483788 w 7467600"/>
              <a:gd name="connsiteY467" fmla="*/ 6259174 h 6858000"/>
              <a:gd name="connsiteX468" fmla="*/ 1100671 w 7467600"/>
              <a:gd name="connsiteY468" fmla="*/ 6252137 h 6858000"/>
              <a:gd name="connsiteX469" fmla="*/ 1090144 w 7467600"/>
              <a:gd name="connsiteY469" fmla="*/ 6256748 h 6858000"/>
              <a:gd name="connsiteX470" fmla="*/ 1095872 w 7467600"/>
              <a:gd name="connsiteY470" fmla="*/ 6271892 h 6858000"/>
              <a:gd name="connsiteX471" fmla="*/ 262785 w 7467600"/>
              <a:gd name="connsiteY471" fmla="*/ 6845450 h 6858000"/>
              <a:gd name="connsiteX472" fmla="*/ 209968 w 7467600"/>
              <a:gd name="connsiteY472" fmla="*/ 6770713 h 6858000"/>
              <a:gd name="connsiteX473" fmla="*/ 873460 w 7467600"/>
              <a:gd name="connsiteY473" fmla="*/ 6253768 h 6858000"/>
              <a:gd name="connsiteX474" fmla="*/ 192686 w 7467600"/>
              <a:gd name="connsiteY474" fmla="*/ 5849257 h 6858000"/>
              <a:gd name="connsiteX475" fmla="*/ 4696 w 7467600"/>
              <a:gd name="connsiteY475" fmla="*/ 5697668 h 6858000"/>
              <a:gd name="connsiteX476" fmla="*/ 0 w 7467600"/>
              <a:gd name="connsiteY476" fmla="*/ 5689984 h 6858000"/>
              <a:gd name="connsiteX477" fmla="*/ 0 w 7467600"/>
              <a:gd name="connsiteY477" fmla="*/ 5513472 h 6858000"/>
              <a:gd name="connsiteX478" fmla="*/ 174101 w 7467600"/>
              <a:gd name="connsiteY478" fmla="*/ 5620277 h 6858000"/>
              <a:gd name="connsiteX479" fmla="*/ 891800 w 7467600"/>
              <a:gd name="connsiteY479" fmla="*/ 6036935 h 6858000"/>
              <a:gd name="connsiteX480" fmla="*/ 1072219 w 7467600"/>
              <a:gd name="connsiteY480" fmla="*/ 6169443 h 6858000"/>
              <a:gd name="connsiteX481" fmla="*/ 1074117 w 7467600"/>
              <a:gd name="connsiteY481" fmla="*/ 6170301 h 6858000"/>
              <a:gd name="connsiteX482" fmla="*/ 1083114 w 7467600"/>
              <a:gd name="connsiteY482" fmla="*/ 6174131 h 6858000"/>
              <a:gd name="connsiteX483" fmla="*/ 1543010 w 7467600"/>
              <a:gd name="connsiteY483" fmla="*/ 6191140 h 6858000"/>
              <a:gd name="connsiteX484" fmla="*/ 1551080 w 7467600"/>
              <a:gd name="connsiteY484" fmla="*/ 6195006 h 6858000"/>
              <a:gd name="connsiteX485" fmla="*/ 2345443 w 7467600"/>
              <a:gd name="connsiteY485" fmla="*/ 5549882 h 6858000"/>
              <a:gd name="connsiteX486" fmla="*/ 1721499 w 7467600"/>
              <a:gd name="connsiteY486" fmla="*/ 5599969 h 6858000"/>
              <a:gd name="connsiteX487" fmla="*/ 767716 w 7467600"/>
              <a:gd name="connsiteY487" fmla="*/ 5472768 h 6858000"/>
              <a:gd name="connsiteX488" fmla="*/ 722147 w 7467600"/>
              <a:gd name="connsiteY488" fmla="*/ 5393091 h 6858000"/>
              <a:gd name="connsiteX489" fmla="*/ 1485552 w 7467600"/>
              <a:gd name="connsiteY489" fmla="*/ 5313202 h 6858000"/>
              <a:gd name="connsiteX490" fmla="*/ 2143004 w 7467600"/>
              <a:gd name="connsiteY490" fmla="*/ 5402420 h 6858000"/>
              <a:gd name="connsiteX491" fmla="*/ 1933391 w 7467600"/>
              <a:gd name="connsiteY491" fmla="*/ 5156971 h 6858000"/>
              <a:gd name="connsiteX492" fmla="*/ 1827118 w 7467600"/>
              <a:gd name="connsiteY492" fmla="*/ 4968410 h 6858000"/>
              <a:gd name="connsiteX493" fmla="*/ 1837349 w 7467600"/>
              <a:gd name="connsiteY493" fmla="*/ 4956357 h 6858000"/>
              <a:gd name="connsiteX494" fmla="*/ 2162835 w 7467600"/>
              <a:gd name="connsiteY494" fmla="*/ 5187853 h 6858000"/>
              <a:gd name="connsiteX495" fmla="*/ 2257167 w 7467600"/>
              <a:gd name="connsiteY495" fmla="*/ 5462123 h 6858000"/>
              <a:gd name="connsiteX496" fmla="*/ 2261598 w 7467600"/>
              <a:gd name="connsiteY496" fmla="*/ 5467998 h 6858000"/>
              <a:gd name="connsiteX497" fmla="*/ 2437177 w 7467600"/>
              <a:gd name="connsiteY497" fmla="*/ 5479608 h 6858000"/>
              <a:gd name="connsiteX498" fmla="*/ 2445247 w 7467600"/>
              <a:gd name="connsiteY498" fmla="*/ 5483476 h 6858000"/>
              <a:gd name="connsiteX499" fmla="*/ 2743626 w 7467600"/>
              <a:gd name="connsiteY499" fmla="*/ 5304819 h 6858000"/>
              <a:gd name="connsiteX500" fmla="*/ 3048102 w 7467600"/>
              <a:gd name="connsiteY500" fmla="*/ 5150595 h 6858000"/>
              <a:gd name="connsiteX501" fmla="*/ 1799414 w 7467600"/>
              <a:gd name="connsiteY501" fmla="*/ 4694732 h 6858000"/>
              <a:gd name="connsiteX502" fmla="*/ 1771735 w 7467600"/>
              <a:gd name="connsiteY502" fmla="*/ 4619929 h 6858000"/>
              <a:gd name="connsiteX503" fmla="*/ 3104273 w 7467600"/>
              <a:gd name="connsiteY503" fmla="*/ 5076159 h 6858000"/>
              <a:gd name="connsiteX504" fmla="*/ 3113245 w 7467600"/>
              <a:gd name="connsiteY504" fmla="*/ 5090705 h 6858000"/>
              <a:gd name="connsiteX505" fmla="*/ 3126294 w 7467600"/>
              <a:gd name="connsiteY505" fmla="*/ 5114400 h 6858000"/>
              <a:gd name="connsiteX506" fmla="*/ 3937433 w 7467600"/>
              <a:gd name="connsiteY506" fmla="*/ 4830473 h 6858000"/>
              <a:gd name="connsiteX507" fmla="*/ 3590475 w 7467600"/>
              <a:gd name="connsiteY507" fmla="*/ 4597974 h 6858000"/>
              <a:gd name="connsiteX508" fmla="*/ 3100264 w 7467600"/>
              <a:gd name="connsiteY508" fmla="*/ 4579845 h 6858000"/>
              <a:gd name="connsiteX509" fmla="*/ 2183576 w 7467600"/>
              <a:gd name="connsiteY509" fmla="*/ 4227150 h 6858000"/>
              <a:gd name="connsiteX510" fmla="*/ 2151029 w 7467600"/>
              <a:gd name="connsiteY510" fmla="*/ 4146947 h 6858000"/>
              <a:gd name="connsiteX511" fmla="*/ 3563434 w 7467600"/>
              <a:gd name="connsiteY511" fmla="*/ 4469115 h 6858000"/>
              <a:gd name="connsiteX512" fmla="*/ 3177952 w 7467600"/>
              <a:gd name="connsiteY512" fmla="*/ 3657386 h 6858000"/>
              <a:gd name="connsiteX513" fmla="*/ 3189263 w 7467600"/>
              <a:gd name="connsiteY513" fmla="*/ 3625726 h 6858000"/>
              <a:gd name="connsiteX514" fmla="*/ 3560912 w 7467600"/>
              <a:gd name="connsiteY514" fmla="*/ 4079863 h 6858000"/>
              <a:gd name="connsiteX515" fmla="*/ 3626636 w 7467600"/>
              <a:gd name="connsiteY515" fmla="*/ 4512230 h 6858000"/>
              <a:gd name="connsiteX516" fmla="*/ 3653088 w 7467600"/>
              <a:gd name="connsiteY516" fmla="*/ 4521417 h 6858000"/>
              <a:gd name="connsiteX517" fmla="*/ 3988128 w 7467600"/>
              <a:gd name="connsiteY517" fmla="*/ 4817267 h 6858000"/>
              <a:gd name="connsiteX518" fmla="*/ 4830582 w 7467600"/>
              <a:gd name="connsiteY518" fmla="*/ 4676000 h 6858000"/>
              <a:gd name="connsiteX519" fmla="*/ 4830100 w 7467600"/>
              <a:gd name="connsiteY519" fmla="*/ 4675554 h 6858000"/>
              <a:gd name="connsiteX520" fmla="*/ 4036318 w 7467600"/>
              <a:gd name="connsiteY520" fmla="*/ 4147013 h 6858000"/>
              <a:gd name="connsiteX521" fmla="*/ 3432098 w 7467600"/>
              <a:gd name="connsiteY521" fmla="*/ 3537312 h 6858000"/>
              <a:gd name="connsiteX522" fmla="*/ 3446761 w 7467600"/>
              <a:gd name="connsiteY522" fmla="*/ 3461278 h 6858000"/>
              <a:gd name="connsiteX523" fmla="*/ 4419733 w 7467600"/>
              <a:gd name="connsiteY523" fmla="*/ 3963555 h 6858000"/>
              <a:gd name="connsiteX524" fmla="*/ 4781371 w 7467600"/>
              <a:gd name="connsiteY524" fmla="*/ 4458604 h 6858000"/>
              <a:gd name="connsiteX525" fmla="*/ 4780440 w 7467600"/>
              <a:gd name="connsiteY525" fmla="*/ 4470290 h 6858000"/>
              <a:gd name="connsiteX526" fmla="*/ 4898954 w 7467600"/>
              <a:gd name="connsiteY526" fmla="*/ 4662092 h 6858000"/>
              <a:gd name="connsiteX527" fmla="*/ 4900699 w 7467600"/>
              <a:gd name="connsiteY527" fmla="*/ 4670867 h 6858000"/>
              <a:gd name="connsiteX528" fmla="*/ 5714511 w 7467600"/>
              <a:gd name="connsiteY528" fmla="*/ 4663483 h 6858000"/>
              <a:gd name="connsiteX529" fmla="*/ 5464793 w 7467600"/>
              <a:gd name="connsiteY529" fmla="*/ 4393556 h 6858000"/>
              <a:gd name="connsiteX530" fmla="*/ 5461897 w 7467600"/>
              <a:gd name="connsiteY530" fmla="*/ 4390879 h 6858000"/>
              <a:gd name="connsiteX531" fmla="*/ 4294126 w 7467600"/>
              <a:gd name="connsiteY531" fmla="*/ 3303048 h 6858000"/>
              <a:gd name="connsiteX532" fmla="*/ 4305321 w 7467600"/>
              <a:gd name="connsiteY532" fmla="*/ 3256953 h 6858000"/>
              <a:gd name="connsiteX533" fmla="*/ 4949299 w 7467600"/>
              <a:gd name="connsiteY533" fmla="*/ 3766336 h 6858000"/>
              <a:gd name="connsiteX534" fmla="*/ 5291452 w 7467600"/>
              <a:gd name="connsiteY534" fmla="*/ 4076801 h 6858000"/>
              <a:gd name="connsiteX535" fmla="*/ 5434998 w 7467600"/>
              <a:gd name="connsiteY535" fmla="*/ 4254100 h 6858000"/>
              <a:gd name="connsiteX536" fmla="*/ 5351015 w 7467600"/>
              <a:gd name="connsiteY536" fmla="*/ 3760989 h 6858000"/>
              <a:gd name="connsiteX537" fmla="*/ 5413780 w 7467600"/>
              <a:gd name="connsiteY537" fmla="*/ 2966265 h 6858000"/>
              <a:gd name="connsiteX538" fmla="*/ 5425627 w 7467600"/>
              <a:gd name="connsiteY538" fmla="*/ 2954192 h 6858000"/>
              <a:gd name="connsiteX539" fmla="*/ 6604735 w 7467600"/>
              <a:gd name="connsiteY539" fmla="*/ 2041381 h 6858000"/>
              <a:gd name="connsiteX540" fmla="*/ 7204487 w 7467600"/>
              <a:gd name="connsiteY540" fmla="*/ 2742112 h 6858000"/>
              <a:gd name="connsiteX541" fmla="*/ 7131592 w 7467600"/>
              <a:gd name="connsiteY541" fmla="*/ 2672096 h 6858000"/>
              <a:gd name="connsiteX542" fmla="*/ 6996344 w 7467600"/>
              <a:gd name="connsiteY542" fmla="*/ 2518310 h 6858000"/>
              <a:gd name="connsiteX543" fmla="*/ 6735495 w 7467600"/>
              <a:gd name="connsiteY543" fmla="*/ 2196890 h 6858000"/>
              <a:gd name="connsiteX544" fmla="*/ 6721901 w 7467600"/>
              <a:gd name="connsiteY544" fmla="*/ 2179274 h 6858000"/>
              <a:gd name="connsiteX545" fmla="*/ 6604735 w 7467600"/>
              <a:gd name="connsiteY545" fmla="*/ 2041381 h 6858000"/>
              <a:gd name="connsiteX546" fmla="*/ 6591670 w 7467600"/>
              <a:gd name="connsiteY546" fmla="*/ 1988277 h 6858000"/>
              <a:gd name="connsiteX547" fmla="*/ 6747349 w 7467600"/>
              <a:gd name="connsiteY547" fmla="*/ 2160069 h 6858000"/>
              <a:gd name="connsiteX548" fmla="*/ 6760943 w 7467600"/>
              <a:gd name="connsiteY548" fmla="*/ 2177686 h 6858000"/>
              <a:gd name="connsiteX549" fmla="*/ 7021065 w 7467600"/>
              <a:gd name="connsiteY549" fmla="*/ 2498102 h 6858000"/>
              <a:gd name="connsiteX550" fmla="*/ 7155223 w 7467600"/>
              <a:gd name="connsiteY550" fmla="*/ 2650386 h 6858000"/>
              <a:gd name="connsiteX551" fmla="*/ 7203167 w 7467600"/>
              <a:gd name="connsiteY551" fmla="*/ 2697288 h 6858000"/>
              <a:gd name="connsiteX552" fmla="*/ 6937703 w 7467600"/>
              <a:gd name="connsiteY552" fmla="*/ 2321981 h 6858000"/>
              <a:gd name="connsiteX553" fmla="*/ 6591670 w 7467600"/>
              <a:gd name="connsiteY553" fmla="*/ 1988277 h 6858000"/>
              <a:gd name="connsiteX554" fmla="*/ 5798671 w 7467600"/>
              <a:gd name="connsiteY554" fmla="*/ 1981601 h 6858000"/>
              <a:gd name="connsiteX555" fmla="*/ 5754709 w 7467600"/>
              <a:gd name="connsiteY555" fmla="*/ 2071454 h 6858000"/>
              <a:gd name="connsiteX556" fmla="*/ 5763044 w 7467600"/>
              <a:gd name="connsiteY556" fmla="*/ 2842206 h 6858000"/>
              <a:gd name="connsiteX557" fmla="*/ 5764974 w 7467600"/>
              <a:gd name="connsiteY557" fmla="*/ 2799609 h 6858000"/>
              <a:gd name="connsiteX558" fmla="*/ 5767665 w 7467600"/>
              <a:gd name="connsiteY558" fmla="*/ 2666409 h 6858000"/>
              <a:gd name="connsiteX559" fmla="*/ 5763055 w 7467600"/>
              <a:gd name="connsiteY559" fmla="*/ 2579705 h 6858000"/>
              <a:gd name="connsiteX560" fmla="*/ 5758079 w 7467600"/>
              <a:gd name="connsiteY560" fmla="*/ 2492508 h 6858000"/>
              <a:gd name="connsiteX561" fmla="*/ 5779325 w 7467600"/>
              <a:gd name="connsiteY561" fmla="*/ 2197069 h 6858000"/>
              <a:gd name="connsiteX562" fmla="*/ 5798671 w 7467600"/>
              <a:gd name="connsiteY562" fmla="*/ 1981601 h 6858000"/>
              <a:gd name="connsiteX563" fmla="*/ 5829202 w 7467600"/>
              <a:gd name="connsiteY563" fmla="*/ 1971679 h 6858000"/>
              <a:gd name="connsiteX564" fmla="*/ 5809558 w 7467600"/>
              <a:gd name="connsiteY564" fmla="*/ 2198043 h 6858000"/>
              <a:gd name="connsiteX565" fmla="*/ 5788653 w 7467600"/>
              <a:gd name="connsiteY565" fmla="*/ 2489430 h 6858000"/>
              <a:gd name="connsiteX566" fmla="*/ 5793439 w 7467600"/>
              <a:gd name="connsiteY566" fmla="*/ 2575235 h 6858000"/>
              <a:gd name="connsiteX567" fmla="*/ 5796837 w 7467600"/>
              <a:gd name="connsiteY567" fmla="*/ 2637633 h 6858000"/>
              <a:gd name="connsiteX568" fmla="*/ 5818614 w 7467600"/>
              <a:gd name="connsiteY568" fmla="*/ 2473055 h 6858000"/>
              <a:gd name="connsiteX569" fmla="*/ 5829202 w 7467600"/>
              <a:gd name="connsiteY569" fmla="*/ 1971679 h 6858000"/>
              <a:gd name="connsiteX570" fmla="*/ 5911389 w 7467600"/>
              <a:gd name="connsiteY570" fmla="*/ 1898371 h 6858000"/>
              <a:gd name="connsiteX571" fmla="*/ 6237627 w 7467600"/>
              <a:gd name="connsiteY571" fmla="*/ 2231921 h 6858000"/>
              <a:gd name="connsiteX572" fmla="*/ 5911389 w 7467600"/>
              <a:gd name="connsiteY572" fmla="*/ 1898371 h 6858000"/>
              <a:gd name="connsiteX573" fmla="*/ 6944437 w 7467600"/>
              <a:gd name="connsiteY573" fmla="*/ 1575402 h 6858000"/>
              <a:gd name="connsiteX574" fmla="*/ 6304730 w 7467600"/>
              <a:gd name="connsiteY574" fmla="*/ 1766654 h 6858000"/>
              <a:gd name="connsiteX575" fmla="*/ 6944437 w 7467600"/>
              <a:gd name="connsiteY575" fmla="*/ 1575402 h 6858000"/>
              <a:gd name="connsiteX576" fmla="*/ 7019523 w 7467600"/>
              <a:gd name="connsiteY576" fmla="*/ 1519450 h 6858000"/>
              <a:gd name="connsiteX577" fmla="*/ 6298091 w 7467600"/>
              <a:gd name="connsiteY577" fmla="*/ 1737122 h 6858000"/>
              <a:gd name="connsiteX578" fmla="*/ 7019523 w 7467600"/>
              <a:gd name="connsiteY578" fmla="*/ 1519450 h 6858000"/>
              <a:gd name="connsiteX579" fmla="*/ 2399523 w 7467600"/>
              <a:gd name="connsiteY579" fmla="*/ 1428234 h 6858000"/>
              <a:gd name="connsiteX580" fmla="*/ 2224982 w 7467600"/>
              <a:gd name="connsiteY580" fmla="*/ 1826201 h 6858000"/>
              <a:gd name="connsiteX581" fmla="*/ 2096099 w 7467600"/>
              <a:gd name="connsiteY581" fmla="*/ 2345900 h 6858000"/>
              <a:gd name="connsiteX582" fmla="*/ 2283317 w 7467600"/>
              <a:gd name="connsiteY582" fmla="*/ 1796925 h 6858000"/>
              <a:gd name="connsiteX583" fmla="*/ 2399523 w 7467600"/>
              <a:gd name="connsiteY583" fmla="*/ 1428234 h 6858000"/>
              <a:gd name="connsiteX584" fmla="*/ 2448558 w 7467600"/>
              <a:gd name="connsiteY584" fmla="*/ 1373435 h 6858000"/>
              <a:gd name="connsiteX585" fmla="*/ 2312521 w 7467600"/>
              <a:gd name="connsiteY585" fmla="*/ 1806140 h 6858000"/>
              <a:gd name="connsiteX586" fmla="*/ 2127533 w 7467600"/>
              <a:gd name="connsiteY586" fmla="*/ 2348380 h 6858000"/>
              <a:gd name="connsiteX587" fmla="*/ 2358080 w 7467600"/>
              <a:gd name="connsiteY587" fmla="*/ 1866134 h 6858000"/>
              <a:gd name="connsiteX588" fmla="*/ 2407436 w 7467600"/>
              <a:gd name="connsiteY588" fmla="*/ 1651070 h 6858000"/>
              <a:gd name="connsiteX589" fmla="*/ 2448558 w 7467600"/>
              <a:gd name="connsiteY589" fmla="*/ 1373435 h 6858000"/>
              <a:gd name="connsiteX590" fmla="*/ 278707 w 7467600"/>
              <a:gd name="connsiteY590" fmla="*/ 1352270 h 6858000"/>
              <a:gd name="connsiteX591" fmla="*/ 321570 w 7467600"/>
              <a:gd name="connsiteY591" fmla="*/ 1861610 h 6858000"/>
              <a:gd name="connsiteX592" fmla="*/ 294281 w 7467600"/>
              <a:gd name="connsiteY592" fmla="*/ 1440658 h 6858000"/>
              <a:gd name="connsiteX593" fmla="*/ 278707 w 7467600"/>
              <a:gd name="connsiteY593" fmla="*/ 1352270 h 6858000"/>
              <a:gd name="connsiteX594" fmla="*/ 1423821 w 7467600"/>
              <a:gd name="connsiteY594" fmla="*/ 1351958 h 6858000"/>
              <a:gd name="connsiteX595" fmla="*/ 1638521 w 7467600"/>
              <a:gd name="connsiteY595" fmla="*/ 1908470 h 6858000"/>
              <a:gd name="connsiteX596" fmla="*/ 1754199 w 7467600"/>
              <a:gd name="connsiteY596" fmla="*/ 2149284 h 6858000"/>
              <a:gd name="connsiteX597" fmla="*/ 1908359 w 7467600"/>
              <a:gd name="connsiteY597" fmla="*/ 2364988 h 6858000"/>
              <a:gd name="connsiteX598" fmla="*/ 1647661 w 7467600"/>
              <a:gd name="connsiteY598" fmla="*/ 1825945 h 6858000"/>
              <a:gd name="connsiteX599" fmla="*/ 1423821 w 7467600"/>
              <a:gd name="connsiteY599" fmla="*/ 1351958 h 6858000"/>
              <a:gd name="connsiteX600" fmla="*/ 1431890 w 7467600"/>
              <a:gd name="connsiteY600" fmla="*/ 1306475 h 6858000"/>
              <a:gd name="connsiteX601" fmla="*/ 1507597 w 7467600"/>
              <a:gd name="connsiteY601" fmla="*/ 1446132 h 6858000"/>
              <a:gd name="connsiteX602" fmla="*/ 1674586 w 7467600"/>
              <a:gd name="connsiteY602" fmla="*/ 1813832 h 6858000"/>
              <a:gd name="connsiteX603" fmla="*/ 1815950 w 7467600"/>
              <a:gd name="connsiteY603" fmla="*/ 2128564 h 6858000"/>
              <a:gd name="connsiteX604" fmla="*/ 1984242 w 7467600"/>
              <a:gd name="connsiteY604" fmla="*/ 2430829 h 6858000"/>
              <a:gd name="connsiteX605" fmla="*/ 2014023 w 7467600"/>
              <a:gd name="connsiteY605" fmla="*/ 2450995 h 6858000"/>
              <a:gd name="connsiteX606" fmla="*/ 1747337 w 7467600"/>
              <a:gd name="connsiteY606" fmla="*/ 1855264 h 6858000"/>
              <a:gd name="connsiteX607" fmla="*/ 1533749 w 7467600"/>
              <a:gd name="connsiteY607" fmla="*/ 1478656 h 6858000"/>
              <a:gd name="connsiteX608" fmla="*/ 1431890 w 7467600"/>
              <a:gd name="connsiteY608" fmla="*/ 1306475 h 6858000"/>
              <a:gd name="connsiteX609" fmla="*/ 5052692 w 7467600"/>
              <a:gd name="connsiteY609" fmla="*/ 1292994 h 6858000"/>
              <a:gd name="connsiteX610" fmla="*/ 5200661 w 7467600"/>
              <a:gd name="connsiteY610" fmla="*/ 1635186 h 6858000"/>
              <a:gd name="connsiteX611" fmla="*/ 5297138 w 7467600"/>
              <a:gd name="connsiteY611" fmla="*/ 1906351 h 6858000"/>
              <a:gd name="connsiteX612" fmla="*/ 5052692 w 7467600"/>
              <a:gd name="connsiteY612" fmla="*/ 1292994 h 6858000"/>
              <a:gd name="connsiteX613" fmla="*/ 5009948 w 7467600"/>
              <a:gd name="connsiteY613" fmla="*/ 1273619 h 6858000"/>
              <a:gd name="connsiteX614" fmla="*/ 5121777 w 7467600"/>
              <a:gd name="connsiteY614" fmla="*/ 1654213 h 6858000"/>
              <a:gd name="connsiteX615" fmla="*/ 5293545 w 7467600"/>
              <a:gd name="connsiteY615" fmla="*/ 2072247 h 6858000"/>
              <a:gd name="connsiteX616" fmla="*/ 5294042 w 7467600"/>
              <a:gd name="connsiteY616" fmla="*/ 2065019 h 6858000"/>
              <a:gd name="connsiteX617" fmla="*/ 5171936 w 7467600"/>
              <a:gd name="connsiteY617" fmla="*/ 1647613 h 6858000"/>
              <a:gd name="connsiteX618" fmla="*/ 5009948 w 7467600"/>
              <a:gd name="connsiteY618" fmla="*/ 1273619 h 6858000"/>
              <a:gd name="connsiteX619" fmla="*/ 655236 w 7467600"/>
              <a:gd name="connsiteY619" fmla="*/ 1268632 h 6858000"/>
              <a:gd name="connsiteX620" fmla="*/ 839521 w 7467600"/>
              <a:gd name="connsiteY620" fmla="*/ 1685315 h 6858000"/>
              <a:gd name="connsiteX621" fmla="*/ 1109416 w 7467600"/>
              <a:gd name="connsiteY621" fmla="*/ 2061663 h 6858000"/>
              <a:gd name="connsiteX622" fmla="*/ 1298300 w 7467600"/>
              <a:gd name="connsiteY622" fmla="*/ 2247742 h 6858000"/>
              <a:gd name="connsiteX623" fmla="*/ 1125871 w 7467600"/>
              <a:gd name="connsiteY623" fmla="*/ 1989513 h 6858000"/>
              <a:gd name="connsiteX624" fmla="*/ 981574 w 7467600"/>
              <a:gd name="connsiteY624" fmla="*/ 1783157 h 6858000"/>
              <a:gd name="connsiteX625" fmla="*/ 922198 w 7467600"/>
              <a:gd name="connsiteY625" fmla="*/ 1677437 h 6858000"/>
              <a:gd name="connsiteX626" fmla="*/ 869293 w 7467600"/>
              <a:gd name="connsiteY626" fmla="*/ 1583214 h 6858000"/>
              <a:gd name="connsiteX627" fmla="*/ 751431 w 7467600"/>
              <a:gd name="connsiteY627" fmla="*/ 1405731 h 6858000"/>
              <a:gd name="connsiteX628" fmla="*/ 655236 w 7467600"/>
              <a:gd name="connsiteY628" fmla="*/ 1268632 h 6858000"/>
              <a:gd name="connsiteX629" fmla="*/ 6516292 w 7467600"/>
              <a:gd name="connsiteY629" fmla="*/ 1263064 h 6858000"/>
              <a:gd name="connsiteX630" fmla="*/ 5736320 w 7467600"/>
              <a:gd name="connsiteY630" fmla="*/ 1501803 h 6858000"/>
              <a:gd name="connsiteX631" fmla="*/ 6516292 w 7467600"/>
              <a:gd name="connsiteY631" fmla="*/ 1263064 h 6858000"/>
              <a:gd name="connsiteX632" fmla="*/ 291466 w 7467600"/>
              <a:gd name="connsiteY632" fmla="*/ 1250369 h 6858000"/>
              <a:gd name="connsiteX633" fmla="*/ 323180 w 7467600"/>
              <a:gd name="connsiteY633" fmla="*/ 1435283 h 6858000"/>
              <a:gd name="connsiteX634" fmla="*/ 349381 w 7467600"/>
              <a:gd name="connsiteY634" fmla="*/ 1875041 h 6858000"/>
              <a:gd name="connsiteX635" fmla="*/ 374363 w 7467600"/>
              <a:gd name="connsiteY635" fmla="*/ 1506494 h 6858000"/>
              <a:gd name="connsiteX636" fmla="*/ 302168 w 7467600"/>
              <a:gd name="connsiteY636" fmla="*/ 1274495 h 6858000"/>
              <a:gd name="connsiteX637" fmla="*/ 291466 w 7467600"/>
              <a:gd name="connsiteY637" fmla="*/ 1250369 h 6858000"/>
              <a:gd name="connsiteX638" fmla="*/ 678222 w 7467600"/>
              <a:gd name="connsiteY638" fmla="*/ 1248670 h 6858000"/>
              <a:gd name="connsiteX639" fmla="*/ 775536 w 7467600"/>
              <a:gd name="connsiteY639" fmla="*/ 1388015 h 6858000"/>
              <a:gd name="connsiteX640" fmla="*/ 894529 w 7467600"/>
              <a:gd name="connsiteY640" fmla="*/ 1567739 h 6858000"/>
              <a:gd name="connsiteX641" fmla="*/ 948000 w 7467600"/>
              <a:gd name="connsiteY641" fmla="*/ 1663088 h 6858000"/>
              <a:gd name="connsiteX642" fmla="*/ 1006812 w 7467600"/>
              <a:gd name="connsiteY642" fmla="*/ 1767683 h 6858000"/>
              <a:gd name="connsiteX643" fmla="*/ 1149133 w 7467600"/>
              <a:gd name="connsiteY643" fmla="*/ 1971513 h 6858000"/>
              <a:gd name="connsiteX644" fmla="*/ 1333952 w 7467600"/>
              <a:gd name="connsiteY644" fmla="*/ 2251620 h 6858000"/>
              <a:gd name="connsiteX645" fmla="*/ 1337329 w 7467600"/>
              <a:gd name="connsiteY645" fmla="*/ 2258350 h 6858000"/>
              <a:gd name="connsiteX646" fmla="*/ 1014726 w 7467600"/>
              <a:gd name="connsiteY646" fmla="*/ 1615556 h 6858000"/>
              <a:gd name="connsiteX647" fmla="*/ 678222 w 7467600"/>
              <a:gd name="connsiteY647" fmla="*/ 1248670 h 6858000"/>
              <a:gd name="connsiteX648" fmla="*/ 6691602 w 7467600"/>
              <a:gd name="connsiteY648" fmla="*/ 1140573 h 6858000"/>
              <a:gd name="connsiteX649" fmla="*/ 6571100 w 7467600"/>
              <a:gd name="connsiteY649" fmla="*/ 1183662 h 6858000"/>
              <a:gd name="connsiteX650" fmla="*/ 6241687 w 7467600"/>
              <a:gd name="connsiteY650" fmla="*/ 1257600 h 6858000"/>
              <a:gd name="connsiteX651" fmla="*/ 5693009 w 7467600"/>
              <a:gd name="connsiteY651" fmla="*/ 1478256 h 6858000"/>
              <a:gd name="connsiteX652" fmla="*/ 6548420 w 7467600"/>
              <a:gd name="connsiteY652" fmla="*/ 1214599 h 6858000"/>
              <a:gd name="connsiteX653" fmla="*/ 6605473 w 7467600"/>
              <a:gd name="connsiteY653" fmla="*/ 1184686 h 6858000"/>
              <a:gd name="connsiteX654" fmla="*/ 6691602 w 7467600"/>
              <a:gd name="connsiteY654" fmla="*/ 1140573 h 6858000"/>
              <a:gd name="connsiteX655" fmla="*/ 4002475 w 7467600"/>
              <a:gd name="connsiteY655" fmla="*/ 1037802 h 6858000"/>
              <a:gd name="connsiteX656" fmla="*/ 4000324 w 7467600"/>
              <a:gd name="connsiteY656" fmla="*/ 1039362 h 6858000"/>
              <a:gd name="connsiteX657" fmla="*/ 4002862 w 7467600"/>
              <a:gd name="connsiteY657" fmla="*/ 1042866 h 6858000"/>
              <a:gd name="connsiteX658" fmla="*/ 4002475 w 7467600"/>
              <a:gd name="connsiteY658" fmla="*/ 1037802 h 6858000"/>
              <a:gd name="connsiteX659" fmla="*/ 506322 w 7467600"/>
              <a:gd name="connsiteY659" fmla="*/ 1020997 h 6858000"/>
              <a:gd name="connsiteX660" fmla="*/ 533068 w 7467600"/>
              <a:gd name="connsiteY660" fmla="*/ 1029409 h 6858000"/>
              <a:gd name="connsiteX661" fmla="*/ 1232525 w 7467600"/>
              <a:gd name="connsiteY661" fmla="*/ 1804675 h 6858000"/>
              <a:gd name="connsiteX662" fmla="*/ 1388858 w 7467600"/>
              <a:gd name="connsiteY662" fmla="*/ 2368011 h 6858000"/>
              <a:gd name="connsiteX663" fmla="*/ 1384098 w 7467600"/>
              <a:gd name="connsiteY663" fmla="*/ 2378125 h 6858000"/>
              <a:gd name="connsiteX664" fmla="*/ 1425393 w 7467600"/>
              <a:gd name="connsiteY664" fmla="*/ 2589124 h 6858000"/>
              <a:gd name="connsiteX665" fmla="*/ 1424001 w 7467600"/>
              <a:gd name="connsiteY665" fmla="*/ 2597541 h 6858000"/>
              <a:gd name="connsiteX666" fmla="*/ 2152729 w 7467600"/>
              <a:gd name="connsiteY666" fmla="*/ 2864487 h 6858000"/>
              <a:gd name="connsiteX667" fmla="*/ 2020609 w 7467600"/>
              <a:gd name="connsiteY667" fmla="*/ 2539671 h 6858000"/>
              <a:gd name="connsiteX668" fmla="*/ 2018920 w 7467600"/>
              <a:gd name="connsiteY668" fmla="*/ 2536309 h 6858000"/>
              <a:gd name="connsiteX669" fmla="*/ 1342441 w 7467600"/>
              <a:gd name="connsiteY669" fmla="*/ 1173017 h 6858000"/>
              <a:gd name="connsiteX670" fmla="*/ 1367925 w 7467600"/>
              <a:gd name="connsiteY670" fmla="*/ 1135648 h 6858000"/>
              <a:gd name="connsiteX671" fmla="*/ 1771401 w 7467600"/>
              <a:gd name="connsiteY671" fmla="*/ 1806673 h 6858000"/>
              <a:gd name="connsiteX672" fmla="*/ 1972385 w 7467600"/>
              <a:gd name="connsiteY672" fmla="*/ 2198735 h 6858000"/>
              <a:gd name="connsiteX673" fmla="*/ 2040892 w 7467600"/>
              <a:gd name="connsiteY673" fmla="*/ 2405205 h 6858000"/>
              <a:gd name="connsiteX674" fmla="*/ 2131689 w 7467600"/>
              <a:gd name="connsiteY674" fmla="*/ 1936926 h 6858000"/>
              <a:gd name="connsiteX675" fmla="*/ 2454820 w 7467600"/>
              <a:gd name="connsiteY675" fmla="*/ 1248808 h 6858000"/>
              <a:gd name="connsiteX676" fmla="*/ 2492512 w 7467600"/>
              <a:gd name="connsiteY676" fmla="*/ 1302920 h 6858000"/>
              <a:gd name="connsiteX677" fmla="*/ 2081216 w 7467600"/>
              <a:gd name="connsiteY677" fmla="*/ 2527513 h 6858000"/>
              <a:gd name="connsiteX678" fmla="*/ 2081211 w 7467600"/>
              <a:gd name="connsiteY678" fmla="*/ 2528916 h 6858000"/>
              <a:gd name="connsiteX679" fmla="*/ 2199067 w 7467600"/>
              <a:gd name="connsiteY679" fmla="*/ 2884061 h 6858000"/>
              <a:gd name="connsiteX680" fmla="*/ 3192586 w 7467600"/>
              <a:gd name="connsiteY680" fmla="*/ 3411496 h 6858000"/>
              <a:gd name="connsiteX681" fmla="*/ 3182620 w 7467600"/>
              <a:gd name="connsiteY681" fmla="*/ 3483279 h 6858000"/>
              <a:gd name="connsiteX682" fmla="*/ 2435119 w 7467600"/>
              <a:gd name="connsiteY682" fmla="*/ 3080173 h 6858000"/>
              <a:gd name="connsiteX683" fmla="*/ 2410152 w 7467600"/>
              <a:gd name="connsiteY683" fmla="*/ 3063751 h 6858000"/>
              <a:gd name="connsiteX684" fmla="*/ 2408099 w 7467600"/>
              <a:gd name="connsiteY684" fmla="*/ 3064403 h 6858000"/>
              <a:gd name="connsiteX685" fmla="*/ 2407218 w 7467600"/>
              <a:gd name="connsiteY685" fmla="*/ 3070324 h 6858000"/>
              <a:gd name="connsiteX686" fmla="*/ 2380138 w 7467600"/>
              <a:gd name="connsiteY686" fmla="*/ 3099341 h 6858000"/>
              <a:gd name="connsiteX687" fmla="*/ 1765923 w 7467600"/>
              <a:gd name="connsiteY687" fmla="*/ 3581043 h 6858000"/>
              <a:gd name="connsiteX688" fmla="*/ 1702258 w 7467600"/>
              <a:gd name="connsiteY688" fmla="*/ 3612286 h 6858000"/>
              <a:gd name="connsiteX689" fmla="*/ 1538370 w 7467600"/>
              <a:gd name="connsiteY689" fmla="*/ 3811804 h 6858000"/>
              <a:gd name="connsiteX690" fmla="*/ 542867 w 7467600"/>
              <a:gd name="connsiteY690" fmla="*/ 4944092 h 6858000"/>
              <a:gd name="connsiteX691" fmla="*/ 515800 w 7467600"/>
              <a:gd name="connsiteY691" fmla="*/ 4862180 h 6858000"/>
              <a:gd name="connsiteX692" fmla="*/ 909145 w 7467600"/>
              <a:gd name="connsiteY692" fmla="*/ 4199225 h 6858000"/>
              <a:gd name="connsiteX693" fmla="*/ 1214067 w 7467600"/>
              <a:gd name="connsiteY693" fmla="*/ 3908561 h 6858000"/>
              <a:gd name="connsiteX694" fmla="*/ 640967 w 7467600"/>
              <a:gd name="connsiteY694" fmla="*/ 4105601 h 6858000"/>
              <a:gd name="connsiteX695" fmla="*/ 112563 w 7467600"/>
              <a:gd name="connsiteY695" fmla="*/ 4396952 h 6858000"/>
              <a:gd name="connsiteX696" fmla="*/ 0 w 7467600"/>
              <a:gd name="connsiteY696" fmla="*/ 4466006 h 6858000"/>
              <a:gd name="connsiteX697" fmla="*/ 0 w 7467600"/>
              <a:gd name="connsiteY697" fmla="*/ 4233763 h 6858000"/>
              <a:gd name="connsiteX698" fmla="*/ 36881 w 7467600"/>
              <a:gd name="connsiteY698" fmla="*/ 4200118 h 6858000"/>
              <a:gd name="connsiteX699" fmla="*/ 910534 w 7467600"/>
              <a:gd name="connsiteY699" fmla="*/ 3629753 h 6858000"/>
              <a:gd name="connsiteX700" fmla="*/ 1578717 w 7467600"/>
              <a:gd name="connsiteY700" fmla="*/ 3575982 h 6858000"/>
              <a:gd name="connsiteX701" fmla="*/ 2338780 w 7467600"/>
              <a:gd name="connsiteY701" fmla="*/ 3033725 h 6858000"/>
              <a:gd name="connsiteX702" fmla="*/ 1807991 w 7467600"/>
              <a:gd name="connsiteY702" fmla="*/ 2807184 h 6858000"/>
              <a:gd name="connsiteX703" fmla="*/ 1416358 w 7467600"/>
              <a:gd name="connsiteY703" fmla="*/ 3112571 h 6858000"/>
              <a:gd name="connsiteX704" fmla="*/ 939066 w 7467600"/>
              <a:gd name="connsiteY704" fmla="*/ 3378798 h 6858000"/>
              <a:gd name="connsiteX705" fmla="*/ 115099 w 7467600"/>
              <a:gd name="connsiteY705" fmla="*/ 3607650 h 6858000"/>
              <a:gd name="connsiteX706" fmla="*/ 97284 w 7467600"/>
              <a:gd name="connsiteY706" fmla="*/ 3520393 h 6858000"/>
              <a:gd name="connsiteX707" fmla="*/ 922050 w 7467600"/>
              <a:gd name="connsiteY707" fmla="*/ 3074867 h 6858000"/>
              <a:gd name="connsiteX708" fmla="*/ 1405265 w 7467600"/>
              <a:gd name="connsiteY708" fmla="*/ 3016319 h 6858000"/>
              <a:gd name="connsiteX709" fmla="*/ 1407512 w 7467600"/>
              <a:gd name="connsiteY709" fmla="*/ 3018001 h 6858000"/>
              <a:gd name="connsiteX710" fmla="*/ 1726266 w 7467600"/>
              <a:gd name="connsiteY710" fmla="*/ 2777274 h 6858000"/>
              <a:gd name="connsiteX711" fmla="*/ 625390 w 7467600"/>
              <a:gd name="connsiteY711" fmla="*/ 2514541 h 6858000"/>
              <a:gd name="connsiteX712" fmla="*/ 619799 w 7467600"/>
              <a:gd name="connsiteY712" fmla="*/ 2527180 h 6858000"/>
              <a:gd name="connsiteX713" fmla="*/ 310030 w 7467600"/>
              <a:gd name="connsiteY713" fmla="*/ 2771818 h 6858000"/>
              <a:gd name="connsiteX714" fmla="*/ 173877 w 7467600"/>
              <a:gd name="connsiteY714" fmla="*/ 2937056 h 6858000"/>
              <a:gd name="connsiteX715" fmla="*/ 77889 w 7467600"/>
              <a:gd name="connsiteY715" fmla="*/ 3138440 h 6858000"/>
              <a:gd name="connsiteX716" fmla="*/ 0 w 7467600"/>
              <a:gd name="connsiteY716" fmla="*/ 3271395 h 6858000"/>
              <a:gd name="connsiteX717" fmla="*/ 0 w 7467600"/>
              <a:gd name="connsiteY717" fmla="*/ 3153002 h 6858000"/>
              <a:gd name="connsiteX718" fmla="*/ 2386 w 7467600"/>
              <a:gd name="connsiteY718" fmla="*/ 3149203 h 6858000"/>
              <a:gd name="connsiteX719" fmla="*/ 89753 w 7467600"/>
              <a:gd name="connsiteY719" fmla="*/ 2987702 h 6858000"/>
              <a:gd name="connsiteX720" fmla="*/ 76869 w 7467600"/>
              <a:gd name="connsiteY720" fmla="*/ 3005404 h 6858000"/>
              <a:gd name="connsiteX721" fmla="*/ 32049 w 7467600"/>
              <a:gd name="connsiteY721" fmla="*/ 3065814 h 6858000"/>
              <a:gd name="connsiteX722" fmla="*/ 0 w 7467600"/>
              <a:gd name="connsiteY722" fmla="*/ 3108744 h 6858000"/>
              <a:gd name="connsiteX723" fmla="*/ 0 w 7467600"/>
              <a:gd name="connsiteY723" fmla="*/ 3058059 h 6858000"/>
              <a:gd name="connsiteX724" fmla="*/ 7610 w 7467600"/>
              <a:gd name="connsiteY724" fmla="*/ 3047889 h 6858000"/>
              <a:gd name="connsiteX725" fmla="*/ 52419 w 7467600"/>
              <a:gd name="connsiteY725" fmla="*/ 2987479 h 6858000"/>
              <a:gd name="connsiteX726" fmla="*/ 59142 w 7467600"/>
              <a:gd name="connsiteY726" fmla="*/ 2978488 h 6858000"/>
              <a:gd name="connsiteX727" fmla="*/ 0 w 7467600"/>
              <a:gd name="connsiteY727" fmla="*/ 3015334 h 6858000"/>
              <a:gd name="connsiteX728" fmla="*/ 0 w 7467600"/>
              <a:gd name="connsiteY728" fmla="*/ 2914286 h 6858000"/>
              <a:gd name="connsiteX729" fmla="*/ 36383 w 7467600"/>
              <a:gd name="connsiteY729" fmla="*/ 2901128 h 6858000"/>
              <a:gd name="connsiteX730" fmla="*/ 156329 w 7467600"/>
              <a:gd name="connsiteY730" fmla="*/ 2840533 h 6858000"/>
              <a:gd name="connsiteX731" fmla="*/ 358355 w 7467600"/>
              <a:gd name="connsiteY731" fmla="*/ 2620471 h 6858000"/>
              <a:gd name="connsiteX732" fmla="*/ 510577 w 7467600"/>
              <a:gd name="connsiteY732" fmla="*/ 2501244 h 6858000"/>
              <a:gd name="connsiteX733" fmla="*/ 211967 w 7467600"/>
              <a:gd name="connsiteY733" fmla="*/ 2479171 h 6858000"/>
              <a:gd name="connsiteX734" fmla="*/ 0 w 7467600"/>
              <a:gd name="connsiteY734" fmla="*/ 2476398 h 6858000"/>
              <a:gd name="connsiteX735" fmla="*/ 0 w 7467600"/>
              <a:gd name="connsiteY735" fmla="*/ 2389189 h 6858000"/>
              <a:gd name="connsiteX736" fmla="*/ 103062 w 7467600"/>
              <a:gd name="connsiteY736" fmla="*/ 2389518 h 6858000"/>
              <a:gd name="connsiteX737" fmla="*/ 510734 w 7467600"/>
              <a:gd name="connsiteY737" fmla="*/ 2416201 h 6858000"/>
              <a:gd name="connsiteX738" fmla="*/ 279257 w 7467600"/>
              <a:gd name="connsiteY738" fmla="*/ 2092102 h 6858000"/>
              <a:gd name="connsiteX739" fmla="*/ 65265 w 7467600"/>
              <a:gd name="connsiteY739" fmla="*/ 2006049 h 6858000"/>
              <a:gd name="connsiteX740" fmla="*/ 0 w 7467600"/>
              <a:gd name="connsiteY740" fmla="*/ 1982532 h 6858000"/>
              <a:gd name="connsiteX741" fmla="*/ 0 w 7467600"/>
              <a:gd name="connsiteY741" fmla="*/ 1912789 h 6858000"/>
              <a:gd name="connsiteX742" fmla="*/ 97460 w 7467600"/>
              <a:gd name="connsiteY742" fmla="*/ 1953725 h 6858000"/>
              <a:gd name="connsiteX743" fmla="*/ 221272 w 7467600"/>
              <a:gd name="connsiteY743" fmla="*/ 1980766 h 6858000"/>
              <a:gd name="connsiteX744" fmla="*/ 116765 w 7467600"/>
              <a:gd name="connsiteY744" fmla="*/ 1911033 h 6858000"/>
              <a:gd name="connsiteX745" fmla="*/ 16405 w 7467600"/>
              <a:gd name="connsiteY745" fmla="*/ 1803412 h 6858000"/>
              <a:gd name="connsiteX746" fmla="*/ 0 w 7467600"/>
              <a:gd name="connsiteY746" fmla="*/ 1784777 h 6858000"/>
              <a:gd name="connsiteX747" fmla="*/ 0 w 7467600"/>
              <a:gd name="connsiteY747" fmla="*/ 1740082 h 6858000"/>
              <a:gd name="connsiteX748" fmla="*/ 39394 w 7467600"/>
              <a:gd name="connsiteY748" fmla="*/ 1784856 h 6858000"/>
              <a:gd name="connsiteX749" fmla="*/ 135813 w 7467600"/>
              <a:gd name="connsiteY749" fmla="*/ 1888838 h 6858000"/>
              <a:gd name="connsiteX750" fmla="*/ 242575 w 7467600"/>
              <a:gd name="connsiteY750" fmla="*/ 1958841 h 6858000"/>
              <a:gd name="connsiteX751" fmla="*/ 82197 w 7467600"/>
              <a:gd name="connsiteY751" fmla="*/ 1754826 h 6858000"/>
              <a:gd name="connsiteX752" fmla="*/ 0 w 7467600"/>
              <a:gd name="connsiteY752" fmla="*/ 1679650 h 6858000"/>
              <a:gd name="connsiteX753" fmla="*/ 0 w 7467600"/>
              <a:gd name="connsiteY753" fmla="*/ 1602463 h 6858000"/>
              <a:gd name="connsiteX754" fmla="*/ 84689 w 7467600"/>
              <a:gd name="connsiteY754" fmla="*/ 1677442 h 6858000"/>
              <a:gd name="connsiteX755" fmla="*/ 298437 w 7467600"/>
              <a:gd name="connsiteY755" fmla="*/ 1968019 h 6858000"/>
              <a:gd name="connsiteX756" fmla="*/ 227269 w 7467600"/>
              <a:gd name="connsiteY756" fmla="*/ 1114064 h 6858000"/>
              <a:gd name="connsiteX757" fmla="*/ 248003 w 7467600"/>
              <a:gd name="connsiteY757" fmla="*/ 1089613 h 6858000"/>
              <a:gd name="connsiteX758" fmla="*/ 427020 w 7467600"/>
              <a:gd name="connsiteY758" fmla="*/ 1619803 h 6858000"/>
              <a:gd name="connsiteX759" fmla="*/ 340345 w 7467600"/>
              <a:gd name="connsiteY759" fmla="*/ 2027739 h 6858000"/>
              <a:gd name="connsiteX760" fmla="*/ 360865 w 7467600"/>
              <a:gd name="connsiteY760" fmla="*/ 2044827 h 6858000"/>
              <a:gd name="connsiteX761" fmla="*/ 560414 w 7467600"/>
              <a:gd name="connsiteY761" fmla="*/ 2421457 h 6858000"/>
              <a:gd name="connsiteX762" fmla="*/ 1359703 w 7467600"/>
              <a:gd name="connsiteY762" fmla="*/ 2578554 h 6858000"/>
              <a:gd name="connsiteX763" fmla="*/ 1359422 w 7467600"/>
              <a:gd name="connsiteY763" fmla="*/ 2577994 h 6858000"/>
              <a:gd name="connsiteX764" fmla="*/ 828701 w 7467600"/>
              <a:gd name="connsiteY764" fmla="*/ 1839520 h 6858000"/>
              <a:gd name="connsiteX765" fmla="*/ 494427 w 7467600"/>
              <a:gd name="connsiteY765" fmla="*/ 1092333 h 6858000"/>
              <a:gd name="connsiteX766" fmla="*/ 506322 w 7467600"/>
              <a:gd name="connsiteY766" fmla="*/ 1020997 h 6858000"/>
              <a:gd name="connsiteX767" fmla="*/ 4570198 w 7467600"/>
              <a:gd name="connsiteY767" fmla="*/ 978081 h 6858000"/>
              <a:gd name="connsiteX768" fmla="*/ 4523691 w 7467600"/>
              <a:gd name="connsiteY768" fmla="*/ 1127776 h 6858000"/>
              <a:gd name="connsiteX769" fmla="*/ 4509875 w 7467600"/>
              <a:gd name="connsiteY769" fmla="*/ 1167552 h 6858000"/>
              <a:gd name="connsiteX770" fmla="*/ 4478168 w 7467600"/>
              <a:gd name="connsiteY770" fmla="*/ 1260735 h 6858000"/>
              <a:gd name="connsiteX771" fmla="*/ 4409309 w 7467600"/>
              <a:gd name="connsiteY771" fmla="*/ 1666996 h 6858000"/>
              <a:gd name="connsiteX772" fmla="*/ 4370031 w 7467600"/>
              <a:gd name="connsiteY772" fmla="*/ 1955666 h 6858000"/>
              <a:gd name="connsiteX773" fmla="*/ 4570198 w 7467600"/>
              <a:gd name="connsiteY773" fmla="*/ 978081 h 6858000"/>
              <a:gd name="connsiteX774" fmla="*/ 4557898 w 7467600"/>
              <a:gd name="connsiteY774" fmla="*/ 900011 h 6858000"/>
              <a:gd name="connsiteX775" fmla="*/ 4344840 w 7467600"/>
              <a:gd name="connsiteY775" fmla="*/ 1922038 h 6858000"/>
              <a:gd name="connsiteX776" fmla="*/ 4378710 w 7467600"/>
              <a:gd name="connsiteY776" fmla="*/ 1665516 h 6858000"/>
              <a:gd name="connsiteX777" fmla="*/ 4448798 w 7467600"/>
              <a:gd name="connsiteY777" fmla="*/ 1253024 h 6858000"/>
              <a:gd name="connsiteX778" fmla="*/ 4480315 w 7467600"/>
              <a:gd name="connsiteY778" fmla="*/ 1158454 h 6858000"/>
              <a:gd name="connsiteX779" fmla="*/ 4494133 w 7467600"/>
              <a:gd name="connsiteY779" fmla="*/ 1118676 h 6858000"/>
              <a:gd name="connsiteX780" fmla="*/ 4557898 w 7467600"/>
              <a:gd name="connsiteY780" fmla="*/ 900011 h 6858000"/>
              <a:gd name="connsiteX781" fmla="*/ 5870151 w 7467600"/>
              <a:gd name="connsiteY781" fmla="*/ 898890 h 6858000"/>
              <a:gd name="connsiteX782" fmla="*/ 5861335 w 7467600"/>
              <a:gd name="connsiteY782" fmla="*/ 899177 h 6858000"/>
              <a:gd name="connsiteX783" fmla="*/ 5843702 w 7467600"/>
              <a:gd name="connsiteY783" fmla="*/ 899748 h 6858000"/>
              <a:gd name="connsiteX784" fmla="*/ 5651107 w 7467600"/>
              <a:gd name="connsiteY784" fmla="*/ 920306 h 6858000"/>
              <a:gd name="connsiteX785" fmla="*/ 5459407 w 7467600"/>
              <a:gd name="connsiteY785" fmla="*/ 940975 h 6858000"/>
              <a:gd name="connsiteX786" fmla="*/ 5374846 w 7467600"/>
              <a:gd name="connsiteY786" fmla="*/ 941988 h 6858000"/>
              <a:gd name="connsiteX787" fmla="*/ 5256105 w 7467600"/>
              <a:gd name="connsiteY787" fmla="*/ 945632 h 6858000"/>
              <a:gd name="connsiteX788" fmla="*/ 5107071 w 7467600"/>
              <a:gd name="connsiteY788" fmla="*/ 969720 h 6858000"/>
              <a:gd name="connsiteX789" fmla="*/ 4998681 w 7467600"/>
              <a:gd name="connsiteY789" fmla="*/ 988771 h 6858000"/>
              <a:gd name="connsiteX790" fmla="*/ 5870151 w 7467600"/>
              <a:gd name="connsiteY790" fmla="*/ 898890 h 6858000"/>
              <a:gd name="connsiteX791" fmla="*/ 5504425 w 7467600"/>
              <a:gd name="connsiteY791" fmla="*/ 848067 h 6858000"/>
              <a:gd name="connsiteX792" fmla="*/ 4968849 w 7467600"/>
              <a:gd name="connsiteY792" fmla="*/ 962318 h 6858000"/>
              <a:gd name="connsiteX793" fmla="*/ 5104039 w 7467600"/>
              <a:gd name="connsiteY793" fmla="*/ 940634 h 6858000"/>
              <a:gd name="connsiteX794" fmla="*/ 5256311 w 7467600"/>
              <a:gd name="connsiteY794" fmla="*/ 916490 h 6858000"/>
              <a:gd name="connsiteX795" fmla="*/ 5377381 w 7467600"/>
              <a:gd name="connsiteY795" fmla="*/ 912671 h 6858000"/>
              <a:gd name="connsiteX796" fmla="*/ 5460148 w 7467600"/>
              <a:gd name="connsiteY796" fmla="*/ 911442 h 6858000"/>
              <a:gd name="connsiteX797" fmla="*/ 5648971 w 7467600"/>
              <a:gd name="connsiteY797" fmla="*/ 891331 h 6858000"/>
              <a:gd name="connsiteX798" fmla="*/ 5844807 w 7467600"/>
              <a:gd name="connsiteY798" fmla="*/ 870718 h 6858000"/>
              <a:gd name="connsiteX799" fmla="*/ 5862975 w 7467600"/>
              <a:gd name="connsiteY799" fmla="*/ 869756 h 6858000"/>
              <a:gd name="connsiteX800" fmla="*/ 5920887 w 7467600"/>
              <a:gd name="connsiteY800" fmla="*/ 865929 h 6858000"/>
              <a:gd name="connsiteX801" fmla="*/ 5504425 w 7467600"/>
              <a:gd name="connsiteY801" fmla="*/ 848067 h 6858000"/>
              <a:gd name="connsiteX802" fmla="*/ 3607114 w 7467600"/>
              <a:gd name="connsiteY802" fmla="*/ 467441 h 6858000"/>
              <a:gd name="connsiteX803" fmla="*/ 3296242 w 7467600"/>
              <a:gd name="connsiteY803" fmla="*/ 807991 h 6858000"/>
              <a:gd name="connsiteX804" fmla="*/ 3174674 w 7467600"/>
              <a:gd name="connsiteY804" fmla="*/ 919759 h 6858000"/>
              <a:gd name="connsiteX805" fmla="*/ 3042978 w 7467600"/>
              <a:gd name="connsiteY805" fmla="*/ 1054894 h 6858000"/>
              <a:gd name="connsiteX806" fmla="*/ 2968914 w 7467600"/>
              <a:gd name="connsiteY806" fmla="*/ 1133756 h 6858000"/>
              <a:gd name="connsiteX807" fmla="*/ 3103823 w 7467600"/>
              <a:gd name="connsiteY807" fmla="*/ 1026814 h 6858000"/>
              <a:gd name="connsiteX808" fmla="*/ 3607114 w 7467600"/>
              <a:gd name="connsiteY808" fmla="*/ 467441 h 6858000"/>
              <a:gd name="connsiteX809" fmla="*/ 3744487 w 7467600"/>
              <a:gd name="connsiteY809" fmla="*/ 383136 h 6858000"/>
              <a:gd name="connsiteX810" fmla="*/ 3970213 w 7467600"/>
              <a:gd name="connsiteY810" fmla="*/ 995559 h 6858000"/>
              <a:gd name="connsiteX811" fmla="*/ 3744487 w 7467600"/>
              <a:gd name="connsiteY811" fmla="*/ 383136 h 6858000"/>
              <a:gd name="connsiteX812" fmla="*/ 3624562 w 7467600"/>
              <a:gd name="connsiteY812" fmla="*/ 367041 h 6858000"/>
              <a:gd name="connsiteX813" fmla="*/ 3489712 w 7467600"/>
              <a:gd name="connsiteY813" fmla="*/ 485386 h 6858000"/>
              <a:gd name="connsiteX814" fmla="*/ 3182994 w 7467600"/>
              <a:gd name="connsiteY814" fmla="*/ 828265 h 6858000"/>
              <a:gd name="connsiteX815" fmla="*/ 2892114 w 7467600"/>
              <a:gd name="connsiteY815" fmla="*/ 1172635 h 6858000"/>
              <a:gd name="connsiteX816" fmla="*/ 3021459 w 7467600"/>
              <a:gd name="connsiteY816" fmla="*/ 1035385 h 6858000"/>
              <a:gd name="connsiteX817" fmla="*/ 3153873 w 7467600"/>
              <a:gd name="connsiteY817" fmla="*/ 898971 h 6858000"/>
              <a:gd name="connsiteX818" fmla="*/ 3276511 w 7467600"/>
              <a:gd name="connsiteY818" fmla="*/ 786423 h 6858000"/>
              <a:gd name="connsiteX819" fmla="*/ 3584154 w 7467600"/>
              <a:gd name="connsiteY819" fmla="*/ 448218 h 6858000"/>
              <a:gd name="connsiteX820" fmla="*/ 3624562 w 7467600"/>
              <a:gd name="connsiteY820" fmla="*/ 367041 h 6858000"/>
              <a:gd name="connsiteX821" fmla="*/ 3766672 w 7467600"/>
              <a:gd name="connsiteY821" fmla="*/ 359429 h 6858000"/>
              <a:gd name="connsiteX822" fmla="*/ 3996338 w 7467600"/>
              <a:gd name="connsiteY822" fmla="*/ 968237 h 6858000"/>
              <a:gd name="connsiteX823" fmla="*/ 3766672 w 7467600"/>
              <a:gd name="connsiteY823" fmla="*/ 359429 h 6858000"/>
              <a:gd name="connsiteX824" fmla="*/ 5805386 w 7467600"/>
              <a:gd name="connsiteY824" fmla="*/ 239240 h 6858000"/>
              <a:gd name="connsiteX825" fmla="*/ 5736947 w 7467600"/>
              <a:gd name="connsiteY825" fmla="*/ 261367 h 6858000"/>
              <a:gd name="connsiteX826" fmla="*/ 5427012 w 7467600"/>
              <a:gd name="connsiteY826" fmla="*/ 311272 h 6858000"/>
              <a:gd name="connsiteX827" fmla="*/ 5147818 w 7467600"/>
              <a:gd name="connsiteY827" fmla="*/ 322112 h 6858000"/>
              <a:gd name="connsiteX828" fmla="*/ 5060854 w 7467600"/>
              <a:gd name="connsiteY828" fmla="*/ 311882 h 6858000"/>
              <a:gd name="connsiteX829" fmla="*/ 4945989 w 7467600"/>
              <a:gd name="connsiteY829" fmla="*/ 300516 h 6858000"/>
              <a:gd name="connsiteX830" fmla="*/ 5410479 w 7467600"/>
              <a:gd name="connsiteY830" fmla="*/ 348434 h 6858000"/>
              <a:gd name="connsiteX831" fmla="*/ 5805386 w 7467600"/>
              <a:gd name="connsiteY831" fmla="*/ 239240 h 6858000"/>
              <a:gd name="connsiteX832" fmla="*/ 5905192 w 7467600"/>
              <a:gd name="connsiteY832" fmla="*/ 163079 h 6858000"/>
              <a:gd name="connsiteX833" fmla="*/ 5865655 w 7467600"/>
              <a:gd name="connsiteY833" fmla="*/ 171901 h 6858000"/>
              <a:gd name="connsiteX834" fmla="*/ 5259740 w 7467600"/>
              <a:gd name="connsiteY834" fmla="*/ 257013 h 6858000"/>
              <a:gd name="connsiteX835" fmla="*/ 5208466 w 7467600"/>
              <a:gd name="connsiteY835" fmla="*/ 257550 h 6858000"/>
              <a:gd name="connsiteX836" fmla="*/ 4980204 w 7467600"/>
              <a:gd name="connsiteY836" fmla="*/ 271903 h 6858000"/>
              <a:gd name="connsiteX837" fmla="*/ 5068068 w 7467600"/>
              <a:gd name="connsiteY837" fmla="*/ 282244 h 6858000"/>
              <a:gd name="connsiteX838" fmla="*/ 5153231 w 7467600"/>
              <a:gd name="connsiteY838" fmla="*/ 292240 h 6858000"/>
              <a:gd name="connsiteX839" fmla="*/ 5426491 w 7467600"/>
              <a:gd name="connsiteY839" fmla="*/ 281128 h 6858000"/>
              <a:gd name="connsiteX840" fmla="*/ 5731212 w 7467600"/>
              <a:gd name="connsiteY840" fmla="*/ 231951 h 6858000"/>
              <a:gd name="connsiteX841" fmla="*/ 5905192 w 7467600"/>
              <a:gd name="connsiteY841" fmla="*/ 163079 h 6858000"/>
              <a:gd name="connsiteX842" fmla="*/ 5944437 w 7467600"/>
              <a:gd name="connsiteY842" fmla="*/ 113829 h 6858000"/>
              <a:gd name="connsiteX843" fmla="*/ 5825032 w 7467600"/>
              <a:gd name="connsiteY843" fmla="*/ 146405 h 6858000"/>
              <a:gd name="connsiteX844" fmla="*/ 4955599 w 7467600"/>
              <a:gd name="connsiteY844" fmla="*/ 247008 h 6858000"/>
              <a:gd name="connsiteX845" fmla="*/ 5210104 w 7467600"/>
              <a:gd name="connsiteY845" fmla="*/ 228123 h 6858000"/>
              <a:gd name="connsiteX846" fmla="*/ 5261015 w 7467600"/>
              <a:gd name="connsiteY846" fmla="*/ 227087 h 6858000"/>
              <a:gd name="connsiteX847" fmla="*/ 5861181 w 7467600"/>
              <a:gd name="connsiteY847" fmla="*/ 143093 h 6858000"/>
              <a:gd name="connsiteX848" fmla="*/ 5961252 w 7467600"/>
              <a:gd name="connsiteY848" fmla="*/ 114820 h 6858000"/>
              <a:gd name="connsiteX849" fmla="*/ 5944437 w 7467600"/>
              <a:gd name="connsiteY849" fmla="*/ 113829 h 6858000"/>
              <a:gd name="connsiteX850" fmla="*/ 3882765 w 7467600"/>
              <a:gd name="connsiteY850" fmla="*/ 0 h 6858000"/>
              <a:gd name="connsiteX851" fmla="*/ 3995099 w 7467600"/>
              <a:gd name="connsiteY851" fmla="*/ 0 h 6858000"/>
              <a:gd name="connsiteX852" fmla="*/ 4163818 w 7467600"/>
              <a:gd name="connsiteY852" fmla="*/ 234104 h 6858000"/>
              <a:gd name="connsiteX853" fmla="*/ 4172099 w 7467600"/>
              <a:gd name="connsiteY853" fmla="*/ 234207 h 6858000"/>
              <a:gd name="connsiteX854" fmla="*/ 4784282 w 7467600"/>
              <a:gd name="connsiteY854" fmla="*/ 276561 h 6858000"/>
              <a:gd name="connsiteX855" fmla="*/ 4801687 w 7467600"/>
              <a:gd name="connsiteY855" fmla="*/ 267764 h 6858000"/>
              <a:gd name="connsiteX856" fmla="*/ 6082788 w 7467600"/>
              <a:gd name="connsiteY856" fmla="*/ 64119 h 6858000"/>
              <a:gd name="connsiteX857" fmla="*/ 6099442 w 7467600"/>
              <a:gd name="connsiteY857" fmla="*/ 82568 h 6858000"/>
              <a:gd name="connsiteX858" fmla="*/ 4804137 w 7467600"/>
              <a:gd name="connsiteY858" fmla="*/ 320931 h 6858000"/>
              <a:gd name="connsiteX859" fmla="*/ 4227047 w 7467600"/>
              <a:gd name="connsiteY859" fmla="*/ 313415 h 6858000"/>
              <a:gd name="connsiteX860" fmla="*/ 4346041 w 7467600"/>
              <a:gd name="connsiteY860" fmla="*/ 456086 h 6858000"/>
              <a:gd name="connsiteX861" fmla="*/ 4870967 w 7467600"/>
              <a:gd name="connsiteY861" fmla="*/ 963061 h 6858000"/>
              <a:gd name="connsiteX862" fmla="*/ 4889647 w 7467600"/>
              <a:gd name="connsiteY862" fmla="*/ 957147 h 6858000"/>
              <a:gd name="connsiteX863" fmla="*/ 5422504 w 7467600"/>
              <a:gd name="connsiteY863" fmla="*/ 805191 h 6858000"/>
              <a:gd name="connsiteX864" fmla="*/ 6087656 w 7467600"/>
              <a:gd name="connsiteY864" fmla="*/ 826703 h 6858000"/>
              <a:gd name="connsiteX865" fmla="*/ 6058717 w 7467600"/>
              <a:gd name="connsiteY865" fmla="*/ 865992 h 6858000"/>
              <a:gd name="connsiteX866" fmla="*/ 4974153 w 7467600"/>
              <a:gd name="connsiteY866" fmla="*/ 1045456 h 6858000"/>
              <a:gd name="connsiteX867" fmla="*/ 5627835 w 7467600"/>
              <a:gd name="connsiteY867" fmla="*/ 1472077 h 6858000"/>
              <a:gd name="connsiteX868" fmla="*/ 5629817 w 7467600"/>
              <a:gd name="connsiteY868" fmla="*/ 1471412 h 6858000"/>
              <a:gd name="connsiteX869" fmla="*/ 5634124 w 7467600"/>
              <a:gd name="connsiteY869" fmla="*/ 1470572 h 6858000"/>
              <a:gd name="connsiteX870" fmla="*/ 5755832 w 7467600"/>
              <a:gd name="connsiteY870" fmla="*/ 1383886 h 6858000"/>
              <a:gd name="connsiteX871" fmla="*/ 6014186 w 7467600"/>
              <a:gd name="connsiteY871" fmla="*/ 1279799 h 6858000"/>
              <a:gd name="connsiteX872" fmla="*/ 6901619 w 7467600"/>
              <a:gd name="connsiteY872" fmla="*/ 1047874 h 6858000"/>
              <a:gd name="connsiteX873" fmla="*/ 6931566 w 7467600"/>
              <a:gd name="connsiteY873" fmla="*/ 1062034 h 6858000"/>
              <a:gd name="connsiteX874" fmla="*/ 5790982 w 7467600"/>
              <a:gd name="connsiteY874" fmla="*/ 1561380 h 6858000"/>
              <a:gd name="connsiteX875" fmla="*/ 6188971 w 7467600"/>
              <a:gd name="connsiteY875" fmla="*/ 1755168 h 6858000"/>
              <a:gd name="connsiteX876" fmla="*/ 6202446 w 7467600"/>
              <a:gd name="connsiteY876" fmla="*/ 1752268 h 6858000"/>
              <a:gd name="connsiteX877" fmla="*/ 7179560 w 7467600"/>
              <a:gd name="connsiteY877" fmla="*/ 1467551 h 6858000"/>
              <a:gd name="connsiteX878" fmla="*/ 7158730 w 7467600"/>
              <a:gd name="connsiteY878" fmla="*/ 1507835 h 6858000"/>
              <a:gd name="connsiteX879" fmla="*/ 6326959 w 7467600"/>
              <a:gd name="connsiteY879" fmla="*/ 1817686 h 6858000"/>
              <a:gd name="connsiteX880" fmla="*/ 6537433 w 7467600"/>
              <a:gd name="connsiteY880" fmla="*/ 1907790 h 6858000"/>
              <a:gd name="connsiteX881" fmla="*/ 6550221 w 7467600"/>
              <a:gd name="connsiteY881" fmla="*/ 1910729 h 6858000"/>
              <a:gd name="connsiteX882" fmla="*/ 6964438 w 7467600"/>
              <a:gd name="connsiteY882" fmla="*/ 2209505 h 6858000"/>
              <a:gd name="connsiteX883" fmla="*/ 7367862 w 7467600"/>
              <a:gd name="connsiteY883" fmla="*/ 2806833 h 6858000"/>
              <a:gd name="connsiteX884" fmla="*/ 7364329 w 7467600"/>
              <a:gd name="connsiteY884" fmla="*/ 2826907 h 6858000"/>
              <a:gd name="connsiteX885" fmla="*/ 7290545 w 7467600"/>
              <a:gd name="connsiteY885" fmla="*/ 2850663 h 6858000"/>
              <a:gd name="connsiteX886" fmla="*/ 6472036 w 7467600"/>
              <a:gd name="connsiteY886" fmla="*/ 1959003 h 6858000"/>
              <a:gd name="connsiteX887" fmla="*/ 5792897 w 7467600"/>
              <a:gd name="connsiteY887" fmla="*/ 1647747 h 6858000"/>
              <a:gd name="connsiteX888" fmla="*/ 5842751 w 7467600"/>
              <a:gd name="connsiteY888" fmla="*/ 1816112 h 6858000"/>
              <a:gd name="connsiteX889" fmla="*/ 5847424 w 7467600"/>
              <a:gd name="connsiteY889" fmla="*/ 1815776 h 6858000"/>
              <a:gd name="connsiteX890" fmla="*/ 6399821 w 7467600"/>
              <a:gd name="connsiteY890" fmla="*/ 2344799 h 6858000"/>
              <a:gd name="connsiteX891" fmla="*/ 6323232 w 7467600"/>
              <a:gd name="connsiteY891" fmla="*/ 2389634 h 6858000"/>
              <a:gd name="connsiteX892" fmla="*/ 5942958 w 7467600"/>
              <a:gd name="connsiteY892" fmla="*/ 2077708 h 6858000"/>
              <a:gd name="connsiteX893" fmla="*/ 5921559 w 7467600"/>
              <a:gd name="connsiteY893" fmla="*/ 2378596 h 6858000"/>
              <a:gd name="connsiteX894" fmla="*/ 5817651 w 7467600"/>
              <a:gd name="connsiteY894" fmla="*/ 3023919 h 6858000"/>
              <a:gd name="connsiteX895" fmla="*/ 5729634 w 7467600"/>
              <a:gd name="connsiteY895" fmla="*/ 3051849 h 6858000"/>
              <a:gd name="connsiteX896" fmla="*/ 5611018 w 7467600"/>
              <a:gd name="connsiteY896" fmla="*/ 2316769 h 6858000"/>
              <a:gd name="connsiteX897" fmla="*/ 5687608 w 7467600"/>
              <a:gd name="connsiteY897" fmla="*/ 2039972 h 6858000"/>
              <a:gd name="connsiteX898" fmla="*/ 5657554 w 7467600"/>
              <a:gd name="connsiteY898" fmla="*/ 1576445 h 6858000"/>
              <a:gd name="connsiteX899" fmla="*/ 5150475 w 7467600"/>
              <a:gd name="connsiteY899" fmla="*/ 1274012 h 6858000"/>
              <a:gd name="connsiteX900" fmla="*/ 5349142 w 7467600"/>
              <a:gd name="connsiteY900" fmla="*/ 2204405 h 6858000"/>
              <a:gd name="connsiteX901" fmla="*/ 5262214 w 7467600"/>
              <a:gd name="connsiteY901" fmla="*/ 2233836 h 6858000"/>
              <a:gd name="connsiteX902" fmla="*/ 4981539 w 7467600"/>
              <a:gd name="connsiteY902" fmla="*/ 1542201 h 6858000"/>
              <a:gd name="connsiteX903" fmla="*/ 4958461 w 7467600"/>
              <a:gd name="connsiteY903" fmla="*/ 1136957 h 6858000"/>
              <a:gd name="connsiteX904" fmla="*/ 4655015 w 7467600"/>
              <a:gd name="connsiteY904" fmla="*/ 891426 h 6858000"/>
              <a:gd name="connsiteX905" fmla="*/ 4348002 w 7467600"/>
              <a:gd name="connsiteY905" fmla="*/ 2205895 h 6858000"/>
              <a:gd name="connsiteX906" fmla="*/ 4262250 w 7467600"/>
              <a:gd name="connsiteY906" fmla="*/ 2219972 h 6858000"/>
              <a:gd name="connsiteX907" fmla="*/ 4550611 w 7467600"/>
              <a:gd name="connsiteY907" fmla="*/ 817540 h 6858000"/>
              <a:gd name="connsiteX908" fmla="*/ 4564418 w 7467600"/>
              <a:gd name="connsiteY908" fmla="*/ 808293 h 6858000"/>
              <a:gd name="connsiteX909" fmla="*/ 4266388 w 7467600"/>
              <a:gd name="connsiteY909" fmla="*/ 500083 h 6858000"/>
              <a:gd name="connsiteX910" fmla="*/ 4032842 w 7467600"/>
              <a:gd name="connsiteY910" fmla="*/ 211809 h 6858000"/>
              <a:gd name="connsiteX911" fmla="*/ 3882765 w 7467600"/>
              <a:gd name="connsiteY911" fmla="*/ 0 h 6858000"/>
              <a:gd name="connsiteX912" fmla="*/ 3721337 w 7467600"/>
              <a:gd name="connsiteY912" fmla="*/ 0 h 6858000"/>
              <a:gd name="connsiteX913" fmla="*/ 3797544 w 7467600"/>
              <a:gd name="connsiteY913" fmla="*/ 0 h 6858000"/>
              <a:gd name="connsiteX914" fmla="*/ 3775734 w 7467600"/>
              <a:gd name="connsiteY914" fmla="*/ 95131 h 6858000"/>
              <a:gd name="connsiteX915" fmla="*/ 3724807 w 7467600"/>
              <a:gd name="connsiteY915" fmla="*/ 272257 h 6858000"/>
              <a:gd name="connsiteX916" fmla="*/ 3726844 w 7467600"/>
              <a:gd name="connsiteY916" fmla="*/ 282988 h 6858000"/>
              <a:gd name="connsiteX917" fmla="*/ 3742664 w 7467600"/>
              <a:gd name="connsiteY917" fmla="*/ 279918 h 6858000"/>
              <a:gd name="connsiteX918" fmla="*/ 4103910 w 7467600"/>
              <a:gd name="connsiteY918" fmla="*/ 1161917 h 6858000"/>
              <a:gd name="connsiteX919" fmla="*/ 4020269 w 7467600"/>
              <a:gd name="connsiteY919" fmla="*/ 1200406 h 6858000"/>
              <a:gd name="connsiteX920" fmla="*/ 3674882 w 7467600"/>
              <a:gd name="connsiteY920" fmla="*/ 488524 h 6858000"/>
              <a:gd name="connsiteX921" fmla="*/ 3132682 w 7467600"/>
              <a:gd name="connsiteY921" fmla="*/ 1072284 h 6858000"/>
              <a:gd name="connsiteX922" fmla="*/ 2716346 w 7467600"/>
              <a:gd name="connsiteY922" fmla="*/ 1276376 h 6858000"/>
              <a:gd name="connsiteX923" fmla="*/ 2716772 w 7467600"/>
              <a:gd name="connsiteY923" fmla="*/ 1255462 h 6858000"/>
              <a:gd name="connsiteX924" fmla="*/ 3471096 w 7467600"/>
              <a:gd name="connsiteY924" fmla="*/ 437072 h 6858000"/>
              <a:gd name="connsiteX925" fmla="*/ 3639057 w 7467600"/>
              <a:gd name="connsiteY925" fmla="*/ 286334 h 6858000"/>
              <a:gd name="connsiteX926" fmla="*/ 3640309 w 7467600"/>
              <a:gd name="connsiteY926" fmla="*/ 284664 h 6858000"/>
              <a:gd name="connsiteX927" fmla="*/ 3646022 w 7467600"/>
              <a:gd name="connsiteY927" fmla="*/ 276711 h 6858000"/>
              <a:gd name="connsiteX928" fmla="*/ 3707943 w 7467600"/>
              <a:gd name="connsiteY928" fmla="*/ 65958 h 6858000"/>
              <a:gd name="connsiteX929" fmla="*/ 3721337 w 7467600"/>
              <a:gd name="connsiteY929" fmla="*/ 0 h 6858000"/>
              <a:gd name="connsiteX930" fmla="*/ 2867960 w 7467600"/>
              <a:gd name="connsiteY930" fmla="*/ 0 h 6858000"/>
              <a:gd name="connsiteX931" fmla="*/ 2926351 w 7467600"/>
              <a:gd name="connsiteY931" fmla="*/ 0 h 6858000"/>
              <a:gd name="connsiteX932" fmla="*/ 2902823 w 7467600"/>
              <a:gd name="connsiteY932" fmla="*/ 262929 h 6858000"/>
              <a:gd name="connsiteX933" fmla="*/ 2940663 w 7467600"/>
              <a:gd name="connsiteY933" fmla="*/ 140884 h 6858000"/>
              <a:gd name="connsiteX934" fmla="*/ 2947039 w 7467600"/>
              <a:gd name="connsiteY934" fmla="*/ 122524 h 6858000"/>
              <a:gd name="connsiteX935" fmla="*/ 2984316 w 7467600"/>
              <a:gd name="connsiteY935" fmla="*/ 0 h 6858000"/>
              <a:gd name="connsiteX936" fmla="*/ 3016114 w 7467600"/>
              <a:gd name="connsiteY936" fmla="*/ 0 h 6858000"/>
              <a:gd name="connsiteX937" fmla="*/ 2979949 w 7467600"/>
              <a:gd name="connsiteY937" fmla="*/ 119274 h 6858000"/>
              <a:gd name="connsiteX938" fmla="*/ 3023879 w 7467600"/>
              <a:gd name="connsiteY938" fmla="*/ 0 h 6858000"/>
              <a:gd name="connsiteX939" fmla="*/ 3105400 w 7467600"/>
              <a:gd name="connsiteY939" fmla="*/ 0 h 6858000"/>
              <a:gd name="connsiteX940" fmla="*/ 3094669 w 7467600"/>
              <a:gd name="connsiteY940" fmla="*/ 30308 h 6858000"/>
              <a:gd name="connsiteX941" fmla="*/ 2901945 w 7467600"/>
              <a:gd name="connsiteY941" fmla="*/ 466538 h 6858000"/>
              <a:gd name="connsiteX942" fmla="*/ 2815209 w 7467600"/>
              <a:gd name="connsiteY942" fmla="*/ 497361 h 6858000"/>
              <a:gd name="connsiteX943" fmla="*/ 2844845 w 7467600"/>
              <a:gd name="connsiteY943" fmla="*/ 127638 h 6858000"/>
              <a:gd name="connsiteX944" fmla="*/ 2867960 w 7467600"/>
              <a:gd name="connsiteY944" fmla="*/ 0 h 6858000"/>
              <a:gd name="connsiteX945" fmla="*/ 1057230 w 7467600"/>
              <a:gd name="connsiteY945" fmla="*/ 0 h 6858000"/>
              <a:gd name="connsiteX946" fmla="*/ 1111003 w 7467600"/>
              <a:gd name="connsiteY946" fmla="*/ 0 h 6858000"/>
              <a:gd name="connsiteX947" fmla="*/ 1125553 w 7467600"/>
              <a:gd name="connsiteY947" fmla="*/ 52588 h 6858000"/>
              <a:gd name="connsiteX948" fmla="*/ 1304276 w 7467600"/>
              <a:gd name="connsiteY948" fmla="*/ 476275 h 6858000"/>
              <a:gd name="connsiteX949" fmla="*/ 1492066 w 7467600"/>
              <a:gd name="connsiteY949" fmla="*/ 886333 h 6858000"/>
              <a:gd name="connsiteX950" fmla="*/ 1423698 w 7467600"/>
              <a:gd name="connsiteY950" fmla="*/ 710817 h 6858000"/>
              <a:gd name="connsiteX951" fmla="*/ 1357609 w 7467600"/>
              <a:gd name="connsiteY951" fmla="*/ 532892 h 6858000"/>
              <a:gd name="connsiteX952" fmla="*/ 1309550 w 7467600"/>
              <a:gd name="connsiteY952" fmla="*/ 374031 h 6858000"/>
              <a:gd name="connsiteX953" fmla="*/ 1193673 w 7467600"/>
              <a:gd name="connsiteY953" fmla="*/ 49533 h 6858000"/>
              <a:gd name="connsiteX954" fmla="*/ 1164391 w 7467600"/>
              <a:gd name="connsiteY954" fmla="*/ 0 h 6858000"/>
              <a:gd name="connsiteX955" fmla="*/ 1200666 w 7467600"/>
              <a:gd name="connsiteY955" fmla="*/ 0 h 6858000"/>
              <a:gd name="connsiteX956" fmla="*/ 1223408 w 7467600"/>
              <a:gd name="connsiteY956" fmla="*/ 38996 h 6858000"/>
              <a:gd name="connsiteX957" fmla="*/ 1339635 w 7467600"/>
              <a:gd name="connsiteY957" fmla="*/ 365517 h 6858000"/>
              <a:gd name="connsiteX958" fmla="*/ 1387469 w 7467600"/>
              <a:gd name="connsiteY958" fmla="*/ 523079 h 6858000"/>
              <a:gd name="connsiteX959" fmla="*/ 1452685 w 7467600"/>
              <a:gd name="connsiteY959" fmla="*/ 699806 h 6858000"/>
              <a:gd name="connsiteX960" fmla="*/ 1492092 w 7467600"/>
              <a:gd name="connsiteY960" fmla="*/ 800424 h 6858000"/>
              <a:gd name="connsiteX961" fmla="*/ 1455302 w 7467600"/>
              <a:gd name="connsiteY961" fmla="*/ 632913 h 6858000"/>
              <a:gd name="connsiteX962" fmla="*/ 1222336 w 7467600"/>
              <a:gd name="connsiteY962" fmla="*/ 9480 h 6858000"/>
              <a:gd name="connsiteX963" fmla="*/ 1214634 w 7467600"/>
              <a:gd name="connsiteY963" fmla="*/ 0 h 6858000"/>
              <a:gd name="connsiteX964" fmla="*/ 1289827 w 7467600"/>
              <a:gd name="connsiteY964" fmla="*/ 0 h 6858000"/>
              <a:gd name="connsiteX965" fmla="*/ 1321076 w 7467600"/>
              <a:gd name="connsiteY965" fmla="*/ 59722 h 6858000"/>
              <a:gd name="connsiteX966" fmla="*/ 1512579 w 7467600"/>
              <a:gd name="connsiteY966" fmla="*/ 626441 h 6858000"/>
              <a:gd name="connsiteX967" fmla="*/ 1506076 w 7467600"/>
              <a:gd name="connsiteY967" fmla="*/ 1089289 h 6858000"/>
              <a:gd name="connsiteX968" fmla="*/ 1486346 w 7467600"/>
              <a:gd name="connsiteY968" fmla="*/ 1079919 h 6858000"/>
              <a:gd name="connsiteX969" fmla="*/ 1070511 w 7467600"/>
              <a:gd name="connsiteY969" fmla="*/ 48609 h 6858000"/>
              <a:gd name="connsiteX970" fmla="*/ 1057230 w 7467600"/>
              <a:gd name="connsiteY970" fmla="*/ 0 h 6858000"/>
              <a:gd name="connsiteX971" fmla="*/ 43151 w 7467600"/>
              <a:gd name="connsiteY971" fmla="*/ 0 h 6858000"/>
              <a:gd name="connsiteX972" fmla="*/ 95283 w 7467600"/>
              <a:gd name="connsiteY972" fmla="*/ 0 h 6858000"/>
              <a:gd name="connsiteX973" fmla="*/ 300708 w 7467600"/>
              <a:gd name="connsiteY973" fmla="*/ 154571 h 6858000"/>
              <a:gd name="connsiteX974" fmla="*/ 530414 w 7467600"/>
              <a:gd name="connsiteY974" fmla="*/ 354673 h 6858000"/>
              <a:gd name="connsiteX975" fmla="*/ 333785 w 7467600"/>
              <a:gd name="connsiteY975" fmla="*/ 161564 h 6858000"/>
              <a:gd name="connsiteX976" fmla="*/ 147005 w 7467600"/>
              <a:gd name="connsiteY976" fmla="*/ 0 h 6858000"/>
              <a:gd name="connsiteX977" fmla="*/ 272509 w 7467600"/>
              <a:gd name="connsiteY977" fmla="*/ 0 h 6858000"/>
              <a:gd name="connsiteX978" fmla="*/ 326276 w 7467600"/>
              <a:gd name="connsiteY978" fmla="*/ 45847 h 6858000"/>
              <a:gd name="connsiteX979" fmla="*/ 823759 w 7467600"/>
              <a:gd name="connsiteY979" fmla="*/ 574145 h 6858000"/>
              <a:gd name="connsiteX980" fmla="*/ 811254 w 7467600"/>
              <a:gd name="connsiteY980" fmla="*/ 665546 h 6858000"/>
              <a:gd name="connsiteX981" fmla="*/ 154042 w 7467600"/>
              <a:gd name="connsiteY981" fmla="*/ 261522 h 6858000"/>
              <a:gd name="connsiteX982" fmla="*/ 13550 w 7467600"/>
              <a:gd name="connsiteY982" fmla="*/ 158423 h 6858000"/>
              <a:gd name="connsiteX983" fmla="*/ 0 w 7467600"/>
              <a:gd name="connsiteY983" fmla="*/ 146618 h 6858000"/>
              <a:gd name="connsiteX984" fmla="*/ 0 w 7467600"/>
              <a:gd name="connsiteY984" fmla="*/ 59161 h 6858000"/>
              <a:gd name="connsiteX985" fmla="*/ 45427 w 7467600"/>
              <a:gd name="connsiteY985" fmla="*/ 101078 h 6858000"/>
              <a:gd name="connsiteX986" fmla="*/ 630103 w 7467600"/>
              <a:gd name="connsiteY986" fmla="*/ 485885 h 6858000"/>
              <a:gd name="connsiteX987" fmla="*/ 532040 w 7467600"/>
              <a:gd name="connsiteY987" fmla="*/ 399359 h 6858000"/>
              <a:gd name="connsiteX988" fmla="*/ 517618 w 7467600"/>
              <a:gd name="connsiteY988" fmla="*/ 385726 h 6858000"/>
              <a:gd name="connsiteX989" fmla="*/ 285074 w 7467600"/>
              <a:gd name="connsiteY989" fmla="*/ 182755 h 6858000"/>
              <a:gd name="connsiteX990" fmla="*/ 43151 w 7467600"/>
              <a:gd name="connsiteY99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312201 w 7467600"/>
              <a:gd name="connsiteY133" fmla="*/ 5128278 h 6858000"/>
              <a:gd name="connsiteX134" fmla="*/ 1903353 w 7467600"/>
              <a:gd name="connsiteY134" fmla="*/ 5044827 h 6858000"/>
              <a:gd name="connsiteX135" fmla="*/ 1936931 w 7467600"/>
              <a:gd name="connsiteY135" fmla="*/ 5093954 h 6858000"/>
              <a:gd name="connsiteX136" fmla="*/ 2195868 w 7467600"/>
              <a:gd name="connsiteY136" fmla="*/ 5396574 h 6858000"/>
              <a:gd name="connsiteX137" fmla="*/ 2088852 w 7467600"/>
              <a:gd name="connsiteY137" fmla="*/ 5166123 h 6858000"/>
              <a:gd name="connsiteX138" fmla="*/ 1958241 w 7467600"/>
              <a:gd name="connsiteY138" fmla="*/ 5067955 h 6858000"/>
              <a:gd name="connsiteX139" fmla="*/ 1903353 w 7467600"/>
              <a:gd name="connsiteY139" fmla="*/ 5044827 h 6858000"/>
              <a:gd name="connsiteX140" fmla="*/ 1979378 w 7467600"/>
              <a:gd name="connsiteY140" fmla="*/ 4769504 h 6858000"/>
              <a:gd name="connsiteX141" fmla="*/ 2882120 w 7467600"/>
              <a:gd name="connsiteY141" fmla="*/ 5064547 h 6858000"/>
              <a:gd name="connsiteX142" fmla="*/ 2793103 w 7467600"/>
              <a:gd name="connsiteY142" fmla="*/ 5039699 h 6858000"/>
              <a:gd name="connsiteX143" fmla="*/ 2770041 w 7467600"/>
              <a:gd name="connsiteY143" fmla="*/ 5033634 h 6858000"/>
              <a:gd name="connsiteX144" fmla="*/ 1979378 w 7467600"/>
              <a:gd name="connsiteY144" fmla="*/ 4769504 h 6858000"/>
              <a:gd name="connsiteX145" fmla="*/ 1927410 w 7467600"/>
              <a:gd name="connsiteY145" fmla="*/ 4716164 h 6858000"/>
              <a:gd name="connsiteX146" fmla="*/ 1959587 w 7467600"/>
              <a:gd name="connsiteY146" fmla="*/ 4728849 h 6858000"/>
              <a:gd name="connsiteX147" fmla="*/ 2777707 w 7467600"/>
              <a:gd name="connsiteY147" fmla="*/ 5003991 h 6858000"/>
              <a:gd name="connsiteX148" fmla="*/ 2800768 w 7467600"/>
              <a:gd name="connsiteY148" fmla="*/ 5010056 h 6858000"/>
              <a:gd name="connsiteX149" fmla="*/ 2879408 w 7467600"/>
              <a:gd name="connsiteY149" fmla="*/ 5031590 h 6858000"/>
              <a:gd name="connsiteX150" fmla="*/ 2862295 w 7467600"/>
              <a:gd name="connsiteY150" fmla="*/ 5022958 h 6858000"/>
              <a:gd name="connsiteX151" fmla="*/ 2813343 w 7467600"/>
              <a:gd name="connsiteY151" fmla="*/ 4998369 h 6858000"/>
              <a:gd name="connsiteX152" fmla="*/ 2646245 w 7467600"/>
              <a:gd name="connsiteY152" fmla="*/ 4930999 h 6858000"/>
              <a:gd name="connsiteX153" fmla="*/ 1999243 w 7467600"/>
              <a:gd name="connsiteY153" fmla="*/ 4730524 h 6858000"/>
              <a:gd name="connsiteX154" fmla="*/ 1979527 w 7467600"/>
              <a:gd name="connsiteY154" fmla="*/ 4726651 h 6858000"/>
              <a:gd name="connsiteX155" fmla="*/ 1927410 w 7467600"/>
              <a:gd name="connsiteY155" fmla="*/ 4716164 h 6858000"/>
              <a:gd name="connsiteX156" fmla="*/ 1997014 w 7467600"/>
              <a:gd name="connsiteY156" fmla="*/ 4698007 h 6858000"/>
              <a:gd name="connsiteX157" fmla="*/ 2005458 w 7467600"/>
              <a:gd name="connsiteY157" fmla="*/ 4699540 h 6858000"/>
              <a:gd name="connsiteX158" fmla="*/ 2657186 w 7467600"/>
              <a:gd name="connsiteY158" fmla="*/ 4901687 h 6858000"/>
              <a:gd name="connsiteX159" fmla="*/ 2826662 w 7467600"/>
              <a:gd name="connsiteY159" fmla="*/ 4970362 h 6858000"/>
              <a:gd name="connsiteX160" fmla="*/ 2876100 w 7467600"/>
              <a:gd name="connsiteY160" fmla="*/ 4995397 h 6858000"/>
              <a:gd name="connsiteX161" fmla="*/ 3042600 w 7467600"/>
              <a:gd name="connsiteY161" fmla="*/ 5059532 h 6858000"/>
              <a:gd name="connsiteX162" fmla="*/ 1997014 w 7467600"/>
              <a:gd name="connsiteY162" fmla="*/ 4698007 h 6858000"/>
              <a:gd name="connsiteX163" fmla="*/ 2305292 w 7467600"/>
              <a:gd name="connsiteY163" fmla="*/ 4219492 h 6858000"/>
              <a:gd name="connsiteX164" fmla="*/ 3360922 w 7467600"/>
              <a:gd name="connsiteY164" fmla="*/ 4529373 h 6858000"/>
              <a:gd name="connsiteX165" fmla="*/ 3492420 w 7467600"/>
              <a:gd name="connsiteY165" fmla="*/ 4510145 h 6858000"/>
              <a:gd name="connsiteX166" fmla="*/ 3364086 w 7467600"/>
              <a:gd name="connsiteY166" fmla="*/ 4480340 h 6858000"/>
              <a:gd name="connsiteX167" fmla="*/ 3225818 w 7467600"/>
              <a:gd name="connsiteY167" fmla="*/ 4411822 h 6858000"/>
              <a:gd name="connsiteX168" fmla="*/ 3129696 w 7467600"/>
              <a:gd name="connsiteY168" fmla="*/ 4360704 h 6858000"/>
              <a:gd name="connsiteX169" fmla="*/ 2814545 w 7467600"/>
              <a:gd name="connsiteY169" fmla="*/ 4282955 h 6858000"/>
              <a:gd name="connsiteX170" fmla="*/ 2305292 w 7467600"/>
              <a:gd name="connsiteY170" fmla="*/ 4219492 h 6858000"/>
              <a:gd name="connsiteX171" fmla="*/ 2626982 w 7467600"/>
              <a:gd name="connsiteY171" fmla="*/ 4206450 h 6858000"/>
              <a:gd name="connsiteX172" fmla="*/ 2490617 w 7467600"/>
              <a:gd name="connsiteY172" fmla="*/ 4206951 h 6858000"/>
              <a:gd name="connsiteX173" fmla="*/ 2819869 w 7467600"/>
              <a:gd name="connsiteY173" fmla="*/ 4252936 h 6858000"/>
              <a:gd name="connsiteX174" fmla="*/ 3143018 w 7467600"/>
              <a:gd name="connsiteY174" fmla="*/ 4332698 h 6858000"/>
              <a:gd name="connsiteX175" fmla="*/ 3241520 w 7467600"/>
              <a:gd name="connsiteY175" fmla="*/ 4385112 h 6858000"/>
              <a:gd name="connsiteX176" fmla="*/ 3374575 w 7467600"/>
              <a:gd name="connsiteY176" fmla="*/ 4451517 h 6858000"/>
              <a:gd name="connsiteX177" fmla="*/ 3505221 w 7467600"/>
              <a:gd name="connsiteY177" fmla="*/ 4480757 h 6858000"/>
              <a:gd name="connsiteX178" fmla="*/ 2626982 w 7467600"/>
              <a:gd name="connsiteY178" fmla="*/ 4206450 h 6858000"/>
              <a:gd name="connsiteX179" fmla="*/ 1310106 w 7467600"/>
              <a:gd name="connsiteY179" fmla="*/ 3943217 h 6858000"/>
              <a:gd name="connsiteX180" fmla="*/ 854994 w 7467600"/>
              <a:gd name="connsiteY180" fmla="*/ 4399136 h 6858000"/>
              <a:gd name="connsiteX181" fmla="*/ 742462 w 7467600"/>
              <a:gd name="connsiteY181" fmla="*/ 4594648 h 6858000"/>
              <a:gd name="connsiteX182" fmla="*/ 820602 w 7467600"/>
              <a:gd name="connsiteY182" fmla="*/ 4485915 h 6858000"/>
              <a:gd name="connsiteX183" fmla="*/ 878295 w 7467600"/>
              <a:gd name="connsiteY183" fmla="*/ 4403594 h 6858000"/>
              <a:gd name="connsiteX184" fmla="*/ 1240607 w 7467600"/>
              <a:gd name="connsiteY184" fmla="*/ 4010401 h 6858000"/>
              <a:gd name="connsiteX185" fmla="*/ 1310106 w 7467600"/>
              <a:gd name="connsiteY185" fmla="*/ 3943217 h 6858000"/>
              <a:gd name="connsiteX186" fmla="*/ 1423113 w 7467600"/>
              <a:gd name="connsiteY186" fmla="*/ 3874565 h 6858000"/>
              <a:gd name="connsiteX187" fmla="*/ 1260565 w 7467600"/>
              <a:gd name="connsiteY187" fmla="*/ 4031982 h 6858000"/>
              <a:gd name="connsiteX188" fmla="*/ 901900 w 7467600"/>
              <a:gd name="connsiteY188" fmla="*/ 4421236 h 6858000"/>
              <a:gd name="connsiteX189" fmla="*/ 845044 w 7467600"/>
              <a:gd name="connsiteY189" fmla="*/ 4502436 h 6858000"/>
              <a:gd name="connsiteX190" fmla="*/ 685926 w 7467600"/>
              <a:gd name="connsiteY190" fmla="*/ 4703069 h 6858000"/>
              <a:gd name="connsiteX191" fmla="*/ 684248 w 7467600"/>
              <a:gd name="connsiteY191" fmla="*/ 4706721 h 6858000"/>
              <a:gd name="connsiteX192" fmla="*/ 1423113 w 7467600"/>
              <a:gd name="connsiteY192" fmla="*/ 3874565 h 6858000"/>
              <a:gd name="connsiteX193" fmla="*/ 3316479 w 7467600"/>
              <a:gd name="connsiteY193" fmla="*/ 3872136 h 6858000"/>
              <a:gd name="connsiteX194" fmla="*/ 3546806 w 7467600"/>
              <a:gd name="connsiteY194" fmla="*/ 4356139 h 6858000"/>
              <a:gd name="connsiteX195" fmla="*/ 3364433 w 7467600"/>
              <a:gd name="connsiteY195" fmla="*/ 3953121 h 6858000"/>
              <a:gd name="connsiteX196" fmla="*/ 3316479 w 7467600"/>
              <a:gd name="connsiteY196" fmla="*/ 3872136 h 6858000"/>
              <a:gd name="connsiteX197" fmla="*/ 3291335 w 7467600"/>
              <a:gd name="connsiteY197" fmla="*/ 3767420 h 6858000"/>
              <a:gd name="connsiteX198" fmla="*/ 3390805 w 7467600"/>
              <a:gd name="connsiteY198" fmla="*/ 3937163 h 6858000"/>
              <a:gd name="connsiteX199" fmla="*/ 3579062 w 7467600"/>
              <a:gd name="connsiteY199" fmla="*/ 4359040 h 6858000"/>
              <a:gd name="connsiteX200" fmla="*/ 3467355 w 7467600"/>
              <a:gd name="connsiteY200" fmla="*/ 3988130 h 6858000"/>
              <a:gd name="connsiteX201" fmla="*/ 3310753 w 7467600"/>
              <a:gd name="connsiteY201" fmla="*/ 3787140 h 6858000"/>
              <a:gd name="connsiteX202" fmla="*/ 3291335 w 7467600"/>
              <a:gd name="connsiteY202" fmla="*/ 3767420 h 6858000"/>
              <a:gd name="connsiteX203" fmla="*/ 1635889 w 7467600"/>
              <a:gd name="connsiteY203" fmla="*/ 3709494 h 6858000"/>
              <a:gd name="connsiteX204" fmla="*/ 1634800 w 7467600"/>
              <a:gd name="connsiteY204" fmla="*/ 3731111 h 6858000"/>
              <a:gd name="connsiteX205" fmla="*/ 1635889 w 7467600"/>
              <a:gd name="connsiteY205" fmla="*/ 3709494 h 6858000"/>
              <a:gd name="connsiteX206" fmla="*/ 1510397 w 7467600"/>
              <a:gd name="connsiteY206" fmla="*/ 3684705 h 6858000"/>
              <a:gd name="connsiteX207" fmla="*/ 1146550 w 7467600"/>
              <a:gd name="connsiteY207" fmla="*/ 3802012 h 6858000"/>
              <a:gd name="connsiteX208" fmla="*/ 698834 w 7467600"/>
              <a:gd name="connsiteY208" fmla="*/ 3952272 h 6858000"/>
              <a:gd name="connsiteX209" fmla="*/ 34256 w 7467600"/>
              <a:gd name="connsiteY209" fmla="*/ 4347603 h 6858000"/>
              <a:gd name="connsiteX210" fmla="*/ 527241 w 7467600"/>
              <a:gd name="connsiteY210" fmla="*/ 4065078 h 6858000"/>
              <a:gd name="connsiteX211" fmla="*/ 1510397 w 7467600"/>
              <a:gd name="connsiteY211" fmla="*/ 3684705 h 6858000"/>
              <a:gd name="connsiteX212" fmla="*/ 1313114 w 7467600"/>
              <a:gd name="connsiteY212" fmla="*/ 3655216 h 6858000"/>
              <a:gd name="connsiteX213" fmla="*/ 1109304 w 7467600"/>
              <a:gd name="connsiteY213" fmla="*/ 3669030 h 6858000"/>
              <a:gd name="connsiteX214" fmla="*/ 8129 w 7467600"/>
              <a:gd name="connsiteY214" fmla="*/ 4330519 h 6858000"/>
              <a:gd name="connsiteX215" fmla="*/ 687572 w 7467600"/>
              <a:gd name="connsiteY215" fmla="*/ 3925629 h 6858000"/>
              <a:gd name="connsiteX216" fmla="*/ 1138365 w 7467600"/>
              <a:gd name="connsiteY216" fmla="*/ 3774515 h 6858000"/>
              <a:gd name="connsiteX217" fmla="*/ 1505579 w 7467600"/>
              <a:gd name="connsiteY217" fmla="*/ 3655526 h 6858000"/>
              <a:gd name="connsiteX218" fmla="*/ 1313114 w 7467600"/>
              <a:gd name="connsiteY218" fmla="*/ 3655216 h 6858000"/>
              <a:gd name="connsiteX219" fmla="*/ 3655073 w 7467600"/>
              <a:gd name="connsiteY219" fmla="*/ 3650884 h 6858000"/>
              <a:gd name="connsiteX220" fmla="*/ 3989938 w 7467600"/>
              <a:gd name="connsiteY220" fmla="*/ 3991685 h 6858000"/>
              <a:gd name="connsiteX221" fmla="*/ 4393907 w 7467600"/>
              <a:gd name="connsiteY221" fmla="*/ 4261258 h 6858000"/>
              <a:gd name="connsiteX222" fmla="*/ 4648051 w 7467600"/>
              <a:gd name="connsiteY222" fmla="*/ 4374051 h 6858000"/>
              <a:gd name="connsiteX223" fmla="*/ 4383389 w 7467600"/>
              <a:gd name="connsiteY223" fmla="*/ 4184369 h 6858000"/>
              <a:gd name="connsiteX224" fmla="*/ 4165508 w 7467600"/>
              <a:gd name="connsiteY224" fmla="*/ 4035196 h 6858000"/>
              <a:gd name="connsiteX225" fmla="*/ 4068162 w 7467600"/>
              <a:gd name="connsiteY225" fmla="*/ 3953394 h 6858000"/>
              <a:gd name="connsiteX226" fmla="*/ 3981416 w 7467600"/>
              <a:gd name="connsiteY226" fmla="*/ 3880482 h 6858000"/>
              <a:gd name="connsiteX227" fmla="*/ 3800147 w 7467600"/>
              <a:gd name="connsiteY227" fmla="*/ 3749872 h 6858000"/>
              <a:gd name="connsiteX228" fmla="*/ 3655073 w 7467600"/>
              <a:gd name="connsiteY228" fmla="*/ 3650884 h 6858000"/>
              <a:gd name="connsiteX229" fmla="*/ 3670252 w 7467600"/>
              <a:gd name="connsiteY229" fmla="*/ 3622798 h 6858000"/>
              <a:gd name="connsiteX230" fmla="*/ 3817258 w 7467600"/>
              <a:gd name="connsiteY230" fmla="*/ 3723577 h 6858000"/>
              <a:gd name="connsiteX231" fmla="*/ 4000461 w 7467600"/>
              <a:gd name="connsiteY231" fmla="*/ 3855966 h 6858000"/>
              <a:gd name="connsiteX232" fmla="*/ 4088180 w 7467600"/>
              <a:gd name="connsiteY232" fmla="*/ 3929774 h 6858000"/>
              <a:gd name="connsiteX233" fmla="*/ 4184555 w 7467600"/>
              <a:gd name="connsiteY233" fmla="*/ 4010683 h 6858000"/>
              <a:gd name="connsiteX234" fmla="*/ 4399563 w 7467600"/>
              <a:gd name="connsiteY234" fmla="*/ 4158106 h 6858000"/>
              <a:gd name="connsiteX235" fmla="*/ 4684469 w 7467600"/>
              <a:gd name="connsiteY235" fmla="*/ 4364680 h 6858000"/>
              <a:gd name="connsiteX236" fmla="*/ 4690271 w 7467600"/>
              <a:gd name="connsiteY236" fmla="*/ 4370034 h 6858000"/>
              <a:gd name="connsiteX237" fmla="*/ 4136093 w 7467600"/>
              <a:gd name="connsiteY237" fmla="*/ 3858466 h 6858000"/>
              <a:gd name="connsiteX238" fmla="*/ 3670252 w 7467600"/>
              <a:gd name="connsiteY238" fmla="*/ 3622798 h 6858000"/>
              <a:gd name="connsiteX239" fmla="*/ 4440129 w 7467600"/>
              <a:gd name="connsiteY239" fmla="*/ 3448571 h 6858000"/>
              <a:gd name="connsiteX240" fmla="*/ 4856525 w 7467600"/>
              <a:gd name="connsiteY240" fmla="*/ 3915351 h 6858000"/>
              <a:gd name="connsiteX241" fmla="*/ 5059055 w 7467600"/>
              <a:gd name="connsiteY241" fmla="*/ 4108918 h 6858000"/>
              <a:gd name="connsiteX242" fmla="*/ 5290070 w 7467600"/>
              <a:gd name="connsiteY242" fmla="*/ 4263619 h 6858000"/>
              <a:gd name="connsiteX243" fmla="*/ 4834991 w 7467600"/>
              <a:gd name="connsiteY243" fmla="*/ 3830985 h 6858000"/>
              <a:gd name="connsiteX244" fmla="*/ 4440129 w 7467600"/>
              <a:gd name="connsiteY244" fmla="*/ 3448571 h 6858000"/>
              <a:gd name="connsiteX245" fmla="*/ 4441737 w 7467600"/>
              <a:gd name="connsiteY245" fmla="*/ 3399734 h 6858000"/>
              <a:gd name="connsiteX246" fmla="*/ 4431236 w 7467600"/>
              <a:gd name="connsiteY246" fmla="*/ 3400954 h 6858000"/>
              <a:gd name="connsiteX247" fmla="*/ 4557150 w 7467600"/>
              <a:gd name="connsiteY247" fmla="*/ 3510023 h 6858000"/>
              <a:gd name="connsiteX248" fmla="*/ 4856936 w 7467600"/>
              <a:gd name="connsiteY248" fmla="*/ 3809146 h 6858000"/>
              <a:gd name="connsiteX249" fmla="*/ 5111996 w 7467600"/>
              <a:gd name="connsiteY249" fmla="*/ 4065759 h 6858000"/>
              <a:gd name="connsiteX250" fmla="*/ 5388878 w 7467600"/>
              <a:gd name="connsiteY250" fmla="*/ 4300185 h 6858000"/>
              <a:gd name="connsiteX251" fmla="*/ 5425556 w 7467600"/>
              <a:gd name="connsiteY251" fmla="*/ 4308967 h 6858000"/>
              <a:gd name="connsiteX252" fmla="*/ 4943646 w 7467600"/>
              <a:gd name="connsiteY252" fmla="*/ 3822916 h 6858000"/>
              <a:gd name="connsiteX253" fmla="*/ 4594837 w 7467600"/>
              <a:gd name="connsiteY253" fmla="*/ 3532274 h 6858000"/>
              <a:gd name="connsiteX254" fmla="*/ 4441737 w 7467600"/>
              <a:gd name="connsiteY254" fmla="*/ 3399734 h 6858000"/>
              <a:gd name="connsiteX255" fmla="*/ 5425834 w 7467600"/>
              <a:gd name="connsiteY255" fmla="*/ 3162785 h 6858000"/>
              <a:gd name="connsiteX256" fmla="*/ 5401644 w 7467600"/>
              <a:gd name="connsiteY256" fmla="*/ 3617847 h 6858000"/>
              <a:gd name="connsiteX257" fmla="*/ 5467256 w 7467600"/>
              <a:gd name="connsiteY257" fmla="*/ 4175494 h 6858000"/>
              <a:gd name="connsiteX258" fmla="*/ 5448069 w 7467600"/>
              <a:gd name="connsiteY258" fmla="*/ 3567554 h 6858000"/>
              <a:gd name="connsiteX259" fmla="*/ 5425834 w 7467600"/>
              <a:gd name="connsiteY259" fmla="*/ 3162785 h 6858000"/>
              <a:gd name="connsiteX260" fmla="*/ 1318687 w 7467600"/>
              <a:gd name="connsiteY260" fmla="*/ 3113840 h 6858000"/>
              <a:gd name="connsiteX261" fmla="*/ 1066793 w 7467600"/>
              <a:gd name="connsiteY261" fmla="*/ 3212171 h 6858000"/>
              <a:gd name="connsiteX262" fmla="*/ 993319 w 7467600"/>
              <a:gd name="connsiteY262" fmla="*/ 3247648 h 6858000"/>
              <a:gd name="connsiteX263" fmla="*/ 853081 w 7467600"/>
              <a:gd name="connsiteY263" fmla="*/ 3312410 h 6858000"/>
              <a:gd name="connsiteX264" fmla="*/ 805957 w 7467600"/>
              <a:gd name="connsiteY264" fmla="*/ 3330443 h 6858000"/>
              <a:gd name="connsiteX265" fmla="*/ 1318687 w 7467600"/>
              <a:gd name="connsiteY265" fmla="*/ 3113840 h 6858000"/>
              <a:gd name="connsiteX266" fmla="*/ 5453702 w 7467600"/>
              <a:gd name="connsiteY266" fmla="*/ 3090882 h 6858000"/>
              <a:gd name="connsiteX267" fmla="*/ 5480135 w 7467600"/>
              <a:gd name="connsiteY267" fmla="*/ 3565802 h 6858000"/>
              <a:gd name="connsiteX268" fmla="*/ 5499023 w 7467600"/>
              <a:gd name="connsiteY268" fmla="*/ 4166310 h 6858000"/>
              <a:gd name="connsiteX269" fmla="*/ 5547022 w 7467600"/>
              <a:gd name="connsiteY269" fmla="*/ 3607838 h 6858000"/>
              <a:gd name="connsiteX270" fmla="*/ 5515964 w 7467600"/>
              <a:gd name="connsiteY270" fmla="*/ 3378541 h 6858000"/>
              <a:gd name="connsiteX271" fmla="*/ 5453702 w 7467600"/>
              <a:gd name="connsiteY271" fmla="*/ 3090882 h 6858000"/>
              <a:gd name="connsiteX272" fmla="*/ 1238695 w 7467600"/>
              <a:gd name="connsiteY272" fmla="*/ 3076820 h 6858000"/>
              <a:gd name="connsiteX273" fmla="*/ 716371 w 7467600"/>
              <a:gd name="connsiteY273" fmla="*/ 3293249 h 6858000"/>
              <a:gd name="connsiteX274" fmla="*/ 579522 w 7467600"/>
              <a:gd name="connsiteY274" fmla="*/ 3371759 h 6858000"/>
              <a:gd name="connsiteX275" fmla="*/ 600288 w 7467600"/>
              <a:gd name="connsiteY275" fmla="*/ 3365555 h 6858000"/>
              <a:gd name="connsiteX276" fmla="*/ 840692 w 7467600"/>
              <a:gd name="connsiteY276" fmla="*/ 3284921 h 6858000"/>
              <a:gd name="connsiteX277" fmla="*/ 979248 w 7467600"/>
              <a:gd name="connsiteY277" fmla="*/ 3221003 h 6858000"/>
              <a:gd name="connsiteX278" fmla="*/ 1053282 w 7467600"/>
              <a:gd name="connsiteY278" fmla="*/ 3185247 h 6858000"/>
              <a:gd name="connsiteX279" fmla="*/ 1320603 w 7467600"/>
              <a:gd name="connsiteY279" fmla="*/ 3081281 h 6858000"/>
              <a:gd name="connsiteX280" fmla="*/ 1238695 w 7467600"/>
              <a:gd name="connsiteY280" fmla="*/ 3076820 h 6858000"/>
              <a:gd name="connsiteX281" fmla="*/ 5425627 w 7467600"/>
              <a:gd name="connsiteY281" fmla="*/ 2954192 h 6858000"/>
              <a:gd name="connsiteX282" fmla="*/ 5470770 w 7467600"/>
              <a:gd name="connsiteY282" fmla="*/ 3005435 h 6858000"/>
              <a:gd name="connsiteX283" fmla="*/ 5519779 w 7467600"/>
              <a:gd name="connsiteY283" fmla="*/ 4359223 h 6858000"/>
              <a:gd name="connsiteX284" fmla="*/ 5520293 w 7467600"/>
              <a:gd name="connsiteY284" fmla="*/ 4360602 h 6858000"/>
              <a:gd name="connsiteX285" fmla="*/ 5767221 w 7467600"/>
              <a:gd name="connsiteY285" fmla="*/ 4665564 h 6858000"/>
              <a:gd name="connsiteX286" fmla="*/ 6937169 w 7467600"/>
              <a:gd name="connsiteY286" fmla="*/ 4815941 h 6858000"/>
              <a:gd name="connsiteX287" fmla="*/ 6953922 w 7467600"/>
              <a:gd name="connsiteY287" fmla="*/ 4890068 h 6858000"/>
              <a:gd name="connsiteX288" fmla="*/ 6071359 w 7467600"/>
              <a:gd name="connsiteY288" fmla="*/ 4770770 h 6858000"/>
              <a:gd name="connsiteX289" fmla="*/ 6038839 w 7467600"/>
              <a:gd name="connsiteY289" fmla="*/ 4764474 h 6858000"/>
              <a:gd name="connsiteX290" fmla="*/ 6038706 w 7467600"/>
              <a:gd name="connsiteY290" fmla="*/ 4763847 h 6858000"/>
              <a:gd name="connsiteX291" fmla="*/ 6037784 w 7467600"/>
              <a:gd name="connsiteY291" fmla="*/ 4764270 h 6858000"/>
              <a:gd name="connsiteX292" fmla="*/ 6038839 w 7467600"/>
              <a:gd name="connsiteY292" fmla="*/ 4764474 h 6858000"/>
              <a:gd name="connsiteX293" fmla="*/ 6040338 w 7467600"/>
              <a:gd name="connsiteY293" fmla="*/ 4771418 h 6858000"/>
              <a:gd name="connsiteX294" fmla="*/ 6024488 w 7467600"/>
              <a:gd name="connsiteY294" fmla="*/ 4809903 h 6858000"/>
              <a:gd name="connsiteX295" fmla="*/ 5599771 w 7467600"/>
              <a:gd name="connsiteY295" fmla="*/ 5509652 h 6858000"/>
              <a:gd name="connsiteX296" fmla="*/ 5548843 w 7467600"/>
              <a:gd name="connsiteY296" fmla="*/ 5563845 h 6858000"/>
              <a:gd name="connsiteX297" fmla="*/ 5940952 w 7467600"/>
              <a:gd name="connsiteY297" fmla="*/ 6250028 h 6858000"/>
              <a:gd name="connsiteX298" fmla="*/ 6043441 w 7467600"/>
              <a:gd name="connsiteY298" fmla="*/ 6665847 h 6858000"/>
              <a:gd name="connsiteX299" fmla="*/ 6093432 w 7467600"/>
              <a:gd name="connsiteY299" fmla="*/ 6858000 h 6858000"/>
              <a:gd name="connsiteX300" fmla="*/ 6034344 w 7467600"/>
              <a:gd name="connsiteY300" fmla="*/ 6858000 h 6858000"/>
              <a:gd name="connsiteX301" fmla="*/ 6026679 w 7467600"/>
              <a:gd name="connsiteY301" fmla="*/ 6836959 h 6858000"/>
              <a:gd name="connsiteX302" fmla="*/ 5800441 w 7467600"/>
              <a:gd name="connsiteY302" fmla="*/ 6335286 h 6858000"/>
              <a:gd name="connsiteX303" fmla="*/ 5526562 w 7467600"/>
              <a:gd name="connsiteY303" fmla="*/ 5705388 h 6858000"/>
              <a:gd name="connsiteX304" fmla="*/ 5519640 w 7467600"/>
              <a:gd name="connsiteY304" fmla="*/ 5683774 h 6858000"/>
              <a:gd name="connsiteX305" fmla="*/ 5844559 w 7467600"/>
              <a:gd name="connsiteY305" fmla="*/ 6553349 h 6858000"/>
              <a:gd name="connsiteX306" fmla="*/ 5975994 w 7467600"/>
              <a:gd name="connsiteY306" fmla="*/ 6858000 h 6858000"/>
              <a:gd name="connsiteX307" fmla="*/ 5898547 w 7467600"/>
              <a:gd name="connsiteY307" fmla="*/ 6858000 h 6858000"/>
              <a:gd name="connsiteX308" fmla="*/ 5682041 w 7467600"/>
              <a:gd name="connsiteY308" fmla="*/ 6355860 h 6858000"/>
              <a:gd name="connsiteX309" fmla="*/ 5461758 w 7467600"/>
              <a:gd name="connsiteY309" fmla="*/ 5820220 h 6858000"/>
              <a:gd name="connsiteX310" fmla="*/ 5237282 w 7467600"/>
              <a:gd name="connsiteY310" fmla="*/ 6579086 h 6858000"/>
              <a:gd name="connsiteX311" fmla="*/ 5115009 w 7467600"/>
              <a:gd name="connsiteY311" fmla="*/ 6858000 h 6858000"/>
              <a:gd name="connsiteX312" fmla="*/ 5028074 w 7467600"/>
              <a:gd name="connsiteY312" fmla="*/ 6858000 h 6858000"/>
              <a:gd name="connsiteX313" fmla="*/ 5079508 w 7467600"/>
              <a:gd name="connsiteY313" fmla="*/ 6749074 h 6858000"/>
              <a:gd name="connsiteX314" fmla="*/ 5371846 w 7467600"/>
              <a:gd name="connsiteY314" fmla="*/ 5924413 h 6858000"/>
              <a:gd name="connsiteX315" fmla="*/ 5270512 w 7467600"/>
              <a:gd name="connsiteY315" fmla="*/ 6138975 h 6858000"/>
              <a:gd name="connsiteX316" fmla="*/ 5062409 w 7467600"/>
              <a:gd name="connsiteY316" fmla="*/ 6653544 h 6858000"/>
              <a:gd name="connsiteX317" fmla="*/ 5036628 w 7467600"/>
              <a:gd name="connsiteY317" fmla="*/ 6754247 h 6858000"/>
              <a:gd name="connsiteX318" fmla="*/ 5009112 w 7467600"/>
              <a:gd name="connsiteY318" fmla="*/ 6858000 h 6858000"/>
              <a:gd name="connsiteX319" fmla="*/ 4976679 w 7467600"/>
              <a:gd name="connsiteY319" fmla="*/ 6858000 h 6858000"/>
              <a:gd name="connsiteX320" fmla="*/ 5006537 w 7467600"/>
              <a:gd name="connsiteY320" fmla="*/ 6747068 h 6858000"/>
              <a:gd name="connsiteX321" fmla="*/ 5032723 w 7467600"/>
              <a:gd name="connsiteY321" fmla="*/ 6644957 h 6858000"/>
              <a:gd name="connsiteX322" fmla="*/ 5242949 w 7467600"/>
              <a:gd name="connsiteY322" fmla="*/ 6125175 h 6858000"/>
              <a:gd name="connsiteX323" fmla="*/ 5286321 w 7467600"/>
              <a:gd name="connsiteY323" fmla="*/ 6033555 h 6858000"/>
              <a:gd name="connsiteX324" fmla="*/ 5008210 w 7467600"/>
              <a:gd name="connsiteY324" fmla="*/ 6649194 h 6858000"/>
              <a:gd name="connsiteX325" fmla="*/ 4986321 w 7467600"/>
              <a:gd name="connsiteY325" fmla="*/ 6765687 h 6858000"/>
              <a:gd name="connsiteX326" fmla="*/ 4973474 w 7467600"/>
              <a:gd name="connsiteY326" fmla="*/ 6858000 h 6858000"/>
              <a:gd name="connsiteX327" fmla="*/ 4907178 w 7467600"/>
              <a:gd name="connsiteY327" fmla="*/ 6858000 h 6858000"/>
              <a:gd name="connsiteX328" fmla="*/ 4910810 w 7467600"/>
              <a:gd name="connsiteY328" fmla="*/ 6829660 h 6858000"/>
              <a:gd name="connsiteX329" fmla="*/ 4987461 w 7467600"/>
              <a:gd name="connsiteY329" fmla="*/ 6432994 h 6858000"/>
              <a:gd name="connsiteX330" fmla="*/ 5179262 w 7467600"/>
              <a:gd name="connsiteY330" fmla="*/ 6035044 h 6858000"/>
              <a:gd name="connsiteX331" fmla="*/ 4689678 w 7467600"/>
              <a:gd name="connsiteY331" fmla="*/ 6440241 h 6858000"/>
              <a:gd name="connsiteX332" fmla="*/ 4477543 w 7467600"/>
              <a:gd name="connsiteY332" fmla="*/ 6674836 h 6858000"/>
              <a:gd name="connsiteX333" fmla="*/ 4329957 w 7467600"/>
              <a:gd name="connsiteY333" fmla="*/ 6858000 h 6858000"/>
              <a:gd name="connsiteX334" fmla="*/ 4218595 w 7467600"/>
              <a:gd name="connsiteY334" fmla="*/ 6858000 h 6858000"/>
              <a:gd name="connsiteX335" fmla="*/ 4368888 w 7467600"/>
              <a:gd name="connsiteY335" fmla="*/ 6668412 h 6858000"/>
              <a:gd name="connsiteX336" fmla="*/ 4563091 w 7467600"/>
              <a:gd name="connsiteY336" fmla="*/ 6442508 h 6858000"/>
              <a:gd name="connsiteX337" fmla="*/ 5387324 w 7467600"/>
              <a:gd name="connsiteY337" fmla="*/ 5705830 h 6858000"/>
              <a:gd name="connsiteX338" fmla="*/ 5073620 w 7467600"/>
              <a:gd name="connsiteY338" fmla="*/ 5955437 h 6858000"/>
              <a:gd name="connsiteX339" fmla="*/ 4689789 w 7467600"/>
              <a:gd name="connsiteY339" fmla="*/ 6268382 h 6858000"/>
              <a:gd name="connsiteX340" fmla="*/ 4418722 w 7467600"/>
              <a:gd name="connsiteY340" fmla="*/ 6570886 h 6858000"/>
              <a:gd name="connsiteX341" fmla="*/ 4214944 w 7467600"/>
              <a:gd name="connsiteY341" fmla="*/ 6858000 h 6858000"/>
              <a:gd name="connsiteX342" fmla="*/ 4177898 w 7467600"/>
              <a:gd name="connsiteY342" fmla="*/ 6858000 h 6858000"/>
              <a:gd name="connsiteX343" fmla="*/ 4391597 w 7467600"/>
              <a:gd name="connsiteY343" fmla="*/ 6556370 h 6858000"/>
              <a:gd name="connsiteX344" fmla="*/ 4668889 w 7467600"/>
              <a:gd name="connsiteY344" fmla="*/ 6246399 h 6858000"/>
              <a:gd name="connsiteX345" fmla="*/ 5055427 w 7467600"/>
              <a:gd name="connsiteY345" fmla="*/ 5931476 h 6858000"/>
              <a:gd name="connsiteX346" fmla="*/ 5371814 w 7467600"/>
              <a:gd name="connsiteY346" fmla="*/ 5678975 h 6858000"/>
              <a:gd name="connsiteX347" fmla="*/ 4987918 w 7467600"/>
              <a:gd name="connsiteY347" fmla="*/ 5838701 h 6858000"/>
              <a:gd name="connsiteX348" fmla="*/ 4317146 w 7467600"/>
              <a:gd name="connsiteY348" fmla="*/ 6587716 h 6858000"/>
              <a:gd name="connsiteX349" fmla="*/ 4171627 w 7467600"/>
              <a:gd name="connsiteY349" fmla="*/ 6858000 h 6858000"/>
              <a:gd name="connsiteX350" fmla="*/ 4081585 w 7467600"/>
              <a:gd name="connsiteY350" fmla="*/ 6858000 h 6858000"/>
              <a:gd name="connsiteX351" fmla="*/ 4238603 w 7467600"/>
              <a:gd name="connsiteY351" fmla="*/ 6559341 h 6858000"/>
              <a:gd name="connsiteX352" fmla="*/ 4778333 w 7467600"/>
              <a:gd name="connsiteY352" fmla="*/ 5873626 h 6858000"/>
              <a:gd name="connsiteX353" fmla="*/ 5414185 w 7467600"/>
              <a:gd name="connsiteY353" fmla="*/ 5573882 h 6858000"/>
              <a:gd name="connsiteX354" fmla="*/ 5959648 w 7467600"/>
              <a:gd name="connsiteY354" fmla="*/ 4760797 h 6858000"/>
              <a:gd name="connsiteX355" fmla="*/ 5355019 w 7467600"/>
              <a:gd name="connsiteY355" fmla="*/ 4734672 h 6858000"/>
              <a:gd name="connsiteX356" fmla="*/ 5083565 w 7467600"/>
              <a:gd name="connsiteY356" fmla="*/ 5179121 h 6858000"/>
              <a:gd name="connsiteX357" fmla="*/ 4713577 w 7467600"/>
              <a:gd name="connsiteY357" fmla="*/ 5616803 h 6858000"/>
              <a:gd name="connsiteX358" fmla="*/ 3989559 w 7467600"/>
              <a:gd name="connsiteY358" fmla="*/ 6145945 h 6858000"/>
              <a:gd name="connsiteX359" fmla="*/ 3939824 w 7467600"/>
              <a:gd name="connsiteY359" fmla="*/ 6066900 h 6858000"/>
              <a:gd name="connsiteX360" fmla="*/ 4584537 w 7467600"/>
              <a:gd name="connsiteY360" fmla="*/ 5324826 h 6858000"/>
              <a:gd name="connsiteX361" fmla="*/ 5037105 w 7467600"/>
              <a:gd name="connsiteY361" fmla="*/ 5088765 h 6858000"/>
              <a:gd name="connsiteX362" fmla="*/ 5039930 w 7467600"/>
              <a:gd name="connsiteY362" fmla="*/ 5089585 h 6858000"/>
              <a:gd name="connsiteX363" fmla="*/ 5263764 w 7467600"/>
              <a:gd name="connsiteY363" fmla="*/ 4735525 h 6858000"/>
              <a:gd name="connsiteX364" fmla="*/ 4086300 w 7467600"/>
              <a:gd name="connsiteY364" fmla="*/ 4884599 h 6858000"/>
              <a:gd name="connsiteX365" fmla="*/ 4085485 w 7467600"/>
              <a:gd name="connsiteY365" fmla="*/ 4899070 h 6858000"/>
              <a:gd name="connsiteX366" fmla="*/ 3871915 w 7467600"/>
              <a:gd name="connsiteY366" fmla="*/ 5253645 h 6858000"/>
              <a:gd name="connsiteX367" fmla="*/ 3799374 w 7467600"/>
              <a:gd name="connsiteY367" fmla="*/ 5466127 h 6858000"/>
              <a:gd name="connsiteX368" fmla="*/ 3498850 w 7467600"/>
              <a:gd name="connsiteY368" fmla="*/ 6661888 h 6858000"/>
              <a:gd name="connsiteX369" fmla="*/ 3399216 w 7467600"/>
              <a:gd name="connsiteY369" fmla="*/ 6858000 h 6858000"/>
              <a:gd name="connsiteX370" fmla="*/ 3303688 w 7467600"/>
              <a:gd name="connsiteY370" fmla="*/ 6858000 h 6858000"/>
              <a:gd name="connsiteX371" fmla="*/ 3391774 w 7467600"/>
              <a:gd name="connsiteY371" fmla="*/ 6697181 h 6858000"/>
              <a:gd name="connsiteX372" fmla="*/ 3735540 w 7467600"/>
              <a:gd name="connsiteY372" fmla="*/ 5546923 h 6858000"/>
              <a:gd name="connsiteX373" fmla="*/ 3729438 w 7467600"/>
              <a:gd name="connsiteY373" fmla="*/ 5569058 h 6858000"/>
              <a:gd name="connsiteX374" fmla="*/ 3707782 w 7467600"/>
              <a:gd name="connsiteY374" fmla="*/ 5644908 h 6858000"/>
              <a:gd name="connsiteX375" fmla="*/ 3583827 w 7467600"/>
              <a:gd name="connsiteY375" fmla="*/ 6039215 h 6858000"/>
              <a:gd name="connsiteX376" fmla="*/ 3547861 w 7467600"/>
              <a:gd name="connsiteY376" fmla="*/ 6129609 h 6858000"/>
              <a:gd name="connsiteX377" fmla="*/ 3490905 w 7467600"/>
              <a:gd name="connsiteY377" fmla="*/ 6277660 h 6858000"/>
              <a:gd name="connsiteX378" fmla="*/ 3455859 w 7467600"/>
              <a:gd name="connsiteY378" fmla="*/ 6391301 h 6858000"/>
              <a:gd name="connsiteX379" fmla="*/ 3429112 w 7467600"/>
              <a:gd name="connsiteY379" fmla="*/ 6479469 h 6858000"/>
              <a:gd name="connsiteX380" fmla="*/ 3304862 w 7467600"/>
              <a:gd name="connsiteY380" fmla="*/ 6796476 h 6858000"/>
              <a:gd name="connsiteX381" fmla="*/ 3276071 w 7467600"/>
              <a:gd name="connsiteY381" fmla="*/ 6858000 h 6858000"/>
              <a:gd name="connsiteX382" fmla="*/ 3240805 w 7467600"/>
              <a:gd name="connsiteY382" fmla="*/ 6858000 h 6858000"/>
              <a:gd name="connsiteX383" fmla="*/ 3275917 w 7467600"/>
              <a:gd name="connsiteY383" fmla="*/ 6783192 h 6858000"/>
              <a:gd name="connsiteX384" fmla="*/ 3399358 w 7467600"/>
              <a:gd name="connsiteY384" fmla="*/ 6469011 h 6858000"/>
              <a:gd name="connsiteX385" fmla="*/ 3425650 w 7467600"/>
              <a:gd name="connsiteY385" fmla="*/ 6381333 h 6858000"/>
              <a:gd name="connsiteX386" fmla="*/ 3460661 w 7467600"/>
              <a:gd name="connsiteY386" fmla="*/ 6266763 h 6858000"/>
              <a:gd name="connsiteX387" fmla="*/ 3518021 w 7467600"/>
              <a:gd name="connsiteY387" fmla="*/ 6117298 h 6858000"/>
              <a:gd name="connsiteX388" fmla="*/ 3554035 w 7467600"/>
              <a:gd name="connsiteY388" fmla="*/ 6027832 h 6858000"/>
              <a:gd name="connsiteX389" fmla="*/ 3677174 w 7467600"/>
              <a:gd name="connsiteY389" fmla="*/ 5636351 h 6858000"/>
              <a:gd name="connsiteX390" fmla="*/ 3698819 w 7467600"/>
              <a:gd name="connsiteY390" fmla="*/ 5560503 h 6858000"/>
              <a:gd name="connsiteX391" fmla="*/ 3702094 w 7467600"/>
              <a:gd name="connsiteY391" fmla="*/ 5549194 h 6858000"/>
              <a:gd name="connsiteX392" fmla="*/ 3398355 w 7467600"/>
              <a:gd name="connsiteY392" fmla="*/ 6094603 h 6858000"/>
              <a:gd name="connsiteX393" fmla="*/ 3193941 w 7467600"/>
              <a:gd name="connsiteY393" fmla="*/ 6798775 h 6858000"/>
              <a:gd name="connsiteX394" fmla="*/ 3184140 w 7467600"/>
              <a:gd name="connsiteY394" fmla="*/ 6858000 h 6858000"/>
              <a:gd name="connsiteX395" fmla="*/ 3099978 w 7467600"/>
              <a:gd name="connsiteY395" fmla="*/ 6858000 h 6858000"/>
              <a:gd name="connsiteX396" fmla="*/ 3101556 w 7467600"/>
              <a:gd name="connsiteY396" fmla="*/ 6843337 h 6858000"/>
              <a:gd name="connsiteX397" fmla="*/ 3370162 w 7467600"/>
              <a:gd name="connsiteY397" fmla="*/ 5785550 h 6858000"/>
              <a:gd name="connsiteX398" fmla="*/ 3746477 w 7467600"/>
              <a:gd name="connsiteY398" fmla="*/ 5377889 h 6858000"/>
              <a:gd name="connsiteX399" fmla="*/ 3863399 w 7467600"/>
              <a:gd name="connsiteY399" fmla="*/ 5087257 h 6858000"/>
              <a:gd name="connsiteX400" fmla="*/ 3968712 w 7467600"/>
              <a:gd name="connsiteY400" fmla="*/ 4913989 h 6858000"/>
              <a:gd name="connsiteX401" fmla="*/ 2792390 w 7467600"/>
              <a:gd name="connsiteY401" fmla="*/ 5382974 h 6858000"/>
              <a:gd name="connsiteX402" fmla="*/ 2714982 w 7467600"/>
              <a:gd name="connsiteY402" fmla="*/ 5427051 h 6858000"/>
              <a:gd name="connsiteX403" fmla="*/ 2813361 w 7467600"/>
              <a:gd name="connsiteY403" fmla="*/ 6023912 h 6858000"/>
              <a:gd name="connsiteX404" fmla="*/ 2688430 w 7467600"/>
              <a:gd name="connsiteY404" fmla="*/ 6801564 h 6858000"/>
              <a:gd name="connsiteX405" fmla="*/ 2629626 w 7467600"/>
              <a:gd name="connsiteY405" fmla="*/ 6763394 h 6858000"/>
              <a:gd name="connsiteX406" fmla="*/ 2565328 w 7467600"/>
              <a:gd name="connsiteY406" fmla="*/ 5516399 h 6858000"/>
              <a:gd name="connsiteX407" fmla="*/ 1922999 w 7467600"/>
              <a:gd name="connsiteY407" fmla="*/ 5980343 h 6858000"/>
              <a:gd name="connsiteX408" fmla="*/ 1950261 w 7467600"/>
              <a:gd name="connsiteY408" fmla="*/ 6405858 h 6858000"/>
              <a:gd name="connsiteX409" fmla="*/ 2365554 w 7467600"/>
              <a:gd name="connsiteY409" fmla="*/ 6759107 h 6858000"/>
              <a:gd name="connsiteX410" fmla="*/ 2424142 w 7467600"/>
              <a:gd name="connsiteY410" fmla="*/ 6858000 h 6858000"/>
              <a:gd name="connsiteX411" fmla="*/ 2395994 w 7467600"/>
              <a:gd name="connsiteY411" fmla="*/ 6858000 h 6858000"/>
              <a:gd name="connsiteX412" fmla="*/ 2392863 w 7467600"/>
              <a:gd name="connsiteY412" fmla="*/ 6852964 h 6858000"/>
              <a:gd name="connsiteX413" fmla="*/ 2017589 w 7467600"/>
              <a:gd name="connsiteY413" fmla="*/ 6493982 h 6858000"/>
              <a:gd name="connsiteX414" fmla="*/ 2147336 w 7467600"/>
              <a:gd name="connsiteY414" fmla="*/ 6594052 h 6858000"/>
              <a:gd name="connsiteX415" fmla="*/ 2207047 w 7467600"/>
              <a:gd name="connsiteY415" fmla="*/ 6654540 h 6858000"/>
              <a:gd name="connsiteX416" fmla="*/ 2299106 w 7467600"/>
              <a:gd name="connsiteY416" fmla="*/ 6778931 h 6858000"/>
              <a:gd name="connsiteX417" fmla="*/ 2314430 w 7467600"/>
              <a:gd name="connsiteY417" fmla="*/ 6801144 h 6858000"/>
              <a:gd name="connsiteX418" fmla="*/ 2352406 w 7467600"/>
              <a:gd name="connsiteY418" fmla="*/ 6858000 h 6858000"/>
              <a:gd name="connsiteX419" fmla="*/ 2314492 w 7467600"/>
              <a:gd name="connsiteY419" fmla="*/ 6858000 h 6858000"/>
              <a:gd name="connsiteX420" fmla="*/ 2288095 w 7467600"/>
              <a:gd name="connsiteY420" fmla="*/ 6818030 h 6858000"/>
              <a:gd name="connsiteX421" fmla="*/ 2272768 w 7467600"/>
              <a:gd name="connsiteY421" fmla="*/ 6795822 h 6858000"/>
              <a:gd name="connsiteX422" fmla="*/ 2182715 w 7467600"/>
              <a:gd name="connsiteY422" fmla="*/ 6675071 h 6858000"/>
              <a:gd name="connsiteX423" fmla="*/ 2032061 w 7467600"/>
              <a:gd name="connsiteY423" fmla="*/ 6541380 h 6858000"/>
              <a:gd name="connsiteX424" fmla="*/ 2257220 w 7467600"/>
              <a:gd name="connsiteY424" fmla="*/ 6826257 h 6858000"/>
              <a:gd name="connsiteX425" fmla="*/ 2281324 w 7467600"/>
              <a:gd name="connsiteY425" fmla="*/ 6858000 h 6858000"/>
              <a:gd name="connsiteX426" fmla="*/ 2242860 w 7467600"/>
              <a:gd name="connsiteY426" fmla="*/ 6858000 h 6858000"/>
              <a:gd name="connsiteX427" fmla="*/ 2232818 w 7467600"/>
              <a:gd name="connsiteY427" fmla="*/ 6844926 h 6858000"/>
              <a:gd name="connsiteX428" fmla="*/ 1990172 w 7467600"/>
              <a:gd name="connsiteY428" fmla="*/ 6542121 h 6858000"/>
              <a:gd name="connsiteX429" fmla="*/ 2124090 w 7467600"/>
              <a:gd name="connsiteY429" fmla="*/ 6761017 h 6858000"/>
              <a:gd name="connsiteX430" fmla="*/ 2200380 w 7467600"/>
              <a:gd name="connsiteY430" fmla="*/ 6858000 h 6858000"/>
              <a:gd name="connsiteX431" fmla="*/ 2147507 w 7467600"/>
              <a:gd name="connsiteY431" fmla="*/ 6858000 h 6858000"/>
              <a:gd name="connsiteX432" fmla="*/ 2070668 w 7467600"/>
              <a:gd name="connsiteY432" fmla="*/ 6761520 h 6858000"/>
              <a:gd name="connsiteX433" fmla="*/ 1975142 w 7467600"/>
              <a:gd name="connsiteY433" fmla="*/ 6585570 h 6858000"/>
              <a:gd name="connsiteX434" fmla="*/ 2050035 w 7467600"/>
              <a:gd name="connsiteY434" fmla="*/ 6813345 h 6858000"/>
              <a:gd name="connsiteX435" fmla="*/ 2063025 w 7467600"/>
              <a:gd name="connsiteY435" fmla="*/ 6858000 h 6858000"/>
              <a:gd name="connsiteX436" fmla="*/ 2021675 w 7467600"/>
              <a:gd name="connsiteY436" fmla="*/ 6858000 h 6858000"/>
              <a:gd name="connsiteX437" fmla="*/ 2019308 w 7467600"/>
              <a:gd name="connsiteY437" fmla="*/ 6847118 h 6858000"/>
              <a:gd name="connsiteX438" fmla="*/ 1938835 w 7467600"/>
              <a:gd name="connsiteY438" fmla="*/ 6551160 h 6858000"/>
              <a:gd name="connsiteX439" fmla="*/ 1953230 w 7467600"/>
              <a:gd name="connsiteY439" fmla="*/ 6759699 h 6858000"/>
              <a:gd name="connsiteX440" fmla="*/ 1956763 w 7467600"/>
              <a:gd name="connsiteY440" fmla="*/ 6778191 h 6858000"/>
              <a:gd name="connsiteX441" fmla="*/ 1967925 w 7467600"/>
              <a:gd name="connsiteY441" fmla="*/ 6858000 h 6858000"/>
              <a:gd name="connsiteX442" fmla="*/ 1936622 w 7467600"/>
              <a:gd name="connsiteY442" fmla="*/ 6858000 h 6858000"/>
              <a:gd name="connsiteX443" fmla="*/ 1926261 w 7467600"/>
              <a:gd name="connsiteY443" fmla="*/ 6784064 h 6858000"/>
              <a:gd name="connsiteX444" fmla="*/ 1922724 w 7467600"/>
              <a:gd name="connsiteY444" fmla="*/ 6765577 h 6858000"/>
              <a:gd name="connsiteX445" fmla="*/ 1904650 w 7467600"/>
              <a:gd name="connsiteY445" fmla="*/ 6639616 h 6858000"/>
              <a:gd name="connsiteX446" fmla="*/ 1885273 w 7467600"/>
              <a:gd name="connsiteY446" fmla="*/ 6858000 h 6858000"/>
              <a:gd name="connsiteX447" fmla="*/ 1854363 w 7467600"/>
              <a:gd name="connsiteY447" fmla="*/ 6858000 h 6858000"/>
              <a:gd name="connsiteX448" fmla="*/ 1880391 w 7467600"/>
              <a:gd name="connsiteY448" fmla="*/ 6603796 h 6858000"/>
              <a:gd name="connsiteX449" fmla="*/ 1818273 w 7467600"/>
              <a:gd name="connsiteY449" fmla="*/ 6715729 h 6858000"/>
              <a:gd name="connsiteX450" fmla="*/ 1794691 w 7467600"/>
              <a:gd name="connsiteY450" fmla="*/ 6843239 h 6858000"/>
              <a:gd name="connsiteX451" fmla="*/ 1794914 w 7467600"/>
              <a:gd name="connsiteY451" fmla="*/ 6858000 h 6858000"/>
              <a:gd name="connsiteX452" fmla="*/ 1746128 w 7467600"/>
              <a:gd name="connsiteY452" fmla="*/ 6858000 h 6858000"/>
              <a:gd name="connsiteX453" fmla="*/ 1753934 w 7467600"/>
              <a:gd name="connsiteY453" fmla="*/ 6724796 h 6858000"/>
              <a:gd name="connsiteX454" fmla="*/ 1792053 w 7467600"/>
              <a:gd name="connsiteY454" fmla="*/ 6572396 h 6858000"/>
              <a:gd name="connsiteX455" fmla="*/ 1862248 w 7467600"/>
              <a:gd name="connsiteY455" fmla="*/ 6266397 h 6858000"/>
              <a:gd name="connsiteX456" fmla="*/ 1862250 w 7467600"/>
              <a:gd name="connsiteY456" fmla="*/ 6033531 h 6858000"/>
              <a:gd name="connsiteX457" fmla="*/ 1211999 w 7467600"/>
              <a:gd name="connsiteY457" fmla="*/ 6683610 h 6858000"/>
              <a:gd name="connsiteX458" fmla="*/ 1213266 w 7467600"/>
              <a:gd name="connsiteY458" fmla="*/ 6691947 h 6858000"/>
              <a:gd name="connsiteX459" fmla="*/ 1203370 w 7467600"/>
              <a:gd name="connsiteY459" fmla="*/ 6850676 h 6858000"/>
              <a:gd name="connsiteX460" fmla="*/ 1203671 w 7467600"/>
              <a:gd name="connsiteY460" fmla="*/ 6858000 h 6858000"/>
              <a:gd name="connsiteX461" fmla="*/ 1143180 w 7467600"/>
              <a:gd name="connsiteY461" fmla="*/ 6858000 h 6858000"/>
              <a:gd name="connsiteX462" fmla="*/ 1142176 w 7467600"/>
              <a:gd name="connsiteY462" fmla="*/ 6766045 h 6858000"/>
              <a:gd name="connsiteX463" fmla="*/ 1067484 w 7467600"/>
              <a:gd name="connsiteY463" fmla="*/ 6858000 h 6858000"/>
              <a:gd name="connsiteX464" fmla="*/ 953928 w 7467600"/>
              <a:gd name="connsiteY464" fmla="*/ 6858000 h 6858000"/>
              <a:gd name="connsiteX465" fmla="*/ 959715 w 7467600"/>
              <a:gd name="connsiteY465" fmla="*/ 6850185 h 6858000"/>
              <a:gd name="connsiteX466" fmla="*/ 1483788 w 7467600"/>
              <a:gd name="connsiteY466" fmla="*/ 6259174 h 6858000"/>
              <a:gd name="connsiteX467" fmla="*/ 1100671 w 7467600"/>
              <a:gd name="connsiteY467" fmla="*/ 6252137 h 6858000"/>
              <a:gd name="connsiteX468" fmla="*/ 1090144 w 7467600"/>
              <a:gd name="connsiteY468" fmla="*/ 6256748 h 6858000"/>
              <a:gd name="connsiteX469" fmla="*/ 1095872 w 7467600"/>
              <a:gd name="connsiteY469" fmla="*/ 6271892 h 6858000"/>
              <a:gd name="connsiteX470" fmla="*/ 262785 w 7467600"/>
              <a:gd name="connsiteY470" fmla="*/ 6845450 h 6858000"/>
              <a:gd name="connsiteX471" fmla="*/ 209968 w 7467600"/>
              <a:gd name="connsiteY471" fmla="*/ 6770713 h 6858000"/>
              <a:gd name="connsiteX472" fmla="*/ 873460 w 7467600"/>
              <a:gd name="connsiteY472" fmla="*/ 6253768 h 6858000"/>
              <a:gd name="connsiteX473" fmla="*/ 192686 w 7467600"/>
              <a:gd name="connsiteY473" fmla="*/ 5849257 h 6858000"/>
              <a:gd name="connsiteX474" fmla="*/ 4696 w 7467600"/>
              <a:gd name="connsiteY474" fmla="*/ 5697668 h 6858000"/>
              <a:gd name="connsiteX475" fmla="*/ 0 w 7467600"/>
              <a:gd name="connsiteY475" fmla="*/ 5689984 h 6858000"/>
              <a:gd name="connsiteX476" fmla="*/ 0 w 7467600"/>
              <a:gd name="connsiteY476" fmla="*/ 5513472 h 6858000"/>
              <a:gd name="connsiteX477" fmla="*/ 174101 w 7467600"/>
              <a:gd name="connsiteY477" fmla="*/ 5620277 h 6858000"/>
              <a:gd name="connsiteX478" fmla="*/ 891800 w 7467600"/>
              <a:gd name="connsiteY478" fmla="*/ 6036935 h 6858000"/>
              <a:gd name="connsiteX479" fmla="*/ 1072219 w 7467600"/>
              <a:gd name="connsiteY479" fmla="*/ 6169443 h 6858000"/>
              <a:gd name="connsiteX480" fmla="*/ 1074117 w 7467600"/>
              <a:gd name="connsiteY480" fmla="*/ 6170301 h 6858000"/>
              <a:gd name="connsiteX481" fmla="*/ 1083114 w 7467600"/>
              <a:gd name="connsiteY481" fmla="*/ 6174131 h 6858000"/>
              <a:gd name="connsiteX482" fmla="*/ 1543010 w 7467600"/>
              <a:gd name="connsiteY482" fmla="*/ 6191140 h 6858000"/>
              <a:gd name="connsiteX483" fmla="*/ 1551080 w 7467600"/>
              <a:gd name="connsiteY483" fmla="*/ 6195006 h 6858000"/>
              <a:gd name="connsiteX484" fmla="*/ 2345443 w 7467600"/>
              <a:gd name="connsiteY484" fmla="*/ 5549882 h 6858000"/>
              <a:gd name="connsiteX485" fmla="*/ 1721499 w 7467600"/>
              <a:gd name="connsiteY485" fmla="*/ 5599969 h 6858000"/>
              <a:gd name="connsiteX486" fmla="*/ 767716 w 7467600"/>
              <a:gd name="connsiteY486" fmla="*/ 5472768 h 6858000"/>
              <a:gd name="connsiteX487" fmla="*/ 722147 w 7467600"/>
              <a:gd name="connsiteY487" fmla="*/ 5393091 h 6858000"/>
              <a:gd name="connsiteX488" fmla="*/ 1485552 w 7467600"/>
              <a:gd name="connsiteY488" fmla="*/ 5313202 h 6858000"/>
              <a:gd name="connsiteX489" fmla="*/ 2143004 w 7467600"/>
              <a:gd name="connsiteY489" fmla="*/ 5402420 h 6858000"/>
              <a:gd name="connsiteX490" fmla="*/ 1933391 w 7467600"/>
              <a:gd name="connsiteY490" fmla="*/ 5156971 h 6858000"/>
              <a:gd name="connsiteX491" fmla="*/ 1827118 w 7467600"/>
              <a:gd name="connsiteY491" fmla="*/ 4968410 h 6858000"/>
              <a:gd name="connsiteX492" fmla="*/ 1837349 w 7467600"/>
              <a:gd name="connsiteY492" fmla="*/ 4956357 h 6858000"/>
              <a:gd name="connsiteX493" fmla="*/ 2162835 w 7467600"/>
              <a:gd name="connsiteY493" fmla="*/ 5187853 h 6858000"/>
              <a:gd name="connsiteX494" fmla="*/ 2257167 w 7467600"/>
              <a:gd name="connsiteY494" fmla="*/ 5462123 h 6858000"/>
              <a:gd name="connsiteX495" fmla="*/ 2261598 w 7467600"/>
              <a:gd name="connsiteY495" fmla="*/ 5467998 h 6858000"/>
              <a:gd name="connsiteX496" fmla="*/ 2437177 w 7467600"/>
              <a:gd name="connsiteY496" fmla="*/ 5479608 h 6858000"/>
              <a:gd name="connsiteX497" fmla="*/ 2445247 w 7467600"/>
              <a:gd name="connsiteY497" fmla="*/ 5483476 h 6858000"/>
              <a:gd name="connsiteX498" fmla="*/ 2743626 w 7467600"/>
              <a:gd name="connsiteY498" fmla="*/ 5304819 h 6858000"/>
              <a:gd name="connsiteX499" fmla="*/ 3048102 w 7467600"/>
              <a:gd name="connsiteY499" fmla="*/ 5150595 h 6858000"/>
              <a:gd name="connsiteX500" fmla="*/ 1799414 w 7467600"/>
              <a:gd name="connsiteY500" fmla="*/ 4694732 h 6858000"/>
              <a:gd name="connsiteX501" fmla="*/ 1771735 w 7467600"/>
              <a:gd name="connsiteY501" fmla="*/ 4619929 h 6858000"/>
              <a:gd name="connsiteX502" fmla="*/ 3104273 w 7467600"/>
              <a:gd name="connsiteY502" fmla="*/ 5076159 h 6858000"/>
              <a:gd name="connsiteX503" fmla="*/ 3113245 w 7467600"/>
              <a:gd name="connsiteY503" fmla="*/ 5090705 h 6858000"/>
              <a:gd name="connsiteX504" fmla="*/ 3126294 w 7467600"/>
              <a:gd name="connsiteY504" fmla="*/ 5114400 h 6858000"/>
              <a:gd name="connsiteX505" fmla="*/ 3937433 w 7467600"/>
              <a:gd name="connsiteY505" fmla="*/ 4830473 h 6858000"/>
              <a:gd name="connsiteX506" fmla="*/ 3590475 w 7467600"/>
              <a:gd name="connsiteY506" fmla="*/ 4597974 h 6858000"/>
              <a:gd name="connsiteX507" fmla="*/ 3100264 w 7467600"/>
              <a:gd name="connsiteY507" fmla="*/ 4579845 h 6858000"/>
              <a:gd name="connsiteX508" fmla="*/ 2183576 w 7467600"/>
              <a:gd name="connsiteY508" fmla="*/ 4227150 h 6858000"/>
              <a:gd name="connsiteX509" fmla="*/ 2151029 w 7467600"/>
              <a:gd name="connsiteY509" fmla="*/ 4146947 h 6858000"/>
              <a:gd name="connsiteX510" fmla="*/ 3563434 w 7467600"/>
              <a:gd name="connsiteY510" fmla="*/ 4469115 h 6858000"/>
              <a:gd name="connsiteX511" fmla="*/ 3177952 w 7467600"/>
              <a:gd name="connsiteY511" fmla="*/ 3657386 h 6858000"/>
              <a:gd name="connsiteX512" fmla="*/ 3189263 w 7467600"/>
              <a:gd name="connsiteY512" fmla="*/ 3625726 h 6858000"/>
              <a:gd name="connsiteX513" fmla="*/ 3560912 w 7467600"/>
              <a:gd name="connsiteY513" fmla="*/ 4079863 h 6858000"/>
              <a:gd name="connsiteX514" fmla="*/ 3626636 w 7467600"/>
              <a:gd name="connsiteY514" fmla="*/ 4512230 h 6858000"/>
              <a:gd name="connsiteX515" fmla="*/ 3653088 w 7467600"/>
              <a:gd name="connsiteY515" fmla="*/ 4521417 h 6858000"/>
              <a:gd name="connsiteX516" fmla="*/ 3988128 w 7467600"/>
              <a:gd name="connsiteY516" fmla="*/ 4817267 h 6858000"/>
              <a:gd name="connsiteX517" fmla="*/ 4830582 w 7467600"/>
              <a:gd name="connsiteY517" fmla="*/ 4676000 h 6858000"/>
              <a:gd name="connsiteX518" fmla="*/ 4830100 w 7467600"/>
              <a:gd name="connsiteY518" fmla="*/ 4675554 h 6858000"/>
              <a:gd name="connsiteX519" fmla="*/ 4036318 w 7467600"/>
              <a:gd name="connsiteY519" fmla="*/ 4147013 h 6858000"/>
              <a:gd name="connsiteX520" fmla="*/ 3432098 w 7467600"/>
              <a:gd name="connsiteY520" fmla="*/ 3537312 h 6858000"/>
              <a:gd name="connsiteX521" fmla="*/ 3446761 w 7467600"/>
              <a:gd name="connsiteY521" fmla="*/ 3461278 h 6858000"/>
              <a:gd name="connsiteX522" fmla="*/ 4419733 w 7467600"/>
              <a:gd name="connsiteY522" fmla="*/ 3963555 h 6858000"/>
              <a:gd name="connsiteX523" fmla="*/ 4781371 w 7467600"/>
              <a:gd name="connsiteY523" fmla="*/ 4458604 h 6858000"/>
              <a:gd name="connsiteX524" fmla="*/ 4780440 w 7467600"/>
              <a:gd name="connsiteY524" fmla="*/ 4470290 h 6858000"/>
              <a:gd name="connsiteX525" fmla="*/ 4898954 w 7467600"/>
              <a:gd name="connsiteY525" fmla="*/ 4662092 h 6858000"/>
              <a:gd name="connsiteX526" fmla="*/ 4900699 w 7467600"/>
              <a:gd name="connsiteY526" fmla="*/ 4670867 h 6858000"/>
              <a:gd name="connsiteX527" fmla="*/ 5714511 w 7467600"/>
              <a:gd name="connsiteY527" fmla="*/ 4663483 h 6858000"/>
              <a:gd name="connsiteX528" fmla="*/ 5464793 w 7467600"/>
              <a:gd name="connsiteY528" fmla="*/ 4393556 h 6858000"/>
              <a:gd name="connsiteX529" fmla="*/ 5461897 w 7467600"/>
              <a:gd name="connsiteY529" fmla="*/ 4390879 h 6858000"/>
              <a:gd name="connsiteX530" fmla="*/ 4294126 w 7467600"/>
              <a:gd name="connsiteY530" fmla="*/ 3303048 h 6858000"/>
              <a:gd name="connsiteX531" fmla="*/ 4305321 w 7467600"/>
              <a:gd name="connsiteY531" fmla="*/ 3256953 h 6858000"/>
              <a:gd name="connsiteX532" fmla="*/ 4949299 w 7467600"/>
              <a:gd name="connsiteY532" fmla="*/ 3766336 h 6858000"/>
              <a:gd name="connsiteX533" fmla="*/ 5291452 w 7467600"/>
              <a:gd name="connsiteY533" fmla="*/ 4076801 h 6858000"/>
              <a:gd name="connsiteX534" fmla="*/ 5434998 w 7467600"/>
              <a:gd name="connsiteY534" fmla="*/ 4254100 h 6858000"/>
              <a:gd name="connsiteX535" fmla="*/ 5351015 w 7467600"/>
              <a:gd name="connsiteY535" fmla="*/ 3760989 h 6858000"/>
              <a:gd name="connsiteX536" fmla="*/ 5413780 w 7467600"/>
              <a:gd name="connsiteY536" fmla="*/ 2966265 h 6858000"/>
              <a:gd name="connsiteX537" fmla="*/ 5425627 w 7467600"/>
              <a:gd name="connsiteY537" fmla="*/ 2954192 h 6858000"/>
              <a:gd name="connsiteX538" fmla="*/ 6604735 w 7467600"/>
              <a:gd name="connsiteY538" fmla="*/ 2041381 h 6858000"/>
              <a:gd name="connsiteX539" fmla="*/ 7204487 w 7467600"/>
              <a:gd name="connsiteY539" fmla="*/ 2742112 h 6858000"/>
              <a:gd name="connsiteX540" fmla="*/ 7131592 w 7467600"/>
              <a:gd name="connsiteY540" fmla="*/ 2672096 h 6858000"/>
              <a:gd name="connsiteX541" fmla="*/ 6996344 w 7467600"/>
              <a:gd name="connsiteY541" fmla="*/ 2518310 h 6858000"/>
              <a:gd name="connsiteX542" fmla="*/ 6735495 w 7467600"/>
              <a:gd name="connsiteY542" fmla="*/ 2196890 h 6858000"/>
              <a:gd name="connsiteX543" fmla="*/ 6721901 w 7467600"/>
              <a:gd name="connsiteY543" fmla="*/ 2179274 h 6858000"/>
              <a:gd name="connsiteX544" fmla="*/ 6604735 w 7467600"/>
              <a:gd name="connsiteY544" fmla="*/ 2041381 h 6858000"/>
              <a:gd name="connsiteX545" fmla="*/ 6591670 w 7467600"/>
              <a:gd name="connsiteY545" fmla="*/ 1988277 h 6858000"/>
              <a:gd name="connsiteX546" fmla="*/ 6747349 w 7467600"/>
              <a:gd name="connsiteY546" fmla="*/ 2160069 h 6858000"/>
              <a:gd name="connsiteX547" fmla="*/ 6760943 w 7467600"/>
              <a:gd name="connsiteY547" fmla="*/ 2177686 h 6858000"/>
              <a:gd name="connsiteX548" fmla="*/ 7021065 w 7467600"/>
              <a:gd name="connsiteY548" fmla="*/ 2498102 h 6858000"/>
              <a:gd name="connsiteX549" fmla="*/ 7155223 w 7467600"/>
              <a:gd name="connsiteY549" fmla="*/ 2650386 h 6858000"/>
              <a:gd name="connsiteX550" fmla="*/ 7203167 w 7467600"/>
              <a:gd name="connsiteY550" fmla="*/ 2697288 h 6858000"/>
              <a:gd name="connsiteX551" fmla="*/ 6937703 w 7467600"/>
              <a:gd name="connsiteY551" fmla="*/ 2321981 h 6858000"/>
              <a:gd name="connsiteX552" fmla="*/ 6591670 w 7467600"/>
              <a:gd name="connsiteY552" fmla="*/ 1988277 h 6858000"/>
              <a:gd name="connsiteX553" fmla="*/ 5798671 w 7467600"/>
              <a:gd name="connsiteY553" fmla="*/ 1981601 h 6858000"/>
              <a:gd name="connsiteX554" fmla="*/ 5754709 w 7467600"/>
              <a:gd name="connsiteY554" fmla="*/ 2071454 h 6858000"/>
              <a:gd name="connsiteX555" fmla="*/ 5763044 w 7467600"/>
              <a:gd name="connsiteY555" fmla="*/ 2842206 h 6858000"/>
              <a:gd name="connsiteX556" fmla="*/ 5764974 w 7467600"/>
              <a:gd name="connsiteY556" fmla="*/ 2799609 h 6858000"/>
              <a:gd name="connsiteX557" fmla="*/ 5767665 w 7467600"/>
              <a:gd name="connsiteY557" fmla="*/ 2666409 h 6858000"/>
              <a:gd name="connsiteX558" fmla="*/ 5763055 w 7467600"/>
              <a:gd name="connsiteY558" fmla="*/ 2579705 h 6858000"/>
              <a:gd name="connsiteX559" fmla="*/ 5758079 w 7467600"/>
              <a:gd name="connsiteY559" fmla="*/ 2492508 h 6858000"/>
              <a:gd name="connsiteX560" fmla="*/ 5779325 w 7467600"/>
              <a:gd name="connsiteY560" fmla="*/ 2197069 h 6858000"/>
              <a:gd name="connsiteX561" fmla="*/ 5798671 w 7467600"/>
              <a:gd name="connsiteY561" fmla="*/ 1981601 h 6858000"/>
              <a:gd name="connsiteX562" fmla="*/ 5829202 w 7467600"/>
              <a:gd name="connsiteY562" fmla="*/ 1971679 h 6858000"/>
              <a:gd name="connsiteX563" fmla="*/ 5809558 w 7467600"/>
              <a:gd name="connsiteY563" fmla="*/ 2198043 h 6858000"/>
              <a:gd name="connsiteX564" fmla="*/ 5788653 w 7467600"/>
              <a:gd name="connsiteY564" fmla="*/ 2489430 h 6858000"/>
              <a:gd name="connsiteX565" fmla="*/ 5793439 w 7467600"/>
              <a:gd name="connsiteY565" fmla="*/ 2575235 h 6858000"/>
              <a:gd name="connsiteX566" fmla="*/ 5796837 w 7467600"/>
              <a:gd name="connsiteY566" fmla="*/ 2637633 h 6858000"/>
              <a:gd name="connsiteX567" fmla="*/ 5818614 w 7467600"/>
              <a:gd name="connsiteY567" fmla="*/ 2473055 h 6858000"/>
              <a:gd name="connsiteX568" fmla="*/ 5829202 w 7467600"/>
              <a:gd name="connsiteY568" fmla="*/ 1971679 h 6858000"/>
              <a:gd name="connsiteX569" fmla="*/ 5911389 w 7467600"/>
              <a:gd name="connsiteY569" fmla="*/ 1898371 h 6858000"/>
              <a:gd name="connsiteX570" fmla="*/ 6237627 w 7467600"/>
              <a:gd name="connsiteY570" fmla="*/ 2231921 h 6858000"/>
              <a:gd name="connsiteX571" fmla="*/ 5911389 w 7467600"/>
              <a:gd name="connsiteY571" fmla="*/ 1898371 h 6858000"/>
              <a:gd name="connsiteX572" fmla="*/ 6944437 w 7467600"/>
              <a:gd name="connsiteY572" fmla="*/ 1575402 h 6858000"/>
              <a:gd name="connsiteX573" fmla="*/ 6304730 w 7467600"/>
              <a:gd name="connsiteY573" fmla="*/ 1766654 h 6858000"/>
              <a:gd name="connsiteX574" fmla="*/ 6944437 w 7467600"/>
              <a:gd name="connsiteY574" fmla="*/ 1575402 h 6858000"/>
              <a:gd name="connsiteX575" fmla="*/ 7019523 w 7467600"/>
              <a:gd name="connsiteY575" fmla="*/ 1519450 h 6858000"/>
              <a:gd name="connsiteX576" fmla="*/ 6298091 w 7467600"/>
              <a:gd name="connsiteY576" fmla="*/ 1737122 h 6858000"/>
              <a:gd name="connsiteX577" fmla="*/ 7019523 w 7467600"/>
              <a:gd name="connsiteY577" fmla="*/ 1519450 h 6858000"/>
              <a:gd name="connsiteX578" fmla="*/ 2399523 w 7467600"/>
              <a:gd name="connsiteY578" fmla="*/ 1428234 h 6858000"/>
              <a:gd name="connsiteX579" fmla="*/ 2224982 w 7467600"/>
              <a:gd name="connsiteY579" fmla="*/ 1826201 h 6858000"/>
              <a:gd name="connsiteX580" fmla="*/ 2096099 w 7467600"/>
              <a:gd name="connsiteY580" fmla="*/ 2345900 h 6858000"/>
              <a:gd name="connsiteX581" fmla="*/ 2283317 w 7467600"/>
              <a:gd name="connsiteY581" fmla="*/ 1796925 h 6858000"/>
              <a:gd name="connsiteX582" fmla="*/ 2399523 w 7467600"/>
              <a:gd name="connsiteY582" fmla="*/ 1428234 h 6858000"/>
              <a:gd name="connsiteX583" fmla="*/ 2448558 w 7467600"/>
              <a:gd name="connsiteY583" fmla="*/ 1373435 h 6858000"/>
              <a:gd name="connsiteX584" fmla="*/ 2312521 w 7467600"/>
              <a:gd name="connsiteY584" fmla="*/ 1806140 h 6858000"/>
              <a:gd name="connsiteX585" fmla="*/ 2127533 w 7467600"/>
              <a:gd name="connsiteY585" fmla="*/ 2348380 h 6858000"/>
              <a:gd name="connsiteX586" fmla="*/ 2358080 w 7467600"/>
              <a:gd name="connsiteY586" fmla="*/ 1866134 h 6858000"/>
              <a:gd name="connsiteX587" fmla="*/ 2407436 w 7467600"/>
              <a:gd name="connsiteY587" fmla="*/ 1651070 h 6858000"/>
              <a:gd name="connsiteX588" fmla="*/ 2448558 w 7467600"/>
              <a:gd name="connsiteY588" fmla="*/ 1373435 h 6858000"/>
              <a:gd name="connsiteX589" fmla="*/ 278707 w 7467600"/>
              <a:gd name="connsiteY589" fmla="*/ 1352270 h 6858000"/>
              <a:gd name="connsiteX590" fmla="*/ 321570 w 7467600"/>
              <a:gd name="connsiteY590" fmla="*/ 1861610 h 6858000"/>
              <a:gd name="connsiteX591" fmla="*/ 294281 w 7467600"/>
              <a:gd name="connsiteY591" fmla="*/ 1440658 h 6858000"/>
              <a:gd name="connsiteX592" fmla="*/ 278707 w 7467600"/>
              <a:gd name="connsiteY592" fmla="*/ 1352270 h 6858000"/>
              <a:gd name="connsiteX593" fmla="*/ 1423821 w 7467600"/>
              <a:gd name="connsiteY593" fmla="*/ 1351958 h 6858000"/>
              <a:gd name="connsiteX594" fmla="*/ 1638521 w 7467600"/>
              <a:gd name="connsiteY594" fmla="*/ 1908470 h 6858000"/>
              <a:gd name="connsiteX595" fmla="*/ 1754199 w 7467600"/>
              <a:gd name="connsiteY595" fmla="*/ 2149284 h 6858000"/>
              <a:gd name="connsiteX596" fmla="*/ 1908359 w 7467600"/>
              <a:gd name="connsiteY596" fmla="*/ 2364988 h 6858000"/>
              <a:gd name="connsiteX597" fmla="*/ 1647661 w 7467600"/>
              <a:gd name="connsiteY597" fmla="*/ 1825945 h 6858000"/>
              <a:gd name="connsiteX598" fmla="*/ 1423821 w 7467600"/>
              <a:gd name="connsiteY598" fmla="*/ 1351958 h 6858000"/>
              <a:gd name="connsiteX599" fmla="*/ 1431890 w 7467600"/>
              <a:gd name="connsiteY599" fmla="*/ 1306475 h 6858000"/>
              <a:gd name="connsiteX600" fmla="*/ 1507597 w 7467600"/>
              <a:gd name="connsiteY600" fmla="*/ 1446132 h 6858000"/>
              <a:gd name="connsiteX601" fmla="*/ 1674586 w 7467600"/>
              <a:gd name="connsiteY601" fmla="*/ 1813832 h 6858000"/>
              <a:gd name="connsiteX602" fmla="*/ 1815950 w 7467600"/>
              <a:gd name="connsiteY602" fmla="*/ 2128564 h 6858000"/>
              <a:gd name="connsiteX603" fmla="*/ 1984242 w 7467600"/>
              <a:gd name="connsiteY603" fmla="*/ 2430829 h 6858000"/>
              <a:gd name="connsiteX604" fmla="*/ 2014023 w 7467600"/>
              <a:gd name="connsiteY604" fmla="*/ 2450995 h 6858000"/>
              <a:gd name="connsiteX605" fmla="*/ 1747337 w 7467600"/>
              <a:gd name="connsiteY605" fmla="*/ 1855264 h 6858000"/>
              <a:gd name="connsiteX606" fmla="*/ 1533749 w 7467600"/>
              <a:gd name="connsiteY606" fmla="*/ 1478656 h 6858000"/>
              <a:gd name="connsiteX607" fmla="*/ 1431890 w 7467600"/>
              <a:gd name="connsiteY607" fmla="*/ 1306475 h 6858000"/>
              <a:gd name="connsiteX608" fmla="*/ 5052692 w 7467600"/>
              <a:gd name="connsiteY608" fmla="*/ 1292994 h 6858000"/>
              <a:gd name="connsiteX609" fmla="*/ 5200661 w 7467600"/>
              <a:gd name="connsiteY609" fmla="*/ 1635186 h 6858000"/>
              <a:gd name="connsiteX610" fmla="*/ 5297138 w 7467600"/>
              <a:gd name="connsiteY610" fmla="*/ 1906351 h 6858000"/>
              <a:gd name="connsiteX611" fmla="*/ 5052692 w 7467600"/>
              <a:gd name="connsiteY611" fmla="*/ 1292994 h 6858000"/>
              <a:gd name="connsiteX612" fmla="*/ 5009948 w 7467600"/>
              <a:gd name="connsiteY612" fmla="*/ 1273619 h 6858000"/>
              <a:gd name="connsiteX613" fmla="*/ 5121777 w 7467600"/>
              <a:gd name="connsiteY613" fmla="*/ 1654213 h 6858000"/>
              <a:gd name="connsiteX614" fmla="*/ 5293545 w 7467600"/>
              <a:gd name="connsiteY614" fmla="*/ 2072247 h 6858000"/>
              <a:gd name="connsiteX615" fmla="*/ 5294042 w 7467600"/>
              <a:gd name="connsiteY615" fmla="*/ 2065019 h 6858000"/>
              <a:gd name="connsiteX616" fmla="*/ 5171936 w 7467600"/>
              <a:gd name="connsiteY616" fmla="*/ 1647613 h 6858000"/>
              <a:gd name="connsiteX617" fmla="*/ 5009948 w 7467600"/>
              <a:gd name="connsiteY617" fmla="*/ 1273619 h 6858000"/>
              <a:gd name="connsiteX618" fmla="*/ 655236 w 7467600"/>
              <a:gd name="connsiteY618" fmla="*/ 1268632 h 6858000"/>
              <a:gd name="connsiteX619" fmla="*/ 839521 w 7467600"/>
              <a:gd name="connsiteY619" fmla="*/ 1685315 h 6858000"/>
              <a:gd name="connsiteX620" fmla="*/ 1109416 w 7467600"/>
              <a:gd name="connsiteY620" fmla="*/ 2061663 h 6858000"/>
              <a:gd name="connsiteX621" fmla="*/ 1298300 w 7467600"/>
              <a:gd name="connsiteY621" fmla="*/ 2247742 h 6858000"/>
              <a:gd name="connsiteX622" fmla="*/ 1125871 w 7467600"/>
              <a:gd name="connsiteY622" fmla="*/ 1989513 h 6858000"/>
              <a:gd name="connsiteX623" fmla="*/ 981574 w 7467600"/>
              <a:gd name="connsiteY623" fmla="*/ 1783157 h 6858000"/>
              <a:gd name="connsiteX624" fmla="*/ 922198 w 7467600"/>
              <a:gd name="connsiteY624" fmla="*/ 1677437 h 6858000"/>
              <a:gd name="connsiteX625" fmla="*/ 869293 w 7467600"/>
              <a:gd name="connsiteY625" fmla="*/ 1583214 h 6858000"/>
              <a:gd name="connsiteX626" fmla="*/ 751431 w 7467600"/>
              <a:gd name="connsiteY626" fmla="*/ 1405731 h 6858000"/>
              <a:gd name="connsiteX627" fmla="*/ 655236 w 7467600"/>
              <a:gd name="connsiteY627" fmla="*/ 1268632 h 6858000"/>
              <a:gd name="connsiteX628" fmla="*/ 6516292 w 7467600"/>
              <a:gd name="connsiteY628" fmla="*/ 1263064 h 6858000"/>
              <a:gd name="connsiteX629" fmla="*/ 5736320 w 7467600"/>
              <a:gd name="connsiteY629" fmla="*/ 1501803 h 6858000"/>
              <a:gd name="connsiteX630" fmla="*/ 6516292 w 7467600"/>
              <a:gd name="connsiteY630" fmla="*/ 1263064 h 6858000"/>
              <a:gd name="connsiteX631" fmla="*/ 291466 w 7467600"/>
              <a:gd name="connsiteY631" fmla="*/ 1250369 h 6858000"/>
              <a:gd name="connsiteX632" fmla="*/ 323180 w 7467600"/>
              <a:gd name="connsiteY632" fmla="*/ 1435283 h 6858000"/>
              <a:gd name="connsiteX633" fmla="*/ 349381 w 7467600"/>
              <a:gd name="connsiteY633" fmla="*/ 1875041 h 6858000"/>
              <a:gd name="connsiteX634" fmla="*/ 374363 w 7467600"/>
              <a:gd name="connsiteY634" fmla="*/ 1506494 h 6858000"/>
              <a:gd name="connsiteX635" fmla="*/ 302168 w 7467600"/>
              <a:gd name="connsiteY635" fmla="*/ 1274495 h 6858000"/>
              <a:gd name="connsiteX636" fmla="*/ 291466 w 7467600"/>
              <a:gd name="connsiteY636" fmla="*/ 1250369 h 6858000"/>
              <a:gd name="connsiteX637" fmla="*/ 678222 w 7467600"/>
              <a:gd name="connsiteY637" fmla="*/ 1248670 h 6858000"/>
              <a:gd name="connsiteX638" fmla="*/ 775536 w 7467600"/>
              <a:gd name="connsiteY638" fmla="*/ 1388015 h 6858000"/>
              <a:gd name="connsiteX639" fmla="*/ 894529 w 7467600"/>
              <a:gd name="connsiteY639" fmla="*/ 1567739 h 6858000"/>
              <a:gd name="connsiteX640" fmla="*/ 948000 w 7467600"/>
              <a:gd name="connsiteY640" fmla="*/ 1663088 h 6858000"/>
              <a:gd name="connsiteX641" fmla="*/ 1006812 w 7467600"/>
              <a:gd name="connsiteY641" fmla="*/ 1767683 h 6858000"/>
              <a:gd name="connsiteX642" fmla="*/ 1149133 w 7467600"/>
              <a:gd name="connsiteY642" fmla="*/ 1971513 h 6858000"/>
              <a:gd name="connsiteX643" fmla="*/ 1333952 w 7467600"/>
              <a:gd name="connsiteY643" fmla="*/ 2251620 h 6858000"/>
              <a:gd name="connsiteX644" fmla="*/ 1337329 w 7467600"/>
              <a:gd name="connsiteY644" fmla="*/ 2258350 h 6858000"/>
              <a:gd name="connsiteX645" fmla="*/ 1014726 w 7467600"/>
              <a:gd name="connsiteY645" fmla="*/ 1615556 h 6858000"/>
              <a:gd name="connsiteX646" fmla="*/ 678222 w 7467600"/>
              <a:gd name="connsiteY646" fmla="*/ 1248670 h 6858000"/>
              <a:gd name="connsiteX647" fmla="*/ 6691602 w 7467600"/>
              <a:gd name="connsiteY647" fmla="*/ 1140573 h 6858000"/>
              <a:gd name="connsiteX648" fmla="*/ 6571100 w 7467600"/>
              <a:gd name="connsiteY648" fmla="*/ 1183662 h 6858000"/>
              <a:gd name="connsiteX649" fmla="*/ 6241687 w 7467600"/>
              <a:gd name="connsiteY649" fmla="*/ 1257600 h 6858000"/>
              <a:gd name="connsiteX650" fmla="*/ 5693009 w 7467600"/>
              <a:gd name="connsiteY650" fmla="*/ 1478256 h 6858000"/>
              <a:gd name="connsiteX651" fmla="*/ 6548420 w 7467600"/>
              <a:gd name="connsiteY651" fmla="*/ 1214599 h 6858000"/>
              <a:gd name="connsiteX652" fmla="*/ 6605473 w 7467600"/>
              <a:gd name="connsiteY652" fmla="*/ 1184686 h 6858000"/>
              <a:gd name="connsiteX653" fmla="*/ 6691602 w 7467600"/>
              <a:gd name="connsiteY653" fmla="*/ 1140573 h 6858000"/>
              <a:gd name="connsiteX654" fmla="*/ 4002475 w 7467600"/>
              <a:gd name="connsiteY654" fmla="*/ 1037802 h 6858000"/>
              <a:gd name="connsiteX655" fmla="*/ 4000324 w 7467600"/>
              <a:gd name="connsiteY655" fmla="*/ 1039362 h 6858000"/>
              <a:gd name="connsiteX656" fmla="*/ 4002862 w 7467600"/>
              <a:gd name="connsiteY656" fmla="*/ 1042866 h 6858000"/>
              <a:gd name="connsiteX657" fmla="*/ 4002475 w 7467600"/>
              <a:gd name="connsiteY657" fmla="*/ 1037802 h 6858000"/>
              <a:gd name="connsiteX658" fmla="*/ 506322 w 7467600"/>
              <a:gd name="connsiteY658" fmla="*/ 1020997 h 6858000"/>
              <a:gd name="connsiteX659" fmla="*/ 533068 w 7467600"/>
              <a:gd name="connsiteY659" fmla="*/ 1029409 h 6858000"/>
              <a:gd name="connsiteX660" fmla="*/ 1232525 w 7467600"/>
              <a:gd name="connsiteY660" fmla="*/ 1804675 h 6858000"/>
              <a:gd name="connsiteX661" fmla="*/ 1388858 w 7467600"/>
              <a:gd name="connsiteY661" fmla="*/ 2368011 h 6858000"/>
              <a:gd name="connsiteX662" fmla="*/ 1384098 w 7467600"/>
              <a:gd name="connsiteY662" fmla="*/ 2378125 h 6858000"/>
              <a:gd name="connsiteX663" fmla="*/ 1425393 w 7467600"/>
              <a:gd name="connsiteY663" fmla="*/ 2589124 h 6858000"/>
              <a:gd name="connsiteX664" fmla="*/ 1424001 w 7467600"/>
              <a:gd name="connsiteY664" fmla="*/ 2597541 h 6858000"/>
              <a:gd name="connsiteX665" fmla="*/ 2152729 w 7467600"/>
              <a:gd name="connsiteY665" fmla="*/ 2864487 h 6858000"/>
              <a:gd name="connsiteX666" fmla="*/ 2020609 w 7467600"/>
              <a:gd name="connsiteY666" fmla="*/ 2539671 h 6858000"/>
              <a:gd name="connsiteX667" fmla="*/ 2018920 w 7467600"/>
              <a:gd name="connsiteY667" fmla="*/ 2536309 h 6858000"/>
              <a:gd name="connsiteX668" fmla="*/ 1342441 w 7467600"/>
              <a:gd name="connsiteY668" fmla="*/ 1173017 h 6858000"/>
              <a:gd name="connsiteX669" fmla="*/ 1367925 w 7467600"/>
              <a:gd name="connsiteY669" fmla="*/ 1135648 h 6858000"/>
              <a:gd name="connsiteX670" fmla="*/ 1771401 w 7467600"/>
              <a:gd name="connsiteY670" fmla="*/ 1806673 h 6858000"/>
              <a:gd name="connsiteX671" fmla="*/ 1972385 w 7467600"/>
              <a:gd name="connsiteY671" fmla="*/ 2198735 h 6858000"/>
              <a:gd name="connsiteX672" fmla="*/ 2040892 w 7467600"/>
              <a:gd name="connsiteY672" fmla="*/ 2405205 h 6858000"/>
              <a:gd name="connsiteX673" fmla="*/ 2131689 w 7467600"/>
              <a:gd name="connsiteY673" fmla="*/ 1936926 h 6858000"/>
              <a:gd name="connsiteX674" fmla="*/ 2454820 w 7467600"/>
              <a:gd name="connsiteY674" fmla="*/ 1248808 h 6858000"/>
              <a:gd name="connsiteX675" fmla="*/ 2492512 w 7467600"/>
              <a:gd name="connsiteY675" fmla="*/ 1302920 h 6858000"/>
              <a:gd name="connsiteX676" fmla="*/ 2081216 w 7467600"/>
              <a:gd name="connsiteY676" fmla="*/ 2527513 h 6858000"/>
              <a:gd name="connsiteX677" fmla="*/ 2081211 w 7467600"/>
              <a:gd name="connsiteY677" fmla="*/ 2528916 h 6858000"/>
              <a:gd name="connsiteX678" fmla="*/ 2199067 w 7467600"/>
              <a:gd name="connsiteY678" fmla="*/ 2884061 h 6858000"/>
              <a:gd name="connsiteX679" fmla="*/ 3192586 w 7467600"/>
              <a:gd name="connsiteY679" fmla="*/ 3411496 h 6858000"/>
              <a:gd name="connsiteX680" fmla="*/ 3182620 w 7467600"/>
              <a:gd name="connsiteY680" fmla="*/ 3483279 h 6858000"/>
              <a:gd name="connsiteX681" fmla="*/ 2435119 w 7467600"/>
              <a:gd name="connsiteY681" fmla="*/ 3080173 h 6858000"/>
              <a:gd name="connsiteX682" fmla="*/ 2410152 w 7467600"/>
              <a:gd name="connsiteY682" fmla="*/ 3063751 h 6858000"/>
              <a:gd name="connsiteX683" fmla="*/ 2408099 w 7467600"/>
              <a:gd name="connsiteY683" fmla="*/ 3064403 h 6858000"/>
              <a:gd name="connsiteX684" fmla="*/ 2407218 w 7467600"/>
              <a:gd name="connsiteY684" fmla="*/ 3070324 h 6858000"/>
              <a:gd name="connsiteX685" fmla="*/ 2380138 w 7467600"/>
              <a:gd name="connsiteY685" fmla="*/ 3099341 h 6858000"/>
              <a:gd name="connsiteX686" fmla="*/ 1765923 w 7467600"/>
              <a:gd name="connsiteY686" fmla="*/ 3581043 h 6858000"/>
              <a:gd name="connsiteX687" fmla="*/ 1702258 w 7467600"/>
              <a:gd name="connsiteY687" fmla="*/ 3612286 h 6858000"/>
              <a:gd name="connsiteX688" fmla="*/ 1538370 w 7467600"/>
              <a:gd name="connsiteY688" fmla="*/ 3811804 h 6858000"/>
              <a:gd name="connsiteX689" fmla="*/ 542867 w 7467600"/>
              <a:gd name="connsiteY689" fmla="*/ 4944092 h 6858000"/>
              <a:gd name="connsiteX690" fmla="*/ 515800 w 7467600"/>
              <a:gd name="connsiteY690" fmla="*/ 4862180 h 6858000"/>
              <a:gd name="connsiteX691" fmla="*/ 909145 w 7467600"/>
              <a:gd name="connsiteY691" fmla="*/ 4199225 h 6858000"/>
              <a:gd name="connsiteX692" fmla="*/ 1214067 w 7467600"/>
              <a:gd name="connsiteY692" fmla="*/ 3908561 h 6858000"/>
              <a:gd name="connsiteX693" fmla="*/ 640967 w 7467600"/>
              <a:gd name="connsiteY693" fmla="*/ 4105601 h 6858000"/>
              <a:gd name="connsiteX694" fmla="*/ 112563 w 7467600"/>
              <a:gd name="connsiteY694" fmla="*/ 4396952 h 6858000"/>
              <a:gd name="connsiteX695" fmla="*/ 0 w 7467600"/>
              <a:gd name="connsiteY695" fmla="*/ 4466006 h 6858000"/>
              <a:gd name="connsiteX696" fmla="*/ 0 w 7467600"/>
              <a:gd name="connsiteY696" fmla="*/ 4233763 h 6858000"/>
              <a:gd name="connsiteX697" fmla="*/ 36881 w 7467600"/>
              <a:gd name="connsiteY697" fmla="*/ 4200118 h 6858000"/>
              <a:gd name="connsiteX698" fmla="*/ 910534 w 7467600"/>
              <a:gd name="connsiteY698" fmla="*/ 3629753 h 6858000"/>
              <a:gd name="connsiteX699" fmla="*/ 1578717 w 7467600"/>
              <a:gd name="connsiteY699" fmla="*/ 3575982 h 6858000"/>
              <a:gd name="connsiteX700" fmla="*/ 2338780 w 7467600"/>
              <a:gd name="connsiteY700" fmla="*/ 3033725 h 6858000"/>
              <a:gd name="connsiteX701" fmla="*/ 1807991 w 7467600"/>
              <a:gd name="connsiteY701" fmla="*/ 2807184 h 6858000"/>
              <a:gd name="connsiteX702" fmla="*/ 1416358 w 7467600"/>
              <a:gd name="connsiteY702" fmla="*/ 3112571 h 6858000"/>
              <a:gd name="connsiteX703" fmla="*/ 939066 w 7467600"/>
              <a:gd name="connsiteY703" fmla="*/ 3378798 h 6858000"/>
              <a:gd name="connsiteX704" fmla="*/ 115099 w 7467600"/>
              <a:gd name="connsiteY704" fmla="*/ 3607650 h 6858000"/>
              <a:gd name="connsiteX705" fmla="*/ 97284 w 7467600"/>
              <a:gd name="connsiteY705" fmla="*/ 3520393 h 6858000"/>
              <a:gd name="connsiteX706" fmla="*/ 922050 w 7467600"/>
              <a:gd name="connsiteY706" fmla="*/ 3074867 h 6858000"/>
              <a:gd name="connsiteX707" fmla="*/ 1405265 w 7467600"/>
              <a:gd name="connsiteY707" fmla="*/ 3016319 h 6858000"/>
              <a:gd name="connsiteX708" fmla="*/ 1407512 w 7467600"/>
              <a:gd name="connsiteY708" fmla="*/ 3018001 h 6858000"/>
              <a:gd name="connsiteX709" fmla="*/ 1726266 w 7467600"/>
              <a:gd name="connsiteY709" fmla="*/ 2777274 h 6858000"/>
              <a:gd name="connsiteX710" fmla="*/ 625390 w 7467600"/>
              <a:gd name="connsiteY710" fmla="*/ 2514541 h 6858000"/>
              <a:gd name="connsiteX711" fmla="*/ 619799 w 7467600"/>
              <a:gd name="connsiteY711" fmla="*/ 2527180 h 6858000"/>
              <a:gd name="connsiteX712" fmla="*/ 310030 w 7467600"/>
              <a:gd name="connsiteY712" fmla="*/ 2771818 h 6858000"/>
              <a:gd name="connsiteX713" fmla="*/ 173877 w 7467600"/>
              <a:gd name="connsiteY713" fmla="*/ 2937056 h 6858000"/>
              <a:gd name="connsiteX714" fmla="*/ 77889 w 7467600"/>
              <a:gd name="connsiteY714" fmla="*/ 3138440 h 6858000"/>
              <a:gd name="connsiteX715" fmla="*/ 0 w 7467600"/>
              <a:gd name="connsiteY715" fmla="*/ 3271395 h 6858000"/>
              <a:gd name="connsiteX716" fmla="*/ 0 w 7467600"/>
              <a:gd name="connsiteY716" fmla="*/ 3153002 h 6858000"/>
              <a:gd name="connsiteX717" fmla="*/ 2386 w 7467600"/>
              <a:gd name="connsiteY717" fmla="*/ 3149203 h 6858000"/>
              <a:gd name="connsiteX718" fmla="*/ 89753 w 7467600"/>
              <a:gd name="connsiteY718" fmla="*/ 2987702 h 6858000"/>
              <a:gd name="connsiteX719" fmla="*/ 76869 w 7467600"/>
              <a:gd name="connsiteY719" fmla="*/ 3005404 h 6858000"/>
              <a:gd name="connsiteX720" fmla="*/ 32049 w 7467600"/>
              <a:gd name="connsiteY720" fmla="*/ 3065814 h 6858000"/>
              <a:gd name="connsiteX721" fmla="*/ 0 w 7467600"/>
              <a:gd name="connsiteY721" fmla="*/ 3108744 h 6858000"/>
              <a:gd name="connsiteX722" fmla="*/ 0 w 7467600"/>
              <a:gd name="connsiteY722" fmla="*/ 3058059 h 6858000"/>
              <a:gd name="connsiteX723" fmla="*/ 7610 w 7467600"/>
              <a:gd name="connsiteY723" fmla="*/ 3047889 h 6858000"/>
              <a:gd name="connsiteX724" fmla="*/ 52419 w 7467600"/>
              <a:gd name="connsiteY724" fmla="*/ 2987479 h 6858000"/>
              <a:gd name="connsiteX725" fmla="*/ 59142 w 7467600"/>
              <a:gd name="connsiteY725" fmla="*/ 2978488 h 6858000"/>
              <a:gd name="connsiteX726" fmla="*/ 0 w 7467600"/>
              <a:gd name="connsiteY726" fmla="*/ 3015334 h 6858000"/>
              <a:gd name="connsiteX727" fmla="*/ 0 w 7467600"/>
              <a:gd name="connsiteY727" fmla="*/ 2914286 h 6858000"/>
              <a:gd name="connsiteX728" fmla="*/ 36383 w 7467600"/>
              <a:gd name="connsiteY728" fmla="*/ 2901128 h 6858000"/>
              <a:gd name="connsiteX729" fmla="*/ 156329 w 7467600"/>
              <a:gd name="connsiteY729" fmla="*/ 2840533 h 6858000"/>
              <a:gd name="connsiteX730" fmla="*/ 358355 w 7467600"/>
              <a:gd name="connsiteY730" fmla="*/ 2620471 h 6858000"/>
              <a:gd name="connsiteX731" fmla="*/ 510577 w 7467600"/>
              <a:gd name="connsiteY731" fmla="*/ 2501244 h 6858000"/>
              <a:gd name="connsiteX732" fmla="*/ 211967 w 7467600"/>
              <a:gd name="connsiteY732" fmla="*/ 2479171 h 6858000"/>
              <a:gd name="connsiteX733" fmla="*/ 0 w 7467600"/>
              <a:gd name="connsiteY733" fmla="*/ 2476398 h 6858000"/>
              <a:gd name="connsiteX734" fmla="*/ 0 w 7467600"/>
              <a:gd name="connsiteY734" fmla="*/ 2389189 h 6858000"/>
              <a:gd name="connsiteX735" fmla="*/ 103062 w 7467600"/>
              <a:gd name="connsiteY735" fmla="*/ 2389518 h 6858000"/>
              <a:gd name="connsiteX736" fmla="*/ 510734 w 7467600"/>
              <a:gd name="connsiteY736" fmla="*/ 2416201 h 6858000"/>
              <a:gd name="connsiteX737" fmla="*/ 279257 w 7467600"/>
              <a:gd name="connsiteY737" fmla="*/ 2092102 h 6858000"/>
              <a:gd name="connsiteX738" fmla="*/ 65265 w 7467600"/>
              <a:gd name="connsiteY738" fmla="*/ 2006049 h 6858000"/>
              <a:gd name="connsiteX739" fmla="*/ 0 w 7467600"/>
              <a:gd name="connsiteY739" fmla="*/ 1982532 h 6858000"/>
              <a:gd name="connsiteX740" fmla="*/ 0 w 7467600"/>
              <a:gd name="connsiteY740" fmla="*/ 1912789 h 6858000"/>
              <a:gd name="connsiteX741" fmla="*/ 97460 w 7467600"/>
              <a:gd name="connsiteY741" fmla="*/ 1953725 h 6858000"/>
              <a:gd name="connsiteX742" fmla="*/ 221272 w 7467600"/>
              <a:gd name="connsiteY742" fmla="*/ 1980766 h 6858000"/>
              <a:gd name="connsiteX743" fmla="*/ 116765 w 7467600"/>
              <a:gd name="connsiteY743" fmla="*/ 1911033 h 6858000"/>
              <a:gd name="connsiteX744" fmla="*/ 16405 w 7467600"/>
              <a:gd name="connsiteY744" fmla="*/ 1803412 h 6858000"/>
              <a:gd name="connsiteX745" fmla="*/ 0 w 7467600"/>
              <a:gd name="connsiteY745" fmla="*/ 1784777 h 6858000"/>
              <a:gd name="connsiteX746" fmla="*/ 0 w 7467600"/>
              <a:gd name="connsiteY746" fmla="*/ 1740082 h 6858000"/>
              <a:gd name="connsiteX747" fmla="*/ 39394 w 7467600"/>
              <a:gd name="connsiteY747" fmla="*/ 1784856 h 6858000"/>
              <a:gd name="connsiteX748" fmla="*/ 135813 w 7467600"/>
              <a:gd name="connsiteY748" fmla="*/ 1888838 h 6858000"/>
              <a:gd name="connsiteX749" fmla="*/ 242575 w 7467600"/>
              <a:gd name="connsiteY749" fmla="*/ 1958841 h 6858000"/>
              <a:gd name="connsiteX750" fmla="*/ 82197 w 7467600"/>
              <a:gd name="connsiteY750" fmla="*/ 1754826 h 6858000"/>
              <a:gd name="connsiteX751" fmla="*/ 0 w 7467600"/>
              <a:gd name="connsiteY751" fmla="*/ 1679650 h 6858000"/>
              <a:gd name="connsiteX752" fmla="*/ 0 w 7467600"/>
              <a:gd name="connsiteY752" fmla="*/ 1602463 h 6858000"/>
              <a:gd name="connsiteX753" fmla="*/ 84689 w 7467600"/>
              <a:gd name="connsiteY753" fmla="*/ 1677442 h 6858000"/>
              <a:gd name="connsiteX754" fmla="*/ 298437 w 7467600"/>
              <a:gd name="connsiteY754" fmla="*/ 1968019 h 6858000"/>
              <a:gd name="connsiteX755" fmla="*/ 227269 w 7467600"/>
              <a:gd name="connsiteY755" fmla="*/ 1114064 h 6858000"/>
              <a:gd name="connsiteX756" fmla="*/ 248003 w 7467600"/>
              <a:gd name="connsiteY756" fmla="*/ 1089613 h 6858000"/>
              <a:gd name="connsiteX757" fmla="*/ 427020 w 7467600"/>
              <a:gd name="connsiteY757" fmla="*/ 1619803 h 6858000"/>
              <a:gd name="connsiteX758" fmla="*/ 340345 w 7467600"/>
              <a:gd name="connsiteY758" fmla="*/ 2027739 h 6858000"/>
              <a:gd name="connsiteX759" fmla="*/ 360865 w 7467600"/>
              <a:gd name="connsiteY759" fmla="*/ 2044827 h 6858000"/>
              <a:gd name="connsiteX760" fmla="*/ 560414 w 7467600"/>
              <a:gd name="connsiteY760" fmla="*/ 2421457 h 6858000"/>
              <a:gd name="connsiteX761" fmla="*/ 1359703 w 7467600"/>
              <a:gd name="connsiteY761" fmla="*/ 2578554 h 6858000"/>
              <a:gd name="connsiteX762" fmla="*/ 1359422 w 7467600"/>
              <a:gd name="connsiteY762" fmla="*/ 2577994 h 6858000"/>
              <a:gd name="connsiteX763" fmla="*/ 828701 w 7467600"/>
              <a:gd name="connsiteY763" fmla="*/ 1839520 h 6858000"/>
              <a:gd name="connsiteX764" fmla="*/ 494427 w 7467600"/>
              <a:gd name="connsiteY764" fmla="*/ 1092333 h 6858000"/>
              <a:gd name="connsiteX765" fmla="*/ 506322 w 7467600"/>
              <a:gd name="connsiteY765" fmla="*/ 1020997 h 6858000"/>
              <a:gd name="connsiteX766" fmla="*/ 4570198 w 7467600"/>
              <a:gd name="connsiteY766" fmla="*/ 978081 h 6858000"/>
              <a:gd name="connsiteX767" fmla="*/ 4523691 w 7467600"/>
              <a:gd name="connsiteY767" fmla="*/ 1127776 h 6858000"/>
              <a:gd name="connsiteX768" fmla="*/ 4509875 w 7467600"/>
              <a:gd name="connsiteY768" fmla="*/ 1167552 h 6858000"/>
              <a:gd name="connsiteX769" fmla="*/ 4478168 w 7467600"/>
              <a:gd name="connsiteY769" fmla="*/ 1260735 h 6858000"/>
              <a:gd name="connsiteX770" fmla="*/ 4409309 w 7467600"/>
              <a:gd name="connsiteY770" fmla="*/ 1666996 h 6858000"/>
              <a:gd name="connsiteX771" fmla="*/ 4370031 w 7467600"/>
              <a:gd name="connsiteY771" fmla="*/ 1955666 h 6858000"/>
              <a:gd name="connsiteX772" fmla="*/ 4570198 w 7467600"/>
              <a:gd name="connsiteY772" fmla="*/ 978081 h 6858000"/>
              <a:gd name="connsiteX773" fmla="*/ 4557898 w 7467600"/>
              <a:gd name="connsiteY773" fmla="*/ 900011 h 6858000"/>
              <a:gd name="connsiteX774" fmla="*/ 4344840 w 7467600"/>
              <a:gd name="connsiteY774" fmla="*/ 1922038 h 6858000"/>
              <a:gd name="connsiteX775" fmla="*/ 4378710 w 7467600"/>
              <a:gd name="connsiteY775" fmla="*/ 1665516 h 6858000"/>
              <a:gd name="connsiteX776" fmla="*/ 4448798 w 7467600"/>
              <a:gd name="connsiteY776" fmla="*/ 1253024 h 6858000"/>
              <a:gd name="connsiteX777" fmla="*/ 4480315 w 7467600"/>
              <a:gd name="connsiteY777" fmla="*/ 1158454 h 6858000"/>
              <a:gd name="connsiteX778" fmla="*/ 4494133 w 7467600"/>
              <a:gd name="connsiteY778" fmla="*/ 1118676 h 6858000"/>
              <a:gd name="connsiteX779" fmla="*/ 4557898 w 7467600"/>
              <a:gd name="connsiteY779" fmla="*/ 900011 h 6858000"/>
              <a:gd name="connsiteX780" fmla="*/ 5870151 w 7467600"/>
              <a:gd name="connsiteY780" fmla="*/ 898890 h 6858000"/>
              <a:gd name="connsiteX781" fmla="*/ 5861335 w 7467600"/>
              <a:gd name="connsiteY781" fmla="*/ 899177 h 6858000"/>
              <a:gd name="connsiteX782" fmla="*/ 5843702 w 7467600"/>
              <a:gd name="connsiteY782" fmla="*/ 899748 h 6858000"/>
              <a:gd name="connsiteX783" fmla="*/ 5651107 w 7467600"/>
              <a:gd name="connsiteY783" fmla="*/ 920306 h 6858000"/>
              <a:gd name="connsiteX784" fmla="*/ 5459407 w 7467600"/>
              <a:gd name="connsiteY784" fmla="*/ 940975 h 6858000"/>
              <a:gd name="connsiteX785" fmla="*/ 5374846 w 7467600"/>
              <a:gd name="connsiteY785" fmla="*/ 941988 h 6858000"/>
              <a:gd name="connsiteX786" fmla="*/ 5256105 w 7467600"/>
              <a:gd name="connsiteY786" fmla="*/ 945632 h 6858000"/>
              <a:gd name="connsiteX787" fmla="*/ 5107071 w 7467600"/>
              <a:gd name="connsiteY787" fmla="*/ 969720 h 6858000"/>
              <a:gd name="connsiteX788" fmla="*/ 4998681 w 7467600"/>
              <a:gd name="connsiteY788" fmla="*/ 988771 h 6858000"/>
              <a:gd name="connsiteX789" fmla="*/ 5870151 w 7467600"/>
              <a:gd name="connsiteY789" fmla="*/ 898890 h 6858000"/>
              <a:gd name="connsiteX790" fmla="*/ 5504425 w 7467600"/>
              <a:gd name="connsiteY790" fmla="*/ 848067 h 6858000"/>
              <a:gd name="connsiteX791" fmla="*/ 4968849 w 7467600"/>
              <a:gd name="connsiteY791" fmla="*/ 962318 h 6858000"/>
              <a:gd name="connsiteX792" fmla="*/ 5104039 w 7467600"/>
              <a:gd name="connsiteY792" fmla="*/ 940634 h 6858000"/>
              <a:gd name="connsiteX793" fmla="*/ 5256311 w 7467600"/>
              <a:gd name="connsiteY793" fmla="*/ 916490 h 6858000"/>
              <a:gd name="connsiteX794" fmla="*/ 5377381 w 7467600"/>
              <a:gd name="connsiteY794" fmla="*/ 912671 h 6858000"/>
              <a:gd name="connsiteX795" fmla="*/ 5460148 w 7467600"/>
              <a:gd name="connsiteY795" fmla="*/ 911442 h 6858000"/>
              <a:gd name="connsiteX796" fmla="*/ 5648971 w 7467600"/>
              <a:gd name="connsiteY796" fmla="*/ 891331 h 6858000"/>
              <a:gd name="connsiteX797" fmla="*/ 5844807 w 7467600"/>
              <a:gd name="connsiteY797" fmla="*/ 870718 h 6858000"/>
              <a:gd name="connsiteX798" fmla="*/ 5862975 w 7467600"/>
              <a:gd name="connsiteY798" fmla="*/ 869756 h 6858000"/>
              <a:gd name="connsiteX799" fmla="*/ 5920887 w 7467600"/>
              <a:gd name="connsiteY799" fmla="*/ 865929 h 6858000"/>
              <a:gd name="connsiteX800" fmla="*/ 5504425 w 7467600"/>
              <a:gd name="connsiteY800" fmla="*/ 848067 h 6858000"/>
              <a:gd name="connsiteX801" fmla="*/ 3607114 w 7467600"/>
              <a:gd name="connsiteY801" fmla="*/ 467441 h 6858000"/>
              <a:gd name="connsiteX802" fmla="*/ 3296242 w 7467600"/>
              <a:gd name="connsiteY802" fmla="*/ 807991 h 6858000"/>
              <a:gd name="connsiteX803" fmla="*/ 3174674 w 7467600"/>
              <a:gd name="connsiteY803" fmla="*/ 919759 h 6858000"/>
              <a:gd name="connsiteX804" fmla="*/ 3042978 w 7467600"/>
              <a:gd name="connsiteY804" fmla="*/ 1054894 h 6858000"/>
              <a:gd name="connsiteX805" fmla="*/ 2968914 w 7467600"/>
              <a:gd name="connsiteY805" fmla="*/ 1133756 h 6858000"/>
              <a:gd name="connsiteX806" fmla="*/ 3103823 w 7467600"/>
              <a:gd name="connsiteY806" fmla="*/ 1026814 h 6858000"/>
              <a:gd name="connsiteX807" fmla="*/ 3607114 w 7467600"/>
              <a:gd name="connsiteY807" fmla="*/ 467441 h 6858000"/>
              <a:gd name="connsiteX808" fmla="*/ 3744487 w 7467600"/>
              <a:gd name="connsiteY808" fmla="*/ 383136 h 6858000"/>
              <a:gd name="connsiteX809" fmla="*/ 3970213 w 7467600"/>
              <a:gd name="connsiteY809" fmla="*/ 995559 h 6858000"/>
              <a:gd name="connsiteX810" fmla="*/ 3744487 w 7467600"/>
              <a:gd name="connsiteY810" fmla="*/ 383136 h 6858000"/>
              <a:gd name="connsiteX811" fmla="*/ 3624562 w 7467600"/>
              <a:gd name="connsiteY811" fmla="*/ 367041 h 6858000"/>
              <a:gd name="connsiteX812" fmla="*/ 3489712 w 7467600"/>
              <a:gd name="connsiteY812" fmla="*/ 485386 h 6858000"/>
              <a:gd name="connsiteX813" fmla="*/ 3182994 w 7467600"/>
              <a:gd name="connsiteY813" fmla="*/ 828265 h 6858000"/>
              <a:gd name="connsiteX814" fmla="*/ 2892114 w 7467600"/>
              <a:gd name="connsiteY814" fmla="*/ 1172635 h 6858000"/>
              <a:gd name="connsiteX815" fmla="*/ 3021459 w 7467600"/>
              <a:gd name="connsiteY815" fmla="*/ 1035385 h 6858000"/>
              <a:gd name="connsiteX816" fmla="*/ 3153873 w 7467600"/>
              <a:gd name="connsiteY816" fmla="*/ 898971 h 6858000"/>
              <a:gd name="connsiteX817" fmla="*/ 3276511 w 7467600"/>
              <a:gd name="connsiteY817" fmla="*/ 786423 h 6858000"/>
              <a:gd name="connsiteX818" fmla="*/ 3584154 w 7467600"/>
              <a:gd name="connsiteY818" fmla="*/ 448218 h 6858000"/>
              <a:gd name="connsiteX819" fmla="*/ 3624562 w 7467600"/>
              <a:gd name="connsiteY819" fmla="*/ 367041 h 6858000"/>
              <a:gd name="connsiteX820" fmla="*/ 3766672 w 7467600"/>
              <a:gd name="connsiteY820" fmla="*/ 359429 h 6858000"/>
              <a:gd name="connsiteX821" fmla="*/ 3996338 w 7467600"/>
              <a:gd name="connsiteY821" fmla="*/ 968237 h 6858000"/>
              <a:gd name="connsiteX822" fmla="*/ 3766672 w 7467600"/>
              <a:gd name="connsiteY822" fmla="*/ 359429 h 6858000"/>
              <a:gd name="connsiteX823" fmla="*/ 5805386 w 7467600"/>
              <a:gd name="connsiteY823" fmla="*/ 239240 h 6858000"/>
              <a:gd name="connsiteX824" fmla="*/ 5736947 w 7467600"/>
              <a:gd name="connsiteY824" fmla="*/ 261367 h 6858000"/>
              <a:gd name="connsiteX825" fmla="*/ 5427012 w 7467600"/>
              <a:gd name="connsiteY825" fmla="*/ 311272 h 6858000"/>
              <a:gd name="connsiteX826" fmla="*/ 5147818 w 7467600"/>
              <a:gd name="connsiteY826" fmla="*/ 322112 h 6858000"/>
              <a:gd name="connsiteX827" fmla="*/ 5060854 w 7467600"/>
              <a:gd name="connsiteY827" fmla="*/ 311882 h 6858000"/>
              <a:gd name="connsiteX828" fmla="*/ 4945989 w 7467600"/>
              <a:gd name="connsiteY828" fmla="*/ 300516 h 6858000"/>
              <a:gd name="connsiteX829" fmla="*/ 5410479 w 7467600"/>
              <a:gd name="connsiteY829" fmla="*/ 348434 h 6858000"/>
              <a:gd name="connsiteX830" fmla="*/ 5805386 w 7467600"/>
              <a:gd name="connsiteY830" fmla="*/ 239240 h 6858000"/>
              <a:gd name="connsiteX831" fmla="*/ 5905192 w 7467600"/>
              <a:gd name="connsiteY831" fmla="*/ 163079 h 6858000"/>
              <a:gd name="connsiteX832" fmla="*/ 5865655 w 7467600"/>
              <a:gd name="connsiteY832" fmla="*/ 171901 h 6858000"/>
              <a:gd name="connsiteX833" fmla="*/ 5259740 w 7467600"/>
              <a:gd name="connsiteY833" fmla="*/ 257013 h 6858000"/>
              <a:gd name="connsiteX834" fmla="*/ 5208466 w 7467600"/>
              <a:gd name="connsiteY834" fmla="*/ 257550 h 6858000"/>
              <a:gd name="connsiteX835" fmla="*/ 4980204 w 7467600"/>
              <a:gd name="connsiteY835" fmla="*/ 271903 h 6858000"/>
              <a:gd name="connsiteX836" fmla="*/ 5068068 w 7467600"/>
              <a:gd name="connsiteY836" fmla="*/ 282244 h 6858000"/>
              <a:gd name="connsiteX837" fmla="*/ 5153231 w 7467600"/>
              <a:gd name="connsiteY837" fmla="*/ 292240 h 6858000"/>
              <a:gd name="connsiteX838" fmla="*/ 5426491 w 7467600"/>
              <a:gd name="connsiteY838" fmla="*/ 281128 h 6858000"/>
              <a:gd name="connsiteX839" fmla="*/ 5731212 w 7467600"/>
              <a:gd name="connsiteY839" fmla="*/ 231951 h 6858000"/>
              <a:gd name="connsiteX840" fmla="*/ 5905192 w 7467600"/>
              <a:gd name="connsiteY840" fmla="*/ 163079 h 6858000"/>
              <a:gd name="connsiteX841" fmla="*/ 5944437 w 7467600"/>
              <a:gd name="connsiteY841" fmla="*/ 113829 h 6858000"/>
              <a:gd name="connsiteX842" fmla="*/ 5825032 w 7467600"/>
              <a:gd name="connsiteY842" fmla="*/ 146405 h 6858000"/>
              <a:gd name="connsiteX843" fmla="*/ 4955599 w 7467600"/>
              <a:gd name="connsiteY843" fmla="*/ 247008 h 6858000"/>
              <a:gd name="connsiteX844" fmla="*/ 5210104 w 7467600"/>
              <a:gd name="connsiteY844" fmla="*/ 228123 h 6858000"/>
              <a:gd name="connsiteX845" fmla="*/ 5261015 w 7467600"/>
              <a:gd name="connsiteY845" fmla="*/ 227087 h 6858000"/>
              <a:gd name="connsiteX846" fmla="*/ 5861181 w 7467600"/>
              <a:gd name="connsiteY846" fmla="*/ 143093 h 6858000"/>
              <a:gd name="connsiteX847" fmla="*/ 5961252 w 7467600"/>
              <a:gd name="connsiteY847" fmla="*/ 114820 h 6858000"/>
              <a:gd name="connsiteX848" fmla="*/ 5944437 w 7467600"/>
              <a:gd name="connsiteY848" fmla="*/ 113829 h 6858000"/>
              <a:gd name="connsiteX849" fmla="*/ 3882765 w 7467600"/>
              <a:gd name="connsiteY849" fmla="*/ 0 h 6858000"/>
              <a:gd name="connsiteX850" fmla="*/ 3995099 w 7467600"/>
              <a:gd name="connsiteY850" fmla="*/ 0 h 6858000"/>
              <a:gd name="connsiteX851" fmla="*/ 4163818 w 7467600"/>
              <a:gd name="connsiteY851" fmla="*/ 234104 h 6858000"/>
              <a:gd name="connsiteX852" fmla="*/ 4172099 w 7467600"/>
              <a:gd name="connsiteY852" fmla="*/ 234207 h 6858000"/>
              <a:gd name="connsiteX853" fmla="*/ 4784282 w 7467600"/>
              <a:gd name="connsiteY853" fmla="*/ 276561 h 6858000"/>
              <a:gd name="connsiteX854" fmla="*/ 4801687 w 7467600"/>
              <a:gd name="connsiteY854" fmla="*/ 267764 h 6858000"/>
              <a:gd name="connsiteX855" fmla="*/ 6082788 w 7467600"/>
              <a:gd name="connsiteY855" fmla="*/ 64119 h 6858000"/>
              <a:gd name="connsiteX856" fmla="*/ 6099442 w 7467600"/>
              <a:gd name="connsiteY856" fmla="*/ 82568 h 6858000"/>
              <a:gd name="connsiteX857" fmla="*/ 4804137 w 7467600"/>
              <a:gd name="connsiteY857" fmla="*/ 320931 h 6858000"/>
              <a:gd name="connsiteX858" fmla="*/ 4227047 w 7467600"/>
              <a:gd name="connsiteY858" fmla="*/ 313415 h 6858000"/>
              <a:gd name="connsiteX859" fmla="*/ 4346041 w 7467600"/>
              <a:gd name="connsiteY859" fmla="*/ 456086 h 6858000"/>
              <a:gd name="connsiteX860" fmla="*/ 4870967 w 7467600"/>
              <a:gd name="connsiteY860" fmla="*/ 963061 h 6858000"/>
              <a:gd name="connsiteX861" fmla="*/ 4889647 w 7467600"/>
              <a:gd name="connsiteY861" fmla="*/ 957147 h 6858000"/>
              <a:gd name="connsiteX862" fmla="*/ 5422504 w 7467600"/>
              <a:gd name="connsiteY862" fmla="*/ 805191 h 6858000"/>
              <a:gd name="connsiteX863" fmla="*/ 6087656 w 7467600"/>
              <a:gd name="connsiteY863" fmla="*/ 826703 h 6858000"/>
              <a:gd name="connsiteX864" fmla="*/ 6058717 w 7467600"/>
              <a:gd name="connsiteY864" fmla="*/ 865992 h 6858000"/>
              <a:gd name="connsiteX865" fmla="*/ 4974153 w 7467600"/>
              <a:gd name="connsiteY865" fmla="*/ 1045456 h 6858000"/>
              <a:gd name="connsiteX866" fmla="*/ 5627835 w 7467600"/>
              <a:gd name="connsiteY866" fmla="*/ 1472077 h 6858000"/>
              <a:gd name="connsiteX867" fmla="*/ 5629817 w 7467600"/>
              <a:gd name="connsiteY867" fmla="*/ 1471412 h 6858000"/>
              <a:gd name="connsiteX868" fmla="*/ 5634124 w 7467600"/>
              <a:gd name="connsiteY868" fmla="*/ 1470572 h 6858000"/>
              <a:gd name="connsiteX869" fmla="*/ 5755832 w 7467600"/>
              <a:gd name="connsiteY869" fmla="*/ 1383886 h 6858000"/>
              <a:gd name="connsiteX870" fmla="*/ 6014186 w 7467600"/>
              <a:gd name="connsiteY870" fmla="*/ 1279799 h 6858000"/>
              <a:gd name="connsiteX871" fmla="*/ 6901619 w 7467600"/>
              <a:gd name="connsiteY871" fmla="*/ 1047874 h 6858000"/>
              <a:gd name="connsiteX872" fmla="*/ 6931566 w 7467600"/>
              <a:gd name="connsiteY872" fmla="*/ 1062034 h 6858000"/>
              <a:gd name="connsiteX873" fmla="*/ 5790982 w 7467600"/>
              <a:gd name="connsiteY873" fmla="*/ 1561380 h 6858000"/>
              <a:gd name="connsiteX874" fmla="*/ 6188971 w 7467600"/>
              <a:gd name="connsiteY874" fmla="*/ 1755168 h 6858000"/>
              <a:gd name="connsiteX875" fmla="*/ 6202446 w 7467600"/>
              <a:gd name="connsiteY875" fmla="*/ 1752268 h 6858000"/>
              <a:gd name="connsiteX876" fmla="*/ 7179560 w 7467600"/>
              <a:gd name="connsiteY876" fmla="*/ 1467551 h 6858000"/>
              <a:gd name="connsiteX877" fmla="*/ 7158730 w 7467600"/>
              <a:gd name="connsiteY877" fmla="*/ 1507835 h 6858000"/>
              <a:gd name="connsiteX878" fmla="*/ 6326959 w 7467600"/>
              <a:gd name="connsiteY878" fmla="*/ 1817686 h 6858000"/>
              <a:gd name="connsiteX879" fmla="*/ 6537433 w 7467600"/>
              <a:gd name="connsiteY879" fmla="*/ 1907790 h 6858000"/>
              <a:gd name="connsiteX880" fmla="*/ 6550221 w 7467600"/>
              <a:gd name="connsiteY880" fmla="*/ 1910729 h 6858000"/>
              <a:gd name="connsiteX881" fmla="*/ 6964438 w 7467600"/>
              <a:gd name="connsiteY881" fmla="*/ 2209505 h 6858000"/>
              <a:gd name="connsiteX882" fmla="*/ 7367862 w 7467600"/>
              <a:gd name="connsiteY882" fmla="*/ 2806833 h 6858000"/>
              <a:gd name="connsiteX883" fmla="*/ 7364329 w 7467600"/>
              <a:gd name="connsiteY883" fmla="*/ 2826907 h 6858000"/>
              <a:gd name="connsiteX884" fmla="*/ 7290545 w 7467600"/>
              <a:gd name="connsiteY884" fmla="*/ 2850663 h 6858000"/>
              <a:gd name="connsiteX885" fmla="*/ 6472036 w 7467600"/>
              <a:gd name="connsiteY885" fmla="*/ 1959003 h 6858000"/>
              <a:gd name="connsiteX886" fmla="*/ 5792897 w 7467600"/>
              <a:gd name="connsiteY886" fmla="*/ 1647747 h 6858000"/>
              <a:gd name="connsiteX887" fmla="*/ 5842751 w 7467600"/>
              <a:gd name="connsiteY887" fmla="*/ 1816112 h 6858000"/>
              <a:gd name="connsiteX888" fmla="*/ 5847424 w 7467600"/>
              <a:gd name="connsiteY888" fmla="*/ 1815776 h 6858000"/>
              <a:gd name="connsiteX889" fmla="*/ 6399821 w 7467600"/>
              <a:gd name="connsiteY889" fmla="*/ 2344799 h 6858000"/>
              <a:gd name="connsiteX890" fmla="*/ 6323232 w 7467600"/>
              <a:gd name="connsiteY890" fmla="*/ 2389634 h 6858000"/>
              <a:gd name="connsiteX891" fmla="*/ 5942958 w 7467600"/>
              <a:gd name="connsiteY891" fmla="*/ 2077708 h 6858000"/>
              <a:gd name="connsiteX892" fmla="*/ 5921559 w 7467600"/>
              <a:gd name="connsiteY892" fmla="*/ 2378596 h 6858000"/>
              <a:gd name="connsiteX893" fmla="*/ 5817651 w 7467600"/>
              <a:gd name="connsiteY893" fmla="*/ 3023919 h 6858000"/>
              <a:gd name="connsiteX894" fmla="*/ 5729634 w 7467600"/>
              <a:gd name="connsiteY894" fmla="*/ 3051849 h 6858000"/>
              <a:gd name="connsiteX895" fmla="*/ 5611018 w 7467600"/>
              <a:gd name="connsiteY895" fmla="*/ 2316769 h 6858000"/>
              <a:gd name="connsiteX896" fmla="*/ 5687608 w 7467600"/>
              <a:gd name="connsiteY896" fmla="*/ 2039972 h 6858000"/>
              <a:gd name="connsiteX897" fmla="*/ 5657554 w 7467600"/>
              <a:gd name="connsiteY897" fmla="*/ 1576445 h 6858000"/>
              <a:gd name="connsiteX898" fmla="*/ 5150475 w 7467600"/>
              <a:gd name="connsiteY898" fmla="*/ 1274012 h 6858000"/>
              <a:gd name="connsiteX899" fmla="*/ 5349142 w 7467600"/>
              <a:gd name="connsiteY899" fmla="*/ 2204405 h 6858000"/>
              <a:gd name="connsiteX900" fmla="*/ 5262214 w 7467600"/>
              <a:gd name="connsiteY900" fmla="*/ 2233836 h 6858000"/>
              <a:gd name="connsiteX901" fmla="*/ 4981539 w 7467600"/>
              <a:gd name="connsiteY901" fmla="*/ 1542201 h 6858000"/>
              <a:gd name="connsiteX902" fmla="*/ 4958461 w 7467600"/>
              <a:gd name="connsiteY902" fmla="*/ 1136957 h 6858000"/>
              <a:gd name="connsiteX903" fmla="*/ 4655015 w 7467600"/>
              <a:gd name="connsiteY903" fmla="*/ 891426 h 6858000"/>
              <a:gd name="connsiteX904" fmla="*/ 4348002 w 7467600"/>
              <a:gd name="connsiteY904" fmla="*/ 2205895 h 6858000"/>
              <a:gd name="connsiteX905" fmla="*/ 4262250 w 7467600"/>
              <a:gd name="connsiteY905" fmla="*/ 2219972 h 6858000"/>
              <a:gd name="connsiteX906" fmla="*/ 4550611 w 7467600"/>
              <a:gd name="connsiteY906" fmla="*/ 817540 h 6858000"/>
              <a:gd name="connsiteX907" fmla="*/ 4564418 w 7467600"/>
              <a:gd name="connsiteY907" fmla="*/ 808293 h 6858000"/>
              <a:gd name="connsiteX908" fmla="*/ 4266388 w 7467600"/>
              <a:gd name="connsiteY908" fmla="*/ 500083 h 6858000"/>
              <a:gd name="connsiteX909" fmla="*/ 4032842 w 7467600"/>
              <a:gd name="connsiteY909" fmla="*/ 211809 h 6858000"/>
              <a:gd name="connsiteX910" fmla="*/ 3882765 w 7467600"/>
              <a:gd name="connsiteY910" fmla="*/ 0 h 6858000"/>
              <a:gd name="connsiteX911" fmla="*/ 3721337 w 7467600"/>
              <a:gd name="connsiteY911" fmla="*/ 0 h 6858000"/>
              <a:gd name="connsiteX912" fmla="*/ 3797544 w 7467600"/>
              <a:gd name="connsiteY912" fmla="*/ 0 h 6858000"/>
              <a:gd name="connsiteX913" fmla="*/ 3775734 w 7467600"/>
              <a:gd name="connsiteY913" fmla="*/ 95131 h 6858000"/>
              <a:gd name="connsiteX914" fmla="*/ 3724807 w 7467600"/>
              <a:gd name="connsiteY914" fmla="*/ 272257 h 6858000"/>
              <a:gd name="connsiteX915" fmla="*/ 3726844 w 7467600"/>
              <a:gd name="connsiteY915" fmla="*/ 282988 h 6858000"/>
              <a:gd name="connsiteX916" fmla="*/ 3742664 w 7467600"/>
              <a:gd name="connsiteY916" fmla="*/ 279918 h 6858000"/>
              <a:gd name="connsiteX917" fmla="*/ 4103910 w 7467600"/>
              <a:gd name="connsiteY917" fmla="*/ 1161917 h 6858000"/>
              <a:gd name="connsiteX918" fmla="*/ 4020269 w 7467600"/>
              <a:gd name="connsiteY918" fmla="*/ 1200406 h 6858000"/>
              <a:gd name="connsiteX919" fmla="*/ 3674882 w 7467600"/>
              <a:gd name="connsiteY919" fmla="*/ 488524 h 6858000"/>
              <a:gd name="connsiteX920" fmla="*/ 3132682 w 7467600"/>
              <a:gd name="connsiteY920" fmla="*/ 1072284 h 6858000"/>
              <a:gd name="connsiteX921" fmla="*/ 2716346 w 7467600"/>
              <a:gd name="connsiteY921" fmla="*/ 1276376 h 6858000"/>
              <a:gd name="connsiteX922" fmla="*/ 2716772 w 7467600"/>
              <a:gd name="connsiteY922" fmla="*/ 1255462 h 6858000"/>
              <a:gd name="connsiteX923" fmla="*/ 3471096 w 7467600"/>
              <a:gd name="connsiteY923" fmla="*/ 437072 h 6858000"/>
              <a:gd name="connsiteX924" fmla="*/ 3639057 w 7467600"/>
              <a:gd name="connsiteY924" fmla="*/ 286334 h 6858000"/>
              <a:gd name="connsiteX925" fmla="*/ 3640309 w 7467600"/>
              <a:gd name="connsiteY925" fmla="*/ 284664 h 6858000"/>
              <a:gd name="connsiteX926" fmla="*/ 3646022 w 7467600"/>
              <a:gd name="connsiteY926" fmla="*/ 276711 h 6858000"/>
              <a:gd name="connsiteX927" fmla="*/ 3707943 w 7467600"/>
              <a:gd name="connsiteY927" fmla="*/ 65958 h 6858000"/>
              <a:gd name="connsiteX928" fmla="*/ 3721337 w 7467600"/>
              <a:gd name="connsiteY928" fmla="*/ 0 h 6858000"/>
              <a:gd name="connsiteX929" fmla="*/ 2867960 w 7467600"/>
              <a:gd name="connsiteY929" fmla="*/ 0 h 6858000"/>
              <a:gd name="connsiteX930" fmla="*/ 2926351 w 7467600"/>
              <a:gd name="connsiteY930" fmla="*/ 0 h 6858000"/>
              <a:gd name="connsiteX931" fmla="*/ 2902823 w 7467600"/>
              <a:gd name="connsiteY931" fmla="*/ 262929 h 6858000"/>
              <a:gd name="connsiteX932" fmla="*/ 2940663 w 7467600"/>
              <a:gd name="connsiteY932" fmla="*/ 140884 h 6858000"/>
              <a:gd name="connsiteX933" fmla="*/ 2947039 w 7467600"/>
              <a:gd name="connsiteY933" fmla="*/ 122524 h 6858000"/>
              <a:gd name="connsiteX934" fmla="*/ 2984316 w 7467600"/>
              <a:gd name="connsiteY934" fmla="*/ 0 h 6858000"/>
              <a:gd name="connsiteX935" fmla="*/ 3016114 w 7467600"/>
              <a:gd name="connsiteY935" fmla="*/ 0 h 6858000"/>
              <a:gd name="connsiteX936" fmla="*/ 2979949 w 7467600"/>
              <a:gd name="connsiteY936" fmla="*/ 119274 h 6858000"/>
              <a:gd name="connsiteX937" fmla="*/ 3023879 w 7467600"/>
              <a:gd name="connsiteY937" fmla="*/ 0 h 6858000"/>
              <a:gd name="connsiteX938" fmla="*/ 3105400 w 7467600"/>
              <a:gd name="connsiteY938" fmla="*/ 0 h 6858000"/>
              <a:gd name="connsiteX939" fmla="*/ 3094669 w 7467600"/>
              <a:gd name="connsiteY939" fmla="*/ 30308 h 6858000"/>
              <a:gd name="connsiteX940" fmla="*/ 2901945 w 7467600"/>
              <a:gd name="connsiteY940" fmla="*/ 466538 h 6858000"/>
              <a:gd name="connsiteX941" fmla="*/ 2815209 w 7467600"/>
              <a:gd name="connsiteY941" fmla="*/ 497361 h 6858000"/>
              <a:gd name="connsiteX942" fmla="*/ 2844845 w 7467600"/>
              <a:gd name="connsiteY942" fmla="*/ 127638 h 6858000"/>
              <a:gd name="connsiteX943" fmla="*/ 2867960 w 7467600"/>
              <a:gd name="connsiteY943" fmla="*/ 0 h 6858000"/>
              <a:gd name="connsiteX944" fmla="*/ 1057230 w 7467600"/>
              <a:gd name="connsiteY944" fmla="*/ 0 h 6858000"/>
              <a:gd name="connsiteX945" fmla="*/ 1111003 w 7467600"/>
              <a:gd name="connsiteY945" fmla="*/ 0 h 6858000"/>
              <a:gd name="connsiteX946" fmla="*/ 1125553 w 7467600"/>
              <a:gd name="connsiteY946" fmla="*/ 52588 h 6858000"/>
              <a:gd name="connsiteX947" fmla="*/ 1304276 w 7467600"/>
              <a:gd name="connsiteY947" fmla="*/ 476275 h 6858000"/>
              <a:gd name="connsiteX948" fmla="*/ 1492066 w 7467600"/>
              <a:gd name="connsiteY948" fmla="*/ 886333 h 6858000"/>
              <a:gd name="connsiteX949" fmla="*/ 1423698 w 7467600"/>
              <a:gd name="connsiteY949" fmla="*/ 710817 h 6858000"/>
              <a:gd name="connsiteX950" fmla="*/ 1357609 w 7467600"/>
              <a:gd name="connsiteY950" fmla="*/ 532892 h 6858000"/>
              <a:gd name="connsiteX951" fmla="*/ 1309550 w 7467600"/>
              <a:gd name="connsiteY951" fmla="*/ 374031 h 6858000"/>
              <a:gd name="connsiteX952" fmla="*/ 1193673 w 7467600"/>
              <a:gd name="connsiteY952" fmla="*/ 49533 h 6858000"/>
              <a:gd name="connsiteX953" fmla="*/ 1164391 w 7467600"/>
              <a:gd name="connsiteY953" fmla="*/ 0 h 6858000"/>
              <a:gd name="connsiteX954" fmla="*/ 1200666 w 7467600"/>
              <a:gd name="connsiteY954" fmla="*/ 0 h 6858000"/>
              <a:gd name="connsiteX955" fmla="*/ 1223408 w 7467600"/>
              <a:gd name="connsiteY955" fmla="*/ 38996 h 6858000"/>
              <a:gd name="connsiteX956" fmla="*/ 1339635 w 7467600"/>
              <a:gd name="connsiteY956" fmla="*/ 365517 h 6858000"/>
              <a:gd name="connsiteX957" fmla="*/ 1387469 w 7467600"/>
              <a:gd name="connsiteY957" fmla="*/ 523079 h 6858000"/>
              <a:gd name="connsiteX958" fmla="*/ 1452685 w 7467600"/>
              <a:gd name="connsiteY958" fmla="*/ 699806 h 6858000"/>
              <a:gd name="connsiteX959" fmla="*/ 1492092 w 7467600"/>
              <a:gd name="connsiteY959" fmla="*/ 800424 h 6858000"/>
              <a:gd name="connsiteX960" fmla="*/ 1455302 w 7467600"/>
              <a:gd name="connsiteY960" fmla="*/ 632913 h 6858000"/>
              <a:gd name="connsiteX961" fmla="*/ 1222336 w 7467600"/>
              <a:gd name="connsiteY961" fmla="*/ 9480 h 6858000"/>
              <a:gd name="connsiteX962" fmla="*/ 1214634 w 7467600"/>
              <a:gd name="connsiteY962" fmla="*/ 0 h 6858000"/>
              <a:gd name="connsiteX963" fmla="*/ 1289827 w 7467600"/>
              <a:gd name="connsiteY963" fmla="*/ 0 h 6858000"/>
              <a:gd name="connsiteX964" fmla="*/ 1321076 w 7467600"/>
              <a:gd name="connsiteY964" fmla="*/ 59722 h 6858000"/>
              <a:gd name="connsiteX965" fmla="*/ 1512579 w 7467600"/>
              <a:gd name="connsiteY965" fmla="*/ 626441 h 6858000"/>
              <a:gd name="connsiteX966" fmla="*/ 1506076 w 7467600"/>
              <a:gd name="connsiteY966" fmla="*/ 1089289 h 6858000"/>
              <a:gd name="connsiteX967" fmla="*/ 1486346 w 7467600"/>
              <a:gd name="connsiteY967" fmla="*/ 1079919 h 6858000"/>
              <a:gd name="connsiteX968" fmla="*/ 1070511 w 7467600"/>
              <a:gd name="connsiteY968" fmla="*/ 48609 h 6858000"/>
              <a:gd name="connsiteX969" fmla="*/ 1057230 w 7467600"/>
              <a:gd name="connsiteY969" fmla="*/ 0 h 6858000"/>
              <a:gd name="connsiteX970" fmla="*/ 43151 w 7467600"/>
              <a:gd name="connsiteY970" fmla="*/ 0 h 6858000"/>
              <a:gd name="connsiteX971" fmla="*/ 95283 w 7467600"/>
              <a:gd name="connsiteY971" fmla="*/ 0 h 6858000"/>
              <a:gd name="connsiteX972" fmla="*/ 300708 w 7467600"/>
              <a:gd name="connsiteY972" fmla="*/ 154571 h 6858000"/>
              <a:gd name="connsiteX973" fmla="*/ 530414 w 7467600"/>
              <a:gd name="connsiteY973" fmla="*/ 354673 h 6858000"/>
              <a:gd name="connsiteX974" fmla="*/ 333785 w 7467600"/>
              <a:gd name="connsiteY974" fmla="*/ 161564 h 6858000"/>
              <a:gd name="connsiteX975" fmla="*/ 147005 w 7467600"/>
              <a:gd name="connsiteY975" fmla="*/ 0 h 6858000"/>
              <a:gd name="connsiteX976" fmla="*/ 272509 w 7467600"/>
              <a:gd name="connsiteY976" fmla="*/ 0 h 6858000"/>
              <a:gd name="connsiteX977" fmla="*/ 326276 w 7467600"/>
              <a:gd name="connsiteY977" fmla="*/ 45847 h 6858000"/>
              <a:gd name="connsiteX978" fmla="*/ 823759 w 7467600"/>
              <a:gd name="connsiteY978" fmla="*/ 574145 h 6858000"/>
              <a:gd name="connsiteX979" fmla="*/ 811254 w 7467600"/>
              <a:gd name="connsiteY979" fmla="*/ 665546 h 6858000"/>
              <a:gd name="connsiteX980" fmla="*/ 154042 w 7467600"/>
              <a:gd name="connsiteY980" fmla="*/ 261522 h 6858000"/>
              <a:gd name="connsiteX981" fmla="*/ 13550 w 7467600"/>
              <a:gd name="connsiteY981" fmla="*/ 158423 h 6858000"/>
              <a:gd name="connsiteX982" fmla="*/ 0 w 7467600"/>
              <a:gd name="connsiteY982" fmla="*/ 146618 h 6858000"/>
              <a:gd name="connsiteX983" fmla="*/ 0 w 7467600"/>
              <a:gd name="connsiteY983" fmla="*/ 59161 h 6858000"/>
              <a:gd name="connsiteX984" fmla="*/ 45427 w 7467600"/>
              <a:gd name="connsiteY984" fmla="*/ 101078 h 6858000"/>
              <a:gd name="connsiteX985" fmla="*/ 630103 w 7467600"/>
              <a:gd name="connsiteY985" fmla="*/ 485885 h 6858000"/>
              <a:gd name="connsiteX986" fmla="*/ 532040 w 7467600"/>
              <a:gd name="connsiteY986" fmla="*/ 399359 h 6858000"/>
              <a:gd name="connsiteX987" fmla="*/ 517618 w 7467600"/>
              <a:gd name="connsiteY987" fmla="*/ 385726 h 6858000"/>
              <a:gd name="connsiteX988" fmla="*/ 285074 w 7467600"/>
              <a:gd name="connsiteY988" fmla="*/ 182755 h 6858000"/>
              <a:gd name="connsiteX989" fmla="*/ 43151 w 7467600"/>
              <a:gd name="connsiteY98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312201 w 7467600"/>
              <a:gd name="connsiteY132" fmla="*/ 5128278 h 6858000"/>
              <a:gd name="connsiteX133" fmla="*/ 1903353 w 7467600"/>
              <a:gd name="connsiteY133" fmla="*/ 5044827 h 6858000"/>
              <a:gd name="connsiteX134" fmla="*/ 1936931 w 7467600"/>
              <a:gd name="connsiteY134" fmla="*/ 5093954 h 6858000"/>
              <a:gd name="connsiteX135" fmla="*/ 2195868 w 7467600"/>
              <a:gd name="connsiteY135" fmla="*/ 5396574 h 6858000"/>
              <a:gd name="connsiteX136" fmla="*/ 2088852 w 7467600"/>
              <a:gd name="connsiteY136" fmla="*/ 5166123 h 6858000"/>
              <a:gd name="connsiteX137" fmla="*/ 1958241 w 7467600"/>
              <a:gd name="connsiteY137" fmla="*/ 5067955 h 6858000"/>
              <a:gd name="connsiteX138" fmla="*/ 1903353 w 7467600"/>
              <a:gd name="connsiteY138" fmla="*/ 5044827 h 6858000"/>
              <a:gd name="connsiteX139" fmla="*/ 1979378 w 7467600"/>
              <a:gd name="connsiteY139" fmla="*/ 4769504 h 6858000"/>
              <a:gd name="connsiteX140" fmla="*/ 2882120 w 7467600"/>
              <a:gd name="connsiteY140" fmla="*/ 5064547 h 6858000"/>
              <a:gd name="connsiteX141" fmla="*/ 2793103 w 7467600"/>
              <a:gd name="connsiteY141" fmla="*/ 5039699 h 6858000"/>
              <a:gd name="connsiteX142" fmla="*/ 2770041 w 7467600"/>
              <a:gd name="connsiteY142" fmla="*/ 5033634 h 6858000"/>
              <a:gd name="connsiteX143" fmla="*/ 1979378 w 7467600"/>
              <a:gd name="connsiteY143" fmla="*/ 4769504 h 6858000"/>
              <a:gd name="connsiteX144" fmla="*/ 1927410 w 7467600"/>
              <a:gd name="connsiteY144" fmla="*/ 4716164 h 6858000"/>
              <a:gd name="connsiteX145" fmla="*/ 1959587 w 7467600"/>
              <a:gd name="connsiteY145" fmla="*/ 4728849 h 6858000"/>
              <a:gd name="connsiteX146" fmla="*/ 2777707 w 7467600"/>
              <a:gd name="connsiteY146" fmla="*/ 5003991 h 6858000"/>
              <a:gd name="connsiteX147" fmla="*/ 2800768 w 7467600"/>
              <a:gd name="connsiteY147" fmla="*/ 5010056 h 6858000"/>
              <a:gd name="connsiteX148" fmla="*/ 2879408 w 7467600"/>
              <a:gd name="connsiteY148" fmla="*/ 5031590 h 6858000"/>
              <a:gd name="connsiteX149" fmla="*/ 2862295 w 7467600"/>
              <a:gd name="connsiteY149" fmla="*/ 5022958 h 6858000"/>
              <a:gd name="connsiteX150" fmla="*/ 2813343 w 7467600"/>
              <a:gd name="connsiteY150" fmla="*/ 4998369 h 6858000"/>
              <a:gd name="connsiteX151" fmla="*/ 2646245 w 7467600"/>
              <a:gd name="connsiteY151" fmla="*/ 4930999 h 6858000"/>
              <a:gd name="connsiteX152" fmla="*/ 1999243 w 7467600"/>
              <a:gd name="connsiteY152" fmla="*/ 4730524 h 6858000"/>
              <a:gd name="connsiteX153" fmla="*/ 1979527 w 7467600"/>
              <a:gd name="connsiteY153" fmla="*/ 4726651 h 6858000"/>
              <a:gd name="connsiteX154" fmla="*/ 1927410 w 7467600"/>
              <a:gd name="connsiteY154" fmla="*/ 4716164 h 6858000"/>
              <a:gd name="connsiteX155" fmla="*/ 1997014 w 7467600"/>
              <a:gd name="connsiteY155" fmla="*/ 4698007 h 6858000"/>
              <a:gd name="connsiteX156" fmla="*/ 2005458 w 7467600"/>
              <a:gd name="connsiteY156" fmla="*/ 4699540 h 6858000"/>
              <a:gd name="connsiteX157" fmla="*/ 2657186 w 7467600"/>
              <a:gd name="connsiteY157" fmla="*/ 4901687 h 6858000"/>
              <a:gd name="connsiteX158" fmla="*/ 2826662 w 7467600"/>
              <a:gd name="connsiteY158" fmla="*/ 4970362 h 6858000"/>
              <a:gd name="connsiteX159" fmla="*/ 2876100 w 7467600"/>
              <a:gd name="connsiteY159" fmla="*/ 4995397 h 6858000"/>
              <a:gd name="connsiteX160" fmla="*/ 3042600 w 7467600"/>
              <a:gd name="connsiteY160" fmla="*/ 5059532 h 6858000"/>
              <a:gd name="connsiteX161" fmla="*/ 1997014 w 7467600"/>
              <a:gd name="connsiteY161" fmla="*/ 4698007 h 6858000"/>
              <a:gd name="connsiteX162" fmla="*/ 2305292 w 7467600"/>
              <a:gd name="connsiteY162" fmla="*/ 4219492 h 6858000"/>
              <a:gd name="connsiteX163" fmla="*/ 3360922 w 7467600"/>
              <a:gd name="connsiteY163" fmla="*/ 4529373 h 6858000"/>
              <a:gd name="connsiteX164" fmla="*/ 3492420 w 7467600"/>
              <a:gd name="connsiteY164" fmla="*/ 4510145 h 6858000"/>
              <a:gd name="connsiteX165" fmla="*/ 3364086 w 7467600"/>
              <a:gd name="connsiteY165" fmla="*/ 4480340 h 6858000"/>
              <a:gd name="connsiteX166" fmla="*/ 3225818 w 7467600"/>
              <a:gd name="connsiteY166" fmla="*/ 4411822 h 6858000"/>
              <a:gd name="connsiteX167" fmla="*/ 3129696 w 7467600"/>
              <a:gd name="connsiteY167" fmla="*/ 4360704 h 6858000"/>
              <a:gd name="connsiteX168" fmla="*/ 2814545 w 7467600"/>
              <a:gd name="connsiteY168" fmla="*/ 4282955 h 6858000"/>
              <a:gd name="connsiteX169" fmla="*/ 2305292 w 7467600"/>
              <a:gd name="connsiteY169" fmla="*/ 4219492 h 6858000"/>
              <a:gd name="connsiteX170" fmla="*/ 2626982 w 7467600"/>
              <a:gd name="connsiteY170" fmla="*/ 4206450 h 6858000"/>
              <a:gd name="connsiteX171" fmla="*/ 2490617 w 7467600"/>
              <a:gd name="connsiteY171" fmla="*/ 4206951 h 6858000"/>
              <a:gd name="connsiteX172" fmla="*/ 2819869 w 7467600"/>
              <a:gd name="connsiteY172" fmla="*/ 4252936 h 6858000"/>
              <a:gd name="connsiteX173" fmla="*/ 3143018 w 7467600"/>
              <a:gd name="connsiteY173" fmla="*/ 4332698 h 6858000"/>
              <a:gd name="connsiteX174" fmla="*/ 3241520 w 7467600"/>
              <a:gd name="connsiteY174" fmla="*/ 4385112 h 6858000"/>
              <a:gd name="connsiteX175" fmla="*/ 3374575 w 7467600"/>
              <a:gd name="connsiteY175" fmla="*/ 4451517 h 6858000"/>
              <a:gd name="connsiteX176" fmla="*/ 3505221 w 7467600"/>
              <a:gd name="connsiteY176" fmla="*/ 4480757 h 6858000"/>
              <a:gd name="connsiteX177" fmla="*/ 2626982 w 7467600"/>
              <a:gd name="connsiteY177" fmla="*/ 4206450 h 6858000"/>
              <a:gd name="connsiteX178" fmla="*/ 1310106 w 7467600"/>
              <a:gd name="connsiteY178" fmla="*/ 3943217 h 6858000"/>
              <a:gd name="connsiteX179" fmla="*/ 854994 w 7467600"/>
              <a:gd name="connsiteY179" fmla="*/ 4399136 h 6858000"/>
              <a:gd name="connsiteX180" fmla="*/ 742462 w 7467600"/>
              <a:gd name="connsiteY180" fmla="*/ 4594648 h 6858000"/>
              <a:gd name="connsiteX181" fmla="*/ 820602 w 7467600"/>
              <a:gd name="connsiteY181" fmla="*/ 4485915 h 6858000"/>
              <a:gd name="connsiteX182" fmla="*/ 878295 w 7467600"/>
              <a:gd name="connsiteY182" fmla="*/ 4403594 h 6858000"/>
              <a:gd name="connsiteX183" fmla="*/ 1240607 w 7467600"/>
              <a:gd name="connsiteY183" fmla="*/ 4010401 h 6858000"/>
              <a:gd name="connsiteX184" fmla="*/ 1310106 w 7467600"/>
              <a:gd name="connsiteY184" fmla="*/ 3943217 h 6858000"/>
              <a:gd name="connsiteX185" fmla="*/ 1423113 w 7467600"/>
              <a:gd name="connsiteY185" fmla="*/ 3874565 h 6858000"/>
              <a:gd name="connsiteX186" fmla="*/ 1260565 w 7467600"/>
              <a:gd name="connsiteY186" fmla="*/ 4031982 h 6858000"/>
              <a:gd name="connsiteX187" fmla="*/ 901900 w 7467600"/>
              <a:gd name="connsiteY187" fmla="*/ 4421236 h 6858000"/>
              <a:gd name="connsiteX188" fmla="*/ 845044 w 7467600"/>
              <a:gd name="connsiteY188" fmla="*/ 4502436 h 6858000"/>
              <a:gd name="connsiteX189" fmla="*/ 685926 w 7467600"/>
              <a:gd name="connsiteY189" fmla="*/ 4703069 h 6858000"/>
              <a:gd name="connsiteX190" fmla="*/ 684248 w 7467600"/>
              <a:gd name="connsiteY190" fmla="*/ 4706721 h 6858000"/>
              <a:gd name="connsiteX191" fmla="*/ 1423113 w 7467600"/>
              <a:gd name="connsiteY191" fmla="*/ 3874565 h 6858000"/>
              <a:gd name="connsiteX192" fmla="*/ 3316479 w 7467600"/>
              <a:gd name="connsiteY192" fmla="*/ 3872136 h 6858000"/>
              <a:gd name="connsiteX193" fmla="*/ 3546806 w 7467600"/>
              <a:gd name="connsiteY193" fmla="*/ 4356139 h 6858000"/>
              <a:gd name="connsiteX194" fmla="*/ 3364433 w 7467600"/>
              <a:gd name="connsiteY194" fmla="*/ 3953121 h 6858000"/>
              <a:gd name="connsiteX195" fmla="*/ 3316479 w 7467600"/>
              <a:gd name="connsiteY195" fmla="*/ 3872136 h 6858000"/>
              <a:gd name="connsiteX196" fmla="*/ 3291335 w 7467600"/>
              <a:gd name="connsiteY196" fmla="*/ 3767420 h 6858000"/>
              <a:gd name="connsiteX197" fmla="*/ 3390805 w 7467600"/>
              <a:gd name="connsiteY197" fmla="*/ 3937163 h 6858000"/>
              <a:gd name="connsiteX198" fmla="*/ 3579062 w 7467600"/>
              <a:gd name="connsiteY198" fmla="*/ 4359040 h 6858000"/>
              <a:gd name="connsiteX199" fmla="*/ 3467355 w 7467600"/>
              <a:gd name="connsiteY199" fmla="*/ 3988130 h 6858000"/>
              <a:gd name="connsiteX200" fmla="*/ 3310753 w 7467600"/>
              <a:gd name="connsiteY200" fmla="*/ 3787140 h 6858000"/>
              <a:gd name="connsiteX201" fmla="*/ 3291335 w 7467600"/>
              <a:gd name="connsiteY201" fmla="*/ 3767420 h 6858000"/>
              <a:gd name="connsiteX202" fmla="*/ 1635889 w 7467600"/>
              <a:gd name="connsiteY202" fmla="*/ 3709494 h 6858000"/>
              <a:gd name="connsiteX203" fmla="*/ 1634800 w 7467600"/>
              <a:gd name="connsiteY203" fmla="*/ 3731111 h 6858000"/>
              <a:gd name="connsiteX204" fmla="*/ 1635889 w 7467600"/>
              <a:gd name="connsiteY204" fmla="*/ 3709494 h 6858000"/>
              <a:gd name="connsiteX205" fmla="*/ 1510397 w 7467600"/>
              <a:gd name="connsiteY205" fmla="*/ 3684705 h 6858000"/>
              <a:gd name="connsiteX206" fmla="*/ 1146550 w 7467600"/>
              <a:gd name="connsiteY206" fmla="*/ 3802012 h 6858000"/>
              <a:gd name="connsiteX207" fmla="*/ 698834 w 7467600"/>
              <a:gd name="connsiteY207" fmla="*/ 3952272 h 6858000"/>
              <a:gd name="connsiteX208" fmla="*/ 34256 w 7467600"/>
              <a:gd name="connsiteY208" fmla="*/ 4347603 h 6858000"/>
              <a:gd name="connsiteX209" fmla="*/ 527241 w 7467600"/>
              <a:gd name="connsiteY209" fmla="*/ 4065078 h 6858000"/>
              <a:gd name="connsiteX210" fmla="*/ 1510397 w 7467600"/>
              <a:gd name="connsiteY210" fmla="*/ 3684705 h 6858000"/>
              <a:gd name="connsiteX211" fmla="*/ 1313114 w 7467600"/>
              <a:gd name="connsiteY211" fmla="*/ 3655216 h 6858000"/>
              <a:gd name="connsiteX212" fmla="*/ 1109304 w 7467600"/>
              <a:gd name="connsiteY212" fmla="*/ 3669030 h 6858000"/>
              <a:gd name="connsiteX213" fmla="*/ 8129 w 7467600"/>
              <a:gd name="connsiteY213" fmla="*/ 4330519 h 6858000"/>
              <a:gd name="connsiteX214" fmla="*/ 687572 w 7467600"/>
              <a:gd name="connsiteY214" fmla="*/ 3925629 h 6858000"/>
              <a:gd name="connsiteX215" fmla="*/ 1138365 w 7467600"/>
              <a:gd name="connsiteY215" fmla="*/ 3774515 h 6858000"/>
              <a:gd name="connsiteX216" fmla="*/ 1505579 w 7467600"/>
              <a:gd name="connsiteY216" fmla="*/ 3655526 h 6858000"/>
              <a:gd name="connsiteX217" fmla="*/ 1313114 w 7467600"/>
              <a:gd name="connsiteY217" fmla="*/ 3655216 h 6858000"/>
              <a:gd name="connsiteX218" fmla="*/ 3655073 w 7467600"/>
              <a:gd name="connsiteY218" fmla="*/ 3650884 h 6858000"/>
              <a:gd name="connsiteX219" fmla="*/ 3989938 w 7467600"/>
              <a:gd name="connsiteY219" fmla="*/ 3991685 h 6858000"/>
              <a:gd name="connsiteX220" fmla="*/ 4393907 w 7467600"/>
              <a:gd name="connsiteY220" fmla="*/ 4261258 h 6858000"/>
              <a:gd name="connsiteX221" fmla="*/ 4648051 w 7467600"/>
              <a:gd name="connsiteY221" fmla="*/ 4374051 h 6858000"/>
              <a:gd name="connsiteX222" fmla="*/ 4383389 w 7467600"/>
              <a:gd name="connsiteY222" fmla="*/ 4184369 h 6858000"/>
              <a:gd name="connsiteX223" fmla="*/ 4165508 w 7467600"/>
              <a:gd name="connsiteY223" fmla="*/ 4035196 h 6858000"/>
              <a:gd name="connsiteX224" fmla="*/ 4068162 w 7467600"/>
              <a:gd name="connsiteY224" fmla="*/ 3953394 h 6858000"/>
              <a:gd name="connsiteX225" fmla="*/ 3981416 w 7467600"/>
              <a:gd name="connsiteY225" fmla="*/ 3880482 h 6858000"/>
              <a:gd name="connsiteX226" fmla="*/ 3800147 w 7467600"/>
              <a:gd name="connsiteY226" fmla="*/ 3749872 h 6858000"/>
              <a:gd name="connsiteX227" fmla="*/ 3655073 w 7467600"/>
              <a:gd name="connsiteY227" fmla="*/ 3650884 h 6858000"/>
              <a:gd name="connsiteX228" fmla="*/ 3670252 w 7467600"/>
              <a:gd name="connsiteY228" fmla="*/ 3622798 h 6858000"/>
              <a:gd name="connsiteX229" fmla="*/ 3817258 w 7467600"/>
              <a:gd name="connsiteY229" fmla="*/ 3723577 h 6858000"/>
              <a:gd name="connsiteX230" fmla="*/ 4000461 w 7467600"/>
              <a:gd name="connsiteY230" fmla="*/ 3855966 h 6858000"/>
              <a:gd name="connsiteX231" fmla="*/ 4088180 w 7467600"/>
              <a:gd name="connsiteY231" fmla="*/ 3929774 h 6858000"/>
              <a:gd name="connsiteX232" fmla="*/ 4184555 w 7467600"/>
              <a:gd name="connsiteY232" fmla="*/ 4010683 h 6858000"/>
              <a:gd name="connsiteX233" fmla="*/ 4399563 w 7467600"/>
              <a:gd name="connsiteY233" fmla="*/ 4158106 h 6858000"/>
              <a:gd name="connsiteX234" fmla="*/ 4684469 w 7467600"/>
              <a:gd name="connsiteY234" fmla="*/ 4364680 h 6858000"/>
              <a:gd name="connsiteX235" fmla="*/ 4690271 w 7467600"/>
              <a:gd name="connsiteY235" fmla="*/ 4370034 h 6858000"/>
              <a:gd name="connsiteX236" fmla="*/ 4136093 w 7467600"/>
              <a:gd name="connsiteY236" fmla="*/ 3858466 h 6858000"/>
              <a:gd name="connsiteX237" fmla="*/ 3670252 w 7467600"/>
              <a:gd name="connsiteY237" fmla="*/ 3622798 h 6858000"/>
              <a:gd name="connsiteX238" fmla="*/ 4440129 w 7467600"/>
              <a:gd name="connsiteY238" fmla="*/ 3448571 h 6858000"/>
              <a:gd name="connsiteX239" fmla="*/ 4856525 w 7467600"/>
              <a:gd name="connsiteY239" fmla="*/ 3915351 h 6858000"/>
              <a:gd name="connsiteX240" fmla="*/ 5059055 w 7467600"/>
              <a:gd name="connsiteY240" fmla="*/ 4108918 h 6858000"/>
              <a:gd name="connsiteX241" fmla="*/ 5290070 w 7467600"/>
              <a:gd name="connsiteY241" fmla="*/ 4263619 h 6858000"/>
              <a:gd name="connsiteX242" fmla="*/ 4834991 w 7467600"/>
              <a:gd name="connsiteY242" fmla="*/ 3830985 h 6858000"/>
              <a:gd name="connsiteX243" fmla="*/ 4440129 w 7467600"/>
              <a:gd name="connsiteY243" fmla="*/ 3448571 h 6858000"/>
              <a:gd name="connsiteX244" fmla="*/ 4441737 w 7467600"/>
              <a:gd name="connsiteY244" fmla="*/ 3399734 h 6858000"/>
              <a:gd name="connsiteX245" fmla="*/ 4431236 w 7467600"/>
              <a:gd name="connsiteY245" fmla="*/ 3400954 h 6858000"/>
              <a:gd name="connsiteX246" fmla="*/ 4557150 w 7467600"/>
              <a:gd name="connsiteY246" fmla="*/ 3510023 h 6858000"/>
              <a:gd name="connsiteX247" fmla="*/ 4856936 w 7467600"/>
              <a:gd name="connsiteY247" fmla="*/ 3809146 h 6858000"/>
              <a:gd name="connsiteX248" fmla="*/ 5111996 w 7467600"/>
              <a:gd name="connsiteY248" fmla="*/ 4065759 h 6858000"/>
              <a:gd name="connsiteX249" fmla="*/ 5388878 w 7467600"/>
              <a:gd name="connsiteY249" fmla="*/ 4300185 h 6858000"/>
              <a:gd name="connsiteX250" fmla="*/ 5425556 w 7467600"/>
              <a:gd name="connsiteY250" fmla="*/ 4308967 h 6858000"/>
              <a:gd name="connsiteX251" fmla="*/ 4943646 w 7467600"/>
              <a:gd name="connsiteY251" fmla="*/ 3822916 h 6858000"/>
              <a:gd name="connsiteX252" fmla="*/ 4594837 w 7467600"/>
              <a:gd name="connsiteY252" fmla="*/ 3532274 h 6858000"/>
              <a:gd name="connsiteX253" fmla="*/ 4441737 w 7467600"/>
              <a:gd name="connsiteY253" fmla="*/ 3399734 h 6858000"/>
              <a:gd name="connsiteX254" fmla="*/ 5425834 w 7467600"/>
              <a:gd name="connsiteY254" fmla="*/ 3162785 h 6858000"/>
              <a:gd name="connsiteX255" fmla="*/ 5401644 w 7467600"/>
              <a:gd name="connsiteY255" fmla="*/ 3617847 h 6858000"/>
              <a:gd name="connsiteX256" fmla="*/ 5467256 w 7467600"/>
              <a:gd name="connsiteY256" fmla="*/ 4175494 h 6858000"/>
              <a:gd name="connsiteX257" fmla="*/ 5448069 w 7467600"/>
              <a:gd name="connsiteY257" fmla="*/ 3567554 h 6858000"/>
              <a:gd name="connsiteX258" fmla="*/ 5425834 w 7467600"/>
              <a:gd name="connsiteY258" fmla="*/ 3162785 h 6858000"/>
              <a:gd name="connsiteX259" fmla="*/ 1318687 w 7467600"/>
              <a:gd name="connsiteY259" fmla="*/ 3113840 h 6858000"/>
              <a:gd name="connsiteX260" fmla="*/ 1066793 w 7467600"/>
              <a:gd name="connsiteY260" fmla="*/ 3212171 h 6858000"/>
              <a:gd name="connsiteX261" fmla="*/ 993319 w 7467600"/>
              <a:gd name="connsiteY261" fmla="*/ 3247648 h 6858000"/>
              <a:gd name="connsiteX262" fmla="*/ 853081 w 7467600"/>
              <a:gd name="connsiteY262" fmla="*/ 3312410 h 6858000"/>
              <a:gd name="connsiteX263" fmla="*/ 805957 w 7467600"/>
              <a:gd name="connsiteY263" fmla="*/ 3330443 h 6858000"/>
              <a:gd name="connsiteX264" fmla="*/ 1318687 w 7467600"/>
              <a:gd name="connsiteY264" fmla="*/ 3113840 h 6858000"/>
              <a:gd name="connsiteX265" fmla="*/ 5453702 w 7467600"/>
              <a:gd name="connsiteY265" fmla="*/ 3090882 h 6858000"/>
              <a:gd name="connsiteX266" fmla="*/ 5480135 w 7467600"/>
              <a:gd name="connsiteY266" fmla="*/ 3565802 h 6858000"/>
              <a:gd name="connsiteX267" fmla="*/ 5499023 w 7467600"/>
              <a:gd name="connsiteY267" fmla="*/ 4166310 h 6858000"/>
              <a:gd name="connsiteX268" fmla="*/ 5547022 w 7467600"/>
              <a:gd name="connsiteY268" fmla="*/ 3607838 h 6858000"/>
              <a:gd name="connsiteX269" fmla="*/ 5515964 w 7467600"/>
              <a:gd name="connsiteY269" fmla="*/ 3378541 h 6858000"/>
              <a:gd name="connsiteX270" fmla="*/ 5453702 w 7467600"/>
              <a:gd name="connsiteY270" fmla="*/ 3090882 h 6858000"/>
              <a:gd name="connsiteX271" fmla="*/ 1238695 w 7467600"/>
              <a:gd name="connsiteY271" fmla="*/ 3076820 h 6858000"/>
              <a:gd name="connsiteX272" fmla="*/ 716371 w 7467600"/>
              <a:gd name="connsiteY272" fmla="*/ 3293249 h 6858000"/>
              <a:gd name="connsiteX273" fmla="*/ 579522 w 7467600"/>
              <a:gd name="connsiteY273" fmla="*/ 3371759 h 6858000"/>
              <a:gd name="connsiteX274" fmla="*/ 600288 w 7467600"/>
              <a:gd name="connsiteY274" fmla="*/ 3365555 h 6858000"/>
              <a:gd name="connsiteX275" fmla="*/ 840692 w 7467600"/>
              <a:gd name="connsiteY275" fmla="*/ 3284921 h 6858000"/>
              <a:gd name="connsiteX276" fmla="*/ 979248 w 7467600"/>
              <a:gd name="connsiteY276" fmla="*/ 3221003 h 6858000"/>
              <a:gd name="connsiteX277" fmla="*/ 1053282 w 7467600"/>
              <a:gd name="connsiteY277" fmla="*/ 3185247 h 6858000"/>
              <a:gd name="connsiteX278" fmla="*/ 1320603 w 7467600"/>
              <a:gd name="connsiteY278" fmla="*/ 3081281 h 6858000"/>
              <a:gd name="connsiteX279" fmla="*/ 1238695 w 7467600"/>
              <a:gd name="connsiteY279" fmla="*/ 3076820 h 6858000"/>
              <a:gd name="connsiteX280" fmla="*/ 5425627 w 7467600"/>
              <a:gd name="connsiteY280" fmla="*/ 2954192 h 6858000"/>
              <a:gd name="connsiteX281" fmla="*/ 5470770 w 7467600"/>
              <a:gd name="connsiteY281" fmla="*/ 3005435 h 6858000"/>
              <a:gd name="connsiteX282" fmla="*/ 5519779 w 7467600"/>
              <a:gd name="connsiteY282" fmla="*/ 4359223 h 6858000"/>
              <a:gd name="connsiteX283" fmla="*/ 5520293 w 7467600"/>
              <a:gd name="connsiteY283" fmla="*/ 4360602 h 6858000"/>
              <a:gd name="connsiteX284" fmla="*/ 5767221 w 7467600"/>
              <a:gd name="connsiteY284" fmla="*/ 4665564 h 6858000"/>
              <a:gd name="connsiteX285" fmla="*/ 6937169 w 7467600"/>
              <a:gd name="connsiteY285" fmla="*/ 4815941 h 6858000"/>
              <a:gd name="connsiteX286" fmla="*/ 6953922 w 7467600"/>
              <a:gd name="connsiteY286" fmla="*/ 4890068 h 6858000"/>
              <a:gd name="connsiteX287" fmla="*/ 6071359 w 7467600"/>
              <a:gd name="connsiteY287" fmla="*/ 4770770 h 6858000"/>
              <a:gd name="connsiteX288" fmla="*/ 6038839 w 7467600"/>
              <a:gd name="connsiteY288" fmla="*/ 4764474 h 6858000"/>
              <a:gd name="connsiteX289" fmla="*/ 6038706 w 7467600"/>
              <a:gd name="connsiteY289" fmla="*/ 4763847 h 6858000"/>
              <a:gd name="connsiteX290" fmla="*/ 6037784 w 7467600"/>
              <a:gd name="connsiteY290" fmla="*/ 4764270 h 6858000"/>
              <a:gd name="connsiteX291" fmla="*/ 6038839 w 7467600"/>
              <a:gd name="connsiteY291" fmla="*/ 4764474 h 6858000"/>
              <a:gd name="connsiteX292" fmla="*/ 6040338 w 7467600"/>
              <a:gd name="connsiteY292" fmla="*/ 4771418 h 6858000"/>
              <a:gd name="connsiteX293" fmla="*/ 6024488 w 7467600"/>
              <a:gd name="connsiteY293" fmla="*/ 4809903 h 6858000"/>
              <a:gd name="connsiteX294" fmla="*/ 5599771 w 7467600"/>
              <a:gd name="connsiteY294" fmla="*/ 5509652 h 6858000"/>
              <a:gd name="connsiteX295" fmla="*/ 5548843 w 7467600"/>
              <a:gd name="connsiteY295" fmla="*/ 5563845 h 6858000"/>
              <a:gd name="connsiteX296" fmla="*/ 5940952 w 7467600"/>
              <a:gd name="connsiteY296" fmla="*/ 6250028 h 6858000"/>
              <a:gd name="connsiteX297" fmla="*/ 6043441 w 7467600"/>
              <a:gd name="connsiteY297" fmla="*/ 6665847 h 6858000"/>
              <a:gd name="connsiteX298" fmla="*/ 6093432 w 7467600"/>
              <a:gd name="connsiteY298" fmla="*/ 6858000 h 6858000"/>
              <a:gd name="connsiteX299" fmla="*/ 6034344 w 7467600"/>
              <a:gd name="connsiteY299" fmla="*/ 6858000 h 6858000"/>
              <a:gd name="connsiteX300" fmla="*/ 6026679 w 7467600"/>
              <a:gd name="connsiteY300" fmla="*/ 6836959 h 6858000"/>
              <a:gd name="connsiteX301" fmla="*/ 5800441 w 7467600"/>
              <a:gd name="connsiteY301" fmla="*/ 6335286 h 6858000"/>
              <a:gd name="connsiteX302" fmla="*/ 5526562 w 7467600"/>
              <a:gd name="connsiteY302" fmla="*/ 5705388 h 6858000"/>
              <a:gd name="connsiteX303" fmla="*/ 5519640 w 7467600"/>
              <a:gd name="connsiteY303" fmla="*/ 5683774 h 6858000"/>
              <a:gd name="connsiteX304" fmla="*/ 5844559 w 7467600"/>
              <a:gd name="connsiteY304" fmla="*/ 6553349 h 6858000"/>
              <a:gd name="connsiteX305" fmla="*/ 5975994 w 7467600"/>
              <a:gd name="connsiteY305" fmla="*/ 6858000 h 6858000"/>
              <a:gd name="connsiteX306" fmla="*/ 5898547 w 7467600"/>
              <a:gd name="connsiteY306" fmla="*/ 6858000 h 6858000"/>
              <a:gd name="connsiteX307" fmla="*/ 5682041 w 7467600"/>
              <a:gd name="connsiteY307" fmla="*/ 6355860 h 6858000"/>
              <a:gd name="connsiteX308" fmla="*/ 5461758 w 7467600"/>
              <a:gd name="connsiteY308" fmla="*/ 5820220 h 6858000"/>
              <a:gd name="connsiteX309" fmla="*/ 5237282 w 7467600"/>
              <a:gd name="connsiteY309" fmla="*/ 6579086 h 6858000"/>
              <a:gd name="connsiteX310" fmla="*/ 5115009 w 7467600"/>
              <a:gd name="connsiteY310" fmla="*/ 6858000 h 6858000"/>
              <a:gd name="connsiteX311" fmla="*/ 5028074 w 7467600"/>
              <a:gd name="connsiteY311" fmla="*/ 6858000 h 6858000"/>
              <a:gd name="connsiteX312" fmla="*/ 5079508 w 7467600"/>
              <a:gd name="connsiteY312" fmla="*/ 6749074 h 6858000"/>
              <a:gd name="connsiteX313" fmla="*/ 5371846 w 7467600"/>
              <a:gd name="connsiteY313" fmla="*/ 5924413 h 6858000"/>
              <a:gd name="connsiteX314" fmla="*/ 5270512 w 7467600"/>
              <a:gd name="connsiteY314" fmla="*/ 6138975 h 6858000"/>
              <a:gd name="connsiteX315" fmla="*/ 5062409 w 7467600"/>
              <a:gd name="connsiteY315" fmla="*/ 6653544 h 6858000"/>
              <a:gd name="connsiteX316" fmla="*/ 5036628 w 7467600"/>
              <a:gd name="connsiteY316" fmla="*/ 6754247 h 6858000"/>
              <a:gd name="connsiteX317" fmla="*/ 5009112 w 7467600"/>
              <a:gd name="connsiteY317" fmla="*/ 6858000 h 6858000"/>
              <a:gd name="connsiteX318" fmla="*/ 4976679 w 7467600"/>
              <a:gd name="connsiteY318" fmla="*/ 6858000 h 6858000"/>
              <a:gd name="connsiteX319" fmla="*/ 5006537 w 7467600"/>
              <a:gd name="connsiteY319" fmla="*/ 6747068 h 6858000"/>
              <a:gd name="connsiteX320" fmla="*/ 5032723 w 7467600"/>
              <a:gd name="connsiteY320" fmla="*/ 6644957 h 6858000"/>
              <a:gd name="connsiteX321" fmla="*/ 5242949 w 7467600"/>
              <a:gd name="connsiteY321" fmla="*/ 6125175 h 6858000"/>
              <a:gd name="connsiteX322" fmla="*/ 5286321 w 7467600"/>
              <a:gd name="connsiteY322" fmla="*/ 6033555 h 6858000"/>
              <a:gd name="connsiteX323" fmla="*/ 5008210 w 7467600"/>
              <a:gd name="connsiteY323" fmla="*/ 6649194 h 6858000"/>
              <a:gd name="connsiteX324" fmla="*/ 4986321 w 7467600"/>
              <a:gd name="connsiteY324" fmla="*/ 6765687 h 6858000"/>
              <a:gd name="connsiteX325" fmla="*/ 4973474 w 7467600"/>
              <a:gd name="connsiteY325" fmla="*/ 6858000 h 6858000"/>
              <a:gd name="connsiteX326" fmla="*/ 4907178 w 7467600"/>
              <a:gd name="connsiteY326" fmla="*/ 6858000 h 6858000"/>
              <a:gd name="connsiteX327" fmla="*/ 4910810 w 7467600"/>
              <a:gd name="connsiteY327" fmla="*/ 6829660 h 6858000"/>
              <a:gd name="connsiteX328" fmla="*/ 4987461 w 7467600"/>
              <a:gd name="connsiteY328" fmla="*/ 6432994 h 6858000"/>
              <a:gd name="connsiteX329" fmla="*/ 5179262 w 7467600"/>
              <a:gd name="connsiteY329" fmla="*/ 6035044 h 6858000"/>
              <a:gd name="connsiteX330" fmla="*/ 4689678 w 7467600"/>
              <a:gd name="connsiteY330" fmla="*/ 6440241 h 6858000"/>
              <a:gd name="connsiteX331" fmla="*/ 4477543 w 7467600"/>
              <a:gd name="connsiteY331" fmla="*/ 6674836 h 6858000"/>
              <a:gd name="connsiteX332" fmla="*/ 4329957 w 7467600"/>
              <a:gd name="connsiteY332" fmla="*/ 6858000 h 6858000"/>
              <a:gd name="connsiteX333" fmla="*/ 4218595 w 7467600"/>
              <a:gd name="connsiteY333" fmla="*/ 6858000 h 6858000"/>
              <a:gd name="connsiteX334" fmla="*/ 4368888 w 7467600"/>
              <a:gd name="connsiteY334" fmla="*/ 6668412 h 6858000"/>
              <a:gd name="connsiteX335" fmla="*/ 4563091 w 7467600"/>
              <a:gd name="connsiteY335" fmla="*/ 6442508 h 6858000"/>
              <a:gd name="connsiteX336" fmla="*/ 5387324 w 7467600"/>
              <a:gd name="connsiteY336" fmla="*/ 5705830 h 6858000"/>
              <a:gd name="connsiteX337" fmla="*/ 5073620 w 7467600"/>
              <a:gd name="connsiteY337" fmla="*/ 5955437 h 6858000"/>
              <a:gd name="connsiteX338" fmla="*/ 4689789 w 7467600"/>
              <a:gd name="connsiteY338" fmla="*/ 6268382 h 6858000"/>
              <a:gd name="connsiteX339" fmla="*/ 4418722 w 7467600"/>
              <a:gd name="connsiteY339" fmla="*/ 6570886 h 6858000"/>
              <a:gd name="connsiteX340" fmla="*/ 4214944 w 7467600"/>
              <a:gd name="connsiteY340" fmla="*/ 6858000 h 6858000"/>
              <a:gd name="connsiteX341" fmla="*/ 4177898 w 7467600"/>
              <a:gd name="connsiteY341" fmla="*/ 6858000 h 6858000"/>
              <a:gd name="connsiteX342" fmla="*/ 4391597 w 7467600"/>
              <a:gd name="connsiteY342" fmla="*/ 6556370 h 6858000"/>
              <a:gd name="connsiteX343" fmla="*/ 4668889 w 7467600"/>
              <a:gd name="connsiteY343" fmla="*/ 6246399 h 6858000"/>
              <a:gd name="connsiteX344" fmla="*/ 5055427 w 7467600"/>
              <a:gd name="connsiteY344" fmla="*/ 5931476 h 6858000"/>
              <a:gd name="connsiteX345" fmla="*/ 5371814 w 7467600"/>
              <a:gd name="connsiteY345" fmla="*/ 5678975 h 6858000"/>
              <a:gd name="connsiteX346" fmla="*/ 4987918 w 7467600"/>
              <a:gd name="connsiteY346" fmla="*/ 5838701 h 6858000"/>
              <a:gd name="connsiteX347" fmla="*/ 4317146 w 7467600"/>
              <a:gd name="connsiteY347" fmla="*/ 6587716 h 6858000"/>
              <a:gd name="connsiteX348" fmla="*/ 4171627 w 7467600"/>
              <a:gd name="connsiteY348" fmla="*/ 6858000 h 6858000"/>
              <a:gd name="connsiteX349" fmla="*/ 4081585 w 7467600"/>
              <a:gd name="connsiteY349" fmla="*/ 6858000 h 6858000"/>
              <a:gd name="connsiteX350" fmla="*/ 4238603 w 7467600"/>
              <a:gd name="connsiteY350" fmla="*/ 6559341 h 6858000"/>
              <a:gd name="connsiteX351" fmla="*/ 4778333 w 7467600"/>
              <a:gd name="connsiteY351" fmla="*/ 5873626 h 6858000"/>
              <a:gd name="connsiteX352" fmla="*/ 5414185 w 7467600"/>
              <a:gd name="connsiteY352" fmla="*/ 5573882 h 6858000"/>
              <a:gd name="connsiteX353" fmla="*/ 5959648 w 7467600"/>
              <a:gd name="connsiteY353" fmla="*/ 4760797 h 6858000"/>
              <a:gd name="connsiteX354" fmla="*/ 5355019 w 7467600"/>
              <a:gd name="connsiteY354" fmla="*/ 4734672 h 6858000"/>
              <a:gd name="connsiteX355" fmla="*/ 5083565 w 7467600"/>
              <a:gd name="connsiteY355" fmla="*/ 5179121 h 6858000"/>
              <a:gd name="connsiteX356" fmla="*/ 4713577 w 7467600"/>
              <a:gd name="connsiteY356" fmla="*/ 5616803 h 6858000"/>
              <a:gd name="connsiteX357" fmla="*/ 3989559 w 7467600"/>
              <a:gd name="connsiteY357" fmla="*/ 6145945 h 6858000"/>
              <a:gd name="connsiteX358" fmla="*/ 3939824 w 7467600"/>
              <a:gd name="connsiteY358" fmla="*/ 6066900 h 6858000"/>
              <a:gd name="connsiteX359" fmla="*/ 4584537 w 7467600"/>
              <a:gd name="connsiteY359" fmla="*/ 5324826 h 6858000"/>
              <a:gd name="connsiteX360" fmla="*/ 5037105 w 7467600"/>
              <a:gd name="connsiteY360" fmla="*/ 5088765 h 6858000"/>
              <a:gd name="connsiteX361" fmla="*/ 5039930 w 7467600"/>
              <a:gd name="connsiteY361" fmla="*/ 5089585 h 6858000"/>
              <a:gd name="connsiteX362" fmla="*/ 5263764 w 7467600"/>
              <a:gd name="connsiteY362" fmla="*/ 4735525 h 6858000"/>
              <a:gd name="connsiteX363" fmla="*/ 4086300 w 7467600"/>
              <a:gd name="connsiteY363" fmla="*/ 4884599 h 6858000"/>
              <a:gd name="connsiteX364" fmla="*/ 4085485 w 7467600"/>
              <a:gd name="connsiteY364" fmla="*/ 4899070 h 6858000"/>
              <a:gd name="connsiteX365" fmla="*/ 3871915 w 7467600"/>
              <a:gd name="connsiteY365" fmla="*/ 5253645 h 6858000"/>
              <a:gd name="connsiteX366" fmla="*/ 3799374 w 7467600"/>
              <a:gd name="connsiteY366" fmla="*/ 5466127 h 6858000"/>
              <a:gd name="connsiteX367" fmla="*/ 3498850 w 7467600"/>
              <a:gd name="connsiteY367" fmla="*/ 6661888 h 6858000"/>
              <a:gd name="connsiteX368" fmla="*/ 3399216 w 7467600"/>
              <a:gd name="connsiteY368" fmla="*/ 6858000 h 6858000"/>
              <a:gd name="connsiteX369" fmla="*/ 3303688 w 7467600"/>
              <a:gd name="connsiteY369" fmla="*/ 6858000 h 6858000"/>
              <a:gd name="connsiteX370" fmla="*/ 3391774 w 7467600"/>
              <a:gd name="connsiteY370" fmla="*/ 6697181 h 6858000"/>
              <a:gd name="connsiteX371" fmla="*/ 3735540 w 7467600"/>
              <a:gd name="connsiteY371" fmla="*/ 5546923 h 6858000"/>
              <a:gd name="connsiteX372" fmla="*/ 3729438 w 7467600"/>
              <a:gd name="connsiteY372" fmla="*/ 5569058 h 6858000"/>
              <a:gd name="connsiteX373" fmla="*/ 3707782 w 7467600"/>
              <a:gd name="connsiteY373" fmla="*/ 5644908 h 6858000"/>
              <a:gd name="connsiteX374" fmla="*/ 3583827 w 7467600"/>
              <a:gd name="connsiteY374" fmla="*/ 6039215 h 6858000"/>
              <a:gd name="connsiteX375" fmla="*/ 3547861 w 7467600"/>
              <a:gd name="connsiteY375" fmla="*/ 6129609 h 6858000"/>
              <a:gd name="connsiteX376" fmla="*/ 3490905 w 7467600"/>
              <a:gd name="connsiteY376" fmla="*/ 6277660 h 6858000"/>
              <a:gd name="connsiteX377" fmla="*/ 3455859 w 7467600"/>
              <a:gd name="connsiteY377" fmla="*/ 6391301 h 6858000"/>
              <a:gd name="connsiteX378" fmla="*/ 3429112 w 7467600"/>
              <a:gd name="connsiteY378" fmla="*/ 6479469 h 6858000"/>
              <a:gd name="connsiteX379" fmla="*/ 3304862 w 7467600"/>
              <a:gd name="connsiteY379" fmla="*/ 6796476 h 6858000"/>
              <a:gd name="connsiteX380" fmla="*/ 3276071 w 7467600"/>
              <a:gd name="connsiteY380" fmla="*/ 6858000 h 6858000"/>
              <a:gd name="connsiteX381" fmla="*/ 3240805 w 7467600"/>
              <a:gd name="connsiteY381" fmla="*/ 6858000 h 6858000"/>
              <a:gd name="connsiteX382" fmla="*/ 3275917 w 7467600"/>
              <a:gd name="connsiteY382" fmla="*/ 6783192 h 6858000"/>
              <a:gd name="connsiteX383" fmla="*/ 3399358 w 7467600"/>
              <a:gd name="connsiteY383" fmla="*/ 6469011 h 6858000"/>
              <a:gd name="connsiteX384" fmla="*/ 3425650 w 7467600"/>
              <a:gd name="connsiteY384" fmla="*/ 6381333 h 6858000"/>
              <a:gd name="connsiteX385" fmla="*/ 3460661 w 7467600"/>
              <a:gd name="connsiteY385" fmla="*/ 6266763 h 6858000"/>
              <a:gd name="connsiteX386" fmla="*/ 3518021 w 7467600"/>
              <a:gd name="connsiteY386" fmla="*/ 6117298 h 6858000"/>
              <a:gd name="connsiteX387" fmla="*/ 3554035 w 7467600"/>
              <a:gd name="connsiteY387" fmla="*/ 6027832 h 6858000"/>
              <a:gd name="connsiteX388" fmla="*/ 3677174 w 7467600"/>
              <a:gd name="connsiteY388" fmla="*/ 5636351 h 6858000"/>
              <a:gd name="connsiteX389" fmla="*/ 3698819 w 7467600"/>
              <a:gd name="connsiteY389" fmla="*/ 5560503 h 6858000"/>
              <a:gd name="connsiteX390" fmla="*/ 3702094 w 7467600"/>
              <a:gd name="connsiteY390" fmla="*/ 5549194 h 6858000"/>
              <a:gd name="connsiteX391" fmla="*/ 3398355 w 7467600"/>
              <a:gd name="connsiteY391" fmla="*/ 6094603 h 6858000"/>
              <a:gd name="connsiteX392" fmla="*/ 3193941 w 7467600"/>
              <a:gd name="connsiteY392" fmla="*/ 6798775 h 6858000"/>
              <a:gd name="connsiteX393" fmla="*/ 3184140 w 7467600"/>
              <a:gd name="connsiteY393" fmla="*/ 6858000 h 6858000"/>
              <a:gd name="connsiteX394" fmla="*/ 3099978 w 7467600"/>
              <a:gd name="connsiteY394" fmla="*/ 6858000 h 6858000"/>
              <a:gd name="connsiteX395" fmla="*/ 3101556 w 7467600"/>
              <a:gd name="connsiteY395" fmla="*/ 6843337 h 6858000"/>
              <a:gd name="connsiteX396" fmla="*/ 3370162 w 7467600"/>
              <a:gd name="connsiteY396" fmla="*/ 5785550 h 6858000"/>
              <a:gd name="connsiteX397" fmla="*/ 3746477 w 7467600"/>
              <a:gd name="connsiteY397" fmla="*/ 5377889 h 6858000"/>
              <a:gd name="connsiteX398" fmla="*/ 3863399 w 7467600"/>
              <a:gd name="connsiteY398" fmla="*/ 5087257 h 6858000"/>
              <a:gd name="connsiteX399" fmla="*/ 3968712 w 7467600"/>
              <a:gd name="connsiteY399" fmla="*/ 4913989 h 6858000"/>
              <a:gd name="connsiteX400" fmla="*/ 2792390 w 7467600"/>
              <a:gd name="connsiteY400" fmla="*/ 5382974 h 6858000"/>
              <a:gd name="connsiteX401" fmla="*/ 2714982 w 7467600"/>
              <a:gd name="connsiteY401" fmla="*/ 5427051 h 6858000"/>
              <a:gd name="connsiteX402" fmla="*/ 2813361 w 7467600"/>
              <a:gd name="connsiteY402" fmla="*/ 6023912 h 6858000"/>
              <a:gd name="connsiteX403" fmla="*/ 2688430 w 7467600"/>
              <a:gd name="connsiteY403" fmla="*/ 6801564 h 6858000"/>
              <a:gd name="connsiteX404" fmla="*/ 2629626 w 7467600"/>
              <a:gd name="connsiteY404" fmla="*/ 6763394 h 6858000"/>
              <a:gd name="connsiteX405" fmla="*/ 2565328 w 7467600"/>
              <a:gd name="connsiteY405" fmla="*/ 5516399 h 6858000"/>
              <a:gd name="connsiteX406" fmla="*/ 1922999 w 7467600"/>
              <a:gd name="connsiteY406" fmla="*/ 5980343 h 6858000"/>
              <a:gd name="connsiteX407" fmla="*/ 1950261 w 7467600"/>
              <a:gd name="connsiteY407" fmla="*/ 6405858 h 6858000"/>
              <a:gd name="connsiteX408" fmla="*/ 2365554 w 7467600"/>
              <a:gd name="connsiteY408" fmla="*/ 6759107 h 6858000"/>
              <a:gd name="connsiteX409" fmla="*/ 2424142 w 7467600"/>
              <a:gd name="connsiteY409" fmla="*/ 6858000 h 6858000"/>
              <a:gd name="connsiteX410" fmla="*/ 2395994 w 7467600"/>
              <a:gd name="connsiteY410" fmla="*/ 6858000 h 6858000"/>
              <a:gd name="connsiteX411" fmla="*/ 2392863 w 7467600"/>
              <a:gd name="connsiteY411" fmla="*/ 6852964 h 6858000"/>
              <a:gd name="connsiteX412" fmla="*/ 2017589 w 7467600"/>
              <a:gd name="connsiteY412" fmla="*/ 6493982 h 6858000"/>
              <a:gd name="connsiteX413" fmla="*/ 2147336 w 7467600"/>
              <a:gd name="connsiteY413" fmla="*/ 6594052 h 6858000"/>
              <a:gd name="connsiteX414" fmla="*/ 2207047 w 7467600"/>
              <a:gd name="connsiteY414" fmla="*/ 6654540 h 6858000"/>
              <a:gd name="connsiteX415" fmla="*/ 2299106 w 7467600"/>
              <a:gd name="connsiteY415" fmla="*/ 6778931 h 6858000"/>
              <a:gd name="connsiteX416" fmla="*/ 2314430 w 7467600"/>
              <a:gd name="connsiteY416" fmla="*/ 6801144 h 6858000"/>
              <a:gd name="connsiteX417" fmla="*/ 2352406 w 7467600"/>
              <a:gd name="connsiteY417" fmla="*/ 6858000 h 6858000"/>
              <a:gd name="connsiteX418" fmla="*/ 2314492 w 7467600"/>
              <a:gd name="connsiteY418" fmla="*/ 6858000 h 6858000"/>
              <a:gd name="connsiteX419" fmla="*/ 2288095 w 7467600"/>
              <a:gd name="connsiteY419" fmla="*/ 6818030 h 6858000"/>
              <a:gd name="connsiteX420" fmla="*/ 2272768 w 7467600"/>
              <a:gd name="connsiteY420" fmla="*/ 6795822 h 6858000"/>
              <a:gd name="connsiteX421" fmla="*/ 2182715 w 7467600"/>
              <a:gd name="connsiteY421" fmla="*/ 6675071 h 6858000"/>
              <a:gd name="connsiteX422" fmla="*/ 2032061 w 7467600"/>
              <a:gd name="connsiteY422" fmla="*/ 6541380 h 6858000"/>
              <a:gd name="connsiteX423" fmla="*/ 2257220 w 7467600"/>
              <a:gd name="connsiteY423" fmla="*/ 6826257 h 6858000"/>
              <a:gd name="connsiteX424" fmla="*/ 2281324 w 7467600"/>
              <a:gd name="connsiteY424" fmla="*/ 6858000 h 6858000"/>
              <a:gd name="connsiteX425" fmla="*/ 2242860 w 7467600"/>
              <a:gd name="connsiteY425" fmla="*/ 6858000 h 6858000"/>
              <a:gd name="connsiteX426" fmla="*/ 2232818 w 7467600"/>
              <a:gd name="connsiteY426" fmla="*/ 6844926 h 6858000"/>
              <a:gd name="connsiteX427" fmla="*/ 1990172 w 7467600"/>
              <a:gd name="connsiteY427" fmla="*/ 6542121 h 6858000"/>
              <a:gd name="connsiteX428" fmla="*/ 2124090 w 7467600"/>
              <a:gd name="connsiteY428" fmla="*/ 6761017 h 6858000"/>
              <a:gd name="connsiteX429" fmla="*/ 2200380 w 7467600"/>
              <a:gd name="connsiteY429" fmla="*/ 6858000 h 6858000"/>
              <a:gd name="connsiteX430" fmla="*/ 2147507 w 7467600"/>
              <a:gd name="connsiteY430" fmla="*/ 6858000 h 6858000"/>
              <a:gd name="connsiteX431" fmla="*/ 2070668 w 7467600"/>
              <a:gd name="connsiteY431" fmla="*/ 6761520 h 6858000"/>
              <a:gd name="connsiteX432" fmla="*/ 1975142 w 7467600"/>
              <a:gd name="connsiteY432" fmla="*/ 6585570 h 6858000"/>
              <a:gd name="connsiteX433" fmla="*/ 2050035 w 7467600"/>
              <a:gd name="connsiteY433" fmla="*/ 6813345 h 6858000"/>
              <a:gd name="connsiteX434" fmla="*/ 2063025 w 7467600"/>
              <a:gd name="connsiteY434" fmla="*/ 6858000 h 6858000"/>
              <a:gd name="connsiteX435" fmla="*/ 2021675 w 7467600"/>
              <a:gd name="connsiteY435" fmla="*/ 6858000 h 6858000"/>
              <a:gd name="connsiteX436" fmla="*/ 2019308 w 7467600"/>
              <a:gd name="connsiteY436" fmla="*/ 6847118 h 6858000"/>
              <a:gd name="connsiteX437" fmla="*/ 1938835 w 7467600"/>
              <a:gd name="connsiteY437" fmla="*/ 6551160 h 6858000"/>
              <a:gd name="connsiteX438" fmla="*/ 1953230 w 7467600"/>
              <a:gd name="connsiteY438" fmla="*/ 6759699 h 6858000"/>
              <a:gd name="connsiteX439" fmla="*/ 1956763 w 7467600"/>
              <a:gd name="connsiteY439" fmla="*/ 6778191 h 6858000"/>
              <a:gd name="connsiteX440" fmla="*/ 1967925 w 7467600"/>
              <a:gd name="connsiteY440" fmla="*/ 6858000 h 6858000"/>
              <a:gd name="connsiteX441" fmla="*/ 1936622 w 7467600"/>
              <a:gd name="connsiteY441" fmla="*/ 6858000 h 6858000"/>
              <a:gd name="connsiteX442" fmla="*/ 1926261 w 7467600"/>
              <a:gd name="connsiteY442" fmla="*/ 6784064 h 6858000"/>
              <a:gd name="connsiteX443" fmla="*/ 1922724 w 7467600"/>
              <a:gd name="connsiteY443" fmla="*/ 6765577 h 6858000"/>
              <a:gd name="connsiteX444" fmla="*/ 1904650 w 7467600"/>
              <a:gd name="connsiteY444" fmla="*/ 6639616 h 6858000"/>
              <a:gd name="connsiteX445" fmla="*/ 1885273 w 7467600"/>
              <a:gd name="connsiteY445" fmla="*/ 6858000 h 6858000"/>
              <a:gd name="connsiteX446" fmla="*/ 1854363 w 7467600"/>
              <a:gd name="connsiteY446" fmla="*/ 6858000 h 6858000"/>
              <a:gd name="connsiteX447" fmla="*/ 1880391 w 7467600"/>
              <a:gd name="connsiteY447" fmla="*/ 6603796 h 6858000"/>
              <a:gd name="connsiteX448" fmla="*/ 1818273 w 7467600"/>
              <a:gd name="connsiteY448" fmla="*/ 6715729 h 6858000"/>
              <a:gd name="connsiteX449" fmla="*/ 1794691 w 7467600"/>
              <a:gd name="connsiteY449" fmla="*/ 6843239 h 6858000"/>
              <a:gd name="connsiteX450" fmla="*/ 1794914 w 7467600"/>
              <a:gd name="connsiteY450" fmla="*/ 6858000 h 6858000"/>
              <a:gd name="connsiteX451" fmla="*/ 1746128 w 7467600"/>
              <a:gd name="connsiteY451" fmla="*/ 6858000 h 6858000"/>
              <a:gd name="connsiteX452" fmla="*/ 1753934 w 7467600"/>
              <a:gd name="connsiteY452" fmla="*/ 6724796 h 6858000"/>
              <a:gd name="connsiteX453" fmla="*/ 1792053 w 7467600"/>
              <a:gd name="connsiteY453" fmla="*/ 6572396 h 6858000"/>
              <a:gd name="connsiteX454" fmla="*/ 1862248 w 7467600"/>
              <a:gd name="connsiteY454" fmla="*/ 6266397 h 6858000"/>
              <a:gd name="connsiteX455" fmla="*/ 1862250 w 7467600"/>
              <a:gd name="connsiteY455" fmla="*/ 6033531 h 6858000"/>
              <a:gd name="connsiteX456" fmla="*/ 1211999 w 7467600"/>
              <a:gd name="connsiteY456" fmla="*/ 6683610 h 6858000"/>
              <a:gd name="connsiteX457" fmla="*/ 1213266 w 7467600"/>
              <a:gd name="connsiteY457" fmla="*/ 6691947 h 6858000"/>
              <a:gd name="connsiteX458" fmla="*/ 1203370 w 7467600"/>
              <a:gd name="connsiteY458" fmla="*/ 6850676 h 6858000"/>
              <a:gd name="connsiteX459" fmla="*/ 1203671 w 7467600"/>
              <a:gd name="connsiteY459" fmla="*/ 6858000 h 6858000"/>
              <a:gd name="connsiteX460" fmla="*/ 1143180 w 7467600"/>
              <a:gd name="connsiteY460" fmla="*/ 6858000 h 6858000"/>
              <a:gd name="connsiteX461" fmla="*/ 1142176 w 7467600"/>
              <a:gd name="connsiteY461" fmla="*/ 6766045 h 6858000"/>
              <a:gd name="connsiteX462" fmla="*/ 1067484 w 7467600"/>
              <a:gd name="connsiteY462" fmla="*/ 6858000 h 6858000"/>
              <a:gd name="connsiteX463" fmla="*/ 953928 w 7467600"/>
              <a:gd name="connsiteY463" fmla="*/ 6858000 h 6858000"/>
              <a:gd name="connsiteX464" fmla="*/ 959715 w 7467600"/>
              <a:gd name="connsiteY464" fmla="*/ 6850185 h 6858000"/>
              <a:gd name="connsiteX465" fmla="*/ 1483788 w 7467600"/>
              <a:gd name="connsiteY465" fmla="*/ 6259174 h 6858000"/>
              <a:gd name="connsiteX466" fmla="*/ 1100671 w 7467600"/>
              <a:gd name="connsiteY466" fmla="*/ 6252137 h 6858000"/>
              <a:gd name="connsiteX467" fmla="*/ 1090144 w 7467600"/>
              <a:gd name="connsiteY467" fmla="*/ 6256748 h 6858000"/>
              <a:gd name="connsiteX468" fmla="*/ 1095872 w 7467600"/>
              <a:gd name="connsiteY468" fmla="*/ 6271892 h 6858000"/>
              <a:gd name="connsiteX469" fmla="*/ 262785 w 7467600"/>
              <a:gd name="connsiteY469" fmla="*/ 6845450 h 6858000"/>
              <a:gd name="connsiteX470" fmla="*/ 209968 w 7467600"/>
              <a:gd name="connsiteY470" fmla="*/ 6770713 h 6858000"/>
              <a:gd name="connsiteX471" fmla="*/ 873460 w 7467600"/>
              <a:gd name="connsiteY471" fmla="*/ 6253768 h 6858000"/>
              <a:gd name="connsiteX472" fmla="*/ 192686 w 7467600"/>
              <a:gd name="connsiteY472" fmla="*/ 5849257 h 6858000"/>
              <a:gd name="connsiteX473" fmla="*/ 4696 w 7467600"/>
              <a:gd name="connsiteY473" fmla="*/ 5697668 h 6858000"/>
              <a:gd name="connsiteX474" fmla="*/ 0 w 7467600"/>
              <a:gd name="connsiteY474" fmla="*/ 5689984 h 6858000"/>
              <a:gd name="connsiteX475" fmla="*/ 0 w 7467600"/>
              <a:gd name="connsiteY475" fmla="*/ 5513472 h 6858000"/>
              <a:gd name="connsiteX476" fmla="*/ 174101 w 7467600"/>
              <a:gd name="connsiteY476" fmla="*/ 5620277 h 6858000"/>
              <a:gd name="connsiteX477" fmla="*/ 891800 w 7467600"/>
              <a:gd name="connsiteY477" fmla="*/ 6036935 h 6858000"/>
              <a:gd name="connsiteX478" fmla="*/ 1072219 w 7467600"/>
              <a:gd name="connsiteY478" fmla="*/ 6169443 h 6858000"/>
              <a:gd name="connsiteX479" fmla="*/ 1074117 w 7467600"/>
              <a:gd name="connsiteY479" fmla="*/ 6170301 h 6858000"/>
              <a:gd name="connsiteX480" fmla="*/ 1083114 w 7467600"/>
              <a:gd name="connsiteY480" fmla="*/ 6174131 h 6858000"/>
              <a:gd name="connsiteX481" fmla="*/ 1543010 w 7467600"/>
              <a:gd name="connsiteY481" fmla="*/ 6191140 h 6858000"/>
              <a:gd name="connsiteX482" fmla="*/ 1551080 w 7467600"/>
              <a:gd name="connsiteY482" fmla="*/ 6195006 h 6858000"/>
              <a:gd name="connsiteX483" fmla="*/ 2345443 w 7467600"/>
              <a:gd name="connsiteY483" fmla="*/ 5549882 h 6858000"/>
              <a:gd name="connsiteX484" fmla="*/ 1721499 w 7467600"/>
              <a:gd name="connsiteY484" fmla="*/ 5599969 h 6858000"/>
              <a:gd name="connsiteX485" fmla="*/ 767716 w 7467600"/>
              <a:gd name="connsiteY485" fmla="*/ 5472768 h 6858000"/>
              <a:gd name="connsiteX486" fmla="*/ 722147 w 7467600"/>
              <a:gd name="connsiteY486" fmla="*/ 5393091 h 6858000"/>
              <a:gd name="connsiteX487" fmla="*/ 1485552 w 7467600"/>
              <a:gd name="connsiteY487" fmla="*/ 5313202 h 6858000"/>
              <a:gd name="connsiteX488" fmla="*/ 2143004 w 7467600"/>
              <a:gd name="connsiteY488" fmla="*/ 5402420 h 6858000"/>
              <a:gd name="connsiteX489" fmla="*/ 1933391 w 7467600"/>
              <a:gd name="connsiteY489" fmla="*/ 5156971 h 6858000"/>
              <a:gd name="connsiteX490" fmla="*/ 1827118 w 7467600"/>
              <a:gd name="connsiteY490" fmla="*/ 4968410 h 6858000"/>
              <a:gd name="connsiteX491" fmla="*/ 1837349 w 7467600"/>
              <a:gd name="connsiteY491" fmla="*/ 4956357 h 6858000"/>
              <a:gd name="connsiteX492" fmla="*/ 2162835 w 7467600"/>
              <a:gd name="connsiteY492" fmla="*/ 5187853 h 6858000"/>
              <a:gd name="connsiteX493" fmla="*/ 2257167 w 7467600"/>
              <a:gd name="connsiteY493" fmla="*/ 5462123 h 6858000"/>
              <a:gd name="connsiteX494" fmla="*/ 2261598 w 7467600"/>
              <a:gd name="connsiteY494" fmla="*/ 5467998 h 6858000"/>
              <a:gd name="connsiteX495" fmla="*/ 2437177 w 7467600"/>
              <a:gd name="connsiteY495" fmla="*/ 5479608 h 6858000"/>
              <a:gd name="connsiteX496" fmla="*/ 2445247 w 7467600"/>
              <a:gd name="connsiteY496" fmla="*/ 5483476 h 6858000"/>
              <a:gd name="connsiteX497" fmla="*/ 2743626 w 7467600"/>
              <a:gd name="connsiteY497" fmla="*/ 5304819 h 6858000"/>
              <a:gd name="connsiteX498" fmla="*/ 3048102 w 7467600"/>
              <a:gd name="connsiteY498" fmla="*/ 5150595 h 6858000"/>
              <a:gd name="connsiteX499" fmla="*/ 1799414 w 7467600"/>
              <a:gd name="connsiteY499" fmla="*/ 4694732 h 6858000"/>
              <a:gd name="connsiteX500" fmla="*/ 1771735 w 7467600"/>
              <a:gd name="connsiteY500" fmla="*/ 4619929 h 6858000"/>
              <a:gd name="connsiteX501" fmla="*/ 3104273 w 7467600"/>
              <a:gd name="connsiteY501" fmla="*/ 5076159 h 6858000"/>
              <a:gd name="connsiteX502" fmla="*/ 3113245 w 7467600"/>
              <a:gd name="connsiteY502" fmla="*/ 5090705 h 6858000"/>
              <a:gd name="connsiteX503" fmla="*/ 3126294 w 7467600"/>
              <a:gd name="connsiteY503" fmla="*/ 5114400 h 6858000"/>
              <a:gd name="connsiteX504" fmla="*/ 3937433 w 7467600"/>
              <a:gd name="connsiteY504" fmla="*/ 4830473 h 6858000"/>
              <a:gd name="connsiteX505" fmla="*/ 3590475 w 7467600"/>
              <a:gd name="connsiteY505" fmla="*/ 4597974 h 6858000"/>
              <a:gd name="connsiteX506" fmla="*/ 3100264 w 7467600"/>
              <a:gd name="connsiteY506" fmla="*/ 4579845 h 6858000"/>
              <a:gd name="connsiteX507" fmla="*/ 2183576 w 7467600"/>
              <a:gd name="connsiteY507" fmla="*/ 4227150 h 6858000"/>
              <a:gd name="connsiteX508" fmla="*/ 2151029 w 7467600"/>
              <a:gd name="connsiteY508" fmla="*/ 4146947 h 6858000"/>
              <a:gd name="connsiteX509" fmla="*/ 3563434 w 7467600"/>
              <a:gd name="connsiteY509" fmla="*/ 4469115 h 6858000"/>
              <a:gd name="connsiteX510" fmla="*/ 3177952 w 7467600"/>
              <a:gd name="connsiteY510" fmla="*/ 3657386 h 6858000"/>
              <a:gd name="connsiteX511" fmla="*/ 3189263 w 7467600"/>
              <a:gd name="connsiteY511" fmla="*/ 3625726 h 6858000"/>
              <a:gd name="connsiteX512" fmla="*/ 3560912 w 7467600"/>
              <a:gd name="connsiteY512" fmla="*/ 4079863 h 6858000"/>
              <a:gd name="connsiteX513" fmla="*/ 3626636 w 7467600"/>
              <a:gd name="connsiteY513" fmla="*/ 4512230 h 6858000"/>
              <a:gd name="connsiteX514" fmla="*/ 3653088 w 7467600"/>
              <a:gd name="connsiteY514" fmla="*/ 4521417 h 6858000"/>
              <a:gd name="connsiteX515" fmla="*/ 3988128 w 7467600"/>
              <a:gd name="connsiteY515" fmla="*/ 4817267 h 6858000"/>
              <a:gd name="connsiteX516" fmla="*/ 4830582 w 7467600"/>
              <a:gd name="connsiteY516" fmla="*/ 4676000 h 6858000"/>
              <a:gd name="connsiteX517" fmla="*/ 4830100 w 7467600"/>
              <a:gd name="connsiteY517" fmla="*/ 4675554 h 6858000"/>
              <a:gd name="connsiteX518" fmla="*/ 4036318 w 7467600"/>
              <a:gd name="connsiteY518" fmla="*/ 4147013 h 6858000"/>
              <a:gd name="connsiteX519" fmla="*/ 3432098 w 7467600"/>
              <a:gd name="connsiteY519" fmla="*/ 3537312 h 6858000"/>
              <a:gd name="connsiteX520" fmla="*/ 3446761 w 7467600"/>
              <a:gd name="connsiteY520" fmla="*/ 3461278 h 6858000"/>
              <a:gd name="connsiteX521" fmla="*/ 4419733 w 7467600"/>
              <a:gd name="connsiteY521" fmla="*/ 3963555 h 6858000"/>
              <a:gd name="connsiteX522" fmla="*/ 4781371 w 7467600"/>
              <a:gd name="connsiteY522" fmla="*/ 4458604 h 6858000"/>
              <a:gd name="connsiteX523" fmla="*/ 4780440 w 7467600"/>
              <a:gd name="connsiteY523" fmla="*/ 4470290 h 6858000"/>
              <a:gd name="connsiteX524" fmla="*/ 4898954 w 7467600"/>
              <a:gd name="connsiteY524" fmla="*/ 4662092 h 6858000"/>
              <a:gd name="connsiteX525" fmla="*/ 4900699 w 7467600"/>
              <a:gd name="connsiteY525" fmla="*/ 4670867 h 6858000"/>
              <a:gd name="connsiteX526" fmla="*/ 5714511 w 7467600"/>
              <a:gd name="connsiteY526" fmla="*/ 4663483 h 6858000"/>
              <a:gd name="connsiteX527" fmla="*/ 5464793 w 7467600"/>
              <a:gd name="connsiteY527" fmla="*/ 4393556 h 6858000"/>
              <a:gd name="connsiteX528" fmla="*/ 5461897 w 7467600"/>
              <a:gd name="connsiteY528" fmla="*/ 4390879 h 6858000"/>
              <a:gd name="connsiteX529" fmla="*/ 4294126 w 7467600"/>
              <a:gd name="connsiteY529" fmla="*/ 3303048 h 6858000"/>
              <a:gd name="connsiteX530" fmla="*/ 4305321 w 7467600"/>
              <a:gd name="connsiteY530" fmla="*/ 3256953 h 6858000"/>
              <a:gd name="connsiteX531" fmla="*/ 4949299 w 7467600"/>
              <a:gd name="connsiteY531" fmla="*/ 3766336 h 6858000"/>
              <a:gd name="connsiteX532" fmla="*/ 5291452 w 7467600"/>
              <a:gd name="connsiteY532" fmla="*/ 4076801 h 6858000"/>
              <a:gd name="connsiteX533" fmla="*/ 5434998 w 7467600"/>
              <a:gd name="connsiteY533" fmla="*/ 4254100 h 6858000"/>
              <a:gd name="connsiteX534" fmla="*/ 5351015 w 7467600"/>
              <a:gd name="connsiteY534" fmla="*/ 3760989 h 6858000"/>
              <a:gd name="connsiteX535" fmla="*/ 5413780 w 7467600"/>
              <a:gd name="connsiteY535" fmla="*/ 2966265 h 6858000"/>
              <a:gd name="connsiteX536" fmla="*/ 5425627 w 7467600"/>
              <a:gd name="connsiteY536" fmla="*/ 2954192 h 6858000"/>
              <a:gd name="connsiteX537" fmla="*/ 6604735 w 7467600"/>
              <a:gd name="connsiteY537" fmla="*/ 2041381 h 6858000"/>
              <a:gd name="connsiteX538" fmla="*/ 7204487 w 7467600"/>
              <a:gd name="connsiteY538" fmla="*/ 2742112 h 6858000"/>
              <a:gd name="connsiteX539" fmla="*/ 7131592 w 7467600"/>
              <a:gd name="connsiteY539" fmla="*/ 2672096 h 6858000"/>
              <a:gd name="connsiteX540" fmla="*/ 6996344 w 7467600"/>
              <a:gd name="connsiteY540" fmla="*/ 2518310 h 6858000"/>
              <a:gd name="connsiteX541" fmla="*/ 6735495 w 7467600"/>
              <a:gd name="connsiteY541" fmla="*/ 2196890 h 6858000"/>
              <a:gd name="connsiteX542" fmla="*/ 6721901 w 7467600"/>
              <a:gd name="connsiteY542" fmla="*/ 2179274 h 6858000"/>
              <a:gd name="connsiteX543" fmla="*/ 6604735 w 7467600"/>
              <a:gd name="connsiteY543" fmla="*/ 2041381 h 6858000"/>
              <a:gd name="connsiteX544" fmla="*/ 6591670 w 7467600"/>
              <a:gd name="connsiteY544" fmla="*/ 1988277 h 6858000"/>
              <a:gd name="connsiteX545" fmla="*/ 6747349 w 7467600"/>
              <a:gd name="connsiteY545" fmla="*/ 2160069 h 6858000"/>
              <a:gd name="connsiteX546" fmla="*/ 6760943 w 7467600"/>
              <a:gd name="connsiteY546" fmla="*/ 2177686 h 6858000"/>
              <a:gd name="connsiteX547" fmla="*/ 7021065 w 7467600"/>
              <a:gd name="connsiteY547" fmla="*/ 2498102 h 6858000"/>
              <a:gd name="connsiteX548" fmla="*/ 7155223 w 7467600"/>
              <a:gd name="connsiteY548" fmla="*/ 2650386 h 6858000"/>
              <a:gd name="connsiteX549" fmla="*/ 7203167 w 7467600"/>
              <a:gd name="connsiteY549" fmla="*/ 2697288 h 6858000"/>
              <a:gd name="connsiteX550" fmla="*/ 6937703 w 7467600"/>
              <a:gd name="connsiteY550" fmla="*/ 2321981 h 6858000"/>
              <a:gd name="connsiteX551" fmla="*/ 6591670 w 7467600"/>
              <a:gd name="connsiteY551" fmla="*/ 1988277 h 6858000"/>
              <a:gd name="connsiteX552" fmla="*/ 5798671 w 7467600"/>
              <a:gd name="connsiteY552" fmla="*/ 1981601 h 6858000"/>
              <a:gd name="connsiteX553" fmla="*/ 5754709 w 7467600"/>
              <a:gd name="connsiteY553" fmla="*/ 2071454 h 6858000"/>
              <a:gd name="connsiteX554" fmla="*/ 5763044 w 7467600"/>
              <a:gd name="connsiteY554" fmla="*/ 2842206 h 6858000"/>
              <a:gd name="connsiteX555" fmla="*/ 5764974 w 7467600"/>
              <a:gd name="connsiteY555" fmla="*/ 2799609 h 6858000"/>
              <a:gd name="connsiteX556" fmla="*/ 5767665 w 7467600"/>
              <a:gd name="connsiteY556" fmla="*/ 2666409 h 6858000"/>
              <a:gd name="connsiteX557" fmla="*/ 5763055 w 7467600"/>
              <a:gd name="connsiteY557" fmla="*/ 2579705 h 6858000"/>
              <a:gd name="connsiteX558" fmla="*/ 5758079 w 7467600"/>
              <a:gd name="connsiteY558" fmla="*/ 2492508 h 6858000"/>
              <a:gd name="connsiteX559" fmla="*/ 5779325 w 7467600"/>
              <a:gd name="connsiteY559" fmla="*/ 2197069 h 6858000"/>
              <a:gd name="connsiteX560" fmla="*/ 5798671 w 7467600"/>
              <a:gd name="connsiteY560" fmla="*/ 1981601 h 6858000"/>
              <a:gd name="connsiteX561" fmla="*/ 5829202 w 7467600"/>
              <a:gd name="connsiteY561" fmla="*/ 1971679 h 6858000"/>
              <a:gd name="connsiteX562" fmla="*/ 5809558 w 7467600"/>
              <a:gd name="connsiteY562" fmla="*/ 2198043 h 6858000"/>
              <a:gd name="connsiteX563" fmla="*/ 5788653 w 7467600"/>
              <a:gd name="connsiteY563" fmla="*/ 2489430 h 6858000"/>
              <a:gd name="connsiteX564" fmla="*/ 5793439 w 7467600"/>
              <a:gd name="connsiteY564" fmla="*/ 2575235 h 6858000"/>
              <a:gd name="connsiteX565" fmla="*/ 5796837 w 7467600"/>
              <a:gd name="connsiteY565" fmla="*/ 2637633 h 6858000"/>
              <a:gd name="connsiteX566" fmla="*/ 5818614 w 7467600"/>
              <a:gd name="connsiteY566" fmla="*/ 2473055 h 6858000"/>
              <a:gd name="connsiteX567" fmla="*/ 5829202 w 7467600"/>
              <a:gd name="connsiteY567" fmla="*/ 1971679 h 6858000"/>
              <a:gd name="connsiteX568" fmla="*/ 5911389 w 7467600"/>
              <a:gd name="connsiteY568" fmla="*/ 1898371 h 6858000"/>
              <a:gd name="connsiteX569" fmla="*/ 6237627 w 7467600"/>
              <a:gd name="connsiteY569" fmla="*/ 2231921 h 6858000"/>
              <a:gd name="connsiteX570" fmla="*/ 5911389 w 7467600"/>
              <a:gd name="connsiteY570" fmla="*/ 1898371 h 6858000"/>
              <a:gd name="connsiteX571" fmla="*/ 6944437 w 7467600"/>
              <a:gd name="connsiteY571" fmla="*/ 1575402 h 6858000"/>
              <a:gd name="connsiteX572" fmla="*/ 6304730 w 7467600"/>
              <a:gd name="connsiteY572" fmla="*/ 1766654 h 6858000"/>
              <a:gd name="connsiteX573" fmla="*/ 6944437 w 7467600"/>
              <a:gd name="connsiteY573" fmla="*/ 1575402 h 6858000"/>
              <a:gd name="connsiteX574" fmla="*/ 7019523 w 7467600"/>
              <a:gd name="connsiteY574" fmla="*/ 1519450 h 6858000"/>
              <a:gd name="connsiteX575" fmla="*/ 6298091 w 7467600"/>
              <a:gd name="connsiteY575" fmla="*/ 1737122 h 6858000"/>
              <a:gd name="connsiteX576" fmla="*/ 7019523 w 7467600"/>
              <a:gd name="connsiteY576" fmla="*/ 1519450 h 6858000"/>
              <a:gd name="connsiteX577" fmla="*/ 2399523 w 7467600"/>
              <a:gd name="connsiteY577" fmla="*/ 1428234 h 6858000"/>
              <a:gd name="connsiteX578" fmla="*/ 2224982 w 7467600"/>
              <a:gd name="connsiteY578" fmla="*/ 1826201 h 6858000"/>
              <a:gd name="connsiteX579" fmla="*/ 2096099 w 7467600"/>
              <a:gd name="connsiteY579" fmla="*/ 2345900 h 6858000"/>
              <a:gd name="connsiteX580" fmla="*/ 2283317 w 7467600"/>
              <a:gd name="connsiteY580" fmla="*/ 1796925 h 6858000"/>
              <a:gd name="connsiteX581" fmla="*/ 2399523 w 7467600"/>
              <a:gd name="connsiteY581" fmla="*/ 1428234 h 6858000"/>
              <a:gd name="connsiteX582" fmla="*/ 2448558 w 7467600"/>
              <a:gd name="connsiteY582" fmla="*/ 1373435 h 6858000"/>
              <a:gd name="connsiteX583" fmla="*/ 2312521 w 7467600"/>
              <a:gd name="connsiteY583" fmla="*/ 1806140 h 6858000"/>
              <a:gd name="connsiteX584" fmla="*/ 2127533 w 7467600"/>
              <a:gd name="connsiteY584" fmla="*/ 2348380 h 6858000"/>
              <a:gd name="connsiteX585" fmla="*/ 2358080 w 7467600"/>
              <a:gd name="connsiteY585" fmla="*/ 1866134 h 6858000"/>
              <a:gd name="connsiteX586" fmla="*/ 2407436 w 7467600"/>
              <a:gd name="connsiteY586" fmla="*/ 1651070 h 6858000"/>
              <a:gd name="connsiteX587" fmla="*/ 2448558 w 7467600"/>
              <a:gd name="connsiteY587" fmla="*/ 1373435 h 6858000"/>
              <a:gd name="connsiteX588" fmla="*/ 278707 w 7467600"/>
              <a:gd name="connsiteY588" fmla="*/ 1352270 h 6858000"/>
              <a:gd name="connsiteX589" fmla="*/ 321570 w 7467600"/>
              <a:gd name="connsiteY589" fmla="*/ 1861610 h 6858000"/>
              <a:gd name="connsiteX590" fmla="*/ 294281 w 7467600"/>
              <a:gd name="connsiteY590" fmla="*/ 1440658 h 6858000"/>
              <a:gd name="connsiteX591" fmla="*/ 278707 w 7467600"/>
              <a:gd name="connsiteY591" fmla="*/ 1352270 h 6858000"/>
              <a:gd name="connsiteX592" fmla="*/ 1423821 w 7467600"/>
              <a:gd name="connsiteY592" fmla="*/ 1351958 h 6858000"/>
              <a:gd name="connsiteX593" fmla="*/ 1638521 w 7467600"/>
              <a:gd name="connsiteY593" fmla="*/ 1908470 h 6858000"/>
              <a:gd name="connsiteX594" fmla="*/ 1754199 w 7467600"/>
              <a:gd name="connsiteY594" fmla="*/ 2149284 h 6858000"/>
              <a:gd name="connsiteX595" fmla="*/ 1908359 w 7467600"/>
              <a:gd name="connsiteY595" fmla="*/ 2364988 h 6858000"/>
              <a:gd name="connsiteX596" fmla="*/ 1647661 w 7467600"/>
              <a:gd name="connsiteY596" fmla="*/ 1825945 h 6858000"/>
              <a:gd name="connsiteX597" fmla="*/ 1423821 w 7467600"/>
              <a:gd name="connsiteY597" fmla="*/ 1351958 h 6858000"/>
              <a:gd name="connsiteX598" fmla="*/ 1431890 w 7467600"/>
              <a:gd name="connsiteY598" fmla="*/ 1306475 h 6858000"/>
              <a:gd name="connsiteX599" fmla="*/ 1507597 w 7467600"/>
              <a:gd name="connsiteY599" fmla="*/ 1446132 h 6858000"/>
              <a:gd name="connsiteX600" fmla="*/ 1674586 w 7467600"/>
              <a:gd name="connsiteY600" fmla="*/ 1813832 h 6858000"/>
              <a:gd name="connsiteX601" fmla="*/ 1815950 w 7467600"/>
              <a:gd name="connsiteY601" fmla="*/ 2128564 h 6858000"/>
              <a:gd name="connsiteX602" fmla="*/ 1984242 w 7467600"/>
              <a:gd name="connsiteY602" fmla="*/ 2430829 h 6858000"/>
              <a:gd name="connsiteX603" fmla="*/ 2014023 w 7467600"/>
              <a:gd name="connsiteY603" fmla="*/ 2450995 h 6858000"/>
              <a:gd name="connsiteX604" fmla="*/ 1747337 w 7467600"/>
              <a:gd name="connsiteY604" fmla="*/ 1855264 h 6858000"/>
              <a:gd name="connsiteX605" fmla="*/ 1533749 w 7467600"/>
              <a:gd name="connsiteY605" fmla="*/ 1478656 h 6858000"/>
              <a:gd name="connsiteX606" fmla="*/ 1431890 w 7467600"/>
              <a:gd name="connsiteY606" fmla="*/ 1306475 h 6858000"/>
              <a:gd name="connsiteX607" fmla="*/ 5052692 w 7467600"/>
              <a:gd name="connsiteY607" fmla="*/ 1292994 h 6858000"/>
              <a:gd name="connsiteX608" fmla="*/ 5200661 w 7467600"/>
              <a:gd name="connsiteY608" fmla="*/ 1635186 h 6858000"/>
              <a:gd name="connsiteX609" fmla="*/ 5297138 w 7467600"/>
              <a:gd name="connsiteY609" fmla="*/ 1906351 h 6858000"/>
              <a:gd name="connsiteX610" fmla="*/ 5052692 w 7467600"/>
              <a:gd name="connsiteY610" fmla="*/ 1292994 h 6858000"/>
              <a:gd name="connsiteX611" fmla="*/ 5009948 w 7467600"/>
              <a:gd name="connsiteY611" fmla="*/ 1273619 h 6858000"/>
              <a:gd name="connsiteX612" fmla="*/ 5121777 w 7467600"/>
              <a:gd name="connsiteY612" fmla="*/ 1654213 h 6858000"/>
              <a:gd name="connsiteX613" fmla="*/ 5293545 w 7467600"/>
              <a:gd name="connsiteY613" fmla="*/ 2072247 h 6858000"/>
              <a:gd name="connsiteX614" fmla="*/ 5294042 w 7467600"/>
              <a:gd name="connsiteY614" fmla="*/ 2065019 h 6858000"/>
              <a:gd name="connsiteX615" fmla="*/ 5171936 w 7467600"/>
              <a:gd name="connsiteY615" fmla="*/ 1647613 h 6858000"/>
              <a:gd name="connsiteX616" fmla="*/ 5009948 w 7467600"/>
              <a:gd name="connsiteY616" fmla="*/ 1273619 h 6858000"/>
              <a:gd name="connsiteX617" fmla="*/ 655236 w 7467600"/>
              <a:gd name="connsiteY617" fmla="*/ 1268632 h 6858000"/>
              <a:gd name="connsiteX618" fmla="*/ 839521 w 7467600"/>
              <a:gd name="connsiteY618" fmla="*/ 1685315 h 6858000"/>
              <a:gd name="connsiteX619" fmla="*/ 1109416 w 7467600"/>
              <a:gd name="connsiteY619" fmla="*/ 2061663 h 6858000"/>
              <a:gd name="connsiteX620" fmla="*/ 1298300 w 7467600"/>
              <a:gd name="connsiteY620" fmla="*/ 2247742 h 6858000"/>
              <a:gd name="connsiteX621" fmla="*/ 1125871 w 7467600"/>
              <a:gd name="connsiteY621" fmla="*/ 1989513 h 6858000"/>
              <a:gd name="connsiteX622" fmla="*/ 981574 w 7467600"/>
              <a:gd name="connsiteY622" fmla="*/ 1783157 h 6858000"/>
              <a:gd name="connsiteX623" fmla="*/ 922198 w 7467600"/>
              <a:gd name="connsiteY623" fmla="*/ 1677437 h 6858000"/>
              <a:gd name="connsiteX624" fmla="*/ 869293 w 7467600"/>
              <a:gd name="connsiteY624" fmla="*/ 1583214 h 6858000"/>
              <a:gd name="connsiteX625" fmla="*/ 751431 w 7467600"/>
              <a:gd name="connsiteY625" fmla="*/ 1405731 h 6858000"/>
              <a:gd name="connsiteX626" fmla="*/ 655236 w 7467600"/>
              <a:gd name="connsiteY626" fmla="*/ 1268632 h 6858000"/>
              <a:gd name="connsiteX627" fmla="*/ 6516292 w 7467600"/>
              <a:gd name="connsiteY627" fmla="*/ 1263064 h 6858000"/>
              <a:gd name="connsiteX628" fmla="*/ 5736320 w 7467600"/>
              <a:gd name="connsiteY628" fmla="*/ 1501803 h 6858000"/>
              <a:gd name="connsiteX629" fmla="*/ 6516292 w 7467600"/>
              <a:gd name="connsiteY629" fmla="*/ 1263064 h 6858000"/>
              <a:gd name="connsiteX630" fmla="*/ 291466 w 7467600"/>
              <a:gd name="connsiteY630" fmla="*/ 1250369 h 6858000"/>
              <a:gd name="connsiteX631" fmla="*/ 323180 w 7467600"/>
              <a:gd name="connsiteY631" fmla="*/ 1435283 h 6858000"/>
              <a:gd name="connsiteX632" fmla="*/ 349381 w 7467600"/>
              <a:gd name="connsiteY632" fmla="*/ 1875041 h 6858000"/>
              <a:gd name="connsiteX633" fmla="*/ 374363 w 7467600"/>
              <a:gd name="connsiteY633" fmla="*/ 1506494 h 6858000"/>
              <a:gd name="connsiteX634" fmla="*/ 302168 w 7467600"/>
              <a:gd name="connsiteY634" fmla="*/ 1274495 h 6858000"/>
              <a:gd name="connsiteX635" fmla="*/ 291466 w 7467600"/>
              <a:gd name="connsiteY635" fmla="*/ 1250369 h 6858000"/>
              <a:gd name="connsiteX636" fmla="*/ 678222 w 7467600"/>
              <a:gd name="connsiteY636" fmla="*/ 1248670 h 6858000"/>
              <a:gd name="connsiteX637" fmla="*/ 775536 w 7467600"/>
              <a:gd name="connsiteY637" fmla="*/ 1388015 h 6858000"/>
              <a:gd name="connsiteX638" fmla="*/ 894529 w 7467600"/>
              <a:gd name="connsiteY638" fmla="*/ 1567739 h 6858000"/>
              <a:gd name="connsiteX639" fmla="*/ 948000 w 7467600"/>
              <a:gd name="connsiteY639" fmla="*/ 1663088 h 6858000"/>
              <a:gd name="connsiteX640" fmla="*/ 1006812 w 7467600"/>
              <a:gd name="connsiteY640" fmla="*/ 1767683 h 6858000"/>
              <a:gd name="connsiteX641" fmla="*/ 1149133 w 7467600"/>
              <a:gd name="connsiteY641" fmla="*/ 1971513 h 6858000"/>
              <a:gd name="connsiteX642" fmla="*/ 1333952 w 7467600"/>
              <a:gd name="connsiteY642" fmla="*/ 2251620 h 6858000"/>
              <a:gd name="connsiteX643" fmla="*/ 1337329 w 7467600"/>
              <a:gd name="connsiteY643" fmla="*/ 2258350 h 6858000"/>
              <a:gd name="connsiteX644" fmla="*/ 1014726 w 7467600"/>
              <a:gd name="connsiteY644" fmla="*/ 1615556 h 6858000"/>
              <a:gd name="connsiteX645" fmla="*/ 678222 w 7467600"/>
              <a:gd name="connsiteY645" fmla="*/ 1248670 h 6858000"/>
              <a:gd name="connsiteX646" fmla="*/ 6691602 w 7467600"/>
              <a:gd name="connsiteY646" fmla="*/ 1140573 h 6858000"/>
              <a:gd name="connsiteX647" fmla="*/ 6571100 w 7467600"/>
              <a:gd name="connsiteY647" fmla="*/ 1183662 h 6858000"/>
              <a:gd name="connsiteX648" fmla="*/ 6241687 w 7467600"/>
              <a:gd name="connsiteY648" fmla="*/ 1257600 h 6858000"/>
              <a:gd name="connsiteX649" fmla="*/ 5693009 w 7467600"/>
              <a:gd name="connsiteY649" fmla="*/ 1478256 h 6858000"/>
              <a:gd name="connsiteX650" fmla="*/ 6548420 w 7467600"/>
              <a:gd name="connsiteY650" fmla="*/ 1214599 h 6858000"/>
              <a:gd name="connsiteX651" fmla="*/ 6605473 w 7467600"/>
              <a:gd name="connsiteY651" fmla="*/ 1184686 h 6858000"/>
              <a:gd name="connsiteX652" fmla="*/ 6691602 w 7467600"/>
              <a:gd name="connsiteY652" fmla="*/ 1140573 h 6858000"/>
              <a:gd name="connsiteX653" fmla="*/ 4002475 w 7467600"/>
              <a:gd name="connsiteY653" fmla="*/ 1037802 h 6858000"/>
              <a:gd name="connsiteX654" fmla="*/ 4000324 w 7467600"/>
              <a:gd name="connsiteY654" fmla="*/ 1039362 h 6858000"/>
              <a:gd name="connsiteX655" fmla="*/ 4002862 w 7467600"/>
              <a:gd name="connsiteY655" fmla="*/ 1042866 h 6858000"/>
              <a:gd name="connsiteX656" fmla="*/ 4002475 w 7467600"/>
              <a:gd name="connsiteY656" fmla="*/ 1037802 h 6858000"/>
              <a:gd name="connsiteX657" fmla="*/ 506322 w 7467600"/>
              <a:gd name="connsiteY657" fmla="*/ 1020997 h 6858000"/>
              <a:gd name="connsiteX658" fmla="*/ 533068 w 7467600"/>
              <a:gd name="connsiteY658" fmla="*/ 1029409 h 6858000"/>
              <a:gd name="connsiteX659" fmla="*/ 1232525 w 7467600"/>
              <a:gd name="connsiteY659" fmla="*/ 1804675 h 6858000"/>
              <a:gd name="connsiteX660" fmla="*/ 1388858 w 7467600"/>
              <a:gd name="connsiteY660" fmla="*/ 2368011 h 6858000"/>
              <a:gd name="connsiteX661" fmla="*/ 1384098 w 7467600"/>
              <a:gd name="connsiteY661" fmla="*/ 2378125 h 6858000"/>
              <a:gd name="connsiteX662" fmla="*/ 1425393 w 7467600"/>
              <a:gd name="connsiteY662" fmla="*/ 2589124 h 6858000"/>
              <a:gd name="connsiteX663" fmla="*/ 1424001 w 7467600"/>
              <a:gd name="connsiteY663" fmla="*/ 2597541 h 6858000"/>
              <a:gd name="connsiteX664" fmla="*/ 2152729 w 7467600"/>
              <a:gd name="connsiteY664" fmla="*/ 2864487 h 6858000"/>
              <a:gd name="connsiteX665" fmla="*/ 2020609 w 7467600"/>
              <a:gd name="connsiteY665" fmla="*/ 2539671 h 6858000"/>
              <a:gd name="connsiteX666" fmla="*/ 2018920 w 7467600"/>
              <a:gd name="connsiteY666" fmla="*/ 2536309 h 6858000"/>
              <a:gd name="connsiteX667" fmla="*/ 1342441 w 7467600"/>
              <a:gd name="connsiteY667" fmla="*/ 1173017 h 6858000"/>
              <a:gd name="connsiteX668" fmla="*/ 1367925 w 7467600"/>
              <a:gd name="connsiteY668" fmla="*/ 1135648 h 6858000"/>
              <a:gd name="connsiteX669" fmla="*/ 1771401 w 7467600"/>
              <a:gd name="connsiteY669" fmla="*/ 1806673 h 6858000"/>
              <a:gd name="connsiteX670" fmla="*/ 1972385 w 7467600"/>
              <a:gd name="connsiteY670" fmla="*/ 2198735 h 6858000"/>
              <a:gd name="connsiteX671" fmla="*/ 2040892 w 7467600"/>
              <a:gd name="connsiteY671" fmla="*/ 2405205 h 6858000"/>
              <a:gd name="connsiteX672" fmla="*/ 2131689 w 7467600"/>
              <a:gd name="connsiteY672" fmla="*/ 1936926 h 6858000"/>
              <a:gd name="connsiteX673" fmla="*/ 2454820 w 7467600"/>
              <a:gd name="connsiteY673" fmla="*/ 1248808 h 6858000"/>
              <a:gd name="connsiteX674" fmla="*/ 2492512 w 7467600"/>
              <a:gd name="connsiteY674" fmla="*/ 1302920 h 6858000"/>
              <a:gd name="connsiteX675" fmla="*/ 2081216 w 7467600"/>
              <a:gd name="connsiteY675" fmla="*/ 2527513 h 6858000"/>
              <a:gd name="connsiteX676" fmla="*/ 2081211 w 7467600"/>
              <a:gd name="connsiteY676" fmla="*/ 2528916 h 6858000"/>
              <a:gd name="connsiteX677" fmla="*/ 2199067 w 7467600"/>
              <a:gd name="connsiteY677" fmla="*/ 2884061 h 6858000"/>
              <a:gd name="connsiteX678" fmla="*/ 3192586 w 7467600"/>
              <a:gd name="connsiteY678" fmla="*/ 3411496 h 6858000"/>
              <a:gd name="connsiteX679" fmla="*/ 3182620 w 7467600"/>
              <a:gd name="connsiteY679" fmla="*/ 3483279 h 6858000"/>
              <a:gd name="connsiteX680" fmla="*/ 2435119 w 7467600"/>
              <a:gd name="connsiteY680" fmla="*/ 3080173 h 6858000"/>
              <a:gd name="connsiteX681" fmla="*/ 2410152 w 7467600"/>
              <a:gd name="connsiteY681" fmla="*/ 3063751 h 6858000"/>
              <a:gd name="connsiteX682" fmla="*/ 2408099 w 7467600"/>
              <a:gd name="connsiteY682" fmla="*/ 3064403 h 6858000"/>
              <a:gd name="connsiteX683" fmla="*/ 2407218 w 7467600"/>
              <a:gd name="connsiteY683" fmla="*/ 3070324 h 6858000"/>
              <a:gd name="connsiteX684" fmla="*/ 2380138 w 7467600"/>
              <a:gd name="connsiteY684" fmla="*/ 3099341 h 6858000"/>
              <a:gd name="connsiteX685" fmla="*/ 1765923 w 7467600"/>
              <a:gd name="connsiteY685" fmla="*/ 3581043 h 6858000"/>
              <a:gd name="connsiteX686" fmla="*/ 1702258 w 7467600"/>
              <a:gd name="connsiteY686" fmla="*/ 3612286 h 6858000"/>
              <a:gd name="connsiteX687" fmla="*/ 1538370 w 7467600"/>
              <a:gd name="connsiteY687" fmla="*/ 3811804 h 6858000"/>
              <a:gd name="connsiteX688" fmla="*/ 542867 w 7467600"/>
              <a:gd name="connsiteY688" fmla="*/ 4944092 h 6858000"/>
              <a:gd name="connsiteX689" fmla="*/ 515800 w 7467600"/>
              <a:gd name="connsiteY689" fmla="*/ 4862180 h 6858000"/>
              <a:gd name="connsiteX690" fmla="*/ 909145 w 7467600"/>
              <a:gd name="connsiteY690" fmla="*/ 4199225 h 6858000"/>
              <a:gd name="connsiteX691" fmla="*/ 1214067 w 7467600"/>
              <a:gd name="connsiteY691" fmla="*/ 3908561 h 6858000"/>
              <a:gd name="connsiteX692" fmla="*/ 640967 w 7467600"/>
              <a:gd name="connsiteY692" fmla="*/ 4105601 h 6858000"/>
              <a:gd name="connsiteX693" fmla="*/ 112563 w 7467600"/>
              <a:gd name="connsiteY693" fmla="*/ 4396952 h 6858000"/>
              <a:gd name="connsiteX694" fmla="*/ 0 w 7467600"/>
              <a:gd name="connsiteY694" fmla="*/ 4466006 h 6858000"/>
              <a:gd name="connsiteX695" fmla="*/ 0 w 7467600"/>
              <a:gd name="connsiteY695" fmla="*/ 4233763 h 6858000"/>
              <a:gd name="connsiteX696" fmla="*/ 36881 w 7467600"/>
              <a:gd name="connsiteY696" fmla="*/ 4200118 h 6858000"/>
              <a:gd name="connsiteX697" fmla="*/ 910534 w 7467600"/>
              <a:gd name="connsiteY697" fmla="*/ 3629753 h 6858000"/>
              <a:gd name="connsiteX698" fmla="*/ 1578717 w 7467600"/>
              <a:gd name="connsiteY698" fmla="*/ 3575982 h 6858000"/>
              <a:gd name="connsiteX699" fmla="*/ 2338780 w 7467600"/>
              <a:gd name="connsiteY699" fmla="*/ 3033725 h 6858000"/>
              <a:gd name="connsiteX700" fmla="*/ 1807991 w 7467600"/>
              <a:gd name="connsiteY700" fmla="*/ 2807184 h 6858000"/>
              <a:gd name="connsiteX701" fmla="*/ 1416358 w 7467600"/>
              <a:gd name="connsiteY701" fmla="*/ 3112571 h 6858000"/>
              <a:gd name="connsiteX702" fmla="*/ 939066 w 7467600"/>
              <a:gd name="connsiteY702" fmla="*/ 3378798 h 6858000"/>
              <a:gd name="connsiteX703" fmla="*/ 115099 w 7467600"/>
              <a:gd name="connsiteY703" fmla="*/ 3607650 h 6858000"/>
              <a:gd name="connsiteX704" fmla="*/ 97284 w 7467600"/>
              <a:gd name="connsiteY704" fmla="*/ 3520393 h 6858000"/>
              <a:gd name="connsiteX705" fmla="*/ 922050 w 7467600"/>
              <a:gd name="connsiteY705" fmla="*/ 3074867 h 6858000"/>
              <a:gd name="connsiteX706" fmla="*/ 1405265 w 7467600"/>
              <a:gd name="connsiteY706" fmla="*/ 3016319 h 6858000"/>
              <a:gd name="connsiteX707" fmla="*/ 1407512 w 7467600"/>
              <a:gd name="connsiteY707" fmla="*/ 3018001 h 6858000"/>
              <a:gd name="connsiteX708" fmla="*/ 1726266 w 7467600"/>
              <a:gd name="connsiteY708" fmla="*/ 2777274 h 6858000"/>
              <a:gd name="connsiteX709" fmla="*/ 625390 w 7467600"/>
              <a:gd name="connsiteY709" fmla="*/ 2514541 h 6858000"/>
              <a:gd name="connsiteX710" fmla="*/ 619799 w 7467600"/>
              <a:gd name="connsiteY710" fmla="*/ 2527180 h 6858000"/>
              <a:gd name="connsiteX711" fmla="*/ 310030 w 7467600"/>
              <a:gd name="connsiteY711" fmla="*/ 2771818 h 6858000"/>
              <a:gd name="connsiteX712" fmla="*/ 173877 w 7467600"/>
              <a:gd name="connsiteY712" fmla="*/ 2937056 h 6858000"/>
              <a:gd name="connsiteX713" fmla="*/ 77889 w 7467600"/>
              <a:gd name="connsiteY713" fmla="*/ 3138440 h 6858000"/>
              <a:gd name="connsiteX714" fmla="*/ 0 w 7467600"/>
              <a:gd name="connsiteY714" fmla="*/ 3271395 h 6858000"/>
              <a:gd name="connsiteX715" fmla="*/ 0 w 7467600"/>
              <a:gd name="connsiteY715" fmla="*/ 3153002 h 6858000"/>
              <a:gd name="connsiteX716" fmla="*/ 2386 w 7467600"/>
              <a:gd name="connsiteY716" fmla="*/ 3149203 h 6858000"/>
              <a:gd name="connsiteX717" fmla="*/ 89753 w 7467600"/>
              <a:gd name="connsiteY717" fmla="*/ 2987702 h 6858000"/>
              <a:gd name="connsiteX718" fmla="*/ 76869 w 7467600"/>
              <a:gd name="connsiteY718" fmla="*/ 3005404 h 6858000"/>
              <a:gd name="connsiteX719" fmla="*/ 32049 w 7467600"/>
              <a:gd name="connsiteY719" fmla="*/ 3065814 h 6858000"/>
              <a:gd name="connsiteX720" fmla="*/ 0 w 7467600"/>
              <a:gd name="connsiteY720" fmla="*/ 3108744 h 6858000"/>
              <a:gd name="connsiteX721" fmla="*/ 0 w 7467600"/>
              <a:gd name="connsiteY721" fmla="*/ 3058059 h 6858000"/>
              <a:gd name="connsiteX722" fmla="*/ 7610 w 7467600"/>
              <a:gd name="connsiteY722" fmla="*/ 3047889 h 6858000"/>
              <a:gd name="connsiteX723" fmla="*/ 52419 w 7467600"/>
              <a:gd name="connsiteY723" fmla="*/ 2987479 h 6858000"/>
              <a:gd name="connsiteX724" fmla="*/ 59142 w 7467600"/>
              <a:gd name="connsiteY724" fmla="*/ 2978488 h 6858000"/>
              <a:gd name="connsiteX725" fmla="*/ 0 w 7467600"/>
              <a:gd name="connsiteY725" fmla="*/ 3015334 h 6858000"/>
              <a:gd name="connsiteX726" fmla="*/ 0 w 7467600"/>
              <a:gd name="connsiteY726" fmla="*/ 2914286 h 6858000"/>
              <a:gd name="connsiteX727" fmla="*/ 36383 w 7467600"/>
              <a:gd name="connsiteY727" fmla="*/ 2901128 h 6858000"/>
              <a:gd name="connsiteX728" fmla="*/ 156329 w 7467600"/>
              <a:gd name="connsiteY728" fmla="*/ 2840533 h 6858000"/>
              <a:gd name="connsiteX729" fmla="*/ 358355 w 7467600"/>
              <a:gd name="connsiteY729" fmla="*/ 2620471 h 6858000"/>
              <a:gd name="connsiteX730" fmla="*/ 510577 w 7467600"/>
              <a:gd name="connsiteY730" fmla="*/ 2501244 h 6858000"/>
              <a:gd name="connsiteX731" fmla="*/ 211967 w 7467600"/>
              <a:gd name="connsiteY731" fmla="*/ 2479171 h 6858000"/>
              <a:gd name="connsiteX732" fmla="*/ 0 w 7467600"/>
              <a:gd name="connsiteY732" fmla="*/ 2476398 h 6858000"/>
              <a:gd name="connsiteX733" fmla="*/ 0 w 7467600"/>
              <a:gd name="connsiteY733" fmla="*/ 2389189 h 6858000"/>
              <a:gd name="connsiteX734" fmla="*/ 103062 w 7467600"/>
              <a:gd name="connsiteY734" fmla="*/ 2389518 h 6858000"/>
              <a:gd name="connsiteX735" fmla="*/ 510734 w 7467600"/>
              <a:gd name="connsiteY735" fmla="*/ 2416201 h 6858000"/>
              <a:gd name="connsiteX736" fmla="*/ 279257 w 7467600"/>
              <a:gd name="connsiteY736" fmla="*/ 2092102 h 6858000"/>
              <a:gd name="connsiteX737" fmla="*/ 65265 w 7467600"/>
              <a:gd name="connsiteY737" fmla="*/ 2006049 h 6858000"/>
              <a:gd name="connsiteX738" fmla="*/ 0 w 7467600"/>
              <a:gd name="connsiteY738" fmla="*/ 1982532 h 6858000"/>
              <a:gd name="connsiteX739" fmla="*/ 0 w 7467600"/>
              <a:gd name="connsiteY739" fmla="*/ 1912789 h 6858000"/>
              <a:gd name="connsiteX740" fmla="*/ 97460 w 7467600"/>
              <a:gd name="connsiteY740" fmla="*/ 1953725 h 6858000"/>
              <a:gd name="connsiteX741" fmla="*/ 221272 w 7467600"/>
              <a:gd name="connsiteY741" fmla="*/ 1980766 h 6858000"/>
              <a:gd name="connsiteX742" fmla="*/ 116765 w 7467600"/>
              <a:gd name="connsiteY742" fmla="*/ 1911033 h 6858000"/>
              <a:gd name="connsiteX743" fmla="*/ 16405 w 7467600"/>
              <a:gd name="connsiteY743" fmla="*/ 1803412 h 6858000"/>
              <a:gd name="connsiteX744" fmla="*/ 0 w 7467600"/>
              <a:gd name="connsiteY744" fmla="*/ 1784777 h 6858000"/>
              <a:gd name="connsiteX745" fmla="*/ 0 w 7467600"/>
              <a:gd name="connsiteY745" fmla="*/ 1740082 h 6858000"/>
              <a:gd name="connsiteX746" fmla="*/ 39394 w 7467600"/>
              <a:gd name="connsiteY746" fmla="*/ 1784856 h 6858000"/>
              <a:gd name="connsiteX747" fmla="*/ 135813 w 7467600"/>
              <a:gd name="connsiteY747" fmla="*/ 1888838 h 6858000"/>
              <a:gd name="connsiteX748" fmla="*/ 242575 w 7467600"/>
              <a:gd name="connsiteY748" fmla="*/ 1958841 h 6858000"/>
              <a:gd name="connsiteX749" fmla="*/ 82197 w 7467600"/>
              <a:gd name="connsiteY749" fmla="*/ 1754826 h 6858000"/>
              <a:gd name="connsiteX750" fmla="*/ 0 w 7467600"/>
              <a:gd name="connsiteY750" fmla="*/ 1679650 h 6858000"/>
              <a:gd name="connsiteX751" fmla="*/ 0 w 7467600"/>
              <a:gd name="connsiteY751" fmla="*/ 1602463 h 6858000"/>
              <a:gd name="connsiteX752" fmla="*/ 84689 w 7467600"/>
              <a:gd name="connsiteY752" fmla="*/ 1677442 h 6858000"/>
              <a:gd name="connsiteX753" fmla="*/ 298437 w 7467600"/>
              <a:gd name="connsiteY753" fmla="*/ 1968019 h 6858000"/>
              <a:gd name="connsiteX754" fmla="*/ 227269 w 7467600"/>
              <a:gd name="connsiteY754" fmla="*/ 1114064 h 6858000"/>
              <a:gd name="connsiteX755" fmla="*/ 248003 w 7467600"/>
              <a:gd name="connsiteY755" fmla="*/ 1089613 h 6858000"/>
              <a:gd name="connsiteX756" fmla="*/ 427020 w 7467600"/>
              <a:gd name="connsiteY756" fmla="*/ 1619803 h 6858000"/>
              <a:gd name="connsiteX757" fmla="*/ 340345 w 7467600"/>
              <a:gd name="connsiteY757" fmla="*/ 2027739 h 6858000"/>
              <a:gd name="connsiteX758" fmla="*/ 360865 w 7467600"/>
              <a:gd name="connsiteY758" fmla="*/ 2044827 h 6858000"/>
              <a:gd name="connsiteX759" fmla="*/ 560414 w 7467600"/>
              <a:gd name="connsiteY759" fmla="*/ 2421457 h 6858000"/>
              <a:gd name="connsiteX760" fmla="*/ 1359703 w 7467600"/>
              <a:gd name="connsiteY760" fmla="*/ 2578554 h 6858000"/>
              <a:gd name="connsiteX761" fmla="*/ 1359422 w 7467600"/>
              <a:gd name="connsiteY761" fmla="*/ 2577994 h 6858000"/>
              <a:gd name="connsiteX762" fmla="*/ 828701 w 7467600"/>
              <a:gd name="connsiteY762" fmla="*/ 1839520 h 6858000"/>
              <a:gd name="connsiteX763" fmla="*/ 494427 w 7467600"/>
              <a:gd name="connsiteY763" fmla="*/ 1092333 h 6858000"/>
              <a:gd name="connsiteX764" fmla="*/ 506322 w 7467600"/>
              <a:gd name="connsiteY764" fmla="*/ 1020997 h 6858000"/>
              <a:gd name="connsiteX765" fmla="*/ 4570198 w 7467600"/>
              <a:gd name="connsiteY765" fmla="*/ 978081 h 6858000"/>
              <a:gd name="connsiteX766" fmla="*/ 4523691 w 7467600"/>
              <a:gd name="connsiteY766" fmla="*/ 1127776 h 6858000"/>
              <a:gd name="connsiteX767" fmla="*/ 4509875 w 7467600"/>
              <a:gd name="connsiteY767" fmla="*/ 1167552 h 6858000"/>
              <a:gd name="connsiteX768" fmla="*/ 4478168 w 7467600"/>
              <a:gd name="connsiteY768" fmla="*/ 1260735 h 6858000"/>
              <a:gd name="connsiteX769" fmla="*/ 4409309 w 7467600"/>
              <a:gd name="connsiteY769" fmla="*/ 1666996 h 6858000"/>
              <a:gd name="connsiteX770" fmla="*/ 4370031 w 7467600"/>
              <a:gd name="connsiteY770" fmla="*/ 1955666 h 6858000"/>
              <a:gd name="connsiteX771" fmla="*/ 4570198 w 7467600"/>
              <a:gd name="connsiteY771" fmla="*/ 978081 h 6858000"/>
              <a:gd name="connsiteX772" fmla="*/ 4557898 w 7467600"/>
              <a:gd name="connsiteY772" fmla="*/ 900011 h 6858000"/>
              <a:gd name="connsiteX773" fmla="*/ 4344840 w 7467600"/>
              <a:gd name="connsiteY773" fmla="*/ 1922038 h 6858000"/>
              <a:gd name="connsiteX774" fmla="*/ 4378710 w 7467600"/>
              <a:gd name="connsiteY774" fmla="*/ 1665516 h 6858000"/>
              <a:gd name="connsiteX775" fmla="*/ 4448798 w 7467600"/>
              <a:gd name="connsiteY775" fmla="*/ 1253024 h 6858000"/>
              <a:gd name="connsiteX776" fmla="*/ 4480315 w 7467600"/>
              <a:gd name="connsiteY776" fmla="*/ 1158454 h 6858000"/>
              <a:gd name="connsiteX777" fmla="*/ 4494133 w 7467600"/>
              <a:gd name="connsiteY777" fmla="*/ 1118676 h 6858000"/>
              <a:gd name="connsiteX778" fmla="*/ 4557898 w 7467600"/>
              <a:gd name="connsiteY778" fmla="*/ 900011 h 6858000"/>
              <a:gd name="connsiteX779" fmla="*/ 5870151 w 7467600"/>
              <a:gd name="connsiteY779" fmla="*/ 898890 h 6858000"/>
              <a:gd name="connsiteX780" fmla="*/ 5861335 w 7467600"/>
              <a:gd name="connsiteY780" fmla="*/ 899177 h 6858000"/>
              <a:gd name="connsiteX781" fmla="*/ 5843702 w 7467600"/>
              <a:gd name="connsiteY781" fmla="*/ 899748 h 6858000"/>
              <a:gd name="connsiteX782" fmla="*/ 5651107 w 7467600"/>
              <a:gd name="connsiteY782" fmla="*/ 920306 h 6858000"/>
              <a:gd name="connsiteX783" fmla="*/ 5459407 w 7467600"/>
              <a:gd name="connsiteY783" fmla="*/ 940975 h 6858000"/>
              <a:gd name="connsiteX784" fmla="*/ 5374846 w 7467600"/>
              <a:gd name="connsiteY784" fmla="*/ 941988 h 6858000"/>
              <a:gd name="connsiteX785" fmla="*/ 5256105 w 7467600"/>
              <a:gd name="connsiteY785" fmla="*/ 945632 h 6858000"/>
              <a:gd name="connsiteX786" fmla="*/ 5107071 w 7467600"/>
              <a:gd name="connsiteY786" fmla="*/ 969720 h 6858000"/>
              <a:gd name="connsiteX787" fmla="*/ 4998681 w 7467600"/>
              <a:gd name="connsiteY787" fmla="*/ 988771 h 6858000"/>
              <a:gd name="connsiteX788" fmla="*/ 5870151 w 7467600"/>
              <a:gd name="connsiteY788" fmla="*/ 898890 h 6858000"/>
              <a:gd name="connsiteX789" fmla="*/ 5504425 w 7467600"/>
              <a:gd name="connsiteY789" fmla="*/ 848067 h 6858000"/>
              <a:gd name="connsiteX790" fmla="*/ 4968849 w 7467600"/>
              <a:gd name="connsiteY790" fmla="*/ 962318 h 6858000"/>
              <a:gd name="connsiteX791" fmla="*/ 5104039 w 7467600"/>
              <a:gd name="connsiteY791" fmla="*/ 940634 h 6858000"/>
              <a:gd name="connsiteX792" fmla="*/ 5256311 w 7467600"/>
              <a:gd name="connsiteY792" fmla="*/ 916490 h 6858000"/>
              <a:gd name="connsiteX793" fmla="*/ 5377381 w 7467600"/>
              <a:gd name="connsiteY793" fmla="*/ 912671 h 6858000"/>
              <a:gd name="connsiteX794" fmla="*/ 5460148 w 7467600"/>
              <a:gd name="connsiteY794" fmla="*/ 911442 h 6858000"/>
              <a:gd name="connsiteX795" fmla="*/ 5648971 w 7467600"/>
              <a:gd name="connsiteY795" fmla="*/ 891331 h 6858000"/>
              <a:gd name="connsiteX796" fmla="*/ 5844807 w 7467600"/>
              <a:gd name="connsiteY796" fmla="*/ 870718 h 6858000"/>
              <a:gd name="connsiteX797" fmla="*/ 5862975 w 7467600"/>
              <a:gd name="connsiteY797" fmla="*/ 869756 h 6858000"/>
              <a:gd name="connsiteX798" fmla="*/ 5920887 w 7467600"/>
              <a:gd name="connsiteY798" fmla="*/ 865929 h 6858000"/>
              <a:gd name="connsiteX799" fmla="*/ 5504425 w 7467600"/>
              <a:gd name="connsiteY799" fmla="*/ 848067 h 6858000"/>
              <a:gd name="connsiteX800" fmla="*/ 3607114 w 7467600"/>
              <a:gd name="connsiteY800" fmla="*/ 467441 h 6858000"/>
              <a:gd name="connsiteX801" fmla="*/ 3296242 w 7467600"/>
              <a:gd name="connsiteY801" fmla="*/ 807991 h 6858000"/>
              <a:gd name="connsiteX802" fmla="*/ 3174674 w 7467600"/>
              <a:gd name="connsiteY802" fmla="*/ 919759 h 6858000"/>
              <a:gd name="connsiteX803" fmla="*/ 3042978 w 7467600"/>
              <a:gd name="connsiteY803" fmla="*/ 1054894 h 6858000"/>
              <a:gd name="connsiteX804" fmla="*/ 2968914 w 7467600"/>
              <a:gd name="connsiteY804" fmla="*/ 1133756 h 6858000"/>
              <a:gd name="connsiteX805" fmla="*/ 3103823 w 7467600"/>
              <a:gd name="connsiteY805" fmla="*/ 1026814 h 6858000"/>
              <a:gd name="connsiteX806" fmla="*/ 3607114 w 7467600"/>
              <a:gd name="connsiteY806" fmla="*/ 467441 h 6858000"/>
              <a:gd name="connsiteX807" fmla="*/ 3744487 w 7467600"/>
              <a:gd name="connsiteY807" fmla="*/ 383136 h 6858000"/>
              <a:gd name="connsiteX808" fmla="*/ 3970213 w 7467600"/>
              <a:gd name="connsiteY808" fmla="*/ 995559 h 6858000"/>
              <a:gd name="connsiteX809" fmla="*/ 3744487 w 7467600"/>
              <a:gd name="connsiteY809" fmla="*/ 383136 h 6858000"/>
              <a:gd name="connsiteX810" fmla="*/ 3624562 w 7467600"/>
              <a:gd name="connsiteY810" fmla="*/ 367041 h 6858000"/>
              <a:gd name="connsiteX811" fmla="*/ 3489712 w 7467600"/>
              <a:gd name="connsiteY811" fmla="*/ 485386 h 6858000"/>
              <a:gd name="connsiteX812" fmla="*/ 3182994 w 7467600"/>
              <a:gd name="connsiteY812" fmla="*/ 828265 h 6858000"/>
              <a:gd name="connsiteX813" fmla="*/ 2892114 w 7467600"/>
              <a:gd name="connsiteY813" fmla="*/ 1172635 h 6858000"/>
              <a:gd name="connsiteX814" fmla="*/ 3021459 w 7467600"/>
              <a:gd name="connsiteY814" fmla="*/ 1035385 h 6858000"/>
              <a:gd name="connsiteX815" fmla="*/ 3153873 w 7467600"/>
              <a:gd name="connsiteY815" fmla="*/ 898971 h 6858000"/>
              <a:gd name="connsiteX816" fmla="*/ 3276511 w 7467600"/>
              <a:gd name="connsiteY816" fmla="*/ 786423 h 6858000"/>
              <a:gd name="connsiteX817" fmla="*/ 3584154 w 7467600"/>
              <a:gd name="connsiteY817" fmla="*/ 448218 h 6858000"/>
              <a:gd name="connsiteX818" fmla="*/ 3624562 w 7467600"/>
              <a:gd name="connsiteY818" fmla="*/ 367041 h 6858000"/>
              <a:gd name="connsiteX819" fmla="*/ 3766672 w 7467600"/>
              <a:gd name="connsiteY819" fmla="*/ 359429 h 6858000"/>
              <a:gd name="connsiteX820" fmla="*/ 3996338 w 7467600"/>
              <a:gd name="connsiteY820" fmla="*/ 968237 h 6858000"/>
              <a:gd name="connsiteX821" fmla="*/ 3766672 w 7467600"/>
              <a:gd name="connsiteY821" fmla="*/ 359429 h 6858000"/>
              <a:gd name="connsiteX822" fmla="*/ 5805386 w 7467600"/>
              <a:gd name="connsiteY822" fmla="*/ 239240 h 6858000"/>
              <a:gd name="connsiteX823" fmla="*/ 5736947 w 7467600"/>
              <a:gd name="connsiteY823" fmla="*/ 261367 h 6858000"/>
              <a:gd name="connsiteX824" fmla="*/ 5427012 w 7467600"/>
              <a:gd name="connsiteY824" fmla="*/ 311272 h 6858000"/>
              <a:gd name="connsiteX825" fmla="*/ 5147818 w 7467600"/>
              <a:gd name="connsiteY825" fmla="*/ 322112 h 6858000"/>
              <a:gd name="connsiteX826" fmla="*/ 5060854 w 7467600"/>
              <a:gd name="connsiteY826" fmla="*/ 311882 h 6858000"/>
              <a:gd name="connsiteX827" fmla="*/ 4945989 w 7467600"/>
              <a:gd name="connsiteY827" fmla="*/ 300516 h 6858000"/>
              <a:gd name="connsiteX828" fmla="*/ 5410479 w 7467600"/>
              <a:gd name="connsiteY828" fmla="*/ 348434 h 6858000"/>
              <a:gd name="connsiteX829" fmla="*/ 5805386 w 7467600"/>
              <a:gd name="connsiteY829" fmla="*/ 239240 h 6858000"/>
              <a:gd name="connsiteX830" fmla="*/ 5905192 w 7467600"/>
              <a:gd name="connsiteY830" fmla="*/ 163079 h 6858000"/>
              <a:gd name="connsiteX831" fmla="*/ 5865655 w 7467600"/>
              <a:gd name="connsiteY831" fmla="*/ 171901 h 6858000"/>
              <a:gd name="connsiteX832" fmla="*/ 5259740 w 7467600"/>
              <a:gd name="connsiteY832" fmla="*/ 257013 h 6858000"/>
              <a:gd name="connsiteX833" fmla="*/ 5208466 w 7467600"/>
              <a:gd name="connsiteY833" fmla="*/ 257550 h 6858000"/>
              <a:gd name="connsiteX834" fmla="*/ 4980204 w 7467600"/>
              <a:gd name="connsiteY834" fmla="*/ 271903 h 6858000"/>
              <a:gd name="connsiteX835" fmla="*/ 5068068 w 7467600"/>
              <a:gd name="connsiteY835" fmla="*/ 282244 h 6858000"/>
              <a:gd name="connsiteX836" fmla="*/ 5153231 w 7467600"/>
              <a:gd name="connsiteY836" fmla="*/ 292240 h 6858000"/>
              <a:gd name="connsiteX837" fmla="*/ 5426491 w 7467600"/>
              <a:gd name="connsiteY837" fmla="*/ 281128 h 6858000"/>
              <a:gd name="connsiteX838" fmla="*/ 5731212 w 7467600"/>
              <a:gd name="connsiteY838" fmla="*/ 231951 h 6858000"/>
              <a:gd name="connsiteX839" fmla="*/ 5905192 w 7467600"/>
              <a:gd name="connsiteY839" fmla="*/ 163079 h 6858000"/>
              <a:gd name="connsiteX840" fmla="*/ 5944437 w 7467600"/>
              <a:gd name="connsiteY840" fmla="*/ 113829 h 6858000"/>
              <a:gd name="connsiteX841" fmla="*/ 5825032 w 7467600"/>
              <a:gd name="connsiteY841" fmla="*/ 146405 h 6858000"/>
              <a:gd name="connsiteX842" fmla="*/ 4955599 w 7467600"/>
              <a:gd name="connsiteY842" fmla="*/ 247008 h 6858000"/>
              <a:gd name="connsiteX843" fmla="*/ 5210104 w 7467600"/>
              <a:gd name="connsiteY843" fmla="*/ 228123 h 6858000"/>
              <a:gd name="connsiteX844" fmla="*/ 5261015 w 7467600"/>
              <a:gd name="connsiteY844" fmla="*/ 227087 h 6858000"/>
              <a:gd name="connsiteX845" fmla="*/ 5861181 w 7467600"/>
              <a:gd name="connsiteY845" fmla="*/ 143093 h 6858000"/>
              <a:gd name="connsiteX846" fmla="*/ 5961252 w 7467600"/>
              <a:gd name="connsiteY846" fmla="*/ 114820 h 6858000"/>
              <a:gd name="connsiteX847" fmla="*/ 5944437 w 7467600"/>
              <a:gd name="connsiteY847" fmla="*/ 113829 h 6858000"/>
              <a:gd name="connsiteX848" fmla="*/ 3882765 w 7467600"/>
              <a:gd name="connsiteY848" fmla="*/ 0 h 6858000"/>
              <a:gd name="connsiteX849" fmla="*/ 3995099 w 7467600"/>
              <a:gd name="connsiteY849" fmla="*/ 0 h 6858000"/>
              <a:gd name="connsiteX850" fmla="*/ 4163818 w 7467600"/>
              <a:gd name="connsiteY850" fmla="*/ 234104 h 6858000"/>
              <a:gd name="connsiteX851" fmla="*/ 4172099 w 7467600"/>
              <a:gd name="connsiteY851" fmla="*/ 234207 h 6858000"/>
              <a:gd name="connsiteX852" fmla="*/ 4784282 w 7467600"/>
              <a:gd name="connsiteY852" fmla="*/ 276561 h 6858000"/>
              <a:gd name="connsiteX853" fmla="*/ 4801687 w 7467600"/>
              <a:gd name="connsiteY853" fmla="*/ 267764 h 6858000"/>
              <a:gd name="connsiteX854" fmla="*/ 6082788 w 7467600"/>
              <a:gd name="connsiteY854" fmla="*/ 64119 h 6858000"/>
              <a:gd name="connsiteX855" fmla="*/ 6099442 w 7467600"/>
              <a:gd name="connsiteY855" fmla="*/ 82568 h 6858000"/>
              <a:gd name="connsiteX856" fmla="*/ 4804137 w 7467600"/>
              <a:gd name="connsiteY856" fmla="*/ 320931 h 6858000"/>
              <a:gd name="connsiteX857" fmla="*/ 4227047 w 7467600"/>
              <a:gd name="connsiteY857" fmla="*/ 313415 h 6858000"/>
              <a:gd name="connsiteX858" fmla="*/ 4346041 w 7467600"/>
              <a:gd name="connsiteY858" fmla="*/ 456086 h 6858000"/>
              <a:gd name="connsiteX859" fmla="*/ 4870967 w 7467600"/>
              <a:gd name="connsiteY859" fmla="*/ 963061 h 6858000"/>
              <a:gd name="connsiteX860" fmla="*/ 4889647 w 7467600"/>
              <a:gd name="connsiteY860" fmla="*/ 957147 h 6858000"/>
              <a:gd name="connsiteX861" fmla="*/ 5422504 w 7467600"/>
              <a:gd name="connsiteY861" fmla="*/ 805191 h 6858000"/>
              <a:gd name="connsiteX862" fmla="*/ 6087656 w 7467600"/>
              <a:gd name="connsiteY862" fmla="*/ 826703 h 6858000"/>
              <a:gd name="connsiteX863" fmla="*/ 6058717 w 7467600"/>
              <a:gd name="connsiteY863" fmla="*/ 865992 h 6858000"/>
              <a:gd name="connsiteX864" fmla="*/ 4974153 w 7467600"/>
              <a:gd name="connsiteY864" fmla="*/ 1045456 h 6858000"/>
              <a:gd name="connsiteX865" fmla="*/ 5627835 w 7467600"/>
              <a:gd name="connsiteY865" fmla="*/ 1472077 h 6858000"/>
              <a:gd name="connsiteX866" fmla="*/ 5629817 w 7467600"/>
              <a:gd name="connsiteY866" fmla="*/ 1471412 h 6858000"/>
              <a:gd name="connsiteX867" fmla="*/ 5634124 w 7467600"/>
              <a:gd name="connsiteY867" fmla="*/ 1470572 h 6858000"/>
              <a:gd name="connsiteX868" fmla="*/ 5755832 w 7467600"/>
              <a:gd name="connsiteY868" fmla="*/ 1383886 h 6858000"/>
              <a:gd name="connsiteX869" fmla="*/ 6014186 w 7467600"/>
              <a:gd name="connsiteY869" fmla="*/ 1279799 h 6858000"/>
              <a:gd name="connsiteX870" fmla="*/ 6901619 w 7467600"/>
              <a:gd name="connsiteY870" fmla="*/ 1047874 h 6858000"/>
              <a:gd name="connsiteX871" fmla="*/ 6931566 w 7467600"/>
              <a:gd name="connsiteY871" fmla="*/ 1062034 h 6858000"/>
              <a:gd name="connsiteX872" fmla="*/ 5790982 w 7467600"/>
              <a:gd name="connsiteY872" fmla="*/ 1561380 h 6858000"/>
              <a:gd name="connsiteX873" fmla="*/ 6188971 w 7467600"/>
              <a:gd name="connsiteY873" fmla="*/ 1755168 h 6858000"/>
              <a:gd name="connsiteX874" fmla="*/ 6202446 w 7467600"/>
              <a:gd name="connsiteY874" fmla="*/ 1752268 h 6858000"/>
              <a:gd name="connsiteX875" fmla="*/ 7179560 w 7467600"/>
              <a:gd name="connsiteY875" fmla="*/ 1467551 h 6858000"/>
              <a:gd name="connsiteX876" fmla="*/ 7158730 w 7467600"/>
              <a:gd name="connsiteY876" fmla="*/ 1507835 h 6858000"/>
              <a:gd name="connsiteX877" fmla="*/ 6326959 w 7467600"/>
              <a:gd name="connsiteY877" fmla="*/ 1817686 h 6858000"/>
              <a:gd name="connsiteX878" fmla="*/ 6537433 w 7467600"/>
              <a:gd name="connsiteY878" fmla="*/ 1907790 h 6858000"/>
              <a:gd name="connsiteX879" fmla="*/ 6550221 w 7467600"/>
              <a:gd name="connsiteY879" fmla="*/ 1910729 h 6858000"/>
              <a:gd name="connsiteX880" fmla="*/ 6964438 w 7467600"/>
              <a:gd name="connsiteY880" fmla="*/ 2209505 h 6858000"/>
              <a:gd name="connsiteX881" fmla="*/ 7367862 w 7467600"/>
              <a:gd name="connsiteY881" fmla="*/ 2806833 h 6858000"/>
              <a:gd name="connsiteX882" fmla="*/ 7364329 w 7467600"/>
              <a:gd name="connsiteY882" fmla="*/ 2826907 h 6858000"/>
              <a:gd name="connsiteX883" fmla="*/ 7290545 w 7467600"/>
              <a:gd name="connsiteY883" fmla="*/ 2850663 h 6858000"/>
              <a:gd name="connsiteX884" fmla="*/ 6472036 w 7467600"/>
              <a:gd name="connsiteY884" fmla="*/ 1959003 h 6858000"/>
              <a:gd name="connsiteX885" fmla="*/ 5792897 w 7467600"/>
              <a:gd name="connsiteY885" fmla="*/ 1647747 h 6858000"/>
              <a:gd name="connsiteX886" fmla="*/ 5842751 w 7467600"/>
              <a:gd name="connsiteY886" fmla="*/ 1816112 h 6858000"/>
              <a:gd name="connsiteX887" fmla="*/ 5847424 w 7467600"/>
              <a:gd name="connsiteY887" fmla="*/ 1815776 h 6858000"/>
              <a:gd name="connsiteX888" fmla="*/ 6399821 w 7467600"/>
              <a:gd name="connsiteY888" fmla="*/ 2344799 h 6858000"/>
              <a:gd name="connsiteX889" fmla="*/ 6323232 w 7467600"/>
              <a:gd name="connsiteY889" fmla="*/ 2389634 h 6858000"/>
              <a:gd name="connsiteX890" fmla="*/ 5942958 w 7467600"/>
              <a:gd name="connsiteY890" fmla="*/ 2077708 h 6858000"/>
              <a:gd name="connsiteX891" fmla="*/ 5921559 w 7467600"/>
              <a:gd name="connsiteY891" fmla="*/ 2378596 h 6858000"/>
              <a:gd name="connsiteX892" fmla="*/ 5817651 w 7467600"/>
              <a:gd name="connsiteY892" fmla="*/ 3023919 h 6858000"/>
              <a:gd name="connsiteX893" fmla="*/ 5729634 w 7467600"/>
              <a:gd name="connsiteY893" fmla="*/ 3051849 h 6858000"/>
              <a:gd name="connsiteX894" fmla="*/ 5611018 w 7467600"/>
              <a:gd name="connsiteY894" fmla="*/ 2316769 h 6858000"/>
              <a:gd name="connsiteX895" fmla="*/ 5687608 w 7467600"/>
              <a:gd name="connsiteY895" fmla="*/ 2039972 h 6858000"/>
              <a:gd name="connsiteX896" fmla="*/ 5657554 w 7467600"/>
              <a:gd name="connsiteY896" fmla="*/ 1576445 h 6858000"/>
              <a:gd name="connsiteX897" fmla="*/ 5150475 w 7467600"/>
              <a:gd name="connsiteY897" fmla="*/ 1274012 h 6858000"/>
              <a:gd name="connsiteX898" fmla="*/ 5349142 w 7467600"/>
              <a:gd name="connsiteY898" fmla="*/ 2204405 h 6858000"/>
              <a:gd name="connsiteX899" fmla="*/ 5262214 w 7467600"/>
              <a:gd name="connsiteY899" fmla="*/ 2233836 h 6858000"/>
              <a:gd name="connsiteX900" fmla="*/ 4981539 w 7467600"/>
              <a:gd name="connsiteY900" fmla="*/ 1542201 h 6858000"/>
              <a:gd name="connsiteX901" fmla="*/ 4958461 w 7467600"/>
              <a:gd name="connsiteY901" fmla="*/ 1136957 h 6858000"/>
              <a:gd name="connsiteX902" fmla="*/ 4655015 w 7467600"/>
              <a:gd name="connsiteY902" fmla="*/ 891426 h 6858000"/>
              <a:gd name="connsiteX903" fmla="*/ 4348002 w 7467600"/>
              <a:gd name="connsiteY903" fmla="*/ 2205895 h 6858000"/>
              <a:gd name="connsiteX904" fmla="*/ 4262250 w 7467600"/>
              <a:gd name="connsiteY904" fmla="*/ 2219972 h 6858000"/>
              <a:gd name="connsiteX905" fmla="*/ 4550611 w 7467600"/>
              <a:gd name="connsiteY905" fmla="*/ 817540 h 6858000"/>
              <a:gd name="connsiteX906" fmla="*/ 4564418 w 7467600"/>
              <a:gd name="connsiteY906" fmla="*/ 808293 h 6858000"/>
              <a:gd name="connsiteX907" fmla="*/ 4266388 w 7467600"/>
              <a:gd name="connsiteY907" fmla="*/ 500083 h 6858000"/>
              <a:gd name="connsiteX908" fmla="*/ 4032842 w 7467600"/>
              <a:gd name="connsiteY908" fmla="*/ 211809 h 6858000"/>
              <a:gd name="connsiteX909" fmla="*/ 3882765 w 7467600"/>
              <a:gd name="connsiteY909" fmla="*/ 0 h 6858000"/>
              <a:gd name="connsiteX910" fmla="*/ 3721337 w 7467600"/>
              <a:gd name="connsiteY910" fmla="*/ 0 h 6858000"/>
              <a:gd name="connsiteX911" fmla="*/ 3797544 w 7467600"/>
              <a:gd name="connsiteY911" fmla="*/ 0 h 6858000"/>
              <a:gd name="connsiteX912" fmla="*/ 3775734 w 7467600"/>
              <a:gd name="connsiteY912" fmla="*/ 95131 h 6858000"/>
              <a:gd name="connsiteX913" fmla="*/ 3724807 w 7467600"/>
              <a:gd name="connsiteY913" fmla="*/ 272257 h 6858000"/>
              <a:gd name="connsiteX914" fmla="*/ 3726844 w 7467600"/>
              <a:gd name="connsiteY914" fmla="*/ 282988 h 6858000"/>
              <a:gd name="connsiteX915" fmla="*/ 3742664 w 7467600"/>
              <a:gd name="connsiteY915" fmla="*/ 279918 h 6858000"/>
              <a:gd name="connsiteX916" fmla="*/ 4103910 w 7467600"/>
              <a:gd name="connsiteY916" fmla="*/ 1161917 h 6858000"/>
              <a:gd name="connsiteX917" fmla="*/ 4020269 w 7467600"/>
              <a:gd name="connsiteY917" fmla="*/ 1200406 h 6858000"/>
              <a:gd name="connsiteX918" fmla="*/ 3674882 w 7467600"/>
              <a:gd name="connsiteY918" fmla="*/ 488524 h 6858000"/>
              <a:gd name="connsiteX919" fmla="*/ 3132682 w 7467600"/>
              <a:gd name="connsiteY919" fmla="*/ 1072284 h 6858000"/>
              <a:gd name="connsiteX920" fmla="*/ 2716346 w 7467600"/>
              <a:gd name="connsiteY920" fmla="*/ 1276376 h 6858000"/>
              <a:gd name="connsiteX921" fmla="*/ 2716772 w 7467600"/>
              <a:gd name="connsiteY921" fmla="*/ 1255462 h 6858000"/>
              <a:gd name="connsiteX922" fmla="*/ 3471096 w 7467600"/>
              <a:gd name="connsiteY922" fmla="*/ 437072 h 6858000"/>
              <a:gd name="connsiteX923" fmla="*/ 3639057 w 7467600"/>
              <a:gd name="connsiteY923" fmla="*/ 286334 h 6858000"/>
              <a:gd name="connsiteX924" fmla="*/ 3640309 w 7467600"/>
              <a:gd name="connsiteY924" fmla="*/ 284664 h 6858000"/>
              <a:gd name="connsiteX925" fmla="*/ 3646022 w 7467600"/>
              <a:gd name="connsiteY925" fmla="*/ 276711 h 6858000"/>
              <a:gd name="connsiteX926" fmla="*/ 3707943 w 7467600"/>
              <a:gd name="connsiteY926" fmla="*/ 65958 h 6858000"/>
              <a:gd name="connsiteX927" fmla="*/ 3721337 w 7467600"/>
              <a:gd name="connsiteY927" fmla="*/ 0 h 6858000"/>
              <a:gd name="connsiteX928" fmla="*/ 2867960 w 7467600"/>
              <a:gd name="connsiteY928" fmla="*/ 0 h 6858000"/>
              <a:gd name="connsiteX929" fmla="*/ 2926351 w 7467600"/>
              <a:gd name="connsiteY929" fmla="*/ 0 h 6858000"/>
              <a:gd name="connsiteX930" fmla="*/ 2902823 w 7467600"/>
              <a:gd name="connsiteY930" fmla="*/ 262929 h 6858000"/>
              <a:gd name="connsiteX931" fmla="*/ 2940663 w 7467600"/>
              <a:gd name="connsiteY931" fmla="*/ 140884 h 6858000"/>
              <a:gd name="connsiteX932" fmla="*/ 2947039 w 7467600"/>
              <a:gd name="connsiteY932" fmla="*/ 122524 h 6858000"/>
              <a:gd name="connsiteX933" fmla="*/ 2984316 w 7467600"/>
              <a:gd name="connsiteY933" fmla="*/ 0 h 6858000"/>
              <a:gd name="connsiteX934" fmla="*/ 3016114 w 7467600"/>
              <a:gd name="connsiteY934" fmla="*/ 0 h 6858000"/>
              <a:gd name="connsiteX935" fmla="*/ 2979949 w 7467600"/>
              <a:gd name="connsiteY935" fmla="*/ 119274 h 6858000"/>
              <a:gd name="connsiteX936" fmla="*/ 3023879 w 7467600"/>
              <a:gd name="connsiteY936" fmla="*/ 0 h 6858000"/>
              <a:gd name="connsiteX937" fmla="*/ 3105400 w 7467600"/>
              <a:gd name="connsiteY937" fmla="*/ 0 h 6858000"/>
              <a:gd name="connsiteX938" fmla="*/ 3094669 w 7467600"/>
              <a:gd name="connsiteY938" fmla="*/ 30308 h 6858000"/>
              <a:gd name="connsiteX939" fmla="*/ 2901945 w 7467600"/>
              <a:gd name="connsiteY939" fmla="*/ 466538 h 6858000"/>
              <a:gd name="connsiteX940" fmla="*/ 2815209 w 7467600"/>
              <a:gd name="connsiteY940" fmla="*/ 497361 h 6858000"/>
              <a:gd name="connsiteX941" fmla="*/ 2844845 w 7467600"/>
              <a:gd name="connsiteY941" fmla="*/ 127638 h 6858000"/>
              <a:gd name="connsiteX942" fmla="*/ 2867960 w 7467600"/>
              <a:gd name="connsiteY942" fmla="*/ 0 h 6858000"/>
              <a:gd name="connsiteX943" fmla="*/ 1057230 w 7467600"/>
              <a:gd name="connsiteY943" fmla="*/ 0 h 6858000"/>
              <a:gd name="connsiteX944" fmla="*/ 1111003 w 7467600"/>
              <a:gd name="connsiteY944" fmla="*/ 0 h 6858000"/>
              <a:gd name="connsiteX945" fmla="*/ 1125553 w 7467600"/>
              <a:gd name="connsiteY945" fmla="*/ 52588 h 6858000"/>
              <a:gd name="connsiteX946" fmla="*/ 1304276 w 7467600"/>
              <a:gd name="connsiteY946" fmla="*/ 476275 h 6858000"/>
              <a:gd name="connsiteX947" fmla="*/ 1492066 w 7467600"/>
              <a:gd name="connsiteY947" fmla="*/ 886333 h 6858000"/>
              <a:gd name="connsiteX948" fmla="*/ 1423698 w 7467600"/>
              <a:gd name="connsiteY948" fmla="*/ 710817 h 6858000"/>
              <a:gd name="connsiteX949" fmla="*/ 1357609 w 7467600"/>
              <a:gd name="connsiteY949" fmla="*/ 532892 h 6858000"/>
              <a:gd name="connsiteX950" fmla="*/ 1309550 w 7467600"/>
              <a:gd name="connsiteY950" fmla="*/ 374031 h 6858000"/>
              <a:gd name="connsiteX951" fmla="*/ 1193673 w 7467600"/>
              <a:gd name="connsiteY951" fmla="*/ 49533 h 6858000"/>
              <a:gd name="connsiteX952" fmla="*/ 1164391 w 7467600"/>
              <a:gd name="connsiteY952" fmla="*/ 0 h 6858000"/>
              <a:gd name="connsiteX953" fmla="*/ 1200666 w 7467600"/>
              <a:gd name="connsiteY953" fmla="*/ 0 h 6858000"/>
              <a:gd name="connsiteX954" fmla="*/ 1223408 w 7467600"/>
              <a:gd name="connsiteY954" fmla="*/ 38996 h 6858000"/>
              <a:gd name="connsiteX955" fmla="*/ 1339635 w 7467600"/>
              <a:gd name="connsiteY955" fmla="*/ 365517 h 6858000"/>
              <a:gd name="connsiteX956" fmla="*/ 1387469 w 7467600"/>
              <a:gd name="connsiteY956" fmla="*/ 523079 h 6858000"/>
              <a:gd name="connsiteX957" fmla="*/ 1452685 w 7467600"/>
              <a:gd name="connsiteY957" fmla="*/ 699806 h 6858000"/>
              <a:gd name="connsiteX958" fmla="*/ 1492092 w 7467600"/>
              <a:gd name="connsiteY958" fmla="*/ 800424 h 6858000"/>
              <a:gd name="connsiteX959" fmla="*/ 1455302 w 7467600"/>
              <a:gd name="connsiteY959" fmla="*/ 632913 h 6858000"/>
              <a:gd name="connsiteX960" fmla="*/ 1222336 w 7467600"/>
              <a:gd name="connsiteY960" fmla="*/ 9480 h 6858000"/>
              <a:gd name="connsiteX961" fmla="*/ 1214634 w 7467600"/>
              <a:gd name="connsiteY961" fmla="*/ 0 h 6858000"/>
              <a:gd name="connsiteX962" fmla="*/ 1289827 w 7467600"/>
              <a:gd name="connsiteY962" fmla="*/ 0 h 6858000"/>
              <a:gd name="connsiteX963" fmla="*/ 1321076 w 7467600"/>
              <a:gd name="connsiteY963" fmla="*/ 59722 h 6858000"/>
              <a:gd name="connsiteX964" fmla="*/ 1512579 w 7467600"/>
              <a:gd name="connsiteY964" fmla="*/ 626441 h 6858000"/>
              <a:gd name="connsiteX965" fmla="*/ 1506076 w 7467600"/>
              <a:gd name="connsiteY965" fmla="*/ 1089289 h 6858000"/>
              <a:gd name="connsiteX966" fmla="*/ 1486346 w 7467600"/>
              <a:gd name="connsiteY966" fmla="*/ 1079919 h 6858000"/>
              <a:gd name="connsiteX967" fmla="*/ 1070511 w 7467600"/>
              <a:gd name="connsiteY967" fmla="*/ 48609 h 6858000"/>
              <a:gd name="connsiteX968" fmla="*/ 1057230 w 7467600"/>
              <a:gd name="connsiteY968" fmla="*/ 0 h 6858000"/>
              <a:gd name="connsiteX969" fmla="*/ 43151 w 7467600"/>
              <a:gd name="connsiteY969" fmla="*/ 0 h 6858000"/>
              <a:gd name="connsiteX970" fmla="*/ 95283 w 7467600"/>
              <a:gd name="connsiteY970" fmla="*/ 0 h 6858000"/>
              <a:gd name="connsiteX971" fmla="*/ 300708 w 7467600"/>
              <a:gd name="connsiteY971" fmla="*/ 154571 h 6858000"/>
              <a:gd name="connsiteX972" fmla="*/ 530414 w 7467600"/>
              <a:gd name="connsiteY972" fmla="*/ 354673 h 6858000"/>
              <a:gd name="connsiteX973" fmla="*/ 333785 w 7467600"/>
              <a:gd name="connsiteY973" fmla="*/ 161564 h 6858000"/>
              <a:gd name="connsiteX974" fmla="*/ 147005 w 7467600"/>
              <a:gd name="connsiteY974" fmla="*/ 0 h 6858000"/>
              <a:gd name="connsiteX975" fmla="*/ 272509 w 7467600"/>
              <a:gd name="connsiteY975" fmla="*/ 0 h 6858000"/>
              <a:gd name="connsiteX976" fmla="*/ 326276 w 7467600"/>
              <a:gd name="connsiteY976" fmla="*/ 45847 h 6858000"/>
              <a:gd name="connsiteX977" fmla="*/ 823759 w 7467600"/>
              <a:gd name="connsiteY977" fmla="*/ 574145 h 6858000"/>
              <a:gd name="connsiteX978" fmla="*/ 811254 w 7467600"/>
              <a:gd name="connsiteY978" fmla="*/ 665546 h 6858000"/>
              <a:gd name="connsiteX979" fmla="*/ 154042 w 7467600"/>
              <a:gd name="connsiteY979" fmla="*/ 261522 h 6858000"/>
              <a:gd name="connsiteX980" fmla="*/ 13550 w 7467600"/>
              <a:gd name="connsiteY980" fmla="*/ 158423 h 6858000"/>
              <a:gd name="connsiteX981" fmla="*/ 0 w 7467600"/>
              <a:gd name="connsiteY981" fmla="*/ 146618 h 6858000"/>
              <a:gd name="connsiteX982" fmla="*/ 0 w 7467600"/>
              <a:gd name="connsiteY982" fmla="*/ 59161 h 6858000"/>
              <a:gd name="connsiteX983" fmla="*/ 45427 w 7467600"/>
              <a:gd name="connsiteY983" fmla="*/ 101078 h 6858000"/>
              <a:gd name="connsiteX984" fmla="*/ 630103 w 7467600"/>
              <a:gd name="connsiteY984" fmla="*/ 485885 h 6858000"/>
              <a:gd name="connsiteX985" fmla="*/ 532040 w 7467600"/>
              <a:gd name="connsiteY985" fmla="*/ 399359 h 6858000"/>
              <a:gd name="connsiteX986" fmla="*/ 517618 w 7467600"/>
              <a:gd name="connsiteY986" fmla="*/ 385726 h 6858000"/>
              <a:gd name="connsiteX987" fmla="*/ 285074 w 7467600"/>
              <a:gd name="connsiteY987" fmla="*/ 182755 h 6858000"/>
              <a:gd name="connsiteX988" fmla="*/ 43151 w 7467600"/>
              <a:gd name="connsiteY98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312201 w 7467600"/>
              <a:gd name="connsiteY131" fmla="*/ 5128278 h 6858000"/>
              <a:gd name="connsiteX132" fmla="*/ 1903353 w 7467600"/>
              <a:gd name="connsiteY132" fmla="*/ 5044827 h 6858000"/>
              <a:gd name="connsiteX133" fmla="*/ 1936931 w 7467600"/>
              <a:gd name="connsiteY133" fmla="*/ 5093954 h 6858000"/>
              <a:gd name="connsiteX134" fmla="*/ 2195868 w 7467600"/>
              <a:gd name="connsiteY134" fmla="*/ 5396574 h 6858000"/>
              <a:gd name="connsiteX135" fmla="*/ 2088852 w 7467600"/>
              <a:gd name="connsiteY135" fmla="*/ 5166123 h 6858000"/>
              <a:gd name="connsiteX136" fmla="*/ 1958241 w 7467600"/>
              <a:gd name="connsiteY136" fmla="*/ 5067955 h 6858000"/>
              <a:gd name="connsiteX137" fmla="*/ 1903353 w 7467600"/>
              <a:gd name="connsiteY137" fmla="*/ 5044827 h 6858000"/>
              <a:gd name="connsiteX138" fmla="*/ 1979378 w 7467600"/>
              <a:gd name="connsiteY138" fmla="*/ 4769504 h 6858000"/>
              <a:gd name="connsiteX139" fmla="*/ 2882120 w 7467600"/>
              <a:gd name="connsiteY139" fmla="*/ 5064547 h 6858000"/>
              <a:gd name="connsiteX140" fmla="*/ 2793103 w 7467600"/>
              <a:gd name="connsiteY140" fmla="*/ 5039699 h 6858000"/>
              <a:gd name="connsiteX141" fmla="*/ 2770041 w 7467600"/>
              <a:gd name="connsiteY141" fmla="*/ 5033634 h 6858000"/>
              <a:gd name="connsiteX142" fmla="*/ 1979378 w 7467600"/>
              <a:gd name="connsiteY142" fmla="*/ 4769504 h 6858000"/>
              <a:gd name="connsiteX143" fmla="*/ 1927410 w 7467600"/>
              <a:gd name="connsiteY143" fmla="*/ 4716164 h 6858000"/>
              <a:gd name="connsiteX144" fmla="*/ 1959587 w 7467600"/>
              <a:gd name="connsiteY144" fmla="*/ 4728849 h 6858000"/>
              <a:gd name="connsiteX145" fmla="*/ 2777707 w 7467600"/>
              <a:gd name="connsiteY145" fmla="*/ 5003991 h 6858000"/>
              <a:gd name="connsiteX146" fmla="*/ 2800768 w 7467600"/>
              <a:gd name="connsiteY146" fmla="*/ 5010056 h 6858000"/>
              <a:gd name="connsiteX147" fmla="*/ 2879408 w 7467600"/>
              <a:gd name="connsiteY147" fmla="*/ 5031590 h 6858000"/>
              <a:gd name="connsiteX148" fmla="*/ 2862295 w 7467600"/>
              <a:gd name="connsiteY148" fmla="*/ 5022958 h 6858000"/>
              <a:gd name="connsiteX149" fmla="*/ 2813343 w 7467600"/>
              <a:gd name="connsiteY149" fmla="*/ 4998369 h 6858000"/>
              <a:gd name="connsiteX150" fmla="*/ 2646245 w 7467600"/>
              <a:gd name="connsiteY150" fmla="*/ 4930999 h 6858000"/>
              <a:gd name="connsiteX151" fmla="*/ 1999243 w 7467600"/>
              <a:gd name="connsiteY151" fmla="*/ 4730524 h 6858000"/>
              <a:gd name="connsiteX152" fmla="*/ 1979527 w 7467600"/>
              <a:gd name="connsiteY152" fmla="*/ 4726651 h 6858000"/>
              <a:gd name="connsiteX153" fmla="*/ 1927410 w 7467600"/>
              <a:gd name="connsiteY153" fmla="*/ 4716164 h 6858000"/>
              <a:gd name="connsiteX154" fmla="*/ 1997014 w 7467600"/>
              <a:gd name="connsiteY154" fmla="*/ 4698007 h 6858000"/>
              <a:gd name="connsiteX155" fmla="*/ 2005458 w 7467600"/>
              <a:gd name="connsiteY155" fmla="*/ 4699540 h 6858000"/>
              <a:gd name="connsiteX156" fmla="*/ 2657186 w 7467600"/>
              <a:gd name="connsiteY156" fmla="*/ 4901687 h 6858000"/>
              <a:gd name="connsiteX157" fmla="*/ 2826662 w 7467600"/>
              <a:gd name="connsiteY157" fmla="*/ 4970362 h 6858000"/>
              <a:gd name="connsiteX158" fmla="*/ 2876100 w 7467600"/>
              <a:gd name="connsiteY158" fmla="*/ 4995397 h 6858000"/>
              <a:gd name="connsiteX159" fmla="*/ 3042600 w 7467600"/>
              <a:gd name="connsiteY159" fmla="*/ 5059532 h 6858000"/>
              <a:gd name="connsiteX160" fmla="*/ 1997014 w 7467600"/>
              <a:gd name="connsiteY160" fmla="*/ 4698007 h 6858000"/>
              <a:gd name="connsiteX161" fmla="*/ 2305292 w 7467600"/>
              <a:gd name="connsiteY161" fmla="*/ 4219492 h 6858000"/>
              <a:gd name="connsiteX162" fmla="*/ 3360922 w 7467600"/>
              <a:gd name="connsiteY162" fmla="*/ 4529373 h 6858000"/>
              <a:gd name="connsiteX163" fmla="*/ 3492420 w 7467600"/>
              <a:gd name="connsiteY163" fmla="*/ 4510145 h 6858000"/>
              <a:gd name="connsiteX164" fmla="*/ 3364086 w 7467600"/>
              <a:gd name="connsiteY164" fmla="*/ 4480340 h 6858000"/>
              <a:gd name="connsiteX165" fmla="*/ 3225818 w 7467600"/>
              <a:gd name="connsiteY165" fmla="*/ 4411822 h 6858000"/>
              <a:gd name="connsiteX166" fmla="*/ 3129696 w 7467600"/>
              <a:gd name="connsiteY166" fmla="*/ 4360704 h 6858000"/>
              <a:gd name="connsiteX167" fmla="*/ 2814545 w 7467600"/>
              <a:gd name="connsiteY167" fmla="*/ 4282955 h 6858000"/>
              <a:gd name="connsiteX168" fmla="*/ 2305292 w 7467600"/>
              <a:gd name="connsiteY168" fmla="*/ 4219492 h 6858000"/>
              <a:gd name="connsiteX169" fmla="*/ 2626982 w 7467600"/>
              <a:gd name="connsiteY169" fmla="*/ 4206450 h 6858000"/>
              <a:gd name="connsiteX170" fmla="*/ 2490617 w 7467600"/>
              <a:gd name="connsiteY170" fmla="*/ 4206951 h 6858000"/>
              <a:gd name="connsiteX171" fmla="*/ 2819869 w 7467600"/>
              <a:gd name="connsiteY171" fmla="*/ 4252936 h 6858000"/>
              <a:gd name="connsiteX172" fmla="*/ 3143018 w 7467600"/>
              <a:gd name="connsiteY172" fmla="*/ 4332698 h 6858000"/>
              <a:gd name="connsiteX173" fmla="*/ 3241520 w 7467600"/>
              <a:gd name="connsiteY173" fmla="*/ 4385112 h 6858000"/>
              <a:gd name="connsiteX174" fmla="*/ 3374575 w 7467600"/>
              <a:gd name="connsiteY174" fmla="*/ 4451517 h 6858000"/>
              <a:gd name="connsiteX175" fmla="*/ 3505221 w 7467600"/>
              <a:gd name="connsiteY175" fmla="*/ 4480757 h 6858000"/>
              <a:gd name="connsiteX176" fmla="*/ 2626982 w 7467600"/>
              <a:gd name="connsiteY176" fmla="*/ 4206450 h 6858000"/>
              <a:gd name="connsiteX177" fmla="*/ 1310106 w 7467600"/>
              <a:gd name="connsiteY177" fmla="*/ 3943217 h 6858000"/>
              <a:gd name="connsiteX178" fmla="*/ 854994 w 7467600"/>
              <a:gd name="connsiteY178" fmla="*/ 4399136 h 6858000"/>
              <a:gd name="connsiteX179" fmla="*/ 742462 w 7467600"/>
              <a:gd name="connsiteY179" fmla="*/ 4594648 h 6858000"/>
              <a:gd name="connsiteX180" fmla="*/ 820602 w 7467600"/>
              <a:gd name="connsiteY180" fmla="*/ 4485915 h 6858000"/>
              <a:gd name="connsiteX181" fmla="*/ 878295 w 7467600"/>
              <a:gd name="connsiteY181" fmla="*/ 4403594 h 6858000"/>
              <a:gd name="connsiteX182" fmla="*/ 1240607 w 7467600"/>
              <a:gd name="connsiteY182" fmla="*/ 4010401 h 6858000"/>
              <a:gd name="connsiteX183" fmla="*/ 1310106 w 7467600"/>
              <a:gd name="connsiteY183" fmla="*/ 3943217 h 6858000"/>
              <a:gd name="connsiteX184" fmla="*/ 1423113 w 7467600"/>
              <a:gd name="connsiteY184" fmla="*/ 3874565 h 6858000"/>
              <a:gd name="connsiteX185" fmla="*/ 1260565 w 7467600"/>
              <a:gd name="connsiteY185" fmla="*/ 4031982 h 6858000"/>
              <a:gd name="connsiteX186" fmla="*/ 901900 w 7467600"/>
              <a:gd name="connsiteY186" fmla="*/ 4421236 h 6858000"/>
              <a:gd name="connsiteX187" fmla="*/ 845044 w 7467600"/>
              <a:gd name="connsiteY187" fmla="*/ 4502436 h 6858000"/>
              <a:gd name="connsiteX188" fmla="*/ 685926 w 7467600"/>
              <a:gd name="connsiteY188" fmla="*/ 4703069 h 6858000"/>
              <a:gd name="connsiteX189" fmla="*/ 684248 w 7467600"/>
              <a:gd name="connsiteY189" fmla="*/ 4706721 h 6858000"/>
              <a:gd name="connsiteX190" fmla="*/ 1423113 w 7467600"/>
              <a:gd name="connsiteY190" fmla="*/ 3874565 h 6858000"/>
              <a:gd name="connsiteX191" fmla="*/ 3316479 w 7467600"/>
              <a:gd name="connsiteY191" fmla="*/ 3872136 h 6858000"/>
              <a:gd name="connsiteX192" fmla="*/ 3546806 w 7467600"/>
              <a:gd name="connsiteY192" fmla="*/ 4356139 h 6858000"/>
              <a:gd name="connsiteX193" fmla="*/ 3364433 w 7467600"/>
              <a:gd name="connsiteY193" fmla="*/ 3953121 h 6858000"/>
              <a:gd name="connsiteX194" fmla="*/ 3316479 w 7467600"/>
              <a:gd name="connsiteY194" fmla="*/ 3872136 h 6858000"/>
              <a:gd name="connsiteX195" fmla="*/ 3291335 w 7467600"/>
              <a:gd name="connsiteY195" fmla="*/ 3767420 h 6858000"/>
              <a:gd name="connsiteX196" fmla="*/ 3390805 w 7467600"/>
              <a:gd name="connsiteY196" fmla="*/ 3937163 h 6858000"/>
              <a:gd name="connsiteX197" fmla="*/ 3579062 w 7467600"/>
              <a:gd name="connsiteY197" fmla="*/ 4359040 h 6858000"/>
              <a:gd name="connsiteX198" fmla="*/ 3467355 w 7467600"/>
              <a:gd name="connsiteY198" fmla="*/ 3988130 h 6858000"/>
              <a:gd name="connsiteX199" fmla="*/ 3310753 w 7467600"/>
              <a:gd name="connsiteY199" fmla="*/ 3787140 h 6858000"/>
              <a:gd name="connsiteX200" fmla="*/ 3291335 w 7467600"/>
              <a:gd name="connsiteY200" fmla="*/ 3767420 h 6858000"/>
              <a:gd name="connsiteX201" fmla="*/ 1635889 w 7467600"/>
              <a:gd name="connsiteY201" fmla="*/ 3709494 h 6858000"/>
              <a:gd name="connsiteX202" fmla="*/ 1634800 w 7467600"/>
              <a:gd name="connsiteY202" fmla="*/ 3731111 h 6858000"/>
              <a:gd name="connsiteX203" fmla="*/ 1635889 w 7467600"/>
              <a:gd name="connsiteY203" fmla="*/ 3709494 h 6858000"/>
              <a:gd name="connsiteX204" fmla="*/ 1510397 w 7467600"/>
              <a:gd name="connsiteY204" fmla="*/ 3684705 h 6858000"/>
              <a:gd name="connsiteX205" fmla="*/ 1146550 w 7467600"/>
              <a:gd name="connsiteY205" fmla="*/ 3802012 h 6858000"/>
              <a:gd name="connsiteX206" fmla="*/ 698834 w 7467600"/>
              <a:gd name="connsiteY206" fmla="*/ 3952272 h 6858000"/>
              <a:gd name="connsiteX207" fmla="*/ 34256 w 7467600"/>
              <a:gd name="connsiteY207" fmla="*/ 4347603 h 6858000"/>
              <a:gd name="connsiteX208" fmla="*/ 527241 w 7467600"/>
              <a:gd name="connsiteY208" fmla="*/ 4065078 h 6858000"/>
              <a:gd name="connsiteX209" fmla="*/ 1510397 w 7467600"/>
              <a:gd name="connsiteY209" fmla="*/ 3684705 h 6858000"/>
              <a:gd name="connsiteX210" fmla="*/ 1313114 w 7467600"/>
              <a:gd name="connsiteY210" fmla="*/ 3655216 h 6858000"/>
              <a:gd name="connsiteX211" fmla="*/ 1109304 w 7467600"/>
              <a:gd name="connsiteY211" fmla="*/ 3669030 h 6858000"/>
              <a:gd name="connsiteX212" fmla="*/ 8129 w 7467600"/>
              <a:gd name="connsiteY212" fmla="*/ 4330519 h 6858000"/>
              <a:gd name="connsiteX213" fmla="*/ 687572 w 7467600"/>
              <a:gd name="connsiteY213" fmla="*/ 3925629 h 6858000"/>
              <a:gd name="connsiteX214" fmla="*/ 1138365 w 7467600"/>
              <a:gd name="connsiteY214" fmla="*/ 3774515 h 6858000"/>
              <a:gd name="connsiteX215" fmla="*/ 1505579 w 7467600"/>
              <a:gd name="connsiteY215" fmla="*/ 3655526 h 6858000"/>
              <a:gd name="connsiteX216" fmla="*/ 1313114 w 7467600"/>
              <a:gd name="connsiteY216" fmla="*/ 3655216 h 6858000"/>
              <a:gd name="connsiteX217" fmla="*/ 3655073 w 7467600"/>
              <a:gd name="connsiteY217" fmla="*/ 3650884 h 6858000"/>
              <a:gd name="connsiteX218" fmla="*/ 3989938 w 7467600"/>
              <a:gd name="connsiteY218" fmla="*/ 3991685 h 6858000"/>
              <a:gd name="connsiteX219" fmla="*/ 4393907 w 7467600"/>
              <a:gd name="connsiteY219" fmla="*/ 4261258 h 6858000"/>
              <a:gd name="connsiteX220" fmla="*/ 4648051 w 7467600"/>
              <a:gd name="connsiteY220" fmla="*/ 4374051 h 6858000"/>
              <a:gd name="connsiteX221" fmla="*/ 4383389 w 7467600"/>
              <a:gd name="connsiteY221" fmla="*/ 4184369 h 6858000"/>
              <a:gd name="connsiteX222" fmla="*/ 4165508 w 7467600"/>
              <a:gd name="connsiteY222" fmla="*/ 4035196 h 6858000"/>
              <a:gd name="connsiteX223" fmla="*/ 4068162 w 7467600"/>
              <a:gd name="connsiteY223" fmla="*/ 3953394 h 6858000"/>
              <a:gd name="connsiteX224" fmla="*/ 3981416 w 7467600"/>
              <a:gd name="connsiteY224" fmla="*/ 3880482 h 6858000"/>
              <a:gd name="connsiteX225" fmla="*/ 3800147 w 7467600"/>
              <a:gd name="connsiteY225" fmla="*/ 3749872 h 6858000"/>
              <a:gd name="connsiteX226" fmla="*/ 3655073 w 7467600"/>
              <a:gd name="connsiteY226" fmla="*/ 3650884 h 6858000"/>
              <a:gd name="connsiteX227" fmla="*/ 3670252 w 7467600"/>
              <a:gd name="connsiteY227" fmla="*/ 3622798 h 6858000"/>
              <a:gd name="connsiteX228" fmla="*/ 3817258 w 7467600"/>
              <a:gd name="connsiteY228" fmla="*/ 3723577 h 6858000"/>
              <a:gd name="connsiteX229" fmla="*/ 4000461 w 7467600"/>
              <a:gd name="connsiteY229" fmla="*/ 3855966 h 6858000"/>
              <a:gd name="connsiteX230" fmla="*/ 4088180 w 7467600"/>
              <a:gd name="connsiteY230" fmla="*/ 3929774 h 6858000"/>
              <a:gd name="connsiteX231" fmla="*/ 4184555 w 7467600"/>
              <a:gd name="connsiteY231" fmla="*/ 4010683 h 6858000"/>
              <a:gd name="connsiteX232" fmla="*/ 4399563 w 7467600"/>
              <a:gd name="connsiteY232" fmla="*/ 4158106 h 6858000"/>
              <a:gd name="connsiteX233" fmla="*/ 4684469 w 7467600"/>
              <a:gd name="connsiteY233" fmla="*/ 4364680 h 6858000"/>
              <a:gd name="connsiteX234" fmla="*/ 4690271 w 7467600"/>
              <a:gd name="connsiteY234" fmla="*/ 4370034 h 6858000"/>
              <a:gd name="connsiteX235" fmla="*/ 4136093 w 7467600"/>
              <a:gd name="connsiteY235" fmla="*/ 3858466 h 6858000"/>
              <a:gd name="connsiteX236" fmla="*/ 3670252 w 7467600"/>
              <a:gd name="connsiteY236" fmla="*/ 3622798 h 6858000"/>
              <a:gd name="connsiteX237" fmla="*/ 4440129 w 7467600"/>
              <a:gd name="connsiteY237" fmla="*/ 3448571 h 6858000"/>
              <a:gd name="connsiteX238" fmla="*/ 4856525 w 7467600"/>
              <a:gd name="connsiteY238" fmla="*/ 3915351 h 6858000"/>
              <a:gd name="connsiteX239" fmla="*/ 5059055 w 7467600"/>
              <a:gd name="connsiteY239" fmla="*/ 4108918 h 6858000"/>
              <a:gd name="connsiteX240" fmla="*/ 5290070 w 7467600"/>
              <a:gd name="connsiteY240" fmla="*/ 4263619 h 6858000"/>
              <a:gd name="connsiteX241" fmla="*/ 4834991 w 7467600"/>
              <a:gd name="connsiteY241" fmla="*/ 3830985 h 6858000"/>
              <a:gd name="connsiteX242" fmla="*/ 4440129 w 7467600"/>
              <a:gd name="connsiteY242" fmla="*/ 3448571 h 6858000"/>
              <a:gd name="connsiteX243" fmla="*/ 4441737 w 7467600"/>
              <a:gd name="connsiteY243" fmla="*/ 3399734 h 6858000"/>
              <a:gd name="connsiteX244" fmla="*/ 4431236 w 7467600"/>
              <a:gd name="connsiteY244" fmla="*/ 3400954 h 6858000"/>
              <a:gd name="connsiteX245" fmla="*/ 4557150 w 7467600"/>
              <a:gd name="connsiteY245" fmla="*/ 3510023 h 6858000"/>
              <a:gd name="connsiteX246" fmla="*/ 4856936 w 7467600"/>
              <a:gd name="connsiteY246" fmla="*/ 3809146 h 6858000"/>
              <a:gd name="connsiteX247" fmla="*/ 5111996 w 7467600"/>
              <a:gd name="connsiteY247" fmla="*/ 4065759 h 6858000"/>
              <a:gd name="connsiteX248" fmla="*/ 5388878 w 7467600"/>
              <a:gd name="connsiteY248" fmla="*/ 4300185 h 6858000"/>
              <a:gd name="connsiteX249" fmla="*/ 5425556 w 7467600"/>
              <a:gd name="connsiteY249" fmla="*/ 4308967 h 6858000"/>
              <a:gd name="connsiteX250" fmla="*/ 4943646 w 7467600"/>
              <a:gd name="connsiteY250" fmla="*/ 3822916 h 6858000"/>
              <a:gd name="connsiteX251" fmla="*/ 4594837 w 7467600"/>
              <a:gd name="connsiteY251" fmla="*/ 3532274 h 6858000"/>
              <a:gd name="connsiteX252" fmla="*/ 4441737 w 7467600"/>
              <a:gd name="connsiteY252" fmla="*/ 3399734 h 6858000"/>
              <a:gd name="connsiteX253" fmla="*/ 5425834 w 7467600"/>
              <a:gd name="connsiteY253" fmla="*/ 3162785 h 6858000"/>
              <a:gd name="connsiteX254" fmla="*/ 5401644 w 7467600"/>
              <a:gd name="connsiteY254" fmla="*/ 3617847 h 6858000"/>
              <a:gd name="connsiteX255" fmla="*/ 5467256 w 7467600"/>
              <a:gd name="connsiteY255" fmla="*/ 4175494 h 6858000"/>
              <a:gd name="connsiteX256" fmla="*/ 5448069 w 7467600"/>
              <a:gd name="connsiteY256" fmla="*/ 3567554 h 6858000"/>
              <a:gd name="connsiteX257" fmla="*/ 5425834 w 7467600"/>
              <a:gd name="connsiteY257" fmla="*/ 3162785 h 6858000"/>
              <a:gd name="connsiteX258" fmla="*/ 1318687 w 7467600"/>
              <a:gd name="connsiteY258" fmla="*/ 3113840 h 6858000"/>
              <a:gd name="connsiteX259" fmla="*/ 1066793 w 7467600"/>
              <a:gd name="connsiteY259" fmla="*/ 3212171 h 6858000"/>
              <a:gd name="connsiteX260" fmla="*/ 993319 w 7467600"/>
              <a:gd name="connsiteY260" fmla="*/ 3247648 h 6858000"/>
              <a:gd name="connsiteX261" fmla="*/ 853081 w 7467600"/>
              <a:gd name="connsiteY261" fmla="*/ 3312410 h 6858000"/>
              <a:gd name="connsiteX262" fmla="*/ 805957 w 7467600"/>
              <a:gd name="connsiteY262" fmla="*/ 3330443 h 6858000"/>
              <a:gd name="connsiteX263" fmla="*/ 1318687 w 7467600"/>
              <a:gd name="connsiteY263" fmla="*/ 3113840 h 6858000"/>
              <a:gd name="connsiteX264" fmla="*/ 5453702 w 7467600"/>
              <a:gd name="connsiteY264" fmla="*/ 3090882 h 6858000"/>
              <a:gd name="connsiteX265" fmla="*/ 5480135 w 7467600"/>
              <a:gd name="connsiteY265" fmla="*/ 3565802 h 6858000"/>
              <a:gd name="connsiteX266" fmla="*/ 5499023 w 7467600"/>
              <a:gd name="connsiteY266" fmla="*/ 4166310 h 6858000"/>
              <a:gd name="connsiteX267" fmla="*/ 5547022 w 7467600"/>
              <a:gd name="connsiteY267" fmla="*/ 3607838 h 6858000"/>
              <a:gd name="connsiteX268" fmla="*/ 5515964 w 7467600"/>
              <a:gd name="connsiteY268" fmla="*/ 3378541 h 6858000"/>
              <a:gd name="connsiteX269" fmla="*/ 5453702 w 7467600"/>
              <a:gd name="connsiteY269" fmla="*/ 3090882 h 6858000"/>
              <a:gd name="connsiteX270" fmla="*/ 1238695 w 7467600"/>
              <a:gd name="connsiteY270" fmla="*/ 3076820 h 6858000"/>
              <a:gd name="connsiteX271" fmla="*/ 716371 w 7467600"/>
              <a:gd name="connsiteY271" fmla="*/ 3293249 h 6858000"/>
              <a:gd name="connsiteX272" fmla="*/ 579522 w 7467600"/>
              <a:gd name="connsiteY272" fmla="*/ 3371759 h 6858000"/>
              <a:gd name="connsiteX273" fmla="*/ 600288 w 7467600"/>
              <a:gd name="connsiteY273" fmla="*/ 3365555 h 6858000"/>
              <a:gd name="connsiteX274" fmla="*/ 840692 w 7467600"/>
              <a:gd name="connsiteY274" fmla="*/ 3284921 h 6858000"/>
              <a:gd name="connsiteX275" fmla="*/ 979248 w 7467600"/>
              <a:gd name="connsiteY275" fmla="*/ 3221003 h 6858000"/>
              <a:gd name="connsiteX276" fmla="*/ 1053282 w 7467600"/>
              <a:gd name="connsiteY276" fmla="*/ 3185247 h 6858000"/>
              <a:gd name="connsiteX277" fmla="*/ 1320603 w 7467600"/>
              <a:gd name="connsiteY277" fmla="*/ 3081281 h 6858000"/>
              <a:gd name="connsiteX278" fmla="*/ 1238695 w 7467600"/>
              <a:gd name="connsiteY278" fmla="*/ 3076820 h 6858000"/>
              <a:gd name="connsiteX279" fmla="*/ 5425627 w 7467600"/>
              <a:gd name="connsiteY279" fmla="*/ 2954192 h 6858000"/>
              <a:gd name="connsiteX280" fmla="*/ 5470770 w 7467600"/>
              <a:gd name="connsiteY280" fmla="*/ 3005435 h 6858000"/>
              <a:gd name="connsiteX281" fmla="*/ 5519779 w 7467600"/>
              <a:gd name="connsiteY281" fmla="*/ 4359223 h 6858000"/>
              <a:gd name="connsiteX282" fmla="*/ 5520293 w 7467600"/>
              <a:gd name="connsiteY282" fmla="*/ 4360602 h 6858000"/>
              <a:gd name="connsiteX283" fmla="*/ 5767221 w 7467600"/>
              <a:gd name="connsiteY283" fmla="*/ 4665564 h 6858000"/>
              <a:gd name="connsiteX284" fmla="*/ 6937169 w 7467600"/>
              <a:gd name="connsiteY284" fmla="*/ 4815941 h 6858000"/>
              <a:gd name="connsiteX285" fmla="*/ 6953922 w 7467600"/>
              <a:gd name="connsiteY285" fmla="*/ 4890068 h 6858000"/>
              <a:gd name="connsiteX286" fmla="*/ 6071359 w 7467600"/>
              <a:gd name="connsiteY286" fmla="*/ 4770770 h 6858000"/>
              <a:gd name="connsiteX287" fmla="*/ 6038839 w 7467600"/>
              <a:gd name="connsiteY287" fmla="*/ 4764474 h 6858000"/>
              <a:gd name="connsiteX288" fmla="*/ 6038706 w 7467600"/>
              <a:gd name="connsiteY288" fmla="*/ 4763847 h 6858000"/>
              <a:gd name="connsiteX289" fmla="*/ 6037784 w 7467600"/>
              <a:gd name="connsiteY289" fmla="*/ 4764270 h 6858000"/>
              <a:gd name="connsiteX290" fmla="*/ 6038839 w 7467600"/>
              <a:gd name="connsiteY290" fmla="*/ 4764474 h 6858000"/>
              <a:gd name="connsiteX291" fmla="*/ 6040338 w 7467600"/>
              <a:gd name="connsiteY291" fmla="*/ 4771418 h 6858000"/>
              <a:gd name="connsiteX292" fmla="*/ 6024488 w 7467600"/>
              <a:gd name="connsiteY292" fmla="*/ 4809903 h 6858000"/>
              <a:gd name="connsiteX293" fmla="*/ 5599771 w 7467600"/>
              <a:gd name="connsiteY293" fmla="*/ 5509652 h 6858000"/>
              <a:gd name="connsiteX294" fmla="*/ 5548843 w 7467600"/>
              <a:gd name="connsiteY294" fmla="*/ 5563845 h 6858000"/>
              <a:gd name="connsiteX295" fmla="*/ 5940952 w 7467600"/>
              <a:gd name="connsiteY295" fmla="*/ 6250028 h 6858000"/>
              <a:gd name="connsiteX296" fmla="*/ 6043441 w 7467600"/>
              <a:gd name="connsiteY296" fmla="*/ 6665847 h 6858000"/>
              <a:gd name="connsiteX297" fmla="*/ 6093432 w 7467600"/>
              <a:gd name="connsiteY297" fmla="*/ 6858000 h 6858000"/>
              <a:gd name="connsiteX298" fmla="*/ 6034344 w 7467600"/>
              <a:gd name="connsiteY298" fmla="*/ 6858000 h 6858000"/>
              <a:gd name="connsiteX299" fmla="*/ 6026679 w 7467600"/>
              <a:gd name="connsiteY299" fmla="*/ 6836959 h 6858000"/>
              <a:gd name="connsiteX300" fmla="*/ 5800441 w 7467600"/>
              <a:gd name="connsiteY300" fmla="*/ 6335286 h 6858000"/>
              <a:gd name="connsiteX301" fmla="*/ 5526562 w 7467600"/>
              <a:gd name="connsiteY301" fmla="*/ 5705388 h 6858000"/>
              <a:gd name="connsiteX302" fmla="*/ 5519640 w 7467600"/>
              <a:gd name="connsiteY302" fmla="*/ 5683774 h 6858000"/>
              <a:gd name="connsiteX303" fmla="*/ 5844559 w 7467600"/>
              <a:gd name="connsiteY303" fmla="*/ 6553349 h 6858000"/>
              <a:gd name="connsiteX304" fmla="*/ 5975994 w 7467600"/>
              <a:gd name="connsiteY304" fmla="*/ 6858000 h 6858000"/>
              <a:gd name="connsiteX305" fmla="*/ 5898547 w 7467600"/>
              <a:gd name="connsiteY305" fmla="*/ 6858000 h 6858000"/>
              <a:gd name="connsiteX306" fmla="*/ 5682041 w 7467600"/>
              <a:gd name="connsiteY306" fmla="*/ 6355860 h 6858000"/>
              <a:gd name="connsiteX307" fmla="*/ 5461758 w 7467600"/>
              <a:gd name="connsiteY307" fmla="*/ 5820220 h 6858000"/>
              <a:gd name="connsiteX308" fmla="*/ 5237282 w 7467600"/>
              <a:gd name="connsiteY308" fmla="*/ 6579086 h 6858000"/>
              <a:gd name="connsiteX309" fmla="*/ 5115009 w 7467600"/>
              <a:gd name="connsiteY309" fmla="*/ 6858000 h 6858000"/>
              <a:gd name="connsiteX310" fmla="*/ 5028074 w 7467600"/>
              <a:gd name="connsiteY310" fmla="*/ 6858000 h 6858000"/>
              <a:gd name="connsiteX311" fmla="*/ 5079508 w 7467600"/>
              <a:gd name="connsiteY311" fmla="*/ 6749074 h 6858000"/>
              <a:gd name="connsiteX312" fmla="*/ 5371846 w 7467600"/>
              <a:gd name="connsiteY312" fmla="*/ 5924413 h 6858000"/>
              <a:gd name="connsiteX313" fmla="*/ 5270512 w 7467600"/>
              <a:gd name="connsiteY313" fmla="*/ 6138975 h 6858000"/>
              <a:gd name="connsiteX314" fmla="*/ 5062409 w 7467600"/>
              <a:gd name="connsiteY314" fmla="*/ 6653544 h 6858000"/>
              <a:gd name="connsiteX315" fmla="*/ 5036628 w 7467600"/>
              <a:gd name="connsiteY315" fmla="*/ 6754247 h 6858000"/>
              <a:gd name="connsiteX316" fmla="*/ 5009112 w 7467600"/>
              <a:gd name="connsiteY316" fmla="*/ 6858000 h 6858000"/>
              <a:gd name="connsiteX317" fmla="*/ 4976679 w 7467600"/>
              <a:gd name="connsiteY317" fmla="*/ 6858000 h 6858000"/>
              <a:gd name="connsiteX318" fmla="*/ 5006537 w 7467600"/>
              <a:gd name="connsiteY318" fmla="*/ 6747068 h 6858000"/>
              <a:gd name="connsiteX319" fmla="*/ 5032723 w 7467600"/>
              <a:gd name="connsiteY319" fmla="*/ 6644957 h 6858000"/>
              <a:gd name="connsiteX320" fmla="*/ 5242949 w 7467600"/>
              <a:gd name="connsiteY320" fmla="*/ 6125175 h 6858000"/>
              <a:gd name="connsiteX321" fmla="*/ 5286321 w 7467600"/>
              <a:gd name="connsiteY321" fmla="*/ 6033555 h 6858000"/>
              <a:gd name="connsiteX322" fmla="*/ 5008210 w 7467600"/>
              <a:gd name="connsiteY322" fmla="*/ 6649194 h 6858000"/>
              <a:gd name="connsiteX323" fmla="*/ 4986321 w 7467600"/>
              <a:gd name="connsiteY323" fmla="*/ 6765687 h 6858000"/>
              <a:gd name="connsiteX324" fmla="*/ 4973474 w 7467600"/>
              <a:gd name="connsiteY324" fmla="*/ 6858000 h 6858000"/>
              <a:gd name="connsiteX325" fmla="*/ 4907178 w 7467600"/>
              <a:gd name="connsiteY325" fmla="*/ 6858000 h 6858000"/>
              <a:gd name="connsiteX326" fmla="*/ 4910810 w 7467600"/>
              <a:gd name="connsiteY326" fmla="*/ 6829660 h 6858000"/>
              <a:gd name="connsiteX327" fmla="*/ 4987461 w 7467600"/>
              <a:gd name="connsiteY327" fmla="*/ 6432994 h 6858000"/>
              <a:gd name="connsiteX328" fmla="*/ 5179262 w 7467600"/>
              <a:gd name="connsiteY328" fmla="*/ 6035044 h 6858000"/>
              <a:gd name="connsiteX329" fmla="*/ 4689678 w 7467600"/>
              <a:gd name="connsiteY329" fmla="*/ 6440241 h 6858000"/>
              <a:gd name="connsiteX330" fmla="*/ 4477543 w 7467600"/>
              <a:gd name="connsiteY330" fmla="*/ 6674836 h 6858000"/>
              <a:gd name="connsiteX331" fmla="*/ 4329957 w 7467600"/>
              <a:gd name="connsiteY331" fmla="*/ 6858000 h 6858000"/>
              <a:gd name="connsiteX332" fmla="*/ 4218595 w 7467600"/>
              <a:gd name="connsiteY332" fmla="*/ 6858000 h 6858000"/>
              <a:gd name="connsiteX333" fmla="*/ 4368888 w 7467600"/>
              <a:gd name="connsiteY333" fmla="*/ 6668412 h 6858000"/>
              <a:gd name="connsiteX334" fmla="*/ 4563091 w 7467600"/>
              <a:gd name="connsiteY334" fmla="*/ 6442508 h 6858000"/>
              <a:gd name="connsiteX335" fmla="*/ 5387324 w 7467600"/>
              <a:gd name="connsiteY335" fmla="*/ 5705830 h 6858000"/>
              <a:gd name="connsiteX336" fmla="*/ 5073620 w 7467600"/>
              <a:gd name="connsiteY336" fmla="*/ 5955437 h 6858000"/>
              <a:gd name="connsiteX337" fmla="*/ 4689789 w 7467600"/>
              <a:gd name="connsiteY337" fmla="*/ 6268382 h 6858000"/>
              <a:gd name="connsiteX338" fmla="*/ 4418722 w 7467600"/>
              <a:gd name="connsiteY338" fmla="*/ 6570886 h 6858000"/>
              <a:gd name="connsiteX339" fmla="*/ 4214944 w 7467600"/>
              <a:gd name="connsiteY339" fmla="*/ 6858000 h 6858000"/>
              <a:gd name="connsiteX340" fmla="*/ 4177898 w 7467600"/>
              <a:gd name="connsiteY340" fmla="*/ 6858000 h 6858000"/>
              <a:gd name="connsiteX341" fmla="*/ 4391597 w 7467600"/>
              <a:gd name="connsiteY341" fmla="*/ 6556370 h 6858000"/>
              <a:gd name="connsiteX342" fmla="*/ 4668889 w 7467600"/>
              <a:gd name="connsiteY342" fmla="*/ 6246399 h 6858000"/>
              <a:gd name="connsiteX343" fmla="*/ 5055427 w 7467600"/>
              <a:gd name="connsiteY343" fmla="*/ 5931476 h 6858000"/>
              <a:gd name="connsiteX344" fmla="*/ 5371814 w 7467600"/>
              <a:gd name="connsiteY344" fmla="*/ 5678975 h 6858000"/>
              <a:gd name="connsiteX345" fmla="*/ 4987918 w 7467600"/>
              <a:gd name="connsiteY345" fmla="*/ 5838701 h 6858000"/>
              <a:gd name="connsiteX346" fmla="*/ 4317146 w 7467600"/>
              <a:gd name="connsiteY346" fmla="*/ 6587716 h 6858000"/>
              <a:gd name="connsiteX347" fmla="*/ 4171627 w 7467600"/>
              <a:gd name="connsiteY347" fmla="*/ 6858000 h 6858000"/>
              <a:gd name="connsiteX348" fmla="*/ 4081585 w 7467600"/>
              <a:gd name="connsiteY348" fmla="*/ 6858000 h 6858000"/>
              <a:gd name="connsiteX349" fmla="*/ 4238603 w 7467600"/>
              <a:gd name="connsiteY349" fmla="*/ 6559341 h 6858000"/>
              <a:gd name="connsiteX350" fmla="*/ 4778333 w 7467600"/>
              <a:gd name="connsiteY350" fmla="*/ 5873626 h 6858000"/>
              <a:gd name="connsiteX351" fmla="*/ 5414185 w 7467600"/>
              <a:gd name="connsiteY351" fmla="*/ 5573882 h 6858000"/>
              <a:gd name="connsiteX352" fmla="*/ 5959648 w 7467600"/>
              <a:gd name="connsiteY352" fmla="*/ 4760797 h 6858000"/>
              <a:gd name="connsiteX353" fmla="*/ 5355019 w 7467600"/>
              <a:gd name="connsiteY353" fmla="*/ 4734672 h 6858000"/>
              <a:gd name="connsiteX354" fmla="*/ 5083565 w 7467600"/>
              <a:gd name="connsiteY354" fmla="*/ 5179121 h 6858000"/>
              <a:gd name="connsiteX355" fmla="*/ 4713577 w 7467600"/>
              <a:gd name="connsiteY355" fmla="*/ 5616803 h 6858000"/>
              <a:gd name="connsiteX356" fmla="*/ 3989559 w 7467600"/>
              <a:gd name="connsiteY356" fmla="*/ 6145945 h 6858000"/>
              <a:gd name="connsiteX357" fmla="*/ 3939824 w 7467600"/>
              <a:gd name="connsiteY357" fmla="*/ 6066900 h 6858000"/>
              <a:gd name="connsiteX358" fmla="*/ 4584537 w 7467600"/>
              <a:gd name="connsiteY358" fmla="*/ 5324826 h 6858000"/>
              <a:gd name="connsiteX359" fmla="*/ 5037105 w 7467600"/>
              <a:gd name="connsiteY359" fmla="*/ 5088765 h 6858000"/>
              <a:gd name="connsiteX360" fmla="*/ 5039930 w 7467600"/>
              <a:gd name="connsiteY360" fmla="*/ 5089585 h 6858000"/>
              <a:gd name="connsiteX361" fmla="*/ 5263764 w 7467600"/>
              <a:gd name="connsiteY361" fmla="*/ 4735525 h 6858000"/>
              <a:gd name="connsiteX362" fmla="*/ 4086300 w 7467600"/>
              <a:gd name="connsiteY362" fmla="*/ 4884599 h 6858000"/>
              <a:gd name="connsiteX363" fmla="*/ 4085485 w 7467600"/>
              <a:gd name="connsiteY363" fmla="*/ 4899070 h 6858000"/>
              <a:gd name="connsiteX364" fmla="*/ 3871915 w 7467600"/>
              <a:gd name="connsiteY364" fmla="*/ 5253645 h 6858000"/>
              <a:gd name="connsiteX365" fmla="*/ 3799374 w 7467600"/>
              <a:gd name="connsiteY365" fmla="*/ 5466127 h 6858000"/>
              <a:gd name="connsiteX366" fmla="*/ 3498850 w 7467600"/>
              <a:gd name="connsiteY366" fmla="*/ 6661888 h 6858000"/>
              <a:gd name="connsiteX367" fmla="*/ 3399216 w 7467600"/>
              <a:gd name="connsiteY367" fmla="*/ 6858000 h 6858000"/>
              <a:gd name="connsiteX368" fmla="*/ 3303688 w 7467600"/>
              <a:gd name="connsiteY368" fmla="*/ 6858000 h 6858000"/>
              <a:gd name="connsiteX369" fmla="*/ 3391774 w 7467600"/>
              <a:gd name="connsiteY369" fmla="*/ 6697181 h 6858000"/>
              <a:gd name="connsiteX370" fmla="*/ 3735540 w 7467600"/>
              <a:gd name="connsiteY370" fmla="*/ 5546923 h 6858000"/>
              <a:gd name="connsiteX371" fmla="*/ 3729438 w 7467600"/>
              <a:gd name="connsiteY371" fmla="*/ 5569058 h 6858000"/>
              <a:gd name="connsiteX372" fmla="*/ 3707782 w 7467600"/>
              <a:gd name="connsiteY372" fmla="*/ 5644908 h 6858000"/>
              <a:gd name="connsiteX373" fmla="*/ 3583827 w 7467600"/>
              <a:gd name="connsiteY373" fmla="*/ 6039215 h 6858000"/>
              <a:gd name="connsiteX374" fmla="*/ 3547861 w 7467600"/>
              <a:gd name="connsiteY374" fmla="*/ 6129609 h 6858000"/>
              <a:gd name="connsiteX375" fmla="*/ 3490905 w 7467600"/>
              <a:gd name="connsiteY375" fmla="*/ 6277660 h 6858000"/>
              <a:gd name="connsiteX376" fmla="*/ 3455859 w 7467600"/>
              <a:gd name="connsiteY376" fmla="*/ 6391301 h 6858000"/>
              <a:gd name="connsiteX377" fmla="*/ 3429112 w 7467600"/>
              <a:gd name="connsiteY377" fmla="*/ 6479469 h 6858000"/>
              <a:gd name="connsiteX378" fmla="*/ 3304862 w 7467600"/>
              <a:gd name="connsiteY378" fmla="*/ 6796476 h 6858000"/>
              <a:gd name="connsiteX379" fmla="*/ 3276071 w 7467600"/>
              <a:gd name="connsiteY379" fmla="*/ 6858000 h 6858000"/>
              <a:gd name="connsiteX380" fmla="*/ 3240805 w 7467600"/>
              <a:gd name="connsiteY380" fmla="*/ 6858000 h 6858000"/>
              <a:gd name="connsiteX381" fmla="*/ 3275917 w 7467600"/>
              <a:gd name="connsiteY381" fmla="*/ 6783192 h 6858000"/>
              <a:gd name="connsiteX382" fmla="*/ 3399358 w 7467600"/>
              <a:gd name="connsiteY382" fmla="*/ 6469011 h 6858000"/>
              <a:gd name="connsiteX383" fmla="*/ 3425650 w 7467600"/>
              <a:gd name="connsiteY383" fmla="*/ 6381333 h 6858000"/>
              <a:gd name="connsiteX384" fmla="*/ 3460661 w 7467600"/>
              <a:gd name="connsiteY384" fmla="*/ 6266763 h 6858000"/>
              <a:gd name="connsiteX385" fmla="*/ 3518021 w 7467600"/>
              <a:gd name="connsiteY385" fmla="*/ 6117298 h 6858000"/>
              <a:gd name="connsiteX386" fmla="*/ 3554035 w 7467600"/>
              <a:gd name="connsiteY386" fmla="*/ 6027832 h 6858000"/>
              <a:gd name="connsiteX387" fmla="*/ 3677174 w 7467600"/>
              <a:gd name="connsiteY387" fmla="*/ 5636351 h 6858000"/>
              <a:gd name="connsiteX388" fmla="*/ 3698819 w 7467600"/>
              <a:gd name="connsiteY388" fmla="*/ 5560503 h 6858000"/>
              <a:gd name="connsiteX389" fmla="*/ 3702094 w 7467600"/>
              <a:gd name="connsiteY389" fmla="*/ 5549194 h 6858000"/>
              <a:gd name="connsiteX390" fmla="*/ 3398355 w 7467600"/>
              <a:gd name="connsiteY390" fmla="*/ 6094603 h 6858000"/>
              <a:gd name="connsiteX391" fmla="*/ 3193941 w 7467600"/>
              <a:gd name="connsiteY391" fmla="*/ 6798775 h 6858000"/>
              <a:gd name="connsiteX392" fmla="*/ 3184140 w 7467600"/>
              <a:gd name="connsiteY392" fmla="*/ 6858000 h 6858000"/>
              <a:gd name="connsiteX393" fmla="*/ 3099978 w 7467600"/>
              <a:gd name="connsiteY393" fmla="*/ 6858000 h 6858000"/>
              <a:gd name="connsiteX394" fmla="*/ 3101556 w 7467600"/>
              <a:gd name="connsiteY394" fmla="*/ 6843337 h 6858000"/>
              <a:gd name="connsiteX395" fmla="*/ 3370162 w 7467600"/>
              <a:gd name="connsiteY395" fmla="*/ 5785550 h 6858000"/>
              <a:gd name="connsiteX396" fmla="*/ 3746477 w 7467600"/>
              <a:gd name="connsiteY396" fmla="*/ 5377889 h 6858000"/>
              <a:gd name="connsiteX397" fmla="*/ 3863399 w 7467600"/>
              <a:gd name="connsiteY397" fmla="*/ 5087257 h 6858000"/>
              <a:gd name="connsiteX398" fmla="*/ 3968712 w 7467600"/>
              <a:gd name="connsiteY398" fmla="*/ 4913989 h 6858000"/>
              <a:gd name="connsiteX399" fmla="*/ 2792390 w 7467600"/>
              <a:gd name="connsiteY399" fmla="*/ 5382974 h 6858000"/>
              <a:gd name="connsiteX400" fmla="*/ 2714982 w 7467600"/>
              <a:gd name="connsiteY400" fmla="*/ 5427051 h 6858000"/>
              <a:gd name="connsiteX401" fmla="*/ 2813361 w 7467600"/>
              <a:gd name="connsiteY401" fmla="*/ 6023912 h 6858000"/>
              <a:gd name="connsiteX402" fmla="*/ 2688430 w 7467600"/>
              <a:gd name="connsiteY402" fmla="*/ 6801564 h 6858000"/>
              <a:gd name="connsiteX403" fmla="*/ 2629626 w 7467600"/>
              <a:gd name="connsiteY403" fmla="*/ 6763394 h 6858000"/>
              <a:gd name="connsiteX404" fmla="*/ 2565328 w 7467600"/>
              <a:gd name="connsiteY404" fmla="*/ 5516399 h 6858000"/>
              <a:gd name="connsiteX405" fmla="*/ 1922999 w 7467600"/>
              <a:gd name="connsiteY405" fmla="*/ 5980343 h 6858000"/>
              <a:gd name="connsiteX406" fmla="*/ 1950261 w 7467600"/>
              <a:gd name="connsiteY406" fmla="*/ 6405858 h 6858000"/>
              <a:gd name="connsiteX407" fmla="*/ 2365554 w 7467600"/>
              <a:gd name="connsiteY407" fmla="*/ 6759107 h 6858000"/>
              <a:gd name="connsiteX408" fmla="*/ 2424142 w 7467600"/>
              <a:gd name="connsiteY408" fmla="*/ 6858000 h 6858000"/>
              <a:gd name="connsiteX409" fmla="*/ 2395994 w 7467600"/>
              <a:gd name="connsiteY409" fmla="*/ 6858000 h 6858000"/>
              <a:gd name="connsiteX410" fmla="*/ 2392863 w 7467600"/>
              <a:gd name="connsiteY410" fmla="*/ 6852964 h 6858000"/>
              <a:gd name="connsiteX411" fmla="*/ 2017589 w 7467600"/>
              <a:gd name="connsiteY411" fmla="*/ 6493982 h 6858000"/>
              <a:gd name="connsiteX412" fmla="*/ 2147336 w 7467600"/>
              <a:gd name="connsiteY412" fmla="*/ 6594052 h 6858000"/>
              <a:gd name="connsiteX413" fmla="*/ 2207047 w 7467600"/>
              <a:gd name="connsiteY413" fmla="*/ 6654540 h 6858000"/>
              <a:gd name="connsiteX414" fmla="*/ 2299106 w 7467600"/>
              <a:gd name="connsiteY414" fmla="*/ 6778931 h 6858000"/>
              <a:gd name="connsiteX415" fmla="*/ 2314430 w 7467600"/>
              <a:gd name="connsiteY415" fmla="*/ 6801144 h 6858000"/>
              <a:gd name="connsiteX416" fmla="*/ 2352406 w 7467600"/>
              <a:gd name="connsiteY416" fmla="*/ 6858000 h 6858000"/>
              <a:gd name="connsiteX417" fmla="*/ 2314492 w 7467600"/>
              <a:gd name="connsiteY417" fmla="*/ 6858000 h 6858000"/>
              <a:gd name="connsiteX418" fmla="*/ 2288095 w 7467600"/>
              <a:gd name="connsiteY418" fmla="*/ 6818030 h 6858000"/>
              <a:gd name="connsiteX419" fmla="*/ 2272768 w 7467600"/>
              <a:gd name="connsiteY419" fmla="*/ 6795822 h 6858000"/>
              <a:gd name="connsiteX420" fmla="*/ 2182715 w 7467600"/>
              <a:gd name="connsiteY420" fmla="*/ 6675071 h 6858000"/>
              <a:gd name="connsiteX421" fmla="*/ 2032061 w 7467600"/>
              <a:gd name="connsiteY421" fmla="*/ 6541380 h 6858000"/>
              <a:gd name="connsiteX422" fmla="*/ 2257220 w 7467600"/>
              <a:gd name="connsiteY422" fmla="*/ 6826257 h 6858000"/>
              <a:gd name="connsiteX423" fmla="*/ 2281324 w 7467600"/>
              <a:gd name="connsiteY423" fmla="*/ 6858000 h 6858000"/>
              <a:gd name="connsiteX424" fmla="*/ 2242860 w 7467600"/>
              <a:gd name="connsiteY424" fmla="*/ 6858000 h 6858000"/>
              <a:gd name="connsiteX425" fmla="*/ 2232818 w 7467600"/>
              <a:gd name="connsiteY425" fmla="*/ 6844926 h 6858000"/>
              <a:gd name="connsiteX426" fmla="*/ 1990172 w 7467600"/>
              <a:gd name="connsiteY426" fmla="*/ 6542121 h 6858000"/>
              <a:gd name="connsiteX427" fmla="*/ 2124090 w 7467600"/>
              <a:gd name="connsiteY427" fmla="*/ 6761017 h 6858000"/>
              <a:gd name="connsiteX428" fmla="*/ 2200380 w 7467600"/>
              <a:gd name="connsiteY428" fmla="*/ 6858000 h 6858000"/>
              <a:gd name="connsiteX429" fmla="*/ 2147507 w 7467600"/>
              <a:gd name="connsiteY429" fmla="*/ 6858000 h 6858000"/>
              <a:gd name="connsiteX430" fmla="*/ 2070668 w 7467600"/>
              <a:gd name="connsiteY430" fmla="*/ 6761520 h 6858000"/>
              <a:gd name="connsiteX431" fmla="*/ 1975142 w 7467600"/>
              <a:gd name="connsiteY431" fmla="*/ 6585570 h 6858000"/>
              <a:gd name="connsiteX432" fmla="*/ 2050035 w 7467600"/>
              <a:gd name="connsiteY432" fmla="*/ 6813345 h 6858000"/>
              <a:gd name="connsiteX433" fmla="*/ 2063025 w 7467600"/>
              <a:gd name="connsiteY433" fmla="*/ 6858000 h 6858000"/>
              <a:gd name="connsiteX434" fmla="*/ 2021675 w 7467600"/>
              <a:gd name="connsiteY434" fmla="*/ 6858000 h 6858000"/>
              <a:gd name="connsiteX435" fmla="*/ 2019308 w 7467600"/>
              <a:gd name="connsiteY435" fmla="*/ 6847118 h 6858000"/>
              <a:gd name="connsiteX436" fmla="*/ 1938835 w 7467600"/>
              <a:gd name="connsiteY436" fmla="*/ 6551160 h 6858000"/>
              <a:gd name="connsiteX437" fmla="*/ 1953230 w 7467600"/>
              <a:gd name="connsiteY437" fmla="*/ 6759699 h 6858000"/>
              <a:gd name="connsiteX438" fmla="*/ 1956763 w 7467600"/>
              <a:gd name="connsiteY438" fmla="*/ 6778191 h 6858000"/>
              <a:gd name="connsiteX439" fmla="*/ 1967925 w 7467600"/>
              <a:gd name="connsiteY439" fmla="*/ 6858000 h 6858000"/>
              <a:gd name="connsiteX440" fmla="*/ 1936622 w 7467600"/>
              <a:gd name="connsiteY440" fmla="*/ 6858000 h 6858000"/>
              <a:gd name="connsiteX441" fmla="*/ 1926261 w 7467600"/>
              <a:gd name="connsiteY441" fmla="*/ 6784064 h 6858000"/>
              <a:gd name="connsiteX442" fmla="*/ 1922724 w 7467600"/>
              <a:gd name="connsiteY442" fmla="*/ 6765577 h 6858000"/>
              <a:gd name="connsiteX443" fmla="*/ 1904650 w 7467600"/>
              <a:gd name="connsiteY443" fmla="*/ 6639616 h 6858000"/>
              <a:gd name="connsiteX444" fmla="*/ 1885273 w 7467600"/>
              <a:gd name="connsiteY444" fmla="*/ 6858000 h 6858000"/>
              <a:gd name="connsiteX445" fmla="*/ 1854363 w 7467600"/>
              <a:gd name="connsiteY445" fmla="*/ 6858000 h 6858000"/>
              <a:gd name="connsiteX446" fmla="*/ 1880391 w 7467600"/>
              <a:gd name="connsiteY446" fmla="*/ 6603796 h 6858000"/>
              <a:gd name="connsiteX447" fmla="*/ 1818273 w 7467600"/>
              <a:gd name="connsiteY447" fmla="*/ 6715729 h 6858000"/>
              <a:gd name="connsiteX448" fmla="*/ 1794691 w 7467600"/>
              <a:gd name="connsiteY448" fmla="*/ 6843239 h 6858000"/>
              <a:gd name="connsiteX449" fmla="*/ 1794914 w 7467600"/>
              <a:gd name="connsiteY449" fmla="*/ 6858000 h 6858000"/>
              <a:gd name="connsiteX450" fmla="*/ 1746128 w 7467600"/>
              <a:gd name="connsiteY450" fmla="*/ 6858000 h 6858000"/>
              <a:gd name="connsiteX451" fmla="*/ 1753934 w 7467600"/>
              <a:gd name="connsiteY451" fmla="*/ 6724796 h 6858000"/>
              <a:gd name="connsiteX452" fmla="*/ 1792053 w 7467600"/>
              <a:gd name="connsiteY452" fmla="*/ 6572396 h 6858000"/>
              <a:gd name="connsiteX453" fmla="*/ 1862248 w 7467600"/>
              <a:gd name="connsiteY453" fmla="*/ 6266397 h 6858000"/>
              <a:gd name="connsiteX454" fmla="*/ 1862250 w 7467600"/>
              <a:gd name="connsiteY454" fmla="*/ 6033531 h 6858000"/>
              <a:gd name="connsiteX455" fmla="*/ 1211999 w 7467600"/>
              <a:gd name="connsiteY455" fmla="*/ 6683610 h 6858000"/>
              <a:gd name="connsiteX456" fmla="*/ 1213266 w 7467600"/>
              <a:gd name="connsiteY456" fmla="*/ 6691947 h 6858000"/>
              <a:gd name="connsiteX457" fmla="*/ 1203370 w 7467600"/>
              <a:gd name="connsiteY457" fmla="*/ 6850676 h 6858000"/>
              <a:gd name="connsiteX458" fmla="*/ 1203671 w 7467600"/>
              <a:gd name="connsiteY458" fmla="*/ 6858000 h 6858000"/>
              <a:gd name="connsiteX459" fmla="*/ 1143180 w 7467600"/>
              <a:gd name="connsiteY459" fmla="*/ 6858000 h 6858000"/>
              <a:gd name="connsiteX460" fmla="*/ 1142176 w 7467600"/>
              <a:gd name="connsiteY460" fmla="*/ 6766045 h 6858000"/>
              <a:gd name="connsiteX461" fmla="*/ 1067484 w 7467600"/>
              <a:gd name="connsiteY461" fmla="*/ 6858000 h 6858000"/>
              <a:gd name="connsiteX462" fmla="*/ 953928 w 7467600"/>
              <a:gd name="connsiteY462" fmla="*/ 6858000 h 6858000"/>
              <a:gd name="connsiteX463" fmla="*/ 959715 w 7467600"/>
              <a:gd name="connsiteY463" fmla="*/ 6850185 h 6858000"/>
              <a:gd name="connsiteX464" fmla="*/ 1483788 w 7467600"/>
              <a:gd name="connsiteY464" fmla="*/ 6259174 h 6858000"/>
              <a:gd name="connsiteX465" fmla="*/ 1100671 w 7467600"/>
              <a:gd name="connsiteY465" fmla="*/ 6252137 h 6858000"/>
              <a:gd name="connsiteX466" fmla="*/ 1090144 w 7467600"/>
              <a:gd name="connsiteY466" fmla="*/ 6256748 h 6858000"/>
              <a:gd name="connsiteX467" fmla="*/ 1095872 w 7467600"/>
              <a:gd name="connsiteY467" fmla="*/ 6271892 h 6858000"/>
              <a:gd name="connsiteX468" fmla="*/ 262785 w 7467600"/>
              <a:gd name="connsiteY468" fmla="*/ 6845450 h 6858000"/>
              <a:gd name="connsiteX469" fmla="*/ 209968 w 7467600"/>
              <a:gd name="connsiteY469" fmla="*/ 6770713 h 6858000"/>
              <a:gd name="connsiteX470" fmla="*/ 873460 w 7467600"/>
              <a:gd name="connsiteY470" fmla="*/ 6253768 h 6858000"/>
              <a:gd name="connsiteX471" fmla="*/ 192686 w 7467600"/>
              <a:gd name="connsiteY471" fmla="*/ 5849257 h 6858000"/>
              <a:gd name="connsiteX472" fmla="*/ 4696 w 7467600"/>
              <a:gd name="connsiteY472" fmla="*/ 5697668 h 6858000"/>
              <a:gd name="connsiteX473" fmla="*/ 0 w 7467600"/>
              <a:gd name="connsiteY473" fmla="*/ 5689984 h 6858000"/>
              <a:gd name="connsiteX474" fmla="*/ 0 w 7467600"/>
              <a:gd name="connsiteY474" fmla="*/ 5513472 h 6858000"/>
              <a:gd name="connsiteX475" fmla="*/ 174101 w 7467600"/>
              <a:gd name="connsiteY475" fmla="*/ 5620277 h 6858000"/>
              <a:gd name="connsiteX476" fmla="*/ 891800 w 7467600"/>
              <a:gd name="connsiteY476" fmla="*/ 6036935 h 6858000"/>
              <a:gd name="connsiteX477" fmla="*/ 1072219 w 7467600"/>
              <a:gd name="connsiteY477" fmla="*/ 6169443 h 6858000"/>
              <a:gd name="connsiteX478" fmla="*/ 1074117 w 7467600"/>
              <a:gd name="connsiteY478" fmla="*/ 6170301 h 6858000"/>
              <a:gd name="connsiteX479" fmla="*/ 1083114 w 7467600"/>
              <a:gd name="connsiteY479" fmla="*/ 6174131 h 6858000"/>
              <a:gd name="connsiteX480" fmla="*/ 1543010 w 7467600"/>
              <a:gd name="connsiteY480" fmla="*/ 6191140 h 6858000"/>
              <a:gd name="connsiteX481" fmla="*/ 1551080 w 7467600"/>
              <a:gd name="connsiteY481" fmla="*/ 6195006 h 6858000"/>
              <a:gd name="connsiteX482" fmla="*/ 2345443 w 7467600"/>
              <a:gd name="connsiteY482" fmla="*/ 5549882 h 6858000"/>
              <a:gd name="connsiteX483" fmla="*/ 1721499 w 7467600"/>
              <a:gd name="connsiteY483" fmla="*/ 5599969 h 6858000"/>
              <a:gd name="connsiteX484" fmla="*/ 767716 w 7467600"/>
              <a:gd name="connsiteY484" fmla="*/ 5472768 h 6858000"/>
              <a:gd name="connsiteX485" fmla="*/ 722147 w 7467600"/>
              <a:gd name="connsiteY485" fmla="*/ 5393091 h 6858000"/>
              <a:gd name="connsiteX486" fmla="*/ 1485552 w 7467600"/>
              <a:gd name="connsiteY486" fmla="*/ 5313202 h 6858000"/>
              <a:gd name="connsiteX487" fmla="*/ 2143004 w 7467600"/>
              <a:gd name="connsiteY487" fmla="*/ 5402420 h 6858000"/>
              <a:gd name="connsiteX488" fmla="*/ 1933391 w 7467600"/>
              <a:gd name="connsiteY488" fmla="*/ 5156971 h 6858000"/>
              <a:gd name="connsiteX489" fmla="*/ 1827118 w 7467600"/>
              <a:gd name="connsiteY489" fmla="*/ 4968410 h 6858000"/>
              <a:gd name="connsiteX490" fmla="*/ 1837349 w 7467600"/>
              <a:gd name="connsiteY490" fmla="*/ 4956357 h 6858000"/>
              <a:gd name="connsiteX491" fmla="*/ 2162835 w 7467600"/>
              <a:gd name="connsiteY491" fmla="*/ 5187853 h 6858000"/>
              <a:gd name="connsiteX492" fmla="*/ 2257167 w 7467600"/>
              <a:gd name="connsiteY492" fmla="*/ 5462123 h 6858000"/>
              <a:gd name="connsiteX493" fmla="*/ 2261598 w 7467600"/>
              <a:gd name="connsiteY493" fmla="*/ 5467998 h 6858000"/>
              <a:gd name="connsiteX494" fmla="*/ 2437177 w 7467600"/>
              <a:gd name="connsiteY494" fmla="*/ 5479608 h 6858000"/>
              <a:gd name="connsiteX495" fmla="*/ 2445247 w 7467600"/>
              <a:gd name="connsiteY495" fmla="*/ 5483476 h 6858000"/>
              <a:gd name="connsiteX496" fmla="*/ 2743626 w 7467600"/>
              <a:gd name="connsiteY496" fmla="*/ 5304819 h 6858000"/>
              <a:gd name="connsiteX497" fmla="*/ 3048102 w 7467600"/>
              <a:gd name="connsiteY497" fmla="*/ 5150595 h 6858000"/>
              <a:gd name="connsiteX498" fmla="*/ 1799414 w 7467600"/>
              <a:gd name="connsiteY498" fmla="*/ 4694732 h 6858000"/>
              <a:gd name="connsiteX499" fmla="*/ 1771735 w 7467600"/>
              <a:gd name="connsiteY499" fmla="*/ 4619929 h 6858000"/>
              <a:gd name="connsiteX500" fmla="*/ 3104273 w 7467600"/>
              <a:gd name="connsiteY500" fmla="*/ 5076159 h 6858000"/>
              <a:gd name="connsiteX501" fmla="*/ 3113245 w 7467600"/>
              <a:gd name="connsiteY501" fmla="*/ 5090705 h 6858000"/>
              <a:gd name="connsiteX502" fmla="*/ 3126294 w 7467600"/>
              <a:gd name="connsiteY502" fmla="*/ 5114400 h 6858000"/>
              <a:gd name="connsiteX503" fmla="*/ 3937433 w 7467600"/>
              <a:gd name="connsiteY503" fmla="*/ 4830473 h 6858000"/>
              <a:gd name="connsiteX504" fmla="*/ 3590475 w 7467600"/>
              <a:gd name="connsiteY504" fmla="*/ 4597974 h 6858000"/>
              <a:gd name="connsiteX505" fmla="*/ 3100264 w 7467600"/>
              <a:gd name="connsiteY505" fmla="*/ 4579845 h 6858000"/>
              <a:gd name="connsiteX506" fmla="*/ 2183576 w 7467600"/>
              <a:gd name="connsiteY506" fmla="*/ 4227150 h 6858000"/>
              <a:gd name="connsiteX507" fmla="*/ 2151029 w 7467600"/>
              <a:gd name="connsiteY507" fmla="*/ 4146947 h 6858000"/>
              <a:gd name="connsiteX508" fmla="*/ 3563434 w 7467600"/>
              <a:gd name="connsiteY508" fmla="*/ 4469115 h 6858000"/>
              <a:gd name="connsiteX509" fmla="*/ 3177952 w 7467600"/>
              <a:gd name="connsiteY509" fmla="*/ 3657386 h 6858000"/>
              <a:gd name="connsiteX510" fmla="*/ 3189263 w 7467600"/>
              <a:gd name="connsiteY510" fmla="*/ 3625726 h 6858000"/>
              <a:gd name="connsiteX511" fmla="*/ 3560912 w 7467600"/>
              <a:gd name="connsiteY511" fmla="*/ 4079863 h 6858000"/>
              <a:gd name="connsiteX512" fmla="*/ 3626636 w 7467600"/>
              <a:gd name="connsiteY512" fmla="*/ 4512230 h 6858000"/>
              <a:gd name="connsiteX513" fmla="*/ 3653088 w 7467600"/>
              <a:gd name="connsiteY513" fmla="*/ 4521417 h 6858000"/>
              <a:gd name="connsiteX514" fmla="*/ 3988128 w 7467600"/>
              <a:gd name="connsiteY514" fmla="*/ 4817267 h 6858000"/>
              <a:gd name="connsiteX515" fmla="*/ 4830582 w 7467600"/>
              <a:gd name="connsiteY515" fmla="*/ 4676000 h 6858000"/>
              <a:gd name="connsiteX516" fmla="*/ 4830100 w 7467600"/>
              <a:gd name="connsiteY516" fmla="*/ 4675554 h 6858000"/>
              <a:gd name="connsiteX517" fmla="*/ 4036318 w 7467600"/>
              <a:gd name="connsiteY517" fmla="*/ 4147013 h 6858000"/>
              <a:gd name="connsiteX518" fmla="*/ 3432098 w 7467600"/>
              <a:gd name="connsiteY518" fmla="*/ 3537312 h 6858000"/>
              <a:gd name="connsiteX519" fmla="*/ 3446761 w 7467600"/>
              <a:gd name="connsiteY519" fmla="*/ 3461278 h 6858000"/>
              <a:gd name="connsiteX520" fmla="*/ 4419733 w 7467600"/>
              <a:gd name="connsiteY520" fmla="*/ 3963555 h 6858000"/>
              <a:gd name="connsiteX521" fmla="*/ 4781371 w 7467600"/>
              <a:gd name="connsiteY521" fmla="*/ 4458604 h 6858000"/>
              <a:gd name="connsiteX522" fmla="*/ 4780440 w 7467600"/>
              <a:gd name="connsiteY522" fmla="*/ 4470290 h 6858000"/>
              <a:gd name="connsiteX523" fmla="*/ 4898954 w 7467600"/>
              <a:gd name="connsiteY523" fmla="*/ 4662092 h 6858000"/>
              <a:gd name="connsiteX524" fmla="*/ 4900699 w 7467600"/>
              <a:gd name="connsiteY524" fmla="*/ 4670867 h 6858000"/>
              <a:gd name="connsiteX525" fmla="*/ 5714511 w 7467600"/>
              <a:gd name="connsiteY525" fmla="*/ 4663483 h 6858000"/>
              <a:gd name="connsiteX526" fmla="*/ 5464793 w 7467600"/>
              <a:gd name="connsiteY526" fmla="*/ 4393556 h 6858000"/>
              <a:gd name="connsiteX527" fmla="*/ 5461897 w 7467600"/>
              <a:gd name="connsiteY527" fmla="*/ 4390879 h 6858000"/>
              <a:gd name="connsiteX528" fmla="*/ 4294126 w 7467600"/>
              <a:gd name="connsiteY528" fmla="*/ 3303048 h 6858000"/>
              <a:gd name="connsiteX529" fmla="*/ 4305321 w 7467600"/>
              <a:gd name="connsiteY529" fmla="*/ 3256953 h 6858000"/>
              <a:gd name="connsiteX530" fmla="*/ 4949299 w 7467600"/>
              <a:gd name="connsiteY530" fmla="*/ 3766336 h 6858000"/>
              <a:gd name="connsiteX531" fmla="*/ 5291452 w 7467600"/>
              <a:gd name="connsiteY531" fmla="*/ 4076801 h 6858000"/>
              <a:gd name="connsiteX532" fmla="*/ 5434998 w 7467600"/>
              <a:gd name="connsiteY532" fmla="*/ 4254100 h 6858000"/>
              <a:gd name="connsiteX533" fmla="*/ 5351015 w 7467600"/>
              <a:gd name="connsiteY533" fmla="*/ 3760989 h 6858000"/>
              <a:gd name="connsiteX534" fmla="*/ 5413780 w 7467600"/>
              <a:gd name="connsiteY534" fmla="*/ 2966265 h 6858000"/>
              <a:gd name="connsiteX535" fmla="*/ 5425627 w 7467600"/>
              <a:gd name="connsiteY535" fmla="*/ 2954192 h 6858000"/>
              <a:gd name="connsiteX536" fmla="*/ 6604735 w 7467600"/>
              <a:gd name="connsiteY536" fmla="*/ 2041381 h 6858000"/>
              <a:gd name="connsiteX537" fmla="*/ 7204487 w 7467600"/>
              <a:gd name="connsiteY537" fmla="*/ 2742112 h 6858000"/>
              <a:gd name="connsiteX538" fmla="*/ 7131592 w 7467600"/>
              <a:gd name="connsiteY538" fmla="*/ 2672096 h 6858000"/>
              <a:gd name="connsiteX539" fmla="*/ 6996344 w 7467600"/>
              <a:gd name="connsiteY539" fmla="*/ 2518310 h 6858000"/>
              <a:gd name="connsiteX540" fmla="*/ 6735495 w 7467600"/>
              <a:gd name="connsiteY540" fmla="*/ 2196890 h 6858000"/>
              <a:gd name="connsiteX541" fmla="*/ 6721901 w 7467600"/>
              <a:gd name="connsiteY541" fmla="*/ 2179274 h 6858000"/>
              <a:gd name="connsiteX542" fmla="*/ 6604735 w 7467600"/>
              <a:gd name="connsiteY542" fmla="*/ 2041381 h 6858000"/>
              <a:gd name="connsiteX543" fmla="*/ 6591670 w 7467600"/>
              <a:gd name="connsiteY543" fmla="*/ 1988277 h 6858000"/>
              <a:gd name="connsiteX544" fmla="*/ 6747349 w 7467600"/>
              <a:gd name="connsiteY544" fmla="*/ 2160069 h 6858000"/>
              <a:gd name="connsiteX545" fmla="*/ 6760943 w 7467600"/>
              <a:gd name="connsiteY545" fmla="*/ 2177686 h 6858000"/>
              <a:gd name="connsiteX546" fmla="*/ 7021065 w 7467600"/>
              <a:gd name="connsiteY546" fmla="*/ 2498102 h 6858000"/>
              <a:gd name="connsiteX547" fmla="*/ 7155223 w 7467600"/>
              <a:gd name="connsiteY547" fmla="*/ 2650386 h 6858000"/>
              <a:gd name="connsiteX548" fmla="*/ 7203167 w 7467600"/>
              <a:gd name="connsiteY548" fmla="*/ 2697288 h 6858000"/>
              <a:gd name="connsiteX549" fmla="*/ 6937703 w 7467600"/>
              <a:gd name="connsiteY549" fmla="*/ 2321981 h 6858000"/>
              <a:gd name="connsiteX550" fmla="*/ 6591670 w 7467600"/>
              <a:gd name="connsiteY550" fmla="*/ 1988277 h 6858000"/>
              <a:gd name="connsiteX551" fmla="*/ 5798671 w 7467600"/>
              <a:gd name="connsiteY551" fmla="*/ 1981601 h 6858000"/>
              <a:gd name="connsiteX552" fmla="*/ 5754709 w 7467600"/>
              <a:gd name="connsiteY552" fmla="*/ 2071454 h 6858000"/>
              <a:gd name="connsiteX553" fmla="*/ 5763044 w 7467600"/>
              <a:gd name="connsiteY553" fmla="*/ 2842206 h 6858000"/>
              <a:gd name="connsiteX554" fmla="*/ 5764974 w 7467600"/>
              <a:gd name="connsiteY554" fmla="*/ 2799609 h 6858000"/>
              <a:gd name="connsiteX555" fmla="*/ 5767665 w 7467600"/>
              <a:gd name="connsiteY555" fmla="*/ 2666409 h 6858000"/>
              <a:gd name="connsiteX556" fmla="*/ 5763055 w 7467600"/>
              <a:gd name="connsiteY556" fmla="*/ 2579705 h 6858000"/>
              <a:gd name="connsiteX557" fmla="*/ 5758079 w 7467600"/>
              <a:gd name="connsiteY557" fmla="*/ 2492508 h 6858000"/>
              <a:gd name="connsiteX558" fmla="*/ 5779325 w 7467600"/>
              <a:gd name="connsiteY558" fmla="*/ 2197069 h 6858000"/>
              <a:gd name="connsiteX559" fmla="*/ 5798671 w 7467600"/>
              <a:gd name="connsiteY559" fmla="*/ 1981601 h 6858000"/>
              <a:gd name="connsiteX560" fmla="*/ 5829202 w 7467600"/>
              <a:gd name="connsiteY560" fmla="*/ 1971679 h 6858000"/>
              <a:gd name="connsiteX561" fmla="*/ 5809558 w 7467600"/>
              <a:gd name="connsiteY561" fmla="*/ 2198043 h 6858000"/>
              <a:gd name="connsiteX562" fmla="*/ 5788653 w 7467600"/>
              <a:gd name="connsiteY562" fmla="*/ 2489430 h 6858000"/>
              <a:gd name="connsiteX563" fmla="*/ 5793439 w 7467600"/>
              <a:gd name="connsiteY563" fmla="*/ 2575235 h 6858000"/>
              <a:gd name="connsiteX564" fmla="*/ 5796837 w 7467600"/>
              <a:gd name="connsiteY564" fmla="*/ 2637633 h 6858000"/>
              <a:gd name="connsiteX565" fmla="*/ 5818614 w 7467600"/>
              <a:gd name="connsiteY565" fmla="*/ 2473055 h 6858000"/>
              <a:gd name="connsiteX566" fmla="*/ 5829202 w 7467600"/>
              <a:gd name="connsiteY566" fmla="*/ 1971679 h 6858000"/>
              <a:gd name="connsiteX567" fmla="*/ 5911389 w 7467600"/>
              <a:gd name="connsiteY567" fmla="*/ 1898371 h 6858000"/>
              <a:gd name="connsiteX568" fmla="*/ 6237627 w 7467600"/>
              <a:gd name="connsiteY568" fmla="*/ 2231921 h 6858000"/>
              <a:gd name="connsiteX569" fmla="*/ 5911389 w 7467600"/>
              <a:gd name="connsiteY569" fmla="*/ 1898371 h 6858000"/>
              <a:gd name="connsiteX570" fmla="*/ 6944437 w 7467600"/>
              <a:gd name="connsiteY570" fmla="*/ 1575402 h 6858000"/>
              <a:gd name="connsiteX571" fmla="*/ 6304730 w 7467600"/>
              <a:gd name="connsiteY571" fmla="*/ 1766654 h 6858000"/>
              <a:gd name="connsiteX572" fmla="*/ 6944437 w 7467600"/>
              <a:gd name="connsiteY572" fmla="*/ 1575402 h 6858000"/>
              <a:gd name="connsiteX573" fmla="*/ 7019523 w 7467600"/>
              <a:gd name="connsiteY573" fmla="*/ 1519450 h 6858000"/>
              <a:gd name="connsiteX574" fmla="*/ 6298091 w 7467600"/>
              <a:gd name="connsiteY574" fmla="*/ 1737122 h 6858000"/>
              <a:gd name="connsiteX575" fmla="*/ 7019523 w 7467600"/>
              <a:gd name="connsiteY575" fmla="*/ 1519450 h 6858000"/>
              <a:gd name="connsiteX576" fmla="*/ 2399523 w 7467600"/>
              <a:gd name="connsiteY576" fmla="*/ 1428234 h 6858000"/>
              <a:gd name="connsiteX577" fmla="*/ 2224982 w 7467600"/>
              <a:gd name="connsiteY577" fmla="*/ 1826201 h 6858000"/>
              <a:gd name="connsiteX578" fmla="*/ 2096099 w 7467600"/>
              <a:gd name="connsiteY578" fmla="*/ 2345900 h 6858000"/>
              <a:gd name="connsiteX579" fmla="*/ 2283317 w 7467600"/>
              <a:gd name="connsiteY579" fmla="*/ 1796925 h 6858000"/>
              <a:gd name="connsiteX580" fmla="*/ 2399523 w 7467600"/>
              <a:gd name="connsiteY580" fmla="*/ 1428234 h 6858000"/>
              <a:gd name="connsiteX581" fmla="*/ 2448558 w 7467600"/>
              <a:gd name="connsiteY581" fmla="*/ 1373435 h 6858000"/>
              <a:gd name="connsiteX582" fmla="*/ 2312521 w 7467600"/>
              <a:gd name="connsiteY582" fmla="*/ 1806140 h 6858000"/>
              <a:gd name="connsiteX583" fmla="*/ 2127533 w 7467600"/>
              <a:gd name="connsiteY583" fmla="*/ 2348380 h 6858000"/>
              <a:gd name="connsiteX584" fmla="*/ 2358080 w 7467600"/>
              <a:gd name="connsiteY584" fmla="*/ 1866134 h 6858000"/>
              <a:gd name="connsiteX585" fmla="*/ 2407436 w 7467600"/>
              <a:gd name="connsiteY585" fmla="*/ 1651070 h 6858000"/>
              <a:gd name="connsiteX586" fmla="*/ 2448558 w 7467600"/>
              <a:gd name="connsiteY586" fmla="*/ 1373435 h 6858000"/>
              <a:gd name="connsiteX587" fmla="*/ 278707 w 7467600"/>
              <a:gd name="connsiteY587" fmla="*/ 1352270 h 6858000"/>
              <a:gd name="connsiteX588" fmla="*/ 321570 w 7467600"/>
              <a:gd name="connsiteY588" fmla="*/ 1861610 h 6858000"/>
              <a:gd name="connsiteX589" fmla="*/ 294281 w 7467600"/>
              <a:gd name="connsiteY589" fmla="*/ 1440658 h 6858000"/>
              <a:gd name="connsiteX590" fmla="*/ 278707 w 7467600"/>
              <a:gd name="connsiteY590" fmla="*/ 1352270 h 6858000"/>
              <a:gd name="connsiteX591" fmla="*/ 1423821 w 7467600"/>
              <a:gd name="connsiteY591" fmla="*/ 1351958 h 6858000"/>
              <a:gd name="connsiteX592" fmla="*/ 1638521 w 7467600"/>
              <a:gd name="connsiteY592" fmla="*/ 1908470 h 6858000"/>
              <a:gd name="connsiteX593" fmla="*/ 1754199 w 7467600"/>
              <a:gd name="connsiteY593" fmla="*/ 2149284 h 6858000"/>
              <a:gd name="connsiteX594" fmla="*/ 1908359 w 7467600"/>
              <a:gd name="connsiteY594" fmla="*/ 2364988 h 6858000"/>
              <a:gd name="connsiteX595" fmla="*/ 1647661 w 7467600"/>
              <a:gd name="connsiteY595" fmla="*/ 1825945 h 6858000"/>
              <a:gd name="connsiteX596" fmla="*/ 1423821 w 7467600"/>
              <a:gd name="connsiteY596" fmla="*/ 1351958 h 6858000"/>
              <a:gd name="connsiteX597" fmla="*/ 1431890 w 7467600"/>
              <a:gd name="connsiteY597" fmla="*/ 1306475 h 6858000"/>
              <a:gd name="connsiteX598" fmla="*/ 1507597 w 7467600"/>
              <a:gd name="connsiteY598" fmla="*/ 1446132 h 6858000"/>
              <a:gd name="connsiteX599" fmla="*/ 1674586 w 7467600"/>
              <a:gd name="connsiteY599" fmla="*/ 1813832 h 6858000"/>
              <a:gd name="connsiteX600" fmla="*/ 1815950 w 7467600"/>
              <a:gd name="connsiteY600" fmla="*/ 2128564 h 6858000"/>
              <a:gd name="connsiteX601" fmla="*/ 1984242 w 7467600"/>
              <a:gd name="connsiteY601" fmla="*/ 2430829 h 6858000"/>
              <a:gd name="connsiteX602" fmla="*/ 2014023 w 7467600"/>
              <a:gd name="connsiteY602" fmla="*/ 2450995 h 6858000"/>
              <a:gd name="connsiteX603" fmla="*/ 1747337 w 7467600"/>
              <a:gd name="connsiteY603" fmla="*/ 1855264 h 6858000"/>
              <a:gd name="connsiteX604" fmla="*/ 1533749 w 7467600"/>
              <a:gd name="connsiteY604" fmla="*/ 1478656 h 6858000"/>
              <a:gd name="connsiteX605" fmla="*/ 1431890 w 7467600"/>
              <a:gd name="connsiteY605" fmla="*/ 1306475 h 6858000"/>
              <a:gd name="connsiteX606" fmla="*/ 5052692 w 7467600"/>
              <a:gd name="connsiteY606" fmla="*/ 1292994 h 6858000"/>
              <a:gd name="connsiteX607" fmla="*/ 5200661 w 7467600"/>
              <a:gd name="connsiteY607" fmla="*/ 1635186 h 6858000"/>
              <a:gd name="connsiteX608" fmla="*/ 5297138 w 7467600"/>
              <a:gd name="connsiteY608" fmla="*/ 1906351 h 6858000"/>
              <a:gd name="connsiteX609" fmla="*/ 5052692 w 7467600"/>
              <a:gd name="connsiteY609" fmla="*/ 1292994 h 6858000"/>
              <a:gd name="connsiteX610" fmla="*/ 5009948 w 7467600"/>
              <a:gd name="connsiteY610" fmla="*/ 1273619 h 6858000"/>
              <a:gd name="connsiteX611" fmla="*/ 5121777 w 7467600"/>
              <a:gd name="connsiteY611" fmla="*/ 1654213 h 6858000"/>
              <a:gd name="connsiteX612" fmla="*/ 5293545 w 7467600"/>
              <a:gd name="connsiteY612" fmla="*/ 2072247 h 6858000"/>
              <a:gd name="connsiteX613" fmla="*/ 5294042 w 7467600"/>
              <a:gd name="connsiteY613" fmla="*/ 2065019 h 6858000"/>
              <a:gd name="connsiteX614" fmla="*/ 5171936 w 7467600"/>
              <a:gd name="connsiteY614" fmla="*/ 1647613 h 6858000"/>
              <a:gd name="connsiteX615" fmla="*/ 5009948 w 7467600"/>
              <a:gd name="connsiteY615" fmla="*/ 1273619 h 6858000"/>
              <a:gd name="connsiteX616" fmla="*/ 655236 w 7467600"/>
              <a:gd name="connsiteY616" fmla="*/ 1268632 h 6858000"/>
              <a:gd name="connsiteX617" fmla="*/ 839521 w 7467600"/>
              <a:gd name="connsiteY617" fmla="*/ 1685315 h 6858000"/>
              <a:gd name="connsiteX618" fmla="*/ 1109416 w 7467600"/>
              <a:gd name="connsiteY618" fmla="*/ 2061663 h 6858000"/>
              <a:gd name="connsiteX619" fmla="*/ 1298300 w 7467600"/>
              <a:gd name="connsiteY619" fmla="*/ 2247742 h 6858000"/>
              <a:gd name="connsiteX620" fmla="*/ 1125871 w 7467600"/>
              <a:gd name="connsiteY620" fmla="*/ 1989513 h 6858000"/>
              <a:gd name="connsiteX621" fmla="*/ 981574 w 7467600"/>
              <a:gd name="connsiteY621" fmla="*/ 1783157 h 6858000"/>
              <a:gd name="connsiteX622" fmla="*/ 922198 w 7467600"/>
              <a:gd name="connsiteY622" fmla="*/ 1677437 h 6858000"/>
              <a:gd name="connsiteX623" fmla="*/ 869293 w 7467600"/>
              <a:gd name="connsiteY623" fmla="*/ 1583214 h 6858000"/>
              <a:gd name="connsiteX624" fmla="*/ 751431 w 7467600"/>
              <a:gd name="connsiteY624" fmla="*/ 1405731 h 6858000"/>
              <a:gd name="connsiteX625" fmla="*/ 655236 w 7467600"/>
              <a:gd name="connsiteY625" fmla="*/ 1268632 h 6858000"/>
              <a:gd name="connsiteX626" fmla="*/ 6516292 w 7467600"/>
              <a:gd name="connsiteY626" fmla="*/ 1263064 h 6858000"/>
              <a:gd name="connsiteX627" fmla="*/ 5736320 w 7467600"/>
              <a:gd name="connsiteY627" fmla="*/ 1501803 h 6858000"/>
              <a:gd name="connsiteX628" fmla="*/ 6516292 w 7467600"/>
              <a:gd name="connsiteY628" fmla="*/ 1263064 h 6858000"/>
              <a:gd name="connsiteX629" fmla="*/ 291466 w 7467600"/>
              <a:gd name="connsiteY629" fmla="*/ 1250369 h 6858000"/>
              <a:gd name="connsiteX630" fmla="*/ 323180 w 7467600"/>
              <a:gd name="connsiteY630" fmla="*/ 1435283 h 6858000"/>
              <a:gd name="connsiteX631" fmla="*/ 349381 w 7467600"/>
              <a:gd name="connsiteY631" fmla="*/ 1875041 h 6858000"/>
              <a:gd name="connsiteX632" fmla="*/ 374363 w 7467600"/>
              <a:gd name="connsiteY632" fmla="*/ 1506494 h 6858000"/>
              <a:gd name="connsiteX633" fmla="*/ 302168 w 7467600"/>
              <a:gd name="connsiteY633" fmla="*/ 1274495 h 6858000"/>
              <a:gd name="connsiteX634" fmla="*/ 291466 w 7467600"/>
              <a:gd name="connsiteY634" fmla="*/ 1250369 h 6858000"/>
              <a:gd name="connsiteX635" fmla="*/ 678222 w 7467600"/>
              <a:gd name="connsiteY635" fmla="*/ 1248670 h 6858000"/>
              <a:gd name="connsiteX636" fmla="*/ 775536 w 7467600"/>
              <a:gd name="connsiteY636" fmla="*/ 1388015 h 6858000"/>
              <a:gd name="connsiteX637" fmla="*/ 894529 w 7467600"/>
              <a:gd name="connsiteY637" fmla="*/ 1567739 h 6858000"/>
              <a:gd name="connsiteX638" fmla="*/ 948000 w 7467600"/>
              <a:gd name="connsiteY638" fmla="*/ 1663088 h 6858000"/>
              <a:gd name="connsiteX639" fmla="*/ 1006812 w 7467600"/>
              <a:gd name="connsiteY639" fmla="*/ 1767683 h 6858000"/>
              <a:gd name="connsiteX640" fmla="*/ 1149133 w 7467600"/>
              <a:gd name="connsiteY640" fmla="*/ 1971513 h 6858000"/>
              <a:gd name="connsiteX641" fmla="*/ 1333952 w 7467600"/>
              <a:gd name="connsiteY641" fmla="*/ 2251620 h 6858000"/>
              <a:gd name="connsiteX642" fmla="*/ 1337329 w 7467600"/>
              <a:gd name="connsiteY642" fmla="*/ 2258350 h 6858000"/>
              <a:gd name="connsiteX643" fmla="*/ 1014726 w 7467600"/>
              <a:gd name="connsiteY643" fmla="*/ 1615556 h 6858000"/>
              <a:gd name="connsiteX644" fmla="*/ 678222 w 7467600"/>
              <a:gd name="connsiteY644" fmla="*/ 1248670 h 6858000"/>
              <a:gd name="connsiteX645" fmla="*/ 6691602 w 7467600"/>
              <a:gd name="connsiteY645" fmla="*/ 1140573 h 6858000"/>
              <a:gd name="connsiteX646" fmla="*/ 6571100 w 7467600"/>
              <a:gd name="connsiteY646" fmla="*/ 1183662 h 6858000"/>
              <a:gd name="connsiteX647" fmla="*/ 6241687 w 7467600"/>
              <a:gd name="connsiteY647" fmla="*/ 1257600 h 6858000"/>
              <a:gd name="connsiteX648" fmla="*/ 5693009 w 7467600"/>
              <a:gd name="connsiteY648" fmla="*/ 1478256 h 6858000"/>
              <a:gd name="connsiteX649" fmla="*/ 6548420 w 7467600"/>
              <a:gd name="connsiteY649" fmla="*/ 1214599 h 6858000"/>
              <a:gd name="connsiteX650" fmla="*/ 6605473 w 7467600"/>
              <a:gd name="connsiteY650" fmla="*/ 1184686 h 6858000"/>
              <a:gd name="connsiteX651" fmla="*/ 6691602 w 7467600"/>
              <a:gd name="connsiteY651" fmla="*/ 1140573 h 6858000"/>
              <a:gd name="connsiteX652" fmla="*/ 4002475 w 7467600"/>
              <a:gd name="connsiteY652" fmla="*/ 1037802 h 6858000"/>
              <a:gd name="connsiteX653" fmla="*/ 4000324 w 7467600"/>
              <a:gd name="connsiteY653" fmla="*/ 1039362 h 6858000"/>
              <a:gd name="connsiteX654" fmla="*/ 4002862 w 7467600"/>
              <a:gd name="connsiteY654" fmla="*/ 1042866 h 6858000"/>
              <a:gd name="connsiteX655" fmla="*/ 4002475 w 7467600"/>
              <a:gd name="connsiteY655" fmla="*/ 1037802 h 6858000"/>
              <a:gd name="connsiteX656" fmla="*/ 506322 w 7467600"/>
              <a:gd name="connsiteY656" fmla="*/ 1020997 h 6858000"/>
              <a:gd name="connsiteX657" fmla="*/ 533068 w 7467600"/>
              <a:gd name="connsiteY657" fmla="*/ 1029409 h 6858000"/>
              <a:gd name="connsiteX658" fmla="*/ 1232525 w 7467600"/>
              <a:gd name="connsiteY658" fmla="*/ 1804675 h 6858000"/>
              <a:gd name="connsiteX659" fmla="*/ 1388858 w 7467600"/>
              <a:gd name="connsiteY659" fmla="*/ 2368011 h 6858000"/>
              <a:gd name="connsiteX660" fmla="*/ 1384098 w 7467600"/>
              <a:gd name="connsiteY660" fmla="*/ 2378125 h 6858000"/>
              <a:gd name="connsiteX661" fmla="*/ 1425393 w 7467600"/>
              <a:gd name="connsiteY661" fmla="*/ 2589124 h 6858000"/>
              <a:gd name="connsiteX662" fmla="*/ 1424001 w 7467600"/>
              <a:gd name="connsiteY662" fmla="*/ 2597541 h 6858000"/>
              <a:gd name="connsiteX663" fmla="*/ 2152729 w 7467600"/>
              <a:gd name="connsiteY663" fmla="*/ 2864487 h 6858000"/>
              <a:gd name="connsiteX664" fmla="*/ 2020609 w 7467600"/>
              <a:gd name="connsiteY664" fmla="*/ 2539671 h 6858000"/>
              <a:gd name="connsiteX665" fmla="*/ 2018920 w 7467600"/>
              <a:gd name="connsiteY665" fmla="*/ 2536309 h 6858000"/>
              <a:gd name="connsiteX666" fmla="*/ 1342441 w 7467600"/>
              <a:gd name="connsiteY666" fmla="*/ 1173017 h 6858000"/>
              <a:gd name="connsiteX667" fmla="*/ 1367925 w 7467600"/>
              <a:gd name="connsiteY667" fmla="*/ 1135648 h 6858000"/>
              <a:gd name="connsiteX668" fmla="*/ 1771401 w 7467600"/>
              <a:gd name="connsiteY668" fmla="*/ 1806673 h 6858000"/>
              <a:gd name="connsiteX669" fmla="*/ 1972385 w 7467600"/>
              <a:gd name="connsiteY669" fmla="*/ 2198735 h 6858000"/>
              <a:gd name="connsiteX670" fmla="*/ 2040892 w 7467600"/>
              <a:gd name="connsiteY670" fmla="*/ 2405205 h 6858000"/>
              <a:gd name="connsiteX671" fmla="*/ 2131689 w 7467600"/>
              <a:gd name="connsiteY671" fmla="*/ 1936926 h 6858000"/>
              <a:gd name="connsiteX672" fmla="*/ 2454820 w 7467600"/>
              <a:gd name="connsiteY672" fmla="*/ 1248808 h 6858000"/>
              <a:gd name="connsiteX673" fmla="*/ 2492512 w 7467600"/>
              <a:gd name="connsiteY673" fmla="*/ 1302920 h 6858000"/>
              <a:gd name="connsiteX674" fmla="*/ 2081216 w 7467600"/>
              <a:gd name="connsiteY674" fmla="*/ 2527513 h 6858000"/>
              <a:gd name="connsiteX675" fmla="*/ 2081211 w 7467600"/>
              <a:gd name="connsiteY675" fmla="*/ 2528916 h 6858000"/>
              <a:gd name="connsiteX676" fmla="*/ 2199067 w 7467600"/>
              <a:gd name="connsiteY676" fmla="*/ 2884061 h 6858000"/>
              <a:gd name="connsiteX677" fmla="*/ 3192586 w 7467600"/>
              <a:gd name="connsiteY677" fmla="*/ 3411496 h 6858000"/>
              <a:gd name="connsiteX678" fmla="*/ 3182620 w 7467600"/>
              <a:gd name="connsiteY678" fmla="*/ 3483279 h 6858000"/>
              <a:gd name="connsiteX679" fmla="*/ 2435119 w 7467600"/>
              <a:gd name="connsiteY679" fmla="*/ 3080173 h 6858000"/>
              <a:gd name="connsiteX680" fmla="*/ 2410152 w 7467600"/>
              <a:gd name="connsiteY680" fmla="*/ 3063751 h 6858000"/>
              <a:gd name="connsiteX681" fmla="*/ 2408099 w 7467600"/>
              <a:gd name="connsiteY681" fmla="*/ 3064403 h 6858000"/>
              <a:gd name="connsiteX682" fmla="*/ 2407218 w 7467600"/>
              <a:gd name="connsiteY682" fmla="*/ 3070324 h 6858000"/>
              <a:gd name="connsiteX683" fmla="*/ 2380138 w 7467600"/>
              <a:gd name="connsiteY683" fmla="*/ 3099341 h 6858000"/>
              <a:gd name="connsiteX684" fmla="*/ 1765923 w 7467600"/>
              <a:gd name="connsiteY684" fmla="*/ 3581043 h 6858000"/>
              <a:gd name="connsiteX685" fmla="*/ 1702258 w 7467600"/>
              <a:gd name="connsiteY685" fmla="*/ 3612286 h 6858000"/>
              <a:gd name="connsiteX686" fmla="*/ 1538370 w 7467600"/>
              <a:gd name="connsiteY686" fmla="*/ 3811804 h 6858000"/>
              <a:gd name="connsiteX687" fmla="*/ 542867 w 7467600"/>
              <a:gd name="connsiteY687" fmla="*/ 4944092 h 6858000"/>
              <a:gd name="connsiteX688" fmla="*/ 515800 w 7467600"/>
              <a:gd name="connsiteY688" fmla="*/ 4862180 h 6858000"/>
              <a:gd name="connsiteX689" fmla="*/ 909145 w 7467600"/>
              <a:gd name="connsiteY689" fmla="*/ 4199225 h 6858000"/>
              <a:gd name="connsiteX690" fmla="*/ 1214067 w 7467600"/>
              <a:gd name="connsiteY690" fmla="*/ 3908561 h 6858000"/>
              <a:gd name="connsiteX691" fmla="*/ 640967 w 7467600"/>
              <a:gd name="connsiteY691" fmla="*/ 4105601 h 6858000"/>
              <a:gd name="connsiteX692" fmla="*/ 112563 w 7467600"/>
              <a:gd name="connsiteY692" fmla="*/ 4396952 h 6858000"/>
              <a:gd name="connsiteX693" fmla="*/ 0 w 7467600"/>
              <a:gd name="connsiteY693" fmla="*/ 4466006 h 6858000"/>
              <a:gd name="connsiteX694" fmla="*/ 0 w 7467600"/>
              <a:gd name="connsiteY694" fmla="*/ 4233763 h 6858000"/>
              <a:gd name="connsiteX695" fmla="*/ 36881 w 7467600"/>
              <a:gd name="connsiteY695" fmla="*/ 4200118 h 6858000"/>
              <a:gd name="connsiteX696" fmla="*/ 910534 w 7467600"/>
              <a:gd name="connsiteY696" fmla="*/ 3629753 h 6858000"/>
              <a:gd name="connsiteX697" fmla="*/ 1578717 w 7467600"/>
              <a:gd name="connsiteY697" fmla="*/ 3575982 h 6858000"/>
              <a:gd name="connsiteX698" fmla="*/ 2338780 w 7467600"/>
              <a:gd name="connsiteY698" fmla="*/ 3033725 h 6858000"/>
              <a:gd name="connsiteX699" fmla="*/ 1807991 w 7467600"/>
              <a:gd name="connsiteY699" fmla="*/ 2807184 h 6858000"/>
              <a:gd name="connsiteX700" fmla="*/ 1416358 w 7467600"/>
              <a:gd name="connsiteY700" fmla="*/ 3112571 h 6858000"/>
              <a:gd name="connsiteX701" fmla="*/ 939066 w 7467600"/>
              <a:gd name="connsiteY701" fmla="*/ 3378798 h 6858000"/>
              <a:gd name="connsiteX702" fmla="*/ 115099 w 7467600"/>
              <a:gd name="connsiteY702" fmla="*/ 3607650 h 6858000"/>
              <a:gd name="connsiteX703" fmla="*/ 97284 w 7467600"/>
              <a:gd name="connsiteY703" fmla="*/ 3520393 h 6858000"/>
              <a:gd name="connsiteX704" fmla="*/ 922050 w 7467600"/>
              <a:gd name="connsiteY704" fmla="*/ 3074867 h 6858000"/>
              <a:gd name="connsiteX705" fmla="*/ 1405265 w 7467600"/>
              <a:gd name="connsiteY705" fmla="*/ 3016319 h 6858000"/>
              <a:gd name="connsiteX706" fmla="*/ 1407512 w 7467600"/>
              <a:gd name="connsiteY706" fmla="*/ 3018001 h 6858000"/>
              <a:gd name="connsiteX707" fmla="*/ 1726266 w 7467600"/>
              <a:gd name="connsiteY707" fmla="*/ 2777274 h 6858000"/>
              <a:gd name="connsiteX708" fmla="*/ 625390 w 7467600"/>
              <a:gd name="connsiteY708" fmla="*/ 2514541 h 6858000"/>
              <a:gd name="connsiteX709" fmla="*/ 619799 w 7467600"/>
              <a:gd name="connsiteY709" fmla="*/ 2527180 h 6858000"/>
              <a:gd name="connsiteX710" fmla="*/ 310030 w 7467600"/>
              <a:gd name="connsiteY710" fmla="*/ 2771818 h 6858000"/>
              <a:gd name="connsiteX711" fmla="*/ 173877 w 7467600"/>
              <a:gd name="connsiteY711" fmla="*/ 2937056 h 6858000"/>
              <a:gd name="connsiteX712" fmla="*/ 77889 w 7467600"/>
              <a:gd name="connsiteY712" fmla="*/ 3138440 h 6858000"/>
              <a:gd name="connsiteX713" fmla="*/ 0 w 7467600"/>
              <a:gd name="connsiteY713" fmla="*/ 3271395 h 6858000"/>
              <a:gd name="connsiteX714" fmla="*/ 0 w 7467600"/>
              <a:gd name="connsiteY714" fmla="*/ 3153002 h 6858000"/>
              <a:gd name="connsiteX715" fmla="*/ 2386 w 7467600"/>
              <a:gd name="connsiteY715" fmla="*/ 3149203 h 6858000"/>
              <a:gd name="connsiteX716" fmla="*/ 89753 w 7467600"/>
              <a:gd name="connsiteY716" fmla="*/ 2987702 h 6858000"/>
              <a:gd name="connsiteX717" fmla="*/ 76869 w 7467600"/>
              <a:gd name="connsiteY717" fmla="*/ 3005404 h 6858000"/>
              <a:gd name="connsiteX718" fmla="*/ 32049 w 7467600"/>
              <a:gd name="connsiteY718" fmla="*/ 3065814 h 6858000"/>
              <a:gd name="connsiteX719" fmla="*/ 0 w 7467600"/>
              <a:gd name="connsiteY719" fmla="*/ 3108744 h 6858000"/>
              <a:gd name="connsiteX720" fmla="*/ 0 w 7467600"/>
              <a:gd name="connsiteY720" fmla="*/ 3058059 h 6858000"/>
              <a:gd name="connsiteX721" fmla="*/ 7610 w 7467600"/>
              <a:gd name="connsiteY721" fmla="*/ 3047889 h 6858000"/>
              <a:gd name="connsiteX722" fmla="*/ 52419 w 7467600"/>
              <a:gd name="connsiteY722" fmla="*/ 2987479 h 6858000"/>
              <a:gd name="connsiteX723" fmla="*/ 59142 w 7467600"/>
              <a:gd name="connsiteY723" fmla="*/ 2978488 h 6858000"/>
              <a:gd name="connsiteX724" fmla="*/ 0 w 7467600"/>
              <a:gd name="connsiteY724" fmla="*/ 3015334 h 6858000"/>
              <a:gd name="connsiteX725" fmla="*/ 0 w 7467600"/>
              <a:gd name="connsiteY725" fmla="*/ 2914286 h 6858000"/>
              <a:gd name="connsiteX726" fmla="*/ 36383 w 7467600"/>
              <a:gd name="connsiteY726" fmla="*/ 2901128 h 6858000"/>
              <a:gd name="connsiteX727" fmla="*/ 156329 w 7467600"/>
              <a:gd name="connsiteY727" fmla="*/ 2840533 h 6858000"/>
              <a:gd name="connsiteX728" fmla="*/ 358355 w 7467600"/>
              <a:gd name="connsiteY728" fmla="*/ 2620471 h 6858000"/>
              <a:gd name="connsiteX729" fmla="*/ 510577 w 7467600"/>
              <a:gd name="connsiteY729" fmla="*/ 2501244 h 6858000"/>
              <a:gd name="connsiteX730" fmla="*/ 211967 w 7467600"/>
              <a:gd name="connsiteY730" fmla="*/ 2479171 h 6858000"/>
              <a:gd name="connsiteX731" fmla="*/ 0 w 7467600"/>
              <a:gd name="connsiteY731" fmla="*/ 2476398 h 6858000"/>
              <a:gd name="connsiteX732" fmla="*/ 0 w 7467600"/>
              <a:gd name="connsiteY732" fmla="*/ 2389189 h 6858000"/>
              <a:gd name="connsiteX733" fmla="*/ 103062 w 7467600"/>
              <a:gd name="connsiteY733" fmla="*/ 2389518 h 6858000"/>
              <a:gd name="connsiteX734" fmla="*/ 510734 w 7467600"/>
              <a:gd name="connsiteY734" fmla="*/ 2416201 h 6858000"/>
              <a:gd name="connsiteX735" fmla="*/ 279257 w 7467600"/>
              <a:gd name="connsiteY735" fmla="*/ 2092102 h 6858000"/>
              <a:gd name="connsiteX736" fmla="*/ 65265 w 7467600"/>
              <a:gd name="connsiteY736" fmla="*/ 2006049 h 6858000"/>
              <a:gd name="connsiteX737" fmla="*/ 0 w 7467600"/>
              <a:gd name="connsiteY737" fmla="*/ 1982532 h 6858000"/>
              <a:gd name="connsiteX738" fmla="*/ 0 w 7467600"/>
              <a:gd name="connsiteY738" fmla="*/ 1912789 h 6858000"/>
              <a:gd name="connsiteX739" fmla="*/ 97460 w 7467600"/>
              <a:gd name="connsiteY739" fmla="*/ 1953725 h 6858000"/>
              <a:gd name="connsiteX740" fmla="*/ 221272 w 7467600"/>
              <a:gd name="connsiteY740" fmla="*/ 1980766 h 6858000"/>
              <a:gd name="connsiteX741" fmla="*/ 116765 w 7467600"/>
              <a:gd name="connsiteY741" fmla="*/ 1911033 h 6858000"/>
              <a:gd name="connsiteX742" fmla="*/ 16405 w 7467600"/>
              <a:gd name="connsiteY742" fmla="*/ 1803412 h 6858000"/>
              <a:gd name="connsiteX743" fmla="*/ 0 w 7467600"/>
              <a:gd name="connsiteY743" fmla="*/ 1784777 h 6858000"/>
              <a:gd name="connsiteX744" fmla="*/ 0 w 7467600"/>
              <a:gd name="connsiteY744" fmla="*/ 1740082 h 6858000"/>
              <a:gd name="connsiteX745" fmla="*/ 39394 w 7467600"/>
              <a:gd name="connsiteY745" fmla="*/ 1784856 h 6858000"/>
              <a:gd name="connsiteX746" fmla="*/ 135813 w 7467600"/>
              <a:gd name="connsiteY746" fmla="*/ 1888838 h 6858000"/>
              <a:gd name="connsiteX747" fmla="*/ 242575 w 7467600"/>
              <a:gd name="connsiteY747" fmla="*/ 1958841 h 6858000"/>
              <a:gd name="connsiteX748" fmla="*/ 82197 w 7467600"/>
              <a:gd name="connsiteY748" fmla="*/ 1754826 h 6858000"/>
              <a:gd name="connsiteX749" fmla="*/ 0 w 7467600"/>
              <a:gd name="connsiteY749" fmla="*/ 1679650 h 6858000"/>
              <a:gd name="connsiteX750" fmla="*/ 0 w 7467600"/>
              <a:gd name="connsiteY750" fmla="*/ 1602463 h 6858000"/>
              <a:gd name="connsiteX751" fmla="*/ 84689 w 7467600"/>
              <a:gd name="connsiteY751" fmla="*/ 1677442 h 6858000"/>
              <a:gd name="connsiteX752" fmla="*/ 298437 w 7467600"/>
              <a:gd name="connsiteY752" fmla="*/ 1968019 h 6858000"/>
              <a:gd name="connsiteX753" fmla="*/ 227269 w 7467600"/>
              <a:gd name="connsiteY753" fmla="*/ 1114064 h 6858000"/>
              <a:gd name="connsiteX754" fmla="*/ 248003 w 7467600"/>
              <a:gd name="connsiteY754" fmla="*/ 1089613 h 6858000"/>
              <a:gd name="connsiteX755" fmla="*/ 427020 w 7467600"/>
              <a:gd name="connsiteY755" fmla="*/ 1619803 h 6858000"/>
              <a:gd name="connsiteX756" fmla="*/ 340345 w 7467600"/>
              <a:gd name="connsiteY756" fmla="*/ 2027739 h 6858000"/>
              <a:gd name="connsiteX757" fmla="*/ 360865 w 7467600"/>
              <a:gd name="connsiteY757" fmla="*/ 2044827 h 6858000"/>
              <a:gd name="connsiteX758" fmla="*/ 560414 w 7467600"/>
              <a:gd name="connsiteY758" fmla="*/ 2421457 h 6858000"/>
              <a:gd name="connsiteX759" fmla="*/ 1359703 w 7467600"/>
              <a:gd name="connsiteY759" fmla="*/ 2578554 h 6858000"/>
              <a:gd name="connsiteX760" fmla="*/ 1359422 w 7467600"/>
              <a:gd name="connsiteY760" fmla="*/ 2577994 h 6858000"/>
              <a:gd name="connsiteX761" fmla="*/ 828701 w 7467600"/>
              <a:gd name="connsiteY761" fmla="*/ 1839520 h 6858000"/>
              <a:gd name="connsiteX762" fmla="*/ 494427 w 7467600"/>
              <a:gd name="connsiteY762" fmla="*/ 1092333 h 6858000"/>
              <a:gd name="connsiteX763" fmla="*/ 506322 w 7467600"/>
              <a:gd name="connsiteY763" fmla="*/ 1020997 h 6858000"/>
              <a:gd name="connsiteX764" fmla="*/ 4570198 w 7467600"/>
              <a:gd name="connsiteY764" fmla="*/ 978081 h 6858000"/>
              <a:gd name="connsiteX765" fmla="*/ 4523691 w 7467600"/>
              <a:gd name="connsiteY765" fmla="*/ 1127776 h 6858000"/>
              <a:gd name="connsiteX766" fmla="*/ 4509875 w 7467600"/>
              <a:gd name="connsiteY766" fmla="*/ 1167552 h 6858000"/>
              <a:gd name="connsiteX767" fmla="*/ 4478168 w 7467600"/>
              <a:gd name="connsiteY767" fmla="*/ 1260735 h 6858000"/>
              <a:gd name="connsiteX768" fmla="*/ 4409309 w 7467600"/>
              <a:gd name="connsiteY768" fmla="*/ 1666996 h 6858000"/>
              <a:gd name="connsiteX769" fmla="*/ 4370031 w 7467600"/>
              <a:gd name="connsiteY769" fmla="*/ 1955666 h 6858000"/>
              <a:gd name="connsiteX770" fmla="*/ 4570198 w 7467600"/>
              <a:gd name="connsiteY770" fmla="*/ 978081 h 6858000"/>
              <a:gd name="connsiteX771" fmla="*/ 4557898 w 7467600"/>
              <a:gd name="connsiteY771" fmla="*/ 900011 h 6858000"/>
              <a:gd name="connsiteX772" fmla="*/ 4344840 w 7467600"/>
              <a:gd name="connsiteY772" fmla="*/ 1922038 h 6858000"/>
              <a:gd name="connsiteX773" fmla="*/ 4378710 w 7467600"/>
              <a:gd name="connsiteY773" fmla="*/ 1665516 h 6858000"/>
              <a:gd name="connsiteX774" fmla="*/ 4448798 w 7467600"/>
              <a:gd name="connsiteY774" fmla="*/ 1253024 h 6858000"/>
              <a:gd name="connsiteX775" fmla="*/ 4480315 w 7467600"/>
              <a:gd name="connsiteY775" fmla="*/ 1158454 h 6858000"/>
              <a:gd name="connsiteX776" fmla="*/ 4494133 w 7467600"/>
              <a:gd name="connsiteY776" fmla="*/ 1118676 h 6858000"/>
              <a:gd name="connsiteX777" fmla="*/ 4557898 w 7467600"/>
              <a:gd name="connsiteY777" fmla="*/ 900011 h 6858000"/>
              <a:gd name="connsiteX778" fmla="*/ 5870151 w 7467600"/>
              <a:gd name="connsiteY778" fmla="*/ 898890 h 6858000"/>
              <a:gd name="connsiteX779" fmla="*/ 5861335 w 7467600"/>
              <a:gd name="connsiteY779" fmla="*/ 899177 h 6858000"/>
              <a:gd name="connsiteX780" fmla="*/ 5843702 w 7467600"/>
              <a:gd name="connsiteY780" fmla="*/ 899748 h 6858000"/>
              <a:gd name="connsiteX781" fmla="*/ 5651107 w 7467600"/>
              <a:gd name="connsiteY781" fmla="*/ 920306 h 6858000"/>
              <a:gd name="connsiteX782" fmla="*/ 5459407 w 7467600"/>
              <a:gd name="connsiteY782" fmla="*/ 940975 h 6858000"/>
              <a:gd name="connsiteX783" fmla="*/ 5374846 w 7467600"/>
              <a:gd name="connsiteY783" fmla="*/ 941988 h 6858000"/>
              <a:gd name="connsiteX784" fmla="*/ 5256105 w 7467600"/>
              <a:gd name="connsiteY784" fmla="*/ 945632 h 6858000"/>
              <a:gd name="connsiteX785" fmla="*/ 5107071 w 7467600"/>
              <a:gd name="connsiteY785" fmla="*/ 969720 h 6858000"/>
              <a:gd name="connsiteX786" fmla="*/ 4998681 w 7467600"/>
              <a:gd name="connsiteY786" fmla="*/ 988771 h 6858000"/>
              <a:gd name="connsiteX787" fmla="*/ 5870151 w 7467600"/>
              <a:gd name="connsiteY787" fmla="*/ 898890 h 6858000"/>
              <a:gd name="connsiteX788" fmla="*/ 5504425 w 7467600"/>
              <a:gd name="connsiteY788" fmla="*/ 848067 h 6858000"/>
              <a:gd name="connsiteX789" fmla="*/ 4968849 w 7467600"/>
              <a:gd name="connsiteY789" fmla="*/ 962318 h 6858000"/>
              <a:gd name="connsiteX790" fmla="*/ 5104039 w 7467600"/>
              <a:gd name="connsiteY790" fmla="*/ 940634 h 6858000"/>
              <a:gd name="connsiteX791" fmla="*/ 5256311 w 7467600"/>
              <a:gd name="connsiteY791" fmla="*/ 916490 h 6858000"/>
              <a:gd name="connsiteX792" fmla="*/ 5377381 w 7467600"/>
              <a:gd name="connsiteY792" fmla="*/ 912671 h 6858000"/>
              <a:gd name="connsiteX793" fmla="*/ 5460148 w 7467600"/>
              <a:gd name="connsiteY793" fmla="*/ 911442 h 6858000"/>
              <a:gd name="connsiteX794" fmla="*/ 5648971 w 7467600"/>
              <a:gd name="connsiteY794" fmla="*/ 891331 h 6858000"/>
              <a:gd name="connsiteX795" fmla="*/ 5844807 w 7467600"/>
              <a:gd name="connsiteY795" fmla="*/ 870718 h 6858000"/>
              <a:gd name="connsiteX796" fmla="*/ 5862975 w 7467600"/>
              <a:gd name="connsiteY796" fmla="*/ 869756 h 6858000"/>
              <a:gd name="connsiteX797" fmla="*/ 5920887 w 7467600"/>
              <a:gd name="connsiteY797" fmla="*/ 865929 h 6858000"/>
              <a:gd name="connsiteX798" fmla="*/ 5504425 w 7467600"/>
              <a:gd name="connsiteY798" fmla="*/ 848067 h 6858000"/>
              <a:gd name="connsiteX799" fmla="*/ 3607114 w 7467600"/>
              <a:gd name="connsiteY799" fmla="*/ 467441 h 6858000"/>
              <a:gd name="connsiteX800" fmla="*/ 3296242 w 7467600"/>
              <a:gd name="connsiteY800" fmla="*/ 807991 h 6858000"/>
              <a:gd name="connsiteX801" fmla="*/ 3174674 w 7467600"/>
              <a:gd name="connsiteY801" fmla="*/ 919759 h 6858000"/>
              <a:gd name="connsiteX802" fmla="*/ 3042978 w 7467600"/>
              <a:gd name="connsiteY802" fmla="*/ 1054894 h 6858000"/>
              <a:gd name="connsiteX803" fmla="*/ 2968914 w 7467600"/>
              <a:gd name="connsiteY803" fmla="*/ 1133756 h 6858000"/>
              <a:gd name="connsiteX804" fmla="*/ 3103823 w 7467600"/>
              <a:gd name="connsiteY804" fmla="*/ 1026814 h 6858000"/>
              <a:gd name="connsiteX805" fmla="*/ 3607114 w 7467600"/>
              <a:gd name="connsiteY805" fmla="*/ 467441 h 6858000"/>
              <a:gd name="connsiteX806" fmla="*/ 3744487 w 7467600"/>
              <a:gd name="connsiteY806" fmla="*/ 383136 h 6858000"/>
              <a:gd name="connsiteX807" fmla="*/ 3970213 w 7467600"/>
              <a:gd name="connsiteY807" fmla="*/ 995559 h 6858000"/>
              <a:gd name="connsiteX808" fmla="*/ 3744487 w 7467600"/>
              <a:gd name="connsiteY808" fmla="*/ 383136 h 6858000"/>
              <a:gd name="connsiteX809" fmla="*/ 3624562 w 7467600"/>
              <a:gd name="connsiteY809" fmla="*/ 367041 h 6858000"/>
              <a:gd name="connsiteX810" fmla="*/ 3489712 w 7467600"/>
              <a:gd name="connsiteY810" fmla="*/ 485386 h 6858000"/>
              <a:gd name="connsiteX811" fmla="*/ 3182994 w 7467600"/>
              <a:gd name="connsiteY811" fmla="*/ 828265 h 6858000"/>
              <a:gd name="connsiteX812" fmla="*/ 2892114 w 7467600"/>
              <a:gd name="connsiteY812" fmla="*/ 1172635 h 6858000"/>
              <a:gd name="connsiteX813" fmla="*/ 3021459 w 7467600"/>
              <a:gd name="connsiteY813" fmla="*/ 1035385 h 6858000"/>
              <a:gd name="connsiteX814" fmla="*/ 3153873 w 7467600"/>
              <a:gd name="connsiteY814" fmla="*/ 898971 h 6858000"/>
              <a:gd name="connsiteX815" fmla="*/ 3276511 w 7467600"/>
              <a:gd name="connsiteY815" fmla="*/ 786423 h 6858000"/>
              <a:gd name="connsiteX816" fmla="*/ 3584154 w 7467600"/>
              <a:gd name="connsiteY816" fmla="*/ 448218 h 6858000"/>
              <a:gd name="connsiteX817" fmla="*/ 3624562 w 7467600"/>
              <a:gd name="connsiteY817" fmla="*/ 367041 h 6858000"/>
              <a:gd name="connsiteX818" fmla="*/ 3766672 w 7467600"/>
              <a:gd name="connsiteY818" fmla="*/ 359429 h 6858000"/>
              <a:gd name="connsiteX819" fmla="*/ 3996338 w 7467600"/>
              <a:gd name="connsiteY819" fmla="*/ 968237 h 6858000"/>
              <a:gd name="connsiteX820" fmla="*/ 3766672 w 7467600"/>
              <a:gd name="connsiteY820" fmla="*/ 359429 h 6858000"/>
              <a:gd name="connsiteX821" fmla="*/ 5805386 w 7467600"/>
              <a:gd name="connsiteY821" fmla="*/ 239240 h 6858000"/>
              <a:gd name="connsiteX822" fmla="*/ 5736947 w 7467600"/>
              <a:gd name="connsiteY822" fmla="*/ 261367 h 6858000"/>
              <a:gd name="connsiteX823" fmla="*/ 5427012 w 7467600"/>
              <a:gd name="connsiteY823" fmla="*/ 311272 h 6858000"/>
              <a:gd name="connsiteX824" fmla="*/ 5147818 w 7467600"/>
              <a:gd name="connsiteY824" fmla="*/ 322112 h 6858000"/>
              <a:gd name="connsiteX825" fmla="*/ 5060854 w 7467600"/>
              <a:gd name="connsiteY825" fmla="*/ 311882 h 6858000"/>
              <a:gd name="connsiteX826" fmla="*/ 4945989 w 7467600"/>
              <a:gd name="connsiteY826" fmla="*/ 300516 h 6858000"/>
              <a:gd name="connsiteX827" fmla="*/ 5410479 w 7467600"/>
              <a:gd name="connsiteY827" fmla="*/ 348434 h 6858000"/>
              <a:gd name="connsiteX828" fmla="*/ 5805386 w 7467600"/>
              <a:gd name="connsiteY828" fmla="*/ 239240 h 6858000"/>
              <a:gd name="connsiteX829" fmla="*/ 5905192 w 7467600"/>
              <a:gd name="connsiteY829" fmla="*/ 163079 h 6858000"/>
              <a:gd name="connsiteX830" fmla="*/ 5865655 w 7467600"/>
              <a:gd name="connsiteY830" fmla="*/ 171901 h 6858000"/>
              <a:gd name="connsiteX831" fmla="*/ 5259740 w 7467600"/>
              <a:gd name="connsiteY831" fmla="*/ 257013 h 6858000"/>
              <a:gd name="connsiteX832" fmla="*/ 5208466 w 7467600"/>
              <a:gd name="connsiteY832" fmla="*/ 257550 h 6858000"/>
              <a:gd name="connsiteX833" fmla="*/ 4980204 w 7467600"/>
              <a:gd name="connsiteY833" fmla="*/ 271903 h 6858000"/>
              <a:gd name="connsiteX834" fmla="*/ 5068068 w 7467600"/>
              <a:gd name="connsiteY834" fmla="*/ 282244 h 6858000"/>
              <a:gd name="connsiteX835" fmla="*/ 5153231 w 7467600"/>
              <a:gd name="connsiteY835" fmla="*/ 292240 h 6858000"/>
              <a:gd name="connsiteX836" fmla="*/ 5426491 w 7467600"/>
              <a:gd name="connsiteY836" fmla="*/ 281128 h 6858000"/>
              <a:gd name="connsiteX837" fmla="*/ 5731212 w 7467600"/>
              <a:gd name="connsiteY837" fmla="*/ 231951 h 6858000"/>
              <a:gd name="connsiteX838" fmla="*/ 5905192 w 7467600"/>
              <a:gd name="connsiteY838" fmla="*/ 163079 h 6858000"/>
              <a:gd name="connsiteX839" fmla="*/ 5944437 w 7467600"/>
              <a:gd name="connsiteY839" fmla="*/ 113829 h 6858000"/>
              <a:gd name="connsiteX840" fmla="*/ 5825032 w 7467600"/>
              <a:gd name="connsiteY840" fmla="*/ 146405 h 6858000"/>
              <a:gd name="connsiteX841" fmla="*/ 4955599 w 7467600"/>
              <a:gd name="connsiteY841" fmla="*/ 247008 h 6858000"/>
              <a:gd name="connsiteX842" fmla="*/ 5210104 w 7467600"/>
              <a:gd name="connsiteY842" fmla="*/ 228123 h 6858000"/>
              <a:gd name="connsiteX843" fmla="*/ 5261015 w 7467600"/>
              <a:gd name="connsiteY843" fmla="*/ 227087 h 6858000"/>
              <a:gd name="connsiteX844" fmla="*/ 5861181 w 7467600"/>
              <a:gd name="connsiteY844" fmla="*/ 143093 h 6858000"/>
              <a:gd name="connsiteX845" fmla="*/ 5961252 w 7467600"/>
              <a:gd name="connsiteY845" fmla="*/ 114820 h 6858000"/>
              <a:gd name="connsiteX846" fmla="*/ 5944437 w 7467600"/>
              <a:gd name="connsiteY846" fmla="*/ 113829 h 6858000"/>
              <a:gd name="connsiteX847" fmla="*/ 3882765 w 7467600"/>
              <a:gd name="connsiteY847" fmla="*/ 0 h 6858000"/>
              <a:gd name="connsiteX848" fmla="*/ 3995099 w 7467600"/>
              <a:gd name="connsiteY848" fmla="*/ 0 h 6858000"/>
              <a:gd name="connsiteX849" fmla="*/ 4163818 w 7467600"/>
              <a:gd name="connsiteY849" fmla="*/ 234104 h 6858000"/>
              <a:gd name="connsiteX850" fmla="*/ 4172099 w 7467600"/>
              <a:gd name="connsiteY850" fmla="*/ 234207 h 6858000"/>
              <a:gd name="connsiteX851" fmla="*/ 4784282 w 7467600"/>
              <a:gd name="connsiteY851" fmla="*/ 276561 h 6858000"/>
              <a:gd name="connsiteX852" fmla="*/ 4801687 w 7467600"/>
              <a:gd name="connsiteY852" fmla="*/ 267764 h 6858000"/>
              <a:gd name="connsiteX853" fmla="*/ 6082788 w 7467600"/>
              <a:gd name="connsiteY853" fmla="*/ 64119 h 6858000"/>
              <a:gd name="connsiteX854" fmla="*/ 6099442 w 7467600"/>
              <a:gd name="connsiteY854" fmla="*/ 82568 h 6858000"/>
              <a:gd name="connsiteX855" fmla="*/ 4804137 w 7467600"/>
              <a:gd name="connsiteY855" fmla="*/ 320931 h 6858000"/>
              <a:gd name="connsiteX856" fmla="*/ 4227047 w 7467600"/>
              <a:gd name="connsiteY856" fmla="*/ 313415 h 6858000"/>
              <a:gd name="connsiteX857" fmla="*/ 4346041 w 7467600"/>
              <a:gd name="connsiteY857" fmla="*/ 456086 h 6858000"/>
              <a:gd name="connsiteX858" fmla="*/ 4870967 w 7467600"/>
              <a:gd name="connsiteY858" fmla="*/ 963061 h 6858000"/>
              <a:gd name="connsiteX859" fmla="*/ 4889647 w 7467600"/>
              <a:gd name="connsiteY859" fmla="*/ 957147 h 6858000"/>
              <a:gd name="connsiteX860" fmla="*/ 5422504 w 7467600"/>
              <a:gd name="connsiteY860" fmla="*/ 805191 h 6858000"/>
              <a:gd name="connsiteX861" fmla="*/ 6087656 w 7467600"/>
              <a:gd name="connsiteY861" fmla="*/ 826703 h 6858000"/>
              <a:gd name="connsiteX862" fmla="*/ 6058717 w 7467600"/>
              <a:gd name="connsiteY862" fmla="*/ 865992 h 6858000"/>
              <a:gd name="connsiteX863" fmla="*/ 4974153 w 7467600"/>
              <a:gd name="connsiteY863" fmla="*/ 1045456 h 6858000"/>
              <a:gd name="connsiteX864" fmla="*/ 5627835 w 7467600"/>
              <a:gd name="connsiteY864" fmla="*/ 1472077 h 6858000"/>
              <a:gd name="connsiteX865" fmla="*/ 5629817 w 7467600"/>
              <a:gd name="connsiteY865" fmla="*/ 1471412 h 6858000"/>
              <a:gd name="connsiteX866" fmla="*/ 5634124 w 7467600"/>
              <a:gd name="connsiteY866" fmla="*/ 1470572 h 6858000"/>
              <a:gd name="connsiteX867" fmla="*/ 5755832 w 7467600"/>
              <a:gd name="connsiteY867" fmla="*/ 1383886 h 6858000"/>
              <a:gd name="connsiteX868" fmla="*/ 6014186 w 7467600"/>
              <a:gd name="connsiteY868" fmla="*/ 1279799 h 6858000"/>
              <a:gd name="connsiteX869" fmla="*/ 6901619 w 7467600"/>
              <a:gd name="connsiteY869" fmla="*/ 1047874 h 6858000"/>
              <a:gd name="connsiteX870" fmla="*/ 6931566 w 7467600"/>
              <a:gd name="connsiteY870" fmla="*/ 1062034 h 6858000"/>
              <a:gd name="connsiteX871" fmla="*/ 5790982 w 7467600"/>
              <a:gd name="connsiteY871" fmla="*/ 1561380 h 6858000"/>
              <a:gd name="connsiteX872" fmla="*/ 6188971 w 7467600"/>
              <a:gd name="connsiteY872" fmla="*/ 1755168 h 6858000"/>
              <a:gd name="connsiteX873" fmla="*/ 6202446 w 7467600"/>
              <a:gd name="connsiteY873" fmla="*/ 1752268 h 6858000"/>
              <a:gd name="connsiteX874" fmla="*/ 7179560 w 7467600"/>
              <a:gd name="connsiteY874" fmla="*/ 1467551 h 6858000"/>
              <a:gd name="connsiteX875" fmla="*/ 7158730 w 7467600"/>
              <a:gd name="connsiteY875" fmla="*/ 1507835 h 6858000"/>
              <a:gd name="connsiteX876" fmla="*/ 6326959 w 7467600"/>
              <a:gd name="connsiteY876" fmla="*/ 1817686 h 6858000"/>
              <a:gd name="connsiteX877" fmla="*/ 6537433 w 7467600"/>
              <a:gd name="connsiteY877" fmla="*/ 1907790 h 6858000"/>
              <a:gd name="connsiteX878" fmla="*/ 6550221 w 7467600"/>
              <a:gd name="connsiteY878" fmla="*/ 1910729 h 6858000"/>
              <a:gd name="connsiteX879" fmla="*/ 6964438 w 7467600"/>
              <a:gd name="connsiteY879" fmla="*/ 2209505 h 6858000"/>
              <a:gd name="connsiteX880" fmla="*/ 7367862 w 7467600"/>
              <a:gd name="connsiteY880" fmla="*/ 2806833 h 6858000"/>
              <a:gd name="connsiteX881" fmla="*/ 7364329 w 7467600"/>
              <a:gd name="connsiteY881" fmla="*/ 2826907 h 6858000"/>
              <a:gd name="connsiteX882" fmla="*/ 7290545 w 7467600"/>
              <a:gd name="connsiteY882" fmla="*/ 2850663 h 6858000"/>
              <a:gd name="connsiteX883" fmla="*/ 6472036 w 7467600"/>
              <a:gd name="connsiteY883" fmla="*/ 1959003 h 6858000"/>
              <a:gd name="connsiteX884" fmla="*/ 5792897 w 7467600"/>
              <a:gd name="connsiteY884" fmla="*/ 1647747 h 6858000"/>
              <a:gd name="connsiteX885" fmla="*/ 5842751 w 7467600"/>
              <a:gd name="connsiteY885" fmla="*/ 1816112 h 6858000"/>
              <a:gd name="connsiteX886" fmla="*/ 5847424 w 7467600"/>
              <a:gd name="connsiteY886" fmla="*/ 1815776 h 6858000"/>
              <a:gd name="connsiteX887" fmla="*/ 6399821 w 7467600"/>
              <a:gd name="connsiteY887" fmla="*/ 2344799 h 6858000"/>
              <a:gd name="connsiteX888" fmla="*/ 6323232 w 7467600"/>
              <a:gd name="connsiteY888" fmla="*/ 2389634 h 6858000"/>
              <a:gd name="connsiteX889" fmla="*/ 5942958 w 7467600"/>
              <a:gd name="connsiteY889" fmla="*/ 2077708 h 6858000"/>
              <a:gd name="connsiteX890" fmla="*/ 5921559 w 7467600"/>
              <a:gd name="connsiteY890" fmla="*/ 2378596 h 6858000"/>
              <a:gd name="connsiteX891" fmla="*/ 5817651 w 7467600"/>
              <a:gd name="connsiteY891" fmla="*/ 3023919 h 6858000"/>
              <a:gd name="connsiteX892" fmla="*/ 5729634 w 7467600"/>
              <a:gd name="connsiteY892" fmla="*/ 3051849 h 6858000"/>
              <a:gd name="connsiteX893" fmla="*/ 5611018 w 7467600"/>
              <a:gd name="connsiteY893" fmla="*/ 2316769 h 6858000"/>
              <a:gd name="connsiteX894" fmla="*/ 5687608 w 7467600"/>
              <a:gd name="connsiteY894" fmla="*/ 2039972 h 6858000"/>
              <a:gd name="connsiteX895" fmla="*/ 5657554 w 7467600"/>
              <a:gd name="connsiteY895" fmla="*/ 1576445 h 6858000"/>
              <a:gd name="connsiteX896" fmla="*/ 5150475 w 7467600"/>
              <a:gd name="connsiteY896" fmla="*/ 1274012 h 6858000"/>
              <a:gd name="connsiteX897" fmla="*/ 5349142 w 7467600"/>
              <a:gd name="connsiteY897" fmla="*/ 2204405 h 6858000"/>
              <a:gd name="connsiteX898" fmla="*/ 5262214 w 7467600"/>
              <a:gd name="connsiteY898" fmla="*/ 2233836 h 6858000"/>
              <a:gd name="connsiteX899" fmla="*/ 4981539 w 7467600"/>
              <a:gd name="connsiteY899" fmla="*/ 1542201 h 6858000"/>
              <a:gd name="connsiteX900" fmla="*/ 4958461 w 7467600"/>
              <a:gd name="connsiteY900" fmla="*/ 1136957 h 6858000"/>
              <a:gd name="connsiteX901" fmla="*/ 4655015 w 7467600"/>
              <a:gd name="connsiteY901" fmla="*/ 891426 h 6858000"/>
              <a:gd name="connsiteX902" fmla="*/ 4348002 w 7467600"/>
              <a:gd name="connsiteY902" fmla="*/ 2205895 h 6858000"/>
              <a:gd name="connsiteX903" fmla="*/ 4262250 w 7467600"/>
              <a:gd name="connsiteY903" fmla="*/ 2219972 h 6858000"/>
              <a:gd name="connsiteX904" fmla="*/ 4550611 w 7467600"/>
              <a:gd name="connsiteY904" fmla="*/ 817540 h 6858000"/>
              <a:gd name="connsiteX905" fmla="*/ 4564418 w 7467600"/>
              <a:gd name="connsiteY905" fmla="*/ 808293 h 6858000"/>
              <a:gd name="connsiteX906" fmla="*/ 4266388 w 7467600"/>
              <a:gd name="connsiteY906" fmla="*/ 500083 h 6858000"/>
              <a:gd name="connsiteX907" fmla="*/ 4032842 w 7467600"/>
              <a:gd name="connsiteY907" fmla="*/ 211809 h 6858000"/>
              <a:gd name="connsiteX908" fmla="*/ 3882765 w 7467600"/>
              <a:gd name="connsiteY908" fmla="*/ 0 h 6858000"/>
              <a:gd name="connsiteX909" fmla="*/ 3721337 w 7467600"/>
              <a:gd name="connsiteY909" fmla="*/ 0 h 6858000"/>
              <a:gd name="connsiteX910" fmla="*/ 3797544 w 7467600"/>
              <a:gd name="connsiteY910" fmla="*/ 0 h 6858000"/>
              <a:gd name="connsiteX911" fmla="*/ 3775734 w 7467600"/>
              <a:gd name="connsiteY911" fmla="*/ 95131 h 6858000"/>
              <a:gd name="connsiteX912" fmla="*/ 3724807 w 7467600"/>
              <a:gd name="connsiteY912" fmla="*/ 272257 h 6858000"/>
              <a:gd name="connsiteX913" fmla="*/ 3726844 w 7467600"/>
              <a:gd name="connsiteY913" fmla="*/ 282988 h 6858000"/>
              <a:gd name="connsiteX914" fmla="*/ 3742664 w 7467600"/>
              <a:gd name="connsiteY914" fmla="*/ 279918 h 6858000"/>
              <a:gd name="connsiteX915" fmla="*/ 4103910 w 7467600"/>
              <a:gd name="connsiteY915" fmla="*/ 1161917 h 6858000"/>
              <a:gd name="connsiteX916" fmla="*/ 4020269 w 7467600"/>
              <a:gd name="connsiteY916" fmla="*/ 1200406 h 6858000"/>
              <a:gd name="connsiteX917" fmla="*/ 3674882 w 7467600"/>
              <a:gd name="connsiteY917" fmla="*/ 488524 h 6858000"/>
              <a:gd name="connsiteX918" fmla="*/ 3132682 w 7467600"/>
              <a:gd name="connsiteY918" fmla="*/ 1072284 h 6858000"/>
              <a:gd name="connsiteX919" fmla="*/ 2716346 w 7467600"/>
              <a:gd name="connsiteY919" fmla="*/ 1276376 h 6858000"/>
              <a:gd name="connsiteX920" fmla="*/ 2716772 w 7467600"/>
              <a:gd name="connsiteY920" fmla="*/ 1255462 h 6858000"/>
              <a:gd name="connsiteX921" fmla="*/ 3471096 w 7467600"/>
              <a:gd name="connsiteY921" fmla="*/ 437072 h 6858000"/>
              <a:gd name="connsiteX922" fmla="*/ 3639057 w 7467600"/>
              <a:gd name="connsiteY922" fmla="*/ 286334 h 6858000"/>
              <a:gd name="connsiteX923" fmla="*/ 3640309 w 7467600"/>
              <a:gd name="connsiteY923" fmla="*/ 284664 h 6858000"/>
              <a:gd name="connsiteX924" fmla="*/ 3646022 w 7467600"/>
              <a:gd name="connsiteY924" fmla="*/ 276711 h 6858000"/>
              <a:gd name="connsiteX925" fmla="*/ 3707943 w 7467600"/>
              <a:gd name="connsiteY925" fmla="*/ 65958 h 6858000"/>
              <a:gd name="connsiteX926" fmla="*/ 3721337 w 7467600"/>
              <a:gd name="connsiteY926" fmla="*/ 0 h 6858000"/>
              <a:gd name="connsiteX927" fmla="*/ 2867960 w 7467600"/>
              <a:gd name="connsiteY927" fmla="*/ 0 h 6858000"/>
              <a:gd name="connsiteX928" fmla="*/ 2926351 w 7467600"/>
              <a:gd name="connsiteY928" fmla="*/ 0 h 6858000"/>
              <a:gd name="connsiteX929" fmla="*/ 2902823 w 7467600"/>
              <a:gd name="connsiteY929" fmla="*/ 262929 h 6858000"/>
              <a:gd name="connsiteX930" fmla="*/ 2940663 w 7467600"/>
              <a:gd name="connsiteY930" fmla="*/ 140884 h 6858000"/>
              <a:gd name="connsiteX931" fmla="*/ 2947039 w 7467600"/>
              <a:gd name="connsiteY931" fmla="*/ 122524 h 6858000"/>
              <a:gd name="connsiteX932" fmla="*/ 2984316 w 7467600"/>
              <a:gd name="connsiteY932" fmla="*/ 0 h 6858000"/>
              <a:gd name="connsiteX933" fmla="*/ 3016114 w 7467600"/>
              <a:gd name="connsiteY933" fmla="*/ 0 h 6858000"/>
              <a:gd name="connsiteX934" fmla="*/ 2979949 w 7467600"/>
              <a:gd name="connsiteY934" fmla="*/ 119274 h 6858000"/>
              <a:gd name="connsiteX935" fmla="*/ 3023879 w 7467600"/>
              <a:gd name="connsiteY935" fmla="*/ 0 h 6858000"/>
              <a:gd name="connsiteX936" fmla="*/ 3105400 w 7467600"/>
              <a:gd name="connsiteY936" fmla="*/ 0 h 6858000"/>
              <a:gd name="connsiteX937" fmla="*/ 3094669 w 7467600"/>
              <a:gd name="connsiteY937" fmla="*/ 30308 h 6858000"/>
              <a:gd name="connsiteX938" fmla="*/ 2901945 w 7467600"/>
              <a:gd name="connsiteY938" fmla="*/ 466538 h 6858000"/>
              <a:gd name="connsiteX939" fmla="*/ 2815209 w 7467600"/>
              <a:gd name="connsiteY939" fmla="*/ 497361 h 6858000"/>
              <a:gd name="connsiteX940" fmla="*/ 2844845 w 7467600"/>
              <a:gd name="connsiteY940" fmla="*/ 127638 h 6858000"/>
              <a:gd name="connsiteX941" fmla="*/ 2867960 w 7467600"/>
              <a:gd name="connsiteY941" fmla="*/ 0 h 6858000"/>
              <a:gd name="connsiteX942" fmla="*/ 1057230 w 7467600"/>
              <a:gd name="connsiteY942" fmla="*/ 0 h 6858000"/>
              <a:gd name="connsiteX943" fmla="*/ 1111003 w 7467600"/>
              <a:gd name="connsiteY943" fmla="*/ 0 h 6858000"/>
              <a:gd name="connsiteX944" fmla="*/ 1125553 w 7467600"/>
              <a:gd name="connsiteY944" fmla="*/ 52588 h 6858000"/>
              <a:gd name="connsiteX945" fmla="*/ 1304276 w 7467600"/>
              <a:gd name="connsiteY945" fmla="*/ 476275 h 6858000"/>
              <a:gd name="connsiteX946" fmla="*/ 1492066 w 7467600"/>
              <a:gd name="connsiteY946" fmla="*/ 886333 h 6858000"/>
              <a:gd name="connsiteX947" fmla="*/ 1423698 w 7467600"/>
              <a:gd name="connsiteY947" fmla="*/ 710817 h 6858000"/>
              <a:gd name="connsiteX948" fmla="*/ 1357609 w 7467600"/>
              <a:gd name="connsiteY948" fmla="*/ 532892 h 6858000"/>
              <a:gd name="connsiteX949" fmla="*/ 1309550 w 7467600"/>
              <a:gd name="connsiteY949" fmla="*/ 374031 h 6858000"/>
              <a:gd name="connsiteX950" fmla="*/ 1193673 w 7467600"/>
              <a:gd name="connsiteY950" fmla="*/ 49533 h 6858000"/>
              <a:gd name="connsiteX951" fmla="*/ 1164391 w 7467600"/>
              <a:gd name="connsiteY951" fmla="*/ 0 h 6858000"/>
              <a:gd name="connsiteX952" fmla="*/ 1200666 w 7467600"/>
              <a:gd name="connsiteY952" fmla="*/ 0 h 6858000"/>
              <a:gd name="connsiteX953" fmla="*/ 1223408 w 7467600"/>
              <a:gd name="connsiteY953" fmla="*/ 38996 h 6858000"/>
              <a:gd name="connsiteX954" fmla="*/ 1339635 w 7467600"/>
              <a:gd name="connsiteY954" fmla="*/ 365517 h 6858000"/>
              <a:gd name="connsiteX955" fmla="*/ 1387469 w 7467600"/>
              <a:gd name="connsiteY955" fmla="*/ 523079 h 6858000"/>
              <a:gd name="connsiteX956" fmla="*/ 1452685 w 7467600"/>
              <a:gd name="connsiteY956" fmla="*/ 699806 h 6858000"/>
              <a:gd name="connsiteX957" fmla="*/ 1492092 w 7467600"/>
              <a:gd name="connsiteY957" fmla="*/ 800424 h 6858000"/>
              <a:gd name="connsiteX958" fmla="*/ 1455302 w 7467600"/>
              <a:gd name="connsiteY958" fmla="*/ 632913 h 6858000"/>
              <a:gd name="connsiteX959" fmla="*/ 1222336 w 7467600"/>
              <a:gd name="connsiteY959" fmla="*/ 9480 h 6858000"/>
              <a:gd name="connsiteX960" fmla="*/ 1214634 w 7467600"/>
              <a:gd name="connsiteY960" fmla="*/ 0 h 6858000"/>
              <a:gd name="connsiteX961" fmla="*/ 1289827 w 7467600"/>
              <a:gd name="connsiteY961" fmla="*/ 0 h 6858000"/>
              <a:gd name="connsiteX962" fmla="*/ 1321076 w 7467600"/>
              <a:gd name="connsiteY962" fmla="*/ 59722 h 6858000"/>
              <a:gd name="connsiteX963" fmla="*/ 1512579 w 7467600"/>
              <a:gd name="connsiteY963" fmla="*/ 626441 h 6858000"/>
              <a:gd name="connsiteX964" fmla="*/ 1506076 w 7467600"/>
              <a:gd name="connsiteY964" fmla="*/ 1089289 h 6858000"/>
              <a:gd name="connsiteX965" fmla="*/ 1486346 w 7467600"/>
              <a:gd name="connsiteY965" fmla="*/ 1079919 h 6858000"/>
              <a:gd name="connsiteX966" fmla="*/ 1070511 w 7467600"/>
              <a:gd name="connsiteY966" fmla="*/ 48609 h 6858000"/>
              <a:gd name="connsiteX967" fmla="*/ 1057230 w 7467600"/>
              <a:gd name="connsiteY967" fmla="*/ 0 h 6858000"/>
              <a:gd name="connsiteX968" fmla="*/ 43151 w 7467600"/>
              <a:gd name="connsiteY968" fmla="*/ 0 h 6858000"/>
              <a:gd name="connsiteX969" fmla="*/ 95283 w 7467600"/>
              <a:gd name="connsiteY969" fmla="*/ 0 h 6858000"/>
              <a:gd name="connsiteX970" fmla="*/ 300708 w 7467600"/>
              <a:gd name="connsiteY970" fmla="*/ 154571 h 6858000"/>
              <a:gd name="connsiteX971" fmla="*/ 530414 w 7467600"/>
              <a:gd name="connsiteY971" fmla="*/ 354673 h 6858000"/>
              <a:gd name="connsiteX972" fmla="*/ 333785 w 7467600"/>
              <a:gd name="connsiteY972" fmla="*/ 161564 h 6858000"/>
              <a:gd name="connsiteX973" fmla="*/ 147005 w 7467600"/>
              <a:gd name="connsiteY973" fmla="*/ 0 h 6858000"/>
              <a:gd name="connsiteX974" fmla="*/ 272509 w 7467600"/>
              <a:gd name="connsiteY974" fmla="*/ 0 h 6858000"/>
              <a:gd name="connsiteX975" fmla="*/ 326276 w 7467600"/>
              <a:gd name="connsiteY975" fmla="*/ 45847 h 6858000"/>
              <a:gd name="connsiteX976" fmla="*/ 823759 w 7467600"/>
              <a:gd name="connsiteY976" fmla="*/ 574145 h 6858000"/>
              <a:gd name="connsiteX977" fmla="*/ 811254 w 7467600"/>
              <a:gd name="connsiteY977" fmla="*/ 665546 h 6858000"/>
              <a:gd name="connsiteX978" fmla="*/ 154042 w 7467600"/>
              <a:gd name="connsiteY978" fmla="*/ 261522 h 6858000"/>
              <a:gd name="connsiteX979" fmla="*/ 13550 w 7467600"/>
              <a:gd name="connsiteY979" fmla="*/ 158423 h 6858000"/>
              <a:gd name="connsiteX980" fmla="*/ 0 w 7467600"/>
              <a:gd name="connsiteY980" fmla="*/ 146618 h 6858000"/>
              <a:gd name="connsiteX981" fmla="*/ 0 w 7467600"/>
              <a:gd name="connsiteY981" fmla="*/ 59161 h 6858000"/>
              <a:gd name="connsiteX982" fmla="*/ 45427 w 7467600"/>
              <a:gd name="connsiteY982" fmla="*/ 101078 h 6858000"/>
              <a:gd name="connsiteX983" fmla="*/ 630103 w 7467600"/>
              <a:gd name="connsiteY983" fmla="*/ 485885 h 6858000"/>
              <a:gd name="connsiteX984" fmla="*/ 532040 w 7467600"/>
              <a:gd name="connsiteY984" fmla="*/ 399359 h 6858000"/>
              <a:gd name="connsiteX985" fmla="*/ 517618 w 7467600"/>
              <a:gd name="connsiteY985" fmla="*/ 385726 h 6858000"/>
              <a:gd name="connsiteX986" fmla="*/ 285074 w 7467600"/>
              <a:gd name="connsiteY986" fmla="*/ 182755 h 6858000"/>
              <a:gd name="connsiteX987" fmla="*/ 43151 w 7467600"/>
              <a:gd name="connsiteY98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312201 w 7467600"/>
              <a:gd name="connsiteY130" fmla="*/ 5128278 h 6858000"/>
              <a:gd name="connsiteX131" fmla="*/ 1903353 w 7467600"/>
              <a:gd name="connsiteY131" fmla="*/ 5044827 h 6858000"/>
              <a:gd name="connsiteX132" fmla="*/ 1936931 w 7467600"/>
              <a:gd name="connsiteY132" fmla="*/ 5093954 h 6858000"/>
              <a:gd name="connsiteX133" fmla="*/ 2195868 w 7467600"/>
              <a:gd name="connsiteY133" fmla="*/ 5396574 h 6858000"/>
              <a:gd name="connsiteX134" fmla="*/ 2088852 w 7467600"/>
              <a:gd name="connsiteY134" fmla="*/ 5166123 h 6858000"/>
              <a:gd name="connsiteX135" fmla="*/ 1958241 w 7467600"/>
              <a:gd name="connsiteY135" fmla="*/ 5067955 h 6858000"/>
              <a:gd name="connsiteX136" fmla="*/ 1903353 w 7467600"/>
              <a:gd name="connsiteY136" fmla="*/ 5044827 h 6858000"/>
              <a:gd name="connsiteX137" fmla="*/ 1979378 w 7467600"/>
              <a:gd name="connsiteY137" fmla="*/ 4769504 h 6858000"/>
              <a:gd name="connsiteX138" fmla="*/ 2882120 w 7467600"/>
              <a:gd name="connsiteY138" fmla="*/ 5064547 h 6858000"/>
              <a:gd name="connsiteX139" fmla="*/ 2793103 w 7467600"/>
              <a:gd name="connsiteY139" fmla="*/ 5039699 h 6858000"/>
              <a:gd name="connsiteX140" fmla="*/ 2770041 w 7467600"/>
              <a:gd name="connsiteY140" fmla="*/ 5033634 h 6858000"/>
              <a:gd name="connsiteX141" fmla="*/ 1979378 w 7467600"/>
              <a:gd name="connsiteY141" fmla="*/ 4769504 h 6858000"/>
              <a:gd name="connsiteX142" fmla="*/ 1927410 w 7467600"/>
              <a:gd name="connsiteY142" fmla="*/ 4716164 h 6858000"/>
              <a:gd name="connsiteX143" fmla="*/ 1959587 w 7467600"/>
              <a:gd name="connsiteY143" fmla="*/ 4728849 h 6858000"/>
              <a:gd name="connsiteX144" fmla="*/ 2777707 w 7467600"/>
              <a:gd name="connsiteY144" fmla="*/ 5003991 h 6858000"/>
              <a:gd name="connsiteX145" fmla="*/ 2800768 w 7467600"/>
              <a:gd name="connsiteY145" fmla="*/ 5010056 h 6858000"/>
              <a:gd name="connsiteX146" fmla="*/ 2879408 w 7467600"/>
              <a:gd name="connsiteY146" fmla="*/ 5031590 h 6858000"/>
              <a:gd name="connsiteX147" fmla="*/ 2862295 w 7467600"/>
              <a:gd name="connsiteY147" fmla="*/ 5022958 h 6858000"/>
              <a:gd name="connsiteX148" fmla="*/ 2813343 w 7467600"/>
              <a:gd name="connsiteY148" fmla="*/ 4998369 h 6858000"/>
              <a:gd name="connsiteX149" fmla="*/ 2646245 w 7467600"/>
              <a:gd name="connsiteY149" fmla="*/ 4930999 h 6858000"/>
              <a:gd name="connsiteX150" fmla="*/ 1999243 w 7467600"/>
              <a:gd name="connsiteY150" fmla="*/ 4730524 h 6858000"/>
              <a:gd name="connsiteX151" fmla="*/ 1979527 w 7467600"/>
              <a:gd name="connsiteY151" fmla="*/ 4726651 h 6858000"/>
              <a:gd name="connsiteX152" fmla="*/ 1927410 w 7467600"/>
              <a:gd name="connsiteY152" fmla="*/ 4716164 h 6858000"/>
              <a:gd name="connsiteX153" fmla="*/ 1997014 w 7467600"/>
              <a:gd name="connsiteY153" fmla="*/ 4698007 h 6858000"/>
              <a:gd name="connsiteX154" fmla="*/ 2005458 w 7467600"/>
              <a:gd name="connsiteY154" fmla="*/ 4699540 h 6858000"/>
              <a:gd name="connsiteX155" fmla="*/ 2657186 w 7467600"/>
              <a:gd name="connsiteY155" fmla="*/ 4901687 h 6858000"/>
              <a:gd name="connsiteX156" fmla="*/ 2826662 w 7467600"/>
              <a:gd name="connsiteY156" fmla="*/ 4970362 h 6858000"/>
              <a:gd name="connsiteX157" fmla="*/ 2876100 w 7467600"/>
              <a:gd name="connsiteY157" fmla="*/ 4995397 h 6858000"/>
              <a:gd name="connsiteX158" fmla="*/ 3042600 w 7467600"/>
              <a:gd name="connsiteY158" fmla="*/ 5059532 h 6858000"/>
              <a:gd name="connsiteX159" fmla="*/ 1997014 w 7467600"/>
              <a:gd name="connsiteY159" fmla="*/ 4698007 h 6858000"/>
              <a:gd name="connsiteX160" fmla="*/ 2305292 w 7467600"/>
              <a:gd name="connsiteY160" fmla="*/ 4219492 h 6858000"/>
              <a:gd name="connsiteX161" fmla="*/ 3360922 w 7467600"/>
              <a:gd name="connsiteY161" fmla="*/ 4529373 h 6858000"/>
              <a:gd name="connsiteX162" fmla="*/ 3492420 w 7467600"/>
              <a:gd name="connsiteY162" fmla="*/ 4510145 h 6858000"/>
              <a:gd name="connsiteX163" fmla="*/ 3364086 w 7467600"/>
              <a:gd name="connsiteY163" fmla="*/ 4480340 h 6858000"/>
              <a:gd name="connsiteX164" fmla="*/ 3225818 w 7467600"/>
              <a:gd name="connsiteY164" fmla="*/ 4411822 h 6858000"/>
              <a:gd name="connsiteX165" fmla="*/ 3129696 w 7467600"/>
              <a:gd name="connsiteY165" fmla="*/ 4360704 h 6858000"/>
              <a:gd name="connsiteX166" fmla="*/ 2814545 w 7467600"/>
              <a:gd name="connsiteY166" fmla="*/ 4282955 h 6858000"/>
              <a:gd name="connsiteX167" fmla="*/ 2305292 w 7467600"/>
              <a:gd name="connsiteY167" fmla="*/ 4219492 h 6858000"/>
              <a:gd name="connsiteX168" fmla="*/ 2626982 w 7467600"/>
              <a:gd name="connsiteY168" fmla="*/ 4206450 h 6858000"/>
              <a:gd name="connsiteX169" fmla="*/ 2490617 w 7467600"/>
              <a:gd name="connsiteY169" fmla="*/ 4206951 h 6858000"/>
              <a:gd name="connsiteX170" fmla="*/ 2819869 w 7467600"/>
              <a:gd name="connsiteY170" fmla="*/ 4252936 h 6858000"/>
              <a:gd name="connsiteX171" fmla="*/ 3143018 w 7467600"/>
              <a:gd name="connsiteY171" fmla="*/ 4332698 h 6858000"/>
              <a:gd name="connsiteX172" fmla="*/ 3241520 w 7467600"/>
              <a:gd name="connsiteY172" fmla="*/ 4385112 h 6858000"/>
              <a:gd name="connsiteX173" fmla="*/ 3374575 w 7467600"/>
              <a:gd name="connsiteY173" fmla="*/ 4451517 h 6858000"/>
              <a:gd name="connsiteX174" fmla="*/ 3505221 w 7467600"/>
              <a:gd name="connsiteY174" fmla="*/ 4480757 h 6858000"/>
              <a:gd name="connsiteX175" fmla="*/ 2626982 w 7467600"/>
              <a:gd name="connsiteY175" fmla="*/ 4206450 h 6858000"/>
              <a:gd name="connsiteX176" fmla="*/ 1310106 w 7467600"/>
              <a:gd name="connsiteY176" fmla="*/ 3943217 h 6858000"/>
              <a:gd name="connsiteX177" fmla="*/ 854994 w 7467600"/>
              <a:gd name="connsiteY177" fmla="*/ 4399136 h 6858000"/>
              <a:gd name="connsiteX178" fmla="*/ 742462 w 7467600"/>
              <a:gd name="connsiteY178" fmla="*/ 4594648 h 6858000"/>
              <a:gd name="connsiteX179" fmla="*/ 820602 w 7467600"/>
              <a:gd name="connsiteY179" fmla="*/ 4485915 h 6858000"/>
              <a:gd name="connsiteX180" fmla="*/ 878295 w 7467600"/>
              <a:gd name="connsiteY180" fmla="*/ 4403594 h 6858000"/>
              <a:gd name="connsiteX181" fmla="*/ 1240607 w 7467600"/>
              <a:gd name="connsiteY181" fmla="*/ 4010401 h 6858000"/>
              <a:gd name="connsiteX182" fmla="*/ 1310106 w 7467600"/>
              <a:gd name="connsiteY182" fmla="*/ 3943217 h 6858000"/>
              <a:gd name="connsiteX183" fmla="*/ 1423113 w 7467600"/>
              <a:gd name="connsiteY183" fmla="*/ 3874565 h 6858000"/>
              <a:gd name="connsiteX184" fmla="*/ 1260565 w 7467600"/>
              <a:gd name="connsiteY184" fmla="*/ 4031982 h 6858000"/>
              <a:gd name="connsiteX185" fmla="*/ 901900 w 7467600"/>
              <a:gd name="connsiteY185" fmla="*/ 4421236 h 6858000"/>
              <a:gd name="connsiteX186" fmla="*/ 845044 w 7467600"/>
              <a:gd name="connsiteY186" fmla="*/ 4502436 h 6858000"/>
              <a:gd name="connsiteX187" fmla="*/ 685926 w 7467600"/>
              <a:gd name="connsiteY187" fmla="*/ 4703069 h 6858000"/>
              <a:gd name="connsiteX188" fmla="*/ 684248 w 7467600"/>
              <a:gd name="connsiteY188" fmla="*/ 4706721 h 6858000"/>
              <a:gd name="connsiteX189" fmla="*/ 1423113 w 7467600"/>
              <a:gd name="connsiteY189" fmla="*/ 3874565 h 6858000"/>
              <a:gd name="connsiteX190" fmla="*/ 3316479 w 7467600"/>
              <a:gd name="connsiteY190" fmla="*/ 3872136 h 6858000"/>
              <a:gd name="connsiteX191" fmla="*/ 3546806 w 7467600"/>
              <a:gd name="connsiteY191" fmla="*/ 4356139 h 6858000"/>
              <a:gd name="connsiteX192" fmla="*/ 3364433 w 7467600"/>
              <a:gd name="connsiteY192" fmla="*/ 3953121 h 6858000"/>
              <a:gd name="connsiteX193" fmla="*/ 3316479 w 7467600"/>
              <a:gd name="connsiteY193" fmla="*/ 3872136 h 6858000"/>
              <a:gd name="connsiteX194" fmla="*/ 3291335 w 7467600"/>
              <a:gd name="connsiteY194" fmla="*/ 3767420 h 6858000"/>
              <a:gd name="connsiteX195" fmla="*/ 3390805 w 7467600"/>
              <a:gd name="connsiteY195" fmla="*/ 3937163 h 6858000"/>
              <a:gd name="connsiteX196" fmla="*/ 3579062 w 7467600"/>
              <a:gd name="connsiteY196" fmla="*/ 4359040 h 6858000"/>
              <a:gd name="connsiteX197" fmla="*/ 3467355 w 7467600"/>
              <a:gd name="connsiteY197" fmla="*/ 3988130 h 6858000"/>
              <a:gd name="connsiteX198" fmla="*/ 3310753 w 7467600"/>
              <a:gd name="connsiteY198" fmla="*/ 3787140 h 6858000"/>
              <a:gd name="connsiteX199" fmla="*/ 3291335 w 7467600"/>
              <a:gd name="connsiteY199" fmla="*/ 3767420 h 6858000"/>
              <a:gd name="connsiteX200" fmla="*/ 1635889 w 7467600"/>
              <a:gd name="connsiteY200" fmla="*/ 3709494 h 6858000"/>
              <a:gd name="connsiteX201" fmla="*/ 1634800 w 7467600"/>
              <a:gd name="connsiteY201" fmla="*/ 3731111 h 6858000"/>
              <a:gd name="connsiteX202" fmla="*/ 1635889 w 7467600"/>
              <a:gd name="connsiteY202" fmla="*/ 3709494 h 6858000"/>
              <a:gd name="connsiteX203" fmla="*/ 1510397 w 7467600"/>
              <a:gd name="connsiteY203" fmla="*/ 3684705 h 6858000"/>
              <a:gd name="connsiteX204" fmla="*/ 1146550 w 7467600"/>
              <a:gd name="connsiteY204" fmla="*/ 3802012 h 6858000"/>
              <a:gd name="connsiteX205" fmla="*/ 698834 w 7467600"/>
              <a:gd name="connsiteY205" fmla="*/ 3952272 h 6858000"/>
              <a:gd name="connsiteX206" fmla="*/ 34256 w 7467600"/>
              <a:gd name="connsiteY206" fmla="*/ 4347603 h 6858000"/>
              <a:gd name="connsiteX207" fmla="*/ 527241 w 7467600"/>
              <a:gd name="connsiteY207" fmla="*/ 4065078 h 6858000"/>
              <a:gd name="connsiteX208" fmla="*/ 1510397 w 7467600"/>
              <a:gd name="connsiteY208" fmla="*/ 3684705 h 6858000"/>
              <a:gd name="connsiteX209" fmla="*/ 1313114 w 7467600"/>
              <a:gd name="connsiteY209" fmla="*/ 3655216 h 6858000"/>
              <a:gd name="connsiteX210" fmla="*/ 1109304 w 7467600"/>
              <a:gd name="connsiteY210" fmla="*/ 3669030 h 6858000"/>
              <a:gd name="connsiteX211" fmla="*/ 8129 w 7467600"/>
              <a:gd name="connsiteY211" fmla="*/ 4330519 h 6858000"/>
              <a:gd name="connsiteX212" fmla="*/ 687572 w 7467600"/>
              <a:gd name="connsiteY212" fmla="*/ 3925629 h 6858000"/>
              <a:gd name="connsiteX213" fmla="*/ 1138365 w 7467600"/>
              <a:gd name="connsiteY213" fmla="*/ 3774515 h 6858000"/>
              <a:gd name="connsiteX214" fmla="*/ 1505579 w 7467600"/>
              <a:gd name="connsiteY214" fmla="*/ 3655526 h 6858000"/>
              <a:gd name="connsiteX215" fmla="*/ 1313114 w 7467600"/>
              <a:gd name="connsiteY215" fmla="*/ 3655216 h 6858000"/>
              <a:gd name="connsiteX216" fmla="*/ 3655073 w 7467600"/>
              <a:gd name="connsiteY216" fmla="*/ 3650884 h 6858000"/>
              <a:gd name="connsiteX217" fmla="*/ 3989938 w 7467600"/>
              <a:gd name="connsiteY217" fmla="*/ 3991685 h 6858000"/>
              <a:gd name="connsiteX218" fmla="*/ 4393907 w 7467600"/>
              <a:gd name="connsiteY218" fmla="*/ 4261258 h 6858000"/>
              <a:gd name="connsiteX219" fmla="*/ 4648051 w 7467600"/>
              <a:gd name="connsiteY219" fmla="*/ 4374051 h 6858000"/>
              <a:gd name="connsiteX220" fmla="*/ 4383389 w 7467600"/>
              <a:gd name="connsiteY220" fmla="*/ 4184369 h 6858000"/>
              <a:gd name="connsiteX221" fmla="*/ 4165508 w 7467600"/>
              <a:gd name="connsiteY221" fmla="*/ 4035196 h 6858000"/>
              <a:gd name="connsiteX222" fmla="*/ 4068162 w 7467600"/>
              <a:gd name="connsiteY222" fmla="*/ 3953394 h 6858000"/>
              <a:gd name="connsiteX223" fmla="*/ 3981416 w 7467600"/>
              <a:gd name="connsiteY223" fmla="*/ 3880482 h 6858000"/>
              <a:gd name="connsiteX224" fmla="*/ 3800147 w 7467600"/>
              <a:gd name="connsiteY224" fmla="*/ 3749872 h 6858000"/>
              <a:gd name="connsiteX225" fmla="*/ 3655073 w 7467600"/>
              <a:gd name="connsiteY225" fmla="*/ 3650884 h 6858000"/>
              <a:gd name="connsiteX226" fmla="*/ 3670252 w 7467600"/>
              <a:gd name="connsiteY226" fmla="*/ 3622798 h 6858000"/>
              <a:gd name="connsiteX227" fmla="*/ 3817258 w 7467600"/>
              <a:gd name="connsiteY227" fmla="*/ 3723577 h 6858000"/>
              <a:gd name="connsiteX228" fmla="*/ 4000461 w 7467600"/>
              <a:gd name="connsiteY228" fmla="*/ 3855966 h 6858000"/>
              <a:gd name="connsiteX229" fmla="*/ 4088180 w 7467600"/>
              <a:gd name="connsiteY229" fmla="*/ 3929774 h 6858000"/>
              <a:gd name="connsiteX230" fmla="*/ 4184555 w 7467600"/>
              <a:gd name="connsiteY230" fmla="*/ 4010683 h 6858000"/>
              <a:gd name="connsiteX231" fmla="*/ 4399563 w 7467600"/>
              <a:gd name="connsiteY231" fmla="*/ 4158106 h 6858000"/>
              <a:gd name="connsiteX232" fmla="*/ 4684469 w 7467600"/>
              <a:gd name="connsiteY232" fmla="*/ 4364680 h 6858000"/>
              <a:gd name="connsiteX233" fmla="*/ 4690271 w 7467600"/>
              <a:gd name="connsiteY233" fmla="*/ 4370034 h 6858000"/>
              <a:gd name="connsiteX234" fmla="*/ 4136093 w 7467600"/>
              <a:gd name="connsiteY234" fmla="*/ 3858466 h 6858000"/>
              <a:gd name="connsiteX235" fmla="*/ 3670252 w 7467600"/>
              <a:gd name="connsiteY235" fmla="*/ 3622798 h 6858000"/>
              <a:gd name="connsiteX236" fmla="*/ 4440129 w 7467600"/>
              <a:gd name="connsiteY236" fmla="*/ 3448571 h 6858000"/>
              <a:gd name="connsiteX237" fmla="*/ 4856525 w 7467600"/>
              <a:gd name="connsiteY237" fmla="*/ 3915351 h 6858000"/>
              <a:gd name="connsiteX238" fmla="*/ 5059055 w 7467600"/>
              <a:gd name="connsiteY238" fmla="*/ 4108918 h 6858000"/>
              <a:gd name="connsiteX239" fmla="*/ 5290070 w 7467600"/>
              <a:gd name="connsiteY239" fmla="*/ 4263619 h 6858000"/>
              <a:gd name="connsiteX240" fmla="*/ 4834991 w 7467600"/>
              <a:gd name="connsiteY240" fmla="*/ 3830985 h 6858000"/>
              <a:gd name="connsiteX241" fmla="*/ 4440129 w 7467600"/>
              <a:gd name="connsiteY241" fmla="*/ 3448571 h 6858000"/>
              <a:gd name="connsiteX242" fmla="*/ 4441737 w 7467600"/>
              <a:gd name="connsiteY242" fmla="*/ 3399734 h 6858000"/>
              <a:gd name="connsiteX243" fmla="*/ 4431236 w 7467600"/>
              <a:gd name="connsiteY243" fmla="*/ 3400954 h 6858000"/>
              <a:gd name="connsiteX244" fmla="*/ 4557150 w 7467600"/>
              <a:gd name="connsiteY244" fmla="*/ 3510023 h 6858000"/>
              <a:gd name="connsiteX245" fmla="*/ 4856936 w 7467600"/>
              <a:gd name="connsiteY245" fmla="*/ 3809146 h 6858000"/>
              <a:gd name="connsiteX246" fmla="*/ 5111996 w 7467600"/>
              <a:gd name="connsiteY246" fmla="*/ 4065759 h 6858000"/>
              <a:gd name="connsiteX247" fmla="*/ 5388878 w 7467600"/>
              <a:gd name="connsiteY247" fmla="*/ 4300185 h 6858000"/>
              <a:gd name="connsiteX248" fmla="*/ 5425556 w 7467600"/>
              <a:gd name="connsiteY248" fmla="*/ 4308967 h 6858000"/>
              <a:gd name="connsiteX249" fmla="*/ 4943646 w 7467600"/>
              <a:gd name="connsiteY249" fmla="*/ 3822916 h 6858000"/>
              <a:gd name="connsiteX250" fmla="*/ 4594837 w 7467600"/>
              <a:gd name="connsiteY250" fmla="*/ 3532274 h 6858000"/>
              <a:gd name="connsiteX251" fmla="*/ 4441737 w 7467600"/>
              <a:gd name="connsiteY251" fmla="*/ 3399734 h 6858000"/>
              <a:gd name="connsiteX252" fmla="*/ 5425834 w 7467600"/>
              <a:gd name="connsiteY252" fmla="*/ 3162785 h 6858000"/>
              <a:gd name="connsiteX253" fmla="*/ 5401644 w 7467600"/>
              <a:gd name="connsiteY253" fmla="*/ 3617847 h 6858000"/>
              <a:gd name="connsiteX254" fmla="*/ 5467256 w 7467600"/>
              <a:gd name="connsiteY254" fmla="*/ 4175494 h 6858000"/>
              <a:gd name="connsiteX255" fmla="*/ 5448069 w 7467600"/>
              <a:gd name="connsiteY255" fmla="*/ 3567554 h 6858000"/>
              <a:gd name="connsiteX256" fmla="*/ 5425834 w 7467600"/>
              <a:gd name="connsiteY256" fmla="*/ 3162785 h 6858000"/>
              <a:gd name="connsiteX257" fmla="*/ 1318687 w 7467600"/>
              <a:gd name="connsiteY257" fmla="*/ 3113840 h 6858000"/>
              <a:gd name="connsiteX258" fmla="*/ 1066793 w 7467600"/>
              <a:gd name="connsiteY258" fmla="*/ 3212171 h 6858000"/>
              <a:gd name="connsiteX259" fmla="*/ 993319 w 7467600"/>
              <a:gd name="connsiteY259" fmla="*/ 3247648 h 6858000"/>
              <a:gd name="connsiteX260" fmla="*/ 853081 w 7467600"/>
              <a:gd name="connsiteY260" fmla="*/ 3312410 h 6858000"/>
              <a:gd name="connsiteX261" fmla="*/ 805957 w 7467600"/>
              <a:gd name="connsiteY261" fmla="*/ 3330443 h 6858000"/>
              <a:gd name="connsiteX262" fmla="*/ 1318687 w 7467600"/>
              <a:gd name="connsiteY262" fmla="*/ 3113840 h 6858000"/>
              <a:gd name="connsiteX263" fmla="*/ 5453702 w 7467600"/>
              <a:gd name="connsiteY263" fmla="*/ 3090882 h 6858000"/>
              <a:gd name="connsiteX264" fmla="*/ 5480135 w 7467600"/>
              <a:gd name="connsiteY264" fmla="*/ 3565802 h 6858000"/>
              <a:gd name="connsiteX265" fmla="*/ 5499023 w 7467600"/>
              <a:gd name="connsiteY265" fmla="*/ 4166310 h 6858000"/>
              <a:gd name="connsiteX266" fmla="*/ 5547022 w 7467600"/>
              <a:gd name="connsiteY266" fmla="*/ 3607838 h 6858000"/>
              <a:gd name="connsiteX267" fmla="*/ 5515964 w 7467600"/>
              <a:gd name="connsiteY267" fmla="*/ 3378541 h 6858000"/>
              <a:gd name="connsiteX268" fmla="*/ 5453702 w 7467600"/>
              <a:gd name="connsiteY268" fmla="*/ 3090882 h 6858000"/>
              <a:gd name="connsiteX269" fmla="*/ 1238695 w 7467600"/>
              <a:gd name="connsiteY269" fmla="*/ 3076820 h 6858000"/>
              <a:gd name="connsiteX270" fmla="*/ 716371 w 7467600"/>
              <a:gd name="connsiteY270" fmla="*/ 3293249 h 6858000"/>
              <a:gd name="connsiteX271" fmla="*/ 579522 w 7467600"/>
              <a:gd name="connsiteY271" fmla="*/ 3371759 h 6858000"/>
              <a:gd name="connsiteX272" fmla="*/ 600288 w 7467600"/>
              <a:gd name="connsiteY272" fmla="*/ 3365555 h 6858000"/>
              <a:gd name="connsiteX273" fmla="*/ 840692 w 7467600"/>
              <a:gd name="connsiteY273" fmla="*/ 3284921 h 6858000"/>
              <a:gd name="connsiteX274" fmla="*/ 979248 w 7467600"/>
              <a:gd name="connsiteY274" fmla="*/ 3221003 h 6858000"/>
              <a:gd name="connsiteX275" fmla="*/ 1053282 w 7467600"/>
              <a:gd name="connsiteY275" fmla="*/ 3185247 h 6858000"/>
              <a:gd name="connsiteX276" fmla="*/ 1320603 w 7467600"/>
              <a:gd name="connsiteY276" fmla="*/ 3081281 h 6858000"/>
              <a:gd name="connsiteX277" fmla="*/ 1238695 w 7467600"/>
              <a:gd name="connsiteY277" fmla="*/ 3076820 h 6858000"/>
              <a:gd name="connsiteX278" fmla="*/ 5425627 w 7467600"/>
              <a:gd name="connsiteY278" fmla="*/ 2954192 h 6858000"/>
              <a:gd name="connsiteX279" fmla="*/ 5470770 w 7467600"/>
              <a:gd name="connsiteY279" fmla="*/ 3005435 h 6858000"/>
              <a:gd name="connsiteX280" fmla="*/ 5519779 w 7467600"/>
              <a:gd name="connsiteY280" fmla="*/ 4359223 h 6858000"/>
              <a:gd name="connsiteX281" fmla="*/ 5520293 w 7467600"/>
              <a:gd name="connsiteY281" fmla="*/ 4360602 h 6858000"/>
              <a:gd name="connsiteX282" fmla="*/ 5767221 w 7467600"/>
              <a:gd name="connsiteY282" fmla="*/ 4665564 h 6858000"/>
              <a:gd name="connsiteX283" fmla="*/ 6937169 w 7467600"/>
              <a:gd name="connsiteY283" fmla="*/ 4815941 h 6858000"/>
              <a:gd name="connsiteX284" fmla="*/ 6953922 w 7467600"/>
              <a:gd name="connsiteY284" fmla="*/ 4890068 h 6858000"/>
              <a:gd name="connsiteX285" fmla="*/ 6071359 w 7467600"/>
              <a:gd name="connsiteY285" fmla="*/ 4770770 h 6858000"/>
              <a:gd name="connsiteX286" fmla="*/ 6038839 w 7467600"/>
              <a:gd name="connsiteY286" fmla="*/ 4764474 h 6858000"/>
              <a:gd name="connsiteX287" fmla="*/ 6038706 w 7467600"/>
              <a:gd name="connsiteY287" fmla="*/ 4763847 h 6858000"/>
              <a:gd name="connsiteX288" fmla="*/ 6037784 w 7467600"/>
              <a:gd name="connsiteY288" fmla="*/ 4764270 h 6858000"/>
              <a:gd name="connsiteX289" fmla="*/ 6038839 w 7467600"/>
              <a:gd name="connsiteY289" fmla="*/ 4764474 h 6858000"/>
              <a:gd name="connsiteX290" fmla="*/ 6040338 w 7467600"/>
              <a:gd name="connsiteY290" fmla="*/ 4771418 h 6858000"/>
              <a:gd name="connsiteX291" fmla="*/ 6024488 w 7467600"/>
              <a:gd name="connsiteY291" fmla="*/ 4809903 h 6858000"/>
              <a:gd name="connsiteX292" fmla="*/ 5599771 w 7467600"/>
              <a:gd name="connsiteY292" fmla="*/ 5509652 h 6858000"/>
              <a:gd name="connsiteX293" fmla="*/ 5548843 w 7467600"/>
              <a:gd name="connsiteY293" fmla="*/ 5563845 h 6858000"/>
              <a:gd name="connsiteX294" fmla="*/ 5940952 w 7467600"/>
              <a:gd name="connsiteY294" fmla="*/ 6250028 h 6858000"/>
              <a:gd name="connsiteX295" fmla="*/ 6043441 w 7467600"/>
              <a:gd name="connsiteY295" fmla="*/ 6665847 h 6858000"/>
              <a:gd name="connsiteX296" fmla="*/ 6093432 w 7467600"/>
              <a:gd name="connsiteY296" fmla="*/ 6858000 h 6858000"/>
              <a:gd name="connsiteX297" fmla="*/ 6034344 w 7467600"/>
              <a:gd name="connsiteY297" fmla="*/ 6858000 h 6858000"/>
              <a:gd name="connsiteX298" fmla="*/ 6026679 w 7467600"/>
              <a:gd name="connsiteY298" fmla="*/ 6836959 h 6858000"/>
              <a:gd name="connsiteX299" fmla="*/ 5800441 w 7467600"/>
              <a:gd name="connsiteY299" fmla="*/ 6335286 h 6858000"/>
              <a:gd name="connsiteX300" fmla="*/ 5526562 w 7467600"/>
              <a:gd name="connsiteY300" fmla="*/ 5705388 h 6858000"/>
              <a:gd name="connsiteX301" fmla="*/ 5519640 w 7467600"/>
              <a:gd name="connsiteY301" fmla="*/ 5683774 h 6858000"/>
              <a:gd name="connsiteX302" fmla="*/ 5844559 w 7467600"/>
              <a:gd name="connsiteY302" fmla="*/ 6553349 h 6858000"/>
              <a:gd name="connsiteX303" fmla="*/ 5975994 w 7467600"/>
              <a:gd name="connsiteY303" fmla="*/ 6858000 h 6858000"/>
              <a:gd name="connsiteX304" fmla="*/ 5898547 w 7467600"/>
              <a:gd name="connsiteY304" fmla="*/ 6858000 h 6858000"/>
              <a:gd name="connsiteX305" fmla="*/ 5682041 w 7467600"/>
              <a:gd name="connsiteY305" fmla="*/ 6355860 h 6858000"/>
              <a:gd name="connsiteX306" fmla="*/ 5461758 w 7467600"/>
              <a:gd name="connsiteY306" fmla="*/ 5820220 h 6858000"/>
              <a:gd name="connsiteX307" fmla="*/ 5237282 w 7467600"/>
              <a:gd name="connsiteY307" fmla="*/ 6579086 h 6858000"/>
              <a:gd name="connsiteX308" fmla="*/ 5115009 w 7467600"/>
              <a:gd name="connsiteY308" fmla="*/ 6858000 h 6858000"/>
              <a:gd name="connsiteX309" fmla="*/ 5028074 w 7467600"/>
              <a:gd name="connsiteY309" fmla="*/ 6858000 h 6858000"/>
              <a:gd name="connsiteX310" fmla="*/ 5079508 w 7467600"/>
              <a:gd name="connsiteY310" fmla="*/ 6749074 h 6858000"/>
              <a:gd name="connsiteX311" fmla="*/ 5371846 w 7467600"/>
              <a:gd name="connsiteY311" fmla="*/ 5924413 h 6858000"/>
              <a:gd name="connsiteX312" fmla="*/ 5270512 w 7467600"/>
              <a:gd name="connsiteY312" fmla="*/ 6138975 h 6858000"/>
              <a:gd name="connsiteX313" fmla="*/ 5062409 w 7467600"/>
              <a:gd name="connsiteY313" fmla="*/ 6653544 h 6858000"/>
              <a:gd name="connsiteX314" fmla="*/ 5036628 w 7467600"/>
              <a:gd name="connsiteY314" fmla="*/ 6754247 h 6858000"/>
              <a:gd name="connsiteX315" fmla="*/ 5009112 w 7467600"/>
              <a:gd name="connsiteY315" fmla="*/ 6858000 h 6858000"/>
              <a:gd name="connsiteX316" fmla="*/ 4976679 w 7467600"/>
              <a:gd name="connsiteY316" fmla="*/ 6858000 h 6858000"/>
              <a:gd name="connsiteX317" fmla="*/ 5006537 w 7467600"/>
              <a:gd name="connsiteY317" fmla="*/ 6747068 h 6858000"/>
              <a:gd name="connsiteX318" fmla="*/ 5032723 w 7467600"/>
              <a:gd name="connsiteY318" fmla="*/ 6644957 h 6858000"/>
              <a:gd name="connsiteX319" fmla="*/ 5242949 w 7467600"/>
              <a:gd name="connsiteY319" fmla="*/ 6125175 h 6858000"/>
              <a:gd name="connsiteX320" fmla="*/ 5286321 w 7467600"/>
              <a:gd name="connsiteY320" fmla="*/ 6033555 h 6858000"/>
              <a:gd name="connsiteX321" fmla="*/ 5008210 w 7467600"/>
              <a:gd name="connsiteY321" fmla="*/ 6649194 h 6858000"/>
              <a:gd name="connsiteX322" fmla="*/ 4986321 w 7467600"/>
              <a:gd name="connsiteY322" fmla="*/ 6765687 h 6858000"/>
              <a:gd name="connsiteX323" fmla="*/ 4973474 w 7467600"/>
              <a:gd name="connsiteY323" fmla="*/ 6858000 h 6858000"/>
              <a:gd name="connsiteX324" fmla="*/ 4907178 w 7467600"/>
              <a:gd name="connsiteY324" fmla="*/ 6858000 h 6858000"/>
              <a:gd name="connsiteX325" fmla="*/ 4910810 w 7467600"/>
              <a:gd name="connsiteY325" fmla="*/ 6829660 h 6858000"/>
              <a:gd name="connsiteX326" fmla="*/ 4987461 w 7467600"/>
              <a:gd name="connsiteY326" fmla="*/ 6432994 h 6858000"/>
              <a:gd name="connsiteX327" fmla="*/ 5179262 w 7467600"/>
              <a:gd name="connsiteY327" fmla="*/ 6035044 h 6858000"/>
              <a:gd name="connsiteX328" fmla="*/ 4689678 w 7467600"/>
              <a:gd name="connsiteY328" fmla="*/ 6440241 h 6858000"/>
              <a:gd name="connsiteX329" fmla="*/ 4477543 w 7467600"/>
              <a:gd name="connsiteY329" fmla="*/ 6674836 h 6858000"/>
              <a:gd name="connsiteX330" fmla="*/ 4329957 w 7467600"/>
              <a:gd name="connsiteY330" fmla="*/ 6858000 h 6858000"/>
              <a:gd name="connsiteX331" fmla="*/ 4218595 w 7467600"/>
              <a:gd name="connsiteY331" fmla="*/ 6858000 h 6858000"/>
              <a:gd name="connsiteX332" fmla="*/ 4368888 w 7467600"/>
              <a:gd name="connsiteY332" fmla="*/ 6668412 h 6858000"/>
              <a:gd name="connsiteX333" fmla="*/ 4563091 w 7467600"/>
              <a:gd name="connsiteY333" fmla="*/ 6442508 h 6858000"/>
              <a:gd name="connsiteX334" fmla="*/ 5387324 w 7467600"/>
              <a:gd name="connsiteY334" fmla="*/ 5705830 h 6858000"/>
              <a:gd name="connsiteX335" fmla="*/ 5073620 w 7467600"/>
              <a:gd name="connsiteY335" fmla="*/ 5955437 h 6858000"/>
              <a:gd name="connsiteX336" fmla="*/ 4689789 w 7467600"/>
              <a:gd name="connsiteY336" fmla="*/ 6268382 h 6858000"/>
              <a:gd name="connsiteX337" fmla="*/ 4418722 w 7467600"/>
              <a:gd name="connsiteY337" fmla="*/ 6570886 h 6858000"/>
              <a:gd name="connsiteX338" fmla="*/ 4214944 w 7467600"/>
              <a:gd name="connsiteY338" fmla="*/ 6858000 h 6858000"/>
              <a:gd name="connsiteX339" fmla="*/ 4177898 w 7467600"/>
              <a:gd name="connsiteY339" fmla="*/ 6858000 h 6858000"/>
              <a:gd name="connsiteX340" fmla="*/ 4391597 w 7467600"/>
              <a:gd name="connsiteY340" fmla="*/ 6556370 h 6858000"/>
              <a:gd name="connsiteX341" fmla="*/ 4668889 w 7467600"/>
              <a:gd name="connsiteY341" fmla="*/ 6246399 h 6858000"/>
              <a:gd name="connsiteX342" fmla="*/ 5055427 w 7467600"/>
              <a:gd name="connsiteY342" fmla="*/ 5931476 h 6858000"/>
              <a:gd name="connsiteX343" fmla="*/ 5371814 w 7467600"/>
              <a:gd name="connsiteY343" fmla="*/ 5678975 h 6858000"/>
              <a:gd name="connsiteX344" fmla="*/ 4987918 w 7467600"/>
              <a:gd name="connsiteY344" fmla="*/ 5838701 h 6858000"/>
              <a:gd name="connsiteX345" fmla="*/ 4317146 w 7467600"/>
              <a:gd name="connsiteY345" fmla="*/ 6587716 h 6858000"/>
              <a:gd name="connsiteX346" fmla="*/ 4171627 w 7467600"/>
              <a:gd name="connsiteY346" fmla="*/ 6858000 h 6858000"/>
              <a:gd name="connsiteX347" fmla="*/ 4081585 w 7467600"/>
              <a:gd name="connsiteY347" fmla="*/ 6858000 h 6858000"/>
              <a:gd name="connsiteX348" fmla="*/ 4238603 w 7467600"/>
              <a:gd name="connsiteY348" fmla="*/ 6559341 h 6858000"/>
              <a:gd name="connsiteX349" fmla="*/ 4778333 w 7467600"/>
              <a:gd name="connsiteY349" fmla="*/ 5873626 h 6858000"/>
              <a:gd name="connsiteX350" fmla="*/ 5414185 w 7467600"/>
              <a:gd name="connsiteY350" fmla="*/ 5573882 h 6858000"/>
              <a:gd name="connsiteX351" fmla="*/ 5959648 w 7467600"/>
              <a:gd name="connsiteY351" fmla="*/ 4760797 h 6858000"/>
              <a:gd name="connsiteX352" fmla="*/ 5355019 w 7467600"/>
              <a:gd name="connsiteY352" fmla="*/ 4734672 h 6858000"/>
              <a:gd name="connsiteX353" fmla="*/ 5083565 w 7467600"/>
              <a:gd name="connsiteY353" fmla="*/ 5179121 h 6858000"/>
              <a:gd name="connsiteX354" fmla="*/ 4713577 w 7467600"/>
              <a:gd name="connsiteY354" fmla="*/ 5616803 h 6858000"/>
              <a:gd name="connsiteX355" fmla="*/ 3989559 w 7467600"/>
              <a:gd name="connsiteY355" fmla="*/ 6145945 h 6858000"/>
              <a:gd name="connsiteX356" fmla="*/ 3939824 w 7467600"/>
              <a:gd name="connsiteY356" fmla="*/ 6066900 h 6858000"/>
              <a:gd name="connsiteX357" fmla="*/ 4584537 w 7467600"/>
              <a:gd name="connsiteY357" fmla="*/ 5324826 h 6858000"/>
              <a:gd name="connsiteX358" fmla="*/ 5037105 w 7467600"/>
              <a:gd name="connsiteY358" fmla="*/ 5088765 h 6858000"/>
              <a:gd name="connsiteX359" fmla="*/ 5039930 w 7467600"/>
              <a:gd name="connsiteY359" fmla="*/ 5089585 h 6858000"/>
              <a:gd name="connsiteX360" fmla="*/ 5263764 w 7467600"/>
              <a:gd name="connsiteY360" fmla="*/ 4735525 h 6858000"/>
              <a:gd name="connsiteX361" fmla="*/ 4086300 w 7467600"/>
              <a:gd name="connsiteY361" fmla="*/ 4884599 h 6858000"/>
              <a:gd name="connsiteX362" fmla="*/ 4085485 w 7467600"/>
              <a:gd name="connsiteY362" fmla="*/ 4899070 h 6858000"/>
              <a:gd name="connsiteX363" fmla="*/ 3871915 w 7467600"/>
              <a:gd name="connsiteY363" fmla="*/ 5253645 h 6858000"/>
              <a:gd name="connsiteX364" fmla="*/ 3799374 w 7467600"/>
              <a:gd name="connsiteY364" fmla="*/ 5466127 h 6858000"/>
              <a:gd name="connsiteX365" fmla="*/ 3498850 w 7467600"/>
              <a:gd name="connsiteY365" fmla="*/ 6661888 h 6858000"/>
              <a:gd name="connsiteX366" fmla="*/ 3399216 w 7467600"/>
              <a:gd name="connsiteY366" fmla="*/ 6858000 h 6858000"/>
              <a:gd name="connsiteX367" fmla="*/ 3303688 w 7467600"/>
              <a:gd name="connsiteY367" fmla="*/ 6858000 h 6858000"/>
              <a:gd name="connsiteX368" fmla="*/ 3391774 w 7467600"/>
              <a:gd name="connsiteY368" fmla="*/ 6697181 h 6858000"/>
              <a:gd name="connsiteX369" fmla="*/ 3735540 w 7467600"/>
              <a:gd name="connsiteY369" fmla="*/ 5546923 h 6858000"/>
              <a:gd name="connsiteX370" fmla="*/ 3729438 w 7467600"/>
              <a:gd name="connsiteY370" fmla="*/ 5569058 h 6858000"/>
              <a:gd name="connsiteX371" fmla="*/ 3707782 w 7467600"/>
              <a:gd name="connsiteY371" fmla="*/ 5644908 h 6858000"/>
              <a:gd name="connsiteX372" fmla="*/ 3583827 w 7467600"/>
              <a:gd name="connsiteY372" fmla="*/ 6039215 h 6858000"/>
              <a:gd name="connsiteX373" fmla="*/ 3547861 w 7467600"/>
              <a:gd name="connsiteY373" fmla="*/ 6129609 h 6858000"/>
              <a:gd name="connsiteX374" fmla="*/ 3490905 w 7467600"/>
              <a:gd name="connsiteY374" fmla="*/ 6277660 h 6858000"/>
              <a:gd name="connsiteX375" fmla="*/ 3455859 w 7467600"/>
              <a:gd name="connsiteY375" fmla="*/ 6391301 h 6858000"/>
              <a:gd name="connsiteX376" fmla="*/ 3429112 w 7467600"/>
              <a:gd name="connsiteY376" fmla="*/ 6479469 h 6858000"/>
              <a:gd name="connsiteX377" fmla="*/ 3304862 w 7467600"/>
              <a:gd name="connsiteY377" fmla="*/ 6796476 h 6858000"/>
              <a:gd name="connsiteX378" fmla="*/ 3276071 w 7467600"/>
              <a:gd name="connsiteY378" fmla="*/ 6858000 h 6858000"/>
              <a:gd name="connsiteX379" fmla="*/ 3240805 w 7467600"/>
              <a:gd name="connsiteY379" fmla="*/ 6858000 h 6858000"/>
              <a:gd name="connsiteX380" fmla="*/ 3275917 w 7467600"/>
              <a:gd name="connsiteY380" fmla="*/ 6783192 h 6858000"/>
              <a:gd name="connsiteX381" fmla="*/ 3399358 w 7467600"/>
              <a:gd name="connsiteY381" fmla="*/ 6469011 h 6858000"/>
              <a:gd name="connsiteX382" fmla="*/ 3425650 w 7467600"/>
              <a:gd name="connsiteY382" fmla="*/ 6381333 h 6858000"/>
              <a:gd name="connsiteX383" fmla="*/ 3460661 w 7467600"/>
              <a:gd name="connsiteY383" fmla="*/ 6266763 h 6858000"/>
              <a:gd name="connsiteX384" fmla="*/ 3518021 w 7467600"/>
              <a:gd name="connsiteY384" fmla="*/ 6117298 h 6858000"/>
              <a:gd name="connsiteX385" fmla="*/ 3554035 w 7467600"/>
              <a:gd name="connsiteY385" fmla="*/ 6027832 h 6858000"/>
              <a:gd name="connsiteX386" fmla="*/ 3677174 w 7467600"/>
              <a:gd name="connsiteY386" fmla="*/ 5636351 h 6858000"/>
              <a:gd name="connsiteX387" fmla="*/ 3698819 w 7467600"/>
              <a:gd name="connsiteY387" fmla="*/ 5560503 h 6858000"/>
              <a:gd name="connsiteX388" fmla="*/ 3702094 w 7467600"/>
              <a:gd name="connsiteY388" fmla="*/ 5549194 h 6858000"/>
              <a:gd name="connsiteX389" fmla="*/ 3398355 w 7467600"/>
              <a:gd name="connsiteY389" fmla="*/ 6094603 h 6858000"/>
              <a:gd name="connsiteX390" fmla="*/ 3193941 w 7467600"/>
              <a:gd name="connsiteY390" fmla="*/ 6798775 h 6858000"/>
              <a:gd name="connsiteX391" fmla="*/ 3184140 w 7467600"/>
              <a:gd name="connsiteY391" fmla="*/ 6858000 h 6858000"/>
              <a:gd name="connsiteX392" fmla="*/ 3099978 w 7467600"/>
              <a:gd name="connsiteY392" fmla="*/ 6858000 h 6858000"/>
              <a:gd name="connsiteX393" fmla="*/ 3101556 w 7467600"/>
              <a:gd name="connsiteY393" fmla="*/ 6843337 h 6858000"/>
              <a:gd name="connsiteX394" fmla="*/ 3370162 w 7467600"/>
              <a:gd name="connsiteY394" fmla="*/ 5785550 h 6858000"/>
              <a:gd name="connsiteX395" fmla="*/ 3746477 w 7467600"/>
              <a:gd name="connsiteY395" fmla="*/ 5377889 h 6858000"/>
              <a:gd name="connsiteX396" fmla="*/ 3863399 w 7467600"/>
              <a:gd name="connsiteY396" fmla="*/ 5087257 h 6858000"/>
              <a:gd name="connsiteX397" fmla="*/ 3968712 w 7467600"/>
              <a:gd name="connsiteY397" fmla="*/ 4913989 h 6858000"/>
              <a:gd name="connsiteX398" fmla="*/ 2792390 w 7467600"/>
              <a:gd name="connsiteY398" fmla="*/ 5382974 h 6858000"/>
              <a:gd name="connsiteX399" fmla="*/ 2714982 w 7467600"/>
              <a:gd name="connsiteY399" fmla="*/ 5427051 h 6858000"/>
              <a:gd name="connsiteX400" fmla="*/ 2813361 w 7467600"/>
              <a:gd name="connsiteY400" fmla="*/ 6023912 h 6858000"/>
              <a:gd name="connsiteX401" fmla="*/ 2688430 w 7467600"/>
              <a:gd name="connsiteY401" fmla="*/ 6801564 h 6858000"/>
              <a:gd name="connsiteX402" fmla="*/ 2629626 w 7467600"/>
              <a:gd name="connsiteY402" fmla="*/ 6763394 h 6858000"/>
              <a:gd name="connsiteX403" fmla="*/ 2565328 w 7467600"/>
              <a:gd name="connsiteY403" fmla="*/ 5516399 h 6858000"/>
              <a:gd name="connsiteX404" fmla="*/ 1922999 w 7467600"/>
              <a:gd name="connsiteY404" fmla="*/ 5980343 h 6858000"/>
              <a:gd name="connsiteX405" fmla="*/ 1950261 w 7467600"/>
              <a:gd name="connsiteY405" fmla="*/ 6405858 h 6858000"/>
              <a:gd name="connsiteX406" fmla="*/ 2365554 w 7467600"/>
              <a:gd name="connsiteY406" fmla="*/ 6759107 h 6858000"/>
              <a:gd name="connsiteX407" fmla="*/ 2424142 w 7467600"/>
              <a:gd name="connsiteY407" fmla="*/ 6858000 h 6858000"/>
              <a:gd name="connsiteX408" fmla="*/ 2395994 w 7467600"/>
              <a:gd name="connsiteY408" fmla="*/ 6858000 h 6858000"/>
              <a:gd name="connsiteX409" fmla="*/ 2392863 w 7467600"/>
              <a:gd name="connsiteY409" fmla="*/ 6852964 h 6858000"/>
              <a:gd name="connsiteX410" fmla="*/ 2017589 w 7467600"/>
              <a:gd name="connsiteY410" fmla="*/ 6493982 h 6858000"/>
              <a:gd name="connsiteX411" fmla="*/ 2147336 w 7467600"/>
              <a:gd name="connsiteY411" fmla="*/ 6594052 h 6858000"/>
              <a:gd name="connsiteX412" fmla="*/ 2207047 w 7467600"/>
              <a:gd name="connsiteY412" fmla="*/ 6654540 h 6858000"/>
              <a:gd name="connsiteX413" fmla="*/ 2299106 w 7467600"/>
              <a:gd name="connsiteY413" fmla="*/ 6778931 h 6858000"/>
              <a:gd name="connsiteX414" fmla="*/ 2314430 w 7467600"/>
              <a:gd name="connsiteY414" fmla="*/ 6801144 h 6858000"/>
              <a:gd name="connsiteX415" fmla="*/ 2352406 w 7467600"/>
              <a:gd name="connsiteY415" fmla="*/ 6858000 h 6858000"/>
              <a:gd name="connsiteX416" fmla="*/ 2314492 w 7467600"/>
              <a:gd name="connsiteY416" fmla="*/ 6858000 h 6858000"/>
              <a:gd name="connsiteX417" fmla="*/ 2288095 w 7467600"/>
              <a:gd name="connsiteY417" fmla="*/ 6818030 h 6858000"/>
              <a:gd name="connsiteX418" fmla="*/ 2272768 w 7467600"/>
              <a:gd name="connsiteY418" fmla="*/ 6795822 h 6858000"/>
              <a:gd name="connsiteX419" fmla="*/ 2182715 w 7467600"/>
              <a:gd name="connsiteY419" fmla="*/ 6675071 h 6858000"/>
              <a:gd name="connsiteX420" fmla="*/ 2032061 w 7467600"/>
              <a:gd name="connsiteY420" fmla="*/ 6541380 h 6858000"/>
              <a:gd name="connsiteX421" fmla="*/ 2257220 w 7467600"/>
              <a:gd name="connsiteY421" fmla="*/ 6826257 h 6858000"/>
              <a:gd name="connsiteX422" fmla="*/ 2281324 w 7467600"/>
              <a:gd name="connsiteY422" fmla="*/ 6858000 h 6858000"/>
              <a:gd name="connsiteX423" fmla="*/ 2242860 w 7467600"/>
              <a:gd name="connsiteY423" fmla="*/ 6858000 h 6858000"/>
              <a:gd name="connsiteX424" fmla="*/ 2232818 w 7467600"/>
              <a:gd name="connsiteY424" fmla="*/ 6844926 h 6858000"/>
              <a:gd name="connsiteX425" fmla="*/ 1990172 w 7467600"/>
              <a:gd name="connsiteY425" fmla="*/ 6542121 h 6858000"/>
              <a:gd name="connsiteX426" fmla="*/ 2124090 w 7467600"/>
              <a:gd name="connsiteY426" fmla="*/ 6761017 h 6858000"/>
              <a:gd name="connsiteX427" fmla="*/ 2200380 w 7467600"/>
              <a:gd name="connsiteY427" fmla="*/ 6858000 h 6858000"/>
              <a:gd name="connsiteX428" fmla="*/ 2147507 w 7467600"/>
              <a:gd name="connsiteY428" fmla="*/ 6858000 h 6858000"/>
              <a:gd name="connsiteX429" fmla="*/ 2070668 w 7467600"/>
              <a:gd name="connsiteY429" fmla="*/ 6761520 h 6858000"/>
              <a:gd name="connsiteX430" fmla="*/ 1975142 w 7467600"/>
              <a:gd name="connsiteY430" fmla="*/ 6585570 h 6858000"/>
              <a:gd name="connsiteX431" fmla="*/ 2050035 w 7467600"/>
              <a:gd name="connsiteY431" fmla="*/ 6813345 h 6858000"/>
              <a:gd name="connsiteX432" fmla="*/ 2063025 w 7467600"/>
              <a:gd name="connsiteY432" fmla="*/ 6858000 h 6858000"/>
              <a:gd name="connsiteX433" fmla="*/ 2021675 w 7467600"/>
              <a:gd name="connsiteY433" fmla="*/ 6858000 h 6858000"/>
              <a:gd name="connsiteX434" fmla="*/ 2019308 w 7467600"/>
              <a:gd name="connsiteY434" fmla="*/ 6847118 h 6858000"/>
              <a:gd name="connsiteX435" fmla="*/ 1938835 w 7467600"/>
              <a:gd name="connsiteY435" fmla="*/ 6551160 h 6858000"/>
              <a:gd name="connsiteX436" fmla="*/ 1953230 w 7467600"/>
              <a:gd name="connsiteY436" fmla="*/ 6759699 h 6858000"/>
              <a:gd name="connsiteX437" fmla="*/ 1956763 w 7467600"/>
              <a:gd name="connsiteY437" fmla="*/ 6778191 h 6858000"/>
              <a:gd name="connsiteX438" fmla="*/ 1967925 w 7467600"/>
              <a:gd name="connsiteY438" fmla="*/ 6858000 h 6858000"/>
              <a:gd name="connsiteX439" fmla="*/ 1936622 w 7467600"/>
              <a:gd name="connsiteY439" fmla="*/ 6858000 h 6858000"/>
              <a:gd name="connsiteX440" fmla="*/ 1926261 w 7467600"/>
              <a:gd name="connsiteY440" fmla="*/ 6784064 h 6858000"/>
              <a:gd name="connsiteX441" fmla="*/ 1922724 w 7467600"/>
              <a:gd name="connsiteY441" fmla="*/ 6765577 h 6858000"/>
              <a:gd name="connsiteX442" fmla="*/ 1904650 w 7467600"/>
              <a:gd name="connsiteY442" fmla="*/ 6639616 h 6858000"/>
              <a:gd name="connsiteX443" fmla="*/ 1885273 w 7467600"/>
              <a:gd name="connsiteY443" fmla="*/ 6858000 h 6858000"/>
              <a:gd name="connsiteX444" fmla="*/ 1854363 w 7467600"/>
              <a:gd name="connsiteY444" fmla="*/ 6858000 h 6858000"/>
              <a:gd name="connsiteX445" fmla="*/ 1880391 w 7467600"/>
              <a:gd name="connsiteY445" fmla="*/ 6603796 h 6858000"/>
              <a:gd name="connsiteX446" fmla="*/ 1818273 w 7467600"/>
              <a:gd name="connsiteY446" fmla="*/ 6715729 h 6858000"/>
              <a:gd name="connsiteX447" fmla="*/ 1794691 w 7467600"/>
              <a:gd name="connsiteY447" fmla="*/ 6843239 h 6858000"/>
              <a:gd name="connsiteX448" fmla="*/ 1794914 w 7467600"/>
              <a:gd name="connsiteY448" fmla="*/ 6858000 h 6858000"/>
              <a:gd name="connsiteX449" fmla="*/ 1746128 w 7467600"/>
              <a:gd name="connsiteY449" fmla="*/ 6858000 h 6858000"/>
              <a:gd name="connsiteX450" fmla="*/ 1753934 w 7467600"/>
              <a:gd name="connsiteY450" fmla="*/ 6724796 h 6858000"/>
              <a:gd name="connsiteX451" fmla="*/ 1792053 w 7467600"/>
              <a:gd name="connsiteY451" fmla="*/ 6572396 h 6858000"/>
              <a:gd name="connsiteX452" fmla="*/ 1862248 w 7467600"/>
              <a:gd name="connsiteY452" fmla="*/ 6266397 h 6858000"/>
              <a:gd name="connsiteX453" fmla="*/ 1862250 w 7467600"/>
              <a:gd name="connsiteY453" fmla="*/ 6033531 h 6858000"/>
              <a:gd name="connsiteX454" fmla="*/ 1211999 w 7467600"/>
              <a:gd name="connsiteY454" fmla="*/ 6683610 h 6858000"/>
              <a:gd name="connsiteX455" fmla="*/ 1213266 w 7467600"/>
              <a:gd name="connsiteY455" fmla="*/ 6691947 h 6858000"/>
              <a:gd name="connsiteX456" fmla="*/ 1203370 w 7467600"/>
              <a:gd name="connsiteY456" fmla="*/ 6850676 h 6858000"/>
              <a:gd name="connsiteX457" fmla="*/ 1203671 w 7467600"/>
              <a:gd name="connsiteY457" fmla="*/ 6858000 h 6858000"/>
              <a:gd name="connsiteX458" fmla="*/ 1143180 w 7467600"/>
              <a:gd name="connsiteY458" fmla="*/ 6858000 h 6858000"/>
              <a:gd name="connsiteX459" fmla="*/ 1142176 w 7467600"/>
              <a:gd name="connsiteY459" fmla="*/ 6766045 h 6858000"/>
              <a:gd name="connsiteX460" fmla="*/ 1067484 w 7467600"/>
              <a:gd name="connsiteY460" fmla="*/ 6858000 h 6858000"/>
              <a:gd name="connsiteX461" fmla="*/ 953928 w 7467600"/>
              <a:gd name="connsiteY461" fmla="*/ 6858000 h 6858000"/>
              <a:gd name="connsiteX462" fmla="*/ 959715 w 7467600"/>
              <a:gd name="connsiteY462" fmla="*/ 6850185 h 6858000"/>
              <a:gd name="connsiteX463" fmla="*/ 1483788 w 7467600"/>
              <a:gd name="connsiteY463" fmla="*/ 6259174 h 6858000"/>
              <a:gd name="connsiteX464" fmla="*/ 1100671 w 7467600"/>
              <a:gd name="connsiteY464" fmla="*/ 6252137 h 6858000"/>
              <a:gd name="connsiteX465" fmla="*/ 1090144 w 7467600"/>
              <a:gd name="connsiteY465" fmla="*/ 6256748 h 6858000"/>
              <a:gd name="connsiteX466" fmla="*/ 1095872 w 7467600"/>
              <a:gd name="connsiteY466" fmla="*/ 6271892 h 6858000"/>
              <a:gd name="connsiteX467" fmla="*/ 262785 w 7467600"/>
              <a:gd name="connsiteY467" fmla="*/ 6845450 h 6858000"/>
              <a:gd name="connsiteX468" fmla="*/ 209968 w 7467600"/>
              <a:gd name="connsiteY468" fmla="*/ 6770713 h 6858000"/>
              <a:gd name="connsiteX469" fmla="*/ 873460 w 7467600"/>
              <a:gd name="connsiteY469" fmla="*/ 6253768 h 6858000"/>
              <a:gd name="connsiteX470" fmla="*/ 192686 w 7467600"/>
              <a:gd name="connsiteY470" fmla="*/ 5849257 h 6858000"/>
              <a:gd name="connsiteX471" fmla="*/ 4696 w 7467600"/>
              <a:gd name="connsiteY471" fmla="*/ 5697668 h 6858000"/>
              <a:gd name="connsiteX472" fmla="*/ 0 w 7467600"/>
              <a:gd name="connsiteY472" fmla="*/ 5689984 h 6858000"/>
              <a:gd name="connsiteX473" fmla="*/ 0 w 7467600"/>
              <a:gd name="connsiteY473" fmla="*/ 5513472 h 6858000"/>
              <a:gd name="connsiteX474" fmla="*/ 174101 w 7467600"/>
              <a:gd name="connsiteY474" fmla="*/ 5620277 h 6858000"/>
              <a:gd name="connsiteX475" fmla="*/ 891800 w 7467600"/>
              <a:gd name="connsiteY475" fmla="*/ 6036935 h 6858000"/>
              <a:gd name="connsiteX476" fmla="*/ 1072219 w 7467600"/>
              <a:gd name="connsiteY476" fmla="*/ 6169443 h 6858000"/>
              <a:gd name="connsiteX477" fmla="*/ 1074117 w 7467600"/>
              <a:gd name="connsiteY477" fmla="*/ 6170301 h 6858000"/>
              <a:gd name="connsiteX478" fmla="*/ 1083114 w 7467600"/>
              <a:gd name="connsiteY478" fmla="*/ 6174131 h 6858000"/>
              <a:gd name="connsiteX479" fmla="*/ 1543010 w 7467600"/>
              <a:gd name="connsiteY479" fmla="*/ 6191140 h 6858000"/>
              <a:gd name="connsiteX480" fmla="*/ 1551080 w 7467600"/>
              <a:gd name="connsiteY480" fmla="*/ 6195006 h 6858000"/>
              <a:gd name="connsiteX481" fmla="*/ 2345443 w 7467600"/>
              <a:gd name="connsiteY481" fmla="*/ 5549882 h 6858000"/>
              <a:gd name="connsiteX482" fmla="*/ 1721499 w 7467600"/>
              <a:gd name="connsiteY482" fmla="*/ 5599969 h 6858000"/>
              <a:gd name="connsiteX483" fmla="*/ 767716 w 7467600"/>
              <a:gd name="connsiteY483" fmla="*/ 5472768 h 6858000"/>
              <a:gd name="connsiteX484" fmla="*/ 722147 w 7467600"/>
              <a:gd name="connsiteY484" fmla="*/ 5393091 h 6858000"/>
              <a:gd name="connsiteX485" fmla="*/ 1485552 w 7467600"/>
              <a:gd name="connsiteY485" fmla="*/ 5313202 h 6858000"/>
              <a:gd name="connsiteX486" fmla="*/ 2143004 w 7467600"/>
              <a:gd name="connsiteY486" fmla="*/ 5402420 h 6858000"/>
              <a:gd name="connsiteX487" fmla="*/ 1933391 w 7467600"/>
              <a:gd name="connsiteY487" fmla="*/ 5156971 h 6858000"/>
              <a:gd name="connsiteX488" fmla="*/ 1827118 w 7467600"/>
              <a:gd name="connsiteY488" fmla="*/ 4968410 h 6858000"/>
              <a:gd name="connsiteX489" fmla="*/ 1837349 w 7467600"/>
              <a:gd name="connsiteY489" fmla="*/ 4956357 h 6858000"/>
              <a:gd name="connsiteX490" fmla="*/ 2162835 w 7467600"/>
              <a:gd name="connsiteY490" fmla="*/ 5187853 h 6858000"/>
              <a:gd name="connsiteX491" fmla="*/ 2257167 w 7467600"/>
              <a:gd name="connsiteY491" fmla="*/ 5462123 h 6858000"/>
              <a:gd name="connsiteX492" fmla="*/ 2261598 w 7467600"/>
              <a:gd name="connsiteY492" fmla="*/ 5467998 h 6858000"/>
              <a:gd name="connsiteX493" fmla="*/ 2437177 w 7467600"/>
              <a:gd name="connsiteY493" fmla="*/ 5479608 h 6858000"/>
              <a:gd name="connsiteX494" fmla="*/ 2445247 w 7467600"/>
              <a:gd name="connsiteY494" fmla="*/ 5483476 h 6858000"/>
              <a:gd name="connsiteX495" fmla="*/ 2743626 w 7467600"/>
              <a:gd name="connsiteY495" fmla="*/ 5304819 h 6858000"/>
              <a:gd name="connsiteX496" fmla="*/ 3048102 w 7467600"/>
              <a:gd name="connsiteY496" fmla="*/ 5150595 h 6858000"/>
              <a:gd name="connsiteX497" fmla="*/ 1799414 w 7467600"/>
              <a:gd name="connsiteY497" fmla="*/ 4694732 h 6858000"/>
              <a:gd name="connsiteX498" fmla="*/ 1771735 w 7467600"/>
              <a:gd name="connsiteY498" fmla="*/ 4619929 h 6858000"/>
              <a:gd name="connsiteX499" fmla="*/ 3104273 w 7467600"/>
              <a:gd name="connsiteY499" fmla="*/ 5076159 h 6858000"/>
              <a:gd name="connsiteX500" fmla="*/ 3113245 w 7467600"/>
              <a:gd name="connsiteY500" fmla="*/ 5090705 h 6858000"/>
              <a:gd name="connsiteX501" fmla="*/ 3126294 w 7467600"/>
              <a:gd name="connsiteY501" fmla="*/ 5114400 h 6858000"/>
              <a:gd name="connsiteX502" fmla="*/ 3937433 w 7467600"/>
              <a:gd name="connsiteY502" fmla="*/ 4830473 h 6858000"/>
              <a:gd name="connsiteX503" fmla="*/ 3590475 w 7467600"/>
              <a:gd name="connsiteY503" fmla="*/ 4597974 h 6858000"/>
              <a:gd name="connsiteX504" fmla="*/ 3100264 w 7467600"/>
              <a:gd name="connsiteY504" fmla="*/ 4579845 h 6858000"/>
              <a:gd name="connsiteX505" fmla="*/ 2183576 w 7467600"/>
              <a:gd name="connsiteY505" fmla="*/ 4227150 h 6858000"/>
              <a:gd name="connsiteX506" fmla="*/ 2151029 w 7467600"/>
              <a:gd name="connsiteY506" fmla="*/ 4146947 h 6858000"/>
              <a:gd name="connsiteX507" fmla="*/ 3563434 w 7467600"/>
              <a:gd name="connsiteY507" fmla="*/ 4469115 h 6858000"/>
              <a:gd name="connsiteX508" fmla="*/ 3177952 w 7467600"/>
              <a:gd name="connsiteY508" fmla="*/ 3657386 h 6858000"/>
              <a:gd name="connsiteX509" fmla="*/ 3189263 w 7467600"/>
              <a:gd name="connsiteY509" fmla="*/ 3625726 h 6858000"/>
              <a:gd name="connsiteX510" fmla="*/ 3560912 w 7467600"/>
              <a:gd name="connsiteY510" fmla="*/ 4079863 h 6858000"/>
              <a:gd name="connsiteX511" fmla="*/ 3626636 w 7467600"/>
              <a:gd name="connsiteY511" fmla="*/ 4512230 h 6858000"/>
              <a:gd name="connsiteX512" fmla="*/ 3653088 w 7467600"/>
              <a:gd name="connsiteY512" fmla="*/ 4521417 h 6858000"/>
              <a:gd name="connsiteX513" fmla="*/ 3988128 w 7467600"/>
              <a:gd name="connsiteY513" fmla="*/ 4817267 h 6858000"/>
              <a:gd name="connsiteX514" fmla="*/ 4830582 w 7467600"/>
              <a:gd name="connsiteY514" fmla="*/ 4676000 h 6858000"/>
              <a:gd name="connsiteX515" fmla="*/ 4830100 w 7467600"/>
              <a:gd name="connsiteY515" fmla="*/ 4675554 h 6858000"/>
              <a:gd name="connsiteX516" fmla="*/ 4036318 w 7467600"/>
              <a:gd name="connsiteY516" fmla="*/ 4147013 h 6858000"/>
              <a:gd name="connsiteX517" fmla="*/ 3432098 w 7467600"/>
              <a:gd name="connsiteY517" fmla="*/ 3537312 h 6858000"/>
              <a:gd name="connsiteX518" fmla="*/ 3446761 w 7467600"/>
              <a:gd name="connsiteY518" fmla="*/ 3461278 h 6858000"/>
              <a:gd name="connsiteX519" fmla="*/ 4419733 w 7467600"/>
              <a:gd name="connsiteY519" fmla="*/ 3963555 h 6858000"/>
              <a:gd name="connsiteX520" fmla="*/ 4781371 w 7467600"/>
              <a:gd name="connsiteY520" fmla="*/ 4458604 h 6858000"/>
              <a:gd name="connsiteX521" fmla="*/ 4780440 w 7467600"/>
              <a:gd name="connsiteY521" fmla="*/ 4470290 h 6858000"/>
              <a:gd name="connsiteX522" fmla="*/ 4898954 w 7467600"/>
              <a:gd name="connsiteY522" fmla="*/ 4662092 h 6858000"/>
              <a:gd name="connsiteX523" fmla="*/ 4900699 w 7467600"/>
              <a:gd name="connsiteY523" fmla="*/ 4670867 h 6858000"/>
              <a:gd name="connsiteX524" fmla="*/ 5714511 w 7467600"/>
              <a:gd name="connsiteY524" fmla="*/ 4663483 h 6858000"/>
              <a:gd name="connsiteX525" fmla="*/ 5464793 w 7467600"/>
              <a:gd name="connsiteY525" fmla="*/ 4393556 h 6858000"/>
              <a:gd name="connsiteX526" fmla="*/ 5461897 w 7467600"/>
              <a:gd name="connsiteY526" fmla="*/ 4390879 h 6858000"/>
              <a:gd name="connsiteX527" fmla="*/ 4294126 w 7467600"/>
              <a:gd name="connsiteY527" fmla="*/ 3303048 h 6858000"/>
              <a:gd name="connsiteX528" fmla="*/ 4305321 w 7467600"/>
              <a:gd name="connsiteY528" fmla="*/ 3256953 h 6858000"/>
              <a:gd name="connsiteX529" fmla="*/ 4949299 w 7467600"/>
              <a:gd name="connsiteY529" fmla="*/ 3766336 h 6858000"/>
              <a:gd name="connsiteX530" fmla="*/ 5291452 w 7467600"/>
              <a:gd name="connsiteY530" fmla="*/ 4076801 h 6858000"/>
              <a:gd name="connsiteX531" fmla="*/ 5434998 w 7467600"/>
              <a:gd name="connsiteY531" fmla="*/ 4254100 h 6858000"/>
              <a:gd name="connsiteX532" fmla="*/ 5351015 w 7467600"/>
              <a:gd name="connsiteY532" fmla="*/ 3760989 h 6858000"/>
              <a:gd name="connsiteX533" fmla="*/ 5413780 w 7467600"/>
              <a:gd name="connsiteY533" fmla="*/ 2966265 h 6858000"/>
              <a:gd name="connsiteX534" fmla="*/ 5425627 w 7467600"/>
              <a:gd name="connsiteY534" fmla="*/ 2954192 h 6858000"/>
              <a:gd name="connsiteX535" fmla="*/ 6604735 w 7467600"/>
              <a:gd name="connsiteY535" fmla="*/ 2041381 h 6858000"/>
              <a:gd name="connsiteX536" fmla="*/ 7204487 w 7467600"/>
              <a:gd name="connsiteY536" fmla="*/ 2742112 h 6858000"/>
              <a:gd name="connsiteX537" fmla="*/ 7131592 w 7467600"/>
              <a:gd name="connsiteY537" fmla="*/ 2672096 h 6858000"/>
              <a:gd name="connsiteX538" fmla="*/ 6996344 w 7467600"/>
              <a:gd name="connsiteY538" fmla="*/ 2518310 h 6858000"/>
              <a:gd name="connsiteX539" fmla="*/ 6735495 w 7467600"/>
              <a:gd name="connsiteY539" fmla="*/ 2196890 h 6858000"/>
              <a:gd name="connsiteX540" fmla="*/ 6721901 w 7467600"/>
              <a:gd name="connsiteY540" fmla="*/ 2179274 h 6858000"/>
              <a:gd name="connsiteX541" fmla="*/ 6604735 w 7467600"/>
              <a:gd name="connsiteY541" fmla="*/ 2041381 h 6858000"/>
              <a:gd name="connsiteX542" fmla="*/ 6591670 w 7467600"/>
              <a:gd name="connsiteY542" fmla="*/ 1988277 h 6858000"/>
              <a:gd name="connsiteX543" fmla="*/ 6747349 w 7467600"/>
              <a:gd name="connsiteY543" fmla="*/ 2160069 h 6858000"/>
              <a:gd name="connsiteX544" fmla="*/ 6760943 w 7467600"/>
              <a:gd name="connsiteY544" fmla="*/ 2177686 h 6858000"/>
              <a:gd name="connsiteX545" fmla="*/ 7021065 w 7467600"/>
              <a:gd name="connsiteY545" fmla="*/ 2498102 h 6858000"/>
              <a:gd name="connsiteX546" fmla="*/ 7155223 w 7467600"/>
              <a:gd name="connsiteY546" fmla="*/ 2650386 h 6858000"/>
              <a:gd name="connsiteX547" fmla="*/ 7203167 w 7467600"/>
              <a:gd name="connsiteY547" fmla="*/ 2697288 h 6858000"/>
              <a:gd name="connsiteX548" fmla="*/ 6937703 w 7467600"/>
              <a:gd name="connsiteY548" fmla="*/ 2321981 h 6858000"/>
              <a:gd name="connsiteX549" fmla="*/ 6591670 w 7467600"/>
              <a:gd name="connsiteY549" fmla="*/ 1988277 h 6858000"/>
              <a:gd name="connsiteX550" fmla="*/ 5798671 w 7467600"/>
              <a:gd name="connsiteY550" fmla="*/ 1981601 h 6858000"/>
              <a:gd name="connsiteX551" fmla="*/ 5754709 w 7467600"/>
              <a:gd name="connsiteY551" fmla="*/ 2071454 h 6858000"/>
              <a:gd name="connsiteX552" fmla="*/ 5763044 w 7467600"/>
              <a:gd name="connsiteY552" fmla="*/ 2842206 h 6858000"/>
              <a:gd name="connsiteX553" fmla="*/ 5764974 w 7467600"/>
              <a:gd name="connsiteY553" fmla="*/ 2799609 h 6858000"/>
              <a:gd name="connsiteX554" fmla="*/ 5767665 w 7467600"/>
              <a:gd name="connsiteY554" fmla="*/ 2666409 h 6858000"/>
              <a:gd name="connsiteX555" fmla="*/ 5763055 w 7467600"/>
              <a:gd name="connsiteY555" fmla="*/ 2579705 h 6858000"/>
              <a:gd name="connsiteX556" fmla="*/ 5758079 w 7467600"/>
              <a:gd name="connsiteY556" fmla="*/ 2492508 h 6858000"/>
              <a:gd name="connsiteX557" fmla="*/ 5779325 w 7467600"/>
              <a:gd name="connsiteY557" fmla="*/ 2197069 h 6858000"/>
              <a:gd name="connsiteX558" fmla="*/ 5798671 w 7467600"/>
              <a:gd name="connsiteY558" fmla="*/ 1981601 h 6858000"/>
              <a:gd name="connsiteX559" fmla="*/ 5829202 w 7467600"/>
              <a:gd name="connsiteY559" fmla="*/ 1971679 h 6858000"/>
              <a:gd name="connsiteX560" fmla="*/ 5809558 w 7467600"/>
              <a:gd name="connsiteY560" fmla="*/ 2198043 h 6858000"/>
              <a:gd name="connsiteX561" fmla="*/ 5788653 w 7467600"/>
              <a:gd name="connsiteY561" fmla="*/ 2489430 h 6858000"/>
              <a:gd name="connsiteX562" fmla="*/ 5793439 w 7467600"/>
              <a:gd name="connsiteY562" fmla="*/ 2575235 h 6858000"/>
              <a:gd name="connsiteX563" fmla="*/ 5796837 w 7467600"/>
              <a:gd name="connsiteY563" fmla="*/ 2637633 h 6858000"/>
              <a:gd name="connsiteX564" fmla="*/ 5818614 w 7467600"/>
              <a:gd name="connsiteY564" fmla="*/ 2473055 h 6858000"/>
              <a:gd name="connsiteX565" fmla="*/ 5829202 w 7467600"/>
              <a:gd name="connsiteY565" fmla="*/ 1971679 h 6858000"/>
              <a:gd name="connsiteX566" fmla="*/ 5911389 w 7467600"/>
              <a:gd name="connsiteY566" fmla="*/ 1898371 h 6858000"/>
              <a:gd name="connsiteX567" fmla="*/ 6237627 w 7467600"/>
              <a:gd name="connsiteY567" fmla="*/ 2231921 h 6858000"/>
              <a:gd name="connsiteX568" fmla="*/ 5911389 w 7467600"/>
              <a:gd name="connsiteY568" fmla="*/ 1898371 h 6858000"/>
              <a:gd name="connsiteX569" fmla="*/ 6944437 w 7467600"/>
              <a:gd name="connsiteY569" fmla="*/ 1575402 h 6858000"/>
              <a:gd name="connsiteX570" fmla="*/ 6304730 w 7467600"/>
              <a:gd name="connsiteY570" fmla="*/ 1766654 h 6858000"/>
              <a:gd name="connsiteX571" fmla="*/ 6944437 w 7467600"/>
              <a:gd name="connsiteY571" fmla="*/ 1575402 h 6858000"/>
              <a:gd name="connsiteX572" fmla="*/ 7019523 w 7467600"/>
              <a:gd name="connsiteY572" fmla="*/ 1519450 h 6858000"/>
              <a:gd name="connsiteX573" fmla="*/ 6298091 w 7467600"/>
              <a:gd name="connsiteY573" fmla="*/ 1737122 h 6858000"/>
              <a:gd name="connsiteX574" fmla="*/ 7019523 w 7467600"/>
              <a:gd name="connsiteY574" fmla="*/ 1519450 h 6858000"/>
              <a:gd name="connsiteX575" fmla="*/ 2399523 w 7467600"/>
              <a:gd name="connsiteY575" fmla="*/ 1428234 h 6858000"/>
              <a:gd name="connsiteX576" fmla="*/ 2224982 w 7467600"/>
              <a:gd name="connsiteY576" fmla="*/ 1826201 h 6858000"/>
              <a:gd name="connsiteX577" fmla="*/ 2096099 w 7467600"/>
              <a:gd name="connsiteY577" fmla="*/ 2345900 h 6858000"/>
              <a:gd name="connsiteX578" fmla="*/ 2283317 w 7467600"/>
              <a:gd name="connsiteY578" fmla="*/ 1796925 h 6858000"/>
              <a:gd name="connsiteX579" fmla="*/ 2399523 w 7467600"/>
              <a:gd name="connsiteY579" fmla="*/ 1428234 h 6858000"/>
              <a:gd name="connsiteX580" fmla="*/ 2448558 w 7467600"/>
              <a:gd name="connsiteY580" fmla="*/ 1373435 h 6858000"/>
              <a:gd name="connsiteX581" fmla="*/ 2312521 w 7467600"/>
              <a:gd name="connsiteY581" fmla="*/ 1806140 h 6858000"/>
              <a:gd name="connsiteX582" fmla="*/ 2127533 w 7467600"/>
              <a:gd name="connsiteY582" fmla="*/ 2348380 h 6858000"/>
              <a:gd name="connsiteX583" fmla="*/ 2358080 w 7467600"/>
              <a:gd name="connsiteY583" fmla="*/ 1866134 h 6858000"/>
              <a:gd name="connsiteX584" fmla="*/ 2407436 w 7467600"/>
              <a:gd name="connsiteY584" fmla="*/ 1651070 h 6858000"/>
              <a:gd name="connsiteX585" fmla="*/ 2448558 w 7467600"/>
              <a:gd name="connsiteY585" fmla="*/ 1373435 h 6858000"/>
              <a:gd name="connsiteX586" fmla="*/ 278707 w 7467600"/>
              <a:gd name="connsiteY586" fmla="*/ 1352270 h 6858000"/>
              <a:gd name="connsiteX587" fmla="*/ 321570 w 7467600"/>
              <a:gd name="connsiteY587" fmla="*/ 1861610 h 6858000"/>
              <a:gd name="connsiteX588" fmla="*/ 294281 w 7467600"/>
              <a:gd name="connsiteY588" fmla="*/ 1440658 h 6858000"/>
              <a:gd name="connsiteX589" fmla="*/ 278707 w 7467600"/>
              <a:gd name="connsiteY589" fmla="*/ 1352270 h 6858000"/>
              <a:gd name="connsiteX590" fmla="*/ 1423821 w 7467600"/>
              <a:gd name="connsiteY590" fmla="*/ 1351958 h 6858000"/>
              <a:gd name="connsiteX591" fmla="*/ 1638521 w 7467600"/>
              <a:gd name="connsiteY591" fmla="*/ 1908470 h 6858000"/>
              <a:gd name="connsiteX592" fmla="*/ 1754199 w 7467600"/>
              <a:gd name="connsiteY592" fmla="*/ 2149284 h 6858000"/>
              <a:gd name="connsiteX593" fmla="*/ 1908359 w 7467600"/>
              <a:gd name="connsiteY593" fmla="*/ 2364988 h 6858000"/>
              <a:gd name="connsiteX594" fmla="*/ 1647661 w 7467600"/>
              <a:gd name="connsiteY594" fmla="*/ 1825945 h 6858000"/>
              <a:gd name="connsiteX595" fmla="*/ 1423821 w 7467600"/>
              <a:gd name="connsiteY595" fmla="*/ 1351958 h 6858000"/>
              <a:gd name="connsiteX596" fmla="*/ 1431890 w 7467600"/>
              <a:gd name="connsiteY596" fmla="*/ 1306475 h 6858000"/>
              <a:gd name="connsiteX597" fmla="*/ 1507597 w 7467600"/>
              <a:gd name="connsiteY597" fmla="*/ 1446132 h 6858000"/>
              <a:gd name="connsiteX598" fmla="*/ 1674586 w 7467600"/>
              <a:gd name="connsiteY598" fmla="*/ 1813832 h 6858000"/>
              <a:gd name="connsiteX599" fmla="*/ 1815950 w 7467600"/>
              <a:gd name="connsiteY599" fmla="*/ 2128564 h 6858000"/>
              <a:gd name="connsiteX600" fmla="*/ 1984242 w 7467600"/>
              <a:gd name="connsiteY600" fmla="*/ 2430829 h 6858000"/>
              <a:gd name="connsiteX601" fmla="*/ 2014023 w 7467600"/>
              <a:gd name="connsiteY601" fmla="*/ 2450995 h 6858000"/>
              <a:gd name="connsiteX602" fmla="*/ 1747337 w 7467600"/>
              <a:gd name="connsiteY602" fmla="*/ 1855264 h 6858000"/>
              <a:gd name="connsiteX603" fmla="*/ 1533749 w 7467600"/>
              <a:gd name="connsiteY603" fmla="*/ 1478656 h 6858000"/>
              <a:gd name="connsiteX604" fmla="*/ 1431890 w 7467600"/>
              <a:gd name="connsiteY604" fmla="*/ 1306475 h 6858000"/>
              <a:gd name="connsiteX605" fmla="*/ 5052692 w 7467600"/>
              <a:gd name="connsiteY605" fmla="*/ 1292994 h 6858000"/>
              <a:gd name="connsiteX606" fmla="*/ 5200661 w 7467600"/>
              <a:gd name="connsiteY606" fmla="*/ 1635186 h 6858000"/>
              <a:gd name="connsiteX607" fmla="*/ 5297138 w 7467600"/>
              <a:gd name="connsiteY607" fmla="*/ 1906351 h 6858000"/>
              <a:gd name="connsiteX608" fmla="*/ 5052692 w 7467600"/>
              <a:gd name="connsiteY608" fmla="*/ 1292994 h 6858000"/>
              <a:gd name="connsiteX609" fmla="*/ 5009948 w 7467600"/>
              <a:gd name="connsiteY609" fmla="*/ 1273619 h 6858000"/>
              <a:gd name="connsiteX610" fmla="*/ 5121777 w 7467600"/>
              <a:gd name="connsiteY610" fmla="*/ 1654213 h 6858000"/>
              <a:gd name="connsiteX611" fmla="*/ 5293545 w 7467600"/>
              <a:gd name="connsiteY611" fmla="*/ 2072247 h 6858000"/>
              <a:gd name="connsiteX612" fmla="*/ 5294042 w 7467600"/>
              <a:gd name="connsiteY612" fmla="*/ 2065019 h 6858000"/>
              <a:gd name="connsiteX613" fmla="*/ 5171936 w 7467600"/>
              <a:gd name="connsiteY613" fmla="*/ 1647613 h 6858000"/>
              <a:gd name="connsiteX614" fmla="*/ 5009948 w 7467600"/>
              <a:gd name="connsiteY614" fmla="*/ 1273619 h 6858000"/>
              <a:gd name="connsiteX615" fmla="*/ 655236 w 7467600"/>
              <a:gd name="connsiteY615" fmla="*/ 1268632 h 6858000"/>
              <a:gd name="connsiteX616" fmla="*/ 839521 w 7467600"/>
              <a:gd name="connsiteY616" fmla="*/ 1685315 h 6858000"/>
              <a:gd name="connsiteX617" fmla="*/ 1109416 w 7467600"/>
              <a:gd name="connsiteY617" fmla="*/ 2061663 h 6858000"/>
              <a:gd name="connsiteX618" fmla="*/ 1298300 w 7467600"/>
              <a:gd name="connsiteY618" fmla="*/ 2247742 h 6858000"/>
              <a:gd name="connsiteX619" fmla="*/ 1125871 w 7467600"/>
              <a:gd name="connsiteY619" fmla="*/ 1989513 h 6858000"/>
              <a:gd name="connsiteX620" fmla="*/ 981574 w 7467600"/>
              <a:gd name="connsiteY620" fmla="*/ 1783157 h 6858000"/>
              <a:gd name="connsiteX621" fmla="*/ 922198 w 7467600"/>
              <a:gd name="connsiteY621" fmla="*/ 1677437 h 6858000"/>
              <a:gd name="connsiteX622" fmla="*/ 869293 w 7467600"/>
              <a:gd name="connsiteY622" fmla="*/ 1583214 h 6858000"/>
              <a:gd name="connsiteX623" fmla="*/ 751431 w 7467600"/>
              <a:gd name="connsiteY623" fmla="*/ 1405731 h 6858000"/>
              <a:gd name="connsiteX624" fmla="*/ 655236 w 7467600"/>
              <a:gd name="connsiteY624" fmla="*/ 1268632 h 6858000"/>
              <a:gd name="connsiteX625" fmla="*/ 6516292 w 7467600"/>
              <a:gd name="connsiteY625" fmla="*/ 1263064 h 6858000"/>
              <a:gd name="connsiteX626" fmla="*/ 5736320 w 7467600"/>
              <a:gd name="connsiteY626" fmla="*/ 1501803 h 6858000"/>
              <a:gd name="connsiteX627" fmla="*/ 6516292 w 7467600"/>
              <a:gd name="connsiteY627" fmla="*/ 1263064 h 6858000"/>
              <a:gd name="connsiteX628" fmla="*/ 291466 w 7467600"/>
              <a:gd name="connsiteY628" fmla="*/ 1250369 h 6858000"/>
              <a:gd name="connsiteX629" fmla="*/ 323180 w 7467600"/>
              <a:gd name="connsiteY629" fmla="*/ 1435283 h 6858000"/>
              <a:gd name="connsiteX630" fmla="*/ 349381 w 7467600"/>
              <a:gd name="connsiteY630" fmla="*/ 1875041 h 6858000"/>
              <a:gd name="connsiteX631" fmla="*/ 374363 w 7467600"/>
              <a:gd name="connsiteY631" fmla="*/ 1506494 h 6858000"/>
              <a:gd name="connsiteX632" fmla="*/ 302168 w 7467600"/>
              <a:gd name="connsiteY632" fmla="*/ 1274495 h 6858000"/>
              <a:gd name="connsiteX633" fmla="*/ 291466 w 7467600"/>
              <a:gd name="connsiteY633" fmla="*/ 1250369 h 6858000"/>
              <a:gd name="connsiteX634" fmla="*/ 678222 w 7467600"/>
              <a:gd name="connsiteY634" fmla="*/ 1248670 h 6858000"/>
              <a:gd name="connsiteX635" fmla="*/ 775536 w 7467600"/>
              <a:gd name="connsiteY635" fmla="*/ 1388015 h 6858000"/>
              <a:gd name="connsiteX636" fmla="*/ 894529 w 7467600"/>
              <a:gd name="connsiteY636" fmla="*/ 1567739 h 6858000"/>
              <a:gd name="connsiteX637" fmla="*/ 948000 w 7467600"/>
              <a:gd name="connsiteY637" fmla="*/ 1663088 h 6858000"/>
              <a:gd name="connsiteX638" fmla="*/ 1006812 w 7467600"/>
              <a:gd name="connsiteY638" fmla="*/ 1767683 h 6858000"/>
              <a:gd name="connsiteX639" fmla="*/ 1149133 w 7467600"/>
              <a:gd name="connsiteY639" fmla="*/ 1971513 h 6858000"/>
              <a:gd name="connsiteX640" fmla="*/ 1333952 w 7467600"/>
              <a:gd name="connsiteY640" fmla="*/ 2251620 h 6858000"/>
              <a:gd name="connsiteX641" fmla="*/ 1337329 w 7467600"/>
              <a:gd name="connsiteY641" fmla="*/ 2258350 h 6858000"/>
              <a:gd name="connsiteX642" fmla="*/ 1014726 w 7467600"/>
              <a:gd name="connsiteY642" fmla="*/ 1615556 h 6858000"/>
              <a:gd name="connsiteX643" fmla="*/ 678222 w 7467600"/>
              <a:gd name="connsiteY643" fmla="*/ 1248670 h 6858000"/>
              <a:gd name="connsiteX644" fmla="*/ 6691602 w 7467600"/>
              <a:gd name="connsiteY644" fmla="*/ 1140573 h 6858000"/>
              <a:gd name="connsiteX645" fmla="*/ 6571100 w 7467600"/>
              <a:gd name="connsiteY645" fmla="*/ 1183662 h 6858000"/>
              <a:gd name="connsiteX646" fmla="*/ 6241687 w 7467600"/>
              <a:gd name="connsiteY646" fmla="*/ 1257600 h 6858000"/>
              <a:gd name="connsiteX647" fmla="*/ 5693009 w 7467600"/>
              <a:gd name="connsiteY647" fmla="*/ 1478256 h 6858000"/>
              <a:gd name="connsiteX648" fmla="*/ 6548420 w 7467600"/>
              <a:gd name="connsiteY648" fmla="*/ 1214599 h 6858000"/>
              <a:gd name="connsiteX649" fmla="*/ 6605473 w 7467600"/>
              <a:gd name="connsiteY649" fmla="*/ 1184686 h 6858000"/>
              <a:gd name="connsiteX650" fmla="*/ 6691602 w 7467600"/>
              <a:gd name="connsiteY650" fmla="*/ 1140573 h 6858000"/>
              <a:gd name="connsiteX651" fmla="*/ 4002475 w 7467600"/>
              <a:gd name="connsiteY651" fmla="*/ 1037802 h 6858000"/>
              <a:gd name="connsiteX652" fmla="*/ 4000324 w 7467600"/>
              <a:gd name="connsiteY652" fmla="*/ 1039362 h 6858000"/>
              <a:gd name="connsiteX653" fmla="*/ 4002862 w 7467600"/>
              <a:gd name="connsiteY653" fmla="*/ 1042866 h 6858000"/>
              <a:gd name="connsiteX654" fmla="*/ 4002475 w 7467600"/>
              <a:gd name="connsiteY654" fmla="*/ 1037802 h 6858000"/>
              <a:gd name="connsiteX655" fmla="*/ 506322 w 7467600"/>
              <a:gd name="connsiteY655" fmla="*/ 1020997 h 6858000"/>
              <a:gd name="connsiteX656" fmla="*/ 533068 w 7467600"/>
              <a:gd name="connsiteY656" fmla="*/ 1029409 h 6858000"/>
              <a:gd name="connsiteX657" fmla="*/ 1232525 w 7467600"/>
              <a:gd name="connsiteY657" fmla="*/ 1804675 h 6858000"/>
              <a:gd name="connsiteX658" fmla="*/ 1388858 w 7467600"/>
              <a:gd name="connsiteY658" fmla="*/ 2368011 h 6858000"/>
              <a:gd name="connsiteX659" fmla="*/ 1384098 w 7467600"/>
              <a:gd name="connsiteY659" fmla="*/ 2378125 h 6858000"/>
              <a:gd name="connsiteX660" fmla="*/ 1425393 w 7467600"/>
              <a:gd name="connsiteY660" fmla="*/ 2589124 h 6858000"/>
              <a:gd name="connsiteX661" fmla="*/ 1424001 w 7467600"/>
              <a:gd name="connsiteY661" fmla="*/ 2597541 h 6858000"/>
              <a:gd name="connsiteX662" fmla="*/ 2152729 w 7467600"/>
              <a:gd name="connsiteY662" fmla="*/ 2864487 h 6858000"/>
              <a:gd name="connsiteX663" fmla="*/ 2020609 w 7467600"/>
              <a:gd name="connsiteY663" fmla="*/ 2539671 h 6858000"/>
              <a:gd name="connsiteX664" fmla="*/ 2018920 w 7467600"/>
              <a:gd name="connsiteY664" fmla="*/ 2536309 h 6858000"/>
              <a:gd name="connsiteX665" fmla="*/ 1342441 w 7467600"/>
              <a:gd name="connsiteY665" fmla="*/ 1173017 h 6858000"/>
              <a:gd name="connsiteX666" fmla="*/ 1367925 w 7467600"/>
              <a:gd name="connsiteY666" fmla="*/ 1135648 h 6858000"/>
              <a:gd name="connsiteX667" fmla="*/ 1771401 w 7467600"/>
              <a:gd name="connsiteY667" fmla="*/ 1806673 h 6858000"/>
              <a:gd name="connsiteX668" fmla="*/ 1972385 w 7467600"/>
              <a:gd name="connsiteY668" fmla="*/ 2198735 h 6858000"/>
              <a:gd name="connsiteX669" fmla="*/ 2040892 w 7467600"/>
              <a:gd name="connsiteY669" fmla="*/ 2405205 h 6858000"/>
              <a:gd name="connsiteX670" fmla="*/ 2131689 w 7467600"/>
              <a:gd name="connsiteY670" fmla="*/ 1936926 h 6858000"/>
              <a:gd name="connsiteX671" fmla="*/ 2454820 w 7467600"/>
              <a:gd name="connsiteY671" fmla="*/ 1248808 h 6858000"/>
              <a:gd name="connsiteX672" fmla="*/ 2492512 w 7467600"/>
              <a:gd name="connsiteY672" fmla="*/ 1302920 h 6858000"/>
              <a:gd name="connsiteX673" fmla="*/ 2081216 w 7467600"/>
              <a:gd name="connsiteY673" fmla="*/ 2527513 h 6858000"/>
              <a:gd name="connsiteX674" fmla="*/ 2081211 w 7467600"/>
              <a:gd name="connsiteY674" fmla="*/ 2528916 h 6858000"/>
              <a:gd name="connsiteX675" fmla="*/ 2199067 w 7467600"/>
              <a:gd name="connsiteY675" fmla="*/ 2884061 h 6858000"/>
              <a:gd name="connsiteX676" fmla="*/ 3192586 w 7467600"/>
              <a:gd name="connsiteY676" fmla="*/ 3411496 h 6858000"/>
              <a:gd name="connsiteX677" fmla="*/ 3182620 w 7467600"/>
              <a:gd name="connsiteY677" fmla="*/ 3483279 h 6858000"/>
              <a:gd name="connsiteX678" fmla="*/ 2435119 w 7467600"/>
              <a:gd name="connsiteY678" fmla="*/ 3080173 h 6858000"/>
              <a:gd name="connsiteX679" fmla="*/ 2410152 w 7467600"/>
              <a:gd name="connsiteY679" fmla="*/ 3063751 h 6858000"/>
              <a:gd name="connsiteX680" fmla="*/ 2408099 w 7467600"/>
              <a:gd name="connsiteY680" fmla="*/ 3064403 h 6858000"/>
              <a:gd name="connsiteX681" fmla="*/ 2407218 w 7467600"/>
              <a:gd name="connsiteY681" fmla="*/ 3070324 h 6858000"/>
              <a:gd name="connsiteX682" fmla="*/ 2380138 w 7467600"/>
              <a:gd name="connsiteY682" fmla="*/ 3099341 h 6858000"/>
              <a:gd name="connsiteX683" fmla="*/ 1765923 w 7467600"/>
              <a:gd name="connsiteY683" fmla="*/ 3581043 h 6858000"/>
              <a:gd name="connsiteX684" fmla="*/ 1702258 w 7467600"/>
              <a:gd name="connsiteY684" fmla="*/ 3612286 h 6858000"/>
              <a:gd name="connsiteX685" fmla="*/ 1538370 w 7467600"/>
              <a:gd name="connsiteY685" fmla="*/ 3811804 h 6858000"/>
              <a:gd name="connsiteX686" fmla="*/ 542867 w 7467600"/>
              <a:gd name="connsiteY686" fmla="*/ 4944092 h 6858000"/>
              <a:gd name="connsiteX687" fmla="*/ 515800 w 7467600"/>
              <a:gd name="connsiteY687" fmla="*/ 4862180 h 6858000"/>
              <a:gd name="connsiteX688" fmla="*/ 909145 w 7467600"/>
              <a:gd name="connsiteY688" fmla="*/ 4199225 h 6858000"/>
              <a:gd name="connsiteX689" fmla="*/ 1214067 w 7467600"/>
              <a:gd name="connsiteY689" fmla="*/ 3908561 h 6858000"/>
              <a:gd name="connsiteX690" fmla="*/ 640967 w 7467600"/>
              <a:gd name="connsiteY690" fmla="*/ 4105601 h 6858000"/>
              <a:gd name="connsiteX691" fmla="*/ 112563 w 7467600"/>
              <a:gd name="connsiteY691" fmla="*/ 4396952 h 6858000"/>
              <a:gd name="connsiteX692" fmla="*/ 0 w 7467600"/>
              <a:gd name="connsiteY692" fmla="*/ 4466006 h 6858000"/>
              <a:gd name="connsiteX693" fmla="*/ 0 w 7467600"/>
              <a:gd name="connsiteY693" fmla="*/ 4233763 h 6858000"/>
              <a:gd name="connsiteX694" fmla="*/ 36881 w 7467600"/>
              <a:gd name="connsiteY694" fmla="*/ 4200118 h 6858000"/>
              <a:gd name="connsiteX695" fmla="*/ 910534 w 7467600"/>
              <a:gd name="connsiteY695" fmla="*/ 3629753 h 6858000"/>
              <a:gd name="connsiteX696" fmla="*/ 1578717 w 7467600"/>
              <a:gd name="connsiteY696" fmla="*/ 3575982 h 6858000"/>
              <a:gd name="connsiteX697" fmla="*/ 2338780 w 7467600"/>
              <a:gd name="connsiteY697" fmla="*/ 3033725 h 6858000"/>
              <a:gd name="connsiteX698" fmla="*/ 1807991 w 7467600"/>
              <a:gd name="connsiteY698" fmla="*/ 2807184 h 6858000"/>
              <a:gd name="connsiteX699" fmla="*/ 1416358 w 7467600"/>
              <a:gd name="connsiteY699" fmla="*/ 3112571 h 6858000"/>
              <a:gd name="connsiteX700" fmla="*/ 939066 w 7467600"/>
              <a:gd name="connsiteY700" fmla="*/ 3378798 h 6858000"/>
              <a:gd name="connsiteX701" fmla="*/ 115099 w 7467600"/>
              <a:gd name="connsiteY701" fmla="*/ 3607650 h 6858000"/>
              <a:gd name="connsiteX702" fmla="*/ 97284 w 7467600"/>
              <a:gd name="connsiteY702" fmla="*/ 3520393 h 6858000"/>
              <a:gd name="connsiteX703" fmla="*/ 922050 w 7467600"/>
              <a:gd name="connsiteY703" fmla="*/ 3074867 h 6858000"/>
              <a:gd name="connsiteX704" fmla="*/ 1405265 w 7467600"/>
              <a:gd name="connsiteY704" fmla="*/ 3016319 h 6858000"/>
              <a:gd name="connsiteX705" fmla="*/ 1407512 w 7467600"/>
              <a:gd name="connsiteY705" fmla="*/ 3018001 h 6858000"/>
              <a:gd name="connsiteX706" fmla="*/ 1726266 w 7467600"/>
              <a:gd name="connsiteY706" fmla="*/ 2777274 h 6858000"/>
              <a:gd name="connsiteX707" fmla="*/ 625390 w 7467600"/>
              <a:gd name="connsiteY707" fmla="*/ 2514541 h 6858000"/>
              <a:gd name="connsiteX708" fmla="*/ 619799 w 7467600"/>
              <a:gd name="connsiteY708" fmla="*/ 2527180 h 6858000"/>
              <a:gd name="connsiteX709" fmla="*/ 310030 w 7467600"/>
              <a:gd name="connsiteY709" fmla="*/ 2771818 h 6858000"/>
              <a:gd name="connsiteX710" fmla="*/ 173877 w 7467600"/>
              <a:gd name="connsiteY710" fmla="*/ 2937056 h 6858000"/>
              <a:gd name="connsiteX711" fmla="*/ 77889 w 7467600"/>
              <a:gd name="connsiteY711" fmla="*/ 3138440 h 6858000"/>
              <a:gd name="connsiteX712" fmla="*/ 0 w 7467600"/>
              <a:gd name="connsiteY712" fmla="*/ 3271395 h 6858000"/>
              <a:gd name="connsiteX713" fmla="*/ 0 w 7467600"/>
              <a:gd name="connsiteY713" fmla="*/ 3153002 h 6858000"/>
              <a:gd name="connsiteX714" fmla="*/ 2386 w 7467600"/>
              <a:gd name="connsiteY714" fmla="*/ 3149203 h 6858000"/>
              <a:gd name="connsiteX715" fmla="*/ 89753 w 7467600"/>
              <a:gd name="connsiteY715" fmla="*/ 2987702 h 6858000"/>
              <a:gd name="connsiteX716" fmla="*/ 76869 w 7467600"/>
              <a:gd name="connsiteY716" fmla="*/ 3005404 h 6858000"/>
              <a:gd name="connsiteX717" fmla="*/ 32049 w 7467600"/>
              <a:gd name="connsiteY717" fmla="*/ 3065814 h 6858000"/>
              <a:gd name="connsiteX718" fmla="*/ 0 w 7467600"/>
              <a:gd name="connsiteY718" fmla="*/ 3108744 h 6858000"/>
              <a:gd name="connsiteX719" fmla="*/ 0 w 7467600"/>
              <a:gd name="connsiteY719" fmla="*/ 3058059 h 6858000"/>
              <a:gd name="connsiteX720" fmla="*/ 7610 w 7467600"/>
              <a:gd name="connsiteY720" fmla="*/ 3047889 h 6858000"/>
              <a:gd name="connsiteX721" fmla="*/ 52419 w 7467600"/>
              <a:gd name="connsiteY721" fmla="*/ 2987479 h 6858000"/>
              <a:gd name="connsiteX722" fmla="*/ 59142 w 7467600"/>
              <a:gd name="connsiteY722" fmla="*/ 2978488 h 6858000"/>
              <a:gd name="connsiteX723" fmla="*/ 0 w 7467600"/>
              <a:gd name="connsiteY723" fmla="*/ 3015334 h 6858000"/>
              <a:gd name="connsiteX724" fmla="*/ 0 w 7467600"/>
              <a:gd name="connsiteY724" fmla="*/ 2914286 h 6858000"/>
              <a:gd name="connsiteX725" fmla="*/ 36383 w 7467600"/>
              <a:gd name="connsiteY725" fmla="*/ 2901128 h 6858000"/>
              <a:gd name="connsiteX726" fmla="*/ 156329 w 7467600"/>
              <a:gd name="connsiteY726" fmla="*/ 2840533 h 6858000"/>
              <a:gd name="connsiteX727" fmla="*/ 358355 w 7467600"/>
              <a:gd name="connsiteY727" fmla="*/ 2620471 h 6858000"/>
              <a:gd name="connsiteX728" fmla="*/ 510577 w 7467600"/>
              <a:gd name="connsiteY728" fmla="*/ 2501244 h 6858000"/>
              <a:gd name="connsiteX729" fmla="*/ 211967 w 7467600"/>
              <a:gd name="connsiteY729" fmla="*/ 2479171 h 6858000"/>
              <a:gd name="connsiteX730" fmla="*/ 0 w 7467600"/>
              <a:gd name="connsiteY730" fmla="*/ 2476398 h 6858000"/>
              <a:gd name="connsiteX731" fmla="*/ 0 w 7467600"/>
              <a:gd name="connsiteY731" fmla="*/ 2389189 h 6858000"/>
              <a:gd name="connsiteX732" fmla="*/ 103062 w 7467600"/>
              <a:gd name="connsiteY732" fmla="*/ 2389518 h 6858000"/>
              <a:gd name="connsiteX733" fmla="*/ 510734 w 7467600"/>
              <a:gd name="connsiteY733" fmla="*/ 2416201 h 6858000"/>
              <a:gd name="connsiteX734" fmla="*/ 279257 w 7467600"/>
              <a:gd name="connsiteY734" fmla="*/ 2092102 h 6858000"/>
              <a:gd name="connsiteX735" fmla="*/ 65265 w 7467600"/>
              <a:gd name="connsiteY735" fmla="*/ 2006049 h 6858000"/>
              <a:gd name="connsiteX736" fmla="*/ 0 w 7467600"/>
              <a:gd name="connsiteY736" fmla="*/ 1982532 h 6858000"/>
              <a:gd name="connsiteX737" fmla="*/ 0 w 7467600"/>
              <a:gd name="connsiteY737" fmla="*/ 1912789 h 6858000"/>
              <a:gd name="connsiteX738" fmla="*/ 97460 w 7467600"/>
              <a:gd name="connsiteY738" fmla="*/ 1953725 h 6858000"/>
              <a:gd name="connsiteX739" fmla="*/ 221272 w 7467600"/>
              <a:gd name="connsiteY739" fmla="*/ 1980766 h 6858000"/>
              <a:gd name="connsiteX740" fmla="*/ 116765 w 7467600"/>
              <a:gd name="connsiteY740" fmla="*/ 1911033 h 6858000"/>
              <a:gd name="connsiteX741" fmla="*/ 16405 w 7467600"/>
              <a:gd name="connsiteY741" fmla="*/ 1803412 h 6858000"/>
              <a:gd name="connsiteX742" fmla="*/ 0 w 7467600"/>
              <a:gd name="connsiteY742" fmla="*/ 1784777 h 6858000"/>
              <a:gd name="connsiteX743" fmla="*/ 0 w 7467600"/>
              <a:gd name="connsiteY743" fmla="*/ 1740082 h 6858000"/>
              <a:gd name="connsiteX744" fmla="*/ 39394 w 7467600"/>
              <a:gd name="connsiteY744" fmla="*/ 1784856 h 6858000"/>
              <a:gd name="connsiteX745" fmla="*/ 135813 w 7467600"/>
              <a:gd name="connsiteY745" fmla="*/ 1888838 h 6858000"/>
              <a:gd name="connsiteX746" fmla="*/ 242575 w 7467600"/>
              <a:gd name="connsiteY746" fmla="*/ 1958841 h 6858000"/>
              <a:gd name="connsiteX747" fmla="*/ 82197 w 7467600"/>
              <a:gd name="connsiteY747" fmla="*/ 1754826 h 6858000"/>
              <a:gd name="connsiteX748" fmla="*/ 0 w 7467600"/>
              <a:gd name="connsiteY748" fmla="*/ 1679650 h 6858000"/>
              <a:gd name="connsiteX749" fmla="*/ 0 w 7467600"/>
              <a:gd name="connsiteY749" fmla="*/ 1602463 h 6858000"/>
              <a:gd name="connsiteX750" fmla="*/ 84689 w 7467600"/>
              <a:gd name="connsiteY750" fmla="*/ 1677442 h 6858000"/>
              <a:gd name="connsiteX751" fmla="*/ 298437 w 7467600"/>
              <a:gd name="connsiteY751" fmla="*/ 1968019 h 6858000"/>
              <a:gd name="connsiteX752" fmla="*/ 227269 w 7467600"/>
              <a:gd name="connsiteY752" fmla="*/ 1114064 h 6858000"/>
              <a:gd name="connsiteX753" fmla="*/ 248003 w 7467600"/>
              <a:gd name="connsiteY753" fmla="*/ 1089613 h 6858000"/>
              <a:gd name="connsiteX754" fmla="*/ 427020 w 7467600"/>
              <a:gd name="connsiteY754" fmla="*/ 1619803 h 6858000"/>
              <a:gd name="connsiteX755" fmla="*/ 340345 w 7467600"/>
              <a:gd name="connsiteY755" fmla="*/ 2027739 h 6858000"/>
              <a:gd name="connsiteX756" fmla="*/ 360865 w 7467600"/>
              <a:gd name="connsiteY756" fmla="*/ 2044827 h 6858000"/>
              <a:gd name="connsiteX757" fmla="*/ 560414 w 7467600"/>
              <a:gd name="connsiteY757" fmla="*/ 2421457 h 6858000"/>
              <a:gd name="connsiteX758" fmla="*/ 1359703 w 7467600"/>
              <a:gd name="connsiteY758" fmla="*/ 2578554 h 6858000"/>
              <a:gd name="connsiteX759" fmla="*/ 1359422 w 7467600"/>
              <a:gd name="connsiteY759" fmla="*/ 2577994 h 6858000"/>
              <a:gd name="connsiteX760" fmla="*/ 828701 w 7467600"/>
              <a:gd name="connsiteY760" fmla="*/ 1839520 h 6858000"/>
              <a:gd name="connsiteX761" fmla="*/ 494427 w 7467600"/>
              <a:gd name="connsiteY761" fmla="*/ 1092333 h 6858000"/>
              <a:gd name="connsiteX762" fmla="*/ 506322 w 7467600"/>
              <a:gd name="connsiteY762" fmla="*/ 1020997 h 6858000"/>
              <a:gd name="connsiteX763" fmla="*/ 4570198 w 7467600"/>
              <a:gd name="connsiteY763" fmla="*/ 978081 h 6858000"/>
              <a:gd name="connsiteX764" fmla="*/ 4523691 w 7467600"/>
              <a:gd name="connsiteY764" fmla="*/ 1127776 h 6858000"/>
              <a:gd name="connsiteX765" fmla="*/ 4509875 w 7467600"/>
              <a:gd name="connsiteY765" fmla="*/ 1167552 h 6858000"/>
              <a:gd name="connsiteX766" fmla="*/ 4478168 w 7467600"/>
              <a:gd name="connsiteY766" fmla="*/ 1260735 h 6858000"/>
              <a:gd name="connsiteX767" fmla="*/ 4409309 w 7467600"/>
              <a:gd name="connsiteY767" fmla="*/ 1666996 h 6858000"/>
              <a:gd name="connsiteX768" fmla="*/ 4370031 w 7467600"/>
              <a:gd name="connsiteY768" fmla="*/ 1955666 h 6858000"/>
              <a:gd name="connsiteX769" fmla="*/ 4570198 w 7467600"/>
              <a:gd name="connsiteY769" fmla="*/ 978081 h 6858000"/>
              <a:gd name="connsiteX770" fmla="*/ 4557898 w 7467600"/>
              <a:gd name="connsiteY770" fmla="*/ 900011 h 6858000"/>
              <a:gd name="connsiteX771" fmla="*/ 4344840 w 7467600"/>
              <a:gd name="connsiteY771" fmla="*/ 1922038 h 6858000"/>
              <a:gd name="connsiteX772" fmla="*/ 4378710 w 7467600"/>
              <a:gd name="connsiteY772" fmla="*/ 1665516 h 6858000"/>
              <a:gd name="connsiteX773" fmla="*/ 4448798 w 7467600"/>
              <a:gd name="connsiteY773" fmla="*/ 1253024 h 6858000"/>
              <a:gd name="connsiteX774" fmla="*/ 4480315 w 7467600"/>
              <a:gd name="connsiteY774" fmla="*/ 1158454 h 6858000"/>
              <a:gd name="connsiteX775" fmla="*/ 4494133 w 7467600"/>
              <a:gd name="connsiteY775" fmla="*/ 1118676 h 6858000"/>
              <a:gd name="connsiteX776" fmla="*/ 4557898 w 7467600"/>
              <a:gd name="connsiteY776" fmla="*/ 900011 h 6858000"/>
              <a:gd name="connsiteX777" fmla="*/ 5870151 w 7467600"/>
              <a:gd name="connsiteY777" fmla="*/ 898890 h 6858000"/>
              <a:gd name="connsiteX778" fmla="*/ 5861335 w 7467600"/>
              <a:gd name="connsiteY778" fmla="*/ 899177 h 6858000"/>
              <a:gd name="connsiteX779" fmla="*/ 5843702 w 7467600"/>
              <a:gd name="connsiteY779" fmla="*/ 899748 h 6858000"/>
              <a:gd name="connsiteX780" fmla="*/ 5651107 w 7467600"/>
              <a:gd name="connsiteY780" fmla="*/ 920306 h 6858000"/>
              <a:gd name="connsiteX781" fmla="*/ 5459407 w 7467600"/>
              <a:gd name="connsiteY781" fmla="*/ 940975 h 6858000"/>
              <a:gd name="connsiteX782" fmla="*/ 5374846 w 7467600"/>
              <a:gd name="connsiteY782" fmla="*/ 941988 h 6858000"/>
              <a:gd name="connsiteX783" fmla="*/ 5256105 w 7467600"/>
              <a:gd name="connsiteY783" fmla="*/ 945632 h 6858000"/>
              <a:gd name="connsiteX784" fmla="*/ 5107071 w 7467600"/>
              <a:gd name="connsiteY784" fmla="*/ 969720 h 6858000"/>
              <a:gd name="connsiteX785" fmla="*/ 4998681 w 7467600"/>
              <a:gd name="connsiteY785" fmla="*/ 988771 h 6858000"/>
              <a:gd name="connsiteX786" fmla="*/ 5870151 w 7467600"/>
              <a:gd name="connsiteY786" fmla="*/ 898890 h 6858000"/>
              <a:gd name="connsiteX787" fmla="*/ 5504425 w 7467600"/>
              <a:gd name="connsiteY787" fmla="*/ 848067 h 6858000"/>
              <a:gd name="connsiteX788" fmla="*/ 4968849 w 7467600"/>
              <a:gd name="connsiteY788" fmla="*/ 962318 h 6858000"/>
              <a:gd name="connsiteX789" fmla="*/ 5104039 w 7467600"/>
              <a:gd name="connsiteY789" fmla="*/ 940634 h 6858000"/>
              <a:gd name="connsiteX790" fmla="*/ 5256311 w 7467600"/>
              <a:gd name="connsiteY790" fmla="*/ 916490 h 6858000"/>
              <a:gd name="connsiteX791" fmla="*/ 5377381 w 7467600"/>
              <a:gd name="connsiteY791" fmla="*/ 912671 h 6858000"/>
              <a:gd name="connsiteX792" fmla="*/ 5460148 w 7467600"/>
              <a:gd name="connsiteY792" fmla="*/ 911442 h 6858000"/>
              <a:gd name="connsiteX793" fmla="*/ 5648971 w 7467600"/>
              <a:gd name="connsiteY793" fmla="*/ 891331 h 6858000"/>
              <a:gd name="connsiteX794" fmla="*/ 5844807 w 7467600"/>
              <a:gd name="connsiteY794" fmla="*/ 870718 h 6858000"/>
              <a:gd name="connsiteX795" fmla="*/ 5862975 w 7467600"/>
              <a:gd name="connsiteY795" fmla="*/ 869756 h 6858000"/>
              <a:gd name="connsiteX796" fmla="*/ 5920887 w 7467600"/>
              <a:gd name="connsiteY796" fmla="*/ 865929 h 6858000"/>
              <a:gd name="connsiteX797" fmla="*/ 5504425 w 7467600"/>
              <a:gd name="connsiteY797" fmla="*/ 848067 h 6858000"/>
              <a:gd name="connsiteX798" fmla="*/ 3607114 w 7467600"/>
              <a:gd name="connsiteY798" fmla="*/ 467441 h 6858000"/>
              <a:gd name="connsiteX799" fmla="*/ 3296242 w 7467600"/>
              <a:gd name="connsiteY799" fmla="*/ 807991 h 6858000"/>
              <a:gd name="connsiteX800" fmla="*/ 3174674 w 7467600"/>
              <a:gd name="connsiteY800" fmla="*/ 919759 h 6858000"/>
              <a:gd name="connsiteX801" fmla="*/ 3042978 w 7467600"/>
              <a:gd name="connsiteY801" fmla="*/ 1054894 h 6858000"/>
              <a:gd name="connsiteX802" fmla="*/ 2968914 w 7467600"/>
              <a:gd name="connsiteY802" fmla="*/ 1133756 h 6858000"/>
              <a:gd name="connsiteX803" fmla="*/ 3103823 w 7467600"/>
              <a:gd name="connsiteY803" fmla="*/ 1026814 h 6858000"/>
              <a:gd name="connsiteX804" fmla="*/ 3607114 w 7467600"/>
              <a:gd name="connsiteY804" fmla="*/ 467441 h 6858000"/>
              <a:gd name="connsiteX805" fmla="*/ 3744487 w 7467600"/>
              <a:gd name="connsiteY805" fmla="*/ 383136 h 6858000"/>
              <a:gd name="connsiteX806" fmla="*/ 3970213 w 7467600"/>
              <a:gd name="connsiteY806" fmla="*/ 995559 h 6858000"/>
              <a:gd name="connsiteX807" fmla="*/ 3744487 w 7467600"/>
              <a:gd name="connsiteY807" fmla="*/ 383136 h 6858000"/>
              <a:gd name="connsiteX808" fmla="*/ 3624562 w 7467600"/>
              <a:gd name="connsiteY808" fmla="*/ 367041 h 6858000"/>
              <a:gd name="connsiteX809" fmla="*/ 3489712 w 7467600"/>
              <a:gd name="connsiteY809" fmla="*/ 485386 h 6858000"/>
              <a:gd name="connsiteX810" fmla="*/ 3182994 w 7467600"/>
              <a:gd name="connsiteY810" fmla="*/ 828265 h 6858000"/>
              <a:gd name="connsiteX811" fmla="*/ 2892114 w 7467600"/>
              <a:gd name="connsiteY811" fmla="*/ 1172635 h 6858000"/>
              <a:gd name="connsiteX812" fmla="*/ 3021459 w 7467600"/>
              <a:gd name="connsiteY812" fmla="*/ 1035385 h 6858000"/>
              <a:gd name="connsiteX813" fmla="*/ 3153873 w 7467600"/>
              <a:gd name="connsiteY813" fmla="*/ 898971 h 6858000"/>
              <a:gd name="connsiteX814" fmla="*/ 3276511 w 7467600"/>
              <a:gd name="connsiteY814" fmla="*/ 786423 h 6858000"/>
              <a:gd name="connsiteX815" fmla="*/ 3584154 w 7467600"/>
              <a:gd name="connsiteY815" fmla="*/ 448218 h 6858000"/>
              <a:gd name="connsiteX816" fmla="*/ 3624562 w 7467600"/>
              <a:gd name="connsiteY816" fmla="*/ 367041 h 6858000"/>
              <a:gd name="connsiteX817" fmla="*/ 3766672 w 7467600"/>
              <a:gd name="connsiteY817" fmla="*/ 359429 h 6858000"/>
              <a:gd name="connsiteX818" fmla="*/ 3996338 w 7467600"/>
              <a:gd name="connsiteY818" fmla="*/ 968237 h 6858000"/>
              <a:gd name="connsiteX819" fmla="*/ 3766672 w 7467600"/>
              <a:gd name="connsiteY819" fmla="*/ 359429 h 6858000"/>
              <a:gd name="connsiteX820" fmla="*/ 5805386 w 7467600"/>
              <a:gd name="connsiteY820" fmla="*/ 239240 h 6858000"/>
              <a:gd name="connsiteX821" fmla="*/ 5736947 w 7467600"/>
              <a:gd name="connsiteY821" fmla="*/ 261367 h 6858000"/>
              <a:gd name="connsiteX822" fmla="*/ 5427012 w 7467600"/>
              <a:gd name="connsiteY822" fmla="*/ 311272 h 6858000"/>
              <a:gd name="connsiteX823" fmla="*/ 5147818 w 7467600"/>
              <a:gd name="connsiteY823" fmla="*/ 322112 h 6858000"/>
              <a:gd name="connsiteX824" fmla="*/ 5060854 w 7467600"/>
              <a:gd name="connsiteY824" fmla="*/ 311882 h 6858000"/>
              <a:gd name="connsiteX825" fmla="*/ 4945989 w 7467600"/>
              <a:gd name="connsiteY825" fmla="*/ 300516 h 6858000"/>
              <a:gd name="connsiteX826" fmla="*/ 5410479 w 7467600"/>
              <a:gd name="connsiteY826" fmla="*/ 348434 h 6858000"/>
              <a:gd name="connsiteX827" fmla="*/ 5805386 w 7467600"/>
              <a:gd name="connsiteY827" fmla="*/ 239240 h 6858000"/>
              <a:gd name="connsiteX828" fmla="*/ 5905192 w 7467600"/>
              <a:gd name="connsiteY828" fmla="*/ 163079 h 6858000"/>
              <a:gd name="connsiteX829" fmla="*/ 5865655 w 7467600"/>
              <a:gd name="connsiteY829" fmla="*/ 171901 h 6858000"/>
              <a:gd name="connsiteX830" fmla="*/ 5259740 w 7467600"/>
              <a:gd name="connsiteY830" fmla="*/ 257013 h 6858000"/>
              <a:gd name="connsiteX831" fmla="*/ 5208466 w 7467600"/>
              <a:gd name="connsiteY831" fmla="*/ 257550 h 6858000"/>
              <a:gd name="connsiteX832" fmla="*/ 4980204 w 7467600"/>
              <a:gd name="connsiteY832" fmla="*/ 271903 h 6858000"/>
              <a:gd name="connsiteX833" fmla="*/ 5068068 w 7467600"/>
              <a:gd name="connsiteY833" fmla="*/ 282244 h 6858000"/>
              <a:gd name="connsiteX834" fmla="*/ 5153231 w 7467600"/>
              <a:gd name="connsiteY834" fmla="*/ 292240 h 6858000"/>
              <a:gd name="connsiteX835" fmla="*/ 5426491 w 7467600"/>
              <a:gd name="connsiteY835" fmla="*/ 281128 h 6858000"/>
              <a:gd name="connsiteX836" fmla="*/ 5731212 w 7467600"/>
              <a:gd name="connsiteY836" fmla="*/ 231951 h 6858000"/>
              <a:gd name="connsiteX837" fmla="*/ 5905192 w 7467600"/>
              <a:gd name="connsiteY837" fmla="*/ 163079 h 6858000"/>
              <a:gd name="connsiteX838" fmla="*/ 5944437 w 7467600"/>
              <a:gd name="connsiteY838" fmla="*/ 113829 h 6858000"/>
              <a:gd name="connsiteX839" fmla="*/ 5825032 w 7467600"/>
              <a:gd name="connsiteY839" fmla="*/ 146405 h 6858000"/>
              <a:gd name="connsiteX840" fmla="*/ 4955599 w 7467600"/>
              <a:gd name="connsiteY840" fmla="*/ 247008 h 6858000"/>
              <a:gd name="connsiteX841" fmla="*/ 5210104 w 7467600"/>
              <a:gd name="connsiteY841" fmla="*/ 228123 h 6858000"/>
              <a:gd name="connsiteX842" fmla="*/ 5261015 w 7467600"/>
              <a:gd name="connsiteY842" fmla="*/ 227087 h 6858000"/>
              <a:gd name="connsiteX843" fmla="*/ 5861181 w 7467600"/>
              <a:gd name="connsiteY843" fmla="*/ 143093 h 6858000"/>
              <a:gd name="connsiteX844" fmla="*/ 5961252 w 7467600"/>
              <a:gd name="connsiteY844" fmla="*/ 114820 h 6858000"/>
              <a:gd name="connsiteX845" fmla="*/ 5944437 w 7467600"/>
              <a:gd name="connsiteY845" fmla="*/ 113829 h 6858000"/>
              <a:gd name="connsiteX846" fmla="*/ 3882765 w 7467600"/>
              <a:gd name="connsiteY846" fmla="*/ 0 h 6858000"/>
              <a:gd name="connsiteX847" fmla="*/ 3995099 w 7467600"/>
              <a:gd name="connsiteY847" fmla="*/ 0 h 6858000"/>
              <a:gd name="connsiteX848" fmla="*/ 4163818 w 7467600"/>
              <a:gd name="connsiteY848" fmla="*/ 234104 h 6858000"/>
              <a:gd name="connsiteX849" fmla="*/ 4172099 w 7467600"/>
              <a:gd name="connsiteY849" fmla="*/ 234207 h 6858000"/>
              <a:gd name="connsiteX850" fmla="*/ 4784282 w 7467600"/>
              <a:gd name="connsiteY850" fmla="*/ 276561 h 6858000"/>
              <a:gd name="connsiteX851" fmla="*/ 4801687 w 7467600"/>
              <a:gd name="connsiteY851" fmla="*/ 267764 h 6858000"/>
              <a:gd name="connsiteX852" fmla="*/ 6082788 w 7467600"/>
              <a:gd name="connsiteY852" fmla="*/ 64119 h 6858000"/>
              <a:gd name="connsiteX853" fmla="*/ 6099442 w 7467600"/>
              <a:gd name="connsiteY853" fmla="*/ 82568 h 6858000"/>
              <a:gd name="connsiteX854" fmla="*/ 4804137 w 7467600"/>
              <a:gd name="connsiteY854" fmla="*/ 320931 h 6858000"/>
              <a:gd name="connsiteX855" fmla="*/ 4227047 w 7467600"/>
              <a:gd name="connsiteY855" fmla="*/ 313415 h 6858000"/>
              <a:gd name="connsiteX856" fmla="*/ 4346041 w 7467600"/>
              <a:gd name="connsiteY856" fmla="*/ 456086 h 6858000"/>
              <a:gd name="connsiteX857" fmla="*/ 4870967 w 7467600"/>
              <a:gd name="connsiteY857" fmla="*/ 963061 h 6858000"/>
              <a:gd name="connsiteX858" fmla="*/ 4889647 w 7467600"/>
              <a:gd name="connsiteY858" fmla="*/ 957147 h 6858000"/>
              <a:gd name="connsiteX859" fmla="*/ 5422504 w 7467600"/>
              <a:gd name="connsiteY859" fmla="*/ 805191 h 6858000"/>
              <a:gd name="connsiteX860" fmla="*/ 6087656 w 7467600"/>
              <a:gd name="connsiteY860" fmla="*/ 826703 h 6858000"/>
              <a:gd name="connsiteX861" fmla="*/ 6058717 w 7467600"/>
              <a:gd name="connsiteY861" fmla="*/ 865992 h 6858000"/>
              <a:gd name="connsiteX862" fmla="*/ 4974153 w 7467600"/>
              <a:gd name="connsiteY862" fmla="*/ 1045456 h 6858000"/>
              <a:gd name="connsiteX863" fmla="*/ 5627835 w 7467600"/>
              <a:gd name="connsiteY863" fmla="*/ 1472077 h 6858000"/>
              <a:gd name="connsiteX864" fmla="*/ 5629817 w 7467600"/>
              <a:gd name="connsiteY864" fmla="*/ 1471412 h 6858000"/>
              <a:gd name="connsiteX865" fmla="*/ 5634124 w 7467600"/>
              <a:gd name="connsiteY865" fmla="*/ 1470572 h 6858000"/>
              <a:gd name="connsiteX866" fmla="*/ 5755832 w 7467600"/>
              <a:gd name="connsiteY866" fmla="*/ 1383886 h 6858000"/>
              <a:gd name="connsiteX867" fmla="*/ 6014186 w 7467600"/>
              <a:gd name="connsiteY867" fmla="*/ 1279799 h 6858000"/>
              <a:gd name="connsiteX868" fmla="*/ 6901619 w 7467600"/>
              <a:gd name="connsiteY868" fmla="*/ 1047874 h 6858000"/>
              <a:gd name="connsiteX869" fmla="*/ 6931566 w 7467600"/>
              <a:gd name="connsiteY869" fmla="*/ 1062034 h 6858000"/>
              <a:gd name="connsiteX870" fmla="*/ 5790982 w 7467600"/>
              <a:gd name="connsiteY870" fmla="*/ 1561380 h 6858000"/>
              <a:gd name="connsiteX871" fmla="*/ 6188971 w 7467600"/>
              <a:gd name="connsiteY871" fmla="*/ 1755168 h 6858000"/>
              <a:gd name="connsiteX872" fmla="*/ 6202446 w 7467600"/>
              <a:gd name="connsiteY872" fmla="*/ 1752268 h 6858000"/>
              <a:gd name="connsiteX873" fmla="*/ 7179560 w 7467600"/>
              <a:gd name="connsiteY873" fmla="*/ 1467551 h 6858000"/>
              <a:gd name="connsiteX874" fmla="*/ 7158730 w 7467600"/>
              <a:gd name="connsiteY874" fmla="*/ 1507835 h 6858000"/>
              <a:gd name="connsiteX875" fmla="*/ 6326959 w 7467600"/>
              <a:gd name="connsiteY875" fmla="*/ 1817686 h 6858000"/>
              <a:gd name="connsiteX876" fmla="*/ 6537433 w 7467600"/>
              <a:gd name="connsiteY876" fmla="*/ 1907790 h 6858000"/>
              <a:gd name="connsiteX877" fmla="*/ 6550221 w 7467600"/>
              <a:gd name="connsiteY877" fmla="*/ 1910729 h 6858000"/>
              <a:gd name="connsiteX878" fmla="*/ 6964438 w 7467600"/>
              <a:gd name="connsiteY878" fmla="*/ 2209505 h 6858000"/>
              <a:gd name="connsiteX879" fmla="*/ 7367862 w 7467600"/>
              <a:gd name="connsiteY879" fmla="*/ 2806833 h 6858000"/>
              <a:gd name="connsiteX880" fmla="*/ 7364329 w 7467600"/>
              <a:gd name="connsiteY880" fmla="*/ 2826907 h 6858000"/>
              <a:gd name="connsiteX881" fmla="*/ 7290545 w 7467600"/>
              <a:gd name="connsiteY881" fmla="*/ 2850663 h 6858000"/>
              <a:gd name="connsiteX882" fmla="*/ 6472036 w 7467600"/>
              <a:gd name="connsiteY882" fmla="*/ 1959003 h 6858000"/>
              <a:gd name="connsiteX883" fmla="*/ 5792897 w 7467600"/>
              <a:gd name="connsiteY883" fmla="*/ 1647747 h 6858000"/>
              <a:gd name="connsiteX884" fmla="*/ 5842751 w 7467600"/>
              <a:gd name="connsiteY884" fmla="*/ 1816112 h 6858000"/>
              <a:gd name="connsiteX885" fmla="*/ 5847424 w 7467600"/>
              <a:gd name="connsiteY885" fmla="*/ 1815776 h 6858000"/>
              <a:gd name="connsiteX886" fmla="*/ 6399821 w 7467600"/>
              <a:gd name="connsiteY886" fmla="*/ 2344799 h 6858000"/>
              <a:gd name="connsiteX887" fmla="*/ 6323232 w 7467600"/>
              <a:gd name="connsiteY887" fmla="*/ 2389634 h 6858000"/>
              <a:gd name="connsiteX888" fmla="*/ 5942958 w 7467600"/>
              <a:gd name="connsiteY888" fmla="*/ 2077708 h 6858000"/>
              <a:gd name="connsiteX889" fmla="*/ 5921559 w 7467600"/>
              <a:gd name="connsiteY889" fmla="*/ 2378596 h 6858000"/>
              <a:gd name="connsiteX890" fmla="*/ 5817651 w 7467600"/>
              <a:gd name="connsiteY890" fmla="*/ 3023919 h 6858000"/>
              <a:gd name="connsiteX891" fmla="*/ 5729634 w 7467600"/>
              <a:gd name="connsiteY891" fmla="*/ 3051849 h 6858000"/>
              <a:gd name="connsiteX892" fmla="*/ 5611018 w 7467600"/>
              <a:gd name="connsiteY892" fmla="*/ 2316769 h 6858000"/>
              <a:gd name="connsiteX893" fmla="*/ 5687608 w 7467600"/>
              <a:gd name="connsiteY893" fmla="*/ 2039972 h 6858000"/>
              <a:gd name="connsiteX894" fmla="*/ 5657554 w 7467600"/>
              <a:gd name="connsiteY894" fmla="*/ 1576445 h 6858000"/>
              <a:gd name="connsiteX895" fmla="*/ 5150475 w 7467600"/>
              <a:gd name="connsiteY895" fmla="*/ 1274012 h 6858000"/>
              <a:gd name="connsiteX896" fmla="*/ 5349142 w 7467600"/>
              <a:gd name="connsiteY896" fmla="*/ 2204405 h 6858000"/>
              <a:gd name="connsiteX897" fmla="*/ 5262214 w 7467600"/>
              <a:gd name="connsiteY897" fmla="*/ 2233836 h 6858000"/>
              <a:gd name="connsiteX898" fmla="*/ 4981539 w 7467600"/>
              <a:gd name="connsiteY898" fmla="*/ 1542201 h 6858000"/>
              <a:gd name="connsiteX899" fmla="*/ 4958461 w 7467600"/>
              <a:gd name="connsiteY899" fmla="*/ 1136957 h 6858000"/>
              <a:gd name="connsiteX900" fmla="*/ 4655015 w 7467600"/>
              <a:gd name="connsiteY900" fmla="*/ 891426 h 6858000"/>
              <a:gd name="connsiteX901" fmla="*/ 4348002 w 7467600"/>
              <a:gd name="connsiteY901" fmla="*/ 2205895 h 6858000"/>
              <a:gd name="connsiteX902" fmla="*/ 4262250 w 7467600"/>
              <a:gd name="connsiteY902" fmla="*/ 2219972 h 6858000"/>
              <a:gd name="connsiteX903" fmla="*/ 4550611 w 7467600"/>
              <a:gd name="connsiteY903" fmla="*/ 817540 h 6858000"/>
              <a:gd name="connsiteX904" fmla="*/ 4564418 w 7467600"/>
              <a:gd name="connsiteY904" fmla="*/ 808293 h 6858000"/>
              <a:gd name="connsiteX905" fmla="*/ 4266388 w 7467600"/>
              <a:gd name="connsiteY905" fmla="*/ 500083 h 6858000"/>
              <a:gd name="connsiteX906" fmla="*/ 4032842 w 7467600"/>
              <a:gd name="connsiteY906" fmla="*/ 211809 h 6858000"/>
              <a:gd name="connsiteX907" fmla="*/ 3882765 w 7467600"/>
              <a:gd name="connsiteY907" fmla="*/ 0 h 6858000"/>
              <a:gd name="connsiteX908" fmla="*/ 3721337 w 7467600"/>
              <a:gd name="connsiteY908" fmla="*/ 0 h 6858000"/>
              <a:gd name="connsiteX909" fmla="*/ 3797544 w 7467600"/>
              <a:gd name="connsiteY909" fmla="*/ 0 h 6858000"/>
              <a:gd name="connsiteX910" fmla="*/ 3775734 w 7467600"/>
              <a:gd name="connsiteY910" fmla="*/ 95131 h 6858000"/>
              <a:gd name="connsiteX911" fmla="*/ 3724807 w 7467600"/>
              <a:gd name="connsiteY911" fmla="*/ 272257 h 6858000"/>
              <a:gd name="connsiteX912" fmla="*/ 3726844 w 7467600"/>
              <a:gd name="connsiteY912" fmla="*/ 282988 h 6858000"/>
              <a:gd name="connsiteX913" fmla="*/ 3742664 w 7467600"/>
              <a:gd name="connsiteY913" fmla="*/ 279918 h 6858000"/>
              <a:gd name="connsiteX914" fmla="*/ 4103910 w 7467600"/>
              <a:gd name="connsiteY914" fmla="*/ 1161917 h 6858000"/>
              <a:gd name="connsiteX915" fmla="*/ 4020269 w 7467600"/>
              <a:gd name="connsiteY915" fmla="*/ 1200406 h 6858000"/>
              <a:gd name="connsiteX916" fmla="*/ 3674882 w 7467600"/>
              <a:gd name="connsiteY916" fmla="*/ 488524 h 6858000"/>
              <a:gd name="connsiteX917" fmla="*/ 3132682 w 7467600"/>
              <a:gd name="connsiteY917" fmla="*/ 1072284 h 6858000"/>
              <a:gd name="connsiteX918" fmla="*/ 2716346 w 7467600"/>
              <a:gd name="connsiteY918" fmla="*/ 1276376 h 6858000"/>
              <a:gd name="connsiteX919" fmla="*/ 2716772 w 7467600"/>
              <a:gd name="connsiteY919" fmla="*/ 1255462 h 6858000"/>
              <a:gd name="connsiteX920" fmla="*/ 3471096 w 7467600"/>
              <a:gd name="connsiteY920" fmla="*/ 437072 h 6858000"/>
              <a:gd name="connsiteX921" fmla="*/ 3639057 w 7467600"/>
              <a:gd name="connsiteY921" fmla="*/ 286334 h 6858000"/>
              <a:gd name="connsiteX922" fmla="*/ 3640309 w 7467600"/>
              <a:gd name="connsiteY922" fmla="*/ 284664 h 6858000"/>
              <a:gd name="connsiteX923" fmla="*/ 3646022 w 7467600"/>
              <a:gd name="connsiteY923" fmla="*/ 276711 h 6858000"/>
              <a:gd name="connsiteX924" fmla="*/ 3707943 w 7467600"/>
              <a:gd name="connsiteY924" fmla="*/ 65958 h 6858000"/>
              <a:gd name="connsiteX925" fmla="*/ 3721337 w 7467600"/>
              <a:gd name="connsiteY925" fmla="*/ 0 h 6858000"/>
              <a:gd name="connsiteX926" fmla="*/ 2867960 w 7467600"/>
              <a:gd name="connsiteY926" fmla="*/ 0 h 6858000"/>
              <a:gd name="connsiteX927" fmla="*/ 2926351 w 7467600"/>
              <a:gd name="connsiteY927" fmla="*/ 0 h 6858000"/>
              <a:gd name="connsiteX928" fmla="*/ 2902823 w 7467600"/>
              <a:gd name="connsiteY928" fmla="*/ 262929 h 6858000"/>
              <a:gd name="connsiteX929" fmla="*/ 2940663 w 7467600"/>
              <a:gd name="connsiteY929" fmla="*/ 140884 h 6858000"/>
              <a:gd name="connsiteX930" fmla="*/ 2947039 w 7467600"/>
              <a:gd name="connsiteY930" fmla="*/ 122524 h 6858000"/>
              <a:gd name="connsiteX931" fmla="*/ 2984316 w 7467600"/>
              <a:gd name="connsiteY931" fmla="*/ 0 h 6858000"/>
              <a:gd name="connsiteX932" fmla="*/ 3016114 w 7467600"/>
              <a:gd name="connsiteY932" fmla="*/ 0 h 6858000"/>
              <a:gd name="connsiteX933" fmla="*/ 2979949 w 7467600"/>
              <a:gd name="connsiteY933" fmla="*/ 119274 h 6858000"/>
              <a:gd name="connsiteX934" fmla="*/ 3023879 w 7467600"/>
              <a:gd name="connsiteY934" fmla="*/ 0 h 6858000"/>
              <a:gd name="connsiteX935" fmla="*/ 3105400 w 7467600"/>
              <a:gd name="connsiteY935" fmla="*/ 0 h 6858000"/>
              <a:gd name="connsiteX936" fmla="*/ 3094669 w 7467600"/>
              <a:gd name="connsiteY936" fmla="*/ 30308 h 6858000"/>
              <a:gd name="connsiteX937" fmla="*/ 2901945 w 7467600"/>
              <a:gd name="connsiteY937" fmla="*/ 466538 h 6858000"/>
              <a:gd name="connsiteX938" fmla="*/ 2815209 w 7467600"/>
              <a:gd name="connsiteY938" fmla="*/ 497361 h 6858000"/>
              <a:gd name="connsiteX939" fmla="*/ 2844845 w 7467600"/>
              <a:gd name="connsiteY939" fmla="*/ 127638 h 6858000"/>
              <a:gd name="connsiteX940" fmla="*/ 2867960 w 7467600"/>
              <a:gd name="connsiteY940" fmla="*/ 0 h 6858000"/>
              <a:gd name="connsiteX941" fmla="*/ 1057230 w 7467600"/>
              <a:gd name="connsiteY941" fmla="*/ 0 h 6858000"/>
              <a:gd name="connsiteX942" fmla="*/ 1111003 w 7467600"/>
              <a:gd name="connsiteY942" fmla="*/ 0 h 6858000"/>
              <a:gd name="connsiteX943" fmla="*/ 1125553 w 7467600"/>
              <a:gd name="connsiteY943" fmla="*/ 52588 h 6858000"/>
              <a:gd name="connsiteX944" fmla="*/ 1304276 w 7467600"/>
              <a:gd name="connsiteY944" fmla="*/ 476275 h 6858000"/>
              <a:gd name="connsiteX945" fmla="*/ 1492066 w 7467600"/>
              <a:gd name="connsiteY945" fmla="*/ 886333 h 6858000"/>
              <a:gd name="connsiteX946" fmla="*/ 1423698 w 7467600"/>
              <a:gd name="connsiteY946" fmla="*/ 710817 h 6858000"/>
              <a:gd name="connsiteX947" fmla="*/ 1357609 w 7467600"/>
              <a:gd name="connsiteY947" fmla="*/ 532892 h 6858000"/>
              <a:gd name="connsiteX948" fmla="*/ 1309550 w 7467600"/>
              <a:gd name="connsiteY948" fmla="*/ 374031 h 6858000"/>
              <a:gd name="connsiteX949" fmla="*/ 1193673 w 7467600"/>
              <a:gd name="connsiteY949" fmla="*/ 49533 h 6858000"/>
              <a:gd name="connsiteX950" fmla="*/ 1164391 w 7467600"/>
              <a:gd name="connsiteY950" fmla="*/ 0 h 6858000"/>
              <a:gd name="connsiteX951" fmla="*/ 1200666 w 7467600"/>
              <a:gd name="connsiteY951" fmla="*/ 0 h 6858000"/>
              <a:gd name="connsiteX952" fmla="*/ 1223408 w 7467600"/>
              <a:gd name="connsiteY952" fmla="*/ 38996 h 6858000"/>
              <a:gd name="connsiteX953" fmla="*/ 1339635 w 7467600"/>
              <a:gd name="connsiteY953" fmla="*/ 365517 h 6858000"/>
              <a:gd name="connsiteX954" fmla="*/ 1387469 w 7467600"/>
              <a:gd name="connsiteY954" fmla="*/ 523079 h 6858000"/>
              <a:gd name="connsiteX955" fmla="*/ 1452685 w 7467600"/>
              <a:gd name="connsiteY955" fmla="*/ 699806 h 6858000"/>
              <a:gd name="connsiteX956" fmla="*/ 1492092 w 7467600"/>
              <a:gd name="connsiteY956" fmla="*/ 800424 h 6858000"/>
              <a:gd name="connsiteX957" fmla="*/ 1455302 w 7467600"/>
              <a:gd name="connsiteY957" fmla="*/ 632913 h 6858000"/>
              <a:gd name="connsiteX958" fmla="*/ 1222336 w 7467600"/>
              <a:gd name="connsiteY958" fmla="*/ 9480 h 6858000"/>
              <a:gd name="connsiteX959" fmla="*/ 1214634 w 7467600"/>
              <a:gd name="connsiteY959" fmla="*/ 0 h 6858000"/>
              <a:gd name="connsiteX960" fmla="*/ 1289827 w 7467600"/>
              <a:gd name="connsiteY960" fmla="*/ 0 h 6858000"/>
              <a:gd name="connsiteX961" fmla="*/ 1321076 w 7467600"/>
              <a:gd name="connsiteY961" fmla="*/ 59722 h 6858000"/>
              <a:gd name="connsiteX962" fmla="*/ 1512579 w 7467600"/>
              <a:gd name="connsiteY962" fmla="*/ 626441 h 6858000"/>
              <a:gd name="connsiteX963" fmla="*/ 1506076 w 7467600"/>
              <a:gd name="connsiteY963" fmla="*/ 1089289 h 6858000"/>
              <a:gd name="connsiteX964" fmla="*/ 1486346 w 7467600"/>
              <a:gd name="connsiteY964" fmla="*/ 1079919 h 6858000"/>
              <a:gd name="connsiteX965" fmla="*/ 1070511 w 7467600"/>
              <a:gd name="connsiteY965" fmla="*/ 48609 h 6858000"/>
              <a:gd name="connsiteX966" fmla="*/ 1057230 w 7467600"/>
              <a:gd name="connsiteY966" fmla="*/ 0 h 6858000"/>
              <a:gd name="connsiteX967" fmla="*/ 43151 w 7467600"/>
              <a:gd name="connsiteY967" fmla="*/ 0 h 6858000"/>
              <a:gd name="connsiteX968" fmla="*/ 95283 w 7467600"/>
              <a:gd name="connsiteY968" fmla="*/ 0 h 6858000"/>
              <a:gd name="connsiteX969" fmla="*/ 300708 w 7467600"/>
              <a:gd name="connsiteY969" fmla="*/ 154571 h 6858000"/>
              <a:gd name="connsiteX970" fmla="*/ 530414 w 7467600"/>
              <a:gd name="connsiteY970" fmla="*/ 354673 h 6858000"/>
              <a:gd name="connsiteX971" fmla="*/ 333785 w 7467600"/>
              <a:gd name="connsiteY971" fmla="*/ 161564 h 6858000"/>
              <a:gd name="connsiteX972" fmla="*/ 147005 w 7467600"/>
              <a:gd name="connsiteY972" fmla="*/ 0 h 6858000"/>
              <a:gd name="connsiteX973" fmla="*/ 272509 w 7467600"/>
              <a:gd name="connsiteY973" fmla="*/ 0 h 6858000"/>
              <a:gd name="connsiteX974" fmla="*/ 326276 w 7467600"/>
              <a:gd name="connsiteY974" fmla="*/ 45847 h 6858000"/>
              <a:gd name="connsiteX975" fmla="*/ 823759 w 7467600"/>
              <a:gd name="connsiteY975" fmla="*/ 574145 h 6858000"/>
              <a:gd name="connsiteX976" fmla="*/ 811254 w 7467600"/>
              <a:gd name="connsiteY976" fmla="*/ 665546 h 6858000"/>
              <a:gd name="connsiteX977" fmla="*/ 154042 w 7467600"/>
              <a:gd name="connsiteY977" fmla="*/ 261522 h 6858000"/>
              <a:gd name="connsiteX978" fmla="*/ 13550 w 7467600"/>
              <a:gd name="connsiteY978" fmla="*/ 158423 h 6858000"/>
              <a:gd name="connsiteX979" fmla="*/ 0 w 7467600"/>
              <a:gd name="connsiteY979" fmla="*/ 146618 h 6858000"/>
              <a:gd name="connsiteX980" fmla="*/ 0 w 7467600"/>
              <a:gd name="connsiteY980" fmla="*/ 59161 h 6858000"/>
              <a:gd name="connsiteX981" fmla="*/ 45427 w 7467600"/>
              <a:gd name="connsiteY981" fmla="*/ 101078 h 6858000"/>
              <a:gd name="connsiteX982" fmla="*/ 630103 w 7467600"/>
              <a:gd name="connsiteY982" fmla="*/ 485885 h 6858000"/>
              <a:gd name="connsiteX983" fmla="*/ 532040 w 7467600"/>
              <a:gd name="connsiteY983" fmla="*/ 399359 h 6858000"/>
              <a:gd name="connsiteX984" fmla="*/ 517618 w 7467600"/>
              <a:gd name="connsiteY984" fmla="*/ 385726 h 6858000"/>
              <a:gd name="connsiteX985" fmla="*/ 285074 w 7467600"/>
              <a:gd name="connsiteY985" fmla="*/ 182755 h 6858000"/>
              <a:gd name="connsiteX986" fmla="*/ 43151 w 7467600"/>
              <a:gd name="connsiteY98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312201 w 7467600"/>
              <a:gd name="connsiteY129" fmla="*/ 5128278 h 6858000"/>
              <a:gd name="connsiteX130" fmla="*/ 1903353 w 7467600"/>
              <a:gd name="connsiteY130" fmla="*/ 5044827 h 6858000"/>
              <a:gd name="connsiteX131" fmla="*/ 1936931 w 7467600"/>
              <a:gd name="connsiteY131" fmla="*/ 5093954 h 6858000"/>
              <a:gd name="connsiteX132" fmla="*/ 2195868 w 7467600"/>
              <a:gd name="connsiteY132" fmla="*/ 5396574 h 6858000"/>
              <a:gd name="connsiteX133" fmla="*/ 2088852 w 7467600"/>
              <a:gd name="connsiteY133" fmla="*/ 5166123 h 6858000"/>
              <a:gd name="connsiteX134" fmla="*/ 1958241 w 7467600"/>
              <a:gd name="connsiteY134" fmla="*/ 5067955 h 6858000"/>
              <a:gd name="connsiteX135" fmla="*/ 1903353 w 7467600"/>
              <a:gd name="connsiteY135" fmla="*/ 5044827 h 6858000"/>
              <a:gd name="connsiteX136" fmla="*/ 1979378 w 7467600"/>
              <a:gd name="connsiteY136" fmla="*/ 4769504 h 6858000"/>
              <a:gd name="connsiteX137" fmla="*/ 2882120 w 7467600"/>
              <a:gd name="connsiteY137" fmla="*/ 5064547 h 6858000"/>
              <a:gd name="connsiteX138" fmla="*/ 2793103 w 7467600"/>
              <a:gd name="connsiteY138" fmla="*/ 5039699 h 6858000"/>
              <a:gd name="connsiteX139" fmla="*/ 2770041 w 7467600"/>
              <a:gd name="connsiteY139" fmla="*/ 5033634 h 6858000"/>
              <a:gd name="connsiteX140" fmla="*/ 1979378 w 7467600"/>
              <a:gd name="connsiteY140" fmla="*/ 4769504 h 6858000"/>
              <a:gd name="connsiteX141" fmla="*/ 1927410 w 7467600"/>
              <a:gd name="connsiteY141" fmla="*/ 4716164 h 6858000"/>
              <a:gd name="connsiteX142" fmla="*/ 1959587 w 7467600"/>
              <a:gd name="connsiteY142" fmla="*/ 4728849 h 6858000"/>
              <a:gd name="connsiteX143" fmla="*/ 2777707 w 7467600"/>
              <a:gd name="connsiteY143" fmla="*/ 5003991 h 6858000"/>
              <a:gd name="connsiteX144" fmla="*/ 2800768 w 7467600"/>
              <a:gd name="connsiteY144" fmla="*/ 5010056 h 6858000"/>
              <a:gd name="connsiteX145" fmla="*/ 2879408 w 7467600"/>
              <a:gd name="connsiteY145" fmla="*/ 5031590 h 6858000"/>
              <a:gd name="connsiteX146" fmla="*/ 2862295 w 7467600"/>
              <a:gd name="connsiteY146" fmla="*/ 5022958 h 6858000"/>
              <a:gd name="connsiteX147" fmla="*/ 2813343 w 7467600"/>
              <a:gd name="connsiteY147" fmla="*/ 4998369 h 6858000"/>
              <a:gd name="connsiteX148" fmla="*/ 2646245 w 7467600"/>
              <a:gd name="connsiteY148" fmla="*/ 4930999 h 6858000"/>
              <a:gd name="connsiteX149" fmla="*/ 1999243 w 7467600"/>
              <a:gd name="connsiteY149" fmla="*/ 4730524 h 6858000"/>
              <a:gd name="connsiteX150" fmla="*/ 1979527 w 7467600"/>
              <a:gd name="connsiteY150" fmla="*/ 4726651 h 6858000"/>
              <a:gd name="connsiteX151" fmla="*/ 1927410 w 7467600"/>
              <a:gd name="connsiteY151" fmla="*/ 4716164 h 6858000"/>
              <a:gd name="connsiteX152" fmla="*/ 1997014 w 7467600"/>
              <a:gd name="connsiteY152" fmla="*/ 4698007 h 6858000"/>
              <a:gd name="connsiteX153" fmla="*/ 2005458 w 7467600"/>
              <a:gd name="connsiteY153" fmla="*/ 4699540 h 6858000"/>
              <a:gd name="connsiteX154" fmla="*/ 2657186 w 7467600"/>
              <a:gd name="connsiteY154" fmla="*/ 4901687 h 6858000"/>
              <a:gd name="connsiteX155" fmla="*/ 2826662 w 7467600"/>
              <a:gd name="connsiteY155" fmla="*/ 4970362 h 6858000"/>
              <a:gd name="connsiteX156" fmla="*/ 2876100 w 7467600"/>
              <a:gd name="connsiteY156" fmla="*/ 4995397 h 6858000"/>
              <a:gd name="connsiteX157" fmla="*/ 3042600 w 7467600"/>
              <a:gd name="connsiteY157" fmla="*/ 5059532 h 6858000"/>
              <a:gd name="connsiteX158" fmla="*/ 1997014 w 7467600"/>
              <a:gd name="connsiteY158" fmla="*/ 4698007 h 6858000"/>
              <a:gd name="connsiteX159" fmla="*/ 2305292 w 7467600"/>
              <a:gd name="connsiteY159" fmla="*/ 4219492 h 6858000"/>
              <a:gd name="connsiteX160" fmla="*/ 3360922 w 7467600"/>
              <a:gd name="connsiteY160" fmla="*/ 4529373 h 6858000"/>
              <a:gd name="connsiteX161" fmla="*/ 3492420 w 7467600"/>
              <a:gd name="connsiteY161" fmla="*/ 4510145 h 6858000"/>
              <a:gd name="connsiteX162" fmla="*/ 3364086 w 7467600"/>
              <a:gd name="connsiteY162" fmla="*/ 4480340 h 6858000"/>
              <a:gd name="connsiteX163" fmla="*/ 3225818 w 7467600"/>
              <a:gd name="connsiteY163" fmla="*/ 4411822 h 6858000"/>
              <a:gd name="connsiteX164" fmla="*/ 3129696 w 7467600"/>
              <a:gd name="connsiteY164" fmla="*/ 4360704 h 6858000"/>
              <a:gd name="connsiteX165" fmla="*/ 2814545 w 7467600"/>
              <a:gd name="connsiteY165" fmla="*/ 4282955 h 6858000"/>
              <a:gd name="connsiteX166" fmla="*/ 2305292 w 7467600"/>
              <a:gd name="connsiteY166" fmla="*/ 4219492 h 6858000"/>
              <a:gd name="connsiteX167" fmla="*/ 2626982 w 7467600"/>
              <a:gd name="connsiteY167" fmla="*/ 4206450 h 6858000"/>
              <a:gd name="connsiteX168" fmla="*/ 2490617 w 7467600"/>
              <a:gd name="connsiteY168" fmla="*/ 4206951 h 6858000"/>
              <a:gd name="connsiteX169" fmla="*/ 2819869 w 7467600"/>
              <a:gd name="connsiteY169" fmla="*/ 4252936 h 6858000"/>
              <a:gd name="connsiteX170" fmla="*/ 3143018 w 7467600"/>
              <a:gd name="connsiteY170" fmla="*/ 4332698 h 6858000"/>
              <a:gd name="connsiteX171" fmla="*/ 3241520 w 7467600"/>
              <a:gd name="connsiteY171" fmla="*/ 4385112 h 6858000"/>
              <a:gd name="connsiteX172" fmla="*/ 3374575 w 7467600"/>
              <a:gd name="connsiteY172" fmla="*/ 4451517 h 6858000"/>
              <a:gd name="connsiteX173" fmla="*/ 3505221 w 7467600"/>
              <a:gd name="connsiteY173" fmla="*/ 4480757 h 6858000"/>
              <a:gd name="connsiteX174" fmla="*/ 2626982 w 7467600"/>
              <a:gd name="connsiteY174" fmla="*/ 4206450 h 6858000"/>
              <a:gd name="connsiteX175" fmla="*/ 1310106 w 7467600"/>
              <a:gd name="connsiteY175" fmla="*/ 3943217 h 6858000"/>
              <a:gd name="connsiteX176" fmla="*/ 854994 w 7467600"/>
              <a:gd name="connsiteY176" fmla="*/ 4399136 h 6858000"/>
              <a:gd name="connsiteX177" fmla="*/ 742462 w 7467600"/>
              <a:gd name="connsiteY177" fmla="*/ 4594648 h 6858000"/>
              <a:gd name="connsiteX178" fmla="*/ 820602 w 7467600"/>
              <a:gd name="connsiteY178" fmla="*/ 4485915 h 6858000"/>
              <a:gd name="connsiteX179" fmla="*/ 878295 w 7467600"/>
              <a:gd name="connsiteY179" fmla="*/ 4403594 h 6858000"/>
              <a:gd name="connsiteX180" fmla="*/ 1240607 w 7467600"/>
              <a:gd name="connsiteY180" fmla="*/ 4010401 h 6858000"/>
              <a:gd name="connsiteX181" fmla="*/ 1310106 w 7467600"/>
              <a:gd name="connsiteY181" fmla="*/ 3943217 h 6858000"/>
              <a:gd name="connsiteX182" fmla="*/ 1423113 w 7467600"/>
              <a:gd name="connsiteY182" fmla="*/ 3874565 h 6858000"/>
              <a:gd name="connsiteX183" fmla="*/ 1260565 w 7467600"/>
              <a:gd name="connsiteY183" fmla="*/ 4031982 h 6858000"/>
              <a:gd name="connsiteX184" fmla="*/ 901900 w 7467600"/>
              <a:gd name="connsiteY184" fmla="*/ 4421236 h 6858000"/>
              <a:gd name="connsiteX185" fmla="*/ 845044 w 7467600"/>
              <a:gd name="connsiteY185" fmla="*/ 4502436 h 6858000"/>
              <a:gd name="connsiteX186" fmla="*/ 685926 w 7467600"/>
              <a:gd name="connsiteY186" fmla="*/ 4703069 h 6858000"/>
              <a:gd name="connsiteX187" fmla="*/ 684248 w 7467600"/>
              <a:gd name="connsiteY187" fmla="*/ 4706721 h 6858000"/>
              <a:gd name="connsiteX188" fmla="*/ 1423113 w 7467600"/>
              <a:gd name="connsiteY188" fmla="*/ 3874565 h 6858000"/>
              <a:gd name="connsiteX189" fmla="*/ 3316479 w 7467600"/>
              <a:gd name="connsiteY189" fmla="*/ 3872136 h 6858000"/>
              <a:gd name="connsiteX190" fmla="*/ 3546806 w 7467600"/>
              <a:gd name="connsiteY190" fmla="*/ 4356139 h 6858000"/>
              <a:gd name="connsiteX191" fmla="*/ 3364433 w 7467600"/>
              <a:gd name="connsiteY191" fmla="*/ 3953121 h 6858000"/>
              <a:gd name="connsiteX192" fmla="*/ 3316479 w 7467600"/>
              <a:gd name="connsiteY192" fmla="*/ 3872136 h 6858000"/>
              <a:gd name="connsiteX193" fmla="*/ 3291335 w 7467600"/>
              <a:gd name="connsiteY193" fmla="*/ 3767420 h 6858000"/>
              <a:gd name="connsiteX194" fmla="*/ 3390805 w 7467600"/>
              <a:gd name="connsiteY194" fmla="*/ 3937163 h 6858000"/>
              <a:gd name="connsiteX195" fmla="*/ 3579062 w 7467600"/>
              <a:gd name="connsiteY195" fmla="*/ 4359040 h 6858000"/>
              <a:gd name="connsiteX196" fmla="*/ 3467355 w 7467600"/>
              <a:gd name="connsiteY196" fmla="*/ 3988130 h 6858000"/>
              <a:gd name="connsiteX197" fmla="*/ 3310753 w 7467600"/>
              <a:gd name="connsiteY197" fmla="*/ 3787140 h 6858000"/>
              <a:gd name="connsiteX198" fmla="*/ 3291335 w 7467600"/>
              <a:gd name="connsiteY198" fmla="*/ 3767420 h 6858000"/>
              <a:gd name="connsiteX199" fmla="*/ 1635889 w 7467600"/>
              <a:gd name="connsiteY199" fmla="*/ 3709494 h 6858000"/>
              <a:gd name="connsiteX200" fmla="*/ 1634800 w 7467600"/>
              <a:gd name="connsiteY200" fmla="*/ 3731111 h 6858000"/>
              <a:gd name="connsiteX201" fmla="*/ 1635889 w 7467600"/>
              <a:gd name="connsiteY201" fmla="*/ 3709494 h 6858000"/>
              <a:gd name="connsiteX202" fmla="*/ 1510397 w 7467600"/>
              <a:gd name="connsiteY202" fmla="*/ 3684705 h 6858000"/>
              <a:gd name="connsiteX203" fmla="*/ 1146550 w 7467600"/>
              <a:gd name="connsiteY203" fmla="*/ 3802012 h 6858000"/>
              <a:gd name="connsiteX204" fmla="*/ 698834 w 7467600"/>
              <a:gd name="connsiteY204" fmla="*/ 3952272 h 6858000"/>
              <a:gd name="connsiteX205" fmla="*/ 34256 w 7467600"/>
              <a:gd name="connsiteY205" fmla="*/ 4347603 h 6858000"/>
              <a:gd name="connsiteX206" fmla="*/ 527241 w 7467600"/>
              <a:gd name="connsiteY206" fmla="*/ 4065078 h 6858000"/>
              <a:gd name="connsiteX207" fmla="*/ 1510397 w 7467600"/>
              <a:gd name="connsiteY207" fmla="*/ 3684705 h 6858000"/>
              <a:gd name="connsiteX208" fmla="*/ 1313114 w 7467600"/>
              <a:gd name="connsiteY208" fmla="*/ 3655216 h 6858000"/>
              <a:gd name="connsiteX209" fmla="*/ 1109304 w 7467600"/>
              <a:gd name="connsiteY209" fmla="*/ 3669030 h 6858000"/>
              <a:gd name="connsiteX210" fmla="*/ 8129 w 7467600"/>
              <a:gd name="connsiteY210" fmla="*/ 4330519 h 6858000"/>
              <a:gd name="connsiteX211" fmla="*/ 687572 w 7467600"/>
              <a:gd name="connsiteY211" fmla="*/ 3925629 h 6858000"/>
              <a:gd name="connsiteX212" fmla="*/ 1138365 w 7467600"/>
              <a:gd name="connsiteY212" fmla="*/ 3774515 h 6858000"/>
              <a:gd name="connsiteX213" fmla="*/ 1505579 w 7467600"/>
              <a:gd name="connsiteY213" fmla="*/ 3655526 h 6858000"/>
              <a:gd name="connsiteX214" fmla="*/ 1313114 w 7467600"/>
              <a:gd name="connsiteY214" fmla="*/ 3655216 h 6858000"/>
              <a:gd name="connsiteX215" fmla="*/ 3655073 w 7467600"/>
              <a:gd name="connsiteY215" fmla="*/ 3650884 h 6858000"/>
              <a:gd name="connsiteX216" fmla="*/ 3989938 w 7467600"/>
              <a:gd name="connsiteY216" fmla="*/ 3991685 h 6858000"/>
              <a:gd name="connsiteX217" fmla="*/ 4393907 w 7467600"/>
              <a:gd name="connsiteY217" fmla="*/ 4261258 h 6858000"/>
              <a:gd name="connsiteX218" fmla="*/ 4648051 w 7467600"/>
              <a:gd name="connsiteY218" fmla="*/ 4374051 h 6858000"/>
              <a:gd name="connsiteX219" fmla="*/ 4383389 w 7467600"/>
              <a:gd name="connsiteY219" fmla="*/ 4184369 h 6858000"/>
              <a:gd name="connsiteX220" fmla="*/ 4165508 w 7467600"/>
              <a:gd name="connsiteY220" fmla="*/ 4035196 h 6858000"/>
              <a:gd name="connsiteX221" fmla="*/ 4068162 w 7467600"/>
              <a:gd name="connsiteY221" fmla="*/ 3953394 h 6858000"/>
              <a:gd name="connsiteX222" fmla="*/ 3981416 w 7467600"/>
              <a:gd name="connsiteY222" fmla="*/ 3880482 h 6858000"/>
              <a:gd name="connsiteX223" fmla="*/ 3800147 w 7467600"/>
              <a:gd name="connsiteY223" fmla="*/ 3749872 h 6858000"/>
              <a:gd name="connsiteX224" fmla="*/ 3655073 w 7467600"/>
              <a:gd name="connsiteY224" fmla="*/ 3650884 h 6858000"/>
              <a:gd name="connsiteX225" fmla="*/ 3670252 w 7467600"/>
              <a:gd name="connsiteY225" fmla="*/ 3622798 h 6858000"/>
              <a:gd name="connsiteX226" fmla="*/ 3817258 w 7467600"/>
              <a:gd name="connsiteY226" fmla="*/ 3723577 h 6858000"/>
              <a:gd name="connsiteX227" fmla="*/ 4000461 w 7467600"/>
              <a:gd name="connsiteY227" fmla="*/ 3855966 h 6858000"/>
              <a:gd name="connsiteX228" fmla="*/ 4088180 w 7467600"/>
              <a:gd name="connsiteY228" fmla="*/ 3929774 h 6858000"/>
              <a:gd name="connsiteX229" fmla="*/ 4184555 w 7467600"/>
              <a:gd name="connsiteY229" fmla="*/ 4010683 h 6858000"/>
              <a:gd name="connsiteX230" fmla="*/ 4399563 w 7467600"/>
              <a:gd name="connsiteY230" fmla="*/ 4158106 h 6858000"/>
              <a:gd name="connsiteX231" fmla="*/ 4684469 w 7467600"/>
              <a:gd name="connsiteY231" fmla="*/ 4364680 h 6858000"/>
              <a:gd name="connsiteX232" fmla="*/ 4690271 w 7467600"/>
              <a:gd name="connsiteY232" fmla="*/ 4370034 h 6858000"/>
              <a:gd name="connsiteX233" fmla="*/ 4136093 w 7467600"/>
              <a:gd name="connsiteY233" fmla="*/ 3858466 h 6858000"/>
              <a:gd name="connsiteX234" fmla="*/ 3670252 w 7467600"/>
              <a:gd name="connsiteY234" fmla="*/ 3622798 h 6858000"/>
              <a:gd name="connsiteX235" fmla="*/ 4440129 w 7467600"/>
              <a:gd name="connsiteY235" fmla="*/ 3448571 h 6858000"/>
              <a:gd name="connsiteX236" fmla="*/ 4856525 w 7467600"/>
              <a:gd name="connsiteY236" fmla="*/ 3915351 h 6858000"/>
              <a:gd name="connsiteX237" fmla="*/ 5059055 w 7467600"/>
              <a:gd name="connsiteY237" fmla="*/ 4108918 h 6858000"/>
              <a:gd name="connsiteX238" fmla="*/ 5290070 w 7467600"/>
              <a:gd name="connsiteY238" fmla="*/ 4263619 h 6858000"/>
              <a:gd name="connsiteX239" fmla="*/ 4834991 w 7467600"/>
              <a:gd name="connsiteY239" fmla="*/ 3830985 h 6858000"/>
              <a:gd name="connsiteX240" fmla="*/ 4440129 w 7467600"/>
              <a:gd name="connsiteY240" fmla="*/ 3448571 h 6858000"/>
              <a:gd name="connsiteX241" fmla="*/ 4441737 w 7467600"/>
              <a:gd name="connsiteY241" fmla="*/ 3399734 h 6858000"/>
              <a:gd name="connsiteX242" fmla="*/ 4431236 w 7467600"/>
              <a:gd name="connsiteY242" fmla="*/ 3400954 h 6858000"/>
              <a:gd name="connsiteX243" fmla="*/ 4557150 w 7467600"/>
              <a:gd name="connsiteY243" fmla="*/ 3510023 h 6858000"/>
              <a:gd name="connsiteX244" fmla="*/ 4856936 w 7467600"/>
              <a:gd name="connsiteY244" fmla="*/ 3809146 h 6858000"/>
              <a:gd name="connsiteX245" fmla="*/ 5111996 w 7467600"/>
              <a:gd name="connsiteY245" fmla="*/ 4065759 h 6858000"/>
              <a:gd name="connsiteX246" fmla="*/ 5388878 w 7467600"/>
              <a:gd name="connsiteY246" fmla="*/ 4300185 h 6858000"/>
              <a:gd name="connsiteX247" fmla="*/ 5425556 w 7467600"/>
              <a:gd name="connsiteY247" fmla="*/ 4308967 h 6858000"/>
              <a:gd name="connsiteX248" fmla="*/ 4943646 w 7467600"/>
              <a:gd name="connsiteY248" fmla="*/ 3822916 h 6858000"/>
              <a:gd name="connsiteX249" fmla="*/ 4594837 w 7467600"/>
              <a:gd name="connsiteY249" fmla="*/ 3532274 h 6858000"/>
              <a:gd name="connsiteX250" fmla="*/ 4441737 w 7467600"/>
              <a:gd name="connsiteY250" fmla="*/ 3399734 h 6858000"/>
              <a:gd name="connsiteX251" fmla="*/ 5425834 w 7467600"/>
              <a:gd name="connsiteY251" fmla="*/ 3162785 h 6858000"/>
              <a:gd name="connsiteX252" fmla="*/ 5401644 w 7467600"/>
              <a:gd name="connsiteY252" fmla="*/ 3617847 h 6858000"/>
              <a:gd name="connsiteX253" fmla="*/ 5467256 w 7467600"/>
              <a:gd name="connsiteY253" fmla="*/ 4175494 h 6858000"/>
              <a:gd name="connsiteX254" fmla="*/ 5448069 w 7467600"/>
              <a:gd name="connsiteY254" fmla="*/ 3567554 h 6858000"/>
              <a:gd name="connsiteX255" fmla="*/ 5425834 w 7467600"/>
              <a:gd name="connsiteY255" fmla="*/ 3162785 h 6858000"/>
              <a:gd name="connsiteX256" fmla="*/ 1318687 w 7467600"/>
              <a:gd name="connsiteY256" fmla="*/ 3113840 h 6858000"/>
              <a:gd name="connsiteX257" fmla="*/ 1066793 w 7467600"/>
              <a:gd name="connsiteY257" fmla="*/ 3212171 h 6858000"/>
              <a:gd name="connsiteX258" fmla="*/ 993319 w 7467600"/>
              <a:gd name="connsiteY258" fmla="*/ 3247648 h 6858000"/>
              <a:gd name="connsiteX259" fmla="*/ 853081 w 7467600"/>
              <a:gd name="connsiteY259" fmla="*/ 3312410 h 6858000"/>
              <a:gd name="connsiteX260" fmla="*/ 805957 w 7467600"/>
              <a:gd name="connsiteY260" fmla="*/ 3330443 h 6858000"/>
              <a:gd name="connsiteX261" fmla="*/ 1318687 w 7467600"/>
              <a:gd name="connsiteY261" fmla="*/ 3113840 h 6858000"/>
              <a:gd name="connsiteX262" fmla="*/ 5453702 w 7467600"/>
              <a:gd name="connsiteY262" fmla="*/ 3090882 h 6858000"/>
              <a:gd name="connsiteX263" fmla="*/ 5480135 w 7467600"/>
              <a:gd name="connsiteY263" fmla="*/ 3565802 h 6858000"/>
              <a:gd name="connsiteX264" fmla="*/ 5499023 w 7467600"/>
              <a:gd name="connsiteY264" fmla="*/ 4166310 h 6858000"/>
              <a:gd name="connsiteX265" fmla="*/ 5547022 w 7467600"/>
              <a:gd name="connsiteY265" fmla="*/ 3607838 h 6858000"/>
              <a:gd name="connsiteX266" fmla="*/ 5515964 w 7467600"/>
              <a:gd name="connsiteY266" fmla="*/ 3378541 h 6858000"/>
              <a:gd name="connsiteX267" fmla="*/ 5453702 w 7467600"/>
              <a:gd name="connsiteY267" fmla="*/ 3090882 h 6858000"/>
              <a:gd name="connsiteX268" fmla="*/ 1238695 w 7467600"/>
              <a:gd name="connsiteY268" fmla="*/ 3076820 h 6858000"/>
              <a:gd name="connsiteX269" fmla="*/ 716371 w 7467600"/>
              <a:gd name="connsiteY269" fmla="*/ 3293249 h 6858000"/>
              <a:gd name="connsiteX270" fmla="*/ 579522 w 7467600"/>
              <a:gd name="connsiteY270" fmla="*/ 3371759 h 6858000"/>
              <a:gd name="connsiteX271" fmla="*/ 600288 w 7467600"/>
              <a:gd name="connsiteY271" fmla="*/ 3365555 h 6858000"/>
              <a:gd name="connsiteX272" fmla="*/ 840692 w 7467600"/>
              <a:gd name="connsiteY272" fmla="*/ 3284921 h 6858000"/>
              <a:gd name="connsiteX273" fmla="*/ 979248 w 7467600"/>
              <a:gd name="connsiteY273" fmla="*/ 3221003 h 6858000"/>
              <a:gd name="connsiteX274" fmla="*/ 1053282 w 7467600"/>
              <a:gd name="connsiteY274" fmla="*/ 3185247 h 6858000"/>
              <a:gd name="connsiteX275" fmla="*/ 1320603 w 7467600"/>
              <a:gd name="connsiteY275" fmla="*/ 3081281 h 6858000"/>
              <a:gd name="connsiteX276" fmla="*/ 1238695 w 7467600"/>
              <a:gd name="connsiteY276" fmla="*/ 3076820 h 6858000"/>
              <a:gd name="connsiteX277" fmla="*/ 5425627 w 7467600"/>
              <a:gd name="connsiteY277" fmla="*/ 2954192 h 6858000"/>
              <a:gd name="connsiteX278" fmla="*/ 5470770 w 7467600"/>
              <a:gd name="connsiteY278" fmla="*/ 3005435 h 6858000"/>
              <a:gd name="connsiteX279" fmla="*/ 5519779 w 7467600"/>
              <a:gd name="connsiteY279" fmla="*/ 4359223 h 6858000"/>
              <a:gd name="connsiteX280" fmla="*/ 5520293 w 7467600"/>
              <a:gd name="connsiteY280" fmla="*/ 4360602 h 6858000"/>
              <a:gd name="connsiteX281" fmla="*/ 5767221 w 7467600"/>
              <a:gd name="connsiteY281" fmla="*/ 4665564 h 6858000"/>
              <a:gd name="connsiteX282" fmla="*/ 6937169 w 7467600"/>
              <a:gd name="connsiteY282" fmla="*/ 4815941 h 6858000"/>
              <a:gd name="connsiteX283" fmla="*/ 6953922 w 7467600"/>
              <a:gd name="connsiteY283" fmla="*/ 4890068 h 6858000"/>
              <a:gd name="connsiteX284" fmla="*/ 6071359 w 7467600"/>
              <a:gd name="connsiteY284" fmla="*/ 4770770 h 6858000"/>
              <a:gd name="connsiteX285" fmla="*/ 6038839 w 7467600"/>
              <a:gd name="connsiteY285" fmla="*/ 4764474 h 6858000"/>
              <a:gd name="connsiteX286" fmla="*/ 6038706 w 7467600"/>
              <a:gd name="connsiteY286" fmla="*/ 4763847 h 6858000"/>
              <a:gd name="connsiteX287" fmla="*/ 6037784 w 7467600"/>
              <a:gd name="connsiteY287" fmla="*/ 4764270 h 6858000"/>
              <a:gd name="connsiteX288" fmla="*/ 6038839 w 7467600"/>
              <a:gd name="connsiteY288" fmla="*/ 4764474 h 6858000"/>
              <a:gd name="connsiteX289" fmla="*/ 6040338 w 7467600"/>
              <a:gd name="connsiteY289" fmla="*/ 4771418 h 6858000"/>
              <a:gd name="connsiteX290" fmla="*/ 6024488 w 7467600"/>
              <a:gd name="connsiteY290" fmla="*/ 4809903 h 6858000"/>
              <a:gd name="connsiteX291" fmla="*/ 5599771 w 7467600"/>
              <a:gd name="connsiteY291" fmla="*/ 5509652 h 6858000"/>
              <a:gd name="connsiteX292" fmla="*/ 5548843 w 7467600"/>
              <a:gd name="connsiteY292" fmla="*/ 5563845 h 6858000"/>
              <a:gd name="connsiteX293" fmla="*/ 5940952 w 7467600"/>
              <a:gd name="connsiteY293" fmla="*/ 6250028 h 6858000"/>
              <a:gd name="connsiteX294" fmla="*/ 6043441 w 7467600"/>
              <a:gd name="connsiteY294" fmla="*/ 6665847 h 6858000"/>
              <a:gd name="connsiteX295" fmla="*/ 6093432 w 7467600"/>
              <a:gd name="connsiteY295" fmla="*/ 6858000 h 6858000"/>
              <a:gd name="connsiteX296" fmla="*/ 6034344 w 7467600"/>
              <a:gd name="connsiteY296" fmla="*/ 6858000 h 6858000"/>
              <a:gd name="connsiteX297" fmla="*/ 6026679 w 7467600"/>
              <a:gd name="connsiteY297" fmla="*/ 6836959 h 6858000"/>
              <a:gd name="connsiteX298" fmla="*/ 5800441 w 7467600"/>
              <a:gd name="connsiteY298" fmla="*/ 6335286 h 6858000"/>
              <a:gd name="connsiteX299" fmla="*/ 5526562 w 7467600"/>
              <a:gd name="connsiteY299" fmla="*/ 5705388 h 6858000"/>
              <a:gd name="connsiteX300" fmla="*/ 5519640 w 7467600"/>
              <a:gd name="connsiteY300" fmla="*/ 5683774 h 6858000"/>
              <a:gd name="connsiteX301" fmla="*/ 5844559 w 7467600"/>
              <a:gd name="connsiteY301" fmla="*/ 6553349 h 6858000"/>
              <a:gd name="connsiteX302" fmla="*/ 5975994 w 7467600"/>
              <a:gd name="connsiteY302" fmla="*/ 6858000 h 6858000"/>
              <a:gd name="connsiteX303" fmla="*/ 5898547 w 7467600"/>
              <a:gd name="connsiteY303" fmla="*/ 6858000 h 6858000"/>
              <a:gd name="connsiteX304" fmla="*/ 5682041 w 7467600"/>
              <a:gd name="connsiteY304" fmla="*/ 6355860 h 6858000"/>
              <a:gd name="connsiteX305" fmla="*/ 5461758 w 7467600"/>
              <a:gd name="connsiteY305" fmla="*/ 5820220 h 6858000"/>
              <a:gd name="connsiteX306" fmla="*/ 5237282 w 7467600"/>
              <a:gd name="connsiteY306" fmla="*/ 6579086 h 6858000"/>
              <a:gd name="connsiteX307" fmla="*/ 5115009 w 7467600"/>
              <a:gd name="connsiteY307" fmla="*/ 6858000 h 6858000"/>
              <a:gd name="connsiteX308" fmla="*/ 5028074 w 7467600"/>
              <a:gd name="connsiteY308" fmla="*/ 6858000 h 6858000"/>
              <a:gd name="connsiteX309" fmla="*/ 5079508 w 7467600"/>
              <a:gd name="connsiteY309" fmla="*/ 6749074 h 6858000"/>
              <a:gd name="connsiteX310" fmla="*/ 5371846 w 7467600"/>
              <a:gd name="connsiteY310" fmla="*/ 5924413 h 6858000"/>
              <a:gd name="connsiteX311" fmla="*/ 5270512 w 7467600"/>
              <a:gd name="connsiteY311" fmla="*/ 6138975 h 6858000"/>
              <a:gd name="connsiteX312" fmla="*/ 5062409 w 7467600"/>
              <a:gd name="connsiteY312" fmla="*/ 6653544 h 6858000"/>
              <a:gd name="connsiteX313" fmla="*/ 5036628 w 7467600"/>
              <a:gd name="connsiteY313" fmla="*/ 6754247 h 6858000"/>
              <a:gd name="connsiteX314" fmla="*/ 5009112 w 7467600"/>
              <a:gd name="connsiteY314" fmla="*/ 6858000 h 6858000"/>
              <a:gd name="connsiteX315" fmla="*/ 4976679 w 7467600"/>
              <a:gd name="connsiteY315" fmla="*/ 6858000 h 6858000"/>
              <a:gd name="connsiteX316" fmla="*/ 5006537 w 7467600"/>
              <a:gd name="connsiteY316" fmla="*/ 6747068 h 6858000"/>
              <a:gd name="connsiteX317" fmla="*/ 5032723 w 7467600"/>
              <a:gd name="connsiteY317" fmla="*/ 6644957 h 6858000"/>
              <a:gd name="connsiteX318" fmla="*/ 5242949 w 7467600"/>
              <a:gd name="connsiteY318" fmla="*/ 6125175 h 6858000"/>
              <a:gd name="connsiteX319" fmla="*/ 5286321 w 7467600"/>
              <a:gd name="connsiteY319" fmla="*/ 6033555 h 6858000"/>
              <a:gd name="connsiteX320" fmla="*/ 5008210 w 7467600"/>
              <a:gd name="connsiteY320" fmla="*/ 6649194 h 6858000"/>
              <a:gd name="connsiteX321" fmla="*/ 4986321 w 7467600"/>
              <a:gd name="connsiteY321" fmla="*/ 6765687 h 6858000"/>
              <a:gd name="connsiteX322" fmla="*/ 4973474 w 7467600"/>
              <a:gd name="connsiteY322" fmla="*/ 6858000 h 6858000"/>
              <a:gd name="connsiteX323" fmla="*/ 4907178 w 7467600"/>
              <a:gd name="connsiteY323" fmla="*/ 6858000 h 6858000"/>
              <a:gd name="connsiteX324" fmla="*/ 4910810 w 7467600"/>
              <a:gd name="connsiteY324" fmla="*/ 6829660 h 6858000"/>
              <a:gd name="connsiteX325" fmla="*/ 4987461 w 7467600"/>
              <a:gd name="connsiteY325" fmla="*/ 6432994 h 6858000"/>
              <a:gd name="connsiteX326" fmla="*/ 5179262 w 7467600"/>
              <a:gd name="connsiteY326" fmla="*/ 6035044 h 6858000"/>
              <a:gd name="connsiteX327" fmla="*/ 4689678 w 7467600"/>
              <a:gd name="connsiteY327" fmla="*/ 6440241 h 6858000"/>
              <a:gd name="connsiteX328" fmla="*/ 4477543 w 7467600"/>
              <a:gd name="connsiteY328" fmla="*/ 6674836 h 6858000"/>
              <a:gd name="connsiteX329" fmla="*/ 4329957 w 7467600"/>
              <a:gd name="connsiteY329" fmla="*/ 6858000 h 6858000"/>
              <a:gd name="connsiteX330" fmla="*/ 4218595 w 7467600"/>
              <a:gd name="connsiteY330" fmla="*/ 6858000 h 6858000"/>
              <a:gd name="connsiteX331" fmla="*/ 4368888 w 7467600"/>
              <a:gd name="connsiteY331" fmla="*/ 6668412 h 6858000"/>
              <a:gd name="connsiteX332" fmla="*/ 4563091 w 7467600"/>
              <a:gd name="connsiteY332" fmla="*/ 6442508 h 6858000"/>
              <a:gd name="connsiteX333" fmla="*/ 5387324 w 7467600"/>
              <a:gd name="connsiteY333" fmla="*/ 5705830 h 6858000"/>
              <a:gd name="connsiteX334" fmla="*/ 5073620 w 7467600"/>
              <a:gd name="connsiteY334" fmla="*/ 5955437 h 6858000"/>
              <a:gd name="connsiteX335" fmla="*/ 4689789 w 7467600"/>
              <a:gd name="connsiteY335" fmla="*/ 6268382 h 6858000"/>
              <a:gd name="connsiteX336" fmla="*/ 4418722 w 7467600"/>
              <a:gd name="connsiteY336" fmla="*/ 6570886 h 6858000"/>
              <a:gd name="connsiteX337" fmla="*/ 4214944 w 7467600"/>
              <a:gd name="connsiteY337" fmla="*/ 6858000 h 6858000"/>
              <a:gd name="connsiteX338" fmla="*/ 4177898 w 7467600"/>
              <a:gd name="connsiteY338" fmla="*/ 6858000 h 6858000"/>
              <a:gd name="connsiteX339" fmla="*/ 4391597 w 7467600"/>
              <a:gd name="connsiteY339" fmla="*/ 6556370 h 6858000"/>
              <a:gd name="connsiteX340" fmla="*/ 4668889 w 7467600"/>
              <a:gd name="connsiteY340" fmla="*/ 6246399 h 6858000"/>
              <a:gd name="connsiteX341" fmla="*/ 5055427 w 7467600"/>
              <a:gd name="connsiteY341" fmla="*/ 5931476 h 6858000"/>
              <a:gd name="connsiteX342" fmla="*/ 5371814 w 7467600"/>
              <a:gd name="connsiteY342" fmla="*/ 5678975 h 6858000"/>
              <a:gd name="connsiteX343" fmla="*/ 4987918 w 7467600"/>
              <a:gd name="connsiteY343" fmla="*/ 5838701 h 6858000"/>
              <a:gd name="connsiteX344" fmla="*/ 4317146 w 7467600"/>
              <a:gd name="connsiteY344" fmla="*/ 6587716 h 6858000"/>
              <a:gd name="connsiteX345" fmla="*/ 4171627 w 7467600"/>
              <a:gd name="connsiteY345" fmla="*/ 6858000 h 6858000"/>
              <a:gd name="connsiteX346" fmla="*/ 4081585 w 7467600"/>
              <a:gd name="connsiteY346" fmla="*/ 6858000 h 6858000"/>
              <a:gd name="connsiteX347" fmla="*/ 4238603 w 7467600"/>
              <a:gd name="connsiteY347" fmla="*/ 6559341 h 6858000"/>
              <a:gd name="connsiteX348" fmla="*/ 4778333 w 7467600"/>
              <a:gd name="connsiteY348" fmla="*/ 5873626 h 6858000"/>
              <a:gd name="connsiteX349" fmla="*/ 5414185 w 7467600"/>
              <a:gd name="connsiteY349" fmla="*/ 5573882 h 6858000"/>
              <a:gd name="connsiteX350" fmla="*/ 5959648 w 7467600"/>
              <a:gd name="connsiteY350" fmla="*/ 4760797 h 6858000"/>
              <a:gd name="connsiteX351" fmla="*/ 5355019 w 7467600"/>
              <a:gd name="connsiteY351" fmla="*/ 4734672 h 6858000"/>
              <a:gd name="connsiteX352" fmla="*/ 5083565 w 7467600"/>
              <a:gd name="connsiteY352" fmla="*/ 5179121 h 6858000"/>
              <a:gd name="connsiteX353" fmla="*/ 4713577 w 7467600"/>
              <a:gd name="connsiteY353" fmla="*/ 5616803 h 6858000"/>
              <a:gd name="connsiteX354" fmla="*/ 3989559 w 7467600"/>
              <a:gd name="connsiteY354" fmla="*/ 6145945 h 6858000"/>
              <a:gd name="connsiteX355" fmla="*/ 3939824 w 7467600"/>
              <a:gd name="connsiteY355" fmla="*/ 6066900 h 6858000"/>
              <a:gd name="connsiteX356" fmla="*/ 4584537 w 7467600"/>
              <a:gd name="connsiteY356" fmla="*/ 5324826 h 6858000"/>
              <a:gd name="connsiteX357" fmla="*/ 5037105 w 7467600"/>
              <a:gd name="connsiteY357" fmla="*/ 5088765 h 6858000"/>
              <a:gd name="connsiteX358" fmla="*/ 5039930 w 7467600"/>
              <a:gd name="connsiteY358" fmla="*/ 5089585 h 6858000"/>
              <a:gd name="connsiteX359" fmla="*/ 5263764 w 7467600"/>
              <a:gd name="connsiteY359" fmla="*/ 4735525 h 6858000"/>
              <a:gd name="connsiteX360" fmla="*/ 4086300 w 7467600"/>
              <a:gd name="connsiteY360" fmla="*/ 4884599 h 6858000"/>
              <a:gd name="connsiteX361" fmla="*/ 4085485 w 7467600"/>
              <a:gd name="connsiteY361" fmla="*/ 4899070 h 6858000"/>
              <a:gd name="connsiteX362" fmla="*/ 3871915 w 7467600"/>
              <a:gd name="connsiteY362" fmla="*/ 5253645 h 6858000"/>
              <a:gd name="connsiteX363" fmla="*/ 3799374 w 7467600"/>
              <a:gd name="connsiteY363" fmla="*/ 5466127 h 6858000"/>
              <a:gd name="connsiteX364" fmla="*/ 3498850 w 7467600"/>
              <a:gd name="connsiteY364" fmla="*/ 6661888 h 6858000"/>
              <a:gd name="connsiteX365" fmla="*/ 3399216 w 7467600"/>
              <a:gd name="connsiteY365" fmla="*/ 6858000 h 6858000"/>
              <a:gd name="connsiteX366" fmla="*/ 3303688 w 7467600"/>
              <a:gd name="connsiteY366" fmla="*/ 6858000 h 6858000"/>
              <a:gd name="connsiteX367" fmla="*/ 3391774 w 7467600"/>
              <a:gd name="connsiteY367" fmla="*/ 6697181 h 6858000"/>
              <a:gd name="connsiteX368" fmla="*/ 3735540 w 7467600"/>
              <a:gd name="connsiteY368" fmla="*/ 5546923 h 6858000"/>
              <a:gd name="connsiteX369" fmla="*/ 3729438 w 7467600"/>
              <a:gd name="connsiteY369" fmla="*/ 5569058 h 6858000"/>
              <a:gd name="connsiteX370" fmla="*/ 3707782 w 7467600"/>
              <a:gd name="connsiteY370" fmla="*/ 5644908 h 6858000"/>
              <a:gd name="connsiteX371" fmla="*/ 3583827 w 7467600"/>
              <a:gd name="connsiteY371" fmla="*/ 6039215 h 6858000"/>
              <a:gd name="connsiteX372" fmla="*/ 3547861 w 7467600"/>
              <a:gd name="connsiteY372" fmla="*/ 6129609 h 6858000"/>
              <a:gd name="connsiteX373" fmla="*/ 3490905 w 7467600"/>
              <a:gd name="connsiteY373" fmla="*/ 6277660 h 6858000"/>
              <a:gd name="connsiteX374" fmla="*/ 3455859 w 7467600"/>
              <a:gd name="connsiteY374" fmla="*/ 6391301 h 6858000"/>
              <a:gd name="connsiteX375" fmla="*/ 3429112 w 7467600"/>
              <a:gd name="connsiteY375" fmla="*/ 6479469 h 6858000"/>
              <a:gd name="connsiteX376" fmla="*/ 3304862 w 7467600"/>
              <a:gd name="connsiteY376" fmla="*/ 6796476 h 6858000"/>
              <a:gd name="connsiteX377" fmla="*/ 3276071 w 7467600"/>
              <a:gd name="connsiteY377" fmla="*/ 6858000 h 6858000"/>
              <a:gd name="connsiteX378" fmla="*/ 3240805 w 7467600"/>
              <a:gd name="connsiteY378" fmla="*/ 6858000 h 6858000"/>
              <a:gd name="connsiteX379" fmla="*/ 3275917 w 7467600"/>
              <a:gd name="connsiteY379" fmla="*/ 6783192 h 6858000"/>
              <a:gd name="connsiteX380" fmla="*/ 3399358 w 7467600"/>
              <a:gd name="connsiteY380" fmla="*/ 6469011 h 6858000"/>
              <a:gd name="connsiteX381" fmla="*/ 3425650 w 7467600"/>
              <a:gd name="connsiteY381" fmla="*/ 6381333 h 6858000"/>
              <a:gd name="connsiteX382" fmla="*/ 3460661 w 7467600"/>
              <a:gd name="connsiteY382" fmla="*/ 6266763 h 6858000"/>
              <a:gd name="connsiteX383" fmla="*/ 3518021 w 7467600"/>
              <a:gd name="connsiteY383" fmla="*/ 6117298 h 6858000"/>
              <a:gd name="connsiteX384" fmla="*/ 3554035 w 7467600"/>
              <a:gd name="connsiteY384" fmla="*/ 6027832 h 6858000"/>
              <a:gd name="connsiteX385" fmla="*/ 3677174 w 7467600"/>
              <a:gd name="connsiteY385" fmla="*/ 5636351 h 6858000"/>
              <a:gd name="connsiteX386" fmla="*/ 3698819 w 7467600"/>
              <a:gd name="connsiteY386" fmla="*/ 5560503 h 6858000"/>
              <a:gd name="connsiteX387" fmla="*/ 3702094 w 7467600"/>
              <a:gd name="connsiteY387" fmla="*/ 5549194 h 6858000"/>
              <a:gd name="connsiteX388" fmla="*/ 3398355 w 7467600"/>
              <a:gd name="connsiteY388" fmla="*/ 6094603 h 6858000"/>
              <a:gd name="connsiteX389" fmla="*/ 3193941 w 7467600"/>
              <a:gd name="connsiteY389" fmla="*/ 6798775 h 6858000"/>
              <a:gd name="connsiteX390" fmla="*/ 3184140 w 7467600"/>
              <a:gd name="connsiteY390" fmla="*/ 6858000 h 6858000"/>
              <a:gd name="connsiteX391" fmla="*/ 3099978 w 7467600"/>
              <a:gd name="connsiteY391" fmla="*/ 6858000 h 6858000"/>
              <a:gd name="connsiteX392" fmla="*/ 3101556 w 7467600"/>
              <a:gd name="connsiteY392" fmla="*/ 6843337 h 6858000"/>
              <a:gd name="connsiteX393" fmla="*/ 3370162 w 7467600"/>
              <a:gd name="connsiteY393" fmla="*/ 5785550 h 6858000"/>
              <a:gd name="connsiteX394" fmla="*/ 3746477 w 7467600"/>
              <a:gd name="connsiteY394" fmla="*/ 5377889 h 6858000"/>
              <a:gd name="connsiteX395" fmla="*/ 3863399 w 7467600"/>
              <a:gd name="connsiteY395" fmla="*/ 5087257 h 6858000"/>
              <a:gd name="connsiteX396" fmla="*/ 3968712 w 7467600"/>
              <a:gd name="connsiteY396" fmla="*/ 4913989 h 6858000"/>
              <a:gd name="connsiteX397" fmla="*/ 2792390 w 7467600"/>
              <a:gd name="connsiteY397" fmla="*/ 5382974 h 6858000"/>
              <a:gd name="connsiteX398" fmla="*/ 2714982 w 7467600"/>
              <a:gd name="connsiteY398" fmla="*/ 5427051 h 6858000"/>
              <a:gd name="connsiteX399" fmla="*/ 2813361 w 7467600"/>
              <a:gd name="connsiteY399" fmla="*/ 6023912 h 6858000"/>
              <a:gd name="connsiteX400" fmla="*/ 2688430 w 7467600"/>
              <a:gd name="connsiteY400" fmla="*/ 6801564 h 6858000"/>
              <a:gd name="connsiteX401" fmla="*/ 2629626 w 7467600"/>
              <a:gd name="connsiteY401" fmla="*/ 6763394 h 6858000"/>
              <a:gd name="connsiteX402" fmla="*/ 2565328 w 7467600"/>
              <a:gd name="connsiteY402" fmla="*/ 5516399 h 6858000"/>
              <a:gd name="connsiteX403" fmla="*/ 1922999 w 7467600"/>
              <a:gd name="connsiteY403" fmla="*/ 5980343 h 6858000"/>
              <a:gd name="connsiteX404" fmla="*/ 1950261 w 7467600"/>
              <a:gd name="connsiteY404" fmla="*/ 6405858 h 6858000"/>
              <a:gd name="connsiteX405" fmla="*/ 2365554 w 7467600"/>
              <a:gd name="connsiteY405" fmla="*/ 6759107 h 6858000"/>
              <a:gd name="connsiteX406" fmla="*/ 2424142 w 7467600"/>
              <a:gd name="connsiteY406" fmla="*/ 6858000 h 6858000"/>
              <a:gd name="connsiteX407" fmla="*/ 2395994 w 7467600"/>
              <a:gd name="connsiteY407" fmla="*/ 6858000 h 6858000"/>
              <a:gd name="connsiteX408" fmla="*/ 2392863 w 7467600"/>
              <a:gd name="connsiteY408" fmla="*/ 6852964 h 6858000"/>
              <a:gd name="connsiteX409" fmla="*/ 2017589 w 7467600"/>
              <a:gd name="connsiteY409" fmla="*/ 6493982 h 6858000"/>
              <a:gd name="connsiteX410" fmla="*/ 2147336 w 7467600"/>
              <a:gd name="connsiteY410" fmla="*/ 6594052 h 6858000"/>
              <a:gd name="connsiteX411" fmla="*/ 2207047 w 7467600"/>
              <a:gd name="connsiteY411" fmla="*/ 6654540 h 6858000"/>
              <a:gd name="connsiteX412" fmla="*/ 2299106 w 7467600"/>
              <a:gd name="connsiteY412" fmla="*/ 6778931 h 6858000"/>
              <a:gd name="connsiteX413" fmla="*/ 2314430 w 7467600"/>
              <a:gd name="connsiteY413" fmla="*/ 6801144 h 6858000"/>
              <a:gd name="connsiteX414" fmla="*/ 2352406 w 7467600"/>
              <a:gd name="connsiteY414" fmla="*/ 6858000 h 6858000"/>
              <a:gd name="connsiteX415" fmla="*/ 2314492 w 7467600"/>
              <a:gd name="connsiteY415" fmla="*/ 6858000 h 6858000"/>
              <a:gd name="connsiteX416" fmla="*/ 2288095 w 7467600"/>
              <a:gd name="connsiteY416" fmla="*/ 6818030 h 6858000"/>
              <a:gd name="connsiteX417" fmla="*/ 2272768 w 7467600"/>
              <a:gd name="connsiteY417" fmla="*/ 6795822 h 6858000"/>
              <a:gd name="connsiteX418" fmla="*/ 2182715 w 7467600"/>
              <a:gd name="connsiteY418" fmla="*/ 6675071 h 6858000"/>
              <a:gd name="connsiteX419" fmla="*/ 2032061 w 7467600"/>
              <a:gd name="connsiteY419" fmla="*/ 6541380 h 6858000"/>
              <a:gd name="connsiteX420" fmla="*/ 2257220 w 7467600"/>
              <a:gd name="connsiteY420" fmla="*/ 6826257 h 6858000"/>
              <a:gd name="connsiteX421" fmla="*/ 2281324 w 7467600"/>
              <a:gd name="connsiteY421" fmla="*/ 6858000 h 6858000"/>
              <a:gd name="connsiteX422" fmla="*/ 2242860 w 7467600"/>
              <a:gd name="connsiteY422" fmla="*/ 6858000 h 6858000"/>
              <a:gd name="connsiteX423" fmla="*/ 2232818 w 7467600"/>
              <a:gd name="connsiteY423" fmla="*/ 6844926 h 6858000"/>
              <a:gd name="connsiteX424" fmla="*/ 1990172 w 7467600"/>
              <a:gd name="connsiteY424" fmla="*/ 6542121 h 6858000"/>
              <a:gd name="connsiteX425" fmla="*/ 2124090 w 7467600"/>
              <a:gd name="connsiteY425" fmla="*/ 6761017 h 6858000"/>
              <a:gd name="connsiteX426" fmla="*/ 2200380 w 7467600"/>
              <a:gd name="connsiteY426" fmla="*/ 6858000 h 6858000"/>
              <a:gd name="connsiteX427" fmla="*/ 2147507 w 7467600"/>
              <a:gd name="connsiteY427" fmla="*/ 6858000 h 6858000"/>
              <a:gd name="connsiteX428" fmla="*/ 2070668 w 7467600"/>
              <a:gd name="connsiteY428" fmla="*/ 6761520 h 6858000"/>
              <a:gd name="connsiteX429" fmla="*/ 1975142 w 7467600"/>
              <a:gd name="connsiteY429" fmla="*/ 6585570 h 6858000"/>
              <a:gd name="connsiteX430" fmla="*/ 2050035 w 7467600"/>
              <a:gd name="connsiteY430" fmla="*/ 6813345 h 6858000"/>
              <a:gd name="connsiteX431" fmla="*/ 2063025 w 7467600"/>
              <a:gd name="connsiteY431" fmla="*/ 6858000 h 6858000"/>
              <a:gd name="connsiteX432" fmla="*/ 2021675 w 7467600"/>
              <a:gd name="connsiteY432" fmla="*/ 6858000 h 6858000"/>
              <a:gd name="connsiteX433" fmla="*/ 2019308 w 7467600"/>
              <a:gd name="connsiteY433" fmla="*/ 6847118 h 6858000"/>
              <a:gd name="connsiteX434" fmla="*/ 1938835 w 7467600"/>
              <a:gd name="connsiteY434" fmla="*/ 6551160 h 6858000"/>
              <a:gd name="connsiteX435" fmla="*/ 1953230 w 7467600"/>
              <a:gd name="connsiteY435" fmla="*/ 6759699 h 6858000"/>
              <a:gd name="connsiteX436" fmla="*/ 1956763 w 7467600"/>
              <a:gd name="connsiteY436" fmla="*/ 6778191 h 6858000"/>
              <a:gd name="connsiteX437" fmla="*/ 1967925 w 7467600"/>
              <a:gd name="connsiteY437" fmla="*/ 6858000 h 6858000"/>
              <a:gd name="connsiteX438" fmla="*/ 1936622 w 7467600"/>
              <a:gd name="connsiteY438" fmla="*/ 6858000 h 6858000"/>
              <a:gd name="connsiteX439" fmla="*/ 1926261 w 7467600"/>
              <a:gd name="connsiteY439" fmla="*/ 6784064 h 6858000"/>
              <a:gd name="connsiteX440" fmla="*/ 1922724 w 7467600"/>
              <a:gd name="connsiteY440" fmla="*/ 6765577 h 6858000"/>
              <a:gd name="connsiteX441" fmla="*/ 1904650 w 7467600"/>
              <a:gd name="connsiteY441" fmla="*/ 6639616 h 6858000"/>
              <a:gd name="connsiteX442" fmla="*/ 1885273 w 7467600"/>
              <a:gd name="connsiteY442" fmla="*/ 6858000 h 6858000"/>
              <a:gd name="connsiteX443" fmla="*/ 1854363 w 7467600"/>
              <a:gd name="connsiteY443" fmla="*/ 6858000 h 6858000"/>
              <a:gd name="connsiteX444" fmla="*/ 1880391 w 7467600"/>
              <a:gd name="connsiteY444" fmla="*/ 6603796 h 6858000"/>
              <a:gd name="connsiteX445" fmla="*/ 1818273 w 7467600"/>
              <a:gd name="connsiteY445" fmla="*/ 6715729 h 6858000"/>
              <a:gd name="connsiteX446" fmla="*/ 1794691 w 7467600"/>
              <a:gd name="connsiteY446" fmla="*/ 6843239 h 6858000"/>
              <a:gd name="connsiteX447" fmla="*/ 1794914 w 7467600"/>
              <a:gd name="connsiteY447" fmla="*/ 6858000 h 6858000"/>
              <a:gd name="connsiteX448" fmla="*/ 1746128 w 7467600"/>
              <a:gd name="connsiteY448" fmla="*/ 6858000 h 6858000"/>
              <a:gd name="connsiteX449" fmla="*/ 1753934 w 7467600"/>
              <a:gd name="connsiteY449" fmla="*/ 6724796 h 6858000"/>
              <a:gd name="connsiteX450" fmla="*/ 1792053 w 7467600"/>
              <a:gd name="connsiteY450" fmla="*/ 6572396 h 6858000"/>
              <a:gd name="connsiteX451" fmla="*/ 1862248 w 7467600"/>
              <a:gd name="connsiteY451" fmla="*/ 6266397 h 6858000"/>
              <a:gd name="connsiteX452" fmla="*/ 1862250 w 7467600"/>
              <a:gd name="connsiteY452" fmla="*/ 6033531 h 6858000"/>
              <a:gd name="connsiteX453" fmla="*/ 1211999 w 7467600"/>
              <a:gd name="connsiteY453" fmla="*/ 6683610 h 6858000"/>
              <a:gd name="connsiteX454" fmla="*/ 1213266 w 7467600"/>
              <a:gd name="connsiteY454" fmla="*/ 6691947 h 6858000"/>
              <a:gd name="connsiteX455" fmla="*/ 1203370 w 7467600"/>
              <a:gd name="connsiteY455" fmla="*/ 6850676 h 6858000"/>
              <a:gd name="connsiteX456" fmla="*/ 1203671 w 7467600"/>
              <a:gd name="connsiteY456" fmla="*/ 6858000 h 6858000"/>
              <a:gd name="connsiteX457" fmla="*/ 1143180 w 7467600"/>
              <a:gd name="connsiteY457" fmla="*/ 6858000 h 6858000"/>
              <a:gd name="connsiteX458" fmla="*/ 1142176 w 7467600"/>
              <a:gd name="connsiteY458" fmla="*/ 6766045 h 6858000"/>
              <a:gd name="connsiteX459" fmla="*/ 1067484 w 7467600"/>
              <a:gd name="connsiteY459" fmla="*/ 6858000 h 6858000"/>
              <a:gd name="connsiteX460" fmla="*/ 953928 w 7467600"/>
              <a:gd name="connsiteY460" fmla="*/ 6858000 h 6858000"/>
              <a:gd name="connsiteX461" fmla="*/ 959715 w 7467600"/>
              <a:gd name="connsiteY461" fmla="*/ 6850185 h 6858000"/>
              <a:gd name="connsiteX462" fmla="*/ 1483788 w 7467600"/>
              <a:gd name="connsiteY462" fmla="*/ 6259174 h 6858000"/>
              <a:gd name="connsiteX463" fmla="*/ 1100671 w 7467600"/>
              <a:gd name="connsiteY463" fmla="*/ 6252137 h 6858000"/>
              <a:gd name="connsiteX464" fmla="*/ 1090144 w 7467600"/>
              <a:gd name="connsiteY464" fmla="*/ 6256748 h 6858000"/>
              <a:gd name="connsiteX465" fmla="*/ 1095872 w 7467600"/>
              <a:gd name="connsiteY465" fmla="*/ 6271892 h 6858000"/>
              <a:gd name="connsiteX466" fmla="*/ 262785 w 7467600"/>
              <a:gd name="connsiteY466" fmla="*/ 6845450 h 6858000"/>
              <a:gd name="connsiteX467" fmla="*/ 209968 w 7467600"/>
              <a:gd name="connsiteY467" fmla="*/ 6770713 h 6858000"/>
              <a:gd name="connsiteX468" fmla="*/ 873460 w 7467600"/>
              <a:gd name="connsiteY468" fmla="*/ 6253768 h 6858000"/>
              <a:gd name="connsiteX469" fmla="*/ 192686 w 7467600"/>
              <a:gd name="connsiteY469" fmla="*/ 5849257 h 6858000"/>
              <a:gd name="connsiteX470" fmla="*/ 4696 w 7467600"/>
              <a:gd name="connsiteY470" fmla="*/ 5697668 h 6858000"/>
              <a:gd name="connsiteX471" fmla="*/ 0 w 7467600"/>
              <a:gd name="connsiteY471" fmla="*/ 5689984 h 6858000"/>
              <a:gd name="connsiteX472" fmla="*/ 0 w 7467600"/>
              <a:gd name="connsiteY472" fmla="*/ 5513472 h 6858000"/>
              <a:gd name="connsiteX473" fmla="*/ 174101 w 7467600"/>
              <a:gd name="connsiteY473" fmla="*/ 5620277 h 6858000"/>
              <a:gd name="connsiteX474" fmla="*/ 891800 w 7467600"/>
              <a:gd name="connsiteY474" fmla="*/ 6036935 h 6858000"/>
              <a:gd name="connsiteX475" fmla="*/ 1072219 w 7467600"/>
              <a:gd name="connsiteY475" fmla="*/ 6169443 h 6858000"/>
              <a:gd name="connsiteX476" fmla="*/ 1074117 w 7467600"/>
              <a:gd name="connsiteY476" fmla="*/ 6170301 h 6858000"/>
              <a:gd name="connsiteX477" fmla="*/ 1083114 w 7467600"/>
              <a:gd name="connsiteY477" fmla="*/ 6174131 h 6858000"/>
              <a:gd name="connsiteX478" fmla="*/ 1543010 w 7467600"/>
              <a:gd name="connsiteY478" fmla="*/ 6191140 h 6858000"/>
              <a:gd name="connsiteX479" fmla="*/ 1551080 w 7467600"/>
              <a:gd name="connsiteY479" fmla="*/ 6195006 h 6858000"/>
              <a:gd name="connsiteX480" fmla="*/ 2345443 w 7467600"/>
              <a:gd name="connsiteY480" fmla="*/ 5549882 h 6858000"/>
              <a:gd name="connsiteX481" fmla="*/ 1721499 w 7467600"/>
              <a:gd name="connsiteY481" fmla="*/ 5599969 h 6858000"/>
              <a:gd name="connsiteX482" fmla="*/ 767716 w 7467600"/>
              <a:gd name="connsiteY482" fmla="*/ 5472768 h 6858000"/>
              <a:gd name="connsiteX483" fmla="*/ 722147 w 7467600"/>
              <a:gd name="connsiteY483" fmla="*/ 5393091 h 6858000"/>
              <a:gd name="connsiteX484" fmla="*/ 1485552 w 7467600"/>
              <a:gd name="connsiteY484" fmla="*/ 5313202 h 6858000"/>
              <a:gd name="connsiteX485" fmla="*/ 2143004 w 7467600"/>
              <a:gd name="connsiteY485" fmla="*/ 5402420 h 6858000"/>
              <a:gd name="connsiteX486" fmla="*/ 1933391 w 7467600"/>
              <a:gd name="connsiteY486" fmla="*/ 5156971 h 6858000"/>
              <a:gd name="connsiteX487" fmla="*/ 1827118 w 7467600"/>
              <a:gd name="connsiteY487" fmla="*/ 4968410 h 6858000"/>
              <a:gd name="connsiteX488" fmla="*/ 1837349 w 7467600"/>
              <a:gd name="connsiteY488" fmla="*/ 4956357 h 6858000"/>
              <a:gd name="connsiteX489" fmla="*/ 2162835 w 7467600"/>
              <a:gd name="connsiteY489" fmla="*/ 5187853 h 6858000"/>
              <a:gd name="connsiteX490" fmla="*/ 2257167 w 7467600"/>
              <a:gd name="connsiteY490" fmla="*/ 5462123 h 6858000"/>
              <a:gd name="connsiteX491" fmla="*/ 2261598 w 7467600"/>
              <a:gd name="connsiteY491" fmla="*/ 5467998 h 6858000"/>
              <a:gd name="connsiteX492" fmla="*/ 2437177 w 7467600"/>
              <a:gd name="connsiteY492" fmla="*/ 5479608 h 6858000"/>
              <a:gd name="connsiteX493" fmla="*/ 2445247 w 7467600"/>
              <a:gd name="connsiteY493" fmla="*/ 5483476 h 6858000"/>
              <a:gd name="connsiteX494" fmla="*/ 2743626 w 7467600"/>
              <a:gd name="connsiteY494" fmla="*/ 5304819 h 6858000"/>
              <a:gd name="connsiteX495" fmla="*/ 3048102 w 7467600"/>
              <a:gd name="connsiteY495" fmla="*/ 5150595 h 6858000"/>
              <a:gd name="connsiteX496" fmla="*/ 1799414 w 7467600"/>
              <a:gd name="connsiteY496" fmla="*/ 4694732 h 6858000"/>
              <a:gd name="connsiteX497" fmla="*/ 1771735 w 7467600"/>
              <a:gd name="connsiteY497" fmla="*/ 4619929 h 6858000"/>
              <a:gd name="connsiteX498" fmla="*/ 3104273 w 7467600"/>
              <a:gd name="connsiteY498" fmla="*/ 5076159 h 6858000"/>
              <a:gd name="connsiteX499" fmla="*/ 3113245 w 7467600"/>
              <a:gd name="connsiteY499" fmla="*/ 5090705 h 6858000"/>
              <a:gd name="connsiteX500" fmla="*/ 3126294 w 7467600"/>
              <a:gd name="connsiteY500" fmla="*/ 5114400 h 6858000"/>
              <a:gd name="connsiteX501" fmla="*/ 3937433 w 7467600"/>
              <a:gd name="connsiteY501" fmla="*/ 4830473 h 6858000"/>
              <a:gd name="connsiteX502" fmla="*/ 3590475 w 7467600"/>
              <a:gd name="connsiteY502" fmla="*/ 4597974 h 6858000"/>
              <a:gd name="connsiteX503" fmla="*/ 3100264 w 7467600"/>
              <a:gd name="connsiteY503" fmla="*/ 4579845 h 6858000"/>
              <a:gd name="connsiteX504" fmla="*/ 2183576 w 7467600"/>
              <a:gd name="connsiteY504" fmla="*/ 4227150 h 6858000"/>
              <a:gd name="connsiteX505" fmla="*/ 2151029 w 7467600"/>
              <a:gd name="connsiteY505" fmla="*/ 4146947 h 6858000"/>
              <a:gd name="connsiteX506" fmla="*/ 3563434 w 7467600"/>
              <a:gd name="connsiteY506" fmla="*/ 4469115 h 6858000"/>
              <a:gd name="connsiteX507" fmla="*/ 3177952 w 7467600"/>
              <a:gd name="connsiteY507" fmla="*/ 3657386 h 6858000"/>
              <a:gd name="connsiteX508" fmla="*/ 3189263 w 7467600"/>
              <a:gd name="connsiteY508" fmla="*/ 3625726 h 6858000"/>
              <a:gd name="connsiteX509" fmla="*/ 3560912 w 7467600"/>
              <a:gd name="connsiteY509" fmla="*/ 4079863 h 6858000"/>
              <a:gd name="connsiteX510" fmla="*/ 3626636 w 7467600"/>
              <a:gd name="connsiteY510" fmla="*/ 4512230 h 6858000"/>
              <a:gd name="connsiteX511" fmla="*/ 3653088 w 7467600"/>
              <a:gd name="connsiteY511" fmla="*/ 4521417 h 6858000"/>
              <a:gd name="connsiteX512" fmla="*/ 3988128 w 7467600"/>
              <a:gd name="connsiteY512" fmla="*/ 4817267 h 6858000"/>
              <a:gd name="connsiteX513" fmla="*/ 4830582 w 7467600"/>
              <a:gd name="connsiteY513" fmla="*/ 4676000 h 6858000"/>
              <a:gd name="connsiteX514" fmla="*/ 4830100 w 7467600"/>
              <a:gd name="connsiteY514" fmla="*/ 4675554 h 6858000"/>
              <a:gd name="connsiteX515" fmla="*/ 4036318 w 7467600"/>
              <a:gd name="connsiteY515" fmla="*/ 4147013 h 6858000"/>
              <a:gd name="connsiteX516" fmla="*/ 3432098 w 7467600"/>
              <a:gd name="connsiteY516" fmla="*/ 3537312 h 6858000"/>
              <a:gd name="connsiteX517" fmla="*/ 3446761 w 7467600"/>
              <a:gd name="connsiteY517" fmla="*/ 3461278 h 6858000"/>
              <a:gd name="connsiteX518" fmla="*/ 4419733 w 7467600"/>
              <a:gd name="connsiteY518" fmla="*/ 3963555 h 6858000"/>
              <a:gd name="connsiteX519" fmla="*/ 4781371 w 7467600"/>
              <a:gd name="connsiteY519" fmla="*/ 4458604 h 6858000"/>
              <a:gd name="connsiteX520" fmla="*/ 4780440 w 7467600"/>
              <a:gd name="connsiteY520" fmla="*/ 4470290 h 6858000"/>
              <a:gd name="connsiteX521" fmla="*/ 4898954 w 7467600"/>
              <a:gd name="connsiteY521" fmla="*/ 4662092 h 6858000"/>
              <a:gd name="connsiteX522" fmla="*/ 4900699 w 7467600"/>
              <a:gd name="connsiteY522" fmla="*/ 4670867 h 6858000"/>
              <a:gd name="connsiteX523" fmla="*/ 5714511 w 7467600"/>
              <a:gd name="connsiteY523" fmla="*/ 4663483 h 6858000"/>
              <a:gd name="connsiteX524" fmla="*/ 5464793 w 7467600"/>
              <a:gd name="connsiteY524" fmla="*/ 4393556 h 6858000"/>
              <a:gd name="connsiteX525" fmla="*/ 5461897 w 7467600"/>
              <a:gd name="connsiteY525" fmla="*/ 4390879 h 6858000"/>
              <a:gd name="connsiteX526" fmla="*/ 4294126 w 7467600"/>
              <a:gd name="connsiteY526" fmla="*/ 3303048 h 6858000"/>
              <a:gd name="connsiteX527" fmla="*/ 4305321 w 7467600"/>
              <a:gd name="connsiteY527" fmla="*/ 3256953 h 6858000"/>
              <a:gd name="connsiteX528" fmla="*/ 4949299 w 7467600"/>
              <a:gd name="connsiteY528" fmla="*/ 3766336 h 6858000"/>
              <a:gd name="connsiteX529" fmla="*/ 5291452 w 7467600"/>
              <a:gd name="connsiteY529" fmla="*/ 4076801 h 6858000"/>
              <a:gd name="connsiteX530" fmla="*/ 5434998 w 7467600"/>
              <a:gd name="connsiteY530" fmla="*/ 4254100 h 6858000"/>
              <a:gd name="connsiteX531" fmla="*/ 5351015 w 7467600"/>
              <a:gd name="connsiteY531" fmla="*/ 3760989 h 6858000"/>
              <a:gd name="connsiteX532" fmla="*/ 5413780 w 7467600"/>
              <a:gd name="connsiteY532" fmla="*/ 2966265 h 6858000"/>
              <a:gd name="connsiteX533" fmla="*/ 5425627 w 7467600"/>
              <a:gd name="connsiteY533" fmla="*/ 2954192 h 6858000"/>
              <a:gd name="connsiteX534" fmla="*/ 6604735 w 7467600"/>
              <a:gd name="connsiteY534" fmla="*/ 2041381 h 6858000"/>
              <a:gd name="connsiteX535" fmla="*/ 7204487 w 7467600"/>
              <a:gd name="connsiteY535" fmla="*/ 2742112 h 6858000"/>
              <a:gd name="connsiteX536" fmla="*/ 7131592 w 7467600"/>
              <a:gd name="connsiteY536" fmla="*/ 2672096 h 6858000"/>
              <a:gd name="connsiteX537" fmla="*/ 6996344 w 7467600"/>
              <a:gd name="connsiteY537" fmla="*/ 2518310 h 6858000"/>
              <a:gd name="connsiteX538" fmla="*/ 6735495 w 7467600"/>
              <a:gd name="connsiteY538" fmla="*/ 2196890 h 6858000"/>
              <a:gd name="connsiteX539" fmla="*/ 6721901 w 7467600"/>
              <a:gd name="connsiteY539" fmla="*/ 2179274 h 6858000"/>
              <a:gd name="connsiteX540" fmla="*/ 6604735 w 7467600"/>
              <a:gd name="connsiteY540" fmla="*/ 2041381 h 6858000"/>
              <a:gd name="connsiteX541" fmla="*/ 6591670 w 7467600"/>
              <a:gd name="connsiteY541" fmla="*/ 1988277 h 6858000"/>
              <a:gd name="connsiteX542" fmla="*/ 6747349 w 7467600"/>
              <a:gd name="connsiteY542" fmla="*/ 2160069 h 6858000"/>
              <a:gd name="connsiteX543" fmla="*/ 6760943 w 7467600"/>
              <a:gd name="connsiteY543" fmla="*/ 2177686 h 6858000"/>
              <a:gd name="connsiteX544" fmla="*/ 7021065 w 7467600"/>
              <a:gd name="connsiteY544" fmla="*/ 2498102 h 6858000"/>
              <a:gd name="connsiteX545" fmla="*/ 7155223 w 7467600"/>
              <a:gd name="connsiteY545" fmla="*/ 2650386 h 6858000"/>
              <a:gd name="connsiteX546" fmla="*/ 7203167 w 7467600"/>
              <a:gd name="connsiteY546" fmla="*/ 2697288 h 6858000"/>
              <a:gd name="connsiteX547" fmla="*/ 6937703 w 7467600"/>
              <a:gd name="connsiteY547" fmla="*/ 2321981 h 6858000"/>
              <a:gd name="connsiteX548" fmla="*/ 6591670 w 7467600"/>
              <a:gd name="connsiteY548" fmla="*/ 1988277 h 6858000"/>
              <a:gd name="connsiteX549" fmla="*/ 5798671 w 7467600"/>
              <a:gd name="connsiteY549" fmla="*/ 1981601 h 6858000"/>
              <a:gd name="connsiteX550" fmla="*/ 5754709 w 7467600"/>
              <a:gd name="connsiteY550" fmla="*/ 2071454 h 6858000"/>
              <a:gd name="connsiteX551" fmla="*/ 5763044 w 7467600"/>
              <a:gd name="connsiteY551" fmla="*/ 2842206 h 6858000"/>
              <a:gd name="connsiteX552" fmla="*/ 5764974 w 7467600"/>
              <a:gd name="connsiteY552" fmla="*/ 2799609 h 6858000"/>
              <a:gd name="connsiteX553" fmla="*/ 5767665 w 7467600"/>
              <a:gd name="connsiteY553" fmla="*/ 2666409 h 6858000"/>
              <a:gd name="connsiteX554" fmla="*/ 5763055 w 7467600"/>
              <a:gd name="connsiteY554" fmla="*/ 2579705 h 6858000"/>
              <a:gd name="connsiteX555" fmla="*/ 5758079 w 7467600"/>
              <a:gd name="connsiteY555" fmla="*/ 2492508 h 6858000"/>
              <a:gd name="connsiteX556" fmla="*/ 5779325 w 7467600"/>
              <a:gd name="connsiteY556" fmla="*/ 2197069 h 6858000"/>
              <a:gd name="connsiteX557" fmla="*/ 5798671 w 7467600"/>
              <a:gd name="connsiteY557" fmla="*/ 1981601 h 6858000"/>
              <a:gd name="connsiteX558" fmla="*/ 5829202 w 7467600"/>
              <a:gd name="connsiteY558" fmla="*/ 1971679 h 6858000"/>
              <a:gd name="connsiteX559" fmla="*/ 5809558 w 7467600"/>
              <a:gd name="connsiteY559" fmla="*/ 2198043 h 6858000"/>
              <a:gd name="connsiteX560" fmla="*/ 5788653 w 7467600"/>
              <a:gd name="connsiteY560" fmla="*/ 2489430 h 6858000"/>
              <a:gd name="connsiteX561" fmla="*/ 5793439 w 7467600"/>
              <a:gd name="connsiteY561" fmla="*/ 2575235 h 6858000"/>
              <a:gd name="connsiteX562" fmla="*/ 5796837 w 7467600"/>
              <a:gd name="connsiteY562" fmla="*/ 2637633 h 6858000"/>
              <a:gd name="connsiteX563" fmla="*/ 5818614 w 7467600"/>
              <a:gd name="connsiteY563" fmla="*/ 2473055 h 6858000"/>
              <a:gd name="connsiteX564" fmla="*/ 5829202 w 7467600"/>
              <a:gd name="connsiteY564" fmla="*/ 1971679 h 6858000"/>
              <a:gd name="connsiteX565" fmla="*/ 5911389 w 7467600"/>
              <a:gd name="connsiteY565" fmla="*/ 1898371 h 6858000"/>
              <a:gd name="connsiteX566" fmla="*/ 6237627 w 7467600"/>
              <a:gd name="connsiteY566" fmla="*/ 2231921 h 6858000"/>
              <a:gd name="connsiteX567" fmla="*/ 5911389 w 7467600"/>
              <a:gd name="connsiteY567" fmla="*/ 1898371 h 6858000"/>
              <a:gd name="connsiteX568" fmla="*/ 6944437 w 7467600"/>
              <a:gd name="connsiteY568" fmla="*/ 1575402 h 6858000"/>
              <a:gd name="connsiteX569" fmla="*/ 6304730 w 7467600"/>
              <a:gd name="connsiteY569" fmla="*/ 1766654 h 6858000"/>
              <a:gd name="connsiteX570" fmla="*/ 6944437 w 7467600"/>
              <a:gd name="connsiteY570" fmla="*/ 1575402 h 6858000"/>
              <a:gd name="connsiteX571" fmla="*/ 7019523 w 7467600"/>
              <a:gd name="connsiteY571" fmla="*/ 1519450 h 6858000"/>
              <a:gd name="connsiteX572" fmla="*/ 6298091 w 7467600"/>
              <a:gd name="connsiteY572" fmla="*/ 1737122 h 6858000"/>
              <a:gd name="connsiteX573" fmla="*/ 7019523 w 7467600"/>
              <a:gd name="connsiteY573" fmla="*/ 1519450 h 6858000"/>
              <a:gd name="connsiteX574" fmla="*/ 2399523 w 7467600"/>
              <a:gd name="connsiteY574" fmla="*/ 1428234 h 6858000"/>
              <a:gd name="connsiteX575" fmla="*/ 2224982 w 7467600"/>
              <a:gd name="connsiteY575" fmla="*/ 1826201 h 6858000"/>
              <a:gd name="connsiteX576" fmla="*/ 2096099 w 7467600"/>
              <a:gd name="connsiteY576" fmla="*/ 2345900 h 6858000"/>
              <a:gd name="connsiteX577" fmla="*/ 2283317 w 7467600"/>
              <a:gd name="connsiteY577" fmla="*/ 1796925 h 6858000"/>
              <a:gd name="connsiteX578" fmla="*/ 2399523 w 7467600"/>
              <a:gd name="connsiteY578" fmla="*/ 1428234 h 6858000"/>
              <a:gd name="connsiteX579" fmla="*/ 2448558 w 7467600"/>
              <a:gd name="connsiteY579" fmla="*/ 1373435 h 6858000"/>
              <a:gd name="connsiteX580" fmla="*/ 2312521 w 7467600"/>
              <a:gd name="connsiteY580" fmla="*/ 1806140 h 6858000"/>
              <a:gd name="connsiteX581" fmla="*/ 2127533 w 7467600"/>
              <a:gd name="connsiteY581" fmla="*/ 2348380 h 6858000"/>
              <a:gd name="connsiteX582" fmla="*/ 2358080 w 7467600"/>
              <a:gd name="connsiteY582" fmla="*/ 1866134 h 6858000"/>
              <a:gd name="connsiteX583" fmla="*/ 2407436 w 7467600"/>
              <a:gd name="connsiteY583" fmla="*/ 1651070 h 6858000"/>
              <a:gd name="connsiteX584" fmla="*/ 2448558 w 7467600"/>
              <a:gd name="connsiteY584" fmla="*/ 1373435 h 6858000"/>
              <a:gd name="connsiteX585" fmla="*/ 278707 w 7467600"/>
              <a:gd name="connsiteY585" fmla="*/ 1352270 h 6858000"/>
              <a:gd name="connsiteX586" fmla="*/ 321570 w 7467600"/>
              <a:gd name="connsiteY586" fmla="*/ 1861610 h 6858000"/>
              <a:gd name="connsiteX587" fmla="*/ 294281 w 7467600"/>
              <a:gd name="connsiteY587" fmla="*/ 1440658 h 6858000"/>
              <a:gd name="connsiteX588" fmla="*/ 278707 w 7467600"/>
              <a:gd name="connsiteY588" fmla="*/ 1352270 h 6858000"/>
              <a:gd name="connsiteX589" fmla="*/ 1423821 w 7467600"/>
              <a:gd name="connsiteY589" fmla="*/ 1351958 h 6858000"/>
              <a:gd name="connsiteX590" fmla="*/ 1638521 w 7467600"/>
              <a:gd name="connsiteY590" fmla="*/ 1908470 h 6858000"/>
              <a:gd name="connsiteX591" fmla="*/ 1754199 w 7467600"/>
              <a:gd name="connsiteY591" fmla="*/ 2149284 h 6858000"/>
              <a:gd name="connsiteX592" fmla="*/ 1908359 w 7467600"/>
              <a:gd name="connsiteY592" fmla="*/ 2364988 h 6858000"/>
              <a:gd name="connsiteX593" fmla="*/ 1647661 w 7467600"/>
              <a:gd name="connsiteY593" fmla="*/ 1825945 h 6858000"/>
              <a:gd name="connsiteX594" fmla="*/ 1423821 w 7467600"/>
              <a:gd name="connsiteY594" fmla="*/ 1351958 h 6858000"/>
              <a:gd name="connsiteX595" fmla="*/ 1431890 w 7467600"/>
              <a:gd name="connsiteY595" fmla="*/ 1306475 h 6858000"/>
              <a:gd name="connsiteX596" fmla="*/ 1507597 w 7467600"/>
              <a:gd name="connsiteY596" fmla="*/ 1446132 h 6858000"/>
              <a:gd name="connsiteX597" fmla="*/ 1674586 w 7467600"/>
              <a:gd name="connsiteY597" fmla="*/ 1813832 h 6858000"/>
              <a:gd name="connsiteX598" fmla="*/ 1815950 w 7467600"/>
              <a:gd name="connsiteY598" fmla="*/ 2128564 h 6858000"/>
              <a:gd name="connsiteX599" fmla="*/ 1984242 w 7467600"/>
              <a:gd name="connsiteY599" fmla="*/ 2430829 h 6858000"/>
              <a:gd name="connsiteX600" fmla="*/ 2014023 w 7467600"/>
              <a:gd name="connsiteY600" fmla="*/ 2450995 h 6858000"/>
              <a:gd name="connsiteX601" fmla="*/ 1747337 w 7467600"/>
              <a:gd name="connsiteY601" fmla="*/ 1855264 h 6858000"/>
              <a:gd name="connsiteX602" fmla="*/ 1533749 w 7467600"/>
              <a:gd name="connsiteY602" fmla="*/ 1478656 h 6858000"/>
              <a:gd name="connsiteX603" fmla="*/ 1431890 w 7467600"/>
              <a:gd name="connsiteY603" fmla="*/ 1306475 h 6858000"/>
              <a:gd name="connsiteX604" fmla="*/ 5052692 w 7467600"/>
              <a:gd name="connsiteY604" fmla="*/ 1292994 h 6858000"/>
              <a:gd name="connsiteX605" fmla="*/ 5200661 w 7467600"/>
              <a:gd name="connsiteY605" fmla="*/ 1635186 h 6858000"/>
              <a:gd name="connsiteX606" fmla="*/ 5297138 w 7467600"/>
              <a:gd name="connsiteY606" fmla="*/ 1906351 h 6858000"/>
              <a:gd name="connsiteX607" fmla="*/ 5052692 w 7467600"/>
              <a:gd name="connsiteY607" fmla="*/ 1292994 h 6858000"/>
              <a:gd name="connsiteX608" fmla="*/ 5009948 w 7467600"/>
              <a:gd name="connsiteY608" fmla="*/ 1273619 h 6858000"/>
              <a:gd name="connsiteX609" fmla="*/ 5121777 w 7467600"/>
              <a:gd name="connsiteY609" fmla="*/ 1654213 h 6858000"/>
              <a:gd name="connsiteX610" fmla="*/ 5293545 w 7467600"/>
              <a:gd name="connsiteY610" fmla="*/ 2072247 h 6858000"/>
              <a:gd name="connsiteX611" fmla="*/ 5294042 w 7467600"/>
              <a:gd name="connsiteY611" fmla="*/ 2065019 h 6858000"/>
              <a:gd name="connsiteX612" fmla="*/ 5171936 w 7467600"/>
              <a:gd name="connsiteY612" fmla="*/ 1647613 h 6858000"/>
              <a:gd name="connsiteX613" fmla="*/ 5009948 w 7467600"/>
              <a:gd name="connsiteY613" fmla="*/ 1273619 h 6858000"/>
              <a:gd name="connsiteX614" fmla="*/ 655236 w 7467600"/>
              <a:gd name="connsiteY614" fmla="*/ 1268632 h 6858000"/>
              <a:gd name="connsiteX615" fmla="*/ 839521 w 7467600"/>
              <a:gd name="connsiteY615" fmla="*/ 1685315 h 6858000"/>
              <a:gd name="connsiteX616" fmla="*/ 1109416 w 7467600"/>
              <a:gd name="connsiteY616" fmla="*/ 2061663 h 6858000"/>
              <a:gd name="connsiteX617" fmla="*/ 1298300 w 7467600"/>
              <a:gd name="connsiteY617" fmla="*/ 2247742 h 6858000"/>
              <a:gd name="connsiteX618" fmla="*/ 1125871 w 7467600"/>
              <a:gd name="connsiteY618" fmla="*/ 1989513 h 6858000"/>
              <a:gd name="connsiteX619" fmla="*/ 981574 w 7467600"/>
              <a:gd name="connsiteY619" fmla="*/ 1783157 h 6858000"/>
              <a:gd name="connsiteX620" fmla="*/ 922198 w 7467600"/>
              <a:gd name="connsiteY620" fmla="*/ 1677437 h 6858000"/>
              <a:gd name="connsiteX621" fmla="*/ 869293 w 7467600"/>
              <a:gd name="connsiteY621" fmla="*/ 1583214 h 6858000"/>
              <a:gd name="connsiteX622" fmla="*/ 751431 w 7467600"/>
              <a:gd name="connsiteY622" fmla="*/ 1405731 h 6858000"/>
              <a:gd name="connsiteX623" fmla="*/ 655236 w 7467600"/>
              <a:gd name="connsiteY623" fmla="*/ 1268632 h 6858000"/>
              <a:gd name="connsiteX624" fmla="*/ 6516292 w 7467600"/>
              <a:gd name="connsiteY624" fmla="*/ 1263064 h 6858000"/>
              <a:gd name="connsiteX625" fmla="*/ 5736320 w 7467600"/>
              <a:gd name="connsiteY625" fmla="*/ 1501803 h 6858000"/>
              <a:gd name="connsiteX626" fmla="*/ 6516292 w 7467600"/>
              <a:gd name="connsiteY626" fmla="*/ 1263064 h 6858000"/>
              <a:gd name="connsiteX627" fmla="*/ 291466 w 7467600"/>
              <a:gd name="connsiteY627" fmla="*/ 1250369 h 6858000"/>
              <a:gd name="connsiteX628" fmla="*/ 323180 w 7467600"/>
              <a:gd name="connsiteY628" fmla="*/ 1435283 h 6858000"/>
              <a:gd name="connsiteX629" fmla="*/ 349381 w 7467600"/>
              <a:gd name="connsiteY629" fmla="*/ 1875041 h 6858000"/>
              <a:gd name="connsiteX630" fmla="*/ 374363 w 7467600"/>
              <a:gd name="connsiteY630" fmla="*/ 1506494 h 6858000"/>
              <a:gd name="connsiteX631" fmla="*/ 302168 w 7467600"/>
              <a:gd name="connsiteY631" fmla="*/ 1274495 h 6858000"/>
              <a:gd name="connsiteX632" fmla="*/ 291466 w 7467600"/>
              <a:gd name="connsiteY632" fmla="*/ 1250369 h 6858000"/>
              <a:gd name="connsiteX633" fmla="*/ 678222 w 7467600"/>
              <a:gd name="connsiteY633" fmla="*/ 1248670 h 6858000"/>
              <a:gd name="connsiteX634" fmla="*/ 775536 w 7467600"/>
              <a:gd name="connsiteY634" fmla="*/ 1388015 h 6858000"/>
              <a:gd name="connsiteX635" fmla="*/ 894529 w 7467600"/>
              <a:gd name="connsiteY635" fmla="*/ 1567739 h 6858000"/>
              <a:gd name="connsiteX636" fmla="*/ 948000 w 7467600"/>
              <a:gd name="connsiteY636" fmla="*/ 1663088 h 6858000"/>
              <a:gd name="connsiteX637" fmla="*/ 1006812 w 7467600"/>
              <a:gd name="connsiteY637" fmla="*/ 1767683 h 6858000"/>
              <a:gd name="connsiteX638" fmla="*/ 1149133 w 7467600"/>
              <a:gd name="connsiteY638" fmla="*/ 1971513 h 6858000"/>
              <a:gd name="connsiteX639" fmla="*/ 1333952 w 7467600"/>
              <a:gd name="connsiteY639" fmla="*/ 2251620 h 6858000"/>
              <a:gd name="connsiteX640" fmla="*/ 1337329 w 7467600"/>
              <a:gd name="connsiteY640" fmla="*/ 2258350 h 6858000"/>
              <a:gd name="connsiteX641" fmla="*/ 1014726 w 7467600"/>
              <a:gd name="connsiteY641" fmla="*/ 1615556 h 6858000"/>
              <a:gd name="connsiteX642" fmla="*/ 678222 w 7467600"/>
              <a:gd name="connsiteY642" fmla="*/ 1248670 h 6858000"/>
              <a:gd name="connsiteX643" fmla="*/ 6691602 w 7467600"/>
              <a:gd name="connsiteY643" fmla="*/ 1140573 h 6858000"/>
              <a:gd name="connsiteX644" fmla="*/ 6571100 w 7467600"/>
              <a:gd name="connsiteY644" fmla="*/ 1183662 h 6858000"/>
              <a:gd name="connsiteX645" fmla="*/ 6241687 w 7467600"/>
              <a:gd name="connsiteY645" fmla="*/ 1257600 h 6858000"/>
              <a:gd name="connsiteX646" fmla="*/ 5693009 w 7467600"/>
              <a:gd name="connsiteY646" fmla="*/ 1478256 h 6858000"/>
              <a:gd name="connsiteX647" fmla="*/ 6548420 w 7467600"/>
              <a:gd name="connsiteY647" fmla="*/ 1214599 h 6858000"/>
              <a:gd name="connsiteX648" fmla="*/ 6605473 w 7467600"/>
              <a:gd name="connsiteY648" fmla="*/ 1184686 h 6858000"/>
              <a:gd name="connsiteX649" fmla="*/ 6691602 w 7467600"/>
              <a:gd name="connsiteY649" fmla="*/ 1140573 h 6858000"/>
              <a:gd name="connsiteX650" fmla="*/ 4002475 w 7467600"/>
              <a:gd name="connsiteY650" fmla="*/ 1037802 h 6858000"/>
              <a:gd name="connsiteX651" fmla="*/ 4000324 w 7467600"/>
              <a:gd name="connsiteY651" fmla="*/ 1039362 h 6858000"/>
              <a:gd name="connsiteX652" fmla="*/ 4002862 w 7467600"/>
              <a:gd name="connsiteY652" fmla="*/ 1042866 h 6858000"/>
              <a:gd name="connsiteX653" fmla="*/ 4002475 w 7467600"/>
              <a:gd name="connsiteY653" fmla="*/ 1037802 h 6858000"/>
              <a:gd name="connsiteX654" fmla="*/ 506322 w 7467600"/>
              <a:gd name="connsiteY654" fmla="*/ 1020997 h 6858000"/>
              <a:gd name="connsiteX655" fmla="*/ 533068 w 7467600"/>
              <a:gd name="connsiteY655" fmla="*/ 1029409 h 6858000"/>
              <a:gd name="connsiteX656" fmla="*/ 1232525 w 7467600"/>
              <a:gd name="connsiteY656" fmla="*/ 1804675 h 6858000"/>
              <a:gd name="connsiteX657" fmla="*/ 1388858 w 7467600"/>
              <a:gd name="connsiteY657" fmla="*/ 2368011 h 6858000"/>
              <a:gd name="connsiteX658" fmla="*/ 1384098 w 7467600"/>
              <a:gd name="connsiteY658" fmla="*/ 2378125 h 6858000"/>
              <a:gd name="connsiteX659" fmla="*/ 1425393 w 7467600"/>
              <a:gd name="connsiteY659" fmla="*/ 2589124 h 6858000"/>
              <a:gd name="connsiteX660" fmla="*/ 1424001 w 7467600"/>
              <a:gd name="connsiteY660" fmla="*/ 2597541 h 6858000"/>
              <a:gd name="connsiteX661" fmla="*/ 2152729 w 7467600"/>
              <a:gd name="connsiteY661" fmla="*/ 2864487 h 6858000"/>
              <a:gd name="connsiteX662" fmla="*/ 2020609 w 7467600"/>
              <a:gd name="connsiteY662" fmla="*/ 2539671 h 6858000"/>
              <a:gd name="connsiteX663" fmla="*/ 2018920 w 7467600"/>
              <a:gd name="connsiteY663" fmla="*/ 2536309 h 6858000"/>
              <a:gd name="connsiteX664" fmla="*/ 1342441 w 7467600"/>
              <a:gd name="connsiteY664" fmla="*/ 1173017 h 6858000"/>
              <a:gd name="connsiteX665" fmla="*/ 1367925 w 7467600"/>
              <a:gd name="connsiteY665" fmla="*/ 1135648 h 6858000"/>
              <a:gd name="connsiteX666" fmla="*/ 1771401 w 7467600"/>
              <a:gd name="connsiteY666" fmla="*/ 1806673 h 6858000"/>
              <a:gd name="connsiteX667" fmla="*/ 1972385 w 7467600"/>
              <a:gd name="connsiteY667" fmla="*/ 2198735 h 6858000"/>
              <a:gd name="connsiteX668" fmla="*/ 2040892 w 7467600"/>
              <a:gd name="connsiteY668" fmla="*/ 2405205 h 6858000"/>
              <a:gd name="connsiteX669" fmla="*/ 2131689 w 7467600"/>
              <a:gd name="connsiteY669" fmla="*/ 1936926 h 6858000"/>
              <a:gd name="connsiteX670" fmla="*/ 2454820 w 7467600"/>
              <a:gd name="connsiteY670" fmla="*/ 1248808 h 6858000"/>
              <a:gd name="connsiteX671" fmla="*/ 2492512 w 7467600"/>
              <a:gd name="connsiteY671" fmla="*/ 1302920 h 6858000"/>
              <a:gd name="connsiteX672" fmla="*/ 2081216 w 7467600"/>
              <a:gd name="connsiteY672" fmla="*/ 2527513 h 6858000"/>
              <a:gd name="connsiteX673" fmla="*/ 2081211 w 7467600"/>
              <a:gd name="connsiteY673" fmla="*/ 2528916 h 6858000"/>
              <a:gd name="connsiteX674" fmla="*/ 2199067 w 7467600"/>
              <a:gd name="connsiteY674" fmla="*/ 2884061 h 6858000"/>
              <a:gd name="connsiteX675" fmla="*/ 3192586 w 7467600"/>
              <a:gd name="connsiteY675" fmla="*/ 3411496 h 6858000"/>
              <a:gd name="connsiteX676" fmla="*/ 3182620 w 7467600"/>
              <a:gd name="connsiteY676" fmla="*/ 3483279 h 6858000"/>
              <a:gd name="connsiteX677" fmla="*/ 2435119 w 7467600"/>
              <a:gd name="connsiteY677" fmla="*/ 3080173 h 6858000"/>
              <a:gd name="connsiteX678" fmla="*/ 2410152 w 7467600"/>
              <a:gd name="connsiteY678" fmla="*/ 3063751 h 6858000"/>
              <a:gd name="connsiteX679" fmla="*/ 2408099 w 7467600"/>
              <a:gd name="connsiteY679" fmla="*/ 3064403 h 6858000"/>
              <a:gd name="connsiteX680" fmla="*/ 2407218 w 7467600"/>
              <a:gd name="connsiteY680" fmla="*/ 3070324 h 6858000"/>
              <a:gd name="connsiteX681" fmla="*/ 2380138 w 7467600"/>
              <a:gd name="connsiteY681" fmla="*/ 3099341 h 6858000"/>
              <a:gd name="connsiteX682" fmla="*/ 1765923 w 7467600"/>
              <a:gd name="connsiteY682" fmla="*/ 3581043 h 6858000"/>
              <a:gd name="connsiteX683" fmla="*/ 1702258 w 7467600"/>
              <a:gd name="connsiteY683" fmla="*/ 3612286 h 6858000"/>
              <a:gd name="connsiteX684" fmla="*/ 1538370 w 7467600"/>
              <a:gd name="connsiteY684" fmla="*/ 3811804 h 6858000"/>
              <a:gd name="connsiteX685" fmla="*/ 542867 w 7467600"/>
              <a:gd name="connsiteY685" fmla="*/ 4944092 h 6858000"/>
              <a:gd name="connsiteX686" fmla="*/ 515800 w 7467600"/>
              <a:gd name="connsiteY686" fmla="*/ 4862180 h 6858000"/>
              <a:gd name="connsiteX687" fmla="*/ 909145 w 7467600"/>
              <a:gd name="connsiteY687" fmla="*/ 4199225 h 6858000"/>
              <a:gd name="connsiteX688" fmla="*/ 1214067 w 7467600"/>
              <a:gd name="connsiteY688" fmla="*/ 3908561 h 6858000"/>
              <a:gd name="connsiteX689" fmla="*/ 640967 w 7467600"/>
              <a:gd name="connsiteY689" fmla="*/ 4105601 h 6858000"/>
              <a:gd name="connsiteX690" fmla="*/ 112563 w 7467600"/>
              <a:gd name="connsiteY690" fmla="*/ 4396952 h 6858000"/>
              <a:gd name="connsiteX691" fmla="*/ 0 w 7467600"/>
              <a:gd name="connsiteY691" fmla="*/ 4466006 h 6858000"/>
              <a:gd name="connsiteX692" fmla="*/ 0 w 7467600"/>
              <a:gd name="connsiteY692" fmla="*/ 4233763 h 6858000"/>
              <a:gd name="connsiteX693" fmla="*/ 36881 w 7467600"/>
              <a:gd name="connsiteY693" fmla="*/ 4200118 h 6858000"/>
              <a:gd name="connsiteX694" fmla="*/ 910534 w 7467600"/>
              <a:gd name="connsiteY694" fmla="*/ 3629753 h 6858000"/>
              <a:gd name="connsiteX695" fmla="*/ 1578717 w 7467600"/>
              <a:gd name="connsiteY695" fmla="*/ 3575982 h 6858000"/>
              <a:gd name="connsiteX696" fmla="*/ 2338780 w 7467600"/>
              <a:gd name="connsiteY696" fmla="*/ 3033725 h 6858000"/>
              <a:gd name="connsiteX697" fmla="*/ 1807991 w 7467600"/>
              <a:gd name="connsiteY697" fmla="*/ 2807184 h 6858000"/>
              <a:gd name="connsiteX698" fmla="*/ 1416358 w 7467600"/>
              <a:gd name="connsiteY698" fmla="*/ 3112571 h 6858000"/>
              <a:gd name="connsiteX699" fmla="*/ 939066 w 7467600"/>
              <a:gd name="connsiteY699" fmla="*/ 3378798 h 6858000"/>
              <a:gd name="connsiteX700" fmla="*/ 115099 w 7467600"/>
              <a:gd name="connsiteY700" fmla="*/ 3607650 h 6858000"/>
              <a:gd name="connsiteX701" fmla="*/ 97284 w 7467600"/>
              <a:gd name="connsiteY701" fmla="*/ 3520393 h 6858000"/>
              <a:gd name="connsiteX702" fmla="*/ 922050 w 7467600"/>
              <a:gd name="connsiteY702" fmla="*/ 3074867 h 6858000"/>
              <a:gd name="connsiteX703" fmla="*/ 1405265 w 7467600"/>
              <a:gd name="connsiteY703" fmla="*/ 3016319 h 6858000"/>
              <a:gd name="connsiteX704" fmla="*/ 1407512 w 7467600"/>
              <a:gd name="connsiteY704" fmla="*/ 3018001 h 6858000"/>
              <a:gd name="connsiteX705" fmla="*/ 1726266 w 7467600"/>
              <a:gd name="connsiteY705" fmla="*/ 2777274 h 6858000"/>
              <a:gd name="connsiteX706" fmla="*/ 625390 w 7467600"/>
              <a:gd name="connsiteY706" fmla="*/ 2514541 h 6858000"/>
              <a:gd name="connsiteX707" fmla="*/ 619799 w 7467600"/>
              <a:gd name="connsiteY707" fmla="*/ 2527180 h 6858000"/>
              <a:gd name="connsiteX708" fmla="*/ 310030 w 7467600"/>
              <a:gd name="connsiteY708" fmla="*/ 2771818 h 6858000"/>
              <a:gd name="connsiteX709" fmla="*/ 173877 w 7467600"/>
              <a:gd name="connsiteY709" fmla="*/ 2937056 h 6858000"/>
              <a:gd name="connsiteX710" fmla="*/ 77889 w 7467600"/>
              <a:gd name="connsiteY710" fmla="*/ 3138440 h 6858000"/>
              <a:gd name="connsiteX711" fmla="*/ 0 w 7467600"/>
              <a:gd name="connsiteY711" fmla="*/ 3271395 h 6858000"/>
              <a:gd name="connsiteX712" fmla="*/ 0 w 7467600"/>
              <a:gd name="connsiteY712" fmla="*/ 3153002 h 6858000"/>
              <a:gd name="connsiteX713" fmla="*/ 2386 w 7467600"/>
              <a:gd name="connsiteY713" fmla="*/ 3149203 h 6858000"/>
              <a:gd name="connsiteX714" fmla="*/ 89753 w 7467600"/>
              <a:gd name="connsiteY714" fmla="*/ 2987702 h 6858000"/>
              <a:gd name="connsiteX715" fmla="*/ 76869 w 7467600"/>
              <a:gd name="connsiteY715" fmla="*/ 3005404 h 6858000"/>
              <a:gd name="connsiteX716" fmla="*/ 32049 w 7467600"/>
              <a:gd name="connsiteY716" fmla="*/ 3065814 h 6858000"/>
              <a:gd name="connsiteX717" fmla="*/ 0 w 7467600"/>
              <a:gd name="connsiteY717" fmla="*/ 3108744 h 6858000"/>
              <a:gd name="connsiteX718" fmla="*/ 0 w 7467600"/>
              <a:gd name="connsiteY718" fmla="*/ 3058059 h 6858000"/>
              <a:gd name="connsiteX719" fmla="*/ 7610 w 7467600"/>
              <a:gd name="connsiteY719" fmla="*/ 3047889 h 6858000"/>
              <a:gd name="connsiteX720" fmla="*/ 52419 w 7467600"/>
              <a:gd name="connsiteY720" fmla="*/ 2987479 h 6858000"/>
              <a:gd name="connsiteX721" fmla="*/ 59142 w 7467600"/>
              <a:gd name="connsiteY721" fmla="*/ 2978488 h 6858000"/>
              <a:gd name="connsiteX722" fmla="*/ 0 w 7467600"/>
              <a:gd name="connsiteY722" fmla="*/ 3015334 h 6858000"/>
              <a:gd name="connsiteX723" fmla="*/ 0 w 7467600"/>
              <a:gd name="connsiteY723" fmla="*/ 2914286 h 6858000"/>
              <a:gd name="connsiteX724" fmla="*/ 36383 w 7467600"/>
              <a:gd name="connsiteY724" fmla="*/ 2901128 h 6858000"/>
              <a:gd name="connsiteX725" fmla="*/ 156329 w 7467600"/>
              <a:gd name="connsiteY725" fmla="*/ 2840533 h 6858000"/>
              <a:gd name="connsiteX726" fmla="*/ 358355 w 7467600"/>
              <a:gd name="connsiteY726" fmla="*/ 2620471 h 6858000"/>
              <a:gd name="connsiteX727" fmla="*/ 510577 w 7467600"/>
              <a:gd name="connsiteY727" fmla="*/ 2501244 h 6858000"/>
              <a:gd name="connsiteX728" fmla="*/ 211967 w 7467600"/>
              <a:gd name="connsiteY728" fmla="*/ 2479171 h 6858000"/>
              <a:gd name="connsiteX729" fmla="*/ 0 w 7467600"/>
              <a:gd name="connsiteY729" fmla="*/ 2476398 h 6858000"/>
              <a:gd name="connsiteX730" fmla="*/ 0 w 7467600"/>
              <a:gd name="connsiteY730" fmla="*/ 2389189 h 6858000"/>
              <a:gd name="connsiteX731" fmla="*/ 103062 w 7467600"/>
              <a:gd name="connsiteY731" fmla="*/ 2389518 h 6858000"/>
              <a:gd name="connsiteX732" fmla="*/ 510734 w 7467600"/>
              <a:gd name="connsiteY732" fmla="*/ 2416201 h 6858000"/>
              <a:gd name="connsiteX733" fmla="*/ 279257 w 7467600"/>
              <a:gd name="connsiteY733" fmla="*/ 2092102 h 6858000"/>
              <a:gd name="connsiteX734" fmla="*/ 65265 w 7467600"/>
              <a:gd name="connsiteY734" fmla="*/ 2006049 h 6858000"/>
              <a:gd name="connsiteX735" fmla="*/ 0 w 7467600"/>
              <a:gd name="connsiteY735" fmla="*/ 1982532 h 6858000"/>
              <a:gd name="connsiteX736" fmla="*/ 0 w 7467600"/>
              <a:gd name="connsiteY736" fmla="*/ 1912789 h 6858000"/>
              <a:gd name="connsiteX737" fmla="*/ 97460 w 7467600"/>
              <a:gd name="connsiteY737" fmla="*/ 1953725 h 6858000"/>
              <a:gd name="connsiteX738" fmla="*/ 221272 w 7467600"/>
              <a:gd name="connsiteY738" fmla="*/ 1980766 h 6858000"/>
              <a:gd name="connsiteX739" fmla="*/ 116765 w 7467600"/>
              <a:gd name="connsiteY739" fmla="*/ 1911033 h 6858000"/>
              <a:gd name="connsiteX740" fmla="*/ 16405 w 7467600"/>
              <a:gd name="connsiteY740" fmla="*/ 1803412 h 6858000"/>
              <a:gd name="connsiteX741" fmla="*/ 0 w 7467600"/>
              <a:gd name="connsiteY741" fmla="*/ 1784777 h 6858000"/>
              <a:gd name="connsiteX742" fmla="*/ 0 w 7467600"/>
              <a:gd name="connsiteY742" fmla="*/ 1740082 h 6858000"/>
              <a:gd name="connsiteX743" fmla="*/ 39394 w 7467600"/>
              <a:gd name="connsiteY743" fmla="*/ 1784856 h 6858000"/>
              <a:gd name="connsiteX744" fmla="*/ 135813 w 7467600"/>
              <a:gd name="connsiteY744" fmla="*/ 1888838 h 6858000"/>
              <a:gd name="connsiteX745" fmla="*/ 242575 w 7467600"/>
              <a:gd name="connsiteY745" fmla="*/ 1958841 h 6858000"/>
              <a:gd name="connsiteX746" fmla="*/ 82197 w 7467600"/>
              <a:gd name="connsiteY746" fmla="*/ 1754826 h 6858000"/>
              <a:gd name="connsiteX747" fmla="*/ 0 w 7467600"/>
              <a:gd name="connsiteY747" fmla="*/ 1679650 h 6858000"/>
              <a:gd name="connsiteX748" fmla="*/ 0 w 7467600"/>
              <a:gd name="connsiteY748" fmla="*/ 1602463 h 6858000"/>
              <a:gd name="connsiteX749" fmla="*/ 84689 w 7467600"/>
              <a:gd name="connsiteY749" fmla="*/ 1677442 h 6858000"/>
              <a:gd name="connsiteX750" fmla="*/ 298437 w 7467600"/>
              <a:gd name="connsiteY750" fmla="*/ 1968019 h 6858000"/>
              <a:gd name="connsiteX751" fmla="*/ 227269 w 7467600"/>
              <a:gd name="connsiteY751" fmla="*/ 1114064 h 6858000"/>
              <a:gd name="connsiteX752" fmla="*/ 248003 w 7467600"/>
              <a:gd name="connsiteY752" fmla="*/ 1089613 h 6858000"/>
              <a:gd name="connsiteX753" fmla="*/ 427020 w 7467600"/>
              <a:gd name="connsiteY753" fmla="*/ 1619803 h 6858000"/>
              <a:gd name="connsiteX754" fmla="*/ 340345 w 7467600"/>
              <a:gd name="connsiteY754" fmla="*/ 2027739 h 6858000"/>
              <a:gd name="connsiteX755" fmla="*/ 360865 w 7467600"/>
              <a:gd name="connsiteY755" fmla="*/ 2044827 h 6858000"/>
              <a:gd name="connsiteX756" fmla="*/ 560414 w 7467600"/>
              <a:gd name="connsiteY756" fmla="*/ 2421457 h 6858000"/>
              <a:gd name="connsiteX757" fmla="*/ 1359703 w 7467600"/>
              <a:gd name="connsiteY757" fmla="*/ 2578554 h 6858000"/>
              <a:gd name="connsiteX758" fmla="*/ 1359422 w 7467600"/>
              <a:gd name="connsiteY758" fmla="*/ 2577994 h 6858000"/>
              <a:gd name="connsiteX759" fmla="*/ 828701 w 7467600"/>
              <a:gd name="connsiteY759" fmla="*/ 1839520 h 6858000"/>
              <a:gd name="connsiteX760" fmla="*/ 494427 w 7467600"/>
              <a:gd name="connsiteY760" fmla="*/ 1092333 h 6858000"/>
              <a:gd name="connsiteX761" fmla="*/ 506322 w 7467600"/>
              <a:gd name="connsiteY761" fmla="*/ 1020997 h 6858000"/>
              <a:gd name="connsiteX762" fmla="*/ 4570198 w 7467600"/>
              <a:gd name="connsiteY762" fmla="*/ 978081 h 6858000"/>
              <a:gd name="connsiteX763" fmla="*/ 4523691 w 7467600"/>
              <a:gd name="connsiteY763" fmla="*/ 1127776 h 6858000"/>
              <a:gd name="connsiteX764" fmla="*/ 4509875 w 7467600"/>
              <a:gd name="connsiteY764" fmla="*/ 1167552 h 6858000"/>
              <a:gd name="connsiteX765" fmla="*/ 4478168 w 7467600"/>
              <a:gd name="connsiteY765" fmla="*/ 1260735 h 6858000"/>
              <a:gd name="connsiteX766" fmla="*/ 4409309 w 7467600"/>
              <a:gd name="connsiteY766" fmla="*/ 1666996 h 6858000"/>
              <a:gd name="connsiteX767" fmla="*/ 4370031 w 7467600"/>
              <a:gd name="connsiteY767" fmla="*/ 1955666 h 6858000"/>
              <a:gd name="connsiteX768" fmla="*/ 4570198 w 7467600"/>
              <a:gd name="connsiteY768" fmla="*/ 978081 h 6858000"/>
              <a:gd name="connsiteX769" fmla="*/ 4557898 w 7467600"/>
              <a:gd name="connsiteY769" fmla="*/ 900011 h 6858000"/>
              <a:gd name="connsiteX770" fmla="*/ 4344840 w 7467600"/>
              <a:gd name="connsiteY770" fmla="*/ 1922038 h 6858000"/>
              <a:gd name="connsiteX771" fmla="*/ 4378710 w 7467600"/>
              <a:gd name="connsiteY771" fmla="*/ 1665516 h 6858000"/>
              <a:gd name="connsiteX772" fmla="*/ 4448798 w 7467600"/>
              <a:gd name="connsiteY772" fmla="*/ 1253024 h 6858000"/>
              <a:gd name="connsiteX773" fmla="*/ 4480315 w 7467600"/>
              <a:gd name="connsiteY773" fmla="*/ 1158454 h 6858000"/>
              <a:gd name="connsiteX774" fmla="*/ 4494133 w 7467600"/>
              <a:gd name="connsiteY774" fmla="*/ 1118676 h 6858000"/>
              <a:gd name="connsiteX775" fmla="*/ 4557898 w 7467600"/>
              <a:gd name="connsiteY775" fmla="*/ 900011 h 6858000"/>
              <a:gd name="connsiteX776" fmla="*/ 5870151 w 7467600"/>
              <a:gd name="connsiteY776" fmla="*/ 898890 h 6858000"/>
              <a:gd name="connsiteX777" fmla="*/ 5861335 w 7467600"/>
              <a:gd name="connsiteY777" fmla="*/ 899177 h 6858000"/>
              <a:gd name="connsiteX778" fmla="*/ 5843702 w 7467600"/>
              <a:gd name="connsiteY778" fmla="*/ 899748 h 6858000"/>
              <a:gd name="connsiteX779" fmla="*/ 5651107 w 7467600"/>
              <a:gd name="connsiteY779" fmla="*/ 920306 h 6858000"/>
              <a:gd name="connsiteX780" fmla="*/ 5459407 w 7467600"/>
              <a:gd name="connsiteY780" fmla="*/ 940975 h 6858000"/>
              <a:gd name="connsiteX781" fmla="*/ 5374846 w 7467600"/>
              <a:gd name="connsiteY781" fmla="*/ 941988 h 6858000"/>
              <a:gd name="connsiteX782" fmla="*/ 5256105 w 7467600"/>
              <a:gd name="connsiteY782" fmla="*/ 945632 h 6858000"/>
              <a:gd name="connsiteX783" fmla="*/ 5107071 w 7467600"/>
              <a:gd name="connsiteY783" fmla="*/ 969720 h 6858000"/>
              <a:gd name="connsiteX784" fmla="*/ 4998681 w 7467600"/>
              <a:gd name="connsiteY784" fmla="*/ 988771 h 6858000"/>
              <a:gd name="connsiteX785" fmla="*/ 5870151 w 7467600"/>
              <a:gd name="connsiteY785" fmla="*/ 898890 h 6858000"/>
              <a:gd name="connsiteX786" fmla="*/ 5504425 w 7467600"/>
              <a:gd name="connsiteY786" fmla="*/ 848067 h 6858000"/>
              <a:gd name="connsiteX787" fmla="*/ 4968849 w 7467600"/>
              <a:gd name="connsiteY787" fmla="*/ 962318 h 6858000"/>
              <a:gd name="connsiteX788" fmla="*/ 5104039 w 7467600"/>
              <a:gd name="connsiteY788" fmla="*/ 940634 h 6858000"/>
              <a:gd name="connsiteX789" fmla="*/ 5256311 w 7467600"/>
              <a:gd name="connsiteY789" fmla="*/ 916490 h 6858000"/>
              <a:gd name="connsiteX790" fmla="*/ 5377381 w 7467600"/>
              <a:gd name="connsiteY790" fmla="*/ 912671 h 6858000"/>
              <a:gd name="connsiteX791" fmla="*/ 5460148 w 7467600"/>
              <a:gd name="connsiteY791" fmla="*/ 911442 h 6858000"/>
              <a:gd name="connsiteX792" fmla="*/ 5648971 w 7467600"/>
              <a:gd name="connsiteY792" fmla="*/ 891331 h 6858000"/>
              <a:gd name="connsiteX793" fmla="*/ 5844807 w 7467600"/>
              <a:gd name="connsiteY793" fmla="*/ 870718 h 6858000"/>
              <a:gd name="connsiteX794" fmla="*/ 5862975 w 7467600"/>
              <a:gd name="connsiteY794" fmla="*/ 869756 h 6858000"/>
              <a:gd name="connsiteX795" fmla="*/ 5920887 w 7467600"/>
              <a:gd name="connsiteY795" fmla="*/ 865929 h 6858000"/>
              <a:gd name="connsiteX796" fmla="*/ 5504425 w 7467600"/>
              <a:gd name="connsiteY796" fmla="*/ 848067 h 6858000"/>
              <a:gd name="connsiteX797" fmla="*/ 3607114 w 7467600"/>
              <a:gd name="connsiteY797" fmla="*/ 467441 h 6858000"/>
              <a:gd name="connsiteX798" fmla="*/ 3296242 w 7467600"/>
              <a:gd name="connsiteY798" fmla="*/ 807991 h 6858000"/>
              <a:gd name="connsiteX799" fmla="*/ 3174674 w 7467600"/>
              <a:gd name="connsiteY799" fmla="*/ 919759 h 6858000"/>
              <a:gd name="connsiteX800" fmla="*/ 3042978 w 7467600"/>
              <a:gd name="connsiteY800" fmla="*/ 1054894 h 6858000"/>
              <a:gd name="connsiteX801" fmla="*/ 2968914 w 7467600"/>
              <a:gd name="connsiteY801" fmla="*/ 1133756 h 6858000"/>
              <a:gd name="connsiteX802" fmla="*/ 3103823 w 7467600"/>
              <a:gd name="connsiteY802" fmla="*/ 1026814 h 6858000"/>
              <a:gd name="connsiteX803" fmla="*/ 3607114 w 7467600"/>
              <a:gd name="connsiteY803" fmla="*/ 467441 h 6858000"/>
              <a:gd name="connsiteX804" fmla="*/ 3744487 w 7467600"/>
              <a:gd name="connsiteY804" fmla="*/ 383136 h 6858000"/>
              <a:gd name="connsiteX805" fmla="*/ 3970213 w 7467600"/>
              <a:gd name="connsiteY805" fmla="*/ 995559 h 6858000"/>
              <a:gd name="connsiteX806" fmla="*/ 3744487 w 7467600"/>
              <a:gd name="connsiteY806" fmla="*/ 383136 h 6858000"/>
              <a:gd name="connsiteX807" fmla="*/ 3624562 w 7467600"/>
              <a:gd name="connsiteY807" fmla="*/ 367041 h 6858000"/>
              <a:gd name="connsiteX808" fmla="*/ 3489712 w 7467600"/>
              <a:gd name="connsiteY808" fmla="*/ 485386 h 6858000"/>
              <a:gd name="connsiteX809" fmla="*/ 3182994 w 7467600"/>
              <a:gd name="connsiteY809" fmla="*/ 828265 h 6858000"/>
              <a:gd name="connsiteX810" fmla="*/ 2892114 w 7467600"/>
              <a:gd name="connsiteY810" fmla="*/ 1172635 h 6858000"/>
              <a:gd name="connsiteX811" fmla="*/ 3021459 w 7467600"/>
              <a:gd name="connsiteY811" fmla="*/ 1035385 h 6858000"/>
              <a:gd name="connsiteX812" fmla="*/ 3153873 w 7467600"/>
              <a:gd name="connsiteY812" fmla="*/ 898971 h 6858000"/>
              <a:gd name="connsiteX813" fmla="*/ 3276511 w 7467600"/>
              <a:gd name="connsiteY813" fmla="*/ 786423 h 6858000"/>
              <a:gd name="connsiteX814" fmla="*/ 3584154 w 7467600"/>
              <a:gd name="connsiteY814" fmla="*/ 448218 h 6858000"/>
              <a:gd name="connsiteX815" fmla="*/ 3624562 w 7467600"/>
              <a:gd name="connsiteY815" fmla="*/ 367041 h 6858000"/>
              <a:gd name="connsiteX816" fmla="*/ 3766672 w 7467600"/>
              <a:gd name="connsiteY816" fmla="*/ 359429 h 6858000"/>
              <a:gd name="connsiteX817" fmla="*/ 3996338 w 7467600"/>
              <a:gd name="connsiteY817" fmla="*/ 968237 h 6858000"/>
              <a:gd name="connsiteX818" fmla="*/ 3766672 w 7467600"/>
              <a:gd name="connsiteY818" fmla="*/ 359429 h 6858000"/>
              <a:gd name="connsiteX819" fmla="*/ 5805386 w 7467600"/>
              <a:gd name="connsiteY819" fmla="*/ 239240 h 6858000"/>
              <a:gd name="connsiteX820" fmla="*/ 5736947 w 7467600"/>
              <a:gd name="connsiteY820" fmla="*/ 261367 h 6858000"/>
              <a:gd name="connsiteX821" fmla="*/ 5427012 w 7467600"/>
              <a:gd name="connsiteY821" fmla="*/ 311272 h 6858000"/>
              <a:gd name="connsiteX822" fmla="*/ 5147818 w 7467600"/>
              <a:gd name="connsiteY822" fmla="*/ 322112 h 6858000"/>
              <a:gd name="connsiteX823" fmla="*/ 5060854 w 7467600"/>
              <a:gd name="connsiteY823" fmla="*/ 311882 h 6858000"/>
              <a:gd name="connsiteX824" fmla="*/ 4945989 w 7467600"/>
              <a:gd name="connsiteY824" fmla="*/ 300516 h 6858000"/>
              <a:gd name="connsiteX825" fmla="*/ 5410479 w 7467600"/>
              <a:gd name="connsiteY825" fmla="*/ 348434 h 6858000"/>
              <a:gd name="connsiteX826" fmla="*/ 5805386 w 7467600"/>
              <a:gd name="connsiteY826" fmla="*/ 239240 h 6858000"/>
              <a:gd name="connsiteX827" fmla="*/ 5905192 w 7467600"/>
              <a:gd name="connsiteY827" fmla="*/ 163079 h 6858000"/>
              <a:gd name="connsiteX828" fmla="*/ 5865655 w 7467600"/>
              <a:gd name="connsiteY828" fmla="*/ 171901 h 6858000"/>
              <a:gd name="connsiteX829" fmla="*/ 5259740 w 7467600"/>
              <a:gd name="connsiteY829" fmla="*/ 257013 h 6858000"/>
              <a:gd name="connsiteX830" fmla="*/ 5208466 w 7467600"/>
              <a:gd name="connsiteY830" fmla="*/ 257550 h 6858000"/>
              <a:gd name="connsiteX831" fmla="*/ 4980204 w 7467600"/>
              <a:gd name="connsiteY831" fmla="*/ 271903 h 6858000"/>
              <a:gd name="connsiteX832" fmla="*/ 5068068 w 7467600"/>
              <a:gd name="connsiteY832" fmla="*/ 282244 h 6858000"/>
              <a:gd name="connsiteX833" fmla="*/ 5153231 w 7467600"/>
              <a:gd name="connsiteY833" fmla="*/ 292240 h 6858000"/>
              <a:gd name="connsiteX834" fmla="*/ 5426491 w 7467600"/>
              <a:gd name="connsiteY834" fmla="*/ 281128 h 6858000"/>
              <a:gd name="connsiteX835" fmla="*/ 5731212 w 7467600"/>
              <a:gd name="connsiteY835" fmla="*/ 231951 h 6858000"/>
              <a:gd name="connsiteX836" fmla="*/ 5905192 w 7467600"/>
              <a:gd name="connsiteY836" fmla="*/ 163079 h 6858000"/>
              <a:gd name="connsiteX837" fmla="*/ 5944437 w 7467600"/>
              <a:gd name="connsiteY837" fmla="*/ 113829 h 6858000"/>
              <a:gd name="connsiteX838" fmla="*/ 5825032 w 7467600"/>
              <a:gd name="connsiteY838" fmla="*/ 146405 h 6858000"/>
              <a:gd name="connsiteX839" fmla="*/ 4955599 w 7467600"/>
              <a:gd name="connsiteY839" fmla="*/ 247008 h 6858000"/>
              <a:gd name="connsiteX840" fmla="*/ 5210104 w 7467600"/>
              <a:gd name="connsiteY840" fmla="*/ 228123 h 6858000"/>
              <a:gd name="connsiteX841" fmla="*/ 5261015 w 7467600"/>
              <a:gd name="connsiteY841" fmla="*/ 227087 h 6858000"/>
              <a:gd name="connsiteX842" fmla="*/ 5861181 w 7467600"/>
              <a:gd name="connsiteY842" fmla="*/ 143093 h 6858000"/>
              <a:gd name="connsiteX843" fmla="*/ 5961252 w 7467600"/>
              <a:gd name="connsiteY843" fmla="*/ 114820 h 6858000"/>
              <a:gd name="connsiteX844" fmla="*/ 5944437 w 7467600"/>
              <a:gd name="connsiteY844" fmla="*/ 113829 h 6858000"/>
              <a:gd name="connsiteX845" fmla="*/ 3882765 w 7467600"/>
              <a:gd name="connsiteY845" fmla="*/ 0 h 6858000"/>
              <a:gd name="connsiteX846" fmla="*/ 3995099 w 7467600"/>
              <a:gd name="connsiteY846" fmla="*/ 0 h 6858000"/>
              <a:gd name="connsiteX847" fmla="*/ 4163818 w 7467600"/>
              <a:gd name="connsiteY847" fmla="*/ 234104 h 6858000"/>
              <a:gd name="connsiteX848" fmla="*/ 4172099 w 7467600"/>
              <a:gd name="connsiteY848" fmla="*/ 234207 h 6858000"/>
              <a:gd name="connsiteX849" fmla="*/ 4784282 w 7467600"/>
              <a:gd name="connsiteY849" fmla="*/ 276561 h 6858000"/>
              <a:gd name="connsiteX850" fmla="*/ 4801687 w 7467600"/>
              <a:gd name="connsiteY850" fmla="*/ 267764 h 6858000"/>
              <a:gd name="connsiteX851" fmla="*/ 6082788 w 7467600"/>
              <a:gd name="connsiteY851" fmla="*/ 64119 h 6858000"/>
              <a:gd name="connsiteX852" fmla="*/ 6099442 w 7467600"/>
              <a:gd name="connsiteY852" fmla="*/ 82568 h 6858000"/>
              <a:gd name="connsiteX853" fmla="*/ 4804137 w 7467600"/>
              <a:gd name="connsiteY853" fmla="*/ 320931 h 6858000"/>
              <a:gd name="connsiteX854" fmla="*/ 4227047 w 7467600"/>
              <a:gd name="connsiteY854" fmla="*/ 313415 h 6858000"/>
              <a:gd name="connsiteX855" fmla="*/ 4346041 w 7467600"/>
              <a:gd name="connsiteY855" fmla="*/ 456086 h 6858000"/>
              <a:gd name="connsiteX856" fmla="*/ 4870967 w 7467600"/>
              <a:gd name="connsiteY856" fmla="*/ 963061 h 6858000"/>
              <a:gd name="connsiteX857" fmla="*/ 4889647 w 7467600"/>
              <a:gd name="connsiteY857" fmla="*/ 957147 h 6858000"/>
              <a:gd name="connsiteX858" fmla="*/ 5422504 w 7467600"/>
              <a:gd name="connsiteY858" fmla="*/ 805191 h 6858000"/>
              <a:gd name="connsiteX859" fmla="*/ 6087656 w 7467600"/>
              <a:gd name="connsiteY859" fmla="*/ 826703 h 6858000"/>
              <a:gd name="connsiteX860" fmla="*/ 6058717 w 7467600"/>
              <a:gd name="connsiteY860" fmla="*/ 865992 h 6858000"/>
              <a:gd name="connsiteX861" fmla="*/ 4974153 w 7467600"/>
              <a:gd name="connsiteY861" fmla="*/ 1045456 h 6858000"/>
              <a:gd name="connsiteX862" fmla="*/ 5627835 w 7467600"/>
              <a:gd name="connsiteY862" fmla="*/ 1472077 h 6858000"/>
              <a:gd name="connsiteX863" fmla="*/ 5629817 w 7467600"/>
              <a:gd name="connsiteY863" fmla="*/ 1471412 h 6858000"/>
              <a:gd name="connsiteX864" fmla="*/ 5634124 w 7467600"/>
              <a:gd name="connsiteY864" fmla="*/ 1470572 h 6858000"/>
              <a:gd name="connsiteX865" fmla="*/ 5755832 w 7467600"/>
              <a:gd name="connsiteY865" fmla="*/ 1383886 h 6858000"/>
              <a:gd name="connsiteX866" fmla="*/ 6014186 w 7467600"/>
              <a:gd name="connsiteY866" fmla="*/ 1279799 h 6858000"/>
              <a:gd name="connsiteX867" fmla="*/ 6901619 w 7467600"/>
              <a:gd name="connsiteY867" fmla="*/ 1047874 h 6858000"/>
              <a:gd name="connsiteX868" fmla="*/ 6931566 w 7467600"/>
              <a:gd name="connsiteY868" fmla="*/ 1062034 h 6858000"/>
              <a:gd name="connsiteX869" fmla="*/ 5790982 w 7467600"/>
              <a:gd name="connsiteY869" fmla="*/ 1561380 h 6858000"/>
              <a:gd name="connsiteX870" fmla="*/ 6188971 w 7467600"/>
              <a:gd name="connsiteY870" fmla="*/ 1755168 h 6858000"/>
              <a:gd name="connsiteX871" fmla="*/ 6202446 w 7467600"/>
              <a:gd name="connsiteY871" fmla="*/ 1752268 h 6858000"/>
              <a:gd name="connsiteX872" fmla="*/ 7179560 w 7467600"/>
              <a:gd name="connsiteY872" fmla="*/ 1467551 h 6858000"/>
              <a:gd name="connsiteX873" fmla="*/ 7158730 w 7467600"/>
              <a:gd name="connsiteY873" fmla="*/ 1507835 h 6858000"/>
              <a:gd name="connsiteX874" fmla="*/ 6326959 w 7467600"/>
              <a:gd name="connsiteY874" fmla="*/ 1817686 h 6858000"/>
              <a:gd name="connsiteX875" fmla="*/ 6537433 w 7467600"/>
              <a:gd name="connsiteY875" fmla="*/ 1907790 h 6858000"/>
              <a:gd name="connsiteX876" fmla="*/ 6550221 w 7467600"/>
              <a:gd name="connsiteY876" fmla="*/ 1910729 h 6858000"/>
              <a:gd name="connsiteX877" fmla="*/ 6964438 w 7467600"/>
              <a:gd name="connsiteY877" fmla="*/ 2209505 h 6858000"/>
              <a:gd name="connsiteX878" fmla="*/ 7367862 w 7467600"/>
              <a:gd name="connsiteY878" fmla="*/ 2806833 h 6858000"/>
              <a:gd name="connsiteX879" fmla="*/ 7364329 w 7467600"/>
              <a:gd name="connsiteY879" fmla="*/ 2826907 h 6858000"/>
              <a:gd name="connsiteX880" fmla="*/ 7290545 w 7467600"/>
              <a:gd name="connsiteY880" fmla="*/ 2850663 h 6858000"/>
              <a:gd name="connsiteX881" fmla="*/ 6472036 w 7467600"/>
              <a:gd name="connsiteY881" fmla="*/ 1959003 h 6858000"/>
              <a:gd name="connsiteX882" fmla="*/ 5792897 w 7467600"/>
              <a:gd name="connsiteY882" fmla="*/ 1647747 h 6858000"/>
              <a:gd name="connsiteX883" fmla="*/ 5842751 w 7467600"/>
              <a:gd name="connsiteY883" fmla="*/ 1816112 h 6858000"/>
              <a:gd name="connsiteX884" fmla="*/ 5847424 w 7467600"/>
              <a:gd name="connsiteY884" fmla="*/ 1815776 h 6858000"/>
              <a:gd name="connsiteX885" fmla="*/ 6399821 w 7467600"/>
              <a:gd name="connsiteY885" fmla="*/ 2344799 h 6858000"/>
              <a:gd name="connsiteX886" fmla="*/ 6323232 w 7467600"/>
              <a:gd name="connsiteY886" fmla="*/ 2389634 h 6858000"/>
              <a:gd name="connsiteX887" fmla="*/ 5942958 w 7467600"/>
              <a:gd name="connsiteY887" fmla="*/ 2077708 h 6858000"/>
              <a:gd name="connsiteX888" fmla="*/ 5921559 w 7467600"/>
              <a:gd name="connsiteY888" fmla="*/ 2378596 h 6858000"/>
              <a:gd name="connsiteX889" fmla="*/ 5817651 w 7467600"/>
              <a:gd name="connsiteY889" fmla="*/ 3023919 h 6858000"/>
              <a:gd name="connsiteX890" fmla="*/ 5729634 w 7467600"/>
              <a:gd name="connsiteY890" fmla="*/ 3051849 h 6858000"/>
              <a:gd name="connsiteX891" fmla="*/ 5611018 w 7467600"/>
              <a:gd name="connsiteY891" fmla="*/ 2316769 h 6858000"/>
              <a:gd name="connsiteX892" fmla="*/ 5687608 w 7467600"/>
              <a:gd name="connsiteY892" fmla="*/ 2039972 h 6858000"/>
              <a:gd name="connsiteX893" fmla="*/ 5657554 w 7467600"/>
              <a:gd name="connsiteY893" fmla="*/ 1576445 h 6858000"/>
              <a:gd name="connsiteX894" fmla="*/ 5150475 w 7467600"/>
              <a:gd name="connsiteY894" fmla="*/ 1274012 h 6858000"/>
              <a:gd name="connsiteX895" fmla="*/ 5349142 w 7467600"/>
              <a:gd name="connsiteY895" fmla="*/ 2204405 h 6858000"/>
              <a:gd name="connsiteX896" fmla="*/ 5262214 w 7467600"/>
              <a:gd name="connsiteY896" fmla="*/ 2233836 h 6858000"/>
              <a:gd name="connsiteX897" fmla="*/ 4981539 w 7467600"/>
              <a:gd name="connsiteY897" fmla="*/ 1542201 h 6858000"/>
              <a:gd name="connsiteX898" fmla="*/ 4958461 w 7467600"/>
              <a:gd name="connsiteY898" fmla="*/ 1136957 h 6858000"/>
              <a:gd name="connsiteX899" fmla="*/ 4655015 w 7467600"/>
              <a:gd name="connsiteY899" fmla="*/ 891426 h 6858000"/>
              <a:gd name="connsiteX900" fmla="*/ 4348002 w 7467600"/>
              <a:gd name="connsiteY900" fmla="*/ 2205895 h 6858000"/>
              <a:gd name="connsiteX901" fmla="*/ 4262250 w 7467600"/>
              <a:gd name="connsiteY901" fmla="*/ 2219972 h 6858000"/>
              <a:gd name="connsiteX902" fmla="*/ 4550611 w 7467600"/>
              <a:gd name="connsiteY902" fmla="*/ 817540 h 6858000"/>
              <a:gd name="connsiteX903" fmla="*/ 4564418 w 7467600"/>
              <a:gd name="connsiteY903" fmla="*/ 808293 h 6858000"/>
              <a:gd name="connsiteX904" fmla="*/ 4266388 w 7467600"/>
              <a:gd name="connsiteY904" fmla="*/ 500083 h 6858000"/>
              <a:gd name="connsiteX905" fmla="*/ 4032842 w 7467600"/>
              <a:gd name="connsiteY905" fmla="*/ 211809 h 6858000"/>
              <a:gd name="connsiteX906" fmla="*/ 3882765 w 7467600"/>
              <a:gd name="connsiteY906" fmla="*/ 0 h 6858000"/>
              <a:gd name="connsiteX907" fmla="*/ 3721337 w 7467600"/>
              <a:gd name="connsiteY907" fmla="*/ 0 h 6858000"/>
              <a:gd name="connsiteX908" fmla="*/ 3797544 w 7467600"/>
              <a:gd name="connsiteY908" fmla="*/ 0 h 6858000"/>
              <a:gd name="connsiteX909" fmla="*/ 3775734 w 7467600"/>
              <a:gd name="connsiteY909" fmla="*/ 95131 h 6858000"/>
              <a:gd name="connsiteX910" fmla="*/ 3724807 w 7467600"/>
              <a:gd name="connsiteY910" fmla="*/ 272257 h 6858000"/>
              <a:gd name="connsiteX911" fmla="*/ 3726844 w 7467600"/>
              <a:gd name="connsiteY911" fmla="*/ 282988 h 6858000"/>
              <a:gd name="connsiteX912" fmla="*/ 3742664 w 7467600"/>
              <a:gd name="connsiteY912" fmla="*/ 279918 h 6858000"/>
              <a:gd name="connsiteX913" fmla="*/ 4103910 w 7467600"/>
              <a:gd name="connsiteY913" fmla="*/ 1161917 h 6858000"/>
              <a:gd name="connsiteX914" fmla="*/ 4020269 w 7467600"/>
              <a:gd name="connsiteY914" fmla="*/ 1200406 h 6858000"/>
              <a:gd name="connsiteX915" fmla="*/ 3674882 w 7467600"/>
              <a:gd name="connsiteY915" fmla="*/ 488524 h 6858000"/>
              <a:gd name="connsiteX916" fmla="*/ 3132682 w 7467600"/>
              <a:gd name="connsiteY916" fmla="*/ 1072284 h 6858000"/>
              <a:gd name="connsiteX917" fmla="*/ 2716346 w 7467600"/>
              <a:gd name="connsiteY917" fmla="*/ 1276376 h 6858000"/>
              <a:gd name="connsiteX918" fmla="*/ 2716772 w 7467600"/>
              <a:gd name="connsiteY918" fmla="*/ 1255462 h 6858000"/>
              <a:gd name="connsiteX919" fmla="*/ 3471096 w 7467600"/>
              <a:gd name="connsiteY919" fmla="*/ 437072 h 6858000"/>
              <a:gd name="connsiteX920" fmla="*/ 3639057 w 7467600"/>
              <a:gd name="connsiteY920" fmla="*/ 286334 h 6858000"/>
              <a:gd name="connsiteX921" fmla="*/ 3640309 w 7467600"/>
              <a:gd name="connsiteY921" fmla="*/ 284664 h 6858000"/>
              <a:gd name="connsiteX922" fmla="*/ 3646022 w 7467600"/>
              <a:gd name="connsiteY922" fmla="*/ 276711 h 6858000"/>
              <a:gd name="connsiteX923" fmla="*/ 3707943 w 7467600"/>
              <a:gd name="connsiteY923" fmla="*/ 65958 h 6858000"/>
              <a:gd name="connsiteX924" fmla="*/ 3721337 w 7467600"/>
              <a:gd name="connsiteY924" fmla="*/ 0 h 6858000"/>
              <a:gd name="connsiteX925" fmla="*/ 2867960 w 7467600"/>
              <a:gd name="connsiteY925" fmla="*/ 0 h 6858000"/>
              <a:gd name="connsiteX926" fmla="*/ 2926351 w 7467600"/>
              <a:gd name="connsiteY926" fmla="*/ 0 h 6858000"/>
              <a:gd name="connsiteX927" fmla="*/ 2902823 w 7467600"/>
              <a:gd name="connsiteY927" fmla="*/ 262929 h 6858000"/>
              <a:gd name="connsiteX928" fmla="*/ 2940663 w 7467600"/>
              <a:gd name="connsiteY928" fmla="*/ 140884 h 6858000"/>
              <a:gd name="connsiteX929" fmla="*/ 2947039 w 7467600"/>
              <a:gd name="connsiteY929" fmla="*/ 122524 h 6858000"/>
              <a:gd name="connsiteX930" fmla="*/ 2984316 w 7467600"/>
              <a:gd name="connsiteY930" fmla="*/ 0 h 6858000"/>
              <a:gd name="connsiteX931" fmla="*/ 3016114 w 7467600"/>
              <a:gd name="connsiteY931" fmla="*/ 0 h 6858000"/>
              <a:gd name="connsiteX932" fmla="*/ 2979949 w 7467600"/>
              <a:gd name="connsiteY932" fmla="*/ 119274 h 6858000"/>
              <a:gd name="connsiteX933" fmla="*/ 3023879 w 7467600"/>
              <a:gd name="connsiteY933" fmla="*/ 0 h 6858000"/>
              <a:gd name="connsiteX934" fmla="*/ 3105400 w 7467600"/>
              <a:gd name="connsiteY934" fmla="*/ 0 h 6858000"/>
              <a:gd name="connsiteX935" fmla="*/ 3094669 w 7467600"/>
              <a:gd name="connsiteY935" fmla="*/ 30308 h 6858000"/>
              <a:gd name="connsiteX936" fmla="*/ 2901945 w 7467600"/>
              <a:gd name="connsiteY936" fmla="*/ 466538 h 6858000"/>
              <a:gd name="connsiteX937" fmla="*/ 2815209 w 7467600"/>
              <a:gd name="connsiteY937" fmla="*/ 497361 h 6858000"/>
              <a:gd name="connsiteX938" fmla="*/ 2844845 w 7467600"/>
              <a:gd name="connsiteY938" fmla="*/ 127638 h 6858000"/>
              <a:gd name="connsiteX939" fmla="*/ 2867960 w 7467600"/>
              <a:gd name="connsiteY939" fmla="*/ 0 h 6858000"/>
              <a:gd name="connsiteX940" fmla="*/ 1057230 w 7467600"/>
              <a:gd name="connsiteY940" fmla="*/ 0 h 6858000"/>
              <a:gd name="connsiteX941" fmla="*/ 1111003 w 7467600"/>
              <a:gd name="connsiteY941" fmla="*/ 0 h 6858000"/>
              <a:gd name="connsiteX942" fmla="*/ 1125553 w 7467600"/>
              <a:gd name="connsiteY942" fmla="*/ 52588 h 6858000"/>
              <a:gd name="connsiteX943" fmla="*/ 1304276 w 7467600"/>
              <a:gd name="connsiteY943" fmla="*/ 476275 h 6858000"/>
              <a:gd name="connsiteX944" fmla="*/ 1492066 w 7467600"/>
              <a:gd name="connsiteY944" fmla="*/ 886333 h 6858000"/>
              <a:gd name="connsiteX945" fmla="*/ 1423698 w 7467600"/>
              <a:gd name="connsiteY945" fmla="*/ 710817 h 6858000"/>
              <a:gd name="connsiteX946" fmla="*/ 1357609 w 7467600"/>
              <a:gd name="connsiteY946" fmla="*/ 532892 h 6858000"/>
              <a:gd name="connsiteX947" fmla="*/ 1309550 w 7467600"/>
              <a:gd name="connsiteY947" fmla="*/ 374031 h 6858000"/>
              <a:gd name="connsiteX948" fmla="*/ 1193673 w 7467600"/>
              <a:gd name="connsiteY948" fmla="*/ 49533 h 6858000"/>
              <a:gd name="connsiteX949" fmla="*/ 1164391 w 7467600"/>
              <a:gd name="connsiteY949" fmla="*/ 0 h 6858000"/>
              <a:gd name="connsiteX950" fmla="*/ 1200666 w 7467600"/>
              <a:gd name="connsiteY950" fmla="*/ 0 h 6858000"/>
              <a:gd name="connsiteX951" fmla="*/ 1223408 w 7467600"/>
              <a:gd name="connsiteY951" fmla="*/ 38996 h 6858000"/>
              <a:gd name="connsiteX952" fmla="*/ 1339635 w 7467600"/>
              <a:gd name="connsiteY952" fmla="*/ 365517 h 6858000"/>
              <a:gd name="connsiteX953" fmla="*/ 1387469 w 7467600"/>
              <a:gd name="connsiteY953" fmla="*/ 523079 h 6858000"/>
              <a:gd name="connsiteX954" fmla="*/ 1452685 w 7467600"/>
              <a:gd name="connsiteY954" fmla="*/ 699806 h 6858000"/>
              <a:gd name="connsiteX955" fmla="*/ 1492092 w 7467600"/>
              <a:gd name="connsiteY955" fmla="*/ 800424 h 6858000"/>
              <a:gd name="connsiteX956" fmla="*/ 1455302 w 7467600"/>
              <a:gd name="connsiteY956" fmla="*/ 632913 h 6858000"/>
              <a:gd name="connsiteX957" fmla="*/ 1222336 w 7467600"/>
              <a:gd name="connsiteY957" fmla="*/ 9480 h 6858000"/>
              <a:gd name="connsiteX958" fmla="*/ 1214634 w 7467600"/>
              <a:gd name="connsiteY958" fmla="*/ 0 h 6858000"/>
              <a:gd name="connsiteX959" fmla="*/ 1289827 w 7467600"/>
              <a:gd name="connsiteY959" fmla="*/ 0 h 6858000"/>
              <a:gd name="connsiteX960" fmla="*/ 1321076 w 7467600"/>
              <a:gd name="connsiteY960" fmla="*/ 59722 h 6858000"/>
              <a:gd name="connsiteX961" fmla="*/ 1512579 w 7467600"/>
              <a:gd name="connsiteY961" fmla="*/ 626441 h 6858000"/>
              <a:gd name="connsiteX962" fmla="*/ 1506076 w 7467600"/>
              <a:gd name="connsiteY962" fmla="*/ 1089289 h 6858000"/>
              <a:gd name="connsiteX963" fmla="*/ 1486346 w 7467600"/>
              <a:gd name="connsiteY963" fmla="*/ 1079919 h 6858000"/>
              <a:gd name="connsiteX964" fmla="*/ 1070511 w 7467600"/>
              <a:gd name="connsiteY964" fmla="*/ 48609 h 6858000"/>
              <a:gd name="connsiteX965" fmla="*/ 1057230 w 7467600"/>
              <a:gd name="connsiteY965" fmla="*/ 0 h 6858000"/>
              <a:gd name="connsiteX966" fmla="*/ 43151 w 7467600"/>
              <a:gd name="connsiteY966" fmla="*/ 0 h 6858000"/>
              <a:gd name="connsiteX967" fmla="*/ 95283 w 7467600"/>
              <a:gd name="connsiteY967" fmla="*/ 0 h 6858000"/>
              <a:gd name="connsiteX968" fmla="*/ 300708 w 7467600"/>
              <a:gd name="connsiteY968" fmla="*/ 154571 h 6858000"/>
              <a:gd name="connsiteX969" fmla="*/ 530414 w 7467600"/>
              <a:gd name="connsiteY969" fmla="*/ 354673 h 6858000"/>
              <a:gd name="connsiteX970" fmla="*/ 333785 w 7467600"/>
              <a:gd name="connsiteY970" fmla="*/ 161564 h 6858000"/>
              <a:gd name="connsiteX971" fmla="*/ 147005 w 7467600"/>
              <a:gd name="connsiteY971" fmla="*/ 0 h 6858000"/>
              <a:gd name="connsiteX972" fmla="*/ 272509 w 7467600"/>
              <a:gd name="connsiteY972" fmla="*/ 0 h 6858000"/>
              <a:gd name="connsiteX973" fmla="*/ 326276 w 7467600"/>
              <a:gd name="connsiteY973" fmla="*/ 45847 h 6858000"/>
              <a:gd name="connsiteX974" fmla="*/ 823759 w 7467600"/>
              <a:gd name="connsiteY974" fmla="*/ 574145 h 6858000"/>
              <a:gd name="connsiteX975" fmla="*/ 811254 w 7467600"/>
              <a:gd name="connsiteY975" fmla="*/ 665546 h 6858000"/>
              <a:gd name="connsiteX976" fmla="*/ 154042 w 7467600"/>
              <a:gd name="connsiteY976" fmla="*/ 261522 h 6858000"/>
              <a:gd name="connsiteX977" fmla="*/ 13550 w 7467600"/>
              <a:gd name="connsiteY977" fmla="*/ 158423 h 6858000"/>
              <a:gd name="connsiteX978" fmla="*/ 0 w 7467600"/>
              <a:gd name="connsiteY978" fmla="*/ 146618 h 6858000"/>
              <a:gd name="connsiteX979" fmla="*/ 0 w 7467600"/>
              <a:gd name="connsiteY979" fmla="*/ 59161 h 6858000"/>
              <a:gd name="connsiteX980" fmla="*/ 45427 w 7467600"/>
              <a:gd name="connsiteY980" fmla="*/ 101078 h 6858000"/>
              <a:gd name="connsiteX981" fmla="*/ 630103 w 7467600"/>
              <a:gd name="connsiteY981" fmla="*/ 485885 h 6858000"/>
              <a:gd name="connsiteX982" fmla="*/ 532040 w 7467600"/>
              <a:gd name="connsiteY982" fmla="*/ 399359 h 6858000"/>
              <a:gd name="connsiteX983" fmla="*/ 517618 w 7467600"/>
              <a:gd name="connsiteY983" fmla="*/ 385726 h 6858000"/>
              <a:gd name="connsiteX984" fmla="*/ 285074 w 7467600"/>
              <a:gd name="connsiteY984" fmla="*/ 182755 h 6858000"/>
              <a:gd name="connsiteX985" fmla="*/ 43151 w 7467600"/>
              <a:gd name="connsiteY98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1903353 w 7467600"/>
              <a:gd name="connsiteY127" fmla="*/ 5044827 h 6858000"/>
              <a:gd name="connsiteX128" fmla="*/ 1936931 w 7467600"/>
              <a:gd name="connsiteY128" fmla="*/ 5093954 h 6858000"/>
              <a:gd name="connsiteX129" fmla="*/ 2195868 w 7467600"/>
              <a:gd name="connsiteY129" fmla="*/ 5396574 h 6858000"/>
              <a:gd name="connsiteX130" fmla="*/ 2088852 w 7467600"/>
              <a:gd name="connsiteY130" fmla="*/ 5166123 h 6858000"/>
              <a:gd name="connsiteX131" fmla="*/ 1958241 w 7467600"/>
              <a:gd name="connsiteY131" fmla="*/ 5067955 h 6858000"/>
              <a:gd name="connsiteX132" fmla="*/ 1903353 w 7467600"/>
              <a:gd name="connsiteY132" fmla="*/ 5044827 h 6858000"/>
              <a:gd name="connsiteX133" fmla="*/ 1979378 w 7467600"/>
              <a:gd name="connsiteY133" fmla="*/ 4769504 h 6858000"/>
              <a:gd name="connsiteX134" fmla="*/ 2882120 w 7467600"/>
              <a:gd name="connsiteY134" fmla="*/ 5064547 h 6858000"/>
              <a:gd name="connsiteX135" fmla="*/ 2793103 w 7467600"/>
              <a:gd name="connsiteY135" fmla="*/ 5039699 h 6858000"/>
              <a:gd name="connsiteX136" fmla="*/ 2770041 w 7467600"/>
              <a:gd name="connsiteY136" fmla="*/ 5033634 h 6858000"/>
              <a:gd name="connsiteX137" fmla="*/ 1979378 w 7467600"/>
              <a:gd name="connsiteY137" fmla="*/ 4769504 h 6858000"/>
              <a:gd name="connsiteX138" fmla="*/ 1927410 w 7467600"/>
              <a:gd name="connsiteY138" fmla="*/ 4716164 h 6858000"/>
              <a:gd name="connsiteX139" fmla="*/ 1959587 w 7467600"/>
              <a:gd name="connsiteY139" fmla="*/ 4728849 h 6858000"/>
              <a:gd name="connsiteX140" fmla="*/ 2777707 w 7467600"/>
              <a:gd name="connsiteY140" fmla="*/ 5003991 h 6858000"/>
              <a:gd name="connsiteX141" fmla="*/ 2800768 w 7467600"/>
              <a:gd name="connsiteY141" fmla="*/ 5010056 h 6858000"/>
              <a:gd name="connsiteX142" fmla="*/ 2879408 w 7467600"/>
              <a:gd name="connsiteY142" fmla="*/ 5031590 h 6858000"/>
              <a:gd name="connsiteX143" fmla="*/ 2862295 w 7467600"/>
              <a:gd name="connsiteY143" fmla="*/ 5022958 h 6858000"/>
              <a:gd name="connsiteX144" fmla="*/ 2813343 w 7467600"/>
              <a:gd name="connsiteY144" fmla="*/ 4998369 h 6858000"/>
              <a:gd name="connsiteX145" fmla="*/ 2646245 w 7467600"/>
              <a:gd name="connsiteY145" fmla="*/ 4930999 h 6858000"/>
              <a:gd name="connsiteX146" fmla="*/ 1999243 w 7467600"/>
              <a:gd name="connsiteY146" fmla="*/ 4730524 h 6858000"/>
              <a:gd name="connsiteX147" fmla="*/ 1979527 w 7467600"/>
              <a:gd name="connsiteY147" fmla="*/ 4726651 h 6858000"/>
              <a:gd name="connsiteX148" fmla="*/ 1927410 w 7467600"/>
              <a:gd name="connsiteY148" fmla="*/ 4716164 h 6858000"/>
              <a:gd name="connsiteX149" fmla="*/ 1997014 w 7467600"/>
              <a:gd name="connsiteY149" fmla="*/ 4698007 h 6858000"/>
              <a:gd name="connsiteX150" fmla="*/ 2005458 w 7467600"/>
              <a:gd name="connsiteY150" fmla="*/ 4699540 h 6858000"/>
              <a:gd name="connsiteX151" fmla="*/ 2657186 w 7467600"/>
              <a:gd name="connsiteY151" fmla="*/ 4901687 h 6858000"/>
              <a:gd name="connsiteX152" fmla="*/ 2826662 w 7467600"/>
              <a:gd name="connsiteY152" fmla="*/ 4970362 h 6858000"/>
              <a:gd name="connsiteX153" fmla="*/ 2876100 w 7467600"/>
              <a:gd name="connsiteY153" fmla="*/ 4995397 h 6858000"/>
              <a:gd name="connsiteX154" fmla="*/ 3042600 w 7467600"/>
              <a:gd name="connsiteY154" fmla="*/ 5059532 h 6858000"/>
              <a:gd name="connsiteX155" fmla="*/ 1997014 w 7467600"/>
              <a:gd name="connsiteY155" fmla="*/ 4698007 h 6858000"/>
              <a:gd name="connsiteX156" fmla="*/ 2305292 w 7467600"/>
              <a:gd name="connsiteY156" fmla="*/ 4219492 h 6858000"/>
              <a:gd name="connsiteX157" fmla="*/ 3360922 w 7467600"/>
              <a:gd name="connsiteY157" fmla="*/ 4529373 h 6858000"/>
              <a:gd name="connsiteX158" fmla="*/ 3492420 w 7467600"/>
              <a:gd name="connsiteY158" fmla="*/ 4510145 h 6858000"/>
              <a:gd name="connsiteX159" fmla="*/ 3364086 w 7467600"/>
              <a:gd name="connsiteY159" fmla="*/ 4480340 h 6858000"/>
              <a:gd name="connsiteX160" fmla="*/ 3225818 w 7467600"/>
              <a:gd name="connsiteY160" fmla="*/ 4411822 h 6858000"/>
              <a:gd name="connsiteX161" fmla="*/ 3129696 w 7467600"/>
              <a:gd name="connsiteY161" fmla="*/ 4360704 h 6858000"/>
              <a:gd name="connsiteX162" fmla="*/ 2814545 w 7467600"/>
              <a:gd name="connsiteY162" fmla="*/ 4282955 h 6858000"/>
              <a:gd name="connsiteX163" fmla="*/ 2305292 w 7467600"/>
              <a:gd name="connsiteY163" fmla="*/ 4219492 h 6858000"/>
              <a:gd name="connsiteX164" fmla="*/ 2626982 w 7467600"/>
              <a:gd name="connsiteY164" fmla="*/ 4206450 h 6858000"/>
              <a:gd name="connsiteX165" fmla="*/ 2490617 w 7467600"/>
              <a:gd name="connsiteY165" fmla="*/ 4206951 h 6858000"/>
              <a:gd name="connsiteX166" fmla="*/ 2819869 w 7467600"/>
              <a:gd name="connsiteY166" fmla="*/ 4252936 h 6858000"/>
              <a:gd name="connsiteX167" fmla="*/ 3143018 w 7467600"/>
              <a:gd name="connsiteY167" fmla="*/ 4332698 h 6858000"/>
              <a:gd name="connsiteX168" fmla="*/ 3241520 w 7467600"/>
              <a:gd name="connsiteY168" fmla="*/ 4385112 h 6858000"/>
              <a:gd name="connsiteX169" fmla="*/ 3374575 w 7467600"/>
              <a:gd name="connsiteY169" fmla="*/ 4451517 h 6858000"/>
              <a:gd name="connsiteX170" fmla="*/ 3505221 w 7467600"/>
              <a:gd name="connsiteY170" fmla="*/ 4480757 h 6858000"/>
              <a:gd name="connsiteX171" fmla="*/ 2626982 w 7467600"/>
              <a:gd name="connsiteY171" fmla="*/ 4206450 h 6858000"/>
              <a:gd name="connsiteX172" fmla="*/ 1310106 w 7467600"/>
              <a:gd name="connsiteY172" fmla="*/ 3943217 h 6858000"/>
              <a:gd name="connsiteX173" fmla="*/ 854994 w 7467600"/>
              <a:gd name="connsiteY173" fmla="*/ 4399136 h 6858000"/>
              <a:gd name="connsiteX174" fmla="*/ 742462 w 7467600"/>
              <a:gd name="connsiteY174" fmla="*/ 4594648 h 6858000"/>
              <a:gd name="connsiteX175" fmla="*/ 820602 w 7467600"/>
              <a:gd name="connsiteY175" fmla="*/ 4485915 h 6858000"/>
              <a:gd name="connsiteX176" fmla="*/ 878295 w 7467600"/>
              <a:gd name="connsiteY176" fmla="*/ 4403594 h 6858000"/>
              <a:gd name="connsiteX177" fmla="*/ 1240607 w 7467600"/>
              <a:gd name="connsiteY177" fmla="*/ 4010401 h 6858000"/>
              <a:gd name="connsiteX178" fmla="*/ 1310106 w 7467600"/>
              <a:gd name="connsiteY178" fmla="*/ 3943217 h 6858000"/>
              <a:gd name="connsiteX179" fmla="*/ 1423113 w 7467600"/>
              <a:gd name="connsiteY179" fmla="*/ 3874565 h 6858000"/>
              <a:gd name="connsiteX180" fmla="*/ 1260565 w 7467600"/>
              <a:gd name="connsiteY180" fmla="*/ 4031982 h 6858000"/>
              <a:gd name="connsiteX181" fmla="*/ 901900 w 7467600"/>
              <a:gd name="connsiteY181" fmla="*/ 4421236 h 6858000"/>
              <a:gd name="connsiteX182" fmla="*/ 845044 w 7467600"/>
              <a:gd name="connsiteY182" fmla="*/ 4502436 h 6858000"/>
              <a:gd name="connsiteX183" fmla="*/ 685926 w 7467600"/>
              <a:gd name="connsiteY183" fmla="*/ 4703069 h 6858000"/>
              <a:gd name="connsiteX184" fmla="*/ 684248 w 7467600"/>
              <a:gd name="connsiteY184" fmla="*/ 4706721 h 6858000"/>
              <a:gd name="connsiteX185" fmla="*/ 1423113 w 7467600"/>
              <a:gd name="connsiteY185" fmla="*/ 3874565 h 6858000"/>
              <a:gd name="connsiteX186" fmla="*/ 3316479 w 7467600"/>
              <a:gd name="connsiteY186" fmla="*/ 3872136 h 6858000"/>
              <a:gd name="connsiteX187" fmla="*/ 3546806 w 7467600"/>
              <a:gd name="connsiteY187" fmla="*/ 4356139 h 6858000"/>
              <a:gd name="connsiteX188" fmla="*/ 3364433 w 7467600"/>
              <a:gd name="connsiteY188" fmla="*/ 3953121 h 6858000"/>
              <a:gd name="connsiteX189" fmla="*/ 3316479 w 7467600"/>
              <a:gd name="connsiteY189" fmla="*/ 3872136 h 6858000"/>
              <a:gd name="connsiteX190" fmla="*/ 3291335 w 7467600"/>
              <a:gd name="connsiteY190" fmla="*/ 3767420 h 6858000"/>
              <a:gd name="connsiteX191" fmla="*/ 3390805 w 7467600"/>
              <a:gd name="connsiteY191" fmla="*/ 3937163 h 6858000"/>
              <a:gd name="connsiteX192" fmla="*/ 3579062 w 7467600"/>
              <a:gd name="connsiteY192" fmla="*/ 4359040 h 6858000"/>
              <a:gd name="connsiteX193" fmla="*/ 3467355 w 7467600"/>
              <a:gd name="connsiteY193" fmla="*/ 3988130 h 6858000"/>
              <a:gd name="connsiteX194" fmla="*/ 3310753 w 7467600"/>
              <a:gd name="connsiteY194" fmla="*/ 3787140 h 6858000"/>
              <a:gd name="connsiteX195" fmla="*/ 3291335 w 7467600"/>
              <a:gd name="connsiteY195" fmla="*/ 3767420 h 6858000"/>
              <a:gd name="connsiteX196" fmla="*/ 1635889 w 7467600"/>
              <a:gd name="connsiteY196" fmla="*/ 3709494 h 6858000"/>
              <a:gd name="connsiteX197" fmla="*/ 1634800 w 7467600"/>
              <a:gd name="connsiteY197" fmla="*/ 3731111 h 6858000"/>
              <a:gd name="connsiteX198" fmla="*/ 1635889 w 7467600"/>
              <a:gd name="connsiteY198" fmla="*/ 3709494 h 6858000"/>
              <a:gd name="connsiteX199" fmla="*/ 1510397 w 7467600"/>
              <a:gd name="connsiteY199" fmla="*/ 3684705 h 6858000"/>
              <a:gd name="connsiteX200" fmla="*/ 1146550 w 7467600"/>
              <a:gd name="connsiteY200" fmla="*/ 3802012 h 6858000"/>
              <a:gd name="connsiteX201" fmla="*/ 698834 w 7467600"/>
              <a:gd name="connsiteY201" fmla="*/ 3952272 h 6858000"/>
              <a:gd name="connsiteX202" fmla="*/ 34256 w 7467600"/>
              <a:gd name="connsiteY202" fmla="*/ 4347603 h 6858000"/>
              <a:gd name="connsiteX203" fmla="*/ 527241 w 7467600"/>
              <a:gd name="connsiteY203" fmla="*/ 4065078 h 6858000"/>
              <a:gd name="connsiteX204" fmla="*/ 1510397 w 7467600"/>
              <a:gd name="connsiteY204" fmla="*/ 3684705 h 6858000"/>
              <a:gd name="connsiteX205" fmla="*/ 1313114 w 7467600"/>
              <a:gd name="connsiteY205" fmla="*/ 3655216 h 6858000"/>
              <a:gd name="connsiteX206" fmla="*/ 1109304 w 7467600"/>
              <a:gd name="connsiteY206" fmla="*/ 3669030 h 6858000"/>
              <a:gd name="connsiteX207" fmla="*/ 8129 w 7467600"/>
              <a:gd name="connsiteY207" fmla="*/ 4330519 h 6858000"/>
              <a:gd name="connsiteX208" fmla="*/ 687572 w 7467600"/>
              <a:gd name="connsiteY208" fmla="*/ 3925629 h 6858000"/>
              <a:gd name="connsiteX209" fmla="*/ 1138365 w 7467600"/>
              <a:gd name="connsiteY209" fmla="*/ 3774515 h 6858000"/>
              <a:gd name="connsiteX210" fmla="*/ 1505579 w 7467600"/>
              <a:gd name="connsiteY210" fmla="*/ 3655526 h 6858000"/>
              <a:gd name="connsiteX211" fmla="*/ 1313114 w 7467600"/>
              <a:gd name="connsiteY211" fmla="*/ 3655216 h 6858000"/>
              <a:gd name="connsiteX212" fmla="*/ 3655073 w 7467600"/>
              <a:gd name="connsiteY212" fmla="*/ 3650884 h 6858000"/>
              <a:gd name="connsiteX213" fmla="*/ 3989938 w 7467600"/>
              <a:gd name="connsiteY213" fmla="*/ 3991685 h 6858000"/>
              <a:gd name="connsiteX214" fmla="*/ 4393907 w 7467600"/>
              <a:gd name="connsiteY214" fmla="*/ 4261258 h 6858000"/>
              <a:gd name="connsiteX215" fmla="*/ 4648051 w 7467600"/>
              <a:gd name="connsiteY215" fmla="*/ 4374051 h 6858000"/>
              <a:gd name="connsiteX216" fmla="*/ 4383389 w 7467600"/>
              <a:gd name="connsiteY216" fmla="*/ 4184369 h 6858000"/>
              <a:gd name="connsiteX217" fmla="*/ 4165508 w 7467600"/>
              <a:gd name="connsiteY217" fmla="*/ 4035196 h 6858000"/>
              <a:gd name="connsiteX218" fmla="*/ 4068162 w 7467600"/>
              <a:gd name="connsiteY218" fmla="*/ 3953394 h 6858000"/>
              <a:gd name="connsiteX219" fmla="*/ 3981416 w 7467600"/>
              <a:gd name="connsiteY219" fmla="*/ 3880482 h 6858000"/>
              <a:gd name="connsiteX220" fmla="*/ 3800147 w 7467600"/>
              <a:gd name="connsiteY220" fmla="*/ 3749872 h 6858000"/>
              <a:gd name="connsiteX221" fmla="*/ 3655073 w 7467600"/>
              <a:gd name="connsiteY221" fmla="*/ 3650884 h 6858000"/>
              <a:gd name="connsiteX222" fmla="*/ 3670252 w 7467600"/>
              <a:gd name="connsiteY222" fmla="*/ 3622798 h 6858000"/>
              <a:gd name="connsiteX223" fmla="*/ 3817258 w 7467600"/>
              <a:gd name="connsiteY223" fmla="*/ 3723577 h 6858000"/>
              <a:gd name="connsiteX224" fmla="*/ 4000461 w 7467600"/>
              <a:gd name="connsiteY224" fmla="*/ 3855966 h 6858000"/>
              <a:gd name="connsiteX225" fmla="*/ 4088180 w 7467600"/>
              <a:gd name="connsiteY225" fmla="*/ 3929774 h 6858000"/>
              <a:gd name="connsiteX226" fmla="*/ 4184555 w 7467600"/>
              <a:gd name="connsiteY226" fmla="*/ 4010683 h 6858000"/>
              <a:gd name="connsiteX227" fmla="*/ 4399563 w 7467600"/>
              <a:gd name="connsiteY227" fmla="*/ 4158106 h 6858000"/>
              <a:gd name="connsiteX228" fmla="*/ 4684469 w 7467600"/>
              <a:gd name="connsiteY228" fmla="*/ 4364680 h 6858000"/>
              <a:gd name="connsiteX229" fmla="*/ 4690271 w 7467600"/>
              <a:gd name="connsiteY229" fmla="*/ 4370034 h 6858000"/>
              <a:gd name="connsiteX230" fmla="*/ 4136093 w 7467600"/>
              <a:gd name="connsiteY230" fmla="*/ 3858466 h 6858000"/>
              <a:gd name="connsiteX231" fmla="*/ 3670252 w 7467600"/>
              <a:gd name="connsiteY231" fmla="*/ 3622798 h 6858000"/>
              <a:gd name="connsiteX232" fmla="*/ 4440129 w 7467600"/>
              <a:gd name="connsiteY232" fmla="*/ 3448571 h 6858000"/>
              <a:gd name="connsiteX233" fmla="*/ 4856525 w 7467600"/>
              <a:gd name="connsiteY233" fmla="*/ 3915351 h 6858000"/>
              <a:gd name="connsiteX234" fmla="*/ 5059055 w 7467600"/>
              <a:gd name="connsiteY234" fmla="*/ 4108918 h 6858000"/>
              <a:gd name="connsiteX235" fmla="*/ 5290070 w 7467600"/>
              <a:gd name="connsiteY235" fmla="*/ 4263619 h 6858000"/>
              <a:gd name="connsiteX236" fmla="*/ 4834991 w 7467600"/>
              <a:gd name="connsiteY236" fmla="*/ 3830985 h 6858000"/>
              <a:gd name="connsiteX237" fmla="*/ 4440129 w 7467600"/>
              <a:gd name="connsiteY237" fmla="*/ 3448571 h 6858000"/>
              <a:gd name="connsiteX238" fmla="*/ 4441737 w 7467600"/>
              <a:gd name="connsiteY238" fmla="*/ 3399734 h 6858000"/>
              <a:gd name="connsiteX239" fmla="*/ 4431236 w 7467600"/>
              <a:gd name="connsiteY239" fmla="*/ 3400954 h 6858000"/>
              <a:gd name="connsiteX240" fmla="*/ 4557150 w 7467600"/>
              <a:gd name="connsiteY240" fmla="*/ 3510023 h 6858000"/>
              <a:gd name="connsiteX241" fmla="*/ 4856936 w 7467600"/>
              <a:gd name="connsiteY241" fmla="*/ 3809146 h 6858000"/>
              <a:gd name="connsiteX242" fmla="*/ 5111996 w 7467600"/>
              <a:gd name="connsiteY242" fmla="*/ 4065759 h 6858000"/>
              <a:gd name="connsiteX243" fmla="*/ 5388878 w 7467600"/>
              <a:gd name="connsiteY243" fmla="*/ 4300185 h 6858000"/>
              <a:gd name="connsiteX244" fmla="*/ 5425556 w 7467600"/>
              <a:gd name="connsiteY244" fmla="*/ 4308967 h 6858000"/>
              <a:gd name="connsiteX245" fmla="*/ 4943646 w 7467600"/>
              <a:gd name="connsiteY245" fmla="*/ 3822916 h 6858000"/>
              <a:gd name="connsiteX246" fmla="*/ 4594837 w 7467600"/>
              <a:gd name="connsiteY246" fmla="*/ 3532274 h 6858000"/>
              <a:gd name="connsiteX247" fmla="*/ 4441737 w 7467600"/>
              <a:gd name="connsiteY247" fmla="*/ 3399734 h 6858000"/>
              <a:gd name="connsiteX248" fmla="*/ 5425834 w 7467600"/>
              <a:gd name="connsiteY248" fmla="*/ 3162785 h 6858000"/>
              <a:gd name="connsiteX249" fmla="*/ 5401644 w 7467600"/>
              <a:gd name="connsiteY249" fmla="*/ 3617847 h 6858000"/>
              <a:gd name="connsiteX250" fmla="*/ 5467256 w 7467600"/>
              <a:gd name="connsiteY250" fmla="*/ 4175494 h 6858000"/>
              <a:gd name="connsiteX251" fmla="*/ 5448069 w 7467600"/>
              <a:gd name="connsiteY251" fmla="*/ 3567554 h 6858000"/>
              <a:gd name="connsiteX252" fmla="*/ 5425834 w 7467600"/>
              <a:gd name="connsiteY252" fmla="*/ 3162785 h 6858000"/>
              <a:gd name="connsiteX253" fmla="*/ 1318687 w 7467600"/>
              <a:gd name="connsiteY253" fmla="*/ 3113840 h 6858000"/>
              <a:gd name="connsiteX254" fmla="*/ 1066793 w 7467600"/>
              <a:gd name="connsiteY254" fmla="*/ 3212171 h 6858000"/>
              <a:gd name="connsiteX255" fmla="*/ 993319 w 7467600"/>
              <a:gd name="connsiteY255" fmla="*/ 3247648 h 6858000"/>
              <a:gd name="connsiteX256" fmla="*/ 853081 w 7467600"/>
              <a:gd name="connsiteY256" fmla="*/ 3312410 h 6858000"/>
              <a:gd name="connsiteX257" fmla="*/ 805957 w 7467600"/>
              <a:gd name="connsiteY257" fmla="*/ 3330443 h 6858000"/>
              <a:gd name="connsiteX258" fmla="*/ 1318687 w 7467600"/>
              <a:gd name="connsiteY258" fmla="*/ 3113840 h 6858000"/>
              <a:gd name="connsiteX259" fmla="*/ 5453702 w 7467600"/>
              <a:gd name="connsiteY259" fmla="*/ 3090882 h 6858000"/>
              <a:gd name="connsiteX260" fmla="*/ 5480135 w 7467600"/>
              <a:gd name="connsiteY260" fmla="*/ 3565802 h 6858000"/>
              <a:gd name="connsiteX261" fmla="*/ 5499023 w 7467600"/>
              <a:gd name="connsiteY261" fmla="*/ 4166310 h 6858000"/>
              <a:gd name="connsiteX262" fmla="*/ 5547022 w 7467600"/>
              <a:gd name="connsiteY262" fmla="*/ 3607838 h 6858000"/>
              <a:gd name="connsiteX263" fmla="*/ 5515964 w 7467600"/>
              <a:gd name="connsiteY263" fmla="*/ 3378541 h 6858000"/>
              <a:gd name="connsiteX264" fmla="*/ 5453702 w 7467600"/>
              <a:gd name="connsiteY264" fmla="*/ 3090882 h 6858000"/>
              <a:gd name="connsiteX265" fmla="*/ 1238695 w 7467600"/>
              <a:gd name="connsiteY265" fmla="*/ 3076820 h 6858000"/>
              <a:gd name="connsiteX266" fmla="*/ 716371 w 7467600"/>
              <a:gd name="connsiteY266" fmla="*/ 3293249 h 6858000"/>
              <a:gd name="connsiteX267" fmla="*/ 579522 w 7467600"/>
              <a:gd name="connsiteY267" fmla="*/ 3371759 h 6858000"/>
              <a:gd name="connsiteX268" fmla="*/ 600288 w 7467600"/>
              <a:gd name="connsiteY268" fmla="*/ 3365555 h 6858000"/>
              <a:gd name="connsiteX269" fmla="*/ 840692 w 7467600"/>
              <a:gd name="connsiteY269" fmla="*/ 3284921 h 6858000"/>
              <a:gd name="connsiteX270" fmla="*/ 979248 w 7467600"/>
              <a:gd name="connsiteY270" fmla="*/ 3221003 h 6858000"/>
              <a:gd name="connsiteX271" fmla="*/ 1053282 w 7467600"/>
              <a:gd name="connsiteY271" fmla="*/ 3185247 h 6858000"/>
              <a:gd name="connsiteX272" fmla="*/ 1320603 w 7467600"/>
              <a:gd name="connsiteY272" fmla="*/ 3081281 h 6858000"/>
              <a:gd name="connsiteX273" fmla="*/ 1238695 w 7467600"/>
              <a:gd name="connsiteY273" fmla="*/ 3076820 h 6858000"/>
              <a:gd name="connsiteX274" fmla="*/ 5425627 w 7467600"/>
              <a:gd name="connsiteY274" fmla="*/ 2954192 h 6858000"/>
              <a:gd name="connsiteX275" fmla="*/ 5470770 w 7467600"/>
              <a:gd name="connsiteY275" fmla="*/ 3005435 h 6858000"/>
              <a:gd name="connsiteX276" fmla="*/ 5519779 w 7467600"/>
              <a:gd name="connsiteY276" fmla="*/ 4359223 h 6858000"/>
              <a:gd name="connsiteX277" fmla="*/ 5520293 w 7467600"/>
              <a:gd name="connsiteY277" fmla="*/ 4360602 h 6858000"/>
              <a:gd name="connsiteX278" fmla="*/ 5767221 w 7467600"/>
              <a:gd name="connsiteY278" fmla="*/ 4665564 h 6858000"/>
              <a:gd name="connsiteX279" fmla="*/ 6937169 w 7467600"/>
              <a:gd name="connsiteY279" fmla="*/ 4815941 h 6858000"/>
              <a:gd name="connsiteX280" fmla="*/ 6953922 w 7467600"/>
              <a:gd name="connsiteY280" fmla="*/ 4890068 h 6858000"/>
              <a:gd name="connsiteX281" fmla="*/ 6071359 w 7467600"/>
              <a:gd name="connsiteY281" fmla="*/ 4770770 h 6858000"/>
              <a:gd name="connsiteX282" fmla="*/ 6038839 w 7467600"/>
              <a:gd name="connsiteY282" fmla="*/ 4764474 h 6858000"/>
              <a:gd name="connsiteX283" fmla="*/ 6038706 w 7467600"/>
              <a:gd name="connsiteY283" fmla="*/ 4763847 h 6858000"/>
              <a:gd name="connsiteX284" fmla="*/ 6037784 w 7467600"/>
              <a:gd name="connsiteY284" fmla="*/ 4764270 h 6858000"/>
              <a:gd name="connsiteX285" fmla="*/ 6038839 w 7467600"/>
              <a:gd name="connsiteY285" fmla="*/ 4764474 h 6858000"/>
              <a:gd name="connsiteX286" fmla="*/ 6040338 w 7467600"/>
              <a:gd name="connsiteY286" fmla="*/ 4771418 h 6858000"/>
              <a:gd name="connsiteX287" fmla="*/ 6024488 w 7467600"/>
              <a:gd name="connsiteY287" fmla="*/ 4809903 h 6858000"/>
              <a:gd name="connsiteX288" fmla="*/ 5599771 w 7467600"/>
              <a:gd name="connsiteY288" fmla="*/ 5509652 h 6858000"/>
              <a:gd name="connsiteX289" fmla="*/ 5548843 w 7467600"/>
              <a:gd name="connsiteY289" fmla="*/ 5563845 h 6858000"/>
              <a:gd name="connsiteX290" fmla="*/ 5940952 w 7467600"/>
              <a:gd name="connsiteY290" fmla="*/ 6250028 h 6858000"/>
              <a:gd name="connsiteX291" fmla="*/ 6043441 w 7467600"/>
              <a:gd name="connsiteY291" fmla="*/ 6665847 h 6858000"/>
              <a:gd name="connsiteX292" fmla="*/ 6093432 w 7467600"/>
              <a:gd name="connsiteY292" fmla="*/ 6858000 h 6858000"/>
              <a:gd name="connsiteX293" fmla="*/ 6034344 w 7467600"/>
              <a:gd name="connsiteY293" fmla="*/ 6858000 h 6858000"/>
              <a:gd name="connsiteX294" fmla="*/ 6026679 w 7467600"/>
              <a:gd name="connsiteY294" fmla="*/ 6836959 h 6858000"/>
              <a:gd name="connsiteX295" fmla="*/ 5800441 w 7467600"/>
              <a:gd name="connsiteY295" fmla="*/ 6335286 h 6858000"/>
              <a:gd name="connsiteX296" fmla="*/ 5526562 w 7467600"/>
              <a:gd name="connsiteY296" fmla="*/ 5705388 h 6858000"/>
              <a:gd name="connsiteX297" fmla="*/ 5519640 w 7467600"/>
              <a:gd name="connsiteY297" fmla="*/ 5683774 h 6858000"/>
              <a:gd name="connsiteX298" fmla="*/ 5844559 w 7467600"/>
              <a:gd name="connsiteY298" fmla="*/ 6553349 h 6858000"/>
              <a:gd name="connsiteX299" fmla="*/ 5975994 w 7467600"/>
              <a:gd name="connsiteY299" fmla="*/ 6858000 h 6858000"/>
              <a:gd name="connsiteX300" fmla="*/ 5898547 w 7467600"/>
              <a:gd name="connsiteY300" fmla="*/ 6858000 h 6858000"/>
              <a:gd name="connsiteX301" fmla="*/ 5682041 w 7467600"/>
              <a:gd name="connsiteY301" fmla="*/ 6355860 h 6858000"/>
              <a:gd name="connsiteX302" fmla="*/ 5461758 w 7467600"/>
              <a:gd name="connsiteY302" fmla="*/ 5820220 h 6858000"/>
              <a:gd name="connsiteX303" fmla="*/ 5237282 w 7467600"/>
              <a:gd name="connsiteY303" fmla="*/ 6579086 h 6858000"/>
              <a:gd name="connsiteX304" fmla="*/ 5115009 w 7467600"/>
              <a:gd name="connsiteY304" fmla="*/ 6858000 h 6858000"/>
              <a:gd name="connsiteX305" fmla="*/ 5028074 w 7467600"/>
              <a:gd name="connsiteY305" fmla="*/ 6858000 h 6858000"/>
              <a:gd name="connsiteX306" fmla="*/ 5079508 w 7467600"/>
              <a:gd name="connsiteY306" fmla="*/ 6749074 h 6858000"/>
              <a:gd name="connsiteX307" fmla="*/ 5371846 w 7467600"/>
              <a:gd name="connsiteY307" fmla="*/ 5924413 h 6858000"/>
              <a:gd name="connsiteX308" fmla="*/ 5270512 w 7467600"/>
              <a:gd name="connsiteY308" fmla="*/ 6138975 h 6858000"/>
              <a:gd name="connsiteX309" fmla="*/ 5062409 w 7467600"/>
              <a:gd name="connsiteY309" fmla="*/ 6653544 h 6858000"/>
              <a:gd name="connsiteX310" fmla="*/ 5036628 w 7467600"/>
              <a:gd name="connsiteY310" fmla="*/ 6754247 h 6858000"/>
              <a:gd name="connsiteX311" fmla="*/ 5009112 w 7467600"/>
              <a:gd name="connsiteY311" fmla="*/ 6858000 h 6858000"/>
              <a:gd name="connsiteX312" fmla="*/ 4976679 w 7467600"/>
              <a:gd name="connsiteY312" fmla="*/ 6858000 h 6858000"/>
              <a:gd name="connsiteX313" fmla="*/ 5006537 w 7467600"/>
              <a:gd name="connsiteY313" fmla="*/ 6747068 h 6858000"/>
              <a:gd name="connsiteX314" fmla="*/ 5032723 w 7467600"/>
              <a:gd name="connsiteY314" fmla="*/ 6644957 h 6858000"/>
              <a:gd name="connsiteX315" fmla="*/ 5242949 w 7467600"/>
              <a:gd name="connsiteY315" fmla="*/ 6125175 h 6858000"/>
              <a:gd name="connsiteX316" fmla="*/ 5286321 w 7467600"/>
              <a:gd name="connsiteY316" fmla="*/ 6033555 h 6858000"/>
              <a:gd name="connsiteX317" fmla="*/ 5008210 w 7467600"/>
              <a:gd name="connsiteY317" fmla="*/ 6649194 h 6858000"/>
              <a:gd name="connsiteX318" fmla="*/ 4986321 w 7467600"/>
              <a:gd name="connsiteY318" fmla="*/ 6765687 h 6858000"/>
              <a:gd name="connsiteX319" fmla="*/ 4973474 w 7467600"/>
              <a:gd name="connsiteY319" fmla="*/ 6858000 h 6858000"/>
              <a:gd name="connsiteX320" fmla="*/ 4907178 w 7467600"/>
              <a:gd name="connsiteY320" fmla="*/ 6858000 h 6858000"/>
              <a:gd name="connsiteX321" fmla="*/ 4910810 w 7467600"/>
              <a:gd name="connsiteY321" fmla="*/ 6829660 h 6858000"/>
              <a:gd name="connsiteX322" fmla="*/ 4987461 w 7467600"/>
              <a:gd name="connsiteY322" fmla="*/ 6432994 h 6858000"/>
              <a:gd name="connsiteX323" fmla="*/ 5179262 w 7467600"/>
              <a:gd name="connsiteY323" fmla="*/ 6035044 h 6858000"/>
              <a:gd name="connsiteX324" fmla="*/ 4689678 w 7467600"/>
              <a:gd name="connsiteY324" fmla="*/ 6440241 h 6858000"/>
              <a:gd name="connsiteX325" fmla="*/ 4477543 w 7467600"/>
              <a:gd name="connsiteY325" fmla="*/ 6674836 h 6858000"/>
              <a:gd name="connsiteX326" fmla="*/ 4329957 w 7467600"/>
              <a:gd name="connsiteY326" fmla="*/ 6858000 h 6858000"/>
              <a:gd name="connsiteX327" fmla="*/ 4218595 w 7467600"/>
              <a:gd name="connsiteY327" fmla="*/ 6858000 h 6858000"/>
              <a:gd name="connsiteX328" fmla="*/ 4368888 w 7467600"/>
              <a:gd name="connsiteY328" fmla="*/ 6668412 h 6858000"/>
              <a:gd name="connsiteX329" fmla="*/ 4563091 w 7467600"/>
              <a:gd name="connsiteY329" fmla="*/ 6442508 h 6858000"/>
              <a:gd name="connsiteX330" fmla="*/ 5387324 w 7467600"/>
              <a:gd name="connsiteY330" fmla="*/ 5705830 h 6858000"/>
              <a:gd name="connsiteX331" fmla="*/ 5073620 w 7467600"/>
              <a:gd name="connsiteY331" fmla="*/ 5955437 h 6858000"/>
              <a:gd name="connsiteX332" fmla="*/ 4689789 w 7467600"/>
              <a:gd name="connsiteY332" fmla="*/ 6268382 h 6858000"/>
              <a:gd name="connsiteX333" fmla="*/ 4418722 w 7467600"/>
              <a:gd name="connsiteY333" fmla="*/ 6570886 h 6858000"/>
              <a:gd name="connsiteX334" fmla="*/ 4214944 w 7467600"/>
              <a:gd name="connsiteY334" fmla="*/ 6858000 h 6858000"/>
              <a:gd name="connsiteX335" fmla="*/ 4177898 w 7467600"/>
              <a:gd name="connsiteY335" fmla="*/ 6858000 h 6858000"/>
              <a:gd name="connsiteX336" fmla="*/ 4391597 w 7467600"/>
              <a:gd name="connsiteY336" fmla="*/ 6556370 h 6858000"/>
              <a:gd name="connsiteX337" fmla="*/ 4668889 w 7467600"/>
              <a:gd name="connsiteY337" fmla="*/ 6246399 h 6858000"/>
              <a:gd name="connsiteX338" fmla="*/ 5055427 w 7467600"/>
              <a:gd name="connsiteY338" fmla="*/ 5931476 h 6858000"/>
              <a:gd name="connsiteX339" fmla="*/ 5371814 w 7467600"/>
              <a:gd name="connsiteY339" fmla="*/ 5678975 h 6858000"/>
              <a:gd name="connsiteX340" fmla="*/ 4987918 w 7467600"/>
              <a:gd name="connsiteY340" fmla="*/ 5838701 h 6858000"/>
              <a:gd name="connsiteX341" fmla="*/ 4317146 w 7467600"/>
              <a:gd name="connsiteY341" fmla="*/ 6587716 h 6858000"/>
              <a:gd name="connsiteX342" fmla="*/ 4171627 w 7467600"/>
              <a:gd name="connsiteY342" fmla="*/ 6858000 h 6858000"/>
              <a:gd name="connsiteX343" fmla="*/ 4081585 w 7467600"/>
              <a:gd name="connsiteY343" fmla="*/ 6858000 h 6858000"/>
              <a:gd name="connsiteX344" fmla="*/ 4238603 w 7467600"/>
              <a:gd name="connsiteY344" fmla="*/ 6559341 h 6858000"/>
              <a:gd name="connsiteX345" fmla="*/ 4778333 w 7467600"/>
              <a:gd name="connsiteY345" fmla="*/ 5873626 h 6858000"/>
              <a:gd name="connsiteX346" fmla="*/ 5414185 w 7467600"/>
              <a:gd name="connsiteY346" fmla="*/ 5573882 h 6858000"/>
              <a:gd name="connsiteX347" fmla="*/ 5959648 w 7467600"/>
              <a:gd name="connsiteY347" fmla="*/ 4760797 h 6858000"/>
              <a:gd name="connsiteX348" fmla="*/ 5355019 w 7467600"/>
              <a:gd name="connsiteY348" fmla="*/ 4734672 h 6858000"/>
              <a:gd name="connsiteX349" fmla="*/ 5083565 w 7467600"/>
              <a:gd name="connsiteY349" fmla="*/ 5179121 h 6858000"/>
              <a:gd name="connsiteX350" fmla="*/ 4713577 w 7467600"/>
              <a:gd name="connsiteY350" fmla="*/ 5616803 h 6858000"/>
              <a:gd name="connsiteX351" fmla="*/ 3989559 w 7467600"/>
              <a:gd name="connsiteY351" fmla="*/ 6145945 h 6858000"/>
              <a:gd name="connsiteX352" fmla="*/ 3939824 w 7467600"/>
              <a:gd name="connsiteY352" fmla="*/ 6066900 h 6858000"/>
              <a:gd name="connsiteX353" fmla="*/ 4584537 w 7467600"/>
              <a:gd name="connsiteY353" fmla="*/ 5324826 h 6858000"/>
              <a:gd name="connsiteX354" fmla="*/ 5037105 w 7467600"/>
              <a:gd name="connsiteY354" fmla="*/ 5088765 h 6858000"/>
              <a:gd name="connsiteX355" fmla="*/ 5039930 w 7467600"/>
              <a:gd name="connsiteY355" fmla="*/ 5089585 h 6858000"/>
              <a:gd name="connsiteX356" fmla="*/ 5263764 w 7467600"/>
              <a:gd name="connsiteY356" fmla="*/ 4735525 h 6858000"/>
              <a:gd name="connsiteX357" fmla="*/ 4086300 w 7467600"/>
              <a:gd name="connsiteY357" fmla="*/ 4884599 h 6858000"/>
              <a:gd name="connsiteX358" fmla="*/ 4085485 w 7467600"/>
              <a:gd name="connsiteY358" fmla="*/ 4899070 h 6858000"/>
              <a:gd name="connsiteX359" fmla="*/ 3871915 w 7467600"/>
              <a:gd name="connsiteY359" fmla="*/ 5253645 h 6858000"/>
              <a:gd name="connsiteX360" fmla="*/ 3799374 w 7467600"/>
              <a:gd name="connsiteY360" fmla="*/ 5466127 h 6858000"/>
              <a:gd name="connsiteX361" fmla="*/ 3498850 w 7467600"/>
              <a:gd name="connsiteY361" fmla="*/ 6661888 h 6858000"/>
              <a:gd name="connsiteX362" fmla="*/ 3399216 w 7467600"/>
              <a:gd name="connsiteY362" fmla="*/ 6858000 h 6858000"/>
              <a:gd name="connsiteX363" fmla="*/ 3303688 w 7467600"/>
              <a:gd name="connsiteY363" fmla="*/ 6858000 h 6858000"/>
              <a:gd name="connsiteX364" fmla="*/ 3391774 w 7467600"/>
              <a:gd name="connsiteY364" fmla="*/ 6697181 h 6858000"/>
              <a:gd name="connsiteX365" fmla="*/ 3735540 w 7467600"/>
              <a:gd name="connsiteY365" fmla="*/ 5546923 h 6858000"/>
              <a:gd name="connsiteX366" fmla="*/ 3729438 w 7467600"/>
              <a:gd name="connsiteY366" fmla="*/ 5569058 h 6858000"/>
              <a:gd name="connsiteX367" fmla="*/ 3707782 w 7467600"/>
              <a:gd name="connsiteY367" fmla="*/ 5644908 h 6858000"/>
              <a:gd name="connsiteX368" fmla="*/ 3583827 w 7467600"/>
              <a:gd name="connsiteY368" fmla="*/ 6039215 h 6858000"/>
              <a:gd name="connsiteX369" fmla="*/ 3547861 w 7467600"/>
              <a:gd name="connsiteY369" fmla="*/ 6129609 h 6858000"/>
              <a:gd name="connsiteX370" fmla="*/ 3490905 w 7467600"/>
              <a:gd name="connsiteY370" fmla="*/ 6277660 h 6858000"/>
              <a:gd name="connsiteX371" fmla="*/ 3455859 w 7467600"/>
              <a:gd name="connsiteY371" fmla="*/ 6391301 h 6858000"/>
              <a:gd name="connsiteX372" fmla="*/ 3429112 w 7467600"/>
              <a:gd name="connsiteY372" fmla="*/ 6479469 h 6858000"/>
              <a:gd name="connsiteX373" fmla="*/ 3304862 w 7467600"/>
              <a:gd name="connsiteY373" fmla="*/ 6796476 h 6858000"/>
              <a:gd name="connsiteX374" fmla="*/ 3276071 w 7467600"/>
              <a:gd name="connsiteY374" fmla="*/ 6858000 h 6858000"/>
              <a:gd name="connsiteX375" fmla="*/ 3240805 w 7467600"/>
              <a:gd name="connsiteY375" fmla="*/ 6858000 h 6858000"/>
              <a:gd name="connsiteX376" fmla="*/ 3275917 w 7467600"/>
              <a:gd name="connsiteY376" fmla="*/ 6783192 h 6858000"/>
              <a:gd name="connsiteX377" fmla="*/ 3399358 w 7467600"/>
              <a:gd name="connsiteY377" fmla="*/ 6469011 h 6858000"/>
              <a:gd name="connsiteX378" fmla="*/ 3425650 w 7467600"/>
              <a:gd name="connsiteY378" fmla="*/ 6381333 h 6858000"/>
              <a:gd name="connsiteX379" fmla="*/ 3460661 w 7467600"/>
              <a:gd name="connsiteY379" fmla="*/ 6266763 h 6858000"/>
              <a:gd name="connsiteX380" fmla="*/ 3518021 w 7467600"/>
              <a:gd name="connsiteY380" fmla="*/ 6117298 h 6858000"/>
              <a:gd name="connsiteX381" fmla="*/ 3554035 w 7467600"/>
              <a:gd name="connsiteY381" fmla="*/ 6027832 h 6858000"/>
              <a:gd name="connsiteX382" fmla="*/ 3677174 w 7467600"/>
              <a:gd name="connsiteY382" fmla="*/ 5636351 h 6858000"/>
              <a:gd name="connsiteX383" fmla="*/ 3698819 w 7467600"/>
              <a:gd name="connsiteY383" fmla="*/ 5560503 h 6858000"/>
              <a:gd name="connsiteX384" fmla="*/ 3702094 w 7467600"/>
              <a:gd name="connsiteY384" fmla="*/ 5549194 h 6858000"/>
              <a:gd name="connsiteX385" fmla="*/ 3398355 w 7467600"/>
              <a:gd name="connsiteY385" fmla="*/ 6094603 h 6858000"/>
              <a:gd name="connsiteX386" fmla="*/ 3193941 w 7467600"/>
              <a:gd name="connsiteY386" fmla="*/ 6798775 h 6858000"/>
              <a:gd name="connsiteX387" fmla="*/ 3184140 w 7467600"/>
              <a:gd name="connsiteY387" fmla="*/ 6858000 h 6858000"/>
              <a:gd name="connsiteX388" fmla="*/ 3099978 w 7467600"/>
              <a:gd name="connsiteY388" fmla="*/ 6858000 h 6858000"/>
              <a:gd name="connsiteX389" fmla="*/ 3101556 w 7467600"/>
              <a:gd name="connsiteY389" fmla="*/ 6843337 h 6858000"/>
              <a:gd name="connsiteX390" fmla="*/ 3370162 w 7467600"/>
              <a:gd name="connsiteY390" fmla="*/ 5785550 h 6858000"/>
              <a:gd name="connsiteX391" fmla="*/ 3746477 w 7467600"/>
              <a:gd name="connsiteY391" fmla="*/ 5377889 h 6858000"/>
              <a:gd name="connsiteX392" fmla="*/ 3863399 w 7467600"/>
              <a:gd name="connsiteY392" fmla="*/ 5087257 h 6858000"/>
              <a:gd name="connsiteX393" fmla="*/ 3968712 w 7467600"/>
              <a:gd name="connsiteY393" fmla="*/ 4913989 h 6858000"/>
              <a:gd name="connsiteX394" fmla="*/ 2792390 w 7467600"/>
              <a:gd name="connsiteY394" fmla="*/ 5382974 h 6858000"/>
              <a:gd name="connsiteX395" fmla="*/ 2714982 w 7467600"/>
              <a:gd name="connsiteY395" fmla="*/ 5427051 h 6858000"/>
              <a:gd name="connsiteX396" fmla="*/ 2813361 w 7467600"/>
              <a:gd name="connsiteY396" fmla="*/ 6023912 h 6858000"/>
              <a:gd name="connsiteX397" fmla="*/ 2688430 w 7467600"/>
              <a:gd name="connsiteY397" fmla="*/ 6801564 h 6858000"/>
              <a:gd name="connsiteX398" fmla="*/ 2629626 w 7467600"/>
              <a:gd name="connsiteY398" fmla="*/ 6763394 h 6858000"/>
              <a:gd name="connsiteX399" fmla="*/ 2565328 w 7467600"/>
              <a:gd name="connsiteY399" fmla="*/ 5516399 h 6858000"/>
              <a:gd name="connsiteX400" fmla="*/ 1922999 w 7467600"/>
              <a:gd name="connsiteY400" fmla="*/ 5980343 h 6858000"/>
              <a:gd name="connsiteX401" fmla="*/ 1950261 w 7467600"/>
              <a:gd name="connsiteY401" fmla="*/ 6405858 h 6858000"/>
              <a:gd name="connsiteX402" fmla="*/ 2365554 w 7467600"/>
              <a:gd name="connsiteY402" fmla="*/ 6759107 h 6858000"/>
              <a:gd name="connsiteX403" fmla="*/ 2424142 w 7467600"/>
              <a:gd name="connsiteY403" fmla="*/ 6858000 h 6858000"/>
              <a:gd name="connsiteX404" fmla="*/ 2395994 w 7467600"/>
              <a:gd name="connsiteY404" fmla="*/ 6858000 h 6858000"/>
              <a:gd name="connsiteX405" fmla="*/ 2392863 w 7467600"/>
              <a:gd name="connsiteY405" fmla="*/ 6852964 h 6858000"/>
              <a:gd name="connsiteX406" fmla="*/ 2017589 w 7467600"/>
              <a:gd name="connsiteY406" fmla="*/ 6493982 h 6858000"/>
              <a:gd name="connsiteX407" fmla="*/ 2147336 w 7467600"/>
              <a:gd name="connsiteY407" fmla="*/ 6594052 h 6858000"/>
              <a:gd name="connsiteX408" fmla="*/ 2207047 w 7467600"/>
              <a:gd name="connsiteY408" fmla="*/ 6654540 h 6858000"/>
              <a:gd name="connsiteX409" fmla="*/ 2299106 w 7467600"/>
              <a:gd name="connsiteY409" fmla="*/ 6778931 h 6858000"/>
              <a:gd name="connsiteX410" fmla="*/ 2314430 w 7467600"/>
              <a:gd name="connsiteY410" fmla="*/ 6801144 h 6858000"/>
              <a:gd name="connsiteX411" fmla="*/ 2352406 w 7467600"/>
              <a:gd name="connsiteY411" fmla="*/ 6858000 h 6858000"/>
              <a:gd name="connsiteX412" fmla="*/ 2314492 w 7467600"/>
              <a:gd name="connsiteY412" fmla="*/ 6858000 h 6858000"/>
              <a:gd name="connsiteX413" fmla="*/ 2288095 w 7467600"/>
              <a:gd name="connsiteY413" fmla="*/ 6818030 h 6858000"/>
              <a:gd name="connsiteX414" fmla="*/ 2272768 w 7467600"/>
              <a:gd name="connsiteY414" fmla="*/ 6795822 h 6858000"/>
              <a:gd name="connsiteX415" fmla="*/ 2182715 w 7467600"/>
              <a:gd name="connsiteY415" fmla="*/ 6675071 h 6858000"/>
              <a:gd name="connsiteX416" fmla="*/ 2032061 w 7467600"/>
              <a:gd name="connsiteY416" fmla="*/ 6541380 h 6858000"/>
              <a:gd name="connsiteX417" fmla="*/ 2257220 w 7467600"/>
              <a:gd name="connsiteY417" fmla="*/ 6826257 h 6858000"/>
              <a:gd name="connsiteX418" fmla="*/ 2281324 w 7467600"/>
              <a:gd name="connsiteY418" fmla="*/ 6858000 h 6858000"/>
              <a:gd name="connsiteX419" fmla="*/ 2242860 w 7467600"/>
              <a:gd name="connsiteY419" fmla="*/ 6858000 h 6858000"/>
              <a:gd name="connsiteX420" fmla="*/ 2232818 w 7467600"/>
              <a:gd name="connsiteY420" fmla="*/ 6844926 h 6858000"/>
              <a:gd name="connsiteX421" fmla="*/ 1990172 w 7467600"/>
              <a:gd name="connsiteY421" fmla="*/ 6542121 h 6858000"/>
              <a:gd name="connsiteX422" fmla="*/ 2124090 w 7467600"/>
              <a:gd name="connsiteY422" fmla="*/ 6761017 h 6858000"/>
              <a:gd name="connsiteX423" fmla="*/ 2200380 w 7467600"/>
              <a:gd name="connsiteY423" fmla="*/ 6858000 h 6858000"/>
              <a:gd name="connsiteX424" fmla="*/ 2147507 w 7467600"/>
              <a:gd name="connsiteY424" fmla="*/ 6858000 h 6858000"/>
              <a:gd name="connsiteX425" fmla="*/ 2070668 w 7467600"/>
              <a:gd name="connsiteY425" fmla="*/ 6761520 h 6858000"/>
              <a:gd name="connsiteX426" fmla="*/ 1975142 w 7467600"/>
              <a:gd name="connsiteY426" fmla="*/ 6585570 h 6858000"/>
              <a:gd name="connsiteX427" fmla="*/ 2050035 w 7467600"/>
              <a:gd name="connsiteY427" fmla="*/ 6813345 h 6858000"/>
              <a:gd name="connsiteX428" fmla="*/ 2063025 w 7467600"/>
              <a:gd name="connsiteY428" fmla="*/ 6858000 h 6858000"/>
              <a:gd name="connsiteX429" fmla="*/ 2021675 w 7467600"/>
              <a:gd name="connsiteY429" fmla="*/ 6858000 h 6858000"/>
              <a:gd name="connsiteX430" fmla="*/ 2019308 w 7467600"/>
              <a:gd name="connsiteY430" fmla="*/ 6847118 h 6858000"/>
              <a:gd name="connsiteX431" fmla="*/ 1938835 w 7467600"/>
              <a:gd name="connsiteY431" fmla="*/ 6551160 h 6858000"/>
              <a:gd name="connsiteX432" fmla="*/ 1953230 w 7467600"/>
              <a:gd name="connsiteY432" fmla="*/ 6759699 h 6858000"/>
              <a:gd name="connsiteX433" fmla="*/ 1956763 w 7467600"/>
              <a:gd name="connsiteY433" fmla="*/ 6778191 h 6858000"/>
              <a:gd name="connsiteX434" fmla="*/ 1967925 w 7467600"/>
              <a:gd name="connsiteY434" fmla="*/ 6858000 h 6858000"/>
              <a:gd name="connsiteX435" fmla="*/ 1936622 w 7467600"/>
              <a:gd name="connsiteY435" fmla="*/ 6858000 h 6858000"/>
              <a:gd name="connsiteX436" fmla="*/ 1926261 w 7467600"/>
              <a:gd name="connsiteY436" fmla="*/ 6784064 h 6858000"/>
              <a:gd name="connsiteX437" fmla="*/ 1922724 w 7467600"/>
              <a:gd name="connsiteY437" fmla="*/ 6765577 h 6858000"/>
              <a:gd name="connsiteX438" fmla="*/ 1904650 w 7467600"/>
              <a:gd name="connsiteY438" fmla="*/ 6639616 h 6858000"/>
              <a:gd name="connsiteX439" fmla="*/ 1885273 w 7467600"/>
              <a:gd name="connsiteY439" fmla="*/ 6858000 h 6858000"/>
              <a:gd name="connsiteX440" fmla="*/ 1854363 w 7467600"/>
              <a:gd name="connsiteY440" fmla="*/ 6858000 h 6858000"/>
              <a:gd name="connsiteX441" fmla="*/ 1880391 w 7467600"/>
              <a:gd name="connsiteY441" fmla="*/ 6603796 h 6858000"/>
              <a:gd name="connsiteX442" fmla="*/ 1818273 w 7467600"/>
              <a:gd name="connsiteY442" fmla="*/ 6715729 h 6858000"/>
              <a:gd name="connsiteX443" fmla="*/ 1794691 w 7467600"/>
              <a:gd name="connsiteY443" fmla="*/ 6843239 h 6858000"/>
              <a:gd name="connsiteX444" fmla="*/ 1794914 w 7467600"/>
              <a:gd name="connsiteY444" fmla="*/ 6858000 h 6858000"/>
              <a:gd name="connsiteX445" fmla="*/ 1746128 w 7467600"/>
              <a:gd name="connsiteY445" fmla="*/ 6858000 h 6858000"/>
              <a:gd name="connsiteX446" fmla="*/ 1753934 w 7467600"/>
              <a:gd name="connsiteY446" fmla="*/ 6724796 h 6858000"/>
              <a:gd name="connsiteX447" fmla="*/ 1792053 w 7467600"/>
              <a:gd name="connsiteY447" fmla="*/ 6572396 h 6858000"/>
              <a:gd name="connsiteX448" fmla="*/ 1862248 w 7467600"/>
              <a:gd name="connsiteY448" fmla="*/ 6266397 h 6858000"/>
              <a:gd name="connsiteX449" fmla="*/ 1862250 w 7467600"/>
              <a:gd name="connsiteY449" fmla="*/ 6033531 h 6858000"/>
              <a:gd name="connsiteX450" fmla="*/ 1211999 w 7467600"/>
              <a:gd name="connsiteY450" fmla="*/ 6683610 h 6858000"/>
              <a:gd name="connsiteX451" fmla="*/ 1213266 w 7467600"/>
              <a:gd name="connsiteY451" fmla="*/ 6691947 h 6858000"/>
              <a:gd name="connsiteX452" fmla="*/ 1203370 w 7467600"/>
              <a:gd name="connsiteY452" fmla="*/ 6850676 h 6858000"/>
              <a:gd name="connsiteX453" fmla="*/ 1203671 w 7467600"/>
              <a:gd name="connsiteY453" fmla="*/ 6858000 h 6858000"/>
              <a:gd name="connsiteX454" fmla="*/ 1143180 w 7467600"/>
              <a:gd name="connsiteY454" fmla="*/ 6858000 h 6858000"/>
              <a:gd name="connsiteX455" fmla="*/ 1142176 w 7467600"/>
              <a:gd name="connsiteY455" fmla="*/ 6766045 h 6858000"/>
              <a:gd name="connsiteX456" fmla="*/ 1067484 w 7467600"/>
              <a:gd name="connsiteY456" fmla="*/ 6858000 h 6858000"/>
              <a:gd name="connsiteX457" fmla="*/ 953928 w 7467600"/>
              <a:gd name="connsiteY457" fmla="*/ 6858000 h 6858000"/>
              <a:gd name="connsiteX458" fmla="*/ 959715 w 7467600"/>
              <a:gd name="connsiteY458" fmla="*/ 6850185 h 6858000"/>
              <a:gd name="connsiteX459" fmla="*/ 1483788 w 7467600"/>
              <a:gd name="connsiteY459" fmla="*/ 6259174 h 6858000"/>
              <a:gd name="connsiteX460" fmla="*/ 1100671 w 7467600"/>
              <a:gd name="connsiteY460" fmla="*/ 6252137 h 6858000"/>
              <a:gd name="connsiteX461" fmla="*/ 1090144 w 7467600"/>
              <a:gd name="connsiteY461" fmla="*/ 6256748 h 6858000"/>
              <a:gd name="connsiteX462" fmla="*/ 1095872 w 7467600"/>
              <a:gd name="connsiteY462" fmla="*/ 6271892 h 6858000"/>
              <a:gd name="connsiteX463" fmla="*/ 262785 w 7467600"/>
              <a:gd name="connsiteY463" fmla="*/ 6845450 h 6858000"/>
              <a:gd name="connsiteX464" fmla="*/ 209968 w 7467600"/>
              <a:gd name="connsiteY464" fmla="*/ 6770713 h 6858000"/>
              <a:gd name="connsiteX465" fmla="*/ 873460 w 7467600"/>
              <a:gd name="connsiteY465" fmla="*/ 6253768 h 6858000"/>
              <a:gd name="connsiteX466" fmla="*/ 192686 w 7467600"/>
              <a:gd name="connsiteY466" fmla="*/ 5849257 h 6858000"/>
              <a:gd name="connsiteX467" fmla="*/ 4696 w 7467600"/>
              <a:gd name="connsiteY467" fmla="*/ 5697668 h 6858000"/>
              <a:gd name="connsiteX468" fmla="*/ 0 w 7467600"/>
              <a:gd name="connsiteY468" fmla="*/ 5689984 h 6858000"/>
              <a:gd name="connsiteX469" fmla="*/ 0 w 7467600"/>
              <a:gd name="connsiteY469" fmla="*/ 5513472 h 6858000"/>
              <a:gd name="connsiteX470" fmla="*/ 174101 w 7467600"/>
              <a:gd name="connsiteY470" fmla="*/ 5620277 h 6858000"/>
              <a:gd name="connsiteX471" fmla="*/ 891800 w 7467600"/>
              <a:gd name="connsiteY471" fmla="*/ 6036935 h 6858000"/>
              <a:gd name="connsiteX472" fmla="*/ 1072219 w 7467600"/>
              <a:gd name="connsiteY472" fmla="*/ 6169443 h 6858000"/>
              <a:gd name="connsiteX473" fmla="*/ 1074117 w 7467600"/>
              <a:gd name="connsiteY473" fmla="*/ 6170301 h 6858000"/>
              <a:gd name="connsiteX474" fmla="*/ 1083114 w 7467600"/>
              <a:gd name="connsiteY474" fmla="*/ 6174131 h 6858000"/>
              <a:gd name="connsiteX475" fmla="*/ 1543010 w 7467600"/>
              <a:gd name="connsiteY475" fmla="*/ 6191140 h 6858000"/>
              <a:gd name="connsiteX476" fmla="*/ 1551080 w 7467600"/>
              <a:gd name="connsiteY476" fmla="*/ 6195006 h 6858000"/>
              <a:gd name="connsiteX477" fmla="*/ 2345443 w 7467600"/>
              <a:gd name="connsiteY477" fmla="*/ 5549882 h 6858000"/>
              <a:gd name="connsiteX478" fmla="*/ 1721499 w 7467600"/>
              <a:gd name="connsiteY478" fmla="*/ 5599969 h 6858000"/>
              <a:gd name="connsiteX479" fmla="*/ 767716 w 7467600"/>
              <a:gd name="connsiteY479" fmla="*/ 5472768 h 6858000"/>
              <a:gd name="connsiteX480" fmla="*/ 722147 w 7467600"/>
              <a:gd name="connsiteY480" fmla="*/ 5393091 h 6858000"/>
              <a:gd name="connsiteX481" fmla="*/ 1485552 w 7467600"/>
              <a:gd name="connsiteY481" fmla="*/ 5313202 h 6858000"/>
              <a:gd name="connsiteX482" fmla="*/ 2143004 w 7467600"/>
              <a:gd name="connsiteY482" fmla="*/ 5402420 h 6858000"/>
              <a:gd name="connsiteX483" fmla="*/ 1933391 w 7467600"/>
              <a:gd name="connsiteY483" fmla="*/ 5156971 h 6858000"/>
              <a:gd name="connsiteX484" fmla="*/ 1827118 w 7467600"/>
              <a:gd name="connsiteY484" fmla="*/ 4968410 h 6858000"/>
              <a:gd name="connsiteX485" fmla="*/ 1837349 w 7467600"/>
              <a:gd name="connsiteY485" fmla="*/ 4956357 h 6858000"/>
              <a:gd name="connsiteX486" fmla="*/ 2162835 w 7467600"/>
              <a:gd name="connsiteY486" fmla="*/ 5187853 h 6858000"/>
              <a:gd name="connsiteX487" fmla="*/ 2257167 w 7467600"/>
              <a:gd name="connsiteY487" fmla="*/ 5462123 h 6858000"/>
              <a:gd name="connsiteX488" fmla="*/ 2261598 w 7467600"/>
              <a:gd name="connsiteY488" fmla="*/ 5467998 h 6858000"/>
              <a:gd name="connsiteX489" fmla="*/ 2437177 w 7467600"/>
              <a:gd name="connsiteY489" fmla="*/ 5479608 h 6858000"/>
              <a:gd name="connsiteX490" fmla="*/ 2445247 w 7467600"/>
              <a:gd name="connsiteY490" fmla="*/ 5483476 h 6858000"/>
              <a:gd name="connsiteX491" fmla="*/ 2743626 w 7467600"/>
              <a:gd name="connsiteY491" fmla="*/ 5304819 h 6858000"/>
              <a:gd name="connsiteX492" fmla="*/ 3048102 w 7467600"/>
              <a:gd name="connsiteY492" fmla="*/ 5150595 h 6858000"/>
              <a:gd name="connsiteX493" fmla="*/ 1799414 w 7467600"/>
              <a:gd name="connsiteY493" fmla="*/ 4694732 h 6858000"/>
              <a:gd name="connsiteX494" fmla="*/ 1771735 w 7467600"/>
              <a:gd name="connsiteY494" fmla="*/ 4619929 h 6858000"/>
              <a:gd name="connsiteX495" fmla="*/ 3104273 w 7467600"/>
              <a:gd name="connsiteY495" fmla="*/ 5076159 h 6858000"/>
              <a:gd name="connsiteX496" fmla="*/ 3113245 w 7467600"/>
              <a:gd name="connsiteY496" fmla="*/ 5090705 h 6858000"/>
              <a:gd name="connsiteX497" fmla="*/ 3126294 w 7467600"/>
              <a:gd name="connsiteY497" fmla="*/ 5114400 h 6858000"/>
              <a:gd name="connsiteX498" fmla="*/ 3937433 w 7467600"/>
              <a:gd name="connsiteY498" fmla="*/ 4830473 h 6858000"/>
              <a:gd name="connsiteX499" fmla="*/ 3590475 w 7467600"/>
              <a:gd name="connsiteY499" fmla="*/ 4597974 h 6858000"/>
              <a:gd name="connsiteX500" fmla="*/ 3100264 w 7467600"/>
              <a:gd name="connsiteY500" fmla="*/ 4579845 h 6858000"/>
              <a:gd name="connsiteX501" fmla="*/ 2183576 w 7467600"/>
              <a:gd name="connsiteY501" fmla="*/ 4227150 h 6858000"/>
              <a:gd name="connsiteX502" fmla="*/ 2151029 w 7467600"/>
              <a:gd name="connsiteY502" fmla="*/ 4146947 h 6858000"/>
              <a:gd name="connsiteX503" fmla="*/ 3563434 w 7467600"/>
              <a:gd name="connsiteY503" fmla="*/ 4469115 h 6858000"/>
              <a:gd name="connsiteX504" fmla="*/ 3177952 w 7467600"/>
              <a:gd name="connsiteY504" fmla="*/ 3657386 h 6858000"/>
              <a:gd name="connsiteX505" fmla="*/ 3189263 w 7467600"/>
              <a:gd name="connsiteY505" fmla="*/ 3625726 h 6858000"/>
              <a:gd name="connsiteX506" fmla="*/ 3560912 w 7467600"/>
              <a:gd name="connsiteY506" fmla="*/ 4079863 h 6858000"/>
              <a:gd name="connsiteX507" fmla="*/ 3626636 w 7467600"/>
              <a:gd name="connsiteY507" fmla="*/ 4512230 h 6858000"/>
              <a:gd name="connsiteX508" fmla="*/ 3653088 w 7467600"/>
              <a:gd name="connsiteY508" fmla="*/ 4521417 h 6858000"/>
              <a:gd name="connsiteX509" fmla="*/ 3988128 w 7467600"/>
              <a:gd name="connsiteY509" fmla="*/ 4817267 h 6858000"/>
              <a:gd name="connsiteX510" fmla="*/ 4830582 w 7467600"/>
              <a:gd name="connsiteY510" fmla="*/ 4676000 h 6858000"/>
              <a:gd name="connsiteX511" fmla="*/ 4830100 w 7467600"/>
              <a:gd name="connsiteY511" fmla="*/ 4675554 h 6858000"/>
              <a:gd name="connsiteX512" fmla="*/ 4036318 w 7467600"/>
              <a:gd name="connsiteY512" fmla="*/ 4147013 h 6858000"/>
              <a:gd name="connsiteX513" fmla="*/ 3432098 w 7467600"/>
              <a:gd name="connsiteY513" fmla="*/ 3537312 h 6858000"/>
              <a:gd name="connsiteX514" fmla="*/ 3446761 w 7467600"/>
              <a:gd name="connsiteY514" fmla="*/ 3461278 h 6858000"/>
              <a:gd name="connsiteX515" fmla="*/ 4419733 w 7467600"/>
              <a:gd name="connsiteY515" fmla="*/ 3963555 h 6858000"/>
              <a:gd name="connsiteX516" fmla="*/ 4781371 w 7467600"/>
              <a:gd name="connsiteY516" fmla="*/ 4458604 h 6858000"/>
              <a:gd name="connsiteX517" fmla="*/ 4780440 w 7467600"/>
              <a:gd name="connsiteY517" fmla="*/ 4470290 h 6858000"/>
              <a:gd name="connsiteX518" fmla="*/ 4898954 w 7467600"/>
              <a:gd name="connsiteY518" fmla="*/ 4662092 h 6858000"/>
              <a:gd name="connsiteX519" fmla="*/ 4900699 w 7467600"/>
              <a:gd name="connsiteY519" fmla="*/ 4670867 h 6858000"/>
              <a:gd name="connsiteX520" fmla="*/ 5714511 w 7467600"/>
              <a:gd name="connsiteY520" fmla="*/ 4663483 h 6858000"/>
              <a:gd name="connsiteX521" fmla="*/ 5464793 w 7467600"/>
              <a:gd name="connsiteY521" fmla="*/ 4393556 h 6858000"/>
              <a:gd name="connsiteX522" fmla="*/ 5461897 w 7467600"/>
              <a:gd name="connsiteY522" fmla="*/ 4390879 h 6858000"/>
              <a:gd name="connsiteX523" fmla="*/ 4294126 w 7467600"/>
              <a:gd name="connsiteY523" fmla="*/ 3303048 h 6858000"/>
              <a:gd name="connsiteX524" fmla="*/ 4305321 w 7467600"/>
              <a:gd name="connsiteY524" fmla="*/ 3256953 h 6858000"/>
              <a:gd name="connsiteX525" fmla="*/ 4949299 w 7467600"/>
              <a:gd name="connsiteY525" fmla="*/ 3766336 h 6858000"/>
              <a:gd name="connsiteX526" fmla="*/ 5291452 w 7467600"/>
              <a:gd name="connsiteY526" fmla="*/ 4076801 h 6858000"/>
              <a:gd name="connsiteX527" fmla="*/ 5434998 w 7467600"/>
              <a:gd name="connsiteY527" fmla="*/ 4254100 h 6858000"/>
              <a:gd name="connsiteX528" fmla="*/ 5351015 w 7467600"/>
              <a:gd name="connsiteY528" fmla="*/ 3760989 h 6858000"/>
              <a:gd name="connsiteX529" fmla="*/ 5413780 w 7467600"/>
              <a:gd name="connsiteY529" fmla="*/ 2966265 h 6858000"/>
              <a:gd name="connsiteX530" fmla="*/ 5425627 w 7467600"/>
              <a:gd name="connsiteY530" fmla="*/ 2954192 h 6858000"/>
              <a:gd name="connsiteX531" fmla="*/ 6604735 w 7467600"/>
              <a:gd name="connsiteY531" fmla="*/ 2041381 h 6858000"/>
              <a:gd name="connsiteX532" fmla="*/ 7204487 w 7467600"/>
              <a:gd name="connsiteY532" fmla="*/ 2742112 h 6858000"/>
              <a:gd name="connsiteX533" fmla="*/ 7131592 w 7467600"/>
              <a:gd name="connsiteY533" fmla="*/ 2672096 h 6858000"/>
              <a:gd name="connsiteX534" fmla="*/ 6996344 w 7467600"/>
              <a:gd name="connsiteY534" fmla="*/ 2518310 h 6858000"/>
              <a:gd name="connsiteX535" fmla="*/ 6735495 w 7467600"/>
              <a:gd name="connsiteY535" fmla="*/ 2196890 h 6858000"/>
              <a:gd name="connsiteX536" fmla="*/ 6721901 w 7467600"/>
              <a:gd name="connsiteY536" fmla="*/ 2179274 h 6858000"/>
              <a:gd name="connsiteX537" fmla="*/ 6604735 w 7467600"/>
              <a:gd name="connsiteY537" fmla="*/ 2041381 h 6858000"/>
              <a:gd name="connsiteX538" fmla="*/ 6591670 w 7467600"/>
              <a:gd name="connsiteY538" fmla="*/ 1988277 h 6858000"/>
              <a:gd name="connsiteX539" fmla="*/ 6747349 w 7467600"/>
              <a:gd name="connsiteY539" fmla="*/ 2160069 h 6858000"/>
              <a:gd name="connsiteX540" fmla="*/ 6760943 w 7467600"/>
              <a:gd name="connsiteY540" fmla="*/ 2177686 h 6858000"/>
              <a:gd name="connsiteX541" fmla="*/ 7021065 w 7467600"/>
              <a:gd name="connsiteY541" fmla="*/ 2498102 h 6858000"/>
              <a:gd name="connsiteX542" fmla="*/ 7155223 w 7467600"/>
              <a:gd name="connsiteY542" fmla="*/ 2650386 h 6858000"/>
              <a:gd name="connsiteX543" fmla="*/ 7203167 w 7467600"/>
              <a:gd name="connsiteY543" fmla="*/ 2697288 h 6858000"/>
              <a:gd name="connsiteX544" fmla="*/ 6937703 w 7467600"/>
              <a:gd name="connsiteY544" fmla="*/ 2321981 h 6858000"/>
              <a:gd name="connsiteX545" fmla="*/ 6591670 w 7467600"/>
              <a:gd name="connsiteY545" fmla="*/ 1988277 h 6858000"/>
              <a:gd name="connsiteX546" fmla="*/ 5798671 w 7467600"/>
              <a:gd name="connsiteY546" fmla="*/ 1981601 h 6858000"/>
              <a:gd name="connsiteX547" fmla="*/ 5754709 w 7467600"/>
              <a:gd name="connsiteY547" fmla="*/ 2071454 h 6858000"/>
              <a:gd name="connsiteX548" fmla="*/ 5763044 w 7467600"/>
              <a:gd name="connsiteY548" fmla="*/ 2842206 h 6858000"/>
              <a:gd name="connsiteX549" fmla="*/ 5764974 w 7467600"/>
              <a:gd name="connsiteY549" fmla="*/ 2799609 h 6858000"/>
              <a:gd name="connsiteX550" fmla="*/ 5767665 w 7467600"/>
              <a:gd name="connsiteY550" fmla="*/ 2666409 h 6858000"/>
              <a:gd name="connsiteX551" fmla="*/ 5763055 w 7467600"/>
              <a:gd name="connsiteY551" fmla="*/ 2579705 h 6858000"/>
              <a:gd name="connsiteX552" fmla="*/ 5758079 w 7467600"/>
              <a:gd name="connsiteY552" fmla="*/ 2492508 h 6858000"/>
              <a:gd name="connsiteX553" fmla="*/ 5779325 w 7467600"/>
              <a:gd name="connsiteY553" fmla="*/ 2197069 h 6858000"/>
              <a:gd name="connsiteX554" fmla="*/ 5798671 w 7467600"/>
              <a:gd name="connsiteY554" fmla="*/ 1981601 h 6858000"/>
              <a:gd name="connsiteX555" fmla="*/ 5829202 w 7467600"/>
              <a:gd name="connsiteY555" fmla="*/ 1971679 h 6858000"/>
              <a:gd name="connsiteX556" fmla="*/ 5809558 w 7467600"/>
              <a:gd name="connsiteY556" fmla="*/ 2198043 h 6858000"/>
              <a:gd name="connsiteX557" fmla="*/ 5788653 w 7467600"/>
              <a:gd name="connsiteY557" fmla="*/ 2489430 h 6858000"/>
              <a:gd name="connsiteX558" fmla="*/ 5793439 w 7467600"/>
              <a:gd name="connsiteY558" fmla="*/ 2575235 h 6858000"/>
              <a:gd name="connsiteX559" fmla="*/ 5796837 w 7467600"/>
              <a:gd name="connsiteY559" fmla="*/ 2637633 h 6858000"/>
              <a:gd name="connsiteX560" fmla="*/ 5818614 w 7467600"/>
              <a:gd name="connsiteY560" fmla="*/ 2473055 h 6858000"/>
              <a:gd name="connsiteX561" fmla="*/ 5829202 w 7467600"/>
              <a:gd name="connsiteY561" fmla="*/ 1971679 h 6858000"/>
              <a:gd name="connsiteX562" fmla="*/ 5911389 w 7467600"/>
              <a:gd name="connsiteY562" fmla="*/ 1898371 h 6858000"/>
              <a:gd name="connsiteX563" fmla="*/ 6237627 w 7467600"/>
              <a:gd name="connsiteY563" fmla="*/ 2231921 h 6858000"/>
              <a:gd name="connsiteX564" fmla="*/ 5911389 w 7467600"/>
              <a:gd name="connsiteY564" fmla="*/ 1898371 h 6858000"/>
              <a:gd name="connsiteX565" fmla="*/ 6944437 w 7467600"/>
              <a:gd name="connsiteY565" fmla="*/ 1575402 h 6858000"/>
              <a:gd name="connsiteX566" fmla="*/ 6304730 w 7467600"/>
              <a:gd name="connsiteY566" fmla="*/ 1766654 h 6858000"/>
              <a:gd name="connsiteX567" fmla="*/ 6944437 w 7467600"/>
              <a:gd name="connsiteY567" fmla="*/ 1575402 h 6858000"/>
              <a:gd name="connsiteX568" fmla="*/ 7019523 w 7467600"/>
              <a:gd name="connsiteY568" fmla="*/ 1519450 h 6858000"/>
              <a:gd name="connsiteX569" fmla="*/ 6298091 w 7467600"/>
              <a:gd name="connsiteY569" fmla="*/ 1737122 h 6858000"/>
              <a:gd name="connsiteX570" fmla="*/ 7019523 w 7467600"/>
              <a:gd name="connsiteY570" fmla="*/ 1519450 h 6858000"/>
              <a:gd name="connsiteX571" fmla="*/ 2399523 w 7467600"/>
              <a:gd name="connsiteY571" fmla="*/ 1428234 h 6858000"/>
              <a:gd name="connsiteX572" fmla="*/ 2224982 w 7467600"/>
              <a:gd name="connsiteY572" fmla="*/ 1826201 h 6858000"/>
              <a:gd name="connsiteX573" fmla="*/ 2096099 w 7467600"/>
              <a:gd name="connsiteY573" fmla="*/ 2345900 h 6858000"/>
              <a:gd name="connsiteX574" fmla="*/ 2283317 w 7467600"/>
              <a:gd name="connsiteY574" fmla="*/ 1796925 h 6858000"/>
              <a:gd name="connsiteX575" fmla="*/ 2399523 w 7467600"/>
              <a:gd name="connsiteY575" fmla="*/ 1428234 h 6858000"/>
              <a:gd name="connsiteX576" fmla="*/ 2448558 w 7467600"/>
              <a:gd name="connsiteY576" fmla="*/ 1373435 h 6858000"/>
              <a:gd name="connsiteX577" fmla="*/ 2312521 w 7467600"/>
              <a:gd name="connsiteY577" fmla="*/ 1806140 h 6858000"/>
              <a:gd name="connsiteX578" fmla="*/ 2127533 w 7467600"/>
              <a:gd name="connsiteY578" fmla="*/ 2348380 h 6858000"/>
              <a:gd name="connsiteX579" fmla="*/ 2358080 w 7467600"/>
              <a:gd name="connsiteY579" fmla="*/ 1866134 h 6858000"/>
              <a:gd name="connsiteX580" fmla="*/ 2407436 w 7467600"/>
              <a:gd name="connsiteY580" fmla="*/ 1651070 h 6858000"/>
              <a:gd name="connsiteX581" fmla="*/ 2448558 w 7467600"/>
              <a:gd name="connsiteY581" fmla="*/ 1373435 h 6858000"/>
              <a:gd name="connsiteX582" fmla="*/ 278707 w 7467600"/>
              <a:gd name="connsiteY582" fmla="*/ 1352270 h 6858000"/>
              <a:gd name="connsiteX583" fmla="*/ 321570 w 7467600"/>
              <a:gd name="connsiteY583" fmla="*/ 1861610 h 6858000"/>
              <a:gd name="connsiteX584" fmla="*/ 294281 w 7467600"/>
              <a:gd name="connsiteY584" fmla="*/ 1440658 h 6858000"/>
              <a:gd name="connsiteX585" fmla="*/ 278707 w 7467600"/>
              <a:gd name="connsiteY585" fmla="*/ 1352270 h 6858000"/>
              <a:gd name="connsiteX586" fmla="*/ 1423821 w 7467600"/>
              <a:gd name="connsiteY586" fmla="*/ 1351958 h 6858000"/>
              <a:gd name="connsiteX587" fmla="*/ 1638521 w 7467600"/>
              <a:gd name="connsiteY587" fmla="*/ 1908470 h 6858000"/>
              <a:gd name="connsiteX588" fmla="*/ 1754199 w 7467600"/>
              <a:gd name="connsiteY588" fmla="*/ 2149284 h 6858000"/>
              <a:gd name="connsiteX589" fmla="*/ 1908359 w 7467600"/>
              <a:gd name="connsiteY589" fmla="*/ 2364988 h 6858000"/>
              <a:gd name="connsiteX590" fmla="*/ 1647661 w 7467600"/>
              <a:gd name="connsiteY590" fmla="*/ 1825945 h 6858000"/>
              <a:gd name="connsiteX591" fmla="*/ 1423821 w 7467600"/>
              <a:gd name="connsiteY591" fmla="*/ 1351958 h 6858000"/>
              <a:gd name="connsiteX592" fmla="*/ 1431890 w 7467600"/>
              <a:gd name="connsiteY592" fmla="*/ 1306475 h 6858000"/>
              <a:gd name="connsiteX593" fmla="*/ 1507597 w 7467600"/>
              <a:gd name="connsiteY593" fmla="*/ 1446132 h 6858000"/>
              <a:gd name="connsiteX594" fmla="*/ 1674586 w 7467600"/>
              <a:gd name="connsiteY594" fmla="*/ 1813832 h 6858000"/>
              <a:gd name="connsiteX595" fmla="*/ 1815950 w 7467600"/>
              <a:gd name="connsiteY595" fmla="*/ 2128564 h 6858000"/>
              <a:gd name="connsiteX596" fmla="*/ 1984242 w 7467600"/>
              <a:gd name="connsiteY596" fmla="*/ 2430829 h 6858000"/>
              <a:gd name="connsiteX597" fmla="*/ 2014023 w 7467600"/>
              <a:gd name="connsiteY597" fmla="*/ 2450995 h 6858000"/>
              <a:gd name="connsiteX598" fmla="*/ 1747337 w 7467600"/>
              <a:gd name="connsiteY598" fmla="*/ 1855264 h 6858000"/>
              <a:gd name="connsiteX599" fmla="*/ 1533749 w 7467600"/>
              <a:gd name="connsiteY599" fmla="*/ 1478656 h 6858000"/>
              <a:gd name="connsiteX600" fmla="*/ 1431890 w 7467600"/>
              <a:gd name="connsiteY600" fmla="*/ 1306475 h 6858000"/>
              <a:gd name="connsiteX601" fmla="*/ 5052692 w 7467600"/>
              <a:gd name="connsiteY601" fmla="*/ 1292994 h 6858000"/>
              <a:gd name="connsiteX602" fmla="*/ 5200661 w 7467600"/>
              <a:gd name="connsiteY602" fmla="*/ 1635186 h 6858000"/>
              <a:gd name="connsiteX603" fmla="*/ 5297138 w 7467600"/>
              <a:gd name="connsiteY603" fmla="*/ 1906351 h 6858000"/>
              <a:gd name="connsiteX604" fmla="*/ 5052692 w 7467600"/>
              <a:gd name="connsiteY604" fmla="*/ 1292994 h 6858000"/>
              <a:gd name="connsiteX605" fmla="*/ 5009948 w 7467600"/>
              <a:gd name="connsiteY605" fmla="*/ 1273619 h 6858000"/>
              <a:gd name="connsiteX606" fmla="*/ 5121777 w 7467600"/>
              <a:gd name="connsiteY606" fmla="*/ 1654213 h 6858000"/>
              <a:gd name="connsiteX607" fmla="*/ 5293545 w 7467600"/>
              <a:gd name="connsiteY607" fmla="*/ 2072247 h 6858000"/>
              <a:gd name="connsiteX608" fmla="*/ 5294042 w 7467600"/>
              <a:gd name="connsiteY608" fmla="*/ 2065019 h 6858000"/>
              <a:gd name="connsiteX609" fmla="*/ 5171936 w 7467600"/>
              <a:gd name="connsiteY609" fmla="*/ 1647613 h 6858000"/>
              <a:gd name="connsiteX610" fmla="*/ 5009948 w 7467600"/>
              <a:gd name="connsiteY610" fmla="*/ 1273619 h 6858000"/>
              <a:gd name="connsiteX611" fmla="*/ 655236 w 7467600"/>
              <a:gd name="connsiteY611" fmla="*/ 1268632 h 6858000"/>
              <a:gd name="connsiteX612" fmla="*/ 839521 w 7467600"/>
              <a:gd name="connsiteY612" fmla="*/ 1685315 h 6858000"/>
              <a:gd name="connsiteX613" fmla="*/ 1109416 w 7467600"/>
              <a:gd name="connsiteY613" fmla="*/ 2061663 h 6858000"/>
              <a:gd name="connsiteX614" fmla="*/ 1298300 w 7467600"/>
              <a:gd name="connsiteY614" fmla="*/ 2247742 h 6858000"/>
              <a:gd name="connsiteX615" fmla="*/ 1125871 w 7467600"/>
              <a:gd name="connsiteY615" fmla="*/ 1989513 h 6858000"/>
              <a:gd name="connsiteX616" fmla="*/ 981574 w 7467600"/>
              <a:gd name="connsiteY616" fmla="*/ 1783157 h 6858000"/>
              <a:gd name="connsiteX617" fmla="*/ 922198 w 7467600"/>
              <a:gd name="connsiteY617" fmla="*/ 1677437 h 6858000"/>
              <a:gd name="connsiteX618" fmla="*/ 869293 w 7467600"/>
              <a:gd name="connsiteY618" fmla="*/ 1583214 h 6858000"/>
              <a:gd name="connsiteX619" fmla="*/ 751431 w 7467600"/>
              <a:gd name="connsiteY619" fmla="*/ 1405731 h 6858000"/>
              <a:gd name="connsiteX620" fmla="*/ 655236 w 7467600"/>
              <a:gd name="connsiteY620" fmla="*/ 1268632 h 6858000"/>
              <a:gd name="connsiteX621" fmla="*/ 6516292 w 7467600"/>
              <a:gd name="connsiteY621" fmla="*/ 1263064 h 6858000"/>
              <a:gd name="connsiteX622" fmla="*/ 5736320 w 7467600"/>
              <a:gd name="connsiteY622" fmla="*/ 1501803 h 6858000"/>
              <a:gd name="connsiteX623" fmla="*/ 6516292 w 7467600"/>
              <a:gd name="connsiteY623" fmla="*/ 1263064 h 6858000"/>
              <a:gd name="connsiteX624" fmla="*/ 291466 w 7467600"/>
              <a:gd name="connsiteY624" fmla="*/ 1250369 h 6858000"/>
              <a:gd name="connsiteX625" fmla="*/ 323180 w 7467600"/>
              <a:gd name="connsiteY625" fmla="*/ 1435283 h 6858000"/>
              <a:gd name="connsiteX626" fmla="*/ 349381 w 7467600"/>
              <a:gd name="connsiteY626" fmla="*/ 1875041 h 6858000"/>
              <a:gd name="connsiteX627" fmla="*/ 374363 w 7467600"/>
              <a:gd name="connsiteY627" fmla="*/ 1506494 h 6858000"/>
              <a:gd name="connsiteX628" fmla="*/ 302168 w 7467600"/>
              <a:gd name="connsiteY628" fmla="*/ 1274495 h 6858000"/>
              <a:gd name="connsiteX629" fmla="*/ 291466 w 7467600"/>
              <a:gd name="connsiteY629" fmla="*/ 1250369 h 6858000"/>
              <a:gd name="connsiteX630" fmla="*/ 678222 w 7467600"/>
              <a:gd name="connsiteY630" fmla="*/ 1248670 h 6858000"/>
              <a:gd name="connsiteX631" fmla="*/ 775536 w 7467600"/>
              <a:gd name="connsiteY631" fmla="*/ 1388015 h 6858000"/>
              <a:gd name="connsiteX632" fmla="*/ 894529 w 7467600"/>
              <a:gd name="connsiteY632" fmla="*/ 1567739 h 6858000"/>
              <a:gd name="connsiteX633" fmla="*/ 948000 w 7467600"/>
              <a:gd name="connsiteY633" fmla="*/ 1663088 h 6858000"/>
              <a:gd name="connsiteX634" fmla="*/ 1006812 w 7467600"/>
              <a:gd name="connsiteY634" fmla="*/ 1767683 h 6858000"/>
              <a:gd name="connsiteX635" fmla="*/ 1149133 w 7467600"/>
              <a:gd name="connsiteY635" fmla="*/ 1971513 h 6858000"/>
              <a:gd name="connsiteX636" fmla="*/ 1333952 w 7467600"/>
              <a:gd name="connsiteY636" fmla="*/ 2251620 h 6858000"/>
              <a:gd name="connsiteX637" fmla="*/ 1337329 w 7467600"/>
              <a:gd name="connsiteY637" fmla="*/ 2258350 h 6858000"/>
              <a:gd name="connsiteX638" fmla="*/ 1014726 w 7467600"/>
              <a:gd name="connsiteY638" fmla="*/ 1615556 h 6858000"/>
              <a:gd name="connsiteX639" fmla="*/ 678222 w 7467600"/>
              <a:gd name="connsiteY639" fmla="*/ 1248670 h 6858000"/>
              <a:gd name="connsiteX640" fmla="*/ 6691602 w 7467600"/>
              <a:gd name="connsiteY640" fmla="*/ 1140573 h 6858000"/>
              <a:gd name="connsiteX641" fmla="*/ 6571100 w 7467600"/>
              <a:gd name="connsiteY641" fmla="*/ 1183662 h 6858000"/>
              <a:gd name="connsiteX642" fmla="*/ 6241687 w 7467600"/>
              <a:gd name="connsiteY642" fmla="*/ 1257600 h 6858000"/>
              <a:gd name="connsiteX643" fmla="*/ 5693009 w 7467600"/>
              <a:gd name="connsiteY643" fmla="*/ 1478256 h 6858000"/>
              <a:gd name="connsiteX644" fmla="*/ 6548420 w 7467600"/>
              <a:gd name="connsiteY644" fmla="*/ 1214599 h 6858000"/>
              <a:gd name="connsiteX645" fmla="*/ 6605473 w 7467600"/>
              <a:gd name="connsiteY645" fmla="*/ 1184686 h 6858000"/>
              <a:gd name="connsiteX646" fmla="*/ 6691602 w 7467600"/>
              <a:gd name="connsiteY646" fmla="*/ 1140573 h 6858000"/>
              <a:gd name="connsiteX647" fmla="*/ 4002475 w 7467600"/>
              <a:gd name="connsiteY647" fmla="*/ 1037802 h 6858000"/>
              <a:gd name="connsiteX648" fmla="*/ 4000324 w 7467600"/>
              <a:gd name="connsiteY648" fmla="*/ 1039362 h 6858000"/>
              <a:gd name="connsiteX649" fmla="*/ 4002862 w 7467600"/>
              <a:gd name="connsiteY649" fmla="*/ 1042866 h 6858000"/>
              <a:gd name="connsiteX650" fmla="*/ 4002475 w 7467600"/>
              <a:gd name="connsiteY650" fmla="*/ 1037802 h 6858000"/>
              <a:gd name="connsiteX651" fmla="*/ 506322 w 7467600"/>
              <a:gd name="connsiteY651" fmla="*/ 1020997 h 6858000"/>
              <a:gd name="connsiteX652" fmla="*/ 533068 w 7467600"/>
              <a:gd name="connsiteY652" fmla="*/ 1029409 h 6858000"/>
              <a:gd name="connsiteX653" fmla="*/ 1232525 w 7467600"/>
              <a:gd name="connsiteY653" fmla="*/ 1804675 h 6858000"/>
              <a:gd name="connsiteX654" fmla="*/ 1388858 w 7467600"/>
              <a:gd name="connsiteY654" fmla="*/ 2368011 h 6858000"/>
              <a:gd name="connsiteX655" fmla="*/ 1384098 w 7467600"/>
              <a:gd name="connsiteY655" fmla="*/ 2378125 h 6858000"/>
              <a:gd name="connsiteX656" fmla="*/ 1425393 w 7467600"/>
              <a:gd name="connsiteY656" fmla="*/ 2589124 h 6858000"/>
              <a:gd name="connsiteX657" fmla="*/ 1424001 w 7467600"/>
              <a:gd name="connsiteY657" fmla="*/ 2597541 h 6858000"/>
              <a:gd name="connsiteX658" fmla="*/ 2152729 w 7467600"/>
              <a:gd name="connsiteY658" fmla="*/ 2864487 h 6858000"/>
              <a:gd name="connsiteX659" fmla="*/ 2020609 w 7467600"/>
              <a:gd name="connsiteY659" fmla="*/ 2539671 h 6858000"/>
              <a:gd name="connsiteX660" fmla="*/ 2018920 w 7467600"/>
              <a:gd name="connsiteY660" fmla="*/ 2536309 h 6858000"/>
              <a:gd name="connsiteX661" fmla="*/ 1342441 w 7467600"/>
              <a:gd name="connsiteY661" fmla="*/ 1173017 h 6858000"/>
              <a:gd name="connsiteX662" fmla="*/ 1367925 w 7467600"/>
              <a:gd name="connsiteY662" fmla="*/ 1135648 h 6858000"/>
              <a:gd name="connsiteX663" fmla="*/ 1771401 w 7467600"/>
              <a:gd name="connsiteY663" fmla="*/ 1806673 h 6858000"/>
              <a:gd name="connsiteX664" fmla="*/ 1972385 w 7467600"/>
              <a:gd name="connsiteY664" fmla="*/ 2198735 h 6858000"/>
              <a:gd name="connsiteX665" fmla="*/ 2040892 w 7467600"/>
              <a:gd name="connsiteY665" fmla="*/ 2405205 h 6858000"/>
              <a:gd name="connsiteX666" fmla="*/ 2131689 w 7467600"/>
              <a:gd name="connsiteY666" fmla="*/ 1936926 h 6858000"/>
              <a:gd name="connsiteX667" fmla="*/ 2454820 w 7467600"/>
              <a:gd name="connsiteY667" fmla="*/ 1248808 h 6858000"/>
              <a:gd name="connsiteX668" fmla="*/ 2492512 w 7467600"/>
              <a:gd name="connsiteY668" fmla="*/ 1302920 h 6858000"/>
              <a:gd name="connsiteX669" fmla="*/ 2081216 w 7467600"/>
              <a:gd name="connsiteY669" fmla="*/ 2527513 h 6858000"/>
              <a:gd name="connsiteX670" fmla="*/ 2081211 w 7467600"/>
              <a:gd name="connsiteY670" fmla="*/ 2528916 h 6858000"/>
              <a:gd name="connsiteX671" fmla="*/ 2199067 w 7467600"/>
              <a:gd name="connsiteY671" fmla="*/ 2884061 h 6858000"/>
              <a:gd name="connsiteX672" fmla="*/ 3192586 w 7467600"/>
              <a:gd name="connsiteY672" fmla="*/ 3411496 h 6858000"/>
              <a:gd name="connsiteX673" fmla="*/ 3182620 w 7467600"/>
              <a:gd name="connsiteY673" fmla="*/ 3483279 h 6858000"/>
              <a:gd name="connsiteX674" fmla="*/ 2435119 w 7467600"/>
              <a:gd name="connsiteY674" fmla="*/ 3080173 h 6858000"/>
              <a:gd name="connsiteX675" fmla="*/ 2410152 w 7467600"/>
              <a:gd name="connsiteY675" fmla="*/ 3063751 h 6858000"/>
              <a:gd name="connsiteX676" fmla="*/ 2408099 w 7467600"/>
              <a:gd name="connsiteY676" fmla="*/ 3064403 h 6858000"/>
              <a:gd name="connsiteX677" fmla="*/ 2407218 w 7467600"/>
              <a:gd name="connsiteY677" fmla="*/ 3070324 h 6858000"/>
              <a:gd name="connsiteX678" fmla="*/ 2380138 w 7467600"/>
              <a:gd name="connsiteY678" fmla="*/ 3099341 h 6858000"/>
              <a:gd name="connsiteX679" fmla="*/ 1765923 w 7467600"/>
              <a:gd name="connsiteY679" fmla="*/ 3581043 h 6858000"/>
              <a:gd name="connsiteX680" fmla="*/ 1702258 w 7467600"/>
              <a:gd name="connsiteY680" fmla="*/ 3612286 h 6858000"/>
              <a:gd name="connsiteX681" fmla="*/ 1538370 w 7467600"/>
              <a:gd name="connsiteY681" fmla="*/ 3811804 h 6858000"/>
              <a:gd name="connsiteX682" fmla="*/ 542867 w 7467600"/>
              <a:gd name="connsiteY682" fmla="*/ 4944092 h 6858000"/>
              <a:gd name="connsiteX683" fmla="*/ 515800 w 7467600"/>
              <a:gd name="connsiteY683" fmla="*/ 4862180 h 6858000"/>
              <a:gd name="connsiteX684" fmla="*/ 909145 w 7467600"/>
              <a:gd name="connsiteY684" fmla="*/ 4199225 h 6858000"/>
              <a:gd name="connsiteX685" fmla="*/ 1214067 w 7467600"/>
              <a:gd name="connsiteY685" fmla="*/ 3908561 h 6858000"/>
              <a:gd name="connsiteX686" fmla="*/ 640967 w 7467600"/>
              <a:gd name="connsiteY686" fmla="*/ 4105601 h 6858000"/>
              <a:gd name="connsiteX687" fmla="*/ 112563 w 7467600"/>
              <a:gd name="connsiteY687" fmla="*/ 4396952 h 6858000"/>
              <a:gd name="connsiteX688" fmla="*/ 0 w 7467600"/>
              <a:gd name="connsiteY688" fmla="*/ 4466006 h 6858000"/>
              <a:gd name="connsiteX689" fmla="*/ 0 w 7467600"/>
              <a:gd name="connsiteY689" fmla="*/ 4233763 h 6858000"/>
              <a:gd name="connsiteX690" fmla="*/ 36881 w 7467600"/>
              <a:gd name="connsiteY690" fmla="*/ 4200118 h 6858000"/>
              <a:gd name="connsiteX691" fmla="*/ 910534 w 7467600"/>
              <a:gd name="connsiteY691" fmla="*/ 3629753 h 6858000"/>
              <a:gd name="connsiteX692" fmla="*/ 1578717 w 7467600"/>
              <a:gd name="connsiteY692" fmla="*/ 3575982 h 6858000"/>
              <a:gd name="connsiteX693" fmla="*/ 2338780 w 7467600"/>
              <a:gd name="connsiteY693" fmla="*/ 3033725 h 6858000"/>
              <a:gd name="connsiteX694" fmla="*/ 1807991 w 7467600"/>
              <a:gd name="connsiteY694" fmla="*/ 2807184 h 6858000"/>
              <a:gd name="connsiteX695" fmla="*/ 1416358 w 7467600"/>
              <a:gd name="connsiteY695" fmla="*/ 3112571 h 6858000"/>
              <a:gd name="connsiteX696" fmla="*/ 939066 w 7467600"/>
              <a:gd name="connsiteY696" fmla="*/ 3378798 h 6858000"/>
              <a:gd name="connsiteX697" fmla="*/ 115099 w 7467600"/>
              <a:gd name="connsiteY697" fmla="*/ 3607650 h 6858000"/>
              <a:gd name="connsiteX698" fmla="*/ 97284 w 7467600"/>
              <a:gd name="connsiteY698" fmla="*/ 3520393 h 6858000"/>
              <a:gd name="connsiteX699" fmla="*/ 922050 w 7467600"/>
              <a:gd name="connsiteY699" fmla="*/ 3074867 h 6858000"/>
              <a:gd name="connsiteX700" fmla="*/ 1405265 w 7467600"/>
              <a:gd name="connsiteY700" fmla="*/ 3016319 h 6858000"/>
              <a:gd name="connsiteX701" fmla="*/ 1407512 w 7467600"/>
              <a:gd name="connsiteY701" fmla="*/ 3018001 h 6858000"/>
              <a:gd name="connsiteX702" fmla="*/ 1726266 w 7467600"/>
              <a:gd name="connsiteY702" fmla="*/ 2777274 h 6858000"/>
              <a:gd name="connsiteX703" fmla="*/ 625390 w 7467600"/>
              <a:gd name="connsiteY703" fmla="*/ 2514541 h 6858000"/>
              <a:gd name="connsiteX704" fmla="*/ 619799 w 7467600"/>
              <a:gd name="connsiteY704" fmla="*/ 2527180 h 6858000"/>
              <a:gd name="connsiteX705" fmla="*/ 310030 w 7467600"/>
              <a:gd name="connsiteY705" fmla="*/ 2771818 h 6858000"/>
              <a:gd name="connsiteX706" fmla="*/ 173877 w 7467600"/>
              <a:gd name="connsiteY706" fmla="*/ 2937056 h 6858000"/>
              <a:gd name="connsiteX707" fmla="*/ 77889 w 7467600"/>
              <a:gd name="connsiteY707" fmla="*/ 3138440 h 6858000"/>
              <a:gd name="connsiteX708" fmla="*/ 0 w 7467600"/>
              <a:gd name="connsiteY708" fmla="*/ 3271395 h 6858000"/>
              <a:gd name="connsiteX709" fmla="*/ 0 w 7467600"/>
              <a:gd name="connsiteY709" fmla="*/ 3153002 h 6858000"/>
              <a:gd name="connsiteX710" fmla="*/ 2386 w 7467600"/>
              <a:gd name="connsiteY710" fmla="*/ 3149203 h 6858000"/>
              <a:gd name="connsiteX711" fmla="*/ 89753 w 7467600"/>
              <a:gd name="connsiteY711" fmla="*/ 2987702 h 6858000"/>
              <a:gd name="connsiteX712" fmla="*/ 76869 w 7467600"/>
              <a:gd name="connsiteY712" fmla="*/ 3005404 h 6858000"/>
              <a:gd name="connsiteX713" fmla="*/ 32049 w 7467600"/>
              <a:gd name="connsiteY713" fmla="*/ 3065814 h 6858000"/>
              <a:gd name="connsiteX714" fmla="*/ 0 w 7467600"/>
              <a:gd name="connsiteY714" fmla="*/ 3108744 h 6858000"/>
              <a:gd name="connsiteX715" fmla="*/ 0 w 7467600"/>
              <a:gd name="connsiteY715" fmla="*/ 3058059 h 6858000"/>
              <a:gd name="connsiteX716" fmla="*/ 7610 w 7467600"/>
              <a:gd name="connsiteY716" fmla="*/ 3047889 h 6858000"/>
              <a:gd name="connsiteX717" fmla="*/ 52419 w 7467600"/>
              <a:gd name="connsiteY717" fmla="*/ 2987479 h 6858000"/>
              <a:gd name="connsiteX718" fmla="*/ 59142 w 7467600"/>
              <a:gd name="connsiteY718" fmla="*/ 2978488 h 6858000"/>
              <a:gd name="connsiteX719" fmla="*/ 0 w 7467600"/>
              <a:gd name="connsiteY719" fmla="*/ 3015334 h 6858000"/>
              <a:gd name="connsiteX720" fmla="*/ 0 w 7467600"/>
              <a:gd name="connsiteY720" fmla="*/ 2914286 h 6858000"/>
              <a:gd name="connsiteX721" fmla="*/ 36383 w 7467600"/>
              <a:gd name="connsiteY721" fmla="*/ 2901128 h 6858000"/>
              <a:gd name="connsiteX722" fmla="*/ 156329 w 7467600"/>
              <a:gd name="connsiteY722" fmla="*/ 2840533 h 6858000"/>
              <a:gd name="connsiteX723" fmla="*/ 358355 w 7467600"/>
              <a:gd name="connsiteY723" fmla="*/ 2620471 h 6858000"/>
              <a:gd name="connsiteX724" fmla="*/ 510577 w 7467600"/>
              <a:gd name="connsiteY724" fmla="*/ 2501244 h 6858000"/>
              <a:gd name="connsiteX725" fmla="*/ 211967 w 7467600"/>
              <a:gd name="connsiteY725" fmla="*/ 2479171 h 6858000"/>
              <a:gd name="connsiteX726" fmla="*/ 0 w 7467600"/>
              <a:gd name="connsiteY726" fmla="*/ 2476398 h 6858000"/>
              <a:gd name="connsiteX727" fmla="*/ 0 w 7467600"/>
              <a:gd name="connsiteY727" fmla="*/ 2389189 h 6858000"/>
              <a:gd name="connsiteX728" fmla="*/ 103062 w 7467600"/>
              <a:gd name="connsiteY728" fmla="*/ 2389518 h 6858000"/>
              <a:gd name="connsiteX729" fmla="*/ 510734 w 7467600"/>
              <a:gd name="connsiteY729" fmla="*/ 2416201 h 6858000"/>
              <a:gd name="connsiteX730" fmla="*/ 279257 w 7467600"/>
              <a:gd name="connsiteY730" fmla="*/ 2092102 h 6858000"/>
              <a:gd name="connsiteX731" fmla="*/ 65265 w 7467600"/>
              <a:gd name="connsiteY731" fmla="*/ 2006049 h 6858000"/>
              <a:gd name="connsiteX732" fmla="*/ 0 w 7467600"/>
              <a:gd name="connsiteY732" fmla="*/ 1982532 h 6858000"/>
              <a:gd name="connsiteX733" fmla="*/ 0 w 7467600"/>
              <a:gd name="connsiteY733" fmla="*/ 1912789 h 6858000"/>
              <a:gd name="connsiteX734" fmla="*/ 97460 w 7467600"/>
              <a:gd name="connsiteY734" fmla="*/ 1953725 h 6858000"/>
              <a:gd name="connsiteX735" fmla="*/ 221272 w 7467600"/>
              <a:gd name="connsiteY735" fmla="*/ 1980766 h 6858000"/>
              <a:gd name="connsiteX736" fmla="*/ 116765 w 7467600"/>
              <a:gd name="connsiteY736" fmla="*/ 1911033 h 6858000"/>
              <a:gd name="connsiteX737" fmla="*/ 16405 w 7467600"/>
              <a:gd name="connsiteY737" fmla="*/ 1803412 h 6858000"/>
              <a:gd name="connsiteX738" fmla="*/ 0 w 7467600"/>
              <a:gd name="connsiteY738" fmla="*/ 1784777 h 6858000"/>
              <a:gd name="connsiteX739" fmla="*/ 0 w 7467600"/>
              <a:gd name="connsiteY739" fmla="*/ 1740082 h 6858000"/>
              <a:gd name="connsiteX740" fmla="*/ 39394 w 7467600"/>
              <a:gd name="connsiteY740" fmla="*/ 1784856 h 6858000"/>
              <a:gd name="connsiteX741" fmla="*/ 135813 w 7467600"/>
              <a:gd name="connsiteY741" fmla="*/ 1888838 h 6858000"/>
              <a:gd name="connsiteX742" fmla="*/ 242575 w 7467600"/>
              <a:gd name="connsiteY742" fmla="*/ 1958841 h 6858000"/>
              <a:gd name="connsiteX743" fmla="*/ 82197 w 7467600"/>
              <a:gd name="connsiteY743" fmla="*/ 1754826 h 6858000"/>
              <a:gd name="connsiteX744" fmla="*/ 0 w 7467600"/>
              <a:gd name="connsiteY744" fmla="*/ 1679650 h 6858000"/>
              <a:gd name="connsiteX745" fmla="*/ 0 w 7467600"/>
              <a:gd name="connsiteY745" fmla="*/ 1602463 h 6858000"/>
              <a:gd name="connsiteX746" fmla="*/ 84689 w 7467600"/>
              <a:gd name="connsiteY746" fmla="*/ 1677442 h 6858000"/>
              <a:gd name="connsiteX747" fmla="*/ 298437 w 7467600"/>
              <a:gd name="connsiteY747" fmla="*/ 1968019 h 6858000"/>
              <a:gd name="connsiteX748" fmla="*/ 227269 w 7467600"/>
              <a:gd name="connsiteY748" fmla="*/ 1114064 h 6858000"/>
              <a:gd name="connsiteX749" fmla="*/ 248003 w 7467600"/>
              <a:gd name="connsiteY749" fmla="*/ 1089613 h 6858000"/>
              <a:gd name="connsiteX750" fmla="*/ 427020 w 7467600"/>
              <a:gd name="connsiteY750" fmla="*/ 1619803 h 6858000"/>
              <a:gd name="connsiteX751" fmla="*/ 340345 w 7467600"/>
              <a:gd name="connsiteY751" fmla="*/ 2027739 h 6858000"/>
              <a:gd name="connsiteX752" fmla="*/ 360865 w 7467600"/>
              <a:gd name="connsiteY752" fmla="*/ 2044827 h 6858000"/>
              <a:gd name="connsiteX753" fmla="*/ 560414 w 7467600"/>
              <a:gd name="connsiteY753" fmla="*/ 2421457 h 6858000"/>
              <a:gd name="connsiteX754" fmla="*/ 1359703 w 7467600"/>
              <a:gd name="connsiteY754" fmla="*/ 2578554 h 6858000"/>
              <a:gd name="connsiteX755" fmla="*/ 1359422 w 7467600"/>
              <a:gd name="connsiteY755" fmla="*/ 2577994 h 6858000"/>
              <a:gd name="connsiteX756" fmla="*/ 828701 w 7467600"/>
              <a:gd name="connsiteY756" fmla="*/ 1839520 h 6858000"/>
              <a:gd name="connsiteX757" fmla="*/ 494427 w 7467600"/>
              <a:gd name="connsiteY757" fmla="*/ 1092333 h 6858000"/>
              <a:gd name="connsiteX758" fmla="*/ 506322 w 7467600"/>
              <a:gd name="connsiteY758" fmla="*/ 1020997 h 6858000"/>
              <a:gd name="connsiteX759" fmla="*/ 4570198 w 7467600"/>
              <a:gd name="connsiteY759" fmla="*/ 978081 h 6858000"/>
              <a:gd name="connsiteX760" fmla="*/ 4523691 w 7467600"/>
              <a:gd name="connsiteY760" fmla="*/ 1127776 h 6858000"/>
              <a:gd name="connsiteX761" fmla="*/ 4509875 w 7467600"/>
              <a:gd name="connsiteY761" fmla="*/ 1167552 h 6858000"/>
              <a:gd name="connsiteX762" fmla="*/ 4478168 w 7467600"/>
              <a:gd name="connsiteY762" fmla="*/ 1260735 h 6858000"/>
              <a:gd name="connsiteX763" fmla="*/ 4409309 w 7467600"/>
              <a:gd name="connsiteY763" fmla="*/ 1666996 h 6858000"/>
              <a:gd name="connsiteX764" fmla="*/ 4370031 w 7467600"/>
              <a:gd name="connsiteY764" fmla="*/ 1955666 h 6858000"/>
              <a:gd name="connsiteX765" fmla="*/ 4570198 w 7467600"/>
              <a:gd name="connsiteY765" fmla="*/ 978081 h 6858000"/>
              <a:gd name="connsiteX766" fmla="*/ 4557898 w 7467600"/>
              <a:gd name="connsiteY766" fmla="*/ 900011 h 6858000"/>
              <a:gd name="connsiteX767" fmla="*/ 4344840 w 7467600"/>
              <a:gd name="connsiteY767" fmla="*/ 1922038 h 6858000"/>
              <a:gd name="connsiteX768" fmla="*/ 4378710 w 7467600"/>
              <a:gd name="connsiteY768" fmla="*/ 1665516 h 6858000"/>
              <a:gd name="connsiteX769" fmla="*/ 4448798 w 7467600"/>
              <a:gd name="connsiteY769" fmla="*/ 1253024 h 6858000"/>
              <a:gd name="connsiteX770" fmla="*/ 4480315 w 7467600"/>
              <a:gd name="connsiteY770" fmla="*/ 1158454 h 6858000"/>
              <a:gd name="connsiteX771" fmla="*/ 4494133 w 7467600"/>
              <a:gd name="connsiteY771" fmla="*/ 1118676 h 6858000"/>
              <a:gd name="connsiteX772" fmla="*/ 4557898 w 7467600"/>
              <a:gd name="connsiteY772" fmla="*/ 900011 h 6858000"/>
              <a:gd name="connsiteX773" fmla="*/ 5870151 w 7467600"/>
              <a:gd name="connsiteY773" fmla="*/ 898890 h 6858000"/>
              <a:gd name="connsiteX774" fmla="*/ 5861335 w 7467600"/>
              <a:gd name="connsiteY774" fmla="*/ 899177 h 6858000"/>
              <a:gd name="connsiteX775" fmla="*/ 5843702 w 7467600"/>
              <a:gd name="connsiteY775" fmla="*/ 899748 h 6858000"/>
              <a:gd name="connsiteX776" fmla="*/ 5651107 w 7467600"/>
              <a:gd name="connsiteY776" fmla="*/ 920306 h 6858000"/>
              <a:gd name="connsiteX777" fmla="*/ 5459407 w 7467600"/>
              <a:gd name="connsiteY777" fmla="*/ 940975 h 6858000"/>
              <a:gd name="connsiteX778" fmla="*/ 5374846 w 7467600"/>
              <a:gd name="connsiteY778" fmla="*/ 941988 h 6858000"/>
              <a:gd name="connsiteX779" fmla="*/ 5256105 w 7467600"/>
              <a:gd name="connsiteY779" fmla="*/ 945632 h 6858000"/>
              <a:gd name="connsiteX780" fmla="*/ 5107071 w 7467600"/>
              <a:gd name="connsiteY780" fmla="*/ 969720 h 6858000"/>
              <a:gd name="connsiteX781" fmla="*/ 4998681 w 7467600"/>
              <a:gd name="connsiteY781" fmla="*/ 988771 h 6858000"/>
              <a:gd name="connsiteX782" fmla="*/ 5870151 w 7467600"/>
              <a:gd name="connsiteY782" fmla="*/ 898890 h 6858000"/>
              <a:gd name="connsiteX783" fmla="*/ 5504425 w 7467600"/>
              <a:gd name="connsiteY783" fmla="*/ 848067 h 6858000"/>
              <a:gd name="connsiteX784" fmla="*/ 4968849 w 7467600"/>
              <a:gd name="connsiteY784" fmla="*/ 962318 h 6858000"/>
              <a:gd name="connsiteX785" fmla="*/ 5104039 w 7467600"/>
              <a:gd name="connsiteY785" fmla="*/ 940634 h 6858000"/>
              <a:gd name="connsiteX786" fmla="*/ 5256311 w 7467600"/>
              <a:gd name="connsiteY786" fmla="*/ 916490 h 6858000"/>
              <a:gd name="connsiteX787" fmla="*/ 5377381 w 7467600"/>
              <a:gd name="connsiteY787" fmla="*/ 912671 h 6858000"/>
              <a:gd name="connsiteX788" fmla="*/ 5460148 w 7467600"/>
              <a:gd name="connsiteY788" fmla="*/ 911442 h 6858000"/>
              <a:gd name="connsiteX789" fmla="*/ 5648971 w 7467600"/>
              <a:gd name="connsiteY789" fmla="*/ 891331 h 6858000"/>
              <a:gd name="connsiteX790" fmla="*/ 5844807 w 7467600"/>
              <a:gd name="connsiteY790" fmla="*/ 870718 h 6858000"/>
              <a:gd name="connsiteX791" fmla="*/ 5862975 w 7467600"/>
              <a:gd name="connsiteY791" fmla="*/ 869756 h 6858000"/>
              <a:gd name="connsiteX792" fmla="*/ 5920887 w 7467600"/>
              <a:gd name="connsiteY792" fmla="*/ 865929 h 6858000"/>
              <a:gd name="connsiteX793" fmla="*/ 5504425 w 7467600"/>
              <a:gd name="connsiteY793" fmla="*/ 848067 h 6858000"/>
              <a:gd name="connsiteX794" fmla="*/ 3607114 w 7467600"/>
              <a:gd name="connsiteY794" fmla="*/ 467441 h 6858000"/>
              <a:gd name="connsiteX795" fmla="*/ 3296242 w 7467600"/>
              <a:gd name="connsiteY795" fmla="*/ 807991 h 6858000"/>
              <a:gd name="connsiteX796" fmla="*/ 3174674 w 7467600"/>
              <a:gd name="connsiteY796" fmla="*/ 919759 h 6858000"/>
              <a:gd name="connsiteX797" fmla="*/ 3042978 w 7467600"/>
              <a:gd name="connsiteY797" fmla="*/ 1054894 h 6858000"/>
              <a:gd name="connsiteX798" fmla="*/ 2968914 w 7467600"/>
              <a:gd name="connsiteY798" fmla="*/ 1133756 h 6858000"/>
              <a:gd name="connsiteX799" fmla="*/ 3103823 w 7467600"/>
              <a:gd name="connsiteY799" fmla="*/ 1026814 h 6858000"/>
              <a:gd name="connsiteX800" fmla="*/ 3607114 w 7467600"/>
              <a:gd name="connsiteY800" fmla="*/ 467441 h 6858000"/>
              <a:gd name="connsiteX801" fmla="*/ 3744487 w 7467600"/>
              <a:gd name="connsiteY801" fmla="*/ 383136 h 6858000"/>
              <a:gd name="connsiteX802" fmla="*/ 3970213 w 7467600"/>
              <a:gd name="connsiteY802" fmla="*/ 995559 h 6858000"/>
              <a:gd name="connsiteX803" fmla="*/ 3744487 w 7467600"/>
              <a:gd name="connsiteY803" fmla="*/ 383136 h 6858000"/>
              <a:gd name="connsiteX804" fmla="*/ 3624562 w 7467600"/>
              <a:gd name="connsiteY804" fmla="*/ 367041 h 6858000"/>
              <a:gd name="connsiteX805" fmla="*/ 3489712 w 7467600"/>
              <a:gd name="connsiteY805" fmla="*/ 485386 h 6858000"/>
              <a:gd name="connsiteX806" fmla="*/ 3182994 w 7467600"/>
              <a:gd name="connsiteY806" fmla="*/ 828265 h 6858000"/>
              <a:gd name="connsiteX807" fmla="*/ 2892114 w 7467600"/>
              <a:gd name="connsiteY807" fmla="*/ 1172635 h 6858000"/>
              <a:gd name="connsiteX808" fmla="*/ 3021459 w 7467600"/>
              <a:gd name="connsiteY808" fmla="*/ 1035385 h 6858000"/>
              <a:gd name="connsiteX809" fmla="*/ 3153873 w 7467600"/>
              <a:gd name="connsiteY809" fmla="*/ 898971 h 6858000"/>
              <a:gd name="connsiteX810" fmla="*/ 3276511 w 7467600"/>
              <a:gd name="connsiteY810" fmla="*/ 786423 h 6858000"/>
              <a:gd name="connsiteX811" fmla="*/ 3584154 w 7467600"/>
              <a:gd name="connsiteY811" fmla="*/ 448218 h 6858000"/>
              <a:gd name="connsiteX812" fmla="*/ 3624562 w 7467600"/>
              <a:gd name="connsiteY812" fmla="*/ 367041 h 6858000"/>
              <a:gd name="connsiteX813" fmla="*/ 3766672 w 7467600"/>
              <a:gd name="connsiteY813" fmla="*/ 359429 h 6858000"/>
              <a:gd name="connsiteX814" fmla="*/ 3996338 w 7467600"/>
              <a:gd name="connsiteY814" fmla="*/ 968237 h 6858000"/>
              <a:gd name="connsiteX815" fmla="*/ 3766672 w 7467600"/>
              <a:gd name="connsiteY815" fmla="*/ 359429 h 6858000"/>
              <a:gd name="connsiteX816" fmla="*/ 5805386 w 7467600"/>
              <a:gd name="connsiteY816" fmla="*/ 239240 h 6858000"/>
              <a:gd name="connsiteX817" fmla="*/ 5736947 w 7467600"/>
              <a:gd name="connsiteY817" fmla="*/ 261367 h 6858000"/>
              <a:gd name="connsiteX818" fmla="*/ 5427012 w 7467600"/>
              <a:gd name="connsiteY818" fmla="*/ 311272 h 6858000"/>
              <a:gd name="connsiteX819" fmla="*/ 5147818 w 7467600"/>
              <a:gd name="connsiteY819" fmla="*/ 322112 h 6858000"/>
              <a:gd name="connsiteX820" fmla="*/ 5060854 w 7467600"/>
              <a:gd name="connsiteY820" fmla="*/ 311882 h 6858000"/>
              <a:gd name="connsiteX821" fmla="*/ 4945989 w 7467600"/>
              <a:gd name="connsiteY821" fmla="*/ 300516 h 6858000"/>
              <a:gd name="connsiteX822" fmla="*/ 5410479 w 7467600"/>
              <a:gd name="connsiteY822" fmla="*/ 348434 h 6858000"/>
              <a:gd name="connsiteX823" fmla="*/ 5805386 w 7467600"/>
              <a:gd name="connsiteY823" fmla="*/ 239240 h 6858000"/>
              <a:gd name="connsiteX824" fmla="*/ 5905192 w 7467600"/>
              <a:gd name="connsiteY824" fmla="*/ 163079 h 6858000"/>
              <a:gd name="connsiteX825" fmla="*/ 5865655 w 7467600"/>
              <a:gd name="connsiteY825" fmla="*/ 171901 h 6858000"/>
              <a:gd name="connsiteX826" fmla="*/ 5259740 w 7467600"/>
              <a:gd name="connsiteY826" fmla="*/ 257013 h 6858000"/>
              <a:gd name="connsiteX827" fmla="*/ 5208466 w 7467600"/>
              <a:gd name="connsiteY827" fmla="*/ 257550 h 6858000"/>
              <a:gd name="connsiteX828" fmla="*/ 4980204 w 7467600"/>
              <a:gd name="connsiteY828" fmla="*/ 271903 h 6858000"/>
              <a:gd name="connsiteX829" fmla="*/ 5068068 w 7467600"/>
              <a:gd name="connsiteY829" fmla="*/ 282244 h 6858000"/>
              <a:gd name="connsiteX830" fmla="*/ 5153231 w 7467600"/>
              <a:gd name="connsiteY830" fmla="*/ 292240 h 6858000"/>
              <a:gd name="connsiteX831" fmla="*/ 5426491 w 7467600"/>
              <a:gd name="connsiteY831" fmla="*/ 281128 h 6858000"/>
              <a:gd name="connsiteX832" fmla="*/ 5731212 w 7467600"/>
              <a:gd name="connsiteY832" fmla="*/ 231951 h 6858000"/>
              <a:gd name="connsiteX833" fmla="*/ 5905192 w 7467600"/>
              <a:gd name="connsiteY833" fmla="*/ 163079 h 6858000"/>
              <a:gd name="connsiteX834" fmla="*/ 5944437 w 7467600"/>
              <a:gd name="connsiteY834" fmla="*/ 113829 h 6858000"/>
              <a:gd name="connsiteX835" fmla="*/ 5825032 w 7467600"/>
              <a:gd name="connsiteY835" fmla="*/ 146405 h 6858000"/>
              <a:gd name="connsiteX836" fmla="*/ 4955599 w 7467600"/>
              <a:gd name="connsiteY836" fmla="*/ 247008 h 6858000"/>
              <a:gd name="connsiteX837" fmla="*/ 5210104 w 7467600"/>
              <a:gd name="connsiteY837" fmla="*/ 228123 h 6858000"/>
              <a:gd name="connsiteX838" fmla="*/ 5261015 w 7467600"/>
              <a:gd name="connsiteY838" fmla="*/ 227087 h 6858000"/>
              <a:gd name="connsiteX839" fmla="*/ 5861181 w 7467600"/>
              <a:gd name="connsiteY839" fmla="*/ 143093 h 6858000"/>
              <a:gd name="connsiteX840" fmla="*/ 5961252 w 7467600"/>
              <a:gd name="connsiteY840" fmla="*/ 114820 h 6858000"/>
              <a:gd name="connsiteX841" fmla="*/ 5944437 w 7467600"/>
              <a:gd name="connsiteY841" fmla="*/ 113829 h 6858000"/>
              <a:gd name="connsiteX842" fmla="*/ 3882765 w 7467600"/>
              <a:gd name="connsiteY842" fmla="*/ 0 h 6858000"/>
              <a:gd name="connsiteX843" fmla="*/ 3995099 w 7467600"/>
              <a:gd name="connsiteY843" fmla="*/ 0 h 6858000"/>
              <a:gd name="connsiteX844" fmla="*/ 4163818 w 7467600"/>
              <a:gd name="connsiteY844" fmla="*/ 234104 h 6858000"/>
              <a:gd name="connsiteX845" fmla="*/ 4172099 w 7467600"/>
              <a:gd name="connsiteY845" fmla="*/ 234207 h 6858000"/>
              <a:gd name="connsiteX846" fmla="*/ 4784282 w 7467600"/>
              <a:gd name="connsiteY846" fmla="*/ 276561 h 6858000"/>
              <a:gd name="connsiteX847" fmla="*/ 4801687 w 7467600"/>
              <a:gd name="connsiteY847" fmla="*/ 267764 h 6858000"/>
              <a:gd name="connsiteX848" fmla="*/ 6082788 w 7467600"/>
              <a:gd name="connsiteY848" fmla="*/ 64119 h 6858000"/>
              <a:gd name="connsiteX849" fmla="*/ 6099442 w 7467600"/>
              <a:gd name="connsiteY849" fmla="*/ 82568 h 6858000"/>
              <a:gd name="connsiteX850" fmla="*/ 4804137 w 7467600"/>
              <a:gd name="connsiteY850" fmla="*/ 320931 h 6858000"/>
              <a:gd name="connsiteX851" fmla="*/ 4227047 w 7467600"/>
              <a:gd name="connsiteY851" fmla="*/ 313415 h 6858000"/>
              <a:gd name="connsiteX852" fmla="*/ 4346041 w 7467600"/>
              <a:gd name="connsiteY852" fmla="*/ 456086 h 6858000"/>
              <a:gd name="connsiteX853" fmla="*/ 4870967 w 7467600"/>
              <a:gd name="connsiteY853" fmla="*/ 963061 h 6858000"/>
              <a:gd name="connsiteX854" fmla="*/ 4889647 w 7467600"/>
              <a:gd name="connsiteY854" fmla="*/ 957147 h 6858000"/>
              <a:gd name="connsiteX855" fmla="*/ 5422504 w 7467600"/>
              <a:gd name="connsiteY855" fmla="*/ 805191 h 6858000"/>
              <a:gd name="connsiteX856" fmla="*/ 6087656 w 7467600"/>
              <a:gd name="connsiteY856" fmla="*/ 826703 h 6858000"/>
              <a:gd name="connsiteX857" fmla="*/ 6058717 w 7467600"/>
              <a:gd name="connsiteY857" fmla="*/ 865992 h 6858000"/>
              <a:gd name="connsiteX858" fmla="*/ 4974153 w 7467600"/>
              <a:gd name="connsiteY858" fmla="*/ 1045456 h 6858000"/>
              <a:gd name="connsiteX859" fmla="*/ 5627835 w 7467600"/>
              <a:gd name="connsiteY859" fmla="*/ 1472077 h 6858000"/>
              <a:gd name="connsiteX860" fmla="*/ 5629817 w 7467600"/>
              <a:gd name="connsiteY860" fmla="*/ 1471412 h 6858000"/>
              <a:gd name="connsiteX861" fmla="*/ 5634124 w 7467600"/>
              <a:gd name="connsiteY861" fmla="*/ 1470572 h 6858000"/>
              <a:gd name="connsiteX862" fmla="*/ 5755832 w 7467600"/>
              <a:gd name="connsiteY862" fmla="*/ 1383886 h 6858000"/>
              <a:gd name="connsiteX863" fmla="*/ 6014186 w 7467600"/>
              <a:gd name="connsiteY863" fmla="*/ 1279799 h 6858000"/>
              <a:gd name="connsiteX864" fmla="*/ 6901619 w 7467600"/>
              <a:gd name="connsiteY864" fmla="*/ 1047874 h 6858000"/>
              <a:gd name="connsiteX865" fmla="*/ 6931566 w 7467600"/>
              <a:gd name="connsiteY865" fmla="*/ 1062034 h 6858000"/>
              <a:gd name="connsiteX866" fmla="*/ 5790982 w 7467600"/>
              <a:gd name="connsiteY866" fmla="*/ 1561380 h 6858000"/>
              <a:gd name="connsiteX867" fmla="*/ 6188971 w 7467600"/>
              <a:gd name="connsiteY867" fmla="*/ 1755168 h 6858000"/>
              <a:gd name="connsiteX868" fmla="*/ 6202446 w 7467600"/>
              <a:gd name="connsiteY868" fmla="*/ 1752268 h 6858000"/>
              <a:gd name="connsiteX869" fmla="*/ 7179560 w 7467600"/>
              <a:gd name="connsiteY869" fmla="*/ 1467551 h 6858000"/>
              <a:gd name="connsiteX870" fmla="*/ 7158730 w 7467600"/>
              <a:gd name="connsiteY870" fmla="*/ 1507835 h 6858000"/>
              <a:gd name="connsiteX871" fmla="*/ 6326959 w 7467600"/>
              <a:gd name="connsiteY871" fmla="*/ 1817686 h 6858000"/>
              <a:gd name="connsiteX872" fmla="*/ 6537433 w 7467600"/>
              <a:gd name="connsiteY872" fmla="*/ 1907790 h 6858000"/>
              <a:gd name="connsiteX873" fmla="*/ 6550221 w 7467600"/>
              <a:gd name="connsiteY873" fmla="*/ 1910729 h 6858000"/>
              <a:gd name="connsiteX874" fmla="*/ 6964438 w 7467600"/>
              <a:gd name="connsiteY874" fmla="*/ 2209505 h 6858000"/>
              <a:gd name="connsiteX875" fmla="*/ 7367862 w 7467600"/>
              <a:gd name="connsiteY875" fmla="*/ 2806833 h 6858000"/>
              <a:gd name="connsiteX876" fmla="*/ 7364329 w 7467600"/>
              <a:gd name="connsiteY876" fmla="*/ 2826907 h 6858000"/>
              <a:gd name="connsiteX877" fmla="*/ 7290545 w 7467600"/>
              <a:gd name="connsiteY877" fmla="*/ 2850663 h 6858000"/>
              <a:gd name="connsiteX878" fmla="*/ 6472036 w 7467600"/>
              <a:gd name="connsiteY878" fmla="*/ 1959003 h 6858000"/>
              <a:gd name="connsiteX879" fmla="*/ 5792897 w 7467600"/>
              <a:gd name="connsiteY879" fmla="*/ 1647747 h 6858000"/>
              <a:gd name="connsiteX880" fmla="*/ 5842751 w 7467600"/>
              <a:gd name="connsiteY880" fmla="*/ 1816112 h 6858000"/>
              <a:gd name="connsiteX881" fmla="*/ 5847424 w 7467600"/>
              <a:gd name="connsiteY881" fmla="*/ 1815776 h 6858000"/>
              <a:gd name="connsiteX882" fmla="*/ 6399821 w 7467600"/>
              <a:gd name="connsiteY882" fmla="*/ 2344799 h 6858000"/>
              <a:gd name="connsiteX883" fmla="*/ 6323232 w 7467600"/>
              <a:gd name="connsiteY883" fmla="*/ 2389634 h 6858000"/>
              <a:gd name="connsiteX884" fmla="*/ 5942958 w 7467600"/>
              <a:gd name="connsiteY884" fmla="*/ 2077708 h 6858000"/>
              <a:gd name="connsiteX885" fmla="*/ 5921559 w 7467600"/>
              <a:gd name="connsiteY885" fmla="*/ 2378596 h 6858000"/>
              <a:gd name="connsiteX886" fmla="*/ 5817651 w 7467600"/>
              <a:gd name="connsiteY886" fmla="*/ 3023919 h 6858000"/>
              <a:gd name="connsiteX887" fmla="*/ 5729634 w 7467600"/>
              <a:gd name="connsiteY887" fmla="*/ 3051849 h 6858000"/>
              <a:gd name="connsiteX888" fmla="*/ 5611018 w 7467600"/>
              <a:gd name="connsiteY888" fmla="*/ 2316769 h 6858000"/>
              <a:gd name="connsiteX889" fmla="*/ 5687608 w 7467600"/>
              <a:gd name="connsiteY889" fmla="*/ 2039972 h 6858000"/>
              <a:gd name="connsiteX890" fmla="*/ 5657554 w 7467600"/>
              <a:gd name="connsiteY890" fmla="*/ 1576445 h 6858000"/>
              <a:gd name="connsiteX891" fmla="*/ 5150475 w 7467600"/>
              <a:gd name="connsiteY891" fmla="*/ 1274012 h 6858000"/>
              <a:gd name="connsiteX892" fmla="*/ 5349142 w 7467600"/>
              <a:gd name="connsiteY892" fmla="*/ 2204405 h 6858000"/>
              <a:gd name="connsiteX893" fmla="*/ 5262214 w 7467600"/>
              <a:gd name="connsiteY893" fmla="*/ 2233836 h 6858000"/>
              <a:gd name="connsiteX894" fmla="*/ 4981539 w 7467600"/>
              <a:gd name="connsiteY894" fmla="*/ 1542201 h 6858000"/>
              <a:gd name="connsiteX895" fmla="*/ 4958461 w 7467600"/>
              <a:gd name="connsiteY895" fmla="*/ 1136957 h 6858000"/>
              <a:gd name="connsiteX896" fmla="*/ 4655015 w 7467600"/>
              <a:gd name="connsiteY896" fmla="*/ 891426 h 6858000"/>
              <a:gd name="connsiteX897" fmla="*/ 4348002 w 7467600"/>
              <a:gd name="connsiteY897" fmla="*/ 2205895 h 6858000"/>
              <a:gd name="connsiteX898" fmla="*/ 4262250 w 7467600"/>
              <a:gd name="connsiteY898" fmla="*/ 2219972 h 6858000"/>
              <a:gd name="connsiteX899" fmla="*/ 4550611 w 7467600"/>
              <a:gd name="connsiteY899" fmla="*/ 817540 h 6858000"/>
              <a:gd name="connsiteX900" fmla="*/ 4564418 w 7467600"/>
              <a:gd name="connsiteY900" fmla="*/ 808293 h 6858000"/>
              <a:gd name="connsiteX901" fmla="*/ 4266388 w 7467600"/>
              <a:gd name="connsiteY901" fmla="*/ 500083 h 6858000"/>
              <a:gd name="connsiteX902" fmla="*/ 4032842 w 7467600"/>
              <a:gd name="connsiteY902" fmla="*/ 211809 h 6858000"/>
              <a:gd name="connsiteX903" fmla="*/ 3882765 w 7467600"/>
              <a:gd name="connsiteY903" fmla="*/ 0 h 6858000"/>
              <a:gd name="connsiteX904" fmla="*/ 3721337 w 7467600"/>
              <a:gd name="connsiteY904" fmla="*/ 0 h 6858000"/>
              <a:gd name="connsiteX905" fmla="*/ 3797544 w 7467600"/>
              <a:gd name="connsiteY905" fmla="*/ 0 h 6858000"/>
              <a:gd name="connsiteX906" fmla="*/ 3775734 w 7467600"/>
              <a:gd name="connsiteY906" fmla="*/ 95131 h 6858000"/>
              <a:gd name="connsiteX907" fmla="*/ 3724807 w 7467600"/>
              <a:gd name="connsiteY907" fmla="*/ 272257 h 6858000"/>
              <a:gd name="connsiteX908" fmla="*/ 3726844 w 7467600"/>
              <a:gd name="connsiteY908" fmla="*/ 282988 h 6858000"/>
              <a:gd name="connsiteX909" fmla="*/ 3742664 w 7467600"/>
              <a:gd name="connsiteY909" fmla="*/ 279918 h 6858000"/>
              <a:gd name="connsiteX910" fmla="*/ 4103910 w 7467600"/>
              <a:gd name="connsiteY910" fmla="*/ 1161917 h 6858000"/>
              <a:gd name="connsiteX911" fmla="*/ 4020269 w 7467600"/>
              <a:gd name="connsiteY911" fmla="*/ 1200406 h 6858000"/>
              <a:gd name="connsiteX912" fmla="*/ 3674882 w 7467600"/>
              <a:gd name="connsiteY912" fmla="*/ 488524 h 6858000"/>
              <a:gd name="connsiteX913" fmla="*/ 3132682 w 7467600"/>
              <a:gd name="connsiteY913" fmla="*/ 1072284 h 6858000"/>
              <a:gd name="connsiteX914" fmla="*/ 2716346 w 7467600"/>
              <a:gd name="connsiteY914" fmla="*/ 1276376 h 6858000"/>
              <a:gd name="connsiteX915" fmla="*/ 2716772 w 7467600"/>
              <a:gd name="connsiteY915" fmla="*/ 1255462 h 6858000"/>
              <a:gd name="connsiteX916" fmla="*/ 3471096 w 7467600"/>
              <a:gd name="connsiteY916" fmla="*/ 437072 h 6858000"/>
              <a:gd name="connsiteX917" fmla="*/ 3639057 w 7467600"/>
              <a:gd name="connsiteY917" fmla="*/ 286334 h 6858000"/>
              <a:gd name="connsiteX918" fmla="*/ 3640309 w 7467600"/>
              <a:gd name="connsiteY918" fmla="*/ 284664 h 6858000"/>
              <a:gd name="connsiteX919" fmla="*/ 3646022 w 7467600"/>
              <a:gd name="connsiteY919" fmla="*/ 276711 h 6858000"/>
              <a:gd name="connsiteX920" fmla="*/ 3707943 w 7467600"/>
              <a:gd name="connsiteY920" fmla="*/ 65958 h 6858000"/>
              <a:gd name="connsiteX921" fmla="*/ 3721337 w 7467600"/>
              <a:gd name="connsiteY921" fmla="*/ 0 h 6858000"/>
              <a:gd name="connsiteX922" fmla="*/ 2867960 w 7467600"/>
              <a:gd name="connsiteY922" fmla="*/ 0 h 6858000"/>
              <a:gd name="connsiteX923" fmla="*/ 2926351 w 7467600"/>
              <a:gd name="connsiteY923" fmla="*/ 0 h 6858000"/>
              <a:gd name="connsiteX924" fmla="*/ 2902823 w 7467600"/>
              <a:gd name="connsiteY924" fmla="*/ 262929 h 6858000"/>
              <a:gd name="connsiteX925" fmla="*/ 2940663 w 7467600"/>
              <a:gd name="connsiteY925" fmla="*/ 140884 h 6858000"/>
              <a:gd name="connsiteX926" fmla="*/ 2947039 w 7467600"/>
              <a:gd name="connsiteY926" fmla="*/ 122524 h 6858000"/>
              <a:gd name="connsiteX927" fmla="*/ 2984316 w 7467600"/>
              <a:gd name="connsiteY927" fmla="*/ 0 h 6858000"/>
              <a:gd name="connsiteX928" fmla="*/ 3016114 w 7467600"/>
              <a:gd name="connsiteY928" fmla="*/ 0 h 6858000"/>
              <a:gd name="connsiteX929" fmla="*/ 2979949 w 7467600"/>
              <a:gd name="connsiteY929" fmla="*/ 119274 h 6858000"/>
              <a:gd name="connsiteX930" fmla="*/ 3023879 w 7467600"/>
              <a:gd name="connsiteY930" fmla="*/ 0 h 6858000"/>
              <a:gd name="connsiteX931" fmla="*/ 3105400 w 7467600"/>
              <a:gd name="connsiteY931" fmla="*/ 0 h 6858000"/>
              <a:gd name="connsiteX932" fmla="*/ 3094669 w 7467600"/>
              <a:gd name="connsiteY932" fmla="*/ 30308 h 6858000"/>
              <a:gd name="connsiteX933" fmla="*/ 2901945 w 7467600"/>
              <a:gd name="connsiteY933" fmla="*/ 466538 h 6858000"/>
              <a:gd name="connsiteX934" fmla="*/ 2815209 w 7467600"/>
              <a:gd name="connsiteY934" fmla="*/ 497361 h 6858000"/>
              <a:gd name="connsiteX935" fmla="*/ 2844845 w 7467600"/>
              <a:gd name="connsiteY935" fmla="*/ 127638 h 6858000"/>
              <a:gd name="connsiteX936" fmla="*/ 2867960 w 7467600"/>
              <a:gd name="connsiteY936" fmla="*/ 0 h 6858000"/>
              <a:gd name="connsiteX937" fmla="*/ 1057230 w 7467600"/>
              <a:gd name="connsiteY937" fmla="*/ 0 h 6858000"/>
              <a:gd name="connsiteX938" fmla="*/ 1111003 w 7467600"/>
              <a:gd name="connsiteY938" fmla="*/ 0 h 6858000"/>
              <a:gd name="connsiteX939" fmla="*/ 1125553 w 7467600"/>
              <a:gd name="connsiteY939" fmla="*/ 52588 h 6858000"/>
              <a:gd name="connsiteX940" fmla="*/ 1304276 w 7467600"/>
              <a:gd name="connsiteY940" fmla="*/ 476275 h 6858000"/>
              <a:gd name="connsiteX941" fmla="*/ 1492066 w 7467600"/>
              <a:gd name="connsiteY941" fmla="*/ 886333 h 6858000"/>
              <a:gd name="connsiteX942" fmla="*/ 1423698 w 7467600"/>
              <a:gd name="connsiteY942" fmla="*/ 710817 h 6858000"/>
              <a:gd name="connsiteX943" fmla="*/ 1357609 w 7467600"/>
              <a:gd name="connsiteY943" fmla="*/ 532892 h 6858000"/>
              <a:gd name="connsiteX944" fmla="*/ 1309550 w 7467600"/>
              <a:gd name="connsiteY944" fmla="*/ 374031 h 6858000"/>
              <a:gd name="connsiteX945" fmla="*/ 1193673 w 7467600"/>
              <a:gd name="connsiteY945" fmla="*/ 49533 h 6858000"/>
              <a:gd name="connsiteX946" fmla="*/ 1164391 w 7467600"/>
              <a:gd name="connsiteY946" fmla="*/ 0 h 6858000"/>
              <a:gd name="connsiteX947" fmla="*/ 1200666 w 7467600"/>
              <a:gd name="connsiteY947" fmla="*/ 0 h 6858000"/>
              <a:gd name="connsiteX948" fmla="*/ 1223408 w 7467600"/>
              <a:gd name="connsiteY948" fmla="*/ 38996 h 6858000"/>
              <a:gd name="connsiteX949" fmla="*/ 1339635 w 7467600"/>
              <a:gd name="connsiteY949" fmla="*/ 365517 h 6858000"/>
              <a:gd name="connsiteX950" fmla="*/ 1387469 w 7467600"/>
              <a:gd name="connsiteY950" fmla="*/ 523079 h 6858000"/>
              <a:gd name="connsiteX951" fmla="*/ 1452685 w 7467600"/>
              <a:gd name="connsiteY951" fmla="*/ 699806 h 6858000"/>
              <a:gd name="connsiteX952" fmla="*/ 1492092 w 7467600"/>
              <a:gd name="connsiteY952" fmla="*/ 800424 h 6858000"/>
              <a:gd name="connsiteX953" fmla="*/ 1455302 w 7467600"/>
              <a:gd name="connsiteY953" fmla="*/ 632913 h 6858000"/>
              <a:gd name="connsiteX954" fmla="*/ 1222336 w 7467600"/>
              <a:gd name="connsiteY954" fmla="*/ 9480 h 6858000"/>
              <a:gd name="connsiteX955" fmla="*/ 1214634 w 7467600"/>
              <a:gd name="connsiteY955" fmla="*/ 0 h 6858000"/>
              <a:gd name="connsiteX956" fmla="*/ 1289827 w 7467600"/>
              <a:gd name="connsiteY956" fmla="*/ 0 h 6858000"/>
              <a:gd name="connsiteX957" fmla="*/ 1321076 w 7467600"/>
              <a:gd name="connsiteY957" fmla="*/ 59722 h 6858000"/>
              <a:gd name="connsiteX958" fmla="*/ 1512579 w 7467600"/>
              <a:gd name="connsiteY958" fmla="*/ 626441 h 6858000"/>
              <a:gd name="connsiteX959" fmla="*/ 1506076 w 7467600"/>
              <a:gd name="connsiteY959" fmla="*/ 1089289 h 6858000"/>
              <a:gd name="connsiteX960" fmla="*/ 1486346 w 7467600"/>
              <a:gd name="connsiteY960" fmla="*/ 1079919 h 6858000"/>
              <a:gd name="connsiteX961" fmla="*/ 1070511 w 7467600"/>
              <a:gd name="connsiteY961" fmla="*/ 48609 h 6858000"/>
              <a:gd name="connsiteX962" fmla="*/ 1057230 w 7467600"/>
              <a:gd name="connsiteY962" fmla="*/ 0 h 6858000"/>
              <a:gd name="connsiteX963" fmla="*/ 43151 w 7467600"/>
              <a:gd name="connsiteY963" fmla="*/ 0 h 6858000"/>
              <a:gd name="connsiteX964" fmla="*/ 95283 w 7467600"/>
              <a:gd name="connsiteY964" fmla="*/ 0 h 6858000"/>
              <a:gd name="connsiteX965" fmla="*/ 300708 w 7467600"/>
              <a:gd name="connsiteY965" fmla="*/ 154571 h 6858000"/>
              <a:gd name="connsiteX966" fmla="*/ 530414 w 7467600"/>
              <a:gd name="connsiteY966" fmla="*/ 354673 h 6858000"/>
              <a:gd name="connsiteX967" fmla="*/ 333785 w 7467600"/>
              <a:gd name="connsiteY967" fmla="*/ 161564 h 6858000"/>
              <a:gd name="connsiteX968" fmla="*/ 147005 w 7467600"/>
              <a:gd name="connsiteY968" fmla="*/ 0 h 6858000"/>
              <a:gd name="connsiteX969" fmla="*/ 272509 w 7467600"/>
              <a:gd name="connsiteY969" fmla="*/ 0 h 6858000"/>
              <a:gd name="connsiteX970" fmla="*/ 326276 w 7467600"/>
              <a:gd name="connsiteY970" fmla="*/ 45847 h 6858000"/>
              <a:gd name="connsiteX971" fmla="*/ 823759 w 7467600"/>
              <a:gd name="connsiteY971" fmla="*/ 574145 h 6858000"/>
              <a:gd name="connsiteX972" fmla="*/ 811254 w 7467600"/>
              <a:gd name="connsiteY972" fmla="*/ 665546 h 6858000"/>
              <a:gd name="connsiteX973" fmla="*/ 154042 w 7467600"/>
              <a:gd name="connsiteY973" fmla="*/ 261522 h 6858000"/>
              <a:gd name="connsiteX974" fmla="*/ 13550 w 7467600"/>
              <a:gd name="connsiteY974" fmla="*/ 158423 h 6858000"/>
              <a:gd name="connsiteX975" fmla="*/ 0 w 7467600"/>
              <a:gd name="connsiteY975" fmla="*/ 146618 h 6858000"/>
              <a:gd name="connsiteX976" fmla="*/ 0 w 7467600"/>
              <a:gd name="connsiteY976" fmla="*/ 59161 h 6858000"/>
              <a:gd name="connsiteX977" fmla="*/ 45427 w 7467600"/>
              <a:gd name="connsiteY977" fmla="*/ 101078 h 6858000"/>
              <a:gd name="connsiteX978" fmla="*/ 630103 w 7467600"/>
              <a:gd name="connsiteY978" fmla="*/ 485885 h 6858000"/>
              <a:gd name="connsiteX979" fmla="*/ 532040 w 7467600"/>
              <a:gd name="connsiteY979" fmla="*/ 399359 h 6858000"/>
              <a:gd name="connsiteX980" fmla="*/ 517618 w 7467600"/>
              <a:gd name="connsiteY980" fmla="*/ 385726 h 6858000"/>
              <a:gd name="connsiteX981" fmla="*/ 285074 w 7467600"/>
              <a:gd name="connsiteY981" fmla="*/ 182755 h 6858000"/>
              <a:gd name="connsiteX982" fmla="*/ 43151 w 7467600"/>
              <a:gd name="connsiteY98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1456157 w 7467600"/>
              <a:gd name="connsiteY103" fmla="*/ 5371404 h 6858000"/>
              <a:gd name="connsiteX104" fmla="*/ 1244432 w 7467600"/>
              <a:gd name="connsiteY104" fmla="*/ 5385601 h 6858000"/>
              <a:gd name="connsiteX105" fmla="*/ 973990 w 7467600"/>
              <a:gd name="connsiteY105" fmla="*/ 5424940 h 6858000"/>
              <a:gd name="connsiteX106" fmla="*/ 1103809 w 7467600"/>
              <a:gd name="connsiteY106" fmla="*/ 5433720 h 6858000"/>
              <a:gd name="connsiteX107" fmla="*/ 1123454 w 7467600"/>
              <a:gd name="connsiteY107" fmla="*/ 5435727 h 6858000"/>
              <a:gd name="connsiteX108" fmla="*/ 1737017 w 7467600"/>
              <a:gd name="connsiteY108" fmla="*/ 5452183 h 6858000"/>
              <a:gd name="connsiteX109" fmla="*/ 1824397 w 7467600"/>
              <a:gd name="connsiteY109" fmla="*/ 5447757 h 6858000"/>
              <a:gd name="connsiteX110" fmla="*/ 2070059 w 7467600"/>
              <a:gd name="connsiteY110" fmla="*/ 5441660 h 6858000"/>
              <a:gd name="connsiteX111" fmla="*/ 1456157 w 7467600"/>
              <a:gd name="connsiteY111" fmla="*/ 5371404 h 6858000"/>
              <a:gd name="connsiteX112" fmla="*/ 4988186 w 7467600"/>
              <a:gd name="connsiteY112" fmla="*/ 5216467 h 6858000"/>
              <a:gd name="connsiteX113" fmla="*/ 4777334 w 7467600"/>
              <a:gd name="connsiteY113" fmla="*/ 5406072 h 6858000"/>
              <a:gd name="connsiteX114" fmla="*/ 4718341 w 7467600"/>
              <a:gd name="connsiteY114" fmla="*/ 5468043 h 6858000"/>
              <a:gd name="connsiteX115" fmla="*/ 4604655 w 7467600"/>
              <a:gd name="connsiteY115" fmla="*/ 5583434 h 6858000"/>
              <a:gd name="connsiteX116" fmla="*/ 4565074 w 7467600"/>
              <a:gd name="connsiteY116" fmla="*/ 5618550 h 6858000"/>
              <a:gd name="connsiteX117" fmla="*/ 4988186 w 7467600"/>
              <a:gd name="connsiteY117" fmla="*/ 5216467 h 6858000"/>
              <a:gd name="connsiteX118" fmla="*/ 4978032 w 7467600"/>
              <a:gd name="connsiteY118" fmla="*/ 5183809 h 6858000"/>
              <a:gd name="connsiteX119" fmla="*/ 4463413 w 7467600"/>
              <a:gd name="connsiteY119" fmla="*/ 5615162 h 6858000"/>
              <a:gd name="connsiteX120" fmla="*/ 4358134 w 7467600"/>
              <a:gd name="connsiteY120" fmla="*/ 5742791 h 6858000"/>
              <a:gd name="connsiteX121" fmla="*/ 4376219 w 7467600"/>
              <a:gd name="connsiteY121" fmla="*/ 5729027 h 6858000"/>
              <a:gd name="connsiteX122" fmla="*/ 4582340 w 7467600"/>
              <a:gd name="connsiteY122" fmla="*/ 5561037 h 6858000"/>
              <a:gd name="connsiteX123" fmla="*/ 4694684 w 7467600"/>
              <a:gd name="connsiteY123" fmla="*/ 5447098 h 6858000"/>
              <a:gd name="connsiteX124" fmla="*/ 4754123 w 7467600"/>
              <a:gd name="connsiteY124" fmla="*/ 5384643 h 6858000"/>
              <a:gd name="connsiteX125" fmla="*/ 4978032 w 7467600"/>
              <a:gd name="connsiteY125" fmla="*/ 5183809 h 6858000"/>
              <a:gd name="connsiteX126" fmla="*/ 1903353 w 7467600"/>
              <a:gd name="connsiteY126" fmla="*/ 5044827 h 6858000"/>
              <a:gd name="connsiteX127" fmla="*/ 1936931 w 7467600"/>
              <a:gd name="connsiteY127" fmla="*/ 5093954 h 6858000"/>
              <a:gd name="connsiteX128" fmla="*/ 2195868 w 7467600"/>
              <a:gd name="connsiteY128" fmla="*/ 5396574 h 6858000"/>
              <a:gd name="connsiteX129" fmla="*/ 2088852 w 7467600"/>
              <a:gd name="connsiteY129" fmla="*/ 5166123 h 6858000"/>
              <a:gd name="connsiteX130" fmla="*/ 1958241 w 7467600"/>
              <a:gd name="connsiteY130" fmla="*/ 5067955 h 6858000"/>
              <a:gd name="connsiteX131" fmla="*/ 1903353 w 7467600"/>
              <a:gd name="connsiteY131" fmla="*/ 5044827 h 6858000"/>
              <a:gd name="connsiteX132" fmla="*/ 1979378 w 7467600"/>
              <a:gd name="connsiteY132" fmla="*/ 4769504 h 6858000"/>
              <a:gd name="connsiteX133" fmla="*/ 2882120 w 7467600"/>
              <a:gd name="connsiteY133" fmla="*/ 5064547 h 6858000"/>
              <a:gd name="connsiteX134" fmla="*/ 2793103 w 7467600"/>
              <a:gd name="connsiteY134" fmla="*/ 5039699 h 6858000"/>
              <a:gd name="connsiteX135" fmla="*/ 2770041 w 7467600"/>
              <a:gd name="connsiteY135" fmla="*/ 5033634 h 6858000"/>
              <a:gd name="connsiteX136" fmla="*/ 1979378 w 7467600"/>
              <a:gd name="connsiteY136" fmla="*/ 4769504 h 6858000"/>
              <a:gd name="connsiteX137" fmla="*/ 1927410 w 7467600"/>
              <a:gd name="connsiteY137" fmla="*/ 4716164 h 6858000"/>
              <a:gd name="connsiteX138" fmla="*/ 1959587 w 7467600"/>
              <a:gd name="connsiteY138" fmla="*/ 4728849 h 6858000"/>
              <a:gd name="connsiteX139" fmla="*/ 2777707 w 7467600"/>
              <a:gd name="connsiteY139" fmla="*/ 5003991 h 6858000"/>
              <a:gd name="connsiteX140" fmla="*/ 2800768 w 7467600"/>
              <a:gd name="connsiteY140" fmla="*/ 5010056 h 6858000"/>
              <a:gd name="connsiteX141" fmla="*/ 2879408 w 7467600"/>
              <a:gd name="connsiteY141" fmla="*/ 5031590 h 6858000"/>
              <a:gd name="connsiteX142" fmla="*/ 2862295 w 7467600"/>
              <a:gd name="connsiteY142" fmla="*/ 5022958 h 6858000"/>
              <a:gd name="connsiteX143" fmla="*/ 2813343 w 7467600"/>
              <a:gd name="connsiteY143" fmla="*/ 4998369 h 6858000"/>
              <a:gd name="connsiteX144" fmla="*/ 2646245 w 7467600"/>
              <a:gd name="connsiteY144" fmla="*/ 4930999 h 6858000"/>
              <a:gd name="connsiteX145" fmla="*/ 1999243 w 7467600"/>
              <a:gd name="connsiteY145" fmla="*/ 4730524 h 6858000"/>
              <a:gd name="connsiteX146" fmla="*/ 1979527 w 7467600"/>
              <a:gd name="connsiteY146" fmla="*/ 4726651 h 6858000"/>
              <a:gd name="connsiteX147" fmla="*/ 1927410 w 7467600"/>
              <a:gd name="connsiteY147" fmla="*/ 4716164 h 6858000"/>
              <a:gd name="connsiteX148" fmla="*/ 1997014 w 7467600"/>
              <a:gd name="connsiteY148" fmla="*/ 4698007 h 6858000"/>
              <a:gd name="connsiteX149" fmla="*/ 2005458 w 7467600"/>
              <a:gd name="connsiteY149" fmla="*/ 4699540 h 6858000"/>
              <a:gd name="connsiteX150" fmla="*/ 2657186 w 7467600"/>
              <a:gd name="connsiteY150" fmla="*/ 4901687 h 6858000"/>
              <a:gd name="connsiteX151" fmla="*/ 2826662 w 7467600"/>
              <a:gd name="connsiteY151" fmla="*/ 4970362 h 6858000"/>
              <a:gd name="connsiteX152" fmla="*/ 2876100 w 7467600"/>
              <a:gd name="connsiteY152" fmla="*/ 4995397 h 6858000"/>
              <a:gd name="connsiteX153" fmla="*/ 3042600 w 7467600"/>
              <a:gd name="connsiteY153" fmla="*/ 5059532 h 6858000"/>
              <a:gd name="connsiteX154" fmla="*/ 1997014 w 7467600"/>
              <a:gd name="connsiteY154" fmla="*/ 4698007 h 6858000"/>
              <a:gd name="connsiteX155" fmla="*/ 2305292 w 7467600"/>
              <a:gd name="connsiteY155" fmla="*/ 4219492 h 6858000"/>
              <a:gd name="connsiteX156" fmla="*/ 3360922 w 7467600"/>
              <a:gd name="connsiteY156" fmla="*/ 4529373 h 6858000"/>
              <a:gd name="connsiteX157" fmla="*/ 3492420 w 7467600"/>
              <a:gd name="connsiteY157" fmla="*/ 4510145 h 6858000"/>
              <a:gd name="connsiteX158" fmla="*/ 3364086 w 7467600"/>
              <a:gd name="connsiteY158" fmla="*/ 4480340 h 6858000"/>
              <a:gd name="connsiteX159" fmla="*/ 3225818 w 7467600"/>
              <a:gd name="connsiteY159" fmla="*/ 4411822 h 6858000"/>
              <a:gd name="connsiteX160" fmla="*/ 3129696 w 7467600"/>
              <a:gd name="connsiteY160" fmla="*/ 4360704 h 6858000"/>
              <a:gd name="connsiteX161" fmla="*/ 2814545 w 7467600"/>
              <a:gd name="connsiteY161" fmla="*/ 4282955 h 6858000"/>
              <a:gd name="connsiteX162" fmla="*/ 2305292 w 7467600"/>
              <a:gd name="connsiteY162" fmla="*/ 4219492 h 6858000"/>
              <a:gd name="connsiteX163" fmla="*/ 2626982 w 7467600"/>
              <a:gd name="connsiteY163" fmla="*/ 4206450 h 6858000"/>
              <a:gd name="connsiteX164" fmla="*/ 2490617 w 7467600"/>
              <a:gd name="connsiteY164" fmla="*/ 4206951 h 6858000"/>
              <a:gd name="connsiteX165" fmla="*/ 2819869 w 7467600"/>
              <a:gd name="connsiteY165" fmla="*/ 4252936 h 6858000"/>
              <a:gd name="connsiteX166" fmla="*/ 3143018 w 7467600"/>
              <a:gd name="connsiteY166" fmla="*/ 4332698 h 6858000"/>
              <a:gd name="connsiteX167" fmla="*/ 3241520 w 7467600"/>
              <a:gd name="connsiteY167" fmla="*/ 4385112 h 6858000"/>
              <a:gd name="connsiteX168" fmla="*/ 3374575 w 7467600"/>
              <a:gd name="connsiteY168" fmla="*/ 4451517 h 6858000"/>
              <a:gd name="connsiteX169" fmla="*/ 3505221 w 7467600"/>
              <a:gd name="connsiteY169" fmla="*/ 4480757 h 6858000"/>
              <a:gd name="connsiteX170" fmla="*/ 2626982 w 7467600"/>
              <a:gd name="connsiteY170" fmla="*/ 4206450 h 6858000"/>
              <a:gd name="connsiteX171" fmla="*/ 1310106 w 7467600"/>
              <a:gd name="connsiteY171" fmla="*/ 3943217 h 6858000"/>
              <a:gd name="connsiteX172" fmla="*/ 854994 w 7467600"/>
              <a:gd name="connsiteY172" fmla="*/ 4399136 h 6858000"/>
              <a:gd name="connsiteX173" fmla="*/ 742462 w 7467600"/>
              <a:gd name="connsiteY173" fmla="*/ 4594648 h 6858000"/>
              <a:gd name="connsiteX174" fmla="*/ 820602 w 7467600"/>
              <a:gd name="connsiteY174" fmla="*/ 4485915 h 6858000"/>
              <a:gd name="connsiteX175" fmla="*/ 878295 w 7467600"/>
              <a:gd name="connsiteY175" fmla="*/ 4403594 h 6858000"/>
              <a:gd name="connsiteX176" fmla="*/ 1240607 w 7467600"/>
              <a:gd name="connsiteY176" fmla="*/ 4010401 h 6858000"/>
              <a:gd name="connsiteX177" fmla="*/ 1310106 w 7467600"/>
              <a:gd name="connsiteY177" fmla="*/ 3943217 h 6858000"/>
              <a:gd name="connsiteX178" fmla="*/ 1423113 w 7467600"/>
              <a:gd name="connsiteY178" fmla="*/ 3874565 h 6858000"/>
              <a:gd name="connsiteX179" fmla="*/ 1260565 w 7467600"/>
              <a:gd name="connsiteY179" fmla="*/ 4031982 h 6858000"/>
              <a:gd name="connsiteX180" fmla="*/ 901900 w 7467600"/>
              <a:gd name="connsiteY180" fmla="*/ 4421236 h 6858000"/>
              <a:gd name="connsiteX181" fmla="*/ 845044 w 7467600"/>
              <a:gd name="connsiteY181" fmla="*/ 4502436 h 6858000"/>
              <a:gd name="connsiteX182" fmla="*/ 685926 w 7467600"/>
              <a:gd name="connsiteY182" fmla="*/ 4703069 h 6858000"/>
              <a:gd name="connsiteX183" fmla="*/ 684248 w 7467600"/>
              <a:gd name="connsiteY183" fmla="*/ 4706721 h 6858000"/>
              <a:gd name="connsiteX184" fmla="*/ 1423113 w 7467600"/>
              <a:gd name="connsiteY184" fmla="*/ 3874565 h 6858000"/>
              <a:gd name="connsiteX185" fmla="*/ 3316479 w 7467600"/>
              <a:gd name="connsiteY185" fmla="*/ 3872136 h 6858000"/>
              <a:gd name="connsiteX186" fmla="*/ 3546806 w 7467600"/>
              <a:gd name="connsiteY186" fmla="*/ 4356139 h 6858000"/>
              <a:gd name="connsiteX187" fmla="*/ 3364433 w 7467600"/>
              <a:gd name="connsiteY187" fmla="*/ 3953121 h 6858000"/>
              <a:gd name="connsiteX188" fmla="*/ 3316479 w 7467600"/>
              <a:gd name="connsiteY188" fmla="*/ 3872136 h 6858000"/>
              <a:gd name="connsiteX189" fmla="*/ 3291335 w 7467600"/>
              <a:gd name="connsiteY189" fmla="*/ 3767420 h 6858000"/>
              <a:gd name="connsiteX190" fmla="*/ 3390805 w 7467600"/>
              <a:gd name="connsiteY190" fmla="*/ 3937163 h 6858000"/>
              <a:gd name="connsiteX191" fmla="*/ 3579062 w 7467600"/>
              <a:gd name="connsiteY191" fmla="*/ 4359040 h 6858000"/>
              <a:gd name="connsiteX192" fmla="*/ 3467355 w 7467600"/>
              <a:gd name="connsiteY192" fmla="*/ 3988130 h 6858000"/>
              <a:gd name="connsiteX193" fmla="*/ 3310753 w 7467600"/>
              <a:gd name="connsiteY193" fmla="*/ 3787140 h 6858000"/>
              <a:gd name="connsiteX194" fmla="*/ 3291335 w 7467600"/>
              <a:gd name="connsiteY194" fmla="*/ 3767420 h 6858000"/>
              <a:gd name="connsiteX195" fmla="*/ 1635889 w 7467600"/>
              <a:gd name="connsiteY195" fmla="*/ 3709494 h 6858000"/>
              <a:gd name="connsiteX196" fmla="*/ 1634800 w 7467600"/>
              <a:gd name="connsiteY196" fmla="*/ 3731111 h 6858000"/>
              <a:gd name="connsiteX197" fmla="*/ 1635889 w 7467600"/>
              <a:gd name="connsiteY197" fmla="*/ 3709494 h 6858000"/>
              <a:gd name="connsiteX198" fmla="*/ 1510397 w 7467600"/>
              <a:gd name="connsiteY198" fmla="*/ 3684705 h 6858000"/>
              <a:gd name="connsiteX199" fmla="*/ 1146550 w 7467600"/>
              <a:gd name="connsiteY199" fmla="*/ 3802012 h 6858000"/>
              <a:gd name="connsiteX200" fmla="*/ 698834 w 7467600"/>
              <a:gd name="connsiteY200" fmla="*/ 3952272 h 6858000"/>
              <a:gd name="connsiteX201" fmla="*/ 34256 w 7467600"/>
              <a:gd name="connsiteY201" fmla="*/ 4347603 h 6858000"/>
              <a:gd name="connsiteX202" fmla="*/ 527241 w 7467600"/>
              <a:gd name="connsiteY202" fmla="*/ 4065078 h 6858000"/>
              <a:gd name="connsiteX203" fmla="*/ 1510397 w 7467600"/>
              <a:gd name="connsiteY203" fmla="*/ 3684705 h 6858000"/>
              <a:gd name="connsiteX204" fmla="*/ 1313114 w 7467600"/>
              <a:gd name="connsiteY204" fmla="*/ 3655216 h 6858000"/>
              <a:gd name="connsiteX205" fmla="*/ 1109304 w 7467600"/>
              <a:gd name="connsiteY205" fmla="*/ 3669030 h 6858000"/>
              <a:gd name="connsiteX206" fmla="*/ 8129 w 7467600"/>
              <a:gd name="connsiteY206" fmla="*/ 4330519 h 6858000"/>
              <a:gd name="connsiteX207" fmla="*/ 687572 w 7467600"/>
              <a:gd name="connsiteY207" fmla="*/ 3925629 h 6858000"/>
              <a:gd name="connsiteX208" fmla="*/ 1138365 w 7467600"/>
              <a:gd name="connsiteY208" fmla="*/ 3774515 h 6858000"/>
              <a:gd name="connsiteX209" fmla="*/ 1505579 w 7467600"/>
              <a:gd name="connsiteY209" fmla="*/ 3655526 h 6858000"/>
              <a:gd name="connsiteX210" fmla="*/ 1313114 w 7467600"/>
              <a:gd name="connsiteY210" fmla="*/ 3655216 h 6858000"/>
              <a:gd name="connsiteX211" fmla="*/ 3655073 w 7467600"/>
              <a:gd name="connsiteY211" fmla="*/ 3650884 h 6858000"/>
              <a:gd name="connsiteX212" fmla="*/ 3989938 w 7467600"/>
              <a:gd name="connsiteY212" fmla="*/ 3991685 h 6858000"/>
              <a:gd name="connsiteX213" fmla="*/ 4393907 w 7467600"/>
              <a:gd name="connsiteY213" fmla="*/ 4261258 h 6858000"/>
              <a:gd name="connsiteX214" fmla="*/ 4648051 w 7467600"/>
              <a:gd name="connsiteY214" fmla="*/ 4374051 h 6858000"/>
              <a:gd name="connsiteX215" fmla="*/ 4383389 w 7467600"/>
              <a:gd name="connsiteY215" fmla="*/ 4184369 h 6858000"/>
              <a:gd name="connsiteX216" fmla="*/ 4165508 w 7467600"/>
              <a:gd name="connsiteY216" fmla="*/ 4035196 h 6858000"/>
              <a:gd name="connsiteX217" fmla="*/ 4068162 w 7467600"/>
              <a:gd name="connsiteY217" fmla="*/ 3953394 h 6858000"/>
              <a:gd name="connsiteX218" fmla="*/ 3981416 w 7467600"/>
              <a:gd name="connsiteY218" fmla="*/ 3880482 h 6858000"/>
              <a:gd name="connsiteX219" fmla="*/ 3800147 w 7467600"/>
              <a:gd name="connsiteY219" fmla="*/ 3749872 h 6858000"/>
              <a:gd name="connsiteX220" fmla="*/ 3655073 w 7467600"/>
              <a:gd name="connsiteY220" fmla="*/ 3650884 h 6858000"/>
              <a:gd name="connsiteX221" fmla="*/ 3670252 w 7467600"/>
              <a:gd name="connsiteY221" fmla="*/ 3622798 h 6858000"/>
              <a:gd name="connsiteX222" fmla="*/ 3817258 w 7467600"/>
              <a:gd name="connsiteY222" fmla="*/ 3723577 h 6858000"/>
              <a:gd name="connsiteX223" fmla="*/ 4000461 w 7467600"/>
              <a:gd name="connsiteY223" fmla="*/ 3855966 h 6858000"/>
              <a:gd name="connsiteX224" fmla="*/ 4088180 w 7467600"/>
              <a:gd name="connsiteY224" fmla="*/ 3929774 h 6858000"/>
              <a:gd name="connsiteX225" fmla="*/ 4184555 w 7467600"/>
              <a:gd name="connsiteY225" fmla="*/ 4010683 h 6858000"/>
              <a:gd name="connsiteX226" fmla="*/ 4399563 w 7467600"/>
              <a:gd name="connsiteY226" fmla="*/ 4158106 h 6858000"/>
              <a:gd name="connsiteX227" fmla="*/ 4684469 w 7467600"/>
              <a:gd name="connsiteY227" fmla="*/ 4364680 h 6858000"/>
              <a:gd name="connsiteX228" fmla="*/ 4690271 w 7467600"/>
              <a:gd name="connsiteY228" fmla="*/ 4370034 h 6858000"/>
              <a:gd name="connsiteX229" fmla="*/ 4136093 w 7467600"/>
              <a:gd name="connsiteY229" fmla="*/ 3858466 h 6858000"/>
              <a:gd name="connsiteX230" fmla="*/ 3670252 w 7467600"/>
              <a:gd name="connsiteY230" fmla="*/ 3622798 h 6858000"/>
              <a:gd name="connsiteX231" fmla="*/ 4440129 w 7467600"/>
              <a:gd name="connsiteY231" fmla="*/ 3448571 h 6858000"/>
              <a:gd name="connsiteX232" fmla="*/ 4856525 w 7467600"/>
              <a:gd name="connsiteY232" fmla="*/ 3915351 h 6858000"/>
              <a:gd name="connsiteX233" fmla="*/ 5059055 w 7467600"/>
              <a:gd name="connsiteY233" fmla="*/ 4108918 h 6858000"/>
              <a:gd name="connsiteX234" fmla="*/ 5290070 w 7467600"/>
              <a:gd name="connsiteY234" fmla="*/ 4263619 h 6858000"/>
              <a:gd name="connsiteX235" fmla="*/ 4834991 w 7467600"/>
              <a:gd name="connsiteY235" fmla="*/ 3830985 h 6858000"/>
              <a:gd name="connsiteX236" fmla="*/ 4440129 w 7467600"/>
              <a:gd name="connsiteY236" fmla="*/ 3448571 h 6858000"/>
              <a:gd name="connsiteX237" fmla="*/ 4441737 w 7467600"/>
              <a:gd name="connsiteY237" fmla="*/ 3399734 h 6858000"/>
              <a:gd name="connsiteX238" fmla="*/ 4431236 w 7467600"/>
              <a:gd name="connsiteY238" fmla="*/ 3400954 h 6858000"/>
              <a:gd name="connsiteX239" fmla="*/ 4557150 w 7467600"/>
              <a:gd name="connsiteY239" fmla="*/ 3510023 h 6858000"/>
              <a:gd name="connsiteX240" fmla="*/ 4856936 w 7467600"/>
              <a:gd name="connsiteY240" fmla="*/ 3809146 h 6858000"/>
              <a:gd name="connsiteX241" fmla="*/ 5111996 w 7467600"/>
              <a:gd name="connsiteY241" fmla="*/ 4065759 h 6858000"/>
              <a:gd name="connsiteX242" fmla="*/ 5388878 w 7467600"/>
              <a:gd name="connsiteY242" fmla="*/ 4300185 h 6858000"/>
              <a:gd name="connsiteX243" fmla="*/ 5425556 w 7467600"/>
              <a:gd name="connsiteY243" fmla="*/ 4308967 h 6858000"/>
              <a:gd name="connsiteX244" fmla="*/ 4943646 w 7467600"/>
              <a:gd name="connsiteY244" fmla="*/ 3822916 h 6858000"/>
              <a:gd name="connsiteX245" fmla="*/ 4594837 w 7467600"/>
              <a:gd name="connsiteY245" fmla="*/ 3532274 h 6858000"/>
              <a:gd name="connsiteX246" fmla="*/ 4441737 w 7467600"/>
              <a:gd name="connsiteY246" fmla="*/ 3399734 h 6858000"/>
              <a:gd name="connsiteX247" fmla="*/ 5425834 w 7467600"/>
              <a:gd name="connsiteY247" fmla="*/ 3162785 h 6858000"/>
              <a:gd name="connsiteX248" fmla="*/ 5401644 w 7467600"/>
              <a:gd name="connsiteY248" fmla="*/ 3617847 h 6858000"/>
              <a:gd name="connsiteX249" fmla="*/ 5467256 w 7467600"/>
              <a:gd name="connsiteY249" fmla="*/ 4175494 h 6858000"/>
              <a:gd name="connsiteX250" fmla="*/ 5448069 w 7467600"/>
              <a:gd name="connsiteY250" fmla="*/ 3567554 h 6858000"/>
              <a:gd name="connsiteX251" fmla="*/ 5425834 w 7467600"/>
              <a:gd name="connsiteY251" fmla="*/ 3162785 h 6858000"/>
              <a:gd name="connsiteX252" fmla="*/ 1318687 w 7467600"/>
              <a:gd name="connsiteY252" fmla="*/ 3113840 h 6858000"/>
              <a:gd name="connsiteX253" fmla="*/ 1066793 w 7467600"/>
              <a:gd name="connsiteY253" fmla="*/ 3212171 h 6858000"/>
              <a:gd name="connsiteX254" fmla="*/ 993319 w 7467600"/>
              <a:gd name="connsiteY254" fmla="*/ 3247648 h 6858000"/>
              <a:gd name="connsiteX255" fmla="*/ 853081 w 7467600"/>
              <a:gd name="connsiteY255" fmla="*/ 3312410 h 6858000"/>
              <a:gd name="connsiteX256" fmla="*/ 805957 w 7467600"/>
              <a:gd name="connsiteY256" fmla="*/ 3330443 h 6858000"/>
              <a:gd name="connsiteX257" fmla="*/ 1318687 w 7467600"/>
              <a:gd name="connsiteY257" fmla="*/ 3113840 h 6858000"/>
              <a:gd name="connsiteX258" fmla="*/ 5453702 w 7467600"/>
              <a:gd name="connsiteY258" fmla="*/ 3090882 h 6858000"/>
              <a:gd name="connsiteX259" fmla="*/ 5480135 w 7467600"/>
              <a:gd name="connsiteY259" fmla="*/ 3565802 h 6858000"/>
              <a:gd name="connsiteX260" fmla="*/ 5499023 w 7467600"/>
              <a:gd name="connsiteY260" fmla="*/ 4166310 h 6858000"/>
              <a:gd name="connsiteX261" fmla="*/ 5547022 w 7467600"/>
              <a:gd name="connsiteY261" fmla="*/ 3607838 h 6858000"/>
              <a:gd name="connsiteX262" fmla="*/ 5515964 w 7467600"/>
              <a:gd name="connsiteY262" fmla="*/ 3378541 h 6858000"/>
              <a:gd name="connsiteX263" fmla="*/ 5453702 w 7467600"/>
              <a:gd name="connsiteY263" fmla="*/ 3090882 h 6858000"/>
              <a:gd name="connsiteX264" fmla="*/ 1238695 w 7467600"/>
              <a:gd name="connsiteY264" fmla="*/ 3076820 h 6858000"/>
              <a:gd name="connsiteX265" fmla="*/ 716371 w 7467600"/>
              <a:gd name="connsiteY265" fmla="*/ 3293249 h 6858000"/>
              <a:gd name="connsiteX266" fmla="*/ 579522 w 7467600"/>
              <a:gd name="connsiteY266" fmla="*/ 3371759 h 6858000"/>
              <a:gd name="connsiteX267" fmla="*/ 600288 w 7467600"/>
              <a:gd name="connsiteY267" fmla="*/ 3365555 h 6858000"/>
              <a:gd name="connsiteX268" fmla="*/ 840692 w 7467600"/>
              <a:gd name="connsiteY268" fmla="*/ 3284921 h 6858000"/>
              <a:gd name="connsiteX269" fmla="*/ 979248 w 7467600"/>
              <a:gd name="connsiteY269" fmla="*/ 3221003 h 6858000"/>
              <a:gd name="connsiteX270" fmla="*/ 1053282 w 7467600"/>
              <a:gd name="connsiteY270" fmla="*/ 3185247 h 6858000"/>
              <a:gd name="connsiteX271" fmla="*/ 1320603 w 7467600"/>
              <a:gd name="connsiteY271" fmla="*/ 3081281 h 6858000"/>
              <a:gd name="connsiteX272" fmla="*/ 1238695 w 7467600"/>
              <a:gd name="connsiteY272" fmla="*/ 3076820 h 6858000"/>
              <a:gd name="connsiteX273" fmla="*/ 5425627 w 7467600"/>
              <a:gd name="connsiteY273" fmla="*/ 2954192 h 6858000"/>
              <a:gd name="connsiteX274" fmla="*/ 5470770 w 7467600"/>
              <a:gd name="connsiteY274" fmla="*/ 3005435 h 6858000"/>
              <a:gd name="connsiteX275" fmla="*/ 5519779 w 7467600"/>
              <a:gd name="connsiteY275" fmla="*/ 4359223 h 6858000"/>
              <a:gd name="connsiteX276" fmla="*/ 5520293 w 7467600"/>
              <a:gd name="connsiteY276" fmla="*/ 4360602 h 6858000"/>
              <a:gd name="connsiteX277" fmla="*/ 5767221 w 7467600"/>
              <a:gd name="connsiteY277" fmla="*/ 4665564 h 6858000"/>
              <a:gd name="connsiteX278" fmla="*/ 6937169 w 7467600"/>
              <a:gd name="connsiteY278" fmla="*/ 4815941 h 6858000"/>
              <a:gd name="connsiteX279" fmla="*/ 6953922 w 7467600"/>
              <a:gd name="connsiteY279" fmla="*/ 4890068 h 6858000"/>
              <a:gd name="connsiteX280" fmla="*/ 6071359 w 7467600"/>
              <a:gd name="connsiteY280" fmla="*/ 4770770 h 6858000"/>
              <a:gd name="connsiteX281" fmla="*/ 6038839 w 7467600"/>
              <a:gd name="connsiteY281" fmla="*/ 4764474 h 6858000"/>
              <a:gd name="connsiteX282" fmla="*/ 6038706 w 7467600"/>
              <a:gd name="connsiteY282" fmla="*/ 4763847 h 6858000"/>
              <a:gd name="connsiteX283" fmla="*/ 6037784 w 7467600"/>
              <a:gd name="connsiteY283" fmla="*/ 4764270 h 6858000"/>
              <a:gd name="connsiteX284" fmla="*/ 6038839 w 7467600"/>
              <a:gd name="connsiteY284" fmla="*/ 4764474 h 6858000"/>
              <a:gd name="connsiteX285" fmla="*/ 6040338 w 7467600"/>
              <a:gd name="connsiteY285" fmla="*/ 4771418 h 6858000"/>
              <a:gd name="connsiteX286" fmla="*/ 6024488 w 7467600"/>
              <a:gd name="connsiteY286" fmla="*/ 4809903 h 6858000"/>
              <a:gd name="connsiteX287" fmla="*/ 5599771 w 7467600"/>
              <a:gd name="connsiteY287" fmla="*/ 5509652 h 6858000"/>
              <a:gd name="connsiteX288" fmla="*/ 5548843 w 7467600"/>
              <a:gd name="connsiteY288" fmla="*/ 5563845 h 6858000"/>
              <a:gd name="connsiteX289" fmla="*/ 5940952 w 7467600"/>
              <a:gd name="connsiteY289" fmla="*/ 6250028 h 6858000"/>
              <a:gd name="connsiteX290" fmla="*/ 6043441 w 7467600"/>
              <a:gd name="connsiteY290" fmla="*/ 6665847 h 6858000"/>
              <a:gd name="connsiteX291" fmla="*/ 6093432 w 7467600"/>
              <a:gd name="connsiteY291" fmla="*/ 6858000 h 6858000"/>
              <a:gd name="connsiteX292" fmla="*/ 6034344 w 7467600"/>
              <a:gd name="connsiteY292" fmla="*/ 6858000 h 6858000"/>
              <a:gd name="connsiteX293" fmla="*/ 6026679 w 7467600"/>
              <a:gd name="connsiteY293" fmla="*/ 6836959 h 6858000"/>
              <a:gd name="connsiteX294" fmla="*/ 5800441 w 7467600"/>
              <a:gd name="connsiteY294" fmla="*/ 6335286 h 6858000"/>
              <a:gd name="connsiteX295" fmla="*/ 5526562 w 7467600"/>
              <a:gd name="connsiteY295" fmla="*/ 5705388 h 6858000"/>
              <a:gd name="connsiteX296" fmla="*/ 5519640 w 7467600"/>
              <a:gd name="connsiteY296" fmla="*/ 5683774 h 6858000"/>
              <a:gd name="connsiteX297" fmla="*/ 5844559 w 7467600"/>
              <a:gd name="connsiteY297" fmla="*/ 6553349 h 6858000"/>
              <a:gd name="connsiteX298" fmla="*/ 5975994 w 7467600"/>
              <a:gd name="connsiteY298" fmla="*/ 6858000 h 6858000"/>
              <a:gd name="connsiteX299" fmla="*/ 5898547 w 7467600"/>
              <a:gd name="connsiteY299" fmla="*/ 6858000 h 6858000"/>
              <a:gd name="connsiteX300" fmla="*/ 5682041 w 7467600"/>
              <a:gd name="connsiteY300" fmla="*/ 6355860 h 6858000"/>
              <a:gd name="connsiteX301" fmla="*/ 5461758 w 7467600"/>
              <a:gd name="connsiteY301" fmla="*/ 5820220 h 6858000"/>
              <a:gd name="connsiteX302" fmla="*/ 5237282 w 7467600"/>
              <a:gd name="connsiteY302" fmla="*/ 6579086 h 6858000"/>
              <a:gd name="connsiteX303" fmla="*/ 5115009 w 7467600"/>
              <a:gd name="connsiteY303" fmla="*/ 6858000 h 6858000"/>
              <a:gd name="connsiteX304" fmla="*/ 5028074 w 7467600"/>
              <a:gd name="connsiteY304" fmla="*/ 6858000 h 6858000"/>
              <a:gd name="connsiteX305" fmla="*/ 5079508 w 7467600"/>
              <a:gd name="connsiteY305" fmla="*/ 6749074 h 6858000"/>
              <a:gd name="connsiteX306" fmla="*/ 5371846 w 7467600"/>
              <a:gd name="connsiteY306" fmla="*/ 5924413 h 6858000"/>
              <a:gd name="connsiteX307" fmla="*/ 5270512 w 7467600"/>
              <a:gd name="connsiteY307" fmla="*/ 6138975 h 6858000"/>
              <a:gd name="connsiteX308" fmla="*/ 5062409 w 7467600"/>
              <a:gd name="connsiteY308" fmla="*/ 6653544 h 6858000"/>
              <a:gd name="connsiteX309" fmla="*/ 5036628 w 7467600"/>
              <a:gd name="connsiteY309" fmla="*/ 6754247 h 6858000"/>
              <a:gd name="connsiteX310" fmla="*/ 5009112 w 7467600"/>
              <a:gd name="connsiteY310" fmla="*/ 6858000 h 6858000"/>
              <a:gd name="connsiteX311" fmla="*/ 4976679 w 7467600"/>
              <a:gd name="connsiteY311" fmla="*/ 6858000 h 6858000"/>
              <a:gd name="connsiteX312" fmla="*/ 5006537 w 7467600"/>
              <a:gd name="connsiteY312" fmla="*/ 6747068 h 6858000"/>
              <a:gd name="connsiteX313" fmla="*/ 5032723 w 7467600"/>
              <a:gd name="connsiteY313" fmla="*/ 6644957 h 6858000"/>
              <a:gd name="connsiteX314" fmla="*/ 5242949 w 7467600"/>
              <a:gd name="connsiteY314" fmla="*/ 6125175 h 6858000"/>
              <a:gd name="connsiteX315" fmla="*/ 5286321 w 7467600"/>
              <a:gd name="connsiteY315" fmla="*/ 6033555 h 6858000"/>
              <a:gd name="connsiteX316" fmla="*/ 5008210 w 7467600"/>
              <a:gd name="connsiteY316" fmla="*/ 6649194 h 6858000"/>
              <a:gd name="connsiteX317" fmla="*/ 4986321 w 7467600"/>
              <a:gd name="connsiteY317" fmla="*/ 6765687 h 6858000"/>
              <a:gd name="connsiteX318" fmla="*/ 4973474 w 7467600"/>
              <a:gd name="connsiteY318" fmla="*/ 6858000 h 6858000"/>
              <a:gd name="connsiteX319" fmla="*/ 4907178 w 7467600"/>
              <a:gd name="connsiteY319" fmla="*/ 6858000 h 6858000"/>
              <a:gd name="connsiteX320" fmla="*/ 4910810 w 7467600"/>
              <a:gd name="connsiteY320" fmla="*/ 6829660 h 6858000"/>
              <a:gd name="connsiteX321" fmla="*/ 4987461 w 7467600"/>
              <a:gd name="connsiteY321" fmla="*/ 6432994 h 6858000"/>
              <a:gd name="connsiteX322" fmla="*/ 5179262 w 7467600"/>
              <a:gd name="connsiteY322" fmla="*/ 6035044 h 6858000"/>
              <a:gd name="connsiteX323" fmla="*/ 4689678 w 7467600"/>
              <a:gd name="connsiteY323" fmla="*/ 6440241 h 6858000"/>
              <a:gd name="connsiteX324" fmla="*/ 4477543 w 7467600"/>
              <a:gd name="connsiteY324" fmla="*/ 6674836 h 6858000"/>
              <a:gd name="connsiteX325" fmla="*/ 4329957 w 7467600"/>
              <a:gd name="connsiteY325" fmla="*/ 6858000 h 6858000"/>
              <a:gd name="connsiteX326" fmla="*/ 4218595 w 7467600"/>
              <a:gd name="connsiteY326" fmla="*/ 6858000 h 6858000"/>
              <a:gd name="connsiteX327" fmla="*/ 4368888 w 7467600"/>
              <a:gd name="connsiteY327" fmla="*/ 6668412 h 6858000"/>
              <a:gd name="connsiteX328" fmla="*/ 4563091 w 7467600"/>
              <a:gd name="connsiteY328" fmla="*/ 6442508 h 6858000"/>
              <a:gd name="connsiteX329" fmla="*/ 5387324 w 7467600"/>
              <a:gd name="connsiteY329" fmla="*/ 5705830 h 6858000"/>
              <a:gd name="connsiteX330" fmla="*/ 5073620 w 7467600"/>
              <a:gd name="connsiteY330" fmla="*/ 5955437 h 6858000"/>
              <a:gd name="connsiteX331" fmla="*/ 4689789 w 7467600"/>
              <a:gd name="connsiteY331" fmla="*/ 6268382 h 6858000"/>
              <a:gd name="connsiteX332" fmla="*/ 4418722 w 7467600"/>
              <a:gd name="connsiteY332" fmla="*/ 6570886 h 6858000"/>
              <a:gd name="connsiteX333" fmla="*/ 4214944 w 7467600"/>
              <a:gd name="connsiteY333" fmla="*/ 6858000 h 6858000"/>
              <a:gd name="connsiteX334" fmla="*/ 4177898 w 7467600"/>
              <a:gd name="connsiteY334" fmla="*/ 6858000 h 6858000"/>
              <a:gd name="connsiteX335" fmla="*/ 4391597 w 7467600"/>
              <a:gd name="connsiteY335" fmla="*/ 6556370 h 6858000"/>
              <a:gd name="connsiteX336" fmla="*/ 4668889 w 7467600"/>
              <a:gd name="connsiteY336" fmla="*/ 6246399 h 6858000"/>
              <a:gd name="connsiteX337" fmla="*/ 5055427 w 7467600"/>
              <a:gd name="connsiteY337" fmla="*/ 5931476 h 6858000"/>
              <a:gd name="connsiteX338" fmla="*/ 5371814 w 7467600"/>
              <a:gd name="connsiteY338" fmla="*/ 5678975 h 6858000"/>
              <a:gd name="connsiteX339" fmla="*/ 4987918 w 7467600"/>
              <a:gd name="connsiteY339" fmla="*/ 5838701 h 6858000"/>
              <a:gd name="connsiteX340" fmla="*/ 4317146 w 7467600"/>
              <a:gd name="connsiteY340" fmla="*/ 6587716 h 6858000"/>
              <a:gd name="connsiteX341" fmla="*/ 4171627 w 7467600"/>
              <a:gd name="connsiteY341" fmla="*/ 6858000 h 6858000"/>
              <a:gd name="connsiteX342" fmla="*/ 4081585 w 7467600"/>
              <a:gd name="connsiteY342" fmla="*/ 6858000 h 6858000"/>
              <a:gd name="connsiteX343" fmla="*/ 4238603 w 7467600"/>
              <a:gd name="connsiteY343" fmla="*/ 6559341 h 6858000"/>
              <a:gd name="connsiteX344" fmla="*/ 4778333 w 7467600"/>
              <a:gd name="connsiteY344" fmla="*/ 5873626 h 6858000"/>
              <a:gd name="connsiteX345" fmla="*/ 5414185 w 7467600"/>
              <a:gd name="connsiteY345" fmla="*/ 5573882 h 6858000"/>
              <a:gd name="connsiteX346" fmla="*/ 5959648 w 7467600"/>
              <a:gd name="connsiteY346" fmla="*/ 4760797 h 6858000"/>
              <a:gd name="connsiteX347" fmla="*/ 5355019 w 7467600"/>
              <a:gd name="connsiteY347" fmla="*/ 4734672 h 6858000"/>
              <a:gd name="connsiteX348" fmla="*/ 5083565 w 7467600"/>
              <a:gd name="connsiteY348" fmla="*/ 5179121 h 6858000"/>
              <a:gd name="connsiteX349" fmla="*/ 4713577 w 7467600"/>
              <a:gd name="connsiteY349" fmla="*/ 5616803 h 6858000"/>
              <a:gd name="connsiteX350" fmla="*/ 3989559 w 7467600"/>
              <a:gd name="connsiteY350" fmla="*/ 6145945 h 6858000"/>
              <a:gd name="connsiteX351" fmla="*/ 3939824 w 7467600"/>
              <a:gd name="connsiteY351" fmla="*/ 6066900 h 6858000"/>
              <a:gd name="connsiteX352" fmla="*/ 4584537 w 7467600"/>
              <a:gd name="connsiteY352" fmla="*/ 5324826 h 6858000"/>
              <a:gd name="connsiteX353" fmla="*/ 5037105 w 7467600"/>
              <a:gd name="connsiteY353" fmla="*/ 5088765 h 6858000"/>
              <a:gd name="connsiteX354" fmla="*/ 5039930 w 7467600"/>
              <a:gd name="connsiteY354" fmla="*/ 5089585 h 6858000"/>
              <a:gd name="connsiteX355" fmla="*/ 5263764 w 7467600"/>
              <a:gd name="connsiteY355" fmla="*/ 4735525 h 6858000"/>
              <a:gd name="connsiteX356" fmla="*/ 4086300 w 7467600"/>
              <a:gd name="connsiteY356" fmla="*/ 4884599 h 6858000"/>
              <a:gd name="connsiteX357" fmla="*/ 4085485 w 7467600"/>
              <a:gd name="connsiteY357" fmla="*/ 4899070 h 6858000"/>
              <a:gd name="connsiteX358" fmla="*/ 3871915 w 7467600"/>
              <a:gd name="connsiteY358" fmla="*/ 5253645 h 6858000"/>
              <a:gd name="connsiteX359" fmla="*/ 3799374 w 7467600"/>
              <a:gd name="connsiteY359" fmla="*/ 5466127 h 6858000"/>
              <a:gd name="connsiteX360" fmla="*/ 3498850 w 7467600"/>
              <a:gd name="connsiteY360" fmla="*/ 6661888 h 6858000"/>
              <a:gd name="connsiteX361" fmla="*/ 3399216 w 7467600"/>
              <a:gd name="connsiteY361" fmla="*/ 6858000 h 6858000"/>
              <a:gd name="connsiteX362" fmla="*/ 3303688 w 7467600"/>
              <a:gd name="connsiteY362" fmla="*/ 6858000 h 6858000"/>
              <a:gd name="connsiteX363" fmla="*/ 3391774 w 7467600"/>
              <a:gd name="connsiteY363" fmla="*/ 6697181 h 6858000"/>
              <a:gd name="connsiteX364" fmla="*/ 3735540 w 7467600"/>
              <a:gd name="connsiteY364" fmla="*/ 5546923 h 6858000"/>
              <a:gd name="connsiteX365" fmla="*/ 3729438 w 7467600"/>
              <a:gd name="connsiteY365" fmla="*/ 5569058 h 6858000"/>
              <a:gd name="connsiteX366" fmla="*/ 3707782 w 7467600"/>
              <a:gd name="connsiteY366" fmla="*/ 5644908 h 6858000"/>
              <a:gd name="connsiteX367" fmla="*/ 3583827 w 7467600"/>
              <a:gd name="connsiteY367" fmla="*/ 6039215 h 6858000"/>
              <a:gd name="connsiteX368" fmla="*/ 3547861 w 7467600"/>
              <a:gd name="connsiteY368" fmla="*/ 6129609 h 6858000"/>
              <a:gd name="connsiteX369" fmla="*/ 3490905 w 7467600"/>
              <a:gd name="connsiteY369" fmla="*/ 6277660 h 6858000"/>
              <a:gd name="connsiteX370" fmla="*/ 3455859 w 7467600"/>
              <a:gd name="connsiteY370" fmla="*/ 6391301 h 6858000"/>
              <a:gd name="connsiteX371" fmla="*/ 3429112 w 7467600"/>
              <a:gd name="connsiteY371" fmla="*/ 6479469 h 6858000"/>
              <a:gd name="connsiteX372" fmla="*/ 3304862 w 7467600"/>
              <a:gd name="connsiteY372" fmla="*/ 6796476 h 6858000"/>
              <a:gd name="connsiteX373" fmla="*/ 3276071 w 7467600"/>
              <a:gd name="connsiteY373" fmla="*/ 6858000 h 6858000"/>
              <a:gd name="connsiteX374" fmla="*/ 3240805 w 7467600"/>
              <a:gd name="connsiteY374" fmla="*/ 6858000 h 6858000"/>
              <a:gd name="connsiteX375" fmla="*/ 3275917 w 7467600"/>
              <a:gd name="connsiteY375" fmla="*/ 6783192 h 6858000"/>
              <a:gd name="connsiteX376" fmla="*/ 3399358 w 7467600"/>
              <a:gd name="connsiteY376" fmla="*/ 6469011 h 6858000"/>
              <a:gd name="connsiteX377" fmla="*/ 3425650 w 7467600"/>
              <a:gd name="connsiteY377" fmla="*/ 6381333 h 6858000"/>
              <a:gd name="connsiteX378" fmla="*/ 3460661 w 7467600"/>
              <a:gd name="connsiteY378" fmla="*/ 6266763 h 6858000"/>
              <a:gd name="connsiteX379" fmla="*/ 3518021 w 7467600"/>
              <a:gd name="connsiteY379" fmla="*/ 6117298 h 6858000"/>
              <a:gd name="connsiteX380" fmla="*/ 3554035 w 7467600"/>
              <a:gd name="connsiteY380" fmla="*/ 6027832 h 6858000"/>
              <a:gd name="connsiteX381" fmla="*/ 3677174 w 7467600"/>
              <a:gd name="connsiteY381" fmla="*/ 5636351 h 6858000"/>
              <a:gd name="connsiteX382" fmla="*/ 3698819 w 7467600"/>
              <a:gd name="connsiteY382" fmla="*/ 5560503 h 6858000"/>
              <a:gd name="connsiteX383" fmla="*/ 3702094 w 7467600"/>
              <a:gd name="connsiteY383" fmla="*/ 5549194 h 6858000"/>
              <a:gd name="connsiteX384" fmla="*/ 3398355 w 7467600"/>
              <a:gd name="connsiteY384" fmla="*/ 6094603 h 6858000"/>
              <a:gd name="connsiteX385" fmla="*/ 3193941 w 7467600"/>
              <a:gd name="connsiteY385" fmla="*/ 6798775 h 6858000"/>
              <a:gd name="connsiteX386" fmla="*/ 3184140 w 7467600"/>
              <a:gd name="connsiteY386" fmla="*/ 6858000 h 6858000"/>
              <a:gd name="connsiteX387" fmla="*/ 3099978 w 7467600"/>
              <a:gd name="connsiteY387" fmla="*/ 6858000 h 6858000"/>
              <a:gd name="connsiteX388" fmla="*/ 3101556 w 7467600"/>
              <a:gd name="connsiteY388" fmla="*/ 6843337 h 6858000"/>
              <a:gd name="connsiteX389" fmla="*/ 3370162 w 7467600"/>
              <a:gd name="connsiteY389" fmla="*/ 5785550 h 6858000"/>
              <a:gd name="connsiteX390" fmla="*/ 3746477 w 7467600"/>
              <a:gd name="connsiteY390" fmla="*/ 5377889 h 6858000"/>
              <a:gd name="connsiteX391" fmla="*/ 3863399 w 7467600"/>
              <a:gd name="connsiteY391" fmla="*/ 5087257 h 6858000"/>
              <a:gd name="connsiteX392" fmla="*/ 3968712 w 7467600"/>
              <a:gd name="connsiteY392" fmla="*/ 4913989 h 6858000"/>
              <a:gd name="connsiteX393" fmla="*/ 2792390 w 7467600"/>
              <a:gd name="connsiteY393" fmla="*/ 5382974 h 6858000"/>
              <a:gd name="connsiteX394" fmla="*/ 2714982 w 7467600"/>
              <a:gd name="connsiteY394" fmla="*/ 5427051 h 6858000"/>
              <a:gd name="connsiteX395" fmla="*/ 2813361 w 7467600"/>
              <a:gd name="connsiteY395" fmla="*/ 6023912 h 6858000"/>
              <a:gd name="connsiteX396" fmla="*/ 2688430 w 7467600"/>
              <a:gd name="connsiteY396" fmla="*/ 6801564 h 6858000"/>
              <a:gd name="connsiteX397" fmla="*/ 2629626 w 7467600"/>
              <a:gd name="connsiteY397" fmla="*/ 6763394 h 6858000"/>
              <a:gd name="connsiteX398" fmla="*/ 2565328 w 7467600"/>
              <a:gd name="connsiteY398" fmla="*/ 5516399 h 6858000"/>
              <a:gd name="connsiteX399" fmla="*/ 1922999 w 7467600"/>
              <a:gd name="connsiteY399" fmla="*/ 5980343 h 6858000"/>
              <a:gd name="connsiteX400" fmla="*/ 1950261 w 7467600"/>
              <a:gd name="connsiteY400" fmla="*/ 6405858 h 6858000"/>
              <a:gd name="connsiteX401" fmla="*/ 2365554 w 7467600"/>
              <a:gd name="connsiteY401" fmla="*/ 6759107 h 6858000"/>
              <a:gd name="connsiteX402" fmla="*/ 2424142 w 7467600"/>
              <a:gd name="connsiteY402" fmla="*/ 6858000 h 6858000"/>
              <a:gd name="connsiteX403" fmla="*/ 2395994 w 7467600"/>
              <a:gd name="connsiteY403" fmla="*/ 6858000 h 6858000"/>
              <a:gd name="connsiteX404" fmla="*/ 2392863 w 7467600"/>
              <a:gd name="connsiteY404" fmla="*/ 6852964 h 6858000"/>
              <a:gd name="connsiteX405" fmla="*/ 2017589 w 7467600"/>
              <a:gd name="connsiteY405" fmla="*/ 6493982 h 6858000"/>
              <a:gd name="connsiteX406" fmla="*/ 2147336 w 7467600"/>
              <a:gd name="connsiteY406" fmla="*/ 6594052 h 6858000"/>
              <a:gd name="connsiteX407" fmla="*/ 2207047 w 7467600"/>
              <a:gd name="connsiteY407" fmla="*/ 6654540 h 6858000"/>
              <a:gd name="connsiteX408" fmla="*/ 2299106 w 7467600"/>
              <a:gd name="connsiteY408" fmla="*/ 6778931 h 6858000"/>
              <a:gd name="connsiteX409" fmla="*/ 2314430 w 7467600"/>
              <a:gd name="connsiteY409" fmla="*/ 6801144 h 6858000"/>
              <a:gd name="connsiteX410" fmla="*/ 2352406 w 7467600"/>
              <a:gd name="connsiteY410" fmla="*/ 6858000 h 6858000"/>
              <a:gd name="connsiteX411" fmla="*/ 2314492 w 7467600"/>
              <a:gd name="connsiteY411" fmla="*/ 6858000 h 6858000"/>
              <a:gd name="connsiteX412" fmla="*/ 2288095 w 7467600"/>
              <a:gd name="connsiteY412" fmla="*/ 6818030 h 6858000"/>
              <a:gd name="connsiteX413" fmla="*/ 2272768 w 7467600"/>
              <a:gd name="connsiteY413" fmla="*/ 6795822 h 6858000"/>
              <a:gd name="connsiteX414" fmla="*/ 2182715 w 7467600"/>
              <a:gd name="connsiteY414" fmla="*/ 6675071 h 6858000"/>
              <a:gd name="connsiteX415" fmla="*/ 2032061 w 7467600"/>
              <a:gd name="connsiteY415" fmla="*/ 6541380 h 6858000"/>
              <a:gd name="connsiteX416" fmla="*/ 2257220 w 7467600"/>
              <a:gd name="connsiteY416" fmla="*/ 6826257 h 6858000"/>
              <a:gd name="connsiteX417" fmla="*/ 2281324 w 7467600"/>
              <a:gd name="connsiteY417" fmla="*/ 6858000 h 6858000"/>
              <a:gd name="connsiteX418" fmla="*/ 2242860 w 7467600"/>
              <a:gd name="connsiteY418" fmla="*/ 6858000 h 6858000"/>
              <a:gd name="connsiteX419" fmla="*/ 2232818 w 7467600"/>
              <a:gd name="connsiteY419" fmla="*/ 6844926 h 6858000"/>
              <a:gd name="connsiteX420" fmla="*/ 1990172 w 7467600"/>
              <a:gd name="connsiteY420" fmla="*/ 6542121 h 6858000"/>
              <a:gd name="connsiteX421" fmla="*/ 2124090 w 7467600"/>
              <a:gd name="connsiteY421" fmla="*/ 6761017 h 6858000"/>
              <a:gd name="connsiteX422" fmla="*/ 2200380 w 7467600"/>
              <a:gd name="connsiteY422" fmla="*/ 6858000 h 6858000"/>
              <a:gd name="connsiteX423" fmla="*/ 2147507 w 7467600"/>
              <a:gd name="connsiteY423" fmla="*/ 6858000 h 6858000"/>
              <a:gd name="connsiteX424" fmla="*/ 2070668 w 7467600"/>
              <a:gd name="connsiteY424" fmla="*/ 6761520 h 6858000"/>
              <a:gd name="connsiteX425" fmla="*/ 1975142 w 7467600"/>
              <a:gd name="connsiteY425" fmla="*/ 6585570 h 6858000"/>
              <a:gd name="connsiteX426" fmla="*/ 2050035 w 7467600"/>
              <a:gd name="connsiteY426" fmla="*/ 6813345 h 6858000"/>
              <a:gd name="connsiteX427" fmla="*/ 2063025 w 7467600"/>
              <a:gd name="connsiteY427" fmla="*/ 6858000 h 6858000"/>
              <a:gd name="connsiteX428" fmla="*/ 2021675 w 7467600"/>
              <a:gd name="connsiteY428" fmla="*/ 6858000 h 6858000"/>
              <a:gd name="connsiteX429" fmla="*/ 2019308 w 7467600"/>
              <a:gd name="connsiteY429" fmla="*/ 6847118 h 6858000"/>
              <a:gd name="connsiteX430" fmla="*/ 1938835 w 7467600"/>
              <a:gd name="connsiteY430" fmla="*/ 6551160 h 6858000"/>
              <a:gd name="connsiteX431" fmla="*/ 1953230 w 7467600"/>
              <a:gd name="connsiteY431" fmla="*/ 6759699 h 6858000"/>
              <a:gd name="connsiteX432" fmla="*/ 1956763 w 7467600"/>
              <a:gd name="connsiteY432" fmla="*/ 6778191 h 6858000"/>
              <a:gd name="connsiteX433" fmla="*/ 1967925 w 7467600"/>
              <a:gd name="connsiteY433" fmla="*/ 6858000 h 6858000"/>
              <a:gd name="connsiteX434" fmla="*/ 1936622 w 7467600"/>
              <a:gd name="connsiteY434" fmla="*/ 6858000 h 6858000"/>
              <a:gd name="connsiteX435" fmla="*/ 1926261 w 7467600"/>
              <a:gd name="connsiteY435" fmla="*/ 6784064 h 6858000"/>
              <a:gd name="connsiteX436" fmla="*/ 1922724 w 7467600"/>
              <a:gd name="connsiteY436" fmla="*/ 6765577 h 6858000"/>
              <a:gd name="connsiteX437" fmla="*/ 1904650 w 7467600"/>
              <a:gd name="connsiteY437" fmla="*/ 6639616 h 6858000"/>
              <a:gd name="connsiteX438" fmla="*/ 1885273 w 7467600"/>
              <a:gd name="connsiteY438" fmla="*/ 6858000 h 6858000"/>
              <a:gd name="connsiteX439" fmla="*/ 1854363 w 7467600"/>
              <a:gd name="connsiteY439" fmla="*/ 6858000 h 6858000"/>
              <a:gd name="connsiteX440" fmla="*/ 1880391 w 7467600"/>
              <a:gd name="connsiteY440" fmla="*/ 6603796 h 6858000"/>
              <a:gd name="connsiteX441" fmla="*/ 1818273 w 7467600"/>
              <a:gd name="connsiteY441" fmla="*/ 6715729 h 6858000"/>
              <a:gd name="connsiteX442" fmla="*/ 1794691 w 7467600"/>
              <a:gd name="connsiteY442" fmla="*/ 6843239 h 6858000"/>
              <a:gd name="connsiteX443" fmla="*/ 1794914 w 7467600"/>
              <a:gd name="connsiteY443" fmla="*/ 6858000 h 6858000"/>
              <a:gd name="connsiteX444" fmla="*/ 1746128 w 7467600"/>
              <a:gd name="connsiteY444" fmla="*/ 6858000 h 6858000"/>
              <a:gd name="connsiteX445" fmla="*/ 1753934 w 7467600"/>
              <a:gd name="connsiteY445" fmla="*/ 6724796 h 6858000"/>
              <a:gd name="connsiteX446" fmla="*/ 1792053 w 7467600"/>
              <a:gd name="connsiteY446" fmla="*/ 6572396 h 6858000"/>
              <a:gd name="connsiteX447" fmla="*/ 1862248 w 7467600"/>
              <a:gd name="connsiteY447" fmla="*/ 6266397 h 6858000"/>
              <a:gd name="connsiteX448" fmla="*/ 1862250 w 7467600"/>
              <a:gd name="connsiteY448" fmla="*/ 6033531 h 6858000"/>
              <a:gd name="connsiteX449" fmla="*/ 1211999 w 7467600"/>
              <a:gd name="connsiteY449" fmla="*/ 6683610 h 6858000"/>
              <a:gd name="connsiteX450" fmla="*/ 1213266 w 7467600"/>
              <a:gd name="connsiteY450" fmla="*/ 6691947 h 6858000"/>
              <a:gd name="connsiteX451" fmla="*/ 1203370 w 7467600"/>
              <a:gd name="connsiteY451" fmla="*/ 6850676 h 6858000"/>
              <a:gd name="connsiteX452" fmla="*/ 1203671 w 7467600"/>
              <a:gd name="connsiteY452" fmla="*/ 6858000 h 6858000"/>
              <a:gd name="connsiteX453" fmla="*/ 1143180 w 7467600"/>
              <a:gd name="connsiteY453" fmla="*/ 6858000 h 6858000"/>
              <a:gd name="connsiteX454" fmla="*/ 1142176 w 7467600"/>
              <a:gd name="connsiteY454" fmla="*/ 6766045 h 6858000"/>
              <a:gd name="connsiteX455" fmla="*/ 1067484 w 7467600"/>
              <a:gd name="connsiteY455" fmla="*/ 6858000 h 6858000"/>
              <a:gd name="connsiteX456" fmla="*/ 953928 w 7467600"/>
              <a:gd name="connsiteY456" fmla="*/ 6858000 h 6858000"/>
              <a:gd name="connsiteX457" fmla="*/ 959715 w 7467600"/>
              <a:gd name="connsiteY457" fmla="*/ 6850185 h 6858000"/>
              <a:gd name="connsiteX458" fmla="*/ 1483788 w 7467600"/>
              <a:gd name="connsiteY458" fmla="*/ 6259174 h 6858000"/>
              <a:gd name="connsiteX459" fmla="*/ 1100671 w 7467600"/>
              <a:gd name="connsiteY459" fmla="*/ 6252137 h 6858000"/>
              <a:gd name="connsiteX460" fmla="*/ 1090144 w 7467600"/>
              <a:gd name="connsiteY460" fmla="*/ 6256748 h 6858000"/>
              <a:gd name="connsiteX461" fmla="*/ 1095872 w 7467600"/>
              <a:gd name="connsiteY461" fmla="*/ 6271892 h 6858000"/>
              <a:gd name="connsiteX462" fmla="*/ 262785 w 7467600"/>
              <a:gd name="connsiteY462" fmla="*/ 6845450 h 6858000"/>
              <a:gd name="connsiteX463" fmla="*/ 209968 w 7467600"/>
              <a:gd name="connsiteY463" fmla="*/ 6770713 h 6858000"/>
              <a:gd name="connsiteX464" fmla="*/ 873460 w 7467600"/>
              <a:gd name="connsiteY464" fmla="*/ 6253768 h 6858000"/>
              <a:gd name="connsiteX465" fmla="*/ 192686 w 7467600"/>
              <a:gd name="connsiteY465" fmla="*/ 5849257 h 6858000"/>
              <a:gd name="connsiteX466" fmla="*/ 4696 w 7467600"/>
              <a:gd name="connsiteY466" fmla="*/ 5697668 h 6858000"/>
              <a:gd name="connsiteX467" fmla="*/ 0 w 7467600"/>
              <a:gd name="connsiteY467" fmla="*/ 5689984 h 6858000"/>
              <a:gd name="connsiteX468" fmla="*/ 0 w 7467600"/>
              <a:gd name="connsiteY468" fmla="*/ 5513472 h 6858000"/>
              <a:gd name="connsiteX469" fmla="*/ 174101 w 7467600"/>
              <a:gd name="connsiteY469" fmla="*/ 5620277 h 6858000"/>
              <a:gd name="connsiteX470" fmla="*/ 891800 w 7467600"/>
              <a:gd name="connsiteY470" fmla="*/ 6036935 h 6858000"/>
              <a:gd name="connsiteX471" fmla="*/ 1072219 w 7467600"/>
              <a:gd name="connsiteY471" fmla="*/ 6169443 h 6858000"/>
              <a:gd name="connsiteX472" fmla="*/ 1074117 w 7467600"/>
              <a:gd name="connsiteY472" fmla="*/ 6170301 h 6858000"/>
              <a:gd name="connsiteX473" fmla="*/ 1083114 w 7467600"/>
              <a:gd name="connsiteY473" fmla="*/ 6174131 h 6858000"/>
              <a:gd name="connsiteX474" fmla="*/ 1543010 w 7467600"/>
              <a:gd name="connsiteY474" fmla="*/ 6191140 h 6858000"/>
              <a:gd name="connsiteX475" fmla="*/ 1551080 w 7467600"/>
              <a:gd name="connsiteY475" fmla="*/ 6195006 h 6858000"/>
              <a:gd name="connsiteX476" fmla="*/ 2345443 w 7467600"/>
              <a:gd name="connsiteY476" fmla="*/ 5549882 h 6858000"/>
              <a:gd name="connsiteX477" fmla="*/ 1721499 w 7467600"/>
              <a:gd name="connsiteY477" fmla="*/ 5599969 h 6858000"/>
              <a:gd name="connsiteX478" fmla="*/ 767716 w 7467600"/>
              <a:gd name="connsiteY478" fmla="*/ 5472768 h 6858000"/>
              <a:gd name="connsiteX479" fmla="*/ 722147 w 7467600"/>
              <a:gd name="connsiteY479" fmla="*/ 5393091 h 6858000"/>
              <a:gd name="connsiteX480" fmla="*/ 1485552 w 7467600"/>
              <a:gd name="connsiteY480" fmla="*/ 5313202 h 6858000"/>
              <a:gd name="connsiteX481" fmla="*/ 2143004 w 7467600"/>
              <a:gd name="connsiteY481" fmla="*/ 5402420 h 6858000"/>
              <a:gd name="connsiteX482" fmla="*/ 1933391 w 7467600"/>
              <a:gd name="connsiteY482" fmla="*/ 5156971 h 6858000"/>
              <a:gd name="connsiteX483" fmla="*/ 1827118 w 7467600"/>
              <a:gd name="connsiteY483" fmla="*/ 4968410 h 6858000"/>
              <a:gd name="connsiteX484" fmla="*/ 1837349 w 7467600"/>
              <a:gd name="connsiteY484" fmla="*/ 4956357 h 6858000"/>
              <a:gd name="connsiteX485" fmla="*/ 2162835 w 7467600"/>
              <a:gd name="connsiteY485" fmla="*/ 5187853 h 6858000"/>
              <a:gd name="connsiteX486" fmla="*/ 2257167 w 7467600"/>
              <a:gd name="connsiteY486" fmla="*/ 5462123 h 6858000"/>
              <a:gd name="connsiteX487" fmla="*/ 2261598 w 7467600"/>
              <a:gd name="connsiteY487" fmla="*/ 5467998 h 6858000"/>
              <a:gd name="connsiteX488" fmla="*/ 2437177 w 7467600"/>
              <a:gd name="connsiteY488" fmla="*/ 5479608 h 6858000"/>
              <a:gd name="connsiteX489" fmla="*/ 2445247 w 7467600"/>
              <a:gd name="connsiteY489" fmla="*/ 5483476 h 6858000"/>
              <a:gd name="connsiteX490" fmla="*/ 2743626 w 7467600"/>
              <a:gd name="connsiteY490" fmla="*/ 5304819 h 6858000"/>
              <a:gd name="connsiteX491" fmla="*/ 3048102 w 7467600"/>
              <a:gd name="connsiteY491" fmla="*/ 5150595 h 6858000"/>
              <a:gd name="connsiteX492" fmla="*/ 1799414 w 7467600"/>
              <a:gd name="connsiteY492" fmla="*/ 4694732 h 6858000"/>
              <a:gd name="connsiteX493" fmla="*/ 1771735 w 7467600"/>
              <a:gd name="connsiteY493" fmla="*/ 4619929 h 6858000"/>
              <a:gd name="connsiteX494" fmla="*/ 3104273 w 7467600"/>
              <a:gd name="connsiteY494" fmla="*/ 5076159 h 6858000"/>
              <a:gd name="connsiteX495" fmla="*/ 3113245 w 7467600"/>
              <a:gd name="connsiteY495" fmla="*/ 5090705 h 6858000"/>
              <a:gd name="connsiteX496" fmla="*/ 3126294 w 7467600"/>
              <a:gd name="connsiteY496" fmla="*/ 5114400 h 6858000"/>
              <a:gd name="connsiteX497" fmla="*/ 3937433 w 7467600"/>
              <a:gd name="connsiteY497" fmla="*/ 4830473 h 6858000"/>
              <a:gd name="connsiteX498" fmla="*/ 3590475 w 7467600"/>
              <a:gd name="connsiteY498" fmla="*/ 4597974 h 6858000"/>
              <a:gd name="connsiteX499" fmla="*/ 3100264 w 7467600"/>
              <a:gd name="connsiteY499" fmla="*/ 4579845 h 6858000"/>
              <a:gd name="connsiteX500" fmla="*/ 2183576 w 7467600"/>
              <a:gd name="connsiteY500" fmla="*/ 4227150 h 6858000"/>
              <a:gd name="connsiteX501" fmla="*/ 2151029 w 7467600"/>
              <a:gd name="connsiteY501" fmla="*/ 4146947 h 6858000"/>
              <a:gd name="connsiteX502" fmla="*/ 3563434 w 7467600"/>
              <a:gd name="connsiteY502" fmla="*/ 4469115 h 6858000"/>
              <a:gd name="connsiteX503" fmla="*/ 3177952 w 7467600"/>
              <a:gd name="connsiteY503" fmla="*/ 3657386 h 6858000"/>
              <a:gd name="connsiteX504" fmla="*/ 3189263 w 7467600"/>
              <a:gd name="connsiteY504" fmla="*/ 3625726 h 6858000"/>
              <a:gd name="connsiteX505" fmla="*/ 3560912 w 7467600"/>
              <a:gd name="connsiteY505" fmla="*/ 4079863 h 6858000"/>
              <a:gd name="connsiteX506" fmla="*/ 3626636 w 7467600"/>
              <a:gd name="connsiteY506" fmla="*/ 4512230 h 6858000"/>
              <a:gd name="connsiteX507" fmla="*/ 3653088 w 7467600"/>
              <a:gd name="connsiteY507" fmla="*/ 4521417 h 6858000"/>
              <a:gd name="connsiteX508" fmla="*/ 3988128 w 7467600"/>
              <a:gd name="connsiteY508" fmla="*/ 4817267 h 6858000"/>
              <a:gd name="connsiteX509" fmla="*/ 4830582 w 7467600"/>
              <a:gd name="connsiteY509" fmla="*/ 4676000 h 6858000"/>
              <a:gd name="connsiteX510" fmla="*/ 4830100 w 7467600"/>
              <a:gd name="connsiteY510" fmla="*/ 4675554 h 6858000"/>
              <a:gd name="connsiteX511" fmla="*/ 4036318 w 7467600"/>
              <a:gd name="connsiteY511" fmla="*/ 4147013 h 6858000"/>
              <a:gd name="connsiteX512" fmla="*/ 3432098 w 7467600"/>
              <a:gd name="connsiteY512" fmla="*/ 3537312 h 6858000"/>
              <a:gd name="connsiteX513" fmla="*/ 3446761 w 7467600"/>
              <a:gd name="connsiteY513" fmla="*/ 3461278 h 6858000"/>
              <a:gd name="connsiteX514" fmla="*/ 4419733 w 7467600"/>
              <a:gd name="connsiteY514" fmla="*/ 3963555 h 6858000"/>
              <a:gd name="connsiteX515" fmla="*/ 4781371 w 7467600"/>
              <a:gd name="connsiteY515" fmla="*/ 4458604 h 6858000"/>
              <a:gd name="connsiteX516" fmla="*/ 4780440 w 7467600"/>
              <a:gd name="connsiteY516" fmla="*/ 4470290 h 6858000"/>
              <a:gd name="connsiteX517" fmla="*/ 4898954 w 7467600"/>
              <a:gd name="connsiteY517" fmla="*/ 4662092 h 6858000"/>
              <a:gd name="connsiteX518" fmla="*/ 4900699 w 7467600"/>
              <a:gd name="connsiteY518" fmla="*/ 4670867 h 6858000"/>
              <a:gd name="connsiteX519" fmla="*/ 5714511 w 7467600"/>
              <a:gd name="connsiteY519" fmla="*/ 4663483 h 6858000"/>
              <a:gd name="connsiteX520" fmla="*/ 5464793 w 7467600"/>
              <a:gd name="connsiteY520" fmla="*/ 4393556 h 6858000"/>
              <a:gd name="connsiteX521" fmla="*/ 5461897 w 7467600"/>
              <a:gd name="connsiteY521" fmla="*/ 4390879 h 6858000"/>
              <a:gd name="connsiteX522" fmla="*/ 4294126 w 7467600"/>
              <a:gd name="connsiteY522" fmla="*/ 3303048 h 6858000"/>
              <a:gd name="connsiteX523" fmla="*/ 4305321 w 7467600"/>
              <a:gd name="connsiteY523" fmla="*/ 3256953 h 6858000"/>
              <a:gd name="connsiteX524" fmla="*/ 4949299 w 7467600"/>
              <a:gd name="connsiteY524" fmla="*/ 3766336 h 6858000"/>
              <a:gd name="connsiteX525" fmla="*/ 5291452 w 7467600"/>
              <a:gd name="connsiteY525" fmla="*/ 4076801 h 6858000"/>
              <a:gd name="connsiteX526" fmla="*/ 5434998 w 7467600"/>
              <a:gd name="connsiteY526" fmla="*/ 4254100 h 6858000"/>
              <a:gd name="connsiteX527" fmla="*/ 5351015 w 7467600"/>
              <a:gd name="connsiteY527" fmla="*/ 3760989 h 6858000"/>
              <a:gd name="connsiteX528" fmla="*/ 5413780 w 7467600"/>
              <a:gd name="connsiteY528" fmla="*/ 2966265 h 6858000"/>
              <a:gd name="connsiteX529" fmla="*/ 5425627 w 7467600"/>
              <a:gd name="connsiteY529" fmla="*/ 2954192 h 6858000"/>
              <a:gd name="connsiteX530" fmla="*/ 6604735 w 7467600"/>
              <a:gd name="connsiteY530" fmla="*/ 2041381 h 6858000"/>
              <a:gd name="connsiteX531" fmla="*/ 7204487 w 7467600"/>
              <a:gd name="connsiteY531" fmla="*/ 2742112 h 6858000"/>
              <a:gd name="connsiteX532" fmla="*/ 7131592 w 7467600"/>
              <a:gd name="connsiteY532" fmla="*/ 2672096 h 6858000"/>
              <a:gd name="connsiteX533" fmla="*/ 6996344 w 7467600"/>
              <a:gd name="connsiteY533" fmla="*/ 2518310 h 6858000"/>
              <a:gd name="connsiteX534" fmla="*/ 6735495 w 7467600"/>
              <a:gd name="connsiteY534" fmla="*/ 2196890 h 6858000"/>
              <a:gd name="connsiteX535" fmla="*/ 6721901 w 7467600"/>
              <a:gd name="connsiteY535" fmla="*/ 2179274 h 6858000"/>
              <a:gd name="connsiteX536" fmla="*/ 6604735 w 7467600"/>
              <a:gd name="connsiteY536" fmla="*/ 2041381 h 6858000"/>
              <a:gd name="connsiteX537" fmla="*/ 6591670 w 7467600"/>
              <a:gd name="connsiteY537" fmla="*/ 1988277 h 6858000"/>
              <a:gd name="connsiteX538" fmla="*/ 6747349 w 7467600"/>
              <a:gd name="connsiteY538" fmla="*/ 2160069 h 6858000"/>
              <a:gd name="connsiteX539" fmla="*/ 6760943 w 7467600"/>
              <a:gd name="connsiteY539" fmla="*/ 2177686 h 6858000"/>
              <a:gd name="connsiteX540" fmla="*/ 7021065 w 7467600"/>
              <a:gd name="connsiteY540" fmla="*/ 2498102 h 6858000"/>
              <a:gd name="connsiteX541" fmla="*/ 7155223 w 7467600"/>
              <a:gd name="connsiteY541" fmla="*/ 2650386 h 6858000"/>
              <a:gd name="connsiteX542" fmla="*/ 7203167 w 7467600"/>
              <a:gd name="connsiteY542" fmla="*/ 2697288 h 6858000"/>
              <a:gd name="connsiteX543" fmla="*/ 6937703 w 7467600"/>
              <a:gd name="connsiteY543" fmla="*/ 2321981 h 6858000"/>
              <a:gd name="connsiteX544" fmla="*/ 6591670 w 7467600"/>
              <a:gd name="connsiteY544" fmla="*/ 1988277 h 6858000"/>
              <a:gd name="connsiteX545" fmla="*/ 5798671 w 7467600"/>
              <a:gd name="connsiteY545" fmla="*/ 1981601 h 6858000"/>
              <a:gd name="connsiteX546" fmla="*/ 5754709 w 7467600"/>
              <a:gd name="connsiteY546" fmla="*/ 2071454 h 6858000"/>
              <a:gd name="connsiteX547" fmla="*/ 5763044 w 7467600"/>
              <a:gd name="connsiteY547" fmla="*/ 2842206 h 6858000"/>
              <a:gd name="connsiteX548" fmla="*/ 5764974 w 7467600"/>
              <a:gd name="connsiteY548" fmla="*/ 2799609 h 6858000"/>
              <a:gd name="connsiteX549" fmla="*/ 5767665 w 7467600"/>
              <a:gd name="connsiteY549" fmla="*/ 2666409 h 6858000"/>
              <a:gd name="connsiteX550" fmla="*/ 5763055 w 7467600"/>
              <a:gd name="connsiteY550" fmla="*/ 2579705 h 6858000"/>
              <a:gd name="connsiteX551" fmla="*/ 5758079 w 7467600"/>
              <a:gd name="connsiteY551" fmla="*/ 2492508 h 6858000"/>
              <a:gd name="connsiteX552" fmla="*/ 5779325 w 7467600"/>
              <a:gd name="connsiteY552" fmla="*/ 2197069 h 6858000"/>
              <a:gd name="connsiteX553" fmla="*/ 5798671 w 7467600"/>
              <a:gd name="connsiteY553" fmla="*/ 1981601 h 6858000"/>
              <a:gd name="connsiteX554" fmla="*/ 5829202 w 7467600"/>
              <a:gd name="connsiteY554" fmla="*/ 1971679 h 6858000"/>
              <a:gd name="connsiteX555" fmla="*/ 5809558 w 7467600"/>
              <a:gd name="connsiteY555" fmla="*/ 2198043 h 6858000"/>
              <a:gd name="connsiteX556" fmla="*/ 5788653 w 7467600"/>
              <a:gd name="connsiteY556" fmla="*/ 2489430 h 6858000"/>
              <a:gd name="connsiteX557" fmla="*/ 5793439 w 7467600"/>
              <a:gd name="connsiteY557" fmla="*/ 2575235 h 6858000"/>
              <a:gd name="connsiteX558" fmla="*/ 5796837 w 7467600"/>
              <a:gd name="connsiteY558" fmla="*/ 2637633 h 6858000"/>
              <a:gd name="connsiteX559" fmla="*/ 5818614 w 7467600"/>
              <a:gd name="connsiteY559" fmla="*/ 2473055 h 6858000"/>
              <a:gd name="connsiteX560" fmla="*/ 5829202 w 7467600"/>
              <a:gd name="connsiteY560" fmla="*/ 1971679 h 6858000"/>
              <a:gd name="connsiteX561" fmla="*/ 5911389 w 7467600"/>
              <a:gd name="connsiteY561" fmla="*/ 1898371 h 6858000"/>
              <a:gd name="connsiteX562" fmla="*/ 6237627 w 7467600"/>
              <a:gd name="connsiteY562" fmla="*/ 2231921 h 6858000"/>
              <a:gd name="connsiteX563" fmla="*/ 5911389 w 7467600"/>
              <a:gd name="connsiteY563" fmla="*/ 1898371 h 6858000"/>
              <a:gd name="connsiteX564" fmla="*/ 6944437 w 7467600"/>
              <a:gd name="connsiteY564" fmla="*/ 1575402 h 6858000"/>
              <a:gd name="connsiteX565" fmla="*/ 6304730 w 7467600"/>
              <a:gd name="connsiteY565" fmla="*/ 1766654 h 6858000"/>
              <a:gd name="connsiteX566" fmla="*/ 6944437 w 7467600"/>
              <a:gd name="connsiteY566" fmla="*/ 1575402 h 6858000"/>
              <a:gd name="connsiteX567" fmla="*/ 7019523 w 7467600"/>
              <a:gd name="connsiteY567" fmla="*/ 1519450 h 6858000"/>
              <a:gd name="connsiteX568" fmla="*/ 6298091 w 7467600"/>
              <a:gd name="connsiteY568" fmla="*/ 1737122 h 6858000"/>
              <a:gd name="connsiteX569" fmla="*/ 7019523 w 7467600"/>
              <a:gd name="connsiteY569" fmla="*/ 1519450 h 6858000"/>
              <a:gd name="connsiteX570" fmla="*/ 2399523 w 7467600"/>
              <a:gd name="connsiteY570" fmla="*/ 1428234 h 6858000"/>
              <a:gd name="connsiteX571" fmla="*/ 2224982 w 7467600"/>
              <a:gd name="connsiteY571" fmla="*/ 1826201 h 6858000"/>
              <a:gd name="connsiteX572" fmla="*/ 2096099 w 7467600"/>
              <a:gd name="connsiteY572" fmla="*/ 2345900 h 6858000"/>
              <a:gd name="connsiteX573" fmla="*/ 2283317 w 7467600"/>
              <a:gd name="connsiteY573" fmla="*/ 1796925 h 6858000"/>
              <a:gd name="connsiteX574" fmla="*/ 2399523 w 7467600"/>
              <a:gd name="connsiteY574" fmla="*/ 1428234 h 6858000"/>
              <a:gd name="connsiteX575" fmla="*/ 2448558 w 7467600"/>
              <a:gd name="connsiteY575" fmla="*/ 1373435 h 6858000"/>
              <a:gd name="connsiteX576" fmla="*/ 2312521 w 7467600"/>
              <a:gd name="connsiteY576" fmla="*/ 1806140 h 6858000"/>
              <a:gd name="connsiteX577" fmla="*/ 2127533 w 7467600"/>
              <a:gd name="connsiteY577" fmla="*/ 2348380 h 6858000"/>
              <a:gd name="connsiteX578" fmla="*/ 2358080 w 7467600"/>
              <a:gd name="connsiteY578" fmla="*/ 1866134 h 6858000"/>
              <a:gd name="connsiteX579" fmla="*/ 2407436 w 7467600"/>
              <a:gd name="connsiteY579" fmla="*/ 1651070 h 6858000"/>
              <a:gd name="connsiteX580" fmla="*/ 2448558 w 7467600"/>
              <a:gd name="connsiteY580" fmla="*/ 1373435 h 6858000"/>
              <a:gd name="connsiteX581" fmla="*/ 278707 w 7467600"/>
              <a:gd name="connsiteY581" fmla="*/ 1352270 h 6858000"/>
              <a:gd name="connsiteX582" fmla="*/ 321570 w 7467600"/>
              <a:gd name="connsiteY582" fmla="*/ 1861610 h 6858000"/>
              <a:gd name="connsiteX583" fmla="*/ 294281 w 7467600"/>
              <a:gd name="connsiteY583" fmla="*/ 1440658 h 6858000"/>
              <a:gd name="connsiteX584" fmla="*/ 278707 w 7467600"/>
              <a:gd name="connsiteY584" fmla="*/ 1352270 h 6858000"/>
              <a:gd name="connsiteX585" fmla="*/ 1423821 w 7467600"/>
              <a:gd name="connsiteY585" fmla="*/ 1351958 h 6858000"/>
              <a:gd name="connsiteX586" fmla="*/ 1638521 w 7467600"/>
              <a:gd name="connsiteY586" fmla="*/ 1908470 h 6858000"/>
              <a:gd name="connsiteX587" fmla="*/ 1754199 w 7467600"/>
              <a:gd name="connsiteY587" fmla="*/ 2149284 h 6858000"/>
              <a:gd name="connsiteX588" fmla="*/ 1908359 w 7467600"/>
              <a:gd name="connsiteY588" fmla="*/ 2364988 h 6858000"/>
              <a:gd name="connsiteX589" fmla="*/ 1647661 w 7467600"/>
              <a:gd name="connsiteY589" fmla="*/ 1825945 h 6858000"/>
              <a:gd name="connsiteX590" fmla="*/ 1423821 w 7467600"/>
              <a:gd name="connsiteY590" fmla="*/ 1351958 h 6858000"/>
              <a:gd name="connsiteX591" fmla="*/ 1431890 w 7467600"/>
              <a:gd name="connsiteY591" fmla="*/ 1306475 h 6858000"/>
              <a:gd name="connsiteX592" fmla="*/ 1507597 w 7467600"/>
              <a:gd name="connsiteY592" fmla="*/ 1446132 h 6858000"/>
              <a:gd name="connsiteX593" fmla="*/ 1674586 w 7467600"/>
              <a:gd name="connsiteY593" fmla="*/ 1813832 h 6858000"/>
              <a:gd name="connsiteX594" fmla="*/ 1815950 w 7467600"/>
              <a:gd name="connsiteY594" fmla="*/ 2128564 h 6858000"/>
              <a:gd name="connsiteX595" fmla="*/ 1984242 w 7467600"/>
              <a:gd name="connsiteY595" fmla="*/ 2430829 h 6858000"/>
              <a:gd name="connsiteX596" fmla="*/ 2014023 w 7467600"/>
              <a:gd name="connsiteY596" fmla="*/ 2450995 h 6858000"/>
              <a:gd name="connsiteX597" fmla="*/ 1747337 w 7467600"/>
              <a:gd name="connsiteY597" fmla="*/ 1855264 h 6858000"/>
              <a:gd name="connsiteX598" fmla="*/ 1533749 w 7467600"/>
              <a:gd name="connsiteY598" fmla="*/ 1478656 h 6858000"/>
              <a:gd name="connsiteX599" fmla="*/ 1431890 w 7467600"/>
              <a:gd name="connsiteY599" fmla="*/ 1306475 h 6858000"/>
              <a:gd name="connsiteX600" fmla="*/ 5052692 w 7467600"/>
              <a:gd name="connsiteY600" fmla="*/ 1292994 h 6858000"/>
              <a:gd name="connsiteX601" fmla="*/ 5200661 w 7467600"/>
              <a:gd name="connsiteY601" fmla="*/ 1635186 h 6858000"/>
              <a:gd name="connsiteX602" fmla="*/ 5297138 w 7467600"/>
              <a:gd name="connsiteY602" fmla="*/ 1906351 h 6858000"/>
              <a:gd name="connsiteX603" fmla="*/ 5052692 w 7467600"/>
              <a:gd name="connsiteY603" fmla="*/ 1292994 h 6858000"/>
              <a:gd name="connsiteX604" fmla="*/ 5009948 w 7467600"/>
              <a:gd name="connsiteY604" fmla="*/ 1273619 h 6858000"/>
              <a:gd name="connsiteX605" fmla="*/ 5121777 w 7467600"/>
              <a:gd name="connsiteY605" fmla="*/ 1654213 h 6858000"/>
              <a:gd name="connsiteX606" fmla="*/ 5293545 w 7467600"/>
              <a:gd name="connsiteY606" fmla="*/ 2072247 h 6858000"/>
              <a:gd name="connsiteX607" fmla="*/ 5294042 w 7467600"/>
              <a:gd name="connsiteY607" fmla="*/ 2065019 h 6858000"/>
              <a:gd name="connsiteX608" fmla="*/ 5171936 w 7467600"/>
              <a:gd name="connsiteY608" fmla="*/ 1647613 h 6858000"/>
              <a:gd name="connsiteX609" fmla="*/ 5009948 w 7467600"/>
              <a:gd name="connsiteY609" fmla="*/ 1273619 h 6858000"/>
              <a:gd name="connsiteX610" fmla="*/ 655236 w 7467600"/>
              <a:gd name="connsiteY610" fmla="*/ 1268632 h 6858000"/>
              <a:gd name="connsiteX611" fmla="*/ 839521 w 7467600"/>
              <a:gd name="connsiteY611" fmla="*/ 1685315 h 6858000"/>
              <a:gd name="connsiteX612" fmla="*/ 1109416 w 7467600"/>
              <a:gd name="connsiteY612" fmla="*/ 2061663 h 6858000"/>
              <a:gd name="connsiteX613" fmla="*/ 1298300 w 7467600"/>
              <a:gd name="connsiteY613" fmla="*/ 2247742 h 6858000"/>
              <a:gd name="connsiteX614" fmla="*/ 1125871 w 7467600"/>
              <a:gd name="connsiteY614" fmla="*/ 1989513 h 6858000"/>
              <a:gd name="connsiteX615" fmla="*/ 981574 w 7467600"/>
              <a:gd name="connsiteY615" fmla="*/ 1783157 h 6858000"/>
              <a:gd name="connsiteX616" fmla="*/ 922198 w 7467600"/>
              <a:gd name="connsiteY616" fmla="*/ 1677437 h 6858000"/>
              <a:gd name="connsiteX617" fmla="*/ 869293 w 7467600"/>
              <a:gd name="connsiteY617" fmla="*/ 1583214 h 6858000"/>
              <a:gd name="connsiteX618" fmla="*/ 751431 w 7467600"/>
              <a:gd name="connsiteY618" fmla="*/ 1405731 h 6858000"/>
              <a:gd name="connsiteX619" fmla="*/ 655236 w 7467600"/>
              <a:gd name="connsiteY619" fmla="*/ 1268632 h 6858000"/>
              <a:gd name="connsiteX620" fmla="*/ 6516292 w 7467600"/>
              <a:gd name="connsiteY620" fmla="*/ 1263064 h 6858000"/>
              <a:gd name="connsiteX621" fmla="*/ 5736320 w 7467600"/>
              <a:gd name="connsiteY621" fmla="*/ 1501803 h 6858000"/>
              <a:gd name="connsiteX622" fmla="*/ 6516292 w 7467600"/>
              <a:gd name="connsiteY622" fmla="*/ 1263064 h 6858000"/>
              <a:gd name="connsiteX623" fmla="*/ 291466 w 7467600"/>
              <a:gd name="connsiteY623" fmla="*/ 1250369 h 6858000"/>
              <a:gd name="connsiteX624" fmla="*/ 323180 w 7467600"/>
              <a:gd name="connsiteY624" fmla="*/ 1435283 h 6858000"/>
              <a:gd name="connsiteX625" fmla="*/ 349381 w 7467600"/>
              <a:gd name="connsiteY625" fmla="*/ 1875041 h 6858000"/>
              <a:gd name="connsiteX626" fmla="*/ 374363 w 7467600"/>
              <a:gd name="connsiteY626" fmla="*/ 1506494 h 6858000"/>
              <a:gd name="connsiteX627" fmla="*/ 302168 w 7467600"/>
              <a:gd name="connsiteY627" fmla="*/ 1274495 h 6858000"/>
              <a:gd name="connsiteX628" fmla="*/ 291466 w 7467600"/>
              <a:gd name="connsiteY628" fmla="*/ 1250369 h 6858000"/>
              <a:gd name="connsiteX629" fmla="*/ 678222 w 7467600"/>
              <a:gd name="connsiteY629" fmla="*/ 1248670 h 6858000"/>
              <a:gd name="connsiteX630" fmla="*/ 775536 w 7467600"/>
              <a:gd name="connsiteY630" fmla="*/ 1388015 h 6858000"/>
              <a:gd name="connsiteX631" fmla="*/ 894529 w 7467600"/>
              <a:gd name="connsiteY631" fmla="*/ 1567739 h 6858000"/>
              <a:gd name="connsiteX632" fmla="*/ 948000 w 7467600"/>
              <a:gd name="connsiteY632" fmla="*/ 1663088 h 6858000"/>
              <a:gd name="connsiteX633" fmla="*/ 1006812 w 7467600"/>
              <a:gd name="connsiteY633" fmla="*/ 1767683 h 6858000"/>
              <a:gd name="connsiteX634" fmla="*/ 1149133 w 7467600"/>
              <a:gd name="connsiteY634" fmla="*/ 1971513 h 6858000"/>
              <a:gd name="connsiteX635" fmla="*/ 1333952 w 7467600"/>
              <a:gd name="connsiteY635" fmla="*/ 2251620 h 6858000"/>
              <a:gd name="connsiteX636" fmla="*/ 1337329 w 7467600"/>
              <a:gd name="connsiteY636" fmla="*/ 2258350 h 6858000"/>
              <a:gd name="connsiteX637" fmla="*/ 1014726 w 7467600"/>
              <a:gd name="connsiteY637" fmla="*/ 1615556 h 6858000"/>
              <a:gd name="connsiteX638" fmla="*/ 678222 w 7467600"/>
              <a:gd name="connsiteY638" fmla="*/ 1248670 h 6858000"/>
              <a:gd name="connsiteX639" fmla="*/ 6691602 w 7467600"/>
              <a:gd name="connsiteY639" fmla="*/ 1140573 h 6858000"/>
              <a:gd name="connsiteX640" fmla="*/ 6571100 w 7467600"/>
              <a:gd name="connsiteY640" fmla="*/ 1183662 h 6858000"/>
              <a:gd name="connsiteX641" fmla="*/ 6241687 w 7467600"/>
              <a:gd name="connsiteY641" fmla="*/ 1257600 h 6858000"/>
              <a:gd name="connsiteX642" fmla="*/ 5693009 w 7467600"/>
              <a:gd name="connsiteY642" fmla="*/ 1478256 h 6858000"/>
              <a:gd name="connsiteX643" fmla="*/ 6548420 w 7467600"/>
              <a:gd name="connsiteY643" fmla="*/ 1214599 h 6858000"/>
              <a:gd name="connsiteX644" fmla="*/ 6605473 w 7467600"/>
              <a:gd name="connsiteY644" fmla="*/ 1184686 h 6858000"/>
              <a:gd name="connsiteX645" fmla="*/ 6691602 w 7467600"/>
              <a:gd name="connsiteY645" fmla="*/ 1140573 h 6858000"/>
              <a:gd name="connsiteX646" fmla="*/ 4002475 w 7467600"/>
              <a:gd name="connsiteY646" fmla="*/ 1037802 h 6858000"/>
              <a:gd name="connsiteX647" fmla="*/ 4000324 w 7467600"/>
              <a:gd name="connsiteY647" fmla="*/ 1039362 h 6858000"/>
              <a:gd name="connsiteX648" fmla="*/ 4002862 w 7467600"/>
              <a:gd name="connsiteY648" fmla="*/ 1042866 h 6858000"/>
              <a:gd name="connsiteX649" fmla="*/ 4002475 w 7467600"/>
              <a:gd name="connsiteY649" fmla="*/ 1037802 h 6858000"/>
              <a:gd name="connsiteX650" fmla="*/ 506322 w 7467600"/>
              <a:gd name="connsiteY650" fmla="*/ 1020997 h 6858000"/>
              <a:gd name="connsiteX651" fmla="*/ 533068 w 7467600"/>
              <a:gd name="connsiteY651" fmla="*/ 1029409 h 6858000"/>
              <a:gd name="connsiteX652" fmla="*/ 1232525 w 7467600"/>
              <a:gd name="connsiteY652" fmla="*/ 1804675 h 6858000"/>
              <a:gd name="connsiteX653" fmla="*/ 1388858 w 7467600"/>
              <a:gd name="connsiteY653" fmla="*/ 2368011 h 6858000"/>
              <a:gd name="connsiteX654" fmla="*/ 1384098 w 7467600"/>
              <a:gd name="connsiteY654" fmla="*/ 2378125 h 6858000"/>
              <a:gd name="connsiteX655" fmla="*/ 1425393 w 7467600"/>
              <a:gd name="connsiteY655" fmla="*/ 2589124 h 6858000"/>
              <a:gd name="connsiteX656" fmla="*/ 1424001 w 7467600"/>
              <a:gd name="connsiteY656" fmla="*/ 2597541 h 6858000"/>
              <a:gd name="connsiteX657" fmla="*/ 2152729 w 7467600"/>
              <a:gd name="connsiteY657" fmla="*/ 2864487 h 6858000"/>
              <a:gd name="connsiteX658" fmla="*/ 2020609 w 7467600"/>
              <a:gd name="connsiteY658" fmla="*/ 2539671 h 6858000"/>
              <a:gd name="connsiteX659" fmla="*/ 2018920 w 7467600"/>
              <a:gd name="connsiteY659" fmla="*/ 2536309 h 6858000"/>
              <a:gd name="connsiteX660" fmla="*/ 1342441 w 7467600"/>
              <a:gd name="connsiteY660" fmla="*/ 1173017 h 6858000"/>
              <a:gd name="connsiteX661" fmla="*/ 1367925 w 7467600"/>
              <a:gd name="connsiteY661" fmla="*/ 1135648 h 6858000"/>
              <a:gd name="connsiteX662" fmla="*/ 1771401 w 7467600"/>
              <a:gd name="connsiteY662" fmla="*/ 1806673 h 6858000"/>
              <a:gd name="connsiteX663" fmla="*/ 1972385 w 7467600"/>
              <a:gd name="connsiteY663" fmla="*/ 2198735 h 6858000"/>
              <a:gd name="connsiteX664" fmla="*/ 2040892 w 7467600"/>
              <a:gd name="connsiteY664" fmla="*/ 2405205 h 6858000"/>
              <a:gd name="connsiteX665" fmla="*/ 2131689 w 7467600"/>
              <a:gd name="connsiteY665" fmla="*/ 1936926 h 6858000"/>
              <a:gd name="connsiteX666" fmla="*/ 2454820 w 7467600"/>
              <a:gd name="connsiteY666" fmla="*/ 1248808 h 6858000"/>
              <a:gd name="connsiteX667" fmla="*/ 2492512 w 7467600"/>
              <a:gd name="connsiteY667" fmla="*/ 1302920 h 6858000"/>
              <a:gd name="connsiteX668" fmla="*/ 2081216 w 7467600"/>
              <a:gd name="connsiteY668" fmla="*/ 2527513 h 6858000"/>
              <a:gd name="connsiteX669" fmla="*/ 2081211 w 7467600"/>
              <a:gd name="connsiteY669" fmla="*/ 2528916 h 6858000"/>
              <a:gd name="connsiteX670" fmla="*/ 2199067 w 7467600"/>
              <a:gd name="connsiteY670" fmla="*/ 2884061 h 6858000"/>
              <a:gd name="connsiteX671" fmla="*/ 3192586 w 7467600"/>
              <a:gd name="connsiteY671" fmla="*/ 3411496 h 6858000"/>
              <a:gd name="connsiteX672" fmla="*/ 3182620 w 7467600"/>
              <a:gd name="connsiteY672" fmla="*/ 3483279 h 6858000"/>
              <a:gd name="connsiteX673" fmla="*/ 2435119 w 7467600"/>
              <a:gd name="connsiteY673" fmla="*/ 3080173 h 6858000"/>
              <a:gd name="connsiteX674" fmla="*/ 2410152 w 7467600"/>
              <a:gd name="connsiteY674" fmla="*/ 3063751 h 6858000"/>
              <a:gd name="connsiteX675" fmla="*/ 2408099 w 7467600"/>
              <a:gd name="connsiteY675" fmla="*/ 3064403 h 6858000"/>
              <a:gd name="connsiteX676" fmla="*/ 2407218 w 7467600"/>
              <a:gd name="connsiteY676" fmla="*/ 3070324 h 6858000"/>
              <a:gd name="connsiteX677" fmla="*/ 2380138 w 7467600"/>
              <a:gd name="connsiteY677" fmla="*/ 3099341 h 6858000"/>
              <a:gd name="connsiteX678" fmla="*/ 1765923 w 7467600"/>
              <a:gd name="connsiteY678" fmla="*/ 3581043 h 6858000"/>
              <a:gd name="connsiteX679" fmla="*/ 1702258 w 7467600"/>
              <a:gd name="connsiteY679" fmla="*/ 3612286 h 6858000"/>
              <a:gd name="connsiteX680" fmla="*/ 1538370 w 7467600"/>
              <a:gd name="connsiteY680" fmla="*/ 3811804 h 6858000"/>
              <a:gd name="connsiteX681" fmla="*/ 542867 w 7467600"/>
              <a:gd name="connsiteY681" fmla="*/ 4944092 h 6858000"/>
              <a:gd name="connsiteX682" fmla="*/ 515800 w 7467600"/>
              <a:gd name="connsiteY682" fmla="*/ 4862180 h 6858000"/>
              <a:gd name="connsiteX683" fmla="*/ 909145 w 7467600"/>
              <a:gd name="connsiteY683" fmla="*/ 4199225 h 6858000"/>
              <a:gd name="connsiteX684" fmla="*/ 1214067 w 7467600"/>
              <a:gd name="connsiteY684" fmla="*/ 3908561 h 6858000"/>
              <a:gd name="connsiteX685" fmla="*/ 640967 w 7467600"/>
              <a:gd name="connsiteY685" fmla="*/ 4105601 h 6858000"/>
              <a:gd name="connsiteX686" fmla="*/ 112563 w 7467600"/>
              <a:gd name="connsiteY686" fmla="*/ 4396952 h 6858000"/>
              <a:gd name="connsiteX687" fmla="*/ 0 w 7467600"/>
              <a:gd name="connsiteY687" fmla="*/ 4466006 h 6858000"/>
              <a:gd name="connsiteX688" fmla="*/ 0 w 7467600"/>
              <a:gd name="connsiteY688" fmla="*/ 4233763 h 6858000"/>
              <a:gd name="connsiteX689" fmla="*/ 36881 w 7467600"/>
              <a:gd name="connsiteY689" fmla="*/ 4200118 h 6858000"/>
              <a:gd name="connsiteX690" fmla="*/ 910534 w 7467600"/>
              <a:gd name="connsiteY690" fmla="*/ 3629753 h 6858000"/>
              <a:gd name="connsiteX691" fmla="*/ 1578717 w 7467600"/>
              <a:gd name="connsiteY691" fmla="*/ 3575982 h 6858000"/>
              <a:gd name="connsiteX692" fmla="*/ 2338780 w 7467600"/>
              <a:gd name="connsiteY692" fmla="*/ 3033725 h 6858000"/>
              <a:gd name="connsiteX693" fmla="*/ 1807991 w 7467600"/>
              <a:gd name="connsiteY693" fmla="*/ 2807184 h 6858000"/>
              <a:gd name="connsiteX694" fmla="*/ 1416358 w 7467600"/>
              <a:gd name="connsiteY694" fmla="*/ 3112571 h 6858000"/>
              <a:gd name="connsiteX695" fmla="*/ 939066 w 7467600"/>
              <a:gd name="connsiteY695" fmla="*/ 3378798 h 6858000"/>
              <a:gd name="connsiteX696" fmla="*/ 115099 w 7467600"/>
              <a:gd name="connsiteY696" fmla="*/ 3607650 h 6858000"/>
              <a:gd name="connsiteX697" fmla="*/ 97284 w 7467600"/>
              <a:gd name="connsiteY697" fmla="*/ 3520393 h 6858000"/>
              <a:gd name="connsiteX698" fmla="*/ 922050 w 7467600"/>
              <a:gd name="connsiteY698" fmla="*/ 3074867 h 6858000"/>
              <a:gd name="connsiteX699" fmla="*/ 1405265 w 7467600"/>
              <a:gd name="connsiteY699" fmla="*/ 3016319 h 6858000"/>
              <a:gd name="connsiteX700" fmla="*/ 1407512 w 7467600"/>
              <a:gd name="connsiteY700" fmla="*/ 3018001 h 6858000"/>
              <a:gd name="connsiteX701" fmla="*/ 1726266 w 7467600"/>
              <a:gd name="connsiteY701" fmla="*/ 2777274 h 6858000"/>
              <a:gd name="connsiteX702" fmla="*/ 625390 w 7467600"/>
              <a:gd name="connsiteY702" fmla="*/ 2514541 h 6858000"/>
              <a:gd name="connsiteX703" fmla="*/ 619799 w 7467600"/>
              <a:gd name="connsiteY703" fmla="*/ 2527180 h 6858000"/>
              <a:gd name="connsiteX704" fmla="*/ 310030 w 7467600"/>
              <a:gd name="connsiteY704" fmla="*/ 2771818 h 6858000"/>
              <a:gd name="connsiteX705" fmla="*/ 173877 w 7467600"/>
              <a:gd name="connsiteY705" fmla="*/ 2937056 h 6858000"/>
              <a:gd name="connsiteX706" fmla="*/ 77889 w 7467600"/>
              <a:gd name="connsiteY706" fmla="*/ 3138440 h 6858000"/>
              <a:gd name="connsiteX707" fmla="*/ 0 w 7467600"/>
              <a:gd name="connsiteY707" fmla="*/ 3271395 h 6858000"/>
              <a:gd name="connsiteX708" fmla="*/ 0 w 7467600"/>
              <a:gd name="connsiteY708" fmla="*/ 3153002 h 6858000"/>
              <a:gd name="connsiteX709" fmla="*/ 2386 w 7467600"/>
              <a:gd name="connsiteY709" fmla="*/ 3149203 h 6858000"/>
              <a:gd name="connsiteX710" fmla="*/ 89753 w 7467600"/>
              <a:gd name="connsiteY710" fmla="*/ 2987702 h 6858000"/>
              <a:gd name="connsiteX711" fmla="*/ 76869 w 7467600"/>
              <a:gd name="connsiteY711" fmla="*/ 3005404 h 6858000"/>
              <a:gd name="connsiteX712" fmla="*/ 32049 w 7467600"/>
              <a:gd name="connsiteY712" fmla="*/ 3065814 h 6858000"/>
              <a:gd name="connsiteX713" fmla="*/ 0 w 7467600"/>
              <a:gd name="connsiteY713" fmla="*/ 3108744 h 6858000"/>
              <a:gd name="connsiteX714" fmla="*/ 0 w 7467600"/>
              <a:gd name="connsiteY714" fmla="*/ 3058059 h 6858000"/>
              <a:gd name="connsiteX715" fmla="*/ 7610 w 7467600"/>
              <a:gd name="connsiteY715" fmla="*/ 3047889 h 6858000"/>
              <a:gd name="connsiteX716" fmla="*/ 52419 w 7467600"/>
              <a:gd name="connsiteY716" fmla="*/ 2987479 h 6858000"/>
              <a:gd name="connsiteX717" fmla="*/ 59142 w 7467600"/>
              <a:gd name="connsiteY717" fmla="*/ 2978488 h 6858000"/>
              <a:gd name="connsiteX718" fmla="*/ 0 w 7467600"/>
              <a:gd name="connsiteY718" fmla="*/ 3015334 h 6858000"/>
              <a:gd name="connsiteX719" fmla="*/ 0 w 7467600"/>
              <a:gd name="connsiteY719" fmla="*/ 2914286 h 6858000"/>
              <a:gd name="connsiteX720" fmla="*/ 36383 w 7467600"/>
              <a:gd name="connsiteY720" fmla="*/ 2901128 h 6858000"/>
              <a:gd name="connsiteX721" fmla="*/ 156329 w 7467600"/>
              <a:gd name="connsiteY721" fmla="*/ 2840533 h 6858000"/>
              <a:gd name="connsiteX722" fmla="*/ 358355 w 7467600"/>
              <a:gd name="connsiteY722" fmla="*/ 2620471 h 6858000"/>
              <a:gd name="connsiteX723" fmla="*/ 510577 w 7467600"/>
              <a:gd name="connsiteY723" fmla="*/ 2501244 h 6858000"/>
              <a:gd name="connsiteX724" fmla="*/ 211967 w 7467600"/>
              <a:gd name="connsiteY724" fmla="*/ 2479171 h 6858000"/>
              <a:gd name="connsiteX725" fmla="*/ 0 w 7467600"/>
              <a:gd name="connsiteY725" fmla="*/ 2476398 h 6858000"/>
              <a:gd name="connsiteX726" fmla="*/ 0 w 7467600"/>
              <a:gd name="connsiteY726" fmla="*/ 2389189 h 6858000"/>
              <a:gd name="connsiteX727" fmla="*/ 103062 w 7467600"/>
              <a:gd name="connsiteY727" fmla="*/ 2389518 h 6858000"/>
              <a:gd name="connsiteX728" fmla="*/ 510734 w 7467600"/>
              <a:gd name="connsiteY728" fmla="*/ 2416201 h 6858000"/>
              <a:gd name="connsiteX729" fmla="*/ 279257 w 7467600"/>
              <a:gd name="connsiteY729" fmla="*/ 2092102 h 6858000"/>
              <a:gd name="connsiteX730" fmla="*/ 65265 w 7467600"/>
              <a:gd name="connsiteY730" fmla="*/ 2006049 h 6858000"/>
              <a:gd name="connsiteX731" fmla="*/ 0 w 7467600"/>
              <a:gd name="connsiteY731" fmla="*/ 1982532 h 6858000"/>
              <a:gd name="connsiteX732" fmla="*/ 0 w 7467600"/>
              <a:gd name="connsiteY732" fmla="*/ 1912789 h 6858000"/>
              <a:gd name="connsiteX733" fmla="*/ 97460 w 7467600"/>
              <a:gd name="connsiteY733" fmla="*/ 1953725 h 6858000"/>
              <a:gd name="connsiteX734" fmla="*/ 221272 w 7467600"/>
              <a:gd name="connsiteY734" fmla="*/ 1980766 h 6858000"/>
              <a:gd name="connsiteX735" fmla="*/ 116765 w 7467600"/>
              <a:gd name="connsiteY735" fmla="*/ 1911033 h 6858000"/>
              <a:gd name="connsiteX736" fmla="*/ 16405 w 7467600"/>
              <a:gd name="connsiteY736" fmla="*/ 1803412 h 6858000"/>
              <a:gd name="connsiteX737" fmla="*/ 0 w 7467600"/>
              <a:gd name="connsiteY737" fmla="*/ 1784777 h 6858000"/>
              <a:gd name="connsiteX738" fmla="*/ 0 w 7467600"/>
              <a:gd name="connsiteY738" fmla="*/ 1740082 h 6858000"/>
              <a:gd name="connsiteX739" fmla="*/ 39394 w 7467600"/>
              <a:gd name="connsiteY739" fmla="*/ 1784856 h 6858000"/>
              <a:gd name="connsiteX740" fmla="*/ 135813 w 7467600"/>
              <a:gd name="connsiteY740" fmla="*/ 1888838 h 6858000"/>
              <a:gd name="connsiteX741" fmla="*/ 242575 w 7467600"/>
              <a:gd name="connsiteY741" fmla="*/ 1958841 h 6858000"/>
              <a:gd name="connsiteX742" fmla="*/ 82197 w 7467600"/>
              <a:gd name="connsiteY742" fmla="*/ 1754826 h 6858000"/>
              <a:gd name="connsiteX743" fmla="*/ 0 w 7467600"/>
              <a:gd name="connsiteY743" fmla="*/ 1679650 h 6858000"/>
              <a:gd name="connsiteX744" fmla="*/ 0 w 7467600"/>
              <a:gd name="connsiteY744" fmla="*/ 1602463 h 6858000"/>
              <a:gd name="connsiteX745" fmla="*/ 84689 w 7467600"/>
              <a:gd name="connsiteY745" fmla="*/ 1677442 h 6858000"/>
              <a:gd name="connsiteX746" fmla="*/ 298437 w 7467600"/>
              <a:gd name="connsiteY746" fmla="*/ 1968019 h 6858000"/>
              <a:gd name="connsiteX747" fmla="*/ 227269 w 7467600"/>
              <a:gd name="connsiteY747" fmla="*/ 1114064 h 6858000"/>
              <a:gd name="connsiteX748" fmla="*/ 248003 w 7467600"/>
              <a:gd name="connsiteY748" fmla="*/ 1089613 h 6858000"/>
              <a:gd name="connsiteX749" fmla="*/ 427020 w 7467600"/>
              <a:gd name="connsiteY749" fmla="*/ 1619803 h 6858000"/>
              <a:gd name="connsiteX750" fmla="*/ 340345 w 7467600"/>
              <a:gd name="connsiteY750" fmla="*/ 2027739 h 6858000"/>
              <a:gd name="connsiteX751" fmla="*/ 360865 w 7467600"/>
              <a:gd name="connsiteY751" fmla="*/ 2044827 h 6858000"/>
              <a:gd name="connsiteX752" fmla="*/ 560414 w 7467600"/>
              <a:gd name="connsiteY752" fmla="*/ 2421457 h 6858000"/>
              <a:gd name="connsiteX753" fmla="*/ 1359703 w 7467600"/>
              <a:gd name="connsiteY753" fmla="*/ 2578554 h 6858000"/>
              <a:gd name="connsiteX754" fmla="*/ 1359422 w 7467600"/>
              <a:gd name="connsiteY754" fmla="*/ 2577994 h 6858000"/>
              <a:gd name="connsiteX755" fmla="*/ 828701 w 7467600"/>
              <a:gd name="connsiteY755" fmla="*/ 1839520 h 6858000"/>
              <a:gd name="connsiteX756" fmla="*/ 494427 w 7467600"/>
              <a:gd name="connsiteY756" fmla="*/ 1092333 h 6858000"/>
              <a:gd name="connsiteX757" fmla="*/ 506322 w 7467600"/>
              <a:gd name="connsiteY757" fmla="*/ 1020997 h 6858000"/>
              <a:gd name="connsiteX758" fmla="*/ 4570198 w 7467600"/>
              <a:gd name="connsiteY758" fmla="*/ 978081 h 6858000"/>
              <a:gd name="connsiteX759" fmla="*/ 4523691 w 7467600"/>
              <a:gd name="connsiteY759" fmla="*/ 1127776 h 6858000"/>
              <a:gd name="connsiteX760" fmla="*/ 4509875 w 7467600"/>
              <a:gd name="connsiteY760" fmla="*/ 1167552 h 6858000"/>
              <a:gd name="connsiteX761" fmla="*/ 4478168 w 7467600"/>
              <a:gd name="connsiteY761" fmla="*/ 1260735 h 6858000"/>
              <a:gd name="connsiteX762" fmla="*/ 4409309 w 7467600"/>
              <a:gd name="connsiteY762" fmla="*/ 1666996 h 6858000"/>
              <a:gd name="connsiteX763" fmla="*/ 4370031 w 7467600"/>
              <a:gd name="connsiteY763" fmla="*/ 1955666 h 6858000"/>
              <a:gd name="connsiteX764" fmla="*/ 4570198 w 7467600"/>
              <a:gd name="connsiteY764" fmla="*/ 978081 h 6858000"/>
              <a:gd name="connsiteX765" fmla="*/ 4557898 w 7467600"/>
              <a:gd name="connsiteY765" fmla="*/ 900011 h 6858000"/>
              <a:gd name="connsiteX766" fmla="*/ 4344840 w 7467600"/>
              <a:gd name="connsiteY766" fmla="*/ 1922038 h 6858000"/>
              <a:gd name="connsiteX767" fmla="*/ 4378710 w 7467600"/>
              <a:gd name="connsiteY767" fmla="*/ 1665516 h 6858000"/>
              <a:gd name="connsiteX768" fmla="*/ 4448798 w 7467600"/>
              <a:gd name="connsiteY768" fmla="*/ 1253024 h 6858000"/>
              <a:gd name="connsiteX769" fmla="*/ 4480315 w 7467600"/>
              <a:gd name="connsiteY769" fmla="*/ 1158454 h 6858000"/>
              <a:gd name="connsiteX770" fmla="*/ 4494133 w 7467600"/>
              <a:gd name="connsiteY770" fmla="*/ 1118676 h 6858000"/>
              <a:gd name="connsiteX771" fmla="*/ 4557898 w 7467600"/>
              <a:gd name="connsiteY771" fmla="*/ 900011 h 6858000"/>
              <a:gd name="connsiteX772" fmla="*/ 5870151 w 7467600"/>
              <a:gd name="connsiteY772" fmla="*/ 898890 h 6858000"/>
              <a:gd name="connsiteX773" fmla="*/ 5861335 w 7467600"/>
              <a:gd name="connsiteY773" fmla="*/ 899177 h 6858000"/>
              <a:gd name="connsiteX774" fmla="*/ 5843702 w 7467600"/>
              <a:gd name="connsiteY774" fmla="*/ 899748 h 6858000"/>
              <a:gd name="connsiteX775" fmla="*/ 5651107 w 7467600"/>
              <a:gd name="connsiteY775" fmla="*/ 920306 h 6858000"/>
              <a:gd name="connsiteX776" fmla="*/ 5459407 w 7467600"/>
              <a:gd name="connsiteY776" fmla="*/ 940975 h 6858000"/>
              <a:gd name="connsiteX777" fmla="*/ 5374846 w 7467600"/>
              <a:gd name="connsiteY777" fmla="*/ 941988 h 6858000"/>
              <a:gd name="connsiteX778" fmla="*/ 5256105 w 7467600"/>
              <a:gd name="connsiteY778" fmla="*/ 945632 h 6858000"/>
              <a:gd name="connsiteX779" fmla="*/ 5107071 w 7467600"/>
              <a:gd name="connsiteY779" fmla="*/ 969720 h 6858000"/>
              <a:gd name="connsiteX780" fmla="*/ 4998681 w 7467600"/>
              <a:gd name="connsiteY780" fmla="*/ 988771 h 6858000"/>
              <a:gd name="connsiteX781" fmla="*/ 5870151 w 7467600"/>
              <a:gd name="connsiteY781" fmla="*/ 898890 h 6858000"/>
              <a:gd name="connsiteX782" fmla="*/ 5504425 w 7467600"/>
              <a:gd name="connsiteY782" fmla="*/ 848067 h 6858000"/>
              <a:gd name="connsiteX783" fmla="*/ 4968849 w 7467600"/>
              <a:gd name="connsiteY783" fmla="*/ 962318 h 6858000"/>
              <a:gd name="connsiteX784" fmla="*/ 5104039 w 7467600"/>
              <a:gd name="connsiteY784" fmla="*/ 940634 h 6858000"/>
              <a:gd name="connsiteX785" fmla="*/ 5256311 w 7467600"/>
              <a:gd name="connsiteY785" fmla="*/ 916490 h 6858000"/>
              <a:gd name="connsiteX786" fmla="*/ 5377381 w 7467600"/>
              <a:gd name="connsiteY786" fmla="*/ 912671 h 6858000"/>
              <a:gd name="connsiteX787" fmla="*/ 5460148 w 7467600"/>
              <a:gd name="connsiteY787" fmla="*/ 911442 h 6858000"/>
              <a:gd name="connsiteX788" fmla="*/ 5648971 w 7467600"/>
              <a:gd name="connsiteY788" fmla="*/ 891331 h 6858000"/>
              <a:gd name="connsiteX789" fmla="*/ 5844807 w 7467600"/>
              <a:gd name="connsiteY789" fmla="*/ 870718 h 6858000"/>
              <a:gd name="connsiteX790" fmla="*/ 5862975 w 7467600"/>
              <a:gd name="connsiteY790" fmla="*/ 869756 h 6858000"/>
              <a:gd name="connsiteX791" fmla="*/ 5920887 w 7467600"/>
              <a:gd name="connsiteY791" fmla="*/ 865929 h 6858000"/>
              <a:gd name="connsiteX792" fmla="*/ 5504425 w 7467600"/>
              <a:gd name="connsiteY792" fmla="*/ 848067 h 6858000"/>
              <a:gd name="connsiteX793" fmla="*/ 3607114 w 7467600"/>
              <a:gd name="connsiteY793" fmla="*/ 467441 h 6858000"/>
              <a:gd name="connsiteX794" fmla="*/ 3296242 w 7467600"/>
              <a:gd name="connsiteY794" fmla="*/ 807991 h 6858000"/>
              <a:gd name="connsiteX795" fmla="*/ 3174674 w 7467600"/>
              <a:gd name="connsiteY795" fmla="*/ 919759 h 6858000"/>
              <a:gd name="connsiteX796" fmla="*/ 3042978 w 7467600"/>
              <a:gd name="connsiteY796" fmla="*/ 1054894 h 6858000"/>
              <a:gd name="connsiteX797" fmla="*/ 2968914 w 7467600"/>
              <a:gd name="connsiteY797" fmla="*/ 1133756 h 6858000"/>
              <a:gd name="connsiteX798" fmla="*/ 3103823 w 7467600"/>
              <a:gd name="connsiteY798" fmla="*/ 1026814 h 6858000"/>
              <a:gd name="connsiteX799" fmla="*/ 3607114 w 7467600"/>
              <a:gd name="connsiteY799" fmla="*/ 467441 h 6858000"/>
              <a:gd name="connsiteX800" fmla="*/ 3744487 w 7467600"/>
              <a:gd name="connsiteY800" fmla="*/ 383136 h 6858000"/>
              <a:gd name="connsiteX801" fmla="*/ 3970213 w 7467600"/>
              <a:gd name="connsiteY801" fmla="*/ 995559 h 6858000"/>
              <a:gd name="connsiteX802" fmla="*/ 3744487 w 7467600"/>
              <a:gd name="connsiteY802" fmla="*/ 383136 h 6858000"/>
              <a:gd name="connsiteX803" fmla="*/ 3624562 w 7467600"/>
              <a:gd name="connsiteY803" fmla="*/ 367041 h 6858000"/>
              <a:gd name="connsiteX804" fmla="*/ 3489712 w 7467600"/>
              <a:gd name="connsiteY804" fmla="*/ 485386 h 6858000"/>
              <a:gd name="connsiteX805" fmla="*/ 3182994 w 7467600"/>
              <a:gd name="connsiteY805" fmla="*/ 828265 h 6858000"/>
              <a:gd name="connsiteX806" fmla="*/ 2892114 w 7467600"/>
              <a:gd name="connsiteY806" fmla="*/ 1172635 h 6858000"/>
              <a:gd name="connsiteX807" fmla="*/ 3021459 w 7467600"/>
              <a:gd name="connsiteY807" fmla="*/ 1035385 h 6858000"/>
              <a:gd name="connsiteX808" fmla="*/ 3153873 w 7467600"/>
              <a:gd name="connsiteY808" fmla="*/ 898971 h 6858000"/>
              <a:gd name="connsiteX809" fmla="*/ 3276511 w 7467600"/>
              <a:gd name="connsiteY809" fmla="*/ 786423 h 6858000"/>
              <a:gd name="connsiteX810" fmla="*/ 3584154 w 7467600"/>
              <a:gd name="connsiteY810" fmla="*/ 448218 h 6858000"/>
              <a:gd name="connsiteX811" fmla="*/ 3624562 w 7467600"/>
              <a:gd name="connsiteY811" fmla="*/ 367041 h 6858000"/>
              <a:gd name="connsiteX812" fmla="*/ 3766672 w 7467600"/>
              <a:gd name="connsiteY812" fmla="*/ 359429 h 6858000"/>
              <a:gd name="connsiteX813" fmla="*/ 3996338 w 7467600"/>
              <a:gd name="connsiteY813" fmla="*/ 968237 h 6858000"/>
              <a:gd name="connsiteX814" fmla="*/ 3766672 w 7467600"/>
              <a:gd name="connsiteY814" fmla="*/ 359429 h 6858000"/>
              <a:gd name="connsiteX815" fmla="*/ 5805386 w 7467600"/>
              <a:gd name="connsiteY815" fmla="*/ 239240 h 6858000"/>
              <a:gd name="connsiteX816" fmla="*/ 5736947 w 7467600"/>
              <a:gd name="connsiteY816" fmla="*/ 261367 h 6858000"/>
              <a:gd name="connsiteX817" fmla="*/ 5427012 w 7467600"/>
              <a:gd name="connsiteY817" fmla="*/ 311272 h 6858000"/>
              <a:gd name="connsiteX818" fmla="*/ 5147818 w 7467600"/>
              <a:gd name="connsiteY818" fmla="*/ 322112 h 6858000"/>
              <a:gd name="connsiteX819" fmla="*/ 5060854 w 7467600"/>
              <a:gd name="connsiteY819" fmla="*/ 311882 h 6858000"/>
              <a:gd name="connsiteX820" fmla="*/ 4945989 w 7467600"/>
              <a:gd name="connsiteY820" fmla="*/ 300516 h 6858000"/>
              <a:gd name="connsiteX821" fmla="*/ 5410479 w 7467600"/>
              <a:gd name="connsiteY821" fmla="*/ 348434 h 6858000"/>
              <a:gd name="connsiteX822" fmla="*/ 5805386 w 7467600"/>
              <a:gd name="connsiteY822" fmla="*/ 239240 h 6858000"/>
              <a:gd name="connsiteX823" fmla="*/ 5905192 w 7467600"/>
              <a:gd name="connsiteY823" fmla="*/ 163079 h 6858000"/>
              <a:gd name="connsiteX824" fmla="*/ 5865655 w 7467600"/>
              <a:gd name="connsiteY824" fmla="*/ 171901 h 6858000"/>
              <a:gd name="connsiteX825" fmla="*/ 5259740 w 7467600"/>
              <a:gd name="connsiteY825" fmla="*/ 257013 h 6858000"/>
              <a:gd name="connsiteX826" fmla="*/ 5208466 w 7467600"/>
              <a:gd name="connsiteY826" fmla="*/ 257550 h 6858000"/>
              <a:gd name="connsiteX827" fmla="*/ 4980204 w 7467600"/>
              <a:gd name="connsiteY827" fmla="*/ 271903 h 6858000"/>
              <a:gd name="connsiteX828" fmla="*/ 5068068 w 7467600"/>
              <a:gd name="connsiteY828" fmla="*/ 282244 h 6858000"/>
              <a:gd name="connsiteX829" fmla="*/ 5153231 w 7467600"/>
              <a:gd name="connsiteY829" fmla="*/ 292240 h 6858000"/>
              <a:gd name="connsiteX830" fmla="*/ 5426491 w 7467600"/>
              <a:gd name="connsiteY830" fmla="*/ 281128 h 6858000"/>
              <a:gd name="connsiteX831" fmla="*/ 5731212 w 7467600"/>
              <a:gd name="connsiteY831" fmla="*/ 231951 h 6858000"/>
              <a:gd name="connsiteX832" fmla="*/ 5905192 w 7467600"/>
              <a:gd name="connsiteY832" fmla="*/ 163079 h 6858000"/>
              <a:gd name="connsiteX833" fmla="*/ 5944437 w 7467600"/>
              <a:gd name="connsiteY833" fmla="*/ 113829 h 6858000"/>
              <a:gd name="connsiteX834" fmla="*/ 5825032 w 7467600"/>
              <a:gd name="connsiteY834" fmla="*/ 146405 h 6858000"/>
              <a:gd name="connsiteX835" fmla="*/ 4955599 w 7467600"/>
              <a:gd name="connsiteY835" fmla="*/ 247008 h 6858000"/>
              <a:gd name="connsiteX836" fmla="*/ 5210104 w 7467600"/>
              <a:gd name="connsiteY836" fmla="*/ 228123 h 6858000"/>
              <a:gd name="connsiteX837" fmla="*/ 5261015 w 7467600"/>
              <a:gd name="connsiteY837" fmla="*/ 227087 h 6858000"/>
              <a:gd name="connsiteX838" fmla="*/ 5861181 w 7467600"/>
              <a:gd name="connsiteY838" fmla="*/ 143093 h 6858000"/>
              <a:gd name="connsiteX839" fmla="*/ 5961252 w 7467600"/>
              <a:gd name="connsiteY839" fmla="*/ 114820 h 6858000"/>
              <a:gd name="connsiteX840" fmla="*/ 5944437 w 7467600"/>
              <a:gd name="connsiteY840" fmla="*/ 113829 h 6858000"/>
              <a:gd name="connsiteX841" fmla="*/ 3882765 w 7467600"/>
              <a:gd name="connsiteY841" fmla="*/ 0 h 6858000"/>
              <a:gd name="connsiteX842" fmla="*/ 3995099 w 7467600"/>
              <a:gd name="connsiteY842" fmla="*/ 0 h 6858000"/>
              <a:gd name="connsiteX843" fmla="*/ 4163818 w 7467600"/>
              <a:gd name="connsiteY843" fmla="*/ 234104 h 6858000"/>
              <a:gd name="connsiteX844" fmla="*/ 4172099 w 7467600"/>
              <a:gd name="connsiteY844" fmla="*/ 234207 h 6858000"/>
              <a:gd name="connsiteX845" fmla="*/ 4784282 w 7467600"/>
              <a:gd name="connsiteY845" fmla="*/ 276561 h 6858000"/>
              <a:gd name="connsiteX846" fmla="*/ 4801687 w 7467600"/>
              <a:gd name="connsiteY846" fmla="*/ 267764 h 6858000"/>
              <a:gd name="connsiteX847" fmla="*/ 6082788 w 7467600"/>
              <a:gd name="connsiteY847" fmla="*/ 64119 h 6858000"/>
              <a:gd name="connsiteX848" fmla="*/ 6099442 w 7467600"/>
              <a:gd name="connsiteY848" fmla="*/ 82568 h 6858000"/>
              <a:gd name="connsiteX849" fmla="*/ 4804137 w 7467600"/>
              <a:gd name="connsiteY849" fmla="*/ 320931 h 6858000"/>
              <a:gd name="connsiteX850" fmla="*/ 4227047 w 7467600"/>
              <a:gd name="connsiteY850" fmla="*/ 313415 h 6858000"/>
              <a:gd name="connsiteX851" fmla="*/ 4346041 w 7467600"/>
              <a:gd name="connsiteY851" fmla="*/ 456086 h 6858000"/>
              <a:gd name="connsiteX852" fmla="*/ 4870967 w 7467600"/>
              <a:gd name="connsiteY852" fmla="*/ 963061 h 6858000"/>
              <a:gd name="connsiteX853" fmla="*/ 4889647 w 7467600"/>
              <a:gd name="connsiteY853" fmla="*/ 957147 h 6858000"/>
              <a:gd name="connsiteX854" fmla="*/ 5422504 w 7467600"/>
              <a:gd name="connsiteY854" fmla="*/ 805191 h 6858000"/>
              <a:gd name="connsiteX855" fmla="*/ 6087656 w 7467600"/>
              <a:gd name="connsiteY855" fmla="*/ 826703 h 6858000"/>
              <a:gd name="connsiteX856" fmla="*/ 6058717 w 7467600"/>
              <a:gd name="connsiteY856" fmla="*/ 865992 h 6858000"/>
              <a:gd name="connsiteX857" fmla="*/ 4974153 w 7467600"/>
              <a:gd name="connsiteY857" fmla="*/ 1045456 h 6858000"/>
              <a:gd name="connsiteX858" fmla="*/ 5627835 w 7467600"/>
              <a:gd name="connsiteY858" fmla="*/ 1472077 h 6858000"/>
              <a:gd name="connsiteX859" fmla="*/ 5629817 w 7467600"/>
              <a:gd name="connsiteY859" fmla="*/ 1471412 h 6858000"/>
              <a:gd name="connsiteX860" fmla="*/ 5634124 w 7467600"/>
              <a:gd name="connsiteY860" fmla="*/ 1470572 h 6858000"/>
              <a:gd name="connsiteX861" fmla="*/ 5755832 w 7467600"/>
              <a:gd name="connsiteY861" fmla="*/ 1383886 h 6858000"/>
              <a:gd name="connsiteX862" fmla="*/ 6014186 w 7467600"/>
              <a:gd name="connsiteY862" fmla="*/ 1279799 h 6858000"/>
              <a:gd name="connsiteX863" fmla="*/ 6901619 w 7467600"/>
              <a:gd name="connsiteY863" fmla="*/ 1047874 h 6858000"/>
              <a:gd name="connsiteX864" fmla="*/ 6931566 w 7467600"/>
              <a:gd name="connsiteY864" fmla="*/ 1062034 h 6858000"/>
              <a:gd name="connsiteX865" fmla="*/ 5790982 w 7467600"/>
              <a:gd name="connsiteY865" fmla="*/ 1561380 h 6858000"/>
              <a:gd name="connsiteX866" fmla="*/ 6188971 w 7467600"/>
              <a:gd name="connsiteY866" fmla="*/ 1755168 h 6858000"/>
              <a:gd name="connsiteX867" fmla="*/ 6202446 w 7467600"/>
              <a:gd name="connsiteY867" fmla="*/ 1752268 h 6858000"/>
              <a:gd name="connsiteX868" fmla="*/ 7179560 w 7467600"/>
              <a:gd name="connsiteY868" fmla="*/ 1467551 h 6858000"/>
              <a:gd name="connsiteX869" fmla="*/ 7158730 w 7467600"/>
              <a:gd name="connsiteY869" fmla="*/ 1507835 h 6858000"/>
              <a:gd name="connsiteX870" fmla="*/ 6326959 w 7467600"/>
              <a:gd name="connsiteY870" fmla="*/ 1817686 h 6858000"/>
              <a:gd name="connsiteX871" fmla="*/ 6537433 w 7467600"/>
              <a:gd name="connsiteY871" fmla="*/ 1907790 h 6858000"/>
              <a:gd name="connsiteX872" fmla="*/ 6550221 w 7467600"/>
              <a:gd name="connsiteY872" fmla="*/ 1910729 h 6858000"/>
              <a:gd name="connsiteX873" fmla="*/ 6964438 w 7467600"/>
              <a:gd name="connsiteY873" fmla="*/ 2209505 h 6858000"/>
              <a:gd name="connsiteX874" fmla="*/ 7367862 w 7467600"/>
              <a:gd name="connsiteY874" fmla="*/ 2806833 h 6858000"/>
              <a:gd name="connsiteX875" fmla="*/ 7364329 w 7467600"/>
              <a:gd name="connsiteY875" fmla="*/ 2826907 h 6858000"/>
              <a:gd name="connsiteX876" fmla="*/ 7290545 w 7467600"/>
              <a:gd name="connsiteY876" fmla="*/ 2850663 h 6858000"/>
              <a:gd name="connsiteX877" fmla="*/ 6472036 w 7467600"/>
              <a:gd name="connsiteY877" fmla="*/ 1959003 h 6858000"/>
              <a:gd name="connsiteX878" fmla="*/ 5792897 w 7467600"/>
              <a:gd name="connsiteY878" fmla="*/ 1647747 h 6858000"/>
              <a:gd name="connsiteX879" fmla="*/ 5842751 w 7467600"/>
              <a:gd name="connsiteY879" fmla="*/ 1816112 h 6858000"/>
              <a:gd name="connsiteX880" fmla="*/ 5847424 w 7467600"/>
              <a:gd name="connsiteY880" fmla="*/ 1815776 h 6858000"/>
              <a:gd name="connsiteX881" fmla="*/ 6399821 w 7467600"/>
              <a:gd name="connsiteY881" fmla="*/ 2344799 h 6858000"/>
              <a:gd name="connsiteX882" fmla="*/ 6323232 w 7467600"/>
              <a:gd name="connsiteY882" fmla="*/ 2389634 h 6858000"/>
              <a:gd name="connsiteX883" fmla="*/ 5942958 w 7467600"/>
              <a:gd name="connsiteY883" fmla="*/ 2077708 h 6858000"/>
              <a:gd name="connsiteX884" fmla="*/ 5921559 w 7467600"/>
              <a:gd name="connsiteY884" fmla="*/ 2378596 h 6858000"/>
              <a:gd name="connsiteX885" fmla="*/ 5817651 w 7467600"/>
              <a:gd name="connsiteY885" fmla="*/ 3023919 h 6858000"/>
              <a:gd name="connsiteX886" fmla="*/ 5729634 w 7467600"/>
              <a:gd name="connsiteY886" fmla="*/ 3051849 h 6858000"/>
              <a:gd name="connsiteX887" fmla="*/ 5611018 w 7467600"/>
              <a:gd name="connsiteY887" fmla="*/ 2316769 h 6858000"/>
              <a:gd name="connsiteX888" fmla="*/ 5687608 w 7467600"/>
              <a:gd name="connsiteY888" fmla="*/ 2039972 h 6858000"/>
              <a:gd name="connsiteX889" fmla="*/ 5657554 w 7467600"/>
              <a:gd name="connsiteY889" fmla="*/ 1576445 h 6858000"/>
              <a:gd name="connsiteX890" fmla="*/ 5150475 w 7467600"/>
              <a:gd name="connsiteY890" fmla="*/ 1274012 h 6858000"/>
              <a:gd name="connsiteX891" fmla="*/ 5349142 w 7467600"/>
              <a:gd name="connsiteY891" fmla="*/ 2204405 h 6858000"/>
              <a:gd name="connsiteX892" fmla="*/ 5262214 w 7467600"/>
              <a:gd name="connsiteY892" fmla="*/ 2233836 h 6858000"/>
              <a:gd name="connsiteX893" fmla="*/ 4981539 w 7467600"/>
              <a:gd name="connsiteY893" fmla="*/ 1542201 h 6858000"/>
              <a:gd name="connsiteX894" fmla="*/ 4958461 w 7467600"/>
              <a:gd name="connsiteY894" fmla="*/ 1136957 h 6858000"/>
              <a:gd name="connsiteX895" fmla="*/ 4655015 w 7467600"/>
              <a:gd name="connsiteY895" fmla="*/ 891426 h 6858000"/>
              <a:gd name="connsiteX896" fmla="*/ 4348002 w 7467600"/>
              <a:gd name="connsiteY896" fmla="*/ 2205895 h 6858000"/>
              <a:gd name="connsiteX897" fmla="*/ 4262250 w 7467600"/>
              <a:gd name="connsiteY897" fmla="*/ 2219972 h 6858000"/>
              <a:gd name="connsiteX898" fmla="*/ 4550611 w 7467600"/>
              <a:gd name="connsiteY898" fmla="*/ 817540 h 6858000"/>
              <a:gd name="connsiteX899" fmla="*/ 4564418 w 7467600"/>
              <a:gd name="connsiteY899" fmla="*/ 808293 h 6858000"/>
              <a:gd name="connsiteX900" fmla="*/ 4266388 w 7467600"/>
              <a:gd name="connsiteY900" fmla="*/ 500083 h 6858000"/>
              <a:gd name="connsiteX901" fmla="*/ 4032842 w 7467600"/>
              <a:gd name="connsiteY901" fmla="*/ 211809 h 6858000"/>
              <a:gd name="connsiteX902" fmla="*/ 3882765 w 7467600"/>
              <a:gd name="connsiteY902" fmla="*/ 0 h 6858000"/>
              <a:gd name="connsiteX903" fmla="*/ 3721337 w 7467600"/>
              <a:gd name="connsiteY903" fmla="*/ 0 h 6858000"/>
              <a:gd name="connsiteX904" fmla="*/ 3797544 w 7467600"/>
              <a:gd name="connsiteY904" fmla="*/ 0 h 6858000"/>
              <a:gd name="connsiteX905" fmla="*/ 3775734 w 7467600"/>
              <a:gd name="connsiteY905" fmla="*/ 95131 h 6858000"/>
              <a:gd name="connsiteX906" fmla="*/ 3724807 w 7467600"/>
              <a:gd name="connsiteY906" fmla="*/ 272257 h 6858000"/>
              <a:gd name="connsiteX907" fmla="*/ 3726844 w 7467600"/>
              <a:gd name="connsiteY907" fmla="*/ 282988 h 6858000"/>
              <a:gd name="connsiteX908" fmla="*/ 3742664 w 7467600"/>
              <a:gd name="connsiteY908" fmla="*/ 279918 h 6858000"/>
              <a:gd name="connsiteX909" fmla="*/ 4103910 w 7467600"/>
              <a:gd name="connsiteY909" fmla="*/ 1161917 h 6858000"/>
              <a:gd name="connsiteX910" fmla="*/ 4020269 w 7467600"/>
              <a:gd name="connsiteY910" fmla="*/ 1200406 h 6858000"/>
              <a:gd name="connsiteX911" fmla="*/ 3674882 w 7467600"/>
              <a:gd name="connsiteY911" fmla="*/ 488524 h 6858000"/>
              <a:gd name="connsiteX912" fmla="*/ 3132682 w 7467600"/>
              <a:gd name="connsiteY912" fmla="*/ 1072284 h 6858000"/>
              <a:gd name="connsiteX913" fmla="*/ 2716346 w 7467600"/>
              <a:gd name="connsiteY913" fmla="*/ 1276376 h 6858000"/>
              <a:gd name="connsiteX914" fmla="*/ 2716772 w 7467600"/>
              <a:gd name="connsiteY914" fmla="*/ 1255462 h 6858000"/>
              <a:gd name="connsiteX915" fmla="*/ 3471096 w 7467600"/>
              <a:gd name="connsiteY915" fmla="*/ 437072 h 6858000"/>
              <a:gd name="connsiteX916" fmla="*/ 3639057 w 7467600"/>
              <a:gd name="connsiteY916" fmla="*/ 286334 h 6858000"/>
              <a:gd name="connsiteX917" fmla="*/ 3640309 w 7467600"/>
              <a:gd name="connsiteY917" fmla="*/ 284664 h 6858000"/>
              <a:gd name="connsiteX918" fmla="*/ 3646022 w 7467600"/>
              <a:gd name="connsiteY918" fmla="*/ 276711 h 6858000"/>
              <a:gd name="connsiteX919" fmla="*/ 3707943 w 7467600"/>
              <a:gd name="connsiteY919" fmla="*/ 65958 h 6858000"/>
              <a:gd name="connsiteX920" fmla="*/ 3721337 w 7467600"/>
              <a:gd name="connsiteY920" fmla="*/ 0 h 6858000"/>
              <a:gd name="connsiteX921" fmla="*/ 2867960 w 7467600"/>
              <a:gd name="connsiteY921" fmla="*/ 0 h 6858000"/>
              <a:gd name="connsiteX922" fmla="*/ 2926351 w 7467600"/>
              <a:gd name="connsiteY922" fmla="*/ 0 h 6858000"/>
              <a:gd name="connsiteX923" fmla="*/ 2902823 w 7467600"/>
              <a:gd name="connsiteY923" fmla="*/ 262929 h 6858000"/>
              <a:gd name="connsiteX924" fmla="*/ 2940663 w 7467600"/>
              <a:gd name="connsiteY924" fmla="*/ 140884 h 6858000"/>
              <a:gd name="connsiteX925" fmla="*/ 2947039 w 7467600"/>
              <a:gd name="connsiteY925" fmla="*/ 122524 h 6858000"/>
              <a:gd name="connsiteX926" fmla="*/ 2984316 w 7467600"/>
              <a:gd name="connsiteY926" fmla="*/ 0 h 6858000"/>
              <a:gd name="connsiteX927" fmla="*/ 3016114 w 7467600"/>
              <a:gd name="connsiteY927" fmla="*/ 0 h 6858000"/>
              <a:gd name="connsiteX928" fmla="*/ 2979949 w 7467600"/>
              <a:gd name="connsiteY928" fmla="*/ 119274 h 6858000"/>
              <a:gd name="connsiteX929" fmla="*/ 3023879 w 7467600"/>
              <a:gd name="connsiteY929" fmla="*/ 0 h 6858000"/>
              <a:gd name="connsiteX930" fmla="*/ 3105400 w 7467600"/>
              <a:gd name="connsiteY930" fmla="*/ 0 h 6858000"/>
              <a:gd name="connsiteX931" fmla="*/ 3094669 w 7467600"/>
              <a:gd name="connsiteY931" fmla="*/ 30308 h 6858000"/>
              <a:gd name="connsiteX932" fmla="*/ 2901945 w 7467600"/>
              <a:gd name="connsiteY932" fmla="*/ 466538 h 6858000"/>
              <a:gd name="connsiteX933" fmla="*/ 2815209 w 7467600"/>
              <a:gd name="connsiteY933" fmla="*/ 497361 h 6858000"/>
              <a:gd name="connsiteX934" fmla="*/ 2844845 w 7467600"/>
              <a:gd name="connsiteY934" fmla="*/ 127638 h 6858000"/>
              <a:gd name="connsiteX935" fmla="*/ 2867960 w 7467600"/>
              <a:gd name="connsiteY935" fmla="*/ 0 h 6858000"/>
              <a:gd name="connsiteX936" fmla="*/ 1057230 w 7467600"/>
              <a:gd name="connsiteY936" fmla="*/ 0 h 6858000"/>
              <a:gd name="connsiteX937" fmla="*/ 1111003 w 7467600"/>
              <a:gd name="connsiteY937" fmla="*/ 0 h 6858000"/>
              <a:gd name="connsiteX938" fmla="*/ 1125553 w 7467600"/>
              <a:gd name="connsiteY938" fmla="*/ 52588 h 6858000"/>
              <a:gd name="connsiteX939" fmla="*/ 1304276 w 7467600"/>
              <a:gd name="connsiteY939" fmla="*/ 476275 h 6858000"/>
              <a:gd name="connsiteX940" fmla="*/ 1492066 w 7467600"/>
              <a:gd name="connsiteY940" fmla="*/ 886333 h 6858000"/>
              <a:gd name="connsiteX941" fmla="*/ 1423698 w 7467600"/>
              <a:gd name="connsiteY941" fmla="*/ 710817 h 6858000"/>
              <a:gd name="connsiteX942" fmla="*/ 1357609 w 7467600"/>
              <a:gd name="connsiteY942" fmla="*/ 532892 h 6858000"/>
              <a:gd name="connsiteX943" fmla="*/ 1309550 w 7467600"/>
              <a:gd name="connsiteY943" fmla="*/ 374031 h 6858000"/>
              <a:gd name="connsiteX944" fmla="*/ 1193673 w 7467600"/>
              <a:gd name="connsiteY944" fmla="*/ 49533 h 6858000"/>
              <a:gd name="connsiteX945" fmla="*/ 1164391 w 7467600"/>
              <a:gd name="connsiteY945" fmla="*/ 0 h 6858000"/>
              <a:gd name="connsiteX946" fmla="*/ 1200666 w 7467600"/>
              <a:gd name="connsiteY946" fmla="*/ 0 h 6858000"/>
              <a:gd name="connsiteX947" fmla="*/ 1223408 w 7467600"/>
              <a:gd name="connsiteY947" fmla="*/ 38996 h 6858000"/>
              <a:gd name="connsiteX948" fmla="*/ 1339635 w 7467600"/>
              <a:gd name="connsiteY948" fmla="*/ 365517 h 6858000"/>
              <a:gd name="connsiteX949" fmla="*/ 1387469 w 7467600"/>
              <a:gd name="connsiteY949" fmla="*/ 523079 h 6858000"/>
              <a:gd name="connsiteX950" fmla="*/ 1452685 w 7467600"/>
              <a:gd name="connsiteY950" fmla="*/ 699806 h 6858000"/>
              <a:gd name="connsiteX951" fmla="*/ 1492092 w 7467600"/>
              <a:gd name="connsiteY951" fmla="*/ 800424 h 6858000"/>
              <a:gd name="connsiteX952" fmla="*/ 1455302 w 7467600"/>
              <a:gd name="connsiteY952" fmla="*/ 632913 h 6858000"/>
              <a:gd name="connsiteX953" fmla="*/ 1222336 w 7467600"/>
              <a:gd name="connsiteY953" fmla="*/ 9480 h 6858000"/>
              <a:gd name="connsiteX954" fmla="*/ 1214634 w 7467600"/>
              <a:gd name="connsiteY954" fmla="*/ 0 h 6858000"/>
              <a:gd name="connsiteX955" fmla="*/ 1289827 w 7467600"/>
              <a:gd name="connsiteY955" fmla="*/ 0 h 6858000"/>
              <a:gd name="connsiteX956" fmla="*/ 1321076 w 7467600"/>
              <a:gd name="connsiteY956" fmla="*/ 59722 h 6858000"/>
              <a:gd name="connsiteX957" fmla="*/ 1512579 w 7467600"/>
              <a:gd name="connsiteY957" fmla="*/ 626441 h 6858000"/>
              <a:gd name="connsiteX958" fmla="*/ 1506076 w 7467600"/>
              <a:gd name="connsiteY958" fmla="*/ 1089289 h 6858000"/>
              <a:gd name="connsiteX959" fmla="*/ 1486346 w 7467600"/>
              <a:gd name="connsiteY959" fmla="*/ 1079919 h 6858000"/>
              <a:gd name="connsiteX960" fmla="*/ 1070511 w 7467600"/>
              <a:gd name="connsiteY960" fmla="*/ 48609 h 6858000"/>
              <a:gd name="connsiteX961" fmla="*/ 1057230 w 7467600"/>
              <a:gd name="connsiteY961" fmla="*/ 0 h 6858000"/>
              <a:gd name="connsiteX962" fmla="*/ 43151 w 7467600"/>
              <a:gd name="connsiteY962" fmla="*/ 0 h 6858000"/>
              <a:gd name="connsiteX963" fmla="*/ 95283 w 7467600"/>
              <a:gd name="connsiteY963" fmla="*/ 0 h 6858000"/>
              <a:gd name="connsiteX964" fmla="*/ 300708 w 7467600"/>
              <a:gd name="connsiteY964" fmla="*/ 154571 h 6858000"/>
              <a:gd name="connsiteX965" fmla="*/ 530414 w 7467600"/>
              <a:gd name="connsiteY965" fmla="*/ 354673 h 6858000"/>
              <a:gd name="connsiteX966" fmla="*/ 333785 w 7467600"/>
              <a:gd name="connsiteY966" fmla="*/ 161564 h 6858000"/>
              <a:gd name="connsiteX967" fmla="*/ 147005 w 7467600"/>
              <a:gd name="connsiteY967" fmla="*/ 0 h 6858000"/>
              <a:gd name="connsiteX968" fmla="*/ 272509 w 7467600"/>
              <a:gd name="connsiteY968" fmla="*/ 0 h 6858000"/>
              <a:gd name="connsiteX969" fmla="*/ 326276 w 7467600"/>
              <a:gd name="connsiteY969" fmla="*/ 45847 h 6858000"/>
              <a:gd name="connsiteX970" fmla="*/ 823759 w 7467600"/>
              <a:gd name="connsiteY970" fmla="*/ 574145 h 6858000"/>
              <a:gd name="connsiteX971" fmla="*/ 811254 w 7467600"/>
              <a:gd name="connsiteY971" fmla="*/ 665546 h 6858000"/>
              <a:gd name="connsiteX972" fmla="*/ 154042 w 7467600"/>
              <a:gd name="connsiteY972" fmla="*/ 261522 h 6858000"/>
              <a:gd name="connsiteX973" fmla="*/ 13550 w 7467600"/>
              <a:gd name="connsiteY973" fmla="*/ 158423 h 6858000"/>
              <a:gd name="connsiteX974" fmla="*/ 0 w 7467600"/>
              <a:gd name="connsiteY974" fmla="*/ 146618 h 6858000"/>
              <a:gd name="connsiteX975" fmla="*/ 0 w 7467600"/>
              <a:gd name="connsiteY975" fmla="*/ 59161 h 6858000"/>
              <a:gd name="connsiteX976" fmla="*/ 45427 w 7467600"/>
              <a:gd name="connsiteY976" fmla="*/ 101078 h 6858000"/>
              <a:gd name="connsiteX977" fmla="*/ 630103 w 7467600"/>
              <a:gd name="connsiteY977" fmla="*/ 485885 h 6858000"/>
              <a:gd name="connsiteX978" fmla="*/ 532040 w 7467600"/>
              <a:gd name="connsiteY978" fmla="*/ 399359 h 6858000"/>
              <a:gd name="connsiteX979" fmla="*/ 517618 w 7467600"/>
              <a:gd name="connsiteY979" fmla="*/ 385726 h 6858000"/>
              <a:gd name="connsiteX980" fmla="*/ 285074 w 7467600"/>
              <a:gd name="connsiteY980" fmla="*/ 182755 h 6858000"/>
              <a:gd name="connsiteX981" fmla="*/ 43151 w 7467600"/>
              <a:gd name="connsiteY98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356878 w 7467600"/>
              <a:gd name="connsiteY90" fmla="*/ 5981332 h 6858000"/>
              <a:gd name="connsiteX91" fmla="*/ 7467600 w 7467600"/>
              <a:gd name="connsiteY91" fmla="*/ 6117703 h 6858000"/>
              <a:gd name="connsiteX92" fmla="*/ 7467600 w 7467600"/>
              <a:gd name="connsiteY92" fmla="*/ 6163634 h 6858000"/>
              <a:gd name="connsiteX93" fmla="*/ 7403637 w 7467600"/>
              <a:gd name="connsiteY93" fmla="*/ 6083957 h 6858000"/>
              <a:gd name="connsiteX94" fmla="*/ 7254615 w 7467600"/>
              <a:gd name="connsiteY94" fmla="*/ 5911918 h 6858000"/>
              <a:gd name="connsiteX95" fmla="*/ 7312589 w 7467600"/>
              <a:gd name="connsiteY95" fmla="*/ 5982309 h 6858000"/>
              <a:gd name="connsiteX96" fmla="*/ 7448321 w 7467600"/>
              <a:gd name="connsiteY96" fmla="*/ 6190991 h 6858000"/>
              <a:gd name="connsiteX97" fmla="*/ 7467600 w 7467600"/>
              <a:gd name="connsiteY97" fmla="*/ 6221686 h 6858000"/>
              <a:gd name="connsiteX98" fmla="*/ 7467600 w 7467600"/>
              <a:gd name="connsiteY98" fmla="*/ 6334256 h 6858000"/>
              <a:gd name="connsiteX99" fmla="*/ 7454976 w 7467600"/>
              <a:gd name="connsiteY99" fmla="*/ 6318297 h 6858000"/>
              <a:gd name="connsiteX100" fmla="*/ 7042773 w 7467600"/>
              <a:gd name="connsiteY100" fmla="*/ 5734011 h 6858000"/>
              <a:gd name="connsiteX101" fmla="*/ 6844835 w 7467600"/>
              <a:gd name="connsiteY101" fmla="*/ 5424988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1903353 w 7467600"/>
              <a:gd name="connsiteY125" fmla="*/ 5044827 h 6858000"/>
              <a:gd name="connsiteX126" fmla="*/ 1936931 w 7467600"/>
              <a:gd name="connsiteY126" fmla="*/ 5093954 h 6858000"/>
              <a:gd name="connsiteX127" fmla="*/ 2195868 w 7467600"/>
              <a:gd name="connsiteY127" fmla="*/ 5396574 h 6858000"/>
              <a:gd name="connsiteX128" fmla="*/ 2088852 w 7467600"/>
              <a:gd name="connsiteY128" fmla="*/ 5166123 h 6858000"/>
              <a:gd name="connsiteX129" fmla="*/ 1958241 w 7467600"/>
              <a:gd name="connsiteY129" fmla="*/ 5067955 h 6858000"/>
              <a:gd name="connsiteX130" fmla="*/ 1903353 w 7467600"/>
              <a:gd name="connsiteY130" fmla="*/ 5044827 h 6858000"/>
              <a:gd name="connsiteX131" fmla="*/ 1979378 w 7467600"/>
              <a:gd name="connsiteY131" fmla="*/ 4769504 h 6858000"/>
              <a:gd name="connsiteX132" fmla="*/ 2882120 w 7467600"/>
              <a:gd name="connsiteY132" fmla="*/ 5064547 h 6858000"/>
              <a:gd name="connsiteX133" fmla="*/ 2793103 w 7467600"/>
              <a:gd name="connsiteY133" fmla="*/ 5039699 h 6858000"/>
              <a:gd name="connsiteX134" fmla="*/ 2770041 w 7467600"/>
              <a:gd name="connsiteY134" fmla="*/ 5033634 h 6858000"/>
              <a:gd name="connsiteX135" fmla="*/ 1979378 w 7467600"/>
              <a:gd name="connsiteY135" fmla="*/ 4769504 h 6858000"/>
              <a:gd name="connsiteX136" fmla="*/ 1927410 w 7467600"/>
              <a:gd name="connsiteY136" fmla="*/ 4716164 h 6858000"/>
              <a:gd name="connsiteX137" fmla="*/ 1959587 w 7467600"/>
              <a:gd name="connsiteY137" fmla="*/ 4728849 h 6858000"/>
              <a:gd name="connsiteX138" fmla="*/ 2777707 w 7467600"/>
              <a:gd name="connsiteY138" fmla="*/ 5003991 h 6858000"/>
              <a:gd name="connsiteX139" fmla="*/ 2800768 w 7467600"/>
              <a:gd name="connsiteY139" fmla="*/ 5010056 h 6858000"/>
              <a:gd name="connsiteX140" fmla="*/ 2879408 w 7467600"/>
              <a:gd name="connsiteY140" fmla="*/ 5031590 h 6858000"/>
              <a:gd name="connsiteX141" fmla="*/ 2862295 w 7467600"/>
              <a:gd name="connsiteY141" fmla="*/ 5022958 h 6858000"/>
              <a:gd name="connsiteX142" fmla="*/ 2813343 w 7467600"/>
              <a:gd name="connsiteY142" fmla="*/ 4998369 h 6858000"/>
              <a:gd name="connsiteX143" fmla="*/ 2646245 w 7467600"/>
              <a:gd name="connsiteY143" fmla="*/ 4930999 h 6858000"/>
              <a:gd name="connsiteX144" fmla="*/ 1999243 w 7467600"/>
              <a:gd name="connsiteY144" fmla="*/ 4730524 h 6858000"/>
              <a:gd name="connsiteX145" fmla="*/ 1979527 w 7467600"/>
              <a:gd name="connsiteY145" fmla="*/ 4726651 h 6858000"/>
              <a:gd name="connsiteX146" fmla="*/ 1927410 w 7467600"/>
              <a:gd name="connsiteY146" fmla="*/ 4716164 h 6858000"/>
              <a:gd name="connsiteX147" fmla="*/ 1997014 w 7467600"/>
              <a:gd name="connsiteY147" fmla="*/ 4698007 h 6858000"/>
              <a:gd name="connsiteX148" fmla="*/ 2005458 w 7467600"/>
              <a:gd name="connsiteY148" fmla="*/ 4699540 h 6858000"/>
              <a:gd name="connsiteX149" fmla="*/ 2657186 w 7467600"/>
              <a:gd name="connsiteY149" fmla="*/ 4901687 h 6858000"/>
              <a:gd name="connsiteX150" fmla="*/ 2826662 w 7467600"/>
              <a:gd name="connsiteY150" fmla="*/ 4970362 h 6858000"/>
              <a:gd name="connsiteX151" fmla="*/ 2876100 w 7467600"/>
              <a:gd name="connsiteY151" fmla="*/ 4995397 h 6858000"/>
              <a:gd name="connsiteX152" fmla="*/ 3042600 w 7467600"/>
              <a:gd name="connsiteY152" fmla="*/ 5059532 h 6858000"/>
              <a:gd name="connsiteX153" fmla="*/ 1997014 w 7467600"/>
              <a:gd name="connsiteY153" fmla="*/ 4698007 h 6858000"/>
              <a:gd name="connsiteX154" fmla="*/ 2305292 w 7467600"/>
              <a:gd name="connsiteY154" fmla="*/ 4219492 h 6858000"/>
              <a:gd name="connsiteX155" fmla="*/ 3360922 w 7467600"/>
              <a:gd name="connsiteY155" fmla="*/ 4529373 h 6858000"/>
              <a:gd name="connsiteX156" fmla="*/ 3492420 w 7467600"/>
              <a:gd name="connsiteY156" fmla="*/ 4510145 h 6858000"/>
              <a:gd name="connsiteX157" fmla="*/ 3364086 w 7467600"/>
              <a:gd name="connsiteY157" fmla="*/ 4480340 h 6858000"/>
              <a:gd name="connsiteX158" fmla="*/ 3225818 w 7467600"/>
              <a:gd name="connsiteY158" fmla="*/ 4411822 h 6858000"/>
              <a:gd name="connsiteX159" fmla="*/ 3129696 w 7467600"/>
              <a:gd name="connsiteY159" fmla="*/ 4360704 h 6858000"/>
              <a:gd name="connsiteX160" fmla="*/ 2814545 w 7467600"/>
              <a:gd name="connsiteY160" fmla="*/ 4282955 h 6858000"/>
              <a:gd name="connsiteX161" fmla="*/ 2305292 w 7467600"/>
              <a:gd name="connsiteY161" fmla="*/ 4219492 h 6858000"/>
              <a:gd name="connsiteX162" fmla="*/ 2626982 w 7467600"/>
              <a:gd name="connsiteY162" fmla="*/ 4206450 h 6858000"/>
              <a:gd name="connsiteX163" fmla="*/ 2490617 w 7467600"/>
              <a:gd name="connsiteY163" fmla="*/ 4206951 h 6858000"/>
              <a:gd name="connsiteX164" fmla="*/ 2819869 w 7467600"/>
              <a:gd name="connsiteY164" fmla="*/ 4252936 h 6858000"/>
              <a:gd name="connsiteX165" fmla="*/ 3143018 w 7467600"/>
              <a:gd name="connsiteY165" fmla="*/ 4332698 h 6858000"/>
              <a:gd name="connsiteX166" fmla="*/ 3241520 w 7467600"/>
              <a:gd name="connsiteY166" fmla="*/ 4385112 h 6858000"/>
              <a:gd name="connsiteX167" fmla="*/ 3374575 w 7467600"/>
              <a:gd name="connsiteY167" fmla="*/ 4451517 h 6858000"/>
              <a:gd name="connsiteX168" fmla="*/ 3505221 w 7467600"/>
              <a:gd name="connsiteY168" fmla="*/ 4480757 h 6858000"/>
              <a:gd name="connsiteX169" fmla="*/ 2626982 w 7467600"/>
              <a:gd name="connsiteY169" fmla="*/ 4206450 h 6858000"/>
              <a:gd name="connsiteX170" fmla="*/ 1310106 w 7467600"/>
              <a:gd name="connsiteY170" fmla="*/ 3943217 h 6858000"/>
              <a:gd name="connsiteX171" fmla="*/ 854994 w 7467600"/>
              <a:gd name="connsiteY171" fmla="*/ 4399136 h 6858000"/>
              <a:gd name="connsiteX172" fmla="*/ 742462 w 7467600"/>
              <a:gd name="connsiteY172" fmla="*/ 4594648 h 6858000"/>
              <a:gd name="connsiteX173" fmla="*/ 820602 w 7467600"/>
              <a:gd name="connsiteY173" fmla="*/ 4485915 h 6858000"/>
              <a:gd name="connsiteX174" fmla="*/ 878295 w 7467600"/>
              <a:gd name="connsiteY174" fmla="*/ 4403594 h 6858000"/>
              <a:gd name="connsiteX175" fmla="*/ 1240607 w 7467600"/>
              <a:gd name="connsiteY175" fmla="*/ 4010401 h 6858000"/>
              <a:gd name="connsiteX176" fmla="*/ 1310106 w 7467600"/>
              <a:gd name="connsiteY176" fmla="*/ 3943217 h 6858000"/>
              <a:gd name="connsiteX177" fmla="*/ 1423113 w 7467600"/>
              <a:gd name="connsiteY177" fmla="*/ 3874565 h 6858000"/>
              <a:gd name="connsiteX178" fmla="*/ 1260565 w 7467600"/>
              <a:gd name="connsiteY178" fmla="*/ 4031982 h 6858000"/>
              <a:gd name="connsiteX179" fmla="*/ 901900 w 7467600"/>
              <a:gd name="connsiteY179" fmla="*/ 4421236 h 6858000"/>
              <a:gd name="connsiteX180" fmla="*/ 845044 w 7467600"/>
              <a:gd name="connsiteY180" fmla="*/ 4502436 h 6858000"/>
              <a:gd name="connsiteX181" fmla="*/ 685926 w 7467600"/>
              <a:gd name="connsiteY181" fmla="*/ 4703069 h 6858000"/>
              <a:gd name="connsiteX182" fmla="*/ 684248 w 7467600"/>
              <a:gd name="connsiteY182" fmla="*/ 4706721 h 6858000"/>
              <a:gd name="connsiteX183" fmla="*/ 1423113 w 7467600"/>
              <a:gd name="connsiteY183" fmla="*/ 3874565 h 6858000"/>
              <a:gd name="connsiteX184" fmla="*/ 3316479 w 7467600"/>
              <a:gd name="connsiteY184" fmla="*/ 3872136 h 6858000"/>
              <a:gd name="connsiteX185" fmla="*/ 3546806 w 7467600"/>
              <a:gd name="connsiteY185" fmla="*/ 4356139 h 6858000"/>
              <a:gd name="connsiteX186" fmla="*/ 3364433 w 7467600"/>
              <a:gd name="connsiteY186" fmla="*/ 3953121 h 6858000"/>
              <a:gd name="connsiteX187" fmla="*/ 3316479 w 7467600"/>
              <a:gd name="connsiteY187" fmla="*/ 3872136 h 6858000"/>
              <a:gd name="connsiteX188" fmla="*/ 3291335 w 7467600"/>
              <a:gd name="connsiteY188" fmla="*/ 3767420 h 6858000"/>
              <a:gd name="connsiteX189" fmla="*/ 3390805 w 7467600"/>
              <a:gd name="connsiteY189" fmla="*/ 3937163 h 6858000"/>
              <a:gd name="connsiteX190" fmla="*/ 3579062 w 7467600"/>
              <a:gd name="connsiteY190" fmla="*/ 4359040 h 6858000"/>
              <a:gd name="connsiteX191" fmla="*/ 3467355 w 7467600"/>
              <a:gd name="connsiteY191" fmla="*/ 3988130 h 6858000"/>
              <a:gd name="connsiteX192" fmla="*/ 3310753 w 7467600"/>
              <a:gd name="connsiteY192" fmla="*/ 3787140 h 6858000"/>
              <a:gd name="connsiteX193" fmla="*/ 3291335 w 7467600"/>
              <a:gd name="connsiteY193" fmla="*/ 3767420 h 6858000"/>
              <a:gd name="connsiteX194" fmla="*/ 1635889 w 7467600"/>
              <a:gd name="connsiteY194" fmla="*/ 3709494 h 6858000"/>
              <a:gd name="connsiteX195" fmla="*/ 1634800 w 7467600"/>
              <a:gd name="connsiteY195" fmla="*/ 3731111 h 6858000"/>
              <a:gd name="connsiteX196" fmla="*/ 1635889 w 7467600"/>
              <a:gd name="connsiteY196" fmla="*/ 3709494 h 6858000"/>
              <a:gd name="connsiteX197" fmla="*/ 1510397 w 7467600"/>
              <a:gd name="connsiteY197" fmla="*/ 3684705 h 6858000"/>
              <a:gd name="connsiteX198" fmla="*/ 1146550 w 7467600"/>
              <a:gd name="connsiteY198" fmla="*/ 3802012 h 6858000"/>
              <a:gd name="connsiteX199" fmla="*/ 698834 w 7467600"/>
              <a:gd name="connsiteY199" fmla="*/ 3952272 h 6858000"/>
              <a:gd name="connsiteX200" fmla="*/ 34256 w 7467600"/>
              <a:gd name="connsiteY200" fmla="*/ 4347603 h 6858000"/>
              <a:gd name="connsiteX201" fmla="*/ 527241 w 7467600"/>
              <a:gd name="connsiteY201" fmla="*/ 4065078 h 6858000"/>
              <a:gd name="connsiteX202" fmla="*/ 1510397 w 7467600"/>
              <a:gd name="connsiteY202" fmla="*/ 3684705 h 6858000"/>
              <a:gd name="connsiteX203" fmla="*/ 1313114 w 7467600"/>
              <a:gd name="connsiteY203" fmla="*/ 3655216 h 6858000"/>
              <a:gd name="connsiteX204" fmla="*/ 1109304 w 7467600"/>
              <a:gd name="connsiteY204" fmla="*/ 3669030 h 6858000"/>
              <a:gd name="connsiteX205" fmla="*/ 8129 w 7467600"/>
              <a:gd name="connsiteY205" fmla="*/ 4330519 h 6858000"/>
              <a:gd name="connsiteX206" fmla="*/ 687572 w 7467600"/>
              <a:gd name="connsiteY206" fmla="*/ 3925629 h 6858000"/>
              <a:gd name="connsiteX207" fmla="*/ 1138365 w 7467600"/>
              <a:gd name="connsiteY207" fmla="*/ 3774515 h 6858000"/>
              <a:gd name="connsiteX208" fmla="*/ 1505579 w 7467600"/>
              <a:gd name="connsiteY208" fmla="*/ 3655526 h 6858000"/>
              <a:gd name="connsiteX209" fmla="*/ 1313114 w 7467600"/>
              <a:gd name="connsiteY209" fmla="*/ 3655216 h 6858000"/>
              <a:gd name="connsiteX210" fmla="*/ 3655073 w 7467600"/>
              <a:gd name="connsiteY210" fmla="*/ 3650884 h 6858000"/>
              <a:gd name="connsiteX211" fmla="*/ 3989938 w 7467600"/>
              <a:gd name="connsiteY211" fmla="*/ 3991685 h 6858000"/>
              <a:gd name="connsiteX212" fmla="*/ 4393907 w 7467600"/>
              <a:gd name="connsiteY212" fmla="*/ 4261258 h 6858000"/>
              <a:gd name="connsiteX213" fmla="*/ 4648051 w 7467600"/>
              <a:gd name="connsiteY213" fmla="*/ 4374051 h 6858000"/>
              <a:gd name="connsiteX214" fmla="*/ 4383389 w 7467600"/>
              <a:gd name="connsiteY214" fmla="*/ 4184369 h 6858000"/>
              <a:gd name="connsiteX215" fmla="*/ 4165508 w 7467600"/>
              <a:gd name="connsiteY215" fmla="*/ 4035196 h 6858000"/>
              <a:gd name="connsiteX216" fmla="*/ 4068162 w 7467600"/>
              <a:gd name="connsiteY216" fmla="*/ 3953394 h 6858000"/>
              <a:gd name="connsiteX217" fmla="*/ 3981416 w 7467600"/>
              <a:gd name="connsiteY217" fmla="*/ 3880482 h 6858000"/>
              <a:gd name="connsiteX218" fmla="*/ 3800147 w 7467600"/>
              <a:gd name="connsiteY218" fmla="*/ 3749872 h 6858000"/>
              <a:gd name="connsiteX219" fmla="*/ 3655073 w 7467600"/>
              <a:gd name="connsiteY219" fmla="*/ 3650884 h 6858000"/>
              <a:gd name="connsiteX220" fmla="*/ 3670252 w 7467600"/>
              <a:gd name="connsiteY220" fmla="*/ 3622798 h 6858000"/>
              <a:gd name="connsiteX221" fmla="*/ 3817258 w 7467600"/>
              <a:gd name="connsiteY221" fmla="*/ 3723577 h 6858000"/>
              <a:gd name="connsiteX222" fmla="*/ 4000461 w 7467600"/>
              <a:gd name="connsiteY222" fmla="*/ 3855966 h 6858000"/>
              <a:gd name="connsiteX223" fmla="*/ 4088180 w 7467600"/>
              <a:gd name="connsiteY223" fmla="*/ 3929774 h 6858000"/>
              <a:gd name="connsiteX224" fmla="*/ 4184555 w 7467600"/>
              <a:gd name="connsiteY224" fmla="*/ 4010683 h 6858000"/>
              <a:gd name="connsiteX225" fmla="*/ 4399563 w 7467600"/>
              <a:gd name="connsiteY225" fmla="*/ 4158106 h 6858000"/>
              <a:gd name="connsiteX226" fmla="*/ 4684469 w 7467600"/>
              <a:gd name="connsiteY226" fmla="*/ 4364680 h 6858000"/>
              <a:gd name="connsiteX227" fmla="*/ 4690271 w 7467600"/>
              <a:gd name="connsiteY227" fmla="*/ 4370034 h 6858000"/>
              <a:gd name="connsiteX228" fmla="*/ 4136093 w 7467600"/>
              <a:gd name="connsiteY228" fmla="*/ 3858466 h 6858000"/>
              <a:gd name="connsiteX229" fmla="*/ 3670252 w 7467600"/>
              <a:gd name="connsiteY229" fmla="*/ 3622798 h 6858000"/>
              <a:gd name="connsiteX230" fmla="*/ 4440129 w 7467600"/>
              <a:gd name="connsiteY230" fmla="*/ 3448571 h 6858000"/>
              <a:gd name="connsiteX231" fmla="*/ 4856525 w 7467600"/>
              <a:gd name="connsiteY231" fmla="*/ 3915351 h 6858000"/>
              <a:gd name="connsiteX232" fmla="*/ 5059055 w 7467600"/>
              <a:gd name="connsiteY232" fmla="*/ 4108918 h 6858000"/>
              <a:gd name="connsiteX233" fmla="*/ 5290070 w 7467600"/>
              <a:gd name="connsiteY233" fmla="*/ 4263619 h 6858000"/>
              <a:gd name="connsiteX234" fmla="*/ 4834991 w 7467600"/>
              <a:gd name="connsiteY234" fmla="*/ 3830985 h 6858000"/>
              <a:gd name="connsiteX235" fmla="*/ 4440129 w 7467600"/>
              <a:gd name="connsiteY235" fmla="*/ 3448571 h 6858000"/>
              <a:gd name="connsiteX236" fmla="*/ 4441737 w 7467600"/>
              <a:gd name="connsiteY236" fmla="*/ 3399734 h 6858000"/>
              <a:gd name="connsiteX237" fmla="*/ 4431236 w 7467600"/>
              <a:gd name="connsiteY237" fmla="*/ 3400954 h 6858000"/>
              <a:gd name="connsiteX238" fmla="*/ 4557150 w 7467600"/>
              <a:gd name="connsiteY238" fmla="*/ 3510023 h 6858000"/>
              <a:gd name="connsiteX239" fmla="*/ 4856936 w 7467600"/>
              <a:gd name="connsiteY239" fmla="*/ 3809146 h 6858000"/>
              <a:gd name="connsiteX240" fmla="*/ 5111996 w 7467600"/>
              <a:gd name="connsiteY240" fmla="*/ 4065759 h 6858000"/>
              <a:gd name="connsiteX241" fmla="*/ 5388878 w 7467600"/>
              <a:gd name="connsiteY241" fmla="*/ 4300185 h 6858000"/>
              <a:gd name="connsiteX242" fmla="*/ 5425556 w 7467600"/>
              <a:gd name="connsiteY242" fmla="*/ 4308967 h 6858000"/>
              <a:gd name="connsiteX243" fmla="*/ 4943646 w 7467600"/>
              <a:gd name="connsiteY243" fmla="*/ 3822916 h 6858000"/>
              <a:gd name="connsiteX244" fmla="*/ 4594837 w 7467600"/>
              <a:gd name="connsiteY244" fmla="*/ 3532274 h 6858000"/>
              <a:gd name="connsiteX245" fmla="*/ 4441737 w 7467600"/>
              <a:gd name="connsiteY245" fmla="*/ 3399734 h 6858000"/>
              <a:gd name="connsiteX246" fmla="*/ 5425834 w 7467600"/>
              <a:gd name="connsiteY246" fmla="*/ 3162785 h 6858000"/>
              <a:gd name="connsiteX247" fmla="*/ 5401644 w 7467600"/>
              <a:gd name="connsiteY247" fmla="*/ 3617847 h 6858000"/>
              <a:gd name="connsiteX248" fmla="*/ 5467256 w 7467600"/>
              <a:gd name="connsiteY248" fmla="*/ 4175494 h 6858000"/>
              <a:gd name="connsiteX249" fmla="*/ 5448069 w 7467600"/>
              <a:gd name="connsiteY249" fmla="*/ 3567554 h 6858000"/>
              <a:gd name="connsiteX250" fmla="*/ 5425834 w 7467600"/>
              <a:gd name="connsiteY250" fmla="*/ 3162785 h 6858000"/>
              <a:gd name="connsiteX251" fmla="*/ 1318687 w 7467600"/>
              <a:gd name="connsiteY251" fmla="*/ 3113840 h 6858000"/>
              <a:gd name="connsiteX252" fmla="*/ 1066793 w 7467600"/>
              <a:gd name="connsiteY252" fmla="*/ 3212171 h 6858000"/>
              <a:gd name="connsiteX253" fmla="*/ 993319 w 7467600"/>
              <a:gd name="connsiteY253" fmla="*/ 3247648 h 6858000"/>
              <a:gd name="connsiteX254" fmla="*/ 853081 w 7467600"/>
              <a:gd name="connsiteY254" fmla="*/ 3312410 h 6858000"/>
              <a:gd name="connsiteX255" fmla="*/ 805957 w 7467600"/>
              <a:gd name="connsiteY255" fmla="*/ 3330443 h 6858000"/>
              <a:gd name="connsiteX256" fmla="*/ 1318687 w 7467600"/>
              <a:gd name="connsiteY256" fmla="*/ 3113840 h 6858000"/>
              <a:gd name="connsiteX257" fmla="*/ 5453702 w 7467600"/>
              <a:gd name="connsiteY257" fmla="*/ 3090882 h 6858000"/>
              <a:gd name="connsiteX258" fmla="*/ 5480135 w 7467600"/>
              <a:gd name="connsiteY258" fmla="*/ 3565802 h 6858000"/>
              <a:gd name="connsiteX259" fmla="*/ 5499023 w 7467600"/>
              <a:gd name="connsiteY259" fmla="*/ 4166310 h 6858000"/>
              <a:gd name="connsiteX260" fmla="*/ 5547022 w 7467600"/>
              <a:gd name="connsiteY260" fmla="*/ 3607838 h 6858000"/>
              <a:gd name="connsiteX261" fmla="*/ 5515964 w 7467600"/>
              <a:gd name="connsiteY261" fmla="*/ 3378541 h 6858000"/>
              <a:gd name="connsiteX262" fmla="*/ 5453702 w 7467600"/>
              <a:gd name="connsiteY262" fmla="*/ 3090882 h 6858000"/>
              <a:gd name="connsiteX263" fmla="*/ 1238695 w 7467600"/>
              <a:gd name="connsiteY263" fmla="*/ 3076820 h 6858000"/>
              <a:gd name="connsiteX264" fmla="*/ 716371 w 7467600"/>
              <a:gd name="connsiteY264" fmla="*/ 3293249 h 6858000"/>
              <a:gd name="connsiteX265" fmla="*/ 579522 w 7467600"/>
              <a:gd name="connsiteY265" fmla="*/ 3371759 h 6858000"/>
              <a:gd name="connsiteX266" fmla="*/ 600288 w 7467600"/>
              <a:gd name="connsiteY266" fmla="*/ 3365555 h 6858000"/>
              <a:gd name="connsiteX267" fmla="*/ 840692 w 7467600"/>
              <a:gd name="connsiteY267" fmla="*/ 3284921 h 6858000"/>
              <a:gd name="connsiteX268" fmla="*/ 979248 w 7467600"/>
              <a:gd name="connsiteY268" fmla="*/ 3221003 h 6858000"/>
              <a:gd name="connsiteX269" fmla="*/ 1053282 w 7467600"/>
              <a:gd name="connsiteY269" fmla="*/ 3185247 h 6858000"/>
              <a:gd name="connsiteX270" fmla="*/ 1320603 w 7467600"/>
              <a:gd name="connsiteY270" fmla="*/ 3081281 h 6858000"/>
              <a:gd name="connsiteX271" fmla="*/ 1238695 w 7467600"/>
              <a:gd name="connsiteY271" fmla="*/ 3076820 h 6858000"/>
              <a:gd name="connsiteX272" fmla="*/ 5425627 w 7467600"/>
              <a:gd name="connsiteY272" fmla="*/ 2954192 h 6858000"/>
              <a:gd name="connsiteX273" fmla="*/ 5470770 w 7467600"/>
              <a:gd name="connsiteY273" fmla="*/ 3005435 h 6858000"/>
              <a:gd name="connsiteX274" fmla="*/ 5519779 w 7467600"/>
              <a:gd name="connsiteY274" fmla="*/ 4359223 h 6858000"/>
              <a:gd name="connsiteX275" fmla="*/ 5520293 w 7467600"/>
              <a:gd name="connsiteY275" fmla="*/ 4360602 h 6858000"/>
              <a:gd name="connsiteX276" fmla="*/ 5767221 w 7467600"/>
              <a:gd name="connsiteY276" fmla="*/ 4665564 h 6858000"/>
              <a:gd name="connsiteX277" fmla="*/ 6937169 w 7467600"/>
              <a:gd name="connsiteY277" fmla="*/ 4815941 h 6858000"/>
              <a:gd name="connsiteX278" fmla="*/ 6953922 w 7467600"/>
              <a:gd name="connsiteY278" fmla="*/ 4890068 h 6858000"/>
              <a:gd name="connsiteX279" fmla="*/ 6071359 w 7467600"/>
              <a:gd name="connsiteY279" fmla="*/ 4770770 h 6858000"/>
              <a:gd name="connsiteX280" fmla="*/ 6038839 w 7467600"/>
              <a:gd name="connsiteY280" fmla="*/ 4764474 h 6858000"/>
              <a:gd name="connsiteX281" fmla="*/ 6038706 w 7467600"/>
              <a:gd name="connsiteY281" fmla="*/ 4763847 h 6858000"/>
              <a:gd name="connsiteX282" fmla="*/ 6037784 w 7467600"/>
              <a:gd name="connsiteY282" fmla="*/ 4764270 h 6858000"/>
              <a:gd name="connsiteX283" fmla="*/ 6038839 w 7467600"/>
              <a:gd name="connsiteY283" fmla="*/ 4764474 h 6858000"/>
              <a:gd name="connsiteX284" fmla="*/ 6040338 w 7467600"/>
              <a:gd name="connsiteY284" fmla="*/ 4771418 h 6858000"/>
              <a:gd name="connsiteX285" fmla="*/ 6024488 w 7467600"/>
              <a:gd name="connsiteY285" fmla="*/ 4809903 h 6858000"/>
              <a:gd name="connsiteX286" fmla="*/ 5599771 w 7467600"/>
              <a:gd name="connsiteY286" fmla="*/ 5509652 h 6858000"/>
              <a:gd name="connsiteX287" fmla="*/ 5548843 w 7467600"/>
              <a:gd name="connsiteY287" fmla="*/ 5563845 h 6858000"/>
              <a:gd name="connsiteX288" fmla="*/ 5940952 w 7467600"/>
              <a:gd name="connsiteY288" fmla="*/ 6250028 h 6858000"/>
              <a:gd name="connsiteX289" fmla="*/ 6043441 w 7467600"/>
              <a:gd name="connsiteY289" fmla="*/ 6665847 h 6858000"/>
              <a:gd name="connsiteX290" fmla="*/ 6093432 w 7467600"/>
              <a:gd name="connsiteY290" fmla="*/ 6858000 h 6858000"/>
              <a:gd name="connsiteX291" fmla="*/ 6034344 w 7467600"/>
              <a:gd name="connsiteY291" fmla="*/ 6858000 h 6858000"/>
              <a:gd name="connsiteX292" fmla="*/ 6026679 w 7467600"/>
              <a:gd name="connsiteY292" fmla="*/ 6836959 h 6858000"/>
              <a:gd name="connsiteX293" fmla="*/ 5800441 w 7467600"/>
              <a:gd name="connsiteY293" fmla="*/ 6335286 h 6858000"/>
              <a:gd name="connsiteX294" fmla="*/ 5526562 w 7467600"/>
              <a:gd name="connsiteY294" fmla="*/ 5705388 h 6858000"/>
              <a:gd name="connsiteX295" fmla="*/ 5519640 w 7467600"/>
              <a:gd name="connsiteY295" fmla="*/ 5683774 h 6858000"/>
              <a:gd name="connsiteX296" fmla="*/ 5844559 w 7467600"/>
              <a:gd name="connsiteY296" fmla="*/ 6553349 h 6858000"/>
              <a:gd name="connsiteX297" fmla="*/ 5975994 w 7467600"/>
              <a:gd name="connsiteY297" fmla="*/ 6858000 h 6858000"/>
              <a:gd name="connsiteX298" fmla="*/ 5898547 w 7467600"/>
              <a:gd name="connsiteY298" fmla="*/ 6858000 h 6858000"/>
              <a:gd name="connsiteX299" fmla="*/ 5682041 w 7467600"/>
              <a:gd name="connsiteY299" fmla="*/ 6355860 h 6858000"/>
              <a:gd name="connsiteX300" fmla="*/ 5461758 w 7467600"/>
              <a:gd name="connsiteY300" fmla="*/ 5820220 h 6858000"/>
              <a:gd name="connsiteX301" fmla="*/ 5237282 w 7467600"/>
              <a:gd name="connsiteY301" fmla="*/ 6579086 h 6858000"/>
              <a:gd name="connsiteX302" fmla="*/ 5115009 w 7467600"/>
              <a:gd name="connsiteY302" fmla="*/ 6858000 h 6858000"/>
              <a:gd name="connsiteX303" fmla="*/ 5028074 w 7467600"/>
              <a:gd name="connsiteY303" fmla="*/ 6858000 h 6858000"/>
              <a:gd name="connsiteX304" fmla="*/ 5079508 w 7467600"/>
              <a:gd name="connsiteY304" fmla="*/ 6749074 h 6858000"/>
              <a:gd name="connsiteX305" fmla="*/ 5371846 w 7467600"/>
              <a:gd name="connsiteY305" fmla="*/ 5924413 h 6858000"/>
              <a:gd name="connsiteX306" fmla="*/ 5270512 w 7467600"/>
              <a:gd name="connsiteY306" fmla="*/ 6138975 h 6858000"/>
              <a:gd name="connsiteX307" fmla="*/ 5062409 w 7467600"/>
              <a:gd name="connsiteY307" fmla="*/ 6653544 h 6858000"/>
              <a:gd name="connsiteX308" fmla="*/ 5036628 w 7467600"/>
              <a:gd name="connsiteY308" fmla="*/ 6754247 h 6858000"/>
              <a:gd name="connsiteX309" fmla="*/ 5009112 w 7467600"/>
              <a:gd name="connsiteY309" fmla="*/ 6858000 h 6858000"/>
              <a:gd name="connsiteX310" fmla="*/ 4976679 w 7467600"/>
              <a:gd name="connsiteY310" fmla="*/ 6858000 h 6858000"/>
              <a:gd name="connsiteX311" fmla="*/ 5006537 w 7467600"/>
              <a:gd name="connsiteY311" fmla="*/ 6747068 h 6858000"/>
              <a:gd name="connsiteX312" fmla="*/ 5032723 w 7467600"/>
              <a:gd name="connsiteY312" fmla="*/ 6644957 h 6858000"/>
              <a:gd name="connsiteX313" fmla="*/ 5242949 w 7467600"/>
              <a:gd name="connsiteY313" fmla="*/ 6125175 h 6858000"/>
              <a:gd name="connsiteX314" fmla="*/ 5286321 w 7467600"/>
              <a:gd name="connsiteY314" fmla="*/ 6033555 h 6858000"/>
              <a:gd name="connsiteX315" fmla="*/ 5008210 w 7467600"/>
              <a:gd name="connsiteY315" fmla="*/ 6649194 h 6858000"/>
              <a:gd name="connsiteX316" fmla="*/ 4986321 w 7467600"/>
              <a:gd name="connsiteY316" fmla="*/ 6765687 h 6858000"/>
              <a:gd name="connsiteX317" fmla="*/ 4973474 w 7467600"/>
              <a:gd name="connsiteY317" fmla="*/ 6858000 h 6858000"/>
              <a:gd name="connsiteX318" fmla="*/ 4907178 w 7467600"/>
              <a:gd name="connsiteY318" fmla="*/ 6858000 h 6858000"/>
              <a:gd name="connsiteX319" fmla="*/ 4910810 w 7467600"/>
              <a:gd name="connsiteY319" fmla="*/ 6829660 h 6858000"/>
              <a:gd name="connsiteX320" fmla="*/ 4987461 w 7467600"/>
              <a:gd name="connsiteY320" fmla="*/ 6432994 h 6858000"/>
              <a:gd name="connsiteX321" fmla="*/ 5179262 w 7467600"/>
              <a:gd name="connsiteY321" fmla="*/ 6035044 h 6858000"/>
              <a:gd name="connsiteX322" fmla="*/ 4689678 w 7467600"/>
              <a:gd name="connsiteY322" fmla="*/ 6440241 h 6858000"/>
              <a:gd name="connsiteX323" fmla="*/ 4477543 w 7467600"/>
              <a:gd name="connsiteY323" fmla="*/ 6674836 h 6858000"/>
              <a:gd name="connsiteX324" fmla="*/ 4329957 w 7467600"/>
              <a:gd name="connsiteY324" fmla="*/ 6858000 h 6858000"/>
              <a:gd name="connsiteX325" fmla="*/ 4218595 w 7467600"/>
              <a:gd name="connsiteY325" fmla="*/ 6858000 h 6858000"/>
              <a:gd name="connsiteX326" fmla="*/ 4368888 w 7467600"/>
              <a:gd name="connsiteY326" fmla="*/ 6668412 h 6858000"/>
              <a:gd name="connsiteX327" fmla="*/ 4563091 w 7467600"/>
              <a:gd name="connsiteY327" fmla="*/ 6442508 h 6858000"/>
              <a:gd name="connsiteX328" fmla="*/ 5387324 w 7467600"/>
              <a:gd name="connsiteY328" fmla="*/ 5705830 h 6858000"/>
              <a:gd name="connsiteX329" fmla="*/ 5073620 w 7467600"/>
              <a:gd name="connsiteY329" fmla="*/ 5955437 h 6858000"/>
              <a:gd name="connsiteX330" fmla="*/ 4689789 w 7467600"/>
              <a:gd name="connsiteY330" fmla="*/ 6268382 h 6858000"/>
              <a:gd name="connsiteX331" fmla="*/ 4418722 w 7467600"/>
              <a:gd name="connsiteY331" fmla="*/ 6570886 h 6858000"/>
              <a:gd name="connsiteX332" fmla="*/ 4214944 w 7467600"/>
              <a:gd name="connsiteY332" fmla="*/ 6858000 h 6858000"/>
              <a:gd name="connsiteX333" fmla="*/ 4177898 w 7467600"/>
              <a:gd name="connsiteY333" fmla="*/ 6858000 h 6858000"/>
              <a:gd name="connsiteX334" fmla="*/ 4391597 w 7467600"/>
              <a:gd name="connsiteY334" fmla="*/ 6556370 h 6858000"/>
              <a:gd name="connsiteX335" fmla="*/ 4668889 w 7467600"/>
              <a:gd name="connsiteY335" fmla="*/ 6246399 h 6858000"/>
              <a:gd name="connsiteX336" fmla="*/ 5055427 w 7467600"/>
              <a:gd name="connsiteY336" fmla="*/ 5931476 h 6858000"/>
              <a:gd name="connsiteX337" fmla="*/ 5371814 w 7467600"/>
              <a:gd name="connsiteY337" fmla="*/ 5678975 h 6858000"/>
              <a:gd name="connsiteX338" fmla="*/ 4987918 w 7467600"/>
              <a:gd name="connsiteY338" fmla="*/ 5838701 h 6858000"/>
              <a:gd name="connsiteX339" fmla="*/ 4317146 w 7467600"/>
              <a:gd name="connsiteY339" fmla="*/ 6587716 h 6858000"/>
              <a:gd name="connsiteX340" fmla="*/ 4171627 w 7467600"/>
              <a:gd name="connsiteY340" fmla="*/ 6858000 h 6858000"/>
              <a:gd name="connsiteX341" fmla="*/ 4081585 w 7467600"/>
              <a:gd name="connsiteY341" fmla="*/ 6858000 h 6858000"/>
              <a:gd name="connsiteX342" fmla="*/ 4238603 w 7467600"/>
              <a:gd name="connsiteY342" fmla="*/ 6559341 h 6858000"/>
              <a:gd name="connsiteX343" fmla="*/ 4778333 w 7467600"/>
              <a:gd name="connsiteY343" fmla="*/ 5873626 h 6858000"/>
              <a:gd name="connsiteX344" fmla="*/ 5414185 w 7467600"/>
              <a:gd name="connsiteY344" fmla="*/ 5573882 h 6858000"/>
              <a:gd name="connsiteX345" fmla="*/ 5959648 w 7467600"/>
              <a:gd name="connsiteY345" fmla="*/ 4760797 h 6858000"/>
              <a:gd name="connsiteX346" fmla="*/ 5355019 w 7467600"/>
              <a:gd name="connsiteY346" fmla="*/ 4734672 h 6858000"/>
              <a:gd name="connsiteX347" fmla="*/ 5083565 w 7467600"/>
              <a:gd name="connsiteY347" fmla="*/ 5179121 h 6858000"/>
              <a:gd name="connsiteX348" fmla="*/ 4713577 w 7467600"/>
              <a:gd name="connsiteY348" fmla="*/ 5616803 h 6858000"/>
              <a:gd name="connsiteX349" fmla="*/ 3989559 w 7467600"/>
              <a:gd name="connsiteY349" fmla="*/ 6145945 h 6858000"/>
              <a:gd name="connsiteX350" fmla="*/ 3939824 w 7467600"/>
              <a:gd name="connsiteY350" fmla="*/ 6066900 h 6858000"/>
              <a:gd name="connsiteX351" fmla="*/ 4584537 w 7467600"/>
              <a:gd name="connsiteY351" fmla="*/ 5324826 h 6858000"/>
              <a:gd name="connsiteX352" fmla="*/ 5037105 w 7467600"/>
              <a:gd name="connsiteY352" fmla="*/ 5088765 h 6858000"/>
              <a:gd name="connsiteX353" fmla="*/ 5039930 w 7467600"/>
              <a:gd name="connsiteY353" fmla="*/ 5089585 h 6858000"/>
              <a:gd name="connsiteX354" fmla="*/ 5263764 w 7467600"/>
              <a:gd name="connsiteY354" fmla="*/ 4735525 h 6858000"/>
              <a:gd name="connsiteX355" fmla="*/ 4086300 w 7467600"/>
              <a:gd name="connsiteY355" fmla="*/ 4884599 h 6858000"/>
              <a:gd name="connsiteX356" fmla="*/ 4085485 w 7467600"/>
              <a:gd name="connsiteY356" fmla="*/ 4899070 h 6858000"/>
              <a:gd name="connsiteX357" fmla="*/ 3871915 w 7467600"/>
              <a:gd name="connsiteY357" fmla="*/ 5253645 h 6858000"/>
              <a:gd name="connsiteX358" fmla="*/ 3799374 w 7467600"/>
              <a:gd name="connsiteY358" fmla="*/ 5466127 h 6858000"/>
              <a:gd name="connsiteX359" fmla="*/ 3498850 w 7467600"/>
              <a:gd name="connsiteY359" fmla="*/ 6661888 h 6858000"/>
              <a:gd name="connsiteX360" fmla="*/ 3399216 w 7467600"/>
              <a:gd name="connsiteY360" fmla="*/ 6858000 h 6858000"/>
              <a:gd name="connsiteX361" fmla="*/ 3303688 w 7467600"/>
              <a:gd name="connsiteY361" fmla="*/ 6858000 h 6858000"/>
              <a:gd name="connsiteX362" fmla="*/ 3391774 w 7467600"/>
              <a:gd name="connsiteY362" fmla="*/ 6697181 h 6858000"/>
              <a:gd name="connsiteX363" fmla="*/ 3735540 w 7467600"/>
              <a:gd name="connsiteY363" fmla="*/ 5546923 h 6858000"/>
              <a:gd name="connsiteX364" fmla="*/ 3729438 w 7467600"/>
              <a:gd name="connsiteY364" fmla="*/ 5569058 h 6858000"/>
              <a:gd name="connsiteX365" fmla="*/ 3707782 w 7467600"/>
              <a:gd name="connsiteY365" fmla="*/ 5644908 h 6858000"/>
              <a:gd name="connsiteX366" fmla="*/ 3583827 w 7467600"/>
              <a:gd name="connsiteY366" fmla="*/ 6039215 h 6858000"/>
              <a:gd name="connsiteX367" fmla="*/ 3547861 w 7467600"/>
              <a:gd name="connsiteY367" fmla="*/ 6129609 h 6858000"/>
              <a:gd name="connsiteX368" fmla="*/ 3490905 w 7467600"/>
              <a:gd name="connsiteY368" fmla="*/ 6277660 h 6858000"/>
              <a:gd name="connsiteX369" fmla="*/ 3455859 w 7467600"/>
              <a:gd name="connsiteY369" fmla="*/ 6391301 h 6858000"/>
              <a:gd name="connsiteX370" fmla="*/ 3429112 w 7467600"/>
              <a:gd name="connsiteY370" fmla="*/ 6479469 h 6858000"/>
              <a:gd name="connsiteX371" fmla="*/ 3304862 w 7467600"/>
              <a:gd name="connsiteY371" fmla="*/ 6796476 h 6858000"/>
              <a:gd name="connsiteX372" fmla="*/ 3276071 w 7467600"/>
              <a:gd name="connsiteY372" fmla="*/ 6858000 h 6858000"/>
              <a:gd name="connsiteX373" fmla="*/ 3240805 w 7467600"/>
              <a:gd name="connsiteY373" fmla="*/ 6858000 h 6858000"/>
              <a:gd name="connsiteX374" fmla="*/ 3275917 w 7467600"/>
              <a:gd name="connsiteY374" fmla="*/ 6783192 h 6858000"/>
              <a:gd name="connsiteX375" fmla="*/ 3399358 w 7467600"/>
              <a:gd name="connsiteY375" fmla="*/ 6469011 h 6858000"/>
              <a:gd name="connsiteX376" fmla="*/ 3425650 w 7467600"/>
              <a:gd name="connsiteY376" fmla="*/ 6381333 h 6858000"/>
              <a:gd name="connsiteX377" fmla="*/ 3460661 w 7467600"/>
              <a:gd name="connsiteY377" fmla="*/ 6266763 h 6858000"/>
              <a:gd name="connsiteX378" fmla="*/ 3518021 w 7467600"/>
              <a:gd name="connsiteY378" fmla="*/ 6117298 h 6858000"/>
              <a:gd name="connsiteX379" fmla="*/ 3554035 w 7467600"/>
              <a:gd name="connsiteY379" fmla="*/ 6027832 h 6858000"/>
              <a:gd name="connsiteX380" fmla="*/ 3677174 w 7467600"/>
              <a:gd name="connsiteY380" fmla="*/ 5636351 h 6858000"/>
              <a:gd name="connsiteX381" fmla="*/ 3698819 w 7467600"/>
              <a:gd name="connsiteY381" fmla="*/ 5560503 h 6858000"/>
              <a:gd name="connsiteX382" fmla="*/ 3702094 w 7467600"/>
              <a:gd name="connsiteY382" fmla="*/ 5549194 h 6858000"/>
              <a:gd name="connsiteX383" fmla="*/ 3398355 w 7467600"/>
              <a:gd name="connsiteY383" fmla="*/ 6094603 h 6858000"/>
              <a:gd name="connsiteX384" fmla="*/ 3193941 w 7467600"/>
              <a:gd name="connsiteY384" fmla="*/ 6798775 h 6858000"/>
              <a:gd name="connsiteX385" fmla="*/ 3184140 w 7467600"/>
              <a:gd name="connsiteY385" fmla="*/ 6858000 h 6858000"/>
              <a:gd name="connsiteX386" fmla="*/ 3099978 w 7467600"/>
              <a:gd name="connsiteY386" fmla="*/ 6858000 h 6858000"/>
              <a:gd name="connsiteX387" fmla="*/ 3101556 w 7467600"/>
              <a:gd name="connsiteY387" fmla="*/ 6843337 h 6858000"/>
              <a:gd name="connsiteX388" fmla="*/ 3370162 w 7467600"/>
              <a:gd name="connsiteY388" fmla="*/ 5785550 h 6858000"/>
              <a:gd name="connsiteX389" fmla="*/ 3746477 w 7467600"/>
              <a:gd name="connsiteY389" fmla="*/ 5377889 h 6858000"/>
              <a:gd name="connsiteX390" fmla="*/ 3863399 w 7467600"/>
              <a:gd name="connsiteY390" fmla="*/ 5087257 h 6858000"/>
              <a:gd name="connsiteX391" fmla="*/ 3968712 w 7467600"/>
              <a:gd name="connsiteY391" fmla="*/ 4913989 h 6858000"/>
              <a:gd name="connsiteX392" fmla="*/ 2792390 w 7467600"/>
              <a:gd name="connsiteY392" fmla="*/ 5382974 h 6858000"/>
              <a:gd name="connsiteX393" fmla="*/ 2714982 w 7467600"/>
              <a:gd name="connsiteY393" fmla="*/ 5427051 h 6858000"/>
              <a:gd name="connsiteX394" fmla="*/ 2813361 w 7467600"/>
              <a:gd name="connsiteY394" fmla="*/ 6023912 h 6858000"/>
              <a:gd name="connsiteX395" fmla="*/ 2688430 w 7467600"/>
              <a:gd name="connsiteY395" fmla="*/ 6801564 h 6858000"/>
              <a:gd name="connsiteX396" fmla="*/ 2629626 w 7467600"/>
              <a:gd name="connsiteY396" fmla="*/ 6763394 h 6858000"/>
              <a:gd name="connsiteX397" fmla="*/ 2565328 w 7467600"/>
              <a:gd name="connsiteY397" fmla="*/ 5516399 h 6858000"/>
              <a:gd name="connsiteX398" fmla="*/ 1922999 w 7467600"/>
              <a:gd name="connsiteY398" fmla="*/ 5980343 h 6858000"/>
              <a:gd name="connsiteX399" fmla="*/ 1950261 w 7467600"/>
              <a:gd name="connsiteY399" fmla="*/ 6405858 h 6858000"/>
              <a:gd name="connsiteX400" fmla="*/ 2365554 w 7467600"/>
              <a:gd name="connsiteY400" fmla="*/ 6759107 h 6858000"/>
              <a:gd name="connsiteX401" fmla="*/ 2424142 w 7467600"/>
              <a:gd name="connsiteY401" fmla="*/ 6858000 h 6858000"/>
              <a:gd name="connsiteX402" fmla="*/ 2395994 w 7467600"/>
              <a:gd name="connsiteY402" fmla="*/ 6858000 h 6858000"/>
              <a:gd name="connsiteX403" fmla="*/ 2392863 w 7467600"/>
              <a:gd name="connsiteY403" fmla="*/ 6852964 h 6858000"/>
              <a:gd name="connsiteX404" fmla="*/ 2017589 w 7467600"/>
              <a:gd name="connsiteY404" fmla="*/ 6493982 h 6858000"/>
              <a:gd name="connsiteX405" fmla="*/ 2147336 w 7467600"/>
              <a:gd name="connsiteY405" fmla="*/ 6594052 h 6858000"/>
              <a:gd name="connsiteX406" fmla="*/ 2207047 w 7467600"/>
              <a:gd name="connsiteY406" fmla="*/ 6654540 h 6858000"/>
              <a:gd name="connsiteX407" fmla="*/ 2299106 w 7467600"/>
              <a:gd name="connsiteY407" fmla="*/ 6778931 h 6858000"/>
              <a:gd name="connsiteX408" fmla="*/ 2314430 w 7467600"/>
              <a:gd name="connsiteY408" fmla="*/ 6801144 h 6858000"/>
              <a:gd name="connsiteX409" fmla="*/ 2352406 w 7467600"/>
              <a:gd name="connsiteY409" fmla="*/ 6858000 h 6858000"/>
              <a:gd name="connsiteX410" fmla="*/ 2314492 w 7467600"/>
              <a:gd name="connsiteY410" fmla="*/ 6858000 h 6858000"/>
              <a:gd name="connsiteX411" fmla="*/ 2288095 w 7467600"/>
              <a:gd name="connsiteY411" fmla="*/ 6818030 h 6858000"/>
              <a:gd name="connsiteX412" fmla="*/ 2272768 w 7467600"/>
              <a:gd name="connsiteY412" fmla="*/ 6795822 h 6858000"/>
              <a:gd name="connsiteX413" fmla="*/ 2182715 w 7467600"/>
              <a:gd name="connsiteY413" fmla="*/ 6675071 h 6858000"/>
              <a:gd name="connsiteX414" fmla="*/ 2032061 w 7467600"/>
              <a:gd name="connsiteY414" fmla="*/ 6541380 h 6858000"/>
              <a:gd name="connsiteX415" fmla="*/ 2257220 w 7467600"/>
              <a:gd name="connsiteY415" fmla="*/ 6826257 h 6858000"/>
              <a:gd name="connsiteX416" fmla="*/ 2281324 w 7467600"/>
              <a:gd name="connsiteY416" fmla="*/ 6858000 h 6858000"/>
              <a:gd name="connsiteX417" fmla="*/ 2242860 w 7467600"/>
              <a:gd name="connsiteY417" fmla="*/ 6858000 h 6858000"/>
              <a:gd name="connsiteX418" fmla="*/ 2232818 w 7467600"/>
              <a:gd name="connsiteY418" fmla="*/ 6844926 h 6858000"/>
              <a:gd name="connsiteX419" fmla="*/ 1990172 w 7467600"/>
              <a:gd name="connsiteY419" fmla="*/ 6542121 h 6858000"/>
              <a:gd name="connsiteX420" fmla="*/ 2124090 w 7467600"/>
              <a:gd name="connsiteY420" fmla="*/ 6761017 h 6858000"/>
              <a:gd name="connsiteX421" fmla="*/ 2200380 w 7467600"/>
              <a:gd name="connsiteY421" fmla="*/ 6858000 h 6858000"/>
              <a:gd name="connsiteX422" fmla="*/ 2147507 w 7467600"/>
              <a:gd name="connsiteY422" fmla="*/ 6858000 h 6858000"/>
              <a:gd name="connsiteX423" fmla="*/ 2070668 w 7467600"/>
              <a:gd name="connsiteY423" fmla="*/ 6761520 h 6858000"/>
              <a:gd name="connsiteX424" fmla="*/ 1975142 w 7467600"/>
              <a:gd name="connsiteY424" fmla="*/ 6585570 h 6858000"/>
              <a:gd name="connsiteX425" fmla="*/ 2050035 w 7467600"/>
              <a:gd name="connsiteY425" fmla="*/ 6813345 h 6858000"/>
              <a:gd name="connsiteX426" fmla="*/ 2063025 w 7467600"/>
              <a:gd name="connsiteY426" fmla="*/ 6858000 h 6858000"/>
              <a:gd name="connsiteX427" fmla="*/ 2021675 w 7467600"/>
              <a:gd name="connsiteY427" fmla="*/ 6858000 h 6858000"/>
              <a:gd name="connsiteX428" fmla="*/ 2019308 w 7467600"/>
              <a:gd name="connsiteY428" fmla="*/ 6847118 h 6858000"/>
              <a:gd name="connsiteX429" fmla="*/ 1938835 w 7467600"/>
              <a:gd name="connsiteY429" fmla="*/ 6551160 h 6858000"/>
              <a:gd name="connsiteX430" fmla="*/ 1953230 w 7467600"/>
              <a:gd name="connsiteY430" fmla="*/ 6759699 h 6858000"/>
              <a:gd name="connsiteX431" fmla="*/ 1956763 w 7467600"/>
              <a:gd name="connsiteY431" fmla="*/ 6778191 h 6858000"/>
              <a:gd name="connsiteX432" fmla="*/ 1967925 w 7467600"/>
              <a:gd name="connsiteY432" fmla="*/ 6858000 h 6858000"/>
              <a:gd name="connsiteX433" fmla="*/ 1936622 w 7467600"/>
              <a:gd name="connsiteY433" fmla="*/ 6858000 h 6858000"/>
              <a:gd name="connsiteX434" fmla="*/ 1926261 w 7467600"/>
              <a:gd name="connsiteY434" fmla="*/ 6784064 h 6858000"/>
              <a:gd name="connsiteX435" fmla="*/ 1922724 w 7467600"/>
              <a:gd name="connsiteY435" fmla="*/ 6765577 h 6858000"/>
              <a:gd name="connsiteX436" fmla="*/ 1904650 w 7467600"/>
              <a:gd name="connsiteY436" fmla="*/ 6639616 h 6858000"/>
              <a:gd name="connsiteX437" fmla="*/ 1885273 w 7467600"/>
              <a:gd name="connsiteY437" fmla="*/ 6858000 h 6858000"/>
              <a:gd name="connsiteX438" fmla="*/ 1854363 w 7467600"/>
              <a:gd name="connsiteY438" fmla="*/ 6858000 h 6858000"/>
              <a:gd name="connsiteX439" fmla="*/ 1880391 w 7467600"/>
              <a:gd name="connsiteY439" fmla="*/ 6603796 h 6858000"/>
              <a:gd name="connsiteX440" fmla="*/ 1818273 w 7467600"/>
              <a:gd name="connsiteY440" fmla="*/ 6715729 h 6858000"/>
              <a:gd name="connsiteX441" fmla="*/ 1794691 w 7467600"/>
              <a:gd name="connsiteY441" fmla="*/ 6843239 h 6858000"/>
              <a:gd name="connsiteX442" fmla="*/ 1794914 w 7467600"/>
              <a:gd name="connsiteY442" fmla="*/ 6858000 h 6858000"/>
              <a:gd name="connsiteX443" fmla="*/ 1746128 w 7467600"/>
              <a:gd name="connsiteY443" fmla="*/ 6858000 h 6858000"/>
              <a:gd name="connsiteX444" fmla="*/ 1753934 w 7467600"/>
              <a:gd name="connsiteY444" fmla="*/ 6724796 h 6858000"/>
              <a:gd name="connsiteX445" fmla="*/ 1792053 w 7467600"/>
              <a:gd name="connsiteY445" fmla="*/ 6572396 h 6858000"/>
              <a:gd name="connsiteX446" fmla="*/ 1862248 w 7467600"/>
              <a:gd name="connsiteY446" fmla="*/ 6266397 h 6858000"/>
              <a:gd name="connsiteX447" fmla="*/ 1862250 w 7467600"/>
              <a:gd name="connsiteY447" fmla="*/ 6033531 h 6858000"/>
              <a:gd name="connsiteX448" fmla="*/ 1211999 w 7467600"/>
              <a:gd name="connsiteY448" fmla="*/ 6683610 h 6858000"/>
              <a:gd name="connsiteX449" fmla="*/ 1213266 w 7467600"/>
              <a:gd name="connsiteY449" fmla="*/ 6691947 h 6858000"/>
              <a:gd name="connsiteX450" fmla="*/ 1203370 w 7467600"/>
              <a:gd name="connsiteY450" fmla="*/ 6850676 h 6858000"/>
              <a:gd name="connsiteX451" fmla="*/ 1203671 w 7467600"/>
              <a:gd name="connsiteY451" fmla="*/ 6858000 h 6858000"/>
              <a:gd name="connsiteX452" fmla="*/ 1143180 w 7467600"/>
              <a:gd name="connsiteY452" fmla="*/ 6858000 h 6858000"/>
              <a:gd name="connsiteX453" fmla="*/ 1142176 w 7467600"/>
              <a:gd name="connsiteY453" fmla="*/ 6766045 h 6858000"/>
              <a:gd name="connsiteX454" fmla="*/ 1067484 w 7467600"/>
              <a:gd name="connsiteY454" fmla="*/ 6858000 h 6858000"/>
              <a:gd name="connsiteX455" fmla="*/ 953928 w 7467600"/>
              <a:gd name="connsiteY455" fmla="*/ 6858000 h 6858000"/>
              <a:gd name="connsiteX456" fmla="*/ 959715 w 7467600"/>
              <a:gd name="connsiteY456" fmla="*/ 6850185 h 6858000"/>
              <a:gd name="connsiteX457" fmla="*/ 1483788 w 7467600"/>
              <a:gd name="connsiteY457" fmla="*/ 6259174 h 6858000"/>
              <a:gd name="connsiteX458" fmla="*/ 1100671 w 7467600"/>
              <a:gd name="connsiteY458" fmla="*/ 6252137 h 6858000"/>
              <a:gd name="connsiteX459" fmla="*/ 1090144 w 7467600"/>
              <a:gd name="connsiteY459" fmla="*/ 6256748 h 6858000"/>
              <a:gd name="connsiteX460" fmla="*/ 1095872 w 7467600"/>
              <a:gd name="connsiteY460" fmla="*/ 6271892 h 6858000"/>
              <a:gd name="connsiteX461" fmla="*/ 262785 w 7467600"/>
              <a:gd name="connsiteY461" fmla="*/ 6845450 h 6858000"/>
              <a:gd name="connsiteX462" fmla="*/ 209968 w 7467600"/>
              <a:gd name="connsiteY462" fmla="*/ 6770713 h 6858000"/>
              <a:gd name="connsiteX463" fmla="*/ 873460 w 7467600"/>
              <a:gd name="connsiteY463" fmla="*/ 6253768 h 6858000"/>
              <a:gd name="connsiteX464" fmla="*/ 192686 w 7467600"/>
              <a:gd name="connsiteY464" fmla="*/ 5849257 h 6858000"/>
              <a:gd name="connsiteX465" fmla="*/ 4696 w 7467600"/>
              <a:gd name="connsiteY465" fmla="*/ 5697668 h 6858000"/>
              <a:gd name="connsiteX466" fmla="*/ 0 w 7467600"/>
              <a:gd name="connsiteY466" fmla="*/ 5689984 h 6858000"/>
              <a:gd name="connsiteX467" fmla="*/ 0 w 7467600"/>
              <a:gd name="connsiteY467" fmla="*/ 5513472 h 6858000"/>
              <a:gd name="connsiteX468" fmla="*/ 174101 w 7467600"/>
              <a:gd name="connsiteY468" fmla="*/ 5620277 h 6858000"/>
              <a:gd name="connsiteX469" fmla="*/ 891800 w 7467600"/>
              <a:gd name="connsiteY469" fmla="*/ 6036935 h 6858000"/>
              <a:gd name="connsiteX470" fmla="*/ 1072219 w 7467600"/>
              <a:gd name="connsiteY470" fmla="*/ 6169443 h 6858000"/>
              <a:gd name="connsiteX471" fmla="*/ 1074117 w 7467600"/>
              <a:gd name="connsiteY471" fmla="*/ 6170301 h 6858000"/>
              <a:gd name="connsiteX472" fmla="*/ 1083114 w 7467600"/>
              <a:gd name="connsiteY472" fmla="*/ 6174131 h 6858000"/>
              <a:gd name="connsiteX473" fmla="*/ 1543010 w 7467600"/>
              <a:gd name="connsiteY473" fmla="*/ 6191140 h 6858000"/>
              <a:gd name="connsiteX474" fmla="*/ 1551080 w 7467600"/>
              <a:gd name="connsiteY474" fmla="*/ 6195006 h 6858000"/>
              <a:gd name="connsiteX475" fmla="*/ 2345443 w 7467600"/>
              <a:gd name="connsiteY475" fmla="*/ 5549882 h 6858000"/>
              <a:gd name="connsiteX476" fmla="*/ 1721499 w 7467600"/>
              <a:gd name="connsiteY476" fmla="*/ 5599969 h 6858000"/>
              <a:gd name="connsiteX477" fmla="*/ 767716 w 7467600"/>
              <a:gd name="connsiteY477" fmla="*/ 5472768 h 6858000"/>
              <a:gd name="connsiteX478" fmla="*/ 722147 w 7467600"/>
              <a:gd name="connsiteY478" fmla="*/ 5393091 h 6858000"/>
              <a:gd name="connsiteX479" fmla="*/ 1485552 w 7467600"/>
              <a:gd name="connsiteY479" fmla="*/ 5313202 h 6858000"/>
              <a:gd name="connsiteX480" fmla="*/ 2143004 w 7467600"/>
              <a:gd name="connsiteY480" fmla="*/ 5402420 h 6858000"/>
              <a:gd name="connsiteX481" fmla="*/ 1933391 w 7467600"/>
              <a:gd name="connsiteY481" fmla="*/ 5156971 h 6858000"/>
              <a:gd name="connsiteX482" fmla="*/ 1827118 w 7467600"/>
              <a:gd name="connsiteY482" fmla="*/ 4968410 h 6858000"/>
              <a:gd name="connsiteX483" fmla="*/ 1837349 w 7467600"/>
              <a:gd name="connsiteY483" fmla="*/ 4956357 h 6858000"/>
              <a:gd name="connsiteX484" fmla="*/ 2162835 w 7467600"/>
              <a:gd name="connsiteY484" fmla="*/ 5187853 h 6858000"/>
              <a:gd name="connsiteX485" fmla="*/ 2257167 w 7467600"/>
              <a:gd name="connsiteY485" fmla="*/ 5462123 h 6858000"/>
              <a:gd name="connsiteX486" fmla="*/ 2261598 w 7467600"/>
              <a:gd name="connsiteY486" fmla="*/ 5467998 h 6858000"/>
              <a:gd name="connsiteX487" fmla="*/ 2437177 w 7467600"/>
              <a:gd name="connsiteY487" fmla="*/ 5479608 h 6858000"/>
              <a:gd name="connsiteX488" fmla="*/ 2445247 w 7467600"/>
              <a:gd name="connsiteY488" fmla="*/ 5483476 h 6858000"/>
              <a:gd name="connsiteX489" fmla="*/ 2743626 w 7467600"/>
              <a:gd name="connsiteY489" fmla="*/ 5304819 h 6858000"/>
              <a:gd name="connsiteX490" fmla="*/ 3048102 w 7467600"/>
              <a:gd name="connsiteY490" fmla="*/ 5150595 h 6858000"/>
              <a:gd name="connsiteX491" fmla="*/ 1799414 w 7467600"/>
              <a:gd name="connsiteY491" fmla="*/ 4694732 h 6858000"/>
              <a:gd name="connsiteX492" fmla="*/ 1771735 w 7467600"/>
              <a:gd name="connsiteY492" fmla="*/ 4619929 h 6858000"/>
              <a:gd name="connsiteX493" fmla="*/ 3104273 w 7467600"/>
              <a:gd name="connsiteY493" fmla="*/ 5076159 h 6858000"/>
              <a:gd name="connsiteX494" fmla="*/ 3113245 w 7467600"/>
              <a:gd name="connsiteY494" fmla="*/ 5090705 h 6858000"/>
              <a:gd name="connsiteX495" fmla="*/ 3126294 w 7467600"/>
              <a:gd name="connsiteY495" fmla="*/ 5114400 h 6858000"/>
              <a:gd name="connsiteX496" fmla="*/ 3937433 w 7467600"/>
              <a:gd name="connsiteY496" fmla="*/ 4830473 h 6858000"/>
              <a:gd name="connsiteX497" fmla="*/ 3590475 w 7467600"/>
              <a:gd name="connsiteY497" fmla="*/ 4597974 h 6858000"/>
              <a:gd name="connsiteX498" fmla="*/ 3100264 w 7467600"/>
              <a:gd name="connsiteY498" fmla="*/ 4579845 h 6858000"/>
              <a:gd name="connsiteX499" fmla="*/ 2183576 w 7467600"/>
              <a:gd name="connsiteY499" fmla="*/ 4227150 h 6858000"/>
              <a:gd name="connsiteX500" fmla="*/ 2151029 w 7467600"/>
              <a:gd name="connsiteY500" fmla="*/ 4146947 h 6858000"/>
              <a:gd name="connsiteX501" fmla="*/ 3563434 w 7467600"/>
              <a:gd name="connsiteY501" fmla="*/ 4469115 h 6858000"/>
              <a:gd name="connsiteX502" fmla="*/ 3177952 w 7467600"/>
              <a:gd name="connsiteY502" fmla="*/ 3657386 h 6858000"/>
              <a:gd name="connsiteX503" fmla="*/ 3189263 w 7467600"/>
              <a:gd name="connsiteY503" fmla="*/ 3625726 h 6858000"/>
              <a:gd name="connsiteX504" fmla="*/ 3560912 w 7467600"/>
              <a:gd name="connsiteY504" fmla="*/ 4079863 h 6858000"/>
              <a:gd name="connsiteX505" fmla="*/ 3626636 w 7467600"/>
              <a:gd name="connsiteY505" fmla="*/ 4512230 h 6858000"/>
              <a:gd name="connsiteX506" fmla="*/ 3653088 w 7467600"/>
              <a:gd name="connsiteY506" fmla="*/ 4521417 h 6858000"/>
              <a:gd name="connsiteX507" fmla="*/ 3988128 w 7467600"/>
              <a:gd name="connsiteY507" fmla="*/ 4817267 h 6858000"/>
              <a:gd name="connsiteX508" fmla="*/ 4830582 w 7467600"/>
              <a:gd name="connsiteY508" fmla="*/ 4676000 h 6858000"/>
              <a:gd name="connsiteX509" fmla="*/ 4830100 w 7467600"/>
              <a:gd name="connsiteY509" fmla="*/ 4675554 h 6858000"/>
              <a:gd name="connsiteX510" fmla="*/ 4036318 w 7467600"/>
              <a:gd name="connsiteY510" fmla="*/ 4147013 h 6858000"/>
              <a:gd name="connsiteX511" fmla="*/ 3432098 w 7467600"/>
              <a:gd name="connsiteY511" fmla="*/ 3537312 h 6858000"/>
              <a:gd name="connsiteX512" fmla="*/ 3446761 w 7467600"/>
              <a:gd name="connsiteY512" fmla="*/ 3461278 h 6858000"/>
              <a:gd name="connsiteX513" fmla="*/ 4419733 w 7467600"/>
              <a:gd name="connsiteY513" fmla="*/ 3963555 h 6858000"/>
              <a:gd name="connsiteX514" fmla="*/ 4781371 w 7467600"/>
              <a:gd name="connsiteY514" fmla="*/ 4458604 h 6858000"/>
              <a:gd name="connsiteX515" fmla="*/ 4780440 w 7467600"/>
              <a:gd name="connsiteY515" fmla="*/ 4470290 h 6858000"/>
              <a:gd name="connsiteX516" fmla="*/ 4898954 w 7467600"/>
              <a:gd name="connsiteY516" fmla="*/ 4662092 h 6858000"/>
              <a:gd name="connsiteX517" fmla="*/ 4900699 w 7467600"/>
              <a:gd name="connsiteY517" fmla="*/ 4670867 h 6858000"/>
              <a:gd name="connsiteX518" fmla="*/ 5714511 w 7467600"/>
              <a:gd name="connsiteY518" fmla="*/ 4663483 h 6858000"/>
              <a:gd name="connsiteX519" fmla="*/ 5464793 w 7467600"/>
              <a:gd name="connsiteY519" fmla="*/ 4393556 h 6858000"/>
              <a:gd name="connsiteX520" fmla="*/ 5461897 w 7467600"/>
              <a:gd name="connsiteY520" fmla="*/ 4390879 h 6858000"/>
              <a:gd name="connsiteX521" fmla="*/ 4294126 w 7467600"/>
              <a:gd name="connsiteY521" fmla="*/ 3303048 h 6858000"/>
              <a:gd name="connsiteX522" fmla="*/ 4305321 w 7467600"/>
              <a:gd name="connsiteY522" fmla="*/ 3256953 h 6858000"/>
              <a:gd name="connsiteX523" fmla="*/ 4949299 w 7467600"/>
              <a:gd name="connsiteY523" fmla="*/ 3766336 h 6858000"/>
              <a:gd name="connsiteX524" fmla="*/ 5291452 w 7467600"/>
              <a:gd name="connsiteY524" fmla="*/ 4076801 h 6858000"/>
              <a:gd name="connsiteX525" fmla="*/ 5434998 w 7467600"/>
              <a:gd name="connsiteY525" fmla="*/ 4254100 h 6858000"/>
              <a:gd name="connsiteX526" fmla="*/ 5351015 w 7467600"/>
              <a:gd name="connsiteY526" fmla="*/ 3760989 h 6858000"/>
              <a:gd name="connsiteX527" fmla="*/ 5413780 w 7467600"/>
              <a:gd name="connsiteY527" fmla="*/ 2966265 h 6858000"/>
              <a:gd name="connsiteX528" fmla="*/ 5425627 w 7467600"/>
              <a:gd name="connsiteY528" fmla="*/ 2954192 h 6858000"/>
              <a:gd name="connsiteX529" fmla="*/ 6604735 w 7467600"/>
              <a:gd name="connsiteY529" fmla="*/ 2041381 h 6858000"/>
              <a:gd name="connsiteX530" fmla="*/ 7204487 w 7467600"/>
              <a:gd name="connsiteY530" fmla="*/ 2742112 h 6858000"/>
              <a:gd name="connsiteX531" fmla="*/ 7131592 w 7467600"/>
              <a:gd name="connsiteY531" fmla="*/ 2672096 h 6858000"/>
              <a:gd name="connsiteX532" fmla="*/ 6996344 w 7467600"/>
              <a:gd name="connsiteY532" fmla="*/ 2518310 h 6858000"/>
              <a:gd name="connsiteX533" fmla="*/ 6735495 w 7467600"/>
              <a:gd name="connsiteY533" fmla="*/ 2196890 h 6858000"/>
              <a:gd name="connsiteX534" fmla="*/ 6721901 w 7467600"/>
              <a:gd name="connsiteY534" fmla="*/ 2179274 h 6858000"/>
              <a:gd name="connsiteX535" fmla="*/ 6604735 w 7467600"/>
              <a:gd name="connsiteY535" fmla="*/ 2041381 h 6858000"/>
              <a:gd name="connsiteX536" fmla="*/ 6591670 w 7467600"/>
              <a:gd name="connsiteY536" fmla="*/ 1988277 h 6858000"/>
              <a:gd name="connsiteX537" fmla="*/ 6747349 w 7467600"/>
              <a:gd name="connsiteY537" fmla="*/ 2160069 h 6858000"/>
              <a:gd name="connsiteX538" fmla="*/ 6760943 w 7467600"/>
              <a:gd name="connsiteY538" fmla="*/ 2177686 h 6858000"/>
              <a:gd name="connsiteX539" fmla="*/ 7021065 w 7467600"/>
              <a:gd name="connsiteY539" fmla="*/ 2498102 h 6858000"/>
              <a:gd name="connsiteX540" fmla="*/ 7155223 w 7467600"/>
              <a:gd name="connsiteY540" fmla="*/ 2650386 h 6858000"/>
              <a:gd name="connsiteX541" fmla="*/ 7203167 w 7467600"/>
              <a:gd name="connsiteY541" fmla="*/ 2697288 h 6858000"/>
              <a:gd name="connsiteX542" fmla="*/ 6937703 w 7467600"/>
              <a:gd name="connsiteY542" fmla="*/ 2321981 h 6858000"/>
              <a:gd name="connsiteX543" fmla="*/ 6591670 w 7467600"/>
              <a:gd name="connsiteY543" fmla="*/ 1988277 h 6858000"/>
              <a:gd name="connsiteX544" fmla="*/ 5798671 w 7467600"/>
              <a:gd name="connsiteY544" fmla="*/ 1981601 h 6858000"/>
              <a:gd name="connsiteX545" fmla="*/ 5754709 w 7467600"/>
              <a:gd name="connsiteY545" fmla="*/ 2071454 h 6858000"/>
              <a:gd name="connsiteX546" fmla="*/ 5763044 w 7467600"/>
              <a:gd name="connsiteY546" fmla="*/ 2842206 h 6858000"/>
              <a:gd name="connsiteX547" fmla="*/ 5764974 w 7467600"/>
              <a:gd name="connsiteY547" fmla="*/ 2799609 h 6858000"/>
              <a:gd name="connsiteX548" fmla="*/ 5767665 w 7467600"/>
              <a:gd name="connsiteY548" fmla="*/ 2666409 h 6858000"/>
              <a:gd name="connsiteX549" fmla="*/ 5763055 w 7467600"/>
              <a:gd name="connsiteY549" fmla="*/ 2579705 h 6858000"/>
              <a:gd name="connsiteX550" fmla="*/ 5758079 w 7467600"/>
              <a:gd name="connsiteY550" fmla="*/ 2492508 h 6858000"/>
              <a:gd name="connsiteX551" fmla="*/ 5779325 w 7467600"/>
              <a:gd name="connsiteY551" fmla="*/ 2197069 h 6858000"/>
              <a:gd name="connsiteX552" fmla="*/ 5798671 w 7467600"/>
              <a:gd name="connsiteY552" fmla="*/ 1981601 h 6858000"/>
              <a:gd name="connsiteX553" fmla="*/ 5829202 w 7467600"/>
              <a:gd name="connsiteY553" fmla="*/ 1971679 h 6858000"/>
              <a:gd name="connsiteX554" fmla="*/ 5809558 w 7467600"/>
              <a:gd name="connsiteY554" fmla="*/ 2198043 h 6858000"/>
              <a:gd name="connsiteX555" fmla="*/ 5788653 w 7467600"/>
              <a:gd name="connsiteY555" fmla="*/ 2489430 h 6858000"/>
              <a:gd name="connsiteX556" fmla="*/ 5793439 w 7467600"/>
              <a:gd name="connsiteY556" fmla="*/ 2575235 h 6858000"/>
              <a:gd name="connsiteX557" fmla="*/ 5796837 w 7467600"/>
              <a:gd name="connsiteY557" fmla="*/ 2637633 h 6858000"/>
              <a:gd name="connsiteX558" fmla="*/ 5818614 w 7467600"/>
              <a:gd name="connsiteY558" fmla="*/ 2473055 h 6858000"/>
              <a:gd name="connsiteX559" fmla="*/ 5829202 w 7467600"/>
              <a:gd name="connsiteY559" fmla="*/ 1971679 h 6858000"/>
              <a:gd name="connsiteX560" fmla="*/ 5911389 w 7467600"/>
              <a:gd name="connsiteY560" fmla="*/ 1898371 h 6858000"/>
              <a:gd name="connsiteX561" fmla="*/ 6237627 w 7467600"/>
              <a:gd name="connsiteY561" fmla="*/ 2231921 h 6858000"/>
              <a:gd name="connsiteX562" fmla="*/ 5911389 w 7467600"/>
              <a:gd name="connsiteY562" fmla="*/ 1898371 h 6858000"/>
              <a:gd name="connsiteX563" fmla="*/ 6944437 w 7467600"/>
              <a:gd name="connsiteY563" fmla="*/ 1575402 h 6858000"/>
              <a:gd name="connsiteX564" fmla="*/ 6304730 w 7467600"/>
              <a:gd name="connsiteY564" fmla="*/ 1766654 h 6858000"/>
              <a:gd name="connsiteX565" fmla="*/ 6944437 w 7467600"/>
              <a:gd name="connsiteY565" fmla="*/ 1575402 h 6858000"/>
              <a:gd name="connsiteX566" fmla="*/ 7019523 w 7467600"/>
              <a:gd name="connsiteY566" fmla="*/ 1519450 h 6858000"/>
              <a:gd name="connsiteX567" fmla="*/ 6298091 w 7467600"/>
              <a:gd name="connsiteY567" fmla="*/ 1737122 h 6858000"/>
              <a:gd name="connsiteX568" fmla="*/ 7019523 w 7467600"/>
              <a:gd name="connsiteY568" fmla="*/ 1519450 h 6858000"/>
              <a:gd name="connsiteX569" fmla="*/ 2399523 w 7467600"/>
              <a:gd name="connsiteY569" fmla="*/ 1428234 h 6858000"/>
              <a:gd name="connsiteX570" fmla="*/ 2224982 w 7467600"/>
              <a:gd name="connsiteY570" fmla="*/ 1826201 h 6858000"/>
              <a:gd name="connsiteX571" fmla="*/ 2096099 w 7467600"/>
              <a:gd name="connsiteY571" fmla="*/ 2345900 h 6858000"/>
              <a:gd name="connsiteX572" fmla="*/ 2283317 w 7467600"/>
              <a:gd name="connsiteY572" fmla="*/ 1796925 h 6858000"/>
              <a:gd name="connsiteX573" fmla="*/ 2399523 w 7467600"/>
              <a:gd name="connsiteY573" fmla="*/ 1428234 h 6858000"/>
              <a:gd name="connsiteX574" fmla="*/ 2448558 w 7467600"/>
              <a:gd name="connsiteY574" fmla="*/ 1373435 h 6858000"/>
              <a:gd name="connsiteX575" fmla="*/ 2312521 w 7467600"/>
              <a:gd name="connsiteY575" fmla="*/ 1806140 h 6858000"/>
              <a:gd name="connsiteX576" fmla="*/ 2127533 w 7467600"/>
              <a:gd name="connsiteY576" fmla="*/ 2348380 h 6858000"/>
              <a:gd name="connsiteX577" fmla="*/ 2358080 w 7467600"/>
              <a:gd name="connsiteY577" fmla="*/ 1866134 h 6858000"/>
              <a:gd name="connsiteX578" fmla="*/ 2407436 w 7467600"/>
              <a:gd name="connsiteY578" fmla="*/ 1651070 h 6858000"/>
              <a:gd name="connsiteX579" fmla="*/ 2448558 w 7467600"/>
              <a:gd name="connsiteY579" fmla="*/ 1373435 h 6858000"/>
              <a:gd name="connsiteX580" fmla="*/ 278707 w 7467600"/>
              <a:gd name="connsiteY580" fmla="*/ 1352270 h 6858000"/>
              <a:gd name="connsiteX581" fmla="*/ 321570 w 7467600"/>
              <a:gd name="connsiteY581" fmla="*/ 1861610 h 6858000"/>
              <a:gd name="connsiteX582" fmla="*/ 294281 w 7467600"/>
              <a:gd name="connsiteY582" fmla="*/ 1440658 h 6858000"/>
              <a:gd name="connsiteX583" fmla="*/ 278707 w 7467600"/>
              <a:gd name="connsiteY583" fmla="*/ 1352270 h 6858000"/>
              <a:gd name="connsiteX584" fmla="*/ 1423821 w 7467600"/>
              <a:gd name="connsiteY584" fmla="*/ 1351958 h 6858000"/>
              <a:gd name="connsiteX585" fmla="*/ 1638521 w 7467600"/>
              <a:gd name="connsiteY585" fmla="*/ 1908470 h 6858000"/>
              <a:gd name="connsiteX586" fmla="*/ 1754199 w 7467600"/>
              <a:gd name="connsiteY586" fmla="*/ 2149284 h 6858000"/>
              <a:gd name="connsiteX587" fmla="*/ 1908359 w 7467600"/>
              <a:gd name="connsiteY587" fmla="*/ 2364988 h 6858000"/>
              <a:gd name="connsiteX588" fmla="*/ 1647661 w 7467600"/>
              <a:gd name="connsiteY588" fmla="*/ 1825945 h 6858000"/>
              <a:gd name="connsiteX589" fmla="*/ 1423821 w 7467600"/>
              <a:gd name="connsiteY589" fmla="*/ 1351958 h 6858000"/>
              <a:gd name="connsiteX590" fmla="*/ 1431890 w 7467600"/>
              <a:gd name="connsiteY590" fmla="*/ 1306475 h 6858000"/>
              <a:gd name="connsiteX591" fmla="*/ 1507597 w 7467600"/>
              <a:gd name="connsiteY591" fmla="*/ 1446132 h 6858000"/>
              <a:gd name="connsiteX592" fmla="*/ 1674586 w 7467600"/>
              <a:gd name="connsiteY592" fmla="*/ 1813832 h 6858000"/>
              <a:gd name="connsiteX593" fmla="*/ 1815950 w 7467600"/>
              <a:gd name="connsiteY593" fmla="*/ 2128564 h 6858000"/>
              <a:gd name="connsiteX594" fmla="*/ 1984242 w 7467600"/>
              <a:gd name="connsiteY594" fmla="*/ 2430829 h 6858000"/>
              <a:gd name="connsiteX595" fmla="*/ 2014023 w 7467600"/>
              <a:gd name="connsiteY595" fmla="*/ 2450995 h 6858000"/>
              <a:gd name="connsiteX596" fmla="*/ 1747337 w 7467600"/>
              <a:gd name="connsiteY596" fmla="*/ 1855264 h 6858000"/>
              <a:gd name="connsiteX597" fmla="*/ 1533749 w 7467600"/>
              <a:gd name="connsiteY597" fmla="*/ 1478656 h 6858000"/>
              <a:gd name="connsiteX598" fmla="*/ 1431890 w 7467600"/>
              <a:gd name="connsiteY598" fmla="*/ 1306475 h 6858000"/>
              <a:gd name="connsiteX599" fmla="*/ 5052692 w 7467600"/>
              <a:gd name="connsiteY599" fmla="*/ 1292994 h 6858000"/>
              <a:gd name="connsiteX600" fmla="*/ 5200661 w 7467600"/>
              <a:gd name="connsiteY600" fmla="*/ 1635186 h 6858000"/>
              <a:gd name="connsiteX601" fmla="*/ 5297138 w 7467600"/>
              <a:gd name="connsiteY601" fmla="*/ 1906351 h 6858000"/>
              <a:gd name="connsiteX602" fmla="*/ 5052692 w 7467600"/>
              <a:gd name="connsiteY602" fmla="*/ 1292994 h 6858000"/>
              <a:gd name="connsiteX603" fmla="*/ 5009948 w 7467600"/>
              <a:gd name="connsiteY603" fmla="*/ 1273619 h 6858000"/>
              <a:gd name="connsiteX604" fmla="*/ 5121777 w 7467600"/>
              <a:gd name="connsiteY604" fmla="*/ 1654213 h 6858000"/>
              <a:gd name="connsiteX605" fmla="*/ 5293545 w 7467600"/>
              <a:gd name="connsiteY605" fmla="*/ 2072247 h 6858000"/>
              <a:gd name="connsiteX606" fmla="*/ 5294042 w 7467600"/>
              <a:gd name="connsiteY606" fmla="*/ 2065019 h 6858000"/>
              <a:gd name="connsiteX607" fmla="*/ 5171936 w 7467600"/>
              <a:gd name="connsiteY607" fmla="*/ 1647613 h 6858000"/>
              <a:gd name="connsiteX608" fmla="*/ 5009948 w 7467600"/>
              <a:gd name="connsiteY608" fmla="*/ 1273619 h 6858000"/>
              <a:gd name="connsiteX609" fmla="*/ 655236 w 7467600"/>
              <a:gd name="connsiteY609" fmla="*/ 1268632 h 6858000"/>
              <a:gd name="connsiteX610" fmla="*/ 839521 w 7467600"/>
              <a:gd name="connsiteY610" fmla="*/ 1685315 h 6858000"/>
              <a:gd name="connsiteX611" fmla="*/ 1109416 w 7467600"/>
              <a:gd name="connsiteY611" fmla="*/ 2061663 h 6858000"/>
              <a:gd name="connsiteX612" fmla="*/ 1298300 w 7467600"/>
              <a:gd name="connsiteY612" fmla="*/ 2247742 h 6858000"/>
              <a:gd name="connsiteX613" fmla="*/ 1125871 w 7467600"/>
              <a:gd name="connsiteY613" fmla="*/ 1989513 h 6858000"/>
              <a:gd name="connsiteX614" fmla="*/ 981574 w 7467600"/>
              <a:gd name="connsiteY614" fmla="*/ 1783157 h 6858000"/>
              <a:gd name="connsiteX615" fmla="*/ 922198 w 7467600"/>
              <a:gd name="connsiteY615" fmla="*/ 1677437 h 6858000"/>
              <a:gd name="connsiteX616" fmla="*/ 869293 w 7467600"/>
              <a:gd name="connsiteY616" fmla="*/ 1583214 h 6858000"/>
              <a:gd name="connsiteX617" fmla="*/ 751431 w 7467600"/>
              <a:gd name="connsiteY617" fmla="*/ 1405731 h 6858000"/>
              <a:gd name="connsiteX618" fmla="*/ 655236 w 7467600"/>
              <a:gd name="connsiteY618" fmla="*/ 1268632 h 6858000"/>
              <a:gd name="connsiteX619" fmla="*/ 6516292 w 7467600"/>
              <a:gd name="connsiteY619" fmla="*/ 1263064 h 6858000"/>
              <a:gd name="connsiteX620" fmla="*/ 5736320 w 7467600"/>
              <a:gd name="connsiteY620" fmla="*/ 1501803 h 6858000"/>
              <a:gd name="connsiteX621" fmla="*/ 6516292 w 7467600"/>
              <a:gd name="connsiteY621" fmla="*/ 1263064 h 6858000"/>
              <a:gd name="connsiteX622" fmla="*/ 291466 w 7467600"/>
              <a:gd name="connsiteY622" fmla="*/ 1250369 h 6858000"/>
              <a:gd name="connsiteX623" fmla="*/ 323180 w 7467600"/>
              <a:gd name="connsiteY623" fmla="*/ 1435283 h 6858000"/>
              <a:gd name="connsiteX624" fmla="*/ 349381 w 7467600"/>
              <a:gd name="connsiteY624" fmla="*/ 1875041 h 6858000"/>
              <a:gd name="connsiteX625" fmla="*/ 374363 w 7467600"/>
              <a:gd name="connsiteY625" fmla="*/ 1506494 h 6858000"/>
              <a:gd name="connsiteX626" fmla="*/ 302168 w 7467600"/>
              <a:gd name="connsiteY626" fmla="*/ 1274495 h 6858000"/>
              <a:gd name="connsiteX627" fmla="*/ 291466 w 7467600"/>
              <a:gd name="connsiteY627" fmla="*/ 1250369 h 6858000"/>
              <a:gd name="connsiteX628" fmla="*/ 678222 w 7467600"/>
              <a:gd name="connsiteY628" fmla="*/ 1248670 h 6858000"/>
              <a:gd name="connsiteX629" fmla="*/ 775536 w 7467600"/>
              <a:gd name="connsiteY629" fmla="*/ 1388015 h 6858000"/>
              <a:gd name="connsiteX630" fmla="*/ 894529 w 7467600"/>
              <a:gd name="connsiteY630" fmla="*/ 1567739 h 6858000"/>
              <a:gd name="connsiteX631" fmla="*/ 948000 w 7467600"/>
              <a:gd name="connsiteY631" fmla="*/ 1663088 h 6858000"/>
              <a:gd name="connsiteX632" fmla="*/ 1006812 w 7467600"/>
              <a:gd name="connsiteY632" fmla="*/ 1767683 h 6858000"/>
              <a:gd name="connsiteX633" fmla="*/ 1149133 w 7467600"/>
              <a:gd name="connsiteY633" fmla="*/ 1971513 h 6858000"/>
              <a:gd name="connsiteX634" fmla="*/ 1333952 w 7467600"/>
              <a:gd name="connsiteY634" fmla="*/ 2251620 h 6858000"/>
              <a:gd name="connsiteX635" fmla="*/ 1337329 w 7467600"/>
              <a:gd name="connsiteY635" fmla="*/ 2258350 h 6858000"/>
              <a:gd name="connsiteX636" fmla="*/ 1014726 w 7467600"/>
              <a:gd name="connsiteY636" fmla="*/ 1615556 h 6858000"/>
              <a:gd name="connsiteX637" fmla="*/ 678222 w 7467600"/>
              <a:gd name="connsiteY637" fmla="*/ 1248670 h 6858000"/>
              <a:gd name="connsiteX638" fmla="*/ 6691602 w 7467600"/>
              <a:gd name="connsiteY638" fmla="*/ 1140573 h 6858000"/>
              <a:gd name="connsiteX639" fmla="*/ 6571100 w 7467600"/>
              <a:gd name="connsiteY639" fmla="*/ 1183662 h 6858000"/>
              <a:gd name="connsiteX640" fmla="*/ 6241687 w 7467600"/>
              <a:gd name="connsiteY640" fmla="*/ 1257600 h 6858000"/>
              <a:gd name="connsiteX641" fmla="*/ 5693009 w 7467600"/>
              <a:gd name="connsiteY641" fmla="*/ 1478256 h 6858000"/>
              <a:gd name="connsiteX642" fmla="*/ 6548420 w 7467600"/>
              <a:gd name="connsiteY642" fmla="*/ 1214599 h 6858000"/>
              <a:gd name="connsiteX643" fmla="*/ 6605473 w 7467600"/>
              <a:gd name="connsiteY643" fmla="*/ 1184686 h 6858000"/>
              <a:gd name="connsiteX644" fmla="*/ 6691602 w 7467600"/>
              <a:gd name="connsiteY644" fmla="*/ 1140573 h 6858000"/>
              <a:gd name="connsiteX645" fmla="*/ 4002475 w 7467600"/>
              <a:gd name="connsiteY645" fmla="*/ 1037802 h 6858000"/>
              <a:gd name="connsiteX646" fmla="*/ 4000324 w 7467600"/>
              <a:gd name="connsiteY646" fmla="*/ 1039362 h 6858000"/>
              <a:gd name="connsiteX647" fmla="*/ 4002862 w 7467600"/>
              <a:gd name="connsiteY647" fmla="*/ 1042866 h 6858000"/>
              <a:gd name="connsiteX648" fmla="*/ 4002475 w 7467600"/>
              <a:gd name="connsiteY648" fmla="*/ 1037802 h 6858000"/>
              <a:gd name="connsiteX649" fmla="*/ 506322 w 7467600"/>
              <a:gd name="connsiteY649" fmla="*/ 1020997 h 6858000"/>
              <a:gd name="connsiteX650" fmla="*/ 533068 w 7467600"/>
              <a:gd name="connsiteY650" fmla="*/ 1029409 h 6858000"/>
              <a:gd name="connsiteX651" fmla="*/ 1232525 w 7467600"/>
              <a:gd name="connsiteY651" fmla="*/ 1804675 h 6858000"/>
              <a:gd name="connsiteX652" fmla="*/ 1388858 w 7467600"/>
              <a:gd name="connsiteY652" fmla="*/ 2368011 h 6858000"/>
              <a:gd name="connsiteX653" fmla="*/ 1384098 w 7467600"/>
              <a:gd name="connsiteY653" fmla="*/ 2378125 h 6858000"/>
              <a:gd name="connsiteX654" fmla="*/ 1425393 w 7467600"/>
              <a:gd name="connsiteY654" fmla="*/ 2589124 h 6858000"/>
              <a:gd name="connsiteX655" fmla="*/ 1424001 w 7467600"/>
              <a:gd name="connsiteY655" fmla="*/ 2597541 h 6858000"/>
              <a:gd name="connsiteX656" fmla="*/ 2152729 w 7467600"/>
              <a:gd name="connsiteY656" fmla="*/ 2864487 h 6858000"/>
              <a:gd name="connsiteX657" fmla="*/ 2020609 w 7467600"/>
              <a:gd name="connsiteY657" fmla="*/ 2539671 h 6858000"/>
              <a:gd name="connsiteX658" fmla="*/ 2018920 w 7467600"/>
              <a:gd name="connsiteY658" fmla="*/ 2536309 h 6858000"/>
              <a:gd name="connsiteX659" fmla="*/ 1342441 w 7467600"/>
              <a:gd name="connsiteY659" fmla="*/ 1173017 h 6858000"/>
              <a:gd name="connsiteX660" fmla="*/ 1367925 w 7467600"/>
              <a:gd name="connsiteY660" fmla="*/ 1135648 h 6858000"/>
              <a:gd name="connsiteX661" fmla="*/ 1771401 w 7467600"/>
              <a:gd name="connsiteY661" fmla="*/ 1806673 h 6858000"/>
              <a:gd name="connsiteX662" fmla="*/ 1972385 w 7467600"/>
              <a:gd name="connsiteY662" fmla="*/ 2198735 h 6858000"/>
              <a:gd name="connsiteX663" fmla="*/ 2040892 w 7467600"/>
              <a:gd name="connsiteY663" fmla="*/ 2405205 h 6858000"/>
              <a:gd name="connsiteX664" fmla="*/ 2131689 w 7467600"/>
              <a:gd name="connsiteY664" fmla="*/ 1936926 h 6858000"/>
              <a:gd name="connsiteX665" fmla="*/ 2454820 w 7467600"/>
              <a:gd name="connsiteY665" fmla="*/ 1248808 h 6858000"/>
              <a:gd name="connsiteX666" fmla="*/ 2492512 w 7467600"/>
              <a:gd name="connsiteY666" fmla="*/ 1302920 h 6858000"/>
              <a:gd name="connsiteX667" fmla="*/ 2081216 w 7467600"/>
              <a:gd name="connsiteY667" fmla="*/ 2527513 h 6858000"/>
              <a:gd name="connsiteX668" fmla="*/ 2081211 w 7467600"/>
              <a:gd name="connsiteY668" fmla="*/ 2528916 h 6858000"/>
              <a:gd name="connsiteX669" fmla="*/ 2199067 w 7467600"/>
              <a:gd name="connsiteY669" fmla="*/ 2884061 h 6858000"/>
              <a:gd name="connsiteX670" fmla="*/ 3192586 w 7467600"/>
              <a:gd name="connsiteY670" fmla="*/ 3411496 h 6858000"/>
              <a:gd name="connsiteX671" fmla="*/ 3182620 w 7467600"/>
              <a:gd name="connsiteY671" fmla="*/ 3483279 h 6858000"/>
              <a:gd name="connsiteX672" fmla="*/ 2435119 w 7467600"/>
              <a:gd name="connsiteY672" fmla="*/ 3080173 h 6858000"/>
              <a:gd name="connsiteX673" fmla="*/ 2410152 w 7467600"/>
              <a:gd name="connsiteY673" fmla="*/ 3063751 h 6858000"/>
              <a:gd name="connsiteX674" fmla="*/ 2408099 w 7467600"/>
              <a:gd name="connsiteY674" fmla="*/ 3064403 h 6858000"/>
              <a:gd name="connsiteX675" fmla="*/ 2407218 w 7467600"/>
              <a:gd name="connsiteY675" fmla="*/ 3070324 h 6858000"/>
              <a:gd name="connsiteX676" fmla="*/ 2380138 w 7467600"/>
              <a:gd name="connsiteY676" fmla="*/ 3099341 h 6858000"/>
              <a:gd name="connsiteX677" fmla="*/ 1765923 w 7467600"/>
              <a:gd name="connsiteY677" fmla="*/ 3581043 h 6858000"/>
              <a:gd name="connsiteX678" fmla="*/ 1702258 w 7467600"/>
              <a:gd name="connsiteY678" fmla="*/ 3612286 h 6858000"/>
              <a:gd name="connsiteX679" fmla="*/ 1538370 w 7467600"/>
              <a:gd name="connsiteY679" fmla="*/ 3811804 h 6858000"/>
              <a:gd name="connsiteX680" fmla="*/ 542867 w 7467600"/>
              <a:gd name="connsiteY680" fmla="*/ 4944092 h 6858000"/>
              <a:gd name="connsiteX681" fmla="*/ 515800 w 7467600"/>
              <a:gd name="connsiteY681" fmla="*/ 4862180 h 6858000"/>
              <a:gd name="connsiteX682" fmla="*/ 909145 w 7467600"/>
              <a:gd name="connsiteY682" fmla="*/ 4199225 h 6858000"/>
              <a:gd name="connsiteX683" fmla="*/ 1214067 w 7467600"/>
              <a:gd name="connsiteY683" fmla="*/ 3908561 h 6858000"/>
              <a:gd name="connsiteX684" fmla="*/ 640967 w 7467600"/>
              <a:gd name="connsiteY684" fmla="*/ 4105601 h 6858000"/>
              <a:gd name="connsiteX685" fmla="*/ 112563 w 7467600"/>
              <a:gd name="connsiteY685" fmla="*/ 4396952 h 6858000"/>
              <a:gd name="connsiteX686" fmla="*/ 0 w 7467600"/>
              <a:gd name="connsiteY686" fmla="*/ 4466006 h 6858000"/>
              <a:gd name="connsiteX687" fmla="*/ 0 w 7467600"/>
              <a:gd name="connsiteY687" fmla="*/ 4233763 h 6858000"/>
              <a:gd name="connsiteX688" fmla="*/ 36881 w 7467600"/>
              <a:gd name="connsiteY688" fmla="*/ 4200118 h 6858000"/>
              <a:gd name="connsiteX689" fmla="*/ 910534 w 7467600"/>
              <a:gd name="connsiteY689" fmla="*/ 3629753 h 6858000"/>
              <a:gd name="connsiteX690" fmla="*/ 1578717 w 7467600"/>
              <a:gd name="connsiteY690" fmla="*/ 3575982 h 6858000"/>
              <a:gd name="connsiteX691" fmla="*/ 2338780 w 7467600"/>
              <a:gd name="connsiteY691" fmla="*/ 3033725 h 6858000"/>
              <a:gd name="connsiteX692" fmla="*/ 1807991 w 7467600"/>
              <a:gd name="connsiteY692" fmla="*/ 2807184 h 6858000"/>
              <a:gd name="connsiteX693" fmla="*/ 1416358 w 7467600"/>
              <a:gd name="connsiteY693" fmla="*/ 3112571 h 6858000"/>
              <a:gd name="connsiteX694" fmla="*/ 939066 w 7467600"/>
              <a:gd name="connsiteY694" fmla="*/ 3378798 h 6858000"/>
              <a:gd name="connsiteX695" fmla="*/ 115099 w 7467600"/>
              <a:gd name="connsiteY695" fmla="*/ 3607650 h 6858000"/>
              <a:gd name="connsiteX696" fmla="*/ 97284 w 7467600"/>
              <a:gd name="connsiteY696" fmla="*/ 3520393 h 6858000"/>
              <a:gd name="connsiteX697" fmla="*/ 922050 w 7467600"/>
              <a:gd name="connsiteY697" fmla="*/ 3074867 h 6858000"/>
              <a:gd name="connsiteX698" fmla="*/ 1405265 w 7467600"/>
              <a:gd name="connsiteY698" fmla="*/ 3016319 h 6858000"/>
              <a:gd name="connsiteX699" fmla="*/ 1407512 w 7467600"/>
              <a:gd name="connsiteY699" fmla="*/ 3018001 h 6858000"/>
              <a:gd name="connsiteX700" fmla="*/ 1726266 w 7467600"/>
              <a:gd name="connsiteY700" fmla="*/ 2777274 h 6858000"/>
              <a:gd name="connsiteX701" fmla="*/ 625390 w 7467600"/>
              <a:gd name="connsiteY701" fmla="*/ 2514541 h 6858000"/>
              <a:gd name="connsiteX702" fmla="*/ 619799 w 7467600"/>
              <a:gd name="connsiteY702" fmla="*/ 2527180 h 6858000"/>
              <a:gd name="connsiteX703" fmla="*/ 310030 w 7467600"/>
              <a:gd name="connsiteY703" fmla="*/ 2771818 h 6858000"/>
              <a:gd name="connsiteX704" fmla="*/ 173877 w 7467600"/>
              <a:gd name="connsiteY704" fmla="*/ 2937056 h 6858000"/>
              <a:gd name="connsiteX705" fmla="*/ 77889 w 7467600"/>
              <a:gd name="connsiteY705" fmla="*/ 3138440 h 6858000"/>
              <a:gd name="connsiteX706" fmla="*/ 0 w 7467600"/>
              <a:gd name="connsiteY706" fmla="*/ 3271395 h 6858000"/>
              <a:gd name="connsiteX707" fmla="*/ 0 w 7467600"/>
              <a:gd name="connsiteY707" fmla="*/ 3153002 h 6858000"/>
              <a:gd name="connsiteX708" fmla="*/ 2386 w 7467600"/>
              <a:gd name="connsiteY708" fmla="*/ 3149203 h 6858000"/>
              <a:gd name="connsiteX709" fmla="*/ 89753 w 7467600"/>
              <a:gd name="connsiteY709" fmla="*/ 2987702 h 6858000"/>
              <a:gd name="connsiteX710" fmla="*/ 76869 w 7467600"/>
              <a:gd name="connsiteY710" fmla="*/ 3005404 h 6858000"/>
              <a:gd name="connsiteX711" fmla="*/ 32049 w 7467600"/>
              <a:gd name="connsiteY711" fmla="*/ 3065814 h 6858000"/>
              <a:gd name="connsiteX712" fmla="*/ 0 w 7467600"/>
              <a:gd name="connsiteY712" fmla="*/ 3108744 h 6858000"/>
              <a:gd name="connsiteX713" fmla="*/ 0 w 7467600"/>
              <a:gd name="connsiteY713" fmla="*/ 3058059 h 6858000"/>
              <a:gd name="connsiteX714" fmla="*/ 7610 w 7467600"/>
              <a:gd name="connsiteY714" fmla="*/ 3047889 h 6858000"/>
              <a:gd name="connsiteX715" fmla="*/ 52419 w 7467600"/>
              <a:gd name="connsiteY715" fmla="*/ 2987479 h 6858000"/>
              <a:gd name="connsiteX716" fmla="*/ 59142 w 7467600"/>
              <a:gd name="connsiteY716" fmla="*/ 2978488 h 6858000"/>
              <a:gd name="connsiteX717" fmla="*/ 0 w 7467600"/>
              <a:gd name="connsiteY717" fmla="*/ 3015334 h 6858000"/>
              <a:gd name="connsiteX718" fmla="*/ 0 w 7467600"/>
              <a:gd name="connsiteY718" fmla="*/ 2914286 h 6858000"/>
              <a:gd name="connsiteX719" fmla="*/ 36383 w 7467600"/>
              <a:gd name="connsiteY719" fmla="*/ 2901128 h 6858000"/>
              <a:gd name="connsiteX720" fmla="*/ 156329 w 7467600"/>
              <a:gd name="connsiteY720" fmla="*/ 2840533 h 6858000"/>
              <a:gd name="connsiteX721" fmla="*/ 358355 w 7467600"/>
              <a:gd name="connsiteY721" fmla="*/ 2620471 h 6858000"/>
              <a:gd name="connsiteX722" fmla="*/ 510577 w 7467600"/>
              <a:gd name="connsiteY722" fmla="*/ 2501244 h 6858000"/>
              <a:gd name="connsiteX723" fmla="*/ 211967 w 7467600"/>
              <a:gd name="connsiteY723" fmla="*/ 2479171 h 6858000"/>
              <a:gd name="connsiteX724" fmla="*/ 0 w 7467600"/>
              <a:gd name="connsiteY724" fmla="*/ 2476398 h 6858000"/>
              <a:gd name="connsiteX725" fmla="*/ 0 w 7467600"/>
              <a:gd name="connsiteY725" fmla="*/ 2389189 h 6858000"/>
              <a:gd name="connsiteX726" fmla="*/ 103062 w 7467600"/>
              <a:gd name="connsiteY726" fmla="*/ 2389518 h 6858000"/>
              <a:gd name="connsiteX727" fmla="*/ 510734 w 7467600"/>
              <a:gd name="connsiteY727" fmla="*/ 2416201 h 6858000"/>
              <a:gd name="connsiteX728" fmla="*/ 279257 w 7467600"/>
              <a:gd name="connsiteY728" fmla="*/ 2092102 h 6858000"/>
              <a:gd name="connsiteX729" fmla="*/ 65265 w 7467600"/>
              <a:gd name="connsiteY729" fmla="*/ 2006049 h 6858000"/>
              <a:gd name="connsiteX730" fmla="*/ 0 w 7467600"/>
              <a:gd name="connsiteY730" fmla="*/ 1982532 h 6858000"/>
              <a:gd name="connsiteX731" fmla="*/ 0 w 7467600"/>
              <a:gd name="connsiteY731" fmla="*/ 1912789 h 6858000"/>
              <a:gd name="connsiteX732" fmla="*/ 97460 w 7467600"/>
              <a:gd name="connsiteY732" fmla="*/ 1953725 h 6858000"/>
              <a:gd name="connsiteX733" fmla="*/ 221272 w 7467600"/>
              <a:gd name="connsiteY733" fmla="*/ 1980766 h 6858000"/>
              <a:gd name="connsiteX734" fmla="*/ 116765 w 7467600"/>
              <a:gd name="connsiteY734" fmla="*/ 1911033 h 6858000"/>
              <a:gd name="connsiteX735" fmla="*/ 16405 w 7467600"/>
              <a:gd name="connsiteY735" fmla="*/ 1803412 h 6858000"/>
              <a:gd name="connsiteX736" fmla="*/ 0 w 7467600"/>
              <a:gd name="connsiteY736" fmla="*/ 1784777 h 6858000"/>
              <a:gd name="connsiteX737" fmla="*/ 0 w 7467600"/>
              <a:gd name="connsiteY737" fmla="*/ 1740082 h 6858000"/>
              <a:gd name="connsiteX738" fmla="*/ 39394 w 7467600"/>
              <a:gd name="connsiteY738" fmla="*/ 1784856 h 6858000"/>
              <a:gd name="connsiteX739" fmla="*/ 135813 w 7467600"/>
              <a:gd name="connsiteY739" fmla="*/ 1888838 h 6858000"/>
              <a:gd name="connsiteX740" fmla="*/ 242575 w 7467600"/>
              <a:gd name="connsiteY740" fmla="*/ 1958841 h 6858000"/>
              <a:gd name="connsiteX741" fmla="*/ 82197 w 7467600"/>
              <a:gd name="connsiteY741" fmla="*/ 1754826 h 6858000"/>
              <a:gd name="connsiteX742" fmla="*/ 0 w 7467600"/>
              <a:gd name="connsiteY742" fmla="*/ 1679650 h 6858000"/>
              <a:gd name="connsiteX743" fmla="*/ 0 w 7467600"/>
              <a:gd name="connsiteY743" fmla="*/ 1602463 h 6858000"/>
              <a:gd name="connsiteX744" fmla="*/ 84689 w 7467600"/>
              <a:gd name="connsiteY744" fmla="*/ 1677442 h 6858000"/>
              <a:gd name="connsiteX745" fmla="*/ 298437 w 7467600"/>
              <a:gd name="connsiteY745" fmla="*/ 1968019 h 6858000"/>
              <a:gd name="connsiteX746" fmla="*/ 227269 w 7467600"/>
              <a:gd name="connsiteY746" fmla="*/ 1114064 h 6858000"/>
              <a:gd name="connsiteX747" fmla="*/ 248003 w 7467600"/>
              <a:gd name="connsiteY747" fmla="*/ 1089613 h 6858000"/>
              <a:gd name="connsiteX748" fmla="*/ 427020 w 7467600"/>
              <a:gd name="connsiteY748" fmla="*/ 1619803 h 6858000"/>
              <a:gd name="connsiteX749" fmla="*/ 340345 w 7467600"/>
              <a:gd name="connsiteY749" fmla="*/ 2027739 h 6858000"/>
              <a:gd name="connsiteX750" fmla="*/ 360865 w 7467600"/>
              <a:gd name="connsiteY750" fmla="*/ 2044827 h 6858000"/>
              <a:gd name="connsiteX751" fmla="*/ 560414 w 7467600"/>
              <a:gd name="connsiteY751" fmla="*/ 2421457 h 6858000"/>
              <a:gd name="connsiteX752" fmla="*/ 1359703 w 7467600"/>
              <a:gd name="connsiteY752" fmla="*/ 2578554 h 6858000"/>
              <a:gd name="connsiteX753" fmla="*/ 1359422 w 7467600"/>
              <a:gd name="connsiteY753" fmla="*/ 2577994 h 6858000"/>
              <a:gd name="connsiteX754" fmla="*/ 828701 w 7467600"/>
              <a:gd name="connsiteY754" fmla="*/ 1839520 h 6858000"/>
              <a:gd name="connsiteX755" fmla="*/ 494427 w 7467600"/>
              <a:gd name="connsiteY755" fmla="*/ 1092333 h 6858000"/>
              <a:gd name="connsiteX756" fmla="*/ 506322 w 7467600"/>
              <a:gd name="connsiteY756" fmla="*/ 1020997 h 6858000"/>
              <a:gd name="connsiteX757" fmla="*/ 4570198 w 7467600"/>
              <a:gd name="connsiteY757" fmla="*/ 978081 h 6858000"/>
              <a:gd name="connsiteX758" fmla="*/ 4523691 w 7467600"/>
              <a:gd name="connsiteY758" fmla="*/ 1127776 h 6858000"/>
              <a:gd name="connsiteX759" fmla="*/ 4509875 w 7467600"/>
              <a:gd name="connsiteY759" fmla="*/ 1167552 h 6858000"/>
              <a:gd name="connsiteX760" fmla="*/ 4478168 w 7467600"/>
              <a:gd name="connsiteY760" fmla="*/ 1260735 h 6858000"/>
              <a:gd name="connsiteX761" fmla="*/ 4409309 w 7467600"/>
              <a:gd name="connsiteY761" fmla="*/ 1666996 h 6858000"/>
              <a:gd name="connsiteX762" fmla="*/ 4370031 w 7467600"/>
              <a:gd name="connsiteY762" fmla="*/ 1955666 h 6858000"/>
              <a:gd name="connsiteX763" fmla="*/ 4570198 w 7467600"/>
              <a:gd name="connsiteY763" fmla="*/ 978081 h 6858000"/>
              <a:gd name="connsiteX764" fmla="*/ 4557898 w 7467600"/>
              <a:gd name="connsiteY764" fmla="*/ 900011 h 6858000"/>
              <a:gd name="connsiteX765" fmla="*/ 4344840 w 7467600"/>
              <a:gd name="connsiteY765" fmla="*/ 1922038 h 6858000"/>
              <a:gd name="connsiteX766" fmla="*/ 4378710 w 7467600"/>
              <a:gd name="connsiteY766" fmla="*/ 1665516 h 6858000"/>
              <a:gd name="connsiteX767" fmla="*/ 4448798 w 7467600"/>
              <a:gd name="connsiteY767" fmla="*/ 1253024 h 6858000"/>
              <a:gd name="connsiteX768" fmla="*/ 4480315 w 7467600"/>
              <a:gd name="connsiteY768" fmla="*/ 1158454 h 6858000"/>
              <a:gd name="connsiteX769" fmla="*/ 4494133 w 7467600"/>
              <a:gd name="connsiteY769" fmla="*/ 1118676 h 6858000"/>
              <a:gd name="connsiteX770" fmla="*/ 4557898 w 7467600"/>
              <a:gd name="connsiteY770" fmla="*/ 900011 h 6858000"/>
              <a:gd name="connsiteX771" fmla="*/ 5870151 w 7467600"/>
              <a:gd name="connsiteY771" fmla="*/ 898890 h 6858000"/>
              <a:gd name="connsiteX772" fmla="*/ 5861335 w 7467600"/>
              <a:gd name="connsiteY772" fmla="*/ 899177 h 6858000"/>
              <a:gd name="connsiteX773" fmla="*/ 5843702 w 7467600"/>
              <a:gd name="connsiteY773" fmla="*/ 899748 h 6858000"/>
              <a:gd name="connsiteX774" fmla="*/ 5651107 w 7467600"/>
              <a:gd name="connsiteY774" fmla="*/ 920306 h 6858000"/>
              <a:gd name="connsiteX775" fmla="*/ 5459407 w 7467600"/>
              <a:gd name="connsiteY775" fmla="*/ 940975 h 6858000"/>
              <a:gd name="connsiteX776" fmla="*/ 5374846 w 7467600"/>
              <a:gd name="connsiteY776" fmla="*/ 941988 h 6858000"/>
              <a:gd name="connsiteX777" fmla="*/ 5256105 w 7467600"/>
              <a:gd name="connsiteY777" fmla="*/ 945632 h 6858000"/>
              <a:gd name="connsiteX778" fmla="*/ 5107071 w 7467600"/>
              <a:gd name="connsiteY778" fmla="*/ 969720 h 6858000"/>
              <a:gd name="connsiteX779" fmla="*/ 4998681 w 7467600"/>
              <a:gd name="connsiteY779" fmla="*/ 988771 h 6858000"/>
              <a:gd name="connsiteX780" fmla="*/ 5870151 w 7467600"/>
              <a:gd name="connsiteY780" fmla="*/ 898890 h 6858000"/>
              <a:gd name="connsiteX781" fmla="*/ 5504425 w 7467600"/>
              <a:gd name="connsiteY781" fmla="*/ 848067 h 6858000"/>
              <a:gd name="connsiteX782" fmla="*/ 4968849 w 7467600"/>
              <a:gd name="connsiteY782" fmla="*/ 962318 h 6858000"/>
              <a:gd name="connsiteX783" fmla="*/ 5104039 w 7467600"/>
              <a:gd name="connsiteY783" fmla="*/ 940634 h 6858000"/>
              <a:gd name="connsiteX784" fmla="*/ 5256311 w 7467600"/>
              <a:gd name="connsiteY784" fmla="*/ 916490 h 6858000"/>
              <a:gd name="connsiteX785" fmla="*/ 5377381 w 7467600"/>
              <a:gd name="connsiteY785" fmla="*/ 912671 h 6858000"/>
              <a:gd name="connsiteX786" fmla="*/ 5460148 w 7467600"/>
              <a:gd name="connsiteY786" fmla="*/ 911442 h 6858000"/>
              <a:gd name="connsiteX787" fmla="*/ 5648971 w 7467600"/>
              <a:gd name="connsiteY787" fmla="*/ 891331 h 6858000"/>
              <a:gd name="connsiteX788" fmla="*/ 5844807 w 7467600"/>
              <a:gd name="connsiteY788" fmla="*/ 870718 h 6858000"/>
              <a:gd name="connsiteX789" fmla="*/ 5862975 w 7467600"/>
              <a:gd name="connsiteY789" fmla="*/ 869756 h 6858000"/>
              <a:gd name="connsiteX790" fmla="*/ 5920887 w 7467600"/>
              <a:gd name="connsiteY790" fmla="*/ 865929 h 6858000"/>
              <a:gd name="connsiteX791" fmla="*/ 5504425 w 7467600"/>
              <a:gd name="connsiteY791" fmla="*/ 848067 h 6858000"/>
              <a:gd name="connsiteX792" fmla="*/ 3607114 w 7467600"/>
              <a:gd name="connsiteY792" fmla="*/ 467441 h 6858000"/>
              <a:gd name="connsiteX793" fmla="*/ 3296242 w 7467600"/>
              <a:gd name="connsiteY793" fmla="*/ 807991 h 6858000"/>
              <a:gd name="connsiteX794" fmla="*/ 3174674 w 7467600"/>
              <a:gd name="connsiteY794" fmla="*/ 919759 h 6858000"/>
              <a:gd name="connsiteX795" fmla="*/ 3042978 w 7467600"/>
              <a:gd name="connsiteY795" fmla="*/ 1054894 h 6858000"/>
              <a:gd name="connsiteX796" fmla="*/ 2968914 w 7467600"/>
              <a:gd name="connsiteY796" fmla="*/ 1133756 h 6858000"/>
              <a:gd name="connsiteX797" fmla="*/ 3103823 w 7467600"/>
              <a:gd name="connsiteY797" fmla="*/ 1026814 h 6858000"/>
              <a:gd name="connsiteX798" fmla="*/ 3607114 w 7467600"/>
              <a:gd name="connsiteY798" fmla="*/ 467441 h 6858000"/>
              <a:gd name="connsiteX799" fmla="*/ 3744487 w 7467600"/>
              <a:gd name="connsiteY799" fmla="*/ 383136 h 6858000"/>
              <a:gd name="connsiteX800" fmla="*/ 3970213 w 7467600"/>
              <a:gd name="connsiteY800" fmla="*/ 995559 h 6858000"/>
              <a:gd name="connsiteX801" fmla="*/ 3744487 w 7467600"/>
              <a:gd name="connsiteY801" fmla="*/ 383136 h 6858000"/>
              <a:gd name="connsiteX802" fmla="*/ 3624562 w 7467600"/>
              <a:gd name="connsiteY802" fmla="*/ 367041 h 6858000"/>
              <a:gd name="connsiteX803" fmla="*/ 3489712 w 7467600"/>
              <a:gd name="connsiteY803" fmla="*/ 485386 h 6858000"/>
              <a:gd name="connsiteX804" fmla="*/ 3182994 w 7467600"/>
              <a:gd name="connsiteY804" fmla="*/ 828265 h 6858000"/>
              <a:gd name="connsiteX805" fmla="*/ 2892114 w 7467600"/>
              <a:gd name="connsiteY805" fmla="*/ 1172635 h 6858000"/>
              <a:gd name="connsiteX806" fmla="*/ 3021459 w 7467600"/>
              <a:gd name="connsiteY806" fmla="*/ 1035385 h 6858000"/>
              <a:gd name="connsiteX807" fmla="*/ 3153873 w 7467600"/>
              <a:gd name="connsiteY807" fmla="*/ 898971 h 6858000"/>
              <a:gd name="connsiteX808" fmla="*/ 3276511 w 7467600"/>
              <a:gd name="connsiteY808" fmla="*/ 786423 h 6858000"/>
              <a:gd name="connsiteX809" fmla="*/ 3584154 w 7467600"/>
              <a:gd name="connsiteY809" fmla="*/ 448218 h 6858000"/>
              <a:gd name="connsiteX810" fmla="*/ 3624562 w 7467600"/>
              <a:gd name="connsiteY810" fmla="*/ 367041 h 6858000"/>
              <a:gd name="connsiteX811" fmla="*/ 3766672 w 7467600"/>
              <a:gd name="connsiteY811" fmla="*/ 359429 h 6858000"/>
              <a:gd name="connsiteX812" fmla="*/ 3996338 w 7467600"/>
              <a:gd name="connsiteY812" fmla="*/ 968237 h 6858000"/>
              <a:gd name="connsiteX813" fmla="*/ 3766672 w 7467600"/>
              <a:gd name="connsiteY813" fmla="*/ 359429 h 6858000"/>
              <a:gd name="connsiteX814" fmla="*/ 5805386 w 7467600"/>
              <a:gd name="connsiteY814" fmla="*/ 239240 h 6858000"/>
              <a:gd name="connsiteX815" fmla="*/ 5736947 w 7467600"/>
              <a:gd name="connsiteY815" fmla="*/ 261367 h 6858000"/>
              <a:gd name="connsiteX816" fmla="*/ 5427012 w 7467600"/>
              <a:gd name="connsiteY816" fmla="*/ 311272 h 6858000"/>
              <a:gd name="connsiteX817" fmla="*/ 5147818 w 7467600"/>
              <a:gd name="connsiteY817" fmla="*/ 322112 h 6858000"/>
              <a:gd name="connsiteX818" fmla="*/ 5060854 w 7467600"/>
              <a:gd name="connsiteY818" fmla="*/ 311882 h 6858000"/>
              <a:gd name="connsiteX819" fmla="*/ 4945989 w 7467600"/>
              <a:gd name="connsiteY819" fmla="*/ 300516 h 6858000"/>
              <a:gd name="connsiteX820" fmla="*/ 5410479 w 7467600"/>
              <a:gd name="connsiteY820" fmla="*/ 348434 h 6858000"/>
              <a:gd name="connsiteX821" fmla="*/ 5805386 w 7467600"/>
              <a:gd name="connsiteY821" fmla="*/ 239240 h 6858000"/>
              <a:gd name="connsiteX822" fmla="*/ 5905192 w 7467600"/>
              <a:gd name="connsiteY822" fmla="*/ 163079 h 6858000"/>
              <a:gd name="connsiteX823" fmla="*/ 5865655 w 7467600"/>
              <a:gd name="connsiteY823" fmla="*/ 171901 h 6858000"/>
              <a:gd name="connsiteX824" fmla="*/ 5259740 w 7467600"/>
              <a:gd name="connsiteY824" fmla="*/ 257013 h 6858000"/>
              <a:gd name="connsiteX825" fmla="*/ 5208466 w 7467600"/>
              <a:gd name="connsiteY825" fmla="*/ 257550 h 6858000"/>
              <a:gd name="connsiteX826" fmla="*/ 4980204 w 7467600"/>
              <a:gd name="connsiteY826" fmla="*/ 271903 h 6858000"/>
              <a:gd name="connsiteX827" fmla="*/ 5068068 w 7467600"/>
              <a:gd name="connsiteY827" fmla="*/ 282244 h 6858000"/>
              <a:gd name="connsiteX828" fmla="*/ 5153231 w 7467600"/>
              <a:gd name="connsiteY828" fmla="*/ 292240 h 6858000"/>
              <a:gd name="connsiteX829" fmla="*/ 5426491 w 7467600"/>
              <a:gd name="connsiteY829" fmla="*/ 281128 h 6858000"/>
              <a:gd name="connsiteX830" fmla="*/ 5731212 w 7467600"/>
              <a:gd name="connsiteY830" fmla="*/ 231951 h 6858000"/>
              <a:gd name="connsiteX831" fmla="*/ 5905192 w 7467600"/>
              <a:gd name="connsiteY831" fmla="*/ 163079 h 6858000"/>
              <a:gd name="connsiteX832" fmla="*/ 5944437 w 7467600"/>
              <a:gd name="connsiteY832" fmla="*/ 113829 h 6858000"/>
              <a:gd name="connsiteX833" fmla="*/ 5825032 w 7467600"/>
              <a:gd name="connsiteY833" fmla="*/ 146405 h 6858000"/>
              <a:gd name="connsiteX834" fmla="*/ 4955599 w 7467600"/>
              <a:gd name="connsiteY834" fmla="*/ 247008 h 6858000"/>
              <a:gd name="connsiteX835" fmla="*/ 5210104 w 7467600"/>
              <a:gd name="connsiteY835" fmla="*/ 228123 h 6858000"/>
              <a:gd name="connsiteX836" fmla="*/ 5261015 w 7467600"/>
              <a:gd name="connsiteY836" fmla="*/ 227087 h 6858000"/>
              <a:gd name="connsiteX837" fmla="*/ 5861181 w 7467600"/>
              <a:gd name="connsiteY837" fmla="*/ 143093 h 6858000"/>
              <a:gd name="connsiteX838" fmla="*/ 5961252 w 7467600"/>
              <a:gd name="connsiteY838" fmla="*/ 114820 h 6858000"/>
              <a:gd name="connsiteX839" fmla="*/ 5944437 w 7467600"/>
              <a:gd name="connsiteY839" fmla="*/ 113829 h 6858000"/>
              <a:gd name="connsiteX840" fmla="*/ 3882765 w 7467600"/>
              <a:gd name="connsiteY840" fmla="*/ 0 h 6858000"/>
              <a:gd name="connsiteX841" fmla="*/ 3995099 w 7467600"/>
              <a:gd name="connsiteY841" fmla="*/ 0 h 6858000"/>
              <a:gd name="connsiteX842" fmla="*/ 4163818 w 7467600"/>
              <a:gd name="connsiteY842" fmla="*/ 234104 h 6858000"/>
              <a:gd name="connsiteX843" fmla="*/ 4172099 w 7467600"/>
              <a:gd name="connsiteY843" fmla="*/ 234207 h 6858000"/>
              <a:gd name="connsiteX844" fmla="*/ 4784282 w 7467600"/>
              <a:gd name="connsiteY844" fmla="*/ 276561 h 6858000"/>
              <a:gd name="connsiteX845" fmla="*/ 4801687 w 7467600"/>
              <a:gd name="connsiteY845" fmla="*/ 267764 h 6858000"/>
              <a:gd name="connsiteX846" fmla="*/ 6082788 w 7467600"/>
              <a:gd name="connsiteY846" fmla="*/ 64119 h 6858000"/>
              <a:gd name="connsiteX847" fmla="*/ 6099442 w 7467600"/>
              <a:gd name="connsiteY847" fmla="*/ 82568 h 6858000"/>
              <a:gd name="connsiteX848" fmla="*/ 4804137 w 7467600"/>
              <a:gd name="connsiteY848" fmla="*/ 320931 h 6858000"/>
              <a:gd name="connsiteX849" fmla="*/ 4227047 w 7467600"/>
              <a:gd name="connsiteY849" fmla="*/ 313415 h 6858000"/>
              <a:gd name="connsiteX850" fmla="*/ 4346041 w 7467600"/>
              <a:gd name="connsiteY850" fmla="*/ 456086 h 6858000"/>
              <a:gd name="connsiteX851" fmla="*/ 4870967 w 7467600"/>
              <a:gd name="connsiteY851" fmla="*/ 963061 h 6858000"/>
              <a:gd name="connsiteX852" fmla="*/ 4889647 w 7467600"/>
              <a:gd name="connsiteY852" fmla="*/ 957147 h 6858000"/>
              <a:gd name="connsiteX853" fmla="*/ 5422504 w 7467600"/>
              <a:gd name="connsiteY853" fmla="*/ 805191 h 6858000"/>
              <a:gd name="connsiteX854" fmla="*/ 6087656 w 7467600"/>
              <a:gd name="connsiteY854" fmla="*/ 826703 h 6858000"/>
              <a:gd name="connsiteX855" fmla="*/ 6058717 w 7467600"/>
              <a:gd name="connsiteY855" fmla="*/ 865992 h 6858000"/>
              <a:gd name="connsiteX856" fmla="*/ 4974153 w 7467600"/>
              <a:gd name="connsiteY856" fmla="*/ 1045456 h 6858000"/>
              <a:gd name="connsiteX857" fmla="*/ 5627835 w 7467600"/>
              <a:gd name="connsiteY857" fmla="*/ 1472077 h 6858000"/>
              <a:gd name="connsiteX858" fmla="*/ 5629817 w 7467600"/>
              <a:gd name="connsiteY858" fmla="*/ 1471412 h 6858000"/>
              <a:gd name="connsiteX859" fmla="*/ 5634124 w 7467600"/>
              <a:gd name="connsiteY859" fmla="*/ 1470572 h 6858000"/>
              <a:gd name="connsiteX860" fmla="*/ 5755832 w 7467600"/>
              <a:gd name="connsiteY860" fmla="*/ 1383886 h 6858000"/>
              <a:gd name="connsiteX861" fmla="*/ 6014186 w 7467600"/>
              <a:gd name="connsiteY861" fmla="*/ 1279799 h 6858000"/>
              <a:gd name="connsiteX862" fmla="*/ 6901619 w 7467600"/>
              <a:gd name="connsiteY862" fmla="*/ 1047874 h 6858000"/>
              <a:gd name="connsiteX863" fmla="*/ 6931566 w 7467600"/>
              <a:gd name="connsiteY863" fmla="*/ 1062034 h 6858000"/>
              <a:gd name="connsiteX864" fmla="*/ 5790982 w 7467600"/>
              <a:gd name="connsiteY864" fmla="*/ 1561380 h 6858000"/>
              <a:gd name="connsiteX865" fmla="*/ 6188971 w 7467600"/>
              <a:gd name="connsiteY865" fmla="*/ 1755168 h 6858000"/>
              <a:gd name="connsiteX866" fmla="*/ 6202446 w 7467600"/>
              <a:gd name="connsiteY866" fmla="*/ 1752268 h 6858000"/>
              <a:gd name="connsiteX867" fmla="*/ 7179560 w 7467600"/>
              <a:gd name="connsiteY867" fmla="*/ 1467551 h 6858000"/>
              <a:gd name="connsiteX868" fmla="*/ 7158730 w 7467600"/>
              <a:gd name="connsiteY868" fmla="*/ 1507835 h 6858000"/>
              <a:gd name="connsiteX869" fmla="*/ 6326959 w 7467600"/>
              <a:gd name="connsiteY869" fmla="*/ 1817686 h 6858000"/>
              <a:gd name="connsiteX870" fmla="*/ 6537433 w 7467600"/>
              <a:gd name="connsiteY870" fmla="*/ 1907790 h 6858000"/>
              <a:gd name="connsiteX871" fmla="*/ 6550221 w 7467600"/>
              <a:gd name="connsiteY871" fmla="*/ 1910729 h 6858000"/>
              <a:gd name="connsiteX872" fmla="*/ 6964438 w 7467600"/>
              <a:gd name="connsiteY872" fmla="*/ 2209505 h 6858000"/>
              <a:gd name="connsiteX873" fmla="*/ 7367862 w 7467600"/>
              <a:gd name="connsiteY873" fmla="*/ 2806833 h 6858000"/>
              <a:gd name="connsiteX874" fmla="*/ 7364329 w 7467600"/>
              <a:gd name="connsiteY874" fmla="*/ 2826907 h 6858000"/>
              <a:gd name="connsiteX875" fmla="*/ 7290545 w 7467600"/>
              <a:gd name="connsiteY875" fmla="*/ 2850663 h 6858000"/>
              <a:gd name="connsiteX876" fmla="*/ 6472036 w 7467600"/>
              <a:gd name="connsiteY876" fmla="*/ 1959003 h 6858000"/>
              <a:gd name="connsiteX877" fmla="*/ 5792897 w 7467600"/>
              <a:gd name="connsiteY877" fmla="*/ 1647747 h 6858000"/>
              <a:gd name="connsiteX878" fmla="*/ 5842751 w 7467600"/>
              <a:gd name="connsiteY878" fmla="*/ 1816112 h 6858000"/>
              <a:gd name="connsiteX879" fmla="*/ 5847424 w 7467600"/>
              <a:gd name="connsiteY879" fmla="*/ 1815776 h 6858000"/>
              <a:gd name="connsiteX880" fmla="*/ 6399821 w 7467600"/>
              <a:gd name="connsiteY880" fmla="*/ 2344799 h 6858000"/>
              <a:gd name="connsiteX881" fmla="*/ 6323232 w 7467600"/>
              <a:gd name="connsiteY881" fmla="*/ 2389634 h 6858000"/>
              <a:gd name="connsiteX882" fmla="*/ 5942958 w 7467600"/>
              <a:gd name="connsiteY882" fmla="*/ 2077708 h 6858000"/>
              <a:gd name="connsiteX883" fmla="*/ 5921559 w 7467600"/>
              <a:gd name="connsiteY883" fmla="*/ 2378596 h 6858000"/>
              <a:gd name="connsiteX884" fmla="*/ 5817651 w 7467600"/>
              <a:gd name="connsiteY884" fmla="*/ 3023919 h 6858000"/>
              <a:gd name="connsiteX885" fmla="*/ 5729634 w 7467600"/>
              <a:gd name="connsiteY885" fmla="*/ 3051849 h 6858000"/>
              <a:gd name="connsiteX886" fmla="*/ 5611018 w 7467600"/>
              <a:gd name="connsiteY886" fmla="*/ 2316769 h 6858000"/>
              <a:gd name="connsiteX887" fmla="*/ 5687608 w 7467600"/>
              <a:gd name="connsiteY887" fmla="*/ 2039972 h 6858000"/>
              <a:gd name="connsiteX888" fmla="*/ 5657554 w 7467600"/>
              <a:gd name="connsiteY888" fmla="*/ 1576445 h 6858000"/>
              <a:gd name="connsiteX889" fmla="*/ 5150475 w 7467600"/>
              <a:gd name="connsiteY889" fmla="*/ 1274012 h 6858000"/>
              <a:gd name="connsiteX890" fmla="*/ 5349142 w 7467600"/>
              <a:gd name="connsiteY890" fmla="*/ 2204405 h 6858000"/>
              <a:gd name="connsiteX891" fmla="*/ 5262214 w 7467600"/>
              <a:gd name="connsiteY891" fmla="*/ 2233836 h 6858000"/>
              <a:gd name="connsiteX892" fmla="*/ 4981539 w 7467600"/>
              <a:gd name="connsiteY892" fmla="*/ 1542201 h 6858000"/>
              <a:gd name="connsiteX893" fmla="*/ 4958461 w 7467600"/>
              <a:gd name="connsiteY893" fmla="*/ 1136957 h 6858000"/>
              <a:gd name="connsiteX894" fmla="*/ 4655015 w 7467600"/>
              <a:gd name="connsiteY894" fmla="*/ 891426 h 6858000"/>
              <a:gd name="connsiteX895" fmla="*/ 4348002 w 7467600"/>
              <a:gd name="connsiteY895" fmla="*/ 2205895 h 6858000"/>
              <a:gd name="connsiteX896" fmla="*/ 4262250 w 7467600"/>
              <a:gd name="connsiteY896" fmla="*/ 2219972 h 6858000"/>
              <a:gd name="connsiteX897" fmla="*/ 4550611 w 7467600"/>
              <a:gd name="connsiteY897" fmla="*/ 817540 h 6858000"/>
              <a:gd name="connsiteX898" fmla="*/ 4564418 w 7467600"/>
              <a:gd name="connsiteY898" fmla="*/ 808293 h 6858000"/>
              <a:gd name="connsiteX899" fmla="*/ 4266388 w 7467600"/>
              <a:gd name="connsiteY899" fmla="*/ 500083 h 6858000"/>
              <a:gd name="connsiteX900" fmla="*/ 4032842 w 7467600"/>
              <a:gd name="connsiteY900" fmla="*/ 211809 h 6858000"/>
              <a:gd name="connsiteX901" fmla="*/ 3882765 w 7467600"/>
              <a:gd name="connsiteY901" fmla="*/ 0 h 6858000"/>
              <a:gd name="connsiteX902" fmla="*/ 3721337 w 7467600"/>
              <a:gd name="connsiteY902" fmla="*/ 0 h 6858000"/>
              <a:gd name="connsiteX903" fmla="*/ 3797544 w 7467600"/>
              <a:gd name="connsiteY903" fmla="*/ 0 h 6858000"/>
              <a:gd name="connsiteX904" fmla="*/ 3775734 w 7467600"/>
              <a:gd name="connsiteY904" fmla="*/ 95131 h 6858000"/>
              <a:gd name="connsiteX905" fmla="*/ 3724807 w 7467600"/>
              <a:gd name="connsiteY905" fmla="*/ 272257 h 6858000"/>
              <a:gd name="connsiteX906" fmla="*/ 3726844 w 7467600"/>
              <a:gd name="connsiteY906" fmla="*/ 282988 h 6858000"/>
              <a:gd name="connsiteX907" fmla="*/ 3742664 w 7467600"/>
              <a:gd name="connsiteY907" fmla="*/ 279918 h 6858000"/>
              <a:gd name="connsiteX908" fmla="*/ 4103910 w 7467600"/>
              <a:gd name="connsiteY908" fmla="*/ 1161917 h 6858000"/>
              <a:gd name="connsiteX909" fmla="*/ 4020269 w 7467600"/>
              <a:gd name="connsiteY909" fmla="*/ 1200406 h 6858000"/>
              <a:gd name="connsiteX910" fmla="*/ 3674882 w 7467600"/>
              <a:gd name="connsiteY910" fmla="*/ 488524 h 6858000"/>
              <a:gd name="connsiteX911" fmla="*/ 3132682 w 7467600"/>
              <a:gd name="connsiteY911" fmla="*/ 1072284 h 6858000"/>
              <a:gd name="connsiteX912" fmla="*/ 2716346 w 7467600"/>
              <a:gd name="connsiteY912" fmla="*/ 1276376 h 6858000"/>
              <a:gd name="connsiteX913" fmla="*/ 2716772 w 7467600"/>
              <a:gd name="connsiteY913" fmla="*/ 1255462 h 6858000"/>
              <a:gd name="connsiteX914" fmla="*/ 3471096 w 7467600"/>
              <a:gd name="connsiteY914" fmla="*/ 437072 h 6858000"/>
              <a:gd name="connsiteX915" fmla="*/ 3639057 w 7467600"/>
              <a:gd name="connsiteY915" fmla="*/ 286334 h 6858000"/>
              <a:gd name="connsiteX916" fmla="*/ 3640309 w 7467600"/>
              <a:gd name="connsiteY916" fmla="*/ 284664 h 6858000"/>
              <a:gd name="connsiteX917" fmla="*/ 3646022 w 7467600"/>
              <a:gd name="connsiteY917" fmla="*/ 276711 h 6858000"/>
              <a:gd name="connsiteX918" fmla="*/ 3707943 w 7467600"/>
              <a:gd name="connsiteY918" fmla="*/ 65958 h 6858000"/>
              <a:gd name="connsiteX919" fmla="*/ 3721337 w 7467600"/>
              <a:gd name="connsiteY919" fmla="*/ 0 h 6858000"/>
              <a:gd name="connsiteX920" fmla="*/ 2867960 w 7467600"/>
              <a:gd name="connsiteY920" fmla="*/ 0 h 6858000"/>
              <a:gd name="connsiteX921" fmla="*/ 2926351 w 7467600"/>
              <a:gd name="connsiteY921" fmla="*/ 0 h 6858000"/>
              <a:gd name="connsiteX922" fmla="*/ 2902823 w 7467600"/>
              <a:gd name="connsiteY922" fmla="*/ 262929 h 6858000"/>
              <a:gd name="connsiteX923" fmla="*/ 2940663 w 7467600"/>
              <a:gd name="connsiteY923" fmla="*/ 140884 h 6858000"/>
              <a:gd name="connsiteX924" fmla="*/ 2947039 w 7467600"/>
              <a:gd name="connsiteY924" fmla="*/ 122524 h 6858000"/>
              <a:gd name="connsiteX925" fmla="*/ 2984316 w 7467600"/>
              <a:gd name="connsiteY925" fmla="*/ 0 h 6858000"/>
              <a:gd name="connsiteX926" fmla="*/ 3016114 w 7467600"/>
              <a:gd name="connsiteY926" fmla="*/ 0 h 6858000"/>
              <a:gd name="connsiteX927" fmla="*/ 2979949 w 7467600"/>
              <a:gd name="connsiteY927" fmla="*/ 119274 h 6858000"/>
              <a:gd name="connsiteX928" fmla="*/ 3023879 w 7467600"/>
              <a:gd name="connsiteY928" fmla="*/ 0 h 6858000"/>
              <a:gd name="connsiteX929" fmla="*/ 3105400 w 7467600"/>
              <a:gd name="connsiteY929" fmla="*/ 0 h 6858000"/>
              <a:gd name="connsiteX930" fmla="*/ 3094669 w 7467600"/>
              <a:gd name="connsiteY930" fmla="*/ 30308 h 6858000"/>
              <a:gd name="connsiteX931" fmla="*/ 2901945 w 7467600"/>
              <a:gd name="connsiteY931" fmla="*/ 466538 h 6858000"/>
              <a:gd name="connsiteX932" fmla="*/ 2815209 w 7467600"/>
              <a:gd name="connsiteY932" fmla="*/ 497361 h 6858000"/>
              <a:gd name="connsiteX933" fmla="*/ 2844845 w 7467600"/>
              <a:gd name="connsiteY933" fmla="*/ 127638 h 6858000"/>
              <a:gd name="connsiteX934" fmla="*/ 2867960 w 7467600"/>
              <a:gd name="connsiteY934" fmla="*/ 0 h 6858000"/>
              <a:gd name="connsiteX935" fmla="*/ 1057230 w 7467600"/>
              <a:gd name="connsiteY935" fmla="*/ 0 h 6858000"/>
              <a:gd name="connsiteX936" fmla="*/ 1111003 w 7467600"/>
              <a:gd name="connsiteY936" fmla="*/ 0 h 6858000"/>
              <a:gd name="connsiteX937" fmla="*/ 1125553 w 7467600"/>
              <a:gd name="connsiteY937" fmla="*/ 52588 h 6858000"/>
              <a:gd name="connsiteX938" fmla="*/ 1304276 w 7467600"/>
              <a:gd name="connsiteY938" fmla="*/ 476275 h 6858000"/>
              <a:gd name="connsiteX939" fmla="*/ 1492066 w 7467600"/>
              <a:gd name="connsiteY939" fmla="*/ 886333 h 6858000"/>
              <a:gd name="connsiteX940" fmla="*/ 1423698 w 7467600"/>
              <a:gd name="connsiteY940" fmla="*/ 710817 h 6858000"/>
              <a:gd name="connsiteX941" fmla="*/ 1357609 w 7467600"/>
              <a:gd name="connsiteY941" fmla="*/ 532892 h 6858000"/>
              <a:gd name="connsiteX942" fmla="*/ 1309550 w 7467600"/>
              <a:gd name="connsiteY942" fmla="*/ 374031 h 6858000"/>
              <a:gd name="connsiteX943" fmla="*/ 1193673 w 7467600"/>
              <a:gd name="connsiteY943" fmla="*/ 49533 h 6858000"/>
              <a:gd name="connsiteX944" fmla="*/ 1164391 w 7467600"/>
              <a:gd name="connsiteY944" fmla="*/ 0 h 6858000"/>
              <a:gd name="connsiteX945" fmla="*/ 1200666 w 7467600"/>
              <a:gd name="connsiteY945" fmla="*/ 0 h 6858000"/>
              <a:gd name="connsiteX946" fmla="*/ 1223408 w 7467600"/>
              <a:gd name="connsiteY946" fmla="*/ 38996 h 6858000"/>
              <a:gd name="connsiteX947" fmla="*/ 1339635 w 7467600"/>
              <a:gd name="connsiteY947" fmla="*/ 365517 h 6858000"/>
              <a:gd name="connsiteX948" fmla="*/ 1387469 w 7467600"/>
              <a:gd name="connsiteY948" fmla="*/ 523079 h 6858000"/>
              <a:gd name="connsiteX949" fmla="*/ 1452685 w 7467600"/>
              <a:gd name="connsiteY949" fmla="*/ 699806 h 6858000"/>
              <a:gd name="connsiteX950" fmla="*/ 1492092 w 7467600"/>
              <a:gd name="connsiteY950" fmla="*/ 800424 h 6858000"/>
              <a:gd name="connsiteX951" fmla="*/ 1455302 w 7467600"/>
              <a:gd name="connsiteY951" fmla="*/ 632913 h 6858000"/>
              <a:gd name="connsiteX952" fmla="*/ 1222336 w 7467600"/>
              <a:gd name="connsiteY952" fmla="*/ 9480 h 6858000"/>
              <a:gd name="connsiteX953" fmla="*/ 1214634 w 7467600"/>
              <a:gd name="connsiteY953" fmla="*/ 0 h 6858000"/>
              <a:gd name="connsiteX954" fmla="*/ 1289827 w 7467600"/>
              <a:gd name="connsiteY954" fmla="*/ 0 h 6858000"/>
              <a:gd name="connsiteX955" fmla="*/ 1321076 w 7467600"/>
              <a:gd name="connsiteY955" fmla="*/ 59722 h 6858000"/>
              <a:gd name="connsiteX956" fmla="*/ 1512579 w 7467600"/>
              <a:gd name="connsiteY956" fmla="*/ 626441 h 6858000"/>
              <a:gd name="connsiteX957" fmla="*/ 1506076 w 7467600"/>
              <a:gd name="connsiteY957" fmla="*/ 1089289 h 6858000"/>
              <a:gd name="connsiteX958" fmla="*/ 1486346 w 7467600"/>
              <a:gd name="connsiteY958" fmla="*/ 1079919 h 6858000"/>
              <a:gd name="connsiteX959" fmla="*/ 1070511 w 7467600"/>
              <a:gd name="connsiteY959" fmla="*/ 48609 h 6858000"/>
              <a:gd name="connsiteX960" fmla="*/ 1057230 w 7467600"/>
              <a:gd name="connsiteY960" fmla="*/ 0 h 6858000"/>
              <a:gd name="connsiteX961" fmla="*/ 43151 w 7467600"/>
              <a:gd name="connsiteY961" fmla="*/ 0 h 6858000"/>
              <a:gd name="connsiteX962" fmla="*/ 95283 w 7467600"/>
              <a:gd name="connsiteY962" fmla="*/ 0 h 6858000"/>
              <a:gd name="connsiteX963" fmla="*/ 300708 w 7467600"/>
              <a:gd name="connsiteY963" fmla="*/ 154571 h 6858000"/>
              <a:gd name="connsiteX964" fmla="*/ 530414 w 7467600"/>
              <a:gd name="connsiteY964" fmla="*/ 354673 h 6858000"/>
              <a:gd name="connsiteX965" fmla="*/ 333785 w 7467600"/>
              <a:gd name="connsiteY965" fmla="*/ 161564 h 6858000"/>
              <a:gd name="connsiteX966" fmla="*/ 147005 w 7467600"/>
              <a:gd name="connsiteY966" fmla="*/ 0 h 6858000"/>
              <a:gd name="connsiteX967" fmla="*/ 272509 w 7467600"/>
              <a:gd name="connsiteY967" fmla="*/ 0 h 6858000"/>
              <a:gd name="connsiteX968" fmla="*/ 326276 w 7467600"/>
              <a:gd name="connsiteY968" fmla="*/ 45847 h 6858000"/>
              <a:gd name="connsiteX969" fmla="*/ 823759 w 7467600"/>
              <a:gd name="connsiteY969" fmla="*/ 574145 h 6858000"/>
              <a:gd name="connsiteX970" fmla="*/ 811254 w 7467600"/>
              <a:gd name="connsiteY970" fmla="*/ 665546 h 6858000"/>
              <a:gd name="connsiteX971" fmla="*/ 154042 w 7467600"/>
              <a:gd name="connsiteY971" fmla="*/ 261522 h 6858000"/>
              <a:gd name="connsiteX972" fmla="*/ 13550 w 7467600"/>
              <a:gd name="connsiteY972" fmla="*/ 158423 h 6858000"/>
              <a:gd name="connsiteX973" fmla="*/ 0 w 7467600"/>
              <a:gd name="connsiteY973" fmla="*/ 146618 h 6858000"/>
              <a:gd name="connsiteX974" fmla="*/ 0 w 7467600"/>
              <a:gd name="connsiteY974" fmla="*/ 59161 h 6858000"/>
              <a:gd name="connsiteX975" fmla="*/ 45427 w 7467600"/>
              <a:gd name="connsiteY975" fmla="*/ 101078 h 6858000"/>
              <a:gd name="connsiteX976" fmla="*/ 630103 w 7467600"/>
              <a:gd name="connsiteY976" fmla="*/ 485885 h 6858000"/>
              <a:gd name="connsiteX977" fmla="*/ 532040 w 7467600"/>
              <a:gd name="connsiteY977" fmla="*/ 399359 h 6858000"/>
              <a:gd name="connsiteX978" fmla="*/ 517618 w 7467600"/>
              <a:gd name="connsiteY978" fmla="*/ 385726 h 6858000"/>
              <a:gd name="connsiteX979" fmla="*/ 285074 w 7467600"/>
              <a:gd name="connsiteY979" fmla="*/ 182755 h 6858000"/>
              <a:gd name="connsiteX980" fmla="*/ 43151 w 7467600"/>
              <a:gd name="connsiteY98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103333 w 7467600"/>
              <a:gd name="connsiteY34" fmla="*/ 5699602 h 6858000"/>
              <a:gd name="connsiteX35" fmla="*/ 5539432 w 7467600"/>
              <a:gd name="connsiteY35" fmla="*/ 5642928 h 6858000"/>
              <a:gd name="connsiteX36" fmla="*/ 5555462 w 7467600"/>
              <a:gd name="connsiteY36" fmla="*/ 5694454 h 6858000"/>
              <a:gd name="connsiteX37" fmla="*/ 5828270 w 7467600"/>
              <a:gd name="connsiteY37" fmla="*/ 6320663 h 6858000"/>
              <a:gd name="connsiteX38" fmla="*/ 5947416 w 7467600"/>
              <a:gd name="connsiteY38" fmla="*/ 6574846 h 6858000"/>
              <a:gd name="connsiteX39" fmla="*/ 5539432 w 7467600"/>
              <a:gd name="connsiteY39" fmla="*/ 5642928 h 6858000"/>
              <a:gd name="connsiteX40" fmla="*/ 51253 w 7467600"/>
              <a:gd name="connsiteY40" fmla="*/ 5631825 h 6858000"/>
              <a:gd name="connsiteX41" fmla="*/ 211622 w 7467600"/>
              <a:gd name="connsiteY41" fmla="*/ 5728803 h 6858000"/>
              <a:gd name="connsiteX42" fmla="*/ 371652 w 7467600"/>
              <a:gd name="connsiteY42" fmla="*/ 5829062 h 6858000"/>
              <a:gd name="connsiteX43" fmla="*/ 505903 w 7467600"/>
              <a:gd name="connsiteY43" fmla="*/ 5925221 h 6858000"/>
              <a:gd name="connsiteX44" fmla="*/ 899240 w 7467600"/>
              <a:gd name="connsiteY44" fmla="*/ 6153068 h 6858000"/>
              <a:gd name="connsiteX45" fmla="*/ 988114 w 7467600"/>
              <a:gd name="connsiteY45" fmla="*/ 6174204 h 6858000"/>
              <a:gd name="connsiteX46" fmla="*/ 845971 w 7467600"/>
              <a:gd name="connsiteY46" fmla="*/ 6067177 h 6858000"/>
              <a:gd name="connsiteX47" fmla="*/ 448057 w 7467600"/>
              <a:gd name="connsiteY47" fmla="*/ 5841376 h 6858000"/>
              <a:gd name="connsiteX48" fmla="*/ 51253 w 7467600"/>
              <a:gd name="connsiteY48" fmla="*/ 5631825 h 6858000"/>
              <a:gd name="connsiteX49" fmla="*/ 2606687 w 7467600"/>
              <a:gd name="connsiteY49" fmla="*/ 5630718 h 6858000"/>
              <a:gd name="connsiteX50" fmla="*/ 2645658 w 7467600"/>
              <a:gd name="connsiteY50" fmla="*/ 6640259 h 6858000"/>
              <a:gd name="connsiteX51" fmla="*/ 2606687 w 7467600"/>
              <a:gd name="connsiteY51" fmla="*/ 5630718 h 6858000"/>
              <a:gd name="connsiteX52" fmla="*/ 3642057 w 7467600"/>
              <a:gd name="connsiteY52" fmla="*/ 5573487 h 6858000"/>
              <a:gd name="connsiteX53" fmla="*/ 3632981 w 7467600"/>
              <a:gd name="connsiteY53" fmla="*/ 5579437 h 6858000"/>
              <a:gd name="connsiteX54" fmla="*/ 3382436 w 7467600"/>
              <a:gd name="connsiteY54" fmla="*/ 5952726 h 6858000"/>
              <a:gd name="connsiteX55" fmla="*/ 3191929 w 7467600"/>
              <a:gd name="connsiteY55" fmla="*/ 6662669 h 6858000"/>
              <a:gd name="connsiteX56" fmla="*/ 3369898 w 7467600"/>
              <a:gd name="connsiteY56" fmla="*/ 6081771 h 6858000"/>
              <a:gd name="connsiteX57" fmla="*/ 3642057 w 7467600"/>
              <a:gd name="connsiteY57" fmla="*/ 5573487 h 6858000"/>
              <a:gd name="connsiteX58" fmla="*/ 2650666 w 7467600"/>
              <a:gd name="connsiteY58" fmla="*/ 5530686 h 6858000"/>
              <a:gd name="connsiteX59" fmla="*/ 2650249 w 7467600"/>
              <a:gd name="connsiteY59" fmla="*/ 5532101 h 6858000"/>
              <a:gd name="connsiteX60" fmla="*/ 2663808 w 7467600"/>
              <a:gd name="connsiteY60" fmla="*/ 6535215 h 6858000"/>
              <a:gd name="connsiteX61" fmla="*/ 2665418 w 7467600"/>
              <a:gd name="connsiteY61" fmla="*/ 6132756 h 6858000"/>
              <a:gd name="connsiteX62" fmla="*/ 2650666 w 7467600"/>
              <a:gd name="connsiteY62" fmla="*/ 5530686 h 6858000"/>
              <a:gd name="connsiteX63" fmla="*/ 2680277 w 7467600"/>
              <a:gd name="connsiteY63" fmla="*/ 5479204 h 6858000"/>
              <a:gd name="connsiteX64" fmla="*/ 2678972 w 7467600"/>
              <a:gd name="connsiteY64" fmla="*/ 5481582 h 6858000"/>
              <a:gd name="connsiteX65" fmla="*/ 2696666 w 7467600"/>
              <a:gd name="connsiteY65" fmla="*/ 6133836 h 6858000"/>
              <a:gd name="connsiteX66" fmla="*/ 2695769 w 7467600"/>
              <a:gd name="connsiteY66" fmla="*/ 6390955 h 6858000"/>
              <a:gd name="connsiteX67" fmla="*/ 2739893 w 7467600"/>
              <a:gd name="connsiteY67" fmla="*/ 6108357 h 6858000"/>
              <a:gd name="connsiteX68" fmla="*/ 2680277 w 7467600"/>
              <a:gd name="connsiteY68" fmla="*/ 5479204 h 6858000"/>
              <a:gd name="connsiteX69" fmla="*/ 1132195 w 7467600"/>
              <a:gd name="connsiteY69" fmla="*/ 5467980 h 6858000"/>
              <a:gd name="connsiteX70" fmla="*/ 1679056 w 7467600"/>
              <a:gd name="connsiteY70" fmla="*/ 5516907 h 6858000"/>
              <a:gd name="connsiteX71" fmla="*/ 2128648 w 7467600"/>
              <a:gd name="connsiteY71" fmla="*/ 5474249 h 6858000"/>
              <a:gd name="connsiteX72" fmla="*/ 1825619 w 7467600"/>
              <a:gd name="connsiteY72" fmla="*/ 5478447 h 6858000"/>
              <a:gd name="connsiteX73" fmla="*/ 1737798 w 7467600"/>
              <a:gd name="connsiteY73" fmla="*/ 5483353 h 6858000"/>
              <a:gd name="connsiteX74" fmla="*/ 1132195 w 7467600"/>
              <a:gd name="connsiteY74" fmla="*/ 5467980 h 6858000"/>
              <a:gd name="connsiteX75" fmla="*/ 6844835 w 7467600"/>
              <a:gd name="connsiteY75" fmla="*/ 5424988 h 6858000"/>
              <a:gd name="connsiteX76" fmla="*/ 6879594 w 7467600"/>
              <a:gd name="connsiteY76" fmla="*/ 5424547 h 6858000"/>
              <a:gd name="connsiteX77" fmla="*/ 7379510 w 7467600"/>
              <a:gd name="connsiteY77" fmla="*/ 5755454 h 6858000"/>
              <a:gd name="connsiteX78" fmla="*/ 7467600 w 7467600"/>
              <a:gd name="connsiteY78" fmla="*/ 5845526 h 6858000"/>
              <a:gd name="connsiteX79" fmla="*/ 7467600 w 7467600"/>
              <a:gd name="connsiteY79" fmla="*/ 5925131 h 6858000"/>
              <a:gd name="connsiteX80" fmla="*/ 7271900 w 7467600"/>
              <a:gd name="connsiteY80" fmla="*/ 5734551 h 6858000"/>
              <a:gd name="connsiteX81" fmla="*/ 7015907 w 7467600"/>
              <a:gd name="connsiteY81" fmla="*/ 5541548 h 6858000"/>
              <a:gd name="connsiteX82" fmla="*/ 7259646 w 7467600"/>
              <a:gd name="connsiteY82" fmla="*/ 5765985 h 6858000"/>
              <a:gd name="connsiteX83" fmla="*/ 7467600 w 7467600"/>
              <a:gd name="connsiteY83" fmla="*/ 5971257 h 6858000"/>
              <a:gd name="connsiteX84" fmla="*/ 7467600 w 7467600"/>
              <a:gd name="connsiteY84" fmla="*/ 6012219 h 6858000"/>
              <a:gd name="connsiteX85" fmla="*/ 7240170 w 7467600"/>
              <a:gd name="connsiteY85" fmla="*/ 5787985 h 6858000"/>
              <a:gd name="connsiteX86" fmla="*/ 6946849 w 7467600"/>
              <a:gd name="connsiteY86" fmla="*/ 5523271 h 6858000"/>
              <a:gd name="connsiteX87" fmla="*/ 6946972 w 7467600"/>
              <a:gd name="connsiteY87" fmla="*/ 5526491 h 6858000"/>
              <a:gd name="connsiteX88" fmla="*/ 7105827 w 7467600"/>
              <a:gd name="connsiteY88" fmla="*/ 5718700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1456157 w 7467600"/>
              <a:gd name="connsiteY101" fmla="*/ 5371404 h 6858000"/>
              <a:gd name="connsiteX102" fmla="*/ 1244432 w 7467600"/>
              <a:gd name="connsiteY102" fmla="*/ 5385601 h 6858000"/>
              <a:gd name="connsiteX103" fmla="*/ 973990 w 7467600"/>
              <a:gd name="connsiteY103" fmla="*/ 5424940 h 6858000"/>
              <a:gd name="connsiteX104" fmla="*/ 1103809 w 7467600"/>
              <a:gd name="connsiteY104" fmla="*/ 5433720 h 6858000"/>
              <a:gd name="connsiteX105" fmla="*/ 1123454 w 7467600"/>
              <a:gd name="connsiteY105" fmla="*/ 5435727 h 6858000"/>
              <a:gd name="connsiteX106" fmla="*/ 1737017 w 7467600"/>
              <a:gd name="connsiteY106" fmla="*/ 5452183 h 6858000"/>
              <a:gd name="connsiteX107" fmla="*/ 1824397 w 7467600"/>
              <a:gd name="connsiteY107" fmla="*/ 5447757 h 6858000"/>
              <a:gd name="connsiteX108" fmla="*/ 2070059 w 7467600"/>
              <a:gd name="connsiteY108" fmla="*/ 5441660 h 6858000"/>
              <a:gd name="connsiteX109" fmla="*/ 1456157 w 7467600"/>
              <a:gd name="connsiteY109" fmla="*/ 5371404 h 6858000"/>
              <a:gd name="connsiteX110" fmla="*/ 4988186 w 7467600"/>
              <a:gd name="connsiteY110" fmla="*/ 5216467 h 6858000"/>
              <a:gd name="connsiteX111" fmla="*/ 4777334 w 7467600"/>
              <a:gd name="connsiteY111" fmla="*/ 5406072 h 6858000"/>
              <a:gd name="connsiteX112" fmla="*/ 4718341 w 7467600"/>
              <a:gd name="connsiteY112" fmla="*/ 5468043 h 6858000"/>
              <a:gd name="connsiteX113" fmla="*/ 4604655 w 7467600"/>
              <a:gd name="connsiteY113" fmla="*/ 5583434 h 6858000"/>
              <a:gd name="connsiteX114" fmla="*/ 4565074 w 7467600"/>
              <a:gd name="connsiteY114" fmla="*/ 5618550 h 6858000"/>
              <a:gd name="connsiteX115" fmla="*/ 4988186 w 7467600"/>
              <a:gd name="connsiteY115" fmla="*/ 5216467 h 6858000"/>
              <a:gd name="connsiteX116" fmla="*/ 4978032 w 7467600"/>
              <a:gd name="connsiteY116" fmla="*/ 5183809 h 6858000"/>
              <a:gd name="connsiteX117" fmla="*/ 4463413 w 7467600"/>
              <a:gd name="connsiteY117" fmla="*/ 5615162 h 6858000"/>
              <a:gd name="connsiteX118" fmla="*/ 4358134 w 7467600"/>
              <a:gd name="connsiteY118" fmla="*/ 5742791 h 6858000"/>
              <a:gd name="connsiteX119" fmla="*/ 4376219 w 7467600"/>
              <a:gd name="connsiteY119" fmla="*/ 5729027 h 6858000"/>
              <a:gd name="connsiteX120" fmla="*/ 4582340 w 7467600"/>
              <a:gd name="connsiteY120" fmla="*/ 5561037 h 6858000"/>
              <a:gd name="connsiteX121" fmla="*/ 4694684 w 7467600"/>
              <a:gd name="connsiteY121" fmla="*/ 5447098 h 6858000"/>
              <a:gd name="connsiteX122" fmla="*/ 4754123 w 7467600"/>
              <a:gd name="connsiteY122" fmla="*/ 5384643 h 6858000"/>
              <a:gd name="connsiteX123" fmla="*/ 4978032 w 7467600"/>
              <a:gd name="connsiteY123" fmla="*/ 5183809 h 6858000"/>
              <a:gd name="connsiteX124" fmla="*/ 1903353 w 7467600"/>
              <a:gd name="connsiteY124" fmla="*/ 5044827 h 6858000"/>
              <a:gd name="connsiteX125" fmla="*/ 1936931 w 7467600"/>
              <a:gd name="connsiteY125" fmla="*/ 5093954 h 6858000"/>
              <a:gd name="connsiteX126" fmla="*/ 2195868 w 7467600"/>
              <a:gd name="connsiteY126" fmla="*/ 5396574 h 6858000"/>
              <a:gd name="connsiteX127" fmla="*/ 2088852 w 7467600"/>
              <a:gd name="connsiteY127" fmla="*/ 5166123 h 6858000"/>
              <a:gd name="connsiteX128" fmla="*/ 1958241 w 7467600"/>
              <a:gd name="connsiteY128" fmla="*/ 5067955 h 6858000"/>
              <a:gd name="connsiteX129" fmla="*/ 1903353 w 7467600"/>
              <a:gd name="connsiteY129" fmla="*/ 5044827 h 6858000"/>
              <a:gd name="connsiteX130" fmla="*/ 1979378 w 7467600"/>
              <a:gd name="connsiteY130" fmla="*/ 4769504 h 6858000"/>
              <a:gd name="connsiteX131" fmla="*/ 2882120 w 7467600"/>
              <a:gd name="connsiteY131" fmla="*/ 5064547 h 6858000"/>
              <a:gd name="connsiteX132" fmla="*/ 2793103 w 7467600"/>
              <a:gd name="connsiteY132" fmla="*/ 5039699 h 6858000"/>
              <a:gd name="connsiteX133" fmla="*/ 2770041 w 7467600"/>
              <a:gd name="connsiteY133" fmla="*/ 5033634 h 6858000"/>
              <a:gd name="connsiteX134" fmla="*/ 1979378 w 7467600"/>
              <a:gd name="connsiteY134" fmla="*/ 4769504 h 6858000"/>
              <a:gd name="connsiteX135" fmla="*/ 1927410 w 7467600"/>
              <a:gd name="connsiteY135" fmla="*/ 4716164 h 6858000"/>
              <a:gd name="connsiteX136" fmla="*/ 1959587 w 7467600"/>
              <a:gd name="connsiteY136" fmla="*/ 4728849 h 6858000"/>
              <a:gd name="connsiteX137" fmla="*/ 2777707 w 7467600"/>
              <a:gd name="connsiteY137" fmla="*/ 5003991 h 6858000"/>
              <a:gd name="connsiteX138" fmla="*/ 2800768 w 7467600"/>
              <a:gd name="connsiteY138" fmla="*/ 5010056 h 6858000"/>
              <a:gd name="connsiteX139" fmla="*/ 2879408 w 7467600"/>
              <a:gd name="connsiteY139" fmla="*/ 5031590 h 6858000"/>
              <a:gd name="connsiteX140" fmla="*/ 2862295 w 7467600"/>
              <a:gd name="connsiteY140" fmla="*/ 5022958 h 6858000"/>
              <a:gd name="connsiteX141" fmla="*/ 2813343 w 7467600"/>
              <a:gd name="connsiteY141" fmla="*/ 4998369 h 6858000"/>
              <a:gd name="connsiteX142" fmla="*/ 2646245 w 7467600"/>
              <a:gd name="connsiteY142" fmla="*/ 4930999 h 6858000"/>
              <a:gd name="connsiteX143" fmla="*/ 1999243 w 7467600"/>
              <a:gd name="connsiteY143" fmla="*/ 4730524 h 6858000"/>
              <a:gd name="connsiteX144" fmla="*/ 1979527 w 7467600"/>
              <a:gd name="connsiteY144" fmla="*/ 4726651 h 6858000"/>
              <a:gd name="connsiteX145" fmla="*/ 1927410 w 7467600"/>
              <a:gd name="connsiteY145" fmla="*/ 4716164 h 6858000"/>
              <a:gd name="connsiteX146" fmla="*/ 1997014 w 7467600"/>
              <a:gd name="connsiteY146" fmla="*/ 4698007 h 6858000"/>
              <a:gd name="connsiteX147" fmla="*/ 2005458 w 7467600"/>
              <a:gd name="connsiteY147" fmla="*/ 4699540 h 6858000"/>
              <a:gd name="connsiteX148" fmla="*/ 2657186 w 7467600"/>
              <a:gd name="connsiteY148" fmla="*/ 4901687 h 6858000"/>
              <a:gd name="connsiteX149" fmla="*/ 2826662 w 7467600"/>
              <a:gd name="connsiteY149" fmla="*/ 4970362 h 6858000"/>
              <a:gd name="connsiteX150" fmla="*/ 2876100 w 7467600"/>
              <a:gd name="connsiteY150" fmla="*/ 4995397 h 6858000"/>
              <a:gd name="connsiteX151" fmla="*/ 3042600 w 7467600"/>
              <a:gd name="connsiteY151" fmla="*/ 5059532 h 6858000"/>
              <a:gd name="connsiteX152" fmla="*/ 1997014 w 7467600"/>
              <a:gd name="connsiteY152" fmla="*/ 4698007 h 6858000"/>
              <a:gd name="connsiteX153" fmla="*/ 2305292 w 7467600"/>
              <a:gd name="connsiteY153" fmla="*/ 4219492 h 6858000"/>
              <a:gd name="connsiteX154" fmla="*/ 3360922 w 7467600"/>
              <a:gd name="connsiteY154" fmla="*/ 4529373 h 6858000"/>
              <a:gd name="connsiteX155" fmla="*/ 3492420 w 7467600"/>
              <a:gd name="connsiteY155" fmla="*/ 4510145 h 6858000"/>
              <a:gd name="connsiteX156" fmla="*/ 3364086 w 7467600"/>
              <a:gd name="connsiteY156" fmla="*/ 4480340 h 6858000"/>
              <a:gd name="connsiteX157" fmla="*/ 3225818 w 7467600"/>
              <a:gd name="connsiteY157" fmla="*/ 4411822 h 6858000"/>
              <a:gd name="connsiteX158" fmla="*/ 3129696 w 7467600"/>
              <a:gd name="connsiteY158" fmla="*/ 4360704 h 6858000"/>
              <a:gd name="connsiteX159" fmla="*/ 2814545 w 7467600"/>
              <a:gd name="connsiteY159" fmla="*/ 4282955 h 6858000"/>
              <a:gd name="connsiteX160" fmla="*/ 2305292 w 7467600"/>
              <a:gd name="connsiteY160" fmla="*/ 4219492 h 6858000"/>
              <a:gd name="connsiteX161" fmla="*/ 2626982 w 7467600"/>
              <a:gd name="connsiteY161" fmla="*/ 4206450 h 6858000"/>
              <a:gd name="connsiteX162" fmla="*/ 2490617 w 7467600"/>
              <a:gd name="connsiteY162" fmla="*/ 4206951 h 6858000"/>
              <a:gd name="connsiteX163" fmla="*/ 2819869 w 7467600"/>
              <a:gd name="connsiteY163" fmla="*/ 4252936 h 6858000"/>
              <a:gd name="connsiteX164" fmla="*/ 3143018 w 7467600"/>
              <a:gd name="connsiteY164" fmla="*/ 4332698 h 6858000"/>
              <a:gd name="connsiteX165" fmla="*/ 3241520 w 7467600"/>
              <a:gd name="connsiteY165" fmla="*/ 4385112 h 6858000"/>
              <a:gd name="connsiteX166" fmla="*/ 3374575 w 7467600"/>
              <a:gd name="connsiteY166" fmla="*/ 4451517 h 6858000"/>
              <a:gd name="connsiteX167" fmla="*/ 3505221 w 7467600"/>
              <a:gd name="connsiteY167" fmla="*/ 4480757 h 6858000"/>
              <a:gd name="connsiteX168" fmla="*/ 2626982 w 7467600"/>
              <a:gd name="connsiteY168" fmla="*/ 4206450 h 6858000"/>
              <a:gd name="connsiteX169" fmla="*/ 1310106 w 7467600"/>
              <a:gd name="connsiteY169" fmla="*/ 3943217 h 6858000"/>
              <a:gd name="connsiteX170" fmla="*/ 854994 w 7467600"/>
              <a:gd name="connsiteY170" fmla="*/ 4399136 h 6858000"/>
              <a:gd name="connsiteX171" fmla="*/ 742462 w 7467600"/>
              <a:gd name="connsiteY171" fmla="*/ 4594648 h 6858000"/>
              <a:gd name="connsiteX172" fmla="*/ 820602 w 7467600"/>
              <a:gd name="connsiteY172" fmla="*/ 4485915 h 6858000"/>
              <a:gd name="connsiteX173" fmla="*/ 878295 w 7467600"/>
              <a:gd name="connsiteY173" fmla="*/ 4403594 h 6858000"/>
              <a:gd name="connsiteX174" fmla="*/ 1240607 w 7467600"/>
              <a:gd name="connsiteY174" fmla="*/ 4010401 h 6858000"/>
              <a:gd name="connsiteX175" fmla="*/ 1310106 w 7467600"/>
              <a:gd name="connsiteY175" fmla="*/ 3943217 h 6858000"/>
              <a:gd name="connsiteX176" fmla="*/ 1423113 w 7467600"/>
              <a:gd name="connsiteY176" fmla="*/ 3874565 h 6858000"/>
              <a:gd name="connsiteX177" fmla="*/ 1260565 w 7467600"/>
              <a:gd name="connsiteY177" fmla="*/ 4031982 h 6858000"/>
              <a:gd name="connsiteX178" fmla="*/ 901900 w 7467600"/>
              <a:gd name="connsiteY178" fmla="*/ 4421236 h 6858000"/>
              <a:gd name="connsiteX179" fmla="*/ 845044 w 7467600"/>
              <a:gd name="connsiteY179" fmla="*/ 4502436 h 6858000"/>
              <a:gd name="connsiteX180" fmla="*/ 685926 w 7467600"/>
              <a:gd name="connsiteY180" fmla="*/ 4703069 h 6858000"/>
              <a:gd name="connsiteX181" fmla="*/ 684248 w 7467600"/>
              <a:gd name="connsiteY181" fmla="*/ 4706721 h 6858000"/>
              <a:gd name="connsiteX182" fmla="*/ 1423113 w 7467600"/>
              <a:gd name="connsiteY182" fmla="*/ 3874565 h 6858000"/>
              <a:gd name="connsiteX183" fmla="*/ 3316479 w 7467600"/>
              <a:gd name="connsiteY183" fmla="*/ 3872136 h 6858000"/>
              <a:gd name="connsiteX184" fmla="*/ 3546806 w 7467600"/>
              <a:gd name="connsiteY184" fmla="*/ 4356139 h 6858000"/>
              <a:gd name="connsiteX185" fmla="*/ 3364433 w 7467600"/>
              <a:gd name="connsiteY185" fmla="*/ 3953121 h 6858000"/>
              <a:gd name="connsiteX186" fmla="*/ 3316479 w 7467600"/>
              <a:gd name="connsiteY186" fmla="*/ 3872136 h 6858000"/>
              <a:gd name="connsiteX187" fmla="*/ 3291335 w 7467600"/>
              <a:gd name="connsiteY187" fmla="*/ 3767420 h 6858000"/>
              <a:gd name="connsiteX188" fmla="*/ 3390805 w 7467600"/>
              <a:gd name="connsiteY188" fmla="*/ 3937163 h 6858000"/>
              <a:gd name="connsiteX189" fmla="*/ 3579062 w 7467600"/>
              <a:gd name="connsiteY189" fmla="*/ 4359040 h 6858000"/>
              <a:gd name="connsiteX190" fmla="*/ 3467355 w 7467600"/>
              <a:gd name="connsiteY190" fmla="*/ 3988130 h 6858000"/>
              <a:gd name="connsiteX191" fmla="*/ 3310753 w 7467600"/>
              <a:gd name="connsiteY191" fmla="*/ 3787140 h 6858000"/>
              <a:gd name="connsiteX192" fmla="*/ 3291335 w 7467600"/>
              <a:gd name="connsiteY192" fmla="*/ 3767420 h 6858000"/>
              <a:gd name="connsiteX193" fmla="*/ 1635889 w 7467600"/>
              <a:gd name="connsiteY193" fmla="*/ 3709494 h 6858000"/>
              <a:gd name="connsiteX194" fmla="*/ 1634800 w 7467600"/>
              <a:gd name="connsiteY194" fmla="*/ 3731111 h 6858000"/>
              <a:gd name="connsiteX195" fmla="*/ 1635889 w 7467600"/>
              <a:gd name="connsiteY195" fmla="*/ 3709494 h 6858000"/>
              <a:gd name="connsiteX196" fmla="*/ 1510397 w 7467600"/>
              <a:gd name="connsiteY196" fmla="*/ 3684705 h 6858000"/>
              <a:gd name="connsiteX197" fmla="*/ 1146550 w 7467600"/>
              <a:gd name="connsiteY197" fmla="*/ 3802012 h 6858000"/>
              <a:gd name="connsiteX198" fmla="*/ 698834 w 7467600"/>
              <a:gd name="connsiteY198" fmla="*/ 3952272 h 6858000"/>
              <a:gd name="connsiteX199" fmla="*/ 34256 w 7467600"/>
              <a:gd name="connsiteY199" fmla="*/ 4347603 h 6858000"/>
              <a:gd name="connsiteX200" fmla="*/ 527241 w 7467600"/>
              <a:gd name="connsiteY200" fmla="*/ 4065078 h 6858000"/>
              <a:gd name="connsiteX201" fmla="*/ 1510397 w 7467600"/>
              <a:gd name="connsiteY201" fmla="*/ 3684705 h 6858000"/>
              <a:gd name="connsiteX202" fmla="*/ 1313114 w 7467600"/>
              <a:gd name="connsiteY202" fmla="*/ 3655216 h 6858000"/>
              <a:gd name="connsiteX203" fmla="*/ 1109304 w 7467600"/>
              <a:gd name="connsiteY203" fmla="*/ 3669030 h 6858000"/>
              <a:gd name="connsiteX204" fmla="*/ 8129 w 7467600"/>
              <a:gd name="connsiteY204" fmla="*/ 4330519 h 6858000"/>
              <a:gd name="connsiteX205" fmla="*/ 687572 w 7467600"/>
              <a:gd name="connsiteY205" fmla="*/ 3925629 h 6858000"/>
              <a:gd name="connsiteX206" fmla="*/ 1138365 w 7467600"/>
              <a:gd name="connsiteY206" fmla="*/ 3774515 h 6858000"/>
              <a:gd name="connsiteX207" fmla="*/ 1505579 w 7467600"/>
              <a:gd name="connsiteY207" fmla="*/ 3655526 h 6858000"/>
              <a:gd name="connsiteX208" fmla="*/ 1313114 w 7467600"/>
              <a:gd name="connsiteY208" fmla="*/ 3655216 h 6858000"/>
              <a:gd name="connsiteX209" fmla="*/ 3655073 w 7467600"/>
              <a:gd name="connsiteY209" fmla="*/ 3650884 h 6858000"/>
              <a:gd name="connsiteX210" fmla="*/ 3989938 w 7467600"/>
              <a:gd name="connsiteY210" fmla="*/ 3991685 h 6858000"/>
              <a:gd name="connsiteX211" fmla="*/ 4393907 w 7467600"/>
              <a:gd name="connsiteY211" fmla="*/ 4261258 h 6858000"/>
              <a:gd name="connsiteX212" fmla="*/ 4648051 w 7467600"/>
              <a:gd name="connsiteY212" fmla="*/ 4374051 h 6858000"/>
              <a:gd name="connsiteX213" fmla="*/ 4383389 w 7467600"/>
              <a:gd name="connsiteY213" fmla="*/ 4184369 h 6858000"/>
              <a:gd name="connsiteX214" fmla="*/ 4165508 w 7467600"/>
              <a:gd name="connsiteY214" fmla="*/ 4035196 h 6858000"/>
              <a:gd name="connsiteX215" fmla="*/ 4068162 w 7467600"/>
              <a:gd name="connsiteY215" fmla="*/ 3953394 h 6858000"/>
              <a:gd name="connsiteX216" fmla="*/ 3981416 w 7467600"/>
              <a:gd name="connsiteY216" fmla="*/ 3880482 h 6858000"/>
              <a:gd name="connsiteX217" fmla="*/ 3800147 w 7467600"/>
              <a:gd name="connsiteY217" fmla="*/ 3749872 h 6858000"/>
              <a:gd name="connsiteX218" fmla="*/ 3655073 w 7467600"/>
              <a:gd name="connsiteY218" fmla="*/ 3650884 h 6858000"/>
              <a:gd name="connsiteX219" fmla="*/ 3670252 w 7467600"/>
              <a:gd name="connsiteY219" fmla="*/ 3622798 h 6858000"/>
              <a:gd name="connsiteX220" fmla="*/ 3817258 w 7467600"/>
              <a:gd name="connsiteY220" fmla="*/ 3723577 h 6858000"/>
              <a:gd name="connsiteX221" fmla="*/ 4000461 w 7467600"/>
              <a:gd name="connsiteY221" fmla="*/ 3855966 h 6858000"/>
              <a:gd name="connsiteX222" fmla="*/ 4088180 w 7467600"/>
              <a:gd name="connsiteY222" fmla="*/ 3929774 h 6858000"/>
              <a:gd name="connsiteX223" fmla="*/ 4184555 w 7467600"/>
              <a:gd name="connsiteY223" fmla="*/ 4010683 h 6858000"/>
              <a:gd name="connsiteX224" fmla="*/ 4399563 w 7467600"/>
              <a:gd name="connsiteY224" fmla="*/ 4158106 h 6858000"/>
              <a:gd name="connsiteX225" fmla="*/ 4684469 w 7467600"/>
              <a:gd name="connsiteY225" fmla="*/ 4364680 h 6858000"/>
              <a:gd name="connsiteX226" fmla="*/ 4690271 w 7467600"/>
              <a:gd name="connsiteY226" fmla="*/ 4370034 h 6858000"/>
              <a:gd name="connsiteX227" fmla="*/ 4136093 w 7467600"/>
              <a:gd name="connsiteY227" fmla="*/ 3858466 h 6858000"/>
              <a:gd name="connsiteX228" fmla="*/ 3670252 w 7467600"/>
              <a:gd name="connsiteY228" fmla="*/ 3622798 h 6858000"/>
              <a:gd name="connsiteX229" fmla="*/ 4440129 w 7467600"/>
              <a:gd name="connsiteY229" fmla="*/ 3448571 h 6858000"/>
              <a:gd name="connsiteX230" fmla="*/ 4856525 w 7467600"/>
              <a:gd name="connsiteY230" fmla="*/ 3915351 h 6858000"/>
              <a:gd name="connsiteX231" fmla="*/ 5059055 w 7467600"/>
              <a:gd name="connsiteY231" fmla="*/ 4108918 h 6858000"/>
              <a:gd name="connsiteX232" fmla="*/ 5290070 w 7467600"/>
              <a:gd name="connsiteY232" fmla="*/ 4263619 h 6858000"/>
              <a:gd name="connsiteX233" fmla="*/ 4834991 w 7467600"/>
              <a:gd name="connsiteY233" fmla="*/ 3830985 h 6858000"/>
              <a:gd name="connsiteX234" fmla="*/ 4440129 w 7467600"/>
              <a:gd name="connsiteY234" fmla="*/ 3448571 h 6858000"/>
              <a:gd name="connsiteX235" fmla="*/ 4441737 w 7467600"/>
              <a:gd name="connsiteY235" fmla="*/ 3399734 h 6858000"/>
              <a:gd name="connsiteX236" fmla="*/ 4431236 w 7467600"/>
              <a:gd name="connsiteY236" fmla="*/ 3400954 h 6858000"/>
              <a:gd name="connsiteX237" fmla="*/ 4557150 w 7467600"/>
              <a:gd name="connsiteY237" fmla="*/ 3510023 h 6858000"/>
              <a:gd name="connsiteX238" fmla="*/ 4856936 w 7467600"/>
              <a:gd name="connsiteY238" fmla="*/ 3809146 h 6858000"/>
              <a:gd name="connsiteX239" fmla="*/ 5111996 w 7467600"/>
              <a:gd name="connsiteY239" fmla="*/ 4065759 h 6858000"/>
              <a:gd name="connsiteX240" fmla="*/ 5388878 w 7467600"/>
              <a:gd name="connsiteY240" fmla="*/ 4300185 h 6858000"/>
              <a:gd name="connsiteX241" fmla="*/ 5425556 w 7467600"/>
              <a:gd name="connsiteY241" fmla="*/ 4308967 h 6858000"/>
              <a:gd name="connsiteX242" fmla="*/ 4943646 w 7467600"/>
              <a:gd name="connsiteY242" fmla="*/ 3822916 h 6858000"/>
              <a:gd name="connsiteX243" fmla="*/ 4594837 w 7467600"/>
              <a:gd name="connsiteY243" fmla="*/ 3532274 h 6858000"/>
              <a:gd name="connsiteX244" fmla="*/ 4441737 w 7467600"/>
              <a:gd name="connsiteY244" fmla="*/ 3399734 h 6858000"/>
              <a:gd name="connsiteX245" fmla="*/ 5425834 w 7467600"/>
              <a:gd name="connsiteY245" fmla="*/ 3162785 h 6858000"/>
              <a:gd name="connsiteX246" fmla="*/ 5401644 w 7467600"/>
              <a:gd name="connsiteY246" fmla="*/ 3617847 h 6858000"/>
              <a:gd name="connsiteX247" fmla="*/ 5467256 w 7467600"/>
              <a:gd name="connsiteY247" fmla="*/ 4175494 h 6858000"/>
              <a:gd name="connsiteX248" fmla="*/ 5448069 w 7467600"/>
              <a:gd name="connsiteY248" fmla="*/ 3567554 h 6858000"/>
              <a:gd name="connsiteX249" fmla="*/ 5425834 w 7467600"/>
              <a:gd name="connsiteY249" fmla="*/ 3162785 h 6858000"/>
              <a:gd name="connsiteX250" fmla="*/ 1318687 w 7467600"/>
              <a:gd name="connsiteY250" fmla="*/ 3113840 h 6858000"/>
              <a:gd name="connsiteX251" fmla="*/ 1066793 w 7467600"/>
              <a:gd name="connsiteY251" fmla="*/ 3212171 h 6858000"/>
              <a:gd name="connsiteX252" fmla="*/ 993319 w 7467600"/>
              <a:gd name="connsiteY252" fmla="*/ 3247648 h 6858000"/>
              <a:gd name="connsiteX253" fmla="*/ 853081 w 7467600"/>
              <a:gd name="connsiteY253" fmla="*/ 3312410 h 6858000"/>
              <a:gd name="connsiteX254" fmla="*/ 805957 w 7467600"/>
              <a:gd name="connsiteY254" fmla="*/ 3330443 h 6858000"/>
              <a:gd name="connsiteX255" fmla="*/ 1318687 w 7467600"/>
              <a:gd name="connsiteY255" fmla="*/ 3113840 h 6858000"/>
              <a:gd name="connsiteX256" fmla="*/ 5453702 w 7467600"/>
              <a:gd name="connsiteY256" fmla="*/ 3090882 h 6858000"/>
              <a:gd name="connsiteX257" fmla="*/ 5480135 w 7467600"/>
              <a:gd name="connsiteY257" fmla="*/ 3565802 h 6858000"/>
              <a:gd name="connsiteX258" fmla="*/ 5499023 w 7467600"/>
              <a:gd name="connsiteY258" fmla="*/ 4166310 h 6858000"/>
              <a:gd name="connsiteX259" fmla="*/ 5547022 w 7467600"/>
              <a:gd name="connsiteY259" fmla="*/ 3607838 h 6858000"/>
              <a:gd name="connsiteX260" fmla="*/ 5515964 w 7467600"/>
              <a:gd name="connsiteY260" fmla="*/ 3378541 h 6858000"/>
              <a:gd name="connsiteX261" fmla="*/ 5453702 w 7467600"/>
              <a:gd name="connsiteY261" fmla="*/ 3090882 h 6858000"/>
              <a:gd name="connsiteX262" fmla="*/ 1238695 w 7467600"/>
              <a:gd name="connsiteY262" fmla="*/ 3076820 h 6858000"/>
              <a:gd name="connsiteX263" fmla="*/ 716371 w 7467600"/>
              <a:gd name="connsiteY263" fmla="*/ 3293249 h 6858000"/>
              <a:gd name="connsiteX264" fmla="*/ 579522 w 7467600"/>
              <a:gd name="connsiteY264" fmla="*/ 3371759 h 6858000"/>
              <a:gd name="connsiteX265" fmla="*/ 600288 w 7467600"/>
              <a:gd name="connsiteY265" fmla="*/ 3365555 h 6858000"/>
              <a:gd name="connsiteX266" fmla="*/ 840692 w 7467600"/>
              <a:gd name="connsiteY266" fmla="*/ 3284921 h 6858000"/>
              <a:gd name="connsiteX267" fmla="*/ 979248 w 7467600"/>
              <a:gd name="connsiteY267" fmla="*/ 3221003 h 6858000"/>
              <a:gd name="connsiteX268" fmla="*/ 1053282 w 7467600"/>
              <a:gd name="connsiteY268" fmla="*/ 3185247 h 6858000"/>
              <a:gd name="connsiteX269" fmla="*/ 1320603 w 7467600"/>
              <a:gd name="connsiteY269" fmla="*/ 3081281 h 6858000"/>
              <a:gd name="connsiteX270" fmla="*/ 1238695 w 7467600"/>
              <a:gd name="connsiteY270" fmla="*/ 3076820 h 6858000"/>
              <a:gd name="connsiteX271" fmla="*/ 5425627 w 7467600"/>
              <a:gd name="connsiteY271" fmla="*/ 2954192 h 6858000"/>
              <a:gd name="connsiteX272" fmla="*/ 5470770 w 7467600"/>
              <a:gd name="connsiteY272" fmla="*/ 3005435 h 6858000"/>
              <a:gd name="connsiteX273" fmla="*/ 5519779 w 7467600"/>
              <a:gd name="connsiteY273" fmla="*/ 4359223 h 6858000"/>
              <a:gd name="connsiteX274" fmla="*/ 5520293 w 7467600"/>
              <a:gd name="connsiteY274" fmla="*/ 4360602 h 6858000"/>
              <a:gd name="connsiteX275" fmla="*/ 5767221 w 7467600"/>
              <a:gd name="connsiteY275" fmla="*/ 4665564 h 6858000"/>
              <a:gd name="connsiteX276" fmla="*/ 6937169 w 7467600"/>
              <a:gd name="connsiteY276" fmla="*/ 4815941 h 6858000"/>
              <a:gd name="connsiteX277" fmla="*/ 6953922 w 7467600"/>
              <a:gd name="connsiteY277" fmla="*/ 4890068 h 6858000"/>
              <a:gd name="connsiteX278" fmla="*/ 6071359 w 7467600"/>
              <a:gd name="connsiteY278" fmla="*/ 4770770 h 6858000"/>
              <a:gd name="connsiteX279" fmla="*/ 6038839 w 7467600"/>
              <a:gd name="connsiteY279" fmla="*/ 4764474 h 6858000"/>
              <a:gd name="connsiteX280" fmla="*/ 6038706 w 7467600"/>
              <a:gd name="connsiteY280" fmla="*/ 4763847 h 6858000"/>
              <a:gd name="connsiteX281" fmla="*/ 6037784 w 7467600"/>
              <a:gd name="connsiteY281" fmla="*/ 4764270 h 6858000"/>
              <a:gd name="connsiteX282" fmla="*/ 6038839 w 7467600"/>
              <a:gd name="connsiteY282" fmla="*/ 4764474 h 6858000"/>
              <a:gd name="connsiteX283" fmla="*/ 6040338 w 7467600"/>
              <a:gd name="connsiteY283" fmla="*/ 4771418 h 6858000"/>
              <a:gd name="connsiteX284" fmla="*/ 6024488 w 7467600"/>
              <a:gd name="connsiteY284" fmla="*/ 4809903 h 6858000"/>
              <a:gd name="connsiteX285" fmla="*/ 5599771 w 7467600"/>
              <a:gd name="connsiteY285" fmla="*/ 5509652 h 6858000"/>
              <a:gd name="connsiteX286" fmla="*/ 5548843 w 7467600"/>
              <a:gd name="connsiteY286" fmla="*/ 5563845 h 6858000"/>
              <a:gd name="connsiteX287" fmla="*/ 5940952 w 7467600"/>
              <a:gd name="connsiteY287" fmla="*/ 6250028 h 6858000"/>
              <a:gd name="connsiteX288" fmla="*/ 6043441 w 7467600"/>
              <a:gd name="connsiteY288" fmla="*/ 6665847 h 6858000"/>
              <a:gd name="connsiteX289" fmla="*/ 6093432 w 7467600"/>
              <a:gd name="connsiteY289" fmla="*/ 6858000 h 6858000"/>
              <a:gd name="connsiteX290" fmla="*/ 6034344 w 7467600"/>
              <a:gd name="connsiteY290" fmla="*/ 6858000 h 6858000"/>
              <a:gd name="connsiteX291" fmla="*/ 6026679 w 7467600"/>
              <a:gd name="connsiteY291" fmla="*/ 6836959 h 6858000"/>
              <a:gd name="connsiteX292" fmla="*/ 5800441 w 7467600"/>
              <a:gd name="connsiteY292" fmla="*/ 6335286 h 6858000"/>
              <a:gd name="connsiteX293" fmla="*/ 5526562 w 7467600"/>
              <a:gd name="connsiteY293" fmla="*/ 5705388 h 6858000"/>
              <a:gd name="connsiteX294" fmla="*/ 5519640 w 7467600"/>
              <a:gd name="connsiteY294" fmla="*/ 5683774 h 6858000"/>
              <a:gd name="connsiteX295" fmla="*/ 5844559 w 7467600"/>
              <a:gd name="connsiteY295" fmla="*/ 6553349 h 6858000"/>
              <a:gd name="connsiteX296" fmla="*/ 5975994 w 7467600"/>
              <a:gd name="connsiteY296" fmla="*/ 6858000 h 6858000"/>
              <a:gd name="connsiteX297" fmla="*/ 5898547 w 7467600"/>
              <a:gd name="connsiteY297" fmla="*/ 6858000 h 6858000"/>
              <a:gd name="connsiteX298" fmla="*/ 5682041 w 7467600"/>
              <a:gd name="connsiteY298" fmla="*/ 6355860 h 6858000"/>
              <a:gd name="connsiteX299" fmla="*/ 5461758 w 7467600"/>
              <a:gd name="connsiteY299" fmla="*/ 5820220 h 6858000"/>
              <a:gd name="connsiteX300" fmla="*/ 5237282 w 7467600"/>
              <a:gd name="connsiteY300" fmla="*/ 6579086 h 6858000"/>
              <a:gd name="connsiteX301" fmla="*/ 5115009 w 7467600"/>
              <a:gd name="connsiteY301" fmla="*/ 6858000 h 6858000"/>
              <a:gd name="connsiteX302" fmla="*/ 5028074 w 7467600"/>
              <a:gd name="connsiteY302" fmla="*/ 6858000 h 6858000"/>
              <a:gd name="connsiteX303" fmla="*/ 5079508 w 7467600"/>
              <a:gd name="connsiteY303" fmla="*/ 6749074 h 6858000"/>
              <a:gd name="connsiteX304" fmla="*/ 5371846 w 7467600"/>
              <a:gd name="connsiteY304" fmla="*/ 5924413 h 6858000"/>
              <a:gd name="connsiteX305" fmla="*/ 5270512 w 7467600"/>
              <a:gd name="connsiteY305" fmla="*/ 6138975 h 6858000"/>
              <a:gd name="connsiteX306" fmla="*/ 5062409 w 7467600"/>
              <a:gd name="connsiteY306" fmla="*/ 6653544 h 6858000"/>
              <a:gd name="connsiteX307" fmla="*/ 5036628 w 7467600"/>
              <a:gd name="connsiteY307" fmla="*/ 6754247 h 6858000"/>
              <a:gd name="connsiteX308" fmla="*/ 5009112 w 7467600"/>
              <a:gd name="connsiteY308" fmla="*/ 6858000 h 6858000"/>
              <a:gd name="connsiteX309" fmla="*/ 4976679 w 7467600"/>
              <a:gd name="connsiteY309" fmla="*/ 6858000 h 6858000"/>
              <a:gd name="connsiteX310" fmla="*/ 5006537 w 7467600"/>
              <a:gd name="connsiteY310" fmla="*/ 6747068 h 6858000"/>
              <a:gd name="connsiteX311" fmla="*/ 5032723 w 7467600"/>
              <a:gd name="connsiteY311" fmla="*/ 6644957 h 6858000"/>
              <a:gd name="connsiteX312" fmla="*/ 5242949 w 7467600"/>
              <a:gd name="connsiteY312" fmla="*/ 6125175 h 6858000"/>
              <a:gd name="connsiteX313" fmla="*/ 5286321 w 7467600"/>
              <a:gd name="connsiteY313" fmla="*/ 6033555 h 6858000"/>
              <a:gd name="connsiteX314" fmla="*/ 5008210 w 7467600"/>
              <a:gd name="connsiteY314" fmla="*/ 6649194 h 6858000"/>
              <a:gd name="connsiteX315" fmla="*/ 4986321 w 7467600"/>
              <a:gd name="connsiteY315" fmla="*/ 6765687 h 6858000"/>
              <a:gd name="connsiteX316" fmla="*/ 4973474 w 7467600"/>
              <a:gd name="connsiteY316" fmla="*/ 6858000 h 6858000"/>
              <a:gd name="connsiteX317" fmla="*/ 4907178 w 7467600"/>
              <a:gd name="connsiteY317" fmla="*/ 6858000 h 6858000"/>
              <a:gd name="connsiteX318" fmla="*/ 4910810 w 7467600"/>
              <a:gd name="connsiteY318" fmla="*/ 6829660 h 6858000"/>
              <a:gd name="connsiteX319" fmla="*/ 4987461 w 7467600"/>
              <a:gd name="connsiteY319" fmla="*/ 6432994 h 6858000"/>
              <a:gd name="connsiteX320" fmla="*/ 5179262 w 7467600"/>
              <a:gd name="connsiteY320" fmla="*/ 6035044 h 6858000"/>
              <a:gd name="connsiteX321" fmla="*/ 4689678 w 7467600"/>
              <a:gd name="connsiteY321" fmla="*/ 6440241 h 6858000"/>
              <a:gd name="connsiteX322" fmla="*/ 4477543 w 7467600"/>
              <a:gd name="connsiteY322" fmla="*/ 6674836 h 6858000"/>
              <a:gd name="connsiteX323" fmla="*/ 4329957 w 7467600"/>
              <a:gd name="connsiteY323" fmla="*/ 6858000 h 6858000"/>
              <a:gd name="connsiteX324" fmla="*/ 4218595 w 7467600"/>
              <a:gd name="connsiteY324" fmla="*/ 6858000 h 6858000"/>
              <a:gd name="connsiteX325" fmla="*/ 4368888 w 7467600"/>
              <a:gd name="connsiteY325" fmla="*/ 6668412 h 6858000"/>
              <a:gd name="connsiteX326" fmla="*/ 4563091 w 7467600"/>
              <a:gd name="connsiteY326" fmla="*/ 6442508 h 6858000"/>
              <a:gd name="connsiteX327" fmla="*/ 5387324 w 7467600"/>
              <a:gd name="connsiteY327" fmla="*/ 5705830 h 6858000"/>
              <a:gd name="connsiteX328" fmla="*/ 5073620 w 7467600"/>
              <a:gd name="connsiteY328" fmla="*/ 5955437 h 6858000"/>
              <a:gd name="connsiteX329" fmla="*/ 4689789 w 7467600"/>
              <a:gd name="connsiteY329" fmla="*/ 6268382 h 6858000"/>
              <a:gd name="connsiteX330" fmla="*/ 4418722 w 7467600"/>
              <a:gd name="connsiteY330" fmla="*/ 6570886 h 6858000"/>
              <a:gd name="connsiteX331" fmla="*/ 4214944 w 7467600"/>
              <a:gd name="connsiteY331" fmla="*/ 6858000 h 6858000"/>
              <a:gd name="connsiteX332" fmla="*/ 4177898 w 7467600"/>
              <a:gd name="connsiteY332" fmla="*/ 6858000 h 6858000"/>
              <a:gd name="connsiteX333" fmla="*/ 4391597 w 7467600"/>
              <a:gd name="connsiteY333" fmla="*/ 6556370 h 6858000"/>
              <a:gd name="connsiteX334" fmla="*/ 4668889 w 7467600"/>
              <a:gd name="connsiteY334" fmla="*/ 6246399 h 6858000"/>
              <a:gd name="connsiteX335" fmla="*/ 5055427 w 7467600"/>
              <a:gd name="connsiteY335" fmla="*/ 5931476 h 6858000"/>
              <a:gd name="connsiteX336" fmla="*/ 5371814 w 7467600"/>
              <a:gd name="connsiteY336" fmla="*/ 5678975 h 6858000"/>
              <a:gd name="connsiteX337" fmla="*/ 4987918 w 7467600"/>
              <a:gd name="connsiteY337" fmla="*/ 5838701 h 6858000"/>
              <a:gd name="connsiteX338" fmla="*/ 4317146 w 7467600"/>
              <a:gd name="connsiteY338" fmla="*/ 6587716 h 6858000"/>
              <a:gd name="connsiteX339" fmla="*/ 4171627 w 7467600"/>
              <a:gd name="connsiteY339" fmla="*/ 6858000 h 6858000"/>
              <a:gd name="connsiteX340" fmla="*/ 4081585 w 7467600"/>
              <a:gd name="connsiteY340" fmla="*/ 6858000 h 6858000"/>
              <a:gd name="connsiteX341" fmla="*/ 4238603 w 7467600"/>
              <a:gd name="connsiteY341" fmla="*/ 6559341 h 6858000"/>
              <a:gd name="connsiteX342" fmla="*/ 4778333 w 7467600"/>
              <a:gd name="connsiteY342" fmla="*/ 5873626 h 6858000"/>
              <a:gd name="connsiteX343" fmla="*/ 5414185 w 7467600"/>
              <a:gd name="connsiteY343" fmla="*/ 5573882 h 6858000"/>
              <a:gd name="connsiteX344" fmla="*/ 5959648 w 7467600"/>
              <a:gd name="connsiteY344" fmla="*/ 4760797 h 6858000"/>
              <a:gd name="connsiteX345" fmla="*/ 5355019 w 7467600"/>
              <a:gd name="connsiteY345" fmla="*/ 4734672 h 6858000"/>
              <a:gd name="connsiteX346" fmla="*/ 5083565 w 7467600"/>
              <a:gd name="connsiteY346" fmla="*/ 5179121 h 6858000"/>
              <a:gd name="connsiteX347" fmla="*/ 4713577 w 7467600"/>
              <a:gd name="connsiteY347" fmla="*/ 5616803 h 6858000"/>
              <a:gd name="connsiteX348" fmla="*/ 3989559 w 7467600"/>
              <a:gd name="connsiteY348" fmla="*/ 6145945 h 6858000"/>
              <a:gd name="connsiteX349" fmla="*/ 3939824 w 7467600"/>
              <a:gd name="connsiteY349" fmla="*/ 6066900 h 6858000"/>
              <a:gd name="connsiteX350" fmla="*/ 4584537 w 7467600"/>
              <a:gd name="connsiteY350" fmla="*/ 5324826 h 6858000"/>
              <a:gd name="connsiteX351" fmla="*/ 5037105 w 7467600"/>
              <a:gd name="connsiteY351" fmla="*/ 5088765 h 6858000"/>
              <a:gd name="connsiteX352" fmla="*/ 5039930 w 7467600"/>
              <a:gd name="connsiteY352" fmla="*/ 5089585 h 6858000"/>
              <a:gd name="connsiteX353" fmla="*/ 5263764 w 7467600"/>
              <a:gd name="connsiteY353" fmla="*/ 4735525 h 6858000"/>
              <a:gd name="connsiteX354" fmla="*/ 4086300 w 7467600"/>
              <a:gd name="connsiteY354" fmla="*/ 4884599 h 6858000"/>
              <a:gd name="connsiteX355" fmla="*/ 4085485 w 7467600"/>
              <a:gd name="connsiteY355" fmla="*/ 4899070 h 6858000"/>
              <a:gd name="connsiteX356" fmla="*/ 3871915 w 7467600"/>
              <a:gd name="connsiteY356" fmla="*/ 5253645 h 6858000"/>
              <a:gd name="connsiteX357" fmla="*/ 3799374 w 7467600"/>
              <a:gd name="connsiteY357" fmla="*/ 5466127 h 6858000"/>
              <a:gd name="connsiteX358" fmla="*/ 3498850 w 7467600"/>
              <a:gd name="connsiteY358" fmla="*/ 6661888 h 6858000"/>
              <a:gd name="connsiteX359" fmla="*/ 3399216 w 7467600"/>
              <a:gd name="connsiteY359" fmla="*/ 6858000 h 6858000"/>
              <a:gd name="connsiteX360" fmla="*/ 3303688 w 7467600"/>
              <a:gd name="connsiteY360" fmla="*/ 6858000 h 6858000"/>
              <a:gd name="connsiteX361" fmla="*/ 3391774 w 7467600"/>
              <a:gd name="connsiteY361" fmla="*/ 6697181 h 6858000"/>
              <a:gd name="connsiteX362" fmla="*/ 3735540 w 7467600"/>
              <a:gd name="connsiteY362" fmla="*/ 5546923 h 6858000"/>
              <a:gd name="connsiteX363" fmla="*/ 3729438 w 7467600"/>
              <a:gd name="connsiteY363" fmla="*/ 5569058 h 6858000"/>
              <a:gd name="connsiteX364" fmla="*/ 3707782 w 7467600"/>
              <a:gd name="connsiteY364" fmla="*/ 5644908 h 6858000"/>
              <a:gd name="connsiteX365" fmla="*/ 3583827 w 7467600"/>
              <a:gd name="connsiteY365" fmla="*/ 6039215 h 6858000"/>
              <a:gd name="connsiteX366" fmla="*/ 3547861 w 7467600"/>
              <a:gd name="connsiteY366" fmla="*/ 6129609 h 6858000"/>
              <a:gd name="connsiteX367" fmla="*/ 3490905 w 7467600"/>
              <a:gd name="connsiteY367" fmla="*/ 6277660 h 6858000"/>
              <a:gd name="connsiteX368" fmla="*/ 3455859 w 7467600"/>
              <a:gd name="connsiteY368" fmla="*/ 6391301 h 6858000"/>
              <a:gd name="connsiteX369" fmla="*/ 3429112 w 7467600"/>
              <a:gd name="connsiteY369" fmla="*/ 6479469 h 6858000"/>
              <a:gd name="connsiteX370" fmla="*/ 3304862 w 7467600"/>
              <a:gd name="connsiteY370" fmla="*/ 6796476 h 6858000"/>
              <a:gd name="connsiteX371" fmla="*/ 3276071 w 7467600"/>
              <a:gd name="connsiteY371" fmla="*/ 6858000 h 6858000"/>
              <a:gd name="connsiteX372" fmla="*/ 3240805 w 7467600"/>
              <a:gd name="connsiteY372" fmla="*/ 6858000 h 6858000"/>
              <a:gd name="connsiteX373" fmla="*/ 3275917 w 7467600"/>
              <a:gd name="connsiteY373" fmla="*/ 6783192 h 6858000"/>
              <a:gd name="connsiteX374" fmla="*/ 3399358 w 7467600"/>
              <a:gd name="connsiteY374" fmla="*/ 6469011 h 6858000"/>
              <a:gd name="connsiteX375" fmla="*/ 3425650 w 7467600"/>
              <a:gd name="connsiteY375" fmla="*/ 6381333 h 6858000"/>
              <a:gd name="connsiteX376" fmla="*/ 3460661 w 7467600"/>
              <a:gd name="connsiteY376" fmla="*/ 6266763 h 6858000"/>
              <a:gd name="connsiteX377" fmla="*/ 3518021 w 7467600"/>
              <a:gd name="connsiteY377" fmla="*/ 6117298 h 6858000"/>
              <a:gd name="connsiteX378" fmla="*/ 3554035 w 7467600"/>
              <a:gd name="connsiteY378" fmla="*/ 6027832 h 6858000"/>
              <a:gd name="connsiteX379" fmla="*/ 3677174 w 7467600"/>
              <a:gd name="connsiteY379" fmla="*/ 5636351 h 6858000"/>
              <a:gd name="connsiteX380" fmla="*/ 3698819 w 7467600"/>
              <a:gd name="connsiteY380" fmla="*/ 5560503 h 6858000"/>
              <a:gd name="connsiteX381" fmla="*/ 3702094 w 7467600"/>
              <a:gd name="connsiteY381" fmla="*/ 5549194 h 6858000"/>
              <a:gd name="connsiteX382" fmla="*/ 3398355 w 7467600"/>
              <a:gd name="connsiteY382" fmla="*/ 6094603 h 6858000"/>
              <a:gd name="connsiteX383" fmla="*/ 3193941 w 7467600"/>
              <a:gd name="connsiteY383" fmla="*/ 6798775 h 6858000"/>
              <a:gd name="connsiteX384" fmla="*/ 3184140 w 7467600"/>
              <a:gd name="connsiteY384" fmla="*/ 6858000 h 6858000"/>
              <a:gd name="connsiteX385" fmla="*/ 3099978 w 7467600"/>
              <a:gd name="connsiteY385" fmla="*/ 6858000 h 6858000"/>
              <a:gd name="connsiteX386" fmla="*/ 3101556 w 7467600"/>
              <a:gd name="connsiteY386" fmla="*/ 6843337 h 6858000"/>
              <a:gd name="connsiteX387" fmla="*/ 3370162 w 7467600"/>
              <a:gd name="connsiteY387" fmla="*/ 5785550 h 6858000"/>
              <a:gd name="connsiteX388" fmla="*/ 3746477 w 7467600"/>
              <a:gd name="connsiteY388" fmla="*/ 5377889 h 6858000"/>
              <a:gd name="connsiteX389" fmla="*/ 3863399 w 7467600"/>
              <a:gd name="connsiteY389" fmla="*/ 5087257 h 6858000"/>
              <a:gd name="connsiteX390" fmla="*/ 3968712 w 7467600"/>
              <a:gd name="connsiteY390" fmla="*/ 4913989 h 6858000"/>
              <a:gd name="connsiteX391" fmla="*/ 2792390 w 7467600"/>
              <a:gd name="connsiteY391" fmla="*/ 5382974 h 6858000"/>
              <a:gd name="connsiteX392" fmla="*/ 2714982 w 7467600"/>
              <a:gd name="connsiteY392" fmla="*/ 5427051 h 6858000"/>
              <a:gd name="connsiteX393" fmla="*/ 2813361 w 7467600"/>
              <a:gd name="connsiteY393" fmla="*/ 6023912 h 6858000"/>
              <a:gd name="connsiteX394" fmla="*/ 2688430 w 7467600"/>
              <a:gd name="connsiteY394" fmla="*/ 6801564 h 6858000"/>
              <a:gd name="connsiteX395" fmla="*/ 2629626 w 7467600"/>
              <a:gd name="connsiteY395" fmla="*/ 6763394 h 6858000"/>
              <a:gd name="connsiteX396" fmla="*/ 2565328 w 7467600"/>
              <a:gd name="connsiteY396" fmla="*/ 5516399 h 6858000"/>
              <a:gd name="connsiteX397" fmla="*/ 1922999 w 7467600"/>
              <a:gd name="connsiteY397" fmla="*/ 5980343 h 6858000"/>
              <a:gd name="connsiteX398" fmla="*/ 1950261 w 7467600"/>
              <a:gd name="connsiteY398" fmla="*/ 6405858 h 6858000"/>
              <a:gd name="connsiteX399" fmla="*/ 2365554 w 7467600"/>
              <a:gd name="connsiteY399" fmla="*/ 6759107 h 6858000"/>
              <a:gd name="connsiteX400" fmla="*/ 2424142 w 7467600"/>
              <a:gd name="connsiteY400" fmla="*/ 6858000 h 6858000"/>
              <a:gd name="connsiteX401" fmla="*/ 2395994 w 7467600"/>
              <a:gd name="connsiteY401" fmla="*/ 6858000 h 6858000"/>
              <a:gd name="connsiteX402" fmla="*/ 2392863 w 7467600"/>
              <a:gd name="connsiteY402" fmla="*/ 6852964 h 6858000"/>
              <a:gd name="connsiteX403" fmla="*/ 2017589 w 7467600"/>
              <a:gd name="connsiteY403" fmla="*/ 6493982 h 6858000"/>
              <a:gd name="connsiteX404" fmla="*/ 2147336 w 7467600"/>
              <a:gd name="connsiteY404" fmla="*/ 6594052 h 6858000"/>
              <a:gd name="connsiteX405" fmla="*/ 2207047 w 7467600"/>
              <a:gd name="connsiteY405" fmla="*/ 6654540 h 6858000"/>
              <a:gd name="connsiteX406" fmla="*/ 2299106 w 7467600"/>
              <a:gd name="connsiteY406" fmla="*/ 6778931 h 6858000"/>
              <a:gd name="connsiteX407" fmla="*/ 2314430 w 7467600"/>
              <a:gd name="connsiteY407" fmla="*/ 6801144 h 6858000"/>
              <a:gd name="connsiteX408" fmla="*/ 2352406 w 7467600"/>
              <a:gd name="connsiteY408" fmla="*/ 6858000 h 6858000"/>
              <a:gd name="connsiteX409" fmla="*/ 2314492 w 7467600"/>
              <a:gd name="connsiteY409" fmla="*/ 6858000 h 6858000"/>
              <a:gd name="connsiteX410" fmla="*/ 2288095 w 7467600"/>
              <a:gd name="connsiteY410" fmla="*/ 6818030 h 6858000"/>
              <a:gd name="connsiteX411" fmla="*/ 2272768 w 7467600"/>
              <a:gd name="connsiteY411" fmla="*/ 6795822 h 6858000"/>
              <a:gd name="connsiteX412" fmla="*/ 2182715 w 7467600"/>
              <a:gd name="connsiteY412" fmla="*/ 6675071 h 6858000"/>
              <a:gd name="connsiteX413" fmla="*/ 2032061 w 7467600"/>
              <a:gd name="connsiteY413" fmla="*/ 6541380 h 6858000"/>
              <a:gd name="connsiteX414" fmla="*/ 2257220 w 7467600"/>
              <a:gd name="connsiteY414" fmla="*/ 6826257 h 6858000"/>
              <a:gd name="connsiteX415" fmla="*/ 2281324 w 7467600"/>
              <a:gd name="connsiteY415" fmla="*/ 6858000 h 6858000"/>
              <a:gd name="connsiteX416" fmla="*/ 2242860 w 7467600"/>
              <a:gd name="connsiteY416" fmla="*/ 6858000 h 6858000"/>
              <a:gd name="connsiteX417" fmla="*/ 2232818 w 7467600"/>
              <a:gd name="connsiteY417" fmla="*/ 6844926 h 6858000"/>
              <a:gd name="connsiteX418" fmla="*/ 1990172 w 7467600"/>
              <a:gd name="connsiteY418" fmla="*/ 6542121 h 6858000"/>
              <a:gd name="connsiteX419" fmla="*/ 2124090 w 7467600"/>
              <a:gd name="connsiteY419" fmla="*/ 6761017 h 6858000"/>
              <a:gd name="connsiteX420" fmla="*/ 2200380 w 7467600"/>
              <a:gd name="connsiteY420" fmla="*/ 6858000 h 6858000"/>
              <a:gd name="connsiteX421" fmla="*/ 2147507 w 7467600"/>
              <a:gd name="connsiteY421" fmla="*/ 6858000 h 6858000"/>
              <a:gd name="connsiteX422" fmla="*/ 2070668 w 7467600"/>
              <a:gd name="connsiteY422" fmla="*/ 6761520 h 6858000"/>
              <a:gd name="connsiteX423" fmla="*/ 1975142 w 7467600"/>
              <a:gd name="connsiteY423" fmla="*/ 6585570 h 6858000"/>
              <a:gd name="connsiteX424" fmla="*/ 2050035 w 7467600"/>
              <a:gd name="connsiteY424" fmla="*/ 6813345 h 6858000"/>
              <a:gd name="connsiteX425" fmla="*/ 2063025 w 7467600"/>
              <a:gd name="connsiteY425" fmla="*/ 6858000 h 6858000"/>
              <a:gd name="connsiteX426" fmla="*/ 2021675 w 7467600"/>
              <a:gd name="connsiteY426" fmla="*/ 6858000 h 6858000"/>
              <a:gd name="connsiteX427" fmla="*/ 2019308 w 7467600"/>
              <a:gd name="connsiteY427" fmla="*/ 6847118 h 6858000"/>
              <a:gd name="connsiteX428" fmla="*/ 1938835 w 7467600"/>
              <a:gd name="connsiteY428" fmla="*/ 6551160 h 6858000"/>
              <a:gd name="connsiteX429" fmla="*/ 1953230 w 7467600"/>
              <a:gd name="connsiteY429" fmla="*/ 6759699 h 6858000"/>
              <a:gd name="connsiteX430" fmla="*/ 1956763 w 7467600"/>
              <a:gd name="connsiteY430" fmla="*/ 6778191 h 6858000"/>
              <a:gd name="connsiteX431" fmla="*/ 1967925 w 7467600"/>
              <a:gd name="connsiteY431" fmla="*/ 6858000 h 6858000"/>
              <a:gd name="connsiteX432" fmla="*/ 1936622 w 7467600"/>
              <a:gd name="connsiteY432" fmla="*/ 6858000 h 6858000"/>
              <a:gd name="connsiteX433" fmla="*/ 1926261 w 7467600"/>
              <a:gd name="connsiteY433" fmla="*/ 6784064 h 6858000"/>
              <a:gd name="connsiteX434" fmla="*/ 1922724 w 7467600"/>
              <a:gd name="connsiteY434" fmla="*/ 6765577 h 6858000"/>
              <a:gd name="connsiteX435" fmla="*/ 1904650 w 7467600"/>
              <a:gd name="connsiteY435" fmla="*/ 6639616 h 6858000"/>
              <a:gd name="connsiteX436" fmla="*/ 1885273 w 7467600"/>
              <a:gd name="connsiteY436" fmla="*/ 6858000 h 6858000"/>
              <a:gd name="connsiteX437" fmla="*/ 1854363 w 7467600"/>
              <a:gd name="connsiteY437" fmla="*/ 6858000 h 6858000"/>
              <a:gd name="connsiteX438" fmla="*/ 1880391 w 7467600"/>
              <a:gd name="connsiteY438" fmla="*/ 6603796 h 6858000"/>
              <a:gd name="connsiteX439" fmla="*/ 1818273 w 7467600"/>
              <a:gd name="connsiteY439" fmla="*/ 6715729 h 6858000"/>
              <a:gd name="connsiteX440" fmla="*/ 1794691 w 7467600"/>
              <a:gd name="connsiteY440" fmla="*/ 6843239 h 6858000"/>
              <a:gd name="connsiteX441" fmla="*/ 1794914 w 7467600"/>
              <a:gd name="connsiteY441" fmla="*/ 6858000 h 6858000"/>
              <a:gd name="connsiteX442" fmla="*/ 1746128 w 7467600"/>
              <a:gd name="connsiteY442" fmla="*/ 6858000 h 6858000"/>
              <a:gd name="connsiteX443" fmla="*/ 1753934 w 7467600"/>
              <a:gd name="connsiteY443" fmla="*/ 6724796 h 6858000"/>
              <a:gd name="connsiteX444" fmla="*/ 1792053 w 7467600"/>
              <a:gd name="connsiteY444" fmla="*/ 6572396 h 6858000"/>
              <a:gd name="connsiteX445" fmla="*/ 1862248 w 7467600"/>
              <a:gd name="connsiteY445" fmla="*/ 6266397 h 6858000"/>
              <a:gd name="connsiteX446" fmla="*/ 1862250 w 7467600"/>
              <a:gd name="connsiteY446" fmla="*/ 6033531 h 6858000"/>
              <a:gd name="connsiteX447" fmla="*/ 1211999 w 7467600"/>
              <a:gd name="connsiteY447" fmla="*/ 6683610 h 6858000"/>
              <a:gd name="connsiteX448" fmla="*/ 1213266 w 7467600"/>
              <a:gd name="connsiteY448" fmla="*/ 6691947 h 6858000"/>
              <a:gd name="connsiteX449" fmla="*/ 1203370 w 7467600"/>
              <a:gd name="connsiteY449" fmla="*/ 6850676 h 6858000"/>
              <a:gd name="connsiteX450" fmla="*/ 1203671 w 7467600"/>
              <a:gd name="connsiteY450" fmla="*/ 6858000 h 6858000"/>
              <a:gd name="connsiteX451" fmla="*/ 1143180 w 7467600"/>
              <a:gd name="connsiteY451" fmla="*/ 6858000 h 6858000"/>
              <a:gd name="connsiteX452" fmla="*/ 1142176 w 7467600"/>
              <a:gd name="connsiteY452" fmla="*/ 6766045 h 6858000"/>
              <a:gd name="connsiteX453" fmla="*/ 1067484 w 7467600"/>
              <a:gd name="connsiteY453" fmla="*/ 6858000 h 6858000"/>
              <a:gd name="connsiteX454" fmla="*/ 953928 w 7467600"/>
              <a:gd name="connsiteY454" fmla="*/ 6858000 h 6858000"/>
              <a:gd name="connsiteX455" fmla="*/ 959715 w 7467600"/>
              <a:gd name="connsiteY455" fmla="*/ 6850185 h 6858000"/>
              <a:gd name="connsiteX456" fmla="*/ 1483788 w 7467600"/>
              <a:gd name="connsiteY456" fmla="*/ 6259174 h 6858000"/>
              <a:gd name="connsiteX457" fmla="*/ 1100671 w 7467600"/>
              <a:gd name="connsiteY457" fmla="*/ 6252137 h 6858000"/>
              <a:gd name="connsiteX458" fmla="*/ 1090144 w 7467600"/>
              <a:gd name="connsiteY458" fmla="*/ 6256748 h 6858000"/>
              <a:gd name="connsiteX459" fmla="*/ 1095872 w 7467600"/>
              <a:gd name="connsiteY459" fmla="*/ 6271892 h 6858000"/>
              <a:gd name="connsiteX460" fmla="*/ 262785 w 7467600"/>
              <a:gd name="connsiteY460" fmla="*/ 6845450 h 6858000"/>
              <a:gd name="connsiteX461" fmla="*/ 209968 w 7467600"/>
              <a:gd name="connsiteY461" fmla="*/ 6770713 h 6858000"/>
              <a:gd name="connsiteX462" fmla="*/ 873460 w 7467600"/>
              <a:gd name="connsiteY462" fmla="*/ 6253768 h 6858000"/>
              <a:gd name="connsiteX463" fmla="*/ 192686 w 7467600"/>
              <a:gd name="connsiteY463" fmla="*/ 5849257 h 6858000"/>
              <a:gd name="connsiteX464" fmla="*/ 4696 w 7467600"/>
              <a:gd name="connsiteY464" fmla="*/ 5697668 h 6858000"/>
              <a:gd name="connsiteX465" fmla="*/ 0 w 7467600"/>
              <a:gd name="connsiteY465" fmla="*/ 5689984 h 6858000"/>
              <a:gd name="connsiteX466" fmla="*/ 0 w 7467600"/>
              <a:gd name="connsiteY466" fmla="*/ 5513472 h 6858000"/>
              <a:gd name="connsiteX467" fmla="*/ 174101 w 7467600"/>
              <a:gd name="connsiteY467" fmla="*/ 5620277 h 6858000"/>
              <a:gd name="connsiteX468" fmla="*/ 891800 w 7467600"/>
              <a:gd name="connsiteY468" fmla="*/ 6036935 h 6858000"/>
              <a:gd name="connsiteX469" fmla="*/ 1072219 w 7467600"/>
              <a:gd name="connsiteY469" fmla="*/ 6169443 h 6858000"/>
              <a:gd name="connsiteX470" fmla="*/ 1074117 w 7467600"/>
              <a:gd name="connsiteY470" fmla="*/ 6170301 h 6858000"/>
              <a:gd name="connsiteX471" fmla="*/ 1083114 w 7467600"/>
              <a:gd name="connsiteY471" fmla="*/ 6174131 h 6858000"/>
              <a:gd name="connsiteX472" fmla="*/ 1543010 w 7467600"/>
              <a:gd name="connsiteY472" fmla="*/ 6191140 h 6858000"/>
              <a:gd name="connsiteX473" fmla="*/ 1551080 w 7467600"/>
              <a:gd name="connsiteY473" fmla="*/ 6195006 h 6858000"/>
              <a:gd name="connsiteX474" fmla="*/ 2345443 w 7467600"/>
              <a:gd name="connsiteY474" fmla="*/ 5549882 h 6858000"/>
              <a:gd name="connsiteX475" fmla="*/ 1721499 w 7467600"/>
              <a:gd name="connsiteY475" fmla="*/ 5599969 h 6858000"/>
              <a:gd name="connsiteX476" fmla="*/ 767716 w 7467600"/>
              <a:gd name="connsiteY476" fmla="*/ 5472768 h 6858000"/>
              <a:gd name="connsiteX477" fmla="*/ 722147 w 7467600"/>
              <a:gd name="connsiteY477" fmla="*/ 5393091 h 6858000"/>
              <a:gd name="connsiteX478" fmla="*/ 1485552 w 7467600"/>
              <a:gd name="connsiteY478" fmla="*/ 5313202 h 6858000"/>
              <a:gd name="connsiteX479" fmla="*/ 2143004 w 7467600"/>
              <a:gd name="connsiteY479" fmla="*/ 5402420 h 6858000"/>
              <a:gd name="connsiteX480" fmla="*/ 1933391 w 7467600"/>
              <a:gd name="connsiteY480" fmla="*/ 5156971 h 6858000"/>
              <a:gd name="connsiteX481" fmla="*/ 1827118 w 7467600"/>
              <a:gd name="connsiteY481" fmla="*/ 4968410 h 6858000"/>
              <a:gd name="connsiteX482" fmla="*/ 1837349 w 7467600"/>
              <a:gd name="connsiteY482" fmla="*/ 4956357 h 6858000"/>
              <a:gd name="connsiteX483" fmla="*/ 2162835 w 7467600"/>
              <a:gd name="connsiteY483" fmla="*/ 5187853 h 6858000"/>
              <a:gd name="connsiteX484" fmla="*/ 2257167 w 7467600"/>
              <a:gd name="connsiteY484" fmla="*/ 5462123 h 6858000"/>
              <a:gd name="connsiteX485" fmla="*/ 2261598 w 7467600"/>
              <a:gd name="connsiteY485" fmla="*/ 5467998 h 6858000"/>
              <a:gd name="connsiteX486" fmla="*/ 2437177 w 7467600"/>
              <a:gd name="connsiteY486" fmla="*/ 5479608 h 6858000"/>
              <a:gd name="connsiteX487" fmla="*/ 2445247 w 7467600"/>
              <a:gd name="connsiteY487" fmla="*/ 5483476 h 6858000"/>
              <a:gd name="connsiteX488" fmla="*/ 2743626 w 7467600"/>
              <a:gd name="connsiteY488" fmla="*/ 5304819 h 6858000"/>
              <a:gd name="connsiteX489" fmla="*/ 3048102 w 7467600"/>
              <a:gd name="connsiteY489" fmla="*/ 5150595 h 6858000"/>
              <a:gd name="connsiteX490" fmla="*/ 1799414 w 7467600"/>
              <a:gd name="connsiteY490" fmla="*/ 4694732 h 6858000"/>
              <a:gd name="connsiteX491" fmla="*/ 1771735 w 7467600"/>
              <a:gd name="connsiteY491" fmla="*/ 4619929 h 6858000"/>
              <a:gd name="connsiteX492" fmla="*/ 3104273 w 7467600"/>
              <a:gd name="connsiteY492" fmla="*/ 5076159 h 6858000"/>
              <a:gd name="connsiteX493" fmla="*/ 3113245 w 7467600"/>
              <a:gd name="connsiteY493" fmla="*/ 5090705 h 6858000"/>
              <a:gd name="connsiteX494" fmla="*/ 3126294 w 7467600"/>
              <a:gd name="connsiteY494" fmla="*/ 5114400 h 6858000"/>
              <a:gd name="connsiteX495" fmla="*/ 3937433 w 7467600"/>
              <a:gd name="connsiteY495" fmla="*/ 4830473 h 6858000"/>
              <a:gd name="connsiteX496" fmla="*/ 3590475 w 7467600"/>
              <a:gd name="connsiteY496" fmla="*/ 4597974 h 6858000"/>
              <a:gd name="connsiteX497" fmla="*/ 3100264 w 7467600"/>
              <a:gd name="connsiteY497" fmla="*/ 4579845 h 6858000"/>
              <a:gd name="connsiteX498" fmla="*/ 2183576 w 7467600"/>
              <a:gd name="connsiteY498" fmla="*/ 4227150 h 6858000"/>
              <a:gd name="connsiteX499" fmla="*/ 2151029 w 7467600"/>
              <a:gd name="connsiteY499" fmla="*/ 4146947 h 6858000"/>
              <a:gd name="connsiteX500" fmla="*/ 3563434 w 7467600"/>
              <a:gd name="connsiteY500" fmla="*/ 4469115 h 6858000"/>
              <a:gd name="connsiteX501" fmla="*/ 3177952 w 7467600"/>
              <a:gd name="connsiteY501" fmla="*/ 3657386 h 6858000"/>
              <a:gd name="connsiteX502" fmla="*/ 3189263 w 7467600"/>
              <a:gd name="connsiteY502" fmla="*/ 3625726 h 6858000"/>
              <a:gd name="connsiteX503" fmla="*/ 3560912 w 7467600"/>
              <a:gd name="connsiteY503" fmla="*/ 4079863 h 6858000"/>
              <a:gd name="connsiteX504" fmla="*/ 3626636 w 7467600"/>
              <a:gd name="connsiteY504" fmla="*/ 4512230 h 6858000"/>
              <a:gd name="connsiteX505" fmla="*/ 3653088 w 7467600"/>
              <a:gd name="connsiteY505" fmla="*/ 4521417 h 6858000"/>
              <a:gd name="connsiteX506" fmla="*/ 3988128 w 7467600"/>
              <a:gd name="connsiteY506" fmla="*/ 4817267 h 6858000"/>
              <a:gd name="connsiteX507" fmla="*/ 4830582 w 7467600"/>
              <a:gd name="connsiteY507" fmla="*/ 4676000 h 6858000"/>
              <a:gd name="connsiteX508" fmla="*/ 4830100 w 7467600"/>
              <a:gd name="connsiteY508" fmla="*/ 4675554 h 6858000"/>
              <a:gd name="connsiteX509" fmla="*/ 4036318 w 7467600"/>
              <a:gd name="connsiteY509" fmla="*/ 4147013 h 6858000"/>
              <a:gd name="connsiteX510" fmla="*/ 3432098 w 7467600"/>
              <a:gd name="connsiteY510" fmla="*/ 3537312 h 6858000"/>
              <a:gd name="connsiteX511" fmla="*/ 3446761 w 7467600"/>
              <a:gd name="connsiteY511" fmla="*/ 3461278 h 6858000"/>
              <a:gd name="connsiteX512" fmla="*/ 4419733 w 7467600"/>
              <a:gd name="connsiteY512" fmla="*/ 3963555 h 6858000"/>
              <a:gd name="connsiteX513" fmla="*/ 4781371 w 7467600"/>
              <a:gd name="connsiteY513" fmla="*/ 4458604 h 6858000"/>
              <a:gd name="connsiteX514" fmla="*/ 4780440 w 7467600"/>
              <a:gd name="connsiteY514" fmla="*/ 4470290 h 6858000"/>
              <a:gd name="connsiteX515" fmla="*/ 4898954 w 7467600"/>
              <a:gd name="connsiteY515" fmla="*/ 4662092 h 6858000"/>
              <a:gd name="connsiteX516" fmla="*/ 4900699 w 7467600"/>
              <a:gd name="connsiteY516" fmla="*/ 4670867 h 6858000"/>
              <a:gd name="connsiteX517" fmla="*/ 5714511 w 7467600"/>
              <a:gd name="connsiteY517" fmla="*/ 4663483 h 6858000"/>
              <a:gd name="connsiteX518" fmla="*/ 5464793 w 7467600"/>
              <a:gd name="connsiteY518" fmla="*/ 4393556 h 6858000"/>
              <a:gd name="connsiteX519" fmla="*/ 5461897 w 7467600"/>
              <a:gd name="connsiteY519" fmla="*/ 4390879 h 6858000"/>
              <a:gd name="connsiteX520" fmla="*/ 4294126 w 7467600"/>
              <a:gd name="connsiteY520" fmla="*/ 3303048 h 6858000"/>
              <a:gd name="connsiteX521" fmla="*/ 4305321 w 7467600"/>
              <a:gd name="connsiteY521" fmla="*/ 3256953 h 6858000"/>
              <a:gd name="connsiteX522" fmla="*/ 4949299 w 7467600"/>
              <a:gd name="connsiteY522" fmla="*/ 3766336 h 6858000"/>
              <a:gd name="connsiteX523" fmla="*/ 5291452 w 7467600"/>
              <a:gd name="connsiteY523" fmla="*/ 4076801 h 6858000"/>
              <a:gd name="connsiteX524" fmla="*/ 5434998 w 7467600"/>
              <a:gd name="connsiteY524" fmla="*/ 4254100 h 6858000"/>
              <a:gd name="connsiteX525" fmla="*/ 5351015 w 7467600"/>
              <a:gd name="connsiteY525" fmla="*/ 3760989 h 6858000"/>
              <a:gd name="connsiteX526" fmla="*/ 5413780 w 7467600"/>
              <a:gd name="connsiteY526" fmla="*/ 2966265 h 6858000"/>
              <a:gd name="connsiteX527" fmla="*/ 5425627 w 7467600"/>
              <a:gd name="connsiteY527" fmla="*/ 2954192 h 6858000"/>
              <a:gd name="connsiteX528" fmla="*/ 6604735 w 7467600"/>
              <a:gd name="connsiteY528" fmla="*/ 2041381 h 6858000"/>
              <a:gd name="connsiteX529" fmla="*/ 7204487 w 7467600"/>
              <a:gd name="connsiteY529" fmla="*/ 2742112 h 6858000"/>
              <a:gd name="connsiteX530" fmla="*/ 7131592 w 7467600"/>
              <a:gd name="connsiteY530" fmla="*/ 2672096 h 6858000"/>
              <a:gd name="connsiteX531" fmla="*/ 6996344 w 7467600"/>
              <a:gd name="connsiteY531" fmla="*/ 2518310 h 6858000"/>
              <a:gd name="connsiteX532" fmla="*/ 6735495 w 7467600"/>
              <a:gd name="connsiteY532" fmla="*/ 2196890 h 6858000"/>
              <a:gd name="connsiteX533" fmla="*/ 6721901 w 7467600"/>
              <a:gd name="connsiteY533" fmla="*/ 2179274 h 6858000"/>
              <a:gd name="connsiteX534" fmla="*/ 6604735 w 7467600"/>
              <a:gd name="connsiteY534" fmla="*/ 2041381 h 6858000"/>
              <a:gd name="connsiteX535" fmla="*/ 6591670 w 7467600"/>
              <a:gd name="connsiteY535" fmla="*/ 1988277 h 6858000"/>
              <a:gd name="connsiteX536" fmla="*/ 6747349 w 7467600"/>
              <a:gd name="connsiteY536" fmla="*/ 2160069 h 6858000"/>
              <a:gd name="connsiteX537" fmla="*/ 6760943 w 7467600"/>
              <a:gd name="connsiteY537" fmla="*/ 2177686 h 6858000"/>
              <a:gd name="connsiteX538" fmla="*/ 7021065 w 7467600"/>
              <a:gd name="connsiteY538" fmla="*/ 2498102 h 6858000"/>
              <a:gd name="connsiteX539" fmla="*/ 7155223 w 7467600"/>
              <a:gd name="connsiteY539" fmla="*/ 2650386 h 6858000"/>
              <a:gd name="connsiteX540" fmla="*/ 7203167 w 7467600"/>
              <a:gd name="connsiteY540" fmla="*/ 2697288 h 6858000"/>
              <a:gd name="connsiteX541" fmla="*/ 6937703 w 7467600"/>
              <a:gd name="connsiteY541" fmla="*/ 2321981 h 6858000"/>
              <a:gd name="connsiteX542" fmla="*/ 6591670 w 7467600"/>
              <a:gd name="connsiteY542" fmla="*/ 1988277 h 6858000"/>
              <a:gd name="connsiteX543" fmla="*/ 5798671 w 7467600"/>
              <a:gd name="connsiteY543" fmla="*/ 1981601 h 6858000"/>
              <a:gd name="connsiteX544" fmla="*/ 5754709 w 7467600"/>
              <a:gd name="connsiteY544" fmla="*/ 2071454 h 6858000"/>
              <a:gd name="connsiteX545" fmla="*/ 5763044 w 7467600"/>
              <a:gd name="connsiteY545" fmla="*/ 2842206 h 6858000"/>
              <a:gd name="connsiteX546" fmla="*/ 5764974 w 7467600"/>
              <a:gd name="connsiteY546" fmla="*/ 2799609 h 6858000"/>
              <a:gd name="connsiteX547" fmla="*/ 5767665 w 7467600"/>
              <a:gd name="connsiteY547" fmla="*/ 2666409 h 6858000"/>
              <a:gd name="connsiteX548" fmla="*/ 5763055 w 7467600"/>
              <a:gd name="connsiteY548" fmla="*/ 2579705 h 6858000"/>
              <a:gd name="connsiteX549" fmla="*/ 5758079 w 7467600"/>
              <a:gd name="connsiteY549" fmla="*/ 2492508 h 6858000"/>
              <a:gd name="connsiteX550" fmla="*/ 5779325 w 7467600"/>
              <a:gd name="connsiteY550" fmla="*/ 2197069 h 6858000"/>
              <a:gd name="connsiteX551" fmla="*/ 5798671 w 7467600"/>
              <a:gd name="connsiteY551" fmla="*/ 1981601 h 6858000"/>
              <a:gd name="connsiteX552" fmla="*/ 5829202 w 7467600"/>
              <a:gd name="connsiteY552" fmla="*/ 1971679 h 6858000"/>
              <a:gd name="connsiteX553" fmla="*/ 5809558 w 7467600"/>
              <a:gd name="connsiteY553" fmla="*/ 2198043 h 6858000"/>
              <a:gd name="connsiteX554" fmla="*/ 5788653 w 7467600"/>
              <a:gd name="connsiteY554" fmla="*/ 2489430 h 6858000"/>
              <a:gd name="connsiteX555" fmla="*/ 5793439 w 7467600"/>
              <a:gd name="connsiteY555" fmla="*/ 2575235 h 6858000"/>
              <a:gd name="connsiteX556" fmla="*/ 5796837 w 7467600"/>
              <a:gd name="connsiteY556" fmla="*/ 2637633 h 6858000"/>
              <a:gd name="connsiteX557" fmla="*/ 5818614 w 7467600"/>
              <a:gd name="connsiteY557" fmla="*/ 2473055 h 6858000"/>
              <a:gd name="connsiteX558" fmla="*/ 5829202 w 7467600"/>
              <a:gd name="connsiteY558" fmla="*/ 1971679 h 6858000"/>
              <a:gd name="connsiteX559" fmla="*/ 5911389 w 7467600"/>
              <a:gd name="connsiteY559" fmla="*/ 1898371 h 6858000"/>
              <a:gd name="connsiteX560" fmla="*/ 6237627 w 7467600"/>
              <a:gd name="connsiteY560" fmla="*/ 2231921 h 6858000"/>
              <a:gd name="connsiteX561" fmla="*/ 5911389 w 7467600"/>
              <a:gd name="connsiteY561" fmla="*/ 1898371 h 6858000"/>
              <a:gd name="connsiteX562" fmla="*/ 6944437 w 7467600"/>
              <a:gd name="connsiteY562" fmla="*/ 1575402 h 6858000"/>
              <a:gd name="connsiteX563" fmla="*/ 6304730 w 7467600"/>
              <a:gd name="connsiteY563" fmla="*/ 1766654 h 6858000"/>
              <a:gd name="connsiteX564" fmla="*/ 6944437 w 7467600"/>
              <a:gd name="connsiteY564" fmla="*/ 1575402 h 6858000"/>
              <a:gd name="connsiteX565" fmla="*/ 7019523 w 7467600"/>
              <a:gd name="connsiteY565" fmla="*/ 1519450 h 6858000"/>
              <a:gd name="connsiteX566" fmla="*/ 6298091 w 7467600"/>
              <a:gd name="connsiteY566" fmla="*/ 1737122 h 6858000"/>
              <a:gd name="connsiteX567" fmla="*/ 7019523 w 7467600"/>
              <a:gd name="connsiteY567" fmla="*/ 1519450 h 6858000"/>
              <a:gd name="connsiteX568" fmla="*/ 2399523 w 7467600"/>
              <a:gd name="connsiteY568" fmla="*/ 1428234 h 6858000"/>
              <a:gd name="connsiteX569" fmla="*/ 2224982 w 7467600"/>
              <a:gd name="connsiteY569" fmla="*/ 1826201 h 6858000"/>
              <a:gd name="connsiteX570" fmla="*/ 2096099 w 7467600"/>
              <a:gd name="connsiteY570" fmla="*/ 2345900 h 6858000"/>
              <a:gd name="connsiteX571" fmla="*/ 2283317 w 7467600"/>
              <a:gd name="connsiteY571" fmla="*/ 1796925 h 6858000"/>
              <a:gd name="connsiteX572" fmla="*/ 2399523 w 7467600"/>
              <a:gd name="connsiteY572" fmla="*/ 1428234 h 6858000"/>
              <a:gd name="connsiteX573" fmla="*/ 2448558 w 7467600"/>
              <a:gd name="connsiteY573" fmla="*/ 1373435 h 6858000"/>
              <a:gd name="connsiteX574" fmla="*/ 2312521 w 7467600"/>
              <a:gd name="connsiteY574" fmla="*/ 1806140 h 6858000"/>
              <a:gd name="connsiteX575" fmla="*/ 2127533 w 7467600"/>
              <a:gd name="connsiteY575" fmla="*/ 2348380 h 6858000"/>
              <a:gd name="connsiteX576" fmla="*/ 2358080 w 7467600"/>
              <a:gd name="connsiteY576" fmla="*/ 1866134 h 6858000"/>
              <a:gd name="connsiteX577" fmla="*/ 2407436 w 7467600"/>
              <a:gd name="connsiteY577" fmla="*/ 1651070 h 6858000"/>
              <a:gd name="connsiteX578" fmla="*/ 2448558 w 7467600"/>
              <a:gd name="connsiteY578" fmla="*/ 1373435 h 6858000"/>
              <a:gd name="connsiteX579" fmla="*/ 278707 w 7467600"/>
              <a:gd name="connsiteY579" fmla="*/ 1352270 h 6858000"/>
              <a:gd name="connsiteX580" fmla="*/ 321570 w 7467600"/>
              <a:gd name="connsiteY580" fmla="*/ 1861610 h 6858000"/>
              <a:gd name="connsiteX581" fmla="*/ 294281 w 7467600"/>
              <a:gd name="connsiteY581" fmla="*/ 1440658 h 6858000"/>
              <a:gd name="connsiteX582" fmla="*/ 278707 w 7467600"/>
              <a:gd name="connsiteY582" fmla="*/ 1352270 h 6858000"/>
              <a:gd name="connsiteX583" fmla="*/ 1423821 w 7467600"/>
              <a:gd name="connsiteY583" fmla="*/ 1351958 h 6858000"/>
              <a:gd name="connsiteX584" fmla="*/ 1638521 w 7467600"/>
              <a:gd name="connsiteY584" fmla="*/ 1908470 h 6858000"/>
              <a:gd name="connsiteX585" fmla="*/ 1754199 w 7467600"/>
              <a:gd name="connsiteY585" fmla="*/ 2149284 h 6858000"/>
              <a:gd name="connsiteX586" fmla="*/ 1908359 w 7467600"/>
              <a:gd name="connsiteY586" fmla="*/ 2364988 h 6858000"/>
              <a:gd name="connsiteX587" fmla="*/ 1647661 w 7467600"/>
              <a:gd name="connsiteY587" fmla="*/ 1825945 h 6858000"/>
              <a:gd name="connsiteX588" fmla="*/ 1423821 w 7467600"/>
              <a:gd name="connsiteY588" fmla="*/ 1351958 h 6858000"/>
              <a:gd name="connsiteX589" fmla="*/ 1431890 w 7467600"/>
              <a:gd name="connsiteY589" fmla="*/ 1306475 h 6858000"/>
              <a:gd name="connsiteX590" fmla="*/ 1507597 w 7467600"/>
              <a:gd name="connsiteY590" fmla="*/ 1446132 h 6858000"/>
              <a:gd name="connsiteX591" fmla="*/ 1674586 w 7467600"/>
              <a:gd name="connsiteY591" fmla="*/ 1813832 h 6858000"/>
              <a:gd name="connsiteX592" fmla="*/ 1815950 w 7467600"/>
              <a:gd name="connsiteY592" fmla="*/ 2128564 h 6858000"/>
              <a:gd name="connsiteX593" fmla="*/ 1984242 w 7467600"/>
              <a:gd name="connsiteY593" fmla="*/ 2430829 h 6858000"/>
              <a:gd name="connsiteX594" fmla="*/ 2014023 w 7467600"/>
              <a:gd name="connsiteY594" fmla="*/ 2450995 h 6858000"/>
              <a:gd name="connsiteX595" fmla="*/ 1747337 w 7467600"/>
              <a:gd name="connsiteY595" fmla="*/ 1855264 h 6858000"/>
              <a:gd name="connsiteX596" fmla="*/ 1533749 w 7467600"/>
              <a:gd name="connsiteY596" fmla="*/ 1478656 h 6858000"/>
              <a:gd name="connsiteX597" fmla="*/ 1431890 w 7467600"/>
              <a:gd name="connsiteY597" fmla="*/ 1306475 h 6858000"/>
              <a:gd name="connsiteX598" fmla="*/ 5052692 w 7467600"/>
              <a:gd name="connsiteY598" fmla="*/ 1292994 h 6858000"/>
              <a:gd name="connsiteX599" fmla="*/ 5200661 w 7467600"/>
              <a:gd name="connsiteY599" fmla="*/ 1635186 h 6858000"/>
              <a:gd name="connsiteX600" fmla="*/ 5297138 w 7467600"/>
              <a:gd name="connsiteY600" fmla="*/ 1906351 h 6858000"/>
              <a:gd name="connsiteX601" fmla="*/ 5052692 w 7467600"/>
              <a:gd name="connsiteY601" fmla="*/ 1292994 h 6858000"/>
              <a:gd name="connsiteX602" fmla="*/ 5009948 w 7467600"/>
              <a:gd name="connsiteY602" fmla="*/ 1273619 h 6858000"/>
              <a:gd name="connsiteX603" fmla="*/ 5121777 w 7467600"/>
              <a:gd name="connsiteY603" fmla="*/ 1654213 h 6858000"/>
              <a:gd name="connsiteX604" fmla="*/ 5293545 w 7467600"/>
              <a:gd name="connsiteY604" fmla="*/ 2072247 h 6858000"/>
              <a:gd name="connsiteX605" fmla="*/ 5294042 w 7467600"/>
              <a:gd name="connsiteY605" fmla="*/ 2065019 h 6858000"/>
              <a:gd name="connsiteX606" fmla="*/ 5171936 w 7467600"/>
              <a:gd name="connsiteY606" fmla="*/ 1647613 h 6858000"/>
              <a:gd name="connsiteX607" fmla="*/ 5009948 w 7467600"/>
              <a:gd name="connsiteY607" fmla="*/ 1273619 h 6858000"/>
              <a:gd name="connsiteX608" fmla="*/ 655236 w 7467600"/>
              <a:gd name="connsiteY608" fmla="*/ 1268632 h 6858000"/>
              <a:gd name="connsiteX609" fmla="*/ 839521 w 7467600"/>
              <a:gd name="connsiteY609" fmla="*/ 1685315 h 6858000"/>
              <a:gd name="connsiteX610" fmla="*/ 1109416 w 7467600"/>
              <a:gd name="connsiteY610" fmla="*/ 2061663 h 6858000"/>
              <a:gd name="connsiteX611" fmla="*/ 1298300 w 7467600"/>
              <a:gd name="connsiteY611" fmla="*/ 2247742 h 6858000"/>
              <a:gd name="connsiteX612" fmla="*/ 1125871 w 7467600"/>
              <a:gd name="connsiteY612" fmla="*/ 1989513 h 6858000"/>
              <a:gd name="connsiteX613" fmla="*/ 981574 w 7467600"/>
              <a:gd name="connsiteY613" fmla="*/ 1783157 h 6858000"/>
              <a:gd name="connsiteX614" fmla="*/ 922198 w 7467600"/>
              <a:gd name="connsiteY614" fmla="*/ 1677437 h 6858000"/>
              <a:gd name="connsiteX615" fmla="*/ 869293 w 7467600"/>
              <a:gd name="connsiteY615" fmla="*/ 1583214 h 6858000"/>
              <a:gd name="connsiteX616" fmla="*/ 751431 w 7467600"/>
              <a:gd name="connsiteY616" fmla="*/ 1405731 h 6858000"/>
              <a:gd name="connsiteX617" fmla="*/ 655236 w 7467600"/>
              <a:gd name="connsiteY617" fmla="*/ 1268632 h 6858000"/>
              <a:gd name="connsiteX618" fmla="*/ 6516292 w 7467600"/>
              <a:gd name="connsiteY618" fmla="*/ 1263064 h 6858000"/>
              <a:gd name="connsiteX619" fmla="*/ 5736320 w 7467600"/>
              <a:gd name="connsiteY619" fmla="*/ 1501803 h 6858000"/>
              <a:gd name="connsiteX620" fmla="*/ 6516292 w 7467600"/>
              <a:gd name="connsiteY620" fmla="*/ 1263064 h 6858000"/>
              <a:gd name="connsiteX621" fmla="*/ 291466 w 7467600"/>
              <a:gd name="connsiteY621" fmla="*/ 1250369 h 6858000"/>
              <a:gd name="connsiteX622" fmla="*/ 323180 w 7467600"/>
              <a:gd name="connsiteY622" fmla="*/ 1435283 h 6858000"/>
              <a:gd name="connsiteX623" fmla="*/ 349381 w 7467600"/>
              <a:gd name="connsiteY623" fmla="*/ 1875041 h 6858000"/>
              <a:gd name="connsiteX624" fmla="*/ 374363 w 7467600"/>
              <a:gd name="connsiteY624" fmla="*/ 1506494 h 6858000"/>
              <a:gd name="connsiteX625" fmla="*/ 302168 w 7467600"/>
              <a:gd name="connsiteY625" fmla="*/ 1274495 h 6858000"/>
              <a:gd name="connsiteX626" fmla="*/ 291466 w 7467600"/>
              <a:gd name="connsiteY626" fmla="*/ 1250369 h 6858000"/>
              <a:gd name="connsiteX627" fmla="*/ 678222 w 7467600"/>
              <a:gd name="connsiteY627" fmla="*/ 1248670 h 6858000"/>
              <a:gd name="connsiteX628" fmla="*/ 775536 w 7467600"/>
              <a:gd name="connsiteY628" fmla="*/ 1388015 h 6858000"/>
              <a:gd name="connsiteX629" fmla="*/ 894529 w 7467600"/>
              <a:gd name="connsiteY629" fmla="*/ 1567739 h 6858000"/>
              <a:gd name="connsiteX630" fmla="*/ 948000 w 7467600"/>
              <a:gd name="connsiteY630" fmla="*/ 1663088 h 6858000"/>
              <a:gd name="connsiteX631" fmla="*/ 1006812 w 7467600"/>
              <a:gd name="connsiteY631" fmla="*/ 1767683 h 6858000"/>
              <a:gd name="connsiteX632" fmla="*/ 1149133 w 7467600"/>
              <a:gd name="connsiteY632" fmla="*/ 1971513 h 6858000"/>
              <a:gd name="connsiteX633" fmla="*/ 1333952 w 7467600"/>
              <a:gd name="connsiteY633" fmla="*/ 2251620 h 6858000"/>
              <a:gd name="connsiteX634" fmla="*/ 1337329 w 7467600"/>
              <a:gd name="connsiteY634" fmla="*/ 2258350 h 6858000"/>
              <a:gd name="connsiteX635" fmla="*/ 1014726 w 7467600"/>
              <a:gd name="connsiteY635" fmla="*/ 1615556 h 6858000"/>
              <a:gd name="connsiteX636" fmla="*/ 678222 w 7467600"/>
              <a:gd name="connsiteY636" fmla="*/ 1248670 h 6858000"/>
              <a:gd name="connsiteX637" fmla="*/ 6691602 w 7467600"/>
              <a:gd name="connsiteY637" fmla="*/ 1140573 h 6858000"/>
              <a:gd name="connsiteX638" fmla="*/ 6571100 w 7467600"/>
              <a:gd name="connsiteY638" fmla="*/ 1183662 h 6858000"/>
              <a:gd name="connsiteX639" fmla="*/ 6241687 w 7467600"/>
              <a:gd name="connsiteY639" fmla="*/ 1257600 h 6858000"/>
              <a:gd name="connsiteX640" fmla="*/ 5693009 w 7467600"/>
              <a:gd name="connsiteY640" fmla="*/ 1478256 h 6858000"/>
              <a:gd name="connsiteX641" fmla="*/ 6548420 w 7467600"/>
              <a:gd name="connsiteY641" fmla="*/ 1214599 h 6858000"/>
              <a:gd name="connsiteX642" fmla="*/ 6605473 w 7467600"/>
              <a:gd name="connsiteY642" fmla="*/ 1184686 h 6858000"/>
              <a:gd name="connsiteX643" fmla="*/ 6691602 w 7467600"/>
              <a:gd name="connsiteY643" fmla="*/ 1140573 h 6858000"/>
              <a:gd name="connsiteX644" fmla="*/ 4002475 w 7467600"/>
              <a:gd name="connsiteY644" fmla="*/ 1037802 h 6858000"/>
              <a:gd name="connsiteX645" fmla="*/ 4000324 w 7467600"/>
              <a:gd name="connsiteY645" fmla="*/ 1039362 h 6858000"/>
              <a:gd name="connsiteX646" fmla="*/ 4002862 w 7467600"/>
              <a:gd name="connsiteY646" fmla="*/ 1042866 h 6858000"/>
              <a:gd name="connsiteX647" fmla="*/ 4002475 w 7467600"/>
              <a:gd name="connsiteY647" fmla="*/ 1037802 h 6858000"/>
              <a:gd name="connsiteX648" fmla="*/ 506322 w 7467600"/>
              <a:gd name="connsiteY648" fmla="*/ 1020997 h 6858000"/>
              <a:gd name="connsiteX649" fmla="*/ 533068 w 7467600"/>
              <a:gd name="connsiteY649" fmla="*/ 1029409 h 6858000"/>
              <a:gd name="connsiteX650" fmla="*/ 1232525 w 7467600"/>
              <a:gd name="connsiteY650" fmla="*/ 1804675 h 6858000"/>
              <a:gd name="connsiteX651" fmla="*/ 1388858 w 7467600"/>
              <a:gd name="connsiteY651" fmla="*/ 2368011 h 6858000"/>
              <a:gd name="connsiteX652" fmla="*/ 1384098 w 7467600"/>
              <a:gd name="connsiteY652" fmla="*/ 2378125 h 6858000"/>
              <a:gd name="connsiteX653" fmla="*/ 1425393 w 7467600"/>
              <a:gd name="connsiteY653" fmla="*/ 2589124 h 6858000"/>
              <a:gd name="connsiteX654" fmla="*/ 1424001 w 7467600"/>
              <a:gd name="connsiteY654" fmla="*/ 2597541 h 6858000"/>
              <a:gd name="connsiteX655" fmla="*/ 2152729 w 7467600"/>
              <a:gd name="connsiteY655" fmla="*/ 2864487 h 6858000"/>
              <a:gd name="connsiteX656" fmla="*/ 2020609 w 7467600"/>
              <a:gd name="connsiteY656" fmla="*/ 2539671 h 6858000"/>
              <a:gd name="connsiteX657" fmla="*/ 2018920 w 7467600"/>
              <a:gd name="connsiteY657" fmla="*/ 2536309 h 6858000"/>
              <a:gd name="connsiteX658" fmla="*/ 1342441 w 7467600"/>
              <a:gd name="connsiteY658" fmla="*/ 1173017 h 6858000"/>
              <a:gd name="connsiteX659" fmla="*/ 1367925 w 7467600"/>
              <a:gd name="connsiteY659" fmla="*/ 1135648 h 6858000"/>
              <a:gd name="connsiteX660" fmla="*/ 1771401 w 7467600"/>
              <a:gd name="connsiteY660" fmla="*/ 1806673 h 6858000"/>
              <a:gd name="connsiteX661" fmla="*/ 1972385 w 7467600"/>
              <a:gd name="connsiteY661" fmla="*/ 2198735 h 6858000"/>
              <a:gd name="connsiteX662" fmla="*/ 2040892 w 7467600"/>
              <a:gd name="connsiteY662" fmla="*/ 2405205 h 6858000"/>
              <a:gd name="connsiteX663" fmla="*/ 2131689 w 7467600"/>
              <a:gd name="connsiteY663" fmla="*/ 1936926 h 6858000"/>
              <a:gd name="connsiteX664" fmla="*/ 2454820 w 7467600"/>
              <a:gd name="connsiteY664" fmla="*/ 1248808 h 6858000"/>
              <a:gd name="connsiteX665" fmla="*/ 2492512 w 7467600"/>
              <a:gd name="connsiteY665" fmla="*/ 1302920 h 6858000"/>
              <a:gd name="connsiteX666" fmla="*/ 2081216 w 7467600"/>
              <a:gd name="connsiteY666" fmla="*/ 2527513 h 6858000"/>
              <a:gd name="connsiteX667" fmla="*/ 2081211 w 7467600"/>
              <a:gd name="connsiteY667" fmla="*/ 2528916 h 6858000"/>
              <a:gd name="connsiteX668" fmla="*/ 2199067 w 7467600"/>
              <a:gd name="connsiteY668" fmla="*/ 2884061 h 6858000"/>
              <a:gd name="connsiteX669" fmla="*/ 3192586 w 7467600"/>
              <a:gd name="connsiteY669" fmla="*/ 3411496 h 6858000"/>
              <a:gd name="connsiteX670" fmla="*/ 3182620 w 7467600"/>
              <a:gd name="connsiteY670" fmla="*/ 3483279 h 6858000"/>
              <a:gd name="connsiteX671" fmla="*/ 2435119 w 7467600"/>
              <a:gd name="connsiteY671" fmla="*/ 3080173 h 6858000"/>
              <a:gd name="connsiteX672" fmla="*/ 2410152 w 7467600"/>
              <a:gd name="connsiteY672" fmla="*/ 3063751 h 6858000"/>
              <a:gd name="connsiteX673" fmla="*/ 2408099 w 7467600"/>
              <a:gd name="connsiteY673" fmla="*/ 3064403 h 6858000"/>
              <a:gd name="connsiteX674" fmla="*/ 2407218 w 7467600"/>
              <a:gd name="connsiteY674" fmla="*/ 3070324 h 6858000"/>
              <a:gd name="connsiteX675" fmla="*/ 2380138 w 7467600"/>
              <a:gd name="connsiteY675" fmla="*/ 3099341 h 6858000"/>
              <a:gd name="connsiteX676" fmla="*/ 1765923 w 7467600"/>
              <a:gd name="connsiteY676" fmla="*/ 3581043 h 6858000"/>
              <a:gd name="connsiteX677" fmla="*/ 1702258 w 7467600"/>
              <a:gd name="connsiteY677" fmla="*/ 3612286 h 6858000"/>
              <a:gd name="connsiteX678" fmla="*/ 1538370 w 7467600"/>
              <a:gd name="connsiteY678" fmla="*/ 3811804 h 6858000"/>
              <a:gd name="connsiteX679" fmla="*/ 542867 w 7467600"/>
              <a:gd name="connsiteY679" fmla="*/ 4944092 h 6858000"/>
              <a:gd name="connsiteX680" fmla="*/ 515800 w 7467600"/>
              <a:gd name="connsiteY680" fmla="*/ 4862180 h 6858000"/>
              <a:gd name="connsiteX681" fmla="*/ 909145 w 7467600"/>
              <a:gd name="connsiteY681" fmla="*/ 4199225 h 6858000"/>
              <a:gd name="connsiteX682" fmla="*/ 1214067 w 7467600"/>
              <a:gd name="connsiteY682" fmla="*/ 3908561 h 6858000"/>
              <a:gd name="connsiteX683" fmla="*/ 640967 w 7467600"/>
              <a:gd name="connsiteY683" fmla="*/ 4105601 h 6858000"/>
              <a:gd name="connsiteX684" fmla="*/ 112563 w 7467600"/>
              <a:gd name="connsiteY684" fmla="*/ 4396952 h 6858000"/>
              <a:gd name="connsiteX685" fmla="*/ 0 w 7467600"/>
              <a:gd name="connsiteY685" fmla="*/ 4466006 h 6858000"/>
              <a:gd name="connsiteX686" fmla="*/ 0 w 7467600"/>
              <a:gd name="connsiteY686" fmla="*/ 4233763 h 6858000"/>
              <a:gd name="connsiteX687" fmla="*/ 36881 w 7467600"/>
              <a:gd name="connsiteY687" fmla="*/ 4200118 h 6858000"/>
              <a:gd name="connsiteX688" fmla="*/ 910534 w 7467600"/>
              <a:gd name="connsiteY688" fmla="*/ 3629753 h 6858000"/>
              <a:gd name="connsiteX689" fmla="*/ 1578717 w 7467600"/>
              <a:gd name="connsiteY689" fmla="*/ 3575982 h 6858000"/>
              <a:gd name="connsiteX690" fmla="*/ 2338780 w 7467600"/>
              <a:gd name="connsiteY690" fmla="*/ 3033725 h 6858000"/>
              <a:gd name="connsiteX691" fmla="*/ 1807991 w 7467600"/>
              <a:gd name="connsiteY691" fmla="*/ 2807184 h 6858000"/>
              <a:gd name="connsiteX692" fmla="*/ 1416358 w 7467600"/>
              <a:gd name="connsiteY692" fmla="*/ 3112571 h 6858000"/>
              <a:gd name="connsiteX693" fmla="*/ 939066 w 7467600"/>
              <a:gd name="connsiteY693" fmla="*/ 3378798 h 6858000"/>
              <a:gd name="connsiteX694" fmla="*/ 115099 w 7467600"/>
              <a:gd name="connsiteY694" fmla="*/ 3607650 h 6858000"/>
              <a:gd name="connsiteX695" fmla="*/ 97284 w 7467600"/>
              <a:gd name="connsiteY695" fmla="*/ 3520393 h 6858000"/>
              <a:gd name="connsiteX696" fmla="*/ 922050 w 7467600"/>
              <a:gd name="connsiteY696" fmla="*/ 3074867 h 6858000"/>
              <a:gd name="connsiteX697" fmla="*/ 1405265 w 7467600"/>
              <a:gd name="connsiteY697" fmla="*/ 3016319 h 6858000"/>
              <a:gd name="connsiteX698" fmla="*/ 1407512 w 7467600"/>
              <a:gd name="connsiteY698" fmla="*/ 3018001 h 6858000"/>
              <a:gd name="connsiteX699" fmla="*/ 1726266 w 7467600"/>
              <a:gd name="connsiteY699" fmla="*/ 2777274 h 6858000"/>
              <a:gd name="connsiteX700" fmla="*/ 625390 w 7467600"/>
              <a:gd name="connsiteY700" fmla="*/ 2514541 h 6858000"/>
              <a:gd name="connsiteX701" fmla="*/ 619799 w 7467600"/>
              <a:gd name="connsiteY701" fmla="*/ 2527180 h 6858000"/>
              <a:gd name="connsiteX702" fmla="*/ 310030 w 7467600"/>
              <a:gd name="connsiteY702" fmla="*/ 2771818 h 6858000"/>
              <a:gd name="connsiteX703" fmla="*/ 173877 w 7467600"/>
              <a:gd name="connsiteY703" fmla="*/ 2937056 h 6858000"/>
              <a:gd name="connsiteX704" fmla="*/ 77889 w 7467600"/>
              <a:gd name="connsiteY704" fmla="*/ 3138440 h 6858000"/>
              <a:gd name="connsiteX705" fmla="*/ 0 w 7467600"/>
              <a:gd name="connsiteY705" fmla="*/ 3271395 h 6858000"/>
              <a:gd name="connsiteX706" fmla="*/ 0 w 7467600"/>
              <a:gd name="connsiteY706" fmla="*/ 3153002 h 6858000"/>
              <a:gd name="connsiteX707" fmla="*/ 2386 w 7467600"/>
              <a:gd name="connsiteY707" fmla="*/ 3149203 h 6858000"/>
              <a:gd name="connsiteX708" fmla="*/ 89753 w 7467600"/>
              <a:gd name="connsiteY708" fmla="*/ 2987702 h 6858000"/>
              <a:gd name="connsiteX709" fmla="*/ 76869 w 7467600"/>
              <a:gd name="connsiteY709" fmla="*/ 3005404 h 6858000"/>
              <a:gd name="connsiteX710" fmla="*/ 32049 w 7467600"/>
              <a:gd name="connsiteY710" fmla="*/ 3065814 h 6858000"/>
              <a:gd name="connsiteX711" fmla="*/ 0 w 7467600"/>
              <a:gd name="connsiteY711" fmla="*/ 3108744 h 6858000"/>
              <a:gd name="connsiteX712" fmla="*/ 0 w 7467600"/>
              <a:gd name="connsiteY712" fmla="*/ 3058059 h 6858000"/>
              <a:gd name="connsiteX713" fmla="*/ 7610 w 7467600"/>
              <a:gd name="connsiteY713" fmla="*/ 3047889 h 6858000"/>
              <a:gd name="connsiteX714" fmla="*/ 52419 w 7467600"/>
              <a:gd name="connsiteY714" fmla="*/ 2987479 h 6858000"/>
              <a:gd name="connsiteX715" fmla="*/ 59142 w 7467600"/>
              <a:gd name="connsiteY715" fmla="*/ 2978488 h 6858000"/>
              <a:gd name="connsiteX716" fmla="*/ 0 w 7467600"/>
              <a:gd name="connsiteY716" fmla="*/ 3015334 h 6858000"/>
              <a:gd name="connsiteX717" fmla="*/ 0 w 7467600"/>
              <a:gd name="connsiteY717" fmla="*/ 2914286 h 6858000"/>
              <a:gd name="connsiteX718" fmla="*/ 36383 w 7467600"/>
              <a:gd name="connsiteY718" fmla="*/ 2901128 h 6858000"/>
              <a:gd name="connsiteX719" fmla="*/ 156329 w 7467600"/>
              <a:gd name="connsiteY719" fmla="*/ 2840533 h 6858000"/>
              <a:gd name="connsiteX720" fmla="*/ 358355 w 7467600"/>
              <a:gd name="connsiteY720" fmla="*/ 2620471 h 6858000"/>
              <a:gd name="connsiteX721" fmla="*/ 510577 w 7467600"/>
              <a:gd name="connsiteY721" fmla="*/ 2501244 h 6858000"/>
              <a:gd name="connsiteX722" fmla="*/ 211967 w 7467600"/>
              <a:gd name="connsiteY722" fmla="*/ 2479171 h 6858000"/>
              <a:gd name="connsiteX723" fmla="*/ 0 w 7467600"/>
              <a:gd name="connsiteY723" fmla="*/ 2476398 h 6858000"/>
              <a:gd name="connsiteX724" fmla="*/ 0 w 7467600"/>
              <a:gd name="connsiteY724" fmla="*/ 2389189 h 6858000"/>
              <a:gd name="connsiteX725" fmla="*/ 103062 w 7467600"/>
              <a:gd name="connsiteY725" fmla="*/ 2389518 h 6858000"/>
              <a:gd name="connsiteX726" fmla="*/ 510734 w 7467600"/>
              <a:gd name="connsiteY726" fmla="*/ 2416201 h 6858000"/>
              <a:gd name="connsiteX727" fmla="*/ 279257 w 7467600"/>
              <a:gd name="connsiteY727" fmla="*/ 2092102 h 6858000"/>
              <a:gd name="connsiteX728" fmla="*/ 65265 w 7467600"/>
              <a:gd name="connsiteY728" fmla="*/ 2006049 h 6858000"/>
              <a:gd name="connsiteX729" fmla="*/ 0 w 7467600"/>
              <a:gd name="connsiteY729" fmla="*/ 1982532 h 6858000"/>
              <a:gd name="connsiteX730" fmla="*/ 0 w 7467600"/>
              <a:gd name="connsiteY730" fmla="*/ 1912789 h 6858000"/>
              <a:gd name="connsiteX731" fmla="*/ 97460 w 7467600"/>
              <a:gd name="connsiteY731" fmla="*/ 1953725 h 6858000"/>
              <a:gd name="connsiteX732" fmla="*/ 221272 w 7467600"/>
              <a:gd name="connsiteY732" fmla="*/ 1980766 h 6858000"/>
              <a:gd name="connsiteX733" fmla="*/ 116765 w 7467600"/>
              <a:gd name="connsiteY733" fmla="*/ 1911033 h 6858000"/>
              <a:gd name="connsiteX734" fmla="*/ 16405 w 7467600"/>
              <a:gd name="connsiteY734" fmla="*/ 1803412 h 6858000"/>
              <a:gd name="connsiteX735" fmla="*/ 0 w 7467600"/>
              <a:gd name="connsiteY735" fmla="*/ 1784777 h 6858000"/>
              <a:gd name="connsiteX736" fmla="*/ 0 w 7467600"/>
              <a:gd name="connsiteY736" fmla="*/ 1740082 h 6858000"/>
              <a:gd name="connsiteX737" fmla="*/ 39394 w 7467600"/>
              <a:gd name="connsiteY737" fmla="*/ 1784856 h 6858000"/>
              <a:gd name="connsiteX738" fmla="*/ 135813 w 7467600"/>
              <a:gd name="connsiteY738" fmla="*/ 1888838 h 6858000"/>
              <a:gd name="connsiteX739" fmla="*/ 242575 w 7467600"/>
              <a:gd name="connsiteY739" fmla="*/ 1958841 h 6858000"/>
              <a:gd name="connsiteX740" fmla="*/ 82197 w 7467600"/>
              <a:gd name="connsiteY740" fmla="*/ 1754826 h 6858000"/>
              <a:gd name="connsiteX741" fmla="*/ 0 w 7467600"/>
              <a:gd name="connsiteY741" fmla="*/ 1679650 h 6858000"/>
              <a:gd name="connsiteX742" fmla="*/ 0 w 7467600"/>
              <a:gd name="connsiteY742" fmla="*/ 1602463 h 6858000"/>
              <a:gd name="connsiteX743" fmla="*/ 84689 w 7467600"/>
              <a:gd name="connsiteY743" fmla="*/ 1677442 h 6858000"/>
              <a:gd name="connsiteX744" fmla="*/ 298437 w 7467600"/>
              <a:gd name="connsiteY744" fmla="*/ 1968019 h 6858000"/>
              <a:gd name="connsiteX745" fmla="*/ 227269 w 7467600"/>
              <a:gd name="connsiteY745" fmla="*/ 1114064 h 6858000"/>
              <a:gd name="connsiteX746" fmla="*/ 248003 w 7467600"/>
              <a:gd name="connsiteY746" fmla="*/ 1089613 h 6858000"/>
              <a:gd name="connsiteX747" fmla="*/ 427020 w 7467600"/>
              <a:gd name="connsiteY747" fmla="*/ 1619803 h 6858000"/>
              <a:gd name="connsiteX748" fmla="*/ 340345 w 7467600"/>
              <a:gd name="connsiteY748" fmla="*/ 2027739 h 6858000"/>
              <a:gd name="connsiteX749" fmla="*/ 360865 w 7467600"/>
              <a:gd name="connsiteY749" fmla="*/ 2044827 h 6858000"/>
              <a:gd name="connsiteX750" fmla="*/ 560414 w 7467600"/>
              <a:gd name="connsiteY750" fmla="*/ 2421457 h 6858000"/>
              <a:gd name="connsiteX751" fmla="*/ 1359703 w 7467600"/>
              <a:gd name="connsiteY751" fmla="*/ 2578554 h 6858000"/>
              <a:gd name="connsiteX752" fmla="*/ 1359422 w 7467600"/>
              <a:gd name="connsiteY752" fmla="*/ 2577994 h 6858000"/>
              <a:gd name="connsiteX753" fmla="*/ 828701 w 7467600"/>
              <a:gd name="connsiteY753" fmla="*/ 1839520 h 6858000"/>
              <a:gd name="connsiteX754" fmla="*/ 494427 w 7467600"/>
              <a:gd name="connsiteY754" fmla="*/ 1092333 h 6858000"/>
              <a:gd name="connsiteX755" fmla="*/ 506322 w 7467600"/>
              <a:gd name="connsiteY755" fmla="*/ 1020997 h 6858000"/>
              <a:gd name="connsiteX756" fmla="*/ 4570198 w 7467600"/>
              <a:gd name="connsiteY756" fmla="*/ 978081 h 6858000"/>
              <a:gd name="connsiteX757" fmla="*/ 4523691 w 7467600"/>
              <a:gd name="connsiteY757" fmla="*/ 1127776 h 6858000"/>
              <a:gd name="connsiteX758" fmla="*/ 4509875 w 7467600"/>
              <a:gd name="connsiteY758" fmla="*/ 1167552 h 6858000"/>
              <a:gd name="connsiteX759" fmla="*/ 4478168 w 7467600"/>
              <a:gd name="connsiteY759" fmla="*/ 1260735 h 6858000"/>
              <a:gd name="connsiteX760" fmla="*/ 4409309 w 7467600"/>
              <a:gd name="connsiteY760" fmla="*/ 1666996 h 6858000"/>
              <a:gd name="connsiteX761" fmla="*/ 4370031 w 7467600"/>
              <a:gd name="connsiteY761" fmla="*/ 1955666 h 6858000"/>
              <a:gd name="connsiteX762" fmla="*/ 4570198 w 7467600"/>
              <a:gd name="connsiteY762" fmla="*/ 978081 h 6858000"/>
              <a:gd name="connsiteX763" fmla="*/ 4557898 w 7467600"/>
              <a:gd name="connsiteY763" fmla="*/ 900011 h 6858000"/>
              <a:gd name="connsiteX764" fmla="*/ 4344840 w 7467600"/>
              <a:gd name="connsiteY764" fmla="*/ 1922038 h 6858000"/>
              <a:gd name="connsiteX765" fmla="*/ 4378710 w 7467600"/>
              <a:gd name="connsiteY765" fmla="*/ 1665516 h 6858000"/>
              <a:gd name="connsiteX766" fmla="*/ 4448798 w 7467600"/>
              <a:gd name="connsiteY766" fmla="*/ 1253024 h 6858000"/>
              <a:gd name="connsiteX767" fmla="*/ 4480315 w 7467600"/>
              <a:gd name="connsiteY767" fmla="*/ 1158454 h 6858000"/>
              <a:gd name="connsiteX768" fmla="*/ 4494133 w 7467600"/>
              <a:gd name="connsiteY768" fmla="*/ 1118676 h 6858000"/>
              <a:gd name="connsiteX769" fmla="*/ 4557898 w 7467600"/>
              <a:gd name="connsiteY769" fmla="*/ 900011 h 6858000"/>
              <a:gd name="connsiteX770" fmla="*/ 5870151 w 7467600"/>
              <a:gd name="connsiteY770" fmla="*/ 898890 h 6858000"/>
              <a:gd name="connsiteX771" fmla="*/ 5861335 w 7467600"/>
              <a:gd name="connsiteY771" fmla="*/ 899177 h 6858000"/>
              <a:gd name="connsiteX772" fmla="*/ 5843702 w 7467600"/>
              <a:gd name="connsiteY772" fmla="*/ 899748 h 6858000"/>
              <a:gd name="connsiteX773" fmla="*/ 5651107 w 7467600"/>
              <a:gd name="connsiteY773" fmla="*/ 920306 h 6858000"/>
              <a:gd name="connsiteX774" fmla="*/ 5459407 w 7467600"/>
              <a:gd name="connsiteY774" fmla="*/ 940975 h 6858000"/>
              <a:gd name="connsiteX775" fmla="*/ 5374846 w 7467600"/>
              <a:gd name="connsiteY775" fmla="*/ 941988 h 6858000"/>
              <a:gd name="connsiteX776" fmla="*/ 5256105 w 7467600"/>
              <a:gd name="connsiteY776" fmla="*/ 945632 h 6858000"/>
              <a:gd name="connsiteX777" fmla="*/ 5107071 w 7467600"/>
              <a:gd name="connsiteY777" fmla="*/ 969720 h 6858000"/>
              <a:gd name="connsiteX778" fmla="*/ 4998681 w 7467600"/>
              <a:gd name="connsiteY778" fmla="*/ 988771 h 6858000"/>
              <a:gd name="connsiteX779" fmla="*/ 5870151 w 7467600"/>
              <a:gd name="connsiteY779" fmla="*/ 898890 h 6858000"/>
              <a:gd name="connsiteX780" fmla="*/ 5504425 w 7467600"/>
              <a:gd name="connsiteY780" fmla="*/ 848067 h 6858000"/>
              <a:gd name="connsiteX781" fmla="*/ 4968849 w 7467600"/>
              <a:gd name="connsiteY781" fmla="*/ 962318 h 6858000"/>
              <a:gd name="connsiteX782" fmla="*/ 5104039 w 7467600"/>
              <a:gd name="connsiteY782" fmla="*/ 940634 h 6858000"/>
              <a:gd name="connsiteX783" fmla="*/ 5256311 w 7467600"/>
              <a:gd name="connsiteY783" fmla="*/ 916490 h 6858000"/>
              <a:gd name="connsiteX784" fmla="*/ 5377381 w 7467600"/>
              <a:gd name="connsiteY784" fmla="*/ 912671 h 6858000"/>
              <a:gd name="connsiteX785" fmla="*/ 5460148 w 7467600"/>
              <a:gd name="connsiteY785" fmla="*/ 911442 h 6858000"/>
              <a:gd name="connsiteX786" fmla="*/ 5648971 w 7467600"/>
              <a:gd name="connsiteY786" fmla="*/ 891331 h 6858000"/>
              <a:gd name="connsiteX787" fmla="*/ 5844807 w 7467600"/>
              <a:gd name="connsiteY787" fmla="*/ 870718 h 6858000"/>
              <a:gd name="connsiteX788" fmla="*/ 5862975 w 7467600"/>
              <a:gd name="connsiteY788" fmla="*/ 869756 h 6858000"/>
              <a:gd name="connsiteX789" fmla="*/ 5920887 w 7467600"/>
              <a:gd name="connsiteY789" fmla="*/ 865929 h 6858000"/>
              <a:gd name="connsiteX790" fmla="*/ 5504425 w 7467600"/>
              <a:gd name="connsiteY790" fmla="*/ 848067 h 6858000"/>
              <a:gd name="connsiteX791" fmla="*/ 3607114 w 7467600"/>
              <a:gd name="connsiteY791" fmla="*/ 467441 h 6858000"/>
              <a:gd name="connsiteX792" fmla="*/ 3296242 w 7467600"/>
              <a:gd name="connsiteY792" fmla="*/ 807991 h 6858000"/>
              <a:gd name="connsiteX793" fmla="*/ 3174674 w 7467600"/>
              <a:gd name="connsiteY793" fmla="*/ 919759 h 6858000"/>
              <a:gd name="connsiteX794" fmla="*/ 3042978 w 7467600"/>
              <a:gd name="connsiteY794" fmla="*/ 1054894 h 6858000"/>
              <a:gd name="connsiteX795" fmla="*/ 2968914 w 7467600"/>
              <a:gd name="connsiteY795" fmla="*/ 1133756 h 6858000"/>
              <a:gd name="connsiteX796" fmla="*/ 3103823 w 7467600"/>
              <a:gd name="connsiteY796" fmla="*/ 1026814 h 6858000"/>
              <a:gd name="connsiteX797" fmla="*/ 3607114 w 7467600"/>
              <a:gd name="connsiteY797" fmla="*/ 467441 h 6858000"/>
              <a:gd name="connsiteX798" fmla="*/ 3744487 w 7467600"/>
              <a:gd name="connsiteY798" fmla="*/ 383136 h 6858000"/>
              <a:gd name="connsiteX799" fmla="*/ 3970213 w 7467600"/>
              <a:gd name="connsiteY799" fmla="*/ 995559 h 6858000"/>
              <a:gd name="connsiteX800" fmla="*/ 3744487 w 7467600"/>
              <a:gd name="connsiteY800" fmla="*/ 383136 h 6858000"/>
              <a:gd name="connsiteX801" fmla="*/ 3624562 w 7467600"/>
              <a:gd name="connsiteY801" fmla="*/ 367041 h 6858000"/>
              <a:gd name="connsiteX802" fmla="*/ 3489712 w 7467600"/>
              <a:gd name="connsiteY802" fmla="*/ 485386 h 6858000"/>
              <a:gd name="connsiteX803" fmla="*/ 3182994 w 7467600"/>
              <a:gd name="connsiteY803" fmla="*/ 828265 h 6858000"/>
              <a:gd name="connsiteX804" fmla="*/ 2892114 w 7467600"/>
              <a:gd name="connsiteY804" fmla="*/ 1172635 h 6858000"/>
              <a:gd name="connsiteX805" fmla="*/ 3021459 w 7467600"/>
              <a:gd name="connsiteY805" fmla="*/ 1035385 h 6858000"/>
              <a:gd name="connsiteX806" fmla="*/ 3153873 w 7467600"/>
              <a:gd name="connsiteY806" fmla="*/ 898971 h 6858000"/>
              <a:gd name="connsiteX807" fmla="*/ 3276511 w 7467600"/>
              <a:gd name="connsiteY807" fmla="*/ 786423 h 6858000"/>
              <a:gd name="connsiteX808" fmla="*/ 3584154 w 7467600"/>
              <a:gd name="connsiteY808" fmla="*/ 448218 h 6858000"/>
              <a:gd name="connsiteX809" fmla="*/ 3624562 w 7467600"/>
              <a:gd name="connsiteY809" fmla="*/ 367041 h 6858000"/>
              <a:gd name="connsiteX810" fmla="*/ 3766672 w 7467600"/>
              <a:gd name="connsiteY810" fmla="*/ 359429 h 6858000"/>
              <a:gd name="connsiteX811" fmla="*/ 3996338 w 7467600"/>
              <a:gd name="connsiteY811" fmla="*/ 968237 h 6858000"/>
              <a:gd name="connsiteX812" fmla="*/ 3766672 w 7467600"/>
              <a:gd name="connsiteY812" fmla="*/ 359429 h 6858000"/>
              <a:gd name="connsiteX813" fmla="*/ 5805386 w 7467600"/>
              <a:gd name="connsiteY813" fmla="*/ 239240 h 6858000"/>
              <a:gd name="connsiteX814" fmla="*/ 5736947 w 7467600"/>
              <a:gd name="connsiteY814" fmla="*/ 261367 h 6858000"/>
              <a:gd name="connsiteX815" fmla="*/ 5427012 w 7467600"/>
              <a:gd name="connsiteY815" fmla="*/ 311272 h 6858000"/>
              <a:gd name="connsiteX816" fmla="*/ 5147818 w 7467600"/>
              <a:gd name="connsiteY816" fmla="*/ 322112 h 6858000"/>
              <a:gd name="connsiteX817" fmla="*/ 5060854 w 7467600"/>
              <a:gd name="connsiteY817" fmla="*/ 311882 h 6858000"/>
              <a:gd name="connsiteX818" fmla="*/ 4945989 w 7467600"/>
              <a:gd name="connsiteY818" fmla="*/ 300516 h 6858000"/>
              <a:gd name="connsiteX819" fmla="*/ 5410479 w 7467600"/>
              <a:gd name="connsiteY819" fmla="*/ 348434 h 6858000"/>
              <a:gd name="connsiteX820" fmla="*/ 5805386 w 7467600"/>
              <a:gd name="connsiteY820" fmla="*/ 239240 h 6858000"/>
              <a:gd name="connsiteX821" fmla="*/ 5905192 w 7467600"/>
              <a:gd name="connsiteY821" fmla="*/ 163079 h 6858000"/>
              <a:gd name="connsiteX822" fmla="*/ 5865655 w 7467600"/>
              <a:gd name="connsiteY822" fmla="*/ 171901 h 6858000"/>
              <a:gd name="connsiteX823" fmla="*/ 5259740 w 7467600"/>
              <a:gd name="connsiteY823" fmla="*/ 257013 h 6858000"/>
              <a:gd name="connsiteX824" fmla="*/ 5208466 w 7467600"/>
              <a:gd name="connsiteY824" fmla="*/ 257550 h 6858000"/>
              <a:gd name="connsiteX825" fmla="*/ 4980204 w 7467600"/>
              <a:gd name="connsiteY825" fmla="*/ 271903 h 6858000"/>
              <a:gd name="connsiteX826" fmla="*/ 5068068 w 7467600"/>
              <a:gd name="connsiteY826" fmla="*/ 282244 h 6858000"/>
              <a:gd name="connsiteX827" fmla="*/ 5153231 w 7467600"/>
              <a:gd name="connsiteY827" fmla="*/ 292240 h 6858000"/>
              <a:gd name="connsiteX828" fmla="*/ 5426491 w 7467600"/>
              <a:gd name="connsiteY828" fmla="*/ 281128 h 6858000"/>
              <a:gd name="connsiteX829" fmla="*/ 5731212 w 7467600"/>
              <a:gd name="connsiteY829" fmla="*/ 231951 h 6858000"/>
              <a:gd name="connsiteX830" fmla="*/ 5905192 w 7467600"/>
              <a:gd name="connsiteY830" fmla="*/ 163079 h 6858000"/>
              <a:gd name="connsiteX831" fmla="*/ 5944437 w 7467600"/>
              <a:gd name="connsiteY831" fmla="*/ 113829 h 6858000"/>
              <a:gd name="connsiteX832" fmla="*/ 5825032 w 7467600"/>
              <a:gd name="connsiteY832" fmla="*/ 146405 h 6858000"/>
              <a:gd name="connsiteX833" fmla="*/ 4955599 w 7467600"/>
              <a:gd name="connsiteY833" fmla="*/ 247008 h 6858000"/>
              <a:gd name="connsiteX834" fmla="*/ 5210104 w 7467600"/>
              <a:gd name="connsiteY834" fmla="*/ 228123 h 6858000"/>
              <a:gd name="connsiteX835" fmla="*/ 5261015 w 7467600"/>
              <a:gd name="connsiteY835" fmla="*/ 227087 h 6858000"/>
              <a:gd name="connsiteX836" fmla="*/ 5861181 w 7467600"/>
              <a:gd name="connsiteY836" fmla="*/ 143093 h 6858000"/>
              <a:gd name="connsiteX837" fmla="*/ 5961252 w 7467600"/>
              <a:gd name="connsiteY837" fmla="*/ 114820 h 6858000"/>
              <a:gd name="connsiteX838" fmla="*/ 5944437 w 7467600"/>
              <a:gd name="connsiteY838" fmla="*/ 113829 h 6858000"/>
              <a:gd name="connsiteX839" fmla="*/ 3882765 w 7467600"/>
              <a:gd name="connsiteY839" fmla="*/ 0 h 6858000"/>
              <a:gd name="connsiteX840" fmla="*/ 3995099 w 7467600"/>
              <a:gd name="connsiteY840" fmla="*/ 0 h 6858000"/>
              <a:gd name="connsiteX841" fmla="*/ 4163818 w 7467600"/>
              <a:gd name="connsiteY841" fmla="*/ 234104 h 6858000"/>
              <a:gd name="connsiteX842" fmla="*/ 4172099 w 7467600"/>
              <a:gd name="connsiteY842" fmla="*/ 234207 h 6858000"/>
              <a:gd name="connsiteX843" fmla="*/ 4784282 w 7467600"/>
              <a:gd name="connsiteY843" fmla="*/ 276561 h 6858000"/>
              <a:gd name="connsiteX844" fmla="*/ 4801687 w 7467600"/>
              <a:gd name="connsiteY844" fmla="*/ 267764 h 6858000"/>
              <a:gd name="connsiteX845" fmla="*/ 6082788 w 7467600"/>
              <a:gd name="connsiteY845" fmla="*/ 64119 h 6858000"/>
              <a:gd name="connsiteX846" fmla="*/ 6099442 w 7467600"/>
              <a:gd name="connsiteY846" fmla="*/ 82568 h 6858000"/>
              <a:gd name="connsiteX847" fmla="*/ 4804137 w 7467600"/>
              <a:gd name="connsiteY847" fmla="*/ 320931 h 6858000"/>
              <a:gd name="connsiteX848" fmla="*/ 4227047 w 7467600"/>
              <a:gd name="connsiteY848" fmla="*/ 313415 h 6858000"/>
              <a:gd name="connsiteX849" fmla="*/ 4346041 w 7467600"/>
              <a:gd name="connsiteY849" fmla="*/ 456086 h 6858000"/>
              <a:gd name="connsiteX850" fmla="*/ 4870967 w 7467600"/>
              <a:gd name="connsiteY850" fmla="*/ 963061 h 6858000"/>
              <a:gd name="connsiteX851" fmla="*/ 4889647 w 7467600"/>
              <a:gd name="connsiteY851" fmla="*/ 957147 h 6858000"/>
              <a:gd name="connsiteX852" fmla="*/ 5422504 w 7467600"/>
              <a:gd name="connsiteY852" fmla="*/ 805191 h 6858000"/>
              <a:gd name="connsiteX853" fmla="*/ 6087656 w 7467600"/>
              <a:gd name="connsiteY853" fmla="*/ 826703 h 6858000"/>
              <a:gd name="connsiteX854" fmla="*/ 6058717 w 7467600"/>
              <a:gd name="connsiteY854" fmla="*/ 865992 h 6858000"/>
              <a:gd name="connsiteX855" fmla="*/ 4974153 w 7467600"/>
              <a:gd name="connsiteY855" fmla="*/ 1045456 h 6858000"/>
              <a:gd name="connsiteX856" fmla="*/ 5627835 w 7467600"/>
              <a:gd name="connsiteY856" fmla="*/ 1472077 h 6858000"/>
              <a:gd name="connsiteX857" fmla="*/ 5629817 w 7467600"/>
              <a:gd name="connsiteY857" fmla="*/ 1471412 h 6858000"/>
              <a:gd name="connsiteX858" fmla="*/ 5634124 w 7467600"/>
              <a:gd name="connsiteY858" fmla="*/ 1470572 h 6858000"/>
              <a:gd name="connsiteX859" fmla="*/ 5755832 w 7467600"/>
              <a:gd name="connsiteY859" fmla="*/ 1383886 h 6858000"/>
              <a:gd name="connsiteX860" fmla="*/ 6014186 w 7467600"/>
              <a:gd name="connsiteY860" fmla="*/ 1279799 h 6858000"/>
              <a:gd name="connsiteX861" fmla="*/ 6901619 w 7467600"/>
              <a:gd name="connsiteY861" fmla="*/ 1047874 h 6858000"/>
              <a:gd name="connsiteX862" fmla="*/ 6931566 w 7467600"/>
              <a:gd name="connsiteY862" fmla="*/ 1062034 h 6858000"/>
              <a:gd name="connsiteX863" fmla="*/ 5790982 w 7467600"/>
              <a:gd name="connsiteY863" fmla="*/ 1561380 h 6858000"/>
              <a:gd name="connsiteX864" fmla="*/ 6188971 w 7467600"/>
              <a:gd name="connsiteY864" fmla="*/ 1755168 h 6858000"/>
              <a:gd name="connsiteX865" fmla="*/ 6202446 w 7467600"/>
              <a:gd name="connsiteY865" fmla="*/ 1752268 h 6858000"/>
              <a:gd name="connsiteX866" fmla="*/ 7179560 w 7467600"/>
              <a:gd name="connsiteY866" fmla="*/ 1467551 h 6858000"/>
              <a:gd name="connsiteX867" fmla="*/ 7158730 w 7467600"/>
              <a:gd name="connsiteY867" fmla="*/ 1507835 h 6858000"/>
              <a:gd name="connsiteX868" fmla="*/ 6326959 w 7467600"/>
              <a:gd name="connsiteY868" fmla="*/ 1817686 h 6858000"/>
              <a:gd name="connsiteX869" fmla="*/ 6537433 w 7467600"/>
              <a:gd name="connsiteY869" fmla="*/ 1907790 h 6858000"/>
              <a:gd name="connsiteX870" fmla="*/ 6550221 w 7467600"/>
              <a:gd name="connsiteY870" fmla="*/ 1910729 h 6858000"/>
              <a:gd name="connsiteX871" fmla="*/ 6964438 w 7467600"/>
              <a:gd name="connsiteY871" fmla="*/ 2209505 h 6858000"/>
              <a:gd name="connsiteX872" fmla="*/ 7367862 w 7467600"/>
              <a:gd name="connsiteY872" fmla="*/ 2806833 h 6858000"/>
              <a:gd name="connsiteX873" fmla="*/ 7364329 w 7467600"/>
              <a:gd name="connsiteY873" fmla="*/ 2826907 h 6858000"/>
              <a:gd name="connsiteX874" fmla="*/ 7290545 w 7467600"/>
              <a:gd name="connsiteY874" fmla="*/ 2850663 h 6858000"/>
              <a:gd name="connsiteX875" fmla="*/ 6472036 w 7467600"/>
              <a:gd name="connsiteY875" fmla="*/ 1959003 h 6858000"/>
              <a:gd name="connsiteX876" fmla="*/ 5792897 w 7467600"/>
              <a:gd name="connsiteY876" fmla="*/ 1647747 h 6858000"/>
              <a:gd name="connsiteX877" fmla="*/ 5842751 w 7467600"/>
              <a:gd name="connsiteY877" fmla="*/ 1816112 h 6858000"/>
              <a:gd name="connsiteX878" fmla="*/ 5847424 w 7467600"/>
              <a:gd name="connsiteY878" fmla="*/ 1815776 h 6858000"/>
              <a:gd name="connsiteX879" fmla="*/ 6399821 w 7467600"/>
              <a:gd name="connsiteY879" fmla="*/ 2344799 h 6858000"/>
              <a:gd name="connsiteX880" fmla="*/ 6323232 w 7467600"/>
              <a:gd name="connsiteY880" fmla="*/ 2389634 h 6858000"/>
              <a:gd name="connsiteX881" fmla="*/ 5942958 w 7467600"/>
              <a:gd name="connsiteY881" fmla="*/ 2077708 h 6858000"/>
              <a:gd name="connsiteX882" fmla="*/ 5921559 w 7467600"/>
              <a:gd name="connsiteY882" fmla="*/ 2378596 h 6858000"/>
              <a:gd name="connsiteX883" fmla="*/ 5817651 w 7467600"/>
              <a:gd name="connsiteY883" fmla="*/ 3023919 h 6858000"/>
              <a:gd name="connsiteX884" fmla="*/ 5729634 w 7467600"/>
              <a:gd name="connsiteY884" fmla="*/ 3051849 h 6858000"/>
              <a:gd name="connsiteX885" fmla="*/ 5611018 w 7467600"/>
              <a:gd name="connsiteY885" fmla="*/ 2316769 h 6858000"/>
              <a:gd name="connsiteX886" fmla="*/ 5687608 w 7467600"/>
              <a:gd name="connsiteY886" fmla="*/ 2039972 h 6858000"/>
              <a:gd name="connsiteX887" fmla="*/ 5657554 w 7467600"/>
              <a:gd name="connsiteY887" fmla="*/ 1576445 h 6858000"/>
              <a:gd name="connsiteX888" fmla="*/ 5150475 w 7467600"/>
              <a:gd name="connsiteY888" fmla="*/ 1274012 h 6858000"/>
              <a:gd name="connsiteX889" fmla="*/ 5349142 w 7467600"/>
              <a:gd name="connsiteY889" fmla="*/ 2204405 h 6858000"/>
              <a:gd name="connsiteX890" fmla="*/ 5262214 w 7467600"/>
              <a:gd name="connsiteY890" fmla="*/ 2233836 h 6858000"/>
              <a:gd name="connsiteX891" fmla="*/ 4981539 w 7467600"/>
              <a:gd name="connsiteY891" fmla="*/ 1542201 h 6858000"/>
              <a:gd name="connsiteX892" fmla="*/ 4958461 w 7467600"/>
              <a:gd name="connsiteY892" fmla="*/ 1136957 h 6858000"/>
              <a:gd name="connsiteX893" fmla="*/ 4655015 w 7467600"/>
              <a:gd name="connsiteY893" fmla="*/ 891426 h 6858000"/>
              <a:gd name="connsiteX894" fmla="*/ 4348002 w 7467600"/>
              <a:gd name="connsiteY894" fmla="*/ 2205895 h 6858000"/>
              <a:gd name="connsiteX895" fmla="*/ 4262250 w 7467600"/>
              <a:gd name="connsiteY895" fmla="*/ 2219972 h 6858000"/>
              <a:gd name="connsiteX896" fmla="*/ 4550611 w 7467600"/>
              <a:gd name="connsiteY896" fmla="*/ 817540 h 6858000"/>
              <a:gd name="connsiteX897" fmla="*/ 4564418 w 7467600"/>
              <a:gd name="connsiteY897" fmla="*/ 808293 h 6858000"/>
              <a:gd name="connsiteX898" fmla="*/ 4266388 w 7467600"/>
              <a:gd name="connsiteY898" fmla="*/ 500083 h 6858000"/>
              <a:gd name="connsiteX899" fmla="*/ 4032842 w 7467600"/>
              <a:gd name="connsiteY899" fmla="*/ 211809 h 6858000"/>
              <a:gd name="connsiteX900" fmla="*/ 3882765 w 7467600"/>
              <a:gd name="connsiteY900" fmla="*/ 0 h 6858000"/>
              <a:gd name="connsiteX901" fmla="*/ 3721337 w 7467600"/>
              <a:gd name="connsiteY901" fmla="*/ 0 h 6858000"/>
              <a:gd name="connsiteX902" fmla="*/ 3797544 w 7467600"/>
              <a:gd name="connsiteY902" fmla="*/ 0 h 6858000"/>
              <a:gd name="connsiteX903" fmla="*/ 3775734 w 7467600"/>
              <a:gd name="connsiteY903" fmla="*/ 95131 h 6858000"/>
              <a:gd name="connsiteX904" fmla="*/ 3724807 w 7467600"/>
              <a:gd name="connsiteY904" fmla="*/ 272257 h 6858000"/>
              <a:gd name="connsiteX905" fmla="*/ 3726844 w 7467600"/>
              <a:gd name="connsiteY905" fmla="*/ 282988 h 6858000"/>
              <a:gd name="connsiteX906" fmla="*/ 3742664 w 7467600"/>
              <a:gd name="connsiteY906" fmla="*/ 279918 h 6858000"/>
              <a:gd name="connsiteX907" fmla="*/ 4103910 w 7467600"/>
              <a:gd name="connsiteY907" fmla="*/ 1161917 h 6858000"/>
              <a:gd name="connsiteX908" fmla="*/ 4020269 w 7467600"/>
              <a:gd name="connsiteY908" fmla="*/ 1200406 h 6858000"/>
              <a:gd name="connsiteX909" fmla="*/ 3674882 w 7467600"/>
              <a:gd name="connsiteY909" fmla="*/ 488524 h 6858000"/>
              <a:gd name="connsiteX910" fmla="*/ 3132682 w 7467600"/>
              <a:gd name="connsiteY910" fmla="*/ 1072284 h 6858000"/>
              <a:gd name="connsiteX911" fmla="*/ 2716346 w 7467600"/>
              <a:gd name="connsiteY911" fmla="*/ 1276376 h 6858000"/>
              <a:gd name="connsiteX912" fmla="*/ 2716772 w 7467600"/>
              <a:gd name="connsiteY912" fmla="*/ 1255462 h 6858000"/>
              <a:gd name="connsiteX913" fmla="*/ 3471096 w 7467600"/>
              <a:gd name="connsiteY913" fmla="*/ 437072 h 6858000"/>
              <a:gd name="connsiteX914" fmla="*/ 3639057 w 7467600"/>
              <a:gd name="connsiteY914" fmla="*/ 286334 h 6858000"/>
              <a:gd name="connsiteX915" fmla="*/ 3640309 w 7467600"/>
              <a:gd name="connsiteY915" fmla="*/ 284664 h 6858000"/>
              <a:gd name="connsiteX916" fmla="*/ 3646022 w 7467600"/>
              <a:gd name="connsiteY916" fmla="*/ 276711 h 6858000"/>
              <a:gd name="connsiteX917" fmla="*/ 3707943 w 7467600"/>
              <a:gd name="connsiteY917" fmla="*/ 65958 h 6858000"/>
              <a:gd name="connsiteX918" fmla="*/ 3721337 w 7467600"/>
              <a:gd name="connsiteY918" fmla="*/ 0 h 6858000"/>
              <a:gd name="connsiteX919" fmla="*/ 2867960 w 7467600"/>
              <a:gd name="connsiteY919" fmla="*/ 0 h 6858000"/>
              <a:gd name="connsiteX920" fmla="*/ 2926351 w 7467600"/>
              <a:gd name="connsiteY920" fmla="*/ 0 h 6858000"/>
              <a:gd name="connsiteX921" fmla="*/ 2902823 w 7467600"/>
              <a:gd name="connsiteY921" fmla="*/ 262929 h 6858000"/>
              <a:gd name="connsiteX922" fmla="*/ 2940663 w 7467600"/>
              <a:gd name="connsiteY922" fmla="*/ 140884 h 6858000"/>
              <a:gd name="connsiteX923" fmla="*/ 2947039 w 7467600"/>
              <a:gd name="connsiteY923" fmla="*/ 122524 h 6858000"/>
              <a:gd name="connsiteX924" fmla="*/ 2984316 w 7467600"/>
              <a:gd name="connsiteY924" fmla="*/ 0 h 6858000"/>
              <a:gd name="connsiteX925" fmla="*/ 3016114 w 7467600"/>
              <a:gd name="connsiteY925" fmla="*/ 0 h 6858000"/>
              <a:gd name="connsiteX926" fmla="*/ 2979949 w 7467600"/>
              <a:gd name="connsiteY926" fmla="*/ 119274 h 6858000"/>
              <a:gd name="connsiteX927" fmla="*/ 3023879 w 7467600"/>
              <a:gd name="connsiteY927" fmla="*/ 0 h 6858000"/>
              <a:gd name="connsiteX928" fmla="*/ 3105400 w 7467600"/>
              <a:gd name="connsiteY928" fmla="*/ 0 h 6858000"/>
              <a:gd name="connsiteX929" fmla="*/ 3094669 w 7467600"/>
              <a:gd name="connsiteY929" fmla="*/ 30308 h 6858000"/>
              <a:gd name="connsiteX930" fmla="*/ 2901945 w 7467600"/>
              <a:gd name="connsiteY930" fmla="*/ 466538 h 6858000"/>
              <a:gd name="connsiteX931" fmla="*/ 2815209 w 7467600"/>
              <a:gd name="connsiteY931" fmla="*/ 497361 h 6858000"/>
              <a:gd name="connsiteX932" fmla="*/ 2844845 w 7467600"/>
              <a:gd name="connsiteY932" fmla="*/ 127638 h 6858000"/>
              <a:gd name="connsiteX933" fmla="*/ 2867960 w 7467600"/>
              <a:gd name="connsiteY933" fmla="*/ 0 h 6858000"/>
              <a:gd name="connsiteX934" fmla="*/ 1057230 w 7467600"/>
              <a:gd name="connsiteY934" fmla="*/ 0 h 6858000"/>
              <a:gd name="connsiteX935" fmla="*/ 1111003 w 7467600"/>
              <a:gd name="connsiteY935" fmla="*/ 0 h 6858000"/>
              <a:gd name="connsiteX936" fmla="*/ 1125553 w 7467600"/>
              <a:gd name="connsiteY936" fmla="*/ 52588 h 6858000"/>
              <a:gd name="connsiteX937" fmla="*/ 1304276 w 7467600"/>
              <a:gd name="connsiteY937" fmla="*/ 476275 h 6858000"/>
              <a:gd name="connsiteX938" fmla="*/ 1492066 w 7467600"/>
              <a:gd name="connsiteY938" fmla="*/ 886333 h 6858000"/>
              <a:gd name="connsiteX939" fmla="*/ 1423698 w 7467600"/>
              <a:gd name="connsiteY939" fmla="*/ 710817 h 6858000"/>
              <a:gd name="connsiteX940" fmla="*/ 1357609 w 7467600"/>
              <a:gd name="connsiteY940" fmla="*/ 532892 h 6858000"/>
              <a:gd name="connsiteX941" fmla="*/ 1309550 w 7467600"/>
              <a:gd name="connsiteY941" fmla="*/ 374031 h 6858000"/>
              <a:gd name="connsiteX942" fmla="*/ 1193673 w 7467600"/>
              <a:gd name="connsiteY942" fmla="*/ 49533 h 6858000"/>
              <a:gd name="connsiteX943" fmla="*/ 1164391 w 7467600"/>
              <a:gd name="connsiteY943" fmla="*/ 0 h 6858000"/>
              <a:gd name="connsiteX944" fmla="*/ 1200666 w 7467600"/>
              <a:gd name="connsiteY944" fmla="*/ 0 h 6858000"/>
              <a:gd name="connsiteX945" fmla="*/ 1223408 w 7467600"/>
              <a:gd name="connsiteY945" fmla="*/ 38996 h 6858000"/>
              <a:gd name="connsiteX946" fmla="*/ 1339635 w 7467600"/>
              <a:gd name="connsiteY946" fmla="*/ 365517 h 6858000"/>
              <a:gd name="connsiteX947" fmla="*/ 1387469 w 7467600"/>
              <a:gd name="connsiteY947" fmla="*/ 523079 h 6858000"/>
              <a:gd name="connsiteX948" fmla="*/ 1452685 w 7467600"/>
              <a:gd name="connsiteY948" fmla="*/ 699806 h 6858000"/>
              <a:gd name="connsiteX949" fmla="*/ 1492092 w 7467600"/>
              <a:gd name="connsiteY949" fmla="*/ 800424 h 6858000"/>
              <a:gd name="connsiteX950" fmla="*/ 1455302 w 7467600"/>
              <a:gd name="connsiteY950" fmla="*/ 632913 h 6858000"/>
              <a:gd name="connsiteX951" fmla="*/ 1222336 w 7467600"/>
              <a:gd name="connsiteY951" fmla="*/ 9480 h 6858000"/>
              <a:gd name="connsiteX952" fmla="*/ 1214634 w 7467600"/>
              <a:gd name="connsiteY952" fmla="*/ 0 h 6858000"/>
              <a:gd name="connsiteX953" fmla="*/ 1289827 w 7467600"/>
              <a:gd name="connsiteY953" fmla="*/ 0 h 6858000"/>
              <a:gd name="connsiteX954" fmla="*/ 1321076 w 7467600"/>
              <a:gd name="connsiteY954" fmla="*/ 59722 h 6858000"/>
              <a:gd name="connsiteX955" fmla="*/ 1512579 w 7467600"/>
              <a:gd name="connsiteY955" fmla="*/ 626441 h 6858000"/>
              <a:gd name="connsiteX956" fmla="*/ 1506076 w 7467600"/>
              <a:gd name="connsiteY956" fmla="*/ 1089289 h 6858000"/>
              <a:gd name="connsiteX957" fmla="*/ 1486346 w 7467600"/>
              <a:gd name="connsiteY957" fmla="*/ 1079919 h 6858000"/>
              <a:gd name="connsiteX958" fmla="*/ 1070511 w 7467600"/>
              <a:gd name="connsiteY958" fmla="*/ 48609 h 6858000"/>
              <a:gd name="connsiteX959" fmla="*/ 1057230 w 7467600"/>
              <a:gd name="connsiteY959" fmla="*/ 0 h 6858000"/>
              <a:gd name="connsiteX960" fmla="*/ 43151 w 7467600"/>
              <a:gd name="connsiteY960" fmla="*/ 0 h 6858000"/>
              <a:gd name="connsiteX961" fmla="*/ 95283 w 7467600"/>
              <a:gd name="connsiteY961" fmla="*/ 0 h 6858000"/>
              <a:gd name="connsiteX962" fmla="*/ 300708 w 7467600"/>
              <a:gd name="connsiteY962" fmla="*/ 154571 h 6858000"/>
              <a:gd name="connsiteX963" fmla="*/ 530414 w 7467600"/>
              <a:gd name="connsiteY963" fmla="*/ 354673 h 6858000"/>
              <a:gd name="connsiteX964" fmla="*/ 333785 w 7467600"/>
              <a:gd name="connsiteY964" fmla="*/ 161564 h 6858000"/>
              <a:gd name="connsiteX965" fmla="*/ 147005 w 7467600"/>
              <a:gd name="connsiteY965" fmla="*/ 0 h 6858000"/>
              <a:gd name="connsiteX966" fmla="*/ 272509 w 7467600"/>
              <a:gd name="connsiteY966" fmla="*/ 0 h 6858000"/>
              <a:gd name="connsiteX967" fmla="*/ 326276 w 7467600"/>
              <a:gd name="connsiteY967" fmla="*/ 45847 h 6858000"/>
              <a:gd name="connsiteX968" fmla="*/ 823759 w 7467600"/>
              <a:gd name="connsiteY968" fmla="*/ 574145 h 6858000"/>
              <a:gd name="connsiteX969" fmla="*/ 811254 w 7467600"/>
              <a:gd name="connsiteY969" fmla="*/ 665546 h 6858000"/>
              <a:gd name="connsiteX970" fmla="*/ 154042 w 7467600"/>
              <a:gd name="connsiteY970" fmla="*/ 261522 h 6858000"/>
              <a:gd name="connsiteX971" fmla="*/ 13550 w 7467600"/>
              <a:gd name="connsiteY971" fmla="*/ 158423 h 6858000"/>
              <a:gd name="connsiteX972" fmla="*/ 0 w 7467600"/>
              <a:gd name="connsiteY972" fmla="*/ 146618 h 6858000"/>
              <a:gd name="connsiteX973" fmla="*/ 0 w 7467600"/>
              <a:gd name="connsiteY973" fmla="*/ 59161 h 6858000"/>
              <a:gd name="connsiteX974" fmla="*/ 45427 w 7467600"/>
              <a:gd name="connsiteY974" fmla="*/ 101078 h 6858000"/>
              <a:gd name="connsiteX975" fmla="*/ 630103 w 7467600"/>
              <a:gd name="connsiteY975" fmla="*/ 485885 h 6858000"/>
              <a:gd name="connsiteX976" fmla="*/ 532040 w 7467600"/>
              <a:gd name="connsiteY976" fmla="*/ 399359 h 6858000"/>
              <a:gd name="connsiteX977" fmla="*/ 517618 w 7467600"/>
              <a:gd name="connsiteY977" fmla="*/ 385726 h 6858000"/>
              <a:gd name="connsiteX978" fmla="*/ 285074 w 7467600"/>
              <a:gd name="connsiteY978" fmla="*/ 182755 h 6858000"/>
              <a:gd name="connsiteX979" fmla="*/ 43151 w 7467600"/>
              <a:gd name="connsiteY97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356878 w 7467600"/>
              <a:gd name="connsiteY88" fmla="*/ 5981332 h 6858000"/>
              <a:gd name="connsiteX89" fmla="*/ 7467600 w 7467600"/>
              <a:gd name="connsiteY89" fmla="*/ 6117703 h 6858000"/>
              <a:gd name="connsiteX90" fmla="*/ 7467600 w 7467600"/>
              <a:gd name="connsiteY90" fmla="*/ 6163634 h 6858000"/>
              <a:gd name="connsiteX91" fmla="*/ 7403637 w 7467600"/>
              <a:gd name="connsiteY91" fmla="*/ 6083957 h 6858000"/>
              <a:gd name="connsiteX92" fmla="*/ 7254615 w 7467600"/>
              <a:gd name="connsiteY92" fmla="*/ 5911918 h 6858000"/>
              <a:gd name="connsiteX93" fmla="*/ 7312589 w 7467600"/>
              <a:gd name="connsiteY93" fmla="*/ 5982309 h 6858000"/>
              <a:gd name="connsiteX94" fmla="*/ 7448321 w 7467600"/>
              <a:gd name="connsiteY94" fmla="*/ 6190991 h 6858000"/>
              <a:gd name="connsiteX95" fmla="*/ 7467600 w 7467600"/>
              <a:gd name="connsiteY95" fmla="*/ 6221686 h 6858000"/>
              <a:gd name="connsiteX96" fmla="*/ 7467600 w 7467600"/>
              <a:gd name="connsiteY96" fmla="*/ 6334256 h 6858000"/>
              <a:gd name="connsiteX97" fmla="*/ 7454976 w 7467600"/>
              <a:gd name="connsiteY97" fmla="*/ 6318297 h 6858000"/>
              <a:gd name="connsiteX98" fmla="*/ 7042773 w 7467600"/>
              <a:gd name="connsiteY98" fmla="*/ 5734011 h 6858000"/>
              <a:gd name="connsiteX99" fmla="*/ 6844835 w 7467600"/>
              <a:gd name="connsiteY99" fmla="*/ 5424988 h 6858000"/>
              <a:gd name="connsiteX100" fmla="*/ 1456157 w 7467600"/>
              <a:gd name="connsiteY100" fmla="*/ 5371404 h 6858000"/>
              <a:gd name="connsiteX101" fmla="*/ 1244432 w 7467600"/>
              <a:gd name="connsiteY101" fmla="*/ 5385601 h 6858000"/>
              <a:gd name="connsiteX102" fmla="*/ 973990 w 7467600"/>
              <a:gd name="connsiteY102" fmla="*/ 5424940 h 6858000"/>
              <a:gd name="connsiteX103" fmla="*/ 1103809 w 7467600"/>
              <a:gd name="connsiteY103" fmla="*/ 5433720 h 6858000"/>
              <a:gd name="connsiteX104" fmla="*/ 1123454 w 7467600"/>
              <a:gd name="connsiteY104" fmla="*/ 5435727 h 6858000"/>
              <a:gd name="connsiteX105" fmla="*/ 1737017 w 7467600"/>
              <a:gd name="connsiteY105" fmla="*/ 5452183 h 6858000"/>
              <a:gd name="connsiteX106" fmla="*/ 1824397 w 7467600"/>
              <a:gd name="connsiteY106" fmla="*/ 5447757 h 6858000"/>
              <a:gd name="connsiteX107" fmla="*/ 2070059 w 7467600"/>
              <a:gd name="connsiteY107" fmla="*/ 5441660 h 6858000"/>
              <a:gd name="connsiteX108" fmla="*/ 1456157 w 7467600"/>
              <a:gd name="connsiteY108" fmla="*/ 5371404 h 6858000"/>
              <a:gd name="connsiteX109" fmla="*/ 4988186 w 7467600"/>
              <a:gd name="connsiteY109" fmla="*/ 5216467 h 6858000"/>
              <a:gd name="connsiteX110" fmla="*/ 4777334 w 7467600"/>
              <a:gd name="connsiteY110" fmla="*/ 5406072 h 6858000"/>
              <a:gd name="connsiteX111" fmla="*/ 4718341 w 7467600"/>
              <a:gd name="connsiteY111" fmla="*/ 5468043 h 6858000"/>
              <a:gd name="connsiteX112" fmla="*/ 4604655 w 7467600"/>
              <a:gd name="connsiteY112" fmla="*/ 5583434 h 6858000"/>
              <a:gd name="connsiteX113" fmla="*/ 4565074 w 7467600"/>
              <a:gd name="connsiteY113" fmla="*/ 5618550 h 6858000"/>
              <a:gd name="connsiteX114" fmla="*/ 4988186 w 7467600"/>
              <a:gd name="connsiteY114" fmla="*/ 5216467 h 6858000"/>
              <a:gd name="connsiteX115" fmla="*/ 4978032 w 7467600"/>
              <a:gd name="connsiteY115" fmla="*/ 5183809 h 6858000"/>
              <a:gd name="connsiteX116" fmla="*/ 4463413 w 7467600"/>
              <a:gd name="connsiteY116" fmla="*/ 5615162 h 6858000"/>
              <a:gd name="connsiteX117" fmla="*/ 4358134 w 7467600"/>
              <a:gd name="connsiteY117" fmla="*/ 5742791 h 6858000"/>
              <a:gd name="connsiteX118" fmla="*/ 4376219 w 7467600"/>
              <a:gd name="connsiteY118" fmla="*/ 5729027 h 6858000"/>
              <a:gd name="connsiteX119" fmla="*/ 4582340 w 7467600"/>
              <a:gd name="connsiteY119" fmla="*/ 5561037 h 6858000"/>
              <a:gd name="connsiteX120" fmla="*/ 4694684 w 7467600"/>
              <a:gd name="connsiteY120" fmla="*/ 5447098 h 6858000"/>
              <a:gd name="connsiteX121" fmla="*/ 4754123 w 7467600"/>
              <a:gd name="connsiteY121" fmla="*/ 5384643 h 6858000"/>
              <a:gd name="connsiteX122" fmla="*/ 4978032 w 7467600"/>
              <a:gd name="connsiteY122" fmla="*/ 5183809 h 6858000"/>
              <a:gd name="connsiteX123" fmla="*/ 1903353 w 7467600"/>
              <a:gd name="connsiteY123" fmla="*/ 5044827 h 6858000"/>
              <a:gd name="connsiteX124" fmla="*/ 1936931 w 7467600"/>
              <a:gd name="connsiteY124" fmla="*/ 5093954 h 6858000"/>
              <a:gd name="connsiteX125" fmla="*/ 2195868 w 7467600"/>
              <a:gd name="connsiteY125" fmla="*/ 5396574 h 6858000"/>
              <a:gd name="connsiteX126" fmla="*/ 2088852 w 7467600"/>
              <a:gd name="connsiteY126" fmla="*/ 5166123 h 6858000"/>
              <a:gd name="connsiteX127" fmla="*/ 1958241 w 7467600"/>
              <a:gd name="connsiteY127" fmla="*/ 5067955 h 6858000"/>
              <a:gd name="connsiteX128" fmla="*/ 1903353 w 7467600"/>
              <a:gd name="connsiteY128" fmla="*/ 5044827 h 6858000"/>
              <a:gd name="connsiteX129" fmla="*/ 1979378 w 7467600"/>
              <a:gd name="connsiteY129" fmla="*/ 4769504 h 6858000"/>
              <a:gd name="connsiteX130" fmla="*/ 2882120 w 7467600"/>
              <a:gd name="connsiteY130" fmla="*/ 5064547 h 6858000"/>
              <a:gd name="connsiteX131" fmla="*/ 2793103 w 7467600"/>
              <a:gd name="connsiteY131" fmla="*/ 5039699 h 6858000"/>
              <a:gd name="connsiteX132" fmla="*/ 2770041 w 7467600"/>
              <a:gd name="connsiteY132" fmla="*/ 5033634 h 6858000"/>
              <a:gd name="connsiteX133" fmla="*/ 1979378 w 7467600"/>
              <a:gd name="connsiteY133" fmla="*/ 4769504 h 6858000"/>
              <a:gd name="connsiteX134" fmla="*/ 1927410 w 7467600"/>
              <a:gd name="connsiteY134" fmla="*/ 4716164 h 6858000"/>
              <a:gd name="connsiteX135" fmla="*/ 1959587 w 7467600"/>
              <a:gd name="connsiteY135" fmla="*/ 4728849 h 6858000"/>
              <a:gd name="connsiteX136" fmla="*/ 2777707 w 7467600"/>
              <a:gd name="connsiteY136" fmla="*/ 5003991 h 6858000"/>
              <a:gd name="connsiteX137" fmla="*/ 2800768 w 7467600"/>
              <a:gd name="connsiteY137" fmla="*/ 5010056 h 6858000"/>
              <a:gd name="connsiteX138" fmla="*/ 2879408 w 7467600"/>
              <a:gd name="connsiteY138" fmla="*/ 5031590 h 6858000"/>
              <a:gd name="connsiteX139" fmla="*/ 2862295 w 7467600"/>
              <a:gd name="connsiteY139" fmla="*/ 5022958 h 6858000"/>
              <a:gd name="connsiteX140" fmla="*/ 2813343 w 7467600"/>
              <a:gd name="connsiteY140" fmla="*/ 4998369 h 6858000"/>
              <a:gd name="connsiteX141" fmla="*/ 2646245 w 7467600"/>
              <a:gd name="connsiteY141" fmla="*/ 4930999 h 6858000"/>
              <a:gd name="connsiteX142" fmla="*/ 1999243 w 7467600"/>
              <a:gd name="connsiteY142" fmla="*/ 4730524 h 6858000"/>
              <a:gd name="connsiteX143" fmla="*/ 1979527 w 7467600"/>
              <a:gd name="connsiteY143" fmla="*/ 4726651 h 6858000"/>
              <a:gd name="connsiteX144" fmla="*/ 1927410 w 7467600"/>
              <a:gd name="connsiteY144" fmla="*/ 4716164 h 6858000"/>
              <a:gd name="connsiteX145" fmla="*/ 1997014 w 7467600"/>
              <a:gd name="connsiteY145" fmla="*/ 4698007 h 6858000"/>
              <a:gd name="connsiteX146" fmla="*/ 2005458 w 7467600"/>
              <a:gd name="connsiteY146" fmla="*/ 4699540 h 6858000"/>
              <a:gd name="connsiteX147" fmla="*/ 2657186 w 7467600"/>
              <a:gd name="connsiteY147" fmla="*/ 4901687 h 6858000"/>
              <a:gd name="connsiteX148" fmla="*/ 2826662 w 7467600"/>
              <a:gd name="connsiteY148" fmla="*/ 4970362 h 6858000"/>
              <a:gd name="connsiteX149" fmla="*/ 2876100 w 7467600"/>
              <a:gd name="connsiteY149" fmla="*/ 4995397 h 6858000"/>
              <a:gd name="connsiteX150" fmla="*/ 3042600 w 7467600"/>
              <a:gd name="connsiteY150" fmla="*/ 5059532 h 6858000"/>
              <a:gd name="connsiteX151" fmla="*/ 1997014 w 7467600"/>
              <a:gd name="connsiteY151" fmla="*/ 4698007 h 6858000"/>
              <a:gd name="connsiteX152" fmla="*/ 2305292 w 7467600"/>
              <a:gd name="connsiteY152" fmla="*/ 4219492 h 6858000"/>
              <a:gd name="connsiteX153" fmla="*/ 3360922 w 7467600"/>
              <a:gd name="connsiteY153" fmla="*/ 4529373 h 6858000"/>
              <a:gd name="connsiteX154" fmla="*/ 3492420 w 7467600"/>
              <a:gd name="connsiteY154" fmla="*/ 4510145 h 6858000"/>
              <a:gd name="connsiteX155" fmla="*/ 3364086 w 7467600"/>
              <a:gd name="connsiteY155" fmla="*/ 4480340 h 6858000"/>
              <a:gd name="connsiteX156" fmla="*/ 3225818 w 7467600"/>
              <a:gd name="connsiteY156" fmla="*/ 4411822 h 6858000"/>
              <a:gd name="connsiteX157" fmla="*/ 3129696 w 7467600"/>
              <a:gd name="connsiteY157" fmla="*/ 4360704 h 6858000"/>
              <a:gd name="connsiteX158" fmla="*/ 2814545 w 7467600"/>
              <a:gd name="connsiteY158" fmla="*/ 4282955 h 6858000"/>
              <a:gd name="connsiteX159" fmla="*/ 2305292 w 7467600"/>
              <a:gd name="connsiteY159" fmla="*/ 4219492 h 6858000"/>
              <a:gd name="connsiteX160" fmla="*/ 2626982 w 7467600"/>
              <a:gd name="connsiteY160" fmla="*/ 4206450 h 6858000"/>
              <a:gd name="connsiteX161" fmla="*/ 2490617 w 7467600"/>
              <a:gd name="connsiteY161" fmla="*/ 4206951 h 6858000"/>
              <a:gd name="connsiteX162" fmla="*/ 2819869 w 7467600"/>
              <a:gd name="connsiteY162" fmla="*/ 4252936 h 6858000"/>
              <a:gd name="connsiteX163" fmla="*/ 3143018 w 7467600"/>
              <a:gd name="connsiteY163" fmla="*/ 4332698 h 6858000"/>
              <a:gd name="connsiteX164" fmla="*/ 3241520 w 7467600"/>
              <a:gd name="connsiteY164" fmla="*/ 4385112 h 6858000"/>
              <a:gd name="connsiteX165" fmla="*/ 3374575 w 7467600"/>
              <a:gd name="connsiteY165" fmla="*/ 4451517 h 6858000"/>
              <a:gd name="connsiteX166" fmla="*/ 3505221 w 7467600"/>
              <a:gd name="connsiteY166" fmla="*/ 4480757 h 6858000"/>
              <a:gd name="connsiteX167" fmla="*/ 2626982 w 7467600"/>
              <a:gd name="connsiteY167" fmla="*/ 4206450 h 6858000"/>
              <a:gd name="connsiteX168" fmla="*/ 1310106 w 7467600"/>
              <a:gd name="connsiteY168" fmla="*/ 3943217 h 6858000"/>
              <a:gd name="connsiteX169" fmla="*/ 854994 w 7467600"/>
              <a:gd name="connsiteY169" fmla="*/ 4399136 h 6858000"/>
              <a:gd name="connsiteX170" fmla="*/ 742462 w 7467600"/>
              <a:gd name="connsiteY170" fmla="*/ 4594648 h 6858000"/>
              <a:gd name="connsiteX171" fmla="*/ 820602 w 7467600"/>
              <a:gd name="connsiteY171" fmla="*/ 4485915 h 6858000"/>
              <a:gd name="connsiteX172" fmla="*/ 878295 w 7467600"/>
              <a:gd name="connsiteY172" fmla="*/ 4403594 h 6858000"/>
              <a:gd name="connsiteX173" fmla="*/ 1240607 w 7467600"/>
              <a:gd name="connsiteY173" fmla="*/ 4010401 h 6858000"/>
              <a:gd name="connsiteX174" fmla="*/ 1310106 w 7467600"/>
              <a:gd name="connsiteY174" fmla="*/ 3943217 h 6858000"/>
              <a:gd name="connsiteX175" fmla="*/ 1423113 w 7467600"/>
              <a:gd name="connsiteY175" fmla="*/ 3874565 h 6858000"/>
              <a:gd name="connsiteX176" fmla="*/ 1260565 w 7467600"/>
              <a:gd name="connsiteY176" fmla="*/ 4031982 h 6858000"/>
              <a:gd name="connsiteX177" fmla="*/ 901900 w 7467600"/>
              <a:gd name="connsiteY177" fmla="*/ 4421236 h 6858000"/>
              <a:gd name="connsiteX178" fmla="*/ 845044 w 7467600"/>
              <a:gd name="connsiteY178" fmla="*/ 4502436 h 6858000"/>
              <a:gd name="connsiteX179" fmla="*/ 685926 w 7467600"/>
              <a:gd name="connsiteY179" fmla="*/ 4703069 h 6858000"/>
              <a:gd name="connsiteX180" fmla="*/ 684248 w 7467600"/>
              <a:gd name="connsiteY180" fmla="*/ 4706721 h 6858000"/>
              <a:gd name="connsiteX181" fmla="*/ 1423113 w 7467600"/>
              <a:gd name="connsiteY181" fmla="*/ 3874565 h 6858000"/>
              <a:gd name="connsiteX182" fmla="*/ 3316479 w 7467600"/>
              <a:gd name="connsiteY182" fmla="*/ 3872136 h 6858000"/>
              <a:gd name="connsiteX183" fmla="*/ 3546806 w 7467600"/>
              <a:gd name="connsiteY183" fmla="*/ 4356139 h 6858000"/>
              <a:gd name="connsiteX184" fmla="*/ 3364433 w 7467600"/>
              <a:gd name="connsiteY184" fmla="*/ 3953121 h 6858000"/>
              <a:gd name="connsiteX185" fmla="*/ 3316479 w 7467600"/>
              <a:gd name="connsiteY185" fmla="*/ 3872136 h 6858000"/>
              <a:gd name="connsiteX186" fmla="*/ 3291335 w 7467600"/>
              <a:gd name="connsiteY186" fmla="*/ 3767420 h 6858000"/>
              <a:gd name="connsiteX187" fmla="*/ 3390805 w 7467600"/>
              <a:gd name="connsiteY187" fmla="*/ 3937163 h 6858000"/>
              <a:gd name="connsiteX188" fmla="*/ 3579062 w 7467600"/>
              <a:gd name="connsiteY188" fmla="*/ 4359040 h 6858000"/>
              <a:gd name="connsiteX189" fmla="*/ 3467355 w 7467600"/>
              <a:gd name="connsiteY189" fmla="*/ 3988130 h 6858000"/>
              <a:gd name="connsiteX190" fmla="*/ 3310753 w 7467600"/>
              <a:gd name="connsiteY190" fmla="*/ 3787140 h 6858000"/>
              <a:gd name="connsiteX191" fmla="*/ 3291335 w 7467600"/>
              <a:gd name="connsiteY191" fmla="*/ 3767420 h 6858000"/>
              <a:gd name="connsiteX192" fmla="*/ 1635889 w 7467600"/>
              <a:gd name="connsiteY192" fmla="*/ 3709494 h 6858000"/>
              <a:gd name="connsiteX193" fmla="*/ 1634800 w 7467600"/>
              <a:gd name="connsiteY193" fmla="*/ 3731111 h 6858000"/>
              <a:gd name="connsiteX194" fmla="*/ 1635889 w 7467600"/>
              <a:gd name="connsiteY194" fmla="*/ 3709494 h 6858000"/>
              <a:gd name="connsiteX195" fmla="*/ 1510397 w 7467600"/>
              <a:gd name="connsiteY195" fmla="*/ 3684705 h 6858000"/>
              <a:gd name="connsiteX196" fmla="*/ 1146550 w 7467600"/>
              <a:gd name="connsiteY196" fmla="*/ 3802012 h 6858000"/>
              <a:gd name="connsiteX197" fmla="*/ 698834 w 7467600"/>
              <a:gd name="connsiteY197" fmla="*/ 3952272 h 6858000"/>
              <a:gd name="connsiteX198" fmla="*/ 34256 w 7467600"/>
              <a:gd name="connsiteY198" fmla="*/ 4347603 h 6858000"/>
              <a:gd name="connsiteX199" fmla="*/ 527241 w 7467600"/>
              <a:gd name="connsiteY199" fmla="*/ 4065078 h 6858000"/>
              <a:gd name="connsiteX200" fmla="*/ 1510397 w 7467600"/>
              <a:gd name="connsiteY200" fmla="*/ 3684705 h 6858000"/>
              <a:gd name="connsiteX201" fmla="*/ 1313114 w 7467600"/>
              <a:gd name="connsiteY201" fmla="*/ 3655216 h 6858000"/>
              <a:gd name="connsiteX202" fmla="*/ 1109304 w 7467600"/>
              <a:gd name="connsiteY202" fmla="*/ 3669030 h 6858000"/>
              <a:gd name="connsiteX203" fmla="*/ 8129 w 7467600"/>
              <a:gd name="connsiteY203" fmla="*/ 4330519 h 6858000"/>
              <a:gd name="connsiteX204" fmla="*/ 687572 w 7467600"/>
              <a:gd name="connsiteY204" fmla="*/ 3925629 h 6858000"/>
              <a:gd name="connsiteX205" fmla="*/ 1138365 w 7467600"/>
              <a:gd name="connsiteY205" fmla="*/ 3774515 h 6858000"/>
              <a:gd name="connsiteX206" fmla="*/ 1505579 w 7467600"/>
              <a:gd name="connsiteY206" fmla="*/ 3655526 h 6858000"/>
              <a:gd name="connsiteX207" fmla="*/ 1313114 w 7467600"/>
              <a:gd name="connsiteY207" fmla="*/ 3655216 h 6858000"/>
              <a:gd name="connsiteX208" fmla="*/ 3655073 w 7467600"/>
              <a:gd name="connsiteY208" fmla="*/ 3650884 h 6858000"/>
              <a:gd name="connsiteX209" fmla="*/ 3989938 w 7467600"/>
              <a:gd name="connsiteY209" fmla="*/ 3991685 h 6858000"/>
              <a:gd name="connsiteX210" fmla="*/ 4393907 w 7467600"/>
              <a:gd name="connsiteY210" fmla="*/ 4261258 h 6858000"/>
              <a:gd name="connsiteX211" fmla="*/ 4648051 w 7467600"/>
              <a:gd name="connsiteY211" fmla="*/ 4374051 h 6858000"/>
              <a:gd name="connsiteX212" fmla="*/ 4383389 w 7467600"/>
              <a:gd name="connsiteY212" fmla="*/ 4184369 h 6858000"/>
              <a:gd name="connsiteX213" fmla="*/ 4165508 w 7467600"/>
              <a:gd name="connsiteY213" fmla="*/ 4035196 h 6858000"/>
              <a:gd name="connsiteX214" fmla="*/ 4068162 w 7467600"/>
              <a:gd name="connsiteY214" fmla="*/ 3953394 h 6858000"/>
              <a:gd name="connsiteX215" fmla="*/ 3981416 w 7467600"/>
              <a:gd name="connsiteY215" fmla="*/ 3880482 h 6858000"/>
              <a:gd name="connsiteX216" fmla="*/ 3800147 w 7467600"/>
              <a:gd name="connsiteY216" fmla="*/ 3749872 h 6858000"/>
              <a:gd name="connsiteX217" fmla="*/ 3655073 w 7467600"/>
              <a:gd name="connsiteY217" fmla="*/ 3650884 h 6858000"/>
              <a:gd name="connsiteX218" fmla="*/ 3670252 w 7467600"/>
              <a:gd name="connsiteY218" fmla="*/ 3622798 h 6858000"/>
              <a:gd name="connsiteX219" fmla="*/ 3817258 w 7467600"/>
              <a:gd name="connsiteY219" fmla="*/ 3723577 h 6858000"/>
              <a:gd name="connsiteX220" fmla="*/ 4000461 w 7467600"/>
              <a:gd name="connsiteY220" fmla="*/ 3855966 h 6858000"/>
              <a:gd name="connsiteX221" fmla="*/ 4088180 w 7467600"/>
              <a:gd name="connsiteY221" fmla="*/ 3929774 h 6858000"/>
              <a:gd name="connsiteX222" fmla="*/ 4184555 w 7467600"/>
              <a:gd name="connsiteY222" fmla="*/ 4010683 h 6858000"/>
              <a:gd name="connsiteX223" fmla="*/ 4399563 w 7467600"/>
              <a:gd name="connsiteY223" fmla="*/ 4158106 h 6858000"/>
              <a:gd name="connsiteX224" fmla="*/ 4684469 w 7467600"/>
              <a:gd name="connsiteY224" fmla="*/ 4364680 h 6858000"/>
              <a:gd name="connsiteX225" fmla="*/ 4690271 w 7467600"/>
              <a:gd name="connsiteY225" fmla="*/ 4370034 h 6858000"/>
              <a:gd name="connsiteX226" fmla="*/ 4136093 w 7467600"/>
              <a:gd name="connsiteY226" fmla="*/ 3858466 h 6858000"/>
              <a:gd name="connsiteX227" fmla="*/ 3670252 w 7467600"/>
              <a:gd name="connsiteY227" fmla="*/ 3622798 h 6858000"/>
              <a:gd name="connsiteX228" fmla="*/ 4440129 w 7467600"/>
              <a:gd name="connsiteY228" fmla="*/ 3448571 h 6858000"/>
              <a:gd name="connsiteX229" fmla="*/ 4856525 w 7467600"/>
              <a:gd name="connsiteY229" fmla="*/ 3915351 h 6858000"/>
              <a:gd name="connsiteX230" fmla="*/ 5059055 w 7467600"/>
              <a:gd name="connsiteY230" fmla="*/ 4108918 h 6858000"/>
              <a:gd name="connsiteX231" fmla="*/ 5290070 w 7467600"/>
              <a:gd name="connsiteY231" fmla="*/ 4263619 h 6858000"/>
              <a:gd name="connsiteX232" fmla="*/ 4834991 w 7467600"/>
              <a:gd name="connsiteY232" fmla="*/ 3830985 h 6858000"/>
              <a:gd name="connsiteX233" fmla="*/ 4440129 w 7467600"/>
              <a:gd name="connsiteY233" fmla="*/ 3448571 h 6858000"/>
              <a:gd name="connsiteX234" fmla="*/ 4441737 w 7467600"/>
              <a:gd name="connsiteY234" fmla="*/ 3399734 h 6858000"/>
              <a:gd name="connsiteX235" fmla="*/ 4431236 w 7467600"/>
              <a:gd name="connsiteY235" fmla="*/ 3400954 h 6858000"/>
              <a:gd name="connsiteX236" fmla="*/ 4557150 w 7467600"/>
              <a:gd name="connsiteY236" fmla="*/ 3510023 h 6858000"/>
              <a:gd name="connsiteX237" fmla="*/ 4856936 w 7467600"/>
              <a:gd name="connsiteY237" fmla="*/ 3809146 h 6858000"/>
              <a:gd name="connsiteX238" fmla="*/ 5111996 w 7467600"/>
              <a:gd name="connsiteY238" fmla="*/ 4065759 h 6858000"/>
              <a:gd name="connsiteX239" fmla="*/ 5388878 w 7467600"/>
              <a:gd name="connsiteY239" fmla="*/ 4300185 h 6858000"/>
              <a:gd name="connsiteX240" fmla="*/ 5425556 w 7467600"/>
              <a:gd name="connsiteY240" fmla="*/ 4308967 h 6858000"/>
              <a:gd name="connsiteX241" fmla="*/ 4943646 w 7467600"/>
              <a:gd name="connsiteY241" fmla="*/ 3822916 h 6858000"/>
              <a:gd name="connsiteX242" fmla="*/ 4594837 w 7467600"/>
              <a:gd name="connsiteY242" fmla="*/ 3532274 h 6858000"/>
              <a:gd name="connsiteX243" fmla="*/ 4441737 w 7467600"/>
              <a:gd name="connsiteY243" fmla="*/ 3399734 h 6858000"/>
              <a:gd name="connsiteX244" fmla="*/ 5425834 w 7467600"/>
              <a:gd name="connsiteY244" fmla="*/ 3162785 h 6858000"/>
              <a:gd name="connsiteX245" fmla="*/ 5401644 w 7467600"/>
              <a:gd name="connsiteY245" fmla="*/ 3617847 h 6858000"/>
              <a:gd name="connsiteX246" fmla="*/ 5467256 w 7467600"/>
              <a:gd name="connsiteY246" fmla="*/ 4175494 h 6858000"/>
              <a:gd name="connsiteX247" fmla="*/ 5448069 w 7467600"/>
              <a:gd name="connsiteY247" fmla="*/ 3567554 h 6858000"/>
              <a:gd name="connsiteX248" fmla="*/ 5425834 w 7467600"/>
              <a:gd name="connsiteY248" fmla="*/ 3162785 h 6858000"/>
              <a:gd name="connsiteX249" fmla="*/ 1318687 w 7467600"/>
              <a:gd name="connsiteY249" fmla="*/ 3113840 h 6858000"/>
              <a:gd name="connsiteX250" fmla="*/ 1066793 w 7467600"/>
              <a:gd name="connsiteY250" fmla="*/ 3212171 h 6858000"/>
              <a:gd name="connsiteX251" fmla="*/ 993319 w 7467600"/>
              <a:gd name="connsiteY251" fmla="*/ 3247648 h 6858000"/>
              <a:gd name="connsiteX252" fmla="*/ 853081 w 7467600"/>
              <a:gd name="connsiteY252" fmla="*/ 3312410 h 6858000"/>
              <a:gd name="connsiteX253" fmla="*/ 805957 w 7467600"/>
              <a:gd name="connsiteY253" fmla="*/ 3330443 h 6858000"/>
              <a:gd name="connsiteX254" fmla="*/ 1318687 w 7467600"/>
              <a:gd name="connsiteY254" fmla="*/ 3113840 h 6858000"/>
              <a:gd name="connsiteX255" fmla="*/ 5453702 w 7467600"/>
              <a:gd name="connsiteY255" fmla="*/ 3090882 h 6858000"/>
              <a:gd name="connsiteX256" fmla="*/ 5480135 w 7467600"/>
              <a:gd name="connsiteY256" fmla="*/ 3565802 h 6858000"/>
              <a:gd name="connsiteX257" fmla="*/ 5499023 w 7467600"/>
              <a:gd name="connsiteY257" fmla="*/ 4166310 h 6858000"/>
              <a:gd name="connsiteX258" fmla="*/ 5547022 w 7467600"/>
              <a:gd name="connsiteY258" fmla="*/ 3607838 h 6858000"/>
              <a:gd name="connsiteX259" fmla="*/ 5515964 w 7467600"/>
              <a:gd name="connsiteY259" fmla="*/ 3378541 h 6858000"/>
              <a:gd name="connsiteX260" fmla="*/ 5453702 w 7467600"/>
              <a:gd name="connsiteY260" fmla="*/ 3090882 h 6858000"/>
              <a:gd name="connsiteX261" fmla="*/ 1238695 w 7467600"/>
              <a:gd name="connsiteY261" fmla="*/ 3076820 h 6858000"/>
              <a:gd name="connsiteX262" fmla="*/ 716371 w 7467600"/>
              <a:gd name="connsiteY262" fmla="*/ 3293249 h 6858000"/>
              <a:gd name="connsiteX263" fmla="*/ 579522 w 7467600"/>
              <a:gd name="connsiteY263" fmla="*/ 3371759 h 6858000"/>
              <a:gd name="connsiteX264" fmla="*/ 600288 w 7467600"/>
              <a:gd name="connsiteY264" fmla="*/ 3365555 h 6858000"/>
              <a:gd name="connsiteX265" fmla="*/ 840692 w 7467600"/>
              <a:gd name="connsiteY265" fmla="*/ 3284921 h 6858000"/>
              <a:gd name="connsiteX266" fmla="*/ 979248 w 7467600"/>
              <a:gd name="connsiteY266" fmla="*/ 3221003 h 6858000"/>
              <a:gd name="connsiteX267" fmla="*/ 1053282 w 7467600"/>
              <a:gd name="connsiteY267" fmla="*/ 3185247 h 6858000"/>
              <a:gd name="connsiteX268" fmla="*/ 1320603 w 7467600"/>
              <a:gd name="connsiteY268" fmla="*/ 3081281 h 6858000"/>
              <a:gd name="connsiteX269" fmla="*/ 1238695 w 7467600"/>
              <a:gd name="connsiteY269" fmla="*/ 3076820 h 6858000"/>
              <a:gd name="connsiteX270" fmla="*/ 5425627 w 7467600"/>
              <a:gd name="connsiteY270" fmla="*/ 2954192 h 6858000"/>
              <a:gd name="connsiteX271" fmla="*/ 5470770 w 7467600"/>
              <a:gd name="connsiteY271" fmla="*/ 3005435 h 6858000"/>
              <a:gd name="connsiteX272" fmla="*/ 5519779 w 7467600"/>
              <a:gd name="connsiteY272" fmla="*/ 4359223 h 6858000"/>
              <a:gd name="connsiteX273" fmla="*/ 5520293 w 7467600"/>
              <a:gd name="connsiteY273" fmla="*/ 4360602 h 6858000"/>
              <a:gd name="connsiteX274" fmla="*/ 5767221 w 7467600"/>
              <a:gd name="connsiteY274" fmla="*/ 4665564 h 6858000"/>
              <a:gd name="connsiteX275" fmla="*/ 6937169 w 7467600"/>
              <a:gd name="connsiteY275" fmla="*/ 4815941 h 6858000"/>
              <a:gd name="connsiteX276" fmla="*/ 6953922 w 7467600"/>
              <a:gd name="connsiteY276" fmla="*/ 4890068 h 6858000"/>
              <a:gd name="connsiteX277" fmla="*/ 6071359 w 7467600"/>
              <a:gd name="connsiteY277" fmla="*/ 4770770 h 6858000"/>
              <a:gd name="connsiteX278" fmla="*/ 6038839 w 7467600"/>
              <a:gd name="connsiteY278" fmla="*/ 4764474 h 6858000"/>
              <a:gd name="connsiteX279" fmla="*/ 6038706 w 7467600"/>
              <a:gd name="connsiteY279" fmla="*/ 4763847 h 6858000"/>
              <a:gd name="connsiteX280" fmla="*/ 6037784 w 7467600"/>
              <a:gd name="connsiteY280" fmla="*/ 4764270 h 6858000"/>
              <a:gd name="connsiteX281" fmla="*/ 6038839 w 7467600"/>
              <a:gd name="connsiteY281" fmla="*/ 4764474 h 6858000"/>
              <a:gd name="connsiteX282" fmla="*/ 6040338 w 7467600"/>
              <a:gd name="connsiteY282" fmla="*/ 4771418 h 6858000"/>
              <a:gd name="connsiteX283" fmla="*/ 6024488 w 7467600"/>
              <a:gd name="connsiteY283" fmla="*/ 4809903 h 6858000"/>
              <a:gd name="connsiteX284" fmla="*/ 5599771 w 7467600"/>
              <a:gd name="connsiteY284" fmla="*/ 5509652 h 6858000"/>
              <a:gd name="connsiteX285" fmla="*/ 5548843 w 7467600"/>
              <a:gd name="connsiteY285" fmla="*/ 5563845 h 6858000"/>
              <a:gd name="connsiteX286" fmla="*/ 5940952 w 7467600"/>
              <a:gd name="connsiteY286" fmla="*/ 6250028 h 6858000"/>
              <a:gd name="connsiteX287" fmla="*/ 6043441 w 7467600"/>
              <a:gd name="connsiteY287" fmla="*/ 6665847 h 6858000"/>
              <a:gd name="connsiteX288" fmla="*/ 6093432 w 7467600"/>
              <a:gd name="connsiteY288" fmla="*/ 6858000 h 6858000"/>
              <a:gd name="connsiteX289" fmla="*/ 6034344 w 7467600"/>
              <a:gd name="connsiteY289" fmla="*/ 6858000 h 6858000"/>
              <a:gd name="connsiteX290" fmla="*/ 6026679 w 7467600"/>
              <a:gd name="connsiteY290" fmla="*/ 6836959 h 6858000"/>
              <a:gd name="connsiteX291" fmla="*/ 5800441 w 7467600"/>
              <a:gd name="connsiteY291" fmla="*/ 6335286 h 6858000"/>
              <a:gd name="connsiteX292" fmla="*/ 5526562 w 7467600"/>
              <a:gd name="connsiteY292" fmla="*/ 5705388 h 6858000"/>
              <a:gd name="connsiteX293" fmla="*/ 5519640 w 7467600"/>
              <a:gd name="connsiteY293" fmla="*/ 5683774 h 6858000"/>
              <a:gd name="connsiteX294" fmla="*/ 5844559 w 7467600"/>
              <a:gd name="connsiteY294" fmla="*/ 6553349 h 6858000"/>
              <a:gd name="connsiteX295" fmla="*/ 5975994 w 7467600"/>
              <a:gd name="connsiteY295" fmla="*/ 6858000 h 6858000"/>
              <a:gd name="connsiteX296" fmla="*/ 5898547 w 7467600"/>
              <a:gd name="connsiteY296" fmla="*/ 6858000 h 6858000"/>
              <a:gd name="connsiteX297" fmla="*/ 5682041 w 7467600"/>
              <a:gd name="connsiteY297" fmla="*/ 6355860 h 6858000"/>
              <a:gd name="connsiteX298" fmla="*/ 5461758 w 7467600"/>
              <a:gd name="connsiteY298" fmla="*/ 5820220 h 6858000"/>
              <a:gd name="connsiteX299" fmla="*/ 5237282 w 7467600"/>
              <a:gd name="connsiteY299" fmla="*/ 6579086 h 6858000"/>
              <a:gd name="connsiteX300" fmla="*/ 5115009 w 7467600"/>
              <a:gd name="connsiteY300" fmla="*/ 6858000 h 6858000"/>
              <a:gd name="connsiteX301" fmla="*/ 5028074 w 7467600"/>
              <a:gd name="connsiteY301" fmla="*/ 6858000 h 6858000"/>
              <a:gd name="connsiteX302" fmla="*/ 5079508 w 7467600"/>
              <a:gd name="connsiteY302" fmla="*/ 6749074 h 6858000"/>
              <a:gd name="connsiteX303" fmla="*/ 5371846 w 7467600"/>
              <a:gd name="connsiteY303" fmla="*/ 5924413 h 6858000"/>
              <a:gd name="connsiteX304" fmla="*/ 5270512 w 7467600"/>
              <a:gd name="connsiteY304" fmla="*/ 6138975 h 6858000"/>
              <a:gd name="connsiteX305" fmla="*/ 5062409 w 7467600"/>
              <a:gd name="connsiteY305" fmla="*/ 6653544 h 6858000"/>
              <a:gd name="connsiteX306" fmla="*/ 5036628 w 7467600"/>
              <a:gd name="connsiteY306" fmla="*/ 6754247 h 6858000"/>
              <a:gd name="connsiteX307" fmla="*/ 5009112 w 7467600"/>
              <a:gd name="connsiteY307" fmla="*/ 6858000 h 6858000"/>
              <a:gd name="connsiteX308" fmla="*/ 4976679 w 7467600"/>
              <a:gd name="connsiteY308" fmla="*/ 6858000 h 6858000"/>
              <a:gd name="connsiteX309" fmla="*/ 5006537 w 7467600"/>
              <a:gd name="connsiteY309" fmla="*/ 6747068 h 6858000"/>
              <a:gd name="connsiteX310" fmla="*/ 5032723 w 7467600"/>
              <a:gd name="connsiteY310" fmla="*/ 6644957 h 6858000"/>
              <a:gd name="connsiteX311" fmla="*/ 5242949 w 7467600"/>
              <a:gd name="connsiteY311" fmla="*/ 6125175 h 6858000"/>
              <a:gd name="connsiteX312" fmla="*/ 5286321 w 7467600"/>
              <a:gd name="connsiteY312" fmla="*/ 6033555 h 6858000"/>
              <a:gd name="connsiteX313" fmla="*/ 5008210 w 7467600"/>
              <a:gd name="connsiteY313" fmla="*/ 6649194 h 6858000"/>
              <a:gd name="connsiteX314" fmla="*/ 4986321 w 7467600"/>
              <a:gd name="connsiteY314" fmla="*/ 6765687 h 6858000"/>
              <a:gd name="connsiteX315" fmla="*/ 4973474 w 7467600"/>
              <a:gd name="connsiteY315" fmla="*/ 6858000 h 6858000"/>
              <a:gd name="connsiteX316" fmla="*/ 4907178 w 7467600"/>
              <a:gd name="connsiteY316" fmla="*/ 6858000 h 6858000"/>
              <a:gd name="connsiteX317" fmla="*/ 4910810 w 7467600"/>
              <a:gd name="connsiteY317" fmla="*/ 6829660 h 6858000"/>
              <a:gd name="connsiteX318" fmla="*/ 4987461 w 7467600"/>
              <a:gd name="connsiteY318" fmla="*/ 6432994 h 6858000"/>
              <a:gd name="connsiteX319" fmla="*/ 5179262 w 7467600"/>
              <a:gd name="connsiteY319" fmla="*/ 6035044 h 6858000"/>
              <a:gd name="connsiteX320" fmla="*/ 4689678 w 7467600"/>
              <a:gd name="connsiteY320" fmla="*/ 6440241 h 6858000"/>
              <a:gd name="connsiteX321" fmla="*/ 4477543 w 7467600"/>
              <a:gd name="connsiteY321" fmla="*/ 6674836 h 6858000"/>
              <a:gd name="connsiteX322" fmla="*/ 4329957 w 7467600"/>
              <a:gd name="connsiteY322" fmla="*/ 6858000 h 6858000"/>
              <a:gd name="connsiteX323" fmla="*/ 4218595 w 7467600"/>
              <a:gd name="connsiteY323" fmla="*/ 6858000 h 6858000"/>
              <a:gd name="connsiteX324" fmla="*/ 4368888 w 7467600"/>
              <a:gd name="connsiteY324" fmla="*/ 6668412 h 6858000"/>
              <a:gd name="connsiteX325" fmla="*/ 4563091 w 7467600"/>
              <a:gd name="connsiteY325" fmla="*/ 6442508 h 6858000"/>
              <a:gd name="connsiteX326" fmla="*/ 5387324 w 7467600"/>
              <a:gd name="connsiteY326" fmla="*/ 5705830 h 6858000"/>
              <a:gd name="connsiteX327" fmla="*/ 5073620 w 7467600"/>
              <a:gd name="connsiteY327" fmla="*/ 5955437 h 6858000"/>
              <a:gd name="connsiteX328" fmla="*/ 4689789 w 7467600"/>
              <a:gd name="connsiteY328" fmla="*/ 6268382 h 6858000"/>
              <a:gd name="connsiteX329" fmla="*/ 4418722 w 7467600"/>
              <a:gd name="connsiteY329" fmla="*/ 6570886 h 6858000"/>
              <a:gd name="connsiteX330" fmla="*/ 4214944 w 7467600"/>
              <a:gd name="connsiteY330" fmla="*/ 6858000 h 6858000"/>
              <a:gd name="connsiteX331" fmla="*/ 4177898 w 7467600"/>
              <a:gd name="connsiteY331" fmla="*/ 6858000 h 6858000"/>
              <a:gd name="connsiteX332" fmla="*/ 4391597 w 7467600"/>
              <a:gd name="connsiteY332" fmla="*/ 6556370 h 6858000"/>
              <a:gd name="connsiteX333" fmla="*/ 4668889 w 7467600"/>
              <a:gd name="connsiteY333" fmla="*/ 6246399 h 6858000"/>
              <a:gd name="connsiteX334" fmla="*/ 5055427 w 7467600"/>
              <a:gd name="connsiteY334" fmla="*/ 5931476 h 6858000"/>
              <a:gd name="connsiteX335" fmla="*/ 5371814 w 7467600"/>
              <a:gd name="connsiteY335" fmla="*/ 5678975 h 6858000"/>
              <a:gd name="connsiteX336" fmla="*/ 4987918 w 7467600"/>
              <a:gd name="connsiteY336" fmla="*/ 5838701 h 6858000"/>
              <a:gd name="connsiteX337" fmla="*/ 4317146 w 7467600"/>
              <a:gd name="connsiteY337" fmla="*/ 6587716 h 6858000"/>
              <a:gd name="connsiteX338" fmla="*/ 4171627 w 7467600"/>
              <a:gd name="connsiteY338" fmla="*/ 6858000 h 6858000"/>
              <a:gd name="connsiteX339" fmla="*/ 4081585 w 7467600"/>
              <a:gd name="connsiteY339" fmla="*/ 6858000 h 6858000"/>
              <a:gd name="connsiteX340" fmla="*/ 4238603 w 7467600"/>
              <a:gd name="connsiteY340" fmla="*/ 6559341 h 6858000"/>
              <a:gd name="connsiteX341" fmla="*/ 4778333 w 7467600"/>
              <a:gd name="connsiteY341" fmla="*/ 5873626 h 6858000"/>
              <a:gd name="connsiteX342" fmla="*/ 5414185 w 7467600"/>
              <a:gd name="connsiteY342" fmla="*/ 5573882 h 6858000"/>
              <a:gd name="connsiteX343" fmla="*/ 5959648 w 7467600"/>
              <a:gd name="connsiteY343" fmla="*/ 4760797 h 6858000"/>
              <a:gd name="connsiteX344" fmla="*/ 5355019 w 7467600"/>
              <a:gd name="connsiteY344" fmla="*/ 4734672 h 6858000"/>
              <a:gd name="connsiteX345" fmla="*/ 5083565 w 7467600"/>
              <a:gd name="connsiteY345" fmla="*/ 5179121 h 6858000"/>
              <a:gd name="connsiteX346" fmla="*/ 4713577 w 7467600"/>
              <a:gd name="connsiteY346" fmla="*/ 5616803 h 6858000"/>
              <a:gd name="connsiteX347" fmla="*/ 3989559 w 7467600"/>
              <a:gd name="connsiteY347" fmla="*/ 6145945 h 6858000"/>
              <a:gd name="connsiteX348" fmla="*/ 3939824 w 7467600"/>
              <a:gd name="connsiteY348" fmla="*/ 6066900 h 6858000"/>
              <a:gd name="connsiteX349" fmla="*/ 4584537 w 7467600"/>
              <a:gd name="connsiteY349" fmla="*/ 5324826 h 6858000"/>
              <a:gd name="connsiteX350" fmla="*/ 5037105 w 7467600"/>
              <a:gd name="connsiteY350" fmla="*/ 5088765 h 6858000"/>
              <a:gd name="connsiteX351" fmla="*/ 5039930 w 7467600"/>
              <a:gd name="connsiteY351" fmla="*/ 5089585 h 6858000"/>
              <a:gd name="connsiteX352" fmla="*/ 5263764 w 7467600"/>
              <a:gd name="connsiteY352" fmla="*/ 4735525 h 6858000"/>
              <a:gd name="connsiteX353" fmla="*/ 4086300 w 7467600"/>
              <a:gd name="connsiteY353" fmla="*/ 4884599 h 6858000"/>
              <a:gd name="connsiteX354" fmla="*/ 4085485 w 7467600"/>
              <a:gd name="connsiteY354" fmla="*/ 4899070 h 6858000"/>
              <a:gd name="connsiteX355" fmla="*/ 3871915 w 7467600"/>
              <a:gd name="connsiteY355" fmla="*/ 5253645 h 6858000"/>
              <a:gd name="connsiteX356" fmla="*/ 3799374 w 7467600"/>
              <a:gd name="connsiteY356" fmla="*/ 5466127 h 6858000"/>
              <a:gd name="connsiteX357" fmla="*/ 3498850 w 7467600"/>
              <a:gd name="connsiteY357" fmla="*/ 6661888 h 6858000"/>
              <a:gd name="connsiteX358" fmla="*/ 3399216 w 7467600"/>
              <a:gd name="connsiteY358" fmla="*/ 6858000 h 6858000"/>
              <a:gd name="connsiteX359" fmla="*/ 3303688 w 7467600"/>
              <a:gd name="connsiteY359" fmla="*/ 6858000 h 6858000"/>
              <a:gd name="connsiteX360" fmla="*/ 3391774 w 7467600"/>
              <a:gd name="connsiteY360" fmla="*/ 6697181 h 6858000"/>
              <a:gd name="connsiteX361" fmla="*/ 3735540 w 7467600"/>
              <a:gd name="connsiteY361" fmla="*/ 5546923 h 6858000"/>
              <a:gd name="connsiteX362" fmla="*/ 3729438 w 7467600"/>
              <a:gd name="connsiteY362" fmla="*/ 5569058 h 6858000"/>
              <a:gd name="connsiteX363" fmla="*/ 3707782 w 7467600"/>
              <a:gd name="connsiteY363" fmla="*/ 5644908 h 6858000"/>
              <a:gd name="connsiteX364" fmla="*/ 3583827 w 7467600"/>
              <a:gd name="connsiteY364" fmla="*/ 6039215 h 6858000"/>
              <a:gd name="connsiteX365" fmla="*/ 3547861 w 7467600"/>
              <a:gd name="connsiteY365" fmla="*/ 6129609 h 6858000"/>
              <a:gd name="connsiteX366" fmla="*/ 3490905 w 7467600"/>
              <a:gd name="connsiteY366" fmla="*/ 6277660 h 6858000"/>
              <a:gd name="connsiteX367" fmla="*/ 3455859 w 7467600"/>
              <a:gd name="connsiteY367" fmla="*/ 6391301 h 6858000"/>
              <a:gd name="connsiteX368" fmla="*/ 3429112 w 7467600"/>
              <a:gd name="connsiteY368" fmla="*/ 6479469 h 6858000"/>
              <a:gd name="connsiteX369" fmla="*/ 3304862 w 7467600"/>
              <a:gd name="connsiteY369" fmla="*/ 6796476 h 6858000"/>
              <a:gd name="connsiteX370" fmla="*/ 3276071 w 7467600"/>
              <a:gd name="connsiteY370" fmla="*/ 6858000 h 6858000"/>
              <a:gd name="connsiteX371" fmla="*/ 3240805 w 7467600"/>
              <a:gd name="connsiteY371" fmla="*/ 6858000 h 6858000"/>
              <a:gd name="connsiteX372" fmla="*/ 3275917 w 7467600"/>
              <a:gd name="connsiteY372" fmla="*/ 6783192 h 6858000"/>
              <a:gd name="connsiteX373" fmla="*/ 3399358 w 7467600"/>
              <a:gd name="connsiteY373" fmla="*/ 6469011 h 6858000"/>
              <a:gd name="connsiteX374" fmla="*/ 3425650 w 7467600"/>
              <a:gd name="connsiteY374" fmla="*/ 6381333 h 6858000"/>
              <a:gd name="connsiteX375" fmla="*/ 3460661 w 7467600"/>
              <a:gd name="connsiteY375" fmla="*/ 6266763 h 6858000"/>
              <a:gd name="connsiteX376" fmla="*/ 3518021 w 7467600"/>
              <a:gd name="connsiteY376" fmla="*/ 6117298 h 6858000"/>
              <a:gd name="connsiteX377" fmla="*/ 3554035 w 7467600"/>
              <a:gd name="connsiteY377" fmla="*/ 6027832 h 6858000"/>
              <a:gd name="connsiteX378" fmla="*/ 3677174 w 7467600"/>
              <a:gd name="connsiteY378" fmla="*/ 5636351 h 6858000"/>
              <a:gd name="connsiteX379" fmla="*/ 3698819 w 7467600"/>
              <a:gd name="connsiteY379" fmla="*/ 5560503 h 6858000"/>
              <a:gd name="connsiteX380" fmla="*/ 3702094 w 7467600"/>
              <a:gd name="connsiteY380" fmla="*/ 5549194 h 6858000"/>
              <a:gd name="connsiteX381" fmla="*/ 3398355 w 7467600"/>
              <a:gd name="connsiteY381" fmla="*/ 6094603 h 6858000"/>
              <a:gd name="connsiteX382" fmla="*/ 3193941 w 7467600"/>
              <a:gd name="connsiteY382" fmla="*/ 6798775 h 6858000"/>
              <a:gd name="connsiteX383" fmla="*/ 3184140 w 7467600"/>
              <a:gd name="connsiteY383" fmla="*/ 6858000 h 6858000"/>
              <a:gd name="connsiteX384" fmla="*/ 3099978 w 7467600"/>
              <a:gd name="connsiteY384" fmla="*/ 6858000 h 6858000"/>
              <a:gd name="connsiteX385" fmla="*/ 3101556 w 7467600"/>
              <a:gd name="connsiteY385" fmla="*/ 6843337 h 6858000"/>
              <a:gd name="connsiteX386" fmla="*/ 3370162 w 7467600"/>
              <a:gd name="connsiteY386" fmla="*/ 5785550 h 6858000"/>
              <a:gd name="connsiteX387" fmla="*/ 3746477 w 7467600"/>
              <a:gd name="connsiteY387" fmla="*/ 5377889 h 6858000"/>
              <a:gd name="connsiteX388" fmla="*/ 3863399 w 7467600"/>
              <a:gd name="connsiteY388" fmla="*/ 5087257 h 6858000"/>
              <a:gd name="connsiteX389" fmla="*/ 3968712 w 7467600"/>
              <a:gd name="connsiteY389" fmla="*/ 4913989 h 6858000"/>
              <a:gd name="connsiteX390" fmla="*/ 2792390 w 7467600"/>
              <a:gd name="connsiteY390" fmla="*/ 5382974 h 6858000"/>
              <a:gd name="connsiteX391" fmla="*/ 2714982 w 7467600"/>
              <a:gd name="connsiteY391" fmla="*/ 5427051 h 6858000"/>
              <a:gd name="connsiteX392" fmla="*/ 2813361 w 7467600"/>
              <a:gd name="connsiteY392" fmla="*/ 6023912 h 6858000"/>
              <a:gd name="connsiteX393" fmla="*/ 2688430 w 7467600"/>
              <a:gd name="connsiteY393" fmla="*/ 6801564 h 6858000"/>
              <a:gd name="connsiteX394" fmla="*/ 2629626 w 7467600"/>
              <a:gd name="connsiteY394" fmla="*/ 6763394 h 6858000"/>
              <a:gd name="connsiteX395" fmla="*/ 2565328 w 7467600"/>
              <a:gd name="connsiteY395" fmla="*/ 5516399 h 6858000"/>
              <a:gd name="connsiteX396" fmla="*/ 1922999 w 7467600"/>
              <a:gd name="connsiteY396" fmla="*/ 5980343 h 6858000"/>
              <a:gd name="connsiteX397" fmla="*/ 1950261 w 7467600"/>
              <a:gd name="connsiteY397" fmla="*/ 6405858 h 6858000"/>
              <a:gd name="connsiteX398" fmla="*/ 2365554 w 7467600"/>
              <a:gd name="connsiteY398" fmla="*/ 6759107 h 6858000"/>
              <a:gd name="connsiteX399" fmla="*/ 2424142 w 7467600"/>
              <a:gd name="connsiteY399" fmla="*/ 6858000 h 6858000"/>
              <a:gd name="connsiteX400" fmla="*/ 2395994 w 7467600"/>
              <a:gd name="connsiteY400" fmla="*/ 6858000 h 6858000"/>
              <a:gd name="connsiteX401" fmla="*/ 2392863 w 7467600"/>
              <a:gd name="connsiteY401" fmla="*/ 6852964 h 6858000"/>
              <a:gd name="connsiteX402" fmla="*/ 2017589 w 7467600"/>
              <a:gd name="connsiteY402" fmla="*/ 6493982 h 6858000"/>
              <a:gd name="connsiteX403" fmla="*/ 2147336 w 7467600"/>
              <a:gd name="connsiteY403" fmla="*/ 6594052 h 6858000"/>
              <a:gd name="connsiteX404" fmla="*/ 2207047 w 7467600"/>
              <a:gd name="connsiteY404" fmla="*/ 6654540 h 6858000"/>
              <a:gd name="connsiteX405" fmla="*/ 2299106 w 7467600"/>
              <a:gd name="connsiteY405" fmla="*/ 6778931 h 6858000"/>
              <a:gd name="connsiteX406" fmla="*/ 2314430 w 7467600"/>
              <a:gd name="connsiteY406" fmla="*/ 6801144 h 6858000"/>
              <a:gd name="connsiteX407" fmla="*/ 2352406 w 7467600"/>
              <a:gd name="connsiteY407" fmla="*/ 6858000 h 6858000"/>
              <a:gd name="connsiteX408" fmla="*/ 2314492 w 7467600"/>
              <a:gd name="connsiteY408" fmla="*/ 6858000 h 6858000"/>
              <a:gd name="connsiteX409" fmla="*/ 2288095 w 7467600"/>
              <a:gd name="connsiteY409" fmla="*/ 6818030 h 6858000"/>
              <a:gd name="connsiteX410" fmla="*/ 2272768 w 7467600"/>
              <a:gd name="connsiteY410" fmla="*/ 6795822 h 6858000"/>
              <a:gd name="connsiteX411" fmla="*/ 2182715 w 7467600"/>
              <a:gd name="connsiteY411" fmla="*/ 6675071 h 6858000"/>
              <a:gd name="connsiteX412" fmla="*/ 2032061 w 7467600"/>
              <a:gd name="connsiteY412" fmla="*/ 6541380 h 6858000"/>
              <a:gd name="connsiteX413" fmla="*/ 2257220 w 7467600"/>
              <a:gd name="connsiteY413" fmla="*/ 6826257 h 6858000"/>
              <a:gd name="connsiteX414" fmla="*/ 2281324 w 7467600"/>
              <a:gd name="connsiteY414" fmla="*/ 6858000 h 6858000"/>
              <a:gd name="connsiteX415" fmla="*/ 2242860 w 7467600"/>
              <a:gd name="connsiteY415" fmla="*/ 6858000 h 6858000"/>
              <a:gd name="connsiteX416" fmla="*/ 2232818 w 7467600"/>
              <a:gd name="connsiteY416" fmla="*/ 6844926 h 6858000"/>
              <a:gd name="connsiteX417" fmla="*/ 1990172 w 7467600"/>
              <a:gd name="connsiteY417" fmla="*/ 6542121 h 6858000"/>
              <a:gd name="connsiteX418" fmla="*/ 2124090 w 7467600"/>
              <a:gd name="connsiteY418" fmla="*/ 6761017 h 6858000"/>
              <a:gd name="connsiteX419" fmla="*/ 2200380 w 7467600"/>
              <a:gd name="connsiteY419" fmla="*/ 6858000 h 6858000"/>
              <a:gd name="connsiteX420" fmla="*/ 2147507 w 7467600"/>
              <a:gd name="connsiteY420" fmla="*/ 6858000 h 6858000"/>
              <a:gd name="connsiteX421" fmla="*/ 2070668 w 7467600"/>
              <a:gd name="connsiteY421" fmla="*/ 6761520 h 6858000"/>
              <a:gd name="connsiteX422" fmla="*/ 1975142 w 7467600"/>
              <a:gd name="connsiteY422" fmla="*/ 6585570 h 6858000"/>
              <a:gd name="connsiteX423" fmla="*/ 2050035 w 7467600"/>
              <a:gd name="connsiteY423" fmla="*/ 6813345 h 6858000"/>
              <a:gd name="connsiteX424" fmla="*/ 2063025 w 7467600"/>
              <a:gd name="connsiteY424" fmla="*/ 6858000 h 6858000"/>
              <a:gd name="connsiteX425" fmla="*/ 2021675 w 7467600"/>
              <a:gd name="connsiteY425" fmla="*/ 6858000 h 6858000"/>
              <a:gd name="connsiteX426" fmla="*/ 2019308 w 7467600"/>
              <a:gd name="connsiteY426" fmla="*/ 6847118 h 6858000"/>
              <a:gd name="connsiteX427" fmla="*/ 1938835 w 7467600"/>
              <a:gd name="connsiteY427" fmla="*/ 6551160 h 6858000"/>
              <a:gd name="connsiteX428" fmla="*/ 1953230 w 7467600"/>
              <a:gd name="connsiteY428" fmla="*/ 6759699 h 6858000"/>
              <a:gd name="connsiteX429" fmla="*/ 1956763 w 7467600"/>
              <a:gd name="connsiteY429" fmla="*/ 6778191 h 6858000"/>
              <a:gd name="connsiteX430" fmla="*/ 1967925 w 7467600"/>
              <a:gd name="connsiteY430" fmla="*/ 6858000 h 6858000"/>
              <a:gd name="connsiteX431" fmla="*/ 1936622 w 7467600"/>
              <a:gd name="connsiteY431" fmla="*/ 6858000 h 6858000"/>
              <a:gd name="connsiteX432" fmla="*/ 1926261 w 7467600"/>
              <a:gd name="connsiteY432" fmla="*/ 6784064 h 6858000"/>
              <a:gd name="connsiteX433" fmla="*/ 1922724 w 7467600"/>
              <a:gd name="connsiteY433" fmla="*/ 6765577 h 6858000"/>
              <a:gd name="connsiteX434" fmla="*/ 1904650 w 7467600"/>
              <a:gd name="connsiteY434" fmla="*/ 6639616 h 6858000"/>
              <a:gd name="connsiteX435" fmla="*/ 1885273 w 7467600"/>
              <a:gd name="connsiteY435" fmla="*/ 6858000 h 6858000"/>
              <a:gd name="connsiteX436" fmla="*/ 1854363 w 7467600"/>
              <a:gd name="connsiteY436" fmla="*/ 6858000 h 6858000"/>
              <a:gd name="connsiteX437" fmla="*/ 1880391 w 7467600"/>
              <a:gd name="connsiteY437" fmla="*/ 6603796 h 6858000"/>
              <a:gd name="connsiteX438" fmla="*/ 1818273 w 7467600"/>
              <a:gd name="connsiteY438" fmla="*/ 6715729 h 6858000"/>
              <a:gd name="connsiteX439" fmla="*/ 1794691 w 7467600"/>
              <a:gd name="connsiteY439" fmla="*/ 6843239 h 6858000"/>
              <a:gd name="connsiteX440" fmla="*/ 1794914 w 7467600"/>
              <a:gd name="connsiteY440" fmla="*/ 6858000 h 6858000"/>
              <a:gd name="connsiteX441" fmla="*/ 1746128 w 7467600"/>
              <a:gd name="connsiteY441" fmla="*/ 6858000 h 6858000"/>
              <a:gd name="connsiteX442" fmla="*/ 1753934 w 7467600"/>
              <a:gd name="connsiteY442" fmla="*/ 6724796 h 6858000"/>
              <a:gd name="connsiteX443" fmla="*/ 1792053 w 7467600"/>
              <a:gd name="connsiteY443" fmla="*/ 6572396 h 6858000"/>
              <a:gd name="connsiteX444" fmla="*/ 1862248 w 7467600"/>
              <a:gd name="connsiteY444" fmla="*/ 6266397 h 6858000"/>
              <a:gd name="connsiteX445" fmla="*/ 1862250 w 7467600"/>
              <a:gd name="connsiteY445" fmla="*/ 6033531 h 6858000"/>
              <a:gd name="connsiteX446" fmla="*/ 1211999 w 7467600"/>
              <a:gd name="connsiteY446" fmla="*/ 6683610 h 6858000"/>
              <a:gd name="connsiteX447" fmla="*/ 1213266 w 7467600"/>
              <a:gd name="connsiteY447" fmla="*/ 6691947 h 6858000"/>
              <a:gd name="connsiteX448" fmla="*/ 1203370 w 7467600"/>
              <a:gd name="connsiteY448" fmla="*/ 6850676 h 6858000"/>
              <a:gd name="connsiteX449" fmla="*/ 1203671 w 7467600"/>
              <a:gd name="connsiteY449" fmla="*/ 6858000 h 6858000"/>
              <a:gd name="connsiteX450" fmla="*/ 1143180 w 7467600"/>
              <a:gd name="connsiteY450" fmla="*/ 6858000 h 6858000"/>
              <a:gd name="connsiteX451" fmla="*/ 1142176 w 7467600"/>
              <a:gd name="connsiteY451" fmla="*/ 6766045 h 6858000"/>
              <a:gd name="connsiteX452" fmla="*/ 1067484 w 7467600"/>
              <a:gd name="connsiteY452" fmla="*/ 6858000 h 6858000"/>
              <a:gd name="connsiteX453" fmla="*/ 953928 w 7467600"/>
              <a:gd name="connsiteY453" fmla="*/ 6858000 h 6858000"/>
              <a:gd name="connsiteX454" fmla="*/ 959715 w 7467600"/>
              <a:gd name="connsiteY454" fmla="*/ 6850185 h 6858000"/>
              <a:gd name="connsiteX455" fmla="*/ 1483788 w 7467600"/>
              <a:gd name="connsiteY455" fmla="*/ 6259174 h 6858000"/>
              <a:gd name="connsiteX456" fmla="*/ 1100671 w 7467600"/>
              <a:gd name="connsiteY456" fmla="*/ 6252137 h 6858000"/>
              <a:gd name="connsiteX457" fmla="*/ 1090144 w 7467600"/>
              <a:gd name="connsiteY457" fmla="*/ 6256748 h 6858000"/>
              <a:gd name="connsiteX458" fmla="*/ 1095872 w 7467600"/>
              <a:gd name="connsiteY458" fmla="*/ 6271892 h 6858000"/>
              <a:gd name="connsiteX459" fmla="*/ 262785 w 7467600"/>
              <a:gd name="connsiteY459" fmla="*/ 6845450 h 6858000"/>
              <a:gd name="connsiteX460" fmla="*/ 209968 w 7467600"/>
              <a:gd name="connsiteY460" fmla="*/ 6770713 h 6858000"/>
              <a:gd name="connsiteX461" fmla="*/ 873460 w 7467600"/>
              <a:gd name="connsiteY461" fmla="*/ 6253768 h 6858000"/>
              <a:gd name="connsiteX462" fmla="*/ 192686 w 7467600"/>
              <a:gd name="connsiteY462" fmla="*/ 5849257 h 6858000"/>
              <a:gd name="connsiteX463" fmla="*/ 4696 w 7467600"/>
              <a:gd name="connsiteY463" fmla="*/ 5697668 h 6858000"/>
              <a:gd name="connsiteX464" fmla="*/ 0 w 7467600"/>
              <a:gd name="connsiteY464" fmla="*/ 5689984 h 6858000"/>
              <a:gd name="connsiteX465" fmla="*/ 0 w 7467600"/>
              <a:gd name="connsiteY465" fmla="*/ 5513472 h 6858000"/>
              <a:gd name="connsiteX466" fmla="*/ 174101 w 7467600"/>
              <a:gd name="connsiteY466" fmla="*/ 5620277 h 6858000"/>
              <a:gd name="connsiteX467" fmla="*/ 891800 w 7467600"/>
              <a:gd name="connsiteY467" fmla="*/ 6036935 h 6858000"/>
              <a:gd name="connsiteX468" fmla="*/ 1072219 w 7467600"/>
              <a:gd name="connsiteY468" fmla="*/ 6169443 h 6858000"/>
              <a:gd name="connsiteX469" fmla="*/ 1074117 w 7467600"/>
              <a:gd name="connsiteY469" fmla="*/ 6170301 h 6858000"/>
              <a:gd name="connsiteX470" fmla="*/ 1083114 w 7467600"/>
              <a:gd name="connsiteY470" fmla="*/ 6174131 h 6858000"/>
              <a:gd name="connsiteX471" fmla="*/ 1543010 w 7467600"/>
              <a:gd name="connsiteY471" fmla="*/ 6191140 h 6858000"/>
              <a:gd name="connsiteX472" fmla="*/ 1551080 w 7467600"/>
              <a:gd name="connsiteY472" fmla="*/ 6195006 h 6858000"/>
              <a:gd name="connsiteX473" fmla="*/ 2345443 w 7467600"/>
              <a:gd name="connsiteY473" fmla="*/ 5549882 h 6858000"/>
              <a:gd name="connsiteX474" fmla="*/ 1721499 w 7467600"/>
              <a:gd name="connsiteY474" fmla="*/ 5599969 h 6858000"/>
              <a:gd name="connsiteX475" fmla="*/ 767716 w 7467600"/>
              <a:gd name="connsiteY475" fmla="*/ 5472768 h 6858000"/>
              <a:gd name="connsiteX476" fmla="*/ 722147 w 7467600"/>
              <a:gd name="connsiteY476" fmla="*/ 5393091 h 6858000"/>
              <a:gd name="connsiteX477" fmla="*/ 1485552 w 7467600"/>
              <a:gd name="connsiteY477" fmla="*/ 5313202 h 6858000"/>
              <a:gd name="connsiteX478" fmla="*/ 2143004 w 7467600"/>
              <a:gd name="connsiteY478" fmla="*/ 5402420 h 6858000"/>
              <a:gd name="connsiteX479" fmla="*/ 1933391 w 7467600"/>
              <a:gd name="connsiteY479" fmla="*/ 5156971 h 6858000"/>
              <a:gd name="connsiteX480" fmla="*/ 1827118 w 7467600"/>
              <a:gd name="connsiteY480" fmla="*/ 4968410 h 6858000"/>
              <a:gd name="connsiteX481" fmla="*/ 1837349 w 7467600"/>
              <a:gd name="connsiteY481" fmla="*/ 4956357 h 6858000"/>
              <a:gd name="connsiteX482" fmla="*/ 2162835 w 7467600"/>
              <a:gd name="connsiteY482" fmla="*/ 5187853 h 6858000"/>
              <a:gd name="connsiteX483" fmla="*/ 2257167 w 7467600"/>
              <a:gd name="connsiteY483" fmla="*/ 5462123 h 6858000"/>
              <a:gd name="connsiteX484" fmla="*/ 2261598 w 7467600"/>
              <a:gd name="connsiteY484" fmla="*/ 5467998 h 6858000"/>
              <a:gd name="connsiteX485" fmla="*/ 2437177 w 7467600"/>
              <a:gd name="connsiteY485" fmla="*/ 5479608 h 6858000"/>
              <a:gd name="connsiteX486" fmla="*/ 2445247 w 7467600"/>
              <a:gd name="connsiteY486" fmla="*/ 5483476 h 6858000"/>
              <a:gd name="connsiteX487" fmla="*/ 2743626 w 7467600"/>
              <a:gd name="connsiteY487" fmla="*/ 5304819 h 6858000"/>
              <a:gd name="connsiteX488" fmla="*/ 3048102 w 7467600"/>
              <a:gd name="connsiteY488" fmla="*/ 5150595 h 6858000"/>
              <a:gd name="connsiteX489" fmla="*/ 1799414 w 7467600"/>
              <a:gd name="connsiteY489" fmla="*/ 4694732 h 6858000"/>
              <a:gd name="connsiteX490" fmla="*/ 1771735 w 7467600"/>
              <a:gd name="connsiteY490" fmla="*/ 4619929 h 6858000"/>
              <a:gd name="connsiteX491" fmla="*/ 3104273 w 7467600"/>
              <a:gd name="connsiteY491" fmla="*/ 5076159 h 6858000"/>
              <a:gd name="connsiteX492" fmla="*/ 3113245 w 7467600"/>
              <a:gd name="connsiteY492" fmla="*/ 5090705 h 6858000"/>
              <a:gd name="connsiteX493" fmla="*/ 3126294 w 7467600"/>
              <a:gd name="connsiteY493" fmla="*/ 5114400 h 6858000"/>
              <a:gd name="connsiteX494" fmla="*/ 3937433 w 7467600"/>
              <a:gd name="connsiteY494" fmla="*/ 4830473 h 6858000"/>
              <a:gd name="connsiteX495" fmla="*/ 3590475 w 7467600"/>
              <a:gd name="connsiteY495" fmla="*/ 4597974 h 6858000"/>
              <a:gd name="connsiteX496" fmla="*/ 3100264 w 7467600"/>
              <a:gd name="connsiteY496" fmla="*/ 4579845 h 6858000"/>
              <a:gd name="connsiteX497" fmla="*/ 2183576 w 7467600"/>
              <a:gd name="connsiteY497" fmla="*/ 4227150 h 6858000"/>
              <a:gd name="connsiteX498" fmla="*/ 2151029 w 7467600"/>
              <a:gd name="connsiteY498" fmla="*/ 4146947 h 6858000"/>
              <a:gd name="connsiteX499" fmla="*/ 3563434 w 7467600"/>
              <a:gd name="connsiteY499" fmla="*/ 4469115 h 6858000"/>
              <a:gd name="connsiteX500" fmla="*/ 3177952 w 7467600"/>
              <a:gd name="connsiteY500" fmla="*/ 3657386 h 6858000"/>
              <a:gd name="connsiteX501" fmla="*/ 3189263 w 7467600"/>
              <a:gd name="connsiteY501" fmla="*/ 3625726 h 6858000"/>
              <a:gd name="connsiteX502" fmla="*/ 3560912 w 7467600"/>
              <a:gd name="connsiteY502" fmla="*/ 4079863 h 6858000"/>
              <a:gd name="connsiteX503" fmla="*/ 3626636 w 7467600"/>
              <a:gd name="connsiteY503" fmla="*/ 4512230 h 6858000"/>
              <a:gd name="connsiteX504" fmla="*/ 3653088 w 7467600"/>
              <a:gd name="connsiteY504" fmla="*/ 4521417 h 6858000"/>
              <a:gd name="connsiteX505" fmla="*/ 3988128 w 7467600"/>
              <a:gd name="connsiteY505" fmla="*/ 4817267 h 6858000"/>
              <a:gd name="connsiteX506" fmla="*/ 4830582 w 7467600"/>
              <a:gd name="connsiteY506" fmla="*/ 4676000 h 6858000"/>
              <a:gd name="connsiteX507" fmla="*/ 4830100 w 7467600"/>
              <a:gd name="connsiteY507" fmla="*/ 4675554 h 6858000"/>
              <a:gd name="connsiteX508" fmla="*/ 4036318 w 7467600"/>
              <a:gd name="connsiteY508" fmla="*/ 4147013 h 6858000"/>
              <a:gd name="connsiteX509" fmla="*/ 3432098 w 7467600"/>
              <a:gd name="connsiteY509" fmla="*/ 3537312 h 6858000"/>
              <a:gd name="connsiteX510" fmla="*/ 3446761 w 7467600"/>
              <a:gd name="connsiteY510" fmla="*/ 3461278 h 6858000"/>
              <a:gd name="connsiteX511" fmla="*/ 4419733 w 7467600"/>
              <a:gd name="connsiteY511" fmla="*/ 3963555 h 6858000"/>
              <a:gd name="connsiteX512" fmla="*/ 4781371 w 7467600"/>
              <a:gd name="connsiteY512" fmla="*/ 4458604 h 6858000"/>
              <a:gd name="connsiteX513" fmla="*/ 4780440 w 7467600"/>
              <a:gd name="connsiteY513" fmla="*/ 4470290 h 6858000"/>
              <a:gd name="connsiteX514" fmla="*/ 4898954 w 7467600"/>
              <a:gd name="connsiteY514" fmla="*/ 4662092 h 6858000"/>
              <a:gd name="connsiteX515" fmla="*/ 4900699 w 7467600"/>
              <a:gd name="connsiteY515" fmla="*/ 4670867 h 6858000"/>
              <a:gd name="connsiteX516" fmla="*/ 5714511 w 7467600"/>
              <a:gd name="connsiteY516" fmla="*/ 4663483 h 6858000"/>
              <a:gd name="connsiteX517" fmla="*/ 5464793 w 7467600"/>
              <a:gd name="connsiteY517" fmla="*/ 4393556 h 6858000"/>
              <a:gd name="connsiteX518" fmla="*/ 5461897 w 7467600"/>
              <a:gd name="connsiteY518" fmla="*/ 4390879 h 6858000"/>
              <a:gd name="connsiteX519" fmla="*/ 4294126 w 7467600"/>
              <a:gd name="connsiteY519" fmla="*/ 3303048 h 6858000"/>
              <a:gd name="connsiteX520" fmla="*/ 4305321 w 7467600"/>
              <a:gd name="connsiteY520" fmla="*/ 3256953 h 6858000"/>
              <a:gd name="connsiteX521" fmla="*/ 4949299 w 7467600"/>
              <a:gd name="connsiteY521" fmla="*/ 3766336 h 6858000"/>
              <a:gd name="connsiteX522" fmla="*/ 5291452 w 7467600"/>
              <a:gd name="connsiteY522" fmla="*/ 4076801 h 6858000"/>
              <a:gd name="connsiteX523" fmla="*/ 5434998 w 7467600"/>
              <a:gd name="connsiteY523" fmla="*/ 4254100 h 6858000"/>
              <a:gd name="connsiteX524" fmla="*/ 5351015 w 7467600"/>
              <a:gd name="connsiteY524" fmla="*/ 3760989 h 6858000"/>
              <a:gd name="connsiteX525" fmla="*/ 5413780 w 7467600"/>
              <a:gd name="connsiteY525" fmla="*/ 2966265 h 6858000"/>
              <a:gd name="connsiteX526" fmla="*/ 5425627 w 7467600"/>
              <a:gd name="connsiteY526" fmla="*/ 2954192 h 6858000"/>
              <a:gd name="connsiteX527" fmla="*/ 6604735 w 7467600"/>
              <a:gd name="connsiteY527" fmla="*/ 2041381 h 6858000"/>
              <a:gd name="connsiteX528" fmla="*/ 7204487 w 7467600"/>
              <a:gd name="connsiteY528" fmla="*/ 2742112 h 6858000"/>
              <a:gd name="connsiteX529" fmla="*/ 7131592 w 7467600"/>
              <a:gd name="connsiteY529" fmla="*/ 2672096 h 6858000"/>
              <a:gd name="connsiteX530" fmla="*/ 6996344 w 7467600"/>
              <a:gd name="connsiteY530" fmla="*/ 2518310 h 6858000"/>
              <a:gd name="connsiteX531" fmla="*/ 6735495 w 7467600"/>
              <a:gd name="connsiteY531" fmla="*/ 2196890 h 6858000"/>
              <a:gd name="connsiteX532" fmla="*/ 6721901 w 7467600"/>
              <a:gd name="connsiteY532" fmla="*/ 2179274 h 6858000"/>
              <a:gd name="connsiteX533" fmla="*/ 6604735 w 7467600"/>
              <a:gd name="connsiteY533" fmla="*/ 2041381 h 6858000"/>
              <a:gd name="connsiteX534" fmla="*/ 6591670 w 7467600"/>
              <a:gd name="connsiteY534" fmla="*/ 1988277 h 6858000"/>
              <a:gd name="connsiteX535" fmla="*/ 6747349 w 7467600"/>
              <a:gd name="connsiteY535" fmla="*/ 2160069 h 6858000"/>
              <a:gd name="connsiteX536" fmla="*/ 6760943 w 7467600"/>
              <a:gd name="connsiteY536" fmla="*/ 2177686 h 6858000"/>
              <a:gd name="connsiteX537" fmla="*/ 7021065 w 7467600"/>
              <a:gd name="connsiteY537" fmla="*/ 2498102 h 6858000"/>
              <a:gd name="connsiteX538" fmla="*/ 7155223 w 7467600"/>
              <a:gd name="connsiteY538" fmla="*/ 2650386 h 6858000"/>
              <a:gd name="connsiteX539" fmla="*/ 7203167 w 7467600"/>
              <a:gd name="connsiteY539" fmla="*/ 2697288 h 6858000"/>
              <a:gd name="connsiteX540" fmla="*/ 6937703 w 7467600"/>
              <a:gd name="connsiteY540" fmla="*/ 2321981 h 6858000"/>
              <a:gd name="connsiteX541" fmla="*/ 6591670 w 7467600"/>
              <a:gd name="connsiteY541" fmla="*/ 1988277 h 6858000"/>
              <a:gd name="connsiteX542" fmla="*/ 5798671 w 7467600"/>
              <a:gd name="connsiteY542" fmla="*/ 1981601 h 6858000"/>
              <a:gd name="connsiteX543" fmla="*/ 5754709 w 7467600"/>
              <a:gd name="connsiteY543" fmla="*/ 2071454 h 6858000"/>
              <a:gd name="connsiteX544" fmla="*/ 5763044 w 7467600"/>
              <a:gd name="connsiteY544" fmla="*/ 2842206 h 6858000"/>
              <a:gd name="connsiteX545" fmla="*/ 5764974 w 7467600"/>
              <a:gd name="connsiteY545" fmla="*/ 2799609 h 6858000"/>
              <a:gd name="connsiteX546" fmla="*/ 5767665 w 7467600"/>
              <a:gd name="connsiteY546" fmla="*/ 2666409 h 6858000"/>
              <a:gd name="connsiteX547" fmla="*/ 5763055 w 7467600"/>
              <a:gd name="connsiteY547" fmla="*/ 2579705 h 6858000"/>
              <a:gd name="connsiteX548" fmla="*/ 5758079 w 7467600"/>
              <a:gd name="connsiteY548" fmla="*/ 2492508 h 6858000"/>
              <a:gd name="connsiteX549" fmla="*/ 5779325 w 7467600"/>
              <a:gd name="connsiteY549" fmla="*/ 2197069 h 6858000"/>
              <a:gd name="connsiteX550" fmla="*/ 5798671 w 7467600"/>
              <a:gd name="connsiteY550" fmla="*/ 1981601 h 6858000"/>
              <a:gd name="connsiteX551" fmla="*/ 5829202 w 7467600"/>
              <a:gd name="connsiteY551" fmla="*/ 1971679 h 6858000"/>
              <a:gd name="connsiteX552" fmla="*/ 5809558 w 7467600"/>
              <a:gd name="connsiteY552" fmla="*/ 2198043 h 6858000"/>
              <a:gd name="connsiteX553" fmla="*/ 5788653 w 7467600"/>
              <a:gd name="connsiteY553" fmla="*/ 2489430 h 6858000"/>
              <a:gd name="connsiteX554" fmla="*/ 5793439 w 7467600"/>
              <a:gd name="connsiteY554" fmla="*/ 2575235 h 6858000"/>
              <a:gd name="connsiteX555" fmla="*/ 5796837 w 7467600"/>
              <a:gd name="connsiteY555" fmla="*/ 2637633 h 6858000"/>
              <a:gd name="connsiteX556" fmla="*/ 5818614 w 7467600"/>
              <a:gd name="connsiteY556" fmla="*/ 2473055 h 6858000"/>
              <a:gd name="connsiteX557" fmla="*/ 5829202 w 7467600"/>
              <a:gd name="connsiteY557" fmla="*/ 1971679 h 6858000"/>
              <a:gd name="connsiteX558" fmla="*/ 5911389 w 7467600"/>
              <a:gd name="connsiteY558" fmla="*/ 1898371 h 6858000"/>
              <a:gd name="connsiteX559" fmla="*/ 6237627 w 7467600"/>
              <a:gd name="connsiteY559" fmla="*/ 2231921 h 6858000"/>
              <a:gd name="connsiteX560" fmla="*/ 5911389 w 7467600"/>
              <a:gd name="connsiteY560" fmla="*/ 1898371 h 6858000"/>
              <a:gd name="connsiteX561" fmla="*/ 6944437 w 7467600"/>
              <a:gd name="connsiteY561" fmla="*/ 1575402 h 6858000"/>
              <a:gd name="connsiteX562" fmla="*/ 6304730 w 7467600"/>
              <a:gd name="connsiteY562" fmla="*/ 1766654 h 6858000"/>
              <a:gd name="connsiteX563" fmla="*/ 6944437 w 7467600"/>
              <a:gd name="connsiteY563" fmla="*/ 1575402 h 6858000"/>
              <a:gd name="connsiteX564" fmla="*/ 7019523 w 7467600"/>
              <a:gd name="connsiteY564" fmla="*/ 1519450 h 6858000"/>
              <a:gd name="connsiteX565" fmla="*/ 6298091 w 7467600"/>
              <a:gd name="connsiteY565" fmla="*/ 1737122 h 6858000"/>
              <a:gd name="connsiteX566" fmla="*/ 7019523 w 7467600"/>
              <a:gd name="connsiteY566" fmla="*/ 1519450 h 6858000"/>
              <a:gd name="connsiteX567" fmla="*/ 2399523 w 7467600"/>
              <a:gd name="connsiteY567" fmla="*/ 1428234 h 6858000"/>
              <a:gd name="connsiteX568" fmla="*/ 2224982 w 7467600"/>
              <a:gd name="connsiteY568" fmla="*/ 1826201 h 6858000"/>
              <a:gd name="connsiteX569" fmla="*/ 2096099 w 7467600"/>
              <a:gd name="connsiteY569" fmla="*/ 2345900 h 6858000"/>
              <a:gd name="connsiteX570" fmla="*/ 2283317 w 7467600"/>
              <a:gd name="connsiteY570" fmla="*/ 1796925 h 6858000"/>
              <a:gd name="connsiteX571" fmla="*/ 2399523 w 7467600"/>
              <a:gd name="connsiteY571" fmla="*/ 1428234 h 6858000"/>
              <a:gd name="connsiteX572" fmla="*/ 2448558 w 7467600"/>
              <a:gd name="connsiteY572" fmla="*/ 1373435 h 6858000"/>
              <a:gd name="connsiteX573" fmla="*/ 2312521 w 7467600"/>
              <a:gd name="connsiteY573" fmla="*/ 1806140 h 6858000"/>
              <a:gd name="connsiteX574" fmla="*/ 2127533 w 7467600"/>
              <a:gd name="connsiteY574" fmla="*/ 2348380 h 6858000"/>
              <a:gd name="connsiteX575" fmla="*/ 2358080 w 7467600"/>
              <a:gd name="connsiteY575" fmla="*/ 1866134 h 6858000"/>
              <a:gd name="connsiteX576" fmla="*/ 2407436 w 7467600"/>
              <a:gd name="connsiteY576" fmla="*/ 1651070 h 6858000"/>
              <a:gd name="connsiteX577" fmla="*/ 2448558 w 7467600"/>
              <a:gd name="connsiteY577" fmla="*/ 1373435 h 6858000"/>
              <a:gd name="connsiteX578" fmla="*/ 278707 w 7467600"/>
              <a:gd name="connsiteY578" fmla="*/ 1352270 h 6858000"/>
              <a:gd name="connsiteX579" fmla="*/ 321570 w 7467600"/>
              <a:gd name="connsiteY579" fmla="*/ 1861610 h 6858000"/>
              <a:gd name="connsiteX580" fmla="*/ 294281 w 7467600"/>
              <a:gd name="connsiteY580" fmla="*/ 1440658 h 6858000"/>
              <a:gd name="connsiteX581" fmla="*/ 278707 w 7467600"/>
              <a:gd name="connsiteY581" fmla="*/ 1352270 h 6858000"/>
              <a:gd name="connsiteX582" fmla="*/ 1423821 w 7467600"/>
              <a:gd name="connsiteY582" fmla="*/ 1351958 h 6858000"/>
              <a:gd name="connsiteX583" fmla="*/ 1638521 w 7467600"/>
              <a:gd name="connsiteY583" fmla="*/ 1908470 h 6858000"/>
              <a:gd name="connsiteX584" fmla="*/ 1754199 w 7467600"/>
              <a:gd name="connsiteY584" fmla="*/ 2149284 h 6858000"/>
              <a:gd name="connsiteX585" fmla="*/ 1908359 w 7467600"/>
              <a:gd name="connsiteY585" fmla="*/ 2364988 h 6858000"/>
              <a:gd name="connsiteX586" fmla="*/ 1647661 w 7467600"/>
              <a:gd name="connsiteY586" fmla="*/ 1825945 h 6858000"/>
              <a:gd name="connsiteX587" fmla="*/ 1423821 w 7467600"/>
              <a:gd name="connsiteY587" fmla="*/ 1351958 h 6858000"/>
              <a:gd name="connsiteX588" fmla="*/ 1431890 w 7467600"/>
              <a:gd name="connsiteY588" fmla="*/ 1306475 h 6858000"/>
              <a:gd name="connsiteX589" fmla="*/ 1507597 w 7467600"/>
              <a:gd name="connsiteY589" fmla="*/ 1446132 h 6858000"/>
              <a:gd name="connsiteX590" fmla="*/ 1674586 w 7467600"/>
              <a:gd name="connsiteY590" fmla="*/ 1813832 h 6858000"/>
              <a:gd name="connsiteX591" fmla="*/ 1815950 w 7467600"/>
              <a:gd name="connsiteY591" fmla="*/ 2128564 h 6858000"/>
              <a:gd name="connsiteX592" fmla="*/ 1984242 w 7467600"/>
              <a:gd name="connsiteY592" fmla="*/ 2430829 h 6858000"/>
              <a:gd name="connsiteX593" fmla="*/ 2014023 w 7467600"/>
              <a:gd name="connsiteY593" fmla="*/ 2450995 h 6858000"/>
              <a:gd name="connsiteX594" fmla="*/ 1747337 w 7467600"/>
              <a:gd name="connsiteY594" fmla="*/ 1855264 h 6858000"/>
              <a:gd name="connsiteX595" fmla="*/ 1533749 w 7467600"/>
              <a:gd name="connsiteY595" fmla="*/ 1478656 h 6858000"/>
              <a:gd name="connsiteX596" fmla="*/ 1431890 w 7467600"/>
              <a:gd name="connsiteY596" fmla="*/ 1306475 h 6858000"/>
              <a:gd name="connsiteX597" fmla="*/ 5052692 w 7467600"/>
              <a:gd name="connsiteY597" fmla="*/ 1292994 h 6858000"/>
              <a:gd name="connsiteX598" fmla="*/ 5200661 w 7467600"/>
              <a:gd name="connsiteY598" fmla="*/ 1635186 h 6858000"/>
              <a:gd name="connsiteX599" fmla="*/ 5297138 w 7467600"/>
              <a:gd name="connsiteY599" fmla="*/ 1906351 h 6858000"/>
              <a:gd name="connsiteX600" fmla="*/ 5052692 w 7467600"/>
              <a:gd name="connsiteY600" fmla="*/ 1292994 h 6858000"/>
              <a:gd name="connsiteX601" fmla="*/ 5009948 w 7467600"/>
              <a:gd name="connsiteY601" fmla="*/ 1273619 h 6858000"/>
              <a:gd name="connsiteX602" fmla="*/ 5121777 w 7467600"/>
              <a:gd name="connsiteY602" fmla="*/ 1654213 h 6858000"/>
              <a:gd name="connsiteX603" fmla="*/ 5293545 w 7467600"/>
              <a:gd name="connsiteY603" fmla="*/ 2072247 h 6858000"/>
              <a:gd name="connsiteX604" fmla="*/ 5294042 w 7467600"/>
              <a:gd name="connsiteY604" fmla="*/ 2065019 h 6858000"/>
              <a:gd name="connsiteX605" fmla="*/ 5171936 w 7467600"/>
              <a:gd name="connsiteY605" fmla="*/ 1647613 h 6858000"/>
              <a:gd name="connsiteX606" fmla="*/ 5009948 w 7467600"/>
              <a:gd name="connsiteY606" fmla="*/ 1273619 h 6858000"/>
              <a:gd name="connsiteX607" fmla="*/ 655236 w 7467600"/>
              <a:gd name="connsiteY607" fmla="*/ 1268632 h 6858000"/>
              <a:gd name="connsiteX608" fmla="*/ 839521 w 7467600"/>
              <a:gd name="connsiteY608" fmla="*/ 1685315 h 6858000"/>
              <a:gd name="connsiteX609" fmla="*/ 1109416 w 7467600"/>
              <a:gd name="connsiteY609" fmla="*/ 2061663 h 6858000"/>
              <a:gd name="connsiteX610" fmla="*/ 1298300 w 7467600"/>
              <a:gd name="connsiteY610" fmla="*/ 2247742 h 6858000"/>
              <a:gd name="connsiteX611" fmla="*/ 1125871 w 7467600"/>
              <a:gd name="connsiteY611" fmla="*/ 1989513 h 6858000"/>
              <a:gd name="connsiteX612" fmla="*/ 981574 w 7467600"/>
              <a:gd name="connsiteY612" fmla="*/ 1783157 h 6858000"/>
              <a:gd name="connsiteX613" fmla="*/ 922198 w 7467600"/>
              <a:gd name="connsiteY613" fmla="*/ 1677437 h 6858000"/>
              <a:gd name="connsiteX614" fmla="*/ 869293 w 7467600"/>
              <a:gd name="connsiteY614" fmla="*/ 1583214 h 6858000"/>
              <a:gd name="connsiteX615" fmla="*/ 751431 w 7467600"/>
              <a:gd name="connsiteY615" fmla="*/ 1405731 h 6858000"/>
              <a:gd name="connsiteX616" fmla="*/ 655236 w 7467600"/>
              <a:gd name="connsiteY616" fmla="*/ 1268632 h 6858000"/>
              <a:gd name="connsiteX617" fmla="*/ 6516292 w 7467600"/>
              <a:gd name="connsiteY617" fmla="*/ 1263064 h 6858000"/>
              <a:gd name="connsiteX618" fmla="*/ 5736320 w 7467600"/>
              <a:gd name="connsiteY618" fmla="*/ 1501803 h 6858000"/>
              <a:gd name="connsiteX619" fmla="*/ 6516292 w 7467600"/>
              <a:gd name="connsiteY619" fmla="*/ 1263064 h 6858000"/>
              <a:gd name="connsiteX620" fmla="*/ 291466 w 7467600"/>
              <a:gd name="connsiteY620" fmla="*/ 1250369 h 6858000"/>
              <a:gd name="connsiteX621" fmla="*/ 323180 w 7467600"/>
              <a:gd name="connsiteY621" fmla="*/ 1435283 h 6858000"/>
              <a:gd name="connsiteX622" fmla="*/ 349381 w 7467600"/>
              <a:gd name="connsiteY622" fmla="*/ 1875041 h 6858000"/>
              <a:gd name="connsiteX623" fmla="*/ 374363 w 7467600"/>
              <a:gd name="connsiteY623" fmla="*/ 1506494 h 6858000"/>
              <a:gd name="connsiteX624" fmla="*/ 302168 w 7467600"/>
              <a:gd name="connsiteY624" fmla="*/ 1274495 h 6858000"/>
              <a:gd name="connsiteX625" fmla="*/ 291466 w 7467600"/>
              <a:gd name="connsiteY625" fmla="*/ 1250369 h 6858000"/>
              <a:gd name="connsiteX626" fmla="*/ 678222 w 7467600"/>
              <a:gd name="connsiteY626" fmla="*/ 1248670 h 6858000"/>
              <a:gd name="connsiteX627" fmla="*/ 775536 w 7467600"/>
              <a:gd name="connsiteY627" fmla="*/ 1388015 h 6858000"/>
              <a:gd name="connsiteX628" fmla="*/ 894529 w 7467600"/>
              <a:gd name="connsiteY628" fmla="*/ 1567739 h 6858000"/>
              <a:gd name="connsiteX629" fmla="*/ 948000 w 7467600"/>
              <a:gd name="connsiteY629" fmla="*/ 1663088 h 6858000"/>
              <a:gd name="connsiteX630" fmla="*/ 1006812 w 7467600"/>
              <a:gd name="connsiteY630" fmla="*/ 1767683 h 6858000"/>
              <a:gd name="connsiteX631" fmla="*/ 1149133 w 7467600"/>
              <a:gd name="connsiteY631" fmla="*/ 1971513 h 6858000"/>
              <a:gd name="connsiteX632" fmla="*/ 1333952 w 7467600"/>
              <a:gd name="connsiteY632" fmla="*/ 2251620 h 6858000"/>
              <a:gd name="connsiteX633" fmla="*/ 1337329 w 7467600"/>
              <a:gd name="connsiteY633" fmla="*/ 2258350 h 6858000"/>
              <a:gd name="connsiteX634" fmla="*/ 1014726 w 7467600"/>
              <a:gd name="connsiteY634" fmla="*/ 1615556 h 6858000"/>
              <a:gd name="connsiteX635" fmla="*/ 678222 w 7467600"/>
              <a:gd name="connsiteY635" fmla="*/ 1248670 h 6858000"/>
              <a:gd name="connsiteX636" fmla="*/ 6691602 w 7467600"/>
              <a:gd name="connsiteY636" fmla="*/ 1140573 h 6858000"/>
              <a:gd name="connsiteX637" fmla="*/ 6571100 w 7467600"/>
              <a:gd name="connsiteY637" fmla="*/ 1183662 h 6858000"/>
              <a:gd name="connsiteX638" fmla="*/ 6241687 w 7467600"/>
              <a:gd name="connsiteY638" fmla="*/ 1257600 h 6858000"/>
              <a:gd name="connsiteX639" fmla="*/ 5693009 w 7467600"/>
              <a:gd name="connsiteY639" fmla="*/ 1478256 h 6858000"/>
              <a:gd name="connsiteX640" fmla="*/ 6548420 w 7467600"/>
              <a:gd name="connsiteY640" fmla="*/ 1214599 h 6858000"/>
              <a:gd name="connsiteX641" fmla="*/ 6605473 w 7467600"/>
              <a:gd name="connsiteY641" fmla="*/ 1184686 h 6858000"/>
              <a:gd name="connsiteX642" fmla="*/ 6691602 w 7467600"/>
              <a:gd name="connsiteY642" fmla="*/ 1140573 h 6858000"/>
              <a:gd name="connsiteX643" fmla="*/ 4002475 w 7467600"/>
              <a:gd name="connsiteY643" fmla="*/ 1037802 h 6858000"/>
              <a:gd name="connsiteX644" fmla="*/ 4000324 w 7467600"/>
              <a:gd name="connsiteY644" fmla="*/ 1039362 h 6858000"/>
              <a:gd name="connsiteX645" fmla="*/ 4002862 w 7467600"/>
              <a:gd name="connsiteY645" fmla="*/ 1042866 h 6858000"/>
              <a:gd name="connsiteX646" fmla="*/ 4002475 w 7467600"/>
              <a:gd name="connsiteY646" fmla="*/ 1037802 h 6858000"/>
              <a:gd name="connsiteX647" fmla="*/ 506322 w 7467600"/>
              <a:gd name="connsiteY647" fmla="*/ 1020997 h 6858000"/>
              <a:gd name="connsiteX648" fmla="*/ 533068 w 7467600"/>
              <a:gd name="connsiteY648" fmla="*/ 1029409 h 6858000"/>
              <a:gd name="connsiteX649" fmla="*/ 1232525 w 7467600"/>
              <a:gd name="connsiteY649" fmla="*/ 1804675 h 6858000"/>
              <a:gd name="connsiteX650" fmla="*/ 1388858 w 7467600"/>
              <a:gd name="connsiteY650" fmla="*/ 2368011 h 6858000"/>
              <a:gd name="connsiteX651" fmla="*/ 1384098 w 7467600"/>
              <a:gd name="connsiteY651" fmla="*/ 2378125 h 6858000"/>
              <a:gd name="connsiteX652" fmla="*/ 1425393 w 7467600"/>
              <a:gd name="connsiteY652" fmla="*/ 2589124 h 6858000"/>
              <a:gd name="connsiteX653" fmla="*/ 1424001 w 7467600"/>
              <a:gd name="connsiteY653" fmla="*/ 2597541 h 6858000"/>
              <a:gd name="connsiteX654" fmla="*/ 2152729 w 7467600"/>
              <a:gd name="connsiteY654" fmla="*/ 2864487 h 6858000"/>
              <a:gd name="connsiteX655" fmla="*/ 2020609 w 7467600"/>
              <a:gd name="connsiteY655" fmla="*/ 2539671 h 6858000"/>
              <a:gd name="connsiteX656" fmla="*/ 2018920 w 7467600"/>
              <a:gd name="connsiteY656" fmla="*/ 2536309 h 6858000"/>
              <a:gd name="connsiteX657" fmla="*/ 1342441 w 7467600"/>
              <a:gd name="connsiteY657" fmla="*/ 1173017 h 6858000"/>
              <a:gd name="connsiteX658" fmla="*/ 1367925 w 7467600"/>
              <a:gd name="connsiteY658" fmla="*/ 1135648 h 6858000"/>
              <a:gd name="connsiteX659" fmla="*/ 1771401 w 7467600"/>
              <a:gd name="connsiteY659" fmla="*/ 1806673 h 6858000"/>
              <a:gd name="connsiteX660" fmla="*/ 1972385 w 7467600"/>
              <a:gd name="connsiteY660" fmla="*/ 2198735 h 6858000"/>
              <a:gd name="connsiteX661" fmla="*/ 2040892 w 7467600"/>
              <a:gd name="connsiteY661" fmla="*/ 2405205 h 6858000"/>
              <a:gd name="connsiteX662" fmla="*/ 2131689 w 7467600"/>
              <a:gd name="connsiteY662" fmla="*/ 1936926 h 6858000"/>
              <a:gd name="connsiteX663" fmla="*/ 2454820 w 7467600"/>
              <a:gd name="connsiteY663" fmla="*/ 1248808 h 6858000"/>
              <a:gd name="connsiteX664" fmla="*/ 2492512 w 7467600"/>
              <a:gd name="connsiteY664" fmla="*/ 1302920 h 6858000"/>
              <a:gd name="connsiteX665" fmla="*/ 2081216 w 7467600"/>
              <a:gd name="connsiteY665" fmla="*/ 2527513 h 6858000"/>
              <a:gd name="connsiteX666" fmla="*/ 2081211 w 7467600"/>
              <a:gd name="connsiteY666" fmla="*/ 2528916 h 6858000"/>
              <a:gd name="connsiteX667" fmla="*/ 2199067 w 7467600"/>
              <a:gd name="connsiteY667" fmla="*/ 2884061 h 6858000"/>
              <a:gd name="connsiteX668" fmla="*/ 3192586 w 7467600"/>
              <a:gd name="connsiteY668" fmla="*/ 3411496 h 6858000"/>
              <a:gd name="connsiteX669" fmla="*/ 3182620 w 7467600"/>
              <a:gd name="connsiteY669" fmla="*/ 3483279 h 6858000"/>
              <a:gd name="connsiteX670" fmla="*/ 2435119 w 7467600"/>
              <a:gd name="connsiteY670" fmla="*/ 3080173 h 6858000"/>
              <a:gd name="connsiteX671" fmla="*/ 2410152 w 7467600"/>
              <a:gd name="connsiteY671" fmla="*/ 3063751 h 6858000"/>
              <a:gd name="connsiteX672" fmla="*/ 2408099 w 7467600"/>
              <a:gd name="connsiteY672" fmla="*/ 3064403 h 6858000"/>
              <a:gd name="connsiteX673" fmla="*/ 2407218 w 7467600"/>
              <a:gd name="connsiteY673" fmla="*/ 3070324 h 6858000"/>
              <a:gd name="connsiteX674" fmla="*/ 2380138 w 7467600"/>
              <a:gd name="connsiteY674" fmla="*/ 3099341 h 6858000"/>
              <a:gd name="connsiteX675" fmla="*/ 1765923 w 7467600"/>
              <a:gd name="connsiteY675" fmla="*/ 3581043 h 6858000"/>
              <a:gd name="connsiteX676" fmla="*/ 1702258 w 7467600"/>
              <a:gd name="connsiteY676" fmla="*/ 3612286 h 6858000"/>
              <a:gd name="connsiteX677" fmla="*/ 1538370 w 7467600"/>
              <a:gd name="connsiteY677" fmla="*/ 3811804 h 6858000"/>
              <a:gd name="connsiteX678" fmla="*/ 542867 w 7467600"/>
              <a:gd name="connsiteY678" fmla="*/ 4944092 h 6858000"/>
              <a:gd name="connsiteX679" fmla="*/ 515800 w 7467600"/>
              <a:gd name="connsiteY679" fmla="*/ 4862180 h 6858000"/>
              <a:gd name="connsiteX680" fmla="*/ 909145 w 7467600"/>
              <a:gd name="connsiteY680" fmla="*/ 4199225 h 6858000"/>
              <a:gd name="connsiteX681" fmla="*/ 1214067 w 7467600"/>
              <a:gd name="connsiteY681" fmla="*/ 3908561 h 6858000"/>
              <a:gd name="connsiteX682" fmla="*/ 640967 w 7467600"/>
              <a:gd name="connsiteY682" fmla="*/ 4105601 h 6858000"/>
              <a:gd name="connsiteX683" fmla="*/ 112563 w 7467600"/>
              <a:gd name="connsiteY683" fmla="*/ 4396952 h 6858000"/>
              <a:gd name="connsiteX684" fmla="*/ 0 w 7467600"/>
              <a:gd name="connsiteY684" fmla="*/ 4466006 h 6858000"/>
              <a:gd name="connsiteX685" fmla="*/ 0 w 7467600"/>
              <a:gd name="connsiteY685" fmla="*/ 4233763 h 6858000"/>
              <a:gd name="connsiteX686" fmla="*/ 36881 w 7467600"/>
              <a:gd name="connsiteY686" fmla="*/ 4200118 h 6858000"/>
              <a:gd name="connsiteX687" fmla="*/ 910534 w 7467600"/>
              <a:gd name="connsiteY687" fmla="*/ 3629753 h 6858000"/>
              <a:gd name="connsiteX688" fmla="*/ 1578717 w 7467600"/>
              <a:gd name="connsiteY688" fmla="*/ 3575982 h 6858000"/>
              <a:gd name="connsiteX689" fmla="*/ 2338780 w 7467600"/>
              <a:gd name="connsiteY689" fmla="*/ 3033725 h 6858000"/>
              <a:gd name="connsiteX690" fmla="*/ 1807991 w 7467600"/>
              <a:gd name="connsiteY690" fmla="*/ 2807184 h 6858000"/>
              <a:gd name="connsiteX691" fmla="*/ 1416358 w 7467600"/>
              <a:gd name="connsiteY691" fmla="*/ 3112571 h 6858000"/>
              <a:gd name="connsiteX692" fmla="*/ 939066 w 7467600"/>
              <a:gd name="connsiteY692" fmla="*/ 3378798 h 6858000"/>
              <a:gd name="connsiteX693" fmla="*/ 115099 w 7467600"/>
              <a:gd name="connsiteY693" fmla="*/ 3607650 h 6858000"/>
              <a:gd name="connsiteX694" fmla="*/ 97284 w 7467600"/>
              <a:gd name="connsiteY694" fmla="*/ 3520393 h 6858000"/>
              <a:gd name="connsiteX695" fmla="*/ 922050 w 7467600"/>
              <a:gd name="connsiteY695" fmla="*/ 3074867 h 6858000"/>
              <a:gd name="connsiteX696" fmla="*/ 1405265 w 7467600"/>
              <a:gd name="connsiteY696" fmla="*/ 3016319 h 6858000"/>
              <a:gd name="connsiteX697" fmla="*/ 1407512 w 7467600"/>
              <a:gd name="connsiteY697" fmla="*/ 3018001 h 6858000"/>
              <a:gd name="connsiteX698" fmla="*/ 1726266 w 7467600"/>
              <a:gd name="connsiteY698" fmla="*/ 2777274 h 6858000"/>
              <a:gd name="connsiteX699" fmla="*/ 625390 w 7467600"/>
              <a:gd name="connsiteY699" fmla="*/ 2514541 h 6858000"/>
              <a:gd name="connsiteX700" fmla="*/ 619799 w 7467600"/>
              <a:gd name="connsiteY700" fmla="*/ 2527180 h 6858000"/>
              <a:gd name="connsiteX701" fmla="*/ 310030 w 7467600"/>
              <a:gd name="connsiteY701" fmla="*/ 2771818 h 6858000"/>
              <a:gd name="connsiteX702" fmla="*/ 173877 w 7467600"/>
              <a:gd name="connsiteY702" fmla="*/ 2937056 h 6858000"/>
              <a:gd name="connsiteX703" fmla="*/ 77889 w 7467600"/>
              <a:gd name="connsiteY703" fmla="*/ 3138440 h 6858000"/>
              <a:gd name="connsiteX704" fmla="*/ 0 w 7467600"/>
              <a:gd name="connsiteY704" fmla="*/ 3271395 h 6858000"/>
              <a:gd name="connsiteX705" fmla="*/ 0 w 7467600"/>
              <a:gd name="connsiteY705" fmla="*/ 3153002 h 6858000"/>
              <a:gd name="connsiteX706" fmla="*/ 2386 w 7467600"/>
              <a:gd name="connsiteY706" fmla="*/ 3149203 h 6858000"/>
              <a:gd name="connsiteX707" fmla="*/ 89753 w 7467600"/>
              <a:gd name="connsiteY707" fmla="*/ 2987702 h 6858000"/>
              <a:gd name="connsiteX708" fmla="*/ 76869 w 7467600"/>
              <a:gd name="connsiteY708" fmla="*/ 3005404 h 6858000"/>
              <a:gd name="connsiteX709" fmla="*/ 32049 w 7467600"/>
              <a:gd name="connsiteY709" fmla="*/ 3065814 h 6858000"/>
              <a:gd name="connsiteX710" fmla="*/ 0 w 7467600"/>
              <a:gd name="connsiteY710" fmla="*/ 3108744 h 6858000"/>
              <a:gd name="connsiteX711" fmla="*/ 0 w 7467600"/>
              <a:gd name="connsiteY711" fmla="*/ 3058059 h 6858000"/>
              <a:gd name="connsiteX712" fmla="*/ 7610 w 7467600"/>
              <a:gd name="connsiteY712" fmla="*/ 3047889 h 6858000"/>
              <a:gd name="connsiteX713" fmla="*/ 52419 w 7467600"/>
              <a:gd name="connsiteY713" fmla="*/ 2987479 h 6858000"/>
              <a:gd name="connsiteX714" fmla="*/ 59142 w 7467600"/>
              <a:gd name="connsiteY714" fmla="*/ 2978488 h 6858000"/>
              <a:gd name="connsiteX715" fmla="*/ 0 w 7467600"/>
              <a:gd name="connsiteY715" fmla="*/ 3015334 h 6858000"/>
              <a:gd name="connsiteX716" fmla="*/ 0 w 7467600"/>
              <a:gd name="connsiteY716" fmla="*/ 2914286 h 6858000"/>
              <a:gd name="connsiteX717" fmla="*/ 36383 w 7467600"/>
              <a:gd name="connsiteY717" fmla="*/ 2901128 h 6858000"/>
              <a:gd name="connsiteX718" fmla="*/ 156329 w 7467600"/>
              <a:gd name="connsiteY718" fmla="*/ 2840533 h 6858000"/>
              <a:gd name="connsiteX719" fmla="*/ 358355 w 7467600"/>
              <a:gd name="connsiteY719" fmla="*/ 2620471 h 6858000"/>
              <a:gd name="connsiteX720" fmla="*/ 510577 w 7467600"/>
              <a:gd name="connsiteY720" fmla="*/ 2501244 h 6858000"/>
              <a:gd name="connsiteX721" fmla="*/ 211967 w 7467600"/>
              <a:gd name="connsiteY721" fmla="*/ 2479171 h 6858000"/>
              <a:gd name="connsiteX722" fmla="*/ 0 w 7467600"/>
              <a:gd name="connsiteY722" fmla="*/ 2476398 h 6858000"/>
              <a:gd name="connsiteX723" fmla="*/ 0 w 7467600"/>
              <a:gd name="connsiteY723" fmla="*/ 2389189 h 6858000"/>
              <a:gd name="connsiteX724" fmla="*/ 103062 w 7467600"/>
              <a:gd name="connsiteY724" fmla="*/ 2389518 h 6858000"/>
              <a:gd name="connsiteX725" fmla="*/ 510734 w 7467600"/>
              <a:gd name="connsiteY725" fmla="*/ 2416201 h 6858000"/>
              <a:gd name="connsiteX726" fmla="*/ 279257 w 7467600"/>
              <a:gd name="connsiteY726" fmla="*/ 2092102 h 6858000"/>
              <a:gd name="connsiteX727" fmla="*/ 65265 w 7467600"/>
              <a:gd name="connsiteY727" fmla="*/ 2006049 h 6858000"/>
              <a:gd name="connsiteX728" fmla="*/ 0 w 7467600"/>
              <a:gd name="connsiteY728" fmla="*/ 1982532 h 6858000"/>
              <a:gd name="connsiteX729" fmla="*/ 0 w 7467600"/>
              <a:gd name="connsiteY729" fmla="*/ 1912789 h 6858000"/>
              <a:gd name="connsiteX730" fmla="*/ 97460 w 7467600"/>
              <a:gd name="connsiteY730" fmla="*/ 1953725 h 6858000"/>
              <a:gd name="connsiteX731" fmla="*/ 221272 w 7467600"/>
              <a:gd name="connsiteY731" fmla="*/ 1980766 h 6858000"/>
              <a:gd name="connsiteX732" fmla="*/ 116765 w 7467600"/>
              <a:gd name="connsiteY732" fmla="*/ 1911033 h 6858000"/>
              <a:gd name="connsiteX733" fmla="*/ 16405 w 7467600"/>
              <a:gd name="connsiteY733" fmla="*/ 1803412 h 6858000"/>
              <a:gd name="connsiteX734" fmla="*/ 0 w 7467600"/>
              <a:gd name="connsiteY734" fmla="*/ 1784777 h 6858000"/>
              <a:gd name="connsiteX735" fmla="*/ 0 w 7467600"/>
              <a:gd name="connsiteY735" fmla="*/ 1740082 h 6858000"/>
              <a:gd name="connsiteX736" fmla="*/ 39394 w 7467600"/>
              <a:gd name="connsiteY736" fmla="*/ 1784856 h 6858000"/>
              <a:gd name="connsiteX737" fmla="*/ 135813 w 7467600"/>
              <a:gd name="connsiteY737" fmla="*/ 1888838 h 6858000"/>
              <a:gd name="connsiteX738" fmla="*/ 242575 w 7467600"/>
              <a:gd name="connsiteY738" fmla="*/ 1958841 h 6858000"/>
              <a:gd name="connsiteX739" fmla="*/ 82197 w 7467600"/>
              <a:gd name="connsiteY739" fmla="*/ 1754826 h 6858000"/>
              <a:gd name="connsiteX740" fmla="*/ 0 w 7467600"/>
              <a:gd name="connsiteY740" fmla="*/ 1679650 h 6858000"/>
              <a:gd name="connsiteX741" fmla="*/ 0 w 7467600"/>
              <a:gd name="connsiteY741" fmla="*/ 1602463 h 6858000"/>
              <a:gd name="connsiteX742" fmla="*/ 84689 w 7467600"/>
              <a:gd name="connsiteY742" fmla="*/ 1677442 h 6858000"/>
              <a:gd name="connsiteX743" fmla="*/ 298437 w 7467600"/>
              <a:gd name="connsiteY743" fmla="*/ 1968019 h 6858000"/>
              <a:gd name="connsiteX744" fmla="*/ 227269 w 7467600"/>
              <a:gd name="connsiteY744" fmla="*/ 1114064 h 6858000"/>
              <a:gd name="connsiteX745" fmla="*/ 248003 w 7467600"/>
              <a:gd name="connsiteY745" fmla="*/ 1089613 h 6858000"/>
              <a:gd name="connsiteX746" fmla="*/ 427020 w 7467600"/>
              <a:gd name="connsiteY746" fmla="*/ 1619803 h 6858000"/>
              <a:gd name="connsiteX747" fmla="*/ 340345 w 7467600"/>
              <a:gd name="connsiteY747" fmla="*/ 2027739 h 6858000"/>
              <a:gd name="connsiteX748" fmla="*/ 360865 w 7467600"/>
              <a:gd name="connsiteY748" fmla="*/ 2044827 h 6858000"/>
              <a:gd name="connsiteX749" fmla="*/ 560414 w 7467600"/>
              <a:gd name="connsiteY749" fmla="*/ 2421457 h 6858000"/>
              <a:gd name="connsiteX750" fmla="*/ 1359703 w 7467600"/>
              <a:gd name="connsiteY750" fmla="*/ 2578554 h 6858000"/>
              <a:gd name="connsiteX751" fmla="*/ 1359422 w 7467600"/>
              <a:gd name="connsiteY751" fmla="*/ 2577994 h 6858000"/>
              <a:gd name="connsiteX752" fmla="*/ 828701 w 7467600"/>
              <a:gd name="connsiteY752" fmla="*/ 1839520 h 6858000"/>
              <a:gd name="connsiteX753" fmla="*/ 494427 w 7467600"/>
              <a:gd name="connsiteY753" fmla="*/ 1092333 h 6858000"/>
              <a:gd name="connsiteX754" fmla="*/ 506322 w 7467600"/>
              <a:gd name="connsiteY754" fmla="*/ 1020997 h 6858000"/>
              <a:gd name="connsiteX755" fmla="*/ 4570198 w 7467600"/>
              <a:gd name="connsiteY755" fmla="*/ 978081 h 6858000"/>
              <a:gd name="connsiteX756" fmla="*/ 4523691 w 7467600"/>
              <a:gd name="connsiteY756" fmla="*/ 1127776 h 6858000"/>
              <a:gd name="connsiteX757" fmla="*/ 4509875 w 7467600"/>
              <a:gd name="connsiteY757" fmla="*/ 1167552 h 6858000"/>
              <a:gd name="connsiteX758" fmla="*/ 4478168 w 7467600"/>
              <a:gd name="connsiteY758" fmla="*/ 1260735 h 6858000"/>
              <a:gd name="connsiteX759" fmla="*/ 4409309 w 7467600"/>
              <a:gd name="connsiteY759" fmla="*/ 1666996 h 6858000"/>
              <a:gd name="connsiteX760" fmla="*/ 4370031 w 7467600"/>
              <a:gd name="connsiteY760" fmla="*/ 1955666 h 6858000"/>
              <a:gd name="connsiteX761" fmla="*/ 4570198 w 7467600"/>
              <a:gd name="connsiteY761" fmla="*/ 978081 h 6858000"/>
              <a:gd name="connsiteX762" fmla="*/ 4557898 w 7467600"/>
              <a:gd name="connsiteY762" fmla="*/ 900011 h 6858000"/>
              <a:gd name="connsiteX763" fmla="*/ 4344840 w 7467600"/>
              <a:gd name="connsiteY763" fmla="*/ 1922038 h 6858000"/>
              <a:gd name="connsiteX764" fmla="*/ 4378710 w 7467600"/>
              <a:gd name="connsiteY764" fmla="*/ 1665516 h 6858000"/>
              <a:gd name="connsiteX765" fmla="*/ 4448798 w 7467600"/>
              <a:gd name="connsiteY765" fmla="*/ 1253024 h 6858000"/>
              <a:gd name="connsiteX766" fmla="*/ 4480315 w 7467600"/>
              <a:gd name="connsiteY766" fmla="*/ 1158454 h 6858000"/>
              <a:gd name="connsiteX767" fmla="*/ 4494133 w 7467600"/>
              <a:gd name="connsiteY767" fmla="*/ 1118676 h 6858000"/>
              <a:gd name="connsiteX768" fmla="*/ 4557898 w 7467600"/>
              <a:gd name="connsiteY768" fmla="*/ 900011 h 6858000"/>
              <a:gd name="connsiteX769" fmla="*/ 5870151 w 7467600"/>
              <a:gd name="connsiteY769" fmla="*/ 898890 h 6858000"/>
              <a:gd name="connsiteX770" fmla="*/ 5861335 w 7467600"/>
              <a:gd name="connsiteY770" fmla="*/ 899177 h 6858000"/>
              <a:gd name="connsiteX771" fmla="*/ 5843702 w 7467600"/>
              <a:gd name="connsiteY771" fmla="*/ 899748 h 6858000"/>
              <a:gd name="connsiteX772" fmla="*/ 5651107 w 7467600"/>
              <a:gd name="connsiteY772" fmla="*/ 920306 h 6858000"/>
              <a:gd name="connsiteX773" fmla="*/ 5459407 w 7467600"/>
              <a:gd name="connsiteY773" fmla="*/ 940975 h 6858000"/>
              <a:gd name="connsiteX774" fmla="*/ 5374846 w 7467600"/>
              <a:gd name="connsiteY774" fmla="*/ 941988 h 6858000"/>
              <a:gd name="connsiteX775" fmla="*/ 5256105 w 7467600"/>
              <a:gd name="connsiteY775" fmla="*/ 945632 h 6858000"/>
              <a:gd name="connsiteX776" fmla="*/ 5107071 w 7467600"/>
              <a:gd name="connsiteY776" fmla="*/ 969720 h 6858000"/>
              <a:gd name="connsiteX777" fmla="*/ 4998681 w 7467600"/>
              <a:gd name="connsiteY777" fmla="*/ 988771 h 6858000"/>
              <a:gd name="connsiteX778" fmla="*/ 5870151 w 7467600"/>
              <a:gd name="connsiteY778" fmla="*/ 898890 h 6858000"/>
              <a:gd name="connsiteX779" fmla="*/ 5504425 w 7467600"/>
              <a:gd name="connsiteY779" fmla="*/ 848067 h 6858000"/>
              <a:gd name="connsiteX780" fmla="*/ 4968849 w 7467600"/>
              <a:gd name="connsiteY780" fmla="*/ 962318 h 6858000"/>
              <a:gd name="connsiteX781" fmla="*/ 5104039 w 7467600"/>
              <a:gd name="connsiteY781" fmla="*/ 940634 h 6858000"/>
              <a:gd name="connsiteX782" fmla="*/ 5256311 w 7467600"/>
              <a:gd name="connsiteY782" fmla="*/ 916490 h 6858000"/>
              <a:gd name="connsiteX783" fmla="*/ 5377381 w 7467600"/>
              <a:gd name="connsiteY783" fmla="*/ 912671 h 6858000"/>
              <a:gd name="connsiteX784" fmla="*/ 5460148 w 7467600"/>
              <a:gd name="connsiteY784" fmla="*/ 911442 h 6858000"/>
              <a:gd name="connsiteX785" fmla="*/ 5648971 w 7467600"/>
              <a:gd name="connsiteY785" fmla="*/ 891331 h 6858000"/>
              <a:gd name="connsiteX786" fmla="*/ 5844807 w 7467600"/>
              <a:gd name="connsiteY786" fmla="*/ 870718 h 6858000"/>
              <a:gd name="connsiteX787" fmla="*/ 5862975 w 7467600"/>
              <a:gd name="connsiteY787" fmla="*/ 869756 h 6858000"/>
              <a:gd name="connsiteX788" fmla="*/ 5920887 w 7467600"/>
              <a:gd name="connsiteY788" fmla="*/ 865929 h 6858000"/>
              <a:gd name="connsiteX789" fmla="*/ 5504425 w 7467600"/>
              <a:gd name="connsiteY789" fmla="*/ 848067 h 6858000"/>
              <a:gd name="connsiteX790" fmla="*/ 3607114 w 7467600"/>
              <a:gd name="connsiteY790" fmla="*/ 467441 h 6858000"/>
              <a:gd name="connsiteX791" fmla="*/ 3296242 w 7467600"/>
              <a:gd name="connsiteY791" fmla="*/ 807991 h 6858000"/>
              <a:gd name="connsiteX792" fmla="*/ 3174674 w 7467600"/>
              <a:gd name="connsiteY792" fmla="*/ 919759 h 6858000"/>
              <a:gd name="connsiteX793" fmla="*/ 3042978 w 7467600"/>
              <a:gd name="connsiteY793" fmla="*/ 1054894 h 6858000"/>
              <a:gd name="connsiteX794" fmla="*/ 2968914 w 7467600"/>
              <a:gd name="connsiteY794" fmla="*/ 1133756 h 6858000"/>
              <a:gd name="connsiteX795" fmla="*/ 3103823 w 7467600"/>
              <a:gd name="connsiteY795" fmla="*/ 1026814 h 6858000"/>
              <a:gd name="connsiteX796" fmla="*/ 3607114 w 7467600"/>
              <a:gd name="connsiteY796" fmla="*/ 467441 h 6858000"/>
              <a:gd name="connsiteX797" fmla="*/ 3744487 w 7467600"/>
              <a:gd name="connsiteY797" fmla="*/ 383136 h 6858000"/>
              <a:gd name="connsiteX798" fmla="*/ 3970213 w 7467600"/>
              <a:gd name="connsiteY798" fmla="*/ 995559 h 6858000"/>
              <a:gd name="connsiteX799" fmla="*/ 3744487 w 7467600"/>
              <a:gd name="connsiteY799" fmla="*/ 383136 h 6858000"/>
              <a:gd name="connsiteX800" fmla="*/ 3624562 w 7467600"/>
              <a:gd name="connsiteY800" fmla="*/ 367041 h 6858000"/>
              <a:gd name="connsiteX801" fmla="*/ 3489712 w 7467600"/>
              <a:gd name="connsiteY801" fmla="*/ 485386 h 6858000"/>
              <a:gd name="connsiteX802" fmla="*/ 3182994 w 7467600"/>
              <a:gd name="connsiteY802" fmla="*/ 828265 h 6858000"/>
              <a:gd name="connsiteX803" fmla="*/ 2892114 w 7467600"/>
              <a:gd name="connsiteY803" fmla="*/ 1172635 h 6858000"/>
              <a:gd name="connsiteX804" fmla="*/ 3021459 w 7467600"/>
              <a:gd name="connsiteY804" fmla="*/ 1035385 h 6858000"/>
              <a:gd name="connsiteX805" fmla="*/ 3153873 w 7467600"/>
              <a:gd name="connsiteY805" fmla="*/ 898971 h 6858000"/>
              <a:gd name="connsiteX806" fmla="*/ 3276511 w 7467600"/>
              <a:gd name="connsiteY806" fmla="*/ 786423 h 6858000"/>
              <a:gd name="connsiteX807" fmla="*/ 3584154 w 7467600"/>
              <a:gd name="connsiteY807" fmla="*/ 448218 h 6858000"/>
              <a:gd name="connsiteX808" fmla="*/ 3624562 w 7467600"/>
              <a:gd name="connsiteY808" fmla="*/ 367041 h 6858000"/>
              <a:gd name="connsiteX809" fmla="*/ 3766672 w 7467600"/>
              <a:gd name="connsiteY809" fmla="*/ 359429 h 6858000"/>
              <a:gd name="connsiteX810" fmla="*/ 3996338 w 7467600"/>
              <a:gd name="connsiteY810" fmla="*/ 968237 h 6858000"/>
              <a:gd name="connsiteX811" fmla="*/ 3766672 w 7467600"/>
              <a:gd name="connsiteY811" fmla="*/ 359429 h 6858000"/>
              <a:gd name="connsiteX812" fmla="*/ 5805386 w 7467600"/>
              <a:gd name="connsiteY812" fmla="*/ 239240 h 6858000"/>
              <a:gd name="connsiteX813" fmla="*/ 5736947 w 7467600"/>
              <a:gd name="connsiteY813" fmla="*/ 261367 h 6858000"/>
              <a:gd name="connsiteX814" fmla="*/ 5427012 w 7467600"/>
              <a:gd name="connsiteY814" fmla="*/ 311272 h 6858000"/>
              <a:gd name="connsiteX815" fmla="*/ 5147818 w 7467600"/>
              <a:gd name="connsiteY815" fmla="*/ 322112 h 6858000"/>
              <a:gd name="connsiteX816" fmla="*/ 5060854 w 7467600"/>
              <a:gd name="connsiteY816" fmla="*/ 311882 h 6858000"/>
              <a:gd name="connsiteX817" fmla="*/ 4945989 w 7467600"/>
              <a:gd name="connsiteY817" fmla="*/ 300516 h 6858000"/>
              <a:gd name="connsiteX818" fmla="*/ 5410479 w 7467600"/>
              <a:gd name="connsiteY818" fmla="*/ 348434 h 6858000"/>
              <a:gd name="connsiteX819" fmla="*/ 5805386 w 7467600"/>
              <a:gd name="connsiteY819" fmla="*/ 239240 h 6858000"/>
              <a:gd name="connsiteX820" fmla="*/ 5905192 w 7467600"/>
              <a:gd name="connsiteY820" fmla="*/ 163079 h 6858000"/>
              <a:gd name="connsiteX821" fmla="*/ 5865655 w 7467600"/>
              <a:gd name="connsiteY821" fmla="*/ 171901 h 6858000"/>
              <a:gd name="connsiteX822" fmla="*/ 5259740 w 7467600"/>
              <a:gd name="connsiteY822" fmla="*/ 257013 h 6858000"/>
              <a:gd name="connsiteX823" fmla="*/ 5208466 w 7467600"/>
              <a:gd name="connsiteY823" fmla="*/ 257550 h 6858000"/>
              <a:gd name="connsiteX824" fmla="*/ 4980204 w 7467600"/>
              <a:gd name="connsiteY824" fmla="*/ 271903 h 6858000"/>
              <a:gd name="connsiteX825" fmla="*/ 5068068 w 7467600"/>
              <a:gd name="connsiteY825" fmla="*/ 282244 h 6858000"/>
              <a:gd name="connsiteX826" fmla="*/ 5153231 w 7467600"/>
              <a:gd name="connsiteY826" fmla="*/ 292240 h 6858000"/>
              <a:gd name="connsiteX827" fmla="*/ 5426491 w 7467600"/>
              <a:gd name="connsiteY827" fmla="*/ 281128 h 6858000"/>
              <a:gd name="connsiteX828" fmla="*/ 5731212 w 7467600"/>
              <a:gd name="connsiteY828" fmla="*/ 231951 h 6858000"/>
              <a:gd name="connsiteX829" fmla="*/ 5905192 w 7467600"/>
              <a:gd name="connsiteY829" fmla="*/ 163079 h 6858000"/>
              <a:gd name="connsiteX830" fmla="*/ 5944437 w 7467600"/>
              <a:gd name="connsiteY830" fmla="*/ 113829 h 6858000"/>
              <a:gd name="connsiteX831" fmla="*/ 5825032 w 7467600"/>
              <a:gd name="connsiteY831" fmla="*/ 146405 h 6858000"/>
              <a:gd name="connsiteX832" fmla="*/ 4955599 w 7467600"/>
              <a:gd name="connsiteY832" fmla="*/ 247008 h 6858000"/>
              <a:gd name="connsiteX833" fmla="*/ 5210104 w 7467600"/>
              <a:gd name="connsiteY833" fmla="*/ 228123 h 6858000"/>
              <a:gd name="connsiteX834" fmla="*/ 5261015 w 7467600"/>
              <a:gd name="connsiteY834" fmla="*/ 227087 h 6858000"/>
              <a:gd name="connsiteX835" fmla="*/ 5861181 w 7467600"/>
              <a:gd name="connsiteY835" fmla="*/ 143093 h 6858000"/>
              <a:gd name="connsiteX836" fmla="*/ 5961252 w 7467600"/>
              <a:gd name="connsiteY836" fmla="*/ 114820 h 6858000"/>
              <a:gd name="connsiteX837" fmla="*/ 5944437 w 7467600"/>
              <a:gd name="connsiteY837" fmla="*/ 113829 h 6858000"/>
              <a:gd name="connsiteX838" fmla="*/ 3882765 w 7467600"/>
              <a:gd name="connsiteY838" fmla="*/ 0 h 6858000"/>
              <a:gd name="connsiteX839" fmla="*/ 3995099 w 7467600"/>
              <a:gd name="connsiteY839" fmla="*/ 0 h 6858000"/>
              <a:gd name="connsiteX840" fmla="*/ 4163818 w 7467600"/>
              <a:gd name="connsiteY840" fmla="*/ 234104 h 6858000"/>
              <a:gd name="connsiteX841" fmla="*/ 4172099 w 7467600"/>
              <a:gd name="connsiteY841" fmla="*/ 234207 h 6858000"/>
              <a:gd name="connsiteX842" fmla="*/ 4784282 w 7467600"/>
              <a:gd name="connsiteY842" fmla="*/ 276561 h 6858000"/>
              <a:gd name="connsiteX843" fmla="*/ 4801687 w 7467600"/>
              <a:gd name="connsiteY843" fmla="*/ 267764 h 6858000"/>
              <a:gd name="connsiteX844" fmla="*/ 6082788 w 7467600"/>
              <a:gd name="connsiteY844" fmla="*/ 64119 h 6858000"/>
              <a:gd name="connsiteX845" fmla="*/ 6099442 w 7467600"/>
              <a:gd name="connsiteY845" fmla="*/ 82568 h 6858000"/>
              <a:gd name="connsiteX846" fmla="*/ 4804137 w 7467600"/>
              <a:gd name="connsiteY846" fmla="*/ 320931 h 6858000"/>
              <a:gd name="connsiteX847" fmla="*/ 4227047 w 7467600"/>
              <a:gd name="connsiteY847" fmla="*/ 313415 h 6858000"/>
              <a:gd name="connsiteX848" fmla="*/ 4346041 w 7467600"/>
              <a:gd name="connsiteY848" fmla="*/ 456086 h 6858000"/>
              <a:gd name="connsiteX849" fmla="*/ 4870967 w 7467600"/>
              <a:gd name="connsiteY849" fmla="*/ 963061 h 6858000"/>
              <a:gd name="connsiteX850" fmla="*/ 4889647 w 7467600"/>
              <a:gd name="connsiteY850" fmla="*/ 957147 h 6858000"/>
              <a:gd name="connsiteX851" fmla="*/ 5422504 w 7467600"/>
              <a:gd name="connsiteY851" fmla="*/ 805191 h 6858000"/>
              <a:gd name="connsiteX852" fmla="*/ 6087656 w 7467600"/>
              <a:gd name="connsiteY852" fmla="*/ 826703 h 6858000"/>
              <a:gd name="connsiteX853" fmla="*/ 6058717 w 7467600"/>
              <a:gd name="connsiteY853" fmla="*/ 865992 h 6858000"/>
              <a:gd name="connsiteX854" fmla="*/ 4974153 w 7467600"/>
              <a:gd name="connsiteY854" fmla="*/ 1045456 h 6858000"/>
              <a:gd name="connsiteX855" fmla="*/ 5627835 w 7467600"/>
              <a:gd name="connsiteY855" fmla="*/ 1472077 h 6858000"/>
              <a:gd name="connsiteX856" fmla="*/ 5629817 w 7467600"/>
              <a:gd name="connsiteY856" fmla="*/ 1471412 h 6858000"/>
              <a:gd name="connsiteX857" fmla="*/ 5634124 w 7467600"/>
              <a:gd name="connsiteY857" fmla="*/ 1470572 h 6858000"/>
              <a:gd name="connsiteX858" fmla="*/ 5755832 w 7467600"/>
              <a:gd name="connsiteY858" fmla="*/ 1383886 h 6858000"/>
              <a:gd name="connsiteX859" fmla="*/ 6014186 w 7467600"/>
              <a:gd name="connsiteY859" fmla="*/ 1279799 h 6858000"/>
              <a:gd name="connsiteX860" fmla="*/ 6901619 w 7467600"/>
              <a:gd name="connsiteY860" fmla="*/ 1047874 h 6858000"/>
              <a:gd name="connsiteX861" fmla="*/ 6931566 w 7467600"/>
              <a:gd name="connsiteY861" fmla="*/ 1062034 h 6858000"/>
              <a:gd name="connsiteX862" fmla="*/ 5790982 w 7467600"/>
              <a:gd name="connsiteY862" fmla="*/ 1561380 h 6858000"/>
              <a:gd name="connsiteX863" fmla="*/ 6188971 w 7467600"/>
              <a:gd name="connsiteY863" fmla="*/ 1755168 h 6858000"/>
              <a:gd name="connsiteX864" fmla="*/ 6202446 w 7467600"/>
              <a:gd name="connsiteY864" fmla="*/ 1752268 h 6858000"/>
              <a:gd name="connsiteX865" fmla="*/ 7179560 w 7467600"/>
              <a:gd name="connsiteY865" fmla="*/ 1467551 h 6858000"/>
              <a:gd name="connsiteX866" fmla="*/ 7158730 w 7467600"/>
              <a:gd name="connsiteY866" fmla="*/ 1507835 h 6858000"/>
              <a:gd name="connsiteX867" fmla="*/ 6326959 w 7467600"/>
              <a:gd name="connsiteY867" fmla="*/ 1817686 h 6858000"/>
              <a:gd name="connsiteX868" fmla="*/ 6537433 w 7467600"/>
              <a:gd name="connsiteY868" fmla="*/ 1907790 h 6858000"/>
              <a:gd name="connsiteX869" fmla="*/ 6550221 w 7467600"/>
              <a:gd name="connsiteY869" fmla="*/ 1910729 h 6858000"/>
              <a:gd name="connsiteX870" fmla="*/ 6964438 w 7467600"/>
              <a:gd name="connsiteY870" fmla="*/ 2209505 h 6858000"/>
              <a:gd name="connsiteX871" fmla="*/ 7367862 w 7467600"/>
              <a:gd name="connsiteY871" fmla="*/ 2806833 h 6858000"/>
              <a:gd name="connsiteX872" fmla="*/ 7364329 w 7467600"/>
              <a:gd name="connsiteY872" fmla="*/ 2826907 h 6858000"/>
              <a:gd name="connsiteX873" fmla="*/ 7290545 w 7467600"/>
              <a:gd name="connsiteY873" fmla="*/ 2850663 h 6858000"/>
              <a:gd name="connsiteX874" fmla="*/ 6472036 w 7467600"/>
              <a:gd name="connsiteY874" fmla="*/ 1959003 h 6858000"/>
              <a:gd name="connsiteX875" fmla="*/ 5792897 w 7467600"/>
              <a:gd name="connsiteY875" fmla="*/ 1647747 h 6858000"/>
              <a:gd name="connsiteX876" fmla="*/ 5842751 w 7467600"/>
              <a:gd name="connsiteY876" fmla="*/ 1816112 h 6858000"/>
              <a:gd name="connsiteX877" fmla="*/ 5847424 w 7467600"/>
              <a:gd name="connsiteY877" fmla="*/ 1815776 h 6858000"/>
              <a:gd name="connsiteX878" fmla="*/ 6399821 w 7467600"/>
              <a:gd name="connsiteY878" fmla="*/ 2344799 h 6858000"/>
              <a:gd name="connsiteX879" fmla="*/ 6323232 w 7467600"/>
              <a:gd name="connsiteY879" fmla="*/ 2389634 h 6858000"/>
              <a:gd name="connsiteX880" fmla="*/ 5942958 w 7467600"/>
              <a:gd name="connsiteY880" fmla="*/ 2077708 h 6858000"/>
              <a:gd name="connsiteX881" fmla="*/ 5921559 w 7467600"/>
              <a:gd name="connsiteY881" fmla="*/ 2378596 h 6858000"/>
              <a:gd name="connsiteX882" fmla="*/ 5817651 w 7467600"/>
              <a:gd name="connsiteY882" fmla="*/ 3023919 h 6858000"/>
              <a:gd name="connsiteX883" fmla="*/ 5729634 w 7467600"/>
              <a:gd name="connsiteY883" fmla="*/ 3051849 h 6858000"/>
              <a:gd name="connsiteX884" fmla="*/ 5611018 w 7467600"/>
              <a:gd name="connsiteY884" fmla="*/ 2316769 h 6858000"/>
              <a:gd name="connsiteX885" fmla="*/ 5687608 w 7467600"/>
              <a:gd name="connsiteY885" fmla="*/ 2039972 h 6858000"/>
              <a:gd name="connsiteX886" fmla="*/ 5657554 w 7467600"/>
              <a:gd name="connsiteY886" fmla="*/ 1576445 h 6858000"/>
              <a:gd name="connsiteX887" fmla="*/ 5150475 w 7467600"/>
              <a:gd name="connsiteY887" fmla="*/ 1274012 h 6858000"/>
              <a:gd name="connsiteX888" fmla="*/ 5349142 w 7467600"/>
              <a:gd name="connsiteY888" fmla="*/ 2204405 h 6858000"/>
              <a:gd name="connsiteX889" fmla="*/ 5262214 w 7467600"/>
              <a:gd name="connsiteY889" fmla="*/ 2233836 h 6858000"/>
              <a:gd name="connsiteX890" fmla="*/ 4981539 w 7467600"/>
              <a:gd name="connsiteY890" fmla="*/ 1542201 h 6858000"/>
              <a:gd name="connsiteX891" fmla="*/ 4958461 w 7467600"/>
              <a:gd name="connsiteY891" fmla="*/ 1136957 h 6858000"/>
              <a:gd name="connsiteX892" fmla="*/ 4655015 w 7467600"/>
              <a:gd name="connsiteY892" fmla="*/ 891426 h 6858000"/>
              <a:gd name="connsiteX893" fmla="*/ 4348002 w 7467600"/>
              <a:gd name="connsiteY893" fmla="*/ 2205895 h 6858000"/>
              <a:gd name="connsiteX894" fmla="*/ 4262250 w 7467600"/>
              <a:gd name="connsiteY894" fmla="*/ 2219972 h 6858000"/>
              <a:gd name="connsiteX895" fmla="*/ 4550611 w 7467600"/>
              <a:gd name="connsiteY895" fmla="*/ 817540 h 6858000"/>
              <a:gd name="connsiteX896" fmla="*/ 4564418 w 7467600"/>
              <a:gd name="connsiteY896" fmla="*/ 808293 h 6858000"/>
              <a:gd name="connsiteX897" fmla="*/ 4266388 w 7467600"/>
              <a:gd name="connsiteY897" fmla="*/ 500083 h 6858000"/>
              <a:gd name="connsiteX898" fmla="*/ 4032842 w 7467600"/>
              <a:gd name="connsiteY898" fmla="*/ 211809 h 6858000"/>
              <a:gd name="connsiteX899" fmla="*/ 3882765 w 7467600"/>
              <a:gd name="connsiteY899" fmla="*/ 0 h 6858000"/>
              <a:gd name="connsiteX900" fmla="*/ 3721337 w 7467600"/>
              <a:gd name="connsiteY900" fmla="*/ 0 h 6858000"/>
              <a:gd name="connsiteX901" fmla="*/ 3797544 w 7467600"/>
              <a:gd name="connsiteY901" fmla="*/ 0 h 6858000"/>
              <a:gd name="connsiteX902" fmla="*/ 3775734 w 7467600"/>
              <a:gd name="connsiteY902" fmla="*/ 95131 h 6858000"/>
              <a:gd name="connsiteX903" fmla="*/ 3724807 w 7467600"/>
              <a:gd name="connsiteY903" fmla="*/ 272257 h 6858000"/>
              <a:gd name="connsiteX904" fmla="*/ 3726844 w 7467600"/>
              <a:gd name="connsiteY904" fmla="*/ 282988 h 6858000"/>
              <a:gd name="connsiteX905" fmla="*/ 3742664 w 7467600"/>
              <a:gd name="connsiteY905" fmla="*/ 279918 h 6858000"/>
              <a:gd name="connsiteX906" fmla="*/ 4103910 w 7467600"/>
              <a:gd name="connsiteY906" fmla="*/ 1161917 h 6858000"/>
              <a:gd name="connsiteX907" fmla="*/ 4020269 w 7467600"/>
              <a:gd name="connsiteY907" fmla="*/ 1200406 h 6858000"/>
              <a:gd name="connsiteX908" fmla="*/ 3674882 w 7467600"/>
              <a:gd name="connsiteY908" fmla="*/ 488524 h 6858000"/>
              <a:gd name="connsiteX909" fmla="*/ 3132682 w 7467600"/>
              <a:gd name="connsiteY909" fmla="*/ 1072284 h 6858000"/>
              <a:gd name="connsiteX910" fmla="*/ 2716346 w 7467600"/>
              <a:gd name="connsiteY910" fmla="*/ 1276376 h 6858000"/>
              <a:gd name="connsiteX911" fmla="*/ 2716772 w 7467600"/>
              <a:gd name="connsiteY911" fmla="*/ 1255462 h 6858000"/>
              <a:gd name="connsiteX912" fmla="*/ 3471096 w 7467600"/>
              <a:gd name="connsiteY912" fmla="*/ 437072 h 6858000"/>
              <a:gd name="connsiteX913" fmla="*/ 3639057 w 7467600"/>
              <a:gd name="connsiteY913" fmla="*/ 286334 h 6858000"/>
              <a:gd name="connsiteX914" fmla="*/ 3640309 w 7467600"/>
              <a:gd name="connsiteY914" fmla="*/ 284664 h 6858000"/>
              <a:gd name="connsiteX915" fmla="*/ 3646022 w 7467600"/>
              <a:gd name="connsiteY915" fmla="*/ 276711 h 6858000"/>
              <a:gd name="connsiteX916" fmla="*/ 3707943 w 7467600"/>
              <a:gd name="connsiteY916" fmla="*/ 65958 h 6858000"/>
              <a:gd name="connsiteX917" fmla="*/ 3721337 w 7467600"/>
              <a:gd name="connsiteY917" fmla="*/ 0 h 6858000"/>
              <a:gd name="connsiteX918" fmla="*/ 2867960 w 7467600"/>
              <a:gd name="connsiteY918" fmla="*/ 0 h 6858000"/>
              <a:gd name="connsiteX919" fmla="*/ 2926351 w 7467600"/>
              <a:gd name="connsiteY919" fmla="*/ 0 h 6858000"/>
              <a:gd name="connsiteX920" fmla="*/ 2902823 w 7467600"/>
              <a:gd name="connsiteY920" fmla="*/ 262929 h 6858000"/>
              <a:gd name="connsiteX921" fmla="*/ 2940663 w 7467600"/>
              <a:gd name="connsiteY921" fmla="*/ 140884 h 6858000"/>
              <a:gd name="connsiteX922" fmla="*/ 2947039 w 7467600"/>
              <a:gd name="connsiteY922" fmla="*/ 122524 h 6858000"/>
              <a:gd name="connsiteX923" fmla="*/ 2984316 w 7467600"/>
              <a:gd name="connsiteY923" fmla="*/ 0 h 6858000"/>
              <a:gd name="connsiteX924" fmla="*/ 3016114 w 7467600"/>
              <a:gd name="connsiteY924" fmla="*/ 0 h 6858000"/>
              <a:gd name="connsiteX925" fmla="*/ 2979949 w 7467600"/>
              <a:gd name="connsiteY925" fmla="*/ 119274 h 6858000"/>
              <a:gd name="connsiteX926" fmla="*/ 3023879 w 7467600"/>
              <a:gd name="connsiteY926" fmla="*/ 0 h 6858000"/>
              <a:gd name="connsiteX927" fmla="*/ 3105400 w 7467600"/>
              <a:gd name="connsiteY927" fmla="*/ 0 h 6858000"/>
              <a:gd name="connsiteX928" fmla="*/ 3094669 w 7467600"/>
              <a:gd name="connsiteY928" fmla="*/ 30308 h 6858000"/>
              <a:gd name="connsiteX929" fmla="*/ 2901945 w 7467600"/>
              <a:gd name="connsiteY929" fmla="*/ 466538 h 6858000"/>
              <a:gd name="connsiteX930" fmla="*/ 2815209 w 7467600"/>
              <a:gd name="connsiteY930" fmla="*/ 497361 h 6858000"/>
              <a:gd name="connsiteX931" fmla="*/ 2844845 w 7467600"/>
              <a:gd name="connsiteY931" fmla="*/ 127638 h 6858000"/>
              <a:gd name="connsiteX932" fmla="*/ 2867960 w 7467600"/>
              <a:gd name="connsiteY932" fmla="*/ 0 h 6858000"/>
              <a:gd name="connsiteX933" fmla="*/ 1057230 w 7467600"/>
              <a:gd name="connsiteY933" fmla="*/ 0 h 6858000"/>
              <a:gd name="connsiteX934" fmla="*/ 1111003 w 7467600"/>
              <a:gd name="connsiteY934" fmla="*/ 0 h 6858000"/>
              <a:gd name="connsiteX935" fmla="*/ 1125553 w 7467600"/>
              <a:gd name="connsiteY935" fmla="*/ 52588 h 6858000"/>
              <a:gd name="connsiteX936" fmla="*/ 1304276 w 7467600"/>
              <a:gd name="connsiteY936" fmla="*/ 476275 h 6858000"/>
              <a:gd name="connsiteX937" fmla="*/ 1492066 w 7467600"/>
              <a:gd name="connsiteY937" fmla="*/ 886333 h 6858000"/>
              <a:gd name="connsiteX938" fmla="*/ 1423698 w 7467600"/>
              <a:gd name="connsiteY938" fmla="*/ 710817 h 6858000"/>
              <a:gd name="connsiteX939" fmla="*/ 1357609 w 7467600"/>
              <a:gd name="connsiteY939" fmla="*/ 532892 h 6858000"/>
              <a:gd name="connsiteX940" fmla="*/ 1309550 w 7467600"/>
              <a:gd name="connsiteY940" fmla="*/ 374031 h 6858000"/>
              <a:gd name="connsiteX941" fmla="*/ 1193673 w 7467600"/>
              <a:gd name="connsiteY941" fmla="*/ 49533 h 6858000"/>
              <a:gd name="connsiteX942" fmla="*/ 1164391 w 7467600"/>
              <a:gd name="connsiteY942" fmla="*/ 0 h 6858000"/>
              <a:gd name="connsiteX943" fmla="*/ 1200666 w 7467600"/>
              <a:gd name="connsiteY943" fmla="*/ 0 h 6858000"/>
              <a:gd name="connsiteX944" fmla="*/ 1223408 w 7467600"/>
              <a:gd name="connsiteY944" fmla="*/ 38996 h 6858000"/>
              <a:gd name="connsiteX945" fmla="*/ 1339635 w 7467600"/>
              <a:gd name="connsiteY945" fmla="*/ 365517 h 6858000"/>
              <a:gd name="connsiteX946" fmla="*/ 1387469 w 7467600"/>
              <a:gd name="connsiteY946" fmla="*/ 523079 h 6858000"/>
              <a:gd name="connsiteX947" fmla="*/ 1452685 w 7467600"/>
              <a:gd name="connsiteY947" fmla="*/ 699806 h 6858000"/>
              <a:gd name="connsiteX948" fmla="*/ 1492092 w 7467600"/>
              <a:gd name="connsiteY948" fmla="*/ 800424 h 6858000"/>
              <a:gd name="connsiteX949" fmla="*/ 1455302 w 7467600"/>
              <a:gd name="connsiteY949" fmla="*/ 632913 h 6858000"/>
              <a:gd name="connsiteX950" fmla="*/ 1222336 w 7467600"/>
              <a:gd name="connsiteY950" fmla="*/ 9480 h 6858000"/>
              <a:gd name="connsiteX951" fmla="*/ 1214634 w 7467600"/>
              <a:gd name="connsiteY951" fmla="*/ 0 h 6858000"/>
              <a:gd name="connsiteX952" fmla="*/ 1289827 w 7467600"/>
              <a:gd name="connsiteY952" fmla="*/ 0 h 6858000"/>
              <a:gd name="connsiteX953" fmla="*/ 1321076 w 7467600"/>
              <a:gd name="connsiteY953" fmla="*/ 59722 h 6858000"/>
              <a:gd name="connsiteX954" fmla="*/ 1512579 w 7467600"/>
              <a:gd name="connsiteY954" fmla="*/ 626441 h 6858000"/>
              <a:gd name="connsiteX955" fmla="*/ 1506076 w 7467600"/>
              <a:gd name="connsiteY955" fmla="*/ 1089289 h 6858000"/>
              <a:gd name="connsiteX956" fmla="*/ 1486346 w 7467600"/>
              <a:gd name="connsiteY956" fmla="*/ 1079919 h 6858000"/>
              <a:gd name="connsiteX957" fmla="*/ 1070511 w 7467600"/>
              <a:gd name="connsiteY957" fmla="*/ 48609 h 6858000"/>
              <a:gd name="connsiteX958" fmla="*/ 1057230 w 7467600"/>
              <a:gd name="connsiteY958" fmla="*/ 0 h 6858000"/>
              <a:gd name="connsiteX959" fmla="*/ 43151 w 7467600"/>
              <a:gd name="connsiteY959" fmla="*/ 0 h 6858000"/>
              <a:gd name="connsiteX960" fmla="*/ 95283 w 7467600"/>
              <a:gd name="connsiteY960" fmla="*/ 0 h 6858000"/>
              <a:gd name="connsiteX961" fmla="*/ 300708 w 7467600"/>
              <a:gd name="connsiteY961" fmla="*/ 154571 h 6858000"/>
              <a:gd name="connsiteX962" fmla="*/ 530414 w 7467600"/>
              <a:gd name="connsiteY962" fmla="*/ 354673 h 6858000"/>
              <a:gd name="connsiteX963" fmla="*/ 333785 w 7467600"/>
              <a:gd name="connsiteY963" fmla="*/ 161564 h 6858000"/>
              <a:gd name="connsiteX964" fmla="*/ 147005 w 7467600"/>
              <a:gd name="connsiteY964" fmla="*/ 0 h 6858000"/>
              <a:gd name="connsiteX965" fmla="*/ 272509 w 7467600"/>
              <a:gd name="connsiteY965" fmla="*/ 0 h 6858000"/>
              <a:gd name="connsiteX966" fmla="*/ 326276 w 7467600"/>
              <a:gd name="connsiteY966" fmla="*/ 45847 h 6858000"/>
              <a:gd name="connsiteX967" fmla="*/ 823759 w 7467600"/>
              <a:gd name="connsiteY967" fmla="*/ 574145 h 6858000"/>
              <a:gd name="connsiteX968" fmla="*/ 811254 w 7467600"/>
              <a:gd name="connsiteY968" fmla="*/ 665546 h 6858000"/>
              <a:gd name="connsiteX969" fmla="*/ 154042 w 7467600"/>
              <a:gd name="connsiteY969" fmla="*/ 261522 h 6858000"/>
              <a:gd name="connsiteX970" fmla="*/ 13550 w 7467600"/>
              <a:gd name="connsiteY970" fmla="*/ 158423 h 6858000"/>
              <a:gd name="connsiteX971" fmla="*/ 0 w 7467600"/>
              <a:gd name="connsiteY971" fmla="*/ 146618 h 6858000"/>
              <a:gd name="connsiteX972" fmla="*/ 0 w 7467600"/>
              <a:gd name="connsiteY972" fmla="*/ 59161 h 6858000"/>
              <a:gd name="connsiteX973" fmla="*/ 45427 w 7467600"/>
              <a:gd name="connsiteY973" fmla="*/ 101078 h 6858000"/>
              <a:gd name="connsiteX974" fmla="*/ 630103 w 7467600"/>
              <a:gd name="connsiteY974" fmla="*/ 485885 h 6858000"/>
              <a:gd name="connsiteX975" fmla="*/ 532040 w 7467600"/>
              <a:gd name="connsiteY975" fmla="*/ 399359 h 6858000"/>
              <a:gd name="connsiteX976" fmla="*/ 517618 w 7467600"/>
              <a:gd name="connsiteY976" fmla="*/ 385726 h 6858000"/>
              <a:gd name="connsiteX977" fmla="*/ 285074 w 7467600"/>
              <a:gd name="connsiteY977" fmla="*/ 182755 h 6858000"/>
              <a:gd name="connsiteX978" fmla="*/ 43151 w 7467600"/>
              <a:gd name="connsiteY97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6946849 w 7467600"/>
              <a:gd name="connsiteY84" fmla="*/ 5523271 h 6858000"/>
              <a:gd name="connsiteX85" fmla="*/ 6946972 w 7467600"/>
              <a:gd name="connsiteY85" fmla="*/ 5526491 h 6858000"/>
              <a:gd name="connsiteX86" fmla="*/ 7105827 w 7467600"/>
              <a:gd name="connsiteY86" fmla="*/ 5718700 h 6858000"/>
              <a:gd name="connsiteX87" fmla="*/ 7356878 w 7467600"/>
              <a:gd name="connsiteY87" fmla="*/ 5981332 h 6858000"/>
              <a:gd name="connsiteX88" fmla="*/ 7467600 w 7467600"/>
              <a:gd name="connsiteY88" fmla="*/ 6117703 h 6858000"/>
              <a:gd name="connsiteX89" fmla="*/ 7467600 w 7467600"/>
              <a:gd name="connsiteY89" fmla="*/ 6163634 h 6858000"/>
              <a:gd name="connsiteX90" fmla="*/ 7403637 w 7467600"/>
              <a:gd name="connsiteY90" fmla="*/ 6083957 h 6858000"/>
              <a:gd name="connsiteX91" fmla="*/ 7254615 w 7467600"/>
              <a:gd name="connsiteY91" fmla="*/ 5911918 h 6858000"/>
              <a:gd name="connsiteX92" fmla="*/ 7312589 w 7467600"/>
              <a:gd name="connsiteY92" fmla="*/ 5982309 h 6858000"/>
              <a:gd name="connsiteX93" fmla="*/ 7448321 w 7467600"/>
              <a:gd name="connsiteY93" fmla="*/ 6190991 h 6858000"/>
              <a:gd name="connsiteX94" fmla="*/ 7467600 w 7467600"/>
              <a:gd name="connsiteY94" fmla="*/ 6221686 h 6858000"/>
              <a:gd name="connsiteX95" fmla="*/ 7467600 w 7467600"/>
              <a:gd name="connsiteY95" fmla="*/ 6334256 h 6858000"/>
              <a:gd name="connsiteX96" fmla="*/ 7454976 w 7467600"/>
              <a:gd name="connsiteY96" fmla="*/ 6318297 h 6858000"/>
              <a:gd name="connsiteX97" fmla="*/ 7042773 w 7467600"/>
              <a:gd name="connsiteY97" fmla="*/ 5734011 h 6858000"/>
              <a:gd name="connsiteX98" fmla="*/ 6844835 w 7467600"/>
              <a:gd name="connsiteY98" fmla="*/ 5424988 h 6858000"/>
              <a:gd name="connsiteX99" fmla="*/ 1456157 w 7467600"/>
              <a:gd name="connsiteY99" fmla="*/ 5371404 h 6858000"/>
              <a:gd name="connsiteX100" fmla="*/ 1244432 w 7467600"/>
              <a:gd name="connsiteY100" fmla="*/ 5385601 h 6858000"/>
              <a:gd name="connsiteX101" fmla="*/ 973990 w 7467600"/>
              <a:gd name="connsiteY101" fmla="*/ 5424940 h 6858000"/>
              <a:gd name="connsiteX102" fmla="*/ 1103809 w 7467600"/>
              <a:gd name="connsiteY102" fmla="*/ 5433720 h 6858000"/>
              <a:gd name="connsiteX103" fmla="*/ 1123454 w 7467600"/>
              <a:gd name="connsiteY103" fmla="*/ 5435727 h 6858000"/>
              <a:gd name="connsiteX104" fmla="*/ 1737017 w 7467600"/>
              <a:gd name="connsiteY104" fmla="*/ 5452183 h 6858000"/>
              <a:gd name="connsiteX105" fmla="*/ 1824397 w 7467600"/>
              <a:gd name="connsiteY105" fmla="*/ 5447757 h 6858000"/>
              <a:gd name="connsiteX106" fmla="*/ 2070059 w 7467600"/>
              <a:gd name="connsiteY106" fmla="*/ 5441660 h 6858000"/>
              <a:gd name="connsiteX107" fmla="*/ 1456157 w 7467600"/>
              <a:gd name="connsiteY107" fmla="*/ 5371404 h 6858000"/>
              <a:gd name="connsiteX108" fmla="*/ 4988186 w 7467600"/>
              <a:gd name="connsiteY108" fmla="*/ 5216467 h 6858000"/>
              <a:gd name="connsiteX109" fmla="*/ 4777334 w 7467600"/>
              <a:gd name="connsiteY109" fmla="*/ 5406072 h 6858000"/>
              <a:gd name="connsiteX110" fmla="*/ 4718341 w 7467600"/>
              <a:gd name="connsiteY110" fmla="*/ 5468043 h 6858000"/>
              <a:gd name="connsiteX111" fmla="*/ 4604655 w 7467600"/>
              <a:gd name="connsiteY111" fmla="*/ 5583434 h 6858000"/>
              <a:gd name="connsiteX112" fmla="*/ 4565074 w 7467600"/>
              <a:gd name="connsiteY112" fmla="*/ 5618550 h 6858000"/>
              <a:gd name="connsiteX113" fmla="*/ 4988186 w 7467600"/>
              <a:gd name="connsiteY113" fmla="*/ 5216467 h 6858000"/>
              <a:gd name="connsiteX114" fmla="*/ 4978032 w 7467600"/>
              <a:gd name="connsiteY114" fmla="*/ 5183809 h 6858000"/>
              <a:gd name="connsiteX115" fmla="*/ 4463413 w 7467600"/>
              <a:gd name="connsiteY115" fmla="*/ 5615162 h 6858000"/>
              <a:gd name="connsiteX116" fmla="*/ 4358134 w 7467600"/>
              <a:gd name="connsiteY116" fmla="*/ 5742791 h 6858000"/>
              <a:gd name="connsiteX117" fmla="*/ 4376219 w 7467600"/>
              <a:gd name="connsiteY117" fmla="*/ 5729027 h 6858000"/>
              <a:gd name="connsiteX118" fmla="*/ 4582340 w 7467600"/>
              <a:gd name="connsiteY118" fmla="*/ 5561037 h 6858000"/>
              <a:gd name="connsiteX119" fmla="*/ 4694684 w 7467600"/>
              <a:gd name="connsiteY119" fmla="*/ 5447098 h 6858000"/>
              <a:gd name="connsiteX120" fmla="*/ 4754123 w 7467600"/>
              <a:gd name="connsiteY120" fmla="*/ 5384643 h 6858000"/>
              <a:gd name="connsiteX121" fmla="*/ 4978032 w 7467600"/>
              <a:gd name="connsiteY121" fmla="*/ 5183809 h 6858000"/>
              <a:gd name="connsiteX122" fmla="*/ 1903353 w 7467600"/>
              <a:gd name="connsiteY122" fmla="*/ 5044827 h 6858000"/>
              <a:gd name="connsiteX123" fmla="*/ 1936931 w 7467600"/>
              <a:gd name="connsiteY123" fmla="*/ 5093954 h 6858000"/>
              <a:gd name="connsiteX124" fmla="*/ 2195868 w 7467600"/>
              <a:gd name="connsiteY124" fmla="*/ 5396574 h 6858000"/>
              <a:gd name="connsiteX125" fmla="*/ 2088852 w 7467600"/>
              <a:gd name="connsiteY125" fmla="*/ 5166123 h 6858000"/>
              <a:gd name="connsiteX126" fmla="*/ 1958241 w 7467600"/>
              <a:gd name="connsiteY126" fmla="*/ 5067955 h 6858000"/>
              <a:gd name="connsiteX127" fmla="*/ 1903353 w 7467600"/>
              <a:gd name="connsiteY127" fmla="*/ 5044827 h 6858000"/>
              <a:gd name="connsiteX128" fmla="*/ 1979378 w 7467600"/>
              <a:gd name="connsiteY128" fmla="*/ 4769504 h 6858000"/>
              <a:gd name="connsiteX129" fmla="*/ 2882120 w 7467600"/>
              <a:gd name="connsiteY129" fmla="*/ 5064547 h 6858000"/>
              <a:gd name="connsiteX130" fmla="*/ 2793103 w 7467600"/>
              <a:gd name="connsiteY130" fmla="*/ 5039699 h 6858000"/>
              <a:gd name="connsiteX131" fmla="*/ 2770041 w 7467600"/>
              <a:gd name="connsiteY131" fmla="*/ 5033634 h 6858000"/>
              <a:gd name="connsiteX132" fmla="*/ 1979378 w 7467600"/>
              <a:gd name="connsiteY132" fmla="*/ 4769504 h 6858000"/>
              <a:gd name="connsiteX133" fmla="*/ 1927410 w 7467600"/>
              <a:gd name="connsiteY133" fmla="*/ 4716164 h 6858000"/>
              <a:gd name="connsiteX134" fmla="*/ 1959587 w 7467600"/>
              <a:gd name="connsiteY134" fmla="*/ 4728849 h 6858000"/>
              <a:gd name="connsiteX135" fmla="*/ 2777707 w 7467600"/>
              <a:gd name="connsiteY135" fmla="*/ 5003991 h 6858000"/>
              <a:gd name="connsiteX136" fmla="*/ 2800768 w 7467600"/>
              <a:gd name="connsiteY136" fmla="*/ 5010056 h 6858000"/>
              <a:gd name="connsiteX137" fmla="*/ 2879408 w 7467600"/>
              <a:gd name="connsiteY137" fmla="*/ 5031590 h 6858000"/>
              <a:gd name="connsiteX138" fmla="*/ 2862295 w 7467600"/>
              <a:gd name="connsiteY138" fmla="*/ 5022958 h 6858000"/>
              <a:gd name="connsiteX139" fmla="*/ 2813343 w 7467600"/>
              <a:gd name="connsiteY139" fmla="*/ 4998369 h 6858000"/>
              <a:gd name="connsiteX140" fmla="*/ 2646245 w 7467600"/>
              <a:gd name="connsiteY140" fmla="*/ 4930999 h 6858000"/>
              <a:gd name="connsiteX141" fmla="*/ 1999243 w 7467600"/>
              <a:gd name="connsiteY141" fmla="*/ 4730524 h 6858000"/>
              <a:gd name="connsiteX142" fmla="*/ 1979527 w 7467600"/>
              <a:gd name="connsiteY142" fmla="*/ 4726651 h 6858000"/>
              <a:gd name="connsiteX143" fmla="*/ 1927410 w 7467600"/>
              <a:gd name="connsiteY143" fmla="*/ 4716164 h 6858000"/>
              <a:gd name="connsiteX144" fmla="*/ 1997014 w 7467600"/>
              <a:gd name="connsiteY144" fmla="*/ 4698007 h 6858000"/>
              <a:gd name="connsiteX145" fmla="*/ 2005458 w 7467600"/>
              <a:gd name="connsiteY145" fmla="*/ 4699540 h 6858000"/>
              <a:gd name="connsiteX146" fmla="*/ 2657186 w 7467600"/>
              <a:gd name="connsiteY146" fmla="*/ 4901687 h 6858000"/>
              <a:gd name="connsiteX147" fmla="*/ 2826662 w 7467600"/>
              <a:gd name="connsiteY147" fmla="*/ 4970362 h 6858000"/>
              <a:gd name="connsiteX148" fmla="*/ 2876100 w 7467600"/>
              <a:gd name="connsiteY148" fmla="*/ 4995397 h 6858000"/>
              <a:gd name="connsiteX149" fmla="*/ 3042600 w 7467600"/>
              <a:gd name="connsiteY149" fmla="*/ 5059532 h 6858000"/>
              <a:gd name="connsiteX150" fmla="*/ 1997014 w 7467600"/>
              <a:gd name="connsiteY150" fmla="*/ 4698007 h 6858000"/>
              <a:gd name="connsiteX151" fmla="*/ 2305292 w 7467600"/>
              <a:gd name="connsiteY151" fmla="*/ 4219492 h 6858000"/>
              <a:gd name="connsiteX152" fmla="*/ 3360922 w 7467600"/>
              <a:gd name="connsiteY152" fmla="*/ 4529373 h 6858000"/>
              <a:gd name="connsiteX153" fmla="*/ 3492420 w 7467600"/>
              <a:gd name="connsiteY153" fmla="*/ 4510145 h 6858000"/>
              <a:gd name="connsiteX154" fmla="*/ 3364086 w 7467600"/>
              <a:gd name="connsiteY154" fmla="*/ 4480340 h 6858000"/>
              <a:gd name="connsiteX155" fmla="*/ 3225818 w 7467600"/>
              <a:gd name="connsiteY155" fmla="*/ 4411822 h 6858000"/>
              <a:gd name="connsiteX156" fmla="*/ 3129696 w 7467600"/>
              <a:gd name="connsiteY156" fmla="*/ 4360704 h 6858000"/>
              <a:gd name="connsiteX157" fmla="*/ 2814545 w 7467600"/>
              <a:gd name="connsiteY157" fmla="*/ 4282955 h 6858000"/>
              <a:gd name="connsiteX158" fmla="*/ 2305292 w 7467600"/>
              <a:gd name="connsiteY158" fmla="*/ 4219492 h 6858000"/>
              <a:gd name="connsiteX159" fmla="*/ 2626982 w 7467600"/>
              <a:gd name="connsiteY159" fmla="*/ 4206450 h 6858000"/>
              <a:gd name="connsiteX160" fmla="*/ 2490617 w 7467600"/>
              <a:gd name="connsiteY160" fmla="*/ 4206951 h 6858000"/>
              <a:gd name="connsiteX161" fmla="*/ 2819869 w 7467600"/>
              <a:gd name="connsiteY161" fmla="*/ 4252936 h 6858000"/>
              <a:gd name="connsiteX162" fmla="*/ 3143018 w 7467600"/>
              <a:gd name="connsiteY162" fmla="*/ 4332698 h 6858000"/>
              <a:gd name="connsiteX163" fmla="*/ 3241520 w 7467600"/>
              <a:gd name="connsiteY163" fmla="*/ 4385112 h 6858000"/>
              <a:gd name="connsiteX164" fmla="*/ 3374575 w 7467600"/>
              <a:gd name="connsiteY164" fmla="*/ 4451517 h 6858000"/>
              <a:gd name="connsiteX165" fmla="*/ 3505221 w 7467600"/>
              <a:gd name="connsiteY165" fmla="*/ 4480757 h 6858000"/>
              <a:gd name="connsiteX166" fmla="*/ 2626982 w 7467600"/>
              <a:gd name="connsiteY166" fmla="*/ 4206450 h 6858000"/>
              <a:gd name="connsiteX167" fmla="*/ 1310106 w 7467600"/>
              <a:gd name="connsiteY167" fmla="*/ 3943217 h 6858000"/>
              <a:gd name="connsiteX168" fmla="*/ 854994 w 7467600"/>
              <a:gd name="connsiteY168" fmla="*/ 4399136 h 6858000"/>
              <a:gd name="connsiteX169" fmla="*/ 742462 w 7467600"/>
              <a:gd name="connsiteY169" fmla="*/ 4594648 h 6858000"/>
              <a:gd name="connsiteX170" fmla="*/ 820602 w 7467600"/>
              <a:gd name="connsiteY170" fmla="*/ 4485915 h 6858000"/>
              <a:gd name="connsiteX171" fmla="*/ 878295 w 7467600"/>
              <a:gd name="connsiteY171" fmla="*/ 4403594 h 6858000"/>
              <a:gd name="connsiteX172" fmla="*/ 1240607 w 7467600"/>
              <a:gd name="connsiteY172" fmla="*/ 4010401 h 6858000"/>
              <a:gd name="connsiteX173" fmla="*/ 1310106 w 7467600"/>
              <a:gd name="connsiteY173" fmla="*/ 3943217 h 6858000"/>
              <a:gd name="connsiteX174" fmla="*/ 1423113 w 7467600"/>
              <a:gd name="connsiteY174" fmla="*/ 3874565 h 6858000"/>
              <a:gd name="connsiteX175" fmla="*/ 1260565 w 7467600"/>
              <a:gd name="connsiteY175" fmla="*/ 4031982 h 6858000"/>
              <a:gd name="connsiteX176" fmla="*/ 901900 w 7467600"/>
              <a:gd name="connsiteY176" fmla="*/ 4421236 h 6858000"/>
              <a:gd name="connsiteX177" fmla="*/ 845044 w 7467600"/>
              <a:gd name="connsiteY177" fmla="*/ 4502436 h 6858000"/>
              <a:gd name="connsiteX178" fmla="*/ 685926 w 7467600"/>
              <a:gd name="connsiteY178" fmla="*/ 4703069 h 6858000"/>
              <a:gd name="connsiteX179" fmla="*/ 684248 w 7467600"/>
              <a:gd name="connsiteY179" fmla="*/ 4706721 h 6858000"/>
              <a:gd name="connsiteX180" fmla="*/ 1423113 w 7467600"/>
              <a:gd name="connsiteY180" fmla="*/ 3874565 h 6858000"/>
              <a:gd name="connsiteX181" fmla="*/ 3316479 w 7467600"/>
              <a:gd name="connsiteY181" fmla="*/ 3872136 h 6858000"/>
              <a:gd name="connsiteX182" fmla="*/ 3546806 w 7467600"/>
              <a:gd name="connsiteY182" fmla="*/ 4356139 h 6858000"/>
              <a:gd name="connsiteX183" fmla="*/ 3364433 w 7467600"/>
              <a:gd name="connsiteY183" fmla="*/ 3953121 h 6858000"/>
              <a:gd name="connsiteX184" fmla="*/ 3316479 w 7467600"/>
              <a:gd name="connsiteY184" fmla="*/ 3872136 h 6858000"/>
              <a:gd name="connsiteX185" fmla="*/ 3291335 w 7467600"/>
              <a:gd name="connsiteY185" fmla="*/ 3767420 h 6858000"/>
              <a:gd name="connsiteX186" fmla="*/ 3390805 w 7467600"/>
              <a:gd name="connsiteY186" fmla="*/ 3937163 h 6858000"/>
              <a:gd name="connsiteX187" fmla="*/ 3579062 w 7467600"/>
              <a:gd name="connsiteY187" fmla="*/ 4359040 h 6858000"/>
              <a:gd name="connsiteX188" fmla="*/ 3467355 w 7467600"/>
              <a:gd name="connsiteY188" fmla="*/ 3988130 h 6858000"/>
              <a:gd name="connsiteX189" fmla="*/ 3310753 w 7467600"/>
              <a:gd name="connsiteY189" fmla="*/ 3787140 h 6858000"/>
              <a:gd name="connsiteX190" fmla="*/ 3291335 w 7467600"/>
              <a:gd name="connsiteY190" fmla="*/ 3767420 h 6858000"/>
              <a:gd name="connsiteX191" fmla="*/ 1635889 w 7467600"/>
              <a:gd name="connsiteY191" fmla="*/ 3709494 h 6858000"/>
              <a:gd name="connsiteX192" fmla="*/ 1634800 w 7467600"/>
              <a:gd name="connsiteY192" fmla="*/ 3731111 h 6858000"/>
              <a:gd name="connsiteX193" fmla="*/ 1635889 w 7467600"/>
              <a:gd name="connsiteY193" fmla="*/ 3709494 h 6858000"/>
              <a:gd name="connsiteX194" fmla="*/ 1510397 w 7467600"/>
              <a:gd name="connsiteY194" fmla="*/ 3684705 h 6858000"/>
              <a:gd name="connsiteX195" fmla="*/ 1146550 w 7467600"/>
              <a:gd name="connsiteY195" fmla="*/ 3802012 h 6858000"/>
              <a:gd name="connsiteX196" fmla="*/ 698834 w 7467600"/>
              <a:gd name="connsiteY196" fmla="*/ 3952272 h 6858000"/>
              <a:gd name="connsiteX197" fmla="*/ 34256 w 7467600"/>
              <a:gd name="connsiteY197" fmla="*/ 4347603 h 6858000"/>
              <a:gd name="connsiteX198" fmla="*/ 527241 w 7467600"/>
              <a:gd name="connsiteY198" fmla="*/ 4065078 h 6858000"/>
              <a:gd name="connsiteX199" fmla="*/ 1510397 w 7467600"/>
              <a:gd name="connsiteY199" fmla="*/ 3684705 h 6858000"/>
              <a:gd name="connsiteX200" fmla="*/ 1313114 w 7467600"/>
              <a:gd name="connsiteY200" fmla="*/ 3655216 h 6858000"/>
              <a:gd name="connsiteX201" fmla="*/ 1109304 w 7467600"/>
              <a:gd name="connsiteY201" fmla="*/ 3669030 h 6858000"/>
              <a:gd name="connsiteX202" fmla="*/ 8129 w 7467600"/>
              <a:gd name="connsiteY202" fmla="*/ 4330519 h 6858000"/>
              <a:gd name="connsiteX203" fmla="*/ 687572 w 7467600"/>
              <a:gd name="connsiteY203" fmla="*/ 3925629 h 6858000"/>
              <a:gd name="connsiteX204" fmla="*/ 1138365 w 7467600"/>
              <a:gd name="connsiteY204" fmla="*/ 3774515 h 6858000"/>
              <a:gd name="connsiteX205" fmla="*/ 1505579 w 7467600"/>
              <a:gd name="connsiteY205" fmla="*/ 3655526 h 6858000"/>
              <a:gd name="connsiteX206" fmla="*/ 1313114 w 7467600"/>
              <a:gd name="connsiteY206" fmla="*/ 3655216 h 6858000"/>
              <a:gd name="connsiteX207" fmla="*/ 3655073 w 7467600"/>
              <a:gd name="connsiteY207" fmla="*/ 3650884 h 6858000"/>
              <a:gd name="connsiteX208" fmla="*/ 3989938 w 7467600"/>
              <a:gd name="connsiteY208" fmla="*/ 3991685 h 6858000"/>
              <a:gd name="connsiteX209" fmla="*/ 4393907 w 7467600"/>
              <a:gd name="connsiteY209" fmla="*/ 4261258 h 6858000"/>
              <a:gd name="connsiteX210" fmla="*/ 4648051 w 7467600"/>
              <a:gd name="connsiteY210" fmla="*/ 4374051 h 6858000"/>
              <a:gd name="connsiteX211" fmla="*/ 4383389 w 7467600"/>
              <a:gd name="connsiteY211" fmla="*/ 4184369 h 6858000"/>
              <a:gd name="connsiteX212" fmla="*/ 4165508 w 7467600"/>
              <a:gd name="connsiteY212" fmla="*/ 4035196 h 6858000"/>
              <a:gd name="connsiteX213" fmla="*/ 4068162 w 7467600"/>
              <a:gd name="connsiteY213" fmla="*/ 3953394 h 6858000"/>
              <a:gd name="connsiteX214" fmla="*/ 3981416 w 7467600"/>
              <a:gd name="connsiteY214" fmla="*/ 3880482 h 6858000"/>
              <a:gd name="connsiteX215" fmla="*/ 3800147 w 7467600"/>
              <a:gd name="connsiteY215" fmla="*/ 3749872 h 6858000"/>
              <a:gd name="connsiteX216" fmla="*/ 3655073 w 7467600"/>
              <a:gd name="connsiteY216" fmla="*/ 3650884 h 6858000"/>
              <a:gd name="connsiteX217" fmla="*/ 3670252 w 7467600"/>
              <a:gd name="connsiteY217" fmla="*/ 3622798 h 6858000"/>
              <a:gd name="connsiteX218" fmla="*/ 3817258 w 7467600"/>
              <a:gd name="connsiteY218" fmla="*/ 3723577 h 6858000"/>
              <a:gd name="connsiteX219" fmla="*/ 4000461 w 7467600"/>
              <a:gd name="connsiteY219" fmla="*/ 3855966 h 6858000"/>
              <a:gd name="connsiteX220" fmla="*/ 4088180 w 7467600"/>
              <a:gd name="connsiteY220" fmla="*/ 3929774 h 6858000"/>
              <a:gd name="connsiteX221" fmla="*/ 4184555 w 7467600"/>
              <a:gd name="connsiteY221" fmla="*/ 4010683 h 6858000"/>
              <a:gd name="connsiteX222" fmla="*/ 4399563 w 7467600"/>
              <a:gd name="connsiteY222" fmla="*/ 4158106 h 6858000"/>
              <a:gd name="connsiteX223" fmla="*/ 4684469 w 7467600"/>
              <a:gd name="connsiteY223" fmla="*/ 4364680 h 6858000"/>
              <a:gd name="connsiteX224" fmla="*/ 4690271 w 7467600"/>
              <a:gd name="connsiteY224" fmla="*/ 4370034 h 6858000"/>
              <a:gd name="connsiteX225" fmla="*/ 4136093 w 7467600"/>
              <a:gd name="connsiteY225" fmla="*/ 3858466 h 6858000"/>
              <a:gd name="connsiteX226" fmla="*/ 3670252 w 7467600"/>
              <a:gd name="connsiteY226" fmla="*/ 3622798 h 6858000"/>
              <a:gd name="connsiteX227" fmla="*/ 4440129 w 7467600"/>
              <a:gd name="connsiteY227" fmla="*/ 3448571 h 6858000"/>
              <a:gd name="connsiteX228" fmla="*/ 4856525 w 7467600"/>
              <a:gd name="connsiteY228" fmla="*/ 3915351 h 6858000"/>
              <a:gd name="connsiteX229" fmla="*/ 5059055 w 7467600"/>
              <a:gd name="connsiteY229" fmla="*/ 4108918 h 6858000"/>
              <a:gd name="connsiteX230" fmla="*/ 5290070 w 7467600"/>
              <a:gd name="connsiteY230" fmla="*/ 4263619 h 6858000"/>
              <a:gd name="connsiteX231" fmla="*/ 4834991 w 7467600"/>
              <a:gd name="connsiteY231" fmla="*/ 3830985 h 6858000"/>
              <a:gd name="connsiteX232" fmla="*/ 4440129 w 7467600"/>
              <a:gd name="connsiteY232" fmla="*/ 3448571 h 6858000"/>
              <a:gd name="connsiteX233" fmla="*/ 4441737 w 7467600"/>
              <a:gd name="connsiteY233" fmla="*/ 3399734 h 6858000"/>
              <a:gd name="connsiteX234" fmla="*/ 4431236 w 7467600"/>
              <a:gd name="connsiteY234" fmla="*/ 3400954 h 6858000"/>
              <a:gd name="connsiteX235" fmla="*/ 4557150 w 7467600"/>
              <a:gd name="connsiteY235" fmla="*/ 3510023 h 6858000"/>
              <a:gd name="connsiteX236" fmla="*/ 4856936 w 7467600"/>
              <a:gd name="connsiteY236" fmla="*/ 3809146 h 6858000"/>
              <a:gd name="connsiteX237" fmla="*/ 5111996 w 7467600"/>
              <a:gd name="connsiteY237" fmla="*/ 4065759 h 6858000"/>
              <a:gd name="connsiteX238" fmla="*/ 5388878 w 7467600"/>
              <a:gd name="connsiteY238" fmla="*/ 4300185 h 6858000"/>
              <a:gd name="connsiteX239" fmla="*/ 5425556 w 7467600"/>
              <a:gd name="connsiteY239" fmla="*/ 4308967 h 6858000"/>
              <a:gd name="connsiteX240" fmla="*/ 4943646 w 7467600"/>
              <a:gd name="connsiteY240" fmla="*/ 3822916 h 6858000"/>
              <a:gd name="connsiteX241" fmla="*/ 4594837 w 7467600"/>
              <a:gd name="connsiteY241" fmla="*/ 3532274 h 6858000"/>
              <a:gd name="connsiteX242" fmla="*/ 4441737 w 7467600"/>
              <a:gd name="connsiteY242" fmla="*/ 3399734 h 6858000"/>
              <a:gd name="connsiteX243" fmla="*/ 5425834 w 7467600"/>
              <a:gd name="connsiteY243" fmla="*/ 3162785 h 6858000"/>
              <a:gd name="connsiteX244" fmla="*/ 5401644 w 7467600"/>
              <a:gd name="connsiteY244" fmla="*/ 3617847 h 6858000"/>
              <a:gd name="connsiteX245" fmla="*/ 5467256 w 7467600"/>
              <a:gd name="connsiteY245" fmla="*/ 4175494 h 6858000"/>
              <a:gd name="connsiteX246" fmla="*/ 5448069 w 7467600"/>
              <a:gd name="connsiteY246" fmla="*/ 3567554 h 6858000"/>
              <a:gd name="connsiteX247" fmla="*/ 5425834 w 7467600"/>
              <a:gd name="connsiteY247" fmla="*/ 3162785 h 6858000"/>
              <a:gd name="connsiteX248" fmla="*/ 1318687 w 7467600"/>
              <a:gd name="connsiteY248" fmla="*/ 3113840 h 6858000"/>
              <a:gd name="connsiteX249" fmla="*/ 1066793 w 7467600"/>
              <a:gd name="connsiteY249" fmla="*/ 3212171 h 6858000"/>
              <a:gd name="connsiteX250" fmla="*/ 993319 w 7467600"/>
              <a:gd name="connsiteY250" fmla="*/ 3247648 h 6858000"/>
              <a:gd name="connsiteX251" fmla="*/ 853081 w 7467600"/>
              <a:gd name="connsiteY251" fmla="*/ 3312410 h 6858000"/>
              <a:gd name="connsiteX252" fmla="*/ 805957 w 7467600"/>
              <a:gd name="connsiteY252" fmla="*/ 3330443 h 6858000"/>
              <a:gd name="connsiteX253" fmla="*/ 1318687 w 7467600"/>
              <a:gd name="connsiteY253" fmla="*/ 3113840 h 6858000"/>
              <a:gd name="connsiteX254" fmla="*/ 5453702 w 7467600"/>
              <a:gd name="connsiteY254" fmla="*/ 3090882 h 6858000"/>
              <a:gd name="connsiteX255" fmla="*/ 5480135 w 7467600"/>
              <a:gd name="connsiteY255" fmla="*/ 3565802 h 6858000"/>
              <a:gd name="connsiteX256" fmla="*/ 5499023 w 7467600"/>
              <a:gd name="connsiteY256" fmla="*/ 4166310 h 6858000"/>
              <a:gd name="connsiteX257" fmla="*/ 5547022 w 7467600"/>
              <a:gd name="connsiteY257" fmla="*/ 3607838 h 6858000"/>
              <a:gd name="connsiteX258" fmla="*/ 5515964 w 7467600"/>
              <a:gd name="connsiteY258" fmla="*/ 3378541 h 6858000"/>
              <a:gd name="connsiteX259" fmla="*/ 5453702 w 7467600"/>
              <a:gd name="connsiteY259" fmla="*/ 3090882 h 6858000"/>
              <a:gd name="connsiteX260" fmla="*/ 1238695 w 7467600"/>
              <a:gd name="connsiteY260" fmla="*/ 3076820 h 6858000"/>
              <a:gd name="connsiteX261" fmla="*/ 716371 w 7467600"/>
              <a:gd name="connsiteY261" fmla="*/ 3293249 h 6858000"/>
              <a:gd name="connsiteX262" fmla="*/ 579522 w 7467600"/>
              <a:gd name="connsiteY262" fmla="*/ 3371759 h 6858000"/>
              <a:gd name="connsiteX263" fmla="*/ 600288 w 7467600"/>
              <a:gd name="connsiteY263" fmla="*/ 3365555 h 6858000"/>
              <a:gd name="connsiteX264" fmla="*/ 840692 w 7467600"/>
              <a:gd name="connsiteY264" fmla="*/ 3284921 h 6858000"/>
              <a:gd name="connsiteX265" fmla="*/ 979248 w 7467600"/>
              <a:gd name="connsiteY265" fmla="*/ 3221003 h 6858000"/>
              <a:gd name="connsiteX266" fmla="*/ 1053282 w 7467600"/>
              <a:gd name="connsiteY266" fmla="*/ 3185247 h 6858000"/>
              <a:gd name="connsiteX267" fmla="*/ 1320603 w 7467600"/>
              <a:gd name="connsiteY267" fmla="*/ 3081281 h 6858000"/>
              <a:gd name="connsiteX268" fmla="*/ 1238695 w 7467600"/>
              <a:gd name="connsiteY268" fmla="*/ 3076820 h 6858000"/>
              <a:gd name="connsiteX269" fmla="*/ 5425627 w 7467600"/>
              <a:gd name="connsiteY269" fmla="*/ 2954192 h 6858000"/>
              <a:gd name="connsiteX270" fmla="*/ 5470770 w 7467600"/>
              <a:gd name="connsiteY270" fmla="*/ 3005435 h 6858000"/>
              <a:gd name="connsiteX271" fmla="*/ 5519779 w 7467600"/>
              <a:gd name="connsiteY271" fmla="*/ 4359223 h 6858000"/>
              <a:gd name="connsiteX272" fmla="*/ 5520293 w 7467600"/>
              <a:gd name="connsiteY272" fmla="*/ 4360602 h 6858000"/>
              <a:gd name="connsiteX273" fmla="*/ 5767221 w 7467600"/>
              <a:gd name="connsiteY273" fmla="*/ 4665564 h 6858000"/>
              <a:gd name="connsiteX274" fmla="*/ 6937169 w 7467600"/>
              <a:gd name="connsiteY274" fmla="*/ 4815941 h 6858000"/>
              <a:gd name="connsiteX275" fmla="*/ 6953922 w 7467600"/>
              <a:gd name="connsiteY275" fmla="*/ 4890068 h 6858000"/>
              <a:gd name="connsiteX276" fmla="*/ 6071359 w 7467600"/>
              <a:gd name="connsiteY276" fmla="*/ 4770770 h 6858000"/>
              <a:gd name="connsiteX277" fmla="*/ 6038839 w 7467600"/>
              <a:gd name="connsiteY277" fmla="*/ 4764474 h 6858000"/>
              <a:gd name="connsiteX278" fmla="*/ 6038706 w 7467600"/>
              <a:gd name="connsiteY278" fmla="*/ 4763847 h 6858000"/>
              <a:gd name="connsiteX279" fmla="*/ 6037784 w 7467600"/>
              <a:gd name="connsiteY279" fmla="*/ 4764270 h 6858000"/>
              <a:gd name="connsiteX280" fmla="*/ 6038839 w 7467600"/>
              <a:gd name="connsiteY280" fmla="*/ 4764474 h 6858000"/>
              <a:gd name="connsiteX281" fmla="*/ 6040338 w 7467600"/>
              <a:gd name="connsiteY281" fmla="*/ 4771418 h 6858000"/>
              <a:gd name="connsiteX282" fmla="*/ 6024488 w 7467600"/>
              <a:gd name="connsiteY282" fmla="*/ 4809903 h 6858000"/>
              <a:gd name="connsiteX283" fmla="*/ 5599771 w 7467600"/>
              <a:gd name="connsiteY283" fmla="*/ 5509652 h 6858000"/>
              <a:gd name="connsiteX284" fmla="*/ 5548843 w 7467600"/>
              <a:gd name="connsiteY284" fmla="*/ 5563845 h 6858000"/>
              <a:gd name="connsiteX285" fmla="*/ 5940952 w 7467600"/>
              <a:gd name="connsiteY285" fmla="*/ 6250028 h 6858000"/>
              <a:gd name="connsiteX286" fmla="*/ 6043441 w 7467600"/>
              <a:gd name="connsiteY286" fmla="*/ 6665847 h 6858000"/>
              <a:gd name="connsiteX287" fmla="*/ 6093432 w 7467600"/>
              <a:gd name="connsiteY287" fmla="*/ 6858000 h 6858000"/>
              <a:gd name="connsiteX288" fmla="*/ 6034344 w 7467600"/>
              <a:gd name="connsiteY288" fmla="*/ 6858000 h 6858000"/>
              <a:gd name="connsiteX289" fmla="*/ 6026679 w 7467600"/>
              <a:gd name="connsiteY289" fmla="*/ 6836959 h 6858000"/>
              <a:gd name="connsiteX290" fmla="*/ 5800441 w 7467600"/>
              <a:gd name="connsiteY290" fmla="*/ 6335286 h 6858000"/>
              <a:gd name="connsiteX291" fmla="*/ 5526562 w 7467600"/>
              <a:gd name="connsiteY291" fmla="*/ 5705388 h 6858000"/>
              <a:gd name="connsiteX292" fmla="*/ 5519640 w 7467600"/>
              <a:gd name="connsiteY292" fmla="*/ 5683774 h 6858000"/>
              <a:gd name="connsiteX293" fmla="*/ 5844559 w 7467600"/>
              <a:gd name="connsiteY293" fmla="*/ 6553349 h 6858000"/>
              <a:gd name="connsiteX294" fmla="*/ 5975994 w 7467600"/>
              <a:gd name="connsiteY294" fmla="*/ 6858000 h 6858000"/>
              <a:gd name="connsiteX295" fmla="*/ 5898547 w 7467600"/>
              <a:gd name="connsiteY295" fmla="*/ 6858000 h 6858000"/>
              <a:gd name="connsiteX296" fmla="*/ 5682041 w 7467600"/>
              <a:gd name="connsiteY296" fmla="*/ 6355860 h 6858000"/>
              <a:gd name="connsiteX297" fmla="*/ 5461758 w 7467600"/>
              <a:gd name="connsiteY297" fmla="*/ 5820220 h 6858000"/>
              <a:gd name="connsiteX298" fmla="*/ 5237282 w 7467600"/>
              <a:gd name="connsiteY298" fmla="*/ 6579086 h 6858000"/>
              <a:gd name="connsiteX299" fmla="*/ 5115009 w 7467600"/>
              <a:gd name="connsiteY299" fmla="*/ 6858000 h 6858000"/>
              <a:gd name="connsiteX300" fmla="*/ 5028074 w 7467600"/>
              <a:gd name="connsiteY300" fmla="*/ 6858000 h 6858000"/>
              <a:gd name="connsiteX301" fmla="*/ 5079508 w 7467600"/>
              <a:gd name="connsiteY301" fmla="*/ 6749074 h 6858000"/>
              <a:gd name="connsiteX302" fmla="*/ 5371846 w 7467600"/>
              <a:gd name="connsiteY302" fmla="*/ 5924413 h 6858000"/>
              <a:gd name="connsiteX303" fmla="*/ 5270512 w 7467600"/>
              <a:gd name="connsiteY303" fmla="*/ 6138975 h 6858000"/>
              <a:gd name="connsiteX304" fmla="*/ 5062409 w 7467600"/>
              <a:gd name="connsiteY304" fmla="*/ 6653544 h 6858000"/>
              <a:gd name="connsiteX305" fmla="*/ 5036628 w 7467600"/>
              <a:gd name="connsiteY305" fmla="*/ 6754247 h 6858000"/>
              <a:gd name="connsiteX306" fmla="*/ 5009112 w 7467600"/>
              <a:gd name="connsiteY306" fmla="*/ 6858000 h 6858000"/>
              <a:gd name="connsiteX307" fmla="*/ 4976679 w 7467600"/>
              <a:gd name="connsiteY307" fmla="*/ 6858000 h 6858000"/>
              <a:gd name="connsiteX308" fmla="*/ 5006537 w 7467600"/>
              <a:gd name="connsiteY308" fmla="*/ 6747068 h 6858000"/>
              <a:gd name="connsiteX309" fmla="*/ 5032723 w 7467600"/>
              <a:gd name="connsiteY309" fmla="*/ 6644957 h 6858000"/>
              <a:gd name="connsiteX310" fmla="*/ 5242949 w 7467600"/>
              <a:gd name="connsiteY310" fmla="*/ 6125175 h 6858000"/>
              <a:gd name="connsiteX311" fmla="*/ 5286321 w 7467600"/>
              <a:gd name="connsiteY311" fmla="*/ 6033555 h 6858000"/>
              <a:gd name="connsiteX312" fmla="*/ 5008210 w 7467600"/>
              <a:gd name="connsiteY312" fmla="*/ 6649194 h 6858000"/>
              <a:gd name="connsiteX313" fmla="*/ 4986321 w 7467600"/>
              <a:gd name="connsiteY313" fmla="*/ 6765687 h 6858000"/>
              <a:gd name="connsiteX314" fmla="*/ 4973474 w 7467600"/>
              <a:gd name="connsiteY314" fmla="*/ 6858000 h 6858000"/>
              <a:gd name="connsiteX315" fmla="*/ 4907178 w 7467600"/>
              <a:gd name="connsiteY315" fmla="*/ 6858000 h 6858000"/>
              <a:gd name="connsiteX316" fmla="*/ 4910810 w 7467600"/>
              <a:gd name="connsiteY316" fmla="*/ 6829660 h 6858000"/>
              <a:gd name="connsiteX317" fmla="*/ 4987461 w 7467600"/>
              <a:gd name="connsiteY317" fmla="*/ 6432994 h 6858000"/>
              <a:gd name="connsiteX318" fmla="*/ 5179262 w 7467600"/>
              <a:gd name="connsiteY318" fmla="*/ 6035044 h 6858000"/>
              <a:gd name="connsiteX319" fmla="*/ 4689678 w 7467600"/>
              <a:gd name="connsiteY319" fmla="*/ 6440241 h 6858000"/>
              <a:gd name="connsiteX320" fmla="*/ 4477543 w 7467600"/>
              <a:gd name="connsiteY320" fmla="*/ 6674836 h 6858000"/>
              <a:gd name="connsiteX321" fmla="*/ 4329957 w 7467600"/>
              <a:gd name="connsiteY321" fmla="*/ 6858000 h 6858000"/>
              <a:gd name="connsiteX322" fmla="*/ 4218595 w 7467600"/>
              <a:gd name="connsiteY322" fmla="*/ 6858000 h 6858000"/>
              <a:gd name="connsiteX323" fmla="*/ 4368888 w 7467600"/>
              <a:gd name="connsiteY323" fmla="*/ 6668412 h 6858000"/>
              <a:gd name="connsiteX324" fmla="*/ 4563091 w 7467600"/>
              <a:gd name="connsiteY324" fmla="*/ 6442508 h 6858000"/>
              <a:gd name="connsiteX325" fmla="*/ 5387324 w 7467600"/>
              <a:gd name="connsiteY325" fmla="*/ 5705830 h 6858000"/>
              <a:gd name="connsiteX326" fmla="*/ 5073620 w 7467600"/>
              <a:gd name="connsiteY326" fmla="*/ 5955437 h 6858000"/>
              <a:gd name="connsiteX327" fmla="*/ 4689789 w 7467600"/>
              <a:gd name="connsiteY327" fmla="*/ 6268382 h 6858000"/>
              <a:gd name="connsiteX328" fmla="*/ 4418722 w 7467600"/>
              <a:gd name="connsiteY328" fmla="*/ 6570886 h 6858000"/>
              <a:gd name="connsiteX329" fmla="*/ 4214944 w 7467600"/>
              <a:gd name="connsiteY329" fmla="*/ 6858000 h 6858000"/>
              <a:gd name="connsiteX330" fmla="*/ 4177898 w 7467600"/>
              <a:gd name="connsiteY330" fmla="*/ 6858000 h 6858000"/>
              <a:gd name="connsiteX331" fmla="*/ 4391597 w 7467600"/>
              <a:gd name="connsiteY331" fmla="*/ 6556370 h 6858000"/>
              <a:gd name="connsiteX332" fmla="*/ 4668889 w 7467600"/>
              <a:gd name="connsiteY332" fmla="*/ 6246399 h 6858000"/>
              <a:gd name="connsiteX333" fmla="*/ 5055427 w 7467600"/>
              <a:gd name="connsiteY333" fmla="*/ 5931476 h 6858000"/>
              <a:gd name="connsiteX334" fmla="*/ 5371814 w 7467600"/>
              <a:gd name="connsiteY334" fmla="*/ 5678975 h 6858000"/>
              <a:gd name="connsiteX335" fmla="*/ 4987918 w 7467600"/>
              <a:gd name="connsiteY335" fmla="*/ 5838701 h 6858000"/>
              <a:gd name="connsiteX336" fmla="*/ 4317146 w 7467600"/>
              <a:gd name="connsiteY336" fmla="*/ 6587716 h 6858000"/>
              <a:gd name="connsiteX337" fmla="*/ 4171627 w 7467600"/>
              <a:gd name="connsiteY337" fmla="*/ 6858000 h 6858000"/>
              <a:gd name="connsiteX338" fmla="*/ 4081585 w 7467600"/>
              <a:gd name="connsiteY338" fmla="*/ 6858000 h 6858000"/>
              <a:gd name="connsiteX339" fmla="*/ 4238603 w 7467600"/>
              <a:gd name="connsiteY339" fmla="*/ 6559341 h 6858000"/>
              <a:gd name="connsiteX340" fmla="*/ 4778333 w 7467600"/>
              <a:gd name="connsiteY340" fmla="*/ 5873626 h 6858000"/>
              <a:gd name="connsiteX341" fmla="*/ 5414185 w 7467600"/>
              <a:gd name="connsiteY341" fmla="*/ 5573882 h 6858000"/>
              <a:gd name="connsiteX342" fmla="*/ 5959648 w 7467600"/>
              <a:gd name="connsiteY342" fmla="*/ 4760797 h 6858000"/>
              <a:gd name="connsiteX343" fmla="*/ 5355019 w 7467600"/>
              <a:gd name="connsiteY343" fmla="*/ 4734672 h 6858000"/>
              <a:gd name="connsiteX344" fmla="*/ 5083565 w 7467600"/>
              <a:gd name="connsiteY344" fmla="*/ 5179121 h 6858000"/>
              <a:gd name="connsiteX345" fmla="*/ 4713577 w 7467600"/>
              <a:gd name="connsiteY345" fmla="*/ 5616803 h 6858000"/>
              <a:gd name="connsiteX346" fmla="*/ 3989559 w 7467600"/>
              <a:gd name="connsiteY346" fmla="*/ 6145945 h 6858000"/>
              <a:gd name="connsiteX347" fmla="*/ 3939824 w 7467600"/>
              <a:gd name="connsiteY347" fmla="*/ 6066900 h 6858000"/>
              <a:gd name="connsiteX348" fmla="*/ 4584537 w 7467600"/>
              <a:gd name="connsiteY348" fmla="*/ 5324826 h 6858000"/>
              <a:gd name="connsiteX349" fmla="*/ 5037105 w 7467600"/>
              <a:gd name="connsiteY349" fmla="*/ 5088765 h 6858000"/>
              <a:gd name="connsiteX350" fmla="*/ 5039930 w 7467600"/>
              <a:gd name="connsiteY350" fmla="*/ 5089585 h 6858000"/>
              <a:gd name="connsiteX351" fmla="*/ 5263764 w 7467600"/>
              <a:gd name="connsiteY351" fmla="*/ 4735525 h 6858000"/>
              <a:gd name="connsiteX352" fmla="*/ 4086300 w 7467600"/>
              <a:gd name="connsiteY352" fmla="*/ 4884599 h 6858000"/>
              <a:gd name="connsiteX353" fmla="*/ 4085485 w 7467600"/>
              <a:gd name="connsiteY353" fmla="*/ 4899070 h 6858000"/>
              <a:gd name="connsiteX354" fmla="*/ 3871915 w 7467600"/>
              <a:gd name="connsiteY354" fmla="*/ 5253645 h 6858000"/>
              <a:gd name="connsiteX355" fmla="*/ 3799374 w 7467600"/>
              <a:gd name="connsiteY355" fmla="*/ 5466127 h 6858000"/>
              <a:gd name="connsiteX356" fmla="*/ 3498850 w 7467600"/>
              <a:gd name="connsiteY356" fmla="*/ 6661888 h 6858000"/>
              <a:gd name="connsiteX357" fmla="*/ 3399216 w 7467600"/>
              <a:gd name="connsiteY357" fmla="*/ 6858000 h 6858000"/>
              <a:gd name="connsiteX358" fmla="*/ 3303688 w 7467600"/>
              <a:gd name="connsiteY358" fmla="*/ 6858000 h 6858000"/>
              <a:gd name="connsiteX359" fmla="*/ 3391774 w 7467600"/>
              <a:gd name="connsiteY359" fmla="*/ 6697181 h 6858000"/>
              <a:gd name="connsiteX360" fmla="*/ 3735540 w 7467600"/>
              <a:gd name="connsiteY360" fmla="*/ 5546923 h 6858000"/>
              <a:gd name="connsiteX361" fmla="*/ 3729438 w 7467600"/>
              <a:gd name="connsiteY361" fmla="*/ 5569058 h 6858000"/>
              <a:gd name="connsiteX362" fmla="*/ 3707782 w 7467600"/>
              <a:gd name="connsiteY362" fmla="*/ 5644908 h 6858000"/>
              <a:gd name="connsiteX363" fmla="*/ 3583827 w 7467600"/>
              <a:gd name="connsiteY363" fmla="*/ 6039215 h 6858000"/>
              <a:gd name="connsiteX364" fmla="*/ 3547861 w 7467600"/>
              <a:gd name="connsiteY364" fmla="*/ 6129609 h 6858000"/>
              <a:gd name="connsiteX365" fmla="*/ 3490905 w 7467600"/>
              <a:gd name="connsiteY365" fmla="*/ 6277660 h 6858000"/>
              <a:gd name="connsiteX366" fmla="*/ 3455859 w 7467600"/>
              <a:gd name="connsiteY366" fmla="*/ 6391301 h 6858000"/>
              <a:gd name="connsiteX367" fmla="*/ 3429112 w 7467600"/>
              <a:gd name="connsiteY367" fmla="*/ 6479469 h 6858000"/>
              <a:gd name="connsiteX368" fmla="*/ 3304862 w 7467600"/>
              <a:gd name="connsiteY368" fmla="*/ 6796476 h 6858000"/>
              <a:gd name="connsiteX369" fmla="*/ 3276071 w 7467600"/>
              <a:gd name="connsiteY369" fmla="*/ 6858000 h 6858000"/>
              <a:gd name="connsiteX370" fmla="*/ 3240805 w 7467600"/>
              <a:gd name="connsiteY370" fmla="*/ 6858000 h 6858000"/>
              <a:gd name="connsiteX371" fmla="*/ 3275917 w 7467600"/>
              <a:gd name="connsiteY371" fmla="*/ 6783192 h 6858000"/>
              <a:gd name="connsiteX372" fmla="*/ 3399358 w 7467600"/>
              <a:gd name="connsiteY372" fmla="*/ 6469011 h 6858000"/>
              <a:gd name="connsiteX373" fmla="*/ 3425650 w 7467600"/>
              <a:gd name="connsiteY373" fmla="*/ 6381333 h 6858000"/>
              <a:gd name="connsiteX374" fmla="*/ 3460661 w 7467600"/>
              <a:gd name="connsiteY374" fmla="*/ 6266763 h 6858000"/>
              <a:gd name="connsiteX375" fmla="*/ 3518021 w 7467600"/>
              <a:gd name="connsiteY375" fmla="*/ 6117298 h 6858000"/>
              <a:gd name="connsiteX376" fmla="*/ 3554035 w 7467600"/>
              <a:gd name="connsiteY376" fmla="*/ 6027832 h 6858000"/>
              <a:gd name="connsiteX377" fmla="*/ 3677174 w 7467600"/>
              <a:gd name="connsiteY377" fmla="*/ 5636351 h 6858000"/>
              <a:gd name="connsiteX378" fmla="*/ 3698819 w 7467600"/>
              <a:gd name="connsiteY378" fmla="*/ 5560503 h 6858000"/>
              <a:gd name="connsiteX379" fmla="*/ 3702094 w 7467600"/>
              <a:gd name="connsiteY379" fmla="*/ 5549194 h 6858000"/>
              <a:gd name="connsiteX380" fmla="*/ 3398355 w 7467600"/>
              <a:gd name="connsiteY380" fmla="*/ 6094603 h 6858000"/>
              <a:gd name="connsiteX381" fmla="*/ 3193941 w 7467600"/>
              <a:gd name="connsiteY381" fmla="*/ 6798775 h 6858000"/>
              <a:gd name="connsiteX382" fmla="*/ 3184140 w 7467600"/>
              <a:gd name="connsiteY382" fmla="*/ 6858000 h 6858000"/>
              <a:gd name="connsiteX383" fmla="*/ 3099978 w 7467600"/>
              <a:gd name="connsiteY383" fmla="*/ 6858000 h 6858000"/>
              <a:gd name="connsiteX384" fmla="*/ 3101556 w 7467600"/>
              <a:gd name="connsiteY384" fmla="*/ 6843337 h 6858000"/>
              <a:gd name="connsiteX385" fmla="*/ 3370162 w 7467600"/>
              <a:gd name="connsiteY385" fmla="*/ 5785550 h 6858000"/>
              <a:gd name="connsiteX386" fmla="*/ 3746477 w 7467600"/>
              <a:gd name="connsiteY386" fmla="*/ 5377889 h 6858000"/>
              <a:gd name="connsiteX387" fmla="*/ 3863399 w 7467600"/>
              <a:gd name="connsiteY387" fmla="*/ 5087257 h 6858000"/>
              <a:gd name="connsiteX388" fmla="*/ 3968712 w 7467600"/>
              <a:gd name="connsiteY388" fmla="*/ 4913989 h 6858000"/>
              <a:gd name="connsiteX389" fmla="*/ 2792390 w 7467600"/>
              <a:gd name="connsiteY389" fmla="*/ 5382974 h 6858000"/>
              <a:gd name="connsiteX390" fmla="*/ 2714982 w 7467600"/>
              <a:gd name="connsiteY390" fmla="*/ 5427051 h 6858000"/>
              <a:gd name="connsiteX391" fmla="*/ 2813361 w 7467600"/>
              <a:gd name="connsiteY391" fmla="*/ 6023912 h 6858000"/>
              <a:gd name="connsiteX392" fmla="*/ 2688430 w 7467600"/>
              <a:gd name="connsiteY392" fmla="*/ 6801564 h 6858000"/>
              <a:gd name="connsiteX393" fmla="*/ 2629626 w 7467600"/>
              <a:gd name="connsiteY393" fmla="*/ 6763394 h 6858000"/>
              <a:gd name="connsiteX394" fmla="*/ 2565328 w 7467600"/>
              <a:gd name="connsiteY394" fmla="*/ 5516399 h 6858000"/>
              <a:gd name="connsiteX395" fmla="*/ 1922999 w 7467600"/>
              <a:gd name="connsiteY395" fmla="*/ 5980343 h 6858000"/>
              <a:gd name="connsiteX396" fmla="*/ 1950261 w 7467600"/>
              <a:gd name="connsiteY396" fmla="*/ 6405858 h 6858000"/>
              <a:gd name="connsiteX397" fmla="*/ 2365554 w 7467600"/>
              <a:gd name="connsiteY397" fmla="*/ 6759107 h 6858000"/>
              <a:gd name="connsiteX398" fmla="*/ 2424142 w 7467600"/>
              <a:gd name="connsiteY398" fmla="*/ 6858000 h 6858000"/>
              <a:gd name="connsiteX399" fmla="*/ 2395994 w 7467600"/>
              <a:gd name="connsiteY399" fmla="*/ 6858000 h 6858000"/>
              <a:gd name="connsiteX400" fmla="*/ 2392863 w 7467600"/>
              <a:gd name="connsiteY400" fmla="*/ 6852964 h 6858000"/>
              <a:gd name="connsiteX401" fmla="*/ 2017589 w 7467600"/>
              <a:gd name="connsiteY401" fmla="*/ 6493982 h 6858000"/>
              <a:gd name="connsiteX402" fmla="*/ 2147336 w 7467600"/>
              <a:gd name="connsiteY402" fmla="*/ 6594052 h 6858000"/>
              <a:gd name="connsiteX403" fmla="*/ 2207047 w 7467600"/>
              <a:gd name="connsiteY403" fmla="*/ 6654540 h 6858000"/>
              <a:gd name="connsiteX404" fmla="*/ 2299106 w 7467600"/>
              <a:gd name="connsiteY404" fmla="*/ 6778931 h 6858000"/>
              <a:gd name="connsiteX405" fmla="*/ 2314430 w 7467600"/>
              <a:gd name="connsiteY405" fmla="*/ 6801144 h 6858000"/>
              <a:gd name="connsiteX406" fmla="*/ 2352406 w 7467600"/>
              <a:gd name="connsiteY406" fmla="*/ 6858000 h 6858000"/>
              <a:gd name="connsiteX407" fmla="*/ 2314492 w 7467600"/>
              <a:gd name="connsiteY407" fmla="*/ 6858000 h 6858000"/>
              <a:gd name="connsiteX408" fmla="*/ 2288095 w 7467600"/>
              <a:gd name="connsiteY408" fmla="*/ 6818030 h 6858000"/>
              <a:gd name="connsiteX409" fmla="*/ 2272768 w 7467600"/>
              <a:gd name="connsiteY409" fmla="*/ 6795822 h 6858000"/>
              <a:gd name="connsiteX410" fmla="*/ 2182715 w 7467600"/>
              <a:gd name="connsiteY410" fmla="*/ 6675071 h 6858000"/>
              <a:gd name="connsiteX411" fmla="*/ 2032061 w 7467600"/>
              <a:gd name="connsiteY411" fmla="*/ 6541380 h 6858000"/>
              <a:gd name="connsiteX412" fmla="*/ 2257220 w 7467600"/>
              <a:gd name="connsiteY412" fmla="*/ 6826257 h 6858000"/>
              <a:gd name="connsiteX413" fmla="*/ 2281324 w 7467600"/>
              <a:gd name="connsiteY413" fmla="*/ 6858000 h 6858000"/>
              <a:gd name="connsiteX414" fmla="*/ 2242860 w 7467600"/>
              <a:gd name="connsiteY414" fmla="*/ 6858000 h 6858000"/>
              <a:gd name="connsiteX415" fmla="*/ 2232818 w 7467600"/>
              <a:gd name="connsiteY415" fmla="*/ 6844926 h 6858000"/>
              <a:gd name="connsiteX416" fmla="*/ 1990172 w 7467600"/>
              <a:gd name="connsiteY416" fmla="*/ 6542121 h 6858000"/>
              <a:gd name="connsiteX417" fmla="*/ 2124090 w 7467600"/>
              <a:gd name="connsiteY417" fmla="*/ 6761017 h 6858000"/>
              <a:gd name="connsiteX418" fmla="*/ 2200380 w 7467600"/>
              <a:gd name="connsiteY418" fmla="*/ 6858000 h 6858000"/>
              <a:gd name="connsiteX419" fmla="*/ 2147507 w 7467600"/>
              <a:gd name="connsiteY419" fmla="*/ 6858000 h 6858000"/>
              <a:gd name="connsiteX420" fmla="*/ 2070668 w 7467600"/>
              <a:gd name="connsiteY420" fmla="*/ 6761520 h 6858000"/>
              <a:gd name="connsiteX421" fmla="*/ 1975142 w 7467600"/>
              <a:gd name="connsiteY421" fmla="*/ 6585570 h 6858000"/>
              <a:gd name="connsiteX422" fmla="*/ 2050035 w 7467600"/>
              <a:gd name="connsiteY422" fmla="*/ 6813345 h 6858000"/>
              <a:gd name="connsiteX423" fmla="*/ 2063025 w 7467600"/>
              <a:gd name="connsiteY423" fmla="*/ 6858000 h 6858000"/>
              <a:gd name="connsiteX424" fmla="*/ 2021675 w 7467600"/>
              <a:gd name="connsiteY424" fmla="*/ 6858000 h 6858000"/>
              <a:gd name="connsiteX425" fmla="*/ 2019308 w 7467600"/>
              <a:gd name="connsiteY425" fmla="*/ 6847118 h 6858000"/>
              <a:gd name="connsiteX426" fmla="*/ 1938835 w 7467600"/>
              <a:gd name="connsiteY426" fmla="*/ 6551160 h 6858000"/>
              <a:gd name="connsiteX427" fmla="*/ 1953230 w 7467600"/>
              <a:gd name="connsiteY427" fmla="*/ 6759699 h 6858000"/>
              <a:gd name="connsiteX428" fmla="*/ 1956763 w 7467600"/>
              <a:gd name="connsiteY428" fmla="*/ 6778191 h 6858000"/>
              <a:gd name="connsiteX429" fmla="*/ 1967925 w 7467600"/>
              <a:gd name="connsiteY429" fmla="*/ 6858000 h 6858000"/>
              <a:gd name="connsiteX430" fmla="*/ 1936622 w 7467600"/>
              <a:gd name="connsiteY430" fmla="*/ 6858000 h 6858000"/>
              <a:gd name="connsiteX431" fmla="*/ 1926261 w 7467600"/>
              <a:gd name="connsiteY431" fmla="*/ 6784064 h 6858000"/>
              <a:gd name="connsiteX432" fmla="*/ 1922724 w 7467600"/>
              <a:gd name="connsiteY432" fmla="*/ 6765577 h 6858000"/>
              <a:gd name="connsiteX433" fmla="*/ 1904650 w 7467600"/>
              <a:gd name="connsiteY433" fmla="*/ 6639616 h 6858000"/>
              <a:gd name="connsiteX434" fmla="*/ 1885273 w 7467600"/>
              <a:gd name="connsiteY434" fmla="*/ 6858000 h 6858000"/>
              <a:gd name="connsiteX435" fmla="*/ 1854363 w 7467600"/>
              <a:gd name="connsiteY435" fmla="*/ 6858000 h 6858000"/>
              <a:gd name="connsiteX436" fmla="*/ 1880391 w 7467600"/>
              <a:gd name="connsiteY436" fmla="*/ 6603796 h 6858000"/>
              <a:gd name="connsiteX437" fmla="*/ 1818273 w 7467600"/>
              <a:gd name="connsiteY437" fmla="*/ 6715729 h 6858000"/>
              <a:gd name="connsiteX438" fmla="*/ 1794691 w 7467600"/>
              <a:gd name="connsiteY438" fmla="*/ 6843239 h 6858000"/>
              <a:gd name="connsiteX439" fmla="*/ 1794914 w 7467600"/>
              <a:gd name="connsiteY439" fmla="*/ 6858000 h 6858000"/>
              <a:gd name="connsiteX440" fmla="*/ 1746128 w 7467600"/>
              <a:gd name="connsiteY440" fmla="*/ 6858000 h 6858000"/>
              <a:gd name="connsiteX441" fmla="*/ 1753934 w 7467600"/>
              <a:gd name="connsiteY441" fmla="*/ 6724796 h 6858000"/>
              <a:gd name="connsiteX442" fmla="*/ 1792053 w 7467600"/>
              <a:gd name="connsiteY442" fmla="*/ 6572396 h 6858000"/>
              <a:gd name="connsiteX443" fmla="*/ 1862248 w 7467600"/>
              <a:gd name="connsiteY443" fmla="*/ 6266397 h 6858000"/>
              <a:gd name="connsiteX444" fmla="*/ 1862250 w 7467600"/>
              <a:gd name="connsiteY444" fmla="*/ 6033531 h 6858000"/>
              <a:gd name="connsiteX445" fmla="*/ 1211999 w 7467600"/>
              <a:gd name="connsiteY445" fmla="*/ 6683610 h 6858000"/>
              <a:gd name="connsiteX446" fmla="*/ 1213266 w 7467600"/>
              <a:gd name="connsiteY446" fmla="*/ 6691947 h 6858000"/>
              <a:gd name="connsiteX447" fmla="*/ 1203370 w 7467600"/>
              <a:gd name="connsiteY447" fmla="*/ 6850676 h 6858000"/>
              <a:gd name="connsiteX448" fmla="*/ 1203671 w 7467600"/>
              <a:gd name="connsiteY448" fmla="*/ 6858000 h 6858000"/>
              <a:gd name="connsiteX449" fmla="*/ 1143180 w 7467600"/>
              <a:gd name="connsiteY449" fmla="*/ 6858000 h 6858000"/>
              <a:gd name="connsiteX450" fmla="*/ 1142176 w 7467600"/>
              <a:gd name="connsiteY450" fmla="*/ 6766045 h 6858000"/>
              <a:gd name="connsiteX451" fmla="*/ 1067484 w 7467600"/>
              <a:gd name="connsiteY451" fmla="*/ 6858000 h 6858000"/>
              <a:gd name="connsiteX452" fmla="*/ 953928 w 7467600"/>
              <a:gd name="connsiteY452" fmla="*/ 6858000 h 6858000"/>
              <a:gd name="connsiteX453" fmla="*/ 959715 w 7467600"/>
              <a:gd name="connsiteY453" fmla="*/ 6850185 h 6858000"/>
              <a:gd name="connsiteX454" fmla="*/ 1483788 w 7467600"/>
              <a:gd name="connsiteY454" fmla="*/ 6259174 h 6858000"/>
              <a:gd name="connsiteX455" fmla="*/ 1100671 w 7467600"/>
              <a:gd name="connsiteY455" fmla="*/ 6252137 h 6858000"/>
              <a:gd name="connsiteX456" fmla="*/ 1090144 w 7467600"/>
              <a:gd name="connsiteY456" fmla="*/ 6256748 h 6858000"/>
              <a:gd name="connsiteX457" fmla="*/ 1095872 w 7467600"/>
              <a:gd name="connsiteY457" fmla="*/ 6271892 h 6858000"/>
              <a:gd name="connsiteX458" fmla="*/ 262785 w 7467600"/>
              <a:gd name="connsiteY458" fmla="*/ 6845450 h 6858000"/>
              <a:gd name="connsiteX459" fmla="*/ 209968 w 7467600"/>
              <a:gd name="connsiteY459" fmla="*/ 6770713 h 6858000"/>
              <a:gd name="connsiteX460" fmla="*/ 873460 w 7467600"/>
              <a:gd name="connsiteY460" fmla="*/ 6253768 h 6858000"/>
              <a:gd name="connsiteX461" fmla="*/ 192686 w 7467600"/>
              <a:gd name="connsiteY461" fmla="*/ 5849257 h 6858000"/>
              <a:gd name="connsiteX462" fmla="*/ 4696 w 7467600"/>
              <a:gd name="connsiteY462" fmla="*/ 5697668 h 6858000"/>
              <a:gd name="connsiteX463" fmla="*/ 0 w 7467600"/>
              <a:gd name="connsiteY463" fmla="*/ 5689984 h 6858000"/>
              <a:gd name="connsiteX464" fmla="*/ 0 w 7467600"/>
              <a:gd name="connsiteY464" fmla="*/ 5513472 h 6858000"/>
              <a:gd name="connsiteX465" fmla="*/ 174101 w 7467600"/>
              <a:gd name="connsiteY465" fmla="*/ 5620277 h 6858000"/>
              <a:gd name="connsiteX466" fmla="*/ 891800 w 7467600"/>
              <a:gd name="connsiteY466" fmla="*/ 6036935 h 6858000"/>
              <a:gd name="connsiteX467" fmla="*/ 1072219 w 7467600"/>
              <a:gd name="connsiteY467" fmla="*/ 6169443 h 6858000"/>
              <a:gd name="connsiteX468" fmla="*/ 1074117 w 7467600"/>
              <a:gd name="connsiteY468" fmla="*/ 6170301 h 6858000"/>
              <a:gd name="connsiteX469" fmla="*/ 1083114 w 7467600"/>
              <a:gd name="connsiteY469" fmla="*/ 6174131 h 6858000"/>
              <a:gd name="connsiteX470" fmla="*/ 1543010 w 7467600"/>
              <a:gd name="connsiteY470" fmla="*/ 6191140 h 6858000"/>
              <a:gd name="connsiteX471" fmla="*/ 1551080 w 7467600"/>
              <a:gd name="connsiteY471" fmla="*/ 6195006 h 6858000"/>
              <a:gd name="connsiteX472" fmla="*/ 2345443 w 7467600"/>
              <a:gd name="connsiteY472" fmla="*/ 5549882 h 6858000"/>
              <a:gd name="connsiteX473" fmla="*/ 1721499 w 7467600"/>
              <a:gd name="connsiteY473" fmla="*/ 5599969 h 6858000"/>
              <a:gd name="connsiteX474" fmla="*/ 767716 w 7467600"/>
              <a:gd name="connsiteY474" fmla="*/ 5472768 h 6858000"/>
              <a:gd name="connsiteX475" fmla="*/ 722147 w 7467600"/>
              <a:gd name="connsiteY475" fmla="*/ 5393091 h 6858000"/>
              <a:gd name="connsiteX476" fmla="*/ 1485552 w 7467600"/>
              <a:gd name="connsiteY476" fmla="*/ 5313202 h 6858000"/>
              <a:gd name="connsiteX477" fmla="*/ 2143004 w 7467600"/>
              <a:gd name="connsiteY477" fmla="*/ 5402420 h 6858000"/>
              <a:gd name="connsiteX478" fmla="*/ 1933391 w 7467600"/>
              <a:gd name="connsiteY478" fmla="*/ 5156971 h 6858000"/>
              <a:gd name="connsiteX479" fmla="*/ 1827118 w 7467600"/>
              <a:gd name="connsiteY479" fmla="*/ 4968410 h 6858000"/>
              <a:gd name="connsiteX480" fmla="*/ 1837349 w 7467600"/>
              <a:gd name="connsiteY480" fmla="*/ 4956357 h 6858000"/>
              <a:gd name="connsiteX481" fmla="*/ 2162835 w 7467600"/>
              <a:gd name="connsiteY481" fmla="*/ 5187853 h 6858000"/>
              <a:gd name="connsiteX482" fmla="*/ 2257167 w 7467600"/>
              <a:gd name="connsiteY482" fmla="*/ 5462123 h 6858000"/>
              <a:gd name="connsiteX483" fmla="*/ 2261598 w 7467600"/>
              <a:gd name="connsiteY483" fmla="*/ 5467998 h 6858000"/>
              <a:gd name="connsiteX484" fmla="*/ 2437177 w 7467600"/>
              <a:gd name="connsiteY484" fmla="*/ 5479608 h 6858000"/>
              <a:gd name="connsiteX485" fmla="*/ 2445247 w 7467600"/>
              <a:gd name="connsiteY485" fmla="*/ 5483476 h 6858000"/>
              <a:gd name="connsiteX486" fmla="*/ 2743626 w 7467600"/>
              <a:gd name="connsiteY486" fmla="*/ 5304819 h 6858000"/>
              <a:gd name="connsiteX487" fmla="*/ 3048102 w 7467600"/>
              <a:gd name="connsiteY487" fmla="*/ 5150595 h 6858000"/>
              <a:gd name="connsiteX488" fmla="*/ 1799414 w 7467600"/>
              <a:gd name="connsiteY488" fmla="*/ 4694732 h 6858000"/>
              <a:gd name="connsiteX489" fmla="*/ 1771735 w 7467600"/>
              <a:gd name="connsiteY489" fmla="*/ 4619929 h 6858000"/>
              <a:gd name="connsiteX490" fmla="*/ 3104273 w 7467600"/>
              <a:gd name="connsiteY490" fmla="*/ 5076159 h 6858000"/>
              <a:gd name="connsiteX491" fmla="*/ 3113245 w 7467600"/>
              <a:gd name="connsiteY491" fmla="*/ 5090705 h 6858000"/>
              <a:gd name="connsiteX492" fmla="*/ 3126294 w 7467600"/>
              <a:gd name="connsiteY492" fmla="*/ 5114400 h 6858000"/>
              <a:gd name="connsiteX493" fmla="*/ 3937433 w 7467600"/>
              <a:gd name="connsiteY493" fmla="*/ 4830473 h 6858000"/>
              <a:gd name="connsiteX494" fmla="*/ 3590475 w 7467600"/>
              <a:gd name="connsiteY494" fmla="*/ 4597974 h 6858000"/>
              <a:gd name="connsiteX495" fmla="*/ 3100264 w 7467600"/>
              <a:gd name="connsiteY495" fmla="*/ 4579845 h 6858000"/>
              <a:gd name="connsiteX496" fmla="*/ 2183576 w 7467600"/>
              <a:gd name="connsiteY496" fmla="*/ 4227150 h 6858000"/>
              <a:gd name="connsiteX497" fmla="*/ 2151029 w 7467600"/>
              <a:gd name="connsiteY497" fmla="*/ 4146947 h 6858000"/>
              <a:gd name="connsiteX498" fmla="*/ 3563434 w 7467600"/>
              <a:gd name="connsiteY498" fmla="*/ 4469115 h 6858000"/>
              <a:gd name="connsiteX499" fmla="*/ 3177952 w 7467600"/>
              <a:gd name="connsiteY499" fmla="*/ 3657386 h 6858000"/>
              <a:gd name="connsiteX500" fmla="*/ 3189263 w 7467600"/>
              <a:gd name="connsiteY500" fmla="*/ 3625726 h 6858000"/>
              <a:gd name="connsiteX501" fmla="*/ 3560912 w 7467600"/>
              <a:gd name="connsiteY501" fmla="*/ 4079863 h 6858000"/>
              <a:gd name="connsiteX502" fmla="*/ 3626636 w 7467600"/>
              <a:gd name="connsiteY502" fmla="*/ 4512230 h 6858000"/>
              <a:gd name="connsiteX503" fmla="*/ 3653088 w 7467600"/>
              <a:gd name="connsiteY503" fmla="*/ 4521417 h 6858000"/>
              <a:gd name="connsiteX504" fmla="*/ 3988128 w 7467600"/>
              <a:gd name="connsiteY504" fmla="*/ 4817267 h 6858000"/>
              <a:gd name="connsiteX505" fmla="*/ 4830582 w 7467600"/>
              <a:gd name="connsiteY505" fmla="*/ 4676000 h 6858000"/>
              <a:gd name="connsiteX506" fmla="*/ 4830100 w 7467600"/>
              <a:gd name="connsiteY506" fmla="*/ 4675554 h 6858000"/>
              <a:gd name="connsiteX507" fmla="*/ 4036318 w 7467600"/>
              <a:gd name="connsiteY507" fmla="*/ 4147013 h 6858000"/>
              <a:gd name="connsiteX508" fmla="*/ 3432098 w 7467600"/>
              <a:gd name="connsiteY508" fmla="*/ 3537312 h 6858000"/>
              <a:gd name="connsiteX509" fmla="*/ 3446761 w 7467600"/>
              <a:gd name="connsiteY509" fmla="*/ 3461278 h 6858000"/>
              <a:gd name="connsiteX510" fmla="*/ 4419733 w 7467600"/>
              <a:gd name="connsiteY510" fmla="*/ 3963555 h 6858000"/>
              <a:gd name="connsiteX511" fmla="*/ 4781371 w 7467600"/>
              <a:gd name="connsiteY511" fmla="*/ 4458604 h 6858000"/>
              <a:gd name="connsiteX512" fmla="*/ 4780440 w 7467600"/>
              <a:gd name="connsiteY512" fmla="*/ 4470290 h 6858000"/>
              <a:gd name="connsiteX513" fmla="*/ 4898954 w 7467600"/>
              <a:gd name="connsiteY513" fmla="*/ 4662092 h 6858000"/>
              <a:gd name="connsiteX514" fmla="*/ 4900699 w 7467600"/>
              <a:gd name="connsiteY514" fmla="*/ 4670867 h 6858000"/>
              <a:gd name="connsiteX515" fmla="*/ 5714511 w 7467600"/>
              <a:gd name="connsiteY515" fmla="*/ 4663483 h 6858000"/>
              <a:gd name="connsiteX516" fmla="*/ 5464793 w 7467600"/>
              <a:gd name="connsiteY516" fmla="*/ 4393556 h 6858000"/>
              <a:gd name="connsiteX517" fmla="*/ 5461897 w 7467600"/>
              <a:gd name="connsiteY517" fmla="*/ 4390879 h 6858000"/>
              <a:gd name="connsiteX518" fmla="*/ 4294126 w 7467600"/>
              <a:gd name="connsiteY518" fmla="*/ 3303048 h 6858000"/>
              <a:gd name="connsiteX519" fmla="*/ 4305321 w 7467600"/>
              <a:gd name="connsiteY519" fmla="*/ 3256953 h 6858000"/>
              <a:gd name="connsiteX520" fmla="*/ 4949299 w 7467600"/>
              <a:gd name="connsiteY520" fmla="*/ 3766336 h 6858000"/>
              <a:gd name="connsiteX521" fmla="*/ 5291452 w 7467600"/>
              <a:gd name="connsiteY521" fmla="*/ 4076801 h 6858000"/>
              <a:gd name="connsiteX522" fmla="*/ 5434998 w 7467600"/>
              <a:gd name="connsiteY522" fmla="*/ 4254100 h 6858000"/>
              <a:gd name="connsiteX523" fmla="*/ 5351015 w 7467600"/>
              <a:gd name="connsiteY523" fmla="*/ 3760989 h 6858000"/>
              <a:gd name="connsiteX524" fmla="*/ 5413780 w 7467600"/>
              <a:gd name="connsiteY524" fmla="*/ 2966265 h 6858000"/>
              <a:gd name="connsiteX525" fmla="*/ 5425627 w 7467600"/>
              <a:gd name="connsiteY525" fmla="*/ 2954192 h 6858000"/>
              <a:gd name="connsiteX526" fmla="*/ 6604735 w 7467600"/>
              <a:gd name="connsiteY526" fmla="*/ 2041381 h 6858000"/>
              <a:gd name="connsiteX527" fmla="*/ 7204487 w 7467600"/>
              <a:gd name="connsiteY527" fmla="*/ 2742112 h 6858000"/>
              <a:gd name="connsiteX528" fmla="*/ 7131592 w 7467600"/>
              <a:gd name="connsiteY528" fmla="*/ 2672096 h 6858000"/>
              <a:gd name="connsiteX529" fmla="*/ 6996344 w 7467600"/>
              <a:gd name="connsiteY529" fmla="*/ 2518310 h 6858000"/>
              <a:gd name="connsiteX530" fmla="*/ 6735495 w 7467600"/>
              <a:gd name="connsiteY530" fmla="*/ 2196890 h 6858000"/>
              <a:gd name="connsiteX531" fmla="*/ 6721901 w 7467600"/>
              <a:gd name="connsiteY531" fmla="*/ 2179274 h 6858000"/>
              <a:gd name="connsiteX532" fmla="*/ 6604735 w 7467600"/>
              <a:gd name="connsiteY532" fmla="*/ 2041381 h 6858000"/>
              <a:gd name="connsiteX533" fmla="*/ 6591670 w 7467600"/>
              <a:gd name="connsiteY533" fmla="*/ 1988277 h 6858000"/>
              <a:gd name="connsiteX534" fmla="*/ 6747349 w 7467600"/>
              <a:gd name="connsiteY534" fmla="*/ 2160069 h 6858000"/>
              <a:gd name="connsiteX535" fmla="*/ 6760943 w 7467600"/>
              <a:gd name="connsiteY535" fmla="*/ 2177686 h 6858000"/>
              <a:gd name="connsiteX536" fmla="*/ 7021065 w 7467600"/>
              <a:gd name="connsiteY536" fmla="*/ 2498102 h 6858000"/>
              <a:gd name="connsiteX537" fmla="*/ 7155223 w 7467600"/>
              <a:gd name="connsiteY537" fmla="*/ 2650386 h 6858000"/>
              <a:gd name="connsiteX538" fmla="*/ 7203167 w 7467600"/>
              <a:gd name="connsiteY538" fmla="*/ 2697288 h 6858000"/>
              <a:gd name="connsiteX539" fmla="*/ 6937703 w 7467600"/>
              <a:gd name="connsiteY539" fmla="*/ 2321981 h 6858000"/>
              <a:gd name="connsiteX540" fmla="*/ 6591670 w 7467600"/>
              <a:gd name="connsiteY540" fmla="*/ 1988277 h 6858000"/>
              <a:gd name="connsiteX541" fmla="*/ 5798671 w 7467600"/>
              <a:gd name="connsiteY541" fmla="*/ 1981601 h 6858000"/>
              <a:gd name="connsiteX542" fmla="*/ 5754709 w 7467600"/>
              <a:gd name="connsiteY542" fmla="*/ 2071454 h 6858000"/>
              <a:gd name="connsiteX543" fmla="*/ 5763044 w 7467600"/>
              <a:gd name="connsiteY543" fmla="*/ 2842206 h 6858000"/>
              <a:gd name="connsiteX544" fmla="*/ 5764974 w 7467600"/>
              <a:gd name="connsiteY544" fmla="*/ 2799609 h 6858000"/>
              <a:gd name="connsiteX545" fmla="*/ 5767665 w 7467600"/>
              <a:gd name="connsiteY545" fmla="*/ 2666409 h 6858000"/>
              <a:gd name="connsiteX546" fmla="*/ 5763055 w 7467600"/>
              <a:gd name="connsiteY546" fmla="*/ 2579705 h 6858000"/>
              <a:gd name="connsiteX547" fmla="*/ 5758079 w 7467600"/>
              <a:gd name="connsiteY547" fmla="*/ 2492508 h 6858000"/>
              <a:gd name="connsiteX548" fmla="*/ 5779325 w 7467600"/>
              <a:gd name="connsiteY548" fmla="*/ 2197069 h 6858000"/>
              <a:gd name="connsiteX549" fmla="*/ 5798671 w 7467600"/>
              <a:gd name="connsiteY549" fmla="*/ 1981601 h 6858000"/>
              <a:gd name="connsiteX550" fmla="*/ 5829202 w 7467600"/>
              <a:gd name="connsiteY550" fmla="*/ 1971679 h 6858000"/>
              <a:gd name="connsiteX551" fmla="*/ 5809558 w 7467600"/>
              <a:gd name="connsiteY551" fmla="*/ 2198043 h 6858000"/>
              <a:gd name="connsiteX552" fmla="*/ 5788653 w 7467600"/>
              <a:gd name="connsiteY552" fmla="*/ 2489430 h 6858000"/>
              <a:gd name="connsiteX553" fmla="*/ 5793439 w 7467600"/>
              <a:gd name="connsiteY553" fmla="*/ 2575235 h 6858000"/>
              <a:gd name="connsiteX554" fmla="*/ 5796837 w 7467600"/>
              <a:gd name="connsiteY554" fmla="*/ 2637633 h 6858000"/>
              <a:gd name="connsiteX555" fmla="*/ 5818614 w 7467600"/>
              <a:gd name="connsiteY555" fmla="*/ 2473055 h 6858000"/>
              <a:gd name="connsiteX556" fmla="*/ 5829202 w 7467600"/>
              <a:gd name="connsiteY556" fmla="*/ 1971679 h 6858000"/>
              <a:gd name="connsiteX557" fmla="*/ 5911389 w 7467600"/>
              <a:gd name="connsiteY557" fmla="*/ 1898371 h 6858000"/>
              <a:gd name="connsiteX558" fmla="*/ 6237627 w 7467600"/>
              <a:gd name="connsiteY558" fmla="*/ 2231921 h 6858000"/>
              <a:gd name="connsiteX559" fmla="*/ 5911389 w 7467600"/>
              <a:gd name="connsiteY559" fmla="*/ 1898371 h 6858000"/>
              <a:gd name="connsiteX560" fmla="*/ 6944437 w 7467600"/>
              <a:gd name="connsiteY560" fmla="*/ 1575402 h 6858000"/>
              <a:gd name="connsiteX561" fmla="*/ 6304730 w 7467600"/>
              <a:gd name="connsiteY561" fmla="*/ 1766654 h 6858000"/>
              <a:gd name="connsiteX562" fmla="*/ 6944437 w 7467600"/>
              <a:gd name="connsiteY562" fmla="*/ 1575402 h 6858000"/>
              <a:gd name="connsiteX563" fmla="*/ 7019523 w 7467600"/>
              <a:gd name="connsiteY563" fmla="*/ 1519450 h 6858000"/>
              <a:gd name="connsiteX564" fmla="*/ 6298091 w 7467600"/>
              <a:gd name="connsiteY564" fmla="*/ 1737122 h 6858000"/>
              <a:gd name="connsiteX565" fmla="*/ 7019523 w 7467600"/>
              <a:gd name="connsiteY565" fmla="*/ 1519450 h 6858000"/>
              <a:gd name="connsiteX566" fmla="*/ 2399523 w 7467600"/>
              <a:gd name="connsiteY566" fmla="*/ 1428234 h 6858000"/>
              <a:gd name="connsiteX567" fmla="*/ 2224982 w 7467600"/>
              <a:gd name="connsiteY567" fmla="*/ 1826201 h 6858000"/>
              <a:gd name="connsiteX568" fmla="*/ 2096099 w 7467600"/>
              <a:gd name="connsiteY568" fmla="*/ 2345900 h 6858000"/>
              <a:gd name="connsiteX569" fmla="*/ 2283317 w 7467600"/>
              <a:gd name="connsiteY569" fmla="*/ 1796925 h 6858000"/>
              <a:gd name="connsiteX570" fmla="*/ 2399523 w 7467600"/>
              <a:gd name="connsiteY570" fmla="*/ 1428234 h 6858000"/>
              <a:gd name="connsiteX571" fmla="*/ 2448558 w 7467600"/>
              <a:gd name="connsiteY571" fmla="*/ 1373435 h 6858000"/>
              <a:gd name="connsiteX572" fmla="*/ 2312521 w 7467600"/>
              <a:gd name="connsiteY572" fmla="*/ 1806140 h 6858000"/>
              <a:gd name="connsiteX573" fmla="*/ 2127533 w 7467600"/>
              <a:gd name="connsiteY573" fmla="*/ 2348380 h 6858000"/>
              <a:gd name="connsiteX574" fmla="*/ 2358080 w 7467600"/>
              <a:gd name="connsiteY574" fmla="*/ 1866134 h 6858000"/>
              <a:gd name="connsiteX575" fmla="*/ 2407436 w 7467600"/>
              <a:gd name="connsiteY575" fmla="*/ 1651070 h 6858000"/>
              <a:gd name="connsiteX576" fmla="*/ 2448558 w 7467600"/>
              <a:gd name="connsiteY576" fmla="*/ 1373435 h 6858000"/>
              <a:gd name="connsiteX577" fmla="*/ 278707 w 7467600"/>
              <a:gd name="connsiteY577" fmla="*/ 1352270 h 6858000"/>
              <a:gd name="connsiteX578" fmla="*/ 321570 w 7467600"/>
              <a:gd name="connsiteY578" fmla="*/ 1861610 h 6858000"/>
              <a:gd name="connsiteX579" fmla="*/ 294281 w 7467600"/>
              <a:gd name="connsiteY579" fmla="*/ 1440658 h 6858000"/>
              <a:gd name="connsiteX580" fmla="*/ 278707 w 7467600"/>
              <a:gd name="connsiteY580" fmla="*/ 1352270 h 6858000"/>
              <a:gd name="connsiteX581" fmla="*/ 1423821 w 7467600"/>
              <a:gd name="connsiteY581" fmla="*/ 1351958 h 6858000"/>
              <a:gd name="connsiteX582" fmla="*/ 1638521 w 7467600"/>
              <a:gd name="connsiteY582" fmla="*/ 1908470 h 6858000"/>
              <a:gd name="connsiteX583" fmla="*/ 1754199 w 7467600"/>
              <a:gd name="connsiteY583" fmla="*/ 2149284 h 6858000"/>
              <a:gd name="connsiteX584" fmla="*/ 1908359 w 7467600"/>
              <a:gd name="connsiteY584" fmla="*/ 2364988 h 6858000"/>
              <a:gd name="connsiteX585" fmla="*/ 1647661 w 7467600"/>
              <a:gd name="connsiteY585" fmla="*/ 1825945 h 6858000"/>
              <a:gd name="connsiteX586" fmla="*/ 1423821 w 7467600"/>
              <a:gd name="connsiteY586" fmla="*/ 1351958 h 6858000"/>
              <a:gd name="connsiteX587" fmla="*/ 1431890 w 7467600"/>
              <a:gd name="connsiteY587" fmla="*/ 1306475 h 6858000"/>
              <a:gd name="connsiteX588" fmla="*/ 1507597 w 7467600"/>
              <a:gd name="connsiteY588" fmla="*/ 1446132 h 6858000"/>
              <a:gd name="connsiteX589" fmla="*/ 1674586 w 7467600"/>
              <a:gd name="connsiteY589" fmla="*/ 1813832 h 6858000"/>
              <a:gd name="connsiteX590" fmla="*/ 1815950 w 7467600"/>
              <a:gd name="connsiteY590" fmla="*/ 2128564 h 6858000"/>
              <a:gd name="connsiteX591" fmla="*/ 1984242 w 7467600"/>
              <a:gd name="connsiteY591" fmla="*/ 2430829 h 6858000"/>
              <a:gd name="connsiteX592" fmla="*/ 2014023 w 7467600"/>
              <a:gd name="connsiteY592" fmla="*/ 2450995 h 6858000"/>
              <a:gd name="connsiteX593" fmla="*/ 1747337 w 7467600"/>
              <a:gd name="connsiteY593" fmla="*/ 1855264 h 6858000"/>
              <a:gd name="connsiteX594" fmla="*/ 1533749 w 7467600"/>
              <a:gd name="connsiteY594" fmla="*/ 1478656 h 6858000"/>
              <a:gd name="connsiteX595" fmla="*/ 1431890 w 7467600"/>
              <a:gd name="connsiteY595" fmla="*/ 1306475 h 6858000"/>
              <a:gd name="connsiteX596" fmla="*/ 5052692 w 7467600"/>
              <a:gd name="connsiteY596" fmla="*/ 1292994 h 6858000"/>
              <a:gd name="connsiteX597" fmla="*/ 5200661 w 7467600"/>
              <a:gd name="connsiteY597" fmla="*/ 1635186 h 6858000"/>
              <a:gd name="connsiteX598" fmla="*/ 5297138 w 7467600"/>
              <a:gd name="connsiteY598" fmla="*/ 1906351 h 6858000"/>
              <a:gd name="connsiteX599" fmla="*/ 5052692 w 7467600"/>
              <a:gd name="connsiteY599" fmla="*/ 1292994 h 6858000"/>
              <a:gd name="connsiteX600" fmla="*/ 5009948 w 7467600"/>
              <a:gd name="connsiteY600" fmla="*/ 1273619 h 6858000"/>
              <a:gd name="connsiteX601" fmla="*/ 5121777 w 7467600"/>
              <a:gd name="connsiteY601" fmla="*/ 1654213 h 6858000"/>
              <a:gd name="connsiteX602" fmla="*/ 5293545 w 7467600"/>
              <a:gd name="connsiteY602" fmla="*/ 2072247 h 6858000"/>
              <a:gd name="connsiteX603" fmla="*/ 5294042 w 7467600"/>
              <a:gd name="connsiteY603" fmla="*/ 2065019 h 6858000"/>
              <a:gd name="connsiteX604" fmla="*/ 5171936 w 7467600"/>
              <a:gd name="connsiteY604" fmla="*/ 1647613 h 6858000"/>
              <a:gd name="connsiteX605" fmla="*/ 5009948 w 7467600"/>
              <a:gd name="connsiteY605" fmla="*/ 1273619 h 6858000"/>
              <a:gd name="connsiteX606" fmla="*/ 655236 w 7467600"/>
              <a:gd name="connsiteY606" fmla="*/ 1268632 h 6858000"/>
              <a:gd name="connsiteX607" fmla="*/ 839521 w 7467600"/>
              <a:gd name="connsiteY607" fmla="*/ 1685315 h 6858000"/>
              <a:gd name="connsiteX608" fmla="*/ 1109416 w 7467600"/>
              <a:gd name="connsiteY608" fmla="*/ 2061663 h 6858000"/>
              <a:gd name="connsiteX609" fmla="*/ 1298300 w 7467600"/>
              <a:gd name="connsiteY609" fmla="*/ 2247742 h 6858000"/>
              <a:gd name="connsiteX610" fmla="*/ 1125871 w 7467600"/>
              <a:gd name="connsiteY610" fmla="*/ 1989513 h 6858000"/>
              <a:gd name="connsiteX611" fmla="*/ 981574 w 7467600"/>
              <a:gd name="connsiteY611" fmla="*/ 1783157 h 6858000"/>
              <a:gd name="connsiteX612" fmla="*/ 922198 w 7467600"/>
              <a:gd name="connsiteY612" fmla="*/ 1677437 h 6858000"/>
              <a:gd name="connsiteX613" fmla="*/ 869293 w 7467600"/>
              <a:gd name="connsiteY613" fmla="*/ 1583214 h 6858000"/>
              <a:gd name="connsiteX614" fmla="*/ 751431 w 7467600"/>
              <a:gd name="connsiteY614" fmla="*/ 1405731 h 6858000"/>
              <a:gd name="connsiteX615" fmla="*/ 655236 w 7467600"/>
              <a:gd name="connsiteY615" fmla="*/ 1268632 h 6858000"/>
              <a:gd name="connsiteX616" fmla="*/ 6516292 w 7467600"/>
              <a:gd name="connsiteY616" fmla="*/ 1263064 h 6858000"/>
              <a:gd name="connsiteX617" fmla="*/ 5736320 w 7467600"/>
              <a:gd name="connsiteY617" fmla="*/ 1501803 h 6858000"/>
              <a:gd name="connsiteX618" fmla="*/ 6516292 w 7467600"/>
              <a:gd name="connsiteY618" fmla="*/ 1263064 h 6858000"/>
              <a:gd name="connsiteX619" fmla="*/ 291466 w 7467600"/>
              <a:gd name="connsiteY619" fmla="*/ 1250369 h 6858000"/>
              <a:gd name="connsiteX620" fmla="*/ 323180 w 7467600"/>
              <a:gd name="connsiteY620" fmla="*/ 1435283 h 6858000"/>
              <a:gd name="connsiteX621" fmla="*/ 349381 w 7467600"/>
              <a:gd name="connsiteY621" fmla="*/ 1875041 h 6858000"/>
              <a:gd name="connsiteX622" fmla="*/ 374363 w 7467600"/>
              <a:gd name="connsiteY622" fmla="*/ 1506494 h 6858000"/>
              <a:gd name="connsiteX623" fmla="*/ 302168 w 7467600"/>
              <a:gd name="connsiteY623" fmla="*/ 1274495 h 6858000"/>
              <a:gd name="connsiteX624" fmla="*/ 291466 w 7467600"/>
              <a:gd name="connsiteY624" fmla="*/ 1250369 h 6858000"/>
              <a:gd name="connsiteX625" fmla="*/ 678222 w 7467600"/>
              <a:gd name="connsiteY625" fmla="*/ 1248670 h 6858000"/>
              <a:gd name="connsiteX626" fmla="*/ 775536 w 7467600"/>
              <a:gd name="connsiteY626" fmla="*/ 1388015 h 6858000"/>
              <a:gd name="connsiteX627" fmla="*/ 894529 w 7467600"/>
              <a:gd name="connsiteY627" fmla="*/ 1567739 h 6858000"/>
              <a:gd name="connsiteX628" fmla="*/ 948000 w 7467600"/>
              <a:gd name="connsiteY628" fmla="*/ 1663088 h 6858000"/>
              <a:gd name="connsiteX629" fmla="*/ 1006812 w 7467600"/>
              <a:gd name="connsiteY629" fmla="*/ 1767683 h 6858000"/>
              <a:gd name="connsiteX630" fmla="*/ 1149133 w 7467600"/>
              <a:gd name="connsiteY630" fmla="*/ 1971513 h 6858000"/>
              <a:gd name="connsiteX631" fmla="*/ 1333952 w 7467600"/>
              <a:gd name="connsiteY631" fmla="*/ 2251620 h 6858000"/>
              <a:gd name="connsiteX632" fmla="*/ 1337329 w 7467600"/>
              <a:gd name="connsiteY632" fmla="*/ 2258350 h 6858000"/>
              <a:gd name="connsiteX633" fmla="*/ 1014726 w 7467600"/>
              <a:gd name="connsiteY633" fmla="*/ 1615556 h 6858000"/>
              <a:gd name="connsiteX634" fmla="*/ 678222 w 7467600"/>
              <a:gd name="connsiteY634" fmla="*/ 1248670 h 6858000"/>
              <a:gd name="connsiteX635" fmla="*/ 6691602 w 7467600"/>
              <a:gd name="connsiteY635" fmla="*/ 1140573 h 6858000"/>
              <a:gd name="connsiteX636" fmla="*/ 6571100 w 7467600"/>
              <a:gd name="connsiteY636" fmla="*/ 1183662 h 6858000"/>
              <a:gd name="connsiteX637" fmla="*/ 6241687 w 7467600"/>
              <a:gd name="connsiteY637" fmla="*/ 1257600 h 6858000"/>
              <a:gd name="connsiteX638" fmla="*/ 5693009 w 7467600"/>
              <a:gd name="connsiteY638" fmla="*/ 1478256 h 6858000"/>
              <a:gd name="connsiteX639" fmla="*/ 6548420 w 7467600"/>
              <a:gd name="connsiteY639" fmla="*/ 1214599 h 6858000"/>
              <a:gd name="connsiteX640" fmla="*/ 6605473 w 7467600"/>
              <a:gd name="connsiteY640" fmla="*/ 1184686 h 6858000"/>
              <a:gd name="connsiteX641" fmla="*/ 6691602 w 7467600"/>
              <a:gd name="connsiteY641" fmla="*/ 1140573 h 6858000"/>
              <a:gd name="connsiteX642" fmla="*/ 4002475 w 7467600"/>
              <a:gd name="connsiteY642" fmla="*/ 1037802 h 6858000"/>
              <a:gd name="connsiteX643" fmla="*/ 4000324 w 7467600"/>
              <a:gd name="connsiteY643" fmla="*/ 1039362 h 6858000"/>
              <a:gd name="connsiteX644" fmla="*/ 4002862 w 7467600"/>
              <a:gd name="connsiteY644" fmla="*/ 1042866 h 6858000"/>
              <a:gd name="connsiteX645" fmla="*/ 4002475 w 7467600"/>
              <a:gd name="connsiteY645" fmla="*/ 1037802 h 6858000"/>
              <a:gd name="connsiteX646" fmla="*/ 506322 w 7467600"/>
              <a:gd name="connsiteY646" fmla="*/ 1020997 h 6858000"/>
              <a:gd name="connsiteX647" fmla="*/ 533068 w 7467600"/>
              <a:gd name="connsiteY647" fmla="*/ 1029409 h 6858000"/>
              <a:gd name="connsiteX648" fmla="*/ 1232525 w 7467600"/>
              <a:gd name="connsiteY648" fmla="*/ 1804675 h 6858000"/>
              <a:gd name="connsiteX649" fmla="*/ 1388858 w 7467600"/>
              <a:gd name="connsiteY649" fmla="*/ 2368011 h 6858000"/>
              <a:gd name="connsiteX650" fmla="*/ 1384098 w 7467600"/>
              <a:gd name="connsiteY650" fmla="*/ 2378125 h 6858000"/>
              <a:gd name="connsiteX651" fmla="*/ 1425393 w 7467600"/>
              <a:gd name="connsiteY651" fmla="*/ 2589124 h 6858000"/>
              <a:gd name="connsiteX652" fmla="*/ 1424001 w 7467600"/>
              <a:gd name="connsiteY652" fmla="*/ 2597541 h 6858000"/>
              <a:gd name="connsiteX653" fmla="*/ 2152729 w 7467600"/>
              <a:gd name="connsiteY653" fmla="*/ 2864487 h 6858000"/>
              <a:gd name="connsiteX654" fmla="*/ 2020609 w 7467600"/>
              <a:gd name="connsiteY654" fmla="*/ 2539671 h 6858000"/>
              <a:gd name="connsiteX655" fmla="*/ 2018920 w 7467600"/>
              <a:gd name="connsiteY655" fmla="*/ 2536309 h 6858000"/>
              <a:gd name="connsiteX656" fmla="*/ 1342441 w 7467600"/>
              <a:gd name="connsiteY656" fmla="*/ 1173017 h 6858000"/>
              <a:gd name="connsiteX657" fmla="*/ 1367925 w 7467600"/>
              <a:gd name="connsiteY657" fmla="*/ 1135648 h 6858000"/>
              <a:gd name="connsiteX658" fmla="*/ 1771401 w 7467600"/>
              <a:gd name="connsiteY658" fmla="*/ 1806673 h 6858000"/>
              <a:gd name="connsiteX659" fmla="*/ 1972385 w 7467600"/>
              <a:gd name="connsiteY659" fmla="*/ 2198735 h 6858000"/>
              <a:gd name="connsiteX660" fmla="*/ 2040892 w 7467600"/>
              <a:gd name="connsiteY660" fmla="*/ 2405205 h 6858000"/>
              <a:gd name="connsiteX661" fmla="*/ 2131689 w 7467600"/>
              <a:gd name="connsiteY661" fmla="*/ 1936926 h 6858000"/>
              <a:gd name="connsiteX662" fmla="*/ 2454820 w 7467600"/>
              <a:gd name="connsiteY662" fmla="*/ 1248808 h 6858000"/>
              <a:gd name="connsiteX663" fmla="*/ 2492512 w 7467600"/>
              <a:gd name="connsiteY663" fmla="*/ 1302920 h 6858000"/>
              <a:gd name="connsiteX664" fmla="*/ 2081216 w 7467600"/>
              <a:gd name="connsiteY664" fmla="*/ 2527513 h 6858000"/>
              <a:gd name="connsiteX665" fmla="*/ 2081211 w 7467600"/>
              <a:gd name="connsiteY665" fmla="*/ 2528916 h 6858000"/>
              <a:gd name="connsiteX666" fmla="*/ 2199067 w 7467600"/>
              <a:gd name="connsiteY666" fmla="*/ 2884061 h 6858000"/>
              <a:gd name="connsiteX667" fmla="*/ 3192586 w 7467600"/>
              <a:gd name="connsiteY667" fmla="*/ 3411496 h 6858000"/>
              <a:gd name="connsiteX668" fmla="*/ 3182620 w 7467600"/>
              <a:gd name="connsiteY668" fmla="*/ 3483279 h 6858000"/>
              <a:gd name="connsiteX669" fmla="*/ 2435119 w 7467600"/>
              <a:gd name="connsiteY669" fmla="*/ 3080173 h 6858000"/>
              <a:gd name="connsiteX670" fmla="*/ 2410152 w 7467600"/>
              <a:gd name="connsiteY670" fmla="*/ 3063751 h 6858000"/>
              <a:gd name="connsiteX671" fmla="*/ 2408099 w 7467600"/>
              <a:gd name="connsiteY671" fmla="*/ 3064403 h 6858000"/>
              <a:gd name="connsiteX672" fmla="*/ 2407218 w 7467600"/>
              <a:gd name="connsiteY672" fmla="*/ 3070324 h 6858000"/>
              <a:gd name="connsiteX673" fmla="*/ 2380138 w 7467600"/>
              <a:gd name="connsiteY673" fmla="*/ 3099341 h 6858000"/>
              <a:gd name="connsiteX674" fmla="*/ 1765923 w 7467600"/>
              <a:gd name="connsiteY674" fmla="*/ 3581043 h 6858000"/>
              <a:gd name="connsiteX675" fmla="*/ 1702258 w 7467600"/>
              <a:gd name="connsiteY675" fmla="*/ 3612286 h 6858000"/>
              <a:gd name="connsiteX676" fmla="*/ 1538370 w 7467600"/>
              <a:gd name="connsiteY676" fmla="*/ 3811804 h 6858000"/>
              <a:gd name="connsiteX677" fmla="*/ 542867 w 7467600"/>
              <a:gd name="connsiteY677" fmla="*/ 4944092 h 6858000"/>
              <a:gd name="connsiteX678" fmla="*/ 515800 w 7467600"/>
              <a:gd name="connsiteY678" fmla="*/ 4862180 h 6858000"/>
              <a:gd name="connsiteX679" fmla="*/ 909145 w 7467600"/>
              <a:gd name="connsiteY679" fmla="*/ 4199225 h 6858000"/>
              <a:gd name="connsiteX680" fmla="*/ 1214067 w 7467600"/>
              <a:gd name="connsiteY680" fmla="*/ 3908561 h 6858000"/>
              <a:gd name="connsiteX681" fmla="*/ 640967 w 7467600"/>
              <a:gd name="connsiteY681" fmla="*/ 4105601 h 6858000"/>
              <a:gd name="connsiteX682" fmla="*/ 112563 w 7467600"/>
              <a:gd name="connsiteY682" fmla="*/ 4396952 h 6858000"/>
              <a:gd name="connsiteX683" fmla="*/ 0 w 7467600"/>
              <a:gd name="connsiteY683" fmla="*/ 4466006 h 6858000"/>
              <a:gd name="connsiteX684" fmla="*/ 0 w 7467600"/>
              <a:gd name="connsiteY684" fmla="*/ 4233763 h 6858000"/>
              <a:gd name="connsiteX685" fmla="*/ 36881 w 7467600"/>
              <a:gd name="connsiteY685" fmla="*/ 4200118 h 6858000"/>
              <a:gd name="connsiteX686" fmla="*/ 910534 w 7467600"/>
              <a:gd name="connsiteY686" fmla="*/ 3629753 h 6858000"/>
              <a:gd name="connsiteX687" fmla="*/ 1578717 w 7467600"/>
              <a:gd name="connsiteY687" fmla="*/ 3575982 h 6858000"/>
              <a:gd name="connsiteX688" fmla="*/ 2338780 w 7467600"/>
              <a:gd name="connsiteY688" fmla="*/ 3033725 h 6858000"/>
              <a:gd name="connsiteX689" fmla="*/ 1807991 w 7467600"/>
              <a:gd name="connsiteY689" fmla="*/ 2807184 h 6858000"/>
              <a:gd name="connsiteX690" fmla="*/ 1416358 w 7467600"/>
              <a:gd name="connsiteY690" fmla="*/ 3112571 h 6858000"/>
              <a:gd name="connsiteX691" fmla="*/ 939066 w 7467600"/>
              <a:gd name="connsiteY691" fmla="*/ 3378798 h 6858000"/>
              <a:gd name="connsiteX692" fmla="*/ 115099 w 7467600"/>
              <a:gd name="connsiteY692" fmla="*/ 3607650 h 6858000"/>
              <a:gd name="connsiteX693" fmla="*/ 97284 w 7467600"/>
              <a:gd name="connsiteY693" fmla="*/ 3520393 h 6858000"/>
              <a:gd name="connsiteX694" fmla="*/ 922050 w 7467600"/>
              <a:gd name="connsiteY694" fmla="*/ 3074867 h 6858000"/>
              <a:gd name="connsiteX695" fmla="*/ 1405265 w 7467600"/>
              <a:gd name="connsiteY695" fmla="*/ 3016319 h 6858000"/>
              <a:gd name="connsiteX696" fmla="*/ 1407512 w 7467600"/>
              <a:gd name="connsiteY696" fmla="*/ 3018001 h 6858000"/>
              <a:gd name="connsiteX697" fmla="*/ 1726266 w 7467600"/>
              <a:gd name="connsiteY697" fmla="*/ 2777274 h 6858000"/>
              <a:gd name="connsiteX698" fmla="*/ 625390 w 7467600"/>
              <a:gd name="connsiteY698" fmla="*/ 2514541 h 6858000"/>
              <a:gd name="connsiteX699" fmla="*/ 619799 w 7467600"/>
              <a:gd name="connsiteY699" fmla="*/ 2527180 h 6858000"/>
              <a:gd name="connsiteX700" fmla="*/ 310030 w 7467600"/>
              <a:gd name="connsiteY700" fmla="*/ 2771818 h 6858000"/>
              <a:gd name="connsiteX701" fmla="*/ 173877 w 7467600"/>
              <a:gd name="connsiteY701" fmla="*/ 2937056 h 6858000"/>
              <a:gd name="connsiteX702" fmla="*/ 77889 w 7467600"/>
              <a:gd name="connsiteY702" fmla="*/ 3138440 h 6858000"/>
              <a:gd name="connsiteX703" fmla="*/ 0 w 7467600"/>
              <a:gd name="connsiteY703" fmla="*/ 3271395 h 6858000"/>
              <a:gd name="connsiteX704" fmla="*/ 0 w 7467600"/>
              <a:gd name="connsiteY704" fmla="*/ 3153002 h 6858000"/>
              <a:gd name="connsiteX705" fmla="*/ 2386 w 7467600"/>
              <a:gd name="connsiteY705" fmla="*/ 3149203 h 6858000"/>
              <a:gd name="connsiteX706" fmla="*/ 89753 w 7467600"/>
              <a:gd name="connsiteY706" fmla="*/ 2987702 h 6858000"/>
              <a:gd name="connsiteX707" fmla="*/ 76869 w 7467600"/>
              <a:gd name="connsiteY707" fmla="*/ 3005404 h 6858000"/>
              <a:gd name="connsiteX708" fmla="*/ 32049 w 7467600"/>
              <a:gd name="connsiteY708" fmla="*/ 3065814 h 6858000"/>
              <a:gd name="connsiteX709" fmla="*/ 0 w 7467600"/>
              <a:gd name="connsiteY709" fmla="*/ 3108744 h 6858000"/>
              <a:gd name="connsiteX710" fmla="*/ 0 w 7467600"/>
              <a:gd name="connsiteY710" fmla="*/ 3058059 h 6858000"/>
              <a:gd name="connsiteX711" fmla="*/ 7610 w 7467600"/>
              <a:gd name="connsiteY711" fmla="*/ 3047889 h 6858000"/>
              <a:gd name="connsiteX712" fmla="*/ 52419 w 7467600"/>
              <a:gd name="connsiteY712" fmla="*/ 2987479 h 6858000"/>
              <a:gd name="connsiteX713" fmla="*/ 59142 w 7467600"/>
              <a:gd name="connsiteY713" fmla="*/ 2978488 h 6858000"/>
              <a:gd name="connsiteX714" fmla="*/ 0 w 7467600"/>
              <a:gd name="connsiteY714" fmla="*/ 3015334 h 6858000"/>
              <a:gd name="connsiteX715" fmla="*/ 0 w 7467600"/>
              <a:gd name="connsiteY715" fmla="*/ 2914286 h 6858000"/>
              <a:gd name="connsiteX716" fmla="*/ 36383 w 7467600"/>
              <a:gd name="connsiteY716" fmla="*/ 2901128 h 6858000"/>
              <a:gd name="connsiteX717" fmla="*/ 156329 w 7467600"/>
              <a:gd name="connsiteY717" fmla="*/ 2840533 h 6858000"/>
              <a:gd name="connsiteX718" fmla="*/ 358355 w 7467600"/>
              <a:gd name="connsiteY718" fmla="*/ 2620471 h 6858000"/>
              <a:gd name="connsiteX719" fmla="*/ 510577 w 7467600"/>
              <a:gd name="connsiteY719" fmla="*/ 2501244 h 6858000"/>
              <a:gd name="connsiteX720" fmla="*/ 211967 w 7467600"/>
              <a:gd name="connsiteY720" fmla="*/ 2479171 h 6858000"/>
              <a:gd name="connsiteX721" fmla="*/ 0 w 7467600"/>
              <a:gd name="connsiteY721" fmla="*/ 2476398 h 6858000"/>
              <a:gd name="connsiteX722" fmla="*/ 0 w 7467600"/>
              <a:gd name="connsiteY722" fmla="*/ 2389189 h 6858000"/>
              <a:gd name="connsiteX723" fmla="*/ 103062 w 7467600"/>
              <a:gd name="connsiteY723" fmla="*/ 2389518 h 6858000"/>
              <a:gd name="connsiteX724" fmla="*/ 510734 w 7467600"/>
              <a:gd name="connsiteY724" fmla="*/ 2416201 h 6858000"/>
              <a:gd name="connsiteX725" fmla="*/ 279257 w 7467600"/>
              <a:gd name="connsiteY725" fmla="*/ 2092102 h 6858000"/>
              <a:gd name="connsiteX726" fmla="*/ 65265 w 7467600"/>
              <a:gd name="connsiteY726" fmla="*/ 2006049 h 6858000"/>
              <a:gd name="connsiteX727" fmla="*/ 0 w 7467600"/>
              <a:gd name="connsiteY727" fmla="*/ 1982532 h 6858000"/>
              <a:gd name="connsiteX728" fmla="*/ 0 w 7467600"/>
              <a:gd name="connsiteY728" fmla="*/ 1912789 h 6858000"/>
              <a:gd name="connsiteX729" fmla="*/ 97460 w 7467600"/>
              <a:gd name="connsiteY729" fmla="*/ 1953725 h 6858000"/>
              <a:gd name="connsiteX730" fmla="*/ 221272 w 7467600"/>
              <a:gd name="connsiteY730" fmla="*/ 1980766 h 6858000"/>
              <a:gd name="connsiteX731" fmla="*/ 116765 w 7467600"/>
              <a:gd name="connsiteY731" fmla="*/ 1911033 h 6858000"/>
              <a:gd name="connsiteX732" fmla="*/ 16405 w 7467600"/>
              <a:gd name="connsiteY732" fmla="*/ 1803412 h 6858000"/>
              <a:gd name="connsiteX733" fmla="*/ 0 w 7467600"/>
              <a:gd name="connsiteY733" fmla="*/ 1784777 h 6858000"/>
              <a:gd name="connsiteX734" fmla="*/ 0 w 7467600"/>
              <a:gd name="connsiteY734" fmla="*/ 1740082 h 6858000"/>
              <a:gd name="connsiteX735" fmla="*/ 39394 w 7467600"/>
              <a:gd name="connsiteY735" fmla="*/ 1784856 h 6858000"/>
              <a:gd name="connsiteX736" fmla="*/ 135813 w 7467600"/>
              <a:gd name="connsiteY736" fmla="*/ 1888838 h 6858000"/>
              <a:gd name="connsiteX737" fmla="*/ 242575 w 7467600"/>
              <a:gd name="connsiteY737" fmla="*/ 1958841 h 6858000"/>
              <a:gd name="connsiteX738" fmla="*/ 82197 w 7467600"/>
              <a:gd name="connsiteY738" fmla="*/ 1754826 h 6858000"/>
              <a:gd name="connsiteX739" fmla="*/ 0 w 7467600"/>
              <a:gd name="connsiteY739" fmla="*/ 1679650 h 6858000"/>
              <a:gd name="connsiteX740" fmla="*/ 0 w 7467600"/>
              <a:gd name="connsiteY740" fmla="*/ 1602463 h 6858000"/>
              <a:gd name="connsiteX741" fmla="*/ 84689 w 7467600"/>
              <a:gd name="connsiteY741" fmla="*/ 1677442 h 6858000"/>
              <a:gd name="connsiteX742" fmla="*/ 298437 w 7467600"/>
              <a:gd name="connsiteY742" fmla="*/ 1968019 h 6858000"/>
              <a:gd name="connsiteX743" fmla="*/ 227269 w 7467600"/>
              <a:gd name="connsiteY743" fmla="*/ 1114064 h 6858000"/>
              <a:gd name="connsiteX744" fmla="*/ 248003 w 7467600"/>
              <a:gd name="connsiteY744" fmla="*/ 1089613 h 6858000"/>
              <a:gd name="connsiteX745" fmla="*/ 427020 w 7467600"/>
              <a:gd name="connsiteY745" fmla="*/ 1619803 h 6858000"/>
              <a:gd name="connsiteX746" fmla="*/ 340345 w 7467600"/>
              <a:gd name="connsiteY746" fmla="*/ 2027739 h 6858000"/>
              <a:gd name="connsiteX747" fmla="*/ 360865 w 7467600"/>
              <a:gd name="connsiteY747" fmla="*/ 2044827 h 6858000"/>
              <a:gd name="connsiteX748" fmla="*/ 560414 w 7467600"/>
              <a:gd name="connsiteY748" fmla="*/ 2421457 h 6858000"/>
              <a:gd name="connsiteX749" fmla="*/ 1359703 w 7467600"/>
              <a:gd name="connsiteY749" fmla="*/ 2578554 h 6858000"/>
              <a:gd name="connsiteX750" fmla="*/ 1359422 w 7467600"/>
              <a:gd name="connsiteY750" fmla="*/ 2577994 h 6858000"/>
              <a:gd name="connsiteX751" fmla="*/ 828701 w 7467600"/>
              <a:gd name="connsiteY751" fmla="*/ 1839520 h 6858000"/>
              <a:gd name="connsiteX752" fmla="*/ 494427 w 7467600"/>
              <a:gd name="connsiteY752" fmla="*/ 1092333 h 6858000"/>
              <a:gd name="connsiteX753" fmla="*/ 506322 w 7467600"/>
              <a:gd name="connsiteY753" fmla="*/ 1020997 h 6858000"/>
              <a:gd name="connsiteX754" fmla="*/ 4570198 w 7467600"/>
              <a:gd name="connsiteY754" fmla="*/ 978081 h 6858000"/>
              <a:gd name="connsiteX755" fmla="*/ 4523691 w 7467600"/>
              <a:gd name="connsiteY755" fmla="*/ 1127776 h 6858000"/>
              <a:gd name="connsiteX756" fmla="*/ 4509875 w 7467600"/>
              <a:gd name="connsiteY756" fmla="*/ 1167552 h 6858000"/>
              <a:gd name="connsiteX757" fmla="*/ 4478168 w 7467600"/>
              <a:gd name="connsiteY757" fmla="*/ 1260735 h 6858000"/>
              <a:gd name="connsiteX758" fmla="*/ 4409309 w 7467600"/>
              <a:gd name="connsiteY758" fmla="*/ 1666996 h 6858000"/>
              <a:gd name="connsiteX759" fmla="*/ 4370031 w 7467600"/>
              <a:gd name="connsiteY759" fmla="*/ 1955666 h 6858000"/>
              <a:gd name="connsiteX760" fmla="*/ 4570198 w 7467600"/>
              <a:gd name="connsiteY760" fmla="*/ 978081 h 6858000"/>
              <a:gd name="connsiteX761" fmla="*/ 4557898 w 7467600"/>
              <a:gd name="connsiteY761" fmla="*/ 900011 h 6858000"/>
              <a:gd name="connsiteX762" fmla="*/ 4344840 w 7467600"/>
              <a:gd name="connsiteY762" fmla="*/ 1922038 h 6858000"/>
              <a:gd name="connsiteX763" fmla="*/ 4378710 w 7467600"/>
              <a:gd name="connsiteY763" fmla="*/ 1665516 h 6858000"/>
              <a:gd name="connsiteX764" fmla="*/ 4448798 w 7467600"/>
              <a:gd name="connsiteY764" fmla="*/ 1253024 h 6858000"/>
              <a:gd name="connsiteX765" fmla="*/ 4480315 w 7467600"/>
              <a:gd name="connsiteY765" fmla="*/ 1158454 h 6858000"/>
              <a:gd name="connsiteX766" fmla="*/ 4494133 w 7467600"/>
              <a:gd name="connsiteY766" fmla="*/ 1118676 h 6858000"/>
              <a:gd name="connsiteX767" fmla="*/ 4557898 w 7467600"/>
              <a:gd name="connsiteY767" fmla="*/ 900011 h 6858000"/>
              <a:gd name="connsiteX768" fmla="*/ 5870151 w 7467600"/>
              <a:gd name="connsiteY768" fmla="*/ 898890 h 6858000"/>
              <a:gd name="connsiteX769" fmla="*/ 5861335 w 7467600"/>
              <a:gd name="connsiteY769" fmla="*/ 899177 h 6858000"/>
              <a:gd name="connsiteX770" fmla="*/ 5843702 w 7467600"/>
              <a:gd name="connsiteY770" fmla="*/ 899748 h 6858000"/>
              <a:gd name="connsiteX771" fmla="*/ 5651107 w 7467600"/>
              <a:gd name="connsiteY771" fmla="*/ 920306 h 6858000"/>
              <a:gd name="connsiteX772" fmla="*/ 5459407 w 7467600"/>
              <a:gd name="connsiteY772" fmla="*/ 940975 h 6858000"/>
              <a:gd name="connsiteX773" fmla="*/ 5374846 w 7467600"/>
              <a:gd name="connsiteY773" fmla="*/ 941988 h 6858000"/>
              <a:gd name="connsiteX774" fmla="*/ 5256105 w 7467600"/>
              <a:gd name="connsiteY774" fmla="*/ 945632 h 6858000"/>
              <a:gd name="connsiteX775" fmla="*/ 5107071 w 7467600"/>
              <a:gd name="connsiteY775" fmla="*/ 969720 h 6858000"/>
              <a:gd name="connsiteX776" fmla="*/ 4998681 w 7467600"/>
              <a:gd name="connsiteY776" fmla="*/ 988771 h 6858000"/>
              <a:gd name="connsiteX777" fmla="*/ 5870151 w 7467600"/>
              <a:gd name="connsiteY777" fmla="*/ 898890 h 6858000"/>
              <a:gd name="connsiteX778" fmla="*/ 5504425 w 7467600"/>
              <a:gd name="connsiteY778" fmla="*/ 848067 h 6858000"/>
              <a:gd name="connsiteX779" fmla="*/ 4968849 w 7467600"/>
              <a:gd name="connsiteY779" fmla="*/ 962318 h 6858000"/>
              <a:gd name="connsiteX780" fmla="*/ 5104039 w 7467600"/>
              <a:gd name="connsiteY780" fmla="*/ 940634 h 6858000"/>
              <a:gd name="connsiteX781" fmla="*/ 5256311 w 7467600"/>
              <a:gd name="connsiteY781" fmla="*/ 916490 h 6858000"/>
              <a:gd name="connsiteX782" fmla="*/ 5377381 w 7467600"/>
              <a:gd name="connsiteY782" fmla="*/ 912671 h 6858000"/>
              <a:gd name="connsiteX783" fmla="*/ 5460148 w 7467600"/>
              <a:gd name="connsiteY783" fmla="*/ 911442 h 6858000"/>
              <a:gd name="connsiteX784" fmla="*/ 5648971 w 7467600"/>
              <a:gd name="connsiteY784" fmla="*/ 891331 h 6858000"/>
              <a:gd name="connsiteX785" fmla="*/ 5844807 w 7467600"/>
              <a:gd name="connsiteY785" fmla="*/ 870718 h 6858000"/>
              <a:gd name="connsiteX786" fmla="*/ 5862975 w 7467600"/>
              <a:gd name="connsiteY786" fmla="*/ 869756 h 6858000"/>
              <a:gd name="connsiteX787" fmla="*/ 5920887 w 7467600"/>
              <a:gd name="connsiteY787" fmla="*/ 865929 h 6858000"/>
              <a:gd name="connsiteX788" fmla="*/ 5504425 w 7467600"/>
              <a:gd name="connsiteY788" fmla="*/ 848067 h 6858000"/>
              <a:gd name="connsiteX789" fmla="*/ 3607114 w 7467600"/>
              <a:gd name="connsiteY789" fmla="*/ 467441 h 6858000"/>
              <a:gd name="connsiteX790" fmla="*/ 3296242 w 7467600"/>
              <a:gd name="connsiteY790" fmla="*/ 807991 h 6858000"/>
              <a:gd name="connsiteX791" fmla="*/ 3174674 w 7467600"/>
              <a:gd name="connsiteY791" fmla="*/ 919759 h 6858000"/>
              <a:gd name="connsiteX792" fmla="*/ 3042978 w 7467600"/>
              <a:gd name="connsiteY792" fmla="*/ 1054894 h 6858000"/>
              <a:gd name="connsiteX793" fmla="*/ 2968914 w 7467600"/>
              <a:gd name="connsiteY793" fmla="*/ 1133756 h 6858000"/>
              <a:gd name="connsiteX794" fmla="*/ 3103823 w 7467600"/>
              <a:gd name="connsiteY794" fmla="*/ 1026814 h 6858000"/>
              <a:gd name="connsiteX795" fmla="*/ 3607114 w 7467600"/>
              <a:gd name="connsiteY795" fmla="*/ 467441 h 6858000"/>
              <a:gd name="connsiteX796" fmla="*/ 3744487 w 7467600"/>
              <a:gd name="connsiteY796" fmla="*/ 383136 h 6858000"/>
              <a:gd name="connsiteX797" fmla="*/ 3970213 w 7467600"/>
              <a:gd name="connsiteY797" fmla="*/ 995559 h 6858000"/>
              <a:gd name="connsiteX798" fmla="*/ 3744487 w 7467600"/>
              <a:gd name="connsiteY798" fmla="*/ 383136 h 6858000"/>
              <a:gd name="connsiteX799" fmla="*/ 3624562 w 7467600"/>
              <a:gd name="connsiteY799" fmla="*/ 367041 h 6858000"/>
              <a:gd name="connsiteX800" fmla="*/ 3489712 w 7467600"/>
              <a:gd name="connsiteY800" fmla="*/ 485386 h 6858000"/>
              <a:gd name="connsiteX801" fmla="*/ 3182994 w 7467600"/>
              <a:gd name="connsiteY801" fmla="*/ 828265 h 6858000"/>
              <a:gd name="connsiteX802" fmla="*/ 2892114 w 7467600"/>
              <a:gd name="connsiteY802" fmla="*/ 1172635 h 6858000"/>
              <a:gd name="connsiteX803" fmla="*/ 3021459 w 7467600"/>
              <a:gd name="connsiteY803" fmla="*/ 1035385 h 6858000"/>
              <a:gd name="connsiteX804" fmla="*/ 3153873 w 7467600"/>
              <a:gd name="connsiteY804" fmla="*/ 898971 h 6858000"/>
              <a:gd name="connsiteX805" fmla="*/ 3276511 w 7467600"/>
              <a:gd name="connsiteY805" fmla="*/ 786423 h 6858000"/>
              <a:gd name="connsiteX806" fmla="*/ 3584154 w 7467600"/>
              <a:gd name="connsiteY806" fmla="*/ 448218 h 6858000"/>
              <a:gd name="connsiteX807" fmla="*/ 3624562 w 7467600"/>
              <a:gd name="connsiteY807" fmla="*/ 367041 h 6858000"/>
              <a:gd name="connsiteX808" fmla="*/ 3766672 w 7467600"/>
              <a:gd name="connsiteY808" fmla="*/ 359429 h 6858000"/>
              <a:gd name="connsiteX809" fmla="*/ 3996338 w 7467600"/>
              <a:gd name="connsiteY809" fmla="*/ 968237 h 6858000"/>
              <a:gd name="connsiteX810" fmla="*/ 3766672 w 7467600"/>
              <a:gd name="connsiteY810" fmla="*/ 359429 h 6858000"/>
              <a:gd name="connsiteX811" fmla="*/ 5805386 w 7467600"/>
              <a:gd name="connsiteY811" fmla="*/ 239240 h 6858000"/>
              <a:gd name="connsiteX812" fmla="*/ 5736947 w 7467600"/>
              <a:gd name="connsiteY812" fmla="*/ 261367 h 6858000"/>
              <a:gd name="connsiteX813" fmla="*/ 5427012 w 7467600"/>
              <a:gd name="connsiteY813" fmla="*/ 311272 h 6858000"/>
              <a:gd name="connsiteX814" fmla="*/ 5147818 w 7467600"/>
              <a:gd name="connsiteY814" fmla="*/ 322112 h 6858000"/>
              <a:gd name="connsiteX815" fmla="*/ 5060854 w 7467600"/>
              <a:gd name="connsiteY815" fmla="*/ 311882 h 6858000"/>
              <a:gd name="connsiteX816" fmla="*/ 4945989 w 7467600"/>
              <a:gd name="connsiteY816" fmla="*/ 300516 h 6858000"/>
              <a:gd name="connsiteX817" fmla="*/ 5410479 w 7467600"/>
              <a:gd name="connsiteY817" fmla="*/ 348434 h 6858000"/>
              <a:gd name="connsiteX818" fmla="*/ 5805386 w 7467600"/>
              <a:gd name="connsiteY818" fmla="*/ 239240 h 6858000"/>
              <a:gd name="connsiteX819" fmla="*/ 5905192 w 7467600"/>
              <a:gd name="connsiteY819" fmla="*/ 163079 h 6858000"/>
              <a:gd name="connsiteX820" fmla="*/ 5865655 w 7467600"/>
              <a:gd name="connsiteY820" fmla="*/ 171901 h 6858000"/>
              <a:gd name="connsiteX821" fmla="*/ 5259740 w 7467600"/>
              <a:gd name="connsiteY821" fmla="*/ 257013 h 6858000"/>
              <a:gd name="connsiteX822" fmla="*/ 5208466 w 7467600"/>
              <a:gd name="connsiteY822" fmla="*/ 257550 h 6858000"/>
              <a:gd name="connsiteX823" fmla="*/ 4980204 w 7467600"/>
              <a:gd name="connsiteY823" fmla="*/ 271903 h 6858000"/>
              <a:gd name="connsiteX824" fmla="*/ 5068068 w 7467600"/>
              <a:gd name="connsiteY824" fmla="*/ 282244 h 6858000"/>
              <a:gd name="connsiteX825" fmla="*/ 5153231 w 7467600"/>
              <a:gd name="connsiteY825" fmla="*/ 292240 h 6858000"/>
              <a:gd name="connsiteX826" fmla="*/ 5426491 w 7467600"/>
              <a:gd name="connsiteY826" fmla="*/ 281128 h 6858000"/>
              <a:gd name="connsiteX827" fmla="*/ 5731212 w 7467600"/>
              <a:gd name="connsiteY827" fmla="*/ 231951 h 6858000"/>
              <a:gd name="connsiteX828" fmla="*/ 5905192 w 7467600"/>
              <a:gd name="connsiteY828" fmla="*/ 163079 h 6858000"/>
              <a:gd name="connsiteX829" fmla="*/ 5944437 w 7467600"/>
              <a:gd name="connsiteY829" fmla="*/ 113829 h 6858000"/>
              <a:gd name="connsiteX830" fmla="*/ 5825032 w 7467600"/>
              <a:gd name="connsiteY830" fmla="*/ 146405 h 6858000"/>
              <a:gd name="connsiteX831" fmla="*/ 4955599 w 7467600"/>
              <a:gd name="connsiteY831" fmla="*/ 247008 h 6858000"/>
              <a:gd name="connsiteX832" fmla="*/ 5210104 w 7467600"/>
              <a:gd name="connsiteY832" fmla="*/ 228123 h 6858000"/>
              <a:gd name="connsiteX833" fmla="*/ 5261015 w 7467600"/>
              <a:gd name="connsiteY833" fmla="*/ 227087 h 6858000"/>
              <a:gd name="connsiteX834" fmla="*/ 5861181 w 7467600"/>
              <a:gd name="connsiteY834" fmla="*/ 143093 h 6858000"/>
              <a:gd name="connsiteX835" fmla="*/ 5961252 w 7467600"/>
              <a:gd name="connsiteY835" fmla="*/ 114820 h 6858000"/>
              <a:gd name="connsiteX836" fmla="*/ 5944437 w 7467600"/>
              <a:gd name="connsiteY836" fmla="*/ 113829 h 6858000"/>
              <a:gd name="connsiteX837" fmla="*/ 3882765 w 7467600"/>
              <a:gd name="connsiteY837" fmla="*/ 0 h 6858000"/>
              <a:gd name="connsiteX838" fmla="*/ 3995099 w 7467600"/>
              <a:gd name="connsiteY838" fmla="*/ 0 h 6858000"/>
              <a:gd name="connsiteX839" fmla="*/ 4163818 w 7467600"/>
              <a:gd name="connsiteY839" fmla="*/ 234104 h 6858000"/>
              <a:gd name="connsiteX840" fmla="*/ 4172099 w 7467600"/>
              <a:gd name="connsiteY840" fmla="*/ 234207 h 6858000"/>
              <a:gd name="connsiteX841" fmla="*/ 4784282 w 7467600"/>
              <a:gd name="connsiteY841" fmla="*/ 276561 h 6858000"/>
              <a:gd name="connsiteX842" fmla="*/ 4801687 w 7467600"/>
              <a:gd name="connsiteY842" fmla="*/ 267764 h 6858000"/>
              <a:gd name="connsiteX843" fmla="*/ 6082788 w 7467600"/>
              <a:gd name="connsiteY843" fmla="*/ 64119 h 6858000"/>
              <a:gd name="connsiteX844" fmla="*/ 6099442 w 7467600"/>
              <a:gd name="connsiteY844" fmla="*/ 82568 h 6858000"/>
              <a:gd name="connsiteX845" fmla="*/ 4804137 w 7467600"/>
              <a:gd name="connsiteY845" fmla="*/ 320931 h 6858000"/>
              <a:gd name="connsiteX846" fmla="*/ 4227047 w 7467600"/>
              <a:gd name="connsiteY846" fmla="*/ 313415 h 6858000"/>
              <a:gd name="connsiteX847" fmla="*/ 4346041 w 7467600"/>
              <a:gd name="connsiteY847" fmla="*/ 456086 h 6858000"/>
              <a:gd name="connsiteX848" fmla="*/ 4870967 w 7467600"/>
              <a:gd name="connsiteY848" fmla="*/ 963061 h 6858000"/>
              <a:gd name="connsiteX849" fmla="*/ 4889647 w 7467600"/>
              <a:gd name="connsiteY849" fmla="*/ 957147 h 6858000"/>
              <a:gd name="connsiteX850" fmla="*/ 5422504 w 7467600"/>
              <a:gd name="connsiteY850" fmla="*/ 805191 h 6858000"/>
              <a:gd name="connsiteX851" fmla="*/ 6087656 w 7467600"/>
              <a:gd name="connsiteY851" fmla="*/ 826703 h 6858000"/>
              <a:gd name="connsiteX852" fmla="*/ 6058717 w 7467600"/>
              <a:gd name="connsiteY852" fmla="*/ 865992 h 6858000"/>
              <a:gd name="connsiteX853" fmla="*/ 4974153 w 7467600"/>
              <a:gd name="connsiteY853" fmla="*/ 1045456 h 6858000"/>
              <a:gd name="connsiteX854" fmla="*/ 5627835 w 7467600"/>
              <a:gd name="connsiteY854" fmla="*/ 1472077 h 6858000"/>
              <a:gd name="connsiteX855" fmla="*/ 5629817 w 7467600"/>
              <a:gd name="connsiteY855" fmla="*/ 1471412 h 6858000"/>
              <a:gd name="connsiteX856" fmla="*/ 5634124 w 7467600"/>
              <a:gd name="connsiteY856" fmla="*/ 1470572 h 6858000"/>
              <a:gd name="connsiteX857" fmla="*/ 5755832 w 7467600"/>
              <a:gd name="connsiteY857" fmla="*/ 1383886 h 6858000"/>
              <a:gd name="connsiteX858" fmla="*/ 6014186 w 7467600"/>
              <a:gd name="connsiteY858" fmla="*/ 1279799 h 6858000"/>
              <a:gd name="connsiteX859" fmla="*/ 6901619 w 7467600"/>
              <a:gd name="connsiteY859" fmla="*/ 1047874 h 6858000"/>
              <a:gd name="connsiteX860" fmla="*/ 6931566 w 7467600"/>
              <a:gd name="connsiteY860" fmla="*/ 1062034 h 6858000"/>
              <a:gd name="connsiteX861" fmla="*/ 5790982 w 7467600"/>
              <a:gd name="connsiteY861" fmla="*/ 1561380 h 6858000"/>
              <a:gd name="connsiteX862" fmla="*/ 6188971 w 7467600"/>
              <a:gd name="connsiteY862" fmla="*/ 1755168 h 6858000"/>
              <a:gd name="connsiteX863" fmla="*/ 6202446 w 7467600"/>
              <a:gd name="connsiteY863" fmla="*/ 1752268 h 6858000"/>
              <a:gd name="connsiteX864" fmla="*/ 7179560 w 7467600"/>
              <a:gd name="connsiteY864" fmla="*/ 1467551 h 6858000"/>
              <a:gd name="connsiteX865" fmla="*/ 7158730 w 7467600"/>
              <a:gd name="connsiteY865" fmla="*/ 1507835 h 6858000"/>
              <a:gd name="connsiteX866" fmla="*/ 6326959 w 7467600"/>
              <a:gd name="connsiteY866" fmla="*/ 1817686 h 6858000"/>
              <a:gd name="connsiteX867" fmla="*/ 6537433 w 7467600"/>
              <a:gd name="connsiteY867" fmla="*/ 1907790 h 6858000"/>
              <a:gd name="connsiteX868" fmla="*/ 6550221 w 7467600"/>
              <a:gd name="connsiteY868" fmla="*/ 1910729 h 6858000"/>
              <a:gd name="connsiteX869" fmla="*/ 6964438 w 7467600"/>
              <a:gd name="connsiteY869" fmla="*/ 2209505 h 6858000"/>
              <a:gd name="connsiteX870" fmla="*/ 7367862 w 7467600"/>
              <a:gd name="connsiteY870" fmla="*/ 2806833 h 6858000"/>
              <a:gd name="connsiteX871" fmla="*/ 7364329 w 7467600"/>
              <a:gd name="connsiteY871" fmla="*/ 2826907 h 6858000"/>
              <a:gd name="connsiteX872" fmla="*/ 7290545 w 7467600"/>
              <a:gd name="connsiteY872" fmla="*/ 2850663 h 6858000"/>
              <a:gd name="connsiteX873" fmla="*/ 6472036 w 7467600"/>
              <a:gd name="connsiteY873" fmla="*/ 1959003 h 6858000"/>
              <a:gd name="connsiteX874" fmla="*/ 5792897 w 7467600"/>
              <a:gd name="connsiteY874" fmla="*/ 1647747 h 6858000"/>
              <a:gd name="connsiteX875" fmla="*/ 5842751 w 7467600"/>
              <a:gd name="connsiteY875" fmla="*/ 1816112 h 6858000"/>
              <a:gd name="connsiteX876" fmla="*/ 5847424 w 7467600"/>
              <a:gd name="connsiteY876" fmla="*/ 1815776 h 6858000"/>
              <a:gd name="connsiteX877" fmla="*/ 6399821 w 7467600"/>
              <a:gd name="connsiteY877" fmla="*/ 2344799 h 6858000"/>
              <a:gd name="connsiteX878" fmla="*/ 6323232 w 7467600"/>
              <a:gd name="connsiteY878" fmla="*/ 2389634 h 6858000"/>
              <a:gd name="connsiteX879" fmla="*/ 5942958 w 7467600"/>
              <a:gd name="connsiteY879" fmla="*/ 2077708 h 6858000"/>
              <a:gd name="connsiteX880" fmla="*/ 5921559 w 7467600"/>
              <a:gd name="connsiteY880" fmla="*/ 2378596 h 6858000"/>
              <a:gd name="connsiteX881" fmla="*/ 5817651 w 7467600"/>
              <a:gd name="connsiteY881" fmla="*/ 3023919 h 6858000"/>
              <a:gd name="connsiteX882" fmla="*/ 5729634 w 7467600"/>
              <a:gd name="connsiteY882" fmla="*/ 3051849 h 6858000"/>
              <a:gd name="connsiteX883" fmla="*/ 5611018 w 7467600"/>
              <a:gd name="connsiteY883" fmla="*/ 2316769 h 6858000"/>
              <a:gd name="connsiteX884" fmla="*/ 5687608 w 7467600"/>
              <a:gd name="connsiteY884" fmla="*/ 2039972 h 6858000"/>
              <a:gd name="connsiteX885" fmla="*/ 5657554 w 7467600"/>
              <a:gd name="connsiteY885" fmla="*/ 1576445 h 6858000"/>
              <a:gd name="connsiteX886" fmla="*/ 5150475 w 7467600"/>
              <a:gd name="connsiteY886" fmla="*/ 1274012 h 6858000"/>
              <a:gd name="connsiteX887" fmla="*/ 5349142 w 7467600"/>
              <a:gd name="connsiteY887" fmla="*/ 2204405 h 6858000"/>
              <a:gd name="connsiteX888" fmla="*/ 5262214 w 7467600"/>
              <a:gd name="connsiteY888" fmla="*/ 2233836 h 6858000"/>
              <a:gd name="connsiteX889" fmla="*/ 4981539 w 7467600"/>
              <a:gd name="connsiteY889" fmla="*/ 1542201 h 6858000"/>
              <a:gd name="connsiteX890" fmla="*/ 4958461 w 7467600"/>
              <a:gd name="connsiteY890" fmla="*/ 1136957 h 6858000"/>
              <a:gd name="connsiteX891" fmla="*/ 4655015 w 7467600"/>
              <a:gd name="connsiteY891" fmla="*/ 891426 h 6858000"/>
              <a:gd name="connsiteX892" fmla="*/ 4348002 w 7467600"/>
              <a:gd name="connsiteY892" fmla="*/ 2205895 h 6858000"/>
              <a:gd name="connsiteX893" fmla="*/ 4262250 w 7467600"/>
              <a:gd name="connsiteY893" fmla="*/ 2219972 h 6858000"/>
              <a:gd name="connsiteX894" fmla="*/ 4550611 w 7467600"/>
              <a:gd name="connsiteY894" fmla="*/ 817540 h 6858000"/>
              <a:gd name="connsiteX895" fmla="*/ 4564418 w 7467600"/>
              <a:gd name="connsiteY895" fmla="*/ 808293 h 6858000"/>
              <a:gd name="connsiteX896" fmla="*/ 4266388 w 7467600"/>
              <a:gd name="connsiteY896" fmla="*/ 500083 h 6858000"/>
              <a:gd name="connsiteX897" fmla="*/ 4032842 w 7467600"/>
              <a:gd name="connsiteY897" fmla="*/ 211809 h 6858000"/>
              <a:gd name="connsiteX898" fmla="*/ 3882765 w 7467600"/>
              <a:gd name="connsiteY898" fmla="*/ 0 h 6858000"/>
              <a:gd name="connsiteX899" fmla="*/ 3721337 w 7467600"/>
              <a:gd name="connsiteY899" fmla="*/ 0 h 6858000"/>
              <a:gd name="connsiteX900" fmla="*/ 3797544 w 7467600"/>
              <a:gd name="connsiteY900" fmla="*/ 0 h 6858000"/>
              <a:gd name="connsiteX901" fmla="*/ 3775734 w 7467600"/>
              <a:gd name="connsiteY901" fmla="*/ 95131 h 6858000"/>
              <a:gd name="connsiteX902" fmla="*/ 3724807 w 7467600"/>
              <a:gd name="connsiteY902" fmla="*/ 272257 h 6858000"/>
              <a:gd name="connsiteX903" fmla="*/ 3726844 w 7467600"/>
              <a:gd name="connsiteY903" fmla="*/ 282988 h 6858000"/>
              <a:gd name="connsiteX904" fmla="*/ 3742664 w 7467600"/>
              <a:gd name="connsiteY904" fmla="*/ 279918 h 6858000"/>
              <a:gd name="connsiteX905" fmla="*/ 4103910 w 7467600"/>
              <a:gd name="connsiteY905" fmla="*/ 1161917 h 6858000"/>
              <a:gd name="connsiteX906" fmla="*/ 4020269 w 7467600"/>
              <a:gd name="connsiteY906" fmla="*/ 1200406 h 6858000"/>
              <a:gd name="connsiteX907" fmla="*/ 3674882 w 7467600"/>
              <a:gd name="connsiteY907" fmla="*/ 488524 h 6858000"/>
              <a:gd name="connsiteX908" fmla="*/ 3132682 w 7467600"/>
              <a:gd name="connsiteY908" fmla="*/ 1072284 h 6858000"/>
              <a:gd name="connsiteX909" fmla="*/ 2716346 w 7467600"/>
              <a:gd name="connsiteY909" fmla="*/ 1276376 h 6858000"/>
              <a:gd name="connsiteX910" fmla="*/ 2716772 w 7467600"/>
              <a:gd name="connsiteY910" fmla="*/ 1255462 h 6858000"/>
              <a:gd name="connsiteX911" fmla="*/ 3471096 w 7467600"/>
              <a:gd name="connsiteY911" fmla="*/ 437072 h 6858000"/>
              <a:gd name="connsiteX912" fmla="*/ 3639057 w 7467600"/>
              <a:gd name="connsiteY912" fmla="*/ 286334 h 6858000"/>
              <a:gd name="connsiteX913" fmla="*/ 3640309 w 7467600"/>
              <a:gd name="connsiteY913" fmla="*/ 284664 h 6858000"/>
              <a:gd name="connsiteX914" fmla="*/ 3646022 w 7467600"/>
              <a:gd name="connsiteY914" fmla="*/ 276711 h 6858000"/>
              <a:gd name="connsiteX915" fmla="*/ 3707943 w 7467600"/>
              <a:gd name="connsiteY915" fmla="*/ 65958 h 6858000"/>
              <a:gd name="connsiteX916" fmla="*/ 3721337 w 7467600"/>
              <a:gd name="connsiteY916" fmla="*/ 0 h 6858000"/>
              <a:gd name="connsiteX917" fmla="*/ 2867960 w 7467600"/>
              <a:gd name="connsiteY917" fmla="*/ 0 h 6858000"/>
              <a:gd name="connsiteX918" fmla="*/ 2926351 w 7467600"/>
              <a:gd name="connsiteY918" fmla="*/ 0 h 6858000"/>
              <a:gd name="connsiteX919" fmla="*/ 2902823 w 7467600"/>
              <a:gd name="connsiteY919" fmla="*/ 262929 h 6858000"/>
              <a:gd name="connsiteX920" fmla="*/ 2940663 w 7467600"/>
              <a:gd name="connsiteY920" fmla="*/ 140884 h 6858000"/>
              <a:gd name="connsiteX921" fmla="*/ 2947039 w 7467600"/>
              <a:gd name="connsiteY921" fmla="*/ 122524 h 6858000"/>
              <a:gd name="connsiteX922" fmla="*/ 2984316 w 7467600"/>
              <a:gd name="connsiteY922" fmla="*/ 0 h 6858000"/>
              <a:gd name="connsiteX923" fmla="*/ 3016114 w 7467600"/>
              <a:gd name="connsiteY923" fmla="*/ 0 h 6858000"/>
              <a:gd name="connsiteX924" fmla="*/ 2979949 w 7467600"/>
              <a:gd name="connsiteY924" fmla="*/ 119274 h 6858000"/>
              <a:gd name="connsiteX925" fmla="*/ 3023879 w 7467600"/>
              <a:gd name="connsiteY925" fmla="*/ 0 h 6858000"/>
              <a:gd name="connsiteX926" fmla="*/ 3105400 w 7467600"/>
              <a:gd name="connsiteY926" fmla="*/ 0 h 6858000"/>
              <a:gd name="connsiteX927" fmla="*/ 3094669 w 7467600"/>
              <a:gd name="connsiteY927" fmla="*/ 30308 h 6858000"/>
              <a:gd name="connsiteX928" fmla="*/ 2901945 w 7467600"/>
              <a:gd name="connsiteY928" fmla="*/ 466538 h 6858000"/>
              <a:gd name="connsiteX929" fmla="*/ 2815209 w 7467600"/>
              <a:gd name="connsiteY929" fmla="*/ 497361 h 6858000"/>
              <a:gd name="connsiteX930" fmla="*/ 2844845 w 7467600"/>
              <a:gd name="connsiteY930" fmla="*/ 127638 h 6858000"/>
              <a:gd name="connsiteX931" fmla="*/ 2867960 w 7467600"/>
              <a:gd name="connsiteY931" fmla="*/ 0 h 6858000"/>
              <a:gd name="connsiteX932" fmla="*/ 1057230 w 7467600"/>
              <a:gd name="connsiteY932" fmla="*/ 0 h 6858000"/>
              <a:gd name="connsiteX933" fmla="*/ 1111003 w 7467600"/>
              <a:gd name="connsiteY933" fmla="*/ 0 h 6858000"/>
              <a:gd name="connsiteX934" fmla="*/ 1125553 w 7467600"/>
              <a:gd name="connsiteY934" fmla="*/ 52588 h 6858000"/>
              <a:gd name="connsiteX935" fmla="*/ 1304276 w 7467600"/>
              <a:gd name="connsiteY935" fmla="*/ 476275 h 6858000"/>
              <a:gd name="connsiteX936" fmla="*/ 1492066 w 7467600"/>
              <a:gd name="connsiteY936" fmla="*/ 886333 h 6858000"/>
              <a:gd name="connsiteX937" fmla="*/ 1423698 w 7467600"/>
              <a:gd name="connsiteY937" fmla="*/ 710817 h 6858000"/>
              <a:gd name="connsiteX938" fmla="*/ 1357609 w 7467600"/>
              <a:gd name="connsiteY938" fmla="*/ 532892 h 6858000"/>
              <a:gd name="connsiteX939" fmla="*/ 1309550 w 7467600"/>
              <a:gd name="connsiteY939" fmla="*/ 374031 h 6858000"/>
              <a:gd name="connsiteX940" fmla="*/ 1193673 w 7467600"/>
              <a:gd name="connsiteY940" fmla="*/ 49533 h 6858000"/>
              <a:gd name="connsiteX941" fmla="*/ 1164391 w 7467600"/>
              <a:gd name="connsiteY941" fmla="*/ 0 h 6858000"/>
              <a:gd name="connsiteX942" fmla="*/ 1200666 w 7467600"/>
              <a:gd name="connsiteY942" fmla="*/ 0 h 6858000"/>
              <a:gd name="connsiteX943" fmla="*/ 1223408 w 7467600"/>
              <a:gd name="connsiteY943" fmla="*/ 38996 h 6858000"/>
              <a:gd name="connsiteX944" fmla="*/ 1339635 w 7467600"/>
              <a:gd name="connsiteY944" fmla="*/ 365517 h 6858000"/>
              <a:gd name="connsiteX945" fmla="*/ 1387469 w 7467600"/>
              <a:gd name="connsiteY945" fmla="*/ 523079 h 6858000"/>
              <a:gd name="connsiteX946" fmla="*/ 1452685 w 7467600"/>
              <a:gd name="connsiteY946" fmla="*/ 699806 h 6858000"/>
              <a:gd name="connsiteX947" fmla="*/ 1492092 w 7467600"/>
              <a:gd name="connsiteY947" fmla="*/ 800424 h 6858000"/>
              <a:gd name="connsiteX948" fmla="*/ 1455302 w 7467600"/>
              <a:gd name="connsiteY948" fmla="*/ 632913 h 6858000"/>
              <a:gd name="connsiteX949" fmla="*/ 1222336 w 7467600"/>
              <a:gd name="connsiteY949" fmla="*/ 9480 h 6858000"/>
              <a:gd name="connsiteX950" fmla="*/ 1214634 w 7467600"/>
              <a:gd name="connsiteY950" fmla="*/ 0 h 6858000"/>
              <a:gd name="connsiteX951" fmla="*/ 1289827 w 7467600"/>
              <a:gd name="connsiteY951" fmla="*/ 0 h 6858000"/>
              <a:gd name="connsiteX952" fmla="*/ 1321076 w 7467600"/>
              <a:gd name="connsiteY952" fmla="*/ 59722 h 6858000"/>
              <a:gd name="connsiteX953" fmla="*/ 1512579 w 7467600"/>
              <a:gd name="connsiteY953" fmla="*/ 626441 h 6858000"/>
              <a:gd name="connsiteX954" fmla="*/ 1506076 w 7467600"/>
              <a:gd name="connsiteY954" fmla="*/ 1089289 h 6858000"/>
              <a:gd name="connsiteX955" fmla="*/ 1486346 w 7467600"/>
              <a:gd name="connsiteY955" fmla="*/ 1079919 h 6858000"/>
              <a:gd name="connsiteX956" fmla="*/ 1070511 w 7467600"/>
              <a:gd name="connsiteY956" fmla="*/ 48609 h 6858000"/>
              <a:gd name="connsiteX957" fmla="*/ 1057230 w 7467600"/>
              <a:gd name="connsiteY957" fmla="*/ 0 h 6858000"/>
              <a:gd name="connsiteX958" fmla="*/ 43151 w 7467600"/>
              <a:gd name="connsiteY958" fmla="*/ 0 h 6858000"/>
              <a:gd name="connsiteX959" fmla="*/ 95283 w 7467600"/>
              <a:gd name="connsiteY959" fmla="*/ 0 h 6858000"/>
              <a:gd name="connsiteX960" fmla="*/ 300708 w 7467600"/>
              <a:gd name="connsiteY960" fmla="*/ 154571 h 6858000"/>
              <a:gd name="connsiteX961" fmla="*/ 530414 w 7467600"/>
              <a:gd name="connsiteY961" fmla="*/ 354673 h 6858000"/>
              <a:gd name="connsiteX962" fmla="*/ 333785 w 7467600"/>
              <a:gd name="connsiteY962" fmla="*/ 161564 h 6858000"/>
              <a:gd name="connsiteX963" fmla="*/ 147005 w 7467600"/>
              <a:gd name="connsiteY963" fmla="*/ 0 h 6858000"/>
              <a:gd name="connsiteX964" fmla="*/ 272509 w 7467600"/>
              <a:gd name="connsiteY964" fmla="*/ 0 h 6858000"/>
              <a:gd name="connsiteX965" fmla="*/ 326276 w 7467600"/>
              <a:gd name="connsiteY965" fmla="*/ 45847 h 6858000"/>
              <a:gd name="connsiteX966" fmla="*/ 823759 w 7467600"/>
              <a:gd name="connsiteY966" fmla="*/ 574145 h 6858000"/>
              <a:gd name="connsiteX967" fmla="*/ 811254 w 7467600"/>
              <a:gd name="connsiteY967" fmla="*/ 665546 h 6858000"/>
              <a:gd name="connsiteX968" fmla="*/ 154042 w 7467600"/>
              <a:gd name="connsiteY968" fmla="*/ 261522 h 6858000"/>
              <a:gd name="connsiteX969" fmla="*/ 13550 w 7467600"/>
              <a:gd name="connsiteY969" fmla="*/ 158423 h 6858000"/>
              <a:gd name="connsiteX970" fmla="*/ 0 w 7467600"/>
              <a:gd name="connsiteY970" fmla="*/ 146618 h 6858000"/>
              <a:gd name="connsiteX971" fmla="*/ 0 w 7467600"/>
              <a:gd name="connsiteY971" fmla="*/ 59161 h 6858000"/>
              <a:gd name="connsiteX972" fmla="*/ 45427 w 7467600"/>
              <a:gd name="connsiteY972" fmla="*/ 101078 h 6858000"/>
              <a:gd name="connsiteX973" fmla="*/ 630103 w 7467600"/>
              <a:gd name="connsiteY973" fmla="*/ 485885 h 6858000"/>
              <a:gd name="connsiteX974" fmla="*/ 532040 w 7467600"/>
              <a:gd name="connsiteY974" fmla="*/ 399359 h 6858000"/>
              <a:gd name="connsiteX975" fmla="*/ 517618 w 7467600"/>
              <a:gd name="connsiteY975" fmla="*/ 385726 h 6858000"/>
              <a:gd name="connsiteX976" fmla="*/ 285074 w 7467600"/>
              <a:gd name="connsiteY976" fmla="*/ 182755 h 6858000"/>
              <a:gd name="connsiteX977" fmla="*/ 43151 w 7467600"/>
              <a:gd name="connsiteY97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6012219 h 6858000"/>
              <a:gd name="connsiteX83" fmla="*/ 6946849 w 7467600"/>
              <a:gd name="connsiteY83" fmla="*/ 5523271 h 6858000"/>
              <a:gd name="connsiteX84" fmla="*/ 6946972 w 7467600"/>
              <a:gd name="connsiteY84" fmla="*/ 5526491 h 6858000"/>
              <a:gd name="connsiteX85" fmla="*/ 7105827 w 7467600"/>
              <a:gd name="connsiteY85" fmla="*/ 5718700 h 6858000"/>
              <a:gd name="connsiteX86" fmla="*/ 7356878 w 7467600"/>
              <a:gd name="connsiteY86" fmla="*/ 5981332 h 6858000"/>
              <a:gd name="connsiteX87" fmla="*/ 7467600 w 7467600"/>
              <a:gd name="connsiteY87" fmla="*/ 6117703 h 6858000"/>
              <a:gd name="connsiteX88" fmla="*/ 7467600 w 7467600"/>
              <a:gd name="connsiteY88" fmla="*/ 6163634 h 6858000"/>
              <a:gd name="connsiteX89" fmla="*/ 7403637 w 7467600"/>
              <a:gd name="connsiteY89" fmla="*/ 6083957 h 6858000"/>
              <a:gd name="connsiteX90" fmla="*/ 7254615 w 7467600"/>
              <a:gd name="connsiteY90" fmla="*/ 5911918 h 6858000"/>
              <a:gd name="connsiteX91" fmla="*/ 7312589 w 7467600"/>
              <a:gd name="connsiteY91" fmla="*/ 5982309 h 6858000"/>
              <a:gd name="connsiteX92" fmla="*/ 7448321 w 7467600"/>
              <a:gd name="connsiteY92" fmla="*/ 6190991 h 6858000"/>
              <a:gd name="connsiteX93" fmla="*/ 7467600 w 7467600"/>
              <a:gd name="connsiteY93" fmla="*/ 6221686 h 6858000"/>
              <a:gd name="connsiteX94" fmla="*/ 7467600 w 7467600"/>
              <a:gd name="connsiteY94" fmla="*/ 6334256 h 6858000"/>
              <a:gd name="connsiteX95" fmla="*/ 7454976 w 7467600"/>
              <a:gd name="connsiteY95" fmla="*/ 6318297 h 6858000"/>
              <a:gd name="connsiteX96" fmla="*/ 7042773 w 7467600"/>
              <a:gd name="connsiteY96" fmla="*/ 5734011 h 6858000"/>
              <a:gd name="connsiteX97" fmla="*/ 6844835 w 7467600"/>
              <a:gd name="connsiteY97" fmla="*/ 5424988 h 6858000"/>
              <a:gd name="connsiteX98" fmla="*/ 1456157 w 7467600"/>
              <a:gd name="connsiteY98" fmla="*/ 5371404 h 6858000"/>
              <a:gd name="connsiteX99" fmla="*/ 1244432 w 7467600"/>
              <a:gd name="connsiteY99" fmla="*/ 5385601 h 6858000"/>
              <a:gd name="connsiteX100" fmla="*/ 973990 w 7467600"/>
              <a:gd name="connsiteY100" fmla="*/ 5424940 h 6858000"/>
              <a:gd name="connsiteX101" fmla="*/ 1103809 w 7467600"/>
              <a:gd name="connsiteY101" fmla="*/ 5433720 h 6858000"/>
              <a:gd name="connsiteX102" fmla="*/ 1123454 w 7467600"/>
              <a:gd name="connsiteY102" fmla="*/ 5435727 h 6858000"/>
              <a:gd name="connsiteX103" fmla="*/ 1737017 w 7467600"/>
              <a:gd name="connsiteY103" fmla="*/ 5452183 h 6858000"/>
              <a:gd name="connsiteX104" fmla="*/ 1824397 w 7467600"/>
              <a:gd name="connsiteY104" fmla="*/ 5447757 h 6858000"/>
              <a:gd name="connsiteX105" fmla="*/ 2070059 w 7467600"/>
              <a:gd name="connsiteY105" fmla="*/ 5441660 h 6858000"/>
              <a:gd name="connsiteX106" fmla="*/ 1456157 w 7467600"/>
              <a:gd name="connsiteY106" fmla="*/ 5371404 h 6858000"/>
              <a:gd name="connsiteX107" fmla="*/ 4988186 w 7467600"/>
              <a:gd name="connsiteY107" fmla="*/ 5216467 h 6858000"/>
              <a:gd name="connsiteX108" fmla="*/ 4777334 w 7467600"/>
              <a:gd name="connsiteY108" fmla="*/ 5406072 h 6858000"/>
              <a:gd name="connsiteX109" fmla="*/ 4718341 w 7467600"/>
              <a:gd name="connsiteY109" fmla="*/ 5468043 h 6858000"/>
              <a:gd name="connsiteX110" fmla="*/ 4604655 w 7467600"/>
              <a:gd name="connsiteY110" fmla="*/ 5583434 h 6858000"/>
              <a:gd name="connsiteX111" fmla="*/ 4565074 w 7467600"/>
              <a:gd name="connsiteY111" fmla="*/ 5618550 h 6858000"/>
              <a:gd name="connsiteX112" fmla="*/ 4988186 w 7467600"/>
              <a:gd name="connsiteY112" fmla="*/ 5216467 h 6858000"/>
              <a:gd name="connsiteX113" fmla="*/ 4978032 w 7467600"/>
              <a:gd name="connsiteY113" fmla="*/ 5183809 h 6858000"/>
              <a:gd name="connsiteX114" fmla="*/ 4463413 w 7467600"/>
              <a:gd name="connsiteY114" fmla="*/ 5615162 h 6858000"/>
              <a:gd name="connsiteX115" fmla="*/ 4358134 w 7467600"/>
              <a:gd name="connsiteY115" fmla="*/ 5742791 h 6858000"/>
              <a:gd name="connsiteX116" fmla="*/ 4376219 w 7467600"/>
              <a:gd name="connsiteY116" fmla="*/ 5729027 h 6858000"/>
              <a:gd name="connsiteX117" fmla="*/ 4582340 w 7467600"/>
              <a:gd name="connsiteY117" fmla="*/ 5561037 h 6858000"/>
              <a:gd name="connsiteX118" fmla="*/ 4694684 w 7467600"/>
              <a:gd name="connsiteY118" fmla="*/ 5447098 h 6858000"/>
              <a:gd name="connsiteX119" fmla="*/ 4754123 w 7467600"/>
              <a:gd name="connsiteY119" fmla="*/ 5384643 h 6858000"/>
              <a:gd name="connsiteX120" fmla="*/ 4978032 w 7467600"/>
              <a:gd name="connsiteY120" fmla="*/ 5183809 h 6858000"/>
              <a:gd name="connsiteX121" fmla="*/ 1903353 w 7467600"/>
              <a:gd name="connsiteY121" fmla="*/ 5044827 h 6858000"/>
              <a:gd name="connsiteX122" fmla="*/ 1936931 w 7467600"/>
              <a:gd name="connsiteY122" fmla="*/ 5093954 h 6858000"/>
              <a:gd name="connsiteX123" fmla="*/ 2195868 w 7467600"/>
              <a:gd name="connsiteY123" fmla="*/ 5396574 h 6858000"/>
              <a:gd name="connsiteX124" fmla="*/ 2088852 w 7467600"/>
              <a:gd name="connsiteY124" fmla="*/ 5166123 h 6858000"/>
              <a:gd name="connsiteX125" fmla="*/ 1958241 w 7467600"/>
              <a:gd name="connsiteY125" fmla="*/ 5067955 h 6858000"/>
              <a:gd name="connsiteX126" fmla="*/ 1903353 w 7467600"/>
              <a:gd name="connsiteY126" fmla="*/ 5044827 h 6858000"/>
              <a:gd name="connsiteX127" fmla="*/ 1979378 w 7467600"/>
              <a:gd name="connsiteY127" fmla="*/ 4769504 h 6858000"/>
              <a:gd name="connsiteX128" fmla="*/ 2882120 w 7467600"/>
              <a:gd name="connsiteY128" fmla="*/ 5064547 h 6858000"/>
              <a:gd name="connsiteX129" fmla="*/ 2793103 w 7467600"/>
              <a:gd name="connsiteY129" fmla="*/ 5039699 h 6858000"/>
              <a:gd name="connsiteX130" fmla="*/ 2770041 w 7467600"/>
              <a:gd name="connsiteY130" fmla="*/ 5033634 h 6858000"/>
              <a:gd name="connsiteX131" fmla="*/ 1979378 w 7467600"/>
              <a:gd name="connsiteY131" fmla="*/ 4769504 h 6858000"/>
              <a:gd name="connsiteX132" fmla="*/ 1927410 w 7467600"/>
              <a:gd name="connsiteY132" fmla="*/ 4716164 h 6858000"/>
              <a:gd name="connsiteX133" fmla="*/ 1959587 w 7467600"/>
              <a:gd name="connsiteY133" fmla="*/ 4728849 h 6858000"/>
              <a:gd name="connsiteX134" fmla="*/ 2777707 w 7467600"/>
              <a:gd name="connsiteY134" fmla="*/ 5003991 h 6858000"/>
              <a:gd name="connsiteX135" fmla="*/ 2800768 w 7467600"/>
              <a:gd name="connsiteY135" fmla="*/ 5010056 h 6858000"/>
              <a:gd name="connsiteX136" fmla="*/ 2879408 w 7467600"/>
              <a:gd name="connsiteY136" fmla="*/ 5031590 h 6858000"/>
              <a:gd name="connsiteX137" fmla="*/ 2862295 w 7467600"/>
              <a:gd name="connsiteY137" fmla="*/ 5022958 h 6858000"/>
              <a:gd name="connsiteX138" fmla="*/ 2813343 w 7467600"/>
              <a:gd name="connsiteY138" fmla="*/ 4998369 h 6858000"/>
              <a:gd name="connsiteX139" fmla="*/ 2646245 w 7467600"/>
              <a:gd name="connsiteY139" fmla="*/ 4930999 h 6858000"/>
              <a:gd name="connsiteX140" fmla="*/ 1999243 w 7467600"/>
              <a:gd name="connsiteY140" fmla="*/ 4730524 h 6858000"/>
              <a:gd name="connsiteX141" fmla="*/ 1979527 w 7467600"/>
              <a:gd name="connsiteY141" fmla="*/ 4726651 h 6858000"/>
              <a:gd name="connsiteX142" fmla="*/ 1927410 w 7467600"/>
              <a:gd name="connsiteY142" fmla="*/ 4716164 h 6858000"/>
              <a:gd name="connsiteX143" fmla="*/ 1997014 w 7467600"/>
              <a:gd name="connsiteY143" fmla="*/ 4698007 h 6858000"/>
              <a:gd name="connsiteX144" fmla="*/ 2005458 w 7467600"/>
              <a:gd name="connsiteY144" fmla="*/ 4699540 h 6858000"/>
              <a:gd name="connsiteX145" fmla="*/ 2657186 w 7467600"/>
              <a:gd name="connsiteY145" fmla="*/ 4901687 h 6858000"/>
              <a:gd name="connsiteX146" fmla="*/ 2826662 w 7467600"/>
              <a:gd name="connsiteY146" fmla="*/ 4970362 h 6858000"/>
              <a:gd name="connsiteX147" fmla="*/ 2876100 w 7467600"/>
              <a:gd name="connsiteY147" fmla="*/ 4995397 h 6858000"/>
              <a:gd name="connsiteX148" fmla="*/ 3042600 w 7467600"/>
              <a:gd name="connsiteY148" fmla="*/ 5059532 h 6858000"/>
              <a:gd name="connsiteX149" fmla="*/ 1997014 w 7467600"/>
              <a:gd name="connsiteY149" fmla="*/ 4698007 h 6858000"/>
              <a:gd name="connsiteX150" fmla="*/ 2305292 w 7467600"/>
              <a:gd name="connsiteY150" fmla="*/ 4219492 h 6858000"/>
              <a:gd name="connsiteX151" fmla="*/ 3360922 w 7467600"/>
              <a:gd name="connsiteY151" fmla="*/ 4529373 h 6858000"/>
              <a:gd name="connsiteX152" fmla="*/ 3492420 w 7467600"/>
              <a:gd name="connsiteY152" fmla="*/ 4510145 h 6858000"/>
              <a:gd name="connsiteX153" fmla="*/ 3364086 w 7467600"/>
              <a:gd name="connsiteY153" fmla="*/ 4480340 h 6858000"/>
              <a:gd name="connsiteX154" fmla="*/ 3225818 w 7467600"/>
              <a:gd name="connsiteY154" fmla="*/ 4411822 h 6858000"/>
              <a:gd name="connsiteX155" fmla="*/ 3129696 w 7467600"/>
              <a:gd name="connsiteY155" fmla="*/ 4360704 h 6858000"/>
              <a:gd name="connsiteX156" fmla="*/ 2814545 w 7467600"/>
              <a:gd name="connsiteY156" fmla="*/ 4282955 h 6858000"/>
              <a:gd name="connsiteX157" fmla="*/ 2305292 w 7467600"/>
              <a:gd name="connsiteY157" fmla="*/ 4219492 h 6858000"/>
              <a:gd name="connsiteX158" fmla="*/ 2626982 w 7467600"/>
              <a:gd name="connsiteY158" fmla="*/ 4206450 h 6858000"/>
              <a:gd name="connsiteX159" fmla="*/ 2490617 w 7467600"/>
              <a:gd name="connsiteY159" fmla="*/ 4206951 h 6858000"/>
              <a:gd name="connsiteX160" fmla="*/ 2819869 w 7467600"/>
              <a:gd name="connsiteY160" fmla="*/ 4252936 h 6858000"/>
              <a:gd name="connsiteX161" fmla="*/ 3143018 w 7467600"/>
              <a:gd name="connsiteY161" fmla="*/ 4332698 h 6858000"/>
              <a:gd name="connsiteX162" fmla="*/ 3241520 w 7467600"/>
              <a:gd name="connsiteY162" fmla="*/ 4385112 h 6858000"/>
              <a:gd name="connsiteX163" fmla="*/ 3374575 w 7467600"/>
              <a:gd name="connsiteY163" fmla="*/ 4451517 h 6858000"/>
              <a:gd name="connsiteX164" fmla="*/ 3505221 w 7467600"/>
              <a:gd name="connsiteY164" fmla="*/ 4480757 h 6858000"/>
              <a:gd name="connsiteX165" fmla="*/ 2626982 w 7467600"/>
              <a:gd name="connsiteY165" fmla="*/ 4206450 h 6858000"/>
              <a:gd name="connsiteX166" fmla="*/ 1310106 w 7467600"/>
              <a:gd name="connsiteY166" fmla="*/ 3943217 h 6858000"/>
              <a:gd name="connsiteX167" fmla="*/ 854994 w 7467600"/>
              <a:gd name="connsiteY167" fmla="*/ 4399136 h 6858000"/>
              <a:gd name="connsiteX168" fmla="*/ 742462 w 7467600"/>
              <a:gd name="connsiteY168" fmla="*/ 4594648 h 6858000"/>
              <a:gd name="connsiteX169" fmla="*/ 820602 w 7467600"/>
              <a:gd name="connsiteY169" fmla="*/ 4485915 h 6858000"/>
              <a:gd name="connsiteX170" fmla="*/ 878295 w 7467600"/>
              <a:gd name="connsiteY170" fmla="*/ 4403594 h 6858000"/>
              <a:gd name="connsiteX171" fmla="*/ 1240607 w 7467600"/>
              <a:gd name="connsiteY171" fmla="*/ 4010401 h 6858000"/>
              <a:gd name="connsiteX172" fmla="*/ 1310106 w 7467600"/>
              <a:gd name="connsiteY172" fmla="*/ 3943217 h 6858000"/>
              <a:gd name="connsiteX173" fmla="*/ 1423113 w 7467600"/>
              <a:gd name="connsiteY173" fmla="*/ 3874565 h 6858000"/>
              <a:gd name="connsiteX174" fmla="*/ 1260565 w 7467600"/>
              <a:gd name="connsiteY174" fmla="*/ 4031982 h 6858000"/>
              <a:gd name="connsiteX175" fmla="*/ 901900 w 7467600"/>
              <a:gd name="connsiteY175" fmla="*/ 4421236 h 6858000"/>
              <a:gd name="connsiteX176" fmla="*/ 845044 w 7467600"/>
              <a:gd name="connsiteY176" fmla="*/ 4502436 h 6858000"/>
              <a:gd name="connsiteX177" fmla="*/ 685926 w 7467600"/>
              <a:gd name="connsiteY177" fmla="*/ 4703069 h 6858000"/>
              <a:gd name="connsiteX178" fmla="*/ 684248 w 7467600"/>
              <a:gd name="connsiteY178" fmla="*/ 4706721 h 6858000"/>
              <a:gd name="connsiteX179" fmla="*/ 1423113 w 7467600"/>
              <a:gd name="connsiteY179" fmla="*/ 3874565 h 6858000"/>
              <a:gd name="connsiteX180" fmla="*/ 3316479 w 7467600"/>
              <a:gd name="connsiteY180" fmla="*/ 3872136 h 6858000"/>
              <a:gd name="connsiteX181" fmla="*/ 3546806 w 7467600"/>
              <a:gd name="connsiteY181" fmla="*/ 4356139 h 6858000"/>
              <a:gd name="connsiteX182" fmla="*/ 3364433 w 7467600"/>
              <a:gd name="connsiteY182" fmla="*/ 3953121 h 6858000"/>
              <a:gd name="connsiteX183" fmla="*/ 3316479 w 7467600"/>
              <a:gd name="connsiteY183" fmla="*/ 3872136 h 6858000"/>
              <a:gd name="connsiteX184" fmla="*/ 3291335 w 7467600"/>
              <a:gd name="connsiteY184" fmla="*/ 3767420 h 6858000"/>
              <a:gd name="connsiteX185" fmla="*/ 3390805 w 7467600"/>
              <a:gd name="connsiteY185" fmla="*/ 3937163 h 6858000"/>
              <a:gd name="connsiteX186" fmla="*/ 3579062 w 7467600"/>
              <a:gd name="connsiteY186" fmla="*/ 4359040 h 6858000"/>
              <a:gd name="connsiteX187" fmla="*/ 3467355 w 7467600"/>
              <a:gd name="connsiteY187" fmla="*/ 3988130 h 6858000"/>
              <a:gd name="connsiteX188" fmla="*/ 3310753 w 7467600"/>
              <a:gd name="connsiteY188" fmla="*/ 3787140 h 6858000"/>
              <a:gd name="connsiteX189" fmla="*/ 3291335 w 7467600"/>
              <a:gd name="connsiteY189" fmla="*/ 3767420 h 6858000"/>
              <a:gd name="connsiteX190" fmla="*/ 1635889 w 7467600"/>
              <a:gd name="connsiteY190" fmla="*/ 3709494 h 6858000"/>
              <a:gd name="connsiteX191" fmla="*/ 1634800 w 7467600"/>
              <a:gd name="connsiteY191" fmla="*/ 3731111 h 6858000"/>
              <a:gd name="connsiteX192" fmla="*/ 1635889 w 7467600"/>
              <a:gd name="connsiteY192" fmla="*/ 3709494 h 6858000"/>
              <a:gd name="connsiteX193" fmla="*/ 1510397 w 7467600"/>
              <a:gd name="connsiteY193" fmla="*/ 3684705 h 6858000"/>
              <a:gd name="connsiteX194" fmla="*/ 1146550 w 7467600"/>
              <a:gd name="connsiteY194" fmla="*/ 3802012 h 6858000"/>
              <a:gd name="connsiteX195" fmla="*/ 698834 w 7467600"/>
              <a:gd name="connsiteY195" fmla="*/ 3952272 h 6858000"/>
              <a:gd name="connsiteX196" fmla="*/ 34256 w 7467600"/>
              <a:gd name="connsiteY196" fmla="*/ 4347603 h 6858000"/>
              <a:gd name="connsiteX197" fmla="*/ 527241 w 7467600"/>
              <a:gd name="connsiteY197" fmla="*/ 4065078 h 6858000"/>
              <a:gd name="connsiteX198" fmla="*/ 1510397 w 7467600"/>
              <a:gd name="connsiteY198" fmla="*/ 3684705 h 6858000"/>
              <a:gd name="connsiteX199" fmla="*/ 1313114 w 7467600"/>
              <a:gd name="connsiteY199" fmla="*/ 3655216 h 6858000"/>
              <a:gd name="connsiteX200" fmla="*/ 1109304 w 7467600"/>
              <a:gd name="connsiteY200" fmla="*/ 3669030 h 6858000"/>
              <a:gd name="connsiteX201" fmla="*/ 8129 w 7467600"/>
              <a:gd name="connsiteY201" fmla="*/ 4330519 h 6858000"/>
              <a:gd name="connsiteX202" fmla="*/ 687572 w 7467600"/>
              <a:gd name="connsiteY202" fmla="*/ 3925629 h 6858000"/>
              <a:gd name="connsiteX203" fmla="*/ 1138365 w 7467600"/>
              <a:gd name="connsiteY203" fmla="*/ 3774515 h 6858000"/>
              <a:gd name="connsiteX204" fmla="*/ 1505579 w 7467600"/>
              <a:gd name="connsiteY204" fmla="*/ 3655526 h 6858000"/>
              <a:gd name="connsiteX205" fmla="*/ 1313114 w 7467600"/>
              <a:gd name="connsiteY205" fmla="*/ 3655216 h 6858000"/>
              <a:gd name="connsiteX206" fmla="*/ 3655073 w 7467600"/>
              <a:gd name="connsiteY206" fmla="*/ 3650884 h 6858000"/>
              <a:gd name="connsiteX207" fmla="*/ 3989938 w 7467600"/>
              <a:gd name="connsiteY207" fmla="*/ 3991685 h 6858000"/>
              <a:gd name="connsiteX208" fmla="*/ 4393907 w 7467600"/>
              <a:gd name="connsiteY208" fmla="*/ 4261258 h 6858000"/>
              <a:gd name="connsiteX209" fmla="*/ 4648051 w 7467600"/>
              <a:gd name="connsiteY209" fmla="*/ 4374051 h 6858000"/>
              <a:gd name="connsiteX210" fmla="*/ 4383389 w 7467600"/>
              <a:gd name="connsiteY210" fmla="*/ 4184369 h 6858000"/>
              <a:gd name="connsiteX211" fmla="*/ 4165508 w 7467600"/>
              <a:gd name="connsiteY211" fmla="*/ 4035196 h 6858000"/>
              <a:gd name="connsiteX212" fmla="*/ 4068162 w 7467600"/>
              <a:gd name="connsiteY212" fmla="*/ 3953394 h 6858000"/>
              <a:gd name="connsiteX213" fmla="*/ 3981416 w 7467600"/>
              <a:gd name="connsiteY213" fmla="*/ 3880482 h 6858000"/>
              <a:gd name="connsiteX214" fmla="*/ 3800147 w 7467600"/>
              <a:gd name="connsiteY214" fmla="*/ 3749872 h 6858000"/>
              <a:gd name="connsiteX215" fmla="*/ 3655073 w 7467600"/>
              <a:gd name="connsiteY215" fmla="*/ 3650884 h 6858000"/>
              <a:gd name="connsiteX216" fmla="*/ 3670252 w 7467600"/>
              <a:gd name="connsiteY216" fmla="*/ 3622798 h 6858000"/>
              <a:gd name="connsiteX217" fmla="*/ 3817258 w 7467600"/>
              <a:gd name="connsiteY217" fmla="*/ 3723577 h 6858000"/>
              <a:gd name="connsiteX218" fmla="*/ 4000461 w 7467600"/>
              <a:gd name="connsiteY218" fmla="*/ 3855966 h 6858000"/>
              <a:gd name="connsiteX219" fmla="*/ 4088180 w 7467600"/>
              <a:gd name="connsiteY219" fmla="*/ 3929774 h 6858000"/>
              <a:gd name="connsiteX220" fmla="*/ 4184555 w 7467600"/>
              <a:gd name="connsiteY220" fmla="*/ 4010683 h 6858000"/>
              <a:gd name="connsiteX221" fmla="*/ 4399563 w 7467600"/>
              <a:gd name="connsiteY221" fmla="*/ 4158106 h 6858000"/>
              <a:gd name="connsiteX222" fmla="*/ 4684469 w 7467600"/>
              <a:gd name="connsiteY222" fmla="*/ 4364680 h 6858000"/>
              <a:gd name="connsiteX223" fmla="*/ 4690271 w 7467600"/>
              <a:gd name="connsiteY223" fmla="*/ 4370034 h 6858000"/>
              <a:gd name="connsiteX224" fmla="*/ 4136093 w 7467600"/>
              <a:gd name="connsiteY224" fmla="*/ 3858466 h 6858000"/>
              <a:gd name="connsiteX225" fmla="*/ 3670252 w 7467600"/>
              <a:gd name="connsiteY225" fmla="*/ 3622798 h 6858000"/>
              <a:gd name="connsiteX226" fmla="*/ 4440129 w 7467600"/>
              <a:gd name="connsiteY226" fmla="*/ 3448571 h 6858000"/>
              <a:gd name="connsiteX227" fmla="*/ 4856525 w 7467600"/>
              <a:gd name="connsiteY227" fmla="*/ 3915351 h 6858000"/>
              <a:gd name="connsiteX228" fmla="*/ 5059055 w 7467600"/>
              <a:gd name="connsiteY228" fmla="*/ 4108918 h 6858000"/>
              <a:gd name="connsiteX229" fmla="*/ 5290070 w 7467600"/>
              <a:gd name="connsiteY229" fmla="*/ 4263619 h 6858000"/>
              <a:gd name="connsiteX230" fmla="*/ 4834991 w 7467600"/>
              <a:gd name="connsiteY230" fmla="*/ 3830985 h 6858000"/>
              <a:gd name="connsiteX231" fmla="*/ 4440129 w 7467600"/>
              <a:gd name="connsiteY231" fmla="*/ 3448571 h 6858000"/>
              <a:gd name="connsiteX232" fmla="*/ 4441737 w 7467600"/>
              <a:gd name="connsiteY232" fmla="*/ 3399734 h 6858000"/>
              <a:gd name="connsiteX233" fmla="*/ 4431236 w 7467600"/>
              <a:gd name="connsiteY233" fmla="*/ 3400954 h 6858000"/>
              <a:gd name="connsiteX234" fmla="*/ 4557150 w 7467600"/>
              <a:gd name="connsiteY234" fmla="*/ 3510023 h 6858000"/>
              <a:gd name="connsiteX235" fmla="*/ 4856936 w 7467600"/>
              <a:gd name="connsiteY235" fmla="*/ 3809146 h 6858000"/>
              <a:gd name="connsiteX236" fmla="*/ 5111996 w 7467600"/>
              <a:gd name="connsiteY236" fmla="*/ 4065759 h 6858000"/>
              <a:gd name="connsiteX237" fmla="*/ 5388878 w 7467600"/>
              <a:gd name="connsiteY237" fmla="*/ 4300185 h 6858000"/>
              <a:gd name="connsiteX238" fmla="*/ 5425556 w 7467600"/>
              <a:gd name="connsiteY238" fmla="*/ 4308967 h 6858000"/>
              <a:gd name="connsiteX239" fmla="*/ 4943646 w 7467600"/>
              <a:gd name="connsiteY239" fmla="*/ 3822916 h 6858000"/>
              <a:gd name="connsiteX240" fmla="*/ 4594837 w 7467600"/>
              <a:gd name="connsiteY240" fmla="*/ 3532274 h 6858000"/>
              <a:gd name="connsiteX241" fmla="*/ 4441737 w 7467600"/>
              <a:gd name="connsiteY241" fmla="*/ 3399734 h 6858000"/>
              <a:gd name="connsiteX242" fmla="*/ 5425834 w 7467600"/>
              <a:gd name="connsiteY242" fmla="*/ 3162785 h 6858000"/>
              <a:gd name="connsiteX243" fmla="*/ 5401644 w 7467600"/>
              <a:gd name="connsiteY243" fmla="*/ 3617847 h 6858000"/>
              <a:gd name="connsiteX244" fmla="*/ 5467256 w 7467600"/>
              <a:gd name="connsiteY244" fmla="*/ 4175494 h 6858000"/>
              <a:gd name="connsiteX245" fmla="*/ 5448069 w 7467600"/>
              <a:gd name="connsiteY245" fmla="*/ 3567554 h 6858000"/>
              <a:gd name="connsiteX246" fmla="*/ 5425834 w 7467600"/>
              <a:gd name="connsiteY246" fmla="*/ 3162785 h 6858000"/>
              <a:gd name="connsiteX247" fmla="*/ 1318687 w 7467600"/>
              <a:gd name="connsiteY247" fmla="*/ 3113840 h 6858000"/>
              <a:gd name="connsiteX248" fmla="*/ 1066793 w 7467600"/>
              <a:gd name="connsiteY248" fmla="*/ 3212171 h 6858000"/>
              <a:gd name="connsiteX249" fmla="*/ 993319 w 7467600"/>
              <a:gd name="connsiteY249" fmla="*/ 3247648 h 6858000"/>
              <a:gd name="connsiteX250" fmla="*/ 853081 w 7467600"/>
              <a:gd name="connsiteY250" fmla="*/ 3312410 h 6858000"/>
              <a:gd name="connsiteX251" fmla="*/ 805957 w 7467600"/>
              <a:gd name="connsiteY251" fmla="*/ 3330443 h 6858000"/>
              <a:gd name="connsiteX252" fmla="*/ 1318687 w 7467600"/>
              <a:gd name="connsiteY252" fmla="*/ 3113840 h 6858000"/>
              <a:gd name="connsiteX253" fmla="*/ 5453702 w 7467600"/>
              <a:gd name="connsiteY253" fmla="*/ 3090882 h 6858000"/>
              <a:gd name="connsiteX254" fmla="*/ 5480135 w 7467600"/>
              <a:gd name="connsiteY254" fmla="*/ 3565802 h 6858000"/>
              <a:gd name="connsiteX255" fmla="*/ 5499023 w 7467600"/>
              <a:gd name="connsiteY255" fmla="*/ 4166310 h 6858000"/>
              <a:gd name="connsiteX256" fmla="*/ 5547022 w 7467600"/>
              <a:gd name="connsiteY256" fmla="*/ 3607838 h 6858000"/>
              <a:gd name="connsiteX257" fmla="*/ 5515964 w 7467600"/>
              <a:gd name="connsiteY257" fmla="*/ 3378541 h 6858000"/>
              <a:gd name="connsiteX258" fmla="*/ 5453702 w 7467600"/>
              <a:gd name="connsiteY258" fmla="*/ 3090882 h 6858000"/>
              <a:gd name="connsiteX259" fmla="*/ 1238695 w 7467600"/>
              <a:gd name="connsiteY259" fmla="*/ 3076820 h 6858000"/>
              <a:gd name="connsiteX260" fmla="*/ 716371 w 7467600"/>
              <a:gd name="connsiteY260" fmla="*/ 3293249 h 6858000"/>
              <a:gd name="connsiteX261" fmla="*/ 579522 w 7467600"/>
              <a:gd name="connsiteY261" fmla="*/ 3371759 h 6858000"/>
              <a:gd name="connsiteX262" fmla="*/ 600288 w 7467600"/>
              <a:gd name="connsiteY262" fmla="*/ 3365555 h 6858000"/>
              <a:gd name="connsiteX263" fmla="*/ 840692 w 7467600"/>
              <a:gd name="connsiteY263" fmla="*/ 3284921 h 6858000"/>
              <a:gd name="connsiteX264" fmla="*/ 979248 w 7467600"/>
              <a:gd name="connsiteY264" fmla="*/ 3221003 h 6858000"/>
              <a:gd name="connsiteX265" fmla="*/ 1053282 w 7467600"/>
              <a:gd name="connsiteY265" fmla="*/ 3185247 h 6858000"/>
              <a:gd name="connsiteX266" fmla="*/ 1320603 w 7467600"/>
              <a:gd name="connsiteY266" fmla="*/ 3081281 h 6858000"/>
              <a:gd name="connsiteX267" fmla="*/ 1238695 w 7467600"/>
              <a:gd name="connsiteY267" fmla="*/ 3076820 h 6858000"/>
              <a:gd name="connsiteX268" fmla="*/ 5425627 w 7467600"/>
              <a:gd name="connsiteY268" fmla="*/ 2954192 h 6858000"/>
              <a:gd name="connsiteX269" fmla="*/ 5470770 w 7467600"/>
              <a:gd name="connsiteY269" fmla="*/ 3005435 h 6858000"/>
              <a:gd name="connsiteX270" fmla="*/ 5519779 w 7467600"/>
              <a:gd name="connsiteY270" fmla="*/ 4359223 h 6858000"/>
              <a:gd name="connsiteX271" fmla="*/ 5520293 w 7467600"/>
              <a:gd name="connsiteY271" fmla="*/ 4360602 h 6858000"/>
              <a:gd name="connsiteX272" fmla="*/ 5767221 w 7467600"/>
              <a:gd name="connsiteY272" fmla="*/ 4665564 h 6858000"/>
              <a:gd name="connsiteX273" fmla="*/ 6937169 w 7467600"/>
              <a:gd name="connsiteY273" fmla="*/ 4815941 h 6858000"/>
              <a:gd name="connsiteX274" fmla="*/ 6953922 w 7467600"/>
              <a:gd name="connsiteY274" fmla="*/ 4890068 h 6858000"/>
              <a:gd name="connsiteX275" fmla="*/ 6071359 w 7467600"/>
              <a:gd name="connsiteY275" fmla="*/ 4770770 h 6858000"/>
              <a:gd name="connsiteX276" fmla="*/ 6038839 w 7467600"/>
              <a:gd name="connsiteY276" fmla="*/ 4764474 h 6858000"/>
              <a:gd name="connsiteX277" fmla="*/ 6038706 w 7467600"/>
              <a:gd name="connsiteY277" fmla="*/ 4763847 h 6858000"/>
              <a:gd name="connsiteX278" fmla="*/ 6037784 w 7467600"/>
              <a:gd name="connsiteY278" fmla="*/ 4764270 h 6858000"/>
              <a:gd name="connsiteX279" fmla="*/ 6038839 w 7467600"/>
              <a:gd name="connsiteY279" fmla="*/ 4764474 h 6858000"/>
              <a:gd name="connsiteX280" fmla="*/ 6040338 w 7467600"/>
              <a:gd name="connsiteY280" fmla="*/ 4771418 h 6858000"/>
              <a:gd name="connsiteX281" fmla="*/ 6024488 w 7467600"/>
              <a:gd name="connsiteY281" fmla="*/ 4809903 h 6858000"/>
              <a:gd name="connsiteX282" fmla="*/ 5599771 w 7467600"/>
              <a:gd name="connsiteY282" fmla="*/ 5509652 h 6858000"/>
              <a:gd name="connsiteX283" fmla="*/ 5548843 w 7467600"/>
              <a:gd name="connsiteY283" fmla="*/ 5563845 h 6858000"/>
              <a:gd name="connsiteX284" fmla="*/ 5940952 w 7467600"/>
              <a:gd name="connsiteY284" fmla="*/ 6250028 h 6858000"/>
              <a:gd name="connsiteX285" fmla="*/ 6043441 w 7467600"/>
              <a:gd name="connsiteY285" fmla="*/ 6665847 h 6858000"/>
              <a:gd name="connsiteX286" fmla="*/ 6093432 w 7467600"/>
              <a:gd name="connsiteY286" fmla="*/ 6858000 h 6858000"/>
              <a:gd name="connsiteX287" fmla="*/ 6034344 w 7467600"/>
              <a:gd name="connsiteY287" fmla="*/ 6858000 h 6858000"/>
              <a:gd name="connsiteX288" fmla="*/ 6026679 w 7467600"/>
              <a:gd name="connsiteY288" fmla="*/ 6836959 h 6858000"/>
              <a:gd name="connsiteX289" fmla="*/ 5800441 w 7467600"/>
              <a:gd name="connsiteY289" fmla="*/ 6335286 h 6858000"/>
              <a:gd name="connsiteX290" fmla="*/ 5526562 w 7467600"/>
              <a:gd name="connsiteY290" fmla="*/ 5705388 h 6858000"/>
              <a:gd name="connsiteX291" fmla="*/ 5519640 w 7467600"/>
              <a:gd name="connsiteY291" fmla="*/ 5683774 h 6858000"/>
              <a:gd name="connsiteX292" fmla="*/ 5844559 w 7467600"/>
              <a:gd name="connsiteY292" fmla="*/ 6553349 h 6858000"/>
              <a:gd name="connsiteX293" fmla="*/ 5975994 w 7467600"/>
              <a:gd name="connsiteY293" fmla="*/ 6858000 h 6858000"/>
              <a:gd name="connsiteX294" fmla="*/ 5898547 w 7467600"/>
              <a:gd name="connsiteY294" fmla="*/ 6858000 h 6858000"/>
              <a:gd name="connsiteX295" fmla="*/ 5682041 w 7467600"/>
              <a:gd name="connsiteY295" fmla="*/ 6355860 h 6858000"/>
              <a:gd name="connsiteX296" fmla="*/ 5461758 w 7467600"/>
              <a:gd name="connsiteY296" fmla="*/ 5820220 h 6858000"/>
              <a:gd name="connsiteX297" fmla="*/ 5237282 w 7467600"/>
              <a:gd name="connsiteY297" fmla="*/ 6579086 h 6858000"/>
              <a:gd name="connsiteX298" fmla="*/ 5115009 w 7467600"/>
              <a:gd name="connsiteY298" fmla="*/ 6858000 h 6858000"/>
              <a:gd name="connsiteX299" fmla="*/ 5028074 w 7467600"/>
              <a:gd name="connsiteY299" fmla="*/ 6858000 h 6858000"/>
              <a:gd name="connsiteX300" fmla="*/ 5079508 w 7467600"/>
              <a:gd name="connsiteY300" fmla="*/ 6749074 h 6858000"/>
              <a:gd name="connsiteX301" fmla="*/ 5371846 w 7467600"/>
              <a:gd name="connsiteY301" fmla="*/ 5924413 h 6858000"/>
              <a:gd name="connsiteX302" fmla="*/ 5270512 w 7467600"/>
              <a:gd name="connsiteY302" fmla="*/ 6138975 h 6858000"/>
              <a:gd name="connsiteX303" fmla="*/ 5062409 w 7467600"/>
              <a:gd name="connsiteY303" fmla="*/ 6653544 h 6858000"/>
              <a:gd name="connsiteX304" fmla="*/ 5036628 w 7467600"/>
              <a:gd name="connsiteY304" fmla="*/ 6754247 h 6858000"/>
              <a:gd name="connsiteX305" fmla="*/ 5009112 w 7467600"/>
              <a:gd name="connsiteY305" fmla="*/ 6858000 h 6858000"/>
              <a:gd name="connsiteX306" fmla="*/ 4976679 w 7467600"/>
              <a:gd name="connsiteY306" fmla="*/ 6858000 h 6858000"/>
              <a:gd name="connsiteX307" fmla="*/ 5006537 w 7467600"/>
              <a:gd name="connsiteY307" fmla="*/ 6747068 h 6858000"/>
              <a:gd name="connsiteX308" fmla="*/ 5032723 w 7467600"/>
              <a:gd name="connsiteY308" fmla="*/ 6644957 h 6858000"/>
              <a:gd name="connsiteX309" fmla="*/ 5242949 w 7467600"/>
              <a:gd name="connsiteY309" fmla="*/ 6125175 h 6858000"/>
              <a:gd name="connsiteX310" fmla="*/ 5286321 w 7467600"/>
              <a:gd name="connsiteY310" fmla="*/ 6033555 h 6858000"/>
              <a:gd name="connsiteX311" fmla="*/ 5008210 w 7467600"/>
              <a:gd name="connsiteY311" fmla="*/ 6649194 h 6858000"/>
              <a:gd name="connsiteX312" fmla="*/ 4986321 w 7467600"/>
              <a:gd name="connsiteY312" fmla="*/ 6765687 h 6858000"/>
              <a:gd name="connsiteX313" fmla="*/ 4973474 w 7467600"/>
              <a:gd name="connsiteY313" fmla="*/ 6858000 h 6858000"/>
              <a:gd name="connsiteX314" fmla="*/ 4907178 w 7467600"/>
              <a:gd name="connsiteY314" fmla="*/ 6858000 h 6858000"/>
              <a:gd name="connsiteX315" fmla="*/ 4910810 w 7467600"/>
              <a:gd name="connsiteY315" fmla="*/ 6829660 h 6858000"/>
              <a:gd name="connsiteX316" fmla="*/ 4987461 w 7467600"/>
              <a:gd name="connsiteY316" fmla="*/ 6432994 h 6858000"/>
              <a:gd name="connsiteX317" fmla="*/ 5179262 w 7467600"/>
              <a:gd name="connsiteY317" fmla="*/ 6035044 h 6858000"/>
              <a:gd name="connsiteX318" fmla="*/ 4689678 w 7467600"/>
              <a:gd name="connsiteY318" fmla="*/ 6440241 h 6858000"/>
              <a:gd name="connsiteX319" fmla="*/ 4477543 w 7467600"/>
              <a:gd name="connsiteY319" fmla="*/ 6674836 h 6858000"/>
              <a:gd name="connsiteX320" fmla="*/ 4329957 w 7467600"/>
              <a:gd name="connsiteY320" fmla="*/ 6858000 h 6858000"/>
              <a:gd name="connsiteX321" fmla="*/ 4218595 w 7467600"/>
              <a:gd name="connsiteY321" fmla="*/ 6858000 h 6858000"/>
              <a:gd name="connsiteX322" fmla="*/ 4368888 w 7467600"/>
              <a:gd name="connsiteY322" fmla="*/ 6668412 h 6858000"/>
              <a:gd name="connsiteX323" fmla="*/ 4563091 w 7467600"/>
              <a:gd name="connsiteY323" fmla="*/ 6442508 h 6858000"/>
              <a:gd name="connsiteX324" fmla="*/ 5387324 w 7467600"/>
              <a:gd name="connsiteY324" fmla="*/ 5705830 h 6858000"/>
              <a:gd name="connsiteX325" fmla="*/ 5073620 w 7467600"/>
              <a:gd name="connsiteY325" fmla="*/ 5955437 h 6858000"/>
              <a:gd name="connsiteX326" fmla="*/ 4689789 w 7467600"/>
              <a:gd name="connsiteY326" fmla="*/ 6268382 h 6858000"/>
              <a:gd name="connsiteX327" fmla="*/ 4418722 w 7467600"/>
              <a:gd name="connsiteY327" fmla="*/ 6570886 h 6858000"/>
              <a:gd name="connsiteX328" fmla="*/ 4214944 w 7467600"/>
              <a:gd name="connsiteY328" fmla="*/ 6858000 h 6858000"/>
              <a:gd name="connsiteX329" fmla="*/ 4177898 w 7467600"/>
              <a:gd name="connsiteY329" fmla="*/ 6858000 h 6858000"/>
              <a:gd name="connsiteX330" fmla="*/ 4391597 w 7467600"/>
              <a:gd name="connsiteY330" fmla="*/ 6556370 h 6858000"/>
              <a:gd name="connsiteX331" fmla="*/ 4668889 w 7467600"/>
              <a:gd name="connsiteY331" fmla="*/ 6246399 h 6858000"/>
              <a:gd name="connsiteX332" fmla="*/ 5055427 w 7467600"/>
              <a:gd name="connsiteY332" fmla="*/ 5931476 h 6858000"/>
              <a:gd name="connsiteX333" fmla="*/ 5371814 w 7467600"/>
              <a:gd name="connsiteY333" fmla="*/ 5678975 h 6858000"/>
              <a:gd name="connsiteX334" fmla="*/ 4987918 w 7467600"/>
              <a:gd name="connsiteY334" fmla="*/ 5838701 h 6858000"/>
              <a:gd name="connsiteX335" fmla="*/ 4317146 w 7467600"/>
              <a:gd name="connsiteY335" fmla="*/ 6587716 h 6858000"/>
              <a:gd name="connsiteX336" fmla="*/ 4171627 w 7467600"/>
              <a:gd name="connsiteY336" fmla="*/ 6858000 h 6858000"/>
              <a:gd name="connsiteX337" fmla="*/ 4081585 w 7467600"/>
              <a:gd name="connsiteY337" fmla="*/ 6858000 h 6858000"/>
              <a:gd name="connsiteX338" fmla="*/ 4238603 w 7467600"/>
              <a:gd name="connsiteY338" fmla="*/ 6559341 h 6858000"/>
              <a:gd name="connsiteX339" fmla="*/ 4778333 w 7467600"/>
              <a:gd name="connsiteY339" fmla="*/ 5873626 h 6858000"/>
              <a:gd name="connsiteX340" fmla="*/ 5414185 w 7467600"/>
              <a:gd name="connsiteY340" fmla="*/ 5573882 h 6858000"/>
              <a:gd name="connsiteX341" fmla="*/ 5959648 w 7467600"/>
              <a:gd name="connsiteY341" fmla="*/ 4760797 h 6858000"/>
              <a:gd name="connsiteX342" fmla="*/ 5355019 w 7467600"/>
              <a:gd name="connsiteY342" fmla="*/ 4734672 h 6858000"/>
              <a:gd name="connsiteX343" fmla="*/ 5083565 w 7467600"/>
              <a:gd name="connsiteY343" fmla="*/ 5179121 h 6858000"/>
              <a:gd name="connsiteX344" fmla="*/ 4713577 w 7467600"/>
              <a:gd name="connsiteY344" fmla="*/ 5616803 h 6858000"/>
              <a:gd name="connsiteX345" fmla="*/ 3989559 w 7467600"/>
              <a:gd name="connsiteY345" fmla="*/ 6145945 h 6858000"/>
              <a:gd name="connsiteX346" fmla="*/ 3939824 w 7467600"/>
              <a:gd name="connsiteY346" fmla="*/ 6066900 h 6858000"/>
              <a:gd name="connsiteX347" fmla="*/ 4584537 w 7467600"/>
              <a:gd name="connsiteY347" fmla="*/ 5324826 h 6858000"/>
              <a:gd name="connsiteX348" fmla="*/ 5037105 w 7467600"/>
              <a:gd name="connsiteY348" fmla="*/ 5088765 h 6858000"/>
              <a:gd name="connsiteX349" fmla="*/ 5039930 w 7467600"/>
              <a:gd name="connsiteY349" fmla="*/ 5089585 h 6858000"/>
              <a:gd name="connsiteX350" fmla="*/ 5263764 w 7467600"/>
              <a:gd name="connsiteY350" fmla="*/ 4735525 h 6858000"/>
              <a:gd name="connsiteX351" fmla="*/ 4086300 w 7467600"/>
              <a:gd name="connsiteY351" fmla="*/ 4884599 h 6858000"/>
              <a:gd name="connsiteX352" fmla="*/ 4085485 w 7467600"/>
              <a:gd name="connsiteY352" fmla="*/ 4899070 h 6858000"/>
              <a:gd name="connsiteX353" fmla="*/ 3871915 w 7467600"/>
              <a:gd name="connsiteY353" fmla="*/ 5253645 h 6858000"/>
              <a:gd name="connsiteX354" fmla="*/ 3799374 w 7467600"/>
              <a:gd name="connsiteY354" fmla="*/ 5466127 h 6858000"/>
              <a:gd name="connsiteX355" fmla="*/ 3498850 w 7467600"/>
              <a:gd name="connsiteY355" fmla="*/ 6661888 h 6858000"/>
              <a:gd name="connsiteX356" fmla="*/ 3399216 w 7467600"/>
              <a:gd name="connsiteY356" fmla="*/ 6858000 h 6858000"/>
              <a:gd name="connsiteX357" fmla="*/ 3303688 w 7467600"/>
              <a:gd name="connsiteY357" fmla="*/ 6858000 h 6858000"/>
              <a:gd name="connsiteX358" fmla="*/ 3391774 w 7467600"/>
              <a:gd name="connsiteY358" fmla="*/ 6697181 h 6858000"/>
              <a:gd name="connsiteX359" fmla="*/ 3735540 w 7467600"/>
              <a:gd name="connsiteY359" fmla="*/ 5546923 h 6858000"/>
              <a:gd name="connsiteX360" fmla="*/ 3729438 w 7467600"/>
              <a:gd name="connsiteY360" fmla="*/ 5569058 h 6858000"/>
              <a:gd name="connsiteX361" fmla="*/ 3707782 w 7467600"/>
              <a:gd name="connsiteY361" fmla="*/ 5644908 h 6858000"/>
              <a:gd name="connsiteX362" fmla="*/ 3583827 w 7467600"/>
              <a:gd name="connsiteY362" fmla="*/ 6039215 h 6858000"/>
              <a:gd name="connsiteX363" fmla="*/ 3547861 w 7467600"/>
              <a:gd name="connsiteY363" fmla="*/ 6129609 h 6858000"/>
              <a:gd name="connsiteX364" fmla="*/ 3490905 w 7467600"/>
              <a:gd name="connsiteY364" fmla="*/ 6277660 h 6858000"/>
              <a:gd name="connsiteX365" fmla="*/ 3455859 w 7467600"/>
              <a:gd name="connsiteY365" fmla="*/ 6391301 h 6858000"/>
              <a:gd name="connsiteX366" fmla="*/ 3429112 w 7467600"/>
              <a:gd name="connsiteY366" fmla="*/ 6479469 h 6858000"/>
              <a:gd name="connsiteX367" fmla="*/ 3304862 w 7467600"/>
              <a:gd name="connsiteY367" fmla="*/ 6796476 h 6858000"/>
              <a:gd name="connsiteX368" fmla="*/ 3276071 w 7467600"/>
              <a:gd name="connsiteY368" fmla="*/ 6858000 h 6858000"/>
              <a:gd name="connsiteX369" fmla="*/ 3240805 w 7467600"/>
              <a:gd name="connsiteY369" fmla="*/ 6858000 h 6858000"/>
              <a:gd name="connsiteX370" fmla="*/ 3275917 w 7467600"/>
              <a:gd name="connsiteY370" fmla="*/ 6783192 h 6858000"/>
              <a:gd name="connsiteX371" fmla="*/ 3399358 w 7467600"/>
              <a:gd name="connsiteY371" fmla="*/ 6469011 h 6858000"/>
              <a:gd name="connsiteX372" fmla="*/ 3425650 w 7467600"/>
              <a:gd name="connsiteY372" fmla="*/ 6381333 h 6858000"/>
              <a:gd name="connsiteX373" fmla="*/ 3460661 w 7467600"/>
              <a:gd name="connsiteY373" fmla="*/ 6266763 h 6858000"/>
              <a:gd name="connsiteX374" fmla="*/ 3518021 w 7467600"/>
              <a:gd name="connsiteY374" fmla="*/ 6117298 h 6858000"/>
              <a:gd name="connsiteX375" fmla="*/ 3554035 w 7467600"/>
              <a:gd name="connsiteY375" fmla="*/ 6027832 h 6858000"/>
              <a:gd name="connsiteX376" fmla="*/ 3677174 w 7467600"/>
              <a:gd name="connsiteY376" fmla="*/ 5636351 h 6858000"/>
              <a:gd name="connsiteX377" fmla="*/ 3698819 w 7467600"/>
              <a:gd name="connsiteY377" fmla="*/ 5560503 h 6858000"/>
              <a:gd name="connsiteX378" fmla="*/ 3702094 w 7467600"/>
              <a:gd name="connsiteY378" fmla="*/ 5549194 h 6858000"/>
              <a:gd name="connsiteX379" fmla="*/ 3398355 w 7467600"/>
              <a:gd name="connsiteY379" fmla="*/ 6094603 h 6858000"/>
              <a:gd name="connsiteX380" fmla="*/ 3193941 w 7467600"/>
              <a:gd name="connsiteY380" fmla="*/ 6798775 h 6858000"/>
              <a:gd name="connsiteX381" fmla="*/ 3184140 w 7467600"/>
              <a:gd name="connsiteY381" fmla="*/ 6858000 h 6858000"/>
              <a:gd name="connsiteX382" fmla="*/ 3099978 w 7467600"/>
              <a:gd name="connsiteY382" fmla="*/ 6858000 h 6858000"/>
              <a:gd name="connsiteX383" fmla="*/ 3101556 w 7467600"/>
              <a:gd name="connsiteY383" fmla="*/ 6843337 h 6858000"/>
              <a:gd name="connsiteX384" fmla="*/ 3370162 w 7467600"/>
              <a:gd name="connsiteY384" fmla="*/ 5785550 h 6858000"/>
              <a:gd name="connsiteX385" fmla="*/ 3746477 w 7467600"/>
              <a:gd name="connsiteY385" fmla="*/ 5377889 h 6858000"/>
              <a:gd name="connsiteX386" fmla="*/ 3863399 w 7467600"/>
              <a:gd name="connsiteY386" fmla="*/ 5087257 h 6858000"/>
              <a:gd name="connsiteX387" fmla="*/ 3968712 w 7467600"/>
              <a:gd name="connsiteY387" fmla="*/ 4913989 h 6858000"/>
              <a:gd name="connsiteX388" fmla="*/ 2792390 w 7467600"/>
              <a:gd name="connsiteY388" fmla="*/ 5382974 h 6858000"/>
              <a:gd name="connsiteX389" fmla="*/ 2714982 w 7467600"/>
              <a:gd name="connsiteY389" fmla="*/ 5427051 h 6858000"/>
              <a:gd name="connsiteX390" fmla="*/ 2813361 w 7467600"/>
              <a:gd name="connsiteY390" fmla="*/ 6023912 h 6858000"/>
              <a:gd name="connsiteX391" fmla="*/ 2688430 w 7467600"/>
              <a:gd name="connsiteY391" fmla="*/ 6801564 h 6858000"/>
              <a:gd name="connsiteX392" fmla="*/ 2629626 w 7467600"/>
              <a:gd name="connsiteY392" fmla="*/ 6763394 h 6858000"/>
              <a:gd name="connsiteX393" fmla="*/ 2565328 w 7467600"/>
              <a:gd name="connsiteY393" fmla="*/ 5516399 h 6858000"/>
              <a:gd name="connsiteX394" fmla="*/ 1922999 w 7467600"/>
              <a:gd name="connsiteY394" fmla="*/ 5980343 h 6858000"/>
              <a:gd name="connsiteX395" fmla="*/ 1950261 w 7467600"/>
              <a:gd name="connsiteY395" fmla="*/ 6405858 h 6858000"/>
              <a:gd name="connsiteX396" fmla="*/ 2365554 w 7467600"/>
              <a:gd name="connsiteY396" fmla="*/ 6759107 h 6858000"/>
              <a:gd name="connsiteX397" fmla="*/ 2424142 w 7467600"/>
              <a:gd name="connsiteY397" fmla="*/ 6858000 h 6858000"/>
              <a:gd name="connsiteX398" fmla="*/ 2395994 w 7467600"/>
              <a:gd name="connsiteY398" fmla="*/ 6858000 h 6858000"/>
              <a:gd name="connsiteX399" fmla="*/ 2392863 w 7467600"/>
              <a:gd name="connsiteY399" fmla="*/ 6852964 h 6858000"/>
              <a:gd name="connsiteX400" fmla="*/ 2017589 w 7467600"/>
              <a:gd name="connsiteY400" fmla="*/ 6493982 h 6858000"/>
              <a:gd name="connsiteX401" fmla="*/ 2147336 w 7467600"/>
              <a:gd name="connsiteY401" fmla="*/ 6594052 h 6858000"/>
              <a:gd name="connsiteX402" fmla="*/ 2207047 w 7467600"/>
              <a:gd name="connsiteY402" fmla="*/ 6654540 h 6858000"/>
              <a:gd name="connsiteX403" fmla="*/ 2299106 w 7467600"/>
              <a:gd name="connsiteY403" fmla="*/ 6778931 h 6858000"/>
              <a:gd name="connsiteX404" fmla="*/ 2314430 w 7467600"/>
              <a:gd name="connsiteY404" fmla="*/ 6801144 h 6858000"/>
              <a:gd name="connsiteX405" fmla="*/ 2352406 w 7467600"/>
              <a:gd name="connsiteY405" fmla="*/ 6858000 h 6858000"/>
              <a:gd name="connsiteX406" fmla="*/ 2314492 w 7467600"/>
              <a:gd name="connsiteY406" fmla="*/ 6858000 h 6858000"/>
              <a:gd name="connsiteX407" fmla="*/ 2288095 w 7467600"/>
              <a:gd name="connsiteY407" fmla="*/ 6818030 h 6858000"/>
              <a:gd name="connsiteX408" fmla="*/ 2272768 w 7467600"/>
              <a:gd name="connsiteY408" fmla="*/ 6795822 h 6858000"/>
              <a:gd name="connsiteX409" fmla="*/ 2182715 w 7467600"/>
              <a:gd name="connsiteY409" fmla="*/ 6675071 h 6858000"/>
              <a:gd name="connsiteX410" fmla="*/ 2032061 w 7467600"/>
              <a:gd name="connsiteY410" fmla="*/ 6541380 h 6858000"/>
              <a:gd name="connsiteX411" fmla="*/ 2257220 w 7467600"/>
              <a:gd name="connsiteY411" fmla="*/ 6826257 h 6858000"/>
              <a:gd name="connsiteX412" fmla="*/ 2281324 w 7467600"/>
              <a:gd name="connsiteY412" fmla="*/ 6858000 h 6858000"/>
              <a:gd name="connsiteX413" fmla="*/ 2242860 w 7467600"/>
              <a:gd name="connsiteY413" fmla="*/ 6858000 h 6858000"/>
              <a:gd name="connsiteX414" fmla="*/ 2232818 w 7467600"/>
              <a:gd name="connsiteY414" fmla="*/ 6844926 h 6858000"/>
              <a:gd name="connsiteX415" fmla="*/ 1990172 w 7467600"/>
              <a:gd name="connsiteY415" fmla="*/ 6542121 h 6858000"/>
              <a:gd name="connsiteX416" fmla="*/ 2124090 w 7467600"/>
              <a:gd name="connsiteY416" fmla="*/ 6761017 h 6858000"/>
              <a:gd name="connsiteX417" fmla="*/ 2200380 w 7467600"/>
              <a:gd name="connsiteY417" fmla="*/ 6858000 h 6858000"/>
              <a:gd name="connsiteX418" fmla="*/ 2147507 w 7467600"/>
              <a:gd name="connsiteY418" fmla="*/ 6858000 h 6858000"/>
              <a:gd name="connsiteX419" fmla="*/ 2070668 w 7467600"/>
              <a:gd name="connsiteY419" fmla="*/ 6761520 h 6858000"/>
              <a:gd name="connsiteX420" fmla="*/ 1975142 w 7467600"/>
              <a:gd name="connsiteY420" fmla="*/ 6585570 h 6858000"/>
              <a:gd name="connsiteX421" fmla="*/ 2050035 w 7467600"/>
              <a:gd name="connsiteY421" fmla="*/ 6813345 h 6858000"/>
              <a:gd name="connsiteX422" fmla="*/ 2063025 w 7467600"/>
              <a:gd name="connsiteY422" fmla="*/ 6858000 h 6858000"/>
              <a:gd name="connsiteX423" fmla="*/ 2021675 w 7467600"/>
              <a:gd name="connsiteY423" fmla="*/ 6858000 h 6858000"/>
              <a:gd name="connsiteX424" fmla="*/ 2019308 w 7467600"/>
              <a:gd name="connsiteY424" fmla="*/ 6847118 h 6858000"/>
              <a:gd name="connsiteX425" fmla="*/ 1938835 w 7467600"/>
              <a:gd name="connsiteY425" fmla="*/ 6551160 h 6858000"/>
              <a:gd name="connsiteX426" fmla="*/ 1953230 w 7467600"/>
              <a:gd name="connsiteY426" fmla="*/ 6759699 h 6858000"/>
              <a:gd name="connsiteX427" fmla="*/ 1956763 w 7467600"/>
              <a:gd name="connsiteY427" fmla="*/ 6778191 h 6858000"/>
              <a:gd name="connsiteX428" fmla="*/ 1967925 w 7467600"/>
              <a:gd name="connsiteY428" fmla="*/ 6858000 h 6858000"/>
              <a:gd name="connsiteX429" fmla="*/ 1936622 w 7467600"/>
              <a:gd name="connsiteY429" fmla="*/ 6858000 h 6858000"/>
              <a:gd name="connsiteX430" fmla="*/ 1926261 w 7467600"/>
              <a:gd name="connsiteY430" fmla="*/ 6784064 h 6858000"/>
              <a:gd name="connsiteX431" fmla="*/ 1922724 w 7467600"/>
              <a:gd name="connsiteY431" fmla="*/ 6765577 h 6858000"/>
              <a:gd name="connsiteX432" fmla="*/ 1904650 w 7467600"/>
              <a:gd name="connsiteY432" fmla="*/ 6639616 h 6858000"/>
              <a:gd name="connsiteX433" fmla="*/ 1885273 w 7467600"/>
              <a:gd name="connsiteY433" fmla="*/ 6858000 h 6858000"/>
              <a:gd name="connsiteX434" fmla="*/ 1854363 w 7467600"/>
              <a:gd name="connsiteY434" fmla="*/ 6858000 h 6858000"/>
              <a:gd name="connsiteX435" fmla="*/ 1880391 w 7467600"/>
              <a:gd name="connsiteY435" fmla="*/ 6603796 h 6858000"/>
              <a:gd name="connsiteX436" fmla="*/ 1818273 w 7467600"/>
              <a:gd name="connsiteY436" fmla="*/ 6715729 h 6858000"/>
              <a:gd name="connsiteX437" fmla="*/ 1794691 w 7467600"/>
              <a:gd name="connsiteY437" fmla="*/ 6843239 h 6858000"/>
              <a:gd name="connsiteX438" fmla="*/ 1794914 w 7467600"/>
              <a:gd name="connsiteY438" fmla="*/ 6858000 h 6858000"/>
              <a:gd name="connsiteX439" fmla="*/ 1746128 w 7467600"/>
              <a:gd name="connsiteY439" fmla="*/ 6858000 h 6858000"/>
              <a:gd name="connsiteX440" fmla="*/ 1753934 w 7467600"/>
              <a:gd name="connsiteY440" fmla="*/ 6724796 h 6858000"/>
              <a:gd name="connsiteX441" fmla="*/ 1792053 w 7467600"/>
              <a:gd name="connsiteY441" fmla="*/ 6572396 h 6858000"/>
              <a:gd name="connsiteX442" fmla="*/ 1862248 w 7467600"/>
              <a:gd name="connsiteY442" fmla="*/ 6266397 h 6858000"/>
              <a:gd name="connsiteX443" fmla="*/ 1862250 w 7467600"/>
              <a:gd name="connsiteY443" fmla="*/ 6033531 h 6858000"/>
              <a:gd name="connsiteX444" fmla="*/ 1211999 w 7467600"/>
              <a:gd name="connsiteY444" fmla="*/ 6683610 h 6858000"/>
              <a:gd name="connsiteX445" fmla="*/ 1213266 w 7467600"/>
              <a:gd name="connsiteY445" fmla="*/ 6691947 h 6858000"/>
              <a:gd name="connsiteX446" fmla="*/ 1203370 w 7467600"/>
              <a:gd name="connsiteY446" fmla="*/ 6850676 h 6858000"/>
              <a:gd name="connsiteX447" fmla="*/ 1203671 w 7467600"/>
              <a:gd name="connsiteY447" fmla="*/ 6858000 h 6858000"/>
              <a:gd name="connsiteX448" fmla="*/ 1143180 w 7467600"/>
              <a:gd name="connsiteY448" fmla="*/ 6858000 h 6858000"/>
              <a:gd name="connsiteX449" fmla="*/ 1142176 w 7467600"/>
              <a:gd name="connsiteY449" fmla="*/ 6766045 h 6858000"/>
              <a:gd name="connsiteX450" fmla="*/ 1067484 w 7467600"/>
              <a:gd name="connsiteY450" fmla="*/ 6858000 h 6858000"/>
              <a:gd name="connsiteX451" fmla="*/ 953928 w 7467600"/>
              <a:gd name="connsiteY451" fmla="*/ 6858000 h 6858000"/>
              <a:gd name="connsiteX452" fmla="*/ 959715 w 7467600"/>
              <a:gd name="connsiteY452" fmla="*/ 6850185 h 6858000"/>
              <a:gd name="connsiteX453" fmla="*/ 1483788 w 7467600"/>
              <a:gd name="connsiteY453" fmla="*/ 6259174 h 6858000"/>
              <a:gd name="connsiteX454" fmla="*/ 1100671 w 7467600"/>
              <a:gd name="connsiteY454" fmla="*/ 6252137 h 6858000"/>
              <a:gd name="connsiteX455" fmla="*/ 1090144 w 7467600"/>
              <a:gd name="connsiteY455" fmla="*/ 6256748 h 6858000"/>
              <a:gd name="connsiteX456" fmla="*/ 1095872 w 7467600"/>
              <a:gd name="connsiteY456" fmla="*/ 6271892 h 6858000"/>
              <a:gd name="connsiteX457" fmla="*/ 262785 w 7467600"/>
              <a:gd name="connsiteY457" fmla="*/ 6845450 h 6858000"/>
              <a:gd name="connsiteX458" fmla="*/ 209968 w 7467600"/>
              <a:gd name="connsiteY458" fmla="*/ 6770713 h 6858000"/>
              <a:gd name="connsiteX459" fmla="*/ 873460 w 7467600"/>
              <a:gd name="connsiteY459" fmla="*/ 6253768 h 6858000"/>
              <a:gd name="connsiteX460" fmla="*/ 192686 w 7467600"/>
              <a:gd name="connsiteY460" fmla="*/ 5849257 h 6858000"/>
              <a:gd name="connsiteX461" fmla="*/ 4696 w 7467600"/>
              <a:gd name="connsiteY461" fmla="*/ 5697668 h 6858000"/>
              <a:gd name="connsiteX462" fmla="*/ 0 w 7467600"/>
              <a:gd name="connsiteY462" fmla="*/ 5689984 h 6858000"/>
              <a:gd name="connsiteX463" fmla="*/ 0 w 7467600"/>
              <a:gd name="connsiteY463" fmla="*/ 5513472 h 6858000"/>
              <a:gd name="connsiteX464" fmla="*/ 174101 w 7467600"/>
              <a:gd name="connsiteY464" fmla="*/ 5620277 h 6858000"/>
              <a:gd name="connsiteX465" fmla="*/ 891800 w 7467600"/>
              <a:gd name="connsiteY465" fmla="*/ 6036935 h 6858000"/>
              <a:gd name="connsiteX466" fmla="*/ 1072219 w 7467600"/>
              <a:gd name="connsiteY466" fmla="*/ 6169443 h 6858000"/>
              <a:gd name="connsiteX467" fmla="*/ 1074117 w 7467600"/>
              <a:gd name="connsiteY467" fmla="*/ 6170301 h 6858000"/>
              <a:gd name="connsiteX468" fmla="*/ 1083114 w 7467600"/>
              <a:gd name="connsiteY468" fmla="*/ 6174131 h 6858000"/>
              <a:gd name="connsiteX469" fmla="*/ 1543010 w 7467600"/>
              <a:gd name="connsiteY469" fmla="*/ 6191140 h 6858000"/>
              <a:gd name="connsiteX470" fmla="*/ 1551080 w 7467600"/>
              <a:gd name="connsiteY470" fmla="*/ 6195006 h 6858000"/>
              <a:gd name="connsiteX471" fmla="*/ 2345443 w 7467600"/>
              <a:gd name="connsiteY471" fmla="*/ 5549882 h 6858000"/>
              <a:gd name="connsiteX472" fmla="*/ 1721499 w 7467600"/>
              <a:gd name="connsiteY472" fmla="*/ 5599969 h 6858000"/>
              <a:gd name="connsiteX473" fmla="*/ 767716 w 7467600"/>
              <a:gd name="connsiteY473" fmla="*/ 5472768 h 6858000"/>
              <a:gd name="connsiteX474" fmla="*/ 722147 w 7467600"/>
              <a:gd name="connsiteY474" fmla="*/ 5393091 h 6858000"/>
              <a:gd name="connsiteX475" fmla="*/ 1485552 w 7467600"/>
              <a:gd name="connsiteY475" fmla="*/ 5313202 h 6858000"/>
              <a:gd name="connsiteX476" fmla="*/ 2143004 w 7467600"/>
              <a:gd name="connsiteY476" fmla="*/ 5402420 h 6858000"/>
              <a:gd name="connsiteX477" fmla="*/ 1933391 w 7467600"/>
              <a:gd name="connsiteY477" fmla="*/ 5156971 h 6858000"/>
              <a:gd name="connsiteX478" fmla="*/ 1827118 w 7467600"/>
              <a:gd name="connsiteY478" fmla="*/ 4968410 h 6858000"/>
              <a:gd name="connsiteX479" fmla="*/ 1837349 w 7467600"/>
              <a:gd name="connsiteY479" fmla="*/ 4956357 h 6858000"/>
              <a:gd name="connsiteX480" fmla="*/ 2162835 w 7467600"/>
              <a:gd name="connsiteY480" fmla="*/ 5187853 h 6858000"/>
              <a:gd name="connsiteX481" fmla="*/ 2257167 w 7467600"/>
              <a:gd name="connsiteY481" fmla="*/ 5462123 h 6858000"/>
              <a:gd name="connsiteX482" fmla="*/ 2261598 w 7467600"/>
              <a:gd name="connsiteY482" fmla="*/ 5467998 h 6858000"/>
              <a:gd name="connsiteX483" fmla="*/ 2437177 w 7467600"/>
              <a:gd name="connsiteY483" fmla="*/ 5479608 h 6858000"/>
              <a:gd name="connsiteX484" fmla="*/ 2445247 w 7467600"/>
              <a:gd name="connsiteY484" fmla="*/ 5483476 h 6858000"/>
              <a:gd name="connsiteX485" fmla="*/ 2743626 w 7467600"/>
              <a:gd name="connsiteY485" fmla="*/ 5304819 h 6858000"/>
              <a:gd name="connsiteX486" fmla="*/ 3048102 w 7467600"/>
              <a:gd name="connsiteY486" fmla="*/ 5150595 h 6858000"/>
              <a:gd name="connsiteX487" fmla="*/ 1799414 w 7467600"/>
              <a:gd name="connsiteY487" fmla="*/ 4694732 h 6858000"/>
              <a:gd name="connsiteX488" fmla="*/ 1771735 w 7467600"/>
              <a:gd name="connsiteY488" fmla="*/ 4619929 h 6858000"/>
              <a:gd name="connsiteX489" fmla="*/ 3104273 w 7467600"/>
              <a:gd name="connsiteY489" fmla="*/ 5076159 h 6858000"/>
              <a:gd name="connsiteX490" fmla="*/ 3113245 w 7467600"/>
              <a:gd name="connsiteY490" fmla="*/ 5090705 h 6858000"/>
              <a:gd name="connsiteX491" fmla="*/ 3126294 w 7467600"/>
              <a:gd name="connsiteY491" fmla="*/ 5114400 h 6858000"/>
              <a:gd name="connsiteX492" fmla="*/ 3937433 w 7467600"/>
              <a:gd name="connsiteY492" fmla="*/ 4830473 h 6858000"/>
              <a:gd name="connsiteX493" fmla="*/ 3590475 w 7467600"/>
              <a:gd name="connsiteY493" fmla="*/ 4597974 h 6858000"/>
              <a:gd name="connsiteX494" fmla="*/ 3100264 w 7467600"/>
              <a:gd name="connsiteY494" fmla="*/ 4579845 h 6858000"/>
              <a:gd name="connsiteX495" fmla="*/ 2183576 w 7467600"/>
              <a:gd name="connsiteY495" fmla="*/ 4227150 h 6858000"/>
              <a:gd name="connsiteX496" fmla="*/ 2151029 w 7467600"/>
              <a:gd name="connsiteY496" fmla="*/ 4146947 h 6858000"/>
              <a:gd name="connsiteX497" fmla="*/ 3563434 w 7467600"/>
              <a:gd name="connsiteY497" fmla="*/ 4469115 h 6858000"/>
              <a:gd name="connsiteX498" fmla="*/ 3177952 w 7467600"/>
              <a:gd name="connsiteY498" fmla="*/ 3657386 h 6858000"/>
              <a:gd name="connsiteX499" fmla="*/ 3189263 w 7467600"/>
              <a:gd name="connsiteY499" fmla="*/ 3625726 h 6858000"/>
              <a:gd name="connsiteX500" fmla="*/ 3560912 w 7467600"/>
              <a:gd name="connsiteY500" fmla="*/ 4079863 h 6858000"/>
              <a:gd name="connsiteX501" fmla="*/ 3626636 w 7467600"/>
              <a:gd name="connsiteY501" fmla="*/ 4512230 h 6858000"/>
              <a:gd name="connsiteX502" fmla="*/ 3653088 w 7467600"/>
              <a:gd name="connsiteY502" fmla="*/ 4521417 h 6858000"/>
              <a:gd name="connsiteX503" fmla="*/ 3988128 w 7467600"/>
              <a:gd name="connsiteY503" fmla="*/ 4817267 h 6858000"/>
              <a:gd name="connsiteX504" fmla="*/ 4830582 w 7467600"/>
              <a:gd name="connsiteY504" fmla="*/ 4676000 h 6858000"/>
              <a:gd name="connsiteX505" fmla="*/ 4830100 w 7467600"/>
              <a:gd name="connsiteY505" fmla="*/ 4675554 h 6858000"/>
              <a:gd name="connsiteX506" fmla="*/ 4036318 w 7467600"/>
              <a:gd name="connsiteY506" fmla="*/ 4147013 h 6858000"/>
              <a:gd name="connsiteX507" fmla="*/ 3432098 w 7467600"/>
              <a:gd name="connsiteY507" fmla="*/ 3537312 h 6858000"/>
              <a:gd name="connsiteX508" fmla="*/ 3446761 w 7467600"/>
              <a:gd name="connsiteY508" fmla="*/ 3461278 h 6858000"/>
              <a:gd name="connsiteX509" fmla="*/ 4419733 w 7467600"/>
              <a:gd name="connsiteY509" fmla="*/ 3963555 h 6858000"/>
              <a:gd name="connsiteX510" fmla="*/ 4781371 w 7467600"/>
              <a:gd name="connsiteY510" fmla="*/ 4458604 h 6858000"/>
              <a:gd name="connsiteX511" fmla="*/ 4780440 w 7467600"/>
              <a:gd name="connsiteY511" fmla="*/ 4470290 h 6858000"/>
              <a:gd name="connsiteX512" fmla="*/ 4898954 w 7467600"/>
              <a:gd name="connsiteY512" fmla="*/ 4662092 h 6858000"/>
              <a:gd name="connsiteX513" fmla="*/ 4900699 w 7467600"/>
              <a:gd name="connsiteY513" fmla="*/ 4670867 h 6858000"/>
              <a:gd name="connsiteX514" fmla="*/ 5714511 w 7467600"/>
              <a:gd name="connsiteY514" fmla="*/ 4663483 h 6858000"/>
              <a:gd name="connsiteX515" fmla="*/ 5464793 w 7467600"/>
              <a:gd name="connsiteY515" fmla="*/ 4393556 h 6858000"/>
              <a:gd name="connsiteX516" fmla="*/ 5461897 w 7467600"/>
              <a:gd name="connsiteY516" fmla="*/ 4390879 h 6858000"/>
              <a:gd name="connsiteX517" fmla="*/ 4294126 w 7467600"/>
              <a:gd name="connsiteY517" fmla="*/ 3303048 h 6858000"/>
              <a:gd name="connsiteX518" fmla="*/ 4305321 w 7467600"/>
              <a:gd name="connsiteY518" fmla="*/ 3256953 h 6858000"/>
              <a:gd name="connsiteX519" fmla="*/ 4949299 w 7467600"/>
              <a:gd name="connsiteY519" fmla="*/ 3766336 h 6858000"/>
              <a:gd name="connsiteX520" fmla="*/ 5291452 w 7467600"/>
              <a:gd name="connsiteY520" fmla="*/ 4076801 h 6858000"/>
              <a:gd name="connsiteX521" fmla="*/ 5434998 w 7467600"/>
              <a:gd name="connsiteY521" fmla="*/ 4254100 h 6858000"/>
              <a:gd name="connsiteX522" fmla="*/ 5351015 w 7467600"/>
              <a:gd name="connsiteY522" fmla="*/ 3760989 h 6858000"/>
              <a:gd name="connsiteX523" fmla="*/ 5413780 w 7467600"/>
              <a:gd name="connsiteY523" fmla="*/ 2966265 h 6858000"/>
              <a:gd name="connsiteX524" fmla="*/ 5425627 w 7467600"/>
              <a:gd name="connsiteY524" fmla="*/ 2954192 h 6858000"/>
              <a:gd name="connsiteX525" fmla="*/ 6604735 w 7467600"/>
              <a:gd name="connsiteY525" fmla="*/ 2041381 h 6858000"/>
              <a:gd name="connsiteX526" fmla="*/ 7204487 w 7467600"/>
              <a:gd name="connsiteY526" fmla="*/ 2742112 h 6858000"/>
              <a:gd name="connsiteX527" fmla="*/ 7131592 w 7467600"/>
              <a:gd name="connsiteY527" fmla="*/ 2672096 h 6858000"/>
              <a:gd name="connsiteX528" fmla="*/ 6996344 w 7467600"/>
              <a:gd name="connsiteY528" fmla="*/ 2518310 h 6858000"/>
              <a:gd name="connsiteX529" fmla="*/ 6735495 w 7467600"/>
              <a:gd name="connsiteY529" fmla="*/ 2196890 h 6858000"/>
              <a:gd name="connsiteX530" fmla="*/ 6721901 w 7467600"/>
              <a:gd name="connsiteY530" fmla="*/ 2179274 h 6858000"/>
              <a:gd name="connsiteX531" fmla="*/ 6604735 w 7467600"/>
              <a:gd name="connsiteY531" fmla="*/ 2041381 h 6858000"/>
              <a:gd name="connsiteX532" fmla="*/ 6591670 w 7467600"/>
              <a:gd name="connsiteY532" fmla="*/ 1988277 h 6858000"/>
              <a:gd name="connsiteX533" fmla="*/ 6747349 w 7467600"/>
              <a:gd name="connsiteY533" fmla="*/ 2160069 h 6858000"/>
              <a:gd name="connsiteX534" fmla="*/ 6760943 w 7467600"/>
              <a:gd name="connsiteY534" fmla="*/ 2177686 h 6858000"/>
              <a:gd name="connsiteX535" fmla="*/ 7021065 w 7467600"/>
              <a:gd name="connsiteY535" fmla="*/ 2498102 h 6858000"/>
              <a:gd name="connsiteX536" fmla="*/ 7155223 w 7467600"/>
              <a:gd name="connsiteY536" fmla="*/ 2650386 h 6858000"/>
              <a:gd name="connsiteX537" fmla="*/ 7203167 w 7467600"/>
              <a:gd name="connsiteY537" fmla="*/ 2697288 h 6858000"/>
              <a:gd name="connsiteX538" fmla="*/ 6937703 w 7467600"/>
              <a:gd name="connsiteY538" fmla="*/ 2321981 h 6858000"/>
              <a:gd name="connsiteX539" fmla="*/ 6591670 w 7467600"/>
              <a:gd name="connsiteY539" fmla="*/ 1988277 h 6858000"/>
              <a:gd name="connsiteX540" fmla="*/ 5798671 w 7467600"/>
              <a:gd name="connsiteY540" fmla="*/ 1981601 h 6858000"/>
              <a:gd name="connsiteX541" fmla="*/ 5754709 w 7467600"/>
              <a:gd name="connsiteY541" fmla="*/ 2071454 h 6858000"/>
              <a:gd name="connsiteX542" fmla="*/ 5763044 w 7467600"/>
              <a:gd name="connsiteY542" fmla="*/ 2842206 h 6858000"/>
              <a:gd name="connsiteX543" fmla="*/ 5764974 w 7467600"/>
              <a:gd name="connsiteY543" fmla="*/ 2799609 h 6858000"/>
              <a:gd name="connsiteX544" fmla="*/ 5767665 w 7467600"/>
              <a:gd name="connsiteY544" fmla="*/ 2666409 h 6858000"/>
              <a:gd name="connsiteX545" fmla="*/ 5763055 w 7467600"/>
              <a:gd name="connsiteY545" fmla="*/ 2579705 h 6858000"/>
              <a:gd name="connsiteX546" fmla="*/ 5758079 w 7467600"/>
              <a:gd name="connsiteY546" fmla="*/ 2492508 h 6858000"/>
              <a:gd name="connsiteX547" fmla="*/ 5779325 w 7467600"/>
              <a:gd name="connsiteY547" fmla="*/ 2197069 h 6858000"/>
              <a:gd name="connsiteX548" fmla="*/ 5798671 w 7467600"/>
              <a:gd name="connsiteY548" fmla="*/ 1981601 h 6858000"/>
              <a:gd name="connsiteX549" fmla="*/ 5829202 w 7467600"/>
              <a:gd name="connsiteY549" fmla="*/ 1971679 h 6858000"/>
              <a:gd name="connsiteX550" fmla="*/ 5809558 w 7467600"/>
              <a:gd name="connsiteY550" fmla="*/ 2198043 h 6858000"/>
              <a:gd name="connsiteX551" fmla="*/ 5788653 w 7467600"/>
              <a:gd name="connsiteY551" fmla="*/ 2489430 h 6858000"/>
              <a:gd name="connsiteX552" fmla="*/ 5793439 w 7467600"/>
              <a:gd name="connsiteY552" fmla="*/ 2575235 h 6858000"/>
              <a:gd name="connsiteX553" fmla="*/ 5796837 w 7467600"/>
              <a:gd name="connsiteY553" fmla="*/ 2637633 h 6858000"/>
              <a:gd name="connsiteX554" fmla="*/ 5818614 w 7467600"/>
              <a:gd name="connsiteY554" fmla="*/ 2473055 h 6858000"/>
              <a:gd name="connsiteX555" fmla="*/ 5829202 w 7467600"/>
              <a:gd name="connsiteY555" fmla="*/ 1971679 h 6858000"/>
              <a:gd name="connsiteX556" fmla="*/ 5911389 w 7467600"/>
              <a:gd name="connsiteY556" fmla="*/ 1898371 h 6858000"/>
              <a:gd name="connsiteX557" fmla="*/ 6237627 w 7467600"/>
              <a:gd name="connsiteY557" fmla="*/ 2231921 h 6858000"/>
              <a:gd name="connsiteX558" fmla="*/ 5911389 w 7467600"/>
              <a:gd name="connsiteY558" fmla="*/ 1898371 h 6858000"/>
              <a:gd name="connsiteX559" fmla="*/ 6944437 w 7467600"/>
              <a:gd name="connsiteY559" fmla="*/ 1575402 h 6858000"/>
              <a:gd name="connsiteX560" fmla="*/ 6304730 w 7467600"/>
              <a:gd name="connsiteY560" fmla="*/ 1766654 h 6858000"/>
              <a:gd name="connsiteX561" fmla="*/ 6944437 w 7467600"/>
              <a:gd name="connsiteY561" fmla="*/ 1575402 h 6858000"/>
              <a:gd name="connsiteX562" fmla="*/ 7019523 w 7467600"/>
              <a:gd name="connsiteY562" fmla="*/ 1519450 h 6858000"/>
              <a:gd name="connsiteX563" fmla="*/ 6298091 w 7467600"/>
              <a:gd name="connsiteY563" fmla="*/ 1737122 h 6858000"/>
              <a:gd name="connsiteX564" fmla="*/ 7019523 w 7467600"/>
              <a:gd name="connsiteY564" fmla="*/ 1519450 h 6858000"/>
              <a:gd name="connsiteX565" fmla="*/ 2399523 w 7467600"/>
              <a:gd name="connsiteY565" fmla="*/ 1428234 h 6858000"/>
              <a:gd name="connsiteX566" fmla="*/ 2224982 w 7467600"/>
              <a:gd name="connsiteY566" fmla="*/ 1826201 h 6858000"/>
              <a:gd name="connsiteX567" fmla="*/ 2096099 w 7467600"/>
              <a:gd name="connsiteY567" fmla="*/ 2345900 h 6858000"/>
              <a:gd name="connsiteX568" fmla="*/ 2283317 w 7467600"/>
              <a:gd name="connsiteY568" fmla="*/ 1796925 h 6858000"/>
              <a:gd name="connsiteX569" fmla="*/ 2399523 w 7467600"/>
              <a:gd name="connsiteY569" fmla="*/ 1428234 h 6858000"/>
              <a:gd name="connsiteX570" fmla="*/ 2448558 w 7467600"/>
              <a:gd name="connsiteY570" fmla="*/ 1373435 h 6858000"/>
              <a:gd name="connsiteX571" fmla="*/ 2312521 w 7467600"/>
              <a:gd name="connsiteY571" fmla="*/ 1806140 h 6858000"/>
              <a:gd name="connsiteX572" fmla="*/ 2127533 w 7467600"/>
              <a:gd name="connsiteY572" fmla="*/ 2348380 h 6858000"/>
              <a:gd name="connsiteX573" fmla="*/ 2358080 w 7467600"/>
              <a:gd name="connsiteY573" fmla="*/ 1866134 h 6858000"/>
              <a:gd name="connsiteX574" fmla="*/ 2407436 w 7467600"/>
              <a:gd name="connsiteY574" fmla="*/ 1651070 h 6858000"/>
              <a:gd name="connsiteX575" fmla="*/ 2448558 w 7467600"/>
              <a:gd name="connsiteY575" fmla="*/ 1373435 h 6858000"/>
              <a:gd name="connsiteX576" fmla="*/ 278707 w 7467600"/>
              <a:gd name="connsiteY576" fmla="*/ 1352270 h 6858000"/>
              <a:gd name="connsiteX577" fmla="*/ 321570 w 7467600"/>
              <a:gd name="connsiteY577" fmla="*/ 1861610 h 6858000"/>
              <a:gd name="connsiteX578" fmla="*/ 294281 w 7467600"/>
              <a:gd name="connsiteY578" fmla="*/ 1440658 h 6858000"/>
              <a:gd name="connsiteX579" fmla="*/ 278707 w 7467600"/>
              <a:gd name="connsiteY579" fmla="*/ 1352270 h 6858000"/>
              <a:gd name="connsiteX580" fmla="*/ 1423821 w 7467600"/>
              <a:gd name="connsiteY580" fmla="*/ 1351958 h 6858000"/>
              <a:gd name="connsiteX581" fmla="*/ 1638521 w 7467600"/>
              <a:gd name="connsiteY581" fmla="*/ 1908470 h 6858000"/>
              <a:gd name="connsiteX582" fmla="*/ 1754199 w 7467600"/>
              <a:gd name="connsiteY582" fmla="*/ 2149284 h 6858000"/>
              <a:gd name="connsiteX583" fmla="*/ 1908359 w 7467600"/>
              <a:gd name="connsiteY583" fmla="*/ 2364988 h 6858000"/>
              <a:gd name="connsiteX584" fmla="*/ 1647661 w 7467600"/>
              <a:gd name="connsiteY584" fmla="*/ 1825945 h 6858000"/>
              <a:gd name="connsiteX585" fmla="*/ 1423821 w 7467600"/>
              <a:gd name="connsiteY585" fmla="*/ 1351958 h 6858000"/>
              <a:gd name="connsiteX586" fmla="*/ 1431890 w 7467600"/>
              <a:gd name="connsiteY586" fmla="*/ 1306475 h 6858000"/>
              <a:gd name="connsiteX587" fmla="*/ 1507597 w 7467600"/>
              <a:gd name="connsiteY587" fmla="*/ 1446132 h 6858000"/>
              <a:gd name="connsiteX588" fmla="*/ 1674586 w 7467600"/>
              <a:gd name="connsiteY588" fmla="*/ 1813832 h 6858000"/>
              <a:gd name="connsiteX589" fmla="*/ 1815950 w 7467600"/>
              <a:gd name="connsiteY589" fmla="*/ 2128564 h 6858000"/>
              <a:gd name="connsiteX590" fmla="*/ 1984242 w 7467600"/>
              <a:gd name="connsiteY590" fmla="*/ 2430829 h 6858000"/>
              <a:gd name="connsiteX591" fmla="*/ 2014023 w 7467600"/>
              <a:gd name="connsiteY591" fmla="*/ 2450995 h 6858000"/>
              <a:gd name="connsiteX592" fmla="*/ 1747337 w 7467600"/>
              <a:gd name="connsiteY592" fmla="*/ 1855264 h 6858000"/>
              <a:gd name="connsiteX593" fmla="*/ 1533749 w 7467600"/>
              <a:gd name="connsiteY593" fmla="*/ 1478656 h 6858000"/>
              <a:gd name="connsiteX594" fmla="*/ 1431890 w 7467600"/>
              <a:gd name="connsiteY594" fmla="*/ 1306475 h 6858000"/>
              <a:gd name="connsiteX595" fmla="*/ 5052692 w 7467600"/>
              <a:gd name="connsiteY595" fmla="*/ 1292994 h 6858000"/>
              <a:gd name="connsiteX596" fmla="*/ 5200661 w 7467600"/>
              <a:gd name="connsiteY596" fmla="*/ 1635186 h 6858000"/>
              <a:gd name="connsiteX597" fmla="*/ 5297138 w 7467600"/>
              <a:gd name="connsiteY597" fmla="*/ 1906351 h 6858000"/>
              <a:gd name="connsiteX598" fmla="*/ 5052692 w 7467600"/>
              <a:gd name="connsiteY598" fmla="*/ 1292994 h 6858000"/>
              <a:gd name="connsiteX599" fmla="*/ 5009948 w 7467600"/>
              <a:gd name="connsiteY599" fmla="*/ 1273619 h 6858000"/>
              <a:gd name="connsiteX600" fmla="*/ 5121777 w 7467600"/>
              <a:gd name="connsiteY600" fmla="*/ 1654213 h 6858000"/>
              <a:gd name="connsiteX601" fmla="*/ 5293545 w 7467600"/>
              <a:gd name="connsiteY601" fmla="*/ 2072247 h 6858000"/>
              <a:gd name="connsiteX602" fmla="*/ 5294042 w 7467600"/>
              <a:gd name="connsiteY602" fmla="*/ 2065019 h 6858000"/>
              <a:gd name="connsiteX603" fmla="*/ 5171936 w 7467600"/>
              <a:gd name="connsiteY603" fmla="*/ 1647613 h 6858000"/>
              <a:gd name="connsiteX604" fmla="*/ 5009948 w 7467600"/>
              <a:gd name="connsiteY604" fmla="*/ 1273619 h 6858000"/>
              <a:gd name="connsiteX605" fmla="*/ 655236 w 7467600"/>
              <a:gd name="connsiteY605" fmla="*/ 1268632 h 6858000"/>
              <a:gd name="connsiteX606" fmla="*/ 839521 w 7467600"/>
              <a:gd name="connsiteY606" fmla="*/ 1685315 h 6858000"/>
              <a:gd name="connsiteX607" fmla="*/ 1109416 w 7467600"/>
              <a:gd name="connsiteY607" fmla="*/ 2061663 h 6858000"/>
              <a:gd name="connsiteX608" fmla="*/ 1298300 w 7467600"/>
              <a:gd name="connsiteY608" fmla="*/ 2247742 h 6858000"/>
              <a:gd name="connsiteX609" fmla="*/ 1125871 w 7467600"/>
              <a:gd name="connsiteY609" fmla="*/ 1989513 h 6858000"/>
              <a:gd name="connsiteX610" fmla="*/ 981574 w 7467600"/>
              <a:gd name="connsiteY610" fmla="*/ 1783157 h 6858000"/>
              <a:gd name="connsiteX611" fmla="*/ 922198 w 7467600"/>
              <a:gd name="connsiteY611" fmla="*/ 1677437 h 6858000"/>
              <a:gd name="connsiteX612" fmla="*/ 869293 w 7467600"/>
              <a:gd name="connsiteY612" fmla="*/ 1583214 h 6858000"/>
              <a:gd name="connsiteX613" fmla="*/ 751431 w 7467600"/>
              <a:gd name="connsiteY613" fmla="*/ 1405731 h 6858000"/>
              <a:gd name="connsiteX614" fmla="*/ 655236 w 7467600"/>
              <a:gd name="connsiteY614" fmla="*/ 1268632 h 6858000"/>
              <a:gd name="connsiteX615" fmla="*/ 6516292 w 7467600"/>
              <a:gd name="connsiteY615" fmla="*/ 1263064 h 6858000"/>
              <a:gd name="connsiteX616" fmla="*/ 5736320 w 7467600"/>
              <a:gd name="connsiteY616" fmla="*/ 1501803 h 6858000"/>
              <a:gd name="connsiteX617" fmla="*/ 6516292 w 7467600"/>
              <a:gd name="connsiteY617" fmla="*/ 1263064 h 6858000"/>
              <a:gd name="connsiteX618" fmla="*/ 291466 w 7467600"/>
              <a:gd name="connsiteY618" fmla="*/ 1250369 h 6858000"/>
              <a:gd name="connsiteX619" fmla="*/ 323180 w 7467600"/>
              <a:gd name="connsiteY619" fmla="*/ 1435283 h 6858000"/>
              <a:gd name="connsiteX620" fmla="*/ 349381 w 7467600"/>
              <a:gd name="connsiteY620" fmla="*/ 1875041 h 6858000"/>
              <a:gd name="connsiteX621" fmla="*/ 374363 w 7467600"/>
              <a:gd name="connsiteY621" fmla="*/ 1506494 h 6858000"/>
              <a:gd name="connsiteX622" fmla="*/ 302168 w 7467600"/>
              <a:gd name="connsiteY622" fmla="*/ 1274495 h 6858000"/>
              <a:gd name="connsiteX623" fmla="*/ 291466 w 7467600"/>
              <a:gd name="connsiteY623" fmla="*/ 1250369 h 6858000"/>
              <a:gd name="connsiteX624" fmla="*/ 678222 w 7467600"/>
              <a:gd name="connsiteY624" fmla="*/ 1248670 h 6858000"/>
              <a:gd name="connsiteX625" fmla="*/ 775536 w 7467600"/>
              <a:gd name="connsiteY625" fmla="*/ 1388015 h 6858000"/>
              <a:gd name="connsiteX626" fmla="*/ 894529 w 7467600"/>
              <a:gd name="connsiteY626" fmla="*/ 1567739 h 6858000"/>
              <a:gd name="connsiteX627" fmla="*/ 948000 w 7467600"/>
              <a:gd name="connsiteY627" fmla="*/ 1663088 h 6858000"/>
              <a:gd name="connsiteX628" fmla="*/ 1006812 w 7467600"/>
              <a:gd name="connsiteY628" fmla="*/ 1767683 h 6858000"/>
              <a:gd name="connsiteX629" fmla="*/ 1149133 w 7467600"/>
              <a:gd name="connsiteY629" fmla="*/ 1971513 h 6858000"/>
              <a:gd name="connsiteX630" fmla="*/ 1333952 w 7467600"/>
              <a:gd name="connsiteY630" fmla="*/ 2251620 h 6858000"/>
              <a:gd name="connsiteX631" fmla="*/ 1337329 w 7467600"/>
              <a:gd name="connsiteY631" fmla="*/ 2258350 h 6858000"/>
              <a:gd name="connsiteX632" fmla="*/ 1014726 w 7467600"/>
              <a:gd name="connsiteY632" fmla="*/ 1615556 h 6858000"/>
              <a:gd name="connsiteX633" fmla="*/ 678222 w 7467600"/>
              <a:gd name="connsiteY633" fmla="*/ 1248670 h 6858000"/>
              <a:gd name="connsiteX634" fmla="*/ 6691602 w 7467600"/>
              <a:gd name="connsiteY634" fmla="*/ 1140573 h 6858000"/>
              <a:gd name="connsiteX635" fmla="*/ 6571100 w 7467600"/>
              <a:gd name="connsiteY635" fmla="*/ 1183662 h 6858000"/>
              <a:gd name="connsiteX636" fmla="*/ 6241687 w 7467600"/>
              <a:gd name="connsiteY636" fmla="*/ 1257600 h 6858000"/>
              <a:gd name="connsiteX637" fmla="*/ 5693009 w 7467600"/>
              <a:gd name="connsiteY637" fmla="*/ 1478256 h 6858000"/>
              <a:gd name="connsiteX638" fmla="*/ 6548420 w 7467600"/>
              <a:gd name="connsiteY638" fmla="*/ 1214599 h 6858000"/>
              <a:gd name="connsiteX639" fmla="*/ 6605473 w 7467600"/>
              <a:gd name="connsiteY639" fmla="*/ 1184686 h 6858000"/>
              <a:gd name="connsiteX640" fmla="*/ 6691602 w 7467600"/>
              <a:gd name="connsiteY640" fmla="*/ 1140573 h 6858000"/>
              <a:gd name="connsiteX641" fmla="*/ 4002475 w 7467600"/>
              <a:gd name="connsiteY641" fmla="*/ 1037802 h 6858000"/>
              <a:gd name="connsiteX642" fmla="*/ 4000324 w 7467600"/>
              <a:gd name="connsiteY642" fmla="*/ 1039362 h 6858000"/>
              <a:gd name="connsiteX643" fmla="*/ 4002862 w 7467600"/>
              <a:gd name="connsiteY643" fmla="*/ 1042866 h 6858000"/>
              <a:gd name="connsiteX644" fmla="*/ 4002475 w 7467600"/>
              <a:gd name="connsiteY644" fmla="*/ 1037802 h 6858000"/>
              <a:gd name="connsiteX645" fmla="*/ 506322 w 7467600"/>
              <a:gd name="connsiteY645" fmla="*/ 1020997 h 6858000"/>
              <a:gd name="connsiteX646" fmla="*/ 533068 w 7467600"/>
              <a:gd name="connsiteY646" fmla="*/ 1029409 h 6858000"/>
              <a:gd name="connsiteX647" fmla="*/ 1232525 w 7467600"/>
              <a:gd name="connsiteY647" fmla="*/ 1804675 h 6858000"/>
              <a:gd name="connsiteX648" fmla="*/ 1388858 w 7467600"/>
              <a:gd name="connsiteY648" fmla="*/ 2368011 h 6858000"/>
              <a:gd name="connsiteX649" fmla="*/ 1384098 w 7467600"/>
              <a:gd name="connsiteY649" fmla="*/ 2378125 h 6858000"/>
              <a:gd name="connsiteX650" fmla="*/ 1425393 w 7467600"/>
              <a:gd name="connsiteY650" fmla="*/ 2589124 h 6858000"/>
              <a:gd name="connsiteX651" fmla="*/ 1424001 w 7467600"/>
              <a:gd name="connsiteY651" fmla="*/ 2597541 h 6858000"/>
              <a:gd name="connsiteX652" fmla="*/ 2152729 w 7467600"/>
              <a:gd name="connsiteY652" fmla="*/ 2864487 h 6858000"/>
              <a:gd name="connsiteX653" fmla="*/ 2020609 w 7467600"/>
              <a:gd name="connsiteY653" fmla="*/ 2539671 h 6858000"/>
              <a:gd name="connsiteX654" fmla="*/ 2018920 w 7467600"/>
              <a:gd name="connsiteY654" fmla="*/ 2536309 h 6858000"/>
              <a:gd name="connsiteX655" fmla="*/ 1342441 w 7467600"/>
              <a:gd name="connsiteY655" fmla="*/ 1173017 h 6858000"/>
              <a:gd name="connsiteX656" fmla="*/ 1367925 w 7467600"/>
              <a:gd name="connsiteY656" fmla="*/ 1135648 h 6858000"/>
              <a:gd name="connsiteX657" fmla="*/ 1771401 w 7467600"/>
              <a:gd name="connsiteY657" fmla="*/ 1806673 h 6858000"/>
              <a:gd name="connsiteX658" fmla="*/ 1972385 w 7467600"/>
              <a:gd name="connsiteY658" fmla="*/ 2198735 h 6858000"/>
              <a:gd name="connsiteX659" fmla="*/ 2040892 w 7467600"/>
              <a:gd name="connsiteY659" fmla="*/ 2405205 h 6858000"/>
              <a:gd name="connsiteX660" fmla="*/ 2131689 w 7467600"/>
              <a:gd name="connsiteY660" fmla="*/ 1936926 h 6858000"/>
              <a:gd name="connsiteX661" fmla="*/ 2454820 w 7467600"/>
              <a:gd name="connsiteY661" fmla="*/ 1248808 h 6858000"/>
              <a:gd name="connsiteX662" fmla="*/ 2492512 w 7467600"/>
              <a:gd name="connsiteY662" fmla="*/ 1302920 h 6858000"/>
              <a:gd name="connsiteX663" fmla="*/ 2081216 w 7467600"/>
              <a:gd name="connsiteY663" fmla="*/ 2527513 h 6858000"/>
              <a:gd name="connsiteX664" fmla="*/ 2081211 w 7467600"/>
              <a:gd name="connsiteY664" fmla="*/ 2528916 h 6858000"/>
              <a:gd name="connsiteX665" fmla="*/ 2199067 w 7467600"/>
              <a:gd name="connsiteY665" fmla="*/ 2884061 h 6858000"/>
              <a:gd name="connsiteX666" fmla="*/ 3192586 w 7467600"/>
              <a:gd name="connsiteY666" fmla="*/ 3411496 h 6858000"/>
              <a:gd name="connsiteX667" fmla="*/ 3182620 w 7467600"/>
              <a:gd name="connsiteY667" fmla="*/ 3483279 h 6858000"/>
              <a:gd name="connsiteX668" fmla="*/ 2435119 w 7467600"/>
              <a:gd name="connsiteY668" fmla="*/ 3080173 h 6858000"/>
              <a:gd name="connsiteX669" fmla="*/ 2410152 w 7467600"/>
              <a:gd name="connsiteY669" fmla="*/ 3063751 h 6858000"/>
              <a:gd name="connsiteX670" fmla="*/ 2408099 w 7467600"/>
              <a:gd name="connsiteY670" fmla="*/ 3064403 h 6858000"/>
              <a:gd name="connsiteX671" fmla="*/ 2407218 w 7467600"/>
              <a:gd name="connsiteY671" fmla="*/ 3070324 h 6858000"/>
              <a:gd name="connsiteX672" fmla="*/ 2380138 w 7467600"/>
              <a:gd name="connsiteY672" fmla="*/ 3099341 h 6858000"/>
              <a:gd name="connsiteX673" fmla="*/ 1765923 w 7467600"/>
              <a:gd name="connsiteY673" fmla="*/ 3581043 h 6858000"/>
              <a:gd name="connsiteX674" fmla="*/ 1702258 w 7467600"/>
              <a:gd name="connsiteY674" fmla="*/ 3612286 h 6858000"/>
              <a:gd name="connsiteX675" fmla="*/ 1538370 w 7467600"/>
              <a:gd name="connsiteY675" fmla="*/ 3811804 h 6858000"/>
              <a:gd name="connsiteX676" fmla="*/ 542867 w 7467600"/>
              <a:gd name="connsiteY676" fmla="*/ 4944092 h 6858000"/>
              <a:gd name="connsiteX677" fmla="*/ 515800 w 7467600"/>
              <a:gd name="connsiteY677" fmla="*/ 4862180 h 6858000"/>
              <a:gd name="connsiteX678" fmla="*/ 909145 w 7467600"/>
              <a:gd name="connsiteY678" fmla="*/ 4199225 h 6858000"/>
              <a:gd name="connsiteX679" fmla="*/ 1214067 w 7467600"/>
              <a:gd name="connsiteY679" fmla="*/ 3908561 h 6858000"/>
              <a:gd name="connsiteX680" fmla="*/ 640967 w 7467600"/>
              <a:gd name="connsiteY680" fmla="*/ 4105601 h 6858000"/>
              <a:gd name="connsiteX681" fmla="*/ 112563 w 7467600"/>
              <a:gd name="connsiteY681" fmla="*/ 4396952 h 6858000"/>
              <a:gd name="connsiteX682" fmla="*/ 0 w 7467600"/>
              <a:gd name="connsiteY682" fmla="*/ 4466006 h 6858000"/>
              <a:gd name="connsiteX683" fmla="*/ 0 w 7467600"/>
              <a:gd name="connsiteY683" fmla="*/ 4233763 h 6858000"/>
              <a:gd name="connsiteX684" fmla="*/ 36881 w 7467600"/>
              <a:gd name="connsiteY684" fmla="*/ 4200118 h 6858000"/>
              <a:gd name="connsiteX685" fmla="*/ 910534 w 7467600"/>
              <a:gd name="connsiteY685" fmla="*/ 3629753 h 6858000"/>
              <a:gd name="connsiteX686" fmla="*/ 1578717 w 7467600"/>
              <a:gd name="connsiteY686" fmla="*/ 3575982 h 6858000"/>
              <a:gd name="connsiteX687" fmla="*/ 2338780 w 7467600"/>
              <a:gd name="connsiteY687" fmla="*/ 3033725 h 6858000"/>
              <a:gd name="connsiteX688" fmla="*/ 1807991 w 7467600"/>
              <a:gd name="connsiteY688" fmla="*/ 2807184 h 6858000"/>
              <a:gd name="connsiteX689" fmla="*/ 1416358 w 7467600"/>
              <a:gd name="connsiteY689" fmla="*/ 3112571 h 6858000"/>
              <a:gd name="connsiteX690" fmla="*/ 939066 w 7467600"/>
              <a:gd name="connsiteY690" fmla="*/ 3378798 h 6858000"/>
              <a:gd name="connsiteX691" fmla="*/ 115099 w 7467600"/>
              <a:gd name="connsiteY691" fmla="*/ 3607650 h 6858000"/>
              <a:gd name="connsiteX692" fmla="*/ 97284 w 7467600"/>
              <a:gd name="connsiteY692" fmla="*/ 3520393 h 6858000"/>
              <a:gd name="connsiteX693" fmla="*/ 922050 w 7467600"/>
              <a:gd name="connsiteY693" fmla="*/ 3074867 h 6858000"/>
              <a:gd name="connsiteX694" fmla="*/ 1405265 w 7467600"/>
              <a:gd name="connsiteY694" fmla="*/ 3016319 h 6858000"/>
              <a:gd name="connsiteX695" fmla="*/ 1407512 w 7467600"/>
              <a:gd name="connsiteY695" fmla="*/ 3018001 h 6858000"/>
              <a:gd name="connsiteX696" fmla="*/ 1726266 w 7467600"/>
              <a:gd name="connsiteY696" fmla="*/ 2777274 h 6858000"/>
              <a:gd name="connsiteX697" fmla="*/ 625390 w 7467600"/>
              <a:gd name="connsiteY697" fmla="*/ 2514541 h 6858000"/>
              <a:gd name="connsiteX698" fmla="*/ 619799 w 7467600"/>
              <a:gd name="connsiteY698" fmla="*/ 2527180 h 6858000"/>
              <a:gd name="connsiteX699" fmla="*/ 310030 w 7467600"/>
              <a:gd name="connsiteY699" fmla="*/ 2771818 h 6858000"/>
              <a:gd name="connsiteX700" fmla="*/ 173877 w 7467600"/>
              <a:gd name="connsiteY700" fmla="*/ 2937056 h 6858000"/>
              <a:gd name="connsiteX701" fmla="*/ 77889 w 7467600"/>
              <a:gd name="connsiteY701" fmla="*/ 3138440 h 6858000"/>
              <a:gd name="connsiteX702" fmla="*/ 0 w 7467600"/>
              <a:gd name="connsiteY702" fmla="*/ 3271395 h 6858000"/>
              <a:gd name="connsiteX703" fmla="*/ 0 w 7467600"/>
              <a:gd name="connsiteY703" fmla="*/ 3153002 h 6858000"/>
              <a:gd name="connsiteX704" fmla="*/ 2386 w 7467600"/>
              <a:gd name="connsiteY704" fmla="*/ 3149203 h 6858000"/>
              <a:gd name="connsiteX705" fmla="*/ 89753 w 7467600"/>
              <a:gd name="connsiteY705" fmla="*/ 2987702 h 6858000"/>
              <a:gd name="connsiteX706" fmla="*/ 76869 w 7467600"/>
              <a:gd name="connsiteY706" fmla="*/ 3005404 h 6858000"/>
              <a:gd name="connsiteX707" fmla="*/ 32049 w 7467600"/>
              <a:gd name="connsiteY707" fmla="*/ 3065814 h 6858000"/>
              <a:gd name="connsiteX708" fmla="*/ 0 w 7467600"/>
              <a:gd name="connsiteY708" fmla="*/ 3108744 h 6858000"/>
              <a:gd name="connsiteX709" fmla="*/ 0 w 7467600"/>
              <a:gd name="connsiteY709" fmla="*/ 3058059 h 6858000"/>
              <a:gd name="connsiteX710" fmla="*/ 7610 w 7467600"/>
              <a:gd name="connsiteY710" fmla="*/ 3047889 h 6858000"/>
              <a:gd name="connsiteX711" fmla="*/ 52419 w 7467600"/>
              <a:gd name="connsiteY711" fmla="*/ 2987479 h 6858000"/>
              <a:gd name="connsiteX712" fmla="*/ 59142 w 7467600"/>
              <a:gd name="connsiteY712" fmla="*/ 2978488 h 6858000"/>
              <a:gd name="connsiteX713" fmla="*/ 0 w 7467600"/>
              <a:gd name="connsiteY713" fmla="*/ 3015334 h 6858000"/>
              <a:gd name="connsiteX714" fmla="*/ 0 w 7467600"/>
              <a:gd name="connsiteY714" fmla="*/ 2914286 h 6858000"/>
              <a:gd name="connsiteX715" fmla="*/ 36383 w 7467600"/>
              <a:gd name="connsiteY715" fmla="*/ 2901128 h 6858000"/>
              <a:gd name="connsiteX716" fmla="*/ 156329 w 7467600"/>
              <a:gd name="connsiteY716" fmla="*/ 2840533 h 6858000"/>
              <a:gd name="connsiteX717" fmla="*/ 358355 w 7467600"/>
              <a:gd name="connsiteY717" fmla="*/ 2620471 h 6858000"/>
              <a:gd name="connsiteX718" fmla="*/ 510577 w 7467600"/>
              <a:gd name="connsiteY718" fmla="*/ 2501244 h 6858000"/>
              <a:gd name="connsiteX719" fmla="*/ 211967 w 7467600"/>
              <a:gd name="connsiteY719" fmla="*/ 2479171 h 6858000"/>
              <a:gd name="connsiteX720" fmla="*/ 0 w 7467600"/>
              <a:gd name="connsiteY720" fmla="*/ 2476398 h 6858000"/>
              <a:gd name="connsiteX721" fmla="*/ 0 w 7467600"/>
              <a:gd name="connsiteY721" fmla="*/ 2389189 h 6858000"/>
              <a:gd name="connsiteX722" fmla="*/ 103062 w 7467600"/>
              <a:gd name="connsiteY722" fmla="*/ 2389518 h 6858000"/>
              <a:gd name="connsiteX723" fmla="*/ 510734 w 7467600"/>
              <a:gd name="connsiteY723" fmla="*/ 2416201 h 6858000"/>
              <a:gd name="connsiteX724" fmla="*/ 279257 w 7467600"/>
              <a:gd name="connsiteY724" fmla="*/ 2092102 h 6858000"/>
              <a:gd name="connsiteX725" fmla="*/ 65265 w 7467600"/>
              <a:gd name="connsiteY725" fmla="*/ 2006049 h 6858000"/>
              <a:gd name="connsiteX726" fmla="*/ 0 w 7467600"/>
              <a:gd name="connsiteY726" fmla="*/ 1982532 h 6858000"/>
              <a:gd name="connsiteX727" fmla="*/ 0 w 7467600"/>
              <a:gd name="connsiteY727" fmla="*/ 1912789 h 6858000"/>
              <a:gd name="connsiteX728" fmla="*/ 97460 w 7467600"/>
              <a:gd name="connsiteY728" fmla="*/ 1953725 h 6858000"/>
              <a:gd name="connsiteX729" fmla="*/ 221272 w 7467600"/>
              <a:gd name="connsiteY729" fmla="*/ 1980766 h 6858000"/>
              <a:gd name="connsiteX730" fmla="*/ 116765 w 7467600"/>
              <a:gd name="connsiteY730" fmla="*/ 1911033 h 6858000"/>
              <a:gd name="connsiteX731" fmla="*/ 16405 w 7467600"/>
              <a:gd name="connsiteY731" fmla="*/ 1803412 h 6858000"/>
              <a:gd name="connsiteX732" fmla="*/ 0 w 7467600"/>
              <a:gd name="connsiteY732" fmla="*/ 1784777 h 6858000"/>
              <a:gd name="connsiteX733" fmla="*/ 0 w 7467600"/>
              <a:gd name="connsiteY733" fmla="*/ 1740082 h 6858000"/>
              <a:gd name="connsiteX734" fmla="*/ 39394 w 7467600"/>
              <a:gd name="connsiteY734" fmla="*/ 1784856 h 6858000"/>
              <a:gd name="connsiteX735" fmla="*/ 135813 w 7467600"/>
              <a:gd name="connsiteY735" fmla="*/ 1888838 h 6858000"/>
              <a:gd name="connsiteX736" fmla="*/ 242575 w 7467600"/>
              <a:gd name="connsiteY736" fmla="*/ 1958841 h 6858000"/>
              <a:gd name="connsiteX737" fmla="*/ 82197 w 7467600"/>
              <a:gd name="connsiteY737" fmla="*/ 1754826 h 6858000"/>
              <a:gd name="connsiteX738" fmla="*/ 0 w 7467600"/>
              <a:gd name="connsiteY738" fmla="*/ 1679650 h 6858000"/>
              <a:gd name="connsiteX739" fmla="*/ 0 w 7467600"/>
              <a:gd name="connsiteY739" fmla="*/ 1602463 h 6858000"/>
              <a:gd name="connsiteX740" fmla="*/ 84689 w 7467600"/>
              <a:gd name="connsiteY740" fmla="*/ 1677442 h 6858000"/>
              <a:gd name="connsiteX741" fmla="*/ 298437 w 7467600"/>
              <a:gd name="connsiteY741" fmla="*/ 1968019 h 6858000"/>
              <a:gd name="connsiteX742" fmla="*/ 227269 w 7467600"/>
              <a:gd name="connsiteY742" fmla="*/ 1114064 h 6858000"/>
              <a:gd name="connsiteX743" fmla="*/ 248003 w 7467600"/>
              <a:gd name="connsiteY743" fmla="*/ 1089613 h 6858000"/>
              <a:gd name="connsiteX744" fmla="*/ 427020 w 7467600"/>
              <a:gd name="connsiteY744" fmla="*/ 1619803 h 6858000"/>
              <a:gd name="connsiteX745" fmla="*/ 340345 w 7467600"/>
              <a:gd name="connsiteY745" fmla="*/ 2027739 h 6858000"/>
              <a:gd name="connsiteX746" fmla="*/ 360865 w 7467600"/>
              <a:gd name="connsiteY746" fmla="*/ 2044827 h 6858000"/>
              <a:gd name="connsiteX747" fmla="*/ 560414 w 7467600"/>
              <a:gd name="connsiteY747" fmla="*/ 2421457 h 6858000"/>
              <a:gd name="connsiteX748" fmla="*/ 1359703 w 7467600"/>
              <a:gd name="connsiteY748" fmla="*/ 2578554 h 6858000"/>
              <a:gd name="connsiteX749" fmla="*/ 1359422 w 7467600"/>
              <a:gd name="connsiteY749" fmla="*/ 2577994 h 6858000"/>
              <a:gd name="connsiteX750" fmla="*/ 828701 w 7467600"/>
              <a:gd name="connsiteY750" fmla="*/ 1839520 h 6858000"/>
              <a:gd name="connsiteX751" fmla="*/ 494427 w 7467600"/>
              <a:gd name="connsiteY751" fmla="*/ 1092333 h 6858000"/>
              <a:gd name="connsiteX752" fmla="*/ 506322 w 7467600"/>
              <a:gd name="connsiteY752" fmla="*/ 1020997 h 6858000"/>
              <a:gd name="connsiteX753" fmla="*/ 4570198 w 7467600"/>
              <a:gd name="connsiteY753" fmla="*/ 978081 h 6858000"/>
              <a:gd name="connsiteX754" fmla="*/ 4523691 w 7467600"/>
              <a:gd name="connsiteY754" fmla="*/ 1127776 h 6858000"/>
              <a:gd name="connsiteX755" fmla="*/ 4509875 w 7467600"/>
              <a:gd name="connsiteY755" fmla="*/ 1167552 h 6858000"/>
              <a:gd name="connsiteX756" fmla="*/ 4478168 w 7467600"/>
              <a:gd name="connsiteY756" fmla="*/ 1260735 h 6858000"/>
              <a:gd name="connsiteX757" fmla="*/ 4409309 w 7467600"/>
              <a:gd name="connsiteY757" fmla="*/ 1666996 h 6858000"/>
              <a:gd name="connsiteX758" fmla="*/ 4370031 w 7467600"/>
              <a:gd name="connsiteY758" fmla="*/ 1955666 h 6858000"/>
              <a:gd name="connsiteX759" fmla="*/ 4570198 w 7467600"/>
              <a:gd name="connsiteY759" fmla="*/ 978081 h 6858000"/>
              <a:gd name="connsiteX760" fmla="*/ 4557898 w 7467600"/>
              <a:gd name="connsiteY760" fmla="*/ 900011 h 6858000"/>
              <a:gd name="connsiteX761" fmla="*/ 4344840 w 7467600"/>
              <a:gd name="connsiteY761" fmla="*/ 1922038 h 6858000"/>
              <a:gd name="connsiteX762" fmla="*/ 4378710 w 7467600"/>
              <a:gd name="connsiteY762" fmla="*/ 1665516 h 6858000"/>
              <a:gd name="connsiteX763" fmla="*/ 4448798 w 7467600"/>
              <a:gd name="connsiteY763" fmla="*/ 1253024 h 6858000"/>
              <a:gd name="connsiteX764" fmla="*/ 4480315 w 7467600"/>
              <a:gd name="connsiteY764" fmla="*/ 1158454 h 6858000"/>
              <a:gd name="connsiteX765" fmla="*/ 4494133 w 7467600"/>
              <a:gd name="connsiteY765" fmla="*/ 1118676 h 6858000"/>
              <a:gd name="connsiteX766" fmla="*/ 4557898 w 7467600"/>
              <a:gd name="connsiteY766" fmla="*/ 900011 h 6858000"/>
              <a:gd name="connsiteX767" fmla="*/ 5870151 w 7467600"/>
              <a:gd name="connsiteY767" fmla="*/ 898890 h 6858000"/>
              <a:gd name="connsiteX768" fmla="*/ 5861335 w 7467600"/>
              <a:gd name="connsiteY768" fmla="*/ 899177 h 6858000"/>
              <a:gd name="connsiteX769" fmla="*/ 5843702 w 7467600"/>
              <a:gd name="connsiteY769" fmla="*/ 899748 h 6858000"/>
              <a:gd name="connsiteX770" fmla="*/ 5651107 w 7467600"/>
              <a:gd name="connsiteY770" fmla="*/ 920306 h 6858000"/>
              <a:gd name="connsiteX771" fmla="*/ 5459407 w 7467600"/>
              <a:gd name="connsiteY771" fmla="*/ 940975 h 6858000"/>
              <a:gd name="connsiteX772" fmla="*/ 5374846 w 7467600"/>
              <a:gd name="connsiteY772" fmla="*/ 941988 h 6858000"/>
              <a:gd name="connsiteX773" fmla="*/ 5256105 w 7467600"/>
              <a:gd name="connsiteY773" fmla="*/ 945632 h 6858000"/>
              <a:gd name="connsiteX774" fmla="*/ 5107071 w 7467600"/>
              <a:gd name="connsiteY774" fmla="*/ 969720 h 6858000"/>
              <a:gd name="connsiteX775" fmla="*/ 4998681 w 7467600"/>
              <a:gd name="connsiteY775" fmla="*/ 988771 h 6858000"/>
              <a:gd name="connsiteX776" fmla="*/ 5870151 w 7467600"/>
              <a:gd name="connsiteY776" fmla="*/ 898890 h 6858000"/>
              <a:gd name="connsiteX777" fmla="*/ 5504425 w 7467600"/>
              <a:gd name="connsiteY777" fmla="*/ 848067 h 6858000"/>
              <a:gd name="connsiteX778" fmla="*/ 4968849 w 7467600"/>
              <a:gd name="connsiteY778" fmla="*/ 962318 h 6858000"/>
              <a:gd name="connsiteX779" fmla="*/ 5104039 w 7467600"/>
              <a:gd name="connsiteY779" fmla="*/ 940634 h 6858000"/>
              <a:gd name="connsiteX780" fmla="*/ 5256311 w 7467600"/>
              <a:gd name="connsiteY780" fmla="*/ 916490 h 6858000"/>
              <a:gd name="connsiteX781" fmla="*/ 5377381 w 7467600"/>
              <a:gd name="connsiteY781" fmla="*/ 912671 h 6858000"/>
              <a:gd name="connsiteX782" fmla="*/ 5460148 w 7467600"/>
              <a:gd name="connsiteY782" fmla="*/ 911442 h 6858000"/>
              <a:gd name="connsiteX783" fmla="*/ 5648971 w 7467600"/>
              <a:gd name="connsiteY783" fmla="*/ 891331 h 6858000"/>
              <a:gd name="connsiteX784" fmla="*/ 5844807 w 7467600"/>
              <a:gd name="connsiteY784" fmla="*/ 870718 h 6858000"/>
              <a:gd name="connsiteX785" fmla="*/ 5862975 w 7467600"/>
              <a:gd name="connsiteY785" fmla="*/ 869756 h 6858000"/>
              <a:gd name="connsiteX786" fmla="*/ 5920887 w 7467600"/>
              <a:gd name="connsiteY786" fmla="*/ 865929 h 6858000"/>
              <a:gd name="connsiteX787" fmla="*/ 5504425 w 7467600"/>
              <a:gd name="connsiteY787" fmla="*/ 848067 h 6858000"/>
              <a:gd name="connsiteX788" fmla="*/ 3607114 w 7467600"/>
              <a:gd name="connsiteY788" fmla="*/ 467441 h 6858000"/>
              <a:gd name="connsiteX789" fmla="*/ 3296242 w 7467600"/>
              <a:gd name="connsiteY789" fmla="*/ 807991 h 6858000"/>
              <a:gd name="connsiteX790" fmla="*/ 3174674 w 7467600"/>
              <a:gd name="connsiteY790" fmla="*/ 919759 h 6858000"/>
              <a:gd name="connsiteX791" fmla="*/ 3042978 w 7467600"/>
              <a:gd name="connsiteY791" fmla="*/ 1054894 h 6858000"/>
              <a:gd name="connsiteX792" fmla="*/ 2968914 w 7467600"/>
              <a:gd name="connsiteY792" fmla="*/ 1133756 h 6858000"/>
              <a:gd name="connsiteX793" fmla="*/ 3103823 w 7467600"/>
              <a:gd name="connsiteY793" fmla="*/ 1026814 h 6858000"/>
              <a:gd name="connsiteX794" fmla="*/ 3607114 w 7467600"/>
              <a:gd name="connsiteY794" fmla="*/ 467441 h 6858000"/>
              <a:gd name="connsiteX795" fmla="*/ 3744487 w 7467600"/>
              <a:gd name="connsiteY795" fmla="*/ 383136 h 6858000"/>
              <a:gd name="connsiteX796" fmla="*/ 3970213 w 7467600"/>
              <a:gd name="connsiteY796" fmla="*/ 995559 h 6858000"/>
              <a:gd name="connsiteX797" fmla="*/ 3744487 w 7467600"/>
              <a:gd name="connsiteY797" fmla="*/ 383136 h 6858000"/>
              <a:gd name="connsiteX798" fmla="*/ 3624562 w 7467600"/>
              <a:gd name="connsiteY798" fmla="*/ 367041 h 6858000"/>
              <a:gd name="connsiteX799" fmla="*/ 3489712 w 7467600"/>
              <a:gd name="connsiteY799" fmla="*/ 485386 h 6858000"/>
              <a:gd name="connsiteX800" fmla="*/ 3182994 w 7467600"/>
              <a:gd name="connsiteY800" fmla="*/ 828265 h 6858000"/>
              <a:gd name="connsiteX801" fmla="*/ 2892114 w 7467600"/>
              <a:gd name="connsiteY801" fmla="*/ 1172635 h 6858000"/>
              <a:gd name="connsiteX802" fmla="*/ 3021459 w 7467600"/>
              <a:gd name="connsiteY802" fmla="*/ 1035385 h 6858000"/>
              <a:gd name="connsiteX803" fmla="*/ 3153873 w 7467600"/>
              <a:gd name="connsiteY803" fmla="*/ 898971 h 6858000"/>
              <a:gd name="connsiteX804" fmla="*/ 3276511 w 7467600"/>
              <a:gd name="connsiteY804" fmla="*/ 786423 h 6858000"/>
              <a:gd name="connsiteX805" fmla="*/ 3584154 w 7467600"/>
              <a:gd name="connsiteY805" fmla="*/ 448218 h 6858000"/>
              <a:gd name="connsiteX806" fmla="*/ 3624562 w 7467600"/>
              <a:gd name="connsiteY806" fmla="*/ 367041 h 6858000"/>
              <a:gd name="connsiteX807" fmla="*/ 3766672 w 7467600"/>
              <a:gd name="connsiteY807" fmla="*/ 359429 h 6858000"/>
              <a:gd name="connsiteX808" fmla="*/ 3996338 w 7467600"/>
              <a:gd name="connsiteY808" fmla="*/ 968237 h 6858000"/>
              <a:gd name="connsiteX809" fmla="*/ 3766672 w 7467600"/>
              <a:gd name="connsiteY809" fmla="*/ 359429 h 6858000"/>
              <a:gd name="connsiteX810" fmla="*/ 5805386 w 7467600"/>
              <a:gd name="connsiteY810" fmla="*/ 239240 h 6858000"/>
              <a:gd name="connsiteX811" fmla="*/ 5736947 w 7467600"/>
              <a:gd name="connsiteY811" fmla="*/ 261367 h 6858000"/>
              <a:gd name="connsiteX812" fmla="*/ 5427012 w 7467600"/>
              <a:gd name="connsiteY812" fmla="*/ 311272 h 6858000"/>
              <a:gd name="connsiteX813" fmla="*/ 5147818 w 7467600"/>
              <a:gd name="connsiteY813" fmla="*/ 322112 h 6858000"/>
              <a:gd name="connsiteX814" fmla="*/ 5060854 w 7467600"/>
              <a:gd name="connsiteY814" fmla="*/ 311882 h 6858000"/>
              <a:gd name="connsiteX815" fmla="*/ 4945989 w 7467600"/>
              <a:gd name="connsiteY815" fmla="*/ 300516 h 6858000"/>
              <a:gd name="connsiteX816" fmla="*/ 5410479 w 7467600"/>
              <a:gd name="connsiteY816" fmla="*/ 348434 h 6858000"/>
              <a:gd name="connsiteX817" fmla="*/ 5805386 w 7467600"/>
              <a:gd name="connsiteY817" fmla="*/ 239240 h 6858000"/>
              <a:gd name="connsiteX818" fmla="*/ 5905192 w 7467600"/>
              <a:gd name="connsiteY818" fmla="*/ 163079 h 6858000"/>
              <a:gd name="connsiteX819" fmla="*/ 5865655 w 7467600"/>
              <a:gd name="connsiteY819" fmla="*/ 171901 h 6858000"/>
              <a:gd name="connsiteX820" fmla="*/ 5259740 w 7467600"/>
              <a:gd name="connsiteY820" fmla="*/ 257013 h 6858000"/>
              <a:gd name="connsiteX821" fmla="*/ 5208466 w 7467600"/>
              <a:gd name="connsiteY821" fmla="*/ 257550 h 6858000"/>
              <a:gd name="connsiteX822" fmla="*/ 4980204 w 7467600"/>
              <a:gd name="connsiteY822" fmla="*/ 271903 h 6858000"/>
              <a:gd name="connsiteX823" fmla="*/ 5068068 w 7467600"/>
              <a:gd name="connsiteY823" fmla="*/ 282244 h 6858000"/>
              <a:gd name="connsiteX824" fmla="*/ 5153231 w 7467600"/>
              <a:gd name="connsiteY824" fmla="*/ 292240 h 6858000"/>
              <a:gd name="connsiteX825" fmla="*/ 5426491 w 7467600"/>
              <a:gd name="connsiteY825" fmla="*/ 281128 h 6858000"/>
              <a:gd name="connsiteX826" fmla="*/ 5731212 w 7467600"/>
              <a:gd name="connsiteY826" fmla="*/ 231951 h 6858000"/>
              <a:gd name="connsiteX827" fmla="*/ 5905192 w 7467600"/>
              <a:gd name="connsiteY827" fmla="*/ 163079 h 6858000"/>
              <a:gd name="connsiteX828" fmla="*/ 5944437 w 7467600"/>
              <a:gd name="connsiteY828" fmla="*/ 113829 h 6858000"/>
              <a:gd name="connsiteX829" fmla="*/ 5825032 w 7467600"/>
              <a:gd name="connsiteY829" fmla="*/ 146405 h 6858000"/>
              <a:gd name="connsiteX830" fmla="*/ 4955599 w 7467600"/>
              <a:gd name="connsiteY830" fmla="*/ 247008 h 6858000"/>
              <a:gd name="connsiteX831" fmla="*/ 5210104 w 7467600"/>
              <a:gd name="connsiteY831" fmla="*/ 228123 h 6858000"/>
              <a:gd name="connsiteX832" fmla="*/ 5261015 w 7467600"/>
              <a:gd name="connsiteY832" fmla="*/ 227087 h 6858000"/>
              <a:gd name="connsiteX833" fmla="*/ 5861181 w 7467600"/>
              <a:gd name="connsiteY833" fmla="*/ 143093 h 6858000"/>
              <a:gd name="connsiteX834" fmla="*/ 5961252 w 7467600"/>
              <a:gd name="connsiteY834" fmla="*/ 114820 h 6858000"/>
              <a:gd name="connsiteX835" fmla="*/ 5944437 w 7467600"/>
              <a:gd name="connsiteY835" fmla="*/ 113829 h 6858000"/>
              <a:gd name="connsiteX836" fmla="*/ 3882765 w 7467600"/>
              <a:gd name="connsiteY836" fmla="*/ 0 h 6858000"/>
              <a:gd name="connsiteX837" fmla="*/ 3995099 w 7467600"/>
              <a:gd name="connsiteY837" fmla="*/ 0 h 6858000"/>
              <a:gd name="connsiteX838" fmla="*/ 4163818 w 7467600"/>
              <a:gd name="connsiteY838" fmla="*/ 234104 h 6858000"/>
              <a:gd name="connsiteX839" fmla="*/ 4172099 w 7467600"/>
              <a:gd name="connsiteY839" fmla="*/ 234207 h 6858000"/>
              <a:gd name="connsiteX840" fmla="*/ 4784282 w 7467600"/>
              <a:gd name="connsiteY840" fmla="*/ 276561 h 6858000"/>
              <a:gd name="connsiteX841" fmla="*/ 4801687 w 7467600"/>
              <a:gd name="connsiteY841" fmla="*/ 267764 h 6858000"/>
              <a:gd name="connsiteX842" fmla="*/ 6082788 w 7467600"/>
              <a:gd name="connsiteY842" fmla="*/ 64119 h 6858000"/>
              <a:gd name="connsiteX843" fmla="*/ 6099442 w 7467600"/>
              <a:gd name="connsiteY843" fmla="*/ 82568 h 6858000"/>
              <a:gd name="connsiteX844" fmla="*/ 4804137 w 7467600"/>
              <a:gd name="connsiteY844" fmla="*/ 320931 h 6858000"/>
              <a:gd name="connsiteX845" fmla="*/ 4227047 w 7467600"/>
              <a:gd name="connsiteY845" fmla="*/ 313415 h 6858000"/>
              <a:gd name="connsiteX846" fmla="*/ 4346041 w 7467600"/>
              <a:gd name="connsiteY846" fmla="*/ 456086 h 6858000"/>
              <a:gd name="connsiteX847" fmla="*/ 4870967 w 7467600"/>
              <a:gd name="connsiteY847" fmla="*/ 963061 h 6858000"/>
              <a:gd name="connsiteX848" fmla="*/ 4889647 w 7467600"/>
              <a:gd name="connsiteY848" fmla="*/ 957147 h 6858000"/>
              <a:gd name="connsiteX849" fmla="*/ 5422504 w 7467600"/>
              <a:gd name="connsiteY849" fmla="*/ 805191 h 6858000"/>
              <a:gd name="connsiteX850" fmla="*/ 6087656 w 7467600"/>
              <a:gd name="connsiteY850" fmla="*/ 826703 h 6858000"/>
              <a:gd name="connsiteX851" fmla="*/ 6058717 w 7467600"/>
              <a:gd name="connsiteY851" fmla="*/ 865992 h 6858000"/>
              <a:gd name="connsiteX852" fmla="*/ 4974153 w 7467600"/>
              <a:gd name="connsiteY852" fmla="*/ 1045456 h 6858000"/>
              <a:gd name="connsiteX853" fmla="*/ 5627835 w 7467600"/>
              <a:gd name="connsiteY853" fmla="*/ 1472077 h 6858000"/>
              <a:gd name="connsiteX854" fmla="*/ 5629817 w 7467600"/>
              <a:gd name="connsiteY854" fmla="*/ 1471412 h 6858000"/>
              <a:gd name="connsiteX855" fmla="*/ 5634124 w 7467600"/>
              <a:gd name="connsiteY855" fmla="*/ 1470572 h 6858000"/>
              <a:gd name="connsiteX856" fmla="*/ 5755832 w 7467600"/>
              <a:gd name="connsiteY856" fmla="*/ 1383886 h 6858000"/>
              <a:gd name="connsiteX857" fmla="*/ 6014186 w 7467600"/>
              <a:gd name="connsiteY857" fmla="*/ 1279799 h 6858000"/>
              <a:gd name="connsiteX858" fmla="*/ 6901619 w 7467600"/>
              <a:gd name="connsiteY858" fmla="*/ 1047874 h 6858000"/>
              <a:gd name="connsiteX859" fmla="*/ 6931566 w 7467600"/>
              <a:gd name="connsiteY859" fmla="*/ 1062034 h 6858000"/>
              <a:gd name="connsiteX860" fmla="*/ 5790982 w 7467600"/>
              <a:gd name="connsiteY860" fmla="*/ 1561380 h 6858000"/>
              <a:gd name="connsiteX861" fmla="*/ 6188971 w 7467600"/>
              <a:gd name="connsiteY861" fmla="*/ 1755168 h 6858000"/>
              <a:gd name="connsiteX862" fmla="*/ 6202446 w 7467600"/>
              <a:gd name="connsiteY862" fmla="*/ 1752268 h 6858000"/>
              <a:gd name="connsiteX863" fmla="*/ 7179560 w 7467600"/>
              <a:gd name="connsiteY863" fmla="*/ 1467551 h 6858000"/>
              <a:gd name="connsiteX864" fmla="*/ 7158730 w 7467600"/>
              <a:gd name="connsiteY864" fmla="*/ 1507835 h 6858000"/>
              <a:gd name="connsiteX865" fmla="*/ 6326959 w 7467600"/>
              <a:gd name="connsiteY865" fmla="*/ 1817686 h 6858000"/>
              <a:gd name="connsiteX866" fmla="*/ 6537433 w 7467600"/>
              <a:gd name="connsiteY866" fmla="*/ 1907790 h 6858000"/>
              <a:gd name="connsiteX867" fmla="*/ 6550221 w 7467600"/>
              <a:gd name="connsiteY867" fmla="*/ 1910729 h 6858000"/>
              <a:gd name="connsiteX868" fmla="*/ 6964438 w 7467600"/>
              <a:gd name="connsiteY868" fmla="*/ 2209505 h 6858000"/>
              <a:gd name="connsiteX869" fmla="*/ 7367862 w 7467600"/>
              <a:gd name="connsiteY869" fmla="*/ 2806833 h 6858000"/>
              <a:gd name="connsiteX870" fmla="*/ 7364329 w 7467600"/>
              <a:gd name="connsiteY870" fmla="*/ 2826907 h 6858000"/>
              <a:gd name="connsiteX871" fmla="*/ 7290545 w 7467600"/>
              <a:gd name="connsiteY871" fmla="*/ 2850663 h 6858000"/>
              <a:gd name="connsiteX872" fmla="*/ 6472036 w 7467600"/>
              <a:gd name="connsiteY872" fmla="*/ 1959003 h 6858000"/>
              <a:gd name="connsiteX873" fmla="*/ 5792897 w 7467600"/>
              <a:gd name="connsiteY873" fmla="*/ 1647747 h 6858000"/>
              <a:gd name="connsiteX874" fmla="*/ 5842751 w 7467600"/>
              <a:gd name="connsiteY874" fmla="*/ 1816112 h 6858000"/>
              <a:gd name="connsiteX875" fmla="*/ 5847424 w 7467600"/>
              <a:gd name="connsiteY875" fmla="*/ 1815776 h 6858000"/>
              <a:gd name="connsiteX876" fmla="*/ 6399821 w 7467600"/>
              <a:gd name="connsiteY876" fmla="*/ 2344799 h 6858000"/>
              <a:gd name="connsiteX877" fmla="*/ 6323232 w 7467600"/>
              <a:gd name="connsiteY877" fmla="*/ 2389634 h 6858000"/>
              <a:gd name="connsiteX878" fmla="*/ 5942958 w 7467600"/>
              <a:gd name="connsiteY878" fmla="*/ 2077708 h 6858000"/>
              <a:gd name="connsiteX879" fmla="*/ 5921559 w 7467600"/>
              <a:gd name="connsiteY879" fmla="*/ 2378596 h 6858000"/>
              <a:gd name="connsiteX880" fmla="*/ 5817651 w 7467600"/>
              <a:gd name="connsiteY880" fmla="*/ 3023919 h 6858000"/>
              <a:gd name="connsiteX881" fmla="*/ 5729634 w 7467600"/>
              <a:gd name="connsiteY881" fmla="*/ 3051849 h 6858000"/>
              <a:gd name="connsiteX882" fmla="*/ 5611018 w 7467600"/>
              <a:gd name="connsiteY882" fmla="*/ 2316769 h 6858000"/>
              <a:gd name="connsiteX883" fmla="*/ 5687608 w 7467600"/>
              <a:gd name="connsiteY883" fmla="*/ 2039972 h 6858000"/>
              <a:gd name="connsiteX884" fmla="*/ 5657554 w 7467600"/>
              <a:gd name="connsiteY884" fmla="*/ 1576445 h 6858000"/>
              <a:gd name="connsiteX885" fmla="*/ 5150475 w 7467600"/>
              <a:gd name="connsiteY885" fmla="*/ 1274012 h 6858000"/>
              <a:gd name="connsiteX886" fmla="*/ 5349142 w 7467600"/>
              <a:gd name="connsiteY886" fmla="*/ 2204405 h 6858000"/>
              <a:gd name="connsiteX887" fmla="*/ 5262214 w 7467600"/>
              <a:gd name="connsiteY887" fmla="*/ 2233836 h 6858000"/>
              <a:gd name="connsiteX888" fmla="*/ 4981539 w 7467600"/>
              <a:gd name="connsiteY888" fmla="*/ 1542201 h 6858000"/>
              <a:gd name="connsiteX889" fmla="*/ 4958461 w 7467600"/>
              <a:gd name="connsiteY889" fmla="*/ 1136957 h 6858000"/>
              <a:gd name="connsiteX890" fmla="*/ 4655015 w 7467600"/>
              <a:gd name="connsiteY890" fmla="*/ 891426 h 6858000"/>
              <a:gd name="connsiteX891" fmla="*/ 4348002 w 7467600"/>
              <a:gd name="connsiteY891" fmla="*/ 2205895 h 6858000"/>
              <a:gd name="connsiteX892" fmla="*/ 4262250 w 7467600"/>
              <a:gd name="connsiteY892" fmla="*/ 2219972 h 6858000"/>
              <a:gd name="connsiteX893" fmla="*/ 4550611 w 7467600"/>
              <a:gd name="connsiteY893" fmla="*/ 817540 h 6858000"/>
              <a:gd name="connsiteX894" fmla="*/ 4564418 w 7467600"/>
              <a:gd name="connsiteY894" fmla="*/ 808293 h 6858000"/>
              <a:gd name="connsiteX895" fmla="*/ 4266388 w 7467600"/>
              <a:gd name="connsiteY895" fmla="*/ 500083 h 6858000"/>
              <a:gd name="connsiteX896" fmla="*/ 4032842 w 7467600"/>
              <a:gd name="connsiteY896" fmla="*/ 211809 h 6858000"/>
              <a:gd name="connsiteX897" fmla="*/ 3882765 w 7467600"/>
              <a:gd name="connsiteY897" fmla="*/ 0 h 6858000"/>
              <a:gd name="connsiteX898" fmla="*/ 3721337 w 7467600"/>
              <a:gd name="connsiteY898" fmla="*/ 0 h 6858000"/>
              <a:gd name="connsiteX899" fmla="*/ 3797544 w 7467600"/>
              <a:gd name="connsiteY899" fmla="*/ 0 h 6858000"/>
              <a:gd name="connsiteX900" fmla="*/ 3775734 w 7467600"/>
              <a:gd name="connsiteY900" fmla="*/ 95131 h 6858000"/>
              <a:gd name="connsiteX901" fmla="*/ 3724807 w 7467600"/>
              <a:gd name="connsiteY901" fmla="*/ 272257 h 6858000"/>
              <a:gd name="connsiteX902" fmla="*/ 3726844 w 7467600"/>
              <a:gd name="connsiteY902" fmla="*/ 282988 h 6858000"/>
              <a:gd name="connsiteX903" fmla="*/ 3742664 w 7467600"/>
              <a:gd name="connsiteY903" fmla="*/ 279918 h 6858000"/>
              <a:gd name="connsiteX904" fmla="*/ 4103910 w 7467600"/>
              <a:gd name="connsiteY904" fmla="*/ 1161917 h 6858000"/>
              <a:gd name="connsiteX905" fmla="*/ 4020269 w 7467600"/>
              <a:gd name="connsiteY905" fmla="*/ 1200406 h 6858000"/>
              <a:gd name="connsiteX906" fmla="*/ 3674882 w 7467600"/>
              <a:gd name="connsiteY906" fmla="*/ 488524 h 6858000"/>
              <a:gd name="connsiteX907" fmla="*/ 3132682 w 7467600"/>
              <a:gd name="connsiteY907" fmla="*/ 1072284 h 6858000"/>
              <a:gd name="connsiteX908" fmla="*/ 2716346 w 7467600"/>
              <a:gd name="connsiteY908" fmla="*/ 1276376 h 6858000"/>
              <a:gd name="connsiteX909" fmla="*/ 2716772 w 7467600"/>
              <a:gd name="connsiteY909" fmla="*/ 1255462 h 6858000"/>
              <a:gd name="connsiteX910" fmla="*/ 3471096 w 7467600"/>
              <a:gd name="connsiteY910" fmla="*/ 437072 h 6858000"/>
              <a:gd name="connsiteX911" fmla="*/ 3639057 w 7467600"/>
              <a:gd name="connsiteY911" fmla="*/ 286334 h 6858000"/>
              <a:gd name="connsiteX912" fmla="*/ 3640309 w 7467600"/>
              <a:gd name="connsiteY912" fmla="*/ 284664 h 6858000"/>
              <a:gd name="connsiteX913" fmla="*/ 3646022 w 7467600"/>
              <a:gd name="connsiteY913" fmla="*/ 276711 h 6858000"/>
              <a:gd name="connsiteX914" fmla="*/ 3707943 w 7467600"/>
              <a:gd name="connsiteY914" fmla="*/ 65958 h 6858000"/>
              <a:gd name="connsiteX915" fmla="*/ 3721337 w 7467600"/>
              <a:gd name="connsiteY915" fmla="*/ 0 h 6858000"/>
              <a:gd name="connsiteX916" fmla="*/ 2867960 w 7467600"/>
              <a:gd name="connsiteY916" fmla="*/ 0 h 6858000"/>
              <a:gd name="connsiteX917" fmla="*/ 2926351 w 7467600"/>
              <a:gd name="connsiteY917" fmla="*/ 0 h 6858000"/>
              <a:gd name="connsiteX918" fmla="*/ 2902823 w 7467600"/>
              <a:gd name="connsiteY918" fmla="*/ 262929 h 6858000"/>
              <a:gd name="connsiteX919" fmla="*/ 2940663 w 7467600"/>
              <a:gd name="connsiteY919" fmla="*/ 140884 h 6858000"/>
              <a:gd name="connsiteX920" fmla="*/ 2947039 w 7467600"/>
              <a:gd name="connsiteY920" fmla="*/ 122524 h 6858000"/>
              <a:gd name="connsiteX921" fmla="*/ 2984316 w 7467600"/>
              <a:gd name="connsiteY921" fmla="*/ 0 h 6858000"/>
              <a:gd name="connsiteX922" fmla="*/ 3016114 w 7467600"/>
              <a:gd name="connsiteY922" fmla="*/ 0 h 6858000"/>
              <a:gd name="connsiteX923" fmla="*/ 2979949 w 7467600"/>
              <a:gd name="connsiteY923" fmla="*/ 119274 h 6858000"/>
              <a:gd name="connsiteX924" fmla="*/ 3023879 w 7467600"/>
              <a:gd name="connsiteY924" fmla="*/ 0 h 6858000"/>
              <a:gd name="connsiteX925" fmla="*/ 3105400 w 7467600"/>
              <a:gd name="connsiteY925" fmla="*/ 0 h 6858000"/>
              <a:gd name="connsiteX926" fmla="*/ 3094669 w 7467600"/>
              <a:gd name="connsiteY926" fmla="*/ 30308 h 6858000"/>
              <a:gd name="connsiteX927" fmla="*/ 2901945 w 7467600"/>
              <a:gd name="connsiteY927" fmla="*/ 466538 h 6858000"/>
              <a:gd name="connsiteX928" fmla="*/ 2815209 w 7467600"/>
              <a:gd name="connsiteY928" fmla="*/ 497361 h 6858000"/>
              <a:gd name="connsiteX929" fmla="*/ 2844845 w 7467600"/>
              <a:gd name="connsiteY929" fmla="*/ 127638 h 6858000"/>
              <a:gd name="connsiteX930" fmla="*/ 2867960 w 7467600"/>
              <a:gd name="connsiteY930" fmla="*/ 0 h 6858000"/>
              <a:gd name="connsiteX931" fmla="*/ 1057230 w 7467600"/>
              <a:gd name="connsiteY931" fmla="*/ 0 h 6858000"/>
              <a:gd name="connsiteX932" fmla="*/ 1111003 w 7467600"/>
              <a:gd name="connsiteY932" fmla="*/ 0 h 6858000"/>
              <a:gd name="connsiteX933" fmla="*/ 1125553 w 7467600"/>
              <a:gd name="connsiteY933" fmla="*/ 52588 h 6858000"/>
              <a:gd name="connsiteX934" fmla="*/ 1304276 w 7467600"/>
              <a:gd name="connsiteY934" fmla="*/ 476275 h 6858000"/>
              <a:gd name="connsiteX935" fmla="*/ 1492066 w 7467600"/>
              <a:gd name="connsiteY935" fmla="*/ 886333 h 6858000"/>
              <a:gd name="connsiteX936" fmla="*/ 1423698 w 7467600"/>
              <a:gd name="connsiteY936" fmla="*/ 710817 h 6858000"/>
              <a:gd name="connsiteX937" fmla="*/ 1357609 w 7467600"/>
              <a:gd name="connsiteY937" fmla="*/ 532892 h 6858000"/>
              <a:gd name="connsiteX938" fmla="*/ 1309550 w 7467600"/>
              <a:gd name="connsiteY938" fmla="*/ 374031 h 6858000"/>
              <a:gd name="connsiteX939" fmla="*/ 1193673 w 7467600"/>
              <a:gd name="connsiteY939" fmla="*/ 49533 h 6858000"/>
              <a:gd name="connsiteX940" fmla="*/ 1164391 w 7467600"/>
              <a:gd name="connsiteY940" fmla="*/ 0 h 6858000"/>
              <a:gd name="connsiteX941" fmla="*/ 1200666 w 7467600"/>
              <a:gd name="connsiteY941" fmla="*/ 0 h 6858000"/>
              <a:gd name="connsiteX942" fmla="*/ 1223408 w 7467600"/>
              <a:gd name="connsiteY942" fmla="*/ 38996 h 6858000"/>
              <a:gd name="connsiteX943" fmla="*/ 1339635 w 7467600"/>
              <a:gd name="connsiteY943" fmla="*/ 365517 h 6858000"/>
              <a:gd name="connsiteX944" fmla="*/ 1387469 w 7467600"/>
              <a:gd name="connsiteY944" fmla="*/ 523079 h 6858000"/>
              <a:gd name="connsiteX945" fmla="*/ 1452685 w 7467600"/>
              <a:gd name="connsiteY945" fmla="*/ 699806 h 6858000"/>
              <a:gd name="connsiteX946" fmla="*/ 1492092 w 7467600"/>
              <a:gd name="connsiteY946" fmla="*/ 800424 h 6858000"/>
              <a:gd name="connsiteX947" fmla="*/ 1455302 w 7467600"/>
              <a:gd name="connsiteY947" fmla="*/ 632913 h 6858000"/>
              <a:gd name="connsiteX948" fmla="*/ 1222336 w 7467600"/>
              <a:gd name="connsiteY948" fmla="*/ 9480 h 6858000"/>
              <a:gd name="connsiteX949" fmla="*/ 1214634 w 7467600"/>
              <a:gd name="connsiteY949" fmla="*/ 0 h 6858000"/>
              <a:gd name="connsiteX950" fmla="*/ 1289827 w 7467600"/>
              <a:gd name="connsiteY950" fmla="*/ 0 h 6858000"/>
              <a:gd name="connsiteX951" fmla="*/ 1321076 w 7467600"/>
              <a:gd name="connsiteY951" fmla="*/ 59722 h 6858000"/>
              <a:gd name="connsiteX952" fmla="*/ 1512579 w 7467600"/>
              <a:gd name="connsiteY952" fmla="*/ 626441 h 6858000"/>
              <a:gd name="connsiteX953" fmla="*/ 1506076 w 7467600"/>
              <a:gd name="connsiteY953" fmla="*/ 1089289 h 6858000"/>
              <a:gd name="connsiteX954" fmla="*/ 1486346 w 7467600"/>
              <a:gd name="connsiteY954" fmla="*/ 1079919 h 6858000"/>
              <a:gd name="connsiteX955" fmla="*/ 1070511 w 7467600"/>
              <a:gd name="connsiteY955" fmla="*/ 48609 h 6858000"/>
              <a:gd name="connsiteX956" fmla="*/ 1057230 w 7467600"/>
              <a:gd name="connsiteY956" fmla="*/ 0 h 6858000"/>
              <a:gd name="connsiteX957" fmla="*/ 43151 w 7467600"/>
              <a:gd name="connsiteY957" fmla="*/ 0 h 6858000"/>
              <a:gd name="connsiteX958" fmla="*/ 95283 w 7467600"/>
              <a:gd name="connsiteY958" fmla="*/ 0 h 6858000"/>
              <a:gd name="connsiteX959" fmla="*/ 300708 w 7467600"/>
              <a:gd name="connsiteY959" fmla="*/ 154571 h 6858000"/>
              <a:gd name="connsiteX960" fmla="*/ 530414 w 7467600"/>
              <a:gd name="connsiteY960" fmla="*/ 354673 h 6858000"/>
              <a:gd name="connsiteX961" fmla="*/ 333785 w 7467600"/>
              <a:gd name="connsiteY961" fmla="*/ 161564 h 6858000"/>
              <a:gd name="connsiteX962" fmla="*/ 147005 w 7467600"/>
              <a:gd name="connsiteY962" fmla="*/ 0 h 6858000"/>
              <a:gd name="connsiteX963" fmla="*/ 272509 w 7467600"/>
              <a:gd name="connsiteY963" fmla="*/ 0 h 6858000"/>
              <a:gd name="connsiteX964" fmla="*/ 326276 w 7467600"/>
              <a:gd name="connsiteY964" fmla="*/ 45847 h 6858000"/>
              <a:gd name="connsiteX965" fmla="*/ 823759 w 7467600"/>
              <a:gd name="connsiteY965" fmla="*/ 574145 h 6858000"/>
              <a:gd name="connsiteX966" fmla="*/ 811254 w 7467600"/>
              <a:gd name="connsiteY966" fmla="*/ 665546 h 6858000"/>
              <a:gd name="connsiteX967" fmla="*/ 154042 w 7467600"/>
              <a:gd name="connsiteY967" fmla="*/ 261522 h 6858000"/>
              <a:gd name="connsiteX968" fmla="*/ 13550 w 7467600"/>
              <a:gd name="connsiteY968" fmla="*/ 158423 h 6858000"/>
              <a:gd name="connsiteX969" fmla="*/ 0 w 7467600"/>
              <a:gd name="connsiteY969" fmla="*/ 146618 h 6858000"/>
              <a:gd name="connsiteX970" fmla="*/ 0 w 7467600"/>
              <a:gd name="connsiteY970" fmla="*/ 59161 h 6858000"/>
              <a:gd name="connsiteX971" fmla="*/ 45427 w 7467600"/>
              <a:gd name="connsiteY971" fmla="*/ 101078 h 6858000"/>
              <a:gd name="connsiteX972" fmla="*/ 630103 w 7467600"/>
              <a:gd name="connsiteY972" fmla="*/ 485885 h 6858000"/>
              <a:gd name="connsiteX973" fmla="*/ 532040 w 7467600"/>
              <a:gd name="connsiteY973" fmla="*/ 399359 h 6858000"/>
              <a:gd name="connsiteX974" fmla="*/ 517618 w 7467600"/>
              <a:gd name="connsiteY974" fmla="*/ 385726 h 6858000"/>
              <a:gd name="connsiteX975" fmla="*/ 285074 w 7467600"/>
              <a:gd name="connsiteY975" fmla="*/ 182755 h 6858000"/>
              <a:gd name="connsiteX976" fmla="*/ 43151 w 7467600"/>
              <a:gd name="connsiteY97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6844835 w 7467600"/>
              <a:gd name="connsiteY96" fmla="*/ 5424988 h 6858000"/>
              <a:gd name="connsiteX97" fmla="*/ 1456157 w 7467600"/>
              <a:gd name="connsiteY97" fmla="*/ 5371404 h 6858000"/>
              <a:gd name="connsiteX98" fmla="*/ 1244432 w 7467600"/>
              <a:gd name="connsiteY98" fmla="*/ 5385601 h 6858000"/>
              <a:gd name="connsiteX99" fmla="*/ 973990 w 7467600"/>
              <a:gd name="connsiteY99" fmla="*/ 5424940 h 6858000"/>
              <a:gd name="connsiteX100" fmla="*/ 1103809 w 7467600"/>
              <a:gd name="connsiteY100" fmla="*/ 5433720 h 6858000"/>
              <a:gd name="connsiteX101" fmla="*/ 1123454 w 7467600"/>
              <a:gd name="connsiteY101" fmla="*/ 5435727 h 6858000"/>
              <a:gd name="connsiteX102" fmla="*/ 1737017 w 7467600"/>
              <a:gd name="connsiteY102" fmla="*/ 5452183 h 6858000"/>
              <a:gd name="connsiteX103" fmla="*/ 1824397 w 7467600"/>
              <a:gd name="connsiteY103" fmla="*/ 5447757 h 6858000"/>
              <a:gd name="connsiteX104" fmla="*/ 2070059 w 7467600"/>
              <a:gd name="connsiteY104" fmla="*/ 5441660 h 6858000"/>
              <a:gd name="connsiteX105" fmla="*/ 1456157 w 7467600"/>
              <a:gd name="connsiteY105" fmla="*/ 5371404 h 6858000"/>
              <a:gd name="connsiteX106" fmla="*/ 4988186 w 7467600"/>
              <a:gd name="connsiteY106" fmla="*/ 5216467 h 6858000"/>
              <a:gd name="connsiteX107" fmla="*/ 4777334 w 7467600"/>
              <a:gd name="connsiteY107" fmla="*/ 5406072 h 6858000"/>
              <a:gd name="connsiteX108" fmla="*/ 4718341 w 7467600"/>
              <a:gd name="connsiteY108" fmla="*/ 5468043 h 6858000"/>
              <a:gd name="connsiteX109" fmla="*/ 4604655 w 7467600"/>
              <a:gd name="connsiteY109" fmla="*/ 5583434 h 6858000"/>
              <a:gd name="connsiteX110" fmla="*/ 4565074 w 7467600"/>
              <a:gd name="connsiteY110" fmla="*/ 5618550 h 6858000"/>
              <a:gd name="connsiteX111" fmla="*/ 4988186 w 7467600"/>
              <a:gd name="connsiteY111" fmla="*/ 5216467 h 6858000"/>
              <a:gd name="connsiteX112" fmla="*/ 4978032 w 7467600"/>
              <a:gd name="connsiteY112" fmla="*/ 5183809 h 6858000"/>
              <a:gd name="connsiteX113" fmla="*/ 4463413 w 7467600"/>
              <a:gd name="connsiteY113" fmla="*/ 5615162 h 6858000"/>
              <a:gd name="connsiteX114" fmla="*/ 4358134 w 7467600"/>
              <a:gd name="connsiteY114" fmla="*/ 5742791 h 6858000"/>
              <a:gd name="connsiteX115" fmla="*/ 4376219 w 7467600"/>
              <a:gd name="connsiteY115" fmla="*/ 5729027 h 6858000"/>
              <a:gd name="connsiteX116" fmla="*/ 4582340 w 7467600"/>
              <a:gd name="connsiteY116" fmla="*/ 5561037 h 6858000"/>
              <a:gd name="connsiteX117" fmla="*/ 4694684 w 7467600"/>
              <a:gd name="connsiteY117" fmla="*/ 5447098 h 6858000"/>
              <a:gd name="connsiteX118" fmla="*/ 4754123 w 7467600"/>
              <a:gd name="connsiteY118" fmla="*/ 5384643 h 6858000"/>
              <a:gd name="connsiteX119" fmla="*/ 4978032 w 7467600"/>
              <a:gd name="connsiteY119" fmla="*/ 5183809 h 6858000"/>
              <a:gd name="connsiteX120" fmla="*/ 1903353 w 7467600"/>
              <a:gd name="connsiteY120" fmla="*/ 5044827 h 6858000"/>
              <a:gd name="connsiteX121" fmla="*/ 1936931 w 7467600"/>
              <a:gd name="connsiteY121" fmla="*/ 5093954 h 6858000"/>
              <a:gd name="connsiteX122" fmla="*/ 2195868 w 7467600"/>
              <a:gd name="connsiteY122" fmla="*/ 5396574 h 6858000"/>
              <a:gd name="connsiteX123" fmla="*/ 2088852 w 7467600"/>
              <a:gd name="connsiteY123" fmla="*/ 5166123 h 6858000"/>
              <a:gd name="connsiteX124" fmla="*/ 1958241 w 7467600"/>
              <a:gd name="connsiteY124" fmla="*/ 5067955 h 6858000"/>
              <a:gd name="connsiteX125" fmla="*/ 1903353 w 7467600"/>
              <a:gd name="connsiteY125" fmla="*/ 5044827 h 6858000"/>
              <a:gd name="connsiteX126" fmla="*/ 1979378 w 7467600"/>
              <a:gd name="connsiteY126" fmla="*/ 4769504 h 6858000"/>
              <a:gd name="connsiteX127" fmla="*/ 2882120 w 7467600"/>
              <a:gd name="connsiteY127" fmla="*/ 5064547 h 6858000"/>
              <a:gd name="connsiteX128" fmla="*/ 2793103 w 7467600"/>
              <a:gd name="connsiteY128" fmla="*/ 5039699 h 6858000"/>
              <a:gd name="connsiteX129" fmla="*/ 2770041 w 7467600"/>
              <a:gd name="connsiteY129" fmla="*/ 5033634 h 6858000"/>
              <a:gd name="connsiteX130" fmla="*/ 1979378 w 7467600"/>
              <a:gd name="connsiteY130" fmla="*/ 4769504 h 6858000"/>
              <a:gd name="connsiteX131" fmla="*/ 1927410 w 7467600"/>
              <a:gd name="connsiteY131" fmla="*/ 4716164 h 6858000"/>
              <a:gd name="connsiteX132" fmla="*/ 1959587 w 7467600"/>
              <a:gd name="connsiteY132" fmla="*/ 4728849 h 6858000"/>
              <a:gd name="connsiteX133" fmla="*/ 2777707 w 7467600"/>
              <a:gd name="connsiteY133" fmla="*/ 5003991 h 6858000"/>
              <a:gd name="connsiteX134" fmla="*/ 2800768 w 7467600"/>
              <a:gd name="connsiteY134" fmla="*/ 5010056 h 6858000"/>
              <a:gd name="connsiteX135" fmla="*/ 2879408 w 7467600"/>
              <a:gd name="connsiteY135" fmla="*/ 5031590 h 6858000"/>
              <a:gd name="connsiteX136" fmla="*/ 2862295 w 7467600"/>
              <a:gd name="connsiteY136" fmla="*/ 5022958 h 6858000"/>
              <a:gd name="connsiteX137" fmla="*/ 2813343 w 7467600"/>
              <a:gd name="connsiteY137" fmla="*/ 4998369 h 6858000"/>
              <a:gd name="connsiteX138" fmla="*/ 2646245 w 7467600"/>
              <a:gd name="connsiteY138" fmla="*/ 4930999 h 6858000"/>
              <a:gd name="connsiteX139" fmla="*/ 1999243 w 7467600"/>
              <a:gd name="connsiteY139" fmla="*/ 4730524 h 6858000"/>
              <a:gd name="connsiteX140" fmla="*/ 1979527 w 7467600"/>
              <a:gd name="connsiteY140" fmla="*/ 4726651 h 6858000"/>
              <a:gd name="connsiteX141" fmla="*/ 1927410 w 7467600"/>
              <a:gd name="connsiteY141" fmla="*/ 4716164 h 6858000"/>
              <a:gd name="connsiteX142" fmla="*/ 1997014 w 7467600"/>
              <a:gd name="connsiteY142" fmla="*/ 4698007 h 6858000"/>
              <a:gd name="connsiteX143" fmla="*/ 2005458 w 7467600"/>
              <a:gd name="connsiteY143" fmla="*/ 4699540 h 6858000"/>
              <a:gd name="connsiteX144" fmla="*/ 2657186 w 7467600"/>
              <a:gd name="connsiteY144" fmla="*/ 4901687 h 6858000"/>
              <a:gd name="connsiteX145" fmla="*/ 2826662 w 7467600"/>
              <a:gd name="connsiteY145" fmla="*/ 4970362 h 6858000"/>
              <a:gd name="connsiteX146" fmla="*/ 2876100 w 7467600"/>
              <a:gd name="connsiteY146" fmla="*/ 4995397 h 6858000"/>
              <a:gd name="connsiteX147" fmla="*/ 3042600 w 7467600"/>
              <a:gd name="connsiteY147" fmla="*/ 5059532 h 6858000"/>
              <a:gd name="connsiteX148" fmla="*/ 1997014 w 7467600"/>
              <a:gd name="connsiteY148" fmla="*/ 4698007 h 6858000"/>
              <a:gd name="connsiteX149" fmla="*/ 2305292 w 7467600"/>
              <a:gd name="connsiteY149" fmla="*/ 4219492 h 6858000"/>
              <a:gd name="connsiteX150" fmla="*/ 3360922 w 7467600"/>
              <a:gd name="connsiteY150" fmla="*/ 4529373 h 6858000"/>
              <a:gd name="connsiteX151" fmla="*/ 3492420 w 7467600"/>
              <a:gd name="connsiteY151" fmla="*/ 4510145 h 6858000"/>
              <a:gd name="connsiteX152" fmla="*/ 3364086 w 7467600"/>
              <a:gd name="connsiteY152" fmla="*/ 4480340 h 6858000"/>
              <a:gd name="connsiteX153" fmla="*/ 3225818 w 7467600"/>
              <a:gd name="connsiteY153" fmla="*/ 4411822 h 6858000"/>
              <a:gd name="connsiteX154" fmla="*/ 3129696 w 7467600"/>
              <a:gd name="connsiteY154" fmla="*/ 4360704 h 6858000"/>
              <a:gd name="connsiteX155" fmla="*/ 2814545 w 7467600"/>
              <a:gd name="connsiteY155" fmla="*/ 4282955 h 6858000"/>
              <a:gd name="connsiteX156" fmla="*/ 2305292 w 7467600"/>
              <a:gd name="connsiteY156" fmla="*/ 4219492 h 6858000"/>
              <a:gd name="connsiteX157" fmla="*/ 2626982 w 7467600"/>
              <a:gd name="connsiteY157" fmla="*/ 4206450 h 6858000"/>
              <a:gd name="connsiteX158" fmla="*/ 2490617 w 7467600"/>
              <a:gd name="connsiteY158" fmla="*/ 4206951 h 6858000"/>
              <a:gd name="connsiteX159" fmla="*/ 2819869 w 7467600"/>
              <a:gd name="connsiteY159" fmla="*/ 4252936 h 6858000"/>
              <a:gd name="connsiteX160" fmla="*/ 3143018 w 7467600"/>
              <a:gd name="connsiteY160" fmla="*/ 4332698 h 6858000"/>
              <a:gd name="connsiteX161" fmla="*/ 3241520 w 7467600"/>
              <a:gd name="connsiteY161" fmla="*/ 4385112 h 6858000"/>
              <a:gd name="connsiteX162" fmla="*/ 3374575 w 7467600"/>
              <a:gd name="connsiteY162" fmla="*/ 4451517 h 6858000"/>
              <a:gd name="connsiteX163" fmla="*/ 3505221 w 7467600"/>
              <a:gd name="connsiteY163" fmla="*/ 4480757 h 6858000"/>
              <a:gd name="connsiteX164" fmla="*/ 2626982 w 7467600"/>
              <a:gd name="connsiteY164" fmla="*/ 4206450 h 6858000"/>
              <a:gd name="connsiteX165" fmla="*/ 1310106 w 7467600"/>
              <a:gd name="connsiteY165" fmla="*/ 3943217 h 6858000"/>
              <a:gd name="connsiteX166" fmla="*/ 854994 w 7467600"/>
              <a:gd name="connsiteY166" fmla="*/ 4399136 h 6858000"/>
              <a:gd name="connsiteX167" fmla="*/ 742462 w 7467600"/>
              <a:gd name="connsiteY167" fmla="*/ 4594648 h 6858000"/>
              <a:gd name="connsiteX168" fmla="*/ 820602 w 7467600"/>
              <a:gd name="connsiteY168" fmla="*/ 4485915 h 6858000"/>
              <a:gd name="connsiteX169" fmla="*/ 878295 w 7467600"/>
              <a:gd name="connsiteY169" fmla="*/ 4403594 h 6858000"/>
              <a:gd name="connsiteX170" fmla="*/ 1240607 w 7467600"/>
              <a:gd name="connsiteY170" fmla="*/ 4010401 h 6858000"/>
              <a:gd name="connsiteX171" fmla="*/ 1310106 w 7467600"/>
              <a:gd name="connsiteY171" fmla="*/ 3943217 h 6858000"/>
              <a:gd name="connsiteX172" fmla="*/ 1423113 w 7467600"/>
              <a:gd name="connsiteY172" fmla="*/ 3874565 h 6858000"/>
              <a:gd name="connsiteX173" fmla="*/ 1260565 w 7467600"/>
              <a:gd name="connsiteY173" fmla="*/ 4031982 h 6858000"/>
              <a:gd name="connsiteX174" fmla="*/ 901900 w 7467600"/>
              <a:gd name="connsiteY174" fmla="*/ 4421236 h 6858000"/>
              <a:gd name="connsiteX175" fmla="*/ 845044 w 7467600"/>
              <a:gd name="connsiteY175" fmla="*/ 4502436 h 6858000"/>
              <a:gd name="connsiteX176" fmla="*/ 685926 w 7467600"/>
              <a:gd name="connsiteY176" fmla="*/ 4703069 h 6858000"/>
              <a:gd name="connsiteX177" fmla="*/ 684248 w 7467600"/>
              <a:gd name="connsiteY177" fmla="*/ 4706721 h 6858000"/>
              <a:gd name="connsiteX178" fmla="*/ 1423113 w 7467600"/>
              <a:gd name="connsiteY178" fmla="*/ 3874565 h 6858000"/>
              <a:gd name="connsiteX179" fmla="*/ 3316479 w 7467600"/>
              <a:gd name="connsiteY179" fmla="*/ 3872136 h 6858000"/>
              <a:gd name="connsiteX180" fmla="*/ 3546806 w 7467600"/>
              <a:gd name="connsiteY180" fmla="*/ 4356139 h 6858000"/>
              <a:gd name="connsiteX181" fmla="*/ 3364433 w 7467600"/>
              <a:gd name="connsiteY181" fmla="*/ 3953121 h 6858000"/>
              <a:gd name="connsiteX182" fmla="*/ 3316479 w 7467600"/>
              <a:gd name="connsiteY182" fmla="*/ 3872136 h 6858000"/>
              <a:gd name="connsiteX183" fmla="*/ 3291335 w 7467600"/>
              <a:gd name="connsiteY183" fmla="*/ 3767420 h 6858000"/>
              <a:gd name="connsiteX184" fmla="*/ 3390805 w 7467600"/>
              <a:gd name="connsiteY184" fmla="*/ 3937163 h 6858000"/>
              <a:gd name="connsiteX185" fmla="*/ 3579062 w 7467600"/>
              <a:gd name="connsiteY185" fmla="*/ 4359040 h 6858000"/>
              <a:gd name="connsiteX186" fmla="*/ 3467355 w 7467600"/>
              <a:gd name="connsiteY186" fmla="*/ 3988130 h 6858000"/>
              <a:gd name="connsiteX187" fmla="*/ 3310753 w 7467600"/>
              <a:gd name="connsiteY187" fmla="*/ 3787140 h 6858000"/>
              <a:gd name="connsiteX188" fmla="*/ 3291335 w 7467600"/>
              <a:gd name="connsiteY188" fmla="*/ 3767420 h 6858000"/>
              <a:gd name="connsiteX189" fmla="*/ 1635889 w 7467600"/>
              <a:gd name="connsiteY189" fmla="*/ 3709494 h 6858000"/>
              <a:gd name="connsiteX190" fmla="*/ 1634800 w 7467600"/>
              <a:gd name="connsiteY190" fmla="*/ 3731111 h 6858000"/>
              <a:gd name="connsiteX191" fmla="*/ 1635889 w 7467600"/>
              <a:gd name="connsiteY191" fmla="*/ 3709494 h 6858000"/>
              <a:gd name="connsiteX192" fmla="*/ 1510397 w 7467600"/>
              <a:gd name="connsiteY192" fmla="*/ 3684705 h 6858000"/>
              <a:gd name="connsiteX193" fmla="*/ 1146550 w 7467600"/>
              <a:gd name="connsiteY193" fmla="*/ 3802012 h 6858000"/>
              <a:gd name="connsiteX194" fmla="*/ 698834 w 7467600"/>
              <a:gd name="connsiteY194" fmla="*/ 3952272 h 6858000"/>
              <a:gd name="connsiteX195" fmla="*/ 34256 w 7467600"/>
              <a:gd name="connsiteY195" fmla="*/ 4347603 h 6858000"/>
              <a:gd name="connsiteX196" fmla="*/ 527241 w 7467600"/>
              <a:gd name="connsiteY196" fmla="*/ 4065078 h 6858000"/>
              <a:gd name="connsiteX197" fmla="*/ 1510397 w 7467600"/>
              <a:gd name="connsiteY197" fmla="*/ 3684705 h 6858000"/>
              <a:gd name="connsiteX198" fmla="*/ 1313114 w 7467600"/>
              <a:gd name="connsiteY198" fmla="*/ 3655216 h 6858000"/>
              <a:gd name="connsiteX199" fmla="*/ 1109304 w 7467600"/>
              <a:gd name="connsiteY199" fmla="*/ 3669030 h 6858000"/>
              <a:gd name="connsiteX200" fmla="*/ 8129 w 7467600"/>
              <a:gd name="connsiteY200" fmla="*/ 4330519 h 6858000"/>
              <a:gd name="connsiteX201" fmla="*/ 687572 w 7467600"/>
              <a:gd name="connsiteY201" fmla="*/ 3925629 h 6858000"/>
              <a:gd name="connsiteX202" fmla="*/ 1138365 w 7467600"/>
              <a:gd name="connsiteY202" fmla="*/ 3774515 h 6858000"/>
              <a:gd name="connsiteX203" fmla="*/ 1505579 w 7467600"/>
              <a:gd name="connsiteY203" fmla="*/ 3655526 h 6858000"/>
              <a:gd name="connsiteX204" fmla="*/ 1313114 w 7467600"/>
              <a:gd name="connsiteY204" fmla="*/ 3655216 h 6858000"/>
              <a:gd name="connsiteX205" fmla="*/ 3655073 w 7467600"/>
              <a:gd name="connsiteY205" fmla="*/ 3650884 h 6858000"/>
              <a:gd name="connsiteX206" fmla="*/ 3989938 w 7467600"/>
              <a:gd name="connsiteY206" fmla="*/ 3991685 h 6858000"/>
              <a:gd name="connsiteX207" fmla="*/ 4393907 w 7467600"/>
              <a:gd name="connsiteY207" fmla="*/ 4261258 h 6858000"/>
              <a:gd name="connsiteX208" fmla="*/ 4648051 w 7467600"/>
              <a:gd name="connsiteY208" fmla="*/ 4374051 h 6858000"/>
              <a:gd name="connsiteX209" fmla="*/ 4383389 w 7467600"/>
              <a:gd name="connsiteY209" fmla="*/ 4184369 h 6858000"/>
              <a:gd name="connsiteX210" fmla="*/ 4165508 w 7467600"/>
              <a:gd name="connsiteY210" fmla="*/ 4035196 h 6858000"/>
              <a:gd name="connsiteX211" fmla="*/ 4068162 w 7467600"/>
              <a:gd name="connsiteY211" fmla="*/ 3953394 h 6858000"/>
              <a:gd name="connsiteX212" fmla="*/ 3981416 w 7467600"/>
              <a:gd name="connsiteY212" fmla="*/ 3880482 h 6858000"/>
              <a:gd name="connsiteX213" fmla="*/ 3800147 w 7467600"/>
              <a:gd name="connsiteY213" fmla="*/ 3749872 h 6858000"/>
              <a:gd name="connsiteX214" fmla="*/ 3655073 w 7467600"/>
              <a:gd name="connsiteY214" fmla="*/ 3650884 h 6858000"/>
              <a:gd name="connsiteX215" fmla="*/ 3670252 w 7467600"/>
              <a:gd name="connsiteY215" fmla="*/ 3622798 h 6858000"/>
              <a:gd name="connsiteX216" fmla="*/ 3817258 w 7467600"/>
              <a:gd name="connsiteY216" fmla="*/ 3723577 h 6858000"/>
              <a:gd name="connsiteX217" fmla="*/ 4000461 w 7467600"/>
              <a:gd name="connsiteY217" fmla="*/ 3855966 h 6858000"/>
              <a:gd name="connsiteX218" fmla="*/ 4088180 w 7467600"/>
              <a:gd name="connsiteY218" fmla="*/ 3929774 h 6858000"/>
              <a:gd name="connsiteX219" fmla="*/ 4184555 w 7467600"/>
              <a:gd name="connsiteY219" fmla="*/ 4010683 h 6858000"/>
              <a:gd name="connsiteX220" fmla="*/ 4399563 w 7467600"/>
              <a:gd name="connsiteY220" fmla="*/ 4158106 h 6858000"/>
              <a:gd name="connsiteX221" fmla="*/ 4684469 w 7467600"/>
              <a:gd name="connsiteY221" fmla="*/ 4364680 h 6858000"/>
              <a:gd name="connsiteX222" fmla="*/ 4690271 w 7467600"/>
              <a:gd name="connsiteY222" fmla="*/ 4370034 h 6858000"/>
              <a:gd name="connsiteX223" fmla="*/ 4136093 w 7467600"/>
              <a:gd name="connsiteY223" fmla="*/ 3858466 h 6858000"/>
              <a:gd name="connsiteX224" fmla="*/ 3670252 w 7467600"/>
              <a:gd name="connsiteY224" fmla="*/ 3622798 h 6858000"/>
              <a:gd name="connsiteX225" fmla="*/ 4440129 w 7467600"/>
              <a:gd name="connsiteY225" fmla="*/ 3448571 h 6858000"/>
              <a:gd name="connsiteX226" fmla="*/ 4856525 w 7467600"/>
              <a:gd name="connsiteY226" fmla="*/ 3915351 h 6858000"/>
              <a:gd name="connsiteX227" fmla="*/ 5059055 w 7467600"/>
              <a:gd name="connsiteY227" fmla="*/ 4108918 h 6858000"/>
              <a:gd name="connsiteX228" fmla="*/ 5290070 w 7467600"/>
              <a:gd name="connsiteY228" fmla="*/ 4263619 h 6858000"/>
              <a:gd name="connsiteX229" fmla="*/ 4834991 w 7467600"/>
              <a:gd name="connsiteY229" fmla="*/ 3830985 h 6858000"/>
              <a:gd name="connsiteX230" fmla="*/ 4440129 w 7467600"/>
              <a:gd name="connsiteY230" fmla="*/ 3448571 h 6858000"/>
              <a:gd name="connsiteX231" fmla="*/ 4441737 w 7467600"/>
              <a:gd name="connsiteY231" fmla="*/ 3399734 h 6858000"/>
              <a:gd name="connsiteX232" fmla="*/ 4431236 w 7467600"/>
              <a:gd name="connsiteY232" fmla="*/ 3400954 h 6858000"/>
              <a:gd name="connsiteX233" fmla="*/ 4557150 w 7467600"/>
              <a:gd name="connsiteY233" fmla="*/ 3510023 h 6858000"/>
              <a:gd name="connsiteX234" fmla="*/ 4856936 w 7467600"/>
              <a:gd name="connsiteY234" fmla="*/ 3809146 h 6858000"/>
              <a:gd name="connsiteX235" fmla="*/ 5111996 w 7467600"/>
              <a:gd name="connsiteY235" fmla="*/ 4065759 h 6858000"/>
              <a:gd name="connsiteX236" fmla="*/ 5388878 w 7467600"/>
              <a:gd name="connsiteY236" fmla="*/ 4300185 h 6858000"/>
              <a:gd name="connsiteX237" fmla="*/ 5425556 w 7467600"/>
              <a:gd name="connsiteY237" fmla="*/ 4308967 h 6858000"/>
              <a:gd name="connsiteX238" fmla="*/ 4943646 w 7467600"/>
              <a:gd name="connsiteY238" fmla="*/ 3822916 h 6858000"/>
              <a:gd name="connsiteX239" fmla="*/ 4594837 w 7467600"/>
              <a:gd name="connsiteY239" fmla="*/ 3532274 h 6858000"/>
              <a:gd name="connsiteX240" fmla="*/ 4441737 w 7467600"/>
              <a:gd name="connsiteY240" fmla="*/ 3399734 h 6858000"/>
              <a:gd name="connsiteX241" fmla="*/ 5425834 w 7467600"/>
              <a:gd name="connsiteY241" fmla="*/ 3162785 h 6858000"/>
              <a:gd name="connsiteX242" fmla="*/ 5401644 w 7467600"/>
              <a:gd name="connsiteY242" fmla="*/ 3617847 h 6858000"/>
              <a:gd name="connsiteX243" fmla="*/ 5467256 w 7467600"/>
              <a:gd name="connsiteY243" fmla="*/ 4175494 h 6858000"/>
              <a:gd name="connsiteX244" fmla="*/ 5448069 w 7467600"/>
              <a:gd name="connsiteY244" fmla="*/ 3567554 h 6858000"/>
              <a:gd name="connsiteX245" fmla="*/ 5425834 w 7467600"/>
              <a:gd name="connsiteY245" fmla="*/ 3162785 h 6858000"/>
              <a:gd name="connsiteX246" fmla="*/ 1318687 w 7467600"/>
              <a:gd name="connsiteY246" fmla="*/ 3113840 h 6858000"/>
              <a:gd name="connsiteX247" fmla="*/ 1066793 w 7467600"/>
              <a:gd name="connsiteY247" fmla="*/ 3212171 h 6858000"/>
              <a:gd name="connsiteX248" fmla="*/ 993319 w 7467600"/>
              <a:gd name="connsiteY248" fmla="*/ 3247648 h 6858000"/>
              <a:gd name="connsiteX249" fmla="*/ 853081 w 7467600"/>
              <a:gd name="connsiteY249" fmla="*/ 3312410 h 6858000"/>
              <a:gd name="connsiteX250" fmla="*/ 805957 w 7467600"/>
              <a:gd name="connsiteY250" fmla="*/ 3330443 h 6858000"/>
              <a:gd name="connsiteX251" fmla="*/ 1318687 w 7467600"/>
              <a:gd name="connsiteY251" fmla="*/ 3113840 h 6858000"/>
              <a:gd name="connsiteX252" fmla="*/ 5453702 w 7467600"/>
              <a:gd name="connsiteY252" fmla="*/ 3090882 h 6858000"/>
              <a:gd name="connsiteX253" fmla="*/ 5480135 w 7467600"/>
              <a:gd name="connsiteY253" fmla="*/ 3565802 h 6858000"/>
              <a:gd name="connsiteX254" fmla="*/ 5499023 w 7467600"/>
              <a:gd name="connsiteY254" fmla="*/ 4166310 h 6858000"/>
              <a:gd name="connsiteX255" fmla="*/ 5547022 w 7467600"/>
              <a:gd name="connsiteY255" fmla="*/ 3607838 h 6858000"/>
              <a:gd name="connsiteX256" fmla="*/ 5515964 w 7467600"/>
              <a:gd name="connsiteY256" fmla="*/ 3378541 h 6858000"/>
              <a:gd name="connsiteX257" fmla="*/ 5453702 w 7467600"/>
              <a:gd name="connsiteY257" fmla="*/ 3090882 h 6858000"/>
              <a:gd name="connsiteX258" fmla="*/ 1238695 w 7467600"/>
              <a:gd name="connsiteY258" fmla="*/ 3076820 h 6858000"/>
              <a:gd name="connsiteX259" fmla="*/ 716371 w 7467600"/>
              <a:gd name="connsiteY259" fmla="*/ 3293249 h 6858000"/>
              <a:gd name="connsiteX260" fmla="*/ 579522 w 7467600"/>
              <a:gd name="connsiteY260" fmla="*/ 3371759 h 6858000"/>
              <a:gd name="connsiteX261" fmla="*/ 600288 w 7467600"/>
              <a:gd name="connsiteY261" fmla="*/ 3365555 h 6858000"/>
              <a:gd name="connsiteX262" fmla="*/ 840692 w 7467600"/>
              <a:gd name="connsiteY262" fmla="*/ 3284921 h 6858000"/>
              <a:gd name="connsiteX263" fmla="*/ 979248 w 7467600"/>
              <a:gd name="connsiteY263" fmla="*/ 3221003 h 6858000"/>
              <a:gd name="connsiteX264" fmla="*/ 1053282 w 7467600"/>
              <a:gd name="connsiteY264" fmla="*/ 3185247 h 6858000"/>
              <a:gd name="connsiteX265" fmla="*/ 1320603 w 7467600"/>
              <a:gd name="connsiteY265" fmla="*/ 3081281 h 6858000"/>
              <a:gd name="connsiteX266" fmla="*/ 1238695 w 7467600"/>
              <a:gd name="connsiteY266" fmla="*/ 3076820 h 6858000"/>
              <a:gd name="connsiteX267" fmla="*/ 5425627 w 7467600"/>
              <a:gd name="connsiteY267" fmla="*/ 2954192 h 6858000"/>
              <a:gd name="connsiteX268" fmla="*/ 5470770 w 7467600"/>
              <a:gd name="connsiteY268" fmla="*/ 3005435 h 6858000"/>
              <a:gd name="connsiteX269" fmla="*/ 5519779 w 7467600"/>
              <a:gd name="connsiteY269" fmla="*/ 4359223 h 6858000"/>
              <a:gd name="connsiteX270" fmla="*/ 5520293 w 7467600"/>
              <a:gd name="connsiteY270" fmla="*/ 4360602 h 6858000"/>
              <a:gd name="connsiteX271" fmla="*/ 5767221 w 7467600"/>
              <a:gd name="connsiteY271" fmla="*/ 4665564 h 6858000"/>
              <a:gd name="connsiteX272" fmla="*/ 6937169 w 7467600"/>
              <a:gd name="connsiteY272" fmla="*/ 4815941 h 6858000"/>
              <a:gd name="connsiteX273" fmla="*/ 6953922 w 7467600"/>
              <a:gd name="connsiteY273" fmla="*/ 4890068 h 6858000"/>
              <a:gd name="connsiteX274" fmla="*/ 6071359 w 7467600"/>
              <a:gd name="connsiteY274" fmla="*/ 4770770 h 6858000"/>
              <a:gd name="connsiteX275" fmla="*/ 6038839 w 7467600"/>
              <a:gd name="connsiteY275" fmla="*/ 4764474 h 6858000"/>
              <a:gd name="connsiteX276" fmla="*/ 6038706 w 7467600"/>
              <a:gd name="connsiteY276" fmla="*/ 4763847 h 6858000"/>
              <a:gd name="connsiteX277" fmla="*/ 6037784 w 7467600"/>
              <a:gd name="connsiteY277" fmla="*/ 4764270 h 6858000"/>
              <a:gd name="connsiteX278" fmla="*/ 6038839 w 7467600"/>
              <a:gd name="connsiteY278" fmla="*/ 4764474 h 6858000"/>
              <a:gd name="connsiteX279" fmla="*/ 6040338 w 7467600"/>
              <a:gd name="connsiteY279" fmla="*/ 4771418 h 6858000"/>
              <a:gd name="connsiteX280" fmla="*/ 6024488 w 7467600"/>
              <a:gd name="connsiteY280" fmla="*/ 4809903 h 6858000"/>
              <a:gd name="connsiteX281" fmla="*/ 5599771 w 7467600"/>
              <a:gd name="connsiteY281" fmla="*/ 5509652 h 6858000"/>
              <a:gd name="connsiteX282" fmla="*/ 5548843 w 7467600"/>
              <a:gd name="connsiteY282" fmla="*/ 5563845 h 6858000"/>
              <a:gd name="connsiteX283" fmla="*/ 5940952 w 7467600"/>
              <a:gd name="connsiteY283" fmla="*/ 6250028 h 6858000"/>
              <a:gd name="connsiteX284" fmla="*/ 6043441 w 7467600"/>
              <a:gd name="connsiteY284" fmla="*/ 6665847 h 6858000"/>
              <a:gd name="connsiteX285" fmla="*/ 6093432 w 7467600"/>
              <a:gd name="connsiteY285" fmla="*/ 6858000 h 6858000"/>
              <a:gd name="connsiteX286" fmla="*/ 6034344 w 7467600"/>
              <a:gd name="connsiteY286" fmla="*/ 6858000 h 6858000"/>
              <a:gd name="connsiteX287" fmla="*/ 6026679 w 7467600"/>
              <a:gd name="connsiteY287" fmla="*/ 6836959 h 6858000"/>
              <a:gd name="connsiteX288" fmla="*/ 5800441 w 7467600"/>
              <a:gd name="connsiteY288" fmla="*/ 6335286 h 6858000"/>
              <a:gd name="connsiteX289" fmla="*/ 5526562 w 7467600"/>
              <a:gd name="connsiteY289" fmla="*/ 5705388 h 6858000"/>
              <a:gd name="connsiteX290" fmla="*/ 5519640 w 7467600"/>
              <a:gd name="connsiteY290" fmla="*/ 5683774 h 6858000"/>
              <a:gd name="connsiteX291" fmla="*/ 5844559 w 7467600"/>
              <a:gd name="connsiteY291" fmla="*/ 6553349 h 6858000"/>
              <a:gd name="connsiteX292" fmla="*/ 5975994 w 7467600"/>
              <a:gd name="connsiteY292" fmla="*/ 6858000 h 6858000"/>
              <a:gd name="connsiteX293" fmla="*/ 5898547 w 7467600"/>
              <a:gd name="connsiteY293" fmla="*/ 6858000 h 6858000"/>
              <a:gd name="connsiteX294" fmla="*/ 5682041 w 7467600"/>
              <a:gd name="connsiteY294" fmla="*/ 6355860 h 6858000"/>
              <a:gd name="connsiteX295" fmla="*/ 5461758 w 7467600"/>
              <a:gd name="connsiteY295" fmla="*/ 5820220 h 6858000"/>
              <a:gd name="connsiteX296" fmla="*/ 5237282 w 7467600"/>
              <a:gd name="connsiteY296" fmla="*/ 6579086 h 6858000"/>
              <a:gd name="connsiteX297" fmla="*/ 5115009 w 7467600"/>
              <a:gd name="connsiteY297" fmla="*/ 6858000 h 6858000"/>
              <a:gd name="connsiteX298" fmla="*/ 5028074 w 7467600"/>
              <a:gd name="connsiteY298" fmla="*/ 6858000 h 6858000"/>
              <a:gd name="connsiteX299" fmla="*/ 5079508 w 7467600"/>
              <a:gd name="connsiteY299" fmla="*/ 6749074 h 6858000"/>
              <a:gd name="connsiteX300" fmla="*/ 5371846 w 7467600"/>
              <a:gd name="connsiteY300" fmla="*/ 5924413 h 6858000"/>
              <a:gd name="connsiteX301" fmla="*/ 5270512 w 7467600"/>
              <a:gd name="connsiteY301" fmla="*/ 6138975 h 6858000"/>
              <a:gd name="connsiteX302" fmla="*/ 5062409 w 7467600"/>
              <a:gd name="connsiteY302" fmla="*/ 6653544 h 6858000"/>
              <a:gd name="connsiteX303" fmla="*/ 5036628 w 7467600"/>
              <a:gd name="connsiteY303" fmla="*/ 6754247 h 6858000"/>
              <a:gd name="connsiteX304" fmla="*/ 5009112 w 7467600"/>
              <a:gd name="connsiteY304" fmla="*/ 6858000 h 6858000"/>
              <a:gd name="connsiteX305" fmla="*/ 4976679 w 7467600"/>
              <a:gd name="connsiteY305" fmla="*/ 6858000 h 6858000"/>
              <a:gd name="connsiteX306" fmla="*/ 5006537 w 7467600"/>
              <a:gd name="connsiteY306" fmla="*/ 6747068 h 6858000"/>
              <a:gd name="connsiteX307" fmla="*/ 5032723 w 7467600"/>
              <a:gd name="connsiteY307" fmla="*/ 6644957 h 6858000"/>
              <a:gd name="connsiteX308" fmla="*/ 5242949 w 7467600"/>
              <a:gd name="connsiteY308" fmla="*/ 6125175 h 6858000"/>
              <a:gd name="connsiteX309" fmla="*/ 5286321 w 7467600"/>
              <a:gd name="connsiteY309" fmla="*/ 6033555 h 6858000"/>
              <a:gd name="connsiteX310" fmla="*/ 5008210 w 7467600"/>
              <a:gd name="connsiteY310" fmla="*/ 6649194 h 6858000"/>
              <a:gd name="connsiteX311" fmla="*/ 4986321 w 7467600"/>
              <a:gd name="connsiteY311" fmla="*/ 6765687 h 6858000"/>
              <a:gd name="connsiteX312" fmla="*/ 4973474 w 7467600"/>
              <a:gd name="connsiteY312" fmla="*/ 6858000 h 6858000"/>
              <a:gd name="connsiteX313" fmla="*/ 4907178 w 7467600"/>
              <a:gd name="connsiteY313" fmla="*/ 6858000 h 6858000"/>
              <a:gd name="connsiteX314" fmla="*/ 4910810 w 7467600"/>
              <a:gd name="connsiteY314" fmla="*/ 6829660 h 6858000"/>
              <a:gd name="connsiteX315" fmla="*/ 4987461 w 7467600"/>
              <a:gd name="connsiteY315" fmla="*/ 6432994 h 6858000"/>
              <a:gd name="connsiteX316" fmla="*/ 5179262 w 7467600"/>
              <a:gd name="connsiteY316" fmla="*/ 6035044 h 6858000"/>
              <a:gd name="connsiteX317" fmla="*/ 4689678 w 7467600"/>
              <a:gd name="connsiteY317" fmla="*/ 6440241 h 6858000"/>
              <a:gd name="connsiteX318" fmla="*/ 4477543 w 7467600"/>
              <a:gd name="connsiteY318" fmla="*/ 6674836 h 6858000"/>
              <a:gd name="connsiteX319" fmla="*/ 4329957 w 7467600"/>
              <a:gd name="connsiteY319" fmla="*/ 6858000 h 6858000"/>
              <a:gd name="connsiteX320" fmla="*/ 4218595 w 7467600"/>
              <a:gd name="connsiteY320" fmla="*/ 6858000 h 6858000"/>
              <a:gd name="connsiteX321" fmla="*/ 4368888 w 7467600"/>
              <a:gd name="connsiteY321" fmla="*/ 6668412 h 6858000"/>
              <a:gd name="connsiteX322" fmla="*/ 4563091 w 7467600"/>
              <a:gd name="connsiteY322" fmla="*/ 6442508 h 6858000"/>
              <a:gd name="connsiteX323" fmla="*/ 5387324 w 7467600"/>
              <a:gd name="connsiteY323" fmla="*/ 5705830 h 6858000"/>
              <a:gd name="connsiteX324" fmla="*/ 5073620 w 7467600"/>
              <a:gd name="connsiteY324" fmla="*/ 5955437 h 6858000"/>
              <a:gd name="connsiteX325" fmla="*/ 4689789 w 7467600"/>
              <a:gd name="connsiteY325" fmla="*/ 6268382 h 6858000"/>
              <a:gd name="connsiteX326" fmla="*/ 4418722 w 7467600"/>
              <a:gd name="connsiteY326" fmla="*/ 6570886 h 6858000"/>
              <a:gd name="connsiteX327" fmla="*/ 4214944 w 7467600"/>
              <a:gd name="connsiteY327" fmla="*/ 6858000 h 6858000"/>
              <a:gd name="connsiteX328" fmla="*/ 4177898 w 7467600"/>
              <a:gd name="connsiteY328" fmla="*/ 6858000 h 6858000"/>
              <a:gd name="connsiteX329" fmla="*/ 4391597 w 7467600"/>
              <a:gd name="connsiteY329" fmla="*/ 6556370 h 6858000"/>
              <a:gd name="connsiteX330" fmla="*/ 4668889 w 7467600"/>
              <a:gd name="connsiteY330" fmla="*/ 6246399 h 6858000"/>
              <a:gd name="connsiteX331" fmla="*/ 5055427 w 7467600"/>
              <a:gd name="connsiteY331" fmla="*/ 5931476 h 6858000"/>
              <a:gd name="connsiteX332" fmla="*/ 5371814 w 7467600"/>
              <a:gd name="connsiteY332" fmla="*/ 5678975 h 6858000"/>
              <a:gd name="connsiteX333" fmla="*/ 4987918 w 7467600"/>
              <a:gd name="connsiteY333" fmla="*/ 5838701 h 6858000"/>
              <a:gd name="connsiteX334" fmla="*/ 4317146 w 7467600"/>
              <a:gd name="connsiteY334" fmla="*/ 6587716 h 6858000"/>
              <a:gd name="connsiteX335" fmla="*/ 4171627 w 7467600"/>
              <a:gd name="connsiteY335" fmla="*/ 6858000 h 6858000"/>
              <a:gd name="connsiteX336" fmla="*/ 4081585 w 7467600"/>
              <a:gd name="connsiteY336" fmla="*/ 6858000 h 6858000"/>
              <a:gd name="connsiteX337" fmla="*/ 4238603 w 7467600"/>
              <a:gd name="connsiteY337" fmla="*/ 6559341 h 6858000"/>
              <a:gd name="connsiteX338" fmla="*/ 4778333 w 7467600"/>
              <a:gd name="connsiteY338" fmla="*/ 5873626 h 6858000"/>
              <a:gd name="connsiteX339" fmla="*/ 5414185 w 7467600"/>
              <a:gd name="connsiteY339" fmla="*/ 5573882 h 6858000"/>
              <a:gd name="connsiteX340" fmla="*/ 5959648 w 7467600"/>
              <a:gd name="connsiteY340" fmla="*/ 4760797 h 6858000"/>
              <a:gd name="connsiteX341" fmla="*/ 5355019 w 7467600"/>
              <a:gd name="connsiteY341" fmla="*/ 4734672 h 6858000"/>
              <a:gd name="connsiteX342" fmla="*/ 5083565 w 7467600"/>
              <a:gd name="connsiteY342" fmla="*/ 5179121 h 6858000"/>
              <a:gd name="connsiteX343" fmla="*/ 4713577 w 7467600"/>
              <a:gd name="connsiteY343" fmla="*/ 5616803 h 6858000"/>
              <a:gd name="connsiteX344" fmla="*/ 3989559 w 7467600"/>
              <a:gd name="connsiteY344" fmla="*/ 6145945 h 6858000"/>
              <a:gd name="connsiteX345" fmla="*/ 3939824 w 7467600"/>
              <a:gd name="connsiteY345" fmla="*/ 6066900 h 6858000"/>
              <a:gd name="connsiteX346" fmla="*/ 4584537 w 7467600"/>
              <a:gd name="connsiteY346" fmla="*/ 5324826 h 6858000"/>
              <a:gd name="connsiteX347" fmla="*/ 5037105 w 7467600"/>
              <a:gd name="connsiteY347" fmla="*/ 5088765 h 6858000"/>
              <a:gd name="connsiteX348" fmla="*/ 5039930 w 7467600"/>
              <a:gd name="connsiteY348" fmla="*/ 5089585 h 6858000"/>
              <a:gd name="connsiteX349" fmla="*/ 5263764 w 7467600"/>
              <a:gd name="connsiteY349" fmla="*/ 4735525 h 6858000"/>
              <a:gd name="connsiteX350" fmla="*/ 4086300 w 7467600"/>
              <a:gd name="connsiteY350" fmla="*/ 4884599 h 6858000"/>
              <a:gd name="connsiteX351" fmla="*/ 4085485 w 7467600"/>
              <a:gd name="connsiteY351" fmla="*/ 4899070 h 6858000"/>
              <a:gd name="connsiteX352" fmla="*/ 3871915 w 7467600"/>
              <a:gd name="connsiteY352" fmla="*/ 5253645 h 6858000"/>
              <a:gd name="connsiteX353" fmla="*/ 3799374 w 7467600"/>
              <a:gd name="connsiteY353" fmla="*/ 5466127 h 6858000"/>
              <a:gd name="connsiteX354" fmla="*/ 3498850 w 7467600"/>
              <a:gd name="connsiteY354" fmla="*/ 6661888 h 6858000"/>
              <a:gd name="connsiteX355" fmla="*/ 3399216 w 7467600"/>
              <a:gd name="connsiteY355" fmla="*/ 6858000 h 6858000"/>
              <a:gd name="connsiteX356" fmla="*/ 3303688 w 7467600"/>
              <a:gd name="connsiteY356" fmla="*/ 6858000 h 6858000"/>
              <a:gd name="connsiteX357" fmla="*/ 3391774 w 7467600"/>
              <a:gd name="connsiteY357" fmla="*/ 6697181 h 6858000"/>
              <a:gd name="connsiteX358" fmla="*/ 3735540 w 7467600"/>
              <a:gd name="connsiteY358" fmla="*/ 5546923 h 6858000"/>
              <a:gd name="connsiteX359" fmla="*/ 3729438 w 7467600"/>
              <a:gd name="connsiteY359" fmla="*/ 5569058 h 6858000"/>
              <a:gd name="connsiteX360" fmla="*/ 3707782 w 7467600"/>
              <a:gd name="connsiteY360" fmla="*/ 5644908 h 6858000"/>
              <a:gd name="connsiteX361" fmla="*/ 3583827 w 7467600"/>
              <a:gd name="connsiteY361" fmla="*/ 6039215 h 6858000"/>
              <a:gd name="connsiteX362" fmla="*/ 3547861 w 7467600"/>
              <a:gd name="connsiteY362" fmla="*/ 6129609 h 6858000"/>
              <a:gd name="connsiteX363" fmla="*/ 3490905 w 7467600"/>
              <a:gd name="connsiteY363" fmla="*/ 6277660 h 6858000"/>
              <a:gd name="connsiteX364" fmla="*/ 3455859 w 7467600"/>
              <a:gd name="connsiteY364" fmla="*/ 6391301 h 6858000"/>
              <a:gd name="connsiteX365" fmla="*/ 3429112 w 7467600"/>
              <a:gd name="connsiteY365" fmla="*/ 6479469 h 6858000"/>
              <a:gd name="connsiteX366" fmla="*/ 3304862 w 7467600"/>
              <a:gd name="connsiteY366" fmla="*/ 6796476 h 6858000"/>
              <a:gd name="connsiteX367" fmla="*/ 3276071 w 7467600"/>
              <a:gd name="connsiteY367" fmla="*/ 6858000 h 6858000"/>
              <a:gd name="connsiteX368" fmla="*/ 3240805 w 7467600"/>
              <a:gd name="connsiteY368" fmla="*/ 6858000 h 6858000"/>
              <a:gd name="connsiteX369" fmla="*/ 3275917 w 7467600"/>
              <a:gd name="connsiteY369" fmla="*/ 6783192 h 6858000"/>
              <a:gd name="connsiteX370" fmla="*/ 3399358 w 7467600"/>
              <a:gd name="connsiteY370" fmla="*/ 6469011 h 6858000"/>
              <a:gd name="connsiteX371" fmla="*/ 3425650 w 7467600"/>
              <a:gd name="connsiteY371" fmla="*/ 6381333 h 6858000"/>
              <a:gd name="connsiteX372" fmla="*/ 3460661 w 7467600"/>
              <a:gd name="connsiteY372" fmla="*/ 6266763 h 6858000"/>
              <a:gd name="connsiteX373" fmla="*/ 3518021 w 7467600"/>
              <a:gd name="connsiteY373" fmla="*/ 6117298 h 6858000"/>
              <a:gd name="connsiteX374" fmla="*/ 3554035 w 7467600"/>
              <a:gd name="connsiteY374" fmla="*/ 6027832 h 6858000"/>
              <a:gd name="connsiteX375" fmla="*/ 3677174 w 7467600"/>
              <a:gd name="connsiteY375" fmla="*/ 5636351 h 6858000"/>
              <a:gd name="connsiteX376" fmla="*/ 3698819 w 7467600"/>
              <a:gd name="connsiteY376" fmla="*/ 5560503 h 6858000"/>
              <a:gd name="connsiteX377" fmla="*/ 3702094 w 7467600"/>
              <a:gd name="connsiteY377" fmla="*/ 5549194 h 6858000"/>
              <a:gd name="connsiteX378" fmla="*/ 3398355 w 7467600"/>
              <a:gd name="connsiteY378" fmla="*/ 6094603 h 6858000"/>
              <a:gd name="connsiteX379" fmla="*/ 3193941 w 7467600"/>
              <a:gd name="connsiteY379" fmla="*/ 6798775 h 6858000"/>
              <a:gd name="connsiteX380" fmla="*/ 3184140 w 7467600"/>
              <a:gd name="connsiteY380" fmla="*/ 6858000 h 6858000"/>
              <a:gd name="connsiteX381" fmla="*/ 3099978 w 7467600"/>
              <a:gd name="connsiteY381" fmla="*/ 6858000 h 6858000"/>
              <a:gd name="connsiteX382" fmla="*/ 3101556 w 7467600"/>
              <a:gd name="connsiteY382" fmla="*/ 6843337 h 6858000"/>
              <a:gd name="connsiteX383" fmla="*/ 3370162 w 7467600"/>
              <a:gd name="connsiteY383" fmla="*/ 5785550 h 6858000"/>
              <a:gd name="connsiteX384" fmla="*/ 3746477 w 7467600"/>
              <a:gd name="connsiteY384" fmla="*/ 5377889 h 6858000"/>
              <a:gd name="connsiteX385" fmla="*/ 3863399 w 7467600"/>
              <a:gd name="connsiteY385" fmla="*/ 5087257 h 6858000"/>
              <a:gd name="connsiteX386" fmla="*/ 3968712 w 7467600"/>
              <a:gd name="connsiteY386" fmla="*/ 4913989 h 6858000"/>
              <a:gd name="connsiteX387" fmla="*/ 2792390 w 7467600"/>
              <a:gd name="connsiteY387" fmla="*/ 5382974 h 6858000"/>
              <a:gd name="connsiteX388" fmla="*/ 2714982 w 7467600"/>
              <a:gd name="connsiteY388" fmla="*/ 5427051 h 6858000"/>
              <a:gd name="connsiteX389" fmla="*/ 2813361 w 7467600"/>
              <a:gd name="connsiteY389" fmla="*/ 6023912 h 6858000"/>
              <a:gd name="connsiteX390" fmla="*/ 2688430 w 7467600"/>
              <a:gd name="connsiteY390" fmla="*/ 6801564 h 6858000"/>
              <a:gd name="connsiteX391" fmla="*/ 2629626 w 7467600"/>
              <a:gd name="connsiteY391" fmla="*/ 6763394 h 6858000"/>
              <a:gd name="connsiteX392" fmla="*/ 2565328 w 7467600"/>
              <a:gd name="connsiteY392" fmla="*/ 5516399 h 6858000"/>
              <a:gd name="connsiteX393" fmla="*/ 1922999 w 7467600"/>
              <a:gd name="connsiteY393" fmla="*/ 5980343 h 6858000"/>
              <a:gd name="connsiteX394" fmla="*/ 1950261 w 7467600"/>
              <a:gd name="connsiteY394" fmla="*/ 6405858 h 6858000"/>
              <a:gd name="connsiteX395" fmla="*/ 2365554 w 7467600"/>
              <a:gd name="connsiteY395" fmla="*/ 6759107 h 6858000"/>
              <a:gd name="connsiteX396" fmla="*/ 2424142 w 7467600"/>
              <a:gd name="connsiteY396" fmla="*/ 6858000 h 6858000"/>
              <a:gd name="connsiteX397" fmla="*/ 2395994 w 7467600"/>
              <a:gd name="connsiteY397" fmla="*/ 6858000 h 6858000"/>
              <a:gd name="connsiteX398" fmla="*/ 2392863 w 7467600"/>
              <a:gd name="connsiteY398" fmla="*/ 6852964 h 6858000"/>
              <a:gd name="connsiteX399" fmla="*/ 2017589 w 7467600"/>
              <a:gd name="connsiteY399" fmla="*/ 6493982 h 6858000"/>
              <a:gd name="connsiteX400" fmla="*/ 2147336 w 7467600"/>
              <a:gd name="connsiteY400" fmla="*/ 6594052 h 6858000"/>
              <a:gd name="connsiteX401" fmla="*/ 2207047 w 7467600"/>
              <a:gd name="connsiteY401" fmla="*/ 6654540 h 6858000"/>
              <a:gd name="connsiteX402" fmla="*/ 2299106 w 7467600"/>
              <a:gd name="connsiteY402" fmla="*/ 6778931 h 6858000"/>
              <a:gd name="connsiteX403" fmla="*/ 2314430 w 7467600"/>
              <a:gd name="connsiteY403" fmla="*/ 6801144 h 6858000"/>
              <a:gd name="connsiteX404" fmla="*/ 2352406 w 7467600"/>
              <a:gd name="connsiteY404" fmla="*/ 6858000 h 6858000"/>
              <a:gd name="connsiteX405" fmla="*/ 2314492 w 7467600"/>
              <a:gd name="connsiteY405" fmla="*/ 6858000 h 6858000"/>
              <a:gd name="connsiteX406" fmla="*/ 2288095 w 7467600"/>
              <a:gd name="connsiteY406" fmla="*/ 6818030 h 6858000"/>
              <a:gd name="connsiteX407" fmla="*/ 2272768 w 7467600"/>
              <a:gd name="connsiteY407" fmla="*/ 6795822 h 6858000"/>
              <a:gd name="connsiteX408" fmla="*/ 2182715 w 7467600"/>
              <a:gd name="connsiteY408" fmla="*/ 6675071 h 6858000"/>
              <a:gd name="connsiteX409" fmla="*/ 2032061 w 7467600"/>
              <a:gd name="connsiteY409" fmla="*/ 6541380 h 6858000"/>
              <a:gd name="connsiteX410" fmla="*/ 2257220 w 7467600"/>
              <a:gd name="connsiteY410" fmla="*/ 6826257 h 6858000"/>
              <a:gd name="connsiteX411" fmla="*/ 2281324 w 7467600"/>
              <a:gd name="connsiteY411" fmla="*/ 6858000 h 6858000"/>
              <a:gd name="connsiteX412" fmla="*/ 2242860 w 7467600"/>
              <a:gd name="connsiteY412" fmla="*/ 6858000 h 6858000"/>
              <a:gd name="connsiteX413" fmla="*/ 2232818 w 7467600"/>
              <a:gd name="connsiteY413" fmla="*/ 6844926 h 6858000"/>
              <a:gd name="connsiteX414" fmla="*/ 1990172 w 7467600"/>
              <a:gd name="connsiteY414" fmla="*/ 6542121 h 6858000"/>
              <a:gd name="connsiteX415" fmla="*/ 2124090 w 7467600"/>
              <a:gd name="connsiteY415" fmla="*/ 6761017 h 6858000"/>
              <a:gd name="connsiteX416" fmla="*/ 2200380 w 7467600"/>
              <a:gd name="connsiteY416" fmla="*/ 6858000 h 6858000"/>
              <a:gd name="connsiteX417" fmla="*/ 2147507 w 7467600"/>
              <a:gd name="connsiteY417" fmla="*/ 6858000 h 6858000"/>
              <a:gd name="connsiteX418" fmla="*/ 2070668 w 7467600"/>
              <a:gd name="connsiteY418" fmla="*/ 6761520 h 6858000"/>
              <a:gd name="connsiteX419" fmla="*/ 1975142 w 7467600"/>
              <a:gd name="connsiteY419" fmla="*/ 6585570 h 6858000"/>
              <a:gd name="connsiteX420" fmla="*/ 2050035 w 7467600"/>
              <a:gd name="connsiteY420" fmla="*/ 6813345 h 6858000"/>
              <a:gd name="connsiteX421" fmla="*/ 2063025 w 7467600"/>
              <a:gd name="connsiteY421" fmla="*/ 6858000 h 6858000"/>
              <a:gd name="connsiteX422" fmla="*/ 2021675 w 7467600"/>
              <a:gd name="connsiteY422" fmla="*/ 6858000 h 6858000"/>
              <a:gd name="connsiteX423" fmla="*/ 2019308 w 7467600"/>
              <a:gd name="connsiteY423" fmla="*/ 6847118 h 6858000"/>
              <a:gd name="connsiteX424" fmla="*/ 1938835 w 7467600"/>
              <a:gd name="connsiteY424" fmla="*/ 6551160 h 6858000"/>
              <a:gd name="connsiteX425" fmla="*/ 1953230 w 7467600"/>
              <a:gd name="connsiteY425" fmla="*/ 6759699 h 6858000"/>
              <a:gd name="connsiteX426" fmla="*/ 1956763 w 7467600"/>
              <a:gd name="connsiteY426" fmla="*/ 6778191 h 6858000"/>
              <a:gd name="connsiteX427" fmla="*/ 1967925 w 7467600"/>
              <a:gd name="connsiteY427" fmla="*/ 6858000 h 6858000"/>
              <a:gd name="connsiteX428" fmla="*/ 1936622 w 7467600"/>
              <a:gd name="connsiteY428" fmla="*/ 6858000 h 6858000"/>
              <a:gd name="connsiteX429" fmla="*/ 1926261 w 7467600"/>
              <a:gd name="connsiteY429" fmla="*/ 6784064 h 6858000"/>
              <a:gd name="connsiteX430" fmla="*/ 1922724 w 7467600"/>
              <a:gd name="connsiteY430" fmla="*/ 6765577 h 6858000"/>
              <a:gd name="connsiteX431" fmla="*/ 1904650 w 7467600"/>
              <a:gd name="connsiteY431" fmla="*/ 6639616 h 6858000"/>
              <a:gd name="connsiteX432" fmla="*/ 1885273 w 7467600"/>
              <a:gd name="connsiteY432" fmla="*/ 6858000 h 6858000"/>
              <a:gd name="connsiteX433" fmla="*/ 1854363 w 7467600"/>
              <a:gd name="connsiteY433" fmla="*/ 6858000 h 6858000"/>
              <a:gd name="connsiteX434" fmla="*/ 1880391 w 7467600"/>
              <a:gd name="connsiteY434" fmla="*/ 6603796 h 6858000"/>
              <a:gd name="connsiteX435" fmla="*/ 1818273 w 7467600"/>
              <a:gd name="connsiteY435" fmla="*/ 6715729 h 6858000"/>
              <a:gd name="connsiteX436" fmla="*/ 1794691 w 7467600"/>
              <a:gd name="connsiteY436" fmla="*/ 6843239 h 6858000"/>
              <a:gd name="connsiteX437" fmla="*/ 1794914 w 7467600"/>
              <a:gd name="connsiteY437" fmla="*/ 6858000 h 6858000"/>
              <a:gd name="connsiteX438" fmla="*/ 1746128 w 7467600"/>
              <a:gd name="connsiteY438" fmla="*/ 6858000 h 6858000"/>
              <a:gd name="connsiteX439" fmla="*/ 1753934 w 7467600"/>
              <a:gd name="connsiteY439" fmla="*/ 6724796 h 6858000"/>
              <a:gd name="connsiteX440" fmla="*/ 1792053 w 7467600"/>
              <a:gd name="connsiteY440" fmla="*/ 6572396 h 6858000"/>
              <a:gd name="connsiteX441" fmla="*/ 1862248 w 7467600"/>
              <a:gd name="connsiteY441" fmla="*/ 6266397 h 6858000"/>
              <a:gd name="connsiteX442" fmla="*/ 1862250 w 7467600"/>
              <a:gd name="connsiteY442" fmla="*/ 6033531 h 6858000"/>
              <a:gd name="connsiteX443" fmla="*/ 1211999 w 7467600"/>
              <a:gd name="connsiteY443" fmla="*/ 6683610 h 6858000"/>
              <a:gd name="connsiteX444" fmla="*/ 1213266 w 7467600"/>
              <a:gd name="connsiteY444" fmla="*/ 6691947 h 6858000"/>
              <a:gd name="connsiteX445" fmla="*/ 1203370 w 7467600"/>
              <a:gd name="connsiteY445" fmla="*/ 6850676 h 6858000"/>
              <a:gd name="connsiteX446" fmla="*/ 1203671 w 7467600"/>
              <a:gd name="connsiteY446" fmla="*/ 6858000 h 6858000"/>
              <a:gd name="connsiteX447" fmla="*/ 1143180 w 7467600"/>
              <a:gd name="connsiteY447" fmla="*/ 6858000 h 6858000"/>
              <a:gd name="connsiteX448" fmla="*/ 1142176 w 7467600"/>
              <a:gd name="connsiteY448" fmla="*/ 6766045 h 6858000"/>
              <a:gd name="connsiteX449" fmla="*/ 1067484 w 7467600"/>
              <a:gd name="connsiteY449" fmla="*/ 6858000 h 6858000"/>
              <a:gd name="connsiteX450" fmla="*/ 953928 w 7467600"/>
              <a:gd name="connsiteY450" fmla="*/ 6858000 h 6858000"/>
              <a:gd name="connsiteX451" fmla="*/ 959715 w 7467600"/>
              <a:gd name="connsiteY451" fmla="*/ 6850185 h 6858000"/>
              <a:gd name="connsiteX452" fmla="*/ 1483788 w 7467600"/>
              <a:gd name="connsiteY452" fmla="*/ 6259174 h 6858000"/>
              <a:gd name="connsiteX453" fmla="*/ 1100671 w 7467600"/>
              <a:gd name="connsiteY453" fmla="*/ 6252137 h 6858000"/>
              <a:gd name="connsiteX454" fmla="*/ 1090144 w 7467600"/>
              <a:gd name="connsiteY454" fmla="*/ 6256748 h 6858000"/>
              <a:gd name="connsiteX455" fmla="*/ 1095872 w 7467600"/>
              <a:gd name="connsiteY455" fmla="*/ 6271892 h 6858000"/>
              <a:gd name="connsiteX456" fmla="*/ 262785 w 7467600"/>
              <a:gd name="connsiteY456" fmla="*/ 6845450 h 6858000"/>
              <a:gd name="connsiteX457" fmla="*/ 209968 w 7467600"/>
              <a:gd name="connsiteY457" fmla="*/ 6770713 h 6858000"/>
              <a:gd name="connsiteX458" fmla="*/ 873460 w 7467600"/>
              <a:gd name="connsiteY458" fmla="*/ 6253768 h 6858000"/>
              <a:gd name="connsiteX459" fmla="*/ 192686 w 7467600"/>
              <a:gd name="connsiteY459" fmla="*/ 5849257 h 6858000"/>
              <a:gd name="connsiteX460" fmla="*/ 4696 w 7467600"/>
              <a:gd name="connsiteY460" fmla="*/ 5697668 h 6858000"/>
              <a:gd name="connsiteX461" fmla="*/ 0 w 7467600"/>
              <a:gd name="connsiteY461" fmla="*/ 5689984 h 6858000"/>
              <a:gd name="connsiteX462" fmla="*/ 0 w 7467600"/>
              <a:gd name="connsiteY462" fmla="*/ 5513472 h 6858000"/>
              <a:gd name="connsiteX463" fmla="*/ 174101 w 7467600"/>
              <a:gd name="connsiteY463" fmla="*/ 5620277 h 6858000"/>
              <a:gd name="connsiteX464" fmla="*/ 891800 w 7467600"/>
              <a:gd name="connsiteY464" fmla="*/ 6036935 h 6858000"/>
              <a:gd name="connsiteX465" fmla="*/ 1072219 w 7467600"/>
              <a:gd name="connsiteY465" fmla="*/ 6169443 h 6858000"/>
              <a:gd name="connsiteX466" fmla="*/ 1074117 w 7467600"/>
              <a:gd name="connsiteY466" fmla="*/ 6170301 h 6858000"/>
              <a:gd name="connsiteX467" fmla="*/ 1083114 w 7467600"/>
              <a:gd name="connsiteY467" fmla="*/ 6174131 h 6858000"/>
              <a:gd name="connsiteX468" fmla="*/ 1543010 w 7467600"/>
              <a:gd name="connsiteY468" fmla="*/ 6191140 h 6858000"/>
              <a:gd name="connsiteX469" fmla="*/ 1551080 w 7467600"/>
              <a:gd name="connsiteY469" fmla="*/ 6195006 h 6858000"/>
              <a:gd name="connsiteX470" fmla="*/ 2345443 w 7467600"/>
              <a:gd name="connsiteY470" fmla="*/ 5549882 h 6858000"/>
              <a:gd name="connsiteX471" fmla="*/ 1721499 w 7467600"/>
              <a:gd name="connsiteY471" fmla="*/ 5599969 h 6858000"/>
              <a:gd name="connsiteX472" fmla="*/ 767716 w 7467600"/>
              <a:gd name="connsiteY472" fmla="*/ 5472768 h 6858000"/>
              <a:gd name="connsiteX473" fmla="*/ 722147 w 7467600"/>
              <a:gd name="connsiteY473" fmla="*/ 5393091 h 6858000"/>
              <a:gd name="connsiteX474" fmla="*/ 1485552 w 7467600"/>
              <a:gd name="connsiteY474" fmla="*/ 5313202 h 6858000"/>
              <a:gd name="connsiteX475" fmla="*/ 2143004 w 7467600"/>
              <a:gd name="connsiteY475" fmla="*/ 5402420 h 6858000"/>
              <a:gd name="connsiteX476" fmla="*/ 1933391 w 7467600"/>
              <a:gd name="connsiteY476" fmla="*/ 5156971 h 6858000"/>
              <a:gd name="connsiteX477" fmla="*/ 1827118 w 7467600"/>
              <a:gd name="connsiteY477" fmla="*/ 4968410 h 6858000"/>
              <a:gd name="connsiteX478" fmla="*/ 1837349 w 7467600"/>
              <a:gd name="connsiteY478" fmla="*/ 4956357 h 6858000"/>
              <a:gd name="connsiteX479" fmla="*/ 2162835 w 7467600"/>
              <a:gd name="connsiteY479" fmla="*/ 5187853 h 6858000"/>
              <a:gd name="connsiteX480" fmla="*/ 2257167 w 7467600"/>
              <a:gd name="connsiteY480" fmla="*/ 5462123 h 6858000"/>
              <a:gd name="connsiteX481" fmla="*/ 2261598 w 7467600"/>
              <a:gd name="connsiteY481" fmla="*/ 5467998 h 6858000"/>
              <a:gd name="connsiteX482" fmla="*/ 2437177 w 7467600"/>
              <a:gd name="connsiteY482" fmla="*/ 5479608 h 6858000"/>
              <a:gd name="connsiteX483" fmla="*/ 2445247 w 7467600"/>
              <a:gd name="connsiteY483" fmla="*/ 5483476 h 6858000"/>
              <a:gd name="connsiteX484" fmla="*/ 2743626 w 7467600"/>
              <a:gd name="connsiteY484" fmla="*/ 5304819 h 6858000"/>
              <a:gd name="connsiteX485" fmla="*/ 3048102 w 7467600"/>
              <a:gd name="connsiteY485" fmla="*/ 5150595 h 6858000"/>
              <a:gd name="connsiteX486" fmla="*/ 1799414 w 7467600"/>
              <a:gd name="connsiteY486" fmla="*/ 4694732 h 6858000"/>
              <a:gd name="connsiteX487" fmla="*/ 1771735 w 7467600"/>
              <a:gd name="connsiteY487" fmla="*/ 4619929 h 6858000"/>
              <a:gd name="connsiteX488" fmla="*/ 3104273 w 7467600"/>
              <a:gd name="connsiteY488" fmla="*/ 5076159 h 6858000"/>
              <a:gd name="connsiteX489" fmla="*/ 3113245 w 7467600"/>
              <a:gd name="connsiteY489" fmla="*/ 5090705 h 6858000"/>
              <a:gd name="connsiteX490" fmla="*/ 3126294 w 7467600"/>
              <a:gd name="connsiteY490" fmla="*/ 5114400 h 6858000"/>
              <a:gd name="connsiteX491" fmla="*/ 3937433 w 7467600"/>
              <a:gd name="connsiteY491" fmla="*/ 4830473 h 6858000"/>
              <a:gd name="connsiteX492" fmla="*/ 3590475 w 7467600"/>
              <a:gd name="connsiteY492" fmla="*/ 4597974 h 6858000"/>
              <a:gd name="connsiteX493" fmla="*/ 3100264 w 7467600"/>
              <a:gd name="connsiteY493" fmla="*/ 4579845 h 6858000"/>
              <a:gd name="connsiteX494" fmla="*/ 2183576 w 7467600"/>
              <a:gd name="connsiteY494" fmla="*/ 4227150 h 6858000"/>
              <a:gd name="connsiteX495" fmla="*/ 2151029 w 7467600"/>
              <a:gd name="connsiteY495" fmla="*/ 4146947 h 6858000"/>
              <a:gd name="connsiteX496" fmla="*/ 3563434 w 7467600"/>
              <a:gd name="connsiteY496" fmla="*/ 4469115 h 6858000"/>
              <a:gd name="connsiteX497" fmla="*/ 3177952 w 7467600"/>
              <a:gd name="connsiteY497" fmla="*/ 3657386 h 6858000"/>
              <a:gd name="connsiteX498" fmla="*/ 3189263 w 7467600"/>
              <a:gd name="connsiteY498" fmla="*/ 3625726 h 6858000"/>
              <a:gd name="connsiteX499" fmla="*/ 3560912 w 7467600"/>
              <a:gd name="connsiteY499" fmla="*/ 4079863 h 6858000"/>
              <a:gd name="connsiteX500" fmla="*/ 3626636 w 7467600"/>
              <a:gd name="connsiteY500" fmla="*/ 4512230 h 6858000"/>
              <a:gd name="connsiteX501" fmla="*/ 3653088 w 7467600"/>
              <a:gd name="connsiteY501" fmla="*/ 4521417 h 6858000"/>
              <a:gd name="connsiteX502" fmla="*/ 3988128 w 7467600"/>
              <a:gd name="connsiteY502" fmla="*/ 4817267 h 6858000"/>
              <a:gd name="connsiteX503" fmla="*/ 4830582 w 7467600"/>
              <a:gd name="connsiteY503" fmla="*/ 4676000 h 6858000"/>
              <a:gd name="connsiteX504" fmla="*/ 4830100 w 7467600"/>
              <a:gd name="connsiteY504" fmla="*/ 4675554 h 6858000"/>
              <a:gd name="connsiteX505" fmla="*/ 4036318 w 7467600"/>
              <a:gd name="connsiteY505" fmla="*/ 4147013 h 6858000"/>
              <a:gd name="connsiteX506" fmla="*/ 3432098 w 7467600"/>
              <a:gd name="connsiteY506" fmla="*/ 3537312 h 6858000"/>
              <a:gd name="connsiteX507" fmla="*/ 3446761 w 7467600"/>
              <a:gd name="connsiteY507" fmla="*/ 3461278 h 6858000"/>
              <a:gd name="connsiteX508" fmla="*/ 4419733 w 7467600"/>
              <a:gd name="connsiteY508" fmla="*/ 3963555 h 6858000"/>
              <a:gd name="connsiteX509" fmla="*/ 4781371 w 7467600"/>
              <a:gd name="connsiteY509" fmla="*/ 4458604 h 6858000"/>
              <a:gd name="connsiteX510" fmla="*/ 4780440 w 7467600"/>
              <a:gd name="connsiteY510" fmla="*/ 4470290 h 6858000"/>
              <a:gd name="connsiteX511" fmla="*/ 4898954 w 7467600"/>
              <a:gd name="connsiteY511" fmla="*/ 4662092 h 6858000"/>
              <a:gd name="connsiteX512" fmla="*/ 4900699 w 7467600"/>
              <a:gd name="connsiteY512" fmla="*/ 4670867 h 6858000"/>
              <a:gd name="connsiteX513" fmla="*/ 5714511 w 7467600"/>
              <a:gd name="connsiteY513" fmla="*/ 4663483 h 6858000"/>
              <a:gd name="connsiteX514" fmla="*/ 5464793 w 7467600"/>
              <a:gd name="connsiteY514" fmla="*/ 4393556 h 6858000"/>
              <a:gd name="connsiteX515" fmla="*/ 5461897 w 7467600"/>
              <a:gd name="connsiteY515" fmla="*/ 4390879 h 6858000"/>
              <a:gd name="connsiteX516" fmla="*/ 4294126 w 7467600"/>
              <a:gd name="connsiteY516" fmla="*/ 3303048 h 6858000"/>
              <a:gd name="connsiteX517" fmla="*/ 4305321 w 7467600"/>
              <a:gd name="connsiteY517" fmla="*/ 3256953 h 6858000"/>
              <a:gd name="connsiteX518" fmla="*/ 4949299 w 7467600"/>
              <a:gd name="connsiteY518" fmla="*/ 3766336 h 6858000"/>
              <a:gd name="connsiteX519" fmla="*/ 5291452 w 7467600"/>
              <a:gd name="connsiteY519" fmla="*/ 4076801 h 6858000"/>
              <a:gd name="connsiteX520" fmla="*/ 5434998 w 7467600"/>
              <a:gd name="connsiteY520" fmla="*/ 4254100 h 6858000"/>
              <a:gd name="connsiteX521" fmla="*/ 5351015 w 7467600"/>
              <a:gd name="connsiteY521" fmla="*/ 3760989 h 6858000"/>
              <a:gd name="connsiteX522" fmla="*/ 5413780 w 7467600"/>
              <a:gd name="connsiteY522" fmla="*/ 2966265 h 6858000"/>
              <a:gd name="connsiteX523" fmla="*/ 5425627 w 7467600"/>
              <a:gd name="connsiteY523" fmla="*/ 2954192 h 6858000"/>
              <a:gd name="connsiteX524" fmla="*/ 6604735 w 7467600"/>
              <a:gd name="connsiteY524" fmla="*/ 2041381 h 6858000"/>
              <a:gd name="connsiteX525" fmla="*/ 7204487 w 7467600"/>
              <a:gd name="connsiteY525" fmla="*/ 2742112 h 6858000"/>
              <a:gd name="connsiteX526" fmla="*/ 7131592 w 7467600"/>
              <a:gd name="connsiteY526" fmla="*/ 2672096 h 6858000"/>
              <a:gd name="connsiteX527" fmla="*/ 6996344 w 7467600"/>
              <a:gd name="connsiteY527" fmla="*/ 2518310 h 6858000"/>
              <a:gd name="connsiteX528" fmla="*/ 6735495 w 7467600"/>
              <a:gd name="connsiteY528" fmla="*/ 2196890 h 6858000"/>
              <a:gd name="connsiteX529" fmla="*/ 6721901 w 7467600"/>
              <a:gd name="connsiteY529" fmla="*/ 2179274 h 6858000"/>
              <a:gd name="connsiteX530" fmla="*/ 6604735 w 7467600"/>
              <a:gd name="connsiteY530" fmla="*/ 2041381 h 6858000"/>
              <a:gd name="connsiteX531" fmla="*/ 6591670 w 7467600"/>
              <a:gd name="connsiteY531" fmla="*/ 1988277 h 6858000"/>
              <a:gd name="connsiteX532" fmla="*/ 6747349 w 7467600"/>
              <a:gd name="connsiteY532" fmla="*/ 2160069 h 6858000"/>
              <a:gd name="connsiteX533" fmla="*/ 6760943 w 7467600"/>
              <a:gd name="connsiteY533" fmla="*/ 2177686 h 6858000"/>
              <a:gd name="connsiteX534" fmla="*/ 7021065 w 7467600"/>
              <a:gd name="connsiteY534" fmla="*/ 2498102 h 6858000"/>
              <a:gd name="connsiteX535" fmla="*/ 7155223 w 7467600"/>
              <a:gd name="connsiteY535" fmla="*/ 2650386 h 6858000"/>
              <a:gd name="connsiteX536" fmla="*/ 7203167 w 7467600"/>
              <a:gd name="connsiteY536" fmla="*/ 2697288 h 6858000"/>
              <a:gd name="connsiteX537" fmla="*/ 6937703 w 7467600"/>
              <a:gd name="connsiteY537" fmla="*/ 2321981 h 6858000"/>
              <a:gd name="connsiteX538" fmla="*/ 6591670 w 7467600"/>
              <a:gd name="connsiteY538" fmla="*/ 1988277 h 6858000"/>
              <a:gd name="connsiteX539" fmla="*/ 5798671 w 7467600"/>
              <a:gd name="connsiteY539" fmla="*/ 1981601 h 6858000"/>
              <a:gd name="connsiteX540" fmla="*/ 5754709 w 7467600"/>
              <a:gd name="connsiteY540" fmla="*/ 2071454 h 6858000"/>
              <a:gd name="connsiteX541" fmla="*/ 5763044 w 7467600"/>
              <a:gd name="connsiteY541" fmla="*/ 2842206 h 6858000"/>
              <a:gd name="connsiteX542" fmla="*/ 5764974 w 7467600"/>
              <a:gd name="connsiteY542" fmla="*/ 2799609 h 6858000"/>
              <a:gd name="connsiteX543" fmla="*/ 5767665 w 7467600"/>
              <a:gd name="connsiteY543" fmla="*/ 2666409 h 6858000"/>
              <a:gd name="connsiteX544" fmla="*/ 5763055 w 7467600"/>
              <a:gd name="connsiteY544" fmla="*/ 2579705 h 6858000"/>
              <a:gd name="connsiteX545" fmla="*/ 5758079 w 7467600"/>
              <a:gd name="connsiteY545" fmla="*/ 2492508 h 6858000"/>
              <a:gd name="connsiteX546" fmla="*/ 5779325 w 7467600"/>
              <a:gd name="connsiteY546" fmla="*/ 2197069 h 6858000"/>
              <a:gd name="connsiteX547" fmla="*/ 5798671 w 7467600"/>
              <a:gd name="connsiteY547" fmla="*/ 1981601 h 6858000"/>
              <a:gd name="connsiteX548" fmla="*/ 5829202 w 7467600"/>
              <a:gd name="connsiteY548" fmla="*/ 1971679 h 6858000"/>
              <a:gd name="connsiteX549" fmla="*/ 5809558 w 7467600"/>
              <a:gd name="connsiteY549" fmla="*/ 2198043 h 6858000"/>
              <a:gd name="connsiteX550" fmla="*/ 5788653 w 7467600"/>
              <a:gd name="connsiteY550" fmla="*/ 2489430 h 6858000"/>
              <a:gd name="connsiteX551" fmla="*/ 5793439 w 7467600"/>
              <a:gd name="connsiteY551" fmla="*/ 2575235 h 6858000"/>
              <a:gd name="connsiteX552" fmla="*/ 5796837 w 7467600"/>
              <a:gd name="connsiteY552" fmla="*/ 2637633 h 6858000"/>
              <a:gd name="connsiteX553" fmla="*/ 5818614 w 7467600"/>
              <a:gd name="connsiteY553" fmla="*/ 2473055 h 6858000"/>
              <a:gd name="connsiteX554" fmla="*/ 5829202 w 7467600"/>
              <a:gd name="connsiteY554" fmla="*/ 1971679 h 6858000"/>
              <a:gd name="connsiteX555" fmla="*/ 5911389 w 7467600"/>
              <a:gd name="connsiteY555" fmla="*/ 1898371 h 6858000"/>
              <a:gd name="connsiteX556" fmla="*/ 6237627 w 7467600"/>
              <a:gd name="connsiteY556" fmla="*/ 2231921 h 6858000"/>
              <a:gd name="connsiteX557" fmla="*/ 5911389 w 7467600"/>
              <a:gd name="connsiteY557" fmla="*/ 1898371 h 6858000"/>
              <a:gd name="connsiteX558" fmla="*/ 6944437 w 7467600"/>
              <a:gd name="connsiteY558" fmla="*/ 1575402 h 6858000"/>
              <a:gd name="connsiteX559" fmla="*/ 6304730 w 7467600"/>
              <a:gd name="connsiteY559" fmla="*/ 1766654 h 6858000"/>
              <a:gd name="connsiteX560" fmla="*/ 6944437 w 7467600"/>
              <a:gd name="connsiteY560" fmla="*/ 1575402 h 6858000"/>
              <a:gd name="connsiteX561" fmla="*/ 7019523 w 7467600"/>
              <a:gd name="connsiteY561" fmla="*/ 1519450 h 6858000"/>
              <a:gd name="connsiteX562" fmla="*/ 6298091 w 7467600"/>
              <a:gd name="connsiteY562" fmla="*/ 1737122 h 6858000"/>
              <a:gd name="connsiteX563" fmla="*/ 7019523 w 7467600"/>
              <a:gd name="connsiteY563" fmla="*/ 1519450 h 6858000"/>
              <a:gd name="connsiteX564" fmla="*/ 2399523 w 7467600"/>
              <a:gd name="connsiteY564" fmla="*/ 1428234 h 6858000"/>
              <a:gd name="connsiteX565" fmla="*/ 2224982 w 7467600"/>
              <a:gd name="connsiteY565" fmla="*/ 1826201 h 6858000"/>
              <a:gd name="connsiteX566" fmla="*/ 2096099 w 7467600"/>
              <a:gd name="connsiteY566" fmla="*/ 2345900 h 6858000"/>
              <a:gd name="connsiteX567" fmla="*/ 2283317 w 7467600"/>
              <a:gd name="connsiteY567" fmla="*/ 1796925 h 6858000"/>
              <a:gd name="connsiteX568" fmla="*/ 2399523 w 7467600"/>
              <a:gd name="connsiteY568" fmla="*/ 1428234 h 6858000"/>
              <a:gd name="connsiteX569" fmla="*/ 2448558 w 7467600"/>
              <a:gd name="connsiteY569" fmla="*/ 1373435 h 6858000"/>
              <a:gd name="connsiteX570" fmla="*/ 2312521 w 7467600"/>
              <a:gd name="connsiteY570" fmla="*/ 1806140 h 6858000"/>
              <a:gd name="connsiteX571" fmla="*/ 2127533 w 7467600"/>
              <a:gd name="connsiteY571" fmla="*/ 2348380 h 6858000"/>
              <a:gd name="connsiteX572" fmla="*/ 2358080 w 7467600"/>
              <a:gd name="connsiteY572" fmla="*/ 1866134 h 6858000"/>
              <a:gd name="connsiteX573" fmla="*/ 2407436 w 7467600"/>
              <a:gd name="connsiteY573" fmla="*/ 1651070 h 6858000"/>
              <a:gd name="connsiteX574" fmla="*/ 2448558 w 7467600"/>
              <a:gd name="connsiteY574" fmla="*/ 1373435 h 6858000"/>
              <a:gd name="connsiteX575" fmla="*/ 278707 w 7467600"/>
              <a:gd name="connsiteY575" fmla="*/ 1352270 h 6858000"/>
              <a:gd name="connsiteX576" fmla="*/ 321570 w 7467600"/>
              <a:gd name="connsiteY576" fmla="*/ 1861610 h 6858000"/>
              <a:gd name="connsiteX577" fmla="*/ 294281 w 7467600"/>
              <a:gd name="connsiteY577" fmla="*/ 1440658 h 6858000"/>
              <a:gd name="connsiteX578" fmla="*/ 278707 w 7467600"/>
              <a:gd name="connsiteY578" fmla="*/ 1352270 h 6858000"/>
              <a:gd name="connsiteX579" fmla="*/ 1423821 w 7467600"/>
              <a:gd name="connsiteY579" fmla="*/ 1351958 h 6858000"/>
              <a:gd name="connsiteX580" fmla="*/ 1638521 w 7467600"/>
              <a:gd name="connsiteY580" fmla="*/ 1908470 h 6858000"/>
              <a:gd name="connsiteX581" fmla="*/ 1754199 w 7467600"/>
              <a:gd name="connsiteY581" fmla="*/ 2149284 h 6858000"/>
              <a:gd name="connsiteX582" fmla="*/ 1908359 w 7467600"/>
              <a:gd name="connsiteY582" fmla="*/ 2364988 h 6858000"/>
              <a:gd name="connsiteX583" fmla="*/ 1647661 w 7467600"/>
              <a:gd name="connsiteY583" fmla="*/ 1825945 h 6858000"/>
              <a:gd name="connsiteX584" fmla="*/ 1423821 w 7467600"/>
              <a:gd name="connsiteY584" fmla="*/ 1351958 h 6858000"/>
              <a:gd name="connsiteX585" fmla="*/ 1431890 w 7467600"/>
              <a:gd name="connsiteY585" fmla="*/ 1306475 h 6858000"/>
              <a:gd name="connsiteX586" fmla="*/ 1507597 w 7467600"/>
              <a:gd name="connsiteY586" fmla="*/ 1446132 h 6858000"/>
              <a:gd name="connsiteX587" fmla="*/ 1674586 w 7467600"/>
              <a:gd name="connsiteY587" fmla="*/ 1813832 h 6858000"/>
              <a:gd name="connsiteX588" fmla="*/ 1815950 w 7467600"/>
              <a:gd name="connsiteY588" fmla="*/ 2128564 h 6858000"/>
              <a:gd name="connsiteX589" fmla="*/ 1984242 w 7467600"/>
              <a:gd name="connsiteY589" fmla="*/ 2430829 h 6858000"/>
              <a:gd name="connsiteX590" fmla="*/ 2014023 w 7467600"/>
              <a:gd name="connsiteY590" fmla="*/ 2450995 h 6858000"/>
              <a:gd name="connsiteX591" fmla="*/ 1747337 w 7467600"/>
              <a:gd name="connsiteY591" fmla="*/ 1855264 h 6858000"/>
              <a:gd name="connsiteX592" fmla="*/ 1533749 w 7467600"/>
              <a:gd name="connsiteY592" fmla="*/ 1478656 h 6858000"/>
              <a:gd name="connsiteX593" fmla="*/ 1431890 w 7467600"/>
              <a:gd name="connsiteY593" fmla="*/ 1306475 h 6858000"/>
              <a:gd name="connsiteX594" fmla="*/ 5052692 w 7467600"/>
              <a:gd name="connsiteY594" fmla="*/ 1292994 h 6858000"/>
              <a:gd name="connsiteX595" fmla="*/ 5200661 w 7467600"/>
              <a:gd name="connsiteY595" fmla="*/ 1635186 h 6858000"/>
              <a:gd name="connsiteX596" fmla="*/ 5297138 w 7467600"/>
              <a:gd name="connsiteY596" fmla="*/ 1906351 h 6858000"/>
              <a:gd name="connsiteX597" fmla="*/ 5052692 w 7467600"/>
              <a:gd name="connsiteY597" fmla="*/ 1292994 h 6858000"/>
              <a:gd name="connsiteX598" fmla="*/ 5009948 w 7467600"/>
              <a:gd name="connsiteY598" fmla="*/ 1273619 h 6858000"/>
              <a:gd name="connsiteX599" fmla="*/ 5121777 w 7467600"/>
              <a:gd name="connsiteY599" fmla="*/ 1654213 h 6858000"/>
              <a:gd name="connsiteX600" fmla="*/ 5293545 w 7467600"/>
              <a:gd name="connsiteY600" fmla="*/ 2072247 h 6858000"/>
              <a:gd name="connsiteX601" fmla="*/ 5294042 w 7467600"/>
              <a:gd name="connsiteY601" fmla="*/ 2065019 h 6858000"/>
              <a:gd name="connsiteX602" fmla="*/ 5171936 w 7467600"/>
              <a:gd name="connsiteY602" fmla="*/ 1647613 h 6858000"/>
              <a:gd name="connsiteX603" fmla="*/ 5009948 w 7467600"/>
              <a:gd name="connsiteY603" fmla="*/ 1273619 h 6858000"/>
              <a:gd name="connsiteX604" fmla="*/ 655236 w 7467600"/>
              <a:gd name="connsiteY604" fmla="*/ 1268632 h 6858000"/>
              <a:gd name="connsiteX605" fmla="*/ 839521 w 7467600"/>
              <a:gd name="connsiteY605" fmla="*/ 1685315 h 6858000"/>
              <a:gd name="connsiteX606" fmla="*/ 1109416 w 7467600"/>
              <a:gd name="connsiteY606" fmla="*/ 2061663 h 6858000"/>
              <a:gd name="connsiteX607" fmla="*/ 1298300 w 7467600"/>
              <a:gd name="connsiteY607" fmla="*/ 2247742 h 6858000"/>
              <a:gd name="connsiteX608" fmla="*/ 1125871 w 7467600"/>
              <a:gd name="connsiteY608" fmla="*/ 1989513 h 6858000"/>
              <a:gd name="connsiteX609" fmla="*/ 981574 w 7467600"/>
              <a:gd name="connsiteY609" fmla="*/ 1783157 h 6858000"/>
              <a:gd name="connsiteX610" fmla="*/ 922198 w 7467600"/>
              <a:gd name="connsiteY610" fmla="*/ 1677437 h 6858000"/>
              <a:gd name="connsiteX611" fmla="*/ 869293 w 7467600"/>
              <a:gd name="connsiteY611" fmla="*/ 1583214 h 6858000"/>
              <a:gd name="connsiteX612" fmla="*/ 751431 w 7467600"/>
              <a:gd name="connsiteY612" fmla="*/ 1405731 h 6858000"/>
              <a:gd name="connsiteX613" fmla="*/ 655236 w 7467600"/>
              <a:gd name="connsiteY613" fmla="*/ 1268632 h 6858000"/>
              <a:gd name="connsiteX614" fmla="*/ 6516292 w 7467600"/>
              <a:gd name="connsiteY614" fmla="*/ 1263064 h 6858000"/>
              <a:gd name="connsiteX615" fmla="*/ 5736320 w 7467600"/>
              <a:gd name="connsiteY615" fmla="*/ 1501803 h 6858000"/>
              <a:gd name="connsiteX616" fmla="*/ 6516292 w 7467600"/>
              <a:gd name="connsiteY616" fmla="*/ 1263064 h 6858000"/>
              <a:gd name="connsiteX617" fmla="*/ 291466 w 7467600"/>
              <a:gd name="connsiteY617" fmla="*/ 1250369 h 6858000"/>
              <a:gd name="connsiteX618" fmla="*/ 323180 w 7467600"/>
              <a:gd name="connsiteY618" fmla="*/ 1435283 h 6858000"/>
              <a:gd name="connsiteX619" fmla="*/ 349381 w 7467600"/>
              <a:gd name="connsiteY619" fmla="*/ 1875041 h 6858000"/>
              <a:gd name="connsiteX620" fmla="*/ 374363 w 7467600"/>
              <a:gd name="connsiteY620" fmla="*/ 1506494 h 6858000"/>
              <a:gd name="connsiteX621" fmla="*/ 302168 w 7467600"/>
              <a:gd name="connsiteY621" fmla="*/ 1274495 h 6858000"/>
              <a:gd name="connsiteX622" fmla="*/ 291466 w 7467600"/>
              <a:gd name="connsiteY622" fmla="*/ 1250369 h 6858000"/>
              <a:gd name="connsiteX623" fmla="*/ 678222 w 7467600"/>
              <a:gd name="connsiteY623" fmla="*/ 1248670 h 6858000"/>
              <a:gd name="connsiteX624" fmla="*/ 775536 w 7467600"/>
              <a:gd name="connsiteY624" fmla="*/ 1388015 h 6858000"/>
              <a:gd name="connsiteX625" fmla="*/ 894529 w 7467600"/>
              <a:gd name="connsiteY625" fmla="*/ 1567739 h 6858000"/>
              <a:gd name="connsiteX626" fmla="*/ 948000 w 7467600"/>
              <a:gd name="connsiteY626" fmla="*/ 1663088 h 6858000"/>
              <a:gd name="connsiteX627" fmla="*/ 1006812 w 7467600"/>
              <a:gd name="connsiteY627" fmla="*/ 1767683 h 6858000"/>
              <a:gd name="connsiteX628" fmla="*/ 1149133 w 7467600"/>
              <a:gd name="connsiteY628" fmla="*/ 1971513 h 6858000"/>
              <a:gd name="connsiteX629" fmla="*/ 1333952 w 7467600"/>
              <a:gd name="connsiteY629" fmla="*/ 2251620 h 6858000"/>
              <a:gd name="connsiteX630" fmla="*/ 1337329 w 7467600"/>
              <a:gd name="connsiteY630" fmla="*/ 2258350 h 6858000"/>
              <a:gd name="connsiteX631" fmla="*/ 1014726 w 7467600"/>
              <a:gd name="connsiteY631" fmla="*/ 1615556 h 6858000"/>
              <a:gd name="connsiteX632" fmla="*/ 678222 w 7467600"/>
              <a:gd name="connsiteY632" fmla="*/ 1248670 h 6858000"/>
              <a:gd name="connsiteX633" fmla="*/ 6691602 w 7467600"/>
              <a:gd name="connsiteY633" fmla="*/ 1140573 h 6858000"/>
              <a:gd name="connsiteX634" fmla="*/ 6571100 w 7467600"/>
              <a:gd name="connsiteY634" fmla="*/ 1183662 h 6858000"/>
              <a:gd name="connsiteX635" fmla="*/ 6241687 w 7467600"/>
              <a:gd name="connsiteY635" fmla="*/ 1257600 h 6858000"/>
              <a:gd name="connsiteX636" fmla="*/ 5693009 w 7467600"/>
              <a:gd name="connsiteY636" fmla="*/ 1478256 h 6858000"/>
              <a:gd name="connsiteX637" fmla="*/ 6548420 w 7467600"/>
              <a:gd name="connsiteY637" fmla="*/ 1214599 h 6858000"/>
              <a:gd name="connsiteX638" fmla="*/ 6605473 w 7467600"/>
              <a:gd name="connsiteY638" fmla="*/ 1184686 h 6858000"/>
              <a:gd name="connsiteX639" fmla="*/ 6691602 w 7467600"/>
              <a:gd name="connsiteY639" fmla="*/ 1140573 h 6858000"/>
              <a:gd name="connsiteX640" fmla="*/ 4002475 w 7467600"/>
              <a:gd name="connsiteY640" fmla="*/ 1037802 h 6858000"/>
              <a:gd name="connsiteX641" fmla="*/ 4000324 w 7467600"/>
              <a:gd name="connsiteY641" fmla="*/ 1039362 h 6858000"/>
              <a:gd name="connsiteX642" fmla="*/ 4002862 w 7467600"/>
              <a:gd name="connsiteY642" fmla="*/ 1042866 h 6858000"/>
              <a:gd name="connsiteX643" fmla="*/ 4002475 w 7467600"/>
              <a:gd name="connsiteY643" fmla="*/ 1037802 h 6858000"/>
              <a:gd name="connsiteX644" fmla="*/ 506322 w 7467600"/>
              <a:gd name="connsiteY644" fmla="*/ 1020997 h 6858000"/>
              <a:gd name="connsiteX645" fmla="*/ 533068 w 7467600"/>
              <a:gd name="connsiteY645" fmla="*/ 1029409 h 6858000"/>
              <a:gd name="connsiteX646" fmla="*/ 1232525 w 7467600"/>
              <a:gd name="connsiteY646" fmla="*/ 1804675 h 6858000"/>
              <a:gd name="connsiteX647" fmla="*/ 1388858 w 7467600"/>
              <a:gd name="connsiteY647" fmla="*/ 2368011 h 6858000"/>
              <a:gd name="connsiteX648" fmla="*/ 1384098 w 7467600"/>
              <a:gd name="connsiteY648" fmla="*/ 2378125 h 6858000"/>
              <a:gd name="connsiteX649" fmla="*/ 1425393 w 7467600"/>
              <a:gd name="connsiteY649" fmla="*/ 2589124 h 6858000"/>
              <a:gd name="connsiteX650" fmla="*/ 1424001 w 7467600"/>
              <a:gd name="connsiteY650" fmla="*/ 2597541 h 6858000"/>
              <a:gd name="connsiteX651" fmla="*/ 2152729 w 7467600"/>
              <a:gd name="connsiteY651" fmla="*/ 2864487 h 6858000"/>
              <a:gd name="connsiteX652" fmla="*/ 2020609 w 7467600"/>
              <a:gd name="connsiteY652" fmla="*/ 2539671 h 6858000"/>
              <a:gd name="connsiteX653" fmla="*/ 2018920 w 7467600"/>
              <a:gd name="connsiteY653" fmla="*/ 2536309 h 6858000"/>
              <a:gd name="connsiteX654" fmla="*/ 1342441 w 7467600"/>
              <a:gd name="connsiteY654" fmla="*/ 1173017 h 6858000"/>
              <a:gd name="connsiteX655" fmla="*/ 1367925 w 7467600"/>
              <a:gd name="connsiteY655" fmla="*/ 1135648 h 6858000"/>
              <a:gd name="connsiteX656" fmla="*/ 1771401 w 7467600"/>
              <a:gd name="connsiteY656" fmla="*/ 1806673 h 6858000"/>
              <a:gd name="connsiteX657" fmla="*/ 1972385 w 7467600"/>
              <a:gd name="connsiteY657" fmla="*/ 2198735 h 6858000"/>
              <a:gd name="connsiteX658" fmla="*/ 2040892 w 7467600"/>
              <a:gd name="connsiteY658" fmla="*/ 2405205 h 6858000"/>
              <a:gd name="connsiteX659" fmla="*/ 2131689 w 7467600"/>
              <a:gd name="connsiteY659" fmla="*/ 1936926 h 6858000"/>
              <a:gd name="connsiteX660" fmla="*/ 2454820 w 7467600"/>
              <a:gd name="connsiteY660" fmla="*/ 1248808 h 6858000"/>
              <a:gd name="connsiteX661" fmla="*/ 2492512 w 7467600"/>
              <a:gd name="connsiteY661" fmla="*/ 1302920 h 6858000"/>
              <a:gd name="connsiteX662" fmla="*/ 2081216 w 7467600"/>
              <a:gd name="connsiteY662" fmla="*/ 2527513 h 6858000"/>
              <a:gd name="connsiteX663" fmla="*/ 2081211 w 7467600"/>
              <a:gd name="connsiteY663" fmla="*/ 2528916 h 6858000"/>
              <a:gd name="connsiteX664" fmla="*/ 2199067 w 7467600"/>
              <a:gd name="connsiteY664" fmla="*/ 2884061 h 6858000"/>
              <a:gd name="connsiteX665" fmla="*/ 3192586 w 7467600"/>
              <a:gd name="connsiteY665" fmla="*/ 3411496 h 6858000"/>
              <a:gd name="connsiteX666" fmla="*/ 3182620 w 7467600"/>
              <a:gd name="connsiteY666" fmla="*/ 3483279 h 6858000"/>
              <a:gd name="connsiteX667" fmla="*/ 2435119 w 7467600"/>
              <a:gd name="connsiteY667" fmla="*/ 3080173 h 6858000"/>
              <a:gd name="connsiteX668" fmla="*/ 2410152 w 7467600"/>
              <a:gd name="connsiteY668" fmla="*/ 3063751 h 6858000"/>
              <a:gd name="connsiteX669" fmla="*/ 2408099 w 7467600"/>
              <a:gd name="connsiteY669" fmla="*/ 3064403 h 6858000"/>
              <a:gd name="connsiteX670" fmla="*/ 2407218 w 7467600"/>
              <a:gd name="connsiteY670" fmla="*/ 3070324 h 6858000"/>
              <a:gd name="connsiteX671" fmla="*/ 2380138 w 7467600"/>
              <a:gd name="connsiteY671" fmla="*/ 3099341 h 6858000"/>
              <a:gd name="connsiteX672" fmla="*/ 1765923 w 7467600"/>
              <a:gd name="connsiteY672" fmla="*/ 3581043 h 6858000"/>
              <a:gd name="connsiteX673" fmla="*/ 1702258 w 7467600"/>
              <a:gd name="connsiteY673" fmla="*/ 3612286 h 6858000"/>
              <a:gd name="connsiteX674" fmla="*/ 1538370 w 7467600"/>
              <a:gd name="connsiteY674" fmla="*/ 3811804 h 6858000"/>
              <a:gd name="connsiteX675" fmla="*/ 542867 w 7467600"/>
              <a:gd name="connsiteY675" fmla="*/ 4944092 h 6858000"/>
              <a:gd name="connsiteX676" fmla="*/ 515800 w 7467600"/>
              <a:gd name="connsiteY676" fmla="*/ 4862180 h 6858000"/>
              <a:gd name="connsiteX677" fmla="*/ 909145 w 7467600"/>
              <a:gd name="connsiteY677" fmla="*/ 4199225 h 6858000"/>
              <a:gd name="connsiteX678" fmla="*/ 1214067 w 7467600"/>
              <a:gd name="connsiteY678" fmla="*/ 3908561 h 6858000"/>
              <a:gd name="connsiteX679" fmla="*/ 640967 w 7467600"/>
              <a:gd name="connsiteY679" fmla="*/ 4105601 h 6858000"/>
              <a:gd name="connsiteX680" fmla="*/ 112563 w 7467600"/>
              <a:gd name="connsiteY680" fmla="*/ 4396952 h 6858000"/>
              <a:gd name="connsiteX681" fmla="*/ 0 w 7467600"/>
              <a:gd name="connsiteY681" fmla="*/ 4466006 h 6858000"/>
              <a:gd name="connsiteX682" fmla="*/ 0 w 7467600"/>
              <a:gd name="connsiteY682" fmla="*/ 4233763 h 6858000"/>
              <a:gd name="connsiteX683" fmla="*/ 36881 w 7467600"/>
              <a:gd name="connsiteY683" fmla="*/ 4200118 h 6858000"/>
              <a:gd name="connsiteX684" fmla="*/ 910534 w 7467600"/>
              <a:gd name="connsiteY684" fmla="*/ 3629753 h 6858000"/>
              <a:gd name="connsiteX685" fmla="*/ 1578717 w 7467600"/>
              <a:gd name="connsiteY685" fmla="*/ 3575982 h 6858000"/>
              <a:gd name="connsiteX686" fmla="*/ 2338780 w 7467600"/>
              <a:gd name="connsiteY686" fmla="*/ 3033725 h 6858000"/>
              <a:gd name="connsiteX687" fmla="*/ 1807991 w 7467600"/>
              <a:gd name="connsiteY687" fmla="*/ 2807184 h 6858000"/>
              <a:gd name="connsiteX688" fmla="*/ 1416358 w 7467600"/>
              <a:gd name="connsiteY688" fmla="*/ 3112571 h 6858000"/>
              <a:gd name="connsiteX689" fmla="*/ 939066 w 7467600"/>
              <a:gd name="connsiteY689" fmla="*/ 3378798 h 6858000"/>
              <a:gd name="connsiteX690" fmla="*/ 115099 w 7467600"/>
              <a:gd name="connsiteY690" fmla="*/ 3607650 h 6858000"/>
              <a:gd name="connsiteX691" fmla="*/ 97284 w 7467600"/>
              <a:gd name="connsiteY691" fmla="*/ 3520393 h 6858000"/>
              <a:gd name="connsiteX692" fmla="*/ 922050 w 7467600"/>
              <a:gd name="connsiteY692" fmla="*/ 3074867 h 6858000"/>
              <a:gd name="connsiteX693" fmla="*/ 1405265 w 7467600"/>
              <a:gd name="connsiteY693" fmla="*/ 3016319 h 6858000"/>
              <a:gd name="connsiteX694" fmla="*/ 1407512 w 7467600"/>
              <a:gd name="connsiteY694" fmla="*/ 3018001 h 6858000"/>
              <a:gd name="connsiteX695" fmla="*/ 1726266 w 7467600"/>
              <a:gd name="connsiteY695" fmla="*/ 2777274 h 6858000"/>
              <a:gd name="connsiteX696" fmla="*/ 625390 w 7467600"/>
              <a:gd name="connsiteY696" fmla="*/ 2514541 h 6858000"/>
              <a:gd name="connsiteX697" fmla="*/ 619799 w 7467600"/>
              <a:gd name="connsiteY697" fmla="*/ 2527180 h 6858000"/>
              <a:gd name="connsiteX698" fmla="*/ 310030 w 7467600"/>
              <a:gd name="connsiteY698" fmla="*/ 2771818 h 6858000"/>
              <a:gd name="connsiteX699" fmla="*/ 173877 w 7467600"/>
              <a:gd name="connsiteY699" fmla="*/ 2937056 h 6858000"/>
              <a:gd name="connsiteX700" fmla="*/ 77889 w 7467600"/>
              <a:gd name="connsiteY700" fmla="*/ 3138440 h 6858000"/>
              <a:gd name="connsiteX701" fmla="*/ 0 w 7467600"/>
              <a:gd name="connsiteY701" fmla="*/ 3271395 h 6858000"/>
              <a:gd name="connsiteX702" fmla="*/ 0 w 7467600"/>
              <a:gd name="connsiteY702" fmla="*/ 3153002 h 6858000"/>
              <a:gd name="connsiteX703" fmla="*/ 2386 w 7467600"/>
              <a:gd name="connsiteY703" fmla="*/ 3149203 h 6858000"/>
              <a:gd name="connsiteX704" fmla="*/ 89753 w 7467600"/>
              <a:gd name="connsiteY704" fmla="*/ 2987702 h 6858000"/>
              <a:gd name="connsiteX705" fmla="*/ 76869 w 7467600"/>
              <a:gd name="connsiteY705" fmla="*/ 3005404 h 6858000"/>
              <a:gd name="connsiteX706" fmla="*/ 32049 w 7467600"/>
              <a:gd name="connsiteY706" fmla="*/ 3065814 h 6858000"/>
              <a:gd name="connsiteX707" fmla="*/ 0 w 7467600"/>
              <a:gd name="connsiteY707" fmla="*/ 3108744 h 6858000"/>
              <a:gd name="connsiteX708" fmla="*/ 0 w 7467600"/>
              <a:gd name="connsiteY708" fmla="*/ 3058059 h 6858000"/>
              <a:gd name="connsiteX709" fmla="*/ 7610 w 7467600"/>
              <a:gd name="connsiteY709" fmla="*/ 3047889 h 6858000"/>
              <a:gd name="connsiteX710" fmla="*/ 52419 w 7467600"/>
              <a:gd name="connsiteY710" fmla="*/ 2987479 h 6858000"/>
              <a:gd name="connsiteX711" fmla="*/ 59142 w 7467600"/>
              <a:gd name="connsiteY711" fmla="*/ 2978488 h 6858000"/>
              <a:gd name="connsiteX712" fmla="*/ 0 w 7467600"/>
              <a:gd name="connsiteY712" fmla="*/ 3015334 h 6858000"/>
              <a:gd name="connsiteX713" fmla="*/ 0 w 7467600"/>
              <a:gd name="connsiteY713" fmla="*/ 2914286 h 6858000"/>
              <a:gd name="connsiteX714" fmla="*/ 36383 w 7467600"/>
              <a:gd name="connsiteY714" fmla="*/ 2901128 h 6858000"/>
              <a:gd name="connsiteX715" fmla="*/ 156329 w 7467600"/>
              <a:gd name="connsiteY715" fmla="*/ 2840533 h 6858000"/>
              <a:gd name="connsiteX716" fmla="*/ 358355 w 7467600"/>
              <a:gd name="connsiteY716" fmla="*/ 2620471 h 6858000"/>
              <a:gd name="connsiteX717" fmla="*/ 510577 w 7467600"/>
              <a:gd name="connsiteY717" fmla="*/ 2501244 h 6858000"/>
              <a:gd name="connsiteX718" fmla="*/ 211967 w 7467600"/>
              <a:gd name="connsiteY718" fmla="*/ 2479171 h 6858000"/>
              <a:gd name="connsiteX719" fmla="*/ 0 w 7467600"/>
              <a:gd name="connsiteY719" fmla="*/ 2476398 h 6858000"/>
              <a:gd name="connsiteX720" fmla="*/ 0 w 7467600"/>
              <a:gd name="connsiteY720" fmla="*/ 2389189 h 6858000"/>
              <a:gd name="connsiteX721" fmla="*/ 103062 w 7467600"/>
              <a:gd name="connsiteY721" fmla="*/ 2389518 h 6858000"/>
              <a:gd name="connsiteX722" fmla="*/ 510734 w 7467600"/>
              <a:gd name="connsiteY722" fmla="*/ 2416201 h 6858000"/>
              <a:gd name="connsiteX723" fmla="*/ 279257 w 7467600"/>
              <a:gd name="connsiteY723" fmla="*/ 2092102 h 6858000"/>
              <a:gd name="connsiteX724" fmla="*/ 65265 w 7467600"/>
              <a:gd name="connsiteY724" fmla="*/ 2006049 h 6858000"/>
              <a:gd name="connsiteX725" fmla="*/ 0 w 7467600"/>
              <a:gd name="connsiteY725" fmla="*/ 1982532 h 6858000"/>
              <a:gd name="connsiteX726" fmla="*/ 0 w 7467600"/>
              <a:gd name="connsiteY726" fmla="*/ 1912789 h 6858000"/>
              <a:gd name="connsiteX727" fmla="*/ 97460 w 7467600"/>
              <a:gd name="connsiteY727" fmla="*/ 1953725 h 6858000"/>
              <a:gd name="connsiteX728" fmla="*/ 221272 w 7467600"/>
              <a:gd name="connsiteY728" fmla="*/ 1980766 h 6858000"/>
              <a:gd name="connsiteX729" fmla="*/ 116765 w 7467600"/>
              <a:gd name="connsiteY729" fmla="*/ 1911033 h 6858000"/>
              <a:gd name="connsiteX730" fmla="*/ 16405 w 7467600"/>
              <a:gd name="connsiteY730" fmla="*/ 1803412 h 6858000"/>
              <a:gd name="connsiteX731" fmla="*/ 0 w 7467600"/>
              <a:gd name="connsiteY731" fmla="*/ 1784777 h 6858000"/>
              <a:gd name="connsiteX732" fmla="*/ 0 w 7467600"/>
              <a:gd name="connsiteY732" fmla="*/ 1740082 h 6858000"/>
              <a:gd name="connsiteX733" fmla="*/ 39394 w 7467600"/>
              <a:gd name="connsiteY733" fmla="*/ 1784856 h 6858000"/>
              <a:gd name="connsiteX734" fmla="*/ 135813 w 7467600"/>
              <a:gd name="connsiteY734" fmla="*/ 1888838 h 6858000"/>
              <a:gd name="connsiteX735" fmla="*/ 242575 w 7467600"/>
              <a:gd name="connsiteY735" fmla="*/ 1958841 h 6858000"/>
              <a:gd name="connsiteX736" fmla="*/ 82197 w 7467600"/>
              <a:gd name="connsiteY736" fmla="*/ 1754826 h 6858000"/>
              <a:gd name="connsiteX737" fmla="*/ 0 w 7467600"/>
              <a:gd name="connsiteY737" fmla="*/ 1679650 h 6858000"/>
              <a:gd name="connsiteX738" fmla="*/ 0 w 7467600"/>
              <a:gd name="connsiteY738" fmla="*/ 1602463 h 6858000"/>
              <a:gd name="connsiteX739" fmla="*/ 84689 w 7467600"/>
              <a:gd name="connsiteY739" fmla="*/ 1677442 h 6858000"/>
              <a:gd name="connsiteX740" fmla="*/ 298437 w 7467600"/>
              <a:gd name="connsiteY740" fmla="*/ 1968019 h 6858000"/>
              <a:gd name="connsiteX741" fmla="*/ 227269 w 7467600"/>
              <a:gd name="connsiteY741" fmla="*/ 1114064 h 6858000"/>
              <a:gd name="connsiteX742" fmla="*/ 248003 w 7467600"/>
              <a:gd name="connsiteY742" fmla="*/ 1089613 h 6858000"/>
              <a:gd name="connsiteX743" fmla="*/ 427020 w 7467600"/>
              <a:gd name="connsiteY743" fmla="*/ 1619803 h 6858000"/>
              <a:gd name="connsiteX744" fmla="*/ 340345 w 7467600"/>
              <a:gd name="connsiteY744" fmla="*/ 2027739 h 6858000"/>
              <a:gd name="connsiteX745" fmla="*/ 360865 w 7467600"/>
              <a:gd name="connsiteY745" fmla="*/ 2044827 h 6858000"/>
              <a:gd name="connsiteX746" fmla="*/ 560414 w 7467600"/>
              <a:gd name="connsiteY746" fmla="*/ 2421457 h 6858000"/>
              <a:gd name="connsiteX747" fmla="*/ 1359703 w 7467600"/>
              <a:gd name="connsiteY747" fmla="*/ 2578554 h 6858000"/>
              <a:gd name="connsiteX748" fmla="*/ 1359422 w 7467600"/>
              <a:gd name="connsiteY748" fmla="*/ 2577994 h 6858000"/>
              <a:gd name="connsiteX749" fmla="*/ 828701 w 7467600"/>
              <a:gd name="connsiteY749" fmla="*/ 1839520 h 6858000"/>
              <a:gd name="connsiteX750" fmla="*/ 494427 w 7467600"/>
              <a:gd name="connsiteY750" fmla="*/ 1092333 h 6858000"/>
              <a:gd name="connsiteX751" fmla="*/ 506322 w 7467600"/>
              <a:gd name="connsiteY751" fmla="*/ 1020997 h 6858000"/>
              <a:gd name="connsiteX752" fmla="*/ 4570198 w 7467600"/>
              <a:gd name="connsiteY752" fmla="*/ 978081 h 6858000"/>
              <a:gd name="connsiteX753" fmla="*/ 4523691 w 7467600"/>
              <a:gd name="connsiteY753" fmla="*/ 1127776 h 6858000"/>
              <a:gd name="connsiteX754" fmla="*/ 4509875 w 7467600"/>
              <a:gd name="connsiteY754" fmla="*/ 1167552 h 6858000"/>
              <a:gd name="connsiteX755" fmla="*/ 4478168 w 7467600"/>
              <a:gd name="connsiteY755" fmla="*/ 1260735 h 6858000"/>
              <a:gd name="connsiteX756" fmla="*/ 4409309 w 7467600"/>
              <a:gd name="connsiteY756" fmla="*/ 1666996 h 6858000"/>
              <a:gd name="connsiteX757" fmla="*/ 4370031 w 7467600"/>
              <a:gd name="connsiteY757" fmla="*/ 1955666 h 6858000"/>
              <a:gd name="connsiteX758" fmla="*/ 4570198 w 7467600"/>
              <a:gd name="connsiteY758" fmla="*/ 978081 h 6858000"/>
              <a:gd name="connsiteX759" fmla="*/ 4557898 w 7467600"/>
              <a:gd name="connsiteY759" fmla="*/ 900011 h 6858000"/>
              <a:gd name="connsiteX760" fmla="*/ 4344840 w 7467600"/>
              <a:gd name="connsiteY760" fmla="*/ 1922038 h 6858000"/>
              <a:gd name="connsiteX761" fmla="*/ 4378710 w 7467600"/>
              <a:gd name="connsiteY761" fmla="*/ 1665516 h 6858000"/>
              <a:gd name="connsiteX762" fmla="*/ 4448798 w 7467600"/>
              <a:gd name="connsiteY762" fmla="*/ 1253024 h 6858000"/>
              <a:gd name="connsiteX763" fmla="*/ 4480315 w 7467600"/>
              <a:gd name="connsiteY763" fmla="*/ 1158454 h 6858000"/>
              <a:gd name="connsiteX764" fmla="*/ 4494133 w 7467600"/>
              <a:gd name="connsiteY764" fmla="*/ 1118676 h 6858000"/>
              <a:gd name="connsiteX765" fmla="*/ 4557898 w 7467600"/>
              <a:gd name="connsiteY765" fmla="*/ 900011 h 6858000"/>
              <a:gd name="connsiteX766" fmla="*/ 5870151 w 7467600"/>
              <a:gd name="connsiteY766" fmla="*/ 898890 h 6858000"/>
              <a:gd name="connsiteX767" fmla="*/ 5861335 w 7467600"/>
              <a:gd name="connsiteY767" fmla="*/ 899177 h 6858000"/>
              <a:gd name="connsiteX768" fmla="*/ 5843702 w 7467600"/>
              <a:gd name="connsiteY768" fmla="*/ 899748 h 6858000"/>
              <a:gd name="connsiteX769" fmla="*/ 5651107 w 7467600"/>
              <a:gd name="connsiteY769" fmla="*/ 920306 h 6858000"/>
              <a:gd name="connsiteX770" fmla="*/ 5459407 w 7467600"/>
              <a:gd name="connsiteY770" fmla="*/ 940975 h 6858000"/>
              <a:gd name="connsiteX771" fmla="*/ 5374846 w 7467600"/>
              <a:gd name="connsiteY771" fmla="*/ 941988 h 6858000"/>
              <a:gd name="connsiteX772" fmla="*/ 5256105 w 7467600"/>
              <a:gd name="connsiteY772" fmla="*/ 945632 h 6858000"/>
              <a:gd name="connsiteX773" fmla="*/ 5107071 w 7467600"/>
              <a:gd name="connsiteY773" fmla="*/ 969720 h 6858000"/>
              <a:gd name="connsiteX774" fmla="*/ 4998681 w 7467600"/>
              <a:gd name="connsiteY774" fmla="*/ 988771 h 6858000"/>
              <a:gd name="connsiteX775" fmla="*/ 5870151 w 7467600"/>
              <a:gd name="connsiteY775" fmla="*/ 898890 h 6858000"/>
              <a:gd name="connsiteX776" fmla="*/ 5504425 w 7467600"/>
              <a:gd name="connsiteY776" fmla="*/ 848067 h 6858000"/>
              <a:gd name="connsiteX777" fmla="*/ 4968849 w 7467600"/>
              <a:gd name="connsiteY777" fmla="*/ 962318 h 6858000"/>
              <a:gd name="connsiteX778" fmla="*/ 5104039 w 7467600"/>
              <a:gd name="connsiteY778" fmla="*/ 940634 h 6858000"/>
              <a:gd name="connsiteX779" fmla="*/ 5256311 w 7467600"/>
              <a:gd name="connsiteY779" fmla="*/ 916490 h 6858000"/>
              <a:gd name="connsiteX780" fmla="*/ 5377381 w 7467600"/>
              <a:gd name="connsiteY780" fmla="*/ 912671 h 6858000"/>
              <a:gd name="connsiteX781" fmla="*/ 5460148 w 7467600"/>
              <a:gd name="connsiteY781" fmla="*/ 911442 h 6858000"/>
              <a:gd name="connsiteX782" fmla="*/ 5648971 w 7467600"/>
              <a:gd name="connsiteY782" fmla="*/ 891331 h 6858000"/>
              <a:gd name="connsiteX783" fmla="*/ 5844807 w 7467600"/>
              <a:gd name="connsiteY783" fmla="*/ 870718 h 6858000"/>
              <a:gd name="connsiteX784" fmla="*/ 5862975 w 7467600"/>
              <a:gd name="connsiteY784" fmla="*/ 869756 h 6858000"/>
              <a:gd name="connsiteX785" fmla="*/ 5920887 w 7467600"/>
              <a:gd name="connsiteY785" fmla="*/ 865929 h 6858000"/>
              <a:gd name="connsiteX786" fmla="*/ 5504425 w 7467600"/>
              <a:gd name="connsiteY786" fmla="*/ 848067 h 6858000"/>
              <a:gd name="connsiteX787" fmla="*/ 3607114 w 7467600"/>
              <a:gd name="connsiteY787" fmla="*/ 467441 h 6858000"/>
              <a:gd name="connsiteX788" fmla="*/ 3296242 w 7467600"/>
              <a:gd name="connsiteY788" fmla="*/ 807991 h 6858000"/>
              <a:gd name="connsiteX789" fmla="*/ 3174674 w 7467600"/>
              <a:gd name="connsiteY789" fmla="*/ 919759 h 6858000"/>
              <a:gd name="connsiteX790" fmla="*/ 3042978 w 7467600"/>
              <a:gd name="connsiteY790" fmla="*/ 1054894 h 6858000"/>
              <a:gd name="connsiteX791" fmla="*/ 2968914 w 7467600"/>
              <a:gd name="connsiteY791" fmla="*/ 1133756 h 6858000"/>
              <a:gd name="connsiteX792" fmla="*/ 3103823 w 7467600"/>
              <a:gd name="connsiteY792" fmla="*/ 1026814 h 6858000"/>
              <a:gd name="connsiteX793" fmla="*/ 3607114 w 7467600"/>
              <a:gd name="connsiteY793" fmla="*/ 467441 h 6858000"/>
              <a:gd name="connsiteX794" fmla="*/ 3744487 w 7467600"/>
              <a:gd name="connsiteY794" fmla="*/ 383136 h 6858000"/>
              <a:gd name="connsiteX795" fmla="*/ 3970213 w 7467600"/>
              <a:gd name="connsiteY795" fmla="*/ 995559 h 6858000"/>
              <a:gd name="connsiteX796" fmla="*/ 3744487 w 7467600"/>
              <a:gd name="connsiteY796" fmla="*/ 383136 h 6858000"/>
              <a:gd name="connsiteX797" fmla="*/ 3624562 w 7467600"/>
              <a:gd name="connsiteY797" fmla="*/ 367041 h 6858000"/>
              <a:gd name="connsiteX798" fmla="*/ 3489712 w 7467600"/>
              <a:gd name="connsiteY798" fmla="*/ 485386 h 6858000"/>
              <a:gd name="connsiteX799" fmla="*/ 3182994 w 7467600"/>
              <a:gd name="connsiteY799" fmla="*/ 828265 h 6858000"/>
              <a:gd name="connsiteX800" fmla="*/ 2892114 w 7467600"/>
              <a:gd name="connsiteY800" fmla="*/ 1172635 h 6858000"/>
              <a:gd name="connsiteX801" fmla="*/ 3021459 w 7467600"/>
              <a:gd name="connsiteY801" fmla="*/ 1035385 h 6858000"/>
              <a:gd name="connsiteX802" fmla="*/ 3153873 w 7467600"/>
              <a:gd name="connsiteY802" fmla="*/ 898971 h 6858000"/>
              <a:gd name="connsiteX803" fmla="*/ 3276511 w 7467600"/>
              <a:gd name="connsiteY803" fmla="*/ 786423 h 6858000"/>
              <a:gd name="connsiteX804" fmla="*/ 3584154 w 7467600"/>
              <a:gd name="connsiteY804" fmla="*/ 448218 h 6858000"/>
              <a:gd name="connsiteX805" fmla="*/ 3624562 w 7467600"/>
              <a:gd name="connsiteY805" fmla="*/ 367041 h 6858000"/>
              <a:gd name="connsiteX806" fmla="*/ 3766672 w 7467600"/>
              <a:gd name="connsiteY806" fmla="*/ 359429 h 6858000"/>
              <a:gd name="connsiteX807" fmla="*/ 3996338 w 7467600"/>
              <a:gd name="connsiteY807" fmla="*/ 968237 h 6858000"/>
              <a:gd name="connsiteX808" fmla="*/ 3766672 w 7467600"/>
              <a:gd name="connsiteY808" fmla="*/ 359429 h 6858000"/>
              <a:gd name="connsiteX809" fmla="*/ 5805386 w 7467600"/>
              <a:gd name="connsiteY809" fmla="*/ 239240 h 6858000"/>
              <a:gd name="connsiteX810" fmla="*/ 5736947 w 7467600"/>
              <a:gd name="connsiteY810" fmla="*/ 261367 h 6858000"/>
              <a:gd name="connsiteX811" fmla="*/ 5427012 w 7467600"/>
              <a:gd name="connsiteY811" fmla="*/ 311272 h 6858000"/>
              <a:gd name="connsiteX812" fmla="*/ 5147818 w 7467600"/>
              <a:gd name="connsiteY812" fmla="*/ 322112 h 6858000"/>
              <a:gd name="connsiteX813" fmla="*/ 5060854 w 7467600"/>
              <a:gd name="connsiteY813" fmla="*/ 311882 h 6858000"/>
              <a:gd name="connsiteX814" fmla="*/ 4945989 w 7467600"/>
              <a:gd name="connsiteY814" fmla="*/ 300516 h 6858000"/>
              <a:gd name="connsiteX815" fmla="*/ 5410479 w 7467600"/>
              <a:gd name="connsiteY815" fmla="*/ 348434 h 6858000"/>
              <a:gd name="connsiteX816" fmla="*/ 5805386 w 7467600"/>
              <a:gd name="connsiteY816" fmla="*/ 239240 h 6858000"/>
              <a:gd name="connsiteX817" fmla="*/ 5905192 w 7467600"/>
              <a:gd name="connsiteY817" fmla="*/ 163079 h 6858000"/>
              <a:gd name="connsiteX818" fmla="*/ 5865655 w 7467600"/>
              <a:gd name="connsiteY818" fmla="*/ 171901 h 6858000"/>
              <a:gd name="connsiteX819" fmla="*/ 5259740 w 7467600"/>
              <a:gd name="connsiteY819" fmla="*/ 257013 h 6858000"/>
              <a:gd name="connsiteX820" fmla="*/ 5208466 w 7467600"/>
              <a:gd name="connsiteY820" fmla="*/ 257550 h 6858000"/>
              <a:gd name="connsiteX821" fmla="*/ 4980204 w 7467600"/>
              <a:gd name="connsiteY821" fmla="*/ 271903 h 6858000"/>
              <a:gd name="connsiteX822" fmla="*/ 5068068 w 7467600"/>
              <a:gd name="connsiteY822" fmla="*/ 282244 h 6858000"/>
              <a:gd name="connsiteX823" fmla="*/ 5153231 w 7467600"/>
              <a:gd name="connsiteY823" fmla="*/ 292240 h 6858000"/>
              <a:gd name="connsiteX824" fmla="*/ 5426491 w 7467600"/>
              <a:gd name="connsiteY824" fmla="*/ 281128 h 6858000"/>
              <a:gd name="connsiteX825" fmla="*/ 5731212 w 7467600"/>
              <a:gd name="connsiteY825" fmla="*/ 231951 h 6858000"/>
              <a:gd name="connsiteX826" fmla="*/ 5905192 w 7467600"/>
              <a:gd name="connsiteY826" fmla="*/ 163079 h 6858000"/>
              <a:gd name="connsiteX827" fmla="*/ 5944437 w 7467600"/>
              <a:gd name="connsiteY827" fmla="*/ 113829 h 6858000"/>
              <a:gd name="connsiteX828" fmla="*/ 5825032 w 7467600"/>
              <a:gd name="connsiteY828" fmla="*/ 146405 h 6858000"/>
              <a:gd name="connsiteX829" fmla="*/ 4955599 w 7467600"/>
              <a:gd name="connsiteY829" fmla="*/ 247008 h 6858000"/>
              <a:gd name="connsiteX830" fmla="*/ 5210104 w 7467600"/>
              <a:gd name="connsiteY830" fmla="*/ 228123 h 6858000"/>
              <a:gd name="connsiteX831" fmla="*/ 5261015 w 7467600"/>
              <a:gd name="connsiteY831" fmla="*/ 227087 h 6858000"/>
              <a:gd name="connsiteX832" fmla="*/ 5861181 w 7467600"/>
              <a:gd name="connsiteY832" fmla="*/ 143093 h 6858000"/>
              <a:gd name="connsiteX833" fmla="*/ 5961252 w 7467600"/>
              <a:gd name="connsiteY833" fmla="*/ 114820 h 6858000"/>
              <a:gd name="connsiteX834" fmla="*/ 5944437 w 7467600"/>
              <a:gd name="connsiteY834" fmla="*/ 113829 h 6858000"/>
              <a:gd name="connsiteX835" fmla="*/ 3882765 w 7467600"/>
              <a:gd name="connsiteY835" fmla="*/ 0 h 6858000"/>
              <a:gd name="connsiteX836" fmla="*/ 3995099 w 7467600"/>
              <a:gd name="connsiteY836" fmla="*/ 0 h 6858000"/>
              <a:gd name="connsiteX837" fmla="*/ 4163818 w 7467600"/>
              <a:gd name="connsiteY837" fmla="*/ 234104 h 6858000"/>
              <a:gd name="connsiteX838" fmla="*/ 4172099 w 7467600"/>
              <a:gd name="connsiteY838" fmla="*/ 234207 h 6858000"/>
              <a:gd name="connsiteX839" fmla="*/ 4784282 w 7467600"/>
              <a:gd name="connsiteY839" fmla="*/ 276561 h 6858000"/>
              <a:gd name="connsiteX840" fmla="*/ 4801687 w 7467600"/>
              <a:gd name="connsiteY840" fmla="*/ 267764 h 6858000"/>
              <a:gd name="connsiteX841" fmla="*/ 6082788 w 7467600"/>
              <a:gd name="connsiteY841" fmla="*/ 64119 h 6858000"/>
              <a:gd name="connsiteX842" fmla="*/ 6099442 w 7467600"/>
              <a:gd name="connsiteY842" fmla="*/ 82568 h 6858000"/>
              <a:gd name="connsiteX843" fmla="*/ 4804137 w 7467600"/>
              <a:gd name="connsiteY843" fmla="*/ 320931 h 6858000"/>
              <a:gd name="connsiteX844" fmla="*/ 4227047 w 7467600"/>
              <a:gd name="connsiteY844" fmla="*/ 313415 h 6858000"/>
              <a:gd name="connsiteX845" fmla="*/ 4346041 w 7467600"/>
              <a:gd name="connsiteY845" fmla="*/ 456086 h 6858000"/>
              <a:gd name="connsiteX846" fmla="*/ 4870967 w 7467600"/>
              <a:gd name="connsiteY846" fmla="*/ 963061 h 6858000"/>
              <a:gd name="connsiteX847" fmla="*/ 4889647 w 7467600"/>
              <a:gd name="connsiteY847" fmla="*/ 957147 h 6858000"/>
              <a:gd name="connsiteX848" fmla="*/ 5422504 w 7467600"/>
              <a:gd name="connsiteY848" fmla="*/ 805191 h 6858000"/>
              <a:gd name="connsiteX849" fmla="*/ 6087656 w 7467600"/>
              <a:gd name="connsiteY849" fmla="*/ 826703 h 6858000"/>
              <a:gd name="connsiteX850" fmla="*/ 6058717 w 7467600"/>
              <a:gd name="connsiteY850" fmla="*/ 865992 h 6858000"/>
              <a:gd name="connsiteX851" fmla="*/ 4974153 w 7467600"/>
              <a:gd name="connsiteY851" fmla="*/ 1045456 h 6858000"/>
              <a:gd name="connsiteX852" fmla="*/ 5627835 w 7467600"/>
              <a:gd name="connsiteY852" fmla="*/ 1472077 h 6858000"/>
              <a:gd name="connsiteX853" fmla="*/ 5629817 w 7467600"/>
              <a:gd name="connsiteY853" fmla="*/ 1471412 h 6858000"/>
              <a:gd name="connsiteX854" fmla="*/ 5634124 w 7467600"/>
              <a:gd name="connsiteY854" fmla="*/ 1470572 h 6858000"/>
              <a:gd name="connsiteX855" fmla="*/ 5755832 w 7467600"/>
              <a:gd name="connsiteY855" fmla="*/ 1383886 h 6858000"/>
              <a:gd name="connsiteX856" fmla="*/ 6014186 w 7467600"/>
              <a:gd name="connsiteY856" fmla="*/ 1279799 h 6858000"/>
              <a:gd name="connsiteX857" fmla="*/ 6901619 w 7467600"/>
              <a:gd name="connsiteY857" fmla="*/ 1047874 h 6858000"/>
              <a:gd name="connsiteX858" fmla="*/ 6931566 w 7467600"/>
              <a:gd name="connsiteY858" fmla="*/ 1062034 h 6858000"/>
              <a:gd name="connsiteX859" fmla="*/ 5790982 w 7467600"/>
              <a:gd name="connsiteY859" fmla="*/ 1561380 h 6858000"/>
              <a:gd name="connsiteX860" fmla="*/ 6188971 w 7467600"/>
              <a:gd name="connsiteY860" fmla="*/ 1755168 h 6858000"/>
              <a:gd name="connsiteX861" fmla="*/ 6202446 w 7467600"/>
              <a:gd name="connsiteY861" fmla="*/ 1752268 h 6858000"/>
              <a:gd name="connsiteX862" fmla="*/ 7179560 w 7467600"/>
              <a:gd name="connsiteY862" fmla="*/ 1467551 h 6858000"/>
              <a:gd name="connsiteX863" fmla="*/ 7158730 w 7467600"/>
              <a:gd name="connsiteY863" fmla="*/ 1507835 h 6858000"/>
              <a:gd name="connsiteX864" fmla="*/ 6326959 w 7467600"/>
              <a:gd name="connsiteY864" fmla="*/ 1817686 h 6858000"/>
              <a:gd name="connsiteX865" fmla="*/ 6537433 w 7467600"/>
              <a:gd name="connsiteY865" fmla="*/ 1907790 h 6858000"/>
              <a:gd name="connsiteX866" fmla="*/ 6550221 w 7467600"/>
              <a:gd name="connsiteY866" fmla="*/ 1910729 h 6858000"/>
              <a:gd name="connsiteX867" fmla="*/ 6964438 w 7467600"/>
              <a:gd name="connsiteY867" fmla="*/ 2209505 h 6858000"/>
              <a:gd name="connsiteX868" fmla="*/ 7367862 w 7467600"/>
              <a:gd name="connsiteY868" fmla="*/ 2806833 h 6858000"/>
              <a:gd name="connsiteX869" fmla="*/ 7364329 w 7467600"/>
              <a:gd name="connsiteY869" fmla="*/ 2826907 h 6858000"/>
              <a:gd name="connsiteX870" fmla="*/ 7290545 w 7467600"/>
              <a:gd name="connsiteY870" fmla="*/ 2850663 h 6858000"/>
              <a:gd name="connsiteX871" fmla="*/ 6472036 w 7467600"/>
              <a:gd name="connsiteY871" fmla="*/ 1959003 h 6858000"/>
              <a:gd name="connsiteX872" fmla="*/ 5792897 w 7467600"/>
              <a:gd name="connsiteY872" fmla="*/ 1647747 h 6858000"/>
              <a:gd name="connsiteX873" fmla="*/ 5842751 w 7467600"/>
              <a:gd name="connsiteY873" fmla="*/ 1816112 h 6858000"/>
              <a:gd name="connsiteX874" fmla="*/ 5847424 w 7467600"/>
              <a:gd name="connsiteY874" fmla="*/ 1815776 h 6858000"/>
              <a:gd name="connsiteX875" fmla="*/ 6399821 w 7467600"/>
              <a:gd name="connsiteY875" fmla="*/ 2344799 h 6858000"/>
              <a:gd name="connsiteX876" fmla="*/ 6323232 w 7467600"/>
              <a:gd name="connsiteY876" fmla="*/ 2389634 h 6858000"/>
              <a:gd name="connsiteX877" fmla="*/ 5942958 w 7467600"/>
              <a:gd name="connsiteY877" fmla="*/ 2077708 h 6858000"/>
              <a:gd name="connsiteX878" fmla="*/ 5921559 w 7467600"/>
              <a:gd name="connsiteY878" fmla="*/ 2378596 h 6858000"/>
              <a:gd name="connsiteX879" fmla="*/ 5817651 w 7467600"/>
              <a:gd name="connsiteY879" fmla="*/ 3023919 h 6858000"/>
              <a:gd name="connsiteX880" fmla="*/ 5729634 w 7467600"/>
              <a:gd name="connsiteY880" fmla="*/ 3051849 h 6858000"/>
              <a:gd name="connsiteX881" fmla="*/ 5611018 w 7467600"/>
              <a:gd name="connsiteY881" fmla="*/ 2316769 h 6858000"/>
              <a:gd name="connsiteX882" fmla="*/ 5687608 w 7467600"/>
              <a:gd name="connsiteY882" fmla="*/ 2039972 h 6858000"/>
              <a:gd name="connsiteX883" fmla="*/ 5657554 w 7467600"/>
              <a:gd name="connsiteY883" fmla="*/ 1576445 h 6858000"/>
              <a:gd name="connsiteX884" fmla="*/ 5150475 w 7467600"/>
              <a:gd name="connsiteY884" fmla="*/ 1274012 h 6858000"/>
              <a:gd name="connsiteX885" fmla="*/ 5349142 w 7467600"/>
              <a:gd name="connsiteY885" fmla="*/ 2204405 h 6858000"/>
              <a:gd name="connsiteX886" fmla="*/ 5262214 w 7467600"/>
              <a:gd name="connsiteY886" fmla="*/ 2233836 h 6858000"/>
              <a:gd name="connsiteX887" fmla="*/ 4981539 w 7467600"/>
              <a:gd name="connsiteY887" fmla="*/ 1542201 h 6858000"/>
              <a:gd name="connsiteX888" fmla="*/ 4958461 w 7467600"/>
              <a:gd name="connsiteY888" fmla="*/ 1136957 h 6858000"/>
              <a:gd name="connsiteX889" fmla="*/ 4655015 w 7467600"/>
              <a:gd name="connsiteY889" fmla="*/ 891426 h 6858000"/>
              <a:gd name="connsiteX890" fmla="*/ 4348002 w 7467600"/>
              <a:gd name="connsiteY890" fmla="*/ 2205895 h 6858000"/>
              <a:gd name="connsiteX891" fmla="*/ 4262250 w 7467600"/>
              <a:gd name="connsiteY891" fmla="*/ 2219972 h 6858000"/>
              <a:gd name="connsiteX892" fmla="*/ 4550611 w 7467600"/>
              <a:gd name="connsiteY892" fmla="*/ 817540 h 6858000"/>
              <a:gd name="connsiteX893" fmla="*/ 4564418 w 7467600"/>
              <a:gd name="connsiteY893" fmla="*/ 808293 h 6858000"/>
              <a:gd name="connsiteX894" fmla="*/ 4266388 w 7467600"/>
              <a:gd name="connsiteY894" fmla="*/ 500083 h 6858000"/>
              <a:gd name="connsiteX895" fmla="*/ 4032842 w 7467600"/>
              <a:gd name="connsiteY895" fmla="*/ 211809 h 6858000"/>
              <a:gd name="connsiteX896" fmla="*/ 3882765 w 7467600"/>
              <a:gd name="connsiteY896" fmla="*/ 0 h 6858000"/>
              <a:gd name="connsiteX897" fmla="*/ 3721337 w 7467600"/>
              <a:gd name="connsiteY897" fmla="*/ 0 h 6858000"/>
              <a:gd name="connsiteX898" fmla="*/ 3797544 w 7467600"/>
              <a:gd name="connsiteY898" fmla="*/ 0 h 6858000"/>
              <a:gd name="connsiteX899" fmla="*/ 3775734 w 7467600"/>
              <a:gd name="connsiteY899" fmla="*/ 95131 h 6858000"/>
              <a:gd name="connsiteX900" fmla="*/ 3724807 w 7467600"/>
              <a:gd name="connsiteY900" fmla="*/ 272257 h 6858000"/>
              <a:gd name="connsiteX901" fmla="*/ 3726844 w 7467600"/>
              <a:gd name="connsiteY901" fmla="*/ 282988 h 6858000"/>
              <a:gd name="connsiteX902" fmla="*/ 3742664 w 7467600"/>
              <a:gd name="connsiteY902" fmla="*/ 279918 h 6858000"/>
              <a:gd name="connsiteX903" fmla="*/ 4103910 w 7467600"/>
              <a:gd name="connsiteY903" fmla="*/ 1161917 h 6858000"/>
              <a:gd name="connsiteX904" fmla="*/ 4020269 w 7467600"/>
              <a:gd name="connsiteY904" fmla="*/ 1200406 h 6858000"/>
              <a:gd name="connsiteX905" fmla="*/ 3674882 w 7467600"/>
              <a:gd name="connsiteY905" fmla="*/ 488524 h 6858000"/>
              <a:gd name="connsiteX906" fmla="*/ 3132682 w 7467600"/>
              <a:gd name="connsiteY906" fmla="*/ 1072284 h 6858000"/>
              <a:gd name="connsiteX907" fmla="*/ 2716346 w 7467600"/>
              <a:gd name="connsiteY907" fmla="*/ 1276376 h 6858000"/>
              <a:gd name="connsiteX908" fmla="*/ 2716772 w 7467600"/>
              <a:gd name="connsiteY908" fmla="*/ 1255462 h 6858000"/>
              <a:gd name="connsiteX909" fmla="*/ 3471096 w 7467600"/>
              <a:gd name="connsiteY909" fmla="*/ 437072 h 6858000"/>
              <a:gd name="connsiteX910" fmla="*/ 3639057 w 7467600"/>
              <a:gd name="connsiteY910" fmla="*/ 286334 h 6858000"/>
              <a:gd name="connsiteX911" fmla="*/ 3640309 w 7467600"/>
              <a:gd name="connsiteY911" fmla="*/ 284664 h 6858000"/>
              <a:gd name="connsiteX912" fmla="*/ 3646022 w 7467600"/>
              <a:gd name="connsiteY912" fmla="*/ 276711 h 6858000"/>
              <a:gd name="connsiteX913" fmla="*/ 3707943 w 7467600"/>
              <a:gd name="connsiteY913" fmla="*/ 65958 h 6858000"/>
              <a:gd name="connsiteX914" fmla="*/ 3721337 w 7467600"/>
              <a:gd name="connsiteY914" fmla="*/ 0 h 6858000"/>
              <a:gd name="connsiteX915" fmla="*/ 2867960 w 7467600"/>
              <a:gd name="connsiteY915" fmla="*/ 0 h 6858000"/>
              <a:gd name="connsiteX916" fmla="*/ 2926351 w 7467600"/>
              <a:gd name="connsiteY916" fmla="*/ 0 h 6858000"/>
              <a:gd name="connsiteX917" fmla="*/ 2902823 w 7467600"/>
              <a:gd name="connsiteY917" fmla="*/ 262929 h 6858000"/>
              <a:gd name="connsiteX918" fmla="*/ 2940663 w 7467600"/>
              <a:gd name="connsiteY918" fmla="*/ 140884 h 6858000"/>
              <a:gd name="connsiteX919" fmla="*/ 2947039 w 7467600"/>
              <a:gd name="connsiteY919" fmla="*/ 122524 h 6858000"/>
              <a:gd name="connsiteX920" fmla="*/ 2984316 w 7467600"/>
              <a:gd name="connsiteY920" fmla="*/ 0 h 6858000"/>
              <a:gd name="connsiteX921" fmla="*/ 3016114 w 7467600"/>
              <a:gd name="connsiteY921" fmla="*/ 0 h 6858000"/>
              <a:gd name="connsiteX922" fmla="*/ 2979949 w 7467600"/>
              <a:gd name="connsiteY922" fmla="*/ 119274 h 6858000"/>
              <a:gd name="connsiteX923" fmla="*/ 3023879 w 7467600"/>
              <a:gd name="connsiteY923" fmla="*/ 0 h 6858000"/>
              <a:gd name="connsiteX924" fmla="*/ 3105400 w 7467600"/>
              <a:gd name="connsiteY924" fmla="*/ 0 h 6858000"/>
              <a:gd name="connsiteX925" fmla="*/ 3094669 w 7467600"/>
              <a:gd name="connsiteY925" fmla="*/ 30308 h 6858000"/>
              <a:gd name="connsiteX926" fmla="*/ 2901945 w 7467600"/>
              <a:gd name="connsiteY926" fmla="*/ 466538 h 6858000"/>
              <a:gd name="connsiteX927" fmla="*/ 2815209 w 7467600"/>
              <a:gd name="connsiteY927" fmla="*/ 497361 h 6858000"/>
              <a:gd name="connsiteX928" fmla="*/ 2844845 w 7467600"/>
              <a:gd name="connsiteY928" fmla="*/ 127638 h 6858000"/>
              <a:gd name="connsiteX929" fmla="*/ 2867960 w 7467600"/>
              <a:gd name="connsiteY929" fmla="*/ 0 h 6858000"/>
              <a:gd name="connsiteX930" fmla="*/ 1057230 w 7467600"/>
              <a:gd name="connsiteY930" fmla="*/ 0 h 6858000"/>
              <a:gd name="connsiteX931" fmla="*/ 1111003 w 7467600"/>
              <a:gd name="connsiteY931" fmla="*/ 0 h 6858000"/>
              <a:gd name="connsiteX932" fmla="*/ 1125553 w 7467600"/>
              <a:gd name="connsiteY932" fmla="*/ 52588 h 6858000"/>
              <a:gd name="connsiteX933" fmla="*/ 1304276 w 7467600"/>
              <a:gd name="connsiteY933" fmla="*/ 476275 h 6858000"/>
              <a:gd name="connsiteX934" fmla="*/ 1492066 w 7467600"/>
              <a:gd name="connsiteY934" fmla="*/ 886333 h 6858000"/>
              <a:gd name="connsiteX935" fmla="*/ 1423698 w 7467600"/>
              <a:gd name="connsiteY935" fmla="*/ 710817 h 6858000"/>
              <a:gd name="connsiteX936" fmla="*/ 1357609 w 7467600"/>
              <a:gd name="connsiteY936" fmla="*/ 532892 h 6858000"/>
              <a:gd name="connsiteX937" fmla="*/ 1309550 w 7467600"/>
              <a:gd name="connsiteY937" fmla="*/ 374031 h 6858000"/>
              <a:gd name="connsiteX938" fmla="*/ 1193673 w 7467600"/>
              <a:gd name="connsiteY938" fmla="*/ 49533 h 6858000"/>
              <a:gd name="connsiteX939" fmla="*/ 1164391 w 7467600"/>
              <a:gd name="connsiteY939" fmla="*/ 0 h 6858000"/>
              <a:gd name="connsiteX940" fmla="*/ 1200666 w 7467600"/>
              <a:gd name="connsiteY940" fmla="*/ 0 h 6858000"/>
              <a:gd name="connsiteX941" fmla="*/ 1223408 w 7467600"/>
              <a:gd name="connsiteY941" fmla="*/ 38996 h 6858000"/>
              <a:gd name="connsiteX942" fmla="*/ 1339635 w 7467600"/>
              <a:gd name="connsiteY942" fmla="*/ 365517 h 6858000"/>
              <a:gd name="connsiteX943" fmla="*/ 1387469 w 7467600"/>
              <a:gd name="connsiteY943" fmla="*/ 523079 h 6858000"/>
              <a:gd name="connsiteX944" fmla="*/ 1452685 w 7467600"/>
              <a:gd name="connsiteY944" fmla="*/ 699806 h 6858000"/>
              <a:gd name="connsiteX945" fmla="*/ 1492092 w 7467600"/>
              <a:gd name="connsiteY945" fmla="*/ 800424 h 6858000"/>
              <a:gd name="connsiteX946" fmla="*/ 1455302 w 7467600"/>
              <a:gd name="connsiteY946" fmla="*/ 632913 h 6858000"/>
              <a:gd name="connsiteX947" fmla="*/ 1222336 w 7467600"/>
              <a:gd name="connsiteY947" fmla="*/ 9480 h 6858000"/>
              <a:gd name="connsiteX948" fmla="*/ 1214634 w 7467600"/>
              <a:gd name="connsiteY948" fmla="*/ 0 h 6858000"/>
              <a:gd name="connsiteX949" fmla="*/ 1289827 w 7467600"/>
              <a:gd name="connsiteY949" fmla="*/ 0 h 6858000"/>
              <a:gd name="connsiteX950" fmla="*/ 1321076 w 7467600"/>
              <a:gd name="connsiteY950" fmla="*/ 59722 h 6858000"/>
              <a:gd name="connsiteX951" fmla="*/ 1512579 w 7467600"/>
              <a:gd name="connsiteY951" fmla="*/ 626441 h 6858000"/>
              <a:gd name="connsiteX952" fmla="*/ 1506076 w 7467600"/>
              <a:gd name="connsiteY952" fmla="*/ 1089289 h 6858000"/>
              <a:gd name="connsiteX953" fmla="*/ 1486346 w 7467600"/>
              <a:gd name="connsiteY953" fmla="*/ 1079919 h 6858000"/>
              <a:gd name="connsiteX954" fmla="*/ 1070511 w 7467600"/>
              <a:gd name="connsiteY954" fmla="*/ 48609 h 6858000"/>
              <a:gd name="connsiteX955" fmla="*/ 1057230 w 7467600"/>
              <a:gd name="connsiteY955" fmla="*/ 0 h 6858000"/>
              <a:gd name="connsiteX956" fmla="*/ 43151 w 7467600"/>
              <a:gd name="connsiteY956" fmla="*/ 0 h 6858000"/>
              <a:gd name="connsiteX957" fmla="*/ 95283 w 7467600"/>
              <a:gd name="connsiteY957" fmla="*/ 0 h 6858000"/>
              <a:gd name="connsiteX958" fmla="*/ 300708 w 7467600"/>
              <a:gd name="connsiteY958" fmla="*/ 154571 h 6858000"/>
              <a:gd name="connsiteX959" fmla="*/ 530414 w 7467600"/>
              <a:gd name="connsiteY959" fmla="*/ 354673 h 6858000"/>
              <a:gd name="connsiteX960" fmla="*/ 333785 w 7467600"/>
              <a:gd name="connsiteY960" fmla="*/ 161564 h 6858000"/>
              <a:gd name="connsiteX961" fmla="*/ 147005 w 7467600"/>
              <a:gd name="connsiteY961" fmla="*/ 0 h 6858000"/>
              <a:gd name="connsiteX962" fmla="*/ 272509 w 7467600"/>
              <a:gd name="connsiteY962" fmla="*/ 0 h 6858000"/>
              <a:gd name="connsiteX963" fmla="*/ 326276 w 7467600"/>
              <a:gd name="connsiteY963" fmla="*/ 45847 h 6858000"/>
              <a:gd name="connsiteX964" fmla="*/ 823759 w 7467600"/>
              <a:gd name="connsiteY964" fmla="*/ 574145 h 6858000"/>
              <a:gd name="connsiteX965" fmla="*/ 811254 w 7467600"/>
              <a:gd name="connsiteY965" fmla="*/ 665546 h 6858000"/>
              <a:gd name="connsiteX966" fmla="*/ 154042 w 7467600"/>
              <a:gd name="connsiteY966" fmla="*/ 261522 h 6858000"/>
              <a:gd name="connsiteX967" fmla="*/ 13550 w 7467600"/>
              <a:gd name="connsiteY967" fmla="*/ 158423 h 6858000"/>
              <a:gd name="connsiteX968" fmla="*/ 0 w 7467600"/>
              <a:gd name="connsiteY968" fmla="*/ 146618 h 6858000"/>
              <a:gd name="connsiteX969" fmla="*/ 0 w 7467600"/>
              <a:gd name="connsiteY969" fmla="*/ 59161 h 6858000"/>
              <a:gd name="connsiteX970" fmla="*/ 45427 w 7467600"/>
              <a:gd name="connsiteY970" fmla="*/ 101078 h 6858000"/>
              <a:gd name="connsiteX971" fmla="*/ 630103 w 7467600"/>
              <a:gd name="connsiteY971" fmla="*/ 485885 h 6858000"/>
              <a:gd name="connsiteX972" fmla="*/ 532040 w 7467600"/>
              <a:gd name="connsiteY972" fmla="*/ 399359 h 6858000"/>
              <a:gd name="connsiteX973" fmla="*/ 517618 w 7467600"/>
              <a:gd name="connsiteY973" fmla="*/ 385726 h 6858000"/>
              <a:gd name="connsiteX974" fmla="*/ 285074 w 7467600"/>
              <a:gd name="connsiteY974" fmla="*/ 182755 h 6858000"/>
              <a:gd name="connsiteX975" fmla="*/ 43151 w 7467600"/>
              <a:gd name="connsiteY97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1456157 w 7467600"/>
              <a:gd name="connsiteY96" fmla="*/ 5371404 h 6858000"/>
              <a:gd name="connsiteX97" fmla="*/ 1244432 w 7467600"/>
              <a:gd name="connsiteY97" fmla="*/ 5385601 h 6858000"/>
              <a:gd name="connsiteX98" fmla="*/ 973990 w 7467600"/>
              <a:gd name="connsiteY98" fmla="*/ 5424940 h 6858000"/>
              <a:gd name="connsiteX99" fmla="*/ 1103809 w 7467600"/>
              <a:gd name="connsiteY99" fmla="*/ 5433720 h 6858000"/>
              <a:gd name="connsiteX100" fmla="*/ 1123454 w 7467600"/>
              <a:gd name="connsiteY100" fmla="*/ 5435727 h 6858000"/>
              <a:gd name="connsiteX101" fmla="*/ 1737017 w 7467600"/>
              <a:gd name="connsiteY101" fmla="*/ 5452183 h 6858000"/>
              <a:gd name="connsiteX102" fmla="*/ 1824397 w 7467600"/>
              <a:gd name="connsiteY102" fmla="*/ 5447757 h 6858000"/>
              <a:gd name="connsiteX103" fmla="*/ 2070059 w 7467600"/>
              <a:gd name="connsiteY103" fmla="*/ 5441660 h 6858000"/>
              <a:gd name="connsiteX104" fmla="*/ 1456157 w 7467600"/>
              <a:gd name="connsiteY104" fmla="*/ 5371404 h 6858000"/>
              <a:gd name="connsiteX105" fmla="*/ 4988186 w 7467600"/>
              <a:gd name="connsiteY105" fmla="*/ 5216467 h 6858000"/>
              <a:gd name="connsiteX106" fmla="*/ 4777334 w 7467600"/>
              <a:gd name="connsiteY106" fmla="*/ 5406072 h 6858000"/>
              <a:gd name="connsiteX107" fmla="*/ 4718341 w 7467600"/>
              <a:gd name="connsiteY107" fmla="*/ 5468043 h 6858000"/>
              <a:gd name="connsiteX108" fmla="*/ 4604655 w 7467600"/>
              <a:gd name="connsiteY108" fmla="*/ 5583434 h 6858000"/>
              <a:gd name="connsiteX109" fmla="*/ 4565074 w 7467600"/>
              <a:gd name="connsiteY109" fmla="*/ 5618550 h 6858000"/>
              <a:gd name="connsiteX110" fmla="*/ 4988186 w 7467600"/>
              <a:gd name="connsiteY110" fmla="*/ 5216467 h 6858000"/>
              <a:gd name="connsiteX111" fmla="*/ 4978032 w 7467600"/>
              <a:gd name="connsiteY111" fmla="*/ 5183809 h 6858000"/>
              <a:gd name="connsiteX112" fmla="*/ 4463413 w 7467600"/>
              <a:gd name="connsiteY112" fmla="*/ 5615162 h 6858000"/>
              <a:gd name="connsiteX113" fmla="*/ 4358134 w 7467600"/>
              <a:gd name="connsiteY113" fmla="*/ 5742791 h 6858000"/>
              <a:gd name="connsiteX114" fmla="*/ 4376219 w 7467600"/>
              <a:gd name="connsiteY114" fmla="*/ 5729027 h 6858000"/>
              <a:gd name="connsiteX115" fmla="*/ 4582340 w 7467600"/>
              <a:gd name="connsiteY115" fmla="*/ 5561037 h 6858000"/>
              <a:gd name="connsiteX116" fmla="*/ 4694684 w 7467600"/>
              <a:gd name="connsiteY116" fmla="*/ 5447098 h 6858000"/>
              <a:gd name="connsiteX117" fmla="*/ 4754123 w 7467600"/>
              <a:gd name="connsiteY117" fmla="*/ 5384643 h 6858000"/>
              <a:gd name="connsiteX118" fmla="*/ 4978032 w 7467600"/>
              <a:gd name="connsiteY118" fmla="*/ 5183809 h 6858000"/>
              <a:gd name="connsiteX119" fmla="*/ 1903353 w 7467600"/>
              <a:gd name="connsiteY119" fmla="*/ 5044827 h 6858000"/>
              <a:gd name="connsiteX120" fmla="*/ 1936931 w 7467600"/>
              <a:gd name="connsiteY120" fmla="*/ 5093954 h 6858000"/>
              <a:gd name="connsiteX121" fmla="*/ 2195868 w 7467600"/>
              <a:gd name="connsiteY121" fmla="*/ 5396574 h 6858000"/>
              <a:gd name="connsiteX122" fmla="*/ 2088852 w 7467600"/>
              <a:gd name="connsiteY122" fmla="*/ 5166123 h 6858000"/>
              <a:gd name="connsiteX123" fmla="*/ 1958241 w 7467600"/>
              <a:gd name="connsiteY123" fmla="*/ 5067955 h 6858000"/>
              <a:gd name="connsiteX124" fmla="*/ 1903353 w 7467600"/>
              <a:gd name="connsiteY124" fmla="*/ 5044827 h 6858000"/>
              <a:gd name="connsiteX125" fmla="*/ 1979378 w 7467600"/>
              <a:gd name="connsiteY125" fmla="*/ 4769504 h 6858000"/>
              <a:gd name="connsiteX126" fmla="*/ 2882120 w 7467600"/>
              <a:gd name="connsiteY126" fmla="*/ 5064547 h 6858000"/>
              <a:gd name="connsiteX127" fmla="*/ 2793103 w 7467600"/>
              <a:gd name="connsiteY127" fmla="*/ 5039699 h 6858000"/>
              <a:gd name="connsiteX128" fmla="*/ 2770041 w 7467600"/>
              <a:gd name="connsiteY128" fmla="*/ 5033634 h 6858000"/>
              <a:gd name="connsiteX129" fmla="*/ 1979378 w 7467600"/>
              <a:gd name="connsiteY129" fmla="*/ 4769504 h 6858000"/>
              <a:gd name="connsiteX130" fmla="*/ 1927410 w 7467600"/>
              <a:gd name="connsiteY130" fmla="*/ 4716164 h 6858000"/>
              <a:gd name="connsiteX131" fmla="*/ 1959587 w 7467600"/>
              <a:gd name="connsiteY131" fmla="*/ 4728849 h 6858000"/>
              <a:gd name="connsiteX132" fmla="*/ 2777707 w 7467600"/>
              <a:gd name="connsiteY132" fmla="*/ 5003991 h 6858000"/>
              <a:gd name="connsiteX133" fmla="*/ 2800768 w 7467600"/>
              <a:gd name="connsiteY133" fmla="*/ 5010056 h 6858000"/>
              <a:gd name="connsiteX134" fmla="*/ 2879408 w 7467600"/>
              <a:gd name="connsiteY134" fmla="*/ 5031590 h 6858000"/>
              <a:gd name="connsiteX135" fmla="*/ 2862295 w 7467600"/>
              <a:gd name="connsiteY135" fmla="*/ 5022958 h 6858000"/>
              <a:gd name="connsiteX136" fmla="*/ 2813343 w 7467600"/>
              <a:gd name="connsiteY136" fmla="*/ 4998369 h 6858000"/>
              <a:gd name="connsiteX137" fmla="*/ 2646245 w 7467600"/>
              <a:gd name="connsiteY137" fmla="*/ 4930999 h 6858000"/>
              <a:gd name="connsiteX138" fmla="*/ 1999243 w 7467600"/>
              <a:gd name="connsiteY138" fmla="*/ 4730524 h 6858000"/>
              <a:gd name="connsiteX139" fmla="*/ 1979527 w 7467600"/>
              <a:gd name="connsiteY139" fmla="*/ 4726651 h 6858000"/>
              <a:gd name="connsiteX140" fmla="*/ 1927410 w 7467600"/>
              <a:gd name="connsiteY140" fmla="*/ 4716164 h 6858000"/>
              <a:gd name="connsiteX141" fmla="*/ 1997014 w 7467600"/>
              <a:gd name="connsiteY141" fmla="*/ 4698007 h 6858000"/>
              <a:gd name="connsiteX142" fmla="*/ 2005458 w 7467600"/>
              <a:gd name="connsiteY142" fmla="*/ 4699540 h 6858000"/>
              <a:gd name="connsiteX143" fmla="*/ 2657186 w 7467600"/>
              <a:gd name="connsiteY143" fmla="*/ 4901687 h 6858000"/>
              <a:gd name="connsiteX144" fmla="*/ 2826662 w 7467600"/>
              <a:gd name="connsiteY144" fmla="*/ 4970362 h 6858000"/>
              <a:gd name="connsiteX145" fmla="*/ 2876100 w 7467600"/>
              <a:gd name="connsiteY145" fmla="*/ 4995397 h 6858000"/>
              <a:gd name="connsiteX146" fmla="*/ 3042600 w 7467600"/>
              <a:gd name="connsiteY146" fmla="*/ 5059532 h 6858000"/>
              <a:gd name="connsiteX147" fmla="*/ 1997014 w 7467600"/>
              <a:gd name="connsiteY147" fmla="*/ 4698007 h 6858000"/>
              <a:gd name="connsiteX148" fmla="*/ 2305292 w 7467600"/>
              <a:gd name="connsiteY148" fmla="*/ 4219492 h 6858000"/>
              <a:gd name="connsiteX149" fmla="*/ 3360922 w 7467600"/>
              <a:gd name="connsiteY149" fmla="*/ 4529373 h 6858000"/>
              <a:gd name="connsiteX150" fmla="*/ 3492420 w 7467600"/>
              <a:gd name="connsiteY150" fmla="*/ 4510145 h 6858000"/>
              <a:gd name="connsiteX151" fmla="*/ 3364086 w 7467600"/>
              <a:gd name="connsiteY151" fmla="*/ 4480340 h 6858000"/>
              <a:gd name="connsiteX152" fmla="*/ 3225818 w 7467600"/>
              <a:gd name="connsiteY152" fmla="*/ 4411822 h 6858000"/>
              <a:gd name="connsiteX153" fmla="*/ 3129696 w 7467600"/>
              <a:gd name="connsiteY153" fmla="*/ 4360704 h 6858000"/>
              <a:gd name="connsiteX154" fmla="*/ 2814545 w 7467600"/>
              <a:gd name="connsiteY154" fmla="*/ 4282955 h 6858000"/>
              <a:gd name="connsiteX155" fmla="*/ 2305292 w 7467600"/>
              <a:gd name="connsiteY155" fmla="*/ 4219492 h 6858000"/>
              <a:gd name="connsiteX156" fmla="*/ 2626982 w 7467600"/>
              <a:gd name="connsiteY156" fmla="*/ 4206450 h 6858000"/>
              <a:gd name="connsiteX157" fmla="*/ 2490617 w 7467600"/>
              <a:gd name="connsiteY157" fmla="*/ 4206951 h 6858000"/>
              <a:gd name="connsiteX158" fmla="*/ 2819869 w 7467600"/>
              <a:gd name="connsiteY158" fmla="*/ 4252936 h 6858000"/>
              <a:gd name="connsiteX159" fmla="*/ 3143018 w 7467600"/>
              <a:gd name="connsiteY159" fmla="*/ 4332698 h 6858000"/>
              <a:gd name="connsiteX160" fmla="*/ 3241520 w 7467600"/>
              <a:gd name="connsiteY160" fmla="*/ 4385112 h 6858000"/>
              <a:gd name="connsiteX161" fmla="*/ 3374575 w 7467600"/>
              <a:gd name="connsiteY161" fmla="*/ 4451517 h 6858000"/>
              <a:gd name="connsiteX162" fmla="*/ 3505221 w 7467600"/>
              <a:gd name="connsiteY162" fmla="*/ 4480757 h 6858000"/>
              <a:gd name="connsiteX163" fmla="*/ 2626982 w 7467600"/>
              <a:gd name="connsiteY163" fmla="*/ 4206450 h 6858000"/>
              <a:gd name="connsiteX164" fmla="*/ 1310106 w 7467600"/>
              <a:gd name="connsiteY164" fmla="*/ 3943217 h 6858000"/>
              <a:gd name="connsiteX165" fmla="*/ 854994 w 7467600"/>
              <a:gd name="connsiteY165" fmla="*/ 4399136 h 6858000"/>
              <a:gd name="connsiteX166" fmla="*/ 742462 w 7467600"/>
              <a:gd name="connsiteY166" fmla="*/ 4594648 h 6858000"/>
              <a:gd name="connsiteX167" fmla="*/ 820602 w 7467600"/>
              <a:gd name="connsiteY167" fmla="*/ 4485915 h 6858000"/>
              <a:gd name="connsiteX168" fmla="*/ 878295 w 7467600"/>
              <a:gd name="connsiteY168" fmla="*/ 4403594 h 6858000"/>
              <a:gd name="connsiteX169" fmla="*/ 1240607 w 7467600"/>
              <a:gd name="connsiteY169" fmla="*/ 4010401 h 6858000"/>
              <a:gd name="connsiteX170" fmla="*/ 1310106 w 7467600"/>
              <a:gd name="connsiteY170" fmla="*/ 3943217 h 6858000"/>
              <a:gd name="connsiteX171" fmla="*/ 1423113 w 7467600"/>
              <a:gd name="connsiteY171" fmla="*/ 3874565 h 6858000"/>
              <a:gd name="connsiteX172" fmla="*/ 1260565 w 7467600"/>
              <a:gd name="connsiteY172" fmla="*/ 4031982 h 6858000"/>
              <a:gd name="connsiteX173" fmla="*/ 901900 w 7467600"/>
              <a:gd name="connsiteY173" fmla="*/ 4421236 h 6858000"/>
              <a:gd name="connsiteX174" fmla="*/ 845044 w 7467600"/>
              <a:gd name="connsiteY174" fmla="*/ 4502436 h 6858000"/>
              <a:gd name="connsiteX175" fmla="*/ 685926 w 7467600"/>
              <a:gd name="connsiteY175" fmla="*/ 4703069 h 6858000"/>
              <a:gd name="connsiteX176" fmla="*/ 684248 w 7467600"/>
              <a:gd name="connsiteY176" fmla="*/ 4706721 h 6858000"/>
              <a:gd name="connsiteX177" fmla="*/ 1423113 w 7467600"/>
              <a:gd name="connsiteY177" fmla="*/ 3874565 h 6858000"/>
              <a:gd name="connsiteX178" fmla="*/ 3316479 w 7467600"/>
              <a:gd name="connsiteY178" fmla="*/ 3872136 h 6858000"/>
              <a:gd name="connsiteX179" fmla="*/ 3546806 w 7467600"/>
              <a:gd name="connsiteY179" fmla="*/ 4356139 h 6858000"/>
              <a:gd name="connsiteX180" fmla="*/ 3364433 w 7467600"/>
              <a:gd name="connsiteY180" fmla="*/ 3953121 h 6858000"/>
              <a:gd name="connsiteX181" fmla="*/ 3316479 w 7467600"/>
              <a:gd name="connsiteY181" fmla="*/ 3872136 h 6858000"/>
              <a:gd name="connsiteX182" fmla="*/ 3291335 w 7467600"/>
              <a:gd name="connsiteY182" fmla="*/ 3767420 h 6858000"/>
              <a:gd name="connsiteX183" fmla="*/ 3390805 w 7467600"/>
              <a:gd name="connsiteY183" fmla="*/ 3937163 h 6858000"/>
              <a:gd name="connsiteX184" fmla="*/ 3579062 w 7467600"/>
              <a:gd name="connsiteY184" fmla="*/ 4359040 h 6858000"/>
              <a:gd name="connsiteX185" fmla="*/ 3467355 w 7467600"/>
              <a:gd name="connsiteY185" fmla="*/ 3988130 h 6858000"/>
              <a:gd name="connsiteX186" fmla="*/ 3310753 w 7467600"/>
              <a:gd name="connsiteY186" fmla="*/ 3787140 h 6858000"/>
              <a:gd name="connsiteX187" fmla="*/ 3291335 w 7467600"/>
              <a:gd name="connsiteY187" fmla="*/ 3767420 h 6858000"/>
              <a:gd name="connsiteX188" fmla="*/ 1635889 w 7467600"/>
              <a:gd name="connsiteY188" fmla="*/ 3709494 h 6858000"/>
              <a:gd name="connsiteX189" fmla="*/ 1634800 w 7467600"/>
              <a:gd name="connsiteY189" fmla="*/ 3731111 h 6858000"/>
              <a:gd name="connsiteX190" fmla="*/ 1635889 w 7467600"/>
              <a:gd name="connsiteY190" fmla="*/ 3709494 h 6858000"/>
              <a:gd name="connsiteX191" fmla="*/ 1510397 w 7467600"/>
              <a:gd name="connsiteY191" fmla="*/ 3684705 h 6858000"/>
              <a:gd name="connsiteX192" fmla="*/ 1146550 w 7467600"/>
              <a:gd name="connsiteY192" fmla="*/ 3802012 h 6858000"/>
              <a:gd name="connsiteX193" fmla="*/ 698834 w 7467600"/>
              <a:gd name="connsiteY193" fmla="*/ 3952272 h 6858000"/>
              <a:gd name="connsiteX194" fmla="*/ 34256 w 7467600"/>
              <a:gd name="connsiteY194" fmla="*/ 4347603 h 6858000"/>
              <a:gd name="connsiteX195" fmla="*/ 527241 w 7467600"/>
              <a:gd name="connsiteY195" fmla="*/ 4065078 h 6858000"/>
              <a:gd name="connsiteX196" fmla="*/ 1510397 w 7467600"/>
              <a:gd name="connsiteY196" fmla="*/ 3684705 h 6858000"/>
              <a:gd name="connsiteX197" fmla="*/ 1313114 w 7467600"/>
              <a:gd name="connsiteY197" fmla="*/ 3655216 h 6858000"/>
              <a:gd name="connsiteX198" fmla="*/ 1109304 w 7467600"/>
              <a:gd name="connsiteY198" fmla="*/ 3669030 h 6858000"/>
              <a:gd name="connsiteX199" fmla="*/ 8129 w 7467600"/>
              <a:gd name="connsiteY199" fmla="*/ 4330519 h 6858000"/>
              <a:gd name="connsiteX200" fmla="*/ 687572 w 7467600"/>
              <a:gd name="connsiteY200" fmla="*/ 3925629 h 6858000"/>
              <a:gd name="connsiteX201" fmla="*/ 1138365 w 7467600"/>
              <a:gd name="connsiteY201" fmla="*/ 3774515 h 6858000"/>
              <a:gd name="connsiteX202" fmla="*/ 1505579 w 7467600"/>
              <a:gd name="connsiteY202" fmla="*/ 3655526 h 6858000"/>
              <a:gd name="connsiteX203" fmla="*/ 1313114 w 7467600"/>
              <a:gd name="connsiteY203" fmla="*/ 3655216 h 6858000"/>
              <a:gd name="connsiteX204" fmla="*/ 3655073 w 7467600"/>
              <a:gd name="connsiteY204" fmla="*/ 3650884 h 6858000"/>
              <a:gd name="connsiteX205" fmla="*/ 3989938 w 7467600"/>
              <a:gd name="connsiteY205" fmla="*/ 3991685 h 6858000"/>
              <a:gd name="connsiteX206" fmla="*/ 4393907 w 7467600"/>
              <a:gd name="connsiteY206" fmla="*/ 4261258 h 6858000"/>
              <a:gd name="connsiteX207" fmla="*/ 4648051 w 7467600"/>
              <a:gd name="connsiteY207" fmla="*/ 4374051 h 6858000"/>
              <a:gd name="connsiteX208" fmla="*/ 4383389 w 7467600"/>
              <a:gd name="connsiteY208" fmla="*/ 4184369 h 6858000"/>
              <a:gd name="connsiteX209" fmla="*/ 4165508 w 7467600"/>
              <a:gd name="connsiteY209" fmla="*/ 4035196 h 6858000"/>
              <a:gd name="connsiteX210" fmla="*/ 4068162 w 7467600"/>
              <a:gd name="connsiteY210" fmla="*/ 3953394 h 6858000"/>
              <a:gd name="connsiteX211" fmla="*/ 3981416 w 7467600"/>
              <a:gd name="connsiteY211" fmla="*/ 3880482 h 6858000"/>
              <a:gd name="connsiteX212" fmla="*/ 3800147 w 7467600"/>
              <a:gd name="connsiteY212" fmla="*/ 3749872 h 6858000"/>
              <a:gd name="connsiteX213" fmla="*/ 3655073 w 7467600"/>
              <a:gd name="connsiteY213" fmla="*/ 3650884 h 6858000"/>
              <a:gd name="connsiteX214" fmla="*/ 3670252 w 7467600"/>
              <a:gd name="connsiteY214" fmla="*/ 3622798 h 6858000"/>
              <a:gd name="connsiteX215" fmla="*/ 3817258 w 7467600"/>
              <a:gd name="connsiteY215" fmla="*/ 3723577 h 6858000"/>
              <a:gd name="connsiteX216" fmla="*/ 4000461 w 7467600"/>
              <a:gd name="connsiteY216" fmla="*/ 3855966 h 6858000"/>
              <a:gd name="connsiteX217" fmla="*/ 4088180 w 7467600"/>
              <a:gd name="connsiteY217" fmla="*/ 3929774 h 6858000"/>
              <a:gd name="connsiteX218" fmla="*/ 4184555 w 7467600"/>
              <a:gd name="connsiteY218" fmla="*/ 4010683 h 6858000"/>
              <a:gd name="connsiteX219" fmla="*/ 4399563 w 7467600"/>
              <a:gd name="connsiteY219" fmla="*/ 4158106 h 6858000"/>
              <a:gd name="connsiteX220" fmla="*/ 4684469 w 7467600"/>
              <a:gd name="connsiteY220" fmla="*/ 4364680 h 6858000"/>
              <a:gd name="connsiteX221" fmla="*/ 4690271 w 7467600"/>
              <a:gd name="connsiteY221" fmla="*/ 4370034 h 6858000"/>
              <a:gd name="connsiteX222" fmla="*/ 4136093 w 7467600"/>
              <a:gd name="connsiteY222" fmla="*/ 3858466 h 6858000"/>
              <a:gd name="connsiteX223" fmla="*/ 3670252 w 7467600"/>
              <a:gd name="connsiteY223" fmla="*/ 3622798 h 6858000"/>
              <a:gd name="connsiteX224" fmla="*/ 4440129 w 7467600"/>
              <a:gd name="connsiteY224" fmla="*/ 3448571 h 6858000"/>
              <a:gd name="connsiteX225" fmla="*/ 4856525 w 7467600"/>
              <a:gd name="connsiteY225" fmla="*/ 3915351 h 6858000"/>
              <a:gd name="connsiteX226" fmla="*/ 5059055 w 7467600"/>
              <a:gd name="connsiteY226" fmla="*/ 4108918 h 6858000"/>
              <a:gd name="connsiteX227" fmla="*/ 5290070 w 7467600"/>
              <a:gd name="connsiteY227" fmla="*/ 4263619 h 6858000"/>
              <a:gd name="connsiteX228" fmla="*/ 4834991 w 7467600"/>
              <a:gd name="connsiteY228" fmla="*/ 3830985 h 6858000"/>
              <a:gd name="connsiteX229" fmla="*/ 4440129 w 7467600"/>
              <a:gd name="connsiteY229" fmla="*/ 3448571 h 6858000"/>
              <a:gd name="connsiteX230" fmla="*/ 4441737 w 7467600"/>
              <a:gd name="connsiteY230" fmla="*/ 3399734 h 6858000"/>
              <a:gd name="connsiteX231" fmla="*/ 4431236 w 7467600"/>
              <a:gd name="connsiteY231" fmla="*/ 3400954 h 6858000"/>
              <a:gd name="connsiteX232" fmla="*/ 4557150 w 7467600"/>
              <a:gd name="connsiteY232" fmla="*/ 3510023 h 6858000"/>
              <a:gd name="connsiteX233" fmla="*/ 4856936 w 7467600"/>
              <a:gd name="connsiteY233" fmla="*/ 3809146 h 6858000"/>
              <a:gd name="connsiteX234" fmla="*/ 5111996 w 7467600"/>
              <a:gd name="connsiteY234" fmla="*/ 4065759 h 6858000"/>
              <a:gd name="connsiteX235" fmla="*/ 5388878 w 7467600"/>
              <a:gd name="connsiteY235" fmla="*/ 4300185 h 6858000"/>
              <a:gd name="connsiteX236" fmla="*/ 5425556 w 7467600"/>
              <a:gd name="connsiteY236" fmla="*/ 4308967 h 6858000"/>
              <a:gd name="connsiteX237" fmla="*/ 4943646 w 7467600"/>
              <a:gd name="connsiteY237" fmla="*/ 3822916 h 6858000"/>
              <a:gd name="connsiteX238" fmla="*/ 4594837 w 7467600"/>
              <a:gd name="connsiteY238" fmla="*/ 3532274 h 6858000"/>
              <a:gd name="connsiteX239" fmla="*/ 4441737 w 7467600"/>
              <a:gd name="connsiteY239" fmla="*/ 3399734 h 6858000"/>
              <a:gd name="connsiteX240" fmla="*/ 5425834 w 7467600"/>
              <a:gd name="connsiteY240" fmla="*/ 3162785 h 6858000"/>
              <a:gd name="connsiteX241" fmla="*/ 5401644 w 7467600"/>
              <a:gd name="connsiteY241" fmla="*/ 3617847 h 6858000"/>
              <a:gd name="connsiteX242" fmla="*/ 5467256 w 7467600"/>
              <a:gd name="connsiteY242" fmla="*/ 4175494 h 6858000"/>
              <a:gd name="connsiteX243" fmla="*/ 5448069 w 7467600"/>
              <a:gd name="connsiteY243" fmla="*/ 3567554 h 6858000"/>
              <a:gd name="connsiteX244" fmla="*/ 5425834 w 7467600"/>
              <a:gd name="connsiteY244" fmla="*/ 3162785 h 6858000"/>
              <a:gd name="connsiteX245" fmla="*/ 1318687 w 7467600"/>
              <a:gd name="connsiteY245" fmla="*/ 3113840 h 6858000"/>
              <a:gd name="connsiteX246" fmla="*/ 1066793 w 7467600"/>
              <a:gd name="connsiteY246" fmla="*/ 3212171 h 6858000"/>
              <a:gd name="connsiteX247" fmla="*/ 993319 w 7467600"/>
              <a:gd name="connsiteY247" fmla="*/ 3247648 h 6858000"/>
              <a:gd name="connsiteX248" fmla="*/ 853081 w 7467600"/>
              <a:gd name="connsiteY248" fmla="*/ 3312410 h 6858000"/>
              <a:gd name="connsiteX249" fmla="*/ 805957 w 7467600"/>
              <a:gd name="connsiteY249" fmla="*/ 3330443 h 6858000"/>
              <a:gd name="connsiteX250" fmla="*/ 1318687 w 7467600"/>
              <a:gd name="connsiteY250" fmla="*/ 3113840 h 6858000"/>
              <a:gd name="connsiteX251" fmla="*/ 5453702 w 7467600"/>
              <a:gd name="connsiteY251" fmla="*/ 3090882 h 6858000"/>
              <a:gd name="connsiteX252" fmla="*/ 5480135 w 7467600"/>
              <a:gd name="connsiteY252" fmla="*/ 3565802 h 6858000"/>
              <a:gd name="connsiteX253" fmla="*/ 5499023 w 7467600"/>
              <a:gd name="connsiteY253" fmla="*/ 4166310 h 6858000"/>
              <a:gd name="connsiteX254" fmla="*/ 5547022 w 7467600"/>
              <a:gd name="connsiteY254" fmla="*/ 3607838 h 6858000"/>
              <a:gd name="connsiteX255" fmla="*/ 5515964 w 7467600"/>
              <a:gd name="connsiteY255" fmla="*/ 3378541 h 6858000"/>
              <a:gd name="connsiteX256" fmla="*/ 5453702 w 7467600"/>
              <a:gd name="connsiteY256" fmla="*/ 3090882 h 6858000"/>
              <a:gd name="connsiteX257" fmla="*/ 1238695 w 7467600"/>
              <a:gd name="connsiteY257" fmla="*/ 3076820 h 6858000"/>
              <a:gd name="connsiteX258" fmla="*/ 716371 w 7467600"/>
              <a:gd name="connsiteY258" fmla="*/ 3293249 h 6858000"/>
              <a:gd name="connsiteX259" fmla="*/ 579522 w 7467600"/>
              <a:gd name="connsiteY259" fmla="*/ 3371759 h 6858000"/>
              <a:gd name="connsiteX260" fmla="*/ 600288 w 7467600"/>
              <a:gd name="connsiteY260" fmla="*/ 3365555 h 6858000"/>
              <a:gd name="connsiteX261" fmla="*/ 840692 w 7467600"/>
              <a:gd name="connsiteY261" fmla="*/ 3284921 h 6858000"/>
              <a:gd name="connsiteX262" fmla="*/ 979248 w 7467600"/>
              <a:gd name="connsiteY262" fmla="*/ 3221003 h 6858000"/>
              <a:gd name="connsiteX263" fmla="*/ 1053282 w 7467600"/>
              <a:gd name="connsiteY263" fmla="*/ 3185247 h 6858000"/>
              <a:gd name="connsiteX264" fmla="*/ 1320603 w 7467600"/>
              <a:gd name="connsiteY264" fmla="*/ 3081281 h 6858000"/>
              <a:gd name="connsiteX265" fmla="*/ 1238695 w 7467600"/>
              <a:gd name="connsiteY265" fmla="*/ 3076820 h 6858000"/>
              <a:gd name="connsiteX266" fmla="*/ 5425627 w 7467600"/>
              <a:gd name="connsiteY266" fmla="*/ 2954192 h 6858000"/>
              <a:gd name="connsiteX267" fmla="*/ 5470770 w 7467600"/>
              <a:gd name="connsiteY267" fmla="*/ 3005435 h 6858000"/>
              <a:gd name="connsiteX268" fmla="*/ 5519779 w 7467600"/>
              <a:gd name="connsiteY268" fmla="*/ 4359223 h 6858000"/>
              <a:gd name="connsiteX269" fmla="*/ 5520293 w 7467600"/>
              <a:gd name="connsiteY269" fmla="*/ 4360602 h 6858000"/>
              <a:gd name="connsiteX270" fmla="*/ 5767221 w 7467600"/>
              <a:gd name="connsiteY270" fmla="*/ 4665564 h 6858000"/>
              <a:gd name="connsiteX271" fmla="*/ 6937169 w 7467600"/>
              <a:gd name="connsiteY271" fmla="*/ 4815941 h 6858000"/>
              <a:gd name="connsiteX272" fmla="*/ 6953922 w 7467600"/>
              <a:gd name="connsiteY272" fmla="*/ 4890068 h 6858000"/>
              <a:gd name="connsiteX273" fmla="*/ 6071359 w 7467600"/>
              <a:gd name="connsiteY273" fmla="*/ 4770770 h 6858000"/>
              <a:gd name="connsiteX274" fmla="*/ 6038839 w 7467600"/>
              <a:gd name="connsiteY274" fmla="*/ 4764474 h 6858000"/>
              <a:gd name="connsiteX275" fmla="*/ 6038706 w 7467600"/>
              <a:gd name="connsiteY275" fmla="*/ 4763847 h 6858000"/>
              <a:gd name="connsiteX276" fmla="*/ 6037784 w 7467600"/>
              <a:gd name="connsiteY276" fmla="*/ 4764270 h 6858000"/>
              <a:gd name="connsiteX277" fmla="*/ 6038839 w 7467600"/>
              <a:gd name="connsiteY277" fmla="*/ 4764474 h 6858000"/>
              <a:gd name="connsiteX278" fmla="*/ 6040338 w 7467600"/>
              <a:gd name="connsiteY278" fmla="*/ 4771418 h 6858000"/>
              <a:gd name="connsiteX279" fmla="*/ 6024488 w 7467600"/>
              <a:gd name="connsiteY279" fmla="*/ 4809903 h 6858000"/>
              <a:gd name="connsiteX280" fmla="*/ 5599771 w 7467600"/>
              <a:gd name="connsiteY280" fmla="*/ 5509652 h 6858000"/>
              <a:gd name="connsiteX281" fmla="*/ 5548843 w 7467600"/>
              <a:gd name="connsiteY281" fmla="*/ 5563845 h 6858000"/>
              <a:gd name="connsiteX282" fmla="*/ 5940952 w 7467600"/>
              <a:gd name="connsiteY282" fmla="*/ 6250028 h 6858000"/>
              <a:gd name="connsiteX283" fmla="*/ 6043441 w 7467600"/>
              <a:gd name="connsiteY283" fmla="*/ 6665847 h 6858000"/>
              <a:gd name="connsiteX284" fmla="*/ 6093432 w 7467600"/>
              <a:gd name="connsiteY284" fmla="*/ 6858000 h 6858000"/>
              <a:gd name="connsiteX285" fmla="*/ 6034344 w 7467600"/>
              <a:gd name="connsiteY285" fmla="*/ 6858000 h 6858000"/>
              <a:gd name="connsiteX286" fmla="*/ 6026679 w 7467600"/>
              <a:gd name="connsiteY286" fmla="*/ 6836959 h 6858000"/>
              <a:gd name="connsiteX287" fmla="*/ 5800441 w 7467600"/>
              <a:gd name="connsiteY287" fmla="*/ 6335286 h 6858000"/>
              <a:gd name="connsiteX288" fmla="*/ 5526562 w 7467600"/>
              <a:gd name="connsiteY288" fmla="*/ 5705388 h 6858000"/>
              <a:gd name="connsiteX289" fmla="*/ 5519640 w 7467600"/>
              <a:gd name="connsiteY289" fmla="*/ 5683774 h 6858000"/>
              <a:gd name="connsiteX290" fmla="*/ 5844559 w 7467600"/>
              <a:gd name="connsiteY290" fmla="*/ 6553349 h 6858000"/>
              <a:gd name="connsiteX291" fmla="*/ 5975994 w 7467600"/>
              <a:gd name="connsiteY291" fmla="*/ 6858000 h 6858000"/>
              <a:gd name="connsiteX292" fmla="*/ 5898547 w 7467600"/>
              <a:gd name="connsiteY292" fmla="*/ 6858000 h 6858000"/>
              <a:gd name="connsiteX293" fmla="*/ 5682041 w 7467600"/>
              <a:gd name="connsiteY293" fmla="*/ 6355860 h 6858000"/>
              <a:gd name="connsiteX294" fmla="*/ 5461758 w 7467600"/>
              <a:gd name="connsiteY294" fmla="*/ 5820220 h 6858000"/>
              <a:gd name="connsiteX295" fmla="*/ 5237282 w 7467600"/>
              <a:gd name="connsiteY295" fmla="*/ 6579086 h 6858000"/>
              <a:gd name="connsiteX296" fmla="*/ 5115009 w 7467600"/>
              <a:gd name="connsiteY296" fmla="*/ 6858000 h 6858000"/>
              <a:gd name="connsiteX297" fmla="*/ 5028074 w 7467600"/>
              <a:gd name="connsiteY297" fmla="*/ 6858000 h 6858000"/>
              <a:gd name="connsiteX298" fmla="*/ 5079508 w 7467600"/>
              <a:gd name="connsiteY298" fmla="*/ 6749074 h 6858000"/>
              <a:gd name="connsiteX299" fmla="*/ 5371846 w 7467600"/>
              <a:gd name="connsiteY299" fmla="*/ 5924413 h 6858000"/>
              <a:gd name="connsiteX300" fmla="*/ 5270512 w 7467600"/>
              <a:gd name="connsiteY300" fmla="*/ 6138975 h 6858000"/>
              <a:gd name="connsiteX301" fmla="*/ 5062409 w 7467600"/>
              <a:gd name="connsiteY301" fmla="*/ 6653544 h 6858000"/>
              <a:gd name="connsiteX302" fmla="*/ 5036628 w 7467600"/>
              <a:gd name="connsiteY302" fmla="*/ 6754247 h 6858000"/>
              <a:gd name="connsiteX303" fmla="*/ 5009112 w 7467600"/>
              <a:gd name="connsiteY303" fmla="*/ 6858000 h 6858000"/>
              <a:gd name="connsiteX304" fmla="*/ 4976679 w 7467600"/>
              <a:gd name="connsiteY304" fmla="*/ 6858000 h 6858000"/>
              <a:gd name="connsiteX305" fmla="*/ 5006537 w 7467600"/>
              <a:gd name="connsiteY305" fmla="*/ 6747068 h 6858000"/>
              <a:gd name="connsiteX306" fmla="*/ 5032723 w 7467600"/>
              <a:gd name="connsiteY306" fmla="*/ 6644957 h 6858000"/>
              <a:gd name="connsiteX307" fmla="*/ 5242949 w 7467600"/>
              <a:gd name="connsiteY307" fmla="*/ 6125175 h 6858000"/>
              <a:gd name="connsiteX308" fmla="*/ 5286321 w 7467600"/>
              <a:gd name="connsiteY308" fmla="*/ 6033555 h 6858000"/>
              <a:gd name="connsiteX309" fmla="*/ 5008210 w 7467600"/>
              <a:gd name="connsiteY309" fmla="*/ 6649194 h 6858000"/>
              <a:gd name="connsiteX310" fmla="*/ 4986321 w 7467600"/>
              <a:gd name="connsiteY310" fmla="*/ 6765687 h 6858000"/>
              <a:gd name="connsiteX311" fmla="*/ 4973474 w 7467600"/>
              <a:gd name="connsiteY311" fmla="*/ 6858000 h 6858000"/>
              <a:gd name="connsiteX312" fmla="*/ 4907178 w 7467600"/>
              <a:gd name="connsiteY312" fmla="*/ 6858000 h 6858000"/>
              <a:gd name="connsiteX313" fmla="*/ 4910810 w 7467600"/>
              <a:gd name="connsiteY313" fmla="*/ 6829660 h 6858000"/>
              <a:gd name="connsiteX314" fmla="*/ 4987461 w 7467600"/>
              <a:gd name="connsiteY314" fmla="*/ 6432994 h 6858000"/>
              <a:gd name="connsiteX315" fmla="*/ 5179262 w 7467600"/>
              <a:gd name="connsiteY315" fmla="*/ 6035044 h 6858000"/>
              <a:gd name="connsiteX316" fmla="*/ 4689678 w 7467600"/>
              <a:gd name="connsiteY316" fmla="*/ 6440241 h 6858000"/>
              <a:gd name="connsiteX317" fmla="*/ 4477543 w 7467600"/>
              <a:gd name="connsiteY317" fmla="*/ 6674836 h 6858000"/>
              <a:gd name="connsiteX318" fmla="*/ 4329957 w 7467600"/>
              <a:gd name="connsiteY318" fmla="*/ 6858000 h 6858000"/>
              <a:gd name="connsiteX319" fmla="*/ 4218595 w 7467600"/>
              <a:gd name="connsiteY319" fmla="*/ 6858000 h 6858000"/>
              <a:gd name="connsiteX320" fmla="*/ 4368888 w 7467600"/>
              <a:gd name="connsiteY320" fmla="*/ 6668412 h 6858000"/>
              <a:gd name="connsiteX321" fmla="*/ 4563091 w 7467600"/>
              <a:gd name="connsiteY321" fmla="*/ 6442508 h 6858000"/>
              <a:gd name="connsiteX322" fmla="*/ 5387324 w 7467600"/>
              <a:gd name="connsiteY322" fmla="*/ 5705830 h 6858000"/>
              <a:gd name="connsiteX323" fmla="*/ 5073620 w 7467600"/>
              <a:gd name="connsiteY323" fmla="*/ 5955437 h 6858000"/>
              <a:gd name="connsiteX324" fmla="*/ 4689789 w 7467600"/>
              <a:gd name="connsiteY324" fmla="*/ 6268382 h 6858000"/>
              <a:gd name="connsiteX325" fmla="*/ 4418722 w 7467600"/>
              <a:gd name="connsiteY325" fmla="*/ 6570886 h 6858000"/>
              <a:gd name="connsiteX326" fmla="*/ 4214944 w 7467600"/>
              <a:gd name="connsiteY326" fmla="*/ 6858000 h 6858000"/>
              <a:gd name="connsiteX327" fmla="*/ 4177898 w 7467600"/>
              <a:gd name="connsiteY327" fmla="*/ 6858000 h 6858000"/>
              <a:gd name="connsiteX328" fmla="*/ 4391597 w 7467600"/>
              <a:gd name="connsiteY328" fmla="*/ 6556370 h 6858000"/>
              <a:gd name="connsiteX329" fmla="*/ 4668889 w 7467600"/>
              <a:gd name="connsiteY329" fmla="*/ 6246399 h 6858000"/>
              <a:gd name="connsiteX330" fmla="*/ 5055427 w 7467600"/>
              <a:gd name="connsiteY330" fmla="*/ 5931476 h 6858000"/>
              <a:gd name="connsiteX331" fmla="*/ 5371814 w 7467600"/>
              <a:gd name="connsiteY331" fmla="*/ 5678975 h 6858000"/>
              <a:gd name="connsiteX332" fmla="*/ 4987918 w 7467600"/>
              <a:gd name="connsiteY332" fmla="*/ 5838701 h 6858000"/>
              <a:gd name="connsiteX333" fmla="*/ 4317146 w 7467600"/>
              <a:gd name="connsiteY333" fmla="*/ 6587716 h 6858000"/>
              <a:gd name="connsiteX334" fmla="*/ 4171627 w 7467600"/>
              <a:gd name="connsiteY334" fmla="*/ 6858000 h 6858000"/>
              <a:gd name="connsiteX335" fmla="*/ 4081585 w 7467600"/>
              <a:gd name="connsiteY335" fmla="*/ 6858000 h 6858000"/>
              <a:gd name="connsiteX336" fmla="*/ 4238603 w 7467600"/>
              <a:gd name="connsiteY336" fmla="*/ 6559341 h 6858000"/>
              <a:gd name="connsiteX337" fmla="*/ 4778333 w 7467600"/>
              <a:gd name="connsiteY337" fmla="*/ 5873626 h 6858000"/>
              <a:gd name="connsiteX338" fmla="*/ 5414185 w 7467600"/>
              <a:gd name="connsiteY338" fmla="*/ 5573882 h 6858000"/>
              <a:gd name="connsiteX339" fmla="*/ 5959648 w 7467600"/>
              <a:gd name="connsiteY339" fmla="*/ 4760797 h 6858000"/>
              <a:gd name="connsiteX340" fmla="*/ 5355019 w 7467600"/>
              <a:gd name="connsiteY340" fmla="*/ 4734672 h 6858000"/>
              <a:gd name="connsiteX341" fmla="*/ 5083565 w 7467600"/>
              <a:gd name="connsiteY341" fmla="*/ 5179121 h 6858000"/>
              <a:gd name="connsiteX342" fmla="*/ 4713577 w 7467600"/>
              <a:gd name="connsiteY342" fmla="*/ 5616803 h 6858000"/>
              <a:gd name="connsiteX343" fmla="*/ 3989559 w 7467600"/>
              <a:gd name="connsiteY343" fmla="*/ 6145945 h 6858000"/>
              <a:gd name="connsiteX344" fmla="*/ 3939824 w 7467600"/>
              <a:gd name="connsiteY344" fmla="*/ 6066900 h 6858000"/>
              <a:gd name="connsiteX345" fmla="*/ 4584537 w 7467600"/>
              <a:gd name="connsiteY345" fmla="*/ 5324826 h 6858000"/>
              <a:gd name="connsiteX346" fmla="*/ 5037105 w 7467600"/>
              <a:gd name="connsiteY346" fmla="*/ 5088765 h 6858000"/>
              <a:gd name="connsiteX347" fmla="*/ 5039930 w 7467600"/>
              <a:gd name="connsiteY347" fmla="*/ 5089585 h 6858000"/>
              <a:gd name="connsiteX348" fmla="*/ 5263764 w 7467600"/>
              <a:gd name="connsiteY348" fmla="*/ 4735525 h 6858000"/>
              <a:gd name="connsiteX349" fmla="*/ 4086300 w 7467600"/>
              <a:gd name="connsiteY349" fmla="*/ 4884599 h 6858000"/>
              <a:gd name="connsiteX350" fmla="*/ 4085485 w 7467600"/>
              <a:gd name="connsiteY350" fmla="*/ 4899070 h 6858000"/>
              <a:gd name="connsiteX351" fmla="*/ 3871915 w 7467600"/>
              <a:gd name="connsiteY351" fmla="*/ 5253645 h 6858000"/>
              <a:gd name="connsiteX352" fmla="*/ 3799374 w 7467600"/>
              <a:gd name="connsiteY352" fmla="*/ 5466127 h 6858000"/>
              <a:gd name="connsiteX353" fmla="*/ 3498850 w 7467600"/>
              <a:gd name="connsiteY353" fmla="*/ 6661888 h 6858000"/>
              <a:gd name="connsiteX354" fmla="*/ 3399216 w 7467600"/>
              <a:gd name="connsiteY354" fmla="*/ 6858000 h 6858000"/>
              <a:gd name="connsiteX355" fmla="*/ 3303688 w 7467600"/>
              <a:gd name="connsiteY355" fmla="*/ 6858000 h 6858000"/>
              <a:gd name="connsiteX356" fmla="*/ 3391774 w 7467600"/>
              <a:gd name="connsiteY356" fmla="*/ 6697181 h 6858000"/>
              <a:gd name="connsiteX357" fmla="*/ 3735540 w 7467600"/>
              <a:gd name="connsiteY357" fmla="*/ 5546923 h 6858000"/>
              <a:gd name="connsiteX358" fmla="*/ 3729438 w 7467600"/>
              <a:gd name="connsiteY358" fmla="*/ 5569058 h 6858000"/>
              <a:gd name="connsiteX359" fmla="*/ 3707782 w 7467600"/>
              <a:gd name="connsiteY359" fmla="*/ 5644908 h 6858000"/>
              <a:gd name="connsiteX360" fmla="*/ 3583827 w 7467600"/>
              <a:gd name="connsiteY360" fmla="*/ 6039215 h 6858000"/>
              <a:gd name="connsiteX361" fmla="*/ 3547861 w 7467600"/>
              <a:gd name="connsiteY361" fmla="*/ 6129609 h 6858000"/>
              <a:gd name="connsiteX362" fmla="*/ 3490905 w 7467600"/>
              <a:gd name="connsiteY362" fmla="*/ 6277660 h 6858000"/>
              <a:gd name="connsiteX363" fmla="*/ 3455859 w 7467600"/>
              <a:gd name="connsiteY363" fmla="*/ 6391301 h 6858000"/>
              <a:gd name="connsiteX364" fmla="*/ 3429112 w 7467600"/>
              <a:gd name="connsiteY364" fmla="*/ 6479469 h 6858000"/>
              <a:gd name="connsiteX365" fmla="*/ 3304862 w 7467600"/>
              <a:gd name="connsiteY365" fmla="*/ 6796476 h 6858000"/>
              <a:gd name="connsiteX366" fmla="*/ 3276071 w 7467600"/>
              <a:gd name="connsiteY366" fmla="*/ 6858000 h 6858000"/>
              <a:gd name="connsiteX367" fmla="*/ 3240805 w 7467600"/>
              <a:gd name="connsiteY367" fmla="*/ 6858000 h 6858000"/>
              <a:gd name="connsiteX368" fmla="*/ 3275917 w 7467600"/>
              <a:gd name="connsiteY368" fmla="*/ 6783192 h 6858000"/>
              <a:gd name="connsiteX369" fmla="*/ 3399358 w 7467600"/>
              <a:gd name="connsiteY369" fmla="*/ 6469011 h 6858000"/>
              <a:gd name="connsiteX370" fmla="*/ 3425650 w 7467600"/>
              <a:gd name="connsiteY370" fmla="*/ 6381333 h 6858000"/>
              <a:gd name="connsiteX371" fmla="*/ 3460661 w 7467600"/>
              <a:gd name="connsiteY371" fmla="*/ 6266763 h 6858000"/>
              <a:gd name="connsiteX372" fmla="*/ 3518021 w 7467600"/>
              <a:gd name="connsiteY372" fmla="*/ 6117298 h 6858000"/>
              <a:gd name="connsiteX373" fmla="*/ 3554035 w 7467600"/>
              <a:gd name="connsiteY373" fmla="*/ 6027832 h 6858000"/>
              <a:gd name="connsiteX374" fmla="*/ 3677174 w 7467600"/>
              <a:gd name="connsiteY374" fmla="*/ 5636351 h 6858000"/>
              <a:gd name="connsiteX375" fmla="*/ 3698819 w 7467600"/>
              <a:gd name="connsiteY375" fmla="*/ 5560503 h 6858000"/>
              <a:gd name="connsiteX376" fmla="*/ 3702094 w 7467600"/>
              <a:gd name="connsiteY376" fmla="*/ 5549194 h 6858000"/>
              <a:gd name="connsiteX377" fmla="*/ 3398355 w 7467600"/>
              <a:gd name="connsiteY377" fmla="*/ 6094603 h 6858000"/>
              <a:gd name="connsiteX378" fmla="*/ 3193941 w 7467600"/>
              <a:gd name="connsiteY378" fmla="*/ 6798775 h 6858000"/>
              <a:gd name="connsiteX379" fmla="*/ 3184140 w 7467600"/>
              <a:gd name="connsiteY379" fmla="*/ 6858000 h 6858000"/>
              <a:gd name="connsiteX380" fmla="*/ 3099978 w 7467600"/>
              <a:gd name="connsiteY380" fmla="*/ 6858000 h 6858000"/>
              <a:gd name="connsiteX381" fmla="*/ 3101556 w 7467600"/>
              <a:gd name="connsiteY381" fmla="*/ 6843337 h 6858000"/>
              <a:gd name="connsiteX382" fmla="*/ 3370162 w 7467600"/>
              <a:gd name="connsiteY382" fmla="*/ 5785550 h 6858000"/>
              <a:gd name="connsiteX383" fmla="*/ 3746477 w 7467600"/>
              <a:gd name="connsiteY383" fmla="*/ 5377889 h 6858000"/>
              <a:gd name="connsiteX384" fmla="*/ 3863399 w 7467600"/>
              <a:gd name="connsiteY384" fmla="*/ 5087257 h 6858000"/>
              <a:gd name="connsiteX385" fmla="*/ 3968712 w 7467600"/>
              <a:gd name="connsiteY385" fmla="*/ 4913989 h 6858000"/>
              <a:gd name="connsiteX386" fmla="*/ 2792390 w 7467600"/>
              <a:gd name="connsiteY386" fmla="*/ 5382974 h 6858000"/>
              <a:gd name="connsiteX387" fmla="*/ 2714982 w 7467600"/>
              <a:gd name="connsiteY387" fmla="*/ 5427051 h 6858000"/>
              <a:gd name="connsiteX388" fmla="*/ 2813361 w 7467600"/>
              <a:gd name="connsiteY388" fmla="*/ 6023912 h 6858000"/>
              <a:gd name="connsiteX389" fmla="*/ 2688430 w 7467600"/>
              <a:gd name="connsiteY389" fmla="*/ 6801564 h 6858000"/>
              <a:gd name="connsiteX390" fmla="*/ 2629626 w 7467600"/>
              <a:gd name="connsiteY390" fmla="*/ 6763394 h 6858000"/>
              <a:gd name="connsiteX391" fmla="*/ 2565328 w 7467600"/>
              <a:gd name="connsiteY391" fmla="*/ 5516399 h 6858000"/>
              <a:gd name="connsiteX392" fmla="*/ 1922999 w 7467600"/>
              <a:gd name="connsiteY392" fmla="*/ 5980343 h 6858000"/>
              <a:gd name="connsiteX393" fmla="*/ 1950261 w 7467600"/>
              <a:gd name="connsiteY393" fmla="*/ 6405858 h 6858000"/>
              <a:gd name="connsiteX394" fmla="*/ 2365554 w 7467600"/>
              <a:gd name="connsiteY394" fmla="*/ 6759107 h 6858000"/>
              <a:gd name="connsiteX395" fmla="*/ 2424142 w 7467600"/>
              <a:gd name="connsiteY395" fmla="*/ 6858000 h 6858000"/>
              <a:gd name="connsiteX396" fmla="*/ 2395994 w 7467600"/>
              <a:gd name="connsiteY396" fmla="*/ 6858000 h 6858000"/>
              <a:gd name="connsiteX397" fmla="*/ 2392863 w 7467600"/>
              <a:gd name="connsiteY397" fmla="*/ 6852964 h 6858000"/>
              <a:gd name="connsiteX398" fmla="*/ 2017589 w 7467600"/>
              <a:gd name="connsiteY398" fmla="*/ 6493982 h 6858000"/>
              <a:gd name="connsiteX399" fmla="*/ 2147336 w 7467600"/>
              <a:gd name="connsiteY399" fmla="*/ 6594052 h 6858000"/>
              <a:gd name="connsiteX400" fmla="*/ 2207047 w 7467600"/>
              <a:gd name="connsiteY400" fmla="*/ 6654540 h 6858000"/>
              <a:gd name="connsiteX401" fmla="*/ 2299106 w 7467600"/>
              <a:gd name="connsiteY401" fmla="*/ 6778931 h 6858000"/>
              <a:gd name="connsiteX402" fmla="*/ 2314430 w 7467600"/>
              <a:gd name="connsiteY402" fmla="*/ 6801144 h 6858000"/>
              <a:gd name="connsiteX403" fmla="*/ 2352406 w 7467600"/>
              <a:gd name="connsiteY403" fmla="*/ 6858000 h 6858000"/>
              <a:gd name="connsiteX404" fmla="*/ 2314492 w 7467600"/>
              <a:gd name="connsiteY404" fmla="*/ 6858000 h 6858000"/>
              <a:gd name="connsiteX405" fmla="*/ 2288095 w 7467600"/>
              <a:gd name="connsiteY405" fmla="*/ 6818030 h 6858000"/>
              <a:gd name="connsiteX406" fmla="*/ 2272768 w 7467600"/>
              <a:gd name="connsiteY406" fmla="*/ 6795822 h 6858000"/>
              <a:gd name="connsiteX407" fmla="*/ 2182715 w 7467600"/>
              <a:gd name="connsiteY407" fmla="*/ 6675071 h 6858000"/>
              <a:gd name="connsiteX408" fmla="*/ 2032061 w 7467600"/>
              <a:gd name="connsiteY408" fmla="*/ 6541380 h 6858000"/>
              <a:gd name="connsiteX409" fmla="*/ 2257220 w 7467600"/>
              <a:gd name="connsiteY409" fmla="*/ 6826257 h 6858000"/>
              <a:gd name="connsiteX410" fmla="*/ 2281324 w 7467600"/>
              <a:gd name="connsiteY410" fmla="*/ 6858000 h 6858000"/>
              <a:gd name="connsiteX411" fmla="*/ 2242860 w 7467600"/>
              <a:gd name="connsiteY411" fmla="*/ 6858000 h 6858000"/>
              <a:gd name="connsiteX412" fmla="*/ 2232818 w 7467600"/>
              <a:gd name="connsiteY412" fmla="*/ 6844926 h 6858000"/>
              <a:gd name="connsiteX413" fmla="*/ 1990172 w 7467600"/>
              <a:gd name="connsiteY413" fmla="*/ 6542121 h 6858000"/>
              <a:gd name="connsiteX414" fmla="*/ 2124090 w 7467600"/>
              <a:gd name="connsiteY414" fmla="*/ 6761017 h 6858000"/>
              <a:gd name="connsiteX415" fmla="*/ 2200380 w 7467600"/>
              <a:gd name="connsiteY415" fmla="*/ 6858000 h 6858000"/>
              <a:gd name="connsiteX416" fmla="*/ 2147507 w 7467600"/>
              <a:gd name="connsiteY416" fmla="*/ 6858000 h 6858000"/>
              <a:gd name="connsiteX417" fmla="*/ 2070668 w 7467600"/>
              <a:gd name="connsiteY417" fmla="*/ 6761520 h 6858000"/>
              <a:gd name="connsiteX418" fmla="*/ 1975142 w 7467600"/>
              <a:gd name="connsiteY418" fmla="*/ 6585570 h 6858000"/>
              <a:gd name="connsiteX419" fmla="*/ 2050035 w 7467600"/>
              <a:gd name="connsiteY419" fmla="*/ 6813345 h 6858000"/>
              <a:gd name="connsiteX420" fmla="*/ 2063025 w 7467600"/>
              <a:gd name="connsiteY420" fmla="*/ 6858000 h 6858000"/>
              <a:gd name="connsiteX421" fmla="*/ 2021675 w 7467600"/>
              <a:gd name="connsiteY421" fmla="*/ 6858000 h 6858000"/>
              <a:gd name="connsiteX422" fmla="*/ 2019308 w 7467600"/>
              <a:gd name="connsiteY422" fmla="*/ 6847118 h 6858000"/>
              <a:gd name="connsiteX423" fmla="*/ 1938835 w 7467600"/>
              <a:gd name="connsiteY423" fmla="*/ 6551160 h 6858000"/>
              <a:gd name="connsiteX424" fmla="*/ 1953230 w 7467600"/>
              <a:gd name="connsiteY424" fmla="*/ 6759699 h 6858000"/>
              <a:gd name="connsiteX425" fmla="*/ 1956763 w 7467600"/>
              <a:gd name="connsiteY425" fmla="*/ 6778191 h 6858000"/>
              <a:gd name="connsiteX426" fmla="*/ 1967925 w 7467600"/>
              <a:gd name="connsiteY426" fmla="*/ 6858000 h 6858000"/>
              <a:gd name="connsiteX427" fmla="*/ 1936622 w 7467600"/>
              <a:gd name="connsiteY427" fmla="*/ 6858000 h 6858000"/>
              <a:gd name="connsiteX428" fmla="*/ 1926261 w 7467600"/>
              <a:gd name="connsiteY428" fmla="*/ 6784064 h 6858000"/>
              <a:gd name="connsiteX429" fmla="*/ 1922724 w 7467600"/>
              <a:gd name="connsiteY429" fmla="*/ 6765577 h 6858000"/>
              <a:gd name="connsiteX430" fmla="*/ 1904650 w 7467600"/>
              <a:gd name="connsiteY430" fmla="*/ 6639616 h 6858000"/>
              <a:gd name="connsiteX431" fmla="*/ 1885273 w 7467600"/>
              <a:gd name="connsiteY431" fmla="*/ 6858000 h 6858000"/>
              <a:gd name="connsiteX432" fmla="*/ 1854363 w 7467600"/>
              <a:gd name="connsiteY432" fmla="*/ 6858000 h 6858000"/>
              <a:gd name="connsiteX433" fmla="*/ 1880391 w 7467600"/>
              <a:gd name="connsiteY433" fmla="*/ 6603796 h 6858000"/>
              <a:gd name="connsiteX434" fmla="*/ 1818273 w 7467600"/>
              <a:gd name="connsiteY434" fmla="*/ 6715729 h 6858000"/>
              <a:gd name="connsiteX435" fmla="*/ 1794691 w 7467600"/>
              <a:gd name="connsiteY435" fmla="*/ 6843239 h 6858000"/>
              <a:gd name="connsiteX436" fmla="*/ 1794914 w 7467600"/>
              <a:gd name="connsiteY436" fmla="*/ 6858000 h 6858000"/>
              <a:gd name="connsiteX437" fmla="*/ 1746128 w 7467600"/>
              <a:gd name="connsiteY437" fmla="*/ 6858000 h 6858000"/>
              <a:gd name="connsiteX438" fmla="*/ 1753934 w 7467600"/>
              <a:gd name="connsiteY438" fmla="*/ 6724796 h 6858000"/>
              <a:gd name="connsiteX439" fmla="*/ 1792053 w 7467600"/>
              <a:gd name="connsiteY439" fmla="*/ 6572396 h 6858000"/>
              <a:gd name="connsiteX440" fmla="*/ 1862248 w 7467600"/>
              <a:gd name="connsiteY440" fmla="*/ 6266397 h 6858000"/>
              <a:gd name="connsiteX441" fmla="*/ 1862250 w 7467600"/>
              <a:gd name="connsiteY441" fmla="*/ 6033531 h 6858000"/>
              <a:gd name="connsiteX442" fmla="*/ 1211999 w 7467600"/>
              <a:gd name="connsiteY442" fmla="*/ 6683610 h 6858000"/>
              <a:gd name="connsiteX443" fmla="*/ 1213266 w 7467600"/>
              <a:gd name="connsiteY443" fmla="*/ 6691947 h 6858000"/>
              <a:gd name="connsiteX444" fmla="*/ 1203370 w 7467600"/>
              <a:gd name="connsiteY444" fmla="*/ 6850676 h 6858000"/>
              <a:gd name="connsiteX445" fmla="*/ 1203671 w 7467600"/>
              <a:gd name="connsiteY445" fmla="*/ 6858000 h 6858000"/>
              <a:gd name="connsiteX446" fmla="*/ 1143180 w 7467600"/>
              <a:gd name="connsiteY446" fmla="*/ 6858000 h 6858000"/>
              <a:gd name="connsiteX447" fmla="*/ 1142176 w 7467600"/>
              <a:gd name="connsiteY447" fmla="*/ 6766045 h 6858000"/>
              <a:gd name="connsiteX448" fmla="*/ 1067484 w 7467600"/>
              <a:gd name="connsiteY448" fmla="*/ 6858000 h 6858000"/>
              <a:gd name="connsiteX449" fmla="*/ 953928 w 7467600"/>
              <a:gd name="connsiteY449" fmla="*/ 6858000 h 6858000"/>
              <a:gd name="connsiteX450" fmla="*/ 959715 w 7467600"/>
              <a:gd name="connsiteY450" fmla="*/ 6850185 h 6858000"/>
              <a:gd name="connsiteX451" fmla="*/ 1483788 w 7467600"/>
              <a:gd name="connsiteY451" fmla="*/ 6259174 h 6858000"/>
              <a:gd name="connsiteX452" fmla="*/ 1100671 w 7467600"/>
              <a:gd name="connsiteY452" fmla="*/ 6252137 h 6858000"/>
              <a:gd name="connsiteX453" fmla="*/ 1090144 w 7467600"/>
              <a:gd name="connsiteY453" fmla="*/ 6256748 h 6858000"/>
              <a:gd name="connsiteX454" fmla="*/ 1095872 w 7467600"/>
              <a:gd name="connsiteY454" fmla="*/ 6271892 h 6858000"/>
              <a:gd name="connsiteX455" fmla="*/ 262785 w 7467600"/>
              <a:gd name="connsiteY455" fmla="*/ 6845450 h 6858000"/>
              <a:gd name="connsiteX456" fmla="*/ 209968 w 7467600"/>
              <a:gd name="connsiteY456" fmla="*/ 6770713 h 6858000"/>
              <a:gd name="connsiteX457" fmla="*/ 873460 w 7467600"/>
              <a:gd name="connsiteY457" fmla="*/ 6253768 h 6858000"/>
              <a:gd name="connsiteX458" fmla="*/ 192686 w 7467600"/>
              <a:gd name="connsiteY458" fmla="*/ 5849257 h 6858000"/>
              <a:gd name="connsiteX459" fmla="*/ 4696 w 7467600"/>
              <a:gd name="connsiteY459" fmla="*/ 5697668 h 6858000"/>
              <a:gd name="connsiteX460" fmla="*/ 0 w 7467600"/>
              <a:gd name="connsiteY460" fmla="*/ 5689984 h 6858000"/>
              <a:gd name="connsiteX461" fmla="*/ 0 w 7467600"/>
              <a:gd name="connsiteY461" fmla="*/ 5513472 h 6858000"/>
              <a:gd name="connsiteX462" fmla="*/ 174101 w 7467600"/>
              <a:gd name="connsiteY462" fmla="*/ 5620277 h 6858000"/>
              <a:gd name="connsiteX463" fmla="*/ 891800 w 7467600"/>
              <a:gd name="connsiteY463" fmla="*/ 6036935 h 6858000"/>
              <a:gd name="connsiteX464" fmla="*/ 1072219 w 7467600"/>
              <a:gd name="connsiteY464" fmla="*/ 6169443 h 6858000"/>
              <a:gd name="connsiteX465" fmla="*/ 1074117 w 7467600"/>
              <a:gd name="connsiteY465" fmla="*/ 6170301 h 6858000"/>
              <a:gd name="connsiteX466" fmla="*/ 1083114 w 7467600"/>
              <a:gd name="connsiteY466" fmla="*/ 6174131 h 6858000"/>
              <a:gd name="connsiteX467" fmla="*/ 1543010 w 7467600"/>
              <a:gd name="connsiteY467" fmla="*/ 6191140 h 6858000"/>
              <a:gd name="connsiteX468" fmla="*/ 1551080 w 7467600"/>
              <a:gd name="connsiteY468" fmla="*/ 6195006 h 6858000"/>
              <a:gd name="connsiteX469" fmla="*/ 2345443 w 7467600"/>
              <a:gd name="connsiteY469" fmla="*/ 5549882 h 6858000"/>
              <a:gd name="connsiteX470" fmla="*/ 1721499 w 7467600"/>
              <a:gd name="connsiteY470" fmla="*/ 5599969 h 6858000"/>
              <a:gd name="connsiteX471" fmla="*/ 767716 w 7467600"/>
              <a:gd name="connsiteY471" fmla="*/ 5472768 h 6858000"/>
              <a:gd name="connsiteX472" fmla="*/ 722147 w 7467600"/>
              <a:gd name="connsiteY472" fmla="*/ 5393091 h 6858000"/>
              <a:gd name="connsiteX473" fmla="*/ 1485552 w 7467600"/>
              <a:gd name="connsiteY473" fmla="*/ 5313202 h 6858000"/>
              <a:gd name="connsiteX474" fmla="*/ 2143004 w 7467600"/>
              <a:gd name="connsiteY474" fmla="*/ 5402420 h 6858000"/>
              <a:gd name="connsiteX475" fmla="*/ 1933391 w 7467600"/>
              <a:gd name="connsiteY475" fmla="*/ 5156971 h 6858000"/>
              <a:gd name="connsiteX476" fmla="*/ 1827118 w 7467600"/>
              <a:gd name="connsiteY476" fmla="*/ 4968410 h 6858000"/>
              <a:gd name="connsiteX477" fmla="*/ 1837349 w 7467600"/>
              <a:gd name="connsiteY477" fmla="*/ 4956357 h 6858000"/>
              <a:gd name="connsiteX478" fmla="*/ 2162835 w 7467600"/>
              <a:gd name="connsiteY478" fmla="*/ 5187853 h 6858000"/>
              <a:gd name="connsiteX479" fmla="*/ 2257167 w 7467600"/>
              <a:gd name="connsiteY479" fmla="*/ 5462123 h 6858000"/>
              <a:gd name="connsiteX480" fmla="*/ 2261598 w 7467600"/>
              <a:gd name="connsiteY480" fmla="*/ 5467998 h 6858000"/>
              <a:gd name="connsiteX481" fmla="*/ 2437177 w 7467600"/>
              <a:gd name="connsiteY481" fmla="*/ 5479608 h 6858000"/>
              <a:gd name="connsiteX482" fmla="*/ 2445247 w 7467600"/>
              <a:gd name="connsiteY482" fmla="*/ 5483476 h 6858000"/>
              <a:gd name="connsiteX483" fmla="*/ 2743626 w 7467600"/>
              <a:gd name="connsiteY483" fmla="*/ 5304819 h 6858000"/>
              <a:gd name="connsiteX484" fmla="*/ 3048102 w 7467600"/>
              <a:gd name="connsiteY484" fmla="*/ 5150595 h 6858000"/>
              <a:gd name="connsiteX485" fmla="*/ 1799414 w 7467600"/>
              <a:gd name="connsiteY485" fmla="*/ 4694732 h 6858000"/>
              <a:gd name="connsiteX486" fmla="*/ 1771735 w 7467600"/>
              <a:gd name="connsiteY486" fmla="*/ 4619929 h 6858000"/>
              <a:gd name="connsiteX487" fmla="*/ 3104273 w 7467600"/>
              <a:gd name="connsiteY487" fmla="*/ 5076159 h 6858000"/>
              <a:gd name="connsiteX488" fmla="*/ 3113245 w 7467600"/>
              <a:gd name="connsiteY488" fmla="*/ 5090705 h 6858000"/>
              <a:gd name="connsiteX489" fmla="*/ 3126294 w 7467600"/>
              <a:gd name="connsiteY489" fmla="*/ 5114400 h 6858000"/>
              <a:gd name="connsiteX490" fmla="*/ 3937433 w 7467600"/>
              <a:gd name="connsiteY490" fmla="*/ 4830473 h 6858000"/>
              <a:gd name="connsiteX491" fmla="*/ 3590475 w 7467600"/>
              <a:gd name="connsiteY491" fmla="*/ 4597974 h 6858000"/>
              <a:gd name="connsiteX492" fmla="*/ 3100264 w 7467600"/>
              <a:gd name="connsiteY492" fmla="*/ 4579845 h 6858000"/>
              <a:gd name="connsiteX493" fmla="*/ 2183576 w 7467600"/>
              <a:gd name="connsiteY493" fmla="*/ 4227150 h 6858000"/>
              <a:gd name="connsiteX494" fmla="*/ 2151029 w 7467600"/>
              <a:gd name="connsiteY494" fmla="*/ 4146947 h 6858000"/>
              <a:gd name="connsiteX495" fmla="*/ 3563434 w 7467600"/>
              <a:gd name="connsiteY495" fmla="*/ 4469115 h 6858000"/>
              <a:gd name="connsiteX496" fmla="*/ 3177952 w 7467600"/>
              <a:gd name="connsiteY496" fmla="*/ 3657386 h 6858000"/>
              <a:gd name="connsiteX497" fmla="*/ 3189263 w 7467600"/>
              <a:gd name="connsiteY497" fmla="*/ 3625726 h 6858000"/>
              <a:gd name="connsiteX498" fmla="*/ 3560912 w 7467600"/>
              <a:gd name="connsiteY498" fmla="*/ 4079863 h 6858000"/>
              <a:gd name="connsiteX499" fmla="*/ 3626636 w 7467600"/>
              <a:gd name="connsiteY499" fmla="*/ 4512230 h 6858000"/>
              <a:gd name="connsiteX500" fmla="*/ 3653088 w 7467600"/>
              <a:gd name="connsiteY500" fmla="*/ 4521417 h 6858000"/>
              <a:gd name="connsiteX501" fmla="*/ 3988128 w 7467600"/>
              <a:gd name="connsiteY501" fmla="*/ 4817267 h 6858000"/>
              <a:gd name="connsiteX502" fmla="*/ 4830582 w 7467600"/>
              <a:gd name="connsiteY502" fmla="*/ 4676000 h 6858000"/>
              <a:gd name="connsiteX503" fmla="*/ 4830100 w 7467600"/>
              <a:gd name="connsiteY503" fmla="*/ 4675554 h 6858000"/>
              <a:gd name="connsiteX504" fmla="*/ 4036318 w 7467600"/>
              <a:gd name="connsiteY504" fmla="*/ 4147013 h 6858000"/>
              <a:gd name="connsiteX505" fmla="*/ 3432098 w 7467600"/>
              <a:gd name="connsiteY505" fmla="*/ 3537312 h 6858000"/>
              <a:gd name="connsiteX506" fmla="*/ 3446761 w 7467600"/>
              <a:gd name="connsiteY506" fmla="*/ 3461278 h 6858000"/>
              <a:gd name="connsiteX507" fmla="*/ 4419733 w 7467600"/>
              <a:gd name="connsiteY507" fmla="*/ 3963555 h 6858000"/>
              <a:gd name="connsiteX508" fmla="*/ 4781371 w 7467600"/>
              <a:gd name="connsiteY508" fmla="*/ 4458604 h 6858000"/>
              <a:gd name="connsiteX509" fmla="*/ 4780440 w 7467600"/>
              <a:gd name="connsiteY509" fmla="*/ 4470290 h 6858000"/>
              <a:gd name="connsiteX510" fmla="*/ 4898954 w 7467600"/>
              <a:gd name="connsiteY510" fmla="*/ 4662092 h 6858000"/>
              <a:gd name="connsiteX511" fmla="*/ 4900699 w 7467600"/>
              <a:gd name="connsiteY511" fmla="*/ 4670867 h 6858000"/>
              <a:gd name="connsiteX512" fmla="*/ 5714511 w 7467600"/>
              <a:gd name="connsiteY512" fmla="*/ 4663483 h 6858000"/>
              <a:gd name="connsiteX513" fmla="*/ 5464793 w 7467600"/>
              <a:gd name="connsiteY513" fmla="*/ 4393556 h 6858000"/>
              <a:gd name="connsiteX514" fmla="*/ 5461897 w 7467600"/>
              <a:gd name="connsiteY514" fmla="*/ 4390879 h 6858000"/>
              <a:gd name="connsiteX515" fmla="*/ 4294126 w 7467600"/>
              <a:gd name="connsiteY515" fmla="*/ 3303048 h 6858000"/>
              <a:gd name="connsiteX516" fmla="*/ 4305321 w 7467600"/>
              <a:gd name="connsiteY516" fmla="*/ 3256953 h 6858000"/>
              <a:gd name="connsiteX517" fmla="*/ 4949299 w 7467600"/>
              <a:gd name="connsiteY517" fmla="*/ 3766336 h 6858000"/>
              <a:gd name="connsiteX518" fmla="*/ 5291452 w 7467600"/>
              <a:gd name="connsiteY518" fmla="*/ 4076801 h 6858000"/>
              <a:gd name="connsiteX519" fmla="*/ 5434998 w 7467600"/>
              <a:gd name="connsiteY519" fmla="*/ 4254100 h 6858000"/>
              <a:gd name="connsiteX520" fmla="*/ 5351015 w 7467600"/>
              <a:gd name="connsiteY520" fmla="*/ 3760989 h 6858000"/>
              <a:gd name="connsiteX521" fmla="*/ 5413780 w 7467600"/>
              <a:gd name="connsiteY521" fmla="*/ 2966265 h 6858000"/>
              <a:gd name="connsiteX522" fmla="*/ 5425627 w 7467600"/>
              <a:gd name="connsiteY522" fmla="*/ 2954192 h 6858000"/>
              <a:gd name="connsiteX523" fmla="*/ 6604735 w 7467600"/>
              <a:gd name="connsiteY523" fmla="*/ 2041381 h 6858000"/>
              <a:gd name="connsiteX524" fmla="*/ 7204487 w 7467600"/>
              <a:gd name="connsiteY524" fmla="*/ 2742112 h 6858000"/>
              <a:gd name="connsiteX525" fmla="*/ 7131592 w 7467600"/>
              <a:gd name="connsiteY525" fmla="*/ 2672096 h 6858000"/>
              <a:gd name="connsiteX526" fmla="*/ 6996344 w 7467600"/>
              <a:gd name="connsiteY526" fmla="*/ 2518310 h 6858000"/>
              <a:gd name="connsiteX527" fmla="*/ 6735495 w 7467600"/>
              <a:gd name="connsiteY527" fmla="*/ 2196890 h 6858000"/>
              <a:gd name="connsiteX528" fmla="*/ 6721901 w 7467600"/>
              <a:gd name="connsiteY528" fmla="*/ 2179274 h 6858000"/>
              <a:gd name="connsiteX529" fmla="*/ 6604735 w 7467600"/>
              <a:gd name="connsiteY529" fmla="*/ 2041381 h 6858000"/>
              <a:gd name="connsiteX530" fmla="*/ 6591670 w 7467600"/>
              <a:gd name="connsiteY530" fmla="*/ 1988277 h 6858000"/>
              <a:gd name="connsiteX531" fmla="*/ 6747349 w 7467600"/>
              <a:gd name="connsiteY531" fmla="*/ 2160069 h 6858000"/>
              <a:gd name="connsiteX532" fmla="*/ 6760943 w 7467600"/>
              <a:gd name="connsiteY532" fmla="*/ 2177686 h 6858000"/>
              <a:gd name="connsiteX533" fmla="*/ 7021065 w 7467600"/>
              <a:gd name="connsiteY533" fmla="*/ 2498102 h 6858000"/>
              <a:gd name="connsiteX534" fmla="*/ 7155223 w 7467600"/>
              <a:gd name="connsiteY534" fmla="*/ 2650386 h 6858000"/>
              <a:gd name="connsiteX535" fmla="*/ 7203167 w 7467600"/>
              <a:gd name="connsiteY535" fmla="*/ 2697288 h 6858000"/>
              <a:gd name="connsiteX536" fmla="*/ 6937703 w 7467600"/>
              <a:gd name="connsiteY536" fmla="*/ 2321981 h 6858000"/>
              <a:gd name="connsiteX537" fmla="*/ 6591670 w 7467600"/>
              <a:gd name="connsiteY537" fmla="*/ 1988277 h 6858000"/>
              <a:gd name="connsiteX538" fmla="*/ 5798671 w 7467600"/>
              <a:gd name="connsiteY538" fmla="*/ 1981601 h 6858000"/>
              <a:gd name="connsiteX539" fmla="*/ 5754709 w 7467600"/>
              <a:gd name="connsiteY539" fmla="*/ 2071454 h 6858000"/>
              <a:gd name="connsiteX540" fmla="*/ 5763044 w 7467600"/>
              <a:gd name="connsiteY540" fmla="*/ 2842206 h 6858000"/>
              <a:gd name="connsiteX541" fmla="*/ 5764974 w 7467600"/>
              <a:gd name="connsiteY541" fmla="*/ 2799609 h 6858000"/>
              <a:gd name="connsiteX542" fmla="*/ 5767665 w 7467600"/>
              <a:gd name="connsiteY542" fmla="*/ 2666409 h 6858000"/>
              <a:gd name="connsiteX543" fmla="*/ 5763055 w 7467600"/>
              <a:gd name="connsiteY543" fmla="*/ 2579705 h 6858000"/>
              <a:gd name="connsiteX544" fmla="*/ 5758079 w 7467600"/>
              <a:gd name="connsiteY544" fmla="*/ 2492508 h 6858000"/>
              <a:gd name="connsiteX545" fmla="*/ 5779325 w 7467600"/>
              <a:gd name="connsiteY545" fmla="*/ 2197069 h 6858000"/>
              <a:gd name="connsiteX546" fmla="*/ 5798671 w 7467600"/>
              <a:gd name="connsiteY546" fmla="*/ 1981601 h 6858000"/>
              <a:gd name="connsiteX547" fmla="*/ 5829202 w 7467600"/>
              <a:gd name="connsiteY547" fmla="*/ 1971679 h 6858000"/>
              <a:gd name="connsiteX548" fmla="*/ 5809558 w 7467600"/>
              <a:gd name="connsiteY548" fmla="*/ 2198043 h 6858000"/>
              <a:gd name="connsiteX549" fmla="*/ 5788653 w 7467600"/>
              <a:gd name="connsiteY549" fmla="*/ 2489430 h 6858000"/>
              <a:gd name="connsiteX550" fmla="*/ 5793439 w 7467600"/>
              <a:gd name="connsiteY550" fmla="*/ 2575235 h 6858000"/>
              <a:gd name="connsiteX551" fmla="*/ 5796837 w 7467600"/>
              <a:gd name="connsiteY551" fmla="*/ 2637633 h 6858000"/>
              <a:gd name="connsiteX552" fmla="*/ 5818614 w 7467600"/>
              <a:gd name="connsiteY552" fmla="*/ 2473055 h 6858000"/>
              <a:gd name="connsiteX553" fmla="*/ 5829202 w 7467600"/>
              <a:gd name="connsiteY553" fmla="*/ 1971679 h 6858000"/>
              <a:gd name="connsiteX554" fmla="*/ 5911389 w 7467600"/>
              <a:gd name="connsiteY554" fmla="*/ 1898371 h 6858000"/>
              <a:gd name="connsiteX555" fmla="*/ 6237627 w 7467600"/>
              <a:gd name="connsiteY555" fmla="*/ 2231921 h 6858000"/>
              <a:gd name="connsiteX556" fmla="*/ 5911389 w 7467600"/>
              <a:gd name="connsiteY556" fmla="*/ 1898371 h 6858000"/>
              <a:gd name="connsiteX557" fmla="*/ 6944437 w 7467600"/>
              <a:gd name="connsiteY557" fmla="*/ 1575402 h 6858000"/>
              <a:gd name="connsiteX558" fmla="*/ 6304730 w 7467600"/>
              <a:gd name="connsiteY558" fmla="*/ 1766654 h 6858000"/>
              <a:gd name="connsiteX559" fmla="*/ 6944437 w 7467600"/>
              <a:gd name="connsiteY559" fmla="*/ 1575402 h 6858000"/>
              <a:gd name="connsiteX560" fmla="*/ 7019523 w 7467600"/>
              <a:gd name="connsiteY560" fmla="*/ 1519450 h 6858000"/>
              <a:gd name="connsiteX561" fmla="*/ 6298091 w 7467600"/>
              <a:gd name="connsiteY561" fmla="*/ 1737122 h 6858000"/>
              <a:gd name="connsiteX562" fmla="*/ 7019523 w 7467600"/>
              <a:gd name="connsiteY562" fmla="*/ 1519450 h 6858000"/>
              <a:gd name="connsiteX563" fmla="*/ 2399523 w 7467600"/>
              <a:gd name="connsiteY563" fmla="*/ 1428234 h 6858000"/>
              <a:gd name="connsiteX564" fmla="*/ 2224982 w 7467600"/>
              <a:gd name="connsiteY564" fmla="*/ 1826201 h 6858000"/>
              <a:gd name="connsiteX565" fmla="*/ 2096099 w 7467600"/>
              <a:gd name="connsiteY565" fmla="*/ 2345900 h 6858000"/>
              <a:gd name="connsiteX566" fmla="*/ 2283317 w 7467600"/>
              <a:gd name="connsiteY566" fmla="*/ 1796925 h 6858000"/>
              <a:gd name="connsiteX567" fmla="*/ 2399523 w 7467600"/>
              <a:gd name="connsiteY567" fmla="*/ 1428234 h 6858000"/>
              <a:gd name="connsiteX568" fmla="*/ 2448558 w 7467600"/>
              <a:gd name="connsiteY568" fmla="*/ 1373435 h 6858000"/>
              <a:gd name="connsiteX569" fmla="*/ 2312521 w 7467600"/>
              <a:gd name="connsiteY569" fmla="*/ 1806140 h 6858000"/>
              <a:gd name="connsiteX570" fmla="*/ 2127533 w 7467600"/>
              <a:gd name="connsiteY570" fmla="*/ 2348380 h 6858000"/>
              <a:gd name="connsiteX571" fmla="*/ 2358080 w 7467600"/>
              <a:gd name="connsiteY571" fmla="*/ 1866134 h 6858000"/>
              <a:gd name="connsiteX572" fmla="*/ 2407436 w 7467600"/>
              <a:gd name="connsiteY572" fmla="*/ 1651070 h 6858000"/>
              <a:gd name="connsiteX573" fmla="*/ 2448558 w 7467600"/>
              <a:gd name="connsiteY573" fmla="*/ 1373435 h 6858000"/>
              <a:gd name="connsiteX574" fmla="*/ 278707 w 7467600"/>
              <a:gd name="connsiteY574" fmla="*/ 1352270 h 6858000"/>
              <a:gd name="connsiteX575" fmla="*/ 321570 w 7467600"/>
              <a:gd name="connsiteY575" fmla="*/ 1861610 h 6858000"/>
              <a:gd name="connsiteX576" fmla="*/ 294281 w 7467600"/>
              <a:gd name="connsiteY576" fmla="*/ 1440658 h 6858000"/>
              <a:gd name="connsiteX577" fmla="*/ 278707 w 7467600"/>
              <a:gd name="connsiteY577" fmla="*/ 1352270 h 6858000"/>
              <a:gd name="connsiteX578" fmla="*/ 1423821 w 7467600"/>
              <a:gd name="connsiteY578" fmla="*/ 1351958 h 6858000"/>
              <a:gd name="connsiteX579" fmla="*/ 1638521 w 7467600"/>
              <a:gd name="connsiteY579" fmla="*/ 1908470 h 6858000"/>
              <a:gd name="connsiteX580" fmla="*/ 1754199 w 7467600"/>
              <a:gd name="connsiteY580" fmla="*/ 2149284 h 6858000"/>
              <a:gd name="connsiteX581" fmla="*/ 1908359 w 7467600"/>
              <a:gd name="connsiteY581" fmla="*/ 2364988 h 6858000"/>
              <a:gd name="connsiteX582" fmla="*/ 1647661 w 7467600"/>
              <a:gd name="connsiteY582" fmla="*/ 1825945 h 6858000"/>
              <a:gd name="connsiteX583" fmla="*/ 1423821 w 7467600"/>
              <a:gd name="connsiteY583" fmla="*/ 1351958 h 6858000"/>
              <a:gd name="connsiteX584" fmla="*/ 1431890 w 7467600"/>
              <a:gd name="connsiteY584" fmla="*/ 1306475 h 6858000"/>
              <a:gd name="connsiteX585" fmla="*/ 1507597 w 7467600"/>
              <a:gd name="connsiteY585" fmla="*/ 1446132 h 6858000"/>
              <a:gd name="connsiteX586" fmla="*/ 1674586 w 7467600"/>
              <a:gd name="connsiteY586" fmla="*/ 1813832 h 6858000"/>
              <a:gd name="connsiteX587" fmla="*/ 1815950 w 7467600"/>
              <a:gd name="connsiteY587" fmla="*/ 2128564 h 6858000"/>
              <a:gd name="connsiteX588" fmla="*/ 1984242 w 7467600"/>
              <a:gd name="connsiteY588" fmla="*/ 2430829 h 6858000"/>
              <a:gd name="connsiteX589" fmla="*/ 2014023 w 7467600"/>
              <a:gd name="connsiteY589" fmla="*/ 2450995 h 6858000"/>
              <a:gd name="connsiteX590" fmla="*/ 1747337 w 7467600"/>
              <a:gd name="connsiteY590" fmla="*/ 1855264 h 6858000"/>
              <a:gd name="connsiteX591" fmla="*/ 1533749 w 7467600"/>
              <a:gd name="connsiteY591" fmla="*/ 1478656 h 6858000"/>
              <a:gd name="connsiteX592" fmla="*/ 1431890 w 7467600"/>
              <a:gd name="connsiteY592" fmla="*/ 1306475 h 6858000"/>
              <a:gd name="connsiteX593" fmla="*/ 5052692 w 7467600"/>
              <a:gd name="connsiteY593" fmla="*/ 1292994 h 6858000"/>
              <a:gd name="connsiteX594" fmla="*/ 5200661 w 7467600"/>
              <a:gd name="connsiteY594" fmla="*/ 1635186 h 6858000"/>
              <a:gd name="connsiteX595" fmla="*/ 5297138 w 7467600"/>
              <a:gd name="connsiteY595" fmla="*/ 1906351 h 6858000"/>
              <a:gd name="connsiteX596" fmla="*/ 5052692 w 7467600"/>
              <a:gd name="connsiteY596" fmla="*/ 1292994 h 6858000"/>
              <a:gd name="connsiteX597" fmla="*/ 5009948 w 7467600"/>
              <a:gd name="connsiteY597" fmla="*/ 1273619 h 6858000"/>
              <a:gd name="connsiteX598" fmla="*/ 5121777 w 7467600"/>
              <a:gd name="connsiteY598" fmla="*/ 1654213 h 6858000"/>
              <a:gd name="connsiteX599" fmla="*/ 5293545 w 7467600"/>
              <a:gd name="connsiteY599" fmla="*/ 2072247 h 6858000"/>
              <a:gd name="connsiteX600" fmla="*/ 5294042 w 7467600"/>
              <a:gd name="connsiteY600" fmla="*/ 2065019 h 6858000"/>
              <a:gd name="connsiteX601" fmla="*/ 5171936 w 7467600"/>
              <a:gd name="connsiteY601" fmla="*/ 1647613 h 6858000"/>
              <a:gd name="connsiteX602" fmla="*/ 5009948 w 7467600"/>
              <a:gd name="connsiteY602" fmla="*/ 1273619 h 6858000"/>
              <a:gd name="connsiteX603" fmla="*/ 655236 w 7467600"/>
              <a:gd name="connsiteY603" fmla="*/ 1268632 h 6858000"/>
              <a:gd name="connsiteX604" fmla="*/ 839521 w 7467600"/>
              <a:gd name="connsiteY604" fmla="*/ 1685315 h 6858000"/>
              <a:gd name="connsiteX605" fmla="*/ 1109416 w 7467600"/>
              <a:gd name="connsiteY605" fmla="*/ 2061663 h 6858000"/>
              <a:gd name="connsiteX606" fmla="*/ 1298300 w 7467600"/>
              <a:gd name="connsiteY606" fmla="*/ 2247742 h 6858000"/>
              <a:gd name="connsiteX607" fmla="*/ 1125871 w 7467600"/>
              <a:gd name="connsiteY607" fmla="*/ 1989513 h 6858000"/>
              <a:gd name="connsiteX608" fmla="*/ 981574 w 7467600"/>
              <a:gd name="connsiteY608" fmla="*/ 1783157 h 6858000"/>
              <a:gd name="connsiteX609" fmla="*/ 922198 w 7467600"/>
              <a:gd name="connsiteY609" fmla="*/ 1677437 h 6858000"/>
              <a:gd name="connsiteX610" fmla="*/ 869293 w 7467600"/>
              <a:gd name="connsiteY610" fmla="*/ 1583214 h 6858000"/>
              <a:gd name="connsiteX611" fmla="*/ 751431 w 7467600"/>
              <a:gd name="connsiteY611" fmla="*/ 1405731 h 6858000"/>
              <a:gd name="connsiteX612" fmla="*/ 655236 w 7467600"/>
              <a:gd name="connsiteY612" fmla="*/ 1268632 h 6858000"/>
              <a:gd name="connsiteX613" fmla="*/ 6516292 w 7467600"/>
              <a:gd name="connsiteY613" fmla="*/ 1263064 h 6858000"/>
              <a:gd name="connsiteX614" fmla="*/ 5736320 w 7467600"/>
              <a:gd name="connsiteY614" fmla="*/ 1501803 h 6858000"/>
              <a:gd name="connsiteX615" fmla="*/ 6516292 w 7467600"/>
              <a:gd name="connsiteY615" fmla="*/ 1263064 h 6858000"/>
              <a:gd name="connsiteX616" fmla="*/ 291466 w 7467600"/>
              <a:gd name="connsiteY616" fmla="*/ 1250369 h 6858000"/>
              <a:gd name="connsiteX617" fmla="*/ 323180 w 7467600"/>
              <a:gd name="connsiteY617" fmla="*/ 1435283 h 6858000"/>
              <a:gd name="connsiteX618" fmla="*/ 349381 w 7467600"/>
              <a:gd name="connsiteY618" fmla="*/ 1875041 h 6858000"/>
              <a:gd name="connsiteX619" fmla="*/ 374363 w 7467600"/>
              <a:gd name="connsiteY619" fmla="*/ 1506494 h 6858000"/>
              <a:gd name="connsiteX620" fmla="*/ 302168 w 7467600"/>
              <a:gd name="connsiteY620" fmla="*/ 1274495 h 6858000"/>
              <a:gd name="connsiteX621" fmla="*/ 291466 w 7467600"/>
              <a:gd name="connsiteY621" fmla="*/ 1250369 h 6858000"/>
              <a:gd name="connsiteX622" fmla="*/ 678222 w 7467600"/>
              <a:gd name="connsiteY622" fmla="*/ 1248670 h 6858000"/>
              <a:gd name="connsiteX623" fmla="*/ 775536 w 7467600"/>
              <a:gd name="connsiteY623" fmla="*/ 1388015 h 6858000"/>
              <a:gd name="connsiteX624" fmla="*/ 894529 w 7467600"/>
              <a:gd name="connsiteY624" fmla="*/ 1567739 h 6858000"/>
              <a:gd name="connsiteX625" fmla="*/ 948000 w 7467600"/>
              <a:gd name="connsiteY625" fmla="*/ 1663088 h 6858000"/>
              <a:gd name="connsiteX626" fmla="*/ 1006812 w 7467600"/>
              <a:gd name="connsiteY626" fmla="*/ 1767683 h 6858000"/>
              <a:gd name="connsiteX627" fmla="*/ 1149133 w 7467600"/>
              <a:gd name="connsiteY627" fmla="*/ 1971513 h 6858000"/>
              <a:gd name="connsiteX628" fmla="*/ 1333952 w 7467600"/>
              <a:gd name="connsiteY628" fmla="*/ 2251620 h 6858000"/>
              <a:gd name="connsiteX629" fmla="*/ 1337329 w 7467600"/>
              <a:gd name="connsiteY629" fmla="*/ 2258350 h 6858000"/>
              <a:gd name="connsiteX630" fmla="*/ 1014726 w 7467600"/>
              <a:gd name="connsiteY630" fmla="*/ 1615556 h 6858000"/>
              <a:gd name="connsiteX631" fmla="*/ 678222 w 7467600"/>
              <a:gd name="connsiteY631" fmla="*/ 1248670 h 6858000"/>
              <a:gd name="connsiteX632" fmla="*/ 6691602 w 7467600"/>
              <a:gd name="connsiteY632" fmla="*/ 1140573 h 6858000"/>
              <a:gd name="connsiteX633" fmla="*/ 6571100 w 7467600"/>
              <a:gd name="connsiteY633" fmla="*/ 1183662 h 6858000"/>
              <a:gd name="connsiteX634" fmla="*/ 6241687 w 7467600"/>
              <a:gd name="connsiteY634" fmla="*/ 1257600 h 6858000"/>
              <a:gd name="connsiteX635" fmla="*/ 5693009 w 7467600"/>
              <a:gd name="connsiteY635" fmla="*/ 1478256 h 6858000"/>
              <a:gd name="connsiteX636" fmla="*/ 6548420 w 7467600"/>
              <a:gd name="connsiteY636" fmla="*/ 1214599 h 6858000"/>
              <a:gd name="connsiteX637" fmla="*/ 6605473 w 7467600"/>
              <a:gd name="connsiteY637" fmla="*/ 1184686 h 6858000"/>
              <a:gd name="connsiteX638" fmla="*/ 6691602 w 7467600"/>
              <a:gd name="connsiteY638" fmla="*/ 1140573 h 6858000"/>
              <a:gd name="connsiteX639" fmla="*/ 4002475 w 7467600"/>
              <a:gd name="connsiteY639" fmla="*/ 1037802 h 6858000"/>
              <a:gd name="connsiteX640" fmla="*/ 4000324 w 7467600"/>
              <a:gd name="connsiteY640" fmla="*/ 1039362 h 6858000"/>
              <a:gd name="connsiteX641" fmla="*/ 4002862 w 7467600"/>
              <a:gd name="connsiteY641" fmla="*/ 1042866 h 6858000"/>
              <a:gd name="connsiteX642" fmla="*/ 4002475 w 7467600"/>
              <a:gd name="connsiteY642" fmla="*/ 1037802 h 6858000"/>
              <a:gd name="connsiteX643" fmla="*/ 506322 w 7467600"/>
              <a:gd name="connsiteY643" fmla="*/ 1020997 h 6858000"/>
              <a:gd name="connsiteX644" fmla="*/ 533068 w 7467600"/>
              <a:gd name="connsiteY644" fmla="*/ 1029409 h 6858000"/>
              <a:gd name="connsiteX645" fmla="*/ 1232525 w 7467600"/>
              <a:gd name="connsiteY645" fmla="*/ 1804675 h 6858000"/>
              <a:gd name="connsiteX646" fmla="*/ 1388858 w 7467600"/>
              <a:gd name="connsiteY646" fmla="*/ 2368011 h 6858000"/>
              <a:gd name="connsiteX647" fmla="*/ 1384098 w 7467600"/>
              <a:gd name="connsiteY647" fmla="*/ 2378125 h 6858000"/>
              <a:gd name="connsiteX648" fmla="*/ 1425393 w 7467600"/>
              <a:gd name="connsiteY648" fmla="*/ 2589124 h 6858000"/>
              <a:gd name="connsiteX649" fmla="*/ 1424001 w 7467600"/>
              <a:gd name="connsiteY649" fmla="*/ 2597541 h 6858000"/>
              <a:gd name="connsiteX650" fmla="*/ 2152729 w 7467600"/>
              <a:gd name="connsiteY650" fmla="*/ 2864487 h 6858000"/>
              <a:gd name="connsiteX651" fmla="*/ 2020609 w 7467600"/>
              <a:gd name="connsiteY651" fmla="*/ 2539671 h 6858000"/>
              <a:gd name="connsiteX652" fmla="*/ 2018920 w 7467600"/>
              <a:gd name="connsiteY652" fmla="*/ 2536309 h 6858000"/>
              <a:gd name="connsiteX653" fmla="*/ 1342441 w 7467600"/>
              <a:gd name="connsiteY653" fmla="*/ 1173017 h 6858000"/>
              <a:gd name="connsiteX654" fmla="*/ 1367925 w 7467600"/>
              <a:gd name="connsiteY654" fmla="*/ 1135648 h 6858000"/>
              <a:gd name="connsiteX655" fmla="*/ 1771401 w 7467600"/>
              <a:gd name="connsiteY655" fmla="*/ 1806673 h 6858000"/>
              <a:gd name="connsiteX656" fmla="*/ 1972385 w 7467600"/>
              <a:gd name="connsiteY656" fmla="*/ 2198735 h 6858000"/>
              <a:gd name="connsiteX657" fmla="*/ 2040892 w 7467600"/>
              <a:gd name="connsiteY657" fmla="*/ 2405205 h 6858000"/>
              <a:gd name="connsiteX658" fmla="*/ 2131689 w 7467600"/>
              <a:gd name="connsiteY658" fmla="*/ 1936926 h 6858000"/>
              <a:gd name="connsiteX659" fmla="*/ 2454820 w 7467600"/>
              <a:gd name="connsiteY659" fmla="*/ 1248808 h 6858000"/>
              <a:gd name="connsiteX660" fmla="*/ 2492512 w 7467600"/>
              <a:gd name="connsiteY660" fmla="*/ 1302920 h 6858000"/>
              <a:gd name="connsiteX661" fmla="*/ 2081216 w 7467600"/>
              <a:gd name="connsiteY661" fmla="*/ 2527513 h 6858000"/>
              <a:gd name="connsiteX662" fmla="*/ 2081211 w 7467600"/>
              <a:gd name="connsiteY662" fmla="*/ 2528916 h 6858000"/>
              <a:gd name="connsiteX663" fmla="*/ 2199067 w 7467600"/>
              <a:gd name="connsiteY663" fmla="*/ 2884061 h 6858000"/>
              <a:gd name="connsiteX664" fmla="*/ 3192586 w 7467600"/>
              <a:gd name="connsiteY664" fmla="*/ 3411496 h 6858000"/>
              <a:gd name="connsiteX665" fmla="*/ 3182620 w 7467600"/>
              <a:gd name="connsiteY665" fmla="*/ 3483279 h 6858000"/>
              <a:gd name="connsiteX666" fmla="*/ 2435119 w 7467600"/>
              <a:gd name="connsiteY666" fmla="*/ 3080173 h 6858000"/>
              <a:gd name="connsiteX667" fmla="*/ 2410152 w 7467600"/>
              <a:gd name="connsiteY667" fmla="*/ 3063751 h 6858000"/>
              <a:gd name="connsiteX668" fmla="*/ 2408099 w 7467600"/>
              <a:gd name="connsiteY668" fmla="*/ 3064403 h 6858000"/>
              <a:gd name="connsiteX669" fmla="*/ 2407218 w 7467600"/>
              <a:gd name="connsiteY669" fmla="*/ 3070324 h 6858000"/>
              <a:gd name="connsiteX670" fmla="*/ 2380138 w 7467600"/>
              <a:gd name="connsiteY670" fmla="*/ 3099341 h 6858000"/>
              <a:gd name="connsiteX671" fmla="*/ 1765923 w 7467600"/>
              <a:gd name="connsiteY671" fmla="*/ 3581043 h 6858000"/>
              <a:gd name="connsiteX672" fmla="*/ 1702258 w 7467600"/>
              <a:gd name="connsiteY672" fmla="*/ 3612286 h 6858000"/>
              <a:gd name="connsiteX673" fmla="*/ 1538370 w 7467600"/>
              <a:gd name="connsiteY673" fmla="*/ 3811804 h 6858000"/>
              <a:gd name="connsiteX674" fmla="*/ 542867 w 7467600"/>
              <a:gd name="connsiteY674" fmla="*/ 4944092 h 6858000"/>
              <a:gd name="connsiteX675" fmla="*/ 515800 w 7467600"/>
              <a:gd name="connsiteY675" fmla="*/ 4862180 h 6858000"/>
              <a:gd name="connsiteX676" fmla="*/ 909145 w 7467600"/>
              <a:gd name="connsiteY676" fmla="*/ 4199225 h 6858000"/>
              <a:gd name="connsiteX677" fmla="*/ 1214067 w 7467600"/>
              <a:gd name="connsiteY677" fmla="*/ 3908561 h 6858000"/>
              <a:gd name="connsiteX678" fmla="*/ 640967 w 7467600"/>
              <a:gd name="connsiteY678" fmla="*/ 4105601 h 6858000"/>
              <a:gd name="connsiteX679" fmla="*/ 112563 w 7467600"/>
              <a:gd name="connsiteY679" fmla="*/ 4396952 h 6858000"/>
              <a:gd name="connsiteX680" fmla="*/ 0 w 7467600"/>
              <a:gd name="connsiteY680" fmla="*/ 4466006 h 6858000"/>
              <a:gd name="connsiteX681" fmla="*/ 0 w 7467600"/>
              <a:gd name="connsiteY681" fmla="*/ 4233763 h 6858000"/>
              <a:gd name="connsiteX682" fmla="*/ 36881 w 7467600"/>
              <a:gd name="connsiteY682" fmla="*/ 4200118 h 6858000"/>
              <a:gd name="connsiteX683" fmla="*/ 910534 w 7467600"/>
              <a:gd name="connsiteY683" fmla="*/ 3629753 h 6858000"/>
              <a:gd name="connsiteX684" fmla="*/ 1578717 w 7467600"/>
              <a:gd name="connsiteY684" fmla="*/ 3575982 h 6858000"/>
              <a:gd name="connsiteX685" fmla="*/ 2338780 w 7467600"/>
              <a:gd name="connsiteY685" fmla="*/ 3033725 h 6858000"/>
              <a:gd name="connsiteX686" fmla="*/ 1807991 w 7467600"/>
              <a:gd name="connsiteY686" fmla="*/ 2807184 h 6858000"/>
              <a:gd name="connsiteX687" fmla="*/ 1416358 w 7467600"/>
              <a:gd name="connsiteY687" fmla="*/ 3112571 h 6858000"/>
              <a:gd name="connsiteX688" fmla="*/ 939066 w 7467600"/>
              <a:gd name="connsiteY688" fmla="*/ 3378798 h 6858000"/>
              <a:gd name="connsiteX689" fmla="*/ 115099 w 7467600"/>
              <a:gd name="connsiteY689" fmla="*/ 3607650 h 6858000"/>
              <a:gd name="connsiteX690" fmla="*/ 97284 w 7467600"/>
              <a:gd name="connsiteY690" fmla="*/ 3520393 h 6858000"/>
              <a:gd name="connsiteX691" fmla="*/ 922050 w 7467600"/>
              <a:gd name="connsiteY691" fmla="*/ 3074867 h 6858000"/>
              <a:gd name="connsiteX692" fmla="*/ 1405265 w 7467600"/>
              <a:gd name="connsiteY692" fmla="*/ 3016319 h 6858000"/>
              <a:gd name="connsiteX693" fmla="*/ 1407512 w 7467600"/>
              <a:gd name="connsiteY693" fmla="*/ 3018001 h 6858000"/>
              <a:gd name="connsiteX694" fmla="*/ 1726266 w 7467600"/>
              <a:gd name="connsiteY694" fmla="*/ 2777274 h 6858000"/>
              <a:gd name="connsiteX695" fmla="*/ 625390 w 7467600"/>
              <a:gd name="connsiteY695" fmla="*/ 2514541 h 6858000"/>
              <a:gd name="connsiteX696" fmla="*/ 619799 w 7467600"/>
              <a:gd name="connsiteY696" fmla="*/ 2527180 h 6858000"/>
              <a:gd name="connsiteX697" fmla="*/ 310030 w 7467600"/>
              <a:gd name="connsiteY697" fmla="*/ 2771818 h 6858000"/>
              <a:gd name="connsiteX698" fmla="*/ 173877 w 7467600"/>
              <a:gd name="connsiteY698" fmla="*/ 2937056 h 6858000"/>
              <a:gd name="connsiteX699" fmla="*/ 77889 w 7467600"/>
              <a:gd name="connsiteY699" fmla="*/ 3138440 h 6858000"/>
              <a:gd name="connsiteX700" fmla="*/ 0 w 7467600"/>
              <a:gd name="connsiteY700" fmla="*/ 3271395 h 6858000"/>
              <a:gd name="connsiteX701" fmla="*/ 0 w 7467600"/>
              <a:gd name="connsiteY701" fmla="*/ 3153002 h 6858000"/>
              <a:gd name="connsiteX702" fmla="*/ 2386 w 7467600"/>
              <a:gd name="connsiteY702" fmla="*/ 3149203 h 6858000"/>
              <a:gd name="connsiteX703" fmla="*/ 89753 w 7467600"/>
              <a:gd name="connsiteY703" fmla="*/ 2987702 h 6858000"/>
              <a:gd name="connsiteX704" fmla="*/ 76869 w 7467600"/>
              <a:gd name="connsiteY704" fmla="*/ 3005404 h 6858000"/>
              <a:gd name="connsiteX705" fmla="*/ 32049 w 7467600"/>
              <a:gd name="connsiteY705" fmla="*/ 3065814 h 6858000"/>
              <a:gd name="connsiteX706" fmla="*/ 0 w 7467600"/>
              <a:gd name="connsiteY706" fmla="*/ 3108744 h 6858000"/>
              <a:gd name="connsiteX707" fmla="*/ 0 w 7467600"/>
              <a:gd name="connsiteY707" fmla="*/ 3058059 h 6858000"/>
              <a:gd name="connsiteX708" fmla="*/ 7610 w 7467600"/>
              <a:gd name="connsiteY708" fmla="*/ 3047889 h 6858000"/>
              <a:gd name="connsiteX709" fmla="*/ 52419 w 7467600"/>
              <a:gd name="connsiteY709" fmla="*/ 2987479 h 6858000"/>
              <a:gd name="connsiteX710" fmla="*/ 59142 w 7467600"/>
              <a:gd name="connsiteY710" fmla="*/ 2978488 h 6858000"/>
              <a:gd name="connsiteX711" fmla="*/ 0 w 7467600"/>
              <a:gd name="connsiteY711" fmla="*/ 3015334 h 6858000"/>
              <a:gd name="connsiteX712" fmla="*/ 0 w 7467600"/>
              <a:gd name="connsiteY712" fmla="*/ 2914286 h 6858000"/>
              <a:gd name="connsiteX713" fmla="*/ 36383 w 7467600"/>
              <a:gd name="connsiteY713" fmla="*/ 2901128 h 6858000"/>
              <a:gd name="connsiteX714" fmla="*/ 156329 w 7467600"/>
              <a:gd name="connsiteY714" fmla="*/ 2840533 h 6858000"/>
              <a:gd name="connsiteX715" fmla="*/ 358355 w 7467600"/>
              <a:gd name="connsiteY715" fmla="*/ 2620471 h 6858000"/>
              <a:gd name="connsiteX716" fmla="*/ 510577 w 7467600"/>
              <a:gd name="connsiteY716" fmla="*/ 2501244 h 6858000"/>
              <a:gd name="connsiteX717" fmla="*/ 211967 w 7467600"/>
              <a:gd name="connsiteY717" fmla="*/ 2479171 h 6858000"/>
              <a:gd name="connsiteX718" fmla="*/ 0 w 7467600"/>
              <a:gd name="connsiteY718" fmla="*/ 2476398 h 6858000"/>
              <a:gd name="connsiteX719" fmla="*/ 0 w 7467600"/>
              <a:gd name="connsiteY719" fmla="*/ 2389189 h 6858000"/>
              <a:gd name="connsiteX720" fmla="*/ 103062 w 7467600"/>
              <a:gd name="connsiteY720" fmla="*/ 2389518 h 6858000"/>
              <a:gd name="connsiteX721" fmla="*/ 510734 w 7467600"/>
              <a:gd name="connsiteY721" fmla="*/ 2416201 h 6858000"/>
              <a:gd name="connsiteX722" fmla="*/ 279257 w 7467600"/>
              <a:gd name="connsiteY722" fmla="*/ 2092102 h 6858000"/>
              <a:gd name="connsiteX723" fmla="*/ 65265 w 7467600"/>
              <a:gd name="connsiteY723" fmla="*/ 2006049 h 6858000"/>
              <a:gd name="connsiteX724" fmla="*/ 0 w 7467600"/>
              <a:gd name="connsiteY724" fmla="*/ 1982532 h 6858000"/>
              <a:gd name="connsiteX725" fmla="*/ 0 w 7467600"/>
              <a:gd name="connsiteY725" fmla="*/ 1912789 h 6858000"/>
              <a:gd name="connsiteX726" fmla="*/ 97460 w 7467600"/>
              <a:gd name="connsiteY726" fmla="*/ 1953725 h 6858000"/>
              <a:gd name="connsiteX727" fmla="*/ 221272 w 7467600"/>
              <a:gd name="connsiteY727" fmla="*/ 1980766 h 6858000"/>
              <a:gd name="connsiteX728" fmla="*/ 116765 w 7467600"/>
              <a:gd name="connsiteY728" fmla="*/ 1911033 h 6858000"/>
              <a:gd name="connsiteX729" fmla="*/ 16405 w 7467600"/>
              <a:gd name="connsiteY729" fmla="*/ 1803412 h 6858000"/>
              <a:gd name="connsiteX730" fmla="*/ 0 w 7467600"/>
              <a:gd name="connsiteY730" fmla="*/ 1784777 h 6858000"/>
              <a:gd name="connsiteX731" fmla="*/ 0 w 7467600"/>
              <a:gd name="connsiteY731" fmla="*/ 1740082 h 6858000"/>
              <a:gd name="connsiteX732" fmla="*/ 39394 w 7467600"/>
              <a:gd name="connsiteY732" fmla="*/ 1784856 h 6858000"/>
              <a:gd name="connsiteX733" fmla="*/ 135813 w 7467600"/>
              <a:gd name="connsiteY733" fmla="*/ 1888838 h 6858000"/>
              <a:gd name="connsiteX734" fmla="*/ 242575 w 7467600"/>
              <a:gd name="connsiteY734" fmla="*/ 1958841 h 6858000"/>
              <a:gd name="connsiteX735" fmla="*/ 82197 w 7467600"/>
              <a:gd name="connsiteY735" fmla="*/ 1754826 h 6858000"/>
              <a:gd name="connsiteX736" fmla="*/ 0 w 7467600"/>
              <a:gd name="connsiteY736" fmla="*/ 1679650 h 6858000"/>
              <a:gd name="connsiteX737" fmla="*/ 0 w 7467600"/>
              <a:gd name="connsiteY737" fmla="*/ 1602463 h 6858000"/>
              <a:gd name="connsiteX738" fmla="*/ 84689 w 7467600"/>
              <a:gd name="connsiteY738" fmla="*/ 1677442 h 6858000"/>
              <a:gd name="connsiteX739" fmla="*/ 298437 w 7467600"/>
              <a:gd name="connsiteY739" fmla="*/ 1968019 h 6858000"/>
              <a:gd name="connsiteX740" fmla="*/ 227269 w 7467600"/>
              <a:gd name="connsiteY740" fmla="*/ 1114064 h 6858000"/>
              <a:gd name="connsiteX741" fmla="*/ 248003 w 7467600"/>
              <a:gd name="connsiteY741" fmla="*/ 1089613 h 6858000"/>
              <a:gd name="connsiteX742" fmla="*/ 427020 w 7467600"/>
              <a:gd name="connsiteY742" fmla="*/ 1619803 h 6858000"/>
              <a:gd name="connsiteX743" fmla="*/ 340345 w 7467600"/>
              <a:gd name="connsiteY743" fmla="*/ 2027739 h 6858000"/>
              <a:gd name="connsiteX744" fmla="*/ 360865 w 7467600"/>
              <a:gd name="connsiteY744" fmla="*/ 2044827 h 6858000"/>
              <a:gd name="connsiteX745" fmla="*/ 560414 w 7467600"/>
              <a:gd name="connsiteY745" fmla="*/ 2421457 h 6858000"/>
              <a:gd name="connsiteX746" fmla="*/ 1359703 w 7467600"/>
              <a:gd name="connsiteY746" fmla="*/ 2578554 h 6858000"/>
              <a:gd name="connsiteX747" fmla="*/ 1359422 w 7467600"/>
              <a:gd name="connsiteY747" fmla="*/ 2577994 h 6858000"/>
              <a:gd name="connsiteX748" fmla="*/ 828701 w 7467600"/>
              <a:gd name="connsiteY748" fmla="*/ 1839520 h 6858000"/>
              <a:gd name="connsiteX749" fmla="*/ 494427 w 7467600"/>
              <a:gd name="connsiteY749" fmla="*/ 1092333 h 6858000"/>
              <a:gd name="connsiteX750" fmla="*/ 506322 w 7467600"/>
              <a:gd name="connsiteY750" fmla="*/ 1020997 h 6858000"/>
              <a:gd name="connsiteX751" fmla="*/ 4570198 w 7467600"/>
              <a:gd name="connsiteY751" fmla="*/ 978081 h 6858000"/>
              <a:gd name="connsiteX752" fmla="*/ 4523691 w 7467600"/>
              <a:gd name="connsiteY752" fmla="*/ 1127776 h 6858000"/>
              <a:gd name="connsiteX753" fmla="*/ 4509875 w 7467600"/>
              <a:gd name="connsiteY753" fmla="*/ 1167552 h 6858000"/>
              <a:gd name="connsiteX754" fmla="*/ 4478168 w 7467600"/>
              <a:gd name="connsiteY754" fmla="*/ 1260735 h 6858000"/>
              <a:gd name="connsiteX755" fmla="*/ 4409309 w 7467600"/>
              <a:gd name="connsiteY755" fmla="*/ 1666996 h 6858000"/>
              <a:gd name="connsiteX756" fmla="*/ 4370031 w 7467600"/>
              <a:gd name="connsiteY756" fmla="*/ 1955666 h 6858000"/>
              <a:gd name="connsiteX757" fmla="*/ 4570198 w 7467600"/>
              <a:gd name="connsiteY757" fmla="*/ 978081 h 6858000"/>
              <a:gd name="connsiteX758" fmla="*/ 4557898 w 7467600"/>
              <a:gd name="connsiteY758" fmla="*/ 900011 h 6858000"/>
              <a:gd name="connsiteX759" fmla="*/ 4344840 w 7467600"/>
              <a:gd name="connsiteY759" fmla="*/ 1922038 h 6858000"/>
              <a:gd name="connsiteX760" fmla="*/ 4378710 w 7467600"/>
              <a:gd name="connsiteY760" fmla="*/ 1665516 h 6858000"/>
              <a:gd name="connsiteX761" fmla="*/ 4448798 w 7467600"/>
              <a:gd name="connsiteY761" fmla="*/ 1253024 h 6858000"/>
              <a:gd name="connsiteX762" fmla="*/ 4480315 w 7467600"/>
              <a:gd name="connsiteY762" fmla="*/ 1158454 h 6858000"/>
              <a:gd name="connsiteX763" fmla="*/ 4494133 w 7467600"/>
              <a:gd name="connsiteY763" fmla="*/ 1118676 h 6858000"/>
              <a:gd name="connsiteX764" fmla="*/ 4557898 w 7467600"/>
              <a:gd name="connsiteY764" fmla="*/ 900011 h 6858000"/>
              <a:gd name="connsiteX765" fmla="*/ 5870151 w 7467600"/>
              <a:gd name="connsiteY765" fmla="*/ 898890 h 6858000"/>
              <a:gd name="connsiteX766" fmla="*/ 5861335 w 7467600"/>
              <a:gd name="connsiteY766" fmla="*/ 899177 h 6858000"/>
              <a:gd name="connsiteX767" fmla="*/ 5843702 w 7467600"/>
              <a:gd name="connsiteY767" fmla="*/ 899748 h 6858000"/>
              <a:gd name="connsiteX768" fmla="*/ 5651107 w 7467600"/>
              <a:gd name="connsiteY768" fmla="*/ 920306 h 6858000"/>
              <a:gd name="connsiteX769" fmla="*/ 5459407 w 7467600"/>
              <a:gd name="connsiteY769" fmla="*/ 940975 h 6858000"/>
              <a:gd name="connsiteX770" fmla="*/ 5374846 w 7467600"/>
              <a:gd name="connsiteY770" fmla="*/ 941988 h 6858000"/>
              <a:gd name="connsiteX771" fmla="*/ 5256105 w 7467600"/>
              <a:gd name="connsiteY771" fmla="*/ 945632 h 6858000"/>
              <a:gd name="connsiteX772" fmla="*/ 5107071 w 7467600"/>
              <a:gd name="connsiteY772" fmla="*/ 969720 h 6858000"/>
              <a:gd name="connsiteX773" fmla="*/ 4998681 w 7467600"/>
              <a:gd name="connsiteY773" fmla="*/ 988771 h 6858000"/>
              <a:gd name="connsiteX774" fmla="*/ 5870151 w 7467600"/>
              <a:gd name="connsiteY774" fmla="*/ 898890 h 6858000"/>
              <a:gd name="connsiteX775" fmla="*/ 5504425 w 7467600"/>
              <a:gd name="connsiteY775" fmla="*/ 848067 h 6858000"/>
              <a:gd name="connsiteX776" fmla="*/ 4968849 w 7467600"/>
              <a:gd name="connsiteY776" fmla="*/ 962318 h 6858000"/>
              <a:gd name="connsiteX777" fmla="*/ 5104039 w 7467600"/>
              <a:gd name="connsiteY777" fmla="*/ 940634 h 6858000"/>
              <a:gd name="connsiteX778" fmla="*/ 5256311 w 7467600"/>
              <a:gd name="connsiteY778" fmla="*/ 916490 h 6858000"/>
              <a:gd name="connsiteX779" fmla="*/ 5377381 w 7467600"/>
              <a:gd name="connsiteY779" fmla="*/ 912671 h 6858000"/>
              <a:gd name="connsiteX780" fmla="*/ 5460148 w 7467600"/>
              <a:gd name="connsiteY780" fmla="*/ 911442 h 6858000"/>
              <a:gd name="connsiteX781" fmla="*/ 5648971 w 7467600"/>
              <a:gd name="connsiteY781" fmla="*/ 891331 h 6858000"/>
              <a:gd name="connsiteX782" fmla="*/ 5844807 w 7467600"/>
              <a:gd name="connsiteY782" fmla="*/ 870718 h 6858000"/>
              <a:gd name="connsiteX783" fmla="*/ 5862975 w 7467600"/>
              <a:gd name="connsiteY783" fmla="*/ 869756 h 6858000"/>
              <a:gd name="connsiteX784" fmla="*/ 5920887 w 7467600"/>
              <a:gd name="connsiteY784" fmla="*/ 865929 h 6858000"/>
              <a:gd name="connsiteX785" fmla="*/ 5504425 w 7467600"/>
              <a:gd name="connsiteY785" fmla="*/ 848067 h 6858000"/>
              <a:gd name="connsiteX786" fmla="*/ 3607114 w 7467600"/>
              <a:gd name="connsiteY786" fmla="*/ 467441 h 6858000"/>
              <a:gd name="connsiteX787" fmla="*/ 3296242 w 7467600"/>
              <a:gd name="connsiteY787" fmla="*/ 807991 h 6858000"/>
              <a:gd name="connsiteX788" fmla="*/ 3174674 w 7467600"/>
              <a:gd name="connsiteY788" fmla="*/ 919759 h 6858000"/>
              <a:gd name="connsiteX789" fmla="*/ 3042978 w 7467600"/>
              <a:gd name="connsiteY789" fmla="*/ 1054894 h 6858000"/>
              <a:gd name="connsiteX790" fmla="*/ 2968914 w 7467600"/>
              <a:gd name="connsiteY790" fmla="*/ 1133756 h 6858000"/>
              <a:gd name="connsiteX791" fmla="*/ 3103823 w 7467600"/>
              <a:gd name="connsiteY791" fmla="*/ 1026814 h 6858000"/>
              <a:gd name="connsiteX792" fmla="*/ 3607114 w 7467600"/>
              <a:gd name="connsiteY792" fmla="*/ 467441 h 6858000"/>
              <a:gd name="connsiteX793" fmla="*/ 3744487 w 7467600"/>
              <a:gd name="connsiteY793" fmla="*/ 383136 h 6858000"/>
              <a:gd name="connsiteX794" fmla="*/ 3970213 w 7467600"/>
              <a:gd name="connsiteY794" fmla="*/ 995559 h 6858000"/>
              <a:gd name="connsiteX795" fmla="*/ 3744487 w 7467600"/>
              <a:gd name="connsiteY795" fmla="*/ 383136 h 6858000"/>
              <a:gd name="connsiteX796" fmla="*/ 3624562 w 7467600"/>
              <a:gd name="connsiteY796" fmla="*/ 367041 h 6858000"/>
              <a:gd name="connsiteX797" fmla="*/ 3489712 w 7467600"/>
              <a:gd name="connsiteY797" fmla="*/ 485386 h 6858000"/>
              <a:gd name="connsiteX798" fmla="*/ 3182994 w 7467600"/>
              <a:gd name="connsiteY798" fmla="*/ 828265 h 6858000"/>
              <a:gd name="connsiteX799" fmla="*/ 2892114 w 7467600"/>
              <a:gd name="connsiteY799" fmla="*/ 1172635 h 6858000"/>
              <a:gd name="connsiteX800" fmla="*/ 3021459 w 7467600"/>
              <a:gd name="connsiteY800" fmla="*/ 1035385 h 6858000"/>
              <a:gd name="connsiteX801" fmla="*/ 3153873 w 7467600"/>
              <a:gd name="connsiteY801" fmla="*/ 898971 h 6858000"/>
              <a:gd name="connsiteX802" fmla="*/ 3276511 w 7467600"/>
              <a:gd name="connsiteY802" fmla="*/ 786423 h 6858000"/>
              <a:gd name="connsiteX803" fmla="*/ 3584154 w 7467600"/>
              <a:gd name="connsiteY803" fmla="*/ 448218 h 6858000"/>
              <a:gd name="connsiteX804" fmla="*/ 3624562 w 7467600"/>
              <a:gd name="connsiteY804" fmla="*/ 367041 h 6858000"/>
              <a:gd name="connsiteX805" fmla="*/ 3766672 w 7467600"/>
              <a:gd name="connsiteY805" fmla="*/ 359429 h 6858000"/>
              <a:gd name="connsiteX806" fmla="*/ 3996338 w 7467600"/>
              <a:gd name="connsiteY806" fmla="*/ 968237 h 6858000"/>
              <a:gd name="connsiteX807" fmla="*/ 3766672 w 7467600"/>
              <a:gd name="connsiteY807" fmla="*/ 359429 h 6858000"/>
              <a:gd name="connsiteX808" fmla="*/ 5805386 w 7467600"/>
              <a:gd name="connsiteY808" fmla="*/ 239240 h 6858000"/>
              <a:gd name="connsiteX809" fmla="*/ 5736947 w 7467600"/>
              <a:gd name="connsiteY809" fmla="*/ 261367 h 6858000"/>
              <a:gd name="connsiteX810" fmla="*/ 5427012 w 7467600"/>
              <a:gd name="connsiteY810" fmla="*/ 311272 h 6858000"/>
              <a:gd name="connsiteX811" fmla="*/ 5147818 w 7467600"/>
              <a:gd name="connsiteY811" fmla="*/ 322112 h 6858000"/>
              <a:gd name="connsiteX812" fmla="*/ 5060854 w 7467600"/>
              <a:gd name="connsiteY812" fmla="*/ 311882 h 6858000"/>
              <a:gd name="connsiteX813" fmla="*/ 4945989 w 7467600"/>
              <a:gd name="connsiteY813" fmla="*/ 300516 h 6858000"/>
              <a:gd name="connsiteX814" fmla="*/ 5410479 w 7467600"/>
              <a:gd name="connsiteY814" fmla="*/ 348434 h 6858000"/>
              <a:gd name="connsiteX815" fmla="*/ 5805386 w 7467600"/>
              <a:gd name="connsiteY815" fmla="*/ 239240 h 6858000"/>
              <a:gd name="connsiteX816" fmla="*/ 5905192 w 7467600"/>
              <a:gd name="connsiteY816" fmla="*/ 163079 h 6858000"/>
              <a:gd name="connsiteX817" fmla="*/ 5865655 w 7467600"/>
              <a:gd name="connsiteY817" fmla="*/ 171901 h 6858000"/>
              <a:gd name="connsiteX818" fmla="*/ 5259740 w 7467600"/>
              <a:gd name="connsiteY818" fmla="*/ 257013 h 6858000"/>
              <a:gd name="connsiteX819" fmla="*/ 5208466 w 7467600"/>
              <a:gd name="connsiteY819" fmla="*/ 257550 h 6858000"/>
              <a:gd name="connsiteX820" fmla="*/ 4980204 w 7467600"/>
              <a:gd name="connsiteY820" fmla="*/ 271903 h 6858000"/>
              <a:gd name="connsiteX821" fmla="*/ 5068068 w 7467600"/>
              <a:gd name="connsiteY821" fmla="*/ 282244 h 6858000"/>
              <a:gd name="connsiteX822" fmla="*/ 5153231 w 7467600"/>
              <a:gd name="connsiteY822" fmla="*/ 292240 h 6858000"/>
              <a:gd name="connsiteX823" fmla="*/ 5426491 w 7467600"/>
              <a:gd name="connsiteY823" fmla="*/ 281128 h 6858000"/>
              <a:gd name="connsiteX824" fmla="*/ 5731212 w 7467600"/>
              <a:gd name="connsiteY824" fmla="*/ 231951 h 6858000"/>
              <a:gd name="connsiteX825" fmla="*/ 5905192 w 7467600"/>
              <a:gd name="connsiteY825" fmla="*/ 163079 h 6858000"/>
              <a:gd name="connsiteX826" fmla="*/ 5944437 w 7467600"/>
              <a:gd name="connsiteY826" fmla="*/ 113829 h 6858000"/>
              <a:gd name="connsiteX827" fmla="*/ 5825032 w 7467600"/>
              <a:gd name="connsiteY827" fmla="*/ 146405 h 6858000"/>
              <a:gd name="connsiteX828" fmla="*/ 4955599 w 7467600"/>
              <a:gd name="connsiteY828" fmla="*/ 247008 h 6858000"/>
              <a:gd name="connsiteX829" fmla="*/ 5210104 w 7467600"/>
              <a:gd name="connsiteY829" fmla="*/ 228123 h 6858000"/>
              <a:gd name="connsiteX830" fmla="*/ 5261015 w 7467600"/>
              <a:gd name="connsiteY830" fmla="*/ 227087 h 6858000"/>
              <a:gd name="connsiteX831" fmla="*/ 5861181 w 7467600"/>
              <a:gd name="connsiteY831" fmla="*/ 143093 h 6858000"/>
              <a:gd name="connsiteX832" fmla="*/ 5961252 w 7467600"/>
              <a:gd name="connsiteY832" fmla="*/ 114820 h 6858000"/>
              <a:gd name="connsiteX833" fmla="*/ 5944437 w 7467600"/>
              <a:gd name="connsiteY833" fmla="*/ 113829 h 6858000"/>
              <a:gd name="connsiteX834" fmla="*/ 3882765 w 7467600"/>
              <a:gd name="connsiteY834" fmla="*/ 0 h 6858000"/>
              <a:gd name="connsiteX835" fmla="*/ 3995099 w 7467600"/>
              <a:gd name="connsiteY835" fmla="*/ 0 h 6858000"/>
              <a:gd name="connsiteX836" fmla="*/ 4163818 w 7467600"/>
              <a:gd name="connsiteY836" fmla="*/ 234104 h 6858000"/>
              <a:gd name="connsiteX837" fmla="*/ 4172099 w 7467600"/>
              <a:gd name="connsiteY837" fmla="*/ 234207 h 6858000"/>
              <a:gd name="connsiteX838" fmla="*/ 4784282 w 7467600"/>
              <a:gd name="connsiteY838" fmla="*/ 276561 h 6858000"/>
              <a:gd name="connsiteX839" fmla="*/ 4801687 w 7467600"/>
              <a:gd name="connsiteY839" fmla="*/ 267764 h 6858000"/>
              <a:gd name="connsiteX840" fmla="*/ 6082788 w 7467600"/>
              <a:gd name="connsiteY840" fmla="*/ 64119 h 6858000"/>
              <a:gd name="connsiteX841" fmla="*/ 6099442 w 7467600"/>
              <a:gd name="connsiteY841" fmla="*/ 82568 h 6858000"/>
              <a:gd name="connsiteX842" fmla="*/ 4804137 w 7467600"/>
              <a:gd name="connsiteY842" fmla="*/ 320931 h 6858000"/>
              <a:gd name="connsiteX843" fmla="*/ 4227047 w 7467600"/>
              <a:gd name="connsiteY843" fmla="*/ 313415 h 6858000"/>
              <a:gd name="connsiteX844" fmla="*/ 4346041 w 7467600"/>
              <a:gd name="connsiteY844" fmla="*/ 456086 h 6858000"/>
              <a:gd name="connsiteX845" fmla="*/ 4870967 w 7467600"/>
              <a:gd name="connsiteY845" fmla="*/ 963061 h 6858000"/>
              <a:gd name="connsiteX846" fmla="*/ 4889647 w 7467600"/>
              <a:gd name="connsiteY846" fmla="*/ 957147 h 6858000"/>
              <a:gd name="connsiteX847" fmla="*/ 5422504 w 7467600"/>
              <a:gd name="connsiteY847" fmla="*/ 805191 h 6858000"/>
              <a:gd name="connsiteX848" fmla="*/ 6087656 w 7467600"/>
              <a:gd name="connsiteY848" fmla="*/ 826703 h 6858000"/>
              <a:gd name="connsiteX849" fmla="*/ 6058717 w 7467600"/>
              <a:gd name="connsiteY849" fmla="*/ 865992 h 6858000"/>
              <a:gd name="connsiteX850" fmla="*/ 4974153 w 7467600"/>
              <a:gd name="connsiteY850" fmla="*/ 1045456 h 6858000"/>
              <a:gd name="connsiteX851" fmla="*/ 5627835 w 7467600"/>
              <a:gd name="connsiteY851" fmla="*/ 1472077 h 6858000"/>
              <a:gd name="connsiteX852" fmla="*/ 5629817 w 7467600"/>
              <a:gd name="connsiteY852" fmla="*/ 1471412 h 6858000"/>
              <a:gd name="connsiteX853" fmla="*/ 5634124 w 7467600"/>
              <a:gd name="connsiteY853" fmla="*/ 1470572 h 6858000"/>
              <a:gd name="connsiteX854" fmla="*/ 5755832 w 7467600"/>
              <a:gd name="connsiteY854" fmla="*/ 1383886 h 6858000"/>
              <a:gd name="connsiteX855" fmla="*/ 6014186 w 7467600"/>
              <a:gd name="connsiteY855" fmla="*/ 1279799 h 6858000"/>
              <a:gd name="connsiteX856" fmla="*/ 6901619 w 7467600"/>
              <a:gd name="connsiteY856" fmla="*/ 1047874 h 6858000"/>
              <a:gd name="connsiteX857" fmla="*/ 6931566 w 7467600"/>
              <a:gd name="connsiteY857" fmla="*/ 1062034 h 6858000"/>
              <a:gd name="connsiteX858" fmla="*/ 5790982 w 7467600"/>
              <a:gd name="connsiteY858" fmla="*/ 1561380 h 6858000"/>
              <a:gd name="connsiteX859" fmla="*/ 6188971 w 7467600"/>
              <a:gd name="connsiteY859" fmla="*/ 1755168 h 6858000"/>
              <a:gd name="connsiteX860" fmla="*/ 6202446 w 7467600"/>
              <a:gd name="connsiteY860" fmla="*/ 1752268 h 6858000"/>
              <a:gd name="connsiteX861" fmla="*/ 7179560 w 7467600"/>
              <a:gd name="connsiteY861" fmla="*/ 1467551 h 6858000"/>
              <a:gd name="connsiteX862" fmla="*/ 7158730 w 7467600"/>
              <a:gd name="connsiteY862" fmla="*/ 1507835 h 6858000"/>
              <a:gd name="connsiteX863" fmla="*/ 6326959 w 7467600"/>
              <a:gd name="connsiteY863" fmla="*/ 1817686 h 6858000"/>
              <a:gd name="connsiteX864" fmla="*/ 6537433 w 7467600"/>
              <a:gd name="connsiteY864" fmla="*/ 1907790 h 6858000"/>
              <a:gd name="connsiteX865" fmla="*/ 6550221 w 7467600"/>
              <a:gd name="connsiteY865" fmla="*/ 1910729 h 6858000"/>
              <a:gd name="connsiteX866" fmla="*/ 6964438 w 7467600"/>
              <a:gd name="connsiteY866" fmla="*/ 2209505 h 6858000"/>
              <a:gd name="connsiteX867" fmla="*/ 7367862 w 7467600"/>
              <a:gd name="connsiteY867" fmla="*/ 2806833 h 6858000"/>
              <a:gd name="connsiteX868" fmla="*/ 7364329 w 7467600"/>
              <a:gd name="connsiteY868" fmla="*/ 2826907 h 6858000"/>
              <a:gd name="connsiteX869" fmla="*/ 7290545 w 7467600"/>
              <a:gd name="connsiteY869" fmla="*/ 2850663 h 6858000"/>
              <a:gd name="connsiteX870" fmla="*/ 6472036 w 7467600"/>
              <a:gd name="connsiteY870" fmla="*/ 1959003 h 6858000"/>
              <a:gd name="connsiteX871" fmla="*/ 5792897 w 7467600"/>
              <a:gd name="connsiteY871" fmla="*/ 1647747 h 6858000"/>
              <a:gd name="connsiteX872" fmla="*/ 5842751 w 7467600"/>
              <a:gd name="connsiteY872" fmla="*/ 1816112 h 6858000"/>
              <a:gd name="connsiteX873" fmla="*/ 5847424 w 7467600"/>
              <a:gd name="connsiteY873" fmla="*/ 1815776 h 6858000"/>
              <a:gd name="connsiteX874" fmla="*/ 6399821 w 7467600"/>
              <a:gd name="connsiteY874" fmla="*/ 2344799 h 6858000"/>
              <a:gd name="connsiteX875" fmla="*/ 6323232 w 7467600"/>
              <a:gd name="connsiteY875" fmla="*/ 2389634 h 6858000"/>
              <a:gd name="connsiteX876" fmla="*/ 5942958 w 7467600"/>
              <a:gd name="connsiteY876" fmla="*/ 2077708 h 6858000"/>
              <a:gd name="connsiteX877" fmla="*/ 5921559 w 7467600"/>
              <a:gd name="connsiteY877" fmla="*/ 2378596 h 6858000"/>
              <a:gd name="connsiteX878" fmla="*/ 5817651 w 7467600"/>
              <a:gd name="connsiteY878" fmla="*/ 3023919 h 6858000"/>
              <a:gd name="connsiteX879" fmla="*/ 5729634 w 7467600"/>
              <a:gd name="connsiteY879" fmla="*/ 3051849 h 6858000"/>
              <a:gd name="connsiteX880" fmla="*/ 5611018 w 7467600"/>
              <a:gd name="connsiteY880" fmla="*/ 2316769 h 6858000"/>
              <a:gd name="connsiteX881" fmla="*/ 5687608 w 7467600"/>
              <a:gd name="connsiteY881" fmla="*/ 2039972 h 6858000"/>
              <a:gd name="connsiteX882" fmla="*/ 5657554 w 7467600"/>
              <a:gd name="connsiteY882" fmla="*/ 1576445 h 6858000"/>
              <a:gd name="connsiteX883" fmla="*/ 5150475 w 7467600"/>
              <a:gd name="connsiteY883" fmla="*/ 1274012 h 6858000"/>
              <a:gd name="connsiteX884" fmla="*/ 5349142 w 7467600"/>
              <a:gd name="connsiteY884" fmla="*/ 2204405 h 6858000"/>
              <a:gd name="connsiteX885" fmla="*/ 5262214 w 7467600"/>
              <a:gd name="connsiteY885" fmla="*/ 2233836 h 6858000"/>
              <a:gd name="connsiteX886" fmla="*/ 4981539 w 7467600"/>
              <a:gd name="connsiteY886" fmla="*/ 1542201 h 6858000"/>
              <a:gd name="connsiteX887" fmla="*/ 4958461 w 7467600"/>
              <a:gd name="connsiteY887" fmla="*/ 1136957 h 6858000"/>
              <a:gd name="connsiteX888" fmla="*/ 4655015 w 7467600"/>
              <a:gd name="connsiteY888" fmla="*/ 891426 h 6858000"/>
              <a:gd name="connsiteX889" fmla="*/ 4348002 w 7467600"/>
              <a:gd name="connsiteY889" fmla="*/ 2205895 h 6858000"/>
              <a:gd name="connsiteX890" fmla="*/ 4262250 w 7467600"/>
              <a:gd name="connsiteY890" fmla="*/ 2219972 h 6858000"/>
              <a:gd name="connsiteX891" fmla="*/ 4550611 w 7467600"/>
              <a:gd name="connsiteY891" fmla="*/ 817540 h 6858000"/>
              <a:gd name="connsiteX892" fmla="*/ 4564418 w 7467600"/>
              <a:gd name="connsiteY892" fmla="*/ 808293 h 6858000"/>
              <a:gd name="connsiteX893" fmla="*/ 4266388 w 7467600"/>
              <a:gd name="connsiteY893" fmla="*/ 500083 h 6858000"/>
              <a:gd name="connsiteX894" fmla="*/ 4032842 w 7467600"/>
              <a:gd name="connsiteY894" fmla="*/ 211809 h 6858000"/>
              <a:gd name="connsiteX895" fmla="*/ 3882765 w 7467600"/>
              <a:gd name="connsiteY895" fmla="*/ 0 h 6858000"/>
              <a:gd name="connsiteX896" fmla="*/ 3721337 w 7467600"/>
              <a:gd name="connsiteY896" fmla="*/ 0 h 6858000"/>
              <a:gd name="connsiteX897" fmla="*/ 3797544 w 7467600"/>
              <a:gd name="connsiteY897" fmla="*/ 0 h 6858000"/>
              <a:gd name="connsiteX898" fmla="*/ 3775734 w 7467600"/>
              <a:gd name="connsiteY898" fmla="*/ 95131 h 6858000"/>
              <a:gd name="connsiteX899" fmla="*/ 3724807 w 7467600"/>
              <a:gd name="connsiteY899" fmla="*/ 272257 h 6858000"/>
              <a:gd name="connsiteX900" fmla="*/ 3726844 w 7467600"/>
              <a:gd name="connsiteY900" fmla="*/ 282988 h 6858000"/>
              <a:gd name="connsiteX901" fmla="*/ 3742664 w 7467600"/>
              <a:gd name="connsiteY901" fmla="*/ 279918 h 6858000"/>
              <a:gd name="connsiteX902" fmla="*/ 4103910 w 7467600"/>
              <a:gd name="connsiteY902" fmla="*/ 1161917 h 6858000"/>
              <a:gd name="connsiteX903" fmla="*/ 4020269 w 7467600"/>
              <a:gd name="connsiteY903" fmla="*/ 1200406 h 6858000"/>
              <a:gd name="connsiteX904" fmla="*/ 3674882 w 7467600"/>
              <a:gd name="connsiteY904" fmla="*/ 488524 h 6858000"/>
              <a:gd name="connsiteX905" fmla="*/ 3132682 w 7467600"/>
              <a:gd name="connsiteY905" fmla="*/ 1072284 h 6858000"/>
              <a:gd name="connsiteX906" fmla="*/ 2716346 w 7467600"/>
              <a:gd name="connsiteY906" fmla="*/ 1276376 h 6858000"/>
              <a:gd name="connsiteX907" fmla="*/ 2716772 w 7467600"/>
              <a:gd name="connsiteY907" fmla="*/ 1255462 h 6858000"/>
              <a:gd name="connsiteX908" fmla="*/ 3471096 w 7467600"/>
              <a:gd name="connsiteY908" fmla="*/ 437072 h 6858000"/>
              <a:gd name="connsiteX909" fmla="*/ 3639057 w 7467600"/>
              <a:gd name="connsiteY909" fmla="*/ 286334 h 6858000"/>
              <a:gd name="connsiteX910" fmla="*/ 3640309 w 7467600"/>
              <a:gd name="connsiteY910" fmla="*/ 284664 h 6858000"/>
              <a:gd name="connsiteX911" fmla="*/ 3646022 w 7467600"/>
              <a:gd name="connsiteY911" fmla="*/ 276711 h 6858000"/>
              <a:gd name="connsiteX912" fmla="*/ 3707943 w 7467600"/>
              <a:gd name="connsiteY912" fmla="*/ 65958 h 6858000"/>
              <a:gd name="connsiteX913" fmla="*/ 3721337 w 7467600"/>
              <a:gd name="connsiteY913" fmla="*/ 0 h 6858000"/>
              <a:gd name="connsiteX914" fmla="*/ 2867960 w 7467600"/>
              <a:gd name="connsiteY914" fmla="*/ 0 h 6858000"/>
              <a:gd name="connsiteX915" fmla="*/ 2926351 w 7467600"/>
              <a:gd name="connsiteY915" fmla="*/ 0 h 6858000"/>
              <a:gd name="connsiteX916" fmla="*/ 2902823 w 7467600"/>
              <a:gd name="connsiteY916" fmla="*/ 262929 h 6858000"/>
              <a:gd name="connsiteX917" fmla="*/ 2940663 w 7467600"/>
              <a:gd name="connsiteY917" fmla="*/ 140884 h 6858000"/>
              <a:gd name="connsiteX918" fmla="*/ 2947039 w 7467600"/>
              <a:gd name="connsiteY918" fmla="*/ 122524 h 6858000"/>
              <a:gd name="connsiteX919" fmla="*/ 2984316 w 7467600"/>
              <a:gd name="connsiteY919" fmla="*/ 0 h 6858000"/>
              <a:gd name="connsiteX920" fmla="*/ 3016114 w 7467600"/>
              <a:gd name="connsiteY920" fmla="*/ 0 h 6858000"/>
              <a:gd name="connsiteX921" fmla="*/ 2979949 w 7467600"/>
              <a:gd name="connsiteY921" fmla="*/ 119274 h 6858000"/>
              <a:gd name="connsiteX922" fmla="*/ 3023879 w 7467600"/>
              <a:gd name="connsiteY922" fmla="*/ 0 h 6858000"/>
              <a:gd name="connsiteX923" fmla="*/ 3105400 w 7467600"/>
              <a:gd name="connsiteY923" fmla="*/ 0 h 6858000"/>
              <a:gd name="connsiteX924" fmla="*/ 3094669 w 7467600"/>
              <a:gd name="connsiteY924" fmla="*/ 30308 h 6858000"/>
              <a:gd name="connsiteX925" fmla="*/ 2901945 w 7467600"/>
              <a:gd name="connsiteY925" fmla="*/ 466538 h 6858000"/>
              <a:gd name="connsiteX926" fmla="*/ 2815209 w 7467600"/>
              <a:gd name="connsiteY926" fmla="*/ 497361 h 6858000"/>
              <a:gd name="connsiteX927" fmla="*/ 2844845 w 7467600"/>
              <a:gd name="connsiteY927" fmla="*/ 127638 h 6858000"/>
              <a:gd name="connsiteX928" fmla="*/ 2867960 w 7467600"/>
              <a:gd name="connsiteY928" fmla="*/ 0 h 6858000"/>
              <a:gd name="connsiteX929" fmla="*/ 1057230 w 7467600"/>
              <a:gd name="connsiteY929" fmla="*/ 0 h 6858000"/>
              <a:gd name="connsiteX930" fmla="*/ 1111003 w 7467600"/>
              <a:gd name="connsiteY930" fmla="*/ 0 h 6858000"/>
              <a:gd name="connsiteX931" fmla="*/ 1125553 w 7467600"/>
              <a:gd name="connsiteY931" fmla="*/ 52588 h 6858000"/>
              <a:gd name="connsiteX932" fmla="*/ 1304276 w 7467600"/>
              <a:gd name="connsiteY932" fmla="*/ 476275 h 6858000"/>
              <a:gd name="connsiteX933" fmla="*/ 1492066 w 7467600"/>
              <a:gd name="connsiteY933" fmla="*/ 886333 h 6858000"/>
              <a:gd name="connsiteX934" fmla="*/ 1423698 w 7467600"/>
              <a:gd name="connsiteY934" fmla="*/ 710817 h 6858000"/>
              <a:gd name="connsiteX935" fmla="*/ 1357609 w 7467600"/>
              <a:gd name="connsiteY935" fmla="*/ 532892 h 6858000"/>
              <a:gd name="connsiteX936" fmla="*/ 1309550 w 7467600"/>
              <a:gd name="connsiteY936" fmla="*/ 374031 h 6858000"/>
              <a:gd name="connsiteX937" fmla="*/ 1193673 w 7467600"/>
              <a:gd name="connsiteY937" fmla="*/ 49533 h 6858000"/>
              <a:gd name="connsiteX938" fmla="*/ 1164391 w 7467600"/>
              <a:gd name="connsiteY938" fmla="*/ 0 h 6858000"/>
              <a:gd name="connsiteX939" fmla="*/ 1200666 w 7467600"/>
              <a:gd name="connsiteY939" fmla="*/ 0 h 6858000"/>
              <a:gd name="connsiteX940" fmla="*/ 1223408 w 7467600"/>
              <a:gd name="connsiteY940" fmla="*/ 38996 h 6858000"/>
              <a:gd name="connsiteX941" fmla="*/ 1339635 w 7467600"/>
              <a:gd name="connsiteY941" fmla="*/ 365517 h 6858000"/>
              <a:gd name="connsiteX942" fmla="*/ 1387469 w 7467600"/>
              <a:gd name="connsiteY942" fmla="*/ 523079 h 6858000"/>
              <a:gd name="connsiteX943" fmla="*/ 1452685 w 7467600"/>
              <a:gd name="connsiteY943" fmla="*/ 699806 h 6858000"/>
              <a:gd name="connsiteX944" fmla="*/ 1492092 w 7467600"/>
              <a:gd name="connsiteY944" fmla="*/ 800424 h 6858000"/>
              <a:gd name="connsiteX945" fmla="*/ 1455302 w 7467600"/>
              <a:gd name="connsiteY945" fmla="*/ 632913 h 6858000"/>
              <a:gd name="connsiteX946" fmla="*/ 1222336 w 7467600"/>
              <a:gd name="connsiteY946" fmla="*/ 9480 h 6858000"/>
              <a:gd name="connsiteX947" fmla="*/ 1214634 w 7467600"/>
              <a:gd name="connsiteY947" fmla="*/ 0 h 6858000"/>
              <a:gd name="connsiteX948" fmla="*/ 1289827 w 7467600"/>
              <a:gd name="connsiteY948" fmla="*/ 0 h 6858000"/>
              <a:gd name="connsiteX949" fmla="*/ 1321076 w 7467600"/>
              <a:gd name="connsiteY949" fmla="*/ 59722 h 6858000"/>
              <a:gd name="connsiteX950" fmla="*/ 1512579 w 7467600"/>
              <a:gd name="connsiteY950" fmla="*/ 626441 h 6858000"/>
              <a:gd name="connsiteX951" fmla="*/ 1506076 w 7467600"/>
              <a:gd name="connsiteY951" fmla="*/ 1089289 h 6858000"/>
              <a:gd name="connsiteX952" fmla="*/ 1486346 w 7467600"/>
              <a:gd name="connsiteY952" fmla="*/ 1079919 h 6858000"/>
              <a:gd name="connsiteX953" fmla="*/ 1070511 w 7467600"/>
              <a:gd name="connsiteY953" fmla="*/ 48609 h 6858000"/>
              <a:gd name="connsiteX954" fmla="*/ 1057230 w 7467600"/>
              <a:gd name="connsiteY954" fmla="*/ 0 h 6858000"/>
              <a:gd name="connsiteX955" fmla="*/ 43151 w 7467600"/>
              <a:gd name="connsiteY955" fmla="*/ 0 h 6858000"/>
              <a:gd name="connsiteX956" fmla="*/ 95283 w 7467600"/>
              <a:gd name="connsiteY956" fmla="*/ 0 h 6858000"/>
              <a:gd name="connsiteX957" fmla="*/ 300708 w 7467600"/>
              <a:gd name="connsiteY957" fmla="*/ 154571 h 6858000"/>
              <a:gd name="connsiteX958" fmla="*/ 530414 w 7467600"/>
              <a:gd name="connsiteY958" fmla="*/ 354673 h 6858000"/>
              <a:gd name="connsiteX959" fmla="*/ 333785 w 7467600"/>
              <a:gd name="connsiteY959" fmla="*/ 161564 h 6858000"/>
              <a:gd name="connsiteX960" fmla="*/ 147005 w 7467600"/>
              <a:gd name="connsiteY960" fmla="*/ 0 h 6858000"/>
              <a:gd name="connsiteX961" fmla="*/ 272509 w 7467600"/>
              <a:gd name="connsiteY961" fmla="*/ 0 h 6858000"/>
              <a:gd name="connsiteX962" fmla="*/ 326276 w 7467600"/>
              <a:gd name="connsiteY962" fmla="*/ 45847 h 6858000"/>
              <a:gd name="connsiteX963" fmla="*/ 823759 w 7467600"/>
              <a:gd name="connsiteY963" fmla="*/ 574145 h 6858000"/>
              <a:gd name="connsiteX964" fmla="*/ 811254 w 7467600"/>
              <a:gd name="connsiteY964" fmla="*/ 665546 h 6858000"/>
              <a:gd name="connsiteX965" fmla="*/ 154042 w 7467600"/>
              <a:gd name="connsiteY965" fmla="*/ 261522 h 6858000"/>
              <a:gd name="connsiteX966" fmla="*/ 13550 w 7467600"/>
              <a:gd name="connsiteY966" fmla="*/ 158423 h 6858000"/>
              <a:gd name="connsiteX967" fmla="*/ 0 w 7467600"/>
              <a:gd name="connsiteY967" fmla="*/ 146618 h 6858000"/>
              <a:gd name="connsiteX968" fmla="*/ 0 w 7467600"/>
              <a:gd name="connsiteY968" fmla="*/ 59161 h 6858000"/>
              <a:gd name="connsiteX969" fmla="*/ 45427 w 7467600"/>
              <a:gd name="connsiteY969" fmla="*/ 101078 h 6858000"/>
              <a:gd name="connsiteX970" fmla="*/ 630103 w 7467600"/>
              <a:gd name="connsiteY970" fmla="*/ 485885 h 6858000"/>
              <a:gd name="connsiteX971" fmla="*/ 532040 w 7467600"/>
              <a:gd name="connsiteY971" fmla="*/ 399359 h 6858000"/>
              <a:gd name="connsiteX972" fmla="*/ 517618 w 7467600"/>
              <a:gd name="connsiteY972" fmla="*/ 385726 h 6858000"/>
              <a:gd name="connsiteX973" fmla="*/ 285074 w 7467600"/>
              <a:gd name="connsiteY973" fmla="*/ 182755 h 6858000"/>
              <a:gd name="connsiteX974" fmla="*/ 43151 w 7467600"/>
              <a:gd name="connsiteY97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7105827 w 7467600"/>
              <a:gd name="connsiteY83" fmla="*/ 5718700 h 6858000"/>
              <a:gd name="connsiteX84" fmla="*/ 7356878 w 7467600"/>
              <a:gd name="connsiteY84" fmla="*/ 5981332 h 6858000"/>
              <a:gd name="connsiteX85" fmla="*/ 7467600 w 7467600"/>
              <a:gd name="connsiteY85" fmla="*/ 6117703 h 6858000"/>
              <a:gd name="connsiteX86" fmla="*/ 7467600 w 7467600"/>
              <a:gd name="connsiteY86" fmla="*/ 6163634 h 6858000"/>
              <a:gd name="connsiteX87" fmla="*/ 7403637 w 7467600"/>
              <a:gd name="connsiteY87" fmla="*/ 6083957 h 6858000"/>
              <a:gd name="connsiteX88" fmla="*/ 7254615 w 7467600"/>
              <a:gd name="connsiteY88" fmla="*/ 5911918 h 6858000"/>
              <a:gd name="connsiteX89" fmla="*/ 7312589 w 7467600"/>
              <a:gd name="connsiteY89" fmla="*/ 5982309 h 6858000"/>
              <a:gd name="connsiteX90" fmla="*/ 7448321 w 7467600"/>
              <a:gd name="connsiteY90" fmla="*/ 6190991 h 6858000"/>
              <a:gd name="connsiteX91" fmla="*/ 7467600 w 7467600"/>
              <a:gd name="connsiteY91" fmla="*/ 6221686 h 6858000"/>
              <a:gd name="connsiteX92" fmla="*/ 7467600 w 7467600"/>
              <a:gd name="connsiteY92" fmla="*/ 6334256 h 6858000"/>
              <a:gd name="connsiteX93" fmla="*/ 7454976 w 7467600"/>
              <a:gd name="connsiteY93" fmla="*/ 6318297 h 6858000"/>
              <a:gd name="connsiteX94" fmla="*/ 7042773 w 7467600"/>
              <a:gd name="connsiteY94" fmla="*/ 5734011 h 6858000"/>
              <a:gd name="connsiteX95" fmla="*/ 1456157 w 7467600"/>
              <a:gd name="connsiteY95" fmla="*/ 5371404 h 6858000"/>
              <a:gd name="connsiteX96" fmla="*/ 1244432 w 7467600"/>
              <a:gd name="connsiteY96" fmla="*/ 5385601 h 6858000"/>
              <a:gd name="connsiteX97" fmla="*/ 973990 w 7467600"/>
              <a:gd name="connsiteY97" fmla="*/ 5424940 h 6858000"/>
              <a:gd name="connsiteX98" fmla="*/ 1103809 w 7467600"/>
              <a:gd name="connsiteY98" fmla="*/ 5433720 h 6858000"/>
              <a:gd name="connsiteX99" fmla="*/ 1123454 w 7467600"/>
              <a:gd name="connsiteY99" fmla="*/ 5435727 h 6858000"/>
              <a:gd name="connsiteX100" fmla="*/ 1737017 w 7467600"/>
              <a:gd name="connsiteY100" fmla="*/ 5452183 h 6858000"/>
              <a:gd name="connsiteX101" fmla="*/ 1824397 w 7467600"/>
              <a:gd name="connsiteY101" fmla="*/ 5447757 h 6858000"/>
              <a:gd name="connsiteX102" fmla="*/ 2070059 w 7467600"/>
              <a:gd name="connsiteY102" fmla="*/ 5441660 h 6858000"/>
              <a:gd name="connsiteX103" fmla="*/ 1456157 w 7467600"/>
              <a:gd name="connsiteY103" fmla="*/ 5371404 h 6858000"/>
              <a:gd name="connsiteX104" fmla="*/ 4988186 w 7467600"/>
              <a:gd name="connsiteY104" fmla="*/ 5216467 h 6858000"/>
              <a:gd name="connsiteX105" fmla="*/ 4777334 w 7467600"/>
              <a:gd name="connsiteY105" fmla="*/ 5406072 h 6858000"/>
              <a:gd name="connsiteX106" fmla="*/ 4718341 w 7467600"/>
              <a:gd name="connsiteY106" fmla="*/ 5468043 h 6858000"/>
              <a:gd name="connsiteX107" fmla="*/ 4604655 w 7467600"/>
              <a:gd name="connsiteY107" fmla="*/ 5583434 h 6858000"/>
              <a:gd name="connsiteX108" fmla="*/ 4565074 w 7467600"/>
              <a:gd name="connsiteY108" fmla="*/ 5618550 h 6858000"/>
              <a:gd name="connsiteX109" fmla="*/ 4988186 w 7467600"/>
              <a:gd name="connsiteY109" fmla="*/ 5216467 h 6858000"/>
              <a:gd name="connsiteX110" fmla="*/ 4978032 w 7467600"/>
              <a:gd name="connsiteY110" fmla="*/ 5183809 h 6858000"/>
              <a:gd name="connsiteX111" fmla="*/ 4463413 w 7467600"/>
              <a:gd name="connsiteY111" fmla="*/ 5615162 h 6858000"/>
              <a:gd name="connsiteX112" fmla="*/ 4358134 w 7467600"/>
              <a:gd name="connsiteY112" fmla="*/ 5742791 h 6858000"/>
              <a:gd name="connsiteX113" fmla="*/ 4376219 w 7467600"/>
              <a:gd name="connsiteY113" fmla="*/ 5729027 h 6858000"/>
              <a:gd name="connsiteX114" fmla="*/ 4582340 w 7467600"/>
              <a:gd name="connsiteY114" fmla="*/ 5561037 h 6858000"/>
              <a:gd name="connsiteX115" fmla="*/ 4694684 w 7467600"/>
              <a:gd name="connsiteY115" fmla="*/ 5447098 h 6858000"/>
              <a:gd name="connsiteX116" fmla="*/ 4754123 w 7467600"/>
              <a:gd name="connsiteY116" fmla="*/ 5384643 h 6858000"/>
              <a:gd name="connsiteX117" fmla="*/ 4978032 w 7467600"/>
              <a:gd name="connsiteY117" fmla="*/ 5183809 h 6858000"/>
              <a:gd name="connsiteX118" fmla="*/ 1903353 w 7467600"/>
              <a:gd name="connsiteY118" fmla="*/ 5044827 h 6858000"/>
              <a:gd name="connsiteX119" fmla="*/ 1936931 w 7467600"/>
              <a:gd name="connsiteY119" fmla="*/ 5093954 h 6858000"/>
              <a:gd name="connsiteX120" fmla="*/ 2195868 w 7467600"/>
              <a:gd name="connsiteY120" fmla="*/ 5396574 h 6858000"/>
              <a:gd name="connsiteX121" fmla="*/ 2088852 w 7467600"/>
              <a:gd name="connsiteY121" fmla="*/ 5166123 h 6858000"/>
              <a:gd name="connsiteX122" fmla="*/ 1958241 w 7467600"/>
              <a:gd name="connsiteY122" fmla="*/ 5067955 h 6858000"/>
              <a:gd name="connsiteX123" fmla="*/ 1903353 w 7467600"/>
              <a:gd name="connsiteY123" fmla="*/ 5044827 h 6858000"/>
              <a:gd name="connsiteX124" fmla="*/ 1979378 w 7467600"/>
              <a:gd name="connsiteY124" fmla="*/ 4769504 h 6858000"/>
              <a:gd name="connsiteX125" fmla="*/ 2882120 w 7467600"/>
              <a:gd name="connsiteY125" fmla="*/ 5064547 h 6858000"/>
              <a:gd name="connsiteX126" fmla="*/ 2793103 w 7467600"/>
              <a:gd name="connsiteY126" fmla="*/ 5039699 h 6858000"/>
              <a:gd name="connsiteX127" fmla="*/ 2770041 w 7467600"/>
              <a:gd name="connsiteY127" fmla="*/ 5033634 h 6858000"/>
              <a:gd name="connsiteX128" fmla="*/ 1979378 w 7467600"/>
              <a:gd name="connsiteY128" fmla="*/ 4769504 h 6858000"/>
              <a:gd name="connsiteX129" fmla="*/ 1927410 w 7467600"/>
              <a:gd name="connsiteY129" fmla="*/ 4716164 h 6858000"/>
              <a:gd name="connsiteX130" fmla="*/ 1959587 w 7467600"/>
              <a:gd name="connsiteY130" fmla="*/ 4728849 h 6858000"/>
              <a:gd name="connsiteX131" fmla="*/ 2777707 w 7467600"/>
              <a:gd name="connsiteY131" fmla="*/ 5003991 h 6858000"/>
              <a:gd name="connsiteX132" fmla="*/ 2800768 w 7467600"/>
              <a:gd name="connsiteY132" fmla="*/ 5010056 h 6858000"/>
              <a:gd name="connsiteX133" fmla="*/ 2879408 w 7467600"/>
              <a:gd name="connsiteY133" fmla="*/ 5031590 h 6858000"/>
              <a:gd name="connsiteX134" fmla="*/ 2862295 w 7467600"/>
              <a:gd name="connsiteY134" fmla="*/ 5022958 h 6858000"/>
              <a:gd name="connsiteX135" fmla="*/ 2813343 w 7467600"/>
              <a:gd name="connsiteY135" fmla="*/ 4998369 h 6858000"/>
              <a:gd name="connsiteX136" fmla="*/ 2646245 w 7467600"/>
              <a:gd name="connsiteY136" fmla="*/ 4930999 h 6858000"/>
              <a:gd name="connsiteX137" fmla="*/ 1999243 w 7467600"/>
              <a:gd name="connsiteY137" fmla="*/ 4730524 h 6858000"/>
              <a:gd name="connsiteX138" fmla="*/ 1979527 w 7467600"/>
              <a:gd name="connsiteY138" fmla="*/ 4726651 h 6858000"/>
              <a:gd name="connsiteX139" fmla="*/ 1927410 w 7467600"/>
              <a:gd name="connsiteY139" fmla="*/ 4716164 h 6858000"/>
              <a:gd name="connsiteX140" fmla="*/ 1997014 w 7467600"/>
              <a:gd name="connsiteY140" fmla="*/ 4698007 h 6858000"/>
              <a:gd name="connsiteX141" fmla="*/ 2005458 w 7467600"/>
              <a:gd name="connsiteY141" fmla="*/ 4699540 h 6858000"/>
              <a:gd name="connsiteX142" fmla="*/ 2657186 w 7467600"/>
              <a:gd name="connsiteY142" fmla="*/ 4901687 h 6858000"/>
              <a:gd name="connsiteX143" fmla="*/ 2826662 w 7467600"/>
              <a:gd name="connsiteY143" fmla="*/ 4970362 h 6858000"/>
              <a:gd name="connsiteX144" fmla="*/ 2876100 w 7467600"/>
              <a:gd name="connsiteY144" fmla="*/ 4995397 h 6858000"/>
              <a:gd name="connsiteX145" fmla="*/ 3042600 w 7467600"/>
              <a:gd name="connsiteY145" fmla="*/ 5059532 h 6858000"/>
              <a:gd name="connsiteX146" fmla="*/ 1997014 w 7467600"/>
              <a:gd name="connsiteY146" fmla="*/ 4698007 h 6858000"/>
              <a:gd name="connsiteX147" fmla="*/ 2305292 w 7467600"/>
              <a:gd name="connsiteY147" fmla="*/ 4219492 h 6858000"/>
              <a:gd name="connsiteX148" fmla="*/ 3360922 w 7467600"/>
              <a:gd name="connsiteY148" fmla="*/ 4529373 h 6858000"/>
              <a:gd name="connsiteX149" fmla="*/ 3492420 w 7467600"/>
              <a:gd name="connsiteY149" fmla="*/ 4510145 h 6858000"/>
              <a:gd name="connsiteX150" fmla="*/ 3364086 w 7467600"/>
              <a:gd name="connsiteY150" fmla="*/ 4480340 h 6858000"/>
              <a:gd name="connsiteX151" fmla="*/ 3225818 w 7467600"/>
              <a:gd name="connsiteY151" fmla="*/ 4411822 h 6858000"/>
              <a:gd name="connsiteX152" fmla="*/ 3129696 w 7467600"/>
              <a:gd name="connsiteY152" fmla="*/ 4360704 h 6858000"/>
              <a:gd name="connsiteX153" fmla="*/ 2814545 w 7467600"/>
              <a:gd name="connsiteY153" fmla="*/ 4282955 h 6858000"/>
              <a:gd name="connsiteX154" fmla="*/ 2305292 w 7467600"/>
              <a:gd name="connsiteY154" fmla="*/ 4219492 h 6858000"/>
              <a:gd name="connsiteX155" fmla="*/ 2626982 w 7467600"/>
              <a:gd name="connsiteY155" fmla="*/ 4206450 h 6858000"/>
              <a:gd name="connsiteX156" fmla="*/ 2490617 w 7467600"/>
              <a:gd name="connsiteY156" fmla="*/ 4206951 h 6858000"/>
              <a:gd name="connsiteX157" fmla="*/ 2819869 w 7467600"/>
              <a:gd name="connsiteY157" fmla="*/ 4252936 h 6858000"/>
              <a:gd name="connsiteX158" fmla="*/ 3143018 w 7467600"/>
              <a:gd name="connsiteY158" fmla="*/ 4332698 h 6858000"/>
              <a:gd name="connsiteX159" fmla="*/ 3241520 w 7467600"/>
              <a:gd name="connsiteY159" fmla="*/ 4385112 h 6858000"/>
              <a:gd name="connsiteX160" fmla="*/ 3374575 w 7467600"/>
              <a:gd name="connsiteY160" fmla="*/ 4451517 h 6858000"/>
              <a:gd name="connsiteX161" fmla="*/ 3505221 w 7467600"/>
              <a:gd name="connsiteY161" fmla="*/ 4480757 h 6858000"/>
              <a:gd name="connsiteX162" fmla="*/ 2626982 w 7467600"/>
              <a:gd name="connsiteY162" fmla="*/ 4206450 h 6858000"/>
              <a:gd name="connsiteX163" fmla="*/ 1310106 w 7467600"/>
              <a:gd name="connsiteY163" fmla="*/ 3943217 h 6858000"/>
              <a:gd name="connsiteX164" fmla="*/ 854994 w 7467600"/>
              <a:gd name="connsiteY164" fmla="*/ 4399136 h 6858000"/>
              <a:gd name="connsiteX165" fmla="*/ 742462 w 7467600"/>
              <a:gd name="connsiteY165" fmla="*/ 4594648 h 6858000"/>
              <a:gd name="connsiteX166" fmla="*/ 820602 w 7467600"/>
              <a:gd name="connsiteY166" fmla="*/ 4485915 h 6858000"/>
              <a:gd name="connsiteX167" fmla="*/ 878295 w 7467600"/>
              <a:gd name="connsiteY167" fmla="*/ 4403594 h 6858000"/>
              <a:gd name="connsiteX168" fmla="*/ 1240607 w 7467600"/>
              <a:gd name="connsiteY168" fmla="*/ 4010401 h 6858000"/>
              <a:gd name="connsiteX169" fmla="*/ 1310106 w 7467600"/>
              <a:gd name="connsiteY169" fmla="*/ 3943217 h 6858000"/>
              <a:gd name="connsiteX170" fmla="*/ 1423113 w 7467600"/>
              <a:gd name="connsiteY170" fmla="*/ 3874565 h 6858000"/>
              <a:gd name="connsiteX171" fmla="*/ 1260565 w 7467600"/>
              <a:gd name="connsiteY171" fmla="*/ 4031982 h 6858000"/>
              <a:gd name="connsiteX172" fmla="*/ 901900 w 7467600"/>
              <a:gd name="connsiteY172" fmla="*/ 4421236 h 6858000"/>
              <a:gd name="connsiteX173" fmla="*/ 845044 w 7467600"/>
              <a:gd name="connsiteY173" fmla="*/ 4502436 h 6858000"/>
              <a:gd name="connsiteX174" fmla="*/ 685926 w 7467600"/>
              <a:gd name="connsiteY174" fmla="*/ 4703069 h 6858000"/>
              <a:gd name="connsiteX175" fmla="*/ 684248 w 7467600"/>
              <a:gd name="connsiteY175" fmla="*/ 4706721 h 6858000"/>
              <a:gd name="connsiteX176" fmla="*/ 1423113 w 7467600"/>
              <a:gd name="connsiteY176" fmla="*/ 3874565 h 6858000"/>
              <a:gd name="connsiteX177" fmla="*/ 3316479 w 7467600"/>
              <a:gd name="connsiteY177" fmla="*/ 3872136 h 6858000"/>
              <a:gd name="connsiteX178" fmla="*/ 3546806 w 7467600"/>
              <a:gd name="connsiteY178" fmla="*/ 4356139 h 6858000"/>
              <a:gd name="connsiteX179" fmla="*/ 3364433 w 7467600"/>
              <a:gd name="connsiteY179" fmla="*/ 3953121 h 6858000"/>
              <a:gd name="connsiteX180" fmla="*/ 3316479 w 7467600"/>
              <a:gd name="connsiteY180" fmla="*/ 3872136 h 6858000"/>
              <a:gd name="connsiteX181" fmla="*/ 3291335 w 7467600"/>
              <a:gd name="connsiteY181" fmla="*/ 3767420 h 6858000"/>
              <a:gd name="connsiteX182" fmla="*/ 3390805 w 7467600"/>
              <a:gd name="connsiteY182" fmla="*/ 3937163 h 6858000"/>
              <a:gd name="connsiteX183" fmla="*/ 3579062 w 7467600"/>
              <a:gd name="connsiteY183" fmla="*/ 4359040 h 6858000"/>
              <a:gd name="connsiteX184" fmla="*/ 3467355 w 7467600"/>
              <a:gd name="connsiteY184" fmla="*/ 3988130 h 6858000"/>
              <a:gd name="connsiteX185" fmla="*/ 3310753 w 7467600"/>
              <a:gd name="connsiteY185" fmla="*/ 3787140 h 6858000"/>
              <a:gd name="connsiteX186" fmla="*/ 3291335 w 7467600"/>
              <a:gd name="connsiteY186" fmla="*/ 3767420 h 6858000"/>
              <a:gd name="connsiteX187" fmla="*/ 1635889 w 7467600"/>
              <a:gd name="connsiteY187" fmla="*/ 3709494 h 6858000"/>
              <a:gd name="connsiteX188" fmla="*/ 1634800 w 7467600"/>
              <a:gd name="connsiteY188" fmla="*/ 3731111 h 6858000"/>
              <a:gd name="connsiteX189" fmla="*/ 1635889 w 7467600"/>
              <a:gd name="connsiteY189" fmla="*/ 3709494 h 6858000"/>
              <a:gd name="connsiteX190" fmla="*/ 1510397 w 7467600"/>
              <a:gd name="connsiteY190" fmla="*/ 3684705 h 6858000"/>
              <a:gd name="connsiteX191" fmla="*/ 1146550 w 7467600"/>
              <a:gd name="connsiteY191" fmla="*/ 3802012 h 6858000"/>
              <a:gd name="connsiteX192" fmla="*/ 698834 w 7467600"/>
              <a:gd name="connsiteY192" fmla="*/ 3952272 h 6858000"/>
              <a:gd name="connsiteX193" fmla="*/ 34256 w 7467600"/>
              <a:gd name="connsiteY193" fmla="*/ 4347603 h 6858000"/>
              <a:gd name="connsiteX194" fmla="*/ 527241 w 7467600"/>
              <a:gd name="connsiteY194" fmla="*/ 4065078 h 6858000"/>
              <a:gd name="connsiteX195" fmla="*/ 1510397 w 7467600"/>
              <a:gd name="connsiteY195" fmla="*/ 3684705 h 6858000"/>
              <a:gd name="connsiteX196" fmla="*/ 1313114 w 7467600"/>
              <a:gd name="connsiteY196" fmla="*/ 3655216 h 6858000"/>
              <a:gd name="connsiteX197" fmla="*/ 1109304 w 7467600"/>
              <a:gd name="connsiteY197" fmla="*/ 3669030 h 6858000"/>
              <a:gd name="connsiteX198" fmla="*/ 8129 w 7467600"/>
              <a:gd name="connsiteY198" fmla="*/ 4330519 h 6858000"/>
              <a:gd name="connsiteX199" fmla="*/ 687572 w 7467600"/>
              <a:gd name="connsiteY199" fmla="*/ 3925629 h 6858000"/>
              <a:gd name="connsiteX200" fmla="*/ 1138365 w 7467600"/>
              <a:gd name="connsiteY200" fmla="*/ 3774515 h 6858000"/>
              <a:gd name="connsiteX201" fmla="*/ 1505579 w 7467600"/>
              <a:gd name="connsiteY201" fmla="*/ 3655526 h 6858000"/>
              <a:gd name="connsiteX202" fmla="*/ 1313114 w 7467600"/>
              <a:gd name="connsiteY202" fmla="*/ 3655216 h 6858000"/>
              <a:gd name="connsiteX203" fmla="*/ 3655073 w 7467600"/>
              <a:gd name="connsiteY203" fmla="*/ 3650884 h 6858000"/>
              <a:gd name="connsiteX204" fmla="*/ 3989938 w 7467600"/>
              <a:gd name="connsiteY204" fmla="*/ 3991685 h 6858000"/>
              <a:gd name="connsiteX205" fmla="*/ 4393907 w 7467600"/>
              <a:gd name="connsiteY205" fmla="*/ 4261258 h 6858000"/>
              <a:gd name="connsiteX206" fmla="*/ 4648051 w 7467600"/>
              <a:gd name="connsiteY206" fmla="*/ 4374051 h 6858000"/>
              <a:gd name="connsiteX207" fmla="*/ 4383389 w 7467600"/>
              <a:gd name="connsiteY207" fmla="*/ 4184369 h 6858000"/>
              <a:gd name="connsiteX208" fmla="*/ 4165508 w 7467600"/>
              <a:gd name="connsiteY208" fmla="*/ 4035196 h 6858000"/>
              <a:gd name="connsiteX209" fmla="*/ 4068162 w 7467600"/>
              <a:gd name="connsiteY209" fmla="*/ 3953394 h 6858000"/>
              <a:gd name="connsiteX210" fmla="*/ 3981416 w 7467600"/>
              <a:gd name="connsiteY210" fmla="*/ 3880482 h 6858000"/>
              <a:gd name="connsiteX211" fmla="*/ 3800147 w 7467600"/>
              <a:gd name="connsiteY211" fmla="*/ 3749872 h 6858000"/>
              <a:gd name="connsiteX212" fmla="*/ 3655073 w 7467600"/>
              <a:gd name="connsiteY212" fmla="*/ 3650884 h 6858000"/>
              <a:gd name="connsiteX213" fmla="*/ 3670252 w 7467600"/>
              <a:gd name="connsiteY213" fmla="*/ 3622798 h 6858000"/>
              <a:gd name="connsiteX214" fmla="*/ 3817258 w 7467600"/>
              <a:gd name="connsiteY214" fmla="*/ 3723577 h 6858000"/>
              <a:gd name="connsiteX215" fmla="*/ 4000461 w 7467600"/>
              <a:gd name="connsiteY215" fmla="*/ 3855966 h 6858000"/>
              <a:gd name="connsiteX216" fmla="*/ 4088180 w 7467600"/>
              <a:gd name="connsiteY216" fmla="*/ 3929774 h 6858000"/>
              <a:gd name="connsiteX217" fmla="*/ 4184555 w 7467600"/>
              <a:gd name="connsiteY217" fmla="*/ 4010683 h 6858000"/>
              <a:gd name="connsiteX218" fmla="*/ 4399563 w 7467600"/>
              <a:gd name="connsiteY218" fmla="*/ 4158106 h 6858000"/>
              <a:gd name="connsiteX219" fmla="*/ 4684469 w 7467600"/>
              <a:gd name="connsiteY219" fmla="*/ 4364680 h 6858000"/>
              <a:gd name="connsiteX220" fmla="*/ 4690271 w 7467600"/>
              <a:gd name="connsiteY220" fmla="*/ 4370034 h 6858000"/>
              <a:gd name="connsiteX221" fmla="*/ 4136093 w 7467600"/>
              <a:gd name="connsiteY221" fmla="*/ 3858466 h 6858000"/>
              <a:gd name="connsiteX222" fmla="*/ 3670252 w 7467600"/>
              <a:gd name="connsiteY222" fmla="*/ 3622798 h 6858000"/>
              <a:gd name="connsiteX223" fmla="*/ 4440129 w 7467600"/>
              <a:gd name="connsiteY223" fmla="*/ 3448571 h 6858000"/>
              <a:gd name="connsiteX224" fmla="*/ 4856525 w 7467600"/>
              <a:gd name="connsiteY224" fmla="*/ 3915351 h 6858000"/>
              <a:gd name="connsiteX225" fmla="*/ 5059055 w 7467600"/>
              <a:gd name="connsiteY225" fmla="*/ 4108918 h 6858000"/>
              <a:gd name="connsiteX226" fmla="*/ 5290070 w 7467600"/>
              <a:gd name="connsiteY226" fmla="*/ 4263619 h 6858000"/>
              <a:gd name="connsiteX227" fmla="*/ 4834991 w 7467600"/>
              <a:gd name="connsiteY227" fmla="*/ 3830985 h 6858000"/>
              <a:gd name="connsiteX228" fmla="*/ 4440129 w 7467600"/>
              <a:gd name="connsiteY228" fmla="*/ 3448571 h 6858000"/>
              <a:gd name="connsiteX229" fmla="*/ 4441737 w 7467600"/>
              <a:gd name="connsiteY229" fmla="*/ 3399734 h 6858000"/>
              <a:gd name="connsiteX230" fmla="*/ 4431236 w 7467600"/>
              <a:gd name="connsiteY230" fmla="*/ 3400954 h 6858000"/>
              <a:gd name="connsiteX231" fmla="*/ 4557150 w 7467600"/>
              <a:gd name="connsiteY231" fmla="*/ 3510023 h 6858000"/>
              <a:gd name="connsiteX232" fmla="*/ 4856936 w 7467600"/>
              <a:gd name="connsiteY232" fmla="*/ 3809146 h 6858000"/>
              <a:gd name="connsiteX233" fmla="*/ 5111996 w 7467600"/>
              <a:gd name="connsiteY233" fmla="*/ 4065759 h 6858000"/>
              <a:gd name="connsiteX234" fmla="*/ 5388878 w 7467600"/>
              <a:gd name="connsiteY234" fmla="*/ 4300185 h 6858000"/>
              <a:gd name="connsiteX235" fmla="*/ 5425556 w 7467600"/>
              <a:gd name="connsiteY235" fmla="*/ 4308967 h 6858000"/>
              <a:gd name="connsiteX236" fmla="*/ 4943646 w 7467600"/>
              <a:gd name="connsiteY236" fmla="*/ 3822916 h 6858000"/>
              <a:gd name="connsiteX237" fmla="*/ 4594837 w 7467600"/>
              <a:gd name="connsiteY237" fmla="*/ 3532274 h 6858000"/>
              <a:gd name="connsiteX238" fmla="*/ 4441737 w 7467600"/>
              <a:gd name="connsiteY238" fmla="*/ 3399734 h 6858000"/>
              <a:gd name="connsiteX239" fmla="*/ 5425834 w 7467600"/>
              <a:gd name="connsiteY239" fmla="*/ 3162785 h 6858000"/>
              <a:gd name="connsiteX240" fmla="*/ 5401644 w 7467600"/>
              <a:gd name="connsiteY240" fmla="*/ 3617847 h 6858000"/>
              <a:gd name="connsiteX241" fmla="*/ 5467256 w 7467600"/>
              <a:gd name="connsiteY241" fmla="*/ 4175494 h 6858000"/>
              <a:gd name="connsiteX242" fmla="*/ 5448069 w 7467600"/>
              <a:gd name="connsiteY242" fmla="*/ 3567554 h 6858000"/>
              <a:gd name="connsiteX243" fmla="*/ 5425834 w 7467600"/>
              <a:gd name="connsiteY243" fmla="*/ 3162785 h 6858000"/>
              <a:gd name="connsiteX244" fmla="*/ 1318687 w 7467600"/>
              <a:gd name="connsiteY244" fmla="*/ 3113840 h 6858000"/>
              <a:gd name="connsiteX245" fmla="*/ 1066793 w 7467600"/>
              <a:gd name="connsiteY245" fmla="*/ 3212171 h 6858000"/>
              <a:gd name="connsiteX246" fmla="*/ 993319 w 7467600"/>
              <a:gd name="connsiteY246" fmla="*/ 3247648 h 6858000"/>
              <a:gd name="connsiteX247" fmla="*/ 853081 w 7467600"/>
              <a:gd name="connsiteY247" fmla="*/ 3312410 h 6858000"/>
              <a:gd name="connsiteX248" fmla="*/ 805957 w 7467600"/>
              <a:gd name="connsiteY248" fmla="*/ 3330443 h 6858000"/>
              <a:gd name="connsiteX249" fmla="*/ 1318687 w 7467600"/>
              <a:gd name="connsiteY249" fmla="*/ 3113840 h 6858000"/>
              <a:gd name="connsiteX250" fmla="*/ 5453702 w 7467600"/>
              <a:gd name="connsiteY250" fmla="*/ 3090882 h 6858000"/>
              <a:gd name="connsiteX251" fmla="*/ 5480135 w 7467600"/>
              <a:gd name="connsiteY251" fmla="*/ 3565802 h 6858000"/>
              <a:gd name="connsiteX252" fmla="*/ 5499023 w 7467600"/>
              <a:gd name="connsiteY252" fmla="*/ 4166310 h 6858000"/>
              <a:gd name="connsiteX253" fmla="*/ 5547022 w 7467600"/>
              <a:gd name="connsiteY253" fmla="*/ 3607838 h 6858000"/>
              <a:gd name="connsiteX254" fmla="*/ 5515964 w 7467600"/>
              <a:gd name="connsiteY254" fmla="*/ 3378541 h 6858000"/>
              <a:gd name="connsiteX255" fmla="*/ 5453702 w 7467600"/>
              <a:gd name="connsiteY255" fmla="*/ 3090882 h 6858000"/>
              <a:gd name="connsiteX256" fmla="*/ 1238695 w 7467600"/>
              <a:gd name="connsiteY256" fmla="*/ 3076820 h 6858000"/>
              <a:gd name="connsiteX257" fmla="*/ 716371 w 7467600"/>
              <a:gd name="connsiteY257" fmla="*/ 3293249 h 6858000"/>
              <a:gd name="connsiteX258" fmla="*/ 579522 w 7467600"/>
              <a:gd name="connsiteY258" fmla="*/ 3371759 h 6858000"/>
              <a:gd name="connsiteX259" fmla="*/ 600288 w 7467600"/>
              <a:gd name="connsiteY259" fmla="*/ 3365555 h 6858000"/>
              <a:gd name="connsiteX260" fmla="*/ 840692 w 7467600"/>
              <a:gd name="connsiteY260" fmla="*/ 3284921 h 6858000"/>
              <a:gd name="connsiteX261" fmla="*/ 979248 w 7467600"/>
              <a:gd name="connsiteY261" fmla="*/ 3221003 h 6858000"/>
              <a:gd name="connsiteX262" fmla="*/ 1053282 w 7467600"/>
              <a:gd name="connsiteY262" fmla="*/ 3185247 h 6858000"/>
              <a:gd name="connsiteX263" fmla="*/ 1320603 w 7467600"/>
              <a:gd name="connsiteY263" fmla="*/ 3081281 h 6858000"/>
              <a:gd name="connsiteX264" fmla="*/ 1238695 w 7467600"/>
              <a:gd name="connsiteY264" fmla="*/ 3076820 h 6858000"/>
              <a:gd name="connsiteX265" fmla="*/ 5425627 w 7467600"/>
              <a:gd name="connsiteY265" fmla="*/ 2954192 h 6858000"/>
              <a:gd name="connsiteX266" fmla="*/ 5470770 w 7467600"/>
              <a:gd name="connsiteY266" fmla="*/ 3005435 h 6858000"/>
              <a:gd name="connsiteX267" fmla="*/ 5519779 w 7467600"/>
              <a:gd name="connsiteY267" fmla="*/ 4359223 h 6858000"/>
              <a:gd name="connsiteX268" fmla="*/ 5520293 w 7467600"/>
              <a:gd name="connsiteY268" fmla="*/ 4360602 h 6858000"/>
              <a:gd name="connsiteX269" fmla="*/ 5767221 w 7467600"/>
              <a:gd name="connsiteY269" fmla="*/ 4665564 h 6858000"/>
              <a:gd name="connsiteX270" fmla="*/ 6937169 w 7467600"/>
              <a:gd name="connsiteY270" fmla="*/ 4815941 h 6858000"/>
              <a:gd name="connsiteX271" fmla="*/ 6953922 w 7467600"/>
              <a:gd name="connsiteY271" fmla="*/ 4890068 h 6858000"/>
              <a:gd name="connsiteX272" fmla="*/ 6071359 w 7467600"/>
              <a:gd name="connsiteY272" fmla="*/ 4770770 h 6858000"/>
              <a:gd name="connsiteX273" fmla="*/ 6038839 w 7467600"/>
              <a:gd name="connsiteY273" fmla="*/ 4764474 h 6858000"/>
              <a:gd name="connsiteX274" fmla="*/ 6038706 w 7467600"/>
              <a:gd name="connsiteY274" fmla="*/ 4763847 h 6858000"/>
              <a:gd name="connsiteX275" fmla="*/ 6037784 w 7467600"/>
              <a:gd name="connsiteY275" fmla="*/ 4764270 h 6858000"/>
              <a:gd name="connsiteX276" fmla="*/ 6038839 w 7467600"/>
              <a:gd name="connsiteY276" fmla="*/ 4764474 h 6858000"/>
              <a:gd name="connsiteX277" fmla="*/ 6040338 w 7467600"/>
              <a:gd name="connsiteY277" fmla="*/ 4771418 h 6858000"/>
              <a:gd name="connsiteX278" fmla="*/ 6024488 w 7467600"/>
              <a:gd name="connsiteY278" fmla="*/ 4809903 h 6858000"/>
              <a:gd name="connsiteX279" fmla="*/ 5599771 w 7467600"/>
              <a:gd name="connsiteY279" fmla="*/ 5509652 h 6858000"/>
              <a:gd name="connsiteX280" fmla="*/ 5548843 w 7467600"/>
              <a:gd name="connsiteY280" fmla="*/ 5563845 h 6858000"/>
              <a:gd name="connsiteX281" fmla="*/ 5940952 w 7467600"/>
              <a:gd name="connsiteY281" fmla="*/ 6250028 h 6858000"/>
              <a:gd name="connsiteX282" fmla="*/ 6043441 w 7467600"/>
              <a:gd name="connsiteY282" fmla="*/ 6665847 h 6858000"/>
              <a:gd name="connsiteX283" fmla="*/ 6093432 w 7467600"/>
              <a:gd name="connsiteY283" fmla="*/ 6858000 h 6858000"/>
              <a:gd name="connsiteX284" fmla="*/ 6034344 w 7467600"/>
              <a:gd name="connsiteY284" fmla="*/ 6858000 h 6858000"/>
              <a:gd name="connsiteX285" fmla="*/ 6026679 w 7467600"/>
              <a:gd name="connsiteY285" fmla="*/ 6836959 h 6858000"/>
              <a:gd name="connsiteX286" fmla="*/ 5800441 w 7467600"/>
              <a:gd name="connsiteY286" fmla="*/ 6335286 h 6858000"/>
              <a:gd name="connsiteX287" fmla="*/ 5526562 w 7467600"/>
              <a:gd name="connsiteY287" fmla="*/ 5705388 h 6858000"/>
              <a:gd name="connsiteX288" fmla="*/ 5519640 w 7467600"/>
              <a:gd name="connsiteY288" fmla="*/ 5683774 h 6858000"/>
              <a:gd name="connsiteX289" fmla="*/ 5844559 w 7467600"/>
              <a:gd name="connsiteY289" fmla="*/ 6553349 h 6858000"/>
              <a:gd name="connsiteX290" fmla="*/ 5975994 w 7467600"/>
              <a:gd name="connsiteY290" fmla="*/ 6858000 h 6858000"/>
              <a:gd name="connsiteX291" fmla="*/ 5898547 w 7467600"/>
              <a:gd name="connsiteY291" fmla="*/ 6858000 h 6858000"/>
              <a:gd name="connsiteX292" fmla="*/ 5682041 w 7467600"/>
              <a:gd name="connsiteY292" fmla="*/ 6355860 h 6858000"/>
              <a:gd name="connsiteX293" fmla="*/ 5461758 w 7467600"/>
              <a:gd name="connsiteY293" fmla="*/ 5820220 h 6858000"/>
              <a:gd name="connsiteX294" fmla="*/ 5237282 w 7467600"/>
              <a:gd name="connsiteY294" fmla="*/ 6579086 h 6858000"/>
              <a:gd name="connsiteX295" fmla="*/ 5115009 w 7467600"/>
              <a:gd name="connsiteY295" fmla="*/ 6858000 h 6858000"/>
              <a:gd name="connsiteX296" fmla="*/ 5028074 w 7467600"/>
              <a:gd name="connsiteY296" fmla="*/ 6858000 h 6858000"/>
              <a:gd name="connsiteX297" fmla="*/ 5079508 w 7467600"/>
              <a:gd name="connsiteY297" fmla="*/ 6749074 h 6858000"/>
              <a:gd name="connsiteX298" fmla="*/ 5371846 w 7467600"/>
              <a:gd name="connsiteY298" fmla="*/ 5924413 h 6858000"/>
              <a:gd name="connsiteX299" fmla="*/ 5270512 w 7467600"/>
              <a:gd name="connsiteY299" fmla="*/ 6138975 h 6858000"/>
              <a:gd name="connsiteX300" fmla="*/ 5062409 w 7467600"/>
              <a:gd name="connsiteY300" fmla="*/ 6653544 h 6858000"/>
              <a:gd name="connsiteX301" fmla="*/ 5036628 w 7467600"/>
              <a:gd name="connsiteY301" fmla="*/ 6754247 h 6858000"/>
              <a:gd name="connsiteX302" fmla="*/ 5009112 w 7467600"/>
              <a:gd name="connsiteY302" fmla="*/ 6858000 h 6858000"/>
              <a:gd name="connsiteX303" fmla="*/ 4976679 w 7467600"/>
              <a:gd name="connsiteY303" fmla="*/ 6858000 h 6858000"/>
              <a:gd name="connsiteX304" fmla="*/ 5006537 w 7467600"/>
              <a:gd name="connsiteY304" fmla="*/ 6747068 h 6858000"/>
              <a:gd name="connsiteX305" fmla="*/ 5032723 w 7467600"/>
              <a:gd name="connsiteY305" fmla="*/ 6644957 h 6858000"/>
              <a:gd name="connsiteX306" fmla="*/ 5242949 w 7467600"/>
              <a:gd name="connsiteY306" fmla="*/ 6125175 h 6858000"/>
              <a:gd name="connsiteX307" fmla="*/ 5286321 w 7467600"/>
              <a:gd name="connsiteY307" fmla="*/ 6033555 h 6858000"/>
              <a:gd name="connsiteX308" fmla="*/ 5008210 w 7467600"/>
              <a:gd name="connsiteY308" fmla="*/ 6649194 h 6858000"/>
              <a:gd name="connsiteX309" fmla="*/ 4986321 w 7467600"/>
              <a:gd name="connsiteY309" fmla="*/ 6765687 h 6858000"/>
              <a:gd name="connsiteX310" fmla="*/ 4973474 w 7467600"/>
              <a:gd name="connsiteY310" fmla="*/ 6858000 h 6858000"/>
              <a:gd name="connsiteX311" fmla="*/ 4907178 w 7467600"/>
              <a:gd name="connsiteY311" fmla="*/ 6858000 h 6858000"/>
              <a:gd name="connsiteX312" fmla="*/ 4910810 w 7467600"/>
              <a:gd name="connsiteY312" fmla="*/ 6829660 h 6858000"/>
              <a:gd name="connsiteX313" fmla="*/ 4987461 w 7467600"/>
              <a:gd name="connsiteY313" fmla="*/ 6432994 h 6858000"/>
              <a:gd name="connsiteX314" fmla="*/ 5179262 w 7467600"/>
              <a:gd name="connsiteY314" fmla="*/ 6035044 h 6858000"/>
              <a:gd name="connsiteX315" fmla="*/ 4689678 w 7467600"/>
              <a:gd name="connsiteY315" fmla="*/ 6440241 h 6858000"/>
              <a:gd name="connsiteX316" fmla="*/ 4477543 w 7467600"/>
              <a:gd name="connsiteY316" fmla="*/ 6674836 h 6858000"/>
              <a:gd name="connsiteX317" fmla="*/ 4329957 w 7467600"/>
              <a:gd name="connsiteY317" fmla="*/ 6858000 h 6858000"/>
              <a:gd name="connsiteX318" fmla="*/ 4218595 w 7467600"/>
              <a:gd name="connsiteY318" fmla="*/ 6858000 h 6858000"/>
              <a:gd name="connsiteX319" fmla="*/ 4368888 w 7467600"/>
              <a:gd name="connsiteY319" fmla="*/ 6668412 h 6858000"/>
              <a:gd name="connsiteX320" fmla="*/ 4563091 w 7467600"/>
              <a:gd name="connsiteY320" fmla="*/ 6442508 h 6858000"/>
              <a:gd name="connsiteX321" fmla="*/ 5387324 w 7467600"/>
              <a:gd name="connsiteY321" fmla="*/ 5705830 h 6858000"/>
              <a:gd name="connsiteX322" fmla="*/ 5073620 w 7467600"/>
              <a:gd name="connsiteY322" fmla="*/ 5955437 h 6858000"/>
              <a:gd name="connsiteX323" fmla="*/ 4689789 w 7467600"/>
              <a:gd name="connsiteY323" fmla="*/ 6268382 h 6858000"/>
              <a:gd name="connsiteX324" fmla="*/ 4418722 w 7467600"/>
              <a:gd name="connsiteY324" fmla="*/ 6570886 h 6858000"/>
              <a:gd name="connsiteX325" fmla="*/ 4214944 w 7467600"/>
              <a:gd name="connsiteY325" fmla="*/ 6858000 h 6858000"/>
              <a:gd name="connsiteX326" fmla="*/ 4177898 w 7467600"/>
              <a:gd name="connsiteY326" fmla="*/ 6858000 h 6858000"/>
              <a:gd name="connsiteX327" fmla="*/ 4391597 w 7467600"/>
              <a:gd name="connsiteY327" fmla="*/ 6556370 h 6858000"/>
              <a:gd name="connsiteX328" fmla="*/ 4668889 w 7467600"/>
              <a:gd name="connsiteY328" fmla="*/ 6246399 h 6858000"/>
              <a:gd name="connsiteX329" fmla="*/ 5055427 w 7467600"/>
              <a:gd name="connsiteY329" fmla="*/ 5931476 h 6858000"/>
              <a:gd name="connsiteX330" fmla="*/ 5371814 w 7467600"/>
              <a:gd name="connsiteY330" fmla="*/ 5678975 h 6858000"/>
              <a:gd name="connsiteX331" fmla="*/ 4987918 w 7467600"/>
              <a:gd name="connsiteY331" fmla="*/ 5838701 h 6858000"/>
              <a:gd name="connsiteX332" fmla="*/ 4317146 w 7467600"/>
              <a:gd name="connsiteY332" fmla="*/ 6587716 h 6858000"/>
              <a:gd name="connsiteX333" fmla="*/ 4171627 w 7467600"/>
              <a:gd name="connsiteY333" fmla="*/ 6858000 h 6858000"/>
              <a:gd name="connsiteX334" fmla="*/ 4081585 w 7467600"/>
              <a:gd name="connsiteY334" fmla="*/ 6858000 h 6858000"/>
              <a:gd name="connsiteX335" fmla="*/ 4238603 w 7467600"/>
              <a:gd name="connsiteY335" fmla="*/ 6559341 h 6858000"/>
              <a:gd name="connsiteX336" fmla="*/ 4778333 w 7467600"/>
              <a:gd name="connsiteY336" fmla="*/ 5873626 h 6858000"/>
              <a:gd name="connsiteX337" fmla="*/ 5414185 w 7467600"/>
              <a:gd name="connsiteY337" fmla="*/ 5573882 h 6858000"/>
              <a:gd name="connsiteX338" fmla="*/ 5959648 w 7467600"/>
              <a:gd name="connsiteY338" fmla="*/ 4760797 h 6858000"/>
              <a:gd name="connsiteX339" fmla="*/ 5355019 w 7467600"/>
              <a:gd name="connsiteY339" fmla="*/ 4734672 h 6858000"/>
              <a:gd name="connsiteX340" fmla="*/ 5083565 w 7467600"/>
              <a:gd name="connsiteY340" fmla="*/ 5179121 h 6858000"/>
              <a:gd name="connsiteX341" fmla="*/ 4713577 w 7467600"/>
              <a:gd name="connsiteY341" fmla="*/ 5616803 h 6858000"/>
              <a:gd name="connsiteX342" fmla="*/ 3989559 w 7467600"/>
              <a:gd name="connsiteY342" fmla="*/ 6145945 h 6858000"/>
              <a:gd name="connsiteX343" fmla="*/ 3939824 w 7467600"/>
              <a:gd name="connsiteY343" fmla="*/ 6066900 h 6858000"/>
              <a:gd name="connsiteX344" fmla="*/ 4584537 w 7467600"/>
              <a:gd name="connsiteY344" fmla="*/ 5324826 h 6858000"/>
              <a:gd name="connsiteX345" fmla="*/ 5037105 w 7467600"/>
              <a:gd name="connsiteY345" fmla="*/ 5088765 h 6858000"/>
              <a:gd name="connsiteX346" fmla="*/ 5039930 w 7467600"/>
              <a:gd name="connsiteY346" fmla="*/ 5089585 h 6858000"/>
              <a:gd name="connsiteX347" fmla="*/ 5263764 w 7467600"/>
              <a:gd name="connsiteY347" fmla="*/ 4735525 h 6858000"/>
              <a:gd name="connsiteX348" fmla="*/ 4086300 w 7467600"/>
              <a:gd name="connsiteY348" fmla="*/ 4884599 h 6858000"/>
              <a:gd name="connsiteX349" fmla="*/ 4085485 w 7467600"/>
              <a:gd name="connsiteY349" fmla="*/ 4899070 h 6858000"/>
              <a:gd name="connsiteX350" fmla="*/ 3871915 w 7467600"/>
              <a:gd name="connsiteY350" fmla="*/ 5253645 h 6858000"/>
              <a:gd name="connsiteX351" fmla="*/ 3799374 w 7467600"/>
              <a:gd name="connsiteY351" fmla="*/ 5466127 h 6858000"/>
              <a:gd name="connsiteX352" fmla="*/ 3498850 w 7467600"/>
              <a:gd name="connsiteY352" fmla="*/ 6661888 h 6858000"/>
              <a:gd name="connsiteX353" fmla="*/ 3399216 w 7467600"/>
              <a:gd name="connsiteY353" fmla="*/ 6858000 h 6858000"/>
              <a:gd name="connsiteX354" fmla="*/ 3303688 w 7467600"/>
              <a:gd name="connsiteY354" fmla="*/ 6858000 h 6858000"/>
              <a:gd name="connsiteX355" fmla="*/ 3391774 w 7467600"/>
              <a:gd name="connsiteY355" fmla="*/ 6697181 h 6858000"/>
              <a:gd name="connsiteX356" fmla="*/ 3735540 w 7467600"/>
              <a:gd name="connsiteY356" fmla="*/ 5546923 h 6858000"/>
              <a:gd name="connsiteX357" fmla="*/ 3729438 w 7467600"/>
              <a:gd name="connsiteY357" fmla="*/ 5569058 h 6858000"/>
              <a:gd name="connsiteX358" fmla="*/ 3707782 w 7467600"/>
              <a:gd name="connsiteY358" fmla="*/ 5644908 h 6858000"/>
              <a:gd name="connsiteX359" fmla="*/ 3583827 w 7467600"/>
              <a:gd name="connsiteY359" fmla="*/ 6039215 h 6858000"/>
              <a:gd name="connsiteX360" fmla="*/ 3547861 w 7467600"/>
              <a:gd name="connsiteY360" fmla="*/ 6129609 h 6858000"/>
              <a:gd name="connsiteX361" fmla="*/ 3490905 w 7467600"/>
              <a:gd name="connsiteY361" fmla="*/ 6277660 h 6858000"/>
              <a:gd name="connsiteX362" fmla="*/ 3455859 w 7467600"/>
              <a:gd name="connsiteY362" fmla="*/ 6391301 h 6858000"/>
              <a:gd name="connsiteX363" fmla="*/ 3429112 w 7467600"/>
              <a:gd name="connsiteY363" fmla="*/ 6479469 h 6858000"/>
              <a:gd name="connsiteX364" fmla="*/ 3304862 w 7467600"/>
              <a:gd name="connsiteY364" fmla="*/ 6796476 h 6858000"/>
              <a:gd name="connsiteX365" fmla="*/ 3276071 w 7467600"/>
              <a:gd name="connsiteY365" fmla="*/ 6858000 h 6858000"/>
              <a:gd name="connsiteX366" fmla="*/ 3240805 w 7467600"/>
              <a:gd name="connsiteY366" fmla="*/ 6858000 h 6858000"/>
              <a:gd name="connsiteX367" fmla="*/ 3275917 w 7467600"/>
              <a:gd name="connsiteY367" fmla="*/ 6783192 h 6858000"/>
              <a:gd name="connsiteX368" fmla="*/ 3399358 w 7467600"/>
              <a:gd name="connsiteY368" fmla="*/ 6469011 h 6858000"/>
              <a:gd name="connsiteX369" fmla="*/ 3425650 w 7467600"/>
              <a:gd name="connsiteY369" fmla="*/ 6381333 h 6858000"/>
              <a:gd name="connsiteX370" fmla="*/ 3460661 w 7467600"/>
              <a:gd name="connsiteY370" fmla="*/ 6266763 h 6858000"/>
              <a:gd name="connsiteX371" fmla="*/ 3518021 w 7467600"/>
              <a:gd name="connsiteY371" fmla="*/ 6117298 h 6858000"/>
              <a:gd name="connsiteX372" fmla="*/ 3554035 w 7467600"/>
              <a:gd name="connsiteY372" fmla="*/ 6027832 h 6858000"/>
              <a:gd name="connsiteX373" fmla="*/ 3677174 w 7467600"/>
              <a:gd name="connsiteY373" fmla="*/ 5636351 h 6858000"/>
              <a:gd name="connsiteX374" fmla="*/ 3698819 w 7467600"/>
              <a:gd name="connsiteY374" fmla="*/ 5560503 h 6858000"/>
              <a:gd name="connsiteX375" fmla="*/ 3702094 w 7467600"/>
              <a:gd name="connsiteY375" fmla="*/ 5549194 h 6858000"/>
              <a:gd name="connsiteX376" fmla="*/ 3398355 w 7467600"/>
              <a:gd name="connsiteY376" fmla="*/ 6094603 h 6858000"/>
              <a:gd name="connsiteX377" fmla="*/ 3193941 w 7467600"/>
              <a:gd name="connsiteY377" fmla="*/ 6798775 h 6858000"/>
              <a:gd name="connsiteX378" fmla="*/ 3184140 w 7467600"/>
              <a:gd name="connsiteY378" fmla="*/ 6858000 h 6858000"/>
              <a:gd name="connsiteX379" fmla="*/ 3099978 w 7467600"/>
              <a:gd name="connsiteY379" fmla="*/ 6858000 h 6858000"/>
              <a:gd name="connsiteX380" fmla="*/ 3101556 w 7467600"/>
              <a:gd name="connsiteY380" fmla="*/ 6843337 h 6858000"/>
              <a:gd name="connsiteX381" fmla="*/ 3370162 w 7467600"/>
              <a:gd name="connsiteY381" fmla="*/ 5785550 h 6858000"/>
              <a:gd name="connsiteX382" fmla="*/ 3746477 w 7467600"/>
              <a:gd name="connsiteY382" fmla="*/ 5377889 h 6858000"/>
              <a:gd name="connsiteX383" fmla="*/ 3863399 w 7467600"/>
              <a:gd name="connsiteY383" fmla="*/ 5087257 h 6858000"/>
              <a:gd name="connsiteX384" fmla="*/ 3968712 w 7467600"/>
              <a:gd name="connsiteY384" fmla="*/ 4913989 h 6858000"/>
              <a:gd name="connsiteX385" fmla="*/ 2792390 w 7467600"/>
              <a:gd name="connsiteY385" fmla="*/ 5382974 h 6858000"/>
              <a:gd name="connsiteX386" fmla="*/ 2714982 w 7467600"/>
              <a:gd name="connsiteY386" fmla="*/ 5427051 h 6858000"/>
              <a:gd name="connsiteX387" fmla="*/ 2813361 w 7467600"/>
              <a:gd name="connsiteY387" fmla="*/ 6023912 h 6858000"/>
              <a:gd name="connsiteX388" fmla="*/ 2688430 w 7467600"/>
              <a:gd name="connsiteY388" fmla="*/ 6801564 h 6858000"/>
              <a:gd name="connsiteX389" fmla="*/ 2629626 w 7467600"/>
              <a:gd name="connsiteY389" fmla="*/ 6763394 h 6858000"/>
              <a:gd name="connsiteX390" fmla="*/ 2565328 w 7467600"/>
              <a:gd name="connsiteY390" fmla="*/ 5516399 h 6858000"/>
              <a:gd name="connsiteX391" fmla="*/ 1922999 w 7467600"/>
              <a:gd name="connsiteY391" fmla="*/ 5980343 h 6858000"/>
              <a:gd name="connsiteX392" fmla="*/ 1950261 w 7467600"/>
              <a:gd name="connsiteY392" fmla="*/ 6405858 h 6858000"/>
              <a:gd name="connsiteX393" fmla="*/ 2365554 w 7467600"/>
              <a:gd name="connsiteY393" fmla="*/ 6759107 h 6858000"/>
              <a:gd name="connsiteX394" fmla="*/ 2424142 w 7467600"/>
              <a:gd name="connsiteY394" fmla="*/ 6858000 h 6858000"/>
              <a:gd name="connsiteX395" fmla="*/ 2395994 w 7467600"/>
              <a:gd name="connsiteY395" fmla="*/ 6858000 h 6858000"/>
              <a:gd name="connsiteX396" fmla="*/ 2392863 w 7467600"/>
              <a:gd name="connsiteY396" fmla="*/ 6852964 h 6858000"/>
              <a:gd name="connsiteX397" fmla="*/ 2017589 w 7467600"/>
              <a:gd name="connsiteY397" fmla="*/ 6493982 h 6858000"/>
              <a:gd name="connsiteX398" fmla="*/ 2147336 w 7467600"/>
              <a:gd name="connsiteY398" fmla="*/ 6594052 h 6858000"/>
              <a:gd name="connsiteX399" fmla="*/ 2207047 w 7467600"/>
              <a:gd name="connsiteY399" fmla="*/ 6654540 h 6858000"/>
              <a:gd name="connsiteX400" fmla="*/ 2299106 w 7467600"/>
              <a:gd name="connsiteY400" fmla="*/ 6778931 h 6858000"/>
              <a:gd name="connsiteX401" fmla="*/ 2314430 w 7467600"/>
              <a:gd name="connsiteY401" fmla="*/ 6801144 h 6858000"/>
              <a:gd name="connsiteX402" fmla="*/ 2352406 w 7467600"/>
              <a:gd name="connsiteY402" fmla="*/ 6858000 h 6858000"/>
              <a:gd name="connsiteX403" fmla="*/ 2314492 w 7467600"/>
              <a:gd name="connsiteY403" fmla="*/ 6858000 h 6858000"/>
              <a:gd name="connsiteX404" fmla="*/ 2288095 w 7467600"/>
              <a:gd name="connsiteY404" fmla="*/ 6818030 h 6858000"/>
              <a:gd name="connsiteX405" fmla="*/ 2272768 w 7467600"/>
              <a:gd name="connsiteY405" fmla="*/ 6795822 h 6858000"/>
              <a:gd name="connsiteX406" fmla="*/ 2182715 w 7467600"/>
              <a:gd name="connsiteY406" fmla="*/ 6675071 h 6858000"/>
              <a:gd name="connsiteX407" fmla="*/ 2032061 w 7467600"/>
              <a:gd name="connsiteY407" fmla="*/ 6541380 h 6858000"/>
              <a:gd name="connsiteX408" fmla="*/ 2257220 w 7467600"/>
              <a:gd name="connsiteY408" fmla="*/ 6826257 h 6858000"/>
              <a:gd name="connsiteX409" fmla="*/ 2281324 w 7467600"/>
              <a:gd name="connsiteY409" fmla="*/ 6858000 h 6858000"/>
              <a:gd name="connsiteX410" fmla="*/ 2242860 w 7467600"/>
              <a:gd name="connsiteY410" fmla="*/ 6858000 h 6858000"/>
              <a:gd name="connsiteX411" fmla="*/ 2232818 w 7467600"/>
              <a:gd name="connsiteY411" fmla="*/ 6844926 h 6858000"/>
              <a:gd name="connsiteX412" fmla="*/ 1990172 w 7467600"/>
              <a:gd name="connsiteY412" fmla="*/ 6542121 h 6858000"/>
              <a:gd name="connsiteX413" fmla="*/ 2124090 w 7467600"/>
              <a:gd name="connsiteY413" fmla="*/ 6761017 h 6858000"/>
              <a:gd name="connsiteX414" fmla="*/ 2200380 w 7467600"/>
              <a:gd name="connsiteY414" fmla="*/ 6858000 h 6858000"/>
              <a:gd name="connsiteX415" fmla="*/ 2147507 w 7467600"/>
              <a:gd name="connsiteY415" fmla="*/ 6858000 h 6858000"/>
              <a:gd name="connsiteX416" fmla="*/ 2070668 w 7467600"/>
              <a:gd name="connsiteY416" fmla="*/ 6761520 h 6858000"/>
              <a:gd name="connsiteX417" fmla="*/ 1975142 w 7467600"/>
              <a:gd name="connsiteY417" fmla="*/ 6585570 h 6858000"/>
              <a:gd name="connsiteX418" fmla="*/ 2050035 w 7467600"/>
              <a:gd name="connsiteY418" fmla="*/ 6813345 h 6858000"/>
              <a:gd name="connsiteX419" fmla="*/ 2063025 w 7467600"/>
              <a:gd name="connsiteY419" fmla="*/ 6858000 h 6858000"/>
              <a:gd name="connsiteX420" fmla="*/ 2021675 w 7467600"/>
              <a:gd name="connsiteY420" fmla="*/ 6858000 h 6858000"/>
              <a:gd name="connsiteX421" fmla="*/ 2019308 w 7467600"/>
              <a:gd name="connsiteY421" fmla="*/ 6847118 h 6858000"/>
              <a:gd name="connsiteX422" fmla="*/ 1938835 w 7467600"/>
              <a:gd name="connsiteY422" fmla="*/ 6551160 h 6858000"/>
              <a:gd name="connsiteX423" fmla="*/ 1953230 w 7467600"/>
              <a:gd name="connsiteY423" fmla="*/ 6759699 h 6858000"/>
              <a:gd name="connsiteX424" fmla="*/ 1956763 w 7467600"/>
              <a:gd name="connsiteY424" fmla="*/ 6778191 h 6858000"/>
              <a:gd name="connsiteX425" fmla="*/ 1967925 w 7467600"/>
              <a:gd name="connsiteY425" fmla="*/ 6858000 h 6858000"/>
              <a:gd name="connsiteX426" fmla="*/ 1936622 w 7467600"/>
              <a:gd name="connsiteY426" fmla="*/ 6858000 h 6858000"/>
              <a:gd name="connsiteX427" fmla="*/ 1926261 w 7467600"/>
              <a:gd name="connsiteY427" fmla="*/ 6784064 h 6858000"/>
              <a:gd name="connsiteX428" fmla="*/ 1922724 w 7467600"/>
              <a:gd name="connsiteY428" fmla="*/ 6765577 h 6858000"/>
              <a:gd name="connsiteX429" fmla="*/ 1904650 w 7467600"/>
              <a:gd name="connsiteY429" fmla="*/ 6639616 h 6858000"/>
              <a:gd name="connsiteX430" fmla="*/ 1885273 w 7467600"/>
              <a:gd name="connsiteY430" fmla="*/ 6858000 h 6858000"/>
              <a:gd name="connsiteX431" fmla="*/ 1854363 w 7467600"/>
              <a:gd name="connsiteY431" fmla="*/ 6858000 h 6858000"/>
              <a:gd name="connsiteX432" fmla="*/ 1880391 w 7467600"/>
              <a:gd name="connsiteY432" fmla="*/ 6603796 h 6858000"/>
              <a:gd name="connsiteX433" fmla="*/ 1818273 w 7467600"/>
              <a:gd name="connsiteY433" fmla="*/ 6715729 h 6858000"/>
              <a:gd name="connsiteX434" fmla="*/ 1794691 w 7467600"/>
              <a:gd name="connsiteY434" fmla="*/ 6843239 h 6858000"/>
              <a:gd name="connsiteX435" fmla="*/ 1794914 w 7467600"/>
              <a:gd name="connsiteY435" fmla="*/ 6858000 h 6858000"/>
              <a:gd name="connsiteX436" fmla="*/ 1746128 w 7467600"/>
              <a:gd name="connsiteY436" fmla="*/ 6858000 h 6858000"/>
              <a:gd name="connsiteX437" fmla="*/ 1753934 w 7467600"/>
              <a:gd name="connsiteY437" fmla="*/ 6724796 h 6858000"/>
              <a:gd name="connsiteX438" fmla="*/ 1792053 w 7467600"/>
              <a:gd name="connsiteY438" fmla="*/ 6572396 h 6858000"/>
              <a:gd name="connsiteX439" fmla="*/ 1862248 w 7467600"/>
              <a:gd name="connsiteY439" fmla="*/ 6266397 h 6858000"/>
              <a:gd name="connsiteX440" fmla="*/ 1862250 w 7467600"/>
              <a:gd name="connsiteY440" fmla="*/ 6033531 h 6858000"/>
              <a:gd name="connsiteX441" fmla="*/ 1211999 w 7467600"/>
              <a:gd name="connsiteY441" fmla="*/ 6683610 h 6858000"/>
              <a:gd name="connsiteX442" fmla="*/ 1213266 w 7467600"/>
              <a:gd name="connsiteY442" fmla="*/ 6691947 h 6858000"/>
              <a:gd name="connsiteX443" fmla="*/ 1203370 w 7467600"/>
              <a:gd name="connsiteY443" fmla="*/ 6850676 h 6858000"/>
              <a:gd name="connsiteX444" fmla="*/ 1203671 w 7467600"/>
              <a:gd name="connsiteY444" fmla="*/ 6858000 h 6858000"/>
              <a:gd name="connsiteX445" fmla="*/ 1143180 w 7467600"/>
              <a:gd name="connsiteY445" fmla="*/ 6858000 h 6858000"/>
              <a:gd name="connsiteX446" fmla="*/ 1142176 w 7467600"/>
              <a:gd name="connsiteY446" fmla="*/ 6766045 h 6858000"/>
              <a:gd name="connsiteX447" fmla="*/ 1067484 w 7467600"/>
              <a:gd name="connsiteY447" fmla="*/ 6858000 h 6858000"/>
              <a:gd name="connsiteX448" fmla="*/ 953928 w 7467600"/>
              <a:gd name="connsiteY448" fmla="*/ 6858000 h 6858000"/>
              <a:gd name="connsiteX449" fmla="*/ 959715 w 7467600"/>
              <a:gd name="connsiteY449" fmla="*/ 6850185 h 6858000"/>
              <a:gd name="connsiteX450" fmla="*/ 1483788 w 7467600"/>
              <a:gd name="connsiteY450" fmla="*/ 6259174 h 6858000"/>
              <a:gd name="connsiteX451" fmla="*/ 1100671 w 7467600"/>
              <a:gd name="connsiteY451" fmla="*/ 6252137 h 6858000"/>
              <a:gd name="connsiteX452" fmla="*/ 1090144 w 7467600"/>
              <a:gd name="connsiteY452" fmla="*/ 6256748 h 6858000"/>
              <a:gd name="connsiteX453" fmla="*/ 1095872 w 7467600"/>
              <a:gd name="connsiteY453" fmla="*/ 6271892 h 6858000"/>
              <a:gd name="connsiteX454" fmla="*/ 262785 w 7467600"/>
              <a:gd name="connsiteY454" fmla="*/ 6845450 h 6858000"/>
              <a:gd name="connsiteX455" fmla="*/ 209968 w 7467600"/>
              <a:gd name="connsiteY455" fmla="*/ 6770713 h 6858000"/>
              <a:gd name="connsiteX456" fmla="*/ 873460 w 7467600"/>
              <a:gd name="connsiteY456" fmla="*/ 6253768 h 6858000"/>
              <a:gd name="connsiteX457" fmla="*/ 192686 w 7467600"/>
              <a:gd name="connsiteY457" fmla="*/ 5849257 h 6858000"/>
              <a:gd name="connsiteX458" fmla="*/ 4696 w 7467600"/>
              <a:gd name="connsiteY458" fmla="*/ 5697668 h 6858000"/>
              <a:gd name="connsiteX459" fmla="*/ 0 w 7467600"/>
              <a:gd name="connsiteY459" fmla="*/ 5689984 h 6858000"/>
              <a:gd name="connsiteX460" fmla="*/ 0 w 7467600"/>
              <a:gd name="connsiteY460" fmla="*/ 5513472 h 6858000"/>
              <a:gd name="connsiteX461" fmla="*/ 174101 w 7467600"/>
              <a:gd name="connsiteY461" fmla="*/ 5620277 h 6858000"/>
              <a:gd name="connsiteX462" fmla="*/ 891800 w 7467600"/>
              <a:gd name="connsiteY462" fmla="*/ 6036935 h 6858000"/>
              <a:gd name="connsiteX463" fmla="*/ 1072219 w 7467600"/>
              <a:gd name="connsiteY463" fmla="*/ 6169443 h 6858000"/>
              <a:gd name="connsiteX464" fmla="*/ 1074117 w 7467600"/>
              <a:gd name="connsiteY464" fmla="*/ 6170301 h 6858000"/>
              <a:gd name="connsiteX465" fmla="*/ 1083114 w 7467600"/>
              <a:gd name="connsiteY465" fmla="*/ 6174131 h 6858000"/>
              <a:gd name="connsiteX466" fmla="*/ 1543010 w 7467600"/>
              <a:gd name="connsiteY466" fmla="*/ 6191140 h 6858000"/>
              <a:gd name="connsiteX467" fmla="*/ 1551080 w 7467600"/>
              <a:gd name="connsiteY467" fmla="*/ 6195006 h 6858000"/>
              <a:gd name="connsiteX468" fmla="*/ 2345443 w 7467600"/>
              <a:gd name="connsiteY468" fmla="*/ 5549882 h 6858000"/>
              <a:gd name="connsiteX469" fmla="*/ 1721499 w 7467600"/>
              <a:gd name="connsiteY469" fmla="*/ 5599969 h 6858000"/>
              <a:gd name="connsiteX470" fmla="*/ 767716 w 7467600"/>
              <a:gd name="connsiteY470" fmla="*/ 5472768 h 6858000"/>
              <a:gd name="connsiteX471" fmla="*/ 722147 w 7467600"/>
              <a:gd name="connsiteY471" fmla="*/ 5393091 h 6858000"/>
              <a:gd name="connsiteX472" fmla="*/ 1485552 w 7467600"/>
              <a:gd name="connsiteY472" fmla="*/ 5313202 h 6858000"/>
              <a:gd name="connsiteX473" fmla="*/ 2143004 w 7467600"/>
              <a:gd name="connsiteY473" fmla="*/ 5402420 h 6858000"/>
              <a:gd name="connsiteX474" fmla="*/ 1933391 w 7467600"/>
              <a:gd name="connsiteY474" fmla="*/ 5156971 h 6858000"/>
              <a:gd name="connsiteX475" fmla="*/ 1827118 w 7467600"/>
              <a:gd name="connsiteY475" fmla="*/ 4968410 h 6858000"/>
              <a:gd name="connsiteX476" fmla="*/ 1837349 w 7467600"/>
              <a:gd name="connsiteY476" fmla="*/ 4956357 h 6858000"/>
              <a:gd name="connsiteX477" fmla="*/ 2162835 w 7467600"/>
              <a:gd name="connsiteY477" fmla="*/ 5187853 h 6858000"/>
              <a:gd name="connsiteX478" fmla="*/ 2257167 w 7467600"/>
              <a:gd name="connsiteY478" fmla="*/ 5462123 h 6858000"/>
              <a:gd name="connsiteX479" fmla="*/ 2261598 w 7467600"/>
              <a:gd name="connsiteY479" fmla="*/ 5467998 h 6858000"/>
              <a:gd name="connsiteX480" fmla="*/ 2437177 w 7467600"/>
              <a:gd name="connsiteY480" fmla="*/ 5479608 h 6858000"/>
              <a:gd name="connsiteX481" fmla="*/ 2445247 w 7467600"/>
              <a:gd name="connsiteY481" fmla="*/ 5483476 h 6858000"/>
              <a:gd name="connsiteX482" fmla="*/ 2743626 w 7467600"/>
              <a:gd name="connsiteY482" fmla="*/ 5304819 h 6858000"/>
              <a:gd name="connsiteX483" fmla="*/ 3048102 w 7467600"/>
              <a:gd name="connsiteY483" fmla="*/ 5150595 h 6858000"/>
              <a:gd name="connsiteX484" fmla="*/ 1799414 w 7467600"/>
              <a:gd name="connsiteY484" fmla="*/ 4694732 h 6858000"/>
              <a:gd name="connsiteX485" fmla="*/ 1771735 w 7467600"/>
              <a:gd name="connsiteY485" fmla="*/ 4619929 h 6858000"/>
              <a:gd name="connsiteX486" fmla="*/ 3104273 w 7467600"/>
              <a:gd name="connsiteY486" fmla="*/ 5076159 h 6858000"/>
              <a:gd name="connsiteX487" fmla="*/ 3113245 w 7467600"/>
              <a:gd name="connsiteY487" fmla="*/ 5090705 h 6858000"/>
              <a:gd name="connsiteX488" fmla="*/ 3126294 w 7467600"/>
              <a:gd name="connsiteY488" fmla="*/ 5114400 h 6858000"/>
              <a:gd name="connsiteX489" fmla="*/ 3937433 w 7467600"/>
              <a:gd name="connsiteY489" fmla="*/ 4830473 h 6858000"/>
              <a:gd name="connsiteX490" fmla="*/ 3590475 w 7467600"/>
              <a:gd name="connsiteY490" fmla="*/ 4597974 h 6858000"/>
              <a:gd name="connsiteX491" fmla="*/ 3100264 w 7467600"/>
              <a:gd name="connsiteY491" fmla="*/ 4579845 h 6858000"/>
              <a:gd name="connsiteX492" fmla="*/ 2183576 w 7467600"/>
              <a:gd name="connsiteY492" fmla="*/ 4227150 h 6858000"/>
              <a:gd name="connsiteX493" fmla="*/ 2151029 w 7467600"/>
              <a:gd name="connsiteY493" fmla="*/ 4146947 h 6858000"/>
              <a:gd name="connsiteX494" fmla="*/ 3563434 w 7467600"/>
              <a:gd name="connsiteY494" fmla="*/ 4469115 h 6858000"/>
              <a:gd name="connsiteX495" fmla="*/ 3177952 w 7467600"/>
              <a:gd name="connsiteY495" fmla="*/ 3657386 h 6858000"/>
              <a:gd name="connsiteX496" fmla="*/ 3189263 w 7467600"/>
              <a:gd name="connsiteY496" fmla="*/ 3625726 h 6858000"/>
              <a:gd name="connsiteX497" fmla="*/ 3560912 w 7467600"/>
              <a:gd name="connsiteY497" fmla="*/ 4079863 h 6858000"/>
              <a:gd name="connsiteX498" fmla="*/ 3626636 w 7467600"/>
              <a:gd name="connsiteY498" fmla="*/ 4512230 h 6858000"/>
              <a:gd name="connsiteX499" fmla="*/ 3653088 w 7467600"/>
              <a:gd name="connsiteY499" fmla="*/ 4521417 h 6858000"/>
              <a:gd name="connsiteX500" fmla="*/ 3988128 w 7467600"/>
              <a:gd name="connsiteY500" fmla="*/ 4817267 h 6858000"/>
              <a:gd name="connsiteX501" fmla="*/ 4830582 w 7467600"/>
              <a:gd name="connsiteY501" fmla="*/ 4676000 h 6858000"/>
              <a:gd name="connsiteX502" fmla="*/ 4830100 w 7467600"/>
              <a:gd name="connsiteY502" fmla="*/ 4675554 h 6858000"/>
              <a:gd name="connsiteX503" fmla="*/ 4036318 w 7467600"/>
              <a:gd name="connsiteY503" fmla="*/ 4147013 h 6858000"/>
              <a:gd name="connsiteX504" fmla="*/ 3432098 w 7467600"/>
              <a:gd name="connsiteY504" fmla="*/ 3537312 h 6858000"/>
              <a:gd name="connsiteX505" fmla="*/ 3446761 w 7467600"/>
              <a:gd name="connsiteY505" fmla="*/ 3461278 h 6858000"/>
              <a:gd name="connsiteX506" fmla="*/ 4419733 w 7467600"/>
              <a:gd name="connsiteY506" fmla="*/ 3963555 h 6858000"/>
              <a:gd name="connsiteX507" fmla="*/ 4781371 w 7467600"/>
              <a:gd name="connsiteY507" fmla="*/ 4458604 h 6858000"/>
              <a:gd name="connsiteX508" fmla="*/ 4780440 w 7467600"/>
              <a:gd name="connsiteY508" fmla="*/ 4470290 h 6858000"/>
              <a:gd name="connsiteX509" fmla="*/ 4898954 w 7467600"/>
              <a:gd name="connsiteY509" fmla="*/ 4662092 h 6858000"/>
              <a:gd name="connsiteX510" fmla="*/ 4900699 w 7467600"/>
              <a:gd name="connsiteY510" fmla="*/ 4670867 h 6858000"/>
              <a:gd name="connsiteX511" fmla="*/ 5714511 w 7467600"/>
              <a:gd name="connsiteY511" fmla="*/ 4663483 h 6858000"/>
              <a:gd name="connsiteX512" fmla="*/ 5464793 w 7467600"/>
              <a:gd name="connsiteY512" fmla="*/ 4393556 h 6858000"/>
              <a:gd name="connsiteX513" fmla="*/ 5461897 w 7467600"/>
              <a:gd name="connsiteY513" fmla="*/ 4390879 h 6858000"/>
              <a:gd name="connsiteX514" fmla="*/ 4294126 w 7467600"/>
              <a:gd name="connsiteY514" fmla="*/ 3303048 h 6858000"/>
              <a:gd name="connsiteX515" fmla="*/ 4305321 w 7467600"/>
              <a:gd name="connsiteY515" fmla="*/ 3256953 h 6858000"/>
              <a:gd name="connsiteX516" fmla="*/ 4949299 w 7467600"/>
              <a:gd name="connsiteY516" fmla="*/ 3766336 h 6858000"/>
              <a:gd name="connsiteX517" fmla="*/ 5291452 w 7467600"/>
              <a:gd name="connsiteY517" fmla="*/ 4076801 h 6858000"/>
              <a:gd name="connsiteX518" fmla="*/ 5434998 w 7467600"/>
              <a:gd name="connsiteY518" fmla="*/ 4254100 h 6858000"/>
              <a:gd name="connsiteX519" fmla="*/ 5351015 w 7467600"/>
              <a:gd name="connsiteY519" fmla="*/ 3760989 h 6858000"/>
              <a:gd name="connsiteX520" fmla="*/ 5413780 w 7467600"/>
              <a:gd name="connsiteY520" fmla="*/ 2966265 h 6858000"/>
              <a:gd name="connsiteX521" fmla="*/ 5425627 w 7467600"/>
              <a:gd name="connsiteY521" fmla="*/ 2954192 h 6858000"/>
              <a:gd name="connsiteX522" fmla="*/ 6604735 w 7467600"/>
              <a:gd name="connsiteY522" fmla="*/ 2041381 h 6858000"/>
              <a:gd name="connsiteX523" fmla="*/ 7204487 w 7467600"/>
              <a:gd name="connsiteY523" fmla="*/ 2742112 h 6858000"/>
              <a:gd name="connsiteX524" fmla="*/ 7131592 w 7467600"/>
              <a:gd name="connsiteY524" fmla="*/ 2672096 h 6858000"/>
              <a:gd name="connsiteX525" fmla="*/ 6996344 w 7467600"/>
              <a:gd name="connsiteY525" fmla="*/ 2518310 h 6858000"/>
              <a:gd name="connsiteX526" fmla="*/ 6735495 w 7467600"/>
              <a:gd name="connsiteY526" fmla="*/ 2196890 h 6858000"/>
              <a:gd name="connsiteX527" fmla="*/ 6721901 w 7467600"/>
              <a:gd name="connsiteY527" fmla="*/ 2179274 h 6858000"/>
              <a:gd name="connsiteX528" fmla="*/ 6604735 w 7467600"/>
              <a:gd name="connsiteY528" fmla="*/ 2041381 h 6858000"/>
              <a:gd name="connsiteX529" fmla="*/ 6591670 w 7467600"/>
              <a:gd name="connsiteY529" fmla="*/ 1988277 h 6858000"/>
              <a:gd name="connsiteX530" fmla="*/ 6747349 w 7467600"/>
              <a:gd name="connsiteY530" fmla="*/ 2160069 h 6858000"/>
              <a:gd name="connsiteX531" fmla="*/ 6760943 w 7467600"/>
              <a:gd name="connsiteY531" fmla="*/ 2177686 h 6858000"/>
              <a:gd name="connsiteX532" fmla="*/ 7021065 w 7467600"/>
              <a:gd name="connsiteY532" fmla="*/ 2498102 h 6858000"/>
              <a:gd name="connsiteX533" fmla="*/ 7155223 w 7467600"/>
              <a:gd name="connsiteY533" fmla="*/ 2650386 h 6858000"/>
              <a:gd name="connsiteX534" fmla="*/ 7203167 w 7467600"/>
              <a:gd name="connsiteY534" fmla="*/ 2697288 h 6858000"/>
              <a:gd name="connsiteX535" fmla="*/ 6937703 w 7467600"/>
              <a:gd name="connsiteY535" fmla="*/ 2321981 h 6858000"/>
              <a:gd name="connsiteX536" fmla="*/ 6591670 w 7467600"/>
              <a:gd name="connsiteY536" fmla="*/ 1988277 h 6858000"/>
              <a:gd name="connsiteX537" fmla="*/ 5798671 w 7467600"/>
              <a:gd name="connsiteY537" fmla="*/ 1981601 h 6858000"/>
              <a:gd name="connsiteX538" fmla="*/ 5754709 w 7467600"/>
              <a:gd name="connsiteY538" fmla="*/ 2071454 h 6858000"/>
              <a:gd name="connsiteX539" fmla="*/ 5763044 w 7467600"/>
              <a:gd name="connsiteY539" fmla="*/ 2842206 h 6858000"/>
              <a:gd name="connsiteX540" fmla="*/ 5764974 w 7467600"/>
              <a:gd name="connsiteY540" fmla="*/ 2799609 h 6858000"/>
              <a:gd name="connsiteX541" fmla="*/ 5767665 w 7467600"/>
              <a:gd name="connsiteY541" fmla="*/ 2666409 h 6858000"/>
              <a:gd name="connsiteX542" fmla="*/ 5763055 w 7467600"/>
              <a:gd name="connsiteY542" fmla="*/ 2579705 h 6858000"/>
              <a:gd name="connsiteX543" fmla="*/ 5758079 w 7467600"/>
              <a:gd name="connsiteY543" fmla="*/ 2492508 h 6858000"/>
              <a:gd name="connsiteX544" fmla="*/ 5779325 w 7467600"/>
              <a:gd name="connsiteY544" fmla="*/ 2197069 h 6858000"/>
              <a:gd name="connsiteX545" fmla="*/ 5798671 w 7467600"/>
              <a:gd name="connsiteY545" fmla="*/ 1981601 h 6858000"/>
              <a:gd name="connsiteX546" fmla="*/ 5829202 w 7467600"/>
              <a:gd name="connsiteY546" fmla="*/ 1971679 h 6858000"/>
              <a:gd name="connsiteX547" fmla="*/ 5809558 w 7467600"/>
              <a:gd name="connsiteY547" fmla="*/ 2198043 h 6858000"/>
              <a:gd name="connsiteX548" fmla="*/ 5788653 w 7467600"/>
              <a:gd name="connsiteY548" fmla="*/ 2489430 h 6858000"/>
              <a:gd name="connsiteX549" fmla="*/ 5793439 w 7467600"/>
              <a:gd name="connsiteY549" fmla="*/ 2575235 h 6858000"/>
              <a:gd name="connsiteX550" fmla="*/ 5796837 w 7467600"/>
              <a:gd name="connsiteY550" fmla="*/ 2637633 h 6858000"/>
              <a:gd name="connsiteX551" fmla="*/ 5818614 w 7467600"/>
              <a:gd name="connsiteY551" fmla="*/ 2473055 h 6858000"/>
              <a:gd name="connsiteX552" fmla="*/ 5829202 w 7467600"/>
              <a:gd name="connsiteY552" fmla="*/ 1971679 h 6858000"/>
              <a:gd name="connsiteX553" fmla="*/ 5911389 w 7467600"/>
              <a:gd name="connsiteY553" fmla="*/ 1898371 h 6858000"/>
              <a:gd name="connsiteX554" fmla="*/ 6237627 w 7467600"/>
              <a:gd name="connsiteY554" fmla="*/ 2231921 h 6858000"/>
              <a:gd name="connsiteX555" fmla="*/ 5911389 w 7467600"/>
              <a:gd name="connsiteY555" fmla="*/ 1898371 h 6858000"/>
              <a:gd name="connsiteX556" fmla="*/ 6944437 w 7467600"/>
              <a:gd name="connsiteY556" fmla="*/ 1575402 h 6858000"/>
              <a:gd name="connsiteX557" fmla="*/ 6304730 w 7467600"/>
              <a:gd name="connsiteY557" fmla="*/ 1766654 h 6858000"/>
              <a:gd name="connsiteX558" fmla="*/ 6944437 w 7467600"/>
              <a:gd name="connsiteY558" fmla="*/ 1575402 h 6858000"/>
              <a:gd name="connsiteX559" fmla="*/ 7019523 w 7467600"/>
              <a:gd name="connsiteY559" fmla="*/ 1519450 h 6858000"/>
              <a:gd name="connsiteX560" fmla="*/ 6298091 w 7467600"/>
              <a:gd name="connsiteY560" fmla="*/ 1737122 h 6858000"/>
              <a:gd name="connsiteX561" fmla="*/ 7019523 w 7467600"/>
              <a:gd name="connsiteY561" fmla="*/ 1519450 h 6858000"/>
              <a:gd name="connsiteX562" fmla="*/ 2399523 w 7467600"/>
              <a:gd name="connsiteY562" fmla="*/ 1428234 h 6858000"/>
              <a:gd name="connsiteX563" fmla="*/ 2224982 w 7467600"/>
              <a:gd name="connsiteY563" fmla="*/ 1826201 h 6858000"/>
              <a:gd name="connsiteX564" fmla="*/ 2096099 w 7467600"/>
              <a:gd name="connsiteY564" fmla="*/ 2345900 h 6858000"/>
              <a:gd name="connsiteX565" fmla="*/ 2283317 w 7467600"/>
              <a:gd name="connsiteY565" fmla="*/ 1796925 h 6858000"/>
              <a:gd name="connsiteX566" fmla="*/ 2399523 w 7467600"/>
              <a:gd name="connsiteY566" fmla="*/ 1428234 h 6858000"/>
              <a:gd name="connsiteX567" fmla="*/ 2448558 w 7467600"/>
              <a:gd name="connsiteY567" fmla="*/ 1373435 h 6858000"/>
              <a:gd name="connsiteX568" fmla="*/ 2312521 w 7467600"/>
              <a:gd name="connsiteY568" fmla="*/ 1806140 h 6858000"/>
              <a:gd name="connsiteX569" fmla="*/ 2127533 w 7467600"/>
              <a:gd name="connsiteY569" fmla="*/ 2348380 h 6858000"/>
              <a:gd name="connsiteX570" fmla="*/ 2358080 w 7467600"/>
              <a:gd name="connsiteY570" fmla="*/ 1866134 h 6858000"/>
              <a:gd name="connsiteX571" fmla="*/ 2407436 w 7467600"/>
              <a:gd name="connsiteY571" fmla="*/ 1651070 h 6858000"/>
              <a:gd name="connsiteX572" fmla="*/ 2448558 w 7467600"/>
              <a:gd name="connsiteY572" fmla="*/ 1373435 h 6858000"/>
              <a:gd name="connsiteX573" fmla="*/ 278707 w 7467600"/>
              <a:gd name="connsiteY573" fmla="*/ 1352270 h 6858000"/>
              <a:gd name="connsiteX574" fmla="*/ 321570 w 7467600"/>
              <a:gd name="connsiteY574" fmla="*/ 1861610 h 6858000"/>
              <a:gd name="connsiteX575" fmla="*/ 294281 w 7467600"/>
              <a:gd name="connsiteY575" fmla="*/ 1440658 h 6858000"/>
              <a:gd name="connsiteX576" fmla="*/ 278707 w 7467600"/>
              <a:gd name="connsiteY576" fmla="*/ 1352270 h 6858000"/>
              <a:gd name="connsiteX577" fmla="*/ 1423821 w 7467600"/>
              <a:gd name="connsiteY577" fmla="*/ 1351958 h 6858000"/>
              <a:gd name="connsiteX578" fmla="*/ 1638521 w 7467600"/>
              <a:gd name="connsiteY578" fmla="*/ 1908470 h 6858000"/>
              <a:gd name="connsiteX579" fmla="*/ 1754199 w 7467600"/>
              <a:gd name="connsiteY579" fmla="*/ 2149284 h 6858000"/>
              <a:gd name="connsiteX580" fmla="*/ 1908359 w 7467600"/>
              <a:gd name="connsiteY580" fmla="*/ 2364988 h 6858000"/>
              <a:gd name="connsiteX581" fmla="*/ 1647661 w 7467600"/>
              <a:gd name="connsiteY581" fmla="*/ 1825945 h 6858000"/>
              <a:gd name="connsiteX582" fmla="*/ 1423821 w 7467600"/>
              <a:gd name="connsiteY582" fmla="*/ 1351958 h 6858000"/>
              <a:gd name="connsiteX583" fmla="*/ 1431890 w 7467600"/>
              <a:gd name="connsiteY583" fmla="*/ 1306475 h 6858000"/>
              <a:gd name="connsiteX584" fmla="*/ 1507597 w 7467600"/>
              <a:gd name="connsiteY584" fmla="*/ 1446132 h 6858000"/>
              <a:gd name="connsiteX585" fmla="*/ 1674586 w 7467600"/>
              <a:gd name="connsiteY585" fmla="*/ 1813832 h 6858000"/>
              <a:gd name="connsiteX586" fmla="*/ 1815950 w 7467600"/>
              <a:gd name="connsiteY586" fmla="*/ 2128564 h 6858000"/>
              <a:gd name="connsiteX587" fmla="*/ 1984242 w 7467600"/>
              <a:gd name="connsiteY587" fmla="*/ 2430829 h 6858000"/>
              <a:gd name="connsiteX588" fmla="*/ 2014023 w 7467600"/>
              <a:gd name="connsiteY588" fmla="*/ 2450995 h 6858000"/>
              <a:gd name="connsiteX589" fmla="*/ 1747337 w 7467600"/>
              <a:gd name="connsiteY589" fmla="*/ 1855264 h 6858000"/>
              <a:gd name="connsiteX590" fmla="*/ 1533749 w 7467600"/>
              <a:gd name="connsiteY590" fmla="*/ 1478656 h 6858000"/>
              <a:gd name="connsiteX591" fmla="*/ 1431890 w 7467600"/>
              <a:gd name="connsiteY591" fmla="*/ 1306475 h 6858000"/>
              <a:gd name="connsiteX592" fmla="*/ 5052692 w 7467600"/>
              <a:gd name="connsiteY592" fmla="*/ 1292994 h 6858000"/>
              <a:gd name="connsiteX593" fmla="*/ 5200661 w 7467600"/>
              <a:gd name="connsiteY593" fmla="*/ 1635186 h 6858000"/>
              <a:gd name="connsiteX594" fmla="*/ 5297138 w 7467600"/>
              <a:gd name="connsiteY594" fmla="*/ 1906351 h 6858000"/>
              <a:gd name="connsiteX595" fmla="*/ 5052692 w 7467600"/>
              <a:gd name="connsiteY595" fmla="*/ 1292994 h 6858000"/>
              <a:gd name="connsiteX596" fmla="*/ 5009948 w 7467600"/>
              <a:gd name="connsiteY596" fmla="*/ 1273619 h 6858000"/>
              <a:gd name="connsiteX597" fmla="*/ 5121777 w 7467600"/>
              <a:gd name="connsiteY597" fmla="*/ 1654213 h 6858000"/>
              <a:gd name="connsiteX598" fmla="*/ 5293545 w 7467600"/>
              <a:gd name="connsiteY598" fmla="*/ 2072247 h 6858000"/>
              <a:gd name="connsiteX599" fmla="*/ 5294042 w 7467600"/>
              <a:gd name="connsiteY599" fmla="*/ 2065019 h 6858000"/>
              <a:gd name="connsiteX600" fmla="*/ 5171936 w 7467600"/>
              <a:gd name="connsiteY600" fmla="*/ 1647613 h 6858000"/>
              <a:gd name="connsiteX601" fmla="*/ 5009948 w 7467600"/>
              <a:gd name="connsiteY601" fmla="*/ 1273619 h 6858000"/>
              <a:gd name="connsiteX602" fmla="*/ 655236 w 7467600"/>
              <a:gd name="connsiteY602" fmla="*/ 1268632 h 6858000"/>
              <a:gd name="connsiteX603" fmla="*/ 839521 w 7467600"/>
              <a:gd name="connsiteY603" fmla="*/ 1685315 h 6858000"/>
              <a:gd name="connsiteX604" fmla="*/ 1109416 w 7467600"/>
              <a:gd name="connsiteY604" fmla="*/ 2061663 h 6858000"/>
              <a:gd name="connsiteX605" fmla="*/ 1298300 w 7467600"/>
              <a:gd name="connsiteY605" fmla="*/ 2247742 h 6858000"/>
              <a:gd name="connsiteX606" fmla="*/ 1125871 w 7467600"/>
              <a:gd name="connsiteY606" fmla="*/ 1989513 h 6858000"/>
              <a:gd name="connsiteX607" fmla="*/ 981574 w 7467600"/>
              <a:gd name="connsiteY607" fmla="*/ 1783157 h 6858000"/>
              <a:gd name="connsiteX608" fmla="*/ 922198 w 7467600"/>
              <a:gd name="connsiteY608" fmla="*/ 1677437 h 6858000"/>
              <a:gd name="connsiteX609" fmla="*/ 869293 w 7467600"/>
              <a:gd name="connsiteY609" fmla="*/ 1583214 h 6858000"/>
              <a:gd name="connsiteX610" fmla="*/ 751431 w 7467600"/>
              <a:gd name="connsiteY610" fmla="*/ 1405731 h 6858000"/>
              <a:gd name="connsiteX611" fmla="*/ 655236 w 7467600"/>
              <a:gd name="connsiteY611" fmla="*/ 1268632 h 6858000"/>
              <a:gd name="connsiteX612" fmla="*/ 6516292 w 7467600"/>
              <a:gd name="connsiteY612" fmla="*/ 1263064 h 6858000"/>
              <a:gd name="connsiteX613" fmla="*/ 5736320 w 7467600"/>
              <a:gd name="connsiteY613" fmla="*/ 1501803 h 6858000"/>
              <a:gd name="connsiteX614" fmla="*/ 6516292 w 7467600"/>
              <a:gd name="connsiteY614" fmla="*/ 1263064 h 6858000"/>
              <a:gd name="connsiteX615" fmla="*/ 291466 w 7467600"/>
              <a:gd name="connsiteY615" fmla="*/ 1250369 h 6858000"/>
              <a:gd name="connsiteX616" fmla="*/ 323180 w 7467600"/>
              <a:gd name="connsiteY616" fmla="*/ 1435283 h 6858000"/>
              <a:gd name="connsiteX617" fmla="*/ 349381 w 7467600"/>
              <a:gd name="connsiteY617" fmla="*/ 1875041 h 6858000"/>
              <a:gd name="connsiteX618" fmla="*/ 374363 w 7467600"/>
              <a:gd name="connsiteY618" fmla="*/ 1506494 h 6858000"/>
              <a:gd name="connsiteX619" fmla="*/ 302168 w 7467600"/>
              <a:gd name="connsiteY619" fmla="*/ 1274495 h 6858000"/>
              <a:gd name="connsiteX620" fmla="*/ 291466 w 7467600"/>
              <a:gd name="connsiteY620" fmla="*/ 1250369 h 6858000"/>
              <a:gd name="connsiteX621" fmla="*/ 678222 w 7467600"/>
              <a:gd name="connsiteY621" fmla="*/ 1248670 h 6858000"/>
              <a:gd name="connsiteX622" fmla="*/ 775536 w 7467600"/>
              <a:gd name="connsiteY622" fmla="*/ 1388015 h 6858000"/>
              <a:gd name="connsiteX623" fmla="*/ 894529 w 7467600"/>
              <a:gd name="connsiteY623" fmla="*/ 1567739 h 6858000"/>
              <a:gd name="connsiteX624" fmla="*/ 948000 w 7467600"/>
              <a:gd name="connsiteY624" fmla="*/ 1663088 h 6858000"/>
              <a:gd name="connsiteX625" fmla="*/ 1006812 w 7467600"/>
              <a:gd name="connsiteY625" fmla="*/ 1767683 h 6858000"/>
              <a:gd name="connsiteX626" fmla="*/ 1149133 w 7467600"/>
              <a:gd name="connsiteY626" fmla="*/ 1971513 h 6858000"/>
              <a:gd name="connsiteX627" fmla="*/ 1333952 w 7467600"/>
              <a:gd name="connsiteY627" fmla="*/ 2251620 h 6858000"/>
              <a:gd name="connsiteX628" fmla="*/ 1337329 w 7467600"/>
              <a:gd name="connsiteY628" fmla="*/ 2258350 h 6858000"/>
              <a:gd name="connsiteX629" fmla="*/ 1014726 w 7467600"/>
              <a:gd name="connsiteY629" fmla="*/ 1615556 h 6858000"/>
              <a:gd name="connsiteX630" fmla="*/ 678222 w 7467600"/>
              <a:gd name="connsiteY630" fmla="*/ 1248670 h 6858000"/>
              <a:gd name="connsiteX631" fmla="*/ 6691602 w 7467600"/>
              <a:gd name="connsiteY631" fmla="*/ 1140573 h 6858000"/>
              <a:gd name="connsiteX632" fmla="*/ 6571100 w 7467600"/>
              <a:gd name="connsiteY632" fmla="*/ 1183662 h 6858000"/>
              <a:gd name="connsiteX633" fmla="*/ 6241687 w 7467600"/>
              <a:gd name="connsiteY633" fmla="*/ 1257600 h 6858000"/>
              <a:gd name="connsiteX634" fmla="*/ 5693009 w 7467600"/>
              <a:gd name="connsiteY634" fmla="*/ 1478256 h 6858000"/>
              <a:gd name="connsiteX635" fmla="*/ 6548420 w 7467600"/>
              <a:gd name="connsiteY635" fmla="*/ 1214599 h 6858000"/>
              <a:gd name="connsiteX636" fmla="*/ 6605473 w 7467600"/>
              <a:gd name="connsiteY636" fmla="*/ 1184686 h 6858000"/>
              <a:gd name="connsiteX637" fmla="*/ 6691602 w 7467600"/>
              <a:gd name="connsiteY637" fmla="*/ 1140573 h 6858000"/>
              <a:gd name="connsiteX638" fmla="*/ 4002475 w 7467600"/>
              <a:gd name="connsiteY638" fmla="*/ 1037802 h 6858000"/>
              <a:gd name="connsiteX639" fmla="*/ 4000324 w 7467600"/>
              <a:gd name="connsiteY639" fmla="*/ 1039362 h 6858000"/>
              <a:gd name="connsiteX640" fmla="*/ 4002862 w 7467600"/>
              <a:gd name="connsiteY640" fmla="*/ 1042866 h 6858000"/>
              <a:gd name="connsiteX641" fmla="*/ 4002475 w 7467600"/>
              <a:gd name="connsiteY641" fmla="*/ 1037802 h 6858000"/>
              <a:gd name="connsiteX642" fmla="*/ 506322 w 7467600"/>
              <a:gd name="connsiteY642" fmla="*/ 1020997 h 6858000"/>
              <a:gd name="connsiteX643" fmla="*/ 533068 w 7467600"/>
              <a:gd name="connsiteY643" fmla="*/ 1029409 h 6858000"/>
              <a:gd name="connsiteX644" fmla="*/ 1232525 w 7467600"/>
              <a:gd name="connsiteY644" fmla="*/ 1804675 h 6858000"/>
              <a:gd name="connsiteX645" fmla="*/ 1388858 w 7467600"/>
              <a:gd name="connsiteY645" fmla="*/ 2368011 h 6858000"/>
              <a:gd name="connsiteX646" fmla="*/ 1384098 w 7467600"/>
              <a:gd name="connsiteY646" fmla="*/ 2378125 h 6858000"/>
              <a:gd name="connsiteX647" fmla="*/ 1425393 w 7467600"/>
              <a:gd name="connsiteY647" fmla="*/ 2589124 h 6858000"/>
              <a:gd name="connsiteX648" fmla="*/ 1424001 w 7467600"/>
              <a:gd name="connsiteY648" fmla="*/ 2597541 h 6858000"/>
              <a:gd name="connsiteX649" fmla="*/ 2152729 w 7467600"/>
              <a:gd name="connsiteY649" fmla="*/ 2864487 h 6858000"/>
              <a:gd name="connsiteX650" fmla="*/ 2020609 w 7467600"/>
              <a:gd name="connsiteY650" fmla="*/ 2539671 h 6858000"/>
              <a:gd name="connsiteX651" fmla="*/ 2018920 w 7467600"/>
              <a:gd name="connsiteY651" fmla="*/ 2536309 h 6858000"/>
              <a:gd name="connsiteX652" fmla="*/ 1342441 w 7467600"/>
              <a:gd name="connsiteY652" fmla="*/ 1173017 h 6858000"/>
              <a:gd name="connsiteX653" fmla="*/ 1367925 w 7467600"/>
              <a:gd name="connsiteY653" fmla="*/ 1135648 h 6858000"/>
              <a:gd name="connsiteX654" fmla="*/ 1771401 w 7467600"/>
              <a:gd name="connsiteY654" fmla="*/ 1806673 h 6858000"/>
              <a:gd name="connsiteX655" fmla="*/ 1972385 w 7467600"/>
              <a:gd name="connsiteY655" fmla="*/ 2198735 h 6858000"/>
              <a:gd name="connsiteX656" fmla="*/ 2040892 w 7467600"/>
              <a:gd name="connsiteY656" fmla="*/ 2405205 h 6858000"/>
              <a:gd name="connsiteX657" fmla="*/ 2131689 w 7467600"/>
              <a:gd name="connsiteY657" fmla="*/ 1936926 h 6858000"/>
              <a:gd name="connsiteX658" fmla="*/ 2454820 w 7467600"/>
              <a:gd name="connsiteY658" fmla="*/ 1248808 h 6858000"/>
              <a:gd name="connsiteX659" fmla="*/ 2492512 w 7467600"/>
              <a:gd name="connsiteY659" fmla="*/ 1302920 h 6858000"/>
              <a:gd name="connsiteX660" fmla="*/ 2081216 w 7467600"/>
              <a:gd name="connsiteY660" fmla="*/ 2527513 h 6858000"/>
              <a:gd name="connsiteX661" fmla="*/ 2081211 w 7467600"/>
              <a:gd name="connsiteY661" fmla="*/ 2528916 h 6858000"/>
              <a:gd name="connsiteX662" fmla="*/ 2199067 w 7467600"/>
              <a:gd name="connsiteY662" fmla="*/ 2884061 h 6858000"/>
              <a:gd name="connsiteX663" fmla="*/ 3192586 w 7467600"/>
              <a:gd name="connsiteY663" fmla="*/ 3411496 h 6858000"/>
              <a:gd name="connsiteX664" fmla="*/ 3182620 w 7467600"/>
              <a:gd name="connsiteY664" fmla="*/ 3483279 h 6858000"/>
              <a:gd name="connsiteX665" fmla="*/ 2435119 w 7467600"/>
              <a:gd name="connsiteY665" fmla="*/ 3080173 h 6858000"/>
              <a:gd name="connsiteX666" fmla="*/ 2410152 w 7467600"/>
              <a:gd name="connsiteY666" fmla="*/ 3063751 h 6858000"/>
              <a:gd name="connsiteX667" fmla="*/ 2408099 w 7467600"/>
              <a:gd name="connsiteY667" fmla="*/ 3064403 h 6858000"/>
              <a:gd name="connsiteX668" fmla="*/ 2407218 w 7467600"/>
              <a:gd name="connsiteY668" fmla="*/ 3070324 h 6858000"/>
              <a:gd name="connsiteX669" fmla="*/ 2380138 w 7467600"/>
              <a:gd name="connsiteY669" fmla="*/ 3099341 h 6858000"/>
              <a:gd name="connsiteX670" fmla="*/ 1765923 w 7467600"/>
              <a:gd name="connsiteY670" fmla="*/ 3581043 h 6858000"/>
              <a:gd name="connsiteX671" fmla="*/ 1702258 w 7467600"/>
              <a:gd name="connsiteY671" fmla="*/ 3612286 h 6858000"/>
              <a:gd name="connsiteX672" fmla="*/ 1538370 w 7467600"/>
              <a:gd name="connsiteY672" fmla="*/ 3811804 h 6858000"/>
              <a:gd name="connsiteX673" fmla="*/ 542867 w 7467600"/>
              <a:gd name="connsiteY673" fmla="*/ 4944092 h 6858000"/>
              <a:gd name="connsiteX674" fmla="*/ 515800 w 7467600"/>
              <a:gd name="connsiteY674" fmla="*/ 4862180 h 6858000"/>
              <a:gd name="connsiteX675" fmla="*/ 909145 w 7467600"/>
              <a:gd name="connsiteY675" fmla="*/ 4199225 h 6858000"/>
              <a:gd name="connsiteX676" fmla="*/ 1214067 w 7467600"/>
              <a:gd name="connsiteY676" fmla="*/ 3908561 h 6858000"/>
              <a:gd name="connsiteX677" fmla="*/ 640967 w 7467600"/>
              <a:gd name="connsiteY677" fmla="*/ 4105601 h 6858000"/>
              <a:gd name="connsiteX678" fmla="*/ 112563 w 7467600"/>
              <a:gd name="connsiteY678" fmla="*/ 4396952 h 6858000"/>
              <a:gd name="connsiteX679" fmla="*/ 0 w 7467600"/>
              <a:gd name="connsiteY679" fmla="*/ 4466006 h 6858000"/>
              <a:gd name="connsiteX680" fmla="*/ 0 w 7467600"/>
              <a:gd name="connsiteY680" fmla="*/ 4233763 h 6858000"/>
              <a:gd name="connsiteX681" fmla="*/ 36881 w 7467600"/>
              <a:gd name="connsiteY681" fmla="*/ 4200118 h 6858000"/>
              <a:gd name="connsiteX682" fmla="*/ 910534 w 7467600"/>
              <a:gd name="connsiteY682" fmla="*/ 3629753 h 6858000"/>
              <a:gd name="connsiteX683" fmla="*/ 1578717 w 7467600"/>
              <a:gd name="connsiteY683" fmla="*/ 3575982 h 6858000"/>
              <a:gd name="connsiteX684" fmla="*/ 2338780 w 7467600"/>
              <a:gd name="connsiteY684" fmla="*/ 3033725 h 6858000"/>
              <a:gd name="connsiteX685" fmla="*/ 1807991 w 7467600"/>
              <a:gd name="connsiteY685" fmla="*/ 2807184 h 6858000"/>
              <a:gd name="connsiteX686" fmla="*/ 1416358 w 7467600"/>
              <a:gd name="connsiteY686" fmla="*/ 3112571 h 6858000"/>
              <a:gd name="connsiteX687" fmla="*/ 939066 w 7467600"/>
              <a:gd name="connsiteY687" fmla="*/ 3378798 h 6858000"/>
              <a:gd name="connsiteX688" fmla="*/ 115099 w 7467600"/>
              <a:gd name="connsiteY688" fmla="*/ 3607650 h 6858000"/>
              <a:gd name="connsiteX689" fmla="*/ 97284 w 7467600"/>
              <a:gd name="connsiteY689" fmla="*/ 3520393 h 6858000"/>
              <a:gd name="connsiteX690" fmla="*/ 922050 w 7467600"/>
              <a:gd name="connsiteY690" fmla="*/ 3074867 h 6858000"/>
              <a:gd name="connsiteX691" fmla="*/ 1405265 w 7467600"/>
              <a:gd name="connsiteY691" fmla="*/ 3016319 h 6858000"/>
              <a:gd name="connsiteX692" fmla="*/ 1407512 w 7467600"/>
              <a:gd name="connsiteY692" fmla="*/ 3018001 h 6858000"/>
              <a:gd name="connsiteX693" fmla="*/ 1726266 w 7467600"/>
              <a:gd name="connsiteY693" fmla="*/ 2777274 h 6858000"/>
              <a:gd name="connsiteX694" fmla="*/ 625390 w 7467600"/>
              <a:gd name="connsiteY694" fmla="*/ 2514541 h 6858000"/>
              <a:gd name="connsiteX695" fmla="*/ 619799 w 7467600"/>
              <a:gd name="connsiteY695" fmla="*/ 2527180 h 6858000"/>
              <a:gd name="connsiteX696" fmla="*/ 310030 w 7467600"/>
              <a:gd name="connsiteY696" fmla="*/ 2771818 h 6858000"/>
              <a:gd name="connsiteX697" fmla="*/ 173877 w 7467600"/>
              <a:gd name="connsiteY697" fmla="*/ 2937056 h 6858000"/>
              <a:gd name="connsiteX698" fmla="*/ 77889 w 7467600"/>
              <a:gd name="connsiteY698" fmla="*/ 3138440 h 6858000"/>
              <a:gd name="connsiteX699" fmla="*/ 0 w 7467600"/>
              <a:gd name="connsiteY699" fmla="*/ 3271395 h 6858000"/>
              <a:gd name="connsiteX700" fmla="*/ 0 w 7467600"/>
              <a:gd name="connsiteY700" fmla="*/ 3153002 h 6858000"/>
              <a:gd name="connsiteX701" fmla="*/ 2386 w 7467600"/>
              <a:gd name="connsiteY701" fmla="*/ 3149203 h 6858000"/>
              <a:gd name="connsiteX702" fmla="*/ 89753 w 7467600"/>
              <a:gd name="connsiteY702" fmla="*/ 2987702 h 6858000"/>
              <a:gd name="connsiteX703" fmla="*/ 76869 w 7467600"/>
              <a:gd name="connsiteY703" fmla="*/ 3005404 h 6858000"/>
              <a:gd name="connsiteX704" fmla="*/ 32049 w 7467600"/>
              <a:gd name="connsiteY704" fmla="*/ 3065814 h 6858000"/>
              <a:gd name="connsiteX705" fmla="*/ 0 w 7467600"/>
              <a:gd name="connsiteY705" fmla="*/ 3108744 h 6858000"/>
              <a:gd name="connsiteX706" fmla="*/ 0 w 7467600"/>
              <a:gd name="connsiteY706" fmla="*/ 3058059 h 6858000"/>
              <a:gd name="connsiteX707" fmla="*/ 7610 w 7467600"/>
              <a:gd name="connsiteY707" fmla="*/ 3047889 h 6858000"/>
              <a:gd name="connsiteX708" fmla="*/ 52419 w 7467600"/>
              <a:gd name="connsiteY708" fmla="*/ 2987479 h 6858000"/>
              <a:gd name="connsiteX709" fmla="*/ 59142 w 7467600"/>
              <a:gd name="connsiteY709" fmla="*/ 2978488 h 6858000"/>
              <a:gd name="connsiteX710" fmla="*/ 0 w 7467600"/>
              <a:gd name="connsiteY710" fmla="*/ 3015334 h 6858000"/>
              <a:gd name="connsiteX711" fmla="*/ 0 w 7467600"/>
              <a:gd name="connsiteY711" fmla="*/ 2914286 h 6858000"/>
              <a:gd name="connsiteX712" fmla="*/ 36383 w 7467600"/>
              <a:gd name="connsiteY712" fmla="*/ 2901128 h 6858000"/>
              <a:gd name="connsiteX713" fmla="*/ 156329 w 7467600"/>
              <a:gd name="connsiteY713" fmla="*/ 2840533 h 6858000"/>
              <a:gd name="connsiteX714" fmla="*/ 358355 w 7467600"/>
              <a:gd name="connsiteY714" fmla="*/ 2620471 h 6858000"/>
              <a:gd name="connsiteX715" fmla="*/ 510577 w 7467600"/>
              <a:gd name="connsiteY715" fmla="*/ 2501244 h 6858000"/>
              <a:gd name="connsiteX716" fmla="*/ 211967 w 7467600"/>
              <a:gd name="connsiteY716" fmla="*/ 2479171 h 6858000"/>
              <a:gd name="connsiteX717" fmla="*/ 0 w 7467600"/>
              <a:gd name="connsiteY717" fmla="*/ 2476398 h 6858000"/>
              <a:gd name="connsiteX718" fmla="*/ 0 w 7467600"/>
              <a:gd name="connsiteY718" fmla="*/ 2389189 h 6858000"/>
              <a:gd name="connsiteX719" fmla="*/ 103062 w 7467600"/>
              <a:gd name="connsiteY719" fmla="*/ 2389518 h 6858000"/>
              <a:gd name="connsiteX720" fmla="*/ 510734 w 7467600"/>
              <a:gd name="connsiteY720" fmla="*/ 2416201 h 6858000"/>
              <a:gd name="connsiteX721" fmla="*/ 279257 w 7467600"/>
              <a:gd name="connsiteY721" fmla="*/ 2092102 h 6858000"/>
              <a:gd name="connsiteX722" fmla="*/ 65265 w 7467600"/>
              <a:gd name="connsiteY722" fmla="*/ 2006049 h 6858000"/>
              <a:gd name="connsiteX723" fmla="*/ 0 w 7467600"/>
              <a:gd name="connsiteY723" fmla="*/ 1982532 h 6858000"/>
              <a:gd name="connsiteX724" fmla="*/ 0 w 7467600"/>
              <a:gd name="connsiteY724" fmla="*/ 1912789 h 6858000"/>
              <a:gd name="connsiteX725" fmla="*/ 97460 w 7467600"/>
              <a:gd name="connsiteY725" fmla="*/ 1953725 h 6858000"/>
              <a:gd name="connsiteX726" fmla="*/ 221272 w 7467600"/>
              <a:gd name="connsiteY726" fmla="*/ 1980766 h 6858000"/>
              <a:gd name="connsiteX727" fmla="*/ 116765 w 7467600"/>
              <a:gd name="connsiteY727" fmla="*/ 1911033 h 6858000"/>
              <a:gd name="connsiteX728" fmla="*/ 16405 w 7467600"/>
              <a:gd name="connsiteY728" fmla="*/ 1803412 h 6858000"/>
              <a:gd name="connsiteX729" fmla="*/ 0 w 7467600"/>
              <a:gd name="connsiteY729" fmla="*/ 1784777 h 6858000"/>
              <a:gd name="connsiteX730" fmla="*/ 0 w 7467600"/>
              <a:gd name="connsiteY730" fmla="*/ 1740082 h 6858000"/>
              <a:gd name="connsiteX731" fmla="*/ 39394 w 7467600"/>
              <a:gd name="connsiteY731" fmla="*/ 1784856 h 6858000"/>
              <a:gd name="connsiteX732" fmla="*/ 135813 w 7467600"/>
              <a:gd name="connsiteY732" fmla="*/ 1888838 h 6858000"/>
              <a:gd name="connsiteX733" fmla="*/ 242575 w 7467600"/>
              <a:gd name="connsiteY733" fmla="*/ 1958841 h 6858000"/>
              <a:gd name="connsiteX734" fmla="*/ 82197 w 7467600"/>
              <a:gd name="connsiteY734" fmla="*/ 1754826 h 6858000"/>
              <a:gd name="connsiteX735" fmla="*/ 0 w 7467600"/>
              <a:gd name="connsiteY735" fmla="*/ 1679650 h 6858000"/>
              <a:gd name="connsiteX736" fmla="*/ 0 w 7467600"/>
              <a:gd name="connsiteY736" fmla="*/ 1602463 h 6858000"/>
              <a:gd name="connsiteX737" fmla="*/ 84689 w 7467600"/>
              <a:gd name="connsiteY737" fmla="*/ 1677442 h 6858000"/>
              <a:gd name="connsiteX738" fmla="*/ 298437 w 7467600"/>
              <a:gd name="connsiteY738" fmla="*/ 1968019 h 6858000"/>
              <a:gd name="connsiteX739" fmla="*/ 227269 w 7467600"/>
              <a:gd name="connsiteY739" fmla="*/ 1114064 h 6858000"/>
              <a:gd name="connsiteX740" fmla="*/ 248003 w 7467600"/>
              <a:gd name="connsiteY740" fmla="*/ 1089613 h 6858000"/>
              <a:gd name="connsiteX741" fmla="*/ 427020 w 7467600"/>
              <a:gd name="connsiteY741" fmla="*/ 1619803 h 6858000"/>
              <a:gd name="connsiteX742" fmla="*/ 340345 w 7467600"/>
              <a:gd name="connsiteY742" fmla="*/ 2027739 h 6858000"/>
              <a:gd name="connsiteX743" fmla="*/ 360865 w 7467600"/>
              <a:gd name="connsiteY743" fmla="*/ 2044827 h 6858000"/>
              <a:gd name="connsiteX744" fmla="*/ 560414 w 7467600"/>
              <a:gd name="connsiteY744" fmla="*/ 2421457 h 6858000"/>
              <a:gd name="connsiteX745" fmla="*/ 1359703 w 7467600"/>
              <a:gd name="connsiteY745" fmla="*/ 2578554 h 6858000"/>
              <a:gd name="connsiteX746" fmla="*/ 1359422 w 7467600"/>
              <a:gd name="connsiteY746" fmla="*/ 2577994 h 6858000"/>
              <a:gd name="connsiteX747" fmla="*/ 828701 w 7467600"/>
              <a:gd name="connsiteY747" fmla="*/ 1839520 h 6858000"/>
              <a:gd name="connsiteX748" fmla="*/ 494427 w 7467600"/>
              <a:gd name="connsiteY748" fmla="*/ 1092333 h 6858000"/>
              <a:gd name="connsiteX749" fmla="*/ 506322 w 7467600"/>
              <a:gd name="connsiteY749" fmla="*/ 1020997 h 6858000"/>
              <a:gd name="connsiteX750" fmla="*/ 4570198 w 7467600"/>
              <a:gd name="connsiteY750" fmla="*/ 978081 h 6858000"/>
              <a:gd name="connsiteX751" fmla="*/ 4523691 w 7467600"/>
              <a:gd name="connsiteY751" fmla="*/ 1127776 h 6858000"/>
              <a:gd name="connsiteX752" fmla="*/ 4509875 w 7467600"/>
              <a:gd name="connsiteY752" fmla="*/ 1167552 h 6858000"/>
              <a:gd name="connsiteX753" fmla="*/ 4478168 w 7467600"/>
              <a:gd name="connsiteY753" fmla="*/ 1260735 h 6858000"/>
              <a:gd name="connsiteX754" fmla="*/ 4409309 w 7467600"/>
              <a:gd name="connsiteY754" fmla="*/ 1666996 h 6858000"/>
              <a:gd name="connsiteX755" fmla="*/ 4370031 w 7467600"/>
              <a:gd name="connsiteY755" fmla="*/ 1955666 h 6858000"/>
              <a:gd name="connsiteX756" fmla="*/ 4570198 w 7467600"/>
              <a:gd name="connsiteY756" fmla="*/ 978081 h 6858000"/>
              <a:gd name="connsiteX757" fmla="*/ 4557898 w 7467600"/>
              <a:gd name="connsiteY757" fmla="*/ 900011 h 6858000"/>
              <a:gd name="connsiteX758" fmla="*/ 4344840 w 7467600"/>
              <a:gd name="connsiteY758" fmla="*/ 1922038 h 6858000"/>
              <a:gd name="connsiteX759" fmla="*/ 4378710 w 7467600"/>
              <a:gd name="connsiteY759" fmla="*/ 1665516 h 6858000"/>
              <a:gd name="connsiteX760" fmla="*/ 4448798 w 7467600"/>
              <a:gd name="connsiteY760" fmla="*/ 1253024 h 6858000"/>
              <a:gd name="connsiteX761" fmla="*/ 4480315 w 7467600"/>
              <a:gd name="connsiteY761" fmla="*/ 1158454 h 6858000"/>
              <a:gd name="connsiteX762" fmla="*/ 4494133 w 7467600"/>
              <a:gd name="connsiteY762" fmla="*/ 1118676 h 6858000"/>
              <a:gd name="connsiteX763" fmla="*/ 4557898 w 7467600"/>
              <a:gd name="connsiteY763" fmla="*/ 900011 h 6858000"/>
              <a:gd name="connsiteX764" fmla="*/ 5870151 w 7467600"/>
              <a:gd name="connsiteY764" fmla="*/ 898890 h 6858000"/>
              <a:gd name="connsiteX765" fmla="*/ 5861335 w 7467600"/>
              <a:gd name="connsiteY765" fmla="*/ 899177 h 6858000"/>
              <a:gd name="connsiteX766" fmla="*/ 5843702 w 7467600"/>
              <a:gd name="connsiteY766" fmla="*/ 899748 h 6858000"/>
              <a:gd name="connsiteX767" fmla="*/ 5651107 w 7467600"/>
              <a:gd name="connsiteY767" fmla="*/ 920306 h 6858000"/>
              <a:gd name="connsiteX768" fmla="*/ 5459407 w 7467600"/>
              <a:gd name="connsiteY768" fmla="*/ 940975 h 6858000"/>
              <a:gd name="connsiteX769" fmla="*/ 5374846 w 7467600"/>
              <a:gd name="connsiteY769" fmla="*/ 941988 h 6858000"/>
              <a:gd name="connsiteX770" fmla="*/ 5256105 w 7467600"/>
              <a:gd name="connsiteY770" fmla="*/ 945632 h 6858000"/>
              <a:gd name="connsiteX771" fmla="*/ 5107071 w 7467600"/>
              <a:gd name="connsiteY771" fmla="*/ 969720 h 6858000"/>
              <a:gd name="connsiteX772" fmla="*/ 4998681 w 7467600"/>
              <a:gd name="connsiteY772" fmla="*/ 988771 h 6858000"/>
              <a:gd name="connsiteX773" fmla="*/ 5870151 w 7467600"/>
              <a:gd name="connsiteY773" fmla="*/ 898890 h 6858000"/>
              <a:gd name="connsiteX774" fmla="*/ 5504425 w 7467600"/>
              <a:gd name="connsiteY774" fmla="*/ 848067 h 6858000"/>
              <a:gd name="connsiteX775" fmla="*/ 4968849 w 7467600"/>
              <a:gd name="connsiteY775" fmla="*/ 962318 h 6858000"/>
              <a:gd name="connsiteX776" fmla="*/ 5104039 w 7467600"/>
              <a:gd name="connsiteY776" fmla="*/ 940634 h 6858000"/>
              <a:gd name="connsiteX777" fmla="*/ 5256311 w 7467600"/>
              <a:gd name="connsiteY777" fmla="*/ 916490 h 6858000"/>
              <a:gd name="connsiteX778" fmla="*/ 5377381 w 7467600"/>
              <a:gd name="connsiteY778" fmla="*/ 912671 h 6858000"/>
              <a:gd name="connsiteX779" fmla="*/ 5460148 w 7467600"/>
              <a:gd name="connsiteY779" fmla="*/ 911442 h 6858000"/>
              <a:gd name="connsiteX780" fmla="*/ 5648971 w 7467600"/>
              <a:gd name="connsiteY780" fmla="*/ 891331 h 6858000"/>
              <a:gd name="connsiteX781" fmla="*/ 5844807 w 7467600"/>
              <a:gd name="connsiteY781" fmla="*/ 870718 h 6858000"/>
              <a:gd name="connsiteX782" fmla="*/ 5862975 w 7467600"/>
              <a:gd name="connsiteY782" fmla="*/ 869756 h 6858000"/>
              <a:gd name="connsiteX783" fmla="*/ 5920887 w 7467600"/>
              <a:gd name="connsiteY783" fmla="*/ 865929 h 6858000"/>
              <a:gd name="connsiteX784" fmla="*/ 5504425 w 7467600"/>
              <a:gd name="connsiteY784" fmla="*/ 848067 h 6858000"/>
              <a:gd name="connsiteX785" fmla="*/ 3607114 w 7467600"/>
              <a:gd name="connsiteY785" fmla="*/ 467441 h 6858000"/>
              <a:gd name="connsiteX786" fmla="*/ 3296242 w 7467600"/>
              <a:gd name="connsiteY786" fmla="*/ 807991 h 6858000"/>
              <a:gd name="connsiteX787" fmla="*/ 3174674 w 7467600"/>
              <a:gd name="connsiteY787" fmla="*/ 919759 h 6858000"/>
              <a:gd name="connsiteX788" fmla="*/ 3042978 w 7467600"/>
              <a:gd name="connsiteY788" fmla="*/ 1054894 h 6858000"/>
              <a:gd name="connsiteX789" fmla="*/ 2968914 w 7467600"/>
              <a:gd name="connsiteY789" fmla="*/ 1133756 h 6858000"/>
              <a:gd name="connsiteX790" fmla="*/ 3103823 w 7467600"/>
              <a:gd name="connsiteY790" fmla="*/ 1026814 h 6858000"/>
              <a:gd name="connsiteX791" fmla="*/ 3607114 w 7467600"/>
              <a:gd name="connsiteY791" fmla="*/ 467441 h 6858000"/>
              <a:gd name="connsiteX792" fmla="*/ 3744487 w 7467600"/>
              <a:gd name="connsiteY792" fmla="*/ 383136 h 6858000"/>
              <a:gd name="connsiteX793" fmla="*/ 3970213 w 7467600"/>
              <a:gd name="connsiteY793" fmla="*/ 995559 h 6858000"/>
              <a:gd name="connsiteX794" fmla="*/ 3744487 w 7467600"/>
              <a:gd name="connsiteY794" fmla="*/ 383136 h 6858000"/>
              <a:gd name="connsiteX795" fmla="*/ 3624562 w 7467600"/>
              <a:gd name="connsiteY795" fmla="*/ 367041 h 6858000"/>
              <a:gd name="connsiteX796" fmla="*/ 3489712 w 7467600"/>
              <a:gd name="connsiteY796" fmla="*/ 485386 h 6858000"/>
              <a:gd name="connsiteX797" fmla="*/ 3182994 w 7467600"/>
              <a:gd name="connsiteY797" fmla="*/ 828265 h 6858000"/>
              <a:gd name="connsiteX798" fmla="*/ 2892114 w 7467600"/>
              <a:gd name="connsiteY798" fmla="*/ 1172635 h 6858000"/>
              <a:gd name="connsiteX799" fmla="*/ 3021459 w 7467600"/>
              <a:gd name="connsiteY799" fmla="*/ 1035385 h 6858000"/>
              <a:gd name="connsiteX800" fmla="*/ 3153873 w 7467600"/>
              <a:gd name="connsiteY800" fmla="*/ 898971 h 6858000"/>
              <a:gd name="connsiteX801" fmla="*/ 3276511 w 7467600"/>
              <a:gd name="connsiteY801" fmla="*/ 786423 h 6858000"/>
              <a:gd name="connsiteX802" fmla="*/ 3584154 w 7467600"/>
              <a:gd name="connsiteY802" fmla="*/ 448218 h 6858000"/>
              <a:gd name="connsiteX803" fmla="*/ 3624562 w 7467600"/>
              <a:gd name="connsiteY803" fmla="*/ 367041 h 6858000"/>
              <a:gd name="connsiteX804" fmla="*/ 3766672 w 7467600"/>
              <a:gd name="connsiteY804" fmla="*/ 359429 h 6858000"/>
              <a:gd name="connsiteX805" fmla="*/ 3996338 w 7467600"/>
              <a:gd name="connsiteY805" fmla="*/ 968237 h 6858000"/>
              <a:gd name="connsiteX806" fmla="*/ 3766672 w 7467600"/>
              <a:gd name="connsiteY806" fmla="*/ 359429 h 6858000"/>
              <a:gd name="connsiteX807" fmla="*/ 5805386 w 7467600"/>
              <a:gd name="connsiteY807" fmla="*/ 239240 h 6858000"/>
              <a:gd name="connsiteX808" fmla="*/ 5736947 w 7467600"/>
              <a:gd name="connsiteY808" fmla="*/ 261367 h 6858000"/>
              <a:gd name="connsiteX809" fmla="*/ 5427012 w 7467600"/>
              <a:gd name="connsiteY809" fmla="*/ 311272 h 6858000"/>
              <a:gd name="connsiteX810" fmla="*/ 5147818 w 7467600"/>
              <a:gd name="connsiteY810" fmla="*/ 322112 h 6858000"/>
              <a:gd name="connsiteX811" fmla="*/ 5060854 w 7467600"/>
              <a:gd name="connsiteY811" fmla="*/ 311882 h 6858000"/>
              <a:gd name="connsiteX812" fmla="*/ 4945989 w 7467600"/>
              <a:gd name="connsiteY812" fmla="*/ 300516 h 6858000"/>
              <a:gd name="connsiteX813" fmla="*/ 5410479 w 7467600"/>
              <a:gd name="connsiteY813" fmla="*/ 348434 h 6858000"/>
              <a:gd name="connsiteX814" fmla="*/ 5805386 w 7467600"/>
              <a:gd name="connsiteY814" fmla="*/ 239240 h 6858000"/>
              <a:gd name="connsiteX815" fmla="*/ 5905192 w 7467600"/>
              <a:gd name="connsiteY815" fmla="*/ 163079 h 6858000"/>
              <a:gd name="connsiteX816" fmla="*/ 5865655 w 7467600"/>
              <a:gd name="connsiteY816" fmla="*/ 171901 h 6858000"/>
              <a:gd name="connsiteX817" fmla="*/ 5259740 w 7467600"/>
              <a:gd name="connsiteY817" fmla="*/ 257013 h 6858000"/>
              <a:gd name="connsiteX818" fmla="*/ 5208466 w 7467600"/>
              <a:gd name="connsiteY818" fmla="*/ 257550 h 6858000"/>
              <a:gd name="connsiteX819" fmla="*/ 4980204 w 7467600"/>
              <a:gd name="connsiteY819" fmla="*/ 271903 h 6858000"/>
              <a:gd name="connsiteX820" fmla="*/ 5068068 w 7467600"/>
              <a:gd name="connsiteY820" fmla="*/ 282244 h 6858000"/>
              <a:gd name="connsiteX821" fmla="*/ 5153231 w 7467600"/>
              <a:gd name="connsiteY821" fmla="*/ 292240 h 6858000"/>
              <a:gd name="connsiteX822" fmla="*/ 5426491 w 7467600"/>
              <a:gd name="connsiteY822" fmla="*/ 281128 h 6858000"/>
              <a:gd name="connsiteX823" fmla="*/ 5731212 w 7467600"/>
              <a:gd name="connsiteY823" fmla="*/ 231951 h 6858000"/>
              <a:gd name="connsiteX824" fmla="*/ 5905192 w 7467600"/>
              <a:gd name="connsiteY824" fmla="*/ 163079 h 6858000"/>
              <a:gd name="connsiteX825" fmla="*/ 5944437 w 7467600"/>
              <a:gd name="connsiteY825" fmla="*/ 113829 h 6858000"/>
              <a:gd name="connsiteX826" fmla="*/ 5825032 w 7467600"/>
              <a:gd name="connsiteY826" fmla="*/ 146405 h 6858000"/>
              <a:gd name="connsiteX827" fmla="*/ 4955599 w 7467600"/>
              <a:gd name="connsiteY827" fmla="*/ 247008 h 6858000"/>
              <a:gd name="connsiteX828" fmla="*/ 5210104 w 7467600"/>
              <a:gd name="connsiteY828" fmla="*/ 228123 h 6858000"/>
              <a:gd name="connsiteX829" fmla="*/ 5261015 w 7467600"/>
              <a:gd name="connsiteY829" fmla="*/ 227087 h 6858000"/>
              <a:gd name="connsiteX830" fmla="*/ 5861181 w 7467600"/>
              <a:gd name="connsiteY830" fmla="*/ 143093 h 6858000"/>
              <a:gd name="connsiteX831" fmla="*/ 5961252 w 7467600"/>
              <a:gd name="connsiteY831" fmla="*/ 114820 h 6858000"/>
              <a:gd name="connsiteX832" fmla="*/ 5944437 w 7467600"/>
              <a:gd name="connsiteY832" fmla="*/ 113829 h 6858000"/>
              <a:gd name="connsiteX833" fmla="*/ 3882765 w 7467600"/>
              <a:gd name="connsiteY833" fmla="*/ 0 h 6858000"/>
              <a:gd name="connsiteX834" fmla="*/ 3995099 w 7467600"/>
              <a:gd name="connsiteY834" fmla="*/ 0 h 6858000"/>
              <a:gd name="connsiteX835" fmla="*/ 4163818 w 7467600"/>
              <a:gd name="connsiteY835" fmla="*/ 234104 h 6858000"/>
              <a:gd name="connsiteX836" fmla="*/ 4172099 w 7467600"/>
              <a:gd name="connsiteY836" fmla="*/ 234207 h 6858000"/>
              <a:gd name="connsiteX837" fmla="*/ 4784282 w 7467600"/>
              <a:gd name="connsiteY837" fmla="*/ 276561 h 6858000"/>
              <a:gd name="connsiteX838" fmla="*/ 4801687 w 7467600"/>
              <a:gd name="connsiteY838" fmla="*/ 267764 h 6858000"/>
              <a:gd name="connsiteX839" fmla="*/ 6082788 w 7467600"/>
              <a:gd name="connsiteY839" fmla="*/ 64119 h 6858000"/>
              <a:gd name="connsiteX840" fmla="*/ 6099442 w 7467600"/>
              <a:gd name="connsiteY840" fmla="*/ 82568 h 6858000"/>
              <a:gd name="connsiteX841" fmla="*/ 4804137 w 7467600"/>
              <a:gd name="connsiteY841" fmla="*/ 320931 h 6858000"/>
              <a:gd name="connsiteX842" fmla="*/ 4227047 w 7467600"/>
              <a:gd name="connsiteY842" fmla="*/ 313415 h 6858000"/>
              <a:gd name="connsiteX843" fmla="*/ 4346041 w 7467600"/>
              <a:gd name="connsiteY843" fmla="*/ 456086 h 6858000"/>
              <a:gd name="connsiteX844" fmla="*/ 4870967 w 7467600"/>
              <a:gd name="connsiteY844" fmla="*/ 963061 h 6858000"/>
              <a:gd name="connsiteX845" fmla="*/ 4889647 w 7467600"/>
              <a:gd name="connsiteY845" fmla="*/ 957147 h 6858000"/>
              <a:gd name="connsiteX846" fmla="*/ 5422504 w 7467600"/>
              <a:gd name="connsiteY846" fmla="*/ 805191 h 6858000"/>
              <a:gd name="connsiteX847" fmla="*/ 6087656 w 7467600"/>
              <a:gd name="connsiteY847" fmla="*/ 826703 h 6858000"/>
              <a:gd name="connsiteX848" fmla="*/ 6058717 w 7467600"/>
              <a:gd name="connsiteY848" fmla="*/ 865992 h 6858000"/>
              <a:gd name="connsiteX849" fmla="*/ 4974153 w 7467600"/>
              <a:gd name="connsiteY849" fmla="*/ 1045456 h 6858000"/>
              <a:gd name="connsiteX850" fmla="*/ 5627835 w 7467600"/>
              <a:gd name="connsiteY850" fmla="*/ 1472077 h 6858000"/>
              <a:gd name="connsiteX851" fmla="*/ 5629817 w 7467600"/>
              <a:gd name="connsiteY851" fmla="*/ 1471412 h 6858000"/>
              <a:gd name="connsiteX852" fmla="*/ 5634124 w 7467600"/>
              <a:gd name="connsiteY852" fmla="*/ 1470572 h 6858000"/>
              <a:gd name="connsiteX853" fmla="*/ 5755832 w 7467600"/>
              <a:gd name="connsiteY853" fmla="*/ 1383886 h 6858000"/>
              <a:gd name="connsiteX854" fmla="*/ 6014186 w 7467600"/>
              <a:gd name="connsiteY854" fmla="*/ 1279799 h 6858000"/>
              <a:gd name="connsiteX855" fmla="*/ 6901619 w 7467600"/>
              <a:gd name="connsiteY855" fmla="*/ 1047874 h 6858000"/>
              <a:gd name="connsiteX856" fmla="*/ 6931566 w 7467600"/>
              <a:gd name="connsiteY856" fmla="*/ 1062034 h 6858000"/>
              <a:gd name="connsiteX857" fmla="*/ 5790982 w 7467600"/>
              <a:gd name="connsiteY857" fmla="*/ 1561380 h 6858000"/>
              <a:gd name="connsiteX858" fmla="*/ 6188971 w 7467600"/>
              <a:gd name="connsiteY858" fmla="*/ 1755168 h 6858000"/>
              <a:gd name="connsiteX859" fmla="*/ 6202446 w 7467600"/>
              <a:gd name="connsiteY859" fmla="*/ 1752268 h 6858000"/>
              <a:gd name="connsiteX860" fmla="*/ 7179560 w 7467600"/>
              <a:gd name="connsiteY860" fmla="*/ 1467551 h 6858000"/>
              <a:gd name="connsiteX861" fmla="*/ 7158730 w 7467600"/>
              <a:gd name="connsiteY861" fmla="*/ 1507835 h 6858000"/>
              <a:gd name="connsiteX862" fmla="*/ 6326959 w 7467600"/>
              <a:gd name="connsiteY862" fmla="*/ 1817686 h 6858000"/>
              <a:gd name="connsiteX863" fmla="*/ 6537433 w 7467600"/>
              <a:gd name="connsiteY863" fmla="*/ 1907790 h 6858000"/>
              <a:gd name="connsiteX864" fmla="*/ 6550221 w 7467600"/>
              <a:gd name="connsiteY864" fmla="*/ 1910729 h 6858000"/>
              <a:gd name="connsiteX865" fmla="*/ 6964438 w 7467600"/>
              <a:gd name="connsiteY865" fmla="*/ 2209505 h 6858000"/>
              <a:gd name="connsiteX866" fmla="*/ 7367862 w 7467600"/>
              <a:gd name="connsiteY866" fmla="*/ 2806833 h 6858000"/>
              <a:gd name="connsiteX867" fmla="*/ 7364329 w 7467600"/>
              <a:gd name="connsiteY867" fmla="*/ 2826907 h 6858000"/>
              <a:gd name="connsiteX868" fmla="*/ 7290545 w 7467600"/>
              <a:gd name="connsiteY868" fmla="*/ 2850663 h 6858000"/>
              <a:gd name="connsiteX869" fmla="*/ 6472036 w 7467600"/>
              <a:gd name="connsiteY869" fmla="*/ 1959003 h 6858000"/>
              <a:gd name="connsiteX870" fmla="*/ 5792897 w 7467600"/>
              <a:gd name="connsiteY870" fmla="*/ 1647747 h 6858000"/>
              <a:gd name="connsiteX871" fmla="*/ 5842751 w 7467600"/>
              <a:gd name="connsiteY871" fmla="*/ 1816112 h 6858000"/>
              <a:gd name="connsiteX872" fmla="*/ 5847424 w 7467600"/>
              <a:gd name="connsiteY872" fmla="*/ 1815776 h 6858000"/>
              <a:gd name="connsiteX873" fmla="*/ 6399821 w 7467600"/>
              <a:gd name="connsiteY873" fmla="*/ 2344799 h 6858000"/>
              <a:gd name="connsiteX874" fmla="*/ 6323232 w 7467600"/>
              <a:gd name="connsiteY874" fmla="*/ 2389634 h 6858000"/>
              <a:gd name="connsiteX875" fmla="*/ 5942958 w 7467600"/>
              <a:gd name="connsiteY875" fmla="*/ 2077708 h 6858000"/>
              <a:gd name="connsiteX876" fmla="*/ 5921559 w 7467600"/>
              <a:gd name="connsiteY876" fmla="*/ 2378596 h 6858000"/>
              <a:gd name="connsiteX877" fmla="*/ 5817651 w 7467600"/>
              <a:gd name="connsiteY877" fmla="*/ 3023919 h 6858000"/>
              <a:gd name="connsiteX878" fmla="*/ 5729634 w 7467600"/>
              <a:gd name="connsiteY878" fmla="*/ 3051849 h 6858000"/>
              <a:gd name="connsiteX879" fmla="*/ 5611018 w 7467600"/>
              <a:gd name="connsiteY879" fmla="*/ 2316769 h 6858000"/>
              <a:gd name="connsiteX880" fmla="*/ 5687608 w 7467600"/>
              <a:gd name="connsiteY880" fmla="*/ 2039972 h 6858000"/>
              <a:gd name="connsiteX881" fmla="*/ 5657554 w 7467600"/>
              <a:gd name="connsiteY881" fmla="*/ 1576445 h 6858000"/>
              <a:gd name="connsiteX882" fmla="*/ 5150475 w 7467600"/>
              <a:gd name="connsiteY882" fmla="*/ 1274012 h 6858000"/>
              <a:gd name="connsiteX883" fmla="*/ 5349142 w 7467600"/>
              <a:gd name="connsiteY883" fmla="*/ 2204405 h 6858000"/>
              <a:gd name="connsiteX884" fmla="*/ 5262214 w 7467600"/>
              <a:gd name="connsiteY884" fmla="*/ 2233836 h 6858000"/>
              <a:gd name="connsiteX885" fmla="*/ 4981539 w 7467600"/>
              <a:gd name="connsiteY885" fmla="*/ 1542201 h 6858000"/>
              <a:gd name="connsiteX886" fmla="*/ 4958461 w 7467600"/>
              <a:gd name="connsiteY886" fmla="*/ 1136957 h 6858000"/>
              <a:gd name="connsiteX887" fmla="*/ 4655015 w 7467600"/>
              <a:gd name="connsiteY887" fmla="*/ 891426 h 6858000"/>
              <a:gd name="connsiteX888" fmla="*/ 4348002 w 7467600"/>
              <a:gd name="connsiteY888" fmla="*/ 2205895 h 6858000"/>
              <a:gd name="connsiteX889" fmla="*/ 4262250 w 7467600"/>
              <a:gd name="connsiteY889" fmla="*/ 2219972 h 6858000"/>
              <a:gd name="connsiteX890" fmla="*/ 4550611 w 7467600"/>
              <a:gd name="connsiteY890" fmla="*/ 817540 h 6858000"/>
              <a:gd name="connsiteX891" fmla="*/ 4564418 w 7467600"/>
              <a:gd name="connsiteY891" fmla="*/ 808293 h 6858000"/>
              <a:gd name="connsiteX892" fmla="*/ 4266388 w 7467600"/>
              <a:gd name="connsiteY892" fmla="*/ 500083 h 6858000"/>
              <a:gd name="connsiteX893" fmla="*/ 4032842 w 7467600"/>
              <a:gd name="connsiteY893" fmla="*/ 211809 h 6858000"/>
              <a:gd name="connsiteX894" fmla="*/ 3882765 w 7467600"/>
              <a:gd name="connsiteY894" fmla="*/ 0 h 6858000"/>
              <a:gd name="connsiteX895" fmla="*/ 3721337 w 7467600"/>
              <a:gd name="connsiteY895" fmla="*/ 0 h 6858000"/>
              <a:gd name="connsiteX896" fmla="*/ 3797544 w 7467600"/>
              <a:gd name="connsiteY896" fmla="*/ 0 h 6858000"/>
              <a:gd name="connsiteX897" fmla="*/ 3775734 w 7467600"/>
              <a:gd name="connsiteY897" fmla="*/ 95131 h 6858000"/>
              <a:gd name="connsiteX898" fmla="*/ 3724807 w 7467600"/>
              <a:gd name="connsiteY898" fmla="*/ 272257 h 6858000"/>
              <a:gd name="connsiteX899" fmla="*/ 3726844 w 7467600"/>
              <a:gd name="connsiteY899" fmla="*/ 282988 h 6858000"/>
              <a:gd name="connsiteX900" fmla="*/ 3742664 w 7467600"/>
              <a:gd name="connsiteY900" fmla="*/ 279918 h 6858000"/>
              <a:gd name="connsiteX901" fmla="*/ 4103910 w 7467600"/>
              <a:gd name="connsiteY901" fmla="*/ 1161917 h 6858000"/>
              <a:gd name="connsiteX902" fmla="*/ 4020269 w 7467600"/>
              <a:gd name="connsiteY902" fmla="*/ 1200406 h 6858000"/>
              <a:gd name="connsiteX903" fmla="*/ 3674882 w 7467600"/>
              <a:gd name="connsiteY903" fmla="*/ 488524 h 6858000"/>
              <a:gd name="connsiteX904" fmla="*/ 3132682 w 7467600"/>
              <a:gd name="connsiteY904" fmla="*/ 1072284 h 6858000"/>
              <a:gd name="connsiteX905" fmla="*/ 2716346 w 7467600"/>
              <a:gd name="connsiteY905" fmla="*/ 1276376 h 6858000"/>
              <a:gd name="connsiteX906" fmla="*/ 2716772 w 7467600"/>
              <a:gd name="connsiteY906" fmla="*/ 1255462 h 6858000"/>
              <a:gd name="connsiteX907" fmla="*/ 3471096 w 7467600"/>
              <a:gd name="connsiteY907" fmla="*/ 437072 h 6858000"/>
              <a:gd name="connsiteX908" fmla="*/ 3639057 w 7467600"/>
              <a:gd name="connsiteY908" fmla="*/ 286334 h 6858000"/>
              <a:gd name="connsiteX909" fmla="*/ 3640309 w 7467600"/>
              <a:gd name="connsiteY909" fmla="*/ 284664 h 6858000"/>
              <a:gd name="connsiteX910" fmla="*/ 3646022 w 7467600"/>
              <a:gd name="connsiteY910" fmla="*/ 276711 h 6858000"/>
              <a:gd name="connsiteX911" fmla="*/ 3707943 w 7467600"/>
              <a:gd name="connsiteY911" fmla="*/ 65958 h 6858000"/>
              <a:gd name="connsiteX912" fmla="*/ 3721337 w 7467600"/>
              <a:gd name="connsiteY912" fmla="*/ 0 h 6858000"/>
              <a:gd name="connsiteX913" fmla="*/ 2867960 w 7467600"/>
              <a:gd name="connsiteY913" fmla="*/ 0 h 6858000"/>
              <a:gd name="connsiteX914" fmla="*/ 2926351 w 7467600"/>
              <a:gd name="connsiteY914" fmla="*/ 0 h 6858000"/>
              <a:gd name="connsiteX915" fmla="*/ 2902823 w 7467600"/>
              <a:gd name="connsiteY915" fmla="*/ 262929 h 6858000"/>
              <a:gd name="connsiteX916" fmla="*/ 2940663 w 7467600"/>
              <a:gd name="connsiteY916" fmla="*/ 140884 h 6858000"/>
              <a:gd name="connsiteX917" fmla="*/ 2947039 w 7467600"/>
              <a:gd name="connsiteY917" fmla="*/ 122524 h 6858000"/>
              <a:gd name="connsiteX918" fmla="*/ 2984316 w 7467600"/>
              <a:gd name="connsiteY918" fmla="*/ 0 h 6858000"/>
              <a:gd name="connsiteX919" fmla="*/ 3016114 w 7467600"/>
              <a:gd name="connsiteY919" fmla="*/ 0 h 6858000"/>
              <a:gd name="connsiteX920" fmla="*/ 2979949 w 7467600"/>
              <a:gd name="connsiteY920" fmla="*/ 119274 h 6858000"/>
              <a:gd name="connsiteX921" fmla="*/ 3023879 w 7467600"/>
              <a:gd name="connsiteY921" fmla="*/ 0 h 6858000"/>
              <a:gd name="connsiteX922" fmla="*/ 3105400 w 7467600"/>
              <a:gd name="connsiteY922" fmla="*/ 0 h 6858000"/>
              <a:gd name="connsiteX923" fmla="*/ 3094669 w 7467600"/>
              <a:gd name="connsiteY923" fmla="*/ 30308 h 6858000"/>
              <a:gd name="connsiteX924" fmla="*/ 2901945 w 7467600"/>
              <a:gd name="connsiteY924" fmla="*/ 466538 h 6858000"/>
              <a:gd name="connsiteX925" fmla="*/ 2815209 w 7467600"/>
              <a:gd name="connsiteY925" fmla="*/ 497361 h 6858000"/>
              <a:gd name="connsiteX926" fmla="*/ 2844845 w 7467600"/>
              <a:gd name="connsiteY926" fmla="*/ 127638 h 6858000"/>
              <a:gd name="connsiteX927" fmla="*/ 2867960 w 7467600"/>
              <a:gd name="connsiteY927" fmla="*/ 0 h 6858000"/>
              <a:gd name="connsiteX928" fmla="*/ 1057230 w 7467600"/>
              <a:gd name="connsiteY928" fmla="*/ 0 h 6858000"/>
              <a:gd name="connsiteX929" fmla="*/ 1111003 w 7467600"/>
              <a:gd name="connsiteY929" fmla="*/ 0 h 6858000"/>
              <a:gd name="connsiteX930" fmla="*/ 1125553 w 7467600"/>
              <a:gd name="connsiteY930" fmla="*/ 52588 h 6858000"/>
              <a:gd name="connsiteX931" fmla="*/ 1304276 w 7467600"/>
              <a:gd name="connsiteY931" fmla="*/ 476275 h 6858000"/>
              <a:gd name="connsiteX932" fmla="*/ 1492066 w 7467600"/>
              <a:gd name="connsiteY932" fmla="*/ 886333 h 6858000"/>
              <a:gd name="connsiteX933" fmla="*/ 1423698 w 7467600"/>
              <a:gd name="connsiteY933" fmla="*/ 710817 h 6858000"/>
              <a:gd name="connsiteX934" fmla="*/ 1357609 w 7467600"/>
              <a:gd name="connsiteY934" fmla="*/ 532892 h 6858000"/>
              <a:gd name="connsiteX935" fmla="*/ 1309550 w 7467600"/>
              <a:gd name="connsiteY935" fmla="*/ 374031 h 6858000"/>
              <a:gd name="connsiteX936" fmla="*/ 1193673 w 7467600"/>
              <a:gd name="connsiteY936" fmla="*/ 49533 h 6858000"/>
              <a:gd name="connsiteX937" fmla="*/ 1164391 w 7467600"/>
              <a:gd name="connsiteY937" fmla="*/ 0 h 6858000"/>
              <a:gd name="connsiteX938" fmla="*/ 1200666 w 7467600"/>
              <a:gd name="connsiteY938" fmla="*/ 0 h 6858000"/>
              <a:gd name="connsiteX939" fmla="*/ 1223408 w 7467600"/>
              <a:gd name="connsiteY939" fmla="*/ 38996 h 6858000"/>
              <a:gd name="connsiteX940" fmla="*/ 1339635 w 7467600"/>
              <a:gd name="connsiteY940" fmla="*/ 365517 h 6858000"/>
              <a:gd name="connsiteX941" fmla="*/ 1387469 w 7467600"/>
              <a:gd name="connsiteY941" fmla="*/ 523079 h 6858000"/>
              <a:gd name="connsiteX942" fmla="*/ 1452685 w 7467600"/>
              <a:gd name="connsiteY942" fmla="*/ 699806 h 6858000"/>
              <a:gd name="connsiteX943" fmla="*/ 1492092 w 7467600"/>
              <a:gd name="connsiteY943" fmla="*/ 800424 h 6858000"/>
              <a:gd name="connsiteX944" fmla="*/ 1455302 w 7467600"/>
              <a:gd name="connsiteY944" fmla="*/ 632913 h 6858000"/>
              <a:gd name="connsiteX945" fmla="*/ 1222336 w 7467600"/>
              <a:gd name="connsiteY945" fmla="*/ 9480 h 6858000"/>
              <a:gd name="connsiteX946" fmla="*/ 1214634 w 7467600"/>
              <a:gd name="connsiteY946" fmla="*/ 0 h 6858000"/>
              <a:gd name="connsiteX947" fmla="*/ 1289827 w 7467600"/>
              <a:gd name="connsiteY947" fmla="*/ 0 h 6858000"/>
              <a:gd name="connsiteX948" fmla="*/ 1321076 w 7467600"/>
              <a:gd name="connsiteY948" fmla="*/ 59722 h 6858000"/>
              <a:gd name="connsiteX949" fmla="*/ 1512579 w 7467600"/>
              <a:gd name="connsiteY949" fmla="*/ 626441 h 6858000"/>
              <a:gd name="connsiteX950" fmla="*/ 1506076 w 7467600"/>
              <a:gd name="connsiteY950" fmla="*/ 1089289 h 6858000"/>
              <a:gd name="connsiteX951" fmla="*/ 1486346 w 7467600"/>
              <a:gd name="connsiteY951" fmla="*/ 1079919 h 6858000"/>
              <a:gd name="connsiteX952" fmla="*/ 1070511 w 7467600"/>
              <a:gd name="connsiteY952" fmla="*/ 48609 h 6858000"/>
              <a:gd name="connsiteX953" fmla="*/ 1057230 w 7467600"/>
              <a:gd name="connsiteY953" fmla="*/ 0 h 6858000"/>
              <a:gd name="connsiteX954" fmla="*/ 43151 w 7467600"/>
              <a:gd name="connsiteY954" fmla="*/ 0 h 6858000"/>
              <a:gd name="connsiteX955" fmla="*/ 95283 w 7467600"/>
              <a:gd name="connsiteY955" fmla="*/ 0 h 6858000"/>
              <a:gd name="connsiteX956" fmla="*/ 300708 w 7467600"/>
              <a:gd name="connsiteY956" fmla="*/ 154571 h 6858000"/>
              <a:gd name="connsiteX957" fmla="*/ 530414 w 7467600"/>
              <a:gd name="connsiteY957" fmla="*/ 354673 h 6858000"/>
              <a:gd name="connsiteX958" fmla="*/ 333785 w 7467600"/>
              <a:gd name="connsiteY958" fmla="*/ 161564 h 6858000"/>
              <a:gd name="connsiteX959" fmla="*/ 147005 w 7467600"/>
              <a:gd name="connsiteY959" fmla="*/ 0 h 6858000"/>
              <a:gd name="connsiteX960" fmla="*/ 272509 w 7467600"/>
              <a:gd name="connsiteY960" fmla="*/ 0 h 6858000"/>
              <a:gd name="connsiteX961" fmla="*/ 326276 w 7467600"/>
              <a:gd name="connsiteY961" fmla="*/ 45847 h 6858000"/>
              <a:gd name="connsiteX962" fmla="*/ 823759 w 7467600"/>
              <a:gd name="connsiteY962" fmla="*/ 574145 h 6858000"/>
              <a:gd name="connsiteX963" fmla="*/ 811254 w 7467600"/>
              <a:gd name="connsiteY963" fmla="*/ 665546 h 6858000"/>
              <a:gd name="connsiteX964" fmla="*/ 154042 w 7467600"/>
              <a:gd name="connsiteY964" fmla="*/ 261522 h 6858000"/>
              <a:gd name="connsiteX965" fmla="*/ 13550 w 7467600"/>
              <a:gd name="connsiteY965" fmla="*/ 158423 h 6858000"/>
              <a:gd name="connsiteX966" fmla="*/ 0 w 7467600"/>
              <a:gd name="connsiteY966" fmla="*/ 146618 h 6858000"/>
              <a:gd name="connsiteX967" fmla="*/ 0 w 7467600"/>
              <a:gd name="connsiteY967" fmla="*/ 59161 h 6858000"/>
              <a:gd name="connsiteX968" fmla="*/ 45427 w 7467600"/>
              <a:gd name="connsiteY968" fmla="*/ 101078 h 6858000"/>
              <a:gd name="connsiteX969" fmla="*/ 630103 w 7467600"/>
              <a:gd name="connsiteY969" fmla="*/ 485885 h 6858000"/>
              <a:gd name="connsiteX970" fmla="*/ 532040 w 7467600"/>
              <a:gd name="connsiteY970" fmla="*/ 399359 h 6858000"/>
              <a:gd name="connsiteX971" fmla="*/ 517618 w 7467600"/>
              <a:gd name="connsiteY971" fmla="*/ 385726 h 6858000"/>
              <a:gd name="connsiteX972" fmla="*/ 285074 w 7467600"/>
              <a:gd name="connsiteY972" fmla="*/ 182755 h 6858000"/>
              <a:gd name="connsiteX973" fmla="*/ 43151 w 7467600"/>
              <a:gd name="connsiteY97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6946849 w 7467600"/>
              <a:gd name="connsiteY81" fmla="*/ 5523271 h 6858000"/>
              <a:gd name="connsiteX82" fmla="*/ 7105827 w 7467600"/>
              <a:gd name="connsiteY82" fmla="*/ 5718700 h 6858000"/>
              <a:gd name="connsiteX83" fmla="*/ 7356878 w 7467600"/>
              <a:gd name="connsiteY83" fmla="*/ 5981332 h 6858000"/>
              <a:gd name="connsiteX84" fmla="*/ 7467600 w 7467600"/>
              <a:gd name="connsiteY84" fmla="*/ 6117703 h 6858000"/>
              <a:gd name="connsiteX85" fmla="*/ 7467600 w 7467600"/>
              <a:gd name="connsiteY85" fmla="*/ 6163634 h 6858000"/>
              <a:gd name="connsiteX86" fmla="*/ 7403637 w 7467600"/>
              <a:gd name="connsiteY86" fmla="*/ 6083957 h 6858000"/>
              <a:gd name="connsiteX87" fmla="*/ 7254615 w 7467600"/>
              <a:gd name="connsiteY87" fmla="*/ 5911918 h 6858000"/>
              <a:gd name="connsiteX88" fmla="*/ 7312589 w 7467600"/>
              <a:gd name="connsiteY88" fmla="*/ 5982309 h 6858000"/>
              <a:gd name="connsiteX89" fmla="*/ 7448321 w 7467600"/>
              <a:gd name="connsiteY89" fmla="*/ 6190991 h 6858000"/>
              <a:gd name="connsiteX90" fmla="*/ 7467600 w 7467600"/>
              <a:gd name="connsiteY90" fmla="*/ 6221686 h 6858000"/>
              <a:gd name="connsiteX91" fmla="*/ 7467600 w 7467600"/>
              <a:gd name="connsiteY91" fmla="*/ 6334256 h 6858000"/>
              <a:gd name="connsiteX92" fmla="*/ 7454976 w 7467600"/>
              <a:gd name="connsiteY92" fmla="*/ 6318297 h 6858000"/>
              <a:gd name="connsiteX93" fmla="*/ 7042773 w 7467600"/>
              <a:gd name="connsiteY93" fmla="*/ 5734011 h 6858000"/>
              <a:gd name="connsiteX94" fmla="*/ 1456157 w 7467600"/>
              <a:gd name="connsiteY94" fmla="*/ 5371404 h 6858000"/>
              <a:gd name="connsiteX95" fmla="*/ 1244432 w 7467600"/>
              <a:gd name="connsiteY95" fmla="*/ 5385601 h 6858000"/>
              <a:gd name="connsiteX96" fmla="*/ 973990 w 7467600"/>
              <a:gd name="connsiteY96" fmla="*/ 5424940 h 6858000"/>
              <a:gd name="connsiteX97" fmla="*/ 1103809 w 7467600"/>
              <a:gd name="connsiteY97" fmla="*/ 5433720 h 6858000"/>
              <a:gd name="connsiteX98" fmla="*/ 1123454 w 7467600"/>
              <a:gd name="connsiteY98" fmla="*/ 5435727 h 6858000"/>
              <a:gd name="connsiteX99" fmla="*/ 1737017 w 7467600"/>
              <a:gd name="connsiteY99" fmla="*/ 5452183 h 6858000"/>
              <a:gd name="connsiteX100" fmla="*/ 1824397 w 7467600"/>
              <a:gd name="connsiteY100" fmla="*/ 5447757 h 6858000"/>
              <a:gd name="connsiteX101" fmla="*/ 2070059 w 7467600"/>
              <a:gd name="connsiteY101" fmla="*/ 5441660 h 6858000"/>
              <a:gd name="connsiteX102" fmla="*/ 1456157 w 7467600"/>
              <a:gd name="connsiteY102" fmla="*/ 5371404 h 6858000"/>
              <a:gd name="connsiteX103" fmla="*/ 4988186 w 7467600"/>
              <a:gd name="connsiteY103" fmla="*/ 5216467 h 6858000"/>
              <a:gd name="connsiteX104" fmla="*/ 4777334 w 7467600"/>
              <a:gd name="connsiteY104" fmla="*/ 5406072 h 6858000"/>
              <a:gd name="connsiteX105" fmla="*/ 4718341 w 7467600"/>
              <a:gd name="connsiteY105" fmla="*/ 5468043 h 6858000"/>
              <a:gd name="connsiteX106" fmla="*/ 4604655 w 7467600"/>
              <a:gd name="connsiteY106" fmla="*/ 5583434 h 6858000"/>
              <a:gd name="connsiteX107" fmla="*/ 4565074 w 7467600"/>
              <a:gd name="connsiteY107" fmla="*/ 5618550 h 6858000"/>
              <a:gd name="connsiteX108" fmla="*/ 4988186 w 7467600"/>
              <a:gd name="connsiteY108" fmla="*/ 5216467 h 6858000"/>
              <a:gd name="connsiteX109" fmla="*/ 4978032 w 7467600"/>
              <a:gd name="connsiteY109" fmla="*/ 5183809 h 6858000"/>
              <a:gd name="connsiteX110" fmla="*/ 4463413 w 7467600"/>
              <a:gd name="connsiteY110" fmla="*/ 5615162 h 6858000"/>
              <a:gd name="connsiteX111" fmla="*/ 4358134 w 7467600"/>
              <a:gd name="connsiteY111" fmla="*/ 5742791 h 6858000"/>
              <a:gd name="connsiteX112" fmla="*/ 4376219 w 7467600"/>
              <a:gd name="connsiteY112" fmla="*/ 5729027 h 6858000"/>
              <a:gd name="connsiteX113" fmla="*/ 4582340 w 7467600"/>
              <a:gd name="connsiteY113" fmla="*/ 5561037 h 6858000"/>
              <a:gd name="connsiteX114" fmla="*/ 4694684 w 7467600"/>
              <a:gd name="connsiteY114" fmla="*/ 5447098 h 6858000"/>
              <a:gd name="connsiteX115" fmla="*/ 4754123 w 7467600"/>
              <a:gd name="connsiteY115" fmla="*/ 5384643 h 6858000"/>
              <a:gd name="connsiteX116" fmla="*/ 4978032 w 7467600"/>
              <a:gd name="connsiteY116" fmla="*/ 5183809 h 6858000"/>
              <a:gd name="connsiteX117" fmla="*/ 1903353 w 7467600"/>
              <a:gd name="connsiteY117" fmla="*/ 5044827 h 6858000"/>
              <a:gd name="connsiteX118" fmla="*/ 1936931 w 7467600"/>
              <a:gd name="connsiteY118" fmla="*/ 5093954 h 6858000"/>
              <a:gd name="connsiteX119" fmla="*/ 2195868 w 7467600"/>
              <a:gd name="connsiteY119" fmla="*/ 5396574 h 6858000"/>
              <a:gd name="connsiteX120" fmla="*/ 2088852 w 7467600"/>
              <a:gd name="connsiteY120" fmla="*/ 5166123 h 6858000"/>
              <a:gd name="connsiteX121" fmla="*/ 1958241 w 7467600"/>
              <a:gd name="connsiteY121" fmla="*/ 5067955 h 6858000"/>
              <a:gd name="connsiteX122" fmla="*/ 1903353 w 7467600"/>
              <a:gd name="connsiteY122" fmla="*/ 5044827 h 6858000"/>
              <a:gd name="connsiteX123" fmla="*/ 1979378 w 7467600"/>
              <a:gd name="connsiteY123" fmla="*/ 4769504 h 6858000"/>
              <a:gd name="connsiteX124" fmla="*/ 2882120 w 7467600"/>
              <a:gd name="connsiteY124" fmla="*/ 5064547 h 6858000"/>
              <a:gd name="connsiteX125" fmla="*/ 2793103 w 7467600"/>
              <a:gd name="connsiteY125" fmla="*/ 5039699 h 6858000"/>
              <a:gd name="connsiteX126" fmla="*/ 2770041 w 7467600"/>
              <a:gd name="connsiteY126" fmla="*/ 5033634 h 6858000"/>
              <a:gd name="connsiteX127" fmla="*/ 1979378 w 7467600"/>
              <a:gd name="connsiteY127" fmla="*/ 4769504 h 6858000"/>
              <a:gd name="connsiteX128" fmla="*/ 1927410 w 7467600"/>
              <a:gd name="connsiteY128" fmla="*/ 4716164 h 6858000"/>
              <a:gd name="connsiteX129" fmla="*/ 1959587 w 7467600"/>
              <a:gd name="connsiteY129" fmla="*/ 4728849 h 6858000"/>
              <a:gd name="connsiteX130" fmla="*/ 2777707 w 7467600"/>
              <a:gd name="connsiteY130" fmla="*/ 5003991 h 6858000"/>
              <a:gd name="connsiteX131" fmla="*/ 2800768 w 7467600"/>
              <a:gd name="connsiteY131" fmla="*/ 5010056 h 6858000"/>
              <a:gd name="connsiteX132" fmla="*/ 2879408 w 7467600"/>
              <a:gd name="connsiteY132" fmla="*/ 5031590 h 6858000"/>
              <a:gd name="connsiteX133" fmla="*/ 2862295 w 7467600"/>
              <a:gd name="connsiteY133" fmla="*/ 5022958 h 6858000"/>
              <a:gd name="connsiteX134" fmla="*/ 2813343 w 7467600"/>
              <a:gd name="connsiteY134" fmla="*/ 4998369 h 6858000"/>
              <a:gd name="connsiteX135" fmla="*/ 2646245 w 7467600"/>
              <a:gd name="connsiteY135" fmla="*/ 4930999 h 6858000"/>
              <a:gd name="connsiteX136" fmla="*/ 1999243 w 7467600"/>
              <a:gd name="connsiteY136" fmla="*/ 4730524 h 6858000"/>
              <a:gd name="connsiteX137" fmla="*/ 1979527 w 7467600"/>
              <a:gd name="connsiteY137" fmla="*/ 4726651 h 6858000"/>
              <a:gd name="connsiteX138" fmla="*/ 1927410 w 7467600"/>
              <a:gd name="connsiteY138" fmla="*/ 4716164 h 6858000"/>
              <a:gd name="connsiteX139" fmla="*/ 1997014 w 7467600"/>
              <a:gd name="connsiteY139" fmla="*/ 4698007 h 6858000"/>
              <a:gd name="connsiteX140" fmla="*/ 2005458 w 7467600"/>
              <a:gd name="connsiteY140" fmla="*/ 4699540 h 6858000"/>
              <a:gd name="connsiteX141" fmla="*/ 2657186 w 7467600"/>
              <a:gd name="connsiteY141" fmla="*/ 4901687 h 6858000"/>
              <a:gd name="connsiteX142" fmla="*/ 2826662 w 7467600"/>
              <a:gd name="connsiteY142" fmla="*/ 4970362 h 6858000"/>
              <a:gd name="connsiteX143" fmla="*/ 2876100 w 7467600"/>
              <a:gd name="connsiteY143" fmla="*/ 4995397 h 6858000"/>
              <a:gd name="connsiteX144" fmla="*/ 3042600 w 7467600"/>
              <a:gd name="connsiteY144" fmla="*/ 5059532 h 6858000"/>
              <a:gd name="connsiteX145" fmla="*/ 1997014 w 7467600"/>
              <a:gd name="connsiteY145" fmla="*/ 4698007 h 6858000"/>
              <a:gd name="connsiteX146" fmla="*/ 2305292 w 7467600"/>
              <a:gd name="connsiteY146" fmla="*/ 4219492 h 6858000"/>
              <a:gd name="connsiteX147" fmla="*/ 3360922 w 7467600"/>
              <a:gd name="connsiteY147" fmla="*/ 4529373 h 6858000"/>
              <a:gd name="connsiteX148" fmla="*/ 3492420 w 7467600"/>
              <a:gd name="connsiteY148" fmla="*/ 4510145 h 6858000"/>
              <a:gd name="connsiteX149" fmla="*/ 3364086 w 7467600"/>
              <a:gd name="connsiteY149" fmla="*/ 4480340 h 6858000"/>
              <a:gd name="connsiteX150" fmla="*/ 3225818 w 7467600"/>
              <a:gd name="connsiteY150" fmla="*/ 4411822 h 6858000"/>
              <a:gd name="connsiteX151" fmla="*/ 3129696 w 7467600"/>
              <a:gd name="connsiteY151" fmla="*/ 4360704 h 6858000"/>
              <a:gd name="connsiteX152" fmla="*/ 2814545 w 7467600"/>
              <a:gd name="connsiteY152" fmla="*/ 4282955 h 6858000"/>
              <a:gd name="connsiteX153" fmla="*/ 2305292 w 7467600"/>
              <a:gd name="connsiteY153" fmla="*/ 4219492 h 6858000"/>
              <a:gd name="connsiteX154" fmla="*/ 2626982 w 7467600"/>
              <a:gd name="connsiteY154" fmla="*/ 4206450 h 6858000"/>
              <a:gd name="connsiteX155" fmla="*/ 2490617 w 7467600"/>
              <a:gd name="connsiteY155" fmla="*/ 4206951 h 6858000"/>
              <a:gd name="connsiteX156" fmla="*/ 2819869 w 7467600"/>
              <a:gd name="connsiteY156" fmla="*/ 4252936 h 6858000"/>
              <a:gd name="connsiteX157" fmla="*/ 3143018 w 7467600"/>
              <a:gd name="connsiteY157" fmla="*/ 4332698 h 6858000"/>
              <a:gd name="connsiteX158" fmla="*/ 3241520 w 7467600"/>
              <a:gd name="connsiteY158" fmla="*/ 4385112 h 6858000"/>
              <a:gd name="connsiteX159" fmla="*/ 3374575 w 7467600"/>
              <a:gd name="connsiteY159" fmla="*/ 4451517 h 6858000"/>
              <a:gd name="connsiteX160" fmla="*/ 3505221 w 7467600"/>
              <a:gd name="connsiteY160" fmla="*/ 4480757 h 6858000"/>
              <a:gd name="connsiteX161" fmla="*/ 2626982 w 7467600"/>
              <a:gd name="connsiteY161" fmla="*/ 4206450 h 6858000"/>
              <a:gd name="connsiteX162" fmla="*/ 1310106 w 7467600"/>
              <a:gd name="connsiteY162" fmla="*/ 3943217 h 6858000"/>
              <a:gd name="connsiteX163" fmla="*/ 854994 w 7467600"/>
              <a:gd name="connsiteY163" fmla="*/ 4399136 h 6858000"/>
              <a:gd name="connsiteX164" fmla="*/ 742462 w 7467600"/>
              <a:gd name="connsiteY164" fmla="*/ 4594648 h 6858000"/>
              <a:gd name="connsiteX165" fmla="*/ 820602 w 7467600"/>
              <a:gd name="connsiteY165" fmla="*/ 4485915 h 6858000"/>
              <a:gd name="connsiteX166" fmla="*/ 878295 w 7467600"/>
              <a:gd name="connsiteY166" fmla="*/ 4403594 h 6858000"/>
              <a:gd name="connsiteX167" fmla="*/ 1240607 w 7467600"/>
              <a:gd name="connsiteY167" fmla="*/ 4010401 h 6858000"/>
              <a:gd name="connsiteX168" fmla="*/ 1310106 w 7467600"/>
              <a:gd name="connsiteY168" fmla="*/ 3943217 h 6858000"/>
              <a:gd name="connsiteX169" fmla="*/ 1423113 w 7467600"/>
              <a:gd name="connsiteY169" fmla="*/ 3874565 h 6858000"/>
              <a:gd name="connsiteX170" fmla="*/ 1260565 w 7467600"/>
              <a:gd name="connsiteY170" fmla="*/ 4031982 h 6858000"/>
              <a:gd name="connsiteX171" fmla="*/ 901900 w 7467600"/>
              <a:gd name="connsiteY171" fmla="*/ 4421236 h 6858000"/>
              <a:gd name="connsiteX172" fmla="*/ 845044 w 7467600"/>
              <a:gd name="connsiteY172" fmla="*/ 4502436 h 6858000"/>
              <a:gd name="connsiteX173" fmla="*/ 685926 w 7467600"/>
              <a:gd name="connsiteY173" fmla="*/ 4703069 h 6858000"/>
              <a:gd name="connsiteX174" fmla="*/ 684248 w 7467600"/>
              <a:gd name="connsiteY174" fmla="*/ 4706721 h 6858000"/>
              <a:gd name="connsiteX175" fmla="*/ 1423113 w 7467600"/>
              <a:gd name="connsiteY175" fmla="*/ 3874565 h 6858000"/>
              <a:gd name="connsiteX176" fmla="*/ 3316479 w 7467600"/>
              <a:gd name="connsiteY176" fmla="*/ 3872136 h 6858000"/>
              <a:gd name="connsiteX177" fmla="*/ 3546806 w 7467600"/>
              <a:gd name="connsiteY177" fmla="*/ 4356139 h 6858000"/>
              <a:gd name="connsiteX178" fmla="*/ 3364433 w 7467600"/>
              <a:gd name="connsiteY178" fmla="*/ 3953121 h 6858000"/>
              <a:gd name="connsiteX179" fmla="*/ 3316479 w 7467600"/>
              <a:gd name="connsiteY179" fmla="*/ 3872136 h 6858000"/>
              <a:gd name="connsiteX180" fmla="*/ 3291335 w 7467600"/>
              <a:gd name="connsiteY180" fmla="*/ 3767420 h 6858000"/>
              <a:gd name="connsiteX181" fmla="*/ 3390805 w 7467600"/>
              <a:gd name="connsiteY181" fmla="*/ 3937163 h 6858000"/>
              <a:gd name="connsiteX182" fmla="*/ 3579062 w 7467600"/>
              <a:gd name="connsiteY182" fmla="*/ 4359040 h 6858000"/>
              <a:gd name="connsiteX183" fmla="*/ 3467355 w 7467600"/>
              <a:gd name="connsiteY183" fmla="*/ 3988130 h 6858000"/>
              <a:gd name="connsiteX184" fmla="*/ 3310753 w 7467600"/>
              <a:gd name="connsiteY184" fmla="*/ 3787140 h 6858000"/>
              <a:gd name="connsiteX185" fmla="*/ 3291335 w 7467600"/>
              <a:gd name="connsiteY185" fmla="*/ 3767420 h 6858000"/>
              <a:gd name="connsiteX186" fmla="*/ 1635889 w 7467600"/>
              <a:gd name="connsiteY186" fmla="*/ 3709494 h 6858000"/>
              <a:gd name="connsiteX187" fmla="*/ 1634800 w 7467600"/>
              <a:gd name="connsiteY187" fmla="*/ 3731111 h 6858000"/>
              <a:gd name="connsiteX188" fmla="*/ 1635889 w 7467600"/>
              <a:gd name="connsiteY188" fmla="*/ 3709494 h 6858000"/>
              <a:gd name="connsiteX189" fmla="*/ 1510397 w 7467600"/>
              <a:gd name="connsiteY189" fmla="*/ 3684705 h 6858000"/>
              <a:gd name="connsiteX190" fmla="*/ 1146550 w 7467600"/>
              <a:gd name="connsiteY190" fmla="*/ 3802012 h 6858000"/>
              <a:gd name="connsiteX191" fmla="*/ 698834 w 7467600"/>
              <a:gd name="connsiteY191" fmla="*/ 3952272 h 6858000"/>
              <a:gd name="connsiteX192" fmla="*/ 34256 w 7467600"/>
              <a:gd name="connsiteY192" fmla="*/ 4347603 h 6858000"/>
              <a:gd name="connsiteX193" fmla="*/ 527241 w 7467600"/>
              <a:gd name="connsiteY193" fmla="*/ 4065078 h 6858000"/>
              <a:gd name="connsiteX194" fmla="*/ 1510397 w 7467600"/>
              <a:gd name="connsiteY194" fmla="*/ 3684705 h 6858000"/>
              <a:gd name="connsiteX195" fmla="*/ 1313114 w 7467600"/>
              <a:gd name="connsiteY195" fmla="*/ 3655216 h 6858000"/>
              <a:gd name="connsiteX196" fmla="*/ 1109304 w 7467600"/>
              <a:gd name="connsiteY196" fmla="*/ 3669030 h 6858000"/>
              <a:gd name="connsiteX197" fmla="*/ 8129 w 7467600"/>
              <a:gd name="connsiteY197" fmla="*/ 4330519 h 6858000"/>
              <a:gd name="connsiteX198" fmla="*/ 687572 w 7467600"/>
              <a:gd name="connsiteY198" fmla="*/ 3925629 h 6858000"/>
              <a:gd name="connsiteX199" fmla="*/ 1138365 w 7467600"/>
              <a:gd name="connsiteY199" fmla="*/ 3774515 h 6858000"/>
              <a:gd name="connsiteX200" fmla="*/ 1505579 w 7467600"/>
              <a:gd name="connsiteY200" fmla="*/ 3655526 h 6858000"/>
              <a:gd name="connsiteX201" fmla="*/ 1313114 w 7467600"/>
              <a:gd name="connsiteY201" fmla="*/ 3655216 h 6858000"/>
              <a:gd name="connsiteX202" fmla="*/ 3655073 w 7467600"/>
              <a:gd name="connsiteY202" fmla="*/ 3650884 h 6858000"/>
              <a:gd name="connsiteX203" fmla="*/ 3989938 w 7467600"/>
              <a:gd name="connsiteY203" fmla="*/ 3991685 h 6858000"/>
              <a:gd name="connsiteX204" fmla="*/ 4393907 w 7467600"/>
              <a:gd name="connsiteY204" fmla="*/ 4261258 h 6858000"/>
              <a:gd name="connsiteX205" fmla="*/ 4648051 w 7467600"/>
              <a:gd name="connsiteY205" fmla="*/ 4374051 h 6858000"/>
              <a:gd name="connsiteX206" fmla="*/ 4383389 w 7467600"/>
              <a:gd name="connsiteY206" fmla="*/ 4184369 h 6858000"/>
              <a:gd name="connsiteX207" fmla="*/ 4165508 w 7467600"/>
              <a:gd name="connsiteY207" fmla="*/ 4035196 h 6858000"/>
              <a:gd name="connsiteX208" fmla="*/ 4068162 w 7467600"/>
              <a:gd name="connsiteY208" fmla="*/ 3953394 h 6858000"/>
              <a:gd name="connsiteX209" fmla="*/ 3981416 w 7467600"/>
              <a:gd name="connsiteY209" fmla="*/ 3880482 h 6858000"/>
              <a:gd name="connsiteX210" fmla="*/ 3800147 w 7467600"/>
              <a:gd name="connsiteY210" fmla="*/ 3749872 h 6858000"/>
              <a:gd name="connsiteX211" fmla="*/ 3655073 w 7467600"/>
              <a:gd name="connsiteY211" fmla="*/ 3650884 h 6858000"/>
              <a:gd name="connsiteX212" fmla="*/ 3670252 w 7467600"/>
              <a:gd name="connsiteY212" fmla="*/ 3622798 h 6858000"/>
              <a:gd name="connsiteX213" fmla="*/ 3817258 w 7467600"/>
              <a:gd name="connsiteY213" fmla="*/ 3723577 h 6858000"/>
              <a:gd name="connsiteX214" fmla="*/ 4000461 w 7467600"/>
              <a:gd name="connsiteY214" fmla="*/ 3855966 h 6858000"/>
              <a:gd name="connsiteX215" fmla="*/ 4088180 w 7467600"/>
              <a:gd name="connsiteY215" fmla="*/ 3929774 h 6858000"/>
              <a:gd name="connsiteX216" fmla="*/ 4184555 w 7467600"/>
              <a:gd name="connsiteY216" fmla="*/ 4010683 h 6858000"/>
              <a:gd name="connsiteX217" fmla="*/ 4399563 w 7467600"/>
              <a:gd name="connsiteY217" fmla="*/ 4158106 h 6858000"/>
              <a:gd name="connsiteX218" fmla="*/ 4684469 w 7467600"/>
              <a:gd name="connsiteY218" fmla="*/ 4364680 h 6858000"/>
              <a:gd name="connsiteX219" fmla="*/ 4690271 w 7467600"/>
              <a:gd name="connsiteY219" fmla="*/ 4370034 h 6858000"/>
              <a:gd name="connsiteX220" fmla="*/ 4136093 w 7467600"/>
              <a:gd name="connsiteY220" fmla="*/ 3858466 h 6858000"/>
              <a:gd name="connsiteX221" fmla="*/ 3670252 w 7467600"/>
              <a:gd name="connsiteY221" fmla="*/ 3622798 h 6858000"/>
              <a:gd name="connsiteX222" fmla="*/ 4440129 w 7467600"/>
              <a:gd name="connsiteY222" fmla="*/ 3448571 h 6858000"/>
              <a:gd name="connsiteX223" fmla="*/ 4856525 w 7467600"/>
              <a:gd name="connsiteY223" fmla="*/ 3915351 h 6858000"/>
              <a:gd name="connsiteX224" fmla="*/ 5059055 w 7467600"/>
              <a:gd name="connsiteY224" fmla="*/ 4108918 h 6858000"/>
              <a:gd name="connsiteX225" fmla="*/ 5290070 w 7467600"/>
              <a:gd name="connsiteY225" fmla="*/ 4263619 h 6858000"/>
              <a:gd name="connsiteX226" fmla="*/ 4834991 w 7467600"/>
              <a:gd name="connsiteY226" fmla="*/ 3830985 h 6858000"/>
              <a:gd name="connsiteX227" fmla="*/ 4440129 w 7467600"/>
              <a:gd name="connsiteY227" fmla="*/ 3448571 h 6858000"/>
              <a:gd name="connsiteX228" fmla="*/ 4441737 w 7467600"/>
              <a:gd name="connsiteY228" fmla="*/ 3399734 h 6858000"/>
              <a:gd name="connsiteX229" fmla="*/ 4431236 w 7467600"/>
              <a:gd name="connsiteY229" fmla="*/ 3400954 h 6858000"/>
              <a:gd name="connsiteX230" fmla="*/ 4557150 w 7467600"/>
              <a:gd name="connsiteY230" fmla="*/ 3510023 h 6858000"/>
              <a:gd name="connsiteX231" fmla="*/ 4856936 w 7467600"/>
              <a:gd name="connsiteY231" fmla="*/ 3809146 h 6858000"/>
              <a:gd name="connsiteX232" fmla="*/ 5111996 w 7467600"/>
              <a:gd name="connsiteY232" fmla="*/ 4065759 h 6858000"/>
              <a:gd name="connsiteX233" fmla="*/ 5388878 w 7467600"/>
              <a:gd name="connsiteY233" fmla="*/ 4300185 h 6858000"/>
              <a:gd name="connsiteX234" fmla="*/ 5425556 w 7467600"/>
              <a:gd name="connsiteY234" fmla="*/ 4308967 h 6858000"/>
              <a:gd name="connsiteX235" fmla="*/ 4943646 w 7467600"/>
              <a:gd name="connsiteY235" fmla="*/ 3822916 h 6858000"/>
              <a:gd name="connsiteX236" fmla="*/ 4594837 w 7467600"/>
              <a:gd name="connsiteY236" fmla="*/ 3532274 h 6858000"/>
              <a:gd name="connsiteX237" fmla="*/ 4441737 w 7467600"/>
              <a:gd name="connsiteY237" fmla="*/ 3399734 h 6858000"/>
              <a:gd name="connsiteX238" fmla="*/ 5425834 w 7467600"/>
              <a:gd name="connsiteY238" fmla="*/ 3162785 h 6858000"/>
              <a:gd name="connsiteX239" fmla="*/ 5401644 w 7467600"/>
              <a:gd name="connsiteY239" fmla="*/ 3617847 h 6858000"/>
              <a:gd name="connsiteX240" fmla="*/ 5467256 w 7467600"/>
              <a:gd name="connsiteY240" fmla="*/ 4175494 h 6858000"/>
              <a:gd name="connsiteX241" fmla="*/ 5448069 w 7467600"/>
              <a:gd name="connsiteY241" fmla="*/ 3567554 h 6858000"/>
              <a:gd name="connsiteX242" fmla="*/ 5425834 w 7467600"/>
              <a:gd name="connsiteY242" fmla="*/ 3162785 h 6858000"/>
              <a:gd name="connsiteX243" fmla="*/ 1318687 w 7467600"/>
              <a:gd name="connsiteY243" fmla="*/ 3113840 h 6858000"/>
              <a:gd name="connsiteX244" fmla="*/ 1066793 w 7467600"/>
              <a:gd name="connsiteY244" fmla="*/ 3212171 h 6858000"/>
              <a:gd name="connsiteX245" fmla="*/ 993319 w 7467600"/>
              <a:gd name="connsiteY245" fmla="*/ 3247648 h 6858000"/>
              <a:gd name="connsiteX246" fmla="*/ 853081 w 7467600"/>
              <a:gd name="connsiteY246" fmla="*/ 3312410 h 6858000"/>
              <a:gd name="connsiteX247" fmla="*/ 805957 w 7467600"/>
              <a:gd name="connsiteY247" fmla="*/ 3330443 h 6858000"/>
              <a:gd name="connsiteX248" fmla="*/ 1318687 w 7467600"/>
              <a:gd name="connsiteY248" fmla="*/ 3113840 h 6858000"/>
              <a:gd name="connsiteX249" fmla="*/ 5453702 w 7467600"/>
              <a:gd name="connsiteY249" fmla="*/ 3090882 h 6858000"/>
              <a:gd name="connsiteX250" fmla="*/ 5480135 w 7467600"/>
              <a:gd name="connsiteY250" fmla="*/ 3565802 h 6858000"/>
              <a:gd name="connsiteX251" fmla="*/ 5499023 w 7467600"/>
              <a:gd name="connsiteY251" fmla="*/ 4166310 h 6858000"/>
              <a:gd name="connsiteX252" fmla="*/ 5547022 w 7467600"/>
              <a:gd name="connsiteY252" fmla="*/ 3607838 h 6858000"/>
              <a:gd name="connsiteX253" fmla="*/ 5515964 w 7467600"/>
              <a:gd name="connsiteY253" fmla="*/ 3378541 h 6858000"/>
              <a:gd name="connsiteX254" fmla="*/ 5453702 w 7467600"/>
              <a:gd name="connsiteY254" fmla="*/ 3090882 h 6858000"/>
              <a:gd name="connsiteX255" fmla="*/ 1238695 w 7467600"/>
              <a:gd name="connsiteY255" fmla="*/ 3076820 h 6858000"/>
              <a:gd name="connsiteX256" fmla="*/ 716371 w 7467600"/>
              <a:gd name="connsiteY256" fmla="*/ 3293249 h 6858000"/>
              <a:gd name="connsiteX257" fmla="*/ 579522 w 7467600"/>
              <a:gd name="connsiteY257" fmla="*/ 3371759 h 6858000"/>
              <a:gd name="connsiteX258" fmla="*/ 600288 w 7467600"/>
              <a:gd name="connsiteY258" fmla="*/ 3365555 h 6858000"/>
              <a:gd name="connsiteX259" fmla="*/ 840692 w 7467600"/>
              <a:gd name="connsiteY259" fmla="*/ 3284921 h 6858000"/>
              <a:gd name="connsiteX260" fmla="*/ 979248 w 7467600"/>
              <a:gd name="connsiteY260" fmla="*/ 3221003 h 6858000"/>
              <a:gd name="connsiteX261" fmla="*/ 1053282 w 7467600"/>
              <a:gd name="connsiteY261" fmla="*/ 3185247 h 6858000"/>
              <a:gd name="connsiteX262" fmla="*/ 1320603 w 7467600"/>
              <a:gd name="connsiteY262" fmla="*/ 3081281 h 6858000"/>
              <a:gd name="connsiteX263" fmla="*/ 1238695 w 7467600"/>
              <a:gd name="connsiteY263" fmla="*/ 3076820 h 6858000"/>
              <a:gd name="connsiteX264" fmla="*/ 5425627 w 7467600"/>
              <a:gd name="connsiteY264" fmla="*/ 2954192 h 6858000"/>
              <a:gd name="connsiteX265" fmla="*/ 5470770 w 7467600"/>
              <a:gd name="connsiteY265" fmla="*/ 3005435 h 6858000"/>
              <a:gd name="connsiteX266" fmla="*/ 5519779 w 7467600"/>
              <a:gd name="connsiteY266" fmla="*/ 4359223 h 6858000"/>
              <a:gd name="connsiteX267" fmla="*/ 5520293 w 7467600"/>
              <a:gd name="connsiteY267" fmla="*/ 4360602 h 6858000"/>
              <a:gd name="connsiteX268" fmla="*/ 5767221 w 7467600"/>
              <a:gd name="connsiteY268" fmla="*/ 4665564 h 6858000"/>
              <a:gd name="connsiteX269" fmla="*/ 6937169 w 7467600"/>
              <a:gd name="connsiteY269" fmla="*/ 4815941 h 6858000"/>
              <a:gd name="connsiteX270" fmla="*/ 6953922 w 7467600"/>
              <a:gd name="connsiteY270" fmla="*/ 4890068 h 6858000"/>
              <a:gd name="connsiteX271" fmla="*/ 6071359 w 7467600"/>
              <a:gd name="connsiteY271" fmla="*/ 4770770 h 6858000"/>
              <a:gd name="connsiteX272" fmla="*/ 6038839 w 7467600"/>
              <a:gd name="connsiteY272" fmla="*/ 4764474 h 6858000"/>
              <a:gd name="connsiteX273" fmla="*/ 6038706 w 7467600"/>
              <a:gd name="connsiteY273" fmla="*/ 4763847 h 6858000"/>
              <a:gd name="connsiteX274" fmla="*/ 6037784 w 7467600"/>
              <a:gd name="connsiteY274" fmla="*/ 4764270 h 6858000"/>
              <a:gd name="connsiteX275" fmla="*/ 6038839 w 7467600"/>
              <a:gd name="connsiteY275" fmla="*/ 4764474 h 6858000"/>
              <a:gd name="connsiteX276" fmla="*/ 6040338 w 7467600"/>
              <a:gd name="connsiteY276" fmla="*/ 4771418 h 6858000"/>
              <a:gd name="connsiteX277" fmla="*/ 6024488 w 7467600"/>
              <a:gd name="connsiteY277" fmla="*/ 4809903 h 6858000"/>
              <a:gd name="connsiteX278" fmla="*/ 5599771 w 7467600"/>
              <a:gd name="connsiteY278" fmla="*/ 5509652 h 6858000"/>
              <a:gd name="connsiteX279" fmla="*/ 5548843 w 7467600"/>
              <a:gd name="connsiteY279" fmla="*/ 5563845 h 6858000"/>
              <a:gd name="connsiteX280" fmla="*/ 5940952 w 7467600"/>
              <a:gd name="connsiteY280" fmla="*/ 6250028 h 6858000"/>
              <a:gd name="connsiteX281" fmla="*/ 6043441 w 7467600"/>
              <a:gd name="connsiteY281" fmla="*/ 6665847 h 6858000"/>
              <a:gd name="connsiteX282" fmla="*/ 6093432 w 7467600"/>
              <a:gd name="connsiteY282" fmla="*/ 6858000 h 6858000"/>
              <a:gd name="connsiteX283" fmla="*/ 6034344 w 7467600"/>
              <a:gd name="connsiteY283" fmla="*/ 6858000 h 6858000"/>
              <a:gd name="connsiteX284" fmla="*/ 6026679 w 7467600"/>
              <a:gd name="connsiteY284" fmla="*/ 6836959 h 6858000"/>
              <a:gd name="connsiteX285" fmla="*/ 5800441 w 7467600"/>
              <a:gd name="connsiteY285" fmla="*/ 6335286 h 6858000"/>
              <a:gd name="connsiteX286" fmla="*/ 5526562 w 7467600"/>
              <a:gd name="connsiteY286" fmla="*/ 5705388 h 6858000"/>
              <a:gd name="connsiteX287" fmla="*/ 5519640 w 7467600"/>
              <a:gd name="connsiteY287" fmla="*/ 5683774 h 6858000"/>
              <a:gd name="connsiteX288" fmla="*/ 5844559 w 7467600"/>
              <a:gd name="connsiteY288" fmla="*/ 6553349 h 6858000"/>
              <a:gd name="connsiteX289" fmla="*/ 5975994 w 7467600"/>
              <a:gd name="connsiteY289" fmla="*/ 6858000 h 6858000"/>
              <a:gd name="connsiteX290" fmla="*/ 5898547 w 7467600"/>
              <a:gd name="connsiteY290" fmla="*/ 6858000 h 6858000"/>
              <a:gd name="connsiteX291" fmla="*/ 5682041 w 7467600"/>
              <a:gd name="connsiteY291" fmla="*/ 6355860 h 6858000"/>
              <a:gd name="connsiteX292" fmla="*/ 5461758 w 7467600"/>
              <a:gd name="connsiteY292" fmla="*/ 5820220 h 6858000"/>
              <a:gd name="connsiteX293" fmla="*/ 5237282 w 7467600"/>
              <a:gd name="connsiteY293" fmla="*/ 6579086 h 6858000"/>
              <a:gd name="connsiteX294" fmla="*/ 5115009 w 7467600"/>
              <a:gd name="connsiteY294" fmla="*/ 6858000 h 6858000"/>
              <a:gd name="connsiteX295" fmla="*/ 5028074 w 7467600"/>
              <a:gd name="connsiteY295" fmla="*/ 6858000 h 6858000"/>
              <a:gd name="connsiteX296" fmla="*/ 5079508 w 7467600"/>
              <a:gd name="connsiteY296" fmla="*/ 6749074 h 6858000"/>
              <a:gd name="connsiteX297" fmla="*/ 5371846 w 7467600"/>
              <a:gd name="connsiteY297" fmla="*/ 5924413 h 6858000"/>
              <a:gd name="connsiteX298" fmla="*/ 5270512 w 7467600"/>
              <a:gd name="connsiteY298" fmla="*/ 6138975 h 6858000"/>
              <a:gd name="connsiteX299" fmla="*/ 5062409 w 7467600"/>
              <a:gd name="connsiteY299" fmla="*/ 6653544 h 6858000"/>
              <a:gd name="connsiteX300" fmla="*/ 5036628 w 7467600"/>
              <a:gd name="connsiteY300" fmla="*/ 6754247 h 6858000"/>
              <a:gd name="connsiteX301" fmla="*/ 5009112 w 7467600"/>
              <a:gd name="connsiteY301" fmla="*/ 6858000 h 6858000"/>
              <a:gd name="connsiteX302" fmla="*/ 4976679 w 7467600"/>
              <a:gd name="connsiteY302" fmla="*/ 6858000 h 6858000"/>
              <a:gd name="connsiteX303" fmla="*/ 5006537 w 7467600"/>
              <a:gd name="connsiteY303" fmla="*/ 6747068 h 6858000"/>
              <a:gd name="connsiteX304" fmla="*/ 5032723 w 7467600"/>
              <a:gd name="connsiteY304" fmla="*/ 6644957 h 6858000"/>
              <a:gd name="connsiteX305" fmla="*/ 5242949 w 7467600"/>
              <a:gd name="connsiteY305" fmla="*/ 6125175 h 6858000"/>
              <a:gd name="connsiteX306" fmla="*/ 5286321 w 7467600"/>
              <a:gd name="connsiteY306" fmla="*/ 6033555 h 6858000"/>
              <a:gd name="connsiteX307" fmla="*/ 5008210 w 7467600"/>
              <a:gd name="connsiteY307" fmla="*/ 6649194 h 6858000"/>
              <a:gd name="connsiteX308" fmla="*/ 4986321 w 7467600"/>
              <a:gd name="connsiteY308" fmla="*/ 6765687 h 6858000"/>
              <a:gd name="connsiteX309" fmla="*/ 4973474 w 7467600"/>
              <a:gd name="connsiteY309" fmla="*/ 6858000 h 6858000"/>
              <a:gd name="connsiteX310" fmla="*/ 4907178 w 7467600"/>
              <a:gd name="connsiteY310" fmla="*/ 6858000 h 6858000"/>
              <a:gd name="connsiteX311" fmla="*/ 4910810 w 7467600"/>
              <a:gd name="connsiteY311" fmla="*/ 6829660 h 6858000"/>
              <a:gd name="connsiteX312" fmla="*/ 4987461 w 7467600"/>
              <a:gd name="connsiteY312" fmla="*/ 6432994 h 6858000"/>
              <a:gd name="connsiteX313" fmla="*/ 5179262 w 7467600"/>
              <a:gd name="connsiteY313" fmla="*/ 6035044 h 6858000"/>
              <a:gd name="connsiteX314" fmla="*/ 4689678 w 7467600"/>
              <a:gd name="connsiteY314" fmla="*/ 6440241 h 6858000"/>
              <a:gd name="connsiteX315" fmla="*/ 4477543 w 7467600"/>
              <a:gd name="connsiteY315" fmla="*/ 6674836 h 6858000"/>
              <a:gd name="connsiteX316" fmla="*/ 4329957 w 7467600"/>
              <a:gd name="connsiteY316" fmla="*/ 6858000 h 6858000"/>
              <a:gd name="connsiteX317" fmla="*/ 4218595 w 7467600"/>
              <a:gd name="connsiteY317" fmla="*/ 6858000 h 6858000"/>
              <a:gd name="connsiteX318" fmla="*/ 4368888 w 7467600"/>
              <a:gd name="connsiteY318" fmla="*/ 6668412 h 6858000"/>
              <a:gd name="connsiteX319" fmla="*/ 4563091 w 7467600"/>
              <a:gd name="connsiteY319" fmla="*/ 6442508 h 6858000"/>
              <a:gd name="connsiteX320" fmla="*/ 5387324 w 7467600"/>
              <a:gd name="connsiteY320" fmla="*/ 5705830 h 6858000"/>
              <a:gd name="connsiteX321" fmla="*/ 5073620 w 7467600"/>
              <a:gd name="connsiteY321" fmla="*/ 5955437 h 6858000"/>
              <a:gd name="connsiteX322" fmla="*/ 4689789 w 7467600"/>
              <a:gd name="connsiteY322" fmla="*/ 6268382 h 6858000"/>
              <a:gd name="connsiteX323" fmla="*/ 4418722 w 7467600"/>
              <a:gd name="connsiteY323" fmla="*/ 6570886 h 6858000"/>
              <a:gd name="connsiteX324" fmla="*/ 4214944 w 7467600"/>
              <a:gd name="connsiteY324" fmla="*/ 6858000 h 6858000"/>
              <a:gd name="connsiteX325" fmla="*/ 4177898 w 7467600"/>
              <a:gd name="connsiteY325" fmla="*/ 6858000 h 6858000"/>
              <a:gd name="connsiteX326" fmla="*/ 4391597 w 7467600"/>
              <a:gd name="connsiteY326" fmla="*/ 6556370 h 6858000"/>
              <a:gd name="connsiteX327" fmla="*/ 4668889 w 7467600"/>
              <a:gd name="connsiteY327" fmla="*/ 6246399 h 6858000"/>
              <a:gd name="connsiteX328" fmla="*/ 5055427 w 7467600"/>
              <a:gd name="connsiteY328" fmla="*/ 5931476 h 6858000"/>
              <a:gd name="connsiteX329" fmla="*/ 5371814 w 7467600"/>
              <a:gd name="connsiteY329" fmla="*/ 5678975 h 6858000"/>
              <a:gd name="connsiteX330" fmla="*/ 4987918 w 7467600"/>
              <a:gd name="connsiteY330" fmla="*/ 5838701 h 6858000"/>
              <a:gd name="connsiteX331" fmla="*/ 4317146 w 7467600"/>
              <a:gd name="connsiteY331" fmla="*/ 6587716 h 6858000"/>
              <a:gd name="connsiteX332" fmla="*/ 4171627 w 7467600"/>
              <a:gd name="connsiteY332" fmla="*/ 6858000 h 6858000"/>
              <a:gd name="connsiteX333" fmla="*/ 4081585 w 7467600"/>
              <a:gd name="connsiteY333" fmla="*/ 6858000 h 6858000"/>
              <a:gd name="connsiteX334" fmla="*/ 4238603 w 7467600"/>
              <a:gd name="connsiteY334" fmla="*/ 6559341 h 6858000"/>
              <a:gd name="connsiteX335" fmla="*/ 4778333 w 7467600"/>
              <a:gd name="connsiteY335" fmla="*/ 5873626 h 6858000"/>
              <a:gd name="connsiteX336" fmla="*/ 5414185 w 7467600"/>
              <a:gd name="connsiteY336" fmla="*/ 5573882 h 6858000"/>
              <a:gd name="connsiteX337" fmla="*/ 5959648 w 7467600"/>
              <a:gd name="connsiteY337" fmla="*/ 4760797 h 6858000"/>
              <a:gd name="connsiteX338" fmla="*/ 5355019 w 7467600"/>
              <a:gd name="connsiteY338" fmla="*/ 4734672 h 6858000"/>
              <a:gd name="connsiteX339" fmla="*/ 5083565 w 7467600"/>
              <a:gd name="connsiteY339" fmla="*/ 5179121 h 6858000"/>
              <a:gd name="connsiteX340" fmla="*/ 4713577 w 7467600"/>
              <a:gd name="connsiteY340" fmla="*/ 5616803 h 6858000"/>
              <a:gd name="connsiteX341" fmla="*/ 3989559 w 7467600"/>
              <a:gd name="connsiteY341" fmla="*/ 6145945 h 6858000"/>
              <a:gd name="connsiteX342" fmla="*/ 3939824 w 7467600"/>
              <a:gd name="connsiteY342" fmla="*/ 6066900 h 6858000"/>
              <a:gd name="connsiteX343" fmla="*/ 4584537 w 7467600"/>
              <a:gd name="connsiteY343" fmla="*/ 5324826 h 6858000"/>
              <a:gd name="connsiteX344" fmla="*/ 5037105 w 7467600"/>
              <a:gd name="connsiteY344" fmla="*/ 5088765 h 6858000"/>
              <a:gd name="connsiteX345" fmla="*/ 5039930 w 7467600"/>
              <a:gd name="connsiteY345" fmla="*/ 5089585 h 6858000"/>
              <a:gd name="connsiteX346" fmla="*/ 5263764 w 7467600"/>
              <a:gd name="connsiteY346" fmla="*/ 4735525 h 6858000"/>
              <a:gd name="connsiteX347" fmla="*/ 4086300 w 7467600"/>
              <a:gd name="connsiteY347" fmla="*/ 4884599 h 6858000"/>
              <a:gd name="connsiteX348" fmla="*/ 4085485 w 7467600"/>
              <a:gd name="connsiteY348" fmla="*/ 4899070 h 6858000"/>
              <a:gd name="connsiteX349" fmla="*/ 3871915 w 7467600"/>
              <a:gd name="connsiteY349" fmla="*/ 5253645 h 6858000"/>
              <a:gd name="connsiteX350" fmla="*/ 3799374 w 7467600"/>
              <a:gd name="connsiteY350" fmla="*/ 5466127 h 6858000"/>
              <a:gd name="connsiteX351" fmla="*/ 3498850 w 7467600"/>
              <a:gd name="connsiteY351" fmla="*/ 6661888 h 6858000"/>
              <a:gd name="connsiteX352" fmla="*/ 3399216 w 7467600"/>
              <a:gd name="connsiteY352" fmla="*/ 6858000 h 6858000"/>
              <a:gd name="connsiteX353" fmla="*/ 3303688 w 7467600"/>
              <a:gd name="connsiteY353" fmla="*/ 6858000 h 6858000"/>
              <a:gd name="connsiteX354" fmla="*/ 3391774 w 7467600"/>
              <a:gd name="connsiteY354" fmla="*/ 6697181 h 6858000"/>
              <a:gd name="connsiteX355" fmla="*/ 3735540 w 7467600"/>
              <a:gd name="connsiteY355" fmla="*/ 5546923 h 6858000"/>
              <a:gd name="connsiteX356" fmla="*/ 3729438 w 7467600"/>
              <a:gd name="connsiteY356" fmla="*/ 5569058 h 6858000"/>
              <a:gd name="connsiteX357" fmla="*/ 3707782 w 7467600"/>
              <a:gd name="connsiteY357" fmla="*/ 5644908 h 6858000"/>
              <a:gd name="connsiteX358" fmla="*/ 3583827 w 7467600"/>
              <a:gd name="connsiteY358" fmla="*/ 6039215 h 6858000"/>
              <a:gd name="connsiteX359" fmla="*/ 3547861 w 7467600"/>
              <a:gd name="connsiteY359" fmla="*/ 6129609 h 6858000"/>
              <a:gd name="connsiteX360" fmla="*/ 3490905 w 7467600"/>
              <a:gd name="connsiteY360" fmla="*/ 6277660 h 6858000"/>
              <a:gd name="connsiteX361" fmla="*/ 3455859 w 7467600"/>
              <a:gd name="connsiteY361" fmla="*/ 6391301 h 6858000"/>
              <a:gd name="connsiteX362" fmla="*/ 3429112 w 7467600"/>
              <a:gd name="connsiteY362" fmla="*/ 6479469 h 6858000"/>
              <a:gd name="connsiteX363" fmla="*/ 3304862 w 7467600"/>
              <a:gd name="connsiteY363" fmla="*/ 6796476 h 6858000"/>
              <a:gd name="connsiteX364" fmla="*/ 3276071 w 7467600"/>
              <a:gd name="connsiteY364" fmla="*/ 6858000 h 6858000"/>
              <a:gd name="connsiteX365" fmla="*/ 3240805 w 7467600"/>
              <a:gd name="connsiteY365" fmla="*/ 6858000 h 6858000"/>
              <a:gd name="connsiteX366" fmla="*/ 3275917 w 7467600"/>
              <a:gd name="connsiteY366" fmla="*/ 6783192 h 6858000"/>
              <a:gd name="connsiteX367" fmla="*/ 3399358 w 7467600"/>
              <a:gd name="connsiteY367" fmla="*/ 6469011 h 6858000"/>
              <a:gd name="connsiteX368" fmla="*/ 3425650 w 7467600"/>
              <a:gd name="connsiteY368" fmla="*/ 6381333 h 6858000"/>
              <a:gd name="connsiteX369" fmla="*/ 3460661 w 7467600"/>
              <a:gd name="connsiteY369" fmla="*/ 6266763 h 6858000"/>
              <a:gd name="connsiteX370" fmla="*/ 3518021 w 7467600"/>
              <a:gd name="connsiteY370" fmla="*/ 6117298 h 6858000"/>
              <a:gd name="connsiteX371" fmla="*/ 3554035 w 7467600"/>
              <a:gd name="connsiteY371" fmla="*/ 6027832 h 6858000"/>
              <a:gd name="connsiteX372" fmla="*/ 3677174 w 7467600"/>
              <a:gd name="connsiteY372" fmla="*/ 5636351 h 6858000"/>
              <a:gd name="connsiteX373" fmla="*/ 3698819 w 7467600"/>
              <a:gd name="connsiteY373" fmla="*/ 5560503 h 6858000"/>
              <a:gd name="connsiteX374" fmla="*/ 3702094 w 7467600"/>
              <a:gd name="connsiteY374" fmla="*/ 5549194 h 6858000"/>
              <a:gd name="connsiteX375" fmla="*/ 3398355 w 7467600"/>
              <a:gd name="connsiteY375" fmla="*/ 6094603 h 6858000"/>
              <a:gd name="connsiteX376" fmla="*/ 3193941 w 7467600"/>
              <a:gd name="connsiteY376" fmla="*/ 6798775 h 6858000"/>
              <a:gd name="connsiteX377" fmla="*/ 3184140 w 7467600"/>
              <a:gd name="connsiteY377" fmla="*/ 6858000 h 6858000"/>
              <a:gd name="connsiteX378" fmla="*/ 3099978 w 7467600"/>
              <a:gd name="connsiteY378" fmla="*/ 6858000 h 6858000"/>
              <a:gd name="connsiteX379" fmla="*/ 3101556 w 7467600"/>
              <a:gd name="connsiteY379" fmla="*/ 6843337 h 6858000"/>
              <a:gd name="connsiteX380" fmla="*/ 3370162 w 7467600"/>
              <a:gd name="connsiteY380" fmla="*/ 5785550 h 6858000"/>
              <a:gd name="connsiteX381" fmla="*/ 3746477 w 7467600"/>
              <a:gd name="connsiteY381" fmla="*/ 5377889 h 6858000"/>
              <a:gd name="connsiteX382" fmla="*/ 3863399 w 7467600"/>
              <a:gd name="connsiteY382" fmla="*/ 5087257 h 6858000"/>
              <a:gd name="connsiteX383" fmla="*/ 3968712 w 7467600"/>
              <a:gd name="connsiteY383" fmla="*/ 4913989 h 6858000"/>
              <a:gd name="connsiteX384" fmla="*/ 2792390 w 7467600"/>
              <a:gd name="connsiteY384" fmla="*/ 5382974 h 6858000"/>
              <a:gd name="connsiteX385" fmla="*/ 2714982 w 7467600"/>
              <a:gd name="connsiteY385" fmla="*/ 5427051 h 6858000"/>
              <a:gd name="connsiteX386" fmla="*/ 2813361 w 7467600"/>
              <a:gd name="connsiteY386" fmla="*/ 6023912 h 6858000"/>
              <a:gd name="connsiteX387" fmla="*/ 2688430 w 7467600"/>
              <a:gd name="connsiteY387" fmla="*/ 6801564 h 6858000"/>
              <a:gd name="connsiteX388" fmla="*/ 2629626 w 7467600"/>
              <a:gd name="connsiteY388" fmla="*/ 6763394 h 6858000"/>
              <a:gd name="connsiteX389" fmla="*/ 2565328 w 7467600"/>
              <a:gd name="connsiteY389" fmla="*/ 5516399 h 6858000"/>
              <a:gd name="connsiteX390" fmla="*/ 1922999 w 7467600"/>
              <a:gd name="connsiteY390" fmla="*/ 5980343 h 6858000"/>
              <a:gd name="connsiteX391" fmla="*/ 1950261 w 7467600"/>
              <a:gd name="connsiteY391" fmla="*/ 6405858 h 6858000"/>
              <a:gd name="connsiteX392" fmla="*/ 2365554 w 7467600"/>
              <a:gd name="connsiteY392" fmla="*/ 6759107 h 6858000"/>
              <a:gd name="connsiteX393" fmla="*/ 2424142 w 7467600"/>
              <a:gd name="connsiteY393" fmla="*/ 6858000 h 6858000"/>
              <a:gd name="connsiteX394" fmla="*/ 2395994 w 7467600"/>
              <a:gd name="connsiteY394" fmla="*/ 6858000 h 6858000"/>
              <a:gd name="connsiteX395" fmla="*/ 2392863 w 7467600"/>
              <a:gd name="connsiteY395" fmla="*/ 6852964 h 6858000"/>
              <a:gd name="connsiteX396" fmla="*/ 2017589 w 7467600"/>
              <a:gd name="connsiteY396" fmla="*/ 6493982 h 6858000"/>
              <a:gd name="connsiteX397" fmla="*/ 2147336 w 7467600"/>
              <a:gd name="connsiteY397" fmla="*/ 6594052 h 6858000"/>
              <a:gd name="connsiteX398" fmla="*/ 2207047 w 7467600"/>
              <a:gd name="connsiteY398" fmla="*/ 6654540 h 6858000"/>
              <a:gd name="connsiteX399" fmla="*/ 2299106 w 7467600"/>
              <a:gd name="connsiteY399" fmla="*/ 6778931 h 6858000"/>
              <a:gd name="connsiteX400" fmla="*/ 2314430 w 7467600"/>
              <a:gd name="connsiteY400" fmla="*/ 6801144 h 6858000"/>
              <a:gd name="connsiteX401" fmla="*/ 2352406 w 7467600"/>
              <a:gd name="connsiteY401" fmla="*/ 6858000 h 6858000"/>
              <a:gd name="connsiteX402" fmla="*/ 2314492 w 7467600"/>
              <a:gd name="connsiteY402" fmla="*/ 6858000 h 6858000"/>
              <a:gd name="connsiteX403" fmla="*/ 2288095 w 7467600"/>
              <a:gd name="connsiteY403" fmla="*/ 6818030 h 6858000"/>
              <a:gd name="connsiteX404" fmla="*/ 2272768 w 7467600"/>
              <a:gd name="connsiteY404" fmla="*/ 6795822 h 6858000"/>
              <a:gd name="connsiteX405" fmla="*/ 2182715 w 7467600"/>
              <a:gd name="connsiteY405" fmla="*/ 6675071 h 6858000"/>
              <a:gd name="connsiteX406" fmla="*/ 2032061 w 7467600"/>
              <a:gd name="connsiteY406" fmla="*/ 6541380 h 6858000"/>
              <a:gd name="connsiteX407" fmla="*/ 2257220 w 7467600"/>
              <a:gd name="connsiteY407" fmla="*/ 6826257 h 6858000"/>
              <a:gd name="connsiteX408" fmla="*/ 2281324 w 7467600"/>
              <a:gd name="connsiteY408" fmla="*/ 6858000 h 6858000"/>
              <a:gd name="connsiteX409" fmla="*/ 2242860 w 7467600"/>
              <a:gd name="connsiteY409" fmla="*/ 6858000 h 6858000"/>
              <a:gd name="connsiteX410" fmla="*/ 2232818 w 7467600"/>
              <a:gd name="connsiteY410" fmla="*/ 6844926 h 6858000"/>
              <a:gd name="connsiteX411" fmla="*/ 1990172 w 7467600"/>
              <a:gd name="connsiteY411" fmla="*/ 6542121 h 6858000"/>
              <a:gd name="connsiteX412" fmla="*/ 2124090 w 7467600"/>
              <a:gd name="connsiteY412" fmla="*/ 6761017 h 6858000"/>
              <a:gd name="connsiteX413" fmla="*/ 2200380 w 7467600"/>
              <a:gd name="connsiteY413" fmla="*/ 6858000 h 6858000"/>
              <a:gd name="connsiteX414" fmla="*/ 2147507 w 7467600"/>
              <a:gd name="connsiteY414" fmla="*/ 6858000 h 6858000"/>
              <a:gd name="connsiteX415" fmla="*/ 2070668 w 7467600"/>
              <a:gd name="connsiteY415" fmla="*/ 6761520 h 6858000"/>
              <a:gd name="connsiteX416" fmla="*/ 1975142 w 7467600"/>
              <a:gd name="connsiteY416" fmla="*/ 6585570 h 6858000"/>
              <a:gd name="connsiteX417" fmla="*/ 2050035 w 7467600"/>
              <a:gd name="connsiteY417" fmla="*/ 6813345 h 6858000"/>
              <a:gd name="connsiteX418" fmla="*/ 2063025 w 7467600"/>
              <a:gd name="connsiteY418" fmla="*/ 6858000 h 6858000"/>
              <a:gd name="connsiteX419" fmla="*/ 2021675 w 7467600"/>
              <a:gd name="connsiteY419" fmla="*/ 6858000 h 6858000"/>
              <a:gd name="connsiteX420" fmla="*/ 2019308 w 7467600"/>
              <a:gd name="connsiteY420" fmla="*/ 6847118 h 6858000"/>
              <a:gd name="connsiteX421" fmla="*/ 1938835 w 7467600"/>
              <a:gd name="connsiteY421" fmla="*/ 6551160 h 6858000"/>
              <a:gd name="connsiteX422" fmla="*/ 1953230 w 7467600"/>
              <a:gd name="connsiteY422" fmla="*/ 6759699 h 6858000"/>
              <a:gd name="connsiteX423" fmla="*/ 1956763 w 7467600"/>
              <a:gd name="connsiteY423" fmla="*/ 6778191 h 6858000"/>
              <a:gd name="connsiteX424" fmla="*/ 1967925 w 7467600"/>
              <a:gd name="connsiteY424" fmla="*/ 6858000 h 6858000"/>
              <a:gd name="connsiteX425" fmla="*/ 1936622 w 7467600"/>
              <a:gd name="connsiteY425" fmla="*/ 6858000 h 6858000"/>
              <a:gd name="connsiteX426" fmla="*/ 1926261 w 7467600"/>
              <a:gd name="connsiteY426" fmla="*/ 6784064 h 6858000"/>
              <a:gd name="connsiteX427" fmla="*/ 1922724 w 7467600"/>
              <a:gd name="connsiteY427" fmla="*/ 6765577 h 6858000"/>
              <a:gd name="connsiteX428" fmla="*/ 1904650 w 7467600"/>
              <a:gd name="connsiteY428" fmla="*/ 6639616 h 6858000"/>
              <a:gd name="connsiteX429" fmla="*/ 1885273 w 7467600"/>
              <a:gd name="connsiteY429" fmla="*/ 6858000 h 6858000"/>
              <a:gd name="connsiteX430" fmla="*/ 1854363 w 7467600"/>
              <a:gd name="connsiteY430" fmla="*/ 6858000 h 6858000"/>
              <a:gd name="connsiteX431" fmla="*/ 1880391 w 7467600"/>
              <a:gd name="connsiteY431" fmla="*/ 6603796 h 6858000"/>
              <a:gd name="connsiteX432" fmla="*/ 1818273 w 7467600"/>
              <a:gd name="connsiteY432" fmla="*/ 6715729 h 6858000"/>
              <a:gd name="connsiteX433" fmla="*/ 1794691 w 7467600"/>
              <a:gd name="connsiteY433" fmla="*/ 6843239 h 6858000"/>
              <a:gd name="connsiteX434" fmla="*/ 1794914 w 7467600"/>
              <a:gd name="connsiteY434" fmla="*/ 6858000 h 6858000"/>
              <a:gd name="connsiteX435" fmla="*/ 1746128 w 7467600"/>
              <a:gd name="connsiteY435" fmla="*/ 6858000 h 6858000"/>
              <a:gd name="connsiteX436" fmla="*/ 1753934 w 7467600"/>
              <a:gd name="connsiteY436" fmla="*/ 6724796 h 6858000"/>
              <a:gd name="connsiteX437" fmla="*/ 1792053 w 7467600"/>
              <a:gd name="connsiteY437" fmla="*/ 6572396 h 6858000"/>
              <a:gd name="connsiteX438" fmla="*/ 1862248 w 7467600"/>
              <a:gd name="connsiteY438" fmla="*/ 6266397 h 6858000"/>
              <a:gd name="connsiteX439" fmla="*/ 1862250 w 7467600"/>
              <a:gd name="connsiteY439" fmla="*/ 6033531 h 6858000"/>
              <a:gd name="connsiteX440" fmla="*/ 1211999 w 7467600"/>
              <a:gd name="connsiteY440" fmla="*/ 6683610 h 6858000"/>
              <a:gd name="connsiteX441" fmla="*/ 1213266 w 7467600"/>
              <a:gd name="connsiteY441" fmla="*/ 6691947 h 6858000"/>
              <a:gd name="connsiteX442" fmla="*/ 1203370 w 7467600"/>
              <a:gd name="connsiteY442" fmla="*/ 6850676 h 6858000"/>
              <a:gd name="connsiteX443" fmla="*/ 1203671 w 7467600"/>
              <a:gd name="connsiteY443" fmla="*/ 6858000 h 6858000"/>
              <a:gd name="connsiteX444" fmla="*/ 1143180 w 7467600"/>
              <a:gd name="connsiteY444" fmla="*/ 6858000 h 6858000"/>
              <a:gd name="connsiteX445" fmla="*/ 1142176 w 7467600"/>
              <a:gd name="connsiteY445" fmla="*/ 6766045 h 6858000"/>
              <a:gd name="connsiteX446" fmla="*/ 1067484 w 7467600"/>
              <a:gd name="connsiteY446" fmla="*/ 6858000 h 6858000"/>
              <a:gd name="connsiteX447" fmla="*/ 953928 w 7467600"/>
              <a:gd name="connsiteY447" fmla="*/ 6858000 h 6858000"/>
              <a:gd name="connsiteX448" fmla="*/ 959715 w 7467600"/>
              <a:gd name="connsiteY448" fmla="*/ 6850185 h 6858000"/>
              <a:gd name="connsiteX449" fmla="*/ 1483788 w 7467600"/>
              <a:gd name="connsiteY449" fmla="*/ 6259174 h 6858000"/>
              <a:gd name="connsiteX450" fmla="*/ 1100671 w 7467600"/>
              <a:gd name="connsiteY450" fmla="*/ 6252137 h 6858000"/>
              <a:gd name="connsiteX451" fmla="*/ 1090144 w 7467600"/>
              <a:gd name="connsiteY451" fmla="*/ 6256748 h 6858000"/>
              <a:gd name="connsiteX452" fmla="*/ 1095872 w 7467600"/>
              <a:gd name="connsiteY452" fmla="*/ 6271892 h 6858000"/>
              <a:gd name="connsiteX453" fmla="*/ 262785 w 7467600"/>
              <a:gd name="connsiteY453" fmla="*/ 6845450 h 6858000"/>
              <a:gd name="connsiteX454" fmla="*/ 209968 w 7467600"/>
              <a:gd name="connsiteY454" fmla="*/ 6770713 h 6858000"/>
              <a:gd name="connsiteX455" fmla="*/ 873460 w 7467600"/>
              <a:gd name="connsiteY455" fmla="*/ 6253768 h 6858000"/>
              <a:gd name="connsiteX456" fmla="*/ 192686 w 7467600"/>
              <a:gd name="connsiteY456" fmla="*/ 5849257 h 6858000"/>
              <a:gd name="connsiteX457" fmla="*/ 4696 w 7467600"/>
              <a:gd name="connsiteY457" fmla="*/ 5697668 h 6858000"/>
              <a:gd name="connsiteX458" fmla="*/ 0 w 7467600"/>
              <a:gd name="connsiteY458" fmla="*/ 5689984 h 6858000"/>
              <a:gd name="connsiteX459" fmla="*/ 0 w 7467600"/>
              <a:gd name="connsiteY459" fmla="*/ 5513472 h 6858000"/>
              <a:gd name="connsiteX460" fmla="*/ 174101 w 7467600"/>
              <a:gd name="connsiteY460" fmla="*/ 5620277 h 6858000"/>
              <a:gd name="connsiteX461" fmla="*/ 891800 w 7467600"/>
              <a:gd name="connsiteY461" fmla="*/ 6036935 h 6858000"/>
              <a:gd name="connsiteX462" fmla="*/ 1072219 w 7467600"/>
              <a:gd name="connsiteY462" fmla="*/ 6169443 h 6858000"/>
              <a:gd name="connsiteX463" fmla="*/ 1074117 w 7467600"/>
              <a:gd name="connsiteY463" fmla="*/ 6170301 h 6858000"/>
              <a:gd name="connsiteX464" fmla="*/ 1083114 w 7467600"/>
              <a:gd name="connsiteY464" fmla="*/ 6174131 h 6858000"/>
              <a:gd name="connsiteX465" fmla="*/ 1543010 w 7467600"/>
              <a:gd name="connsiteY465" fmla="*/ 6191140 h 6858000"/>
              <a:gd name="connsiteX466" fmla="*/ 1551080 w 7467600"/>
              <a:gd name="connsiteY466" fmla="*/ 6195006 h 6858000"/>
              <a:gd name="connsiteX467" fmla="*/ 2345443 w 7467600"/>
              <a:gd name="connsiteY467" fmla="*/ 5549882 h 6858000"/>
              <a:gd name="connsiteX468" fmla="*/ 1721499 w 7467600"/>
              <a:gd name="connsiteY468" fmla="*/ 5599969 h 6858000"/>
              <a:gd name="connsiteX469" fmla="*/ 767716 w 7467600"/>
              <a:gd name="connsiteY469" fmla="*/ 5472768 h 6858000"/>
              <a:gd name="connsiteX470" fmla="*/ 722147 w 7467600"/>
              <a:gd name="connsiteY470" fmla="*/ 5393091 h 6858000"/>
              <a:gd name="connsiteX471" fmla="*/ 1485552 w 7467600"/>
              <a:gd name="connsiteY471" fmla="*/ 5313202 h 6858000"/>
              <a:gd name="connsiteX472" fmla="*/ 2143004 w 7467600"/>
              <a:gd name="connsiteY472" fmla="*/ 5402420 h 6858000"/>
              <a:gd name="connsiteX473" fmla="*/ 1933391 w 7467600"/>
              <a:gd name="connsiteY473" fmla="*/ 5156971 h 6858000"/>
              <a:gd name="connsiteX474" fmla="*/ 1827118 w 7467600"/>
              <a:gd name="connsiteY474" fmla="*/ 4968410 h 6858000"/>
              <a:gd name="connsiteX475" fmla="*/ 1837349 w 7467600"/>
              <a:gd name="connsiteY475" fmla="*/ 4956357 h 6858000"/>
              <a:gd name="connsiteX476" fmla="*/ 2162835 w 7467600"/>
              <a:gd name="connsiteY476" fmla="*/ 5187853 h 6858000"/>
              <a:gd name="connsiteX477" fmla="*/ 2257167 w 7467600"/>
              <a:gd name="connsiteY477" fmla="*/ 5462123 h 6858000"/>
              <a:gd name="connsiteX478" fmla="*/ 2261598 w 7467600"/>
              <a:gd name="connsiteY478" fmla="*/ 5467998 h 6858000"/>
              <a:gd name="connsiteX479" fmla="*/ 2437177 w 7467600"/>
              <a:gd name="connsiteY479" fmla="*/ 5479608 h 6858000"/>
              <a:gd name="connsiteX480" fmla="*/ 2445247 w 7467600"/>
              <a:gd name="connsiteY480" fmla="*/ 5483476 h 6858000"/>
              <a:gd name="connsiteX481" fmla="*/ 2743626 w 7467600"/>
              <a:gd name="connsiteY481" fmla="*/ 5304819 h 6858000"/>
              <a:gd name="connsiteX482" fmla="*/ 3048102 w 7467600"/>
              <a:gd name="connsiteY482" fmla="*/ 5150595 h 6858000"/>
              <a:gd name="connsiteX483" fmla="*/ 1799414 w 7467600"/>
              <a:gd name="connsiteY483" fmla="*/ 4694732 h 6858000"/>
              <a:gd name="connsiteX484" fmla="*/ 1771735 w 7467600"/>
              <a:gd name="connsiteY484" fmla="*/ 4619929 h 6858000"/>
              <a:gd name="connsiteX485" fmla="*/ 3104273 w 7467600"/>
              <a:gd name="connsiteY485" fmla="*/ 5076159 h 6858000"/>
              <a:gd name="connsiteX486" fmla="*/ 3113245 w 7467600"/>
              <a:gd name="connsiteY486" fmla="*/ 5090705 h 6858000"/>
              <a:gd name="connsiteX487" fmla="*/ 3126294 w 7467600"/>
              <a:gd name="connsiteY487" fmla="*/ 5114400 h 6858000"/>
              <a:gd name="connsiteX488" fmla="*/ 3937433 w 7467600"/>
              <a:gd name="connsiteY488" fmla="*/ 4830473 h 6858000"/>
              <a:gd name="connsiteX489" fmla="*/ 3590475 w 7467600"/>
              <a:gd name="connsiteY489" fmla="*/ 4597974 h 6858000"/>
              <a:gd name="connsiteX490" fmla="*/ 3100264 w 7467600"/>
              <a:gd name="connsiteY490" fmla="*/ 4579845 h 6858000"/>
              <a:gd name="connsiteX491" fmla="*/ 2183576 w 7467600"/>
              <a:gd name="connsiteY491" fmla="*/ 4227150 h 6858000"/>
              <a:gd name="connsiteX492" fmla="*/ 2151029 w 7467600"/>
              <a:gd name="connsiteY492" fmla="*/ 4146947 h 6858000"/>
              <a:gd name="connsiteX493" fmla="*/ 3563434 w 7467600"/>
              <a:gd name="connsiteY493" fmla="*/ 4469115 h 6858000"/>
              <a:gd name="connsiteX494" fmla="*/ 3177952 w 7467600"/>
              <a:gd name="connsiteY494" fmla="*/ 3657386 h 6858000"/>
              <a:gd name="connsiteX495" fmla="*/ 3189263 w 7467600"/>
              <a:gd name="connsiteY495" fmla="*/ 3625726 h 6858000"/>
              <a:gd name="connsiteX496" fmla="*/ 3560912 w 7467600"/>
              <a:gd name="connsiteY496" fmla="*/ 4079863 h 6858000"/>
              <a:gd name="connsiteX497" fmla="*/ 3626636 w 7467600"/>
              <a:gd name="connsiteY497" fmla="*/ 4512230 h 6858000"/>
              <a:gd name="connsiteX498" fmla="*/ 3653088 w 7467600"/>
              <a:gd name="connsiteY498" fmla="*/ 4521417 h 6858000"/>
              <a:gd name="connsiteX499" fmla="*/ 3988128 w 7467600"/>
              <a:gd name="connsiteY499" fmla="*/ 4817267 h 6858000"/>
              <a:gd name="connsiteX500" fmla="*/ 4830582 w 7467600"/>
              <a:gd name="connsiteY500" fmla="*/ 4676000 h 6858000"/>
              <a:gd name="connsiteX501" fmla="*/ 4830100 w 7467600"/>
              <a:gd name="connsiteY501" fmla="*/ 4675554 h 6858000"/>
              <a:gd name="connsiteX502" fmla="*/ 4036318 w 7467600"/>
              <a:gd name="connsiteY502" fmla="*/ 4147013 h 6858000"/>
              <a:gd name="connsiteX503" fmla="*/ 3432098 w 7467600"/>
              <a:gd name="connsiteY503" fmla="*/ 3537312 h 6858000"/>
              <a:gd name="connsiteX504" fmla="*/ 3446761 w 7467600"/>
              <a:gd name="connsiteY504" fmla="*/ 3461278 h 6858000"/>
              <a:gd name="connsiteX505" fmla="*/ 4419733 w 7467600"/>
              <a:gd name="connsiteY505" fmla="*/ 3963555 h 6858000"/>
              <a:gd name="connsiteX506" fmla="*/ 4781371 w 7467600"/>
              <a:gd name="connsiteY506" fmla="*/ 4458604 h 6858000"/>
              <a:gd name="connsiteX507" fmla="*/ 4780440 w 7467600"/>
              <a:gd name="connsiteY507" fmla="*/ 4470290 h 6858000"/>
              <a:gd name="connsiteX508" fmla="*/ 4898954 w 7467600"/>
              <a:gd name="connsiteY508" fmla="*/ 4662092 h 6858000"/>
              <a:gd name="connsiteX509" fmla="*/ 4900699 w 7467600"/>
              <a:gd name="connsiteY509" fmla="*/ 4670867 h 6858000"/>
              <a:gd name="connsiteX510" fmla="*/ 5714511 w 7467600"/>
              <a:gd name="connsiteY510" fmla="*/ 4663483 h 6858000"/>
              <a:gd name="connsiteX511" fmla="*/ 5464793 w 7467600"/>
              <a:gd name="connsiteY511" fmla="*/ 4393556 h 6858000"/>
              <a:gd name="connsiteX512" fmla="*/ 5461897 w 7467600"/>
              <a:gd name="connsiteY512" fmla="*/ 4390879 h 6858000"/>
              <a:gd name="connsiteX513" fmla="*/ 4294126 w 7467600"/>
              <a:gd name="connsiteY513" fmla="*/ 3303048 h 6858000"/>
              <a:gd name="connsiteX514" fmla="*/ 4305321 w 7467600"/>
              <a:gd name="connsiteY514" fmla="*/ 3256953 h 6858000"/>
              <a:gd name="connsiteX515" fmla="*/ 4949299 w 7467600"/>
              <a:gd name="connsiteY515" fmla="*/ 3766336 h 6858000"/>
              <a:gd name="connsiteX516" fmla="*/ 5291452 w 7467600"/>
              <a:gd name="connsiteY516" fmla="*/ 4076801 h 6858000"/>
              <a:gd name="connsiteX517" fmla="*/ 5434998 w 7467600"/>
              <a:gd name="connsiteY517" fmla="*/ 4254100 h 6858000"/>
              <a:gd name="connsiteX518" fmla="*/ 5351015 w 7467600"/>
              <a:gd name="connsiteY518" fmla="*/ 3760989 h 6858000"/>
              <a:gd name="connsiteX519" fmla="*/ 5413780 w 7467600"/>
              <a:gd name="connsiteY519" fmla="*/ 2966265 h 6858000"/>
              <a:gd name="connsiteX520" fmla="*/ 5425627 w 7467600"/>
              <a:gd name="connsiteY520" fmla="*/ 2954192 h 6858000"/>
              <a:gd name="connsiteX521" fmla="*/ 6604735 w 7467600"/>
              <a:gd name="connsiteY521" fmla="*/ 2041381 h 6858000"/>
              <a:gd name="connsiteX522" fmla="*/ 7204487 w 7467600"/>
              <a:gd name="connsiteY522" fmla="*/ 2742112 h 6858000"/>
              <a:gd name="connsiteX523" fmla="*/ 7131592 w 7467600"/>
              <a:gd name="connsiteY523" fmla="*/ 2672096 h 6858000"/>
              <a:gd name="connsiteX524" fmla="*/ 6996344 w 7467600"/>
              <a:gd name="connsiteY524" fmla="*/ 2518310 h 6858000"/>
              <a:gd name="connsiteX525" fmla="*/ 6735495 w 7467600"/>
              <a:gd name="connsiteY525" fmla="*/ 2196890 h 6858000"/>
              <a:gd name="connsiteX526" fmla="*/ 6721901 w 7467600"/>
              <a:gd name="connsiteY526" fmla="*/ 2179274 h 6858000"/>
              <a:gd name="connsiteX527" fmla="*/ 6604735 w 7467600"/>
              <a:gd name="connsiteY527" fmla="*/ 2041381 h 6858000"/>
              <a:gd name="connsiteX528" fmla="*/ 6591670 w 7467600"/>
              <a:gd name="connsiteY528" fmla="*/ 1988277 h 6858000"/>
              <a:gd name="connsiteX529" fmla="*/ 6747349 w 7467600"/>
              <a:gd name="connsiteY529" fmla="*/ 2160069 h 6858000"/>
              <a:gd name="connsiteX530" fmla="*/ 6760943 w 7467600"/>
              <a:gd name="connsiteY530" fmla="*/ 2177686 h 6858000"/>
              <a:gd name="connsiteX531" fmla="*/ 7021065 w 7467600"/>
              <a:gd name="connsiteY531" fmla="*/ 2498102 h 6858000"/>
              <a:gd name="connsiteX532" fmla="*/ 7155223 w 7467600"/>
              <a:gd name="connsiteY532" fmla="*/ 2650386 h 6858000"/>
              <a:gd name="connsiteX533" fmla="*/ 7203167 w 7467600"/>
              <a:gd name="connsiteY533" fmla="*/ 2697288 h 6858000"/>
              <a:gd name="connsiteX534" fmla="*/ 6937703 w 7467600"/>
              <a:gd name="connsiteY534" fmla="*/ 2321981 h 6858000"/>
              <a:gd name="connsiteX535" fmla="*/ 6591670 w 7467600"/>
              <a:gd name="connsiteY535" fmla="*/ 1988277 h 6858000"/>
              <a:gd name="connsiteX536" fmla="*/ 5798671 w 7467600"/>
              <a:gd name="connsiteY536" fmla="*/ 1981601 h 6858000"/>
              <a:gd name="connsiteX537" fmla="*/ 5754709 w 7467600"/>
              <a:gd name="connsiteY537" fmla="*/ 2071454 h 6858000"/>
              <a:gd name="connsiteX538" fmla="*/ 5763044 w 7467600"/>
              <a:gd name="connsiteY538" fmla="*/ 2842206 h 6858000"/>
              <a:gd name="connsiteX539" fmla="*/ 5764974 w 7467600"/>
              <a:gd name="connsiteY539" fmla="*/ 2799609 h 6858000"/>
              <a:gd name="connsiteX540" fmla="*/ 5767665 w 7467600"/>
              <a:gd name="connsiteY540" fmla="*/ 2666409 h 6858000"/>
              <a:gd name="connsiteX541" fmla="*/ 5763055 w 7467600"/>
              <a:gd name="connsiteY541" fmla="*/ 2579705 h 6858000"/>
              <a:gd name="connsiteX542" fmla="*/ 5758079 w 7467600"/>
              <a:gd name="connsiteY542" fmla="*/ 2492508 h 6858000"/>
              <a:gd name="connsiteX543" fmla="*/ 5779325 w 7467600"/>
              <a:gd name="connsiteY543" fmla="*/ 2197069 h 6858000"/>
              <a:gd name="connsiteX544" fmla="*/ 5798671 w 7467600"/>
              <a:gd name="connsiteY544" fmla="*/ 1981601 h 6858000"/>
              <a:gd name="connsiteX545" fmla="*/ 5829202 w 7467600"/>
              <a:gd name="connsiteY545" fmla="*/ 1971679 h 6858000"/>
              <a:gd name="connsiteX546" fmla="*/ 5809558 w 7467600"/>
              <a:gd name="connsiteY546" fmla="*/ 2198043 h 6858000"/>
              <a:gd name="connsiteX547" fmla="*/ 5788653 w 7467600"/>
              <a:gd name="connsiteY547" fmla="*/ 2489430 h 6858000"/>
              <a:gd name="connsiteX548" fmla="*/ 5793439 w 7467600"/>
              <a:gd name="connsiteY548" fmla="*/ 2575235 h 6858000"/>
              <a:gd name="connsiteX549" fmla="*/ 5796837 w 7467600"/>
              <a:gd name="connsiteY549" fmla="*/ 2637633 h 6858000"/>
              <a:gd name="connsiteX550" fmla="*/ 5818614 w 7467600"/>
              <a:gd name="connsiteY550" fmla="*/ 2473055 h 6858000"/>
              <a:gd name="connsiteX551" fmla="*/ 5829202 w 7467600"/>
              <a:gd name="connsiteY551" fmla="*/ 1971679 h 6858000"/>
              <a:gd name="connsiteX552" fmla="*/ 5911389 w 7467600"/>
              <a:gd name="connsiteY552" fmla="*/ 1898371 h 6858000"/>
              <a:gd name="connsiteX553" fmla="*/ 6237627 w 7467600"/>
              <a:gd name="connsiteY553" fmla="*/ 2231921 h 6858000"/>
              <a:gd name="connsiteX554" fmla="*/ 5911389 w 7467600"/>
              <a:gd name="connsiteY554" fmla="*/ 1898371 h 6858000"/>
              <a:gd name="connsiteX555" fmla="*/ 6944437 w 7467600"/>
              <a:gd name="connsiteY555" fmla="*/ 1575402 h 6858000"/>
              <a:gd name="connsiteX556" fmla="*/ 6304730 w 7467600"/>
              <a:gd name="connsiteY556" fmla="*/ 1766654 h 6858000"/>
              <a:gd name="connsiteX557" fmla="*/ 6944437 w 7467600"/>
              <a:gd name="connsiteY557" fmla="*/ 1575402 h 6858000"/>
              <a:gd name="connsiteX558" fmla="*/ 7019523 w 7467600"/>
              <a:gd name="connsiteY558" fmla="*/ 1519450 h 6858000"/>
              <a:gd name="connsiteX559" fmla="*/ 6298091 w 7467600"/>
              <a:gd name="connsiteY559" fmla="*/ 1737122 h 6858000"/>
              <a:gd name="connsiteX560" fmla="*/ 7019523 w 7467600"/>
              <a:gd name="connsiteY560" fmla="*/ 1519450 h 6858000"/>
              <a:gd name="connsiteX561" fmla="*/ 2399523 w 7467600"/>
              <a:gd name="connsiteY561" fmla="*/ 1428234 h 6858000"/>
              <a:gd name="connsiteX562" fmla="*/ 2224982 w 7467600"/>
              <a:gd name="connsiteY562" fmla="*/ 1826201 h 6858000"/>
              <a:gd name="connsiteX563" fmla="*/ 2096099 w 7467600"/>
              <a:gd name="connsiteY563" fmla="*/ 2345900 h 6858000"/>
              <a:gd name="connsiteX564" fmla="*/ 2283317 w 7467600"/>
              <a:gd name="connsiteY564" fmla="*/ 1796925 h 6858000"/>
              <a:gd name="connsiteX565" fmla="*/ 2399523 w 7467600"/>
              <a:gd name="connsiteY565" fmla="*/ 1428234 h 6858000"/>
              <a:gd name="connsiteX566" fmla="*/ 2448558 w 7467600"/>
              <a:gd name="connsiteY566" fmla="*/ 1373435 h 6858000"/>
              <a:gd name="connsiteX567" fmla="*/ 2312521 w 7467600"/>
              <a:gd name="connsiteY567" fmla="*/ 1806140 h 6858000"/>
              <a:gd name="connsiteX568" fmla="*/ 2127533 w 7467600"/>
              <a:gd name="connsiteY568" fmla="*/ 2348380 h 6858000"/>
              <a:gd name="connsiteX569" fmla="*/ 2358080 w 7467600"/>
              <a:gd name="connsiteY569" fmla="*/ 1866134 h 6858000"/>
              <a:gd name="connsiteX570" fmla="*/ 2407436 w 7467600"/>
              <a:gd name="connsiteY570" fmla="*/ 1651070 h 6858000"/>
              <a:gd name="connsiteX571" fmla="*/ 2448558 w 7467600"/>
              <a:gd name="connsiteY571" fmla="*/ 1373435 h 6858000"/>
              <a:gd name="connsiteX572" fmla="*/ 278707 w 7467600"/>
              <a:gd name="connsiteY572" fmla="*/ 1352270 h 6858000"/>
              <a:gd name="connsiteX573" fmla="*/ 321570 w 7467600"/>
              <a:gd name="connsiteY573" fmla="*/ 1861610 h 6858000"/>
              <a:gd name="connsiteX574" fmla="*/ 294281 w 7467600"/>
              <a:gd name="connsiteY574" fmla="*/ 1440658 h 6858000"/>
              <a:gd name="connsiteX575" fmla="*/ 278707 w 7467600"/>
              <a:gd name="connsiteY575" fmla="*/ 1352270 h 6858000"/>
              <a:gd name="connsiteX576" fmla="*/ 1423821 w 7467600"/>
              <a:gd name="connsiteY576" fmla="*/ 1351958 h 6858000"/>
              <a:gd name="connsiteX577" fmla="*/ 1638521 w 7467600"/>
              <a:gd name="connsiteY577" fmla="*/ 1908470 h 6858000"/>
              <a:gd name="connsiteX578" fmla="*/ 1754199 w 7467600"/>
              <a:gd name="connsiteY578" fmla="*/ 2149284 h 6858000"/>
              <a:gd name="connsiteX579" fmla="*/ 1908359 w 7467600"/>
              <a:gd name="connsiteY579" fmla="*/ 2364988 h 6858000"/>
              <a:gd name="connsiteX580" fmla="*/ 1647661 w 7467600"/>
              <a:gd name="connsiteY580" fmla="*/ 1825945 h 6858000"/>
              <a:gd name="connsiteX581" fmla="*/ 1423821 w 7467600"/>
              <a:gd name="connsiteY581" fmla="*/ 1351958 h 6858000"/>
              <a:gd name="connsiteX582" fmla="*/ 1431890 w 7467600"/>
              <a:gd name="connsiteY582" fmla="*/ 1306475 h 6858000"/>
              <a:gd name="connsiteX583" fmla="*/ 1507597 w 7467600"/>
              <a:gd name="connsiteY583" fmla="*/ 1446132 h 6858000"/>
              <a:gd name="connsiteX584" fmla="*/ 1674586 w 7467600"/>
              <a:gd name="connsiteY584" fmla="*/ 1813832 h 6858000"/>
              <a:gd name="connsiteX585" fmla="*/ 1815950 w 7467600"/>
              <a:gd name="connsiteY585" fmla="*/ 2128564 h 6858000"/>
              <a:gd name="connsiteX586" fmla="*/ 1984242 w 7467600"/>
              <a:gd name="connsiteY586" fmla="*/ 2430829 h 6858000"/>
              <a:gd name="connsiteX587" fmla="*/ 2014023 w 7467600"/>
              <a:gd name="connsiteY587" fmla="*/ 2450995 h 6858000"/>
              <a:gd name="connsiteX588" fmla="*/ 1747337 w 7467600"/>
              <a:gd name="connsiteY588" fmla="*/ 1855264 h 6858000"/>
              <a:gd name="connsiteX589" fmla="*/ 1533749 w 7467600"/>
              <a:gd name="connsiteY589" fmla="*/ 1478656 h 6858000"/>
              <a:gd name="connsiteX590" fmla="*/ 1431890 w 7467600"/>
              <a:gd name="connsiteY590" fmla="*/ 1306475 h 6858000"/>
              <a:gd name="connsiteX591" fmla="*/ 5052692 w 7467600"/>
              <a:gd name="connsiteY591" fmla="*/ 1292994 h 6858000"/>
              <a:gd name="connsiteX592" fmla="*/ 5200661 w 7467600"/>
              <a:gd name="connsiteY592" fmla="*/ 1635186 h 6858000"/>
              <a:gd name="connsiteX593" fmla="*/ 5297138 w 7467600"/>
              <a:gd name="connsiteY593" fmla="*/ 1906351 h 6858000"/>
              <a:gd name="connsiteX594" fmla="*/ 5052692 w 7467600"/>
              <a:gd name="connsiteY594" fmla="*/ 1292994 h 6858000"/>
              <a:gd name="connsiteX595" fmla="*/ 5009948 w 7467600"/>
              <a:gd name="connsiteY595" fmla="*/ 1273619 h 6858000"/>
              <a:gd name="connsiteX596" fmla="*/ 5121777 w 7467600"/>
              <a:gd name="connsiteY596" fmla="*/ 1654213 h 6858000"/>
              <a:gd name="connsiteX597" fmla="*/ 5293545 w 7467600"/>
              <a:gd name="connsiteY597" fmla="*/ 2072247 h 6858000"/>
              <a:gd name="connsiteX598" fmla="*/ 5294042 w 7467600"/>
              <a:gd name="connsiteY598" fmla="*/ 2065019 h 6858000"/>
              <a:gd name="connsiteX599" fmla="*/ 5171936 w 7467600"/>
              <a:gd name="connsiteY599" fmla="*/ 1647613 h 6858000"/>
              <a:gd name="connsiteX600" fmla="*/ 5009948 w 7467600"/>
              <a:gd name="connsiteY600" fmla="*/ 1273619 h 6858000"/>
              <a:gd name="connsiteX601" fmla="*/ 655236 w 7467600"/>
              <a:gd name="connsiteY601" fmla="*/ 1268632 h 6858000"/>
              <a:gd name="connsiteX602" fmla="*/ 839521 w 7467600"/>
              <a:gd name="connsiteY602" fmla="*/ 1685315 h 6858000"/>
              <a:gd name="connsiteX603" fmla="*/ 1109416 w 7467600"/>
              <a:gd name="connsiteY603" fmla="*/ 2061663 h 6858000"/>
              <a:gd name="connsiteX604" fmla="*/ 1298300 w 7467600"/>
              <a:gd name="connsiteY604" fmla="*/ 2247742 h 6858000"/>
              <a:gd name="connsiteX605" fmla="*/ 1125871 w 7467600"/>
              <a:gd name="connsiteY605" fmla="*/ 1989513 h 6858000"/>
              <a:gd name="connsiteX606" fmla="*/ 981574 w 7467600"/>
              <a:gd name="connsiteY606" fmla="*/ 1783157 h 6858000"/>
              <a:gd name="connsiteX607" fmla="*/ 922198 w 7467600"/>
              <a:gd name="connsiteY607" fmla="*/ 1677437 h 6858000"/>
              <a:gd name="connsiteX608" fmla="*/ 869293 w 7467600"/>
              <a:gd name="connsiteY608" fmla="*/ 1583214 h 6858000"/>
              <a:gd name="connsiteX609" fmla="*/ 751431 w 7467600"/>
              <a:gd name="connsiteY609" fmla="*/ 1405731 h 6858000"/>
              <a:gd name="connsiteX610" fmla="*/ 655236 w 7467600"/>
              <a:gd name="connsiteY610" fmla="*/ 1268632 h 6858000"/>
              <a:gd name="connsiteX611" fmla="*/ 6516292 w 7467600"/>
              <a:gd name="connsiteY611" fmla="*/ 1263064 h 6858000"/>
              <a:gd name="connsiteX612" fmla="*/ 5736320 w 7467600"/>
              <a:gd name="connsiteY612" fmla="*/ 1501803 h 6858000"/>
              <a:gd name="connsiteX613" fmla="*/ 6516292 w 7467600"/>
              <a:gd name="connsiteY613" fmla="*/ 1263064 h 6858000"/>
              <a:gd name="connsiteX614" fmla="*/ 291466 w 7467600"/>
              <a:gd name="connsiteY614" fmla="*/ 1250369 h 6858000"/>
              <a:gd name="connsiteX615" fmla="*/ 323180 w 7467600"/>
              <a:gd name="connsiteY615" fmla="*/ 1435283 h 6858000"/>
              <a:gd name="connsiteX616" fmla="*/ 349381 w 7467600"/>
              <a:gd name="connsiteY616" fmla="*/ 1875041 h 6858000"/>
              <a:gd name="connsiteX617" fmla="*/ 374363 w 7467600"/>
              <a:gd name="connsiteY617" fmla="*/ 1506494 h 6858000"/>
              <a:gd name="connsiteX618" fmla="*/ 302168 w 7467600"/>
              <a:gd name="connsiteY618" fmla="*/ 1274495 h 6858000"/>
              <a:gd name="connsiteX619" fmla="*/ 291466 w 7467600"/>
              <a:gd name="connsiteY619" fmla="*/ 1250369 h 6858000"/>
              <a:gd name="connsiteX620" fmla="*/ 678222 w 7467600"/>
              <a:gd name="connsiteY620" fmla="*/ 1248670 h 6858000"/>
              <a:gd name="connsiteX621" fmla="*/ 775536 w 7467600"/>
              <a:gd name="connsiteY621" fmla="*/ 1388015 h 6858000"/>
              <a:gd name="connsiteX622" fmla="*/ 894529 w 7467600"/>
              <a:gd name="connsiteY622" fmla="*/ 1567739 h 6858000"/>
              <a:gd name="connsiteX623" fmla="*/ 948000 w 7467600"/>
              <a:gd name="connsiteY623" fmla="*/ 1663088 h 6858000"/>
              <a:gd name="connsiteX624" fmla="*/ 1006812 w 7467600"/>
              <a:gd name="connsiteY624" fmla="*/ 1767683 h 6858000"/>
              <a:gd name="connsiteX625" fmla="*/ 1149133 w 7467600"/>
              <a:gd name="connsiteY625" fmla="*/ 1971513 h 6858000"/>
              <a:gd name="connsiteX626" fmla="*/ 1333952 w 7467600"/>
              <a:gd name="connsiteY626" fmla="*/ 2251620 h 6858000"/>
              <a:gd name="connsiteX627" fmla="*/ 1337329 w 7467600"/>
              <a:gd name="connsiteY627" fmla="*/ 2258350 h 6858000"/>
              <a:gd name="connsiteX628" fmla="*/ 1014726 w 7467600"/>
              <a:gd name="connsiteY628" fmla="*/ 1615556 h 6858000"/>
              <a:gd name="connsiteX629" fmla="*/ 678222 w 7467600"/>
              <a:gd name="connsiteY629" fmla="*/ 1248670 h 6858000"/>
              <a:gd name="connsiteX630" fmla="*/ 6691602 w 7467600"/>
              <a:gd name="connsiteY630" fmla="*/ 1140573 h 6858000"/>
              <a:gd name="connsiteX631" fmla="*/ 6571100 w 7467600"/>
              <a:gd name="connsiteY631" fmla="*/ 1183662 h 6858000"/>
              <a:gd name="connsiteX632" fmla="*/ 6241687 w 7467600"/>
              <a:gd name="connsiteY632" fmla="*/ 1257600 h 6858000"/>
              <a:gd name="connsiteX633" fmla="*/ 5693009 w 7467600"/>
              <a:gd name="connsiteY633" fmla="*/ 1478256 h 6858000"/>
              <a:gd name="connsiteX634" fmla="*/ 6548420 w 7467600"/>
              <a:gd name="connsiteY634" fmla="*/ 1214599 h 6858000"/>
              <a:gd name="connsiteX635" fmla="*/ 6605473 w 7467600"/>
              <a:gd name="connsiteY635" fmla="*/ 1184686 h 6858000"/>
              <a:gd name="connsiteX636" fmla="*/ 6691602 w 7467600"/>
              <a:gd name="connsiteY636" fmla="*/ 1140573 h 6858000"/>
              <a:gd name="connsiteX637" fmla="*/ 4002475 w 7467600"/>
              <a:gd name="connsiteY637" fmla="*/ 1037802 h 6858000"/>
              <a:gd name="connsiteX638" fmla="*/ 4000324 w 7467600"/>
              <a:gd name="connsiteY638" fmla="*/ 1039362 h 6858000"/>
              <a:gd name="connsiteX639" fmla="*/ 4002862 w 7467600"/>
              <a:gd name="connsiteY639" fmla="*/ 1042866 h 6858000"/>
              <a:gd name="connsiteX640" fmla="*/ 4002475 w 7467600"/>
              <a:gd name="connsiteY640" fmla="*/ 1037802 h 6858000"/>
              <a:gd name="connsiteX641" fmla="*/ 506322 w 7467600"/>
              <a:gd name="connsiteY641" fmla="*/ 1020997 h 6858000"/>
              <a:gd name="connsiteX642" fmla="*/ 533068 w 7467600"/>
              <a:gd name="connsiteY642" fmla="*/ 1029409 h 6858000"/>
              <a:gd name="connsiteX643" fmla="*/ 1232525 w 7467600"/>
              <a:gd name="connsiteY643" fmla="*/ 1804675 h 6858000"/>
              <a:gd name="connsiteX644" fmla="*/ 1388858 w 7467600"/>
              <a:gd name="connsiteY644" fmla="*/ 2368011 h 6858000"/>
              <a:gd name="connsiteX645" fmla="*/ 1384098 w 7467600"/>
              <a:gd name="connsiteY645" fmla="*/ 2378125 h 6858000"/>
              <a:gd name="connsiteX646" fmla="*/ 1425393 w 7467600"/>
              <a:gd name="connsiteY646" fmla="*/ 2589124 h 6858000"/>
              <a:gd name="connsiteX647" fmla="*/ 1424001 w 7467600"/>
              <a:gd name="connsiteY647" fmla="*/ 2597541 h 6858000"/>
              <a:gd name="connsiteX648" fmla="*/ 2152729 w 7467600"/>
              <a:gd name="connsiteY648" fmla="*/ 2864487 h 6858000"/>
              <a:gd name="connsiteX649" fmla="*/ 2020609 w 7467600"/>
              <a:gd name="connsiteY649" fmla="*/ 2539671 h 6858000"/>
              <a:gd name="connsiteX650" fmla="*/ 2018920 w 7467600"/>
              <a:gd name="connsiteY650" fmla="*/ 2536309 h 6858000"/>
              <a:gd name="connsiteX651" fmla="*/ 1342441 w 7467600"/>
              <a:gd name="connsiteY651" fmla="*/ 1173017 h 6858000"/>
              <a:gd name="connsiteX652" fmla="*/ 1367925 w 7467600"/>
              <a:gd name="connsiteY652" fmla="*/ 1135648 h 6858000"/>
              <a:gd name="connsiteX653" fmla="*/ 1771401 w 7467600"/>
              <a:gd name="connsiteY653" fmla="*/ 1806673 h 6858000"/>
              <a:gd name="connsiteX654" fmla="*/ 1972385 w 7467600"/>
              <a:gd name="connsiteY654" fmla="*/ 2198735 h 6858000"/>
              <a:gd name="connsiteX655" fmla="*/ 2040892 w 7467600"/>
              <a:gd name="connsiteY655" fmla="*/ 2405205 h 6858000"/>
              <a:gd name="connsiteX656" fmla="*/ 2131689 w 7467600"/>
              <a:gd name="connsiteY656" fmla="*/ 1936926 h 6858000"/>
              <a:gd name="connsiteX657" fmla="*/ 2454820 w 7467600"/>
              <a:gd name="connsiteY657" fmla="*/ 1248808 h 6858000"/>
              <a:gd name="connsiteX658" fmla="*/ 2492512 w 7467600"/>
              <a:gd name="connsiteY658" fmla="*/ 1302920 h 6858000"/>
              <a:gd name="connsiteX659" fmla="*/ 2081216 w 7467600"/>
              <a:gd name="connsiteY659" fmla="*/ 2527513 h 6858000"/>
              <a:gd name="connsiteX660" fmla="*/ 2081211 w 7467600"/>
              <a:gd name="connsiteY660" fmla="*/ 2528916 h 6858000"/>
              <a:gd name="connsiteX661" fmla="*/ 2199067 w 7467600"/>
              <a:gd name="connsiteY661" fmla="*/ 2884061 h 6858000"/>
              <a:gd name="connsiteX662" fmla="*/ 3192586 w 7467600"/>
              <a:gd name="connsiteY662" fmla="*/ 3411496 h 6858000"/>
              <a:gd name="connsiteX663" fmla="*/ 3182620 w 7467600"/>
              <a:gd name="connsiteY663" fmla="*/ 3483279 h 6858000"/>
              <a:gd name="connsiteX664" fmla="*/ 2435119 w 7467600"/>
              <a:gd name="connsiteY664" fmla="*/ 3080173 h 6858000"/>
              <a:gd name="connsiteX665" fmla="*/ 2410152 w 7467600"/>
              <a:gd name="connsiteY665" fmla="*/ 3063751 h 6858000"/>
              <a:gd name="connsiteX666" fmla="*/ 2408099 w 7467600"/>
              <a:gd name="connsiteY666" fmla="*/ 3064403 h 6858000"/>
              <a:gd name="connsiteX667" fmla="*/ 2407218 w 7467600"/>
              <a:gd name="connsiteY667" fmla="*/ 3070324 h 6858000"/>
              <a:gd name="connsiteX668" fmla="*/ 2380138 w 7467600"/>
              <a:gd name="connsiteY668" fmla="*/ 3099341 h 6858000"/>
              <a:gd name="connsiteX669" fmla="*/ 1765923 w 7467600"/>
              <a:gd name="connsiteY669" fmla="*/ 3581043 h 6858000"/>
              <a:gd name="connsiteX670" fmla="*/ 1702258 w 7467600"/>
              <a:gd name="connsiteY670" fmla="*/ 3612286 h 6858000"/>
              <a:gd name="connsiteX671" fmla="*/ 1538370 w 7467600"/>
              <a:gd name="connsiteY671" fmla="*/ 3811804 h 6858000"/>
              <a:gd name="connsiteX672" fmla="*/ 542867 w 7467600"/>
              <a:gd name="connsiteY672" fmla="*/ 4944092 h 6858000"/>
              <a:gd name="connsiteX673" fmla="*/ 515800 w 7467600"/>
              <a:gd name="connsiteY673" fmla="*/ 4862180 h 6858000"/>
              <a:gd name="connsiteX674" fmla="*/ 909145 w 7467600"/>
              <a:gd name="connsiteY674" fmla="*/ 4199225 h 6858000"/>
              <a:gd name="connsiteX675" fmla="*/ 1214067 w 7467600"/>
              <a:gd name="connsiteY675" fmla="*/ 3908561 h 6858000"/>
              <a:gd name="connsiteX676" fmla="*/ 640967 w 7467600"/>
              <a:gd name="connsiteY676" fmla="*/ 4105601 h 6858000"/>
              <a:gd name="connsiteX677" fmla="*/ 112563 w 7467600"/>
              <a:gd name="connsiteY677" fmla="*/ 4396952 h 6858000"/>
              <a:gd name="connsiteX678" fmla="*/ 0 w 7467600"/>
              <a:gd name="connsiteY678" fmla="*/ 4466006 h 6858000"/>
              <a:gd name="connsiteX679" fmla="*/ 0 w 7467600"/>
              <a:gd name="connsiteY679" fmla="*/ 4233763 h 6858000"/>
              <a:gd name="connsiteX680" fmla="*/ 36881 w 7467600"/>
              <a:gd name="connsiteY680" fmla="*/ 4200118 h 6858000"/>
              <a:gd name="connsiteX681" fmla="*/ 910534 w 7467600"/>
              <a:gd name="connsiteY681" fmla="*/ 3629753 h 6858000"/>
              <a:gd name="connsiteX682" fmla="*/ 1578717 w 7467600"/>
              <a:gd name="connsiteY682" fmla="*/ 3575982 h 6858000"/>
              <a:gd name="connsiteX683" fmla="*/ 2338780 w 7467600"/>
              <a:gd name="connsiteY683" fmla="*/ 3033725 h 6858000"/>
              <a:gd name="connsiteX684" fmla="*/ 1807991 w 7467600"/>
              <a:gd name="connsiteY684" fmla="*/ 2807184 h 6858000"/>
              <a:gd name="connsiteX685" fmla="*/ 1416358 w 7467600"/>
              <a:gd name="connsiteY685" fmla="*/ 3112571 h 6858000"/>
              <a:gd name="connsiteX686" fmla="*/ 939066 w 7467600"/>
              <a:gd name="connsiteY686" fmla="*/ 3378798 h 6858000"/>
              <a:gd name="connsiteX687" fmla="*/ 115099 w 7467600"/>
              <a:gd name="connsiteY687" fmla="*/ 3607650 h 6858000"/>
              <a:gd name="connsiteX688" fmla="*/ 97284 w 7467600"/>
              <a:gd name="connsiteY688" fmla="*/ 3520393 h 6858000"/>
              <a:gd name="connsiteX689" fmla="*/ 922050 w 7467600"/>
              <a:gd name="connsiteY689" fmla="*/ 3074867 h 6858000"/>
              <a:gd name="connsiteX690" fmla="*/ 1405265 w 7467600"/>
              <a:gd name="connsiteY690" fmla="*/ 3016319 h 6858000"/>
              <a:gd name="connsiteX691" fmla="*/ 1407512 w 7467600"/>
              <a:gd name="connsiteY691" fmla="*/ 3018001 h 6858000"/>
              <a:gd name="connsiteX692" fmla="*/ 1726266 w 7467600"/>
              <a:gd name="connsiteY692" fmla="*/ 2777274 h 6858000"/>
              <a:gd name="connsiteX693" fmla="*/ 625390 w 7467600"/>
              <a:gd name="connsiteY693" fmla="*/ 2514541 h 6858000"/>
              <a:gd name="connsiteX694" fmla="*/ 619799 w 7467600"/>
              <a:gd name="connsiteY694" fmla="*/ 2527180 h 6858000"/>
              <a:gd name="connsiteX695" fmla="*/ 310030 w 7467600"/>
              <a:gd name="connsiteY695" fmla="*/ 2771818 h 6858000"/>
              <a:gd name="connsiteX696" fmla="*/ 173877 w 7467600"/>
              <a:gd name="connsiteY696" fmla="*/ 2937056 h 6858000"/>
              <a:gd name="connsiteX697" fmla="*/ 77889 w 7467600"/>
              <a:gd name="connsiteY697" fmla="*/ 3138440 h 6858000"/>
              <a:gd name="connsiteX698" fmla="*/ 0 w 7467600"/>
              <a:gd name="connsiteY698" fmla="*/ 3271395 h 6858000"/>
              <a:gd name="connsiteX699" fmla="*/ 0 w 7467600"/>
              <a:gd name="connsiteY699" fmla="*/ 3153002 h 6858000"/>
              <a:gd name="connsiteX700" fmla="*/ 2386 w 7467600"/>
              <a:gd name="connsiteY700" fmla="*/ 3149203 h 6858000"/>
              <a:gd name="connsiteX701" fmla="*/ 89753 w 7467600"/>
              <a:gd name="connsiteY701" fmla="*/ 2987702 h 6858000"/>
              <a:gd name="connsiteX702" fmla="*/ 76869 w 7467600"/>
              <a:gd name="connsiteY702" fmla="*/ 3005404 h 6858000"/>
              <a:gd name="connsiteX703" fmla="*/ 32049 w 7467600"/>
              <a:gd name="connsiteY703" fmla="*/ 3065814 h 6858000"/>
              <a:gd name="connsiteX704" fmla="*/ 0 w 7467600"/>
              <a:gd name="connsiteY704" fmla="*/ 3108744 h 6858000"/>
              <a:gd name="connsiteX705" fmla="*/ 0 w 7467600"/>
              <a:gd name="connsiteY705" fmla="*/ 3058059 h 6858000"/>
              <a:gd name="connsiteX706" fmla="*/ 7610 w 7467600"/>
              <a:gd name="connsiteY706" fmla="*/ 3047889 h 6858000"/>
              <a:gd name="connsiteX707" fmla="*/ 52419 w 7467600"/>
              <a:gd name="connsiteY707" fmla="*/ 2987479 h 6858000"/>
              <a:gd name="connsiteX708" fmla="*/ 59142 w 7467600"/>
              <a:gd name="connsiteY708" fmla="*/ 2978488 h 6858000"/>
              <a:gd name="connsiteX709" fmla="*/ 0 w 7467600"/>
              <a:gd name="connsiteY709" fmla="*/ 3015334 h 6858000"/>
              <a:gd name="connsiteX710" fmla="*/ 0 w 7467600"/>
              <a:gd name="connsiteY710" fmla="*/ 2914286 h 6858000"/>
              <a:gd name="connsiteX711" fmla="*/ 36383 w 7467600"/>
              <a:gd name="connsiteY711" fmla="*/ 2901128 h 6858000"/>
              <a:gd name="connsiteX712" fmla="*/ 156329 w 7467600"/>
              <a:gd name="connsiteY712" fmla="*/ 2840533 h 6858000"/>
              <a:gd name="connsiteX713" fmla="*/ 358355 w 7467600"/>
              <a:gd name="connsiteY713" fmla="*/ 2620471 h 6858000"/>
              <a:gd name="connsiteX714" fmla="*/ 510577 w 7467600"/>
              <a:gd name="connsiteY714" fmla="*/ 2501244 h 6858000"/>
              <a:gd name="connsiteX715" fmla="*/ 211967 w 7467600"/>
              <a:gd name="connsiteY715" fmla="*/ 2479171 h 6858000"/>
              <a:gd name="connsiteX716" fmla="*/ 0 w 7467600"/>
              <a:gd name="connsiteY716" fmla="*/ 2476398 h 6858000"/>
              <a:gd name="connsiteX717" fmla="*/ 0 w 7467600"/>
              <a:gd name="connsiteY717" fmla="*/ 2389189 h 6858000"/>
              <a:gd name="connsiteX718" fmla="*/ 103062 w 7467600"/>
              <a:gd name="connsiteY718" fmla="*/ 2389518 h 6858000"/>
              <a:gd name="connsiteX719" fmla="*/ 510734 w 7467600"/>
              <a:gd name="connsiteY719" fmla="*/ 2416201 h 6858000"/>
              <a:gd name="connsiteX720" fmla="*/ 279257 w 7467600"/>
              <a:gd name="connsiteY720" fmla="*/ 2092102 h 6858000"/>
              <a:gd name="connsiteX721" fmla="*/ 65265 w 7467600"/>
              <a:gd name="connsiteY721" fmla="*/ 2006049 h 6858000"/>
              <a:gd name="connsiteX722" fmla="*/ 0 w 7467600"/>
              <a:gd name="connsiteY722" fmla="*/ 1982532 h 6858000"/>
              <a:gd name="connsiteX723" fmla="*/ 0 w 7467600"/>
              <a:gd name="connsiteY723" fmla="*/ 1912789 h 6858000"/>
              <a:gd name="connsiteX724" fmla="*/ 97460 w 7467600"/>
              <a:gd name="connsiteY724" fmla="*/ 1953725 h 6858000"/>
              <a:gd name="connsiteX725" fmla="*/ 221272 w 7467600"/>
              <a:gd name="connsiteY725" fmla="*/ 1980766 h 6858000"/>
              <a:gd name="connsiteX726" fmla="*/ 116765 w 7467600"/>
              <a:gd name="connsiteY726" fmla="*/ 1911033 h 6858000"/>
              <a:gd name="connsiteX727" fmla="*/ 16405 w 7467600"/>
              <a:gd name="connsiteY727" fmla="*/ 1803412 h 6858000"/>
              <a:gd name="connsiteX728" fmla="*/ 0 w 7467600"/>
              <a:gd name="connsiteY728" fmla="*/ 1784777 h 6858000"/>
              <a:gd name="connsiteX729" fmla="*/ 0 w 7467600"/>
              <a:gd name="connsiteY729" fmla="*/ 1740082 h 6858000"/>
              <a:gd name="connsiteX730" fmla="*/ 39394 w 7467600"/>
              <a:gd name="connsiteY730" fmla="*/ 1784856 h 6858000"/>
              <a:gd name="connsiteX731" fmla="*/ 135813 w 7467600"/>
              <a:gd name="connsiteY731" fmla="*/ 1888838 h 6858000"/>
              <a:gd name="connsiteX732" fmla="*/ 242575 w 7467600"/>
              <a:gd name="connsiteY732" fmla="*/ 1958841 h 6858000"/>
              <a:gd name="connsiteX733" fmla="*/ 82197 w 7467600"/>
              <a:gd name="connsiteY733" fmla="*/ 1754826 h 6858000"/>
              <a:gd name="connsiteX734" fmla="*/ 0 w 7467600"/>
              <a:gd name="connsiteY734" fmla="*/ 1679650 h 6858000"/>
              <a:gd name="connsiteX735" fmla="*/ 0 w 7467600"/>
              <a:gd name="connsiteY735" fmla="*/ 1602463 h 6858000"/>
              <a:gd name="connsiteX736" fmla="*/ 84689 w 7467600"/>
              <a:gd name="connsiteY736" fmla="*/ 1677442 h 6858000"/>
              <a:gd name="connsiteX737" fmla="*/ 298437 w 7467600"/>
              <a:gd name="connsiteY737" fmla="*/ 1968019 h 6858000"/>
              <a:gd name="connsiteX738" fmla="*/ 227269 w 7467600"/>
              <a:gd name="connsiteY738" fmla="*/ 1114064 h 6858000"/>
              <a:gd name="connsiteX739" fmla="*/ 248003 w 7467600"/>
              <a:gd name="connsiteY739" fmla="*/ 1089613 h 6858000"/>
              <a:gd name="connsiteX740" fmla="*/ 427020 w 7467600"/>
              <a:gd name="connsiteY740" fmla="*/ 1619803 h 6858000"/>
              <a:gd name="connsiteX741" fmla="*/ 340345 w 7467600"/>
              <a:gd name="connsiteY741" fmla="*/ 2027739 h 6858000"/>
              <a:gd name="connsiteX742" fmla="*/ 360865 w 7467600"/>
              <a:gd name="connsiteY742" fmla="*/ 2044827 h 6858000"/>
              <a:gd name="connsiteX743" fmla="*/ 560414 w 7467600"/>
              <a:gd name="connsiteY743" fmla="*/ 2421457 h 6858000"/>
              <a:gd name="connsiteX744" fmla="*/ 1359703 w 7467600"/>
              <a:gd name="connsiteY744" fmla="*/ 2578554 h 6858000"/>
              <a:gd name="connsiteX745" fmla="*/ 1359422 w 7467600"/>
              <a:gd name="connsiteY745" fmla="*/ 2577994 h 6858000"/>
              <a:gd name="connsiteX746" fmla="*/ 828701 w 7467600"/>
              <a:gd name="connsiteY746" fmla="*/ 1839520 h 6858000"/>
              <a:gd name="connsiteX747" fmla="*/ 494427 w 7467600"/>
              <a:gd name="connsiteY747" fmla="*/ 1092333 h 6858000"/>
              <a:gd name="connsiteX748" fmla="*/ 506322 w 7467600"/>
              <a:gd name="connsiteY748" fmla="*/ 1020997 h 6858000"/>
              <a:gd name="connsiteX749" fmla="*/ 4570198 w 7467600"/>
              <a:gd name="connsiteY749" fmla="*/ 978081 h 6858000"/>
              <a:gd name="connsiteX750" fmla="*/ 4523691 w 7467600"/>
              <a:gd name="connsiteY750" fmla="*/ 1127776 h 6858000"/>
              <a:gd name="connsiteX751" fmla="*/ 4509875 w 7467600"/>
              <a:gd name="connsiteY751" fmla="*/ 1167552 h 6858000"/>
              <a:gd name="connsiteX752" fmla="*/ 4478168 w 7467600"/>
              <a:gd name="connsiteY752" fmla="*/ 1260735 h 6858000"/>
              <a:gd name="connsiteX753" fmla="*/ 4409309 w 7467600"/>
              <a:gd name="connsiteY753" fmla="*/ 1666996 h 6858000"/>
              <a:gd name="connsiteX754" fmla="*/ 4370031 w 7467600"/>
              <a:gd name="connsiteY754" fmla="*/ 1955666 h 6858000"/>
              <a:gd name="connsiteX755" fmla="*/ 4570198 w 7467600"/>
              <a:gd name="connsiteY755" fmla="*/ 978081 h 6858000"/>
              <a:gd name="connsiteX756" fmla="*/ 4557898 w 7467600"/>
              <a:gd name="connsiteY756" fmla="*/ 900011 h 6858000"/>
              <a:gd name="connsiteX757" fmla="*/ 4344840 w 7467600"/>
              <a:gd name="connsiteY757" fmla="*/ 1922038 h 6858000"/>
              <a:gd name="connsiteX758" fmla="*/ 4378710 w 7467600"/>
              <a:gd name="connsiteY758" fmla="*/ 1665516 h 6858000"/>
              <a:gd name="connsiteX759" fmla="*/ 4448798 w 7467600"/>
              <a:gd name="connsiteY759" fmla="*/ 1253024 h 6858000"/>
              <a:gd name="connsiteX760" fmla="*/ 4480315 w 7467600"/>
              <a:gd name="connsiteY760" fmla="*/ 1158454 h 6858000"/>
              <a:gd name="connsiteX761" fmla="*/ 4494133 w 7467600"/>
              <a:gd name="connsiteY761" fmla="*/ 1118676 h 6858000"/>
              <a:gd name="connsiteX762" fmla="*/ 4557898 w 7467600"/>
              <a:gd name="connsiteY762" fmla="*/ 900011 h 6858000"/>
              <a:gd name="connsiteX763" fmla="*/ 5870151 w 7467600"/>
              <a:gd name="connsiteY763" fmla="*/ 898890 h 6858000"/>
              <a:gd name="connsiteX764" fmla="*/ 5861335 w 7467600"/>
              <a:gd name="connsiteY764" fmla="*/ 899177 h 6858000"/>
              <a:gd name="connsiteX765" fmla="*/ 5843702 w 7467600"/>
              <a:gd name="connsiteY765" fmla="*/ 899748 h 6858000"/>
              <a:gd name="connsiteX766" fmla="*/ 5651107 w 7467600"/>
              <a:gd name="connsiteY766" fmla="*/ 920306 h 6858000"/>
              <a:gd name="connsiteX767" fmla="*/ 5459407 w 7467600"/>
              <a:gd name="connsiteY767" fmla="*/ 940975 h 6858000"/>
              <a:gd name="connsiteX768" fmla="*/ 5374846 w 7467600"/>
              <a:gd name="connsiteY768" fmla="*/ 941988 h 6858000"/>
              <a:gd name="connsiteX769" fmla="*/ 5256105 w 7467600"/>
              <a:gd name="connsiteY769" fmla="*/ 945632 h 6858000"/>
              <a:gd name="connsiteX770" fmla="*/ 5107071 w 7467600"/>
              <a:gd name="connsiteY770" fmla="*/ 969720 h 6858000"/>
              <a:gd name="connsiteX771" fmla="*/ 4998681 w 7467600"/>
              <a:gd name="connsiteY771" fmla="*/ 988771 h 6858000"/>
              <a:gd name="connsiteX772" fmla="*/ 5870151 w 7467600"/>
              <a:gd name="connsiteY772" fmla="*/ 898890 h 6858000"/>
              <a:gd name="connsiteX773" fmla="*/ 5504425 w 7467600"/>
              <a:gd name="connsiteY773" fmla="*/ 848067 h 6858000"/>
              <a:gd name="connsiteX774" fmla="*/ 4968849 w 7467600"/>
              <a:gd name="connsiteY774" fmla="*/ 962318 h 6858000"/>
              <a:gd name="connsiteX775" fmla="*/ 5104039 w 7467600"/>
              <a:gd name="connsiteY775" fmla="*/ 940634 h 6858000"/>
              <a:gd name="connsiteX776" fmla="*/ 5256311 w 7467600"/>
              <a:gd name="connsiteY776" fmla="*/ 916490 h 6858000"/>
              <a:gd name="connsiteX777" fmla="*/ 5377381 w 7467600"/>
              <a:gd name="connsiteY777" fmla="*/ 912671 h 6858000"/>
              <a:gd name="connsiteX778" fmla="*/ 5460148 w 7467600"/>
              <a:gd name="connsiteY778" fmla="*/ 911442 h 6858000"/>
              <a:gd name="connsiteX779" fmla="*/ 5648971 w 7467600"/>
              <a:gd name="connsiteY779" fmla="*/ 891331 h 6858000"/>
              <a:gd name="connsiteX780" fmla="*/ 5844807 w 7467600"/>
              <a:gd name="connsiteY780" fmla="*/ 870718 h 6858000"/>
              <a:gd name="connsiteX781" fmla="*/ 5862975 w 7467600"/>
              <a:gd name="connsiteY781" fmla="*/ 869756 h 6858000"/>
              <a:gd name="connsiteX782" fmla="*/ 5920887 w 7467600"/>
              <a:gd name="connsiteY782" fmla="*/ 865929 h 6858000"/>
              <a:gd name="connsiteX783" fmla="*/ 5504425 w 7467600"/>
              <a:gd name="connsiteY783" fmla="*/ 848067 h 6858000"/>
              <a:gd name="connsiteX784" fmla="*/ 3607114 w 7467600"/>
              <a:gd name="connsiteY784" fmla="*/ 467441 h 6858000"/>
              <a:gd name="connsiteX785" fmla="*/ 3296242 w 7467600"/>
              <a:gd name="connsiteY785" fmla="*/ 807991 h 6858000"/>
              <a:gd name="connsiteX786" fmla="*/ 3174674 w 7467600"/>
              <a:gd name="connsiteY786" fmla="*/ 919759 h 6858000"/>
              <a:gd name="connsiteX787" fmla="*/ 3042978 w 7467600"/>
              <a:gd name="connsiteY787" fmla="*/ 1054894 h 6858000"/>
              <a:gd name="connsiteX788" fmla="*/ 2968914 w 7467600"/>
              <a:gd name="connsiteY788" fmla="*/ 1133756 h 6858000"/>
              <a:gd name="connsiteX789" fmla="*/ 3103823 w 7467600"/>
              <a:gd name="connsiteY789" fmla="*/ 1026814 h 6858000"/>
              <a:gd name="connsiteX790" fmla="*/ 3607114 w 7467600"/>
              <a:gd name="connsiteY790" fmla="*/ 467441 h 6858000"/>
              <a:gd name="connsiteX791" fmla="*/ 3744487 w 7467600"/>
              <a:gd name="connsiteY791" fmla="*/ 383136 h 6858000"/>
              <a:gd name="connsiteX792" fmla="*/ 3970213 w 7467600"/>
              <a:gd name="connsiteY792" fmla="*/ 995559 h 6858000"/>
              <a:gd name="connsiteX793" fmla="*/ 3744487 w 7467600"/>
              <a:gd name="connsiteY793" fmla="*/ 383136 h 6858000"/>
              <a:gd name="connsiteX794" fmla="*/ 3624562 w 7467600"/>
              <a:gd name="connsiteY794" fmla="*/ 367041 h 6858000"/>
              <a:gd name="connsiteX795" fmla="*/ 3489712 w 7467600"/>
              <a:gd name="connsiteY795" fmla="*/ 485386 h 6858000"/>
              <a:gd name="connsiteX796" fmla="*/ 3182994 w 7467600"/>
              <a:gd name="connsiteY796" fmla="*/ 828265 h 6858000"/>
              <a:gd name="connsiteX797" fmla="*/ 2892114 w 7467600"/>
              <a:gd name="connsiteY797" fmla="*/ 1172635 h 6858000"/>
              <a:gd name="connsiteX798" fmla="*/ 3021459 w 7467600"/>
              <a:gd name="connsiteY798" fmla="*/ 1035385 h 6858000"/>
              <a:gd name="connsiteX799" fmla="*/ 3153873 w 7467600"/>
              <a:gd name="connsiteY799" fmla="*/ 898971 h 6858000"/>
              <a:gd name="connsiteX800" fmla="*/ 3276511 w 7467600"/>
              <a:gd name="connsiteY800" fmla="*/ 786423 h 6858000"/>
              <a:gd name="connsiteX801" fmla="*/ 3584154 w 7467600"/>
              <a:gd name="connsiteY801" fmla="*/ 448218 h 6858000"/>
              <a:gd name="connsiteX802" fmla="*/ 3624562 w 7467600"/>
              <a:gd name="connsiteY802" fmla="*/ 367041 h 6858000"/>
              <a:gd name="connsiteX803" fmla="*/ 3766672 w 7467600"/>
              <a:gd name="connsiteY803" fmla="*/ 359429 h 6858000"/>
              <a:gd name="connsiteX804" fmla="*/ 3996338 w 7467600"/>
              <a:gd name="connsiteY804" fmla="*/ 968237 h 6858000"/>
              <a:gd name="connsiteX805" fmla="*/ 3766672 w 7467600"/>
              <a:gd name="connsiteY805" fmla="*/ 359429 h 6858000"/>
              <a:gd name="connsiteX806" fmla="*/ 5805386 w 7467600"/>
              <a:gd name="connsiteY806" fmla="*/ 239240 h 6858000"/>
              <a:gd name="connsiteX807" fmla="*/ 5736947 w 7467600"/>
              <a:gd name="connsiteY807" fmla="*/ 261367 h 6858000"/>
              <a:gd name="connsiteX808" fmla="*/ 5427012 w 7467600"/>
              <a:gd name="connsiteY808" fmla="*/ 311272 h 6858000"/>
              <a:gd name="connsiteX809" fmla="*/ 5147818 w 7467600"/>
              <a:gd name="connsiteY809" fmla="*/ 322112 h 6858000"/>
              <a:gd name="connsiteX810" fmla="*/ 5060854 w 7467600"/>
              <a:gd name="connsiteY810" fmla="*/ 311882 h 6858000"/>
              <a:gd name="connsiteX811" fmla="*/ 4945989 w 7467600"/>
              <a:gd name="connsiteY811" fmla="*/ 300516 h 6858000"/>
              <a:gd name="connsiteX812" fmla="*/ 5410479 w 7467600"/>
              <a:gd name="connsiteY812" fmla="*/ 348434 h 6858000"/>
              <a:gd name="connsiteX813" fmla="*/ 5805386 w 7467600"/>
              <a:gd name="connsiteY813" fmla="*/ 239240 h 6858000"/>
              <a:gd name="connsiteX814" fmla="*/ 5905192 w 7467600"/>
              <a:gd name="connsiteY814" fmla="*/ 163079 h 6858000"/>
              <a:gd name="connsiteX815" fmla="*/ 5865655 w 7467600"/>
              <a:gd name="connsiteY815" fmla="*/ 171901 h 6858000"/>
              <a:gd name="connsiteX816" fmla="*/ 5259740 w 7467600"/>
              <a:gd name="connsiteY816" fmla="*/ 257013 h 6858000"/>
              <a:gd name="connsiteX817" fmla="*/ 5208466 w 7467600"/>
              <a:gd name="connsiteY817" fmla="*/ 257550 h 6858000"/>
              <a:gd name="connsiteX818" fmla="*/ 4980204 w 7467600"/>
              <a:gd name="connsiteY818" fmla="*/ 271903 h 6858000"/>
              <a:gd name="connsiteX819" fmla="*/ 5068068 w 7467600"/>
              <a:gd name="connsiteY819" fmla="*/ 282244 h 6858000"/>
              <a:gd name="connsiteX820" fmla="*/ 5153231 w 7467600"/>
              <a:gd name="connsiteY820" fmla="*/ 292240 h 6858000"/>
              <a:gd name="connsiteX821" fmla="*/ 5426491 w 7467600"/>
              <a:gd name="connsiteY821" fmla="*/ 281128 h 6858000"/>
              <a:gd name="connsiteX822" fmla="*/ 5731212 w 7467600"/>
              <a:gd name="connsiteY822" fmla="*/ 231951 h 6858000"/>
              <a:gd name="connsiteX823" fmla="*/ 5905192 w 7467600"/>
              <a:gd name="connsiteY823" fmla="*/ 163079 h 6858000"/>
              <a:gd name="connsiteX824" fmla="*/ 5944437 w 7467600"/>
              <a:gd name="connsiteY824" fmla="*/ 113829 h 6858000"/>
              <a:gd name="connsiteX825" fmla="*/ 5825032 w 7467600"/>
              <a:gd name="connsiteY825" fmla="*/ 146405 h 6858000"/>
              <a:gd name="connsiteX826" fmla="*/ 4955599 w 7467600"/>
              <a:gd name="connsiteY826" fmla="*/ 247008 h 6858000"/>
              <a:gd name="connsiteX827" fmla="*/ 5210104 w 7467600"/>
              <a:gd name="connsiteY827" fmla="*/ 228123 h 6858000"/>
              <a:gd name="connsiteX828" fmla="*/ 5261015 w 7467600"/>
              <a:gd name="connsiteY828" fmla="*/ 227087 h 6858000"/>
              <a:gd name="connsiteX829" fmla="*/ 5861181 w 7467600"/>
              <a:gd name="connsiteY829" fmla="*/ 143093 h 6858000"/>
              <a:gd name="connsiteX830" fmla="*/ 5961252 w 7467600"/>
              <a:gd name="connsiteY830" fmla="*/ 114820 h 6858000"/>
              <a:gd name="connsiteX831" fmla="*/ 5944437 w 7467600"/>
              <a:gd name="connsiteY831" fmla="*/ 113829 h 6858000"/>
              <a:gd name="connsiteX832" fmla="*/ 3882765 w 7467600"/>
              <a:gd name="connsiteY832" fmla="*/ 0 h 6858000"/>
              <a:gd name="connsiteX833" fmla="*/ 3995099 w 7467600"/>
              <a:gd name="connsiteY833" fmla="*/ 0 h 6858000"/>
              <a:gd name="connsiteX834" fmla="*/ 4163818 w 7467600"/>
              <a:gd name="connsiteY834" fmla="*/ 234104 h 6858000"/>
              <a:gd name="connsiteX835" fmla="*/ 4172099 w 7467600"/>
              <a:gd name="connsiteY835" fmla="*/ 234207 h 6858000"/>
              <a:gd name="connsiteX836" fmla="*/ 4784282 w 7467600"/>
              <a:gd name="connsiteY836" fmla="*/ 276561 h 6858000"/>
              <a:gd name="connsiteX837" fmla="*/ 4801687 w 7467600"/>
              <a:gd name="connsiteY837" fmla="*/ 267764 h 6858000"/>
              <a:gd name="connsiteX838" fmla="*/ 6082788 w 7467600"/>
              <a:gd name="connsiteY838" fmla="*/ 64119 h 6858000"/>
              <a:gd name="connsiteX839" fmla="*/ 6099442 w 7467600"/>
              <a:gd name="connsiteY839" fmla="*/ 82568 h 6858000"/>
              <a:gd name="connsiteX840" fmla="*/ 4804137 w 7467600"/>
              <a:gd name="connsiteY840" fmla="*/ 320931 h 6858000"/>
              <a:gd name="connsiteX841" fmla="*/ 4227047 w 7467600"/>
              <a:gd name="connsiteY841" fmla="*/ 313415 h 6858000"/>
              <a:gd name="connsiteX842" fmla="*/ 4346041 w 7467600"/>
              <a:gd name="connsiteY842" fmla="*/ 456086 h 6858000"/>
              <a:gd name="connsiteX843" fmla="*/ 4870967 w 7467600"/>
              <a:gd name="connsiteY843" fmla="*/ 963061 h 6858000"/>
              <a:gd name="connsiteX844" fmla="*/ 4889647 w 7467600"/>
              <a:gd name="connsiteY844" fmla="*/ 957147 h 6858000"/>
              <a:gd name="connsiteX845" fmla="*/ 5422504 w 7467600"/>
              <a:gd name="connsiteY845" fmla="*/ 805191 h 6858000"/>
              <a:gd name="connsiteX846" fmla="*/ 6087656 w 7467600"/>
              <a:gd name="connsiteY846" fmla="*/ 826703 h 6858000"/>
              <a:gd name="connsiteX847" fmla="*/ 6058717 w 7467600"/>
              <a:gd name="connsiteY847" fmla="*/ 865992 h 6858000"/>
              <a:gd name="connsiteX848" fmla="*/ 4974153 w 7467600"/>
              <a:gd name="connsiteY848" fmla="*/ 1045456 h 6858000"/>
              <a:gd name="connsiteX849" fmla="*/ 5627835 w 7467600"/>
              <a:gd name="connsiteY849" fmla="*/ 1472077 h 6858000"/>
              <a:gd name="connsiteX850" fmla="*/ 5629817 w 7467600"/>
              <a:gd name="connsiteY850" fmla="*/ 1471412 h 6858000"/>
              <a:gd name="connsiteX851" fmla="*/ 5634124 w 7467600"/>
              <a:gd name="connsiteY851" fmla="*/ 1470572 h 6858000"/>
              <a:gd name="connsiteX852" fmla="*/ 5755832 w 7467600"/>
              <a:gd name="connsiteY852" fmla="*/ 1383886 h 6858000"/>
              <a:gd name="connsiteX853" fmla="*/ 6014186 w 7467600"/>
              <a:gd name="connsiteY853" fmla="*/ 1279799 h 6858000"/>
              <a:gd name="connsiteX854" fmla="*/ 6901619 w 7467600"/>
              <a:gd name="connsiteY854" fmla="*/ 1047874 h 6858000"/>
              <a:gd name="connsiteX855" fmla="*/ 6931566 w 7467600"/>
              <a:gd name="connsiteY855" fmla="*/ 1062034 h 6858000"/>
              <a:gd name="connsiteX856" fmla="*/ 5790982 w 7467600"/>
              <a:gd name="connsiteY856" fmla="*/ 1561380 h 6858000"/>
              <a:gd name="connsiteX857" fmla="*/ 6188971 w 7467600"/>
              <a:gd name="connsiteY857" fmla="*/ 1755168 h 6858000"/>
              <a:gd name="connsiteX858" fmla="*/ 6202446 w 7467600"/>
              <a:gd name="connsiteY858" fmla="*/ 1752268 h 6858000"/>
              <a:gd name="connsiteX859" fmla="*/ 7179560 w 7467600"/>
              <a:gd name="connsiteY859" fmla="*/ 1467551 h 6858000"/>
              <a:gd name="connsiteX860" fmla="*/ 7158730 w 7467600"/>
              <a:gd name="connsiteY860" fmla="*/ 1507835 h 6858000"/>
              <a:gd name="connsiteX861" fmla="*/ 6326959 w 7467600"/>
              <a:gd name="connsiteY861" fmla="*/ 1817686 h 6858000"/>
              <a:gd name="connsiteX862" fmla="*/ 6537433 w 7467600"/>
              <a:gd name="connsiteY862" fmla="*/ 1907790 h 6858000"/>
              <a:gd name="connsiteX863" fmla="*/ 6550221 w 7467600"/>
              <a:gd name="connsiteY863" fmla="*/ 1910729 h 6858000"/>
              <a:gd name="connsiteX864" fmla="*/ 6964438 w 7467600"/>
              <a:gd name="connsiteY864" fmla="*/ 2209505 h 6858000"/>
              <a:gd name="connsiteX865" fmla="*/ 7367862 w 7467600"/>
              <a:gd name="connsiteY865" fmla="*/ 2806833 h 6858000"/>
              <a:gd name="connsiteX866" fmla="*/ 7364329 w 7467600"/>
              <a:gd name="connsiteY866" fmla="*/ 2826907 h 6858000"/>
              <a:gd name="connsiteX867" fmla="*/ 7290545 w 7467600"/>
              <a:gd name="connsiteY867" fmla="*/ 2850663 h 6858000"/>
              <a:gd name="connsiteX868" fmla="*/ 6472036 w 7467600"/>
              <a:gd name="connsiteY868" fmla="*/ 1959003 h 6858000"/>
              <a:gd name="connsiteX869" fmla="*/ 5792897 w 7467600"/>
              <a:gd name="connsiteY869" fmla="*/ 1647747 h 6858000"/>
              <a:gd name="connsiteX870" fmla="*/ 5842751 w 7467600"/>
              <a:gd name="connsiteY870" fmla="*/ 1816112 h 6858000"/>
              <a:gd name="connsiteX871" fmla="*/ 5847424 w 7467600"/>
              <a:gd name="connsiteY871" fmla="*/ 1815776 h 6858000"/>
              <a:gd name="connsiteX872" fmla="*/ 6399821 w 7467600"/>
              <a:gd name="connsiteY872" fmla="*/ 2344799 h 6858000"/>
              <a:gd name="connsiteX873" fmla="*/ 6323232 w 7467600"/>
              <a:gd name="connsiteY873" fmla="*/ 2389634 h 6858000"/>
              <a:gd name="connsiteX874" fmla="*/ 5942958 w 7467600"/>
              <a:gd name="connsiteY874" fmla="*/ 2077708 h 6858000"/>
              <a:gd name="connsiteX875" fmla="*/ 5921559 w 7467600"/>
              <a:gd name="connsiteY875" fmla="*/ 2378596 h 6858000"/>
              <a:gd name="connsiteX876" fmla="*/ 5817651 w 7467600"/>
              <a:gd name="connsiteY876" fmla="*/ 3023919 h 6858000"/>
              <a:gd name="connsiteX877" fmla="*/ 5729634 w 7467600"/>
              <a:gd name="connsiteY877" fmla="*/ 3051849 h 6858000"/>
              <a:gd name="connsiteX878" fmla="*/ 5611018 w 7467600"/>
              <a:gd name="connsiteY878" fmla="*/ 2316769 h 6858000"/>
              <a:gd name="connsiteX879" fmla="*/ 5687608 w 7467600"/>
              <a:gd name="connsiteY879" fmla="*/ 2039972 h 6858000"/>
              <a:gd name="connsiteX880" fmla="*/ 5657554 w 7467600"/>
              <a:gd name="connsiteY880" fmla="*/ 1576445 h 6858000"/>
              <a:gd name="connsiteX881" fmla="*/ 5150475 w 7467600"/>
              <a:gd name="connsiteY881" fmla="*/ 1274012 h 6858000"/>
              <a:gd name="connsiteX882" fmla="*/ 5349142 w 7467600"/>
              <a:gd name="connsiteY882" fmla="*/ 2204405 h 6858000"/>
              <a:gd name="connsiteX883" fmla="*/ 5262214 w 7467600"/>
              <a:gd name="connsiteY883" fmla="*/ 2233836 h 6858000"/>
              <a:gd name="connsiteX884" fmla="*/ 4981539 w 7467600"/>
              <a:gd name="connsiteY884" fmla="*/ 1542201 h 6858000"/>
              <a:gd name="connsiteX885" fmla="*/ 4958461 w 7467600"/>
              <a:gd name="connsiteY885" fmla="*/ 1136957 h 6858000"/>
              <a:gd name="connsiteX886" fmla="*/ 4655015 w 7467600"/>
              <a:gd name="connsiteY886" fmla="*/ 891426 h 6858000"/>
              <a:gd name="connsiteX887" fmla="*/ 4348002 w 7467600"/>
              <a:gd name="connsiteY887" fmla="*/ 2205895 h 6858000"/>
              <a:gd name="connsiteX888" fmla="*/ 4262250 w 7467600"/>
              <a:gd name="connsiteY888" fmla="*/ 2219972 h 6858000"/>
              <a:gd name="connsiteX889" fmla="*/ 4550611 w 7467600"/>
              <a:gd name="connsiteY889" fmla="*/ 817540 h 6858000"/>
              <a:gd name="connsiteX890" fmla="*/ 4564418 w 7467600"/>
              <a:gd name="connsiteY890" fmla="*/ 808293 h 6858000"/>
              <a:gd name="connsiteX891" fmla="*/ 4266388 w 7467600"/>
              <a:gd name="connsiteY891" fmla="*/ 500083 h 6858000"/>
              <a:gd name="connsiteX892" fmla="*/ 4032842 w 7467600"/>
              <a:gd name="connsiteY892" fmla="*/ 211809 h 6858000"/>
              <a:gd name="connsiteX893" fmla="*/ 3882765 w 7467600"/>
              <a:gd name="connsiteY893" fmla="*/ 0 h 6858000"/>
              <a:gd name="connsiteX894" fmla="*/ 3721337 w 7467600"/>
              <a:gd name="connsiteY894" fmla="*/ 0 h 6858000"/>
              <a:gd name="connsiteX895" fmla="*/ 3797544 w 7467600"/>
              <a:gd name="connsiteY895" fmla="*/ 0 h 6858000"/>
              <a:gd name="connsiteX896" fmla="*/ 3775734 w 7467600"/>
              <a:gd name="connsiteY896" fmla="*/ 95131 h 6858000"/>
              <a:gd name="connsiteX897" fmla="*/ 3724807 w 7467600"/>
              <a:gd name="connsiteY897" fmla="*/ 272257 h 6858000"/>
              <a:gd name="connsiteX898" fmla="*/ 3726844 w 7467600"/>
              <a:gd name="connsiteY898" fmla="*/ 282988 h 6858000"/>
              <a:gd name="connsiteX899" fmla="*/ 3742664 w 7467600"/>
              <a:gd name="connsiteY899" fmla="*/ 279918 h 6858000"/>
              <a:gd name="connsiteX900" fmla="*/ 4103910 w 7467600"/>
              <a:gd name="connsiteY900" fmla="*/ 1161917 h 6858000"/>
              <a:gd name="connsiteX901" fmla="*/ 4020269 w 7467600"/>
              <a:gd name="connsiteY901" fmla="*/ 1200406 h 6858000"/>
              <a:gd name="connsiteX902" fmla="*/ 3674882 w 7467600"/>
              <a:gd name="connsiteY902" fmla="*/ 488524 h 6858000"/>
              <a:gd name="connsiteX903" fmla="*/ 3132682 w 7467600"/>
              <a:gd name="connsiteY903" fmla="*/ 1072284 h 6858000"/>
              <a:gd name="connsiteX904" fmla="*/ 2716346 w 7467600"/>
              <a:gd name="connsiteY904" fmla="*/ 1276376 h 6858000"/>
              <a:gd name="connsiteX905" fmla="*/ 2716772 w 7467600"/>
              <a:gd name="connsiteY905" fmla="*/ 1255462 h 6858000"/>
              <a:gd name="connsiteX906" fmla="*/ 3471096 w 7467600"/>
              <a:gd name="connsiteY906" fmla="*/ 437072 h 6858000"/>
              <a:gd name="connsiteX907" fmla="*/ 3639057 w 7467600"/>
              <a:gd name="connsiteY907" fmla="*/ 286334 h 6858000"/>
              <a:gd name="connsiteX908" fmla="*/ 3640309 w 7467600"/>
              <a:gd name="connsiteY908" fmla="*/ 284664 h 6858000"/>
              <a:gd name="connsiteX909" fmla="*/ 3646022 w 7467600"/>
              <a:gd name="connsiteY909" fmla="*/ 276711 h 6858000"/>
              <a:gd name="connsiteX910" fmla="*/ 3707943 w 7467600"/>
              <a:gd name="connsiteY910" fmla="*/ 65958 h 6858000"/>
              <a:gd name="connsiteX911" fmla="*/ 3721337 w 7467600"/>
              <a:gd name="connsiteY911" fmla="*/ 0 h 6858000"/>
              <a:gd name="connsiteX912" fmla="*/ 2867960 w 7467600"/>
              <a:gd name="connsiteY912" fmla="*/ 0 h 6858000"/>
              <a:gd name="connsiteX913" fmla="*/ 2926351 w 7467600"/>
              <a:gd name="connsiteY913" fmla="*/ 0 h 6858000"/>
              <a:gd name="connsiteX914" fmla="*/ 2902823 w 7467600"/>
              <a:gd name="connsiteY914" fmla="*/ 262929 h 6858000"/>
              <a:gd name="connsiteX915" fmla="*/ 2940663 w 7467600"/>
              <a:gd name="connsiteY915" fmla="*/ 140884 h 6858000"/>
              <a:gd name="connsiteX916" fmla="*/ 2947039 w 7467600"/>
              <a:gd name="connsiteY916" fmla="*/ 122524 h 6858000"/>
              <a:gd name="connsiteX917" fmla="*/ 2984316 w 7467600"/>
              <a:gd name="connsiteY917" fmla="*/ 0 h 6858000"/>
              <a:gd name="connsiteX918" fmla="*/ 3016114 w 7467600"/>
              <a:gd name="connsiteY918" fmla="*/ 0 h 6858000"/>
              <a:gd name="connsiteX919" fmla="*/ 2979949 w 7467600"/>
              <a:gd name="connsiteY919" fmla="*/ 119274 h 6858000"/>
              <a:gd name="connsiteX920" fmla="*/ 3023879 w 7467600"/>
              <a:gd name="connsiteY920" fmla="*/ 0 h 6858000"/>
              <a:gd name="connsiteX921" fmla="*/ 3105400 w 7467600"/>
              <a:gd name="connsiteY921" fmla="*/ 0 h 6858000"/>
              <a:gd name="connsiteX922" fmla="*/ 3094669 w 7467600"/>
              <a:gd name="connsiteY922" fmla="*/ 30308 h 6858000"/>
              <a:gd name="connsiteX923" fmla="*/ 2901945 w 7467600"/>
              <a:gd name="connsiteY923" fmla="*/ 466538 h 6858000"/>
              <a:gd name="connsiteX924" fmla="*/ 2815209 w 7467600"/>
              <a:gd name="connsiteY924" fmla="*/ 497361 h 6858000"/>
              <a:gd name="connsiteX925" fmla="*/ 2844845 w 7467600"/>
              <a:gd name="connsiteY925" fmla="*/ 127638 h 6858000"/>
              <a:gd name="connsiteX926" fmla="*/ 2867960 w 7467600"/>
              <a:gd name="connsiteY926" fmla="*/ 0 h 6858000"/>
              <a:gd name="connsiteX927" fmla="*/ 1057230 w 7467600"/>
              <a:gd name="connsiteY927" fmla="*/ 0 h 6858000"/>
              <a:gd name="connsiteX928" fmla="*/ 1111003 w 7467600"/>
              <a:gd name="connsiteY928" fmla="*/ 0 h 6858000"/>
              <a:gd name="connsiteX929" fmla="*/ 1125553 w 7467600"/>
              <a:gd name="connsiteY929" fmla="*/ 52588 h 6858000"/>
              <a:gd name="connsiteX930" fmla="*/ 1304276 w 7467600"/>
              <a:gd name="connsiteY930" fmla="*/ 476275 h 6858000"/>
              <a:gd name="connsiteX931" fmla="*/ 1492066 w 7467600"/>
              <a:gd name="connsiteY931" fmla="*/ 886333 h 6858000"/>
              <a:gd name="connsiteX932" fmla="*/ 1423698 w 7467600"/>
              <a:gd name="connsiteY932" fmla="*/ 710817 h 6858000"/>
              <a:gd name="connsiteX933" fmla="*/ 1357609 w 7467600"/>
              <a:gd name="connsiteY933" fmla="*/ 532892 h 6858000"/>
              <a:gd name="connsiteX934" fmla="*/ 1309550 w 7467600"/>
              <a:gd name="connsiteY934" fmla="*/ 374031 h 6858000"/>
              <a:gd name="connsiteX935" fmla="*/ 1193673 w 7467600"/>
              <a:gd name="connsiteY935" fmla="*/ 49533 h 6858000"/>
              <a:gd name="connsiteX936" fmla="*/ 1164391 w 7467600"/>
              <a:gd name="connsiteY936" fmla="*/ 0 h 6858000"/>
              <a:gd name="connsiteX937" fmla="*/ 1200666 w 7467600"/>
              <a:gd name="connsiteY937" fmla="*/ 0 h 6858000"/>
              <a:gd name="connsiteX938" fmla="*/ 1223408 w 7467600"/>
              <a:gd name="connsiteY938" fmla="*/ 38996 h 6858000"/>
              <a:gd name="connsiteX939" fmla="*/ 1339635 w 7467600"/>
              <a:gd name="connsiteY939" fmla="*/ 365517 h 6858000"/>
              <a:gd name="connsiteX940" fmla="*/ 1387469 w 7467600"/>
              <a:gd name="connsiteY940" fmla="*/ 523079 h 6858000"/>
              <a:gd name="connsiteX941" fmla="*/ 1452685 w 7467600"/>
              <a:gd name="connsiteY941" fmla="*/ 699806 h 6858000"/>
              <a:gd name="connsiteX942" fmla="*/ 1492092 w 7467600"/>
              <a:gd name="connsiteY942" fmla="*/ 800424 h 6858000"/>
              <a:gd name="connsiteX943" fmla="*/ 1455302 w 7467600"/>
              <a:gd name="connsiteY943" fmla="*/ 632913 h 6858000"/>
              <a:gd name="connsiteX944" fmla="*/ 1222336 w 7467600"/>
              <a:gd name="connsiteY944" fmla="*/ 9480 h 6858000"/>
              <a:gd name="connsiteX945" fmla="*/ 1214634 w 7467600"/>
              <a:gd name="connsiteY945" fmla="*/ 0 h 6858000"/>
              <a:gd name="connsiteX946" fmla="*/ 1289827 w 7467600"/>
              <a:gd name="connsiteY946" fmla="*/ 0 h 6858000"/>
              <a:gd name="connsiteX947" fmla="*/ 1321076 w 7467600"/>
              <a:gd name="connsiteY947" fmla="*/ 59722 h 6858000"/>
              <a:gd name="connsiteX948" fmla="*/ 1512579 w 7467600"/>
              <a:gd name="connsiteY948" fmla="*/ 626441 h 6858000"/>
              <a:gd name="connsiteX949" fmla="*/ 1506076 w 7467600"/>
              <a:gd name="connsiteY949" fmla="*/ 1089289 h 6858000"/>
              <a:gd name="connsiteX950" fmla="*/ 1486346 w 7467600"/>
              <a:gd name="connsiteY950" fmla="*/ 1079919 h 6858000"/>
              <a:gd name="connsiteX951" fmla="*/ 1070511 w 7467600"/>
              <a:gd name="connsiteY951" fmla="*/ 48609 h 6858000"/>
              <a:gd name="connsiteX952" fmla="*/ 1057230 w 7467600"/>
              <a:gd name="connsiteY952" fmla="*/ 0 h 6858000"/>
              <a:gd name="connsiteX953" fmla="*/ 43151 w 7467600"/>
              <a:gd name="connsiteY953" fmla="*/ 0 h 6858000"/>
              <a:gd name="connsiteX954" fmla="*/ 95283 w 7467600"/>
              <a:gd name="connsiteY954" fmla="*/ 0 h 6858000"/>
              <a:gd name="connsiteX955" fmla="*/ 300708 w 7467600"/>
              <a:gd name="connsiteY955" fmla="*/ 154571 h 6858000"/>
              <a:gd name="connsiteX956" fmla="*/ 530414 w 7467600"/>
              <a:gd name="connsiteY956" fmla="*/ 354673 h 6858000"/>
              <a:gd name="connsiteX957" fmla="*/ 333785 w 7467600"/>
              <a:gd name="connsiteY957" fmla="*/ 161564 h 6858000"/>
              <a:gd name="connsiteX958" fmla="*/ 147005 w 7467600"/>
              <a:gd name="connsiteY958" fmla="*/ 0 h 6858000"/>
              <a:gd name="connsiteX959" fmla="*/ 272509 w 7467600"/>
              <a:gd name="connsiteY959" fmla="*/ 0 h 6858000"/>
              <a:gd name="connsiteX960" fmla="*/ 326276 w 7467600"/>
              <a:gd name="connsiteY960" fmla="*/ 45847 h 6858000"/>
              <a:gd name="connsiteX961" fmla="*/ 823759 w 7467600"/>
              <a:gd name="connsiteY961" fmla="*/ 574145 h 6858000"/>
              <a:gd name="connsiteX962" fmla="*/ 811254 w 7467600"/>
              <a:gd name="connsiteY962" fmla="*/ 665546 h 6858000"/>
              <a:gd name="connsiteX963" fmla="*/ 154042 w 7467600"/>
              <a:gd name="connsiteY963" fmla="*/ 261522 h 6858000"/>
              <a:gd name="connsiteX964" fmla="*/ 13550 w 7467600"/>
              <a:gd name="connsiteY964" fmla="*/ 158423 h 6858000"/>
              <a:gd name="connsiteX965" fmla="*/ 0 w 7467600"/>
              <a:gd name="connsiteY965" fmla="*/ 146618 h 6858000"/>
              <a:gd name="connsiteX966" fmla="*/ 0 w 7467600"/>
              <a:gd name="connsiteY966" fmla="*/ 59161 h 6858000"/>
              <a:gd name="connsiteX967" fmla="*/ 45427 w 7467600"/>
              <a:gd name="connsiteY967" fmla="*/ 101078 h 6858000"/>
              <a:gd name="connsiteX968" fmla="*/ 630103 w 7467600"/>
              <a:gd name="connsiteY968" fmla="*/ 485885 h 6858000"/>
              <a:gd name="connsiteX969" fmla="*/ 532040 w 7467600"/>
              <a:gd name="connsiteY969" fmla="*/ 399359 h 6858000"/>
              <a:gd name="connsiteX970" fmla="*/ 517618 w 7467600"/>
              <a:gd name="connsiteY970" fmla="*/ 385726 h 6858000"/>
              <a:gd name="connsiteX971" fmla="*/ 285074 w 7467600"/>
              <a:gd name="connsiteY971" fmla="*/ 182755 h 6858000"/>
              <a:gd name="connsiteX972" fmla="*/ 43151 w 7467600"/>
              <a:gd name="connsiteY97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7105827 w 7467600"/>
              <a:gd name="connsiteY81" fmla="*/ 5718700 h 6858000"/>
              <a:gd name="connsiteX82" fmla="*/ 7356878 w 7467600"/>
              <a:gd name="connsiteY82" fmla="*/ 5981332 h 6858000"/>
              <a:gd name="connsiteX83" fmla="*/ 7467600 w 7467600"/>
              <a:gd name="connsiteY83" fmla="*/ 6117703 h 6858000"/>
              <a:gd name="connsiteX84" fmla="*/ 7467600 w 7467600"/>
              <a:gd name="connsiteY84" fmla="*/ 6163634 h 6858000"/>
              <a:gd name="connsiteX85" fmla="*/ 7403637 w 7467600"/>
              <a:gd name="connsiteY85" fmla="*/ 6083957 h 6858000"/>
              <a:gd name="connsiteX86" fmla="*/ 7254615 w 7467600"/>
              <a:gd name="connsiteY86" fmla="*/ 5911918 h 6858000"/>
              <a:gd name="connsiteX87" fmla="*/ 7312589 w 7467600"/>
              <a:gd name="connsiteY87" fmla="*/ 5982309 h 6858000"/>
              <a:gd name="connsiteX88" fmla="*/ 7448321 w 7467600"/>
              <a:gd name="connsiteY88" fmla="*/ 6190991 h 6858000"/>
              <a:gd name="connsiteX89" fmla="*/ 7467600 w 7467600"/>
              <a:gd name="connsiteY89" fmla="*/ 6221686 h 6858000"/>
              <a:gd name="connsiteX90" fmla="*/ 7467600 w 7467600"/>
              <a:gd name="connsiteY90" fmla="*/ 6334256 h 6858000"/>
              <a:gd name="connsiteX91" fmla="*/ 7454976 w 7467600"/>
              <a:gd name="connsiteY91" fmla="*/ 6318297 h 6858000"/>
              <a:gd name="connsiteX92" fmla="*/ 7042773 w 7467600"/>
              <a:gd name="connsiteY92" fmla="*/ 5734011 h 6858000"/>
              <a:gd name="connsiteX93" fmla="*/ 1456157 w 7467600"/>
              <a:gd name="connsiteY93" fmla="*/ 5371404 h 6858000"/>
              <a:gd name="connsiteX94" fmla="*/ 1244432 w 7467600"/>
              <a:gd name="connsiteY94" fmla="*/ 5385601 h 6858000"/>
              <a:gd name="connsiteX95" fmla="*/ 973990 w 7467600"/>
              <a:gd name="connsiteY95" fmla="*/ 5424940 h 6858000"/>
              <a:gd name="connsiteX96" fmla="*/ 1103809 w 7467600"/>
              <a:gd name="connsiteY96" fmla="*/ 5433720 h 6858000"/>
              <a:gd name="connsiteX97" fmla="*/ 1123454 w 7467600"/>
              <a:gd name="connsiteY97" fmla="*/ 5435727 h 6858000"/>
              <a:gd name="connsiteX98" fmla="*/ 1737017 w 7467600"/>
              <a:gd name="connsiteY98" fmla="*/ 5452183 h 6858000"/>
              <a:gd name="connsiteX99" fmla="*/ 1824397 w 7467600"/>
              <a:gd name="connsiteY99" fmla="*/ 5447757 h 6858000"/>
              <a:gd name="connsiteX100" fmla="*/ 2070059 w 7467600"/>
              <a:gd name="connsiteY100" fmla="*/ 5441660 h 6858000"/>
              <a:gd name="connsiteX101" fmla="*/ 1456157 w 7467600"/>
              <a:gd name="connsiteY101" fmla="*/ 5371404 h 6858000"/>
              <a:gd name="connsiteX102" fmla="*/ 4988186 w 7467600"/>
              <a:gd name="connsiteY102" fmla="*/ 5216467 h 6858000"/>
              <a:gd name="connsiteX103" fmla="*/ 4777334 w 7467600"/>
              <a:gd name="connsiteY103" fmla="*/ 5406072 h 6858000"/>
              <a:gd name="connsiteX104" fmla="*/ 4718341 w 7467600"/>
              <a:gd name="connsiteY104" fmla="*/ 5468043 h 6858000"/>
              <a:gd name="connsiteX105" fmla="*/ 4604655 w 7467600"/>
              <a:gd name="connsiteY105" fmla="*/ 5583434 h 6858000"/>
              <a:gd name="connsiteX106" fmla="*/ 4565074 w 7467600"/>
              <a:gd name="connsiteY106" fmla="*/ 5618550 h 6858000"/>
              <a:gd name="connsiteX107" fmla="*/ 4988186 w 7467600"/>
              <a:gd name="connsiteY107" fmla="*/ 5216467 h 6858000"/>
              <a:gd name="connsiteX108" fmla="*/ 4978032 w 7467600"/>
              <a:gd name="connsiteY108" fmla="*/ 5183809 h 6858000"/>
              <a:gd name="connsiteX109" fmla="*/ 4463413 w 7467600"/>
              <a:gd name="connsiteY109" fmla="*/ 5615162 h 6858000"/>
              <a:gd name="connsiteX110" fmla="*/ 4358134 w 7467600"/>
              <a:gd name="connsiteY110" fmla="*/ 5742791 h 6858000"/>
              <a:gd name="connsiteX111" fmla="*/ 4376219 w 7467600"/>
              <a:gd name="connsiteY111" fmla="*/ 5729027 h 6858000"/>
              <a:gd name="connsiteX112" fmla="*/ 4582340 w 7467600"/>
              <a:gd name="connsiteY112" fmla="*/ 5561037 h 6858000"/>
              <a:gd name="connsiteX113" fmla="*/ 4694684 w 7467600"/>
              <a:gd name="connsiteY113" fmla="*/ 5447098 h 6858000"/>
              <a:gd name="connsiteX114" fmla="*/ 4754123 w 7467600"/>
              <a:gd name="connsiteY114" fmla="*/ 5384643 h 6858000"/>
              <a:gd name="connsiteX115" fmla="*/ 4978032 w 7467600"/>
              <a:gd name="connsiteY115" fmla="*/ 5183809 h 6858000"/>
              <a:gd name="connsiteX116" fmla="*/ 1903353 w 7467600"/>
              <a:gd name="connsiteY116" fmla="*/ 5044827 h 6858000"/>
              <a:gd name="connsiteX117" fmla="*/ 1936931 w 7467600"/>
              <a:gd name="connsiteY117" fmla="*/ 5093954 h 6858000"/>
              <a:gd name="connsiteX118" fmla="*/ 2195868 w 7467600"/>
              <a:gd name="connsiteY118" fmla="*/ 5396574 h 6858000"/>
              <a:gd name="connsiteX119" fmla="*/ 2088852 w 7467600"/>
              <a:gd name="connsiteY119" fmla="*/ 5166123 h 6858000"/>
              <a:gd name="connsiteX120" fmla="*/ 1958241 w 7467600"/>
              <a:gd name="connsiteY120" fmla="*/ 5067955 h 6858000"/>
              <a:gd name="connsiteX121" fmla="*/ 1903353 w 7467600"/>
              <a:gd name="connsiteY121" fmla="*/ 5044827 h 6858000"/>
              <a:gd name="connsiteX122" fmla="*/ 1979378 w 7467600"/>
              <a:gd name="connsiteY122" fmla="*/ 4769504 h 6858000"/>
              <a:gd name="connsiteX123" fmla="*/ 2882120 w 7467600"/>
              <a:gd name="connsiteY123" fmla="*/ 5064547 h 6858000"/>
              <a:gd name="connsiteX124" fmla="*/ 2793103 w 7467600"/>
              <a:gd name="connsiteY124" fmla="*/ 5039699 h 6858000"/>
              <a:gd name="connsiteX125" fmla="*/ 2770041 w 7467600"/>
              <a:gd name="connsiteY125" fmla="*/ 5033634 h 6858000"/>
              <a:gd name="connsiteX126" fmla="*/ 1979378 w 7467600"/>
              <a:gd name="connsiteY126" fmla="*/ 4769504 h 6858000"/>
              <a:gd name="connsiteX127" fmla="*/ 1927410 w 7467600"/>
              <a:gd name="connsiteY127" fmla="*/ 4716164 h 6858000"/>
              <a:gd name="connsiteX128" fmla="*/ 1959587 w 7467600"/>
              <a:gd name="connsiteY128" fmla="*/ 4728849 h 6858000"/>
              <a:gd name="connsiteX129" fmla="*/ 2777707 w 7467600"/>
              <a:gd name="connsiteY129" fmla="*/ 5003991 h 6858000"/>
              <a:gd name="connsiteX130" fmla="*/ 2800768 w 7467600"/>
              <a:gd name="connsiteY130" fmla="*/ 5010056 h 6858000"/>
              <a:gd name="connsiteX131" fmla="*/ 2879408 w 7467600"/>
              <a:gd name="connsiteY131" fmla="*/ 5031590 h 6858000"/>
              <a:gd name="connsiteX132" fmla="*/ 2862295 w 7467600"/>
              <a:gd name="connsiteY132" fmla="*/ 5022958 h 6858000"/>
              <a:gd name="connsiteX133" fmla="*/ 2813343 w 7467600"/>
              <a:gd name="connsiteY133" fmla="*/ 4998369 h 6858000"/>
              <a:gd name="connsiteX134" fmla="*/ 2646245 w 7467600"/>
              <a:gd name="connsiteY134" fmla="*/ 4930999 h 6858000"/>
              <a:gd name="connsiteX135" fmla="*/ 1999243 w 7467600"/>
              <a:gd name="connsiteY135" fmla="*/ 4730524 h 6858000"/>
              <a:gd name="connsiteX136" fmla="*/ 1979527 w 7467600"/>
              <a:gd name="connsiteY136" fmla="*/ 4726651 h 6858000"/>
              <a:gd name="connsiteX137" fmla="*/ 1927410 w 7467600"/>
              <a:gd name="connsiteY137" fmla="*/ 4716164 h 6858000"/>
              <a:gd name="connsiteX138" fmla="*/ 1997014 w 7467600"/>
              <a:gd name="connsiteY138" fmla="*/ 4698007 h 6858000"/>
              <a:gd name="connsiteX139" fmla="*/ 2005458 w 7467600"/>
              <a:gd name="connsiteY139" fmla="*/ 4699540 h 6858000"/>
              <a:gd name="connsiteX140" fmla="*/ 2657186 w 7467600"/>
              <a:gd name="connsiteY140" fmla="*/ 4901687 h 6858000"/>
              <a:gd name="connsiteX141" fmla="*/ 2826662 w 7467600"/>
              <a:gd name="connsiteY141" fmla="*/ 4970362 h 6858000"/>
              <a:gd name="connsiteX142" fmla="*/ 2876100 w 7467600"/>
              <a:gd name="connsiteY142" fmla="*/ 4995397 h 6858000"/>
              <a:gd name="connsiteX143" fmla="*/ 3042600 w 7467600"/>
              <a:gd name="connsiteY143" fmla="*/ 5059532 h 6858000"/>
              <a:gd name="connsiteX144" fmla="*/ 1997014 w 7467600"/>
              <a:gd name="connsiteY144" fmla="*/ 4698007 h 6858000"/>
              <a:gd name="connsiteX145" fmla="*/ 2305292 w 7467600"/>
              <a:gd name="connsiteY145" fmla="*/ 4219492 h 6858000"/>
              <a:gd name="connsiteX146" fmla="*/ 3360922 w 7467600"/>
              <a:gd name="connsiteY146" fmla="*/ 4529373 h 6858000"/>
              <a:gd name="connsiteX147" fmla="*/ 3492420 w 7467600"/>
              <a:gd name="connsiteY147" fmla="*/ 4510145 h 6858000"/>
              <a:gd name="connsiteX148" fmla="*/ 3364086 w 7467600"/>
              <a:gd name="connsiteY148" fmla="*/ 4480340 h 6858000"/>
              <a:gd name="connsiteX149" fmla="*/ 3225818 w 7467600"/>
              <a:gd name="connsiteY149" fmla="*/ 4411822 h 6858000"/>
              <a:gd name="connsiteX150" fmla="*/ 3129696 w 7467600"/>
              <a:gd name="connsiteY150" fmla="*/ 4360704 h 6858000"/>
              <a:gd name="connsiteX151" fmla="*/ 2814545 w 7467600"/>
              <a:gd name="connsiteY151" fmla="*/ 4282955 h 6858000"/>
              <a:gd name="connsiteX152" fmla="*/ 2305292 w 7467600"/>
              <a:gd name="connsiteY152" fmla="*/ 4219492 h 6858000"/>
              <a:gd name="connsiteX153" fmla="*/ 2626982 w 7467600"/>
              <a:gd name="connsiteY153" fmla="*/ 4206450 h 6858000"/>
              <a:gd name="connsiteX154" fmla="*/ 2490617 w 7467600"/>
              <a:gd name="connsiteY154" fmla="*/ 4206951 h 6858000"/>
              <a:gd name="connsiteX155" fmla="*/ 2819869 w 7467600"/>
              <a:gd name="connsiteY155" fmla="*/ 4252936 h 6858000"/>
              <a:gd name="connsiteX156" fmla="*/ 3143018 w 7467600"/>
              <a:gd name="connsiteY156" fmla="*/ 4332698 h 6858000"/>
              <a:gd name="connsiteX157" fmla="*/ 3241520 w 7467600"/>
              <a:gd name="connsiteY157" fmla="*/ 4385112 h 6858000"/>
              <a:gd name="connsiteX158" fmla="*/ 3374575 w 7467600"/>
              <a:gd name="connsiteY158" fmla="*/ 4451517 h 6858000"/>
              <a:gd name="connsiteX159" fmla="*/ 3505221 w 7467600"/>
              <a:gd name="connsiteY159" fmla="*/ 4480757 h 6858000"/>
              <a:gd name="connsiteX160" fmla="*/ 2626982 w 7467600"/>
              <a:gd name="connsiteY160" fmla="*/ 4206450 h 6858000"/>
              <a:gd name="connsiteX161" fmla="*/ 1310106 w 7467600"/>
              <a:gd name="connsiteY161" fmla="*/ 3943217 h 6858000"/>
              <a:gd name="connsiteX162" fmla="*/ 854994 w 7467600"/>
              <a:gd name="connsiteY162" fmla="*/ 4399136 h 6858000"/>
              <a:gd name="connsiteX163" fmla="*/ 742462 w 7467600"/>
              <a:gd name="connsiteY163" fmla="*/ 4594648 h 6858000"/>
              <a:gd name="connsiteX164" fmla="*/ 820602 w 7467600"/>
              <a:gd name="connsiteY164" fmla="*/ 4485915 h 6858000"/>
              <a:gd name="connsiteX165" fmla="*/ 878295 w 7467600"/>
              <a:gd name="connsiteY165" fmla="*/ 4403594 h 6858000"/>
              <a:gd name="connsiteX166" fmla="*/ 1240607 w 7467600"/>
              <a:gd name="connsiteY166" fmla="*/ 4010401 h 6858000"/>
              <a:gd name="connsiteX167" fmla="*/ 1310106 w 7467600"/>
              <a:gd name="connsiteY167" fmla="*/ 3943217 h 6858000"/>
              <a:gd name="connsiteX168" fmla="*/ 1423113 w 7467600"/>
              <a:gd name="connsiteY168" fmla="*/ 3874565 h 6858000"/>
              <a:gd name="connsiteX169" fmla="*/ 1260565 w 7467600"/>
              <a:gd name="connsiteY169" fmla="*/ 4031982 h 6858000"/>
              <a:gd name="connsiteX170" fmla="*/ 901900 w 7467600"/>
              <a:gd name="connsiteY170" fmla="*/ 4421236 h 6858000"/>
              <a:gd name="connsiteX171" fmla="*/ 845044 w 7467600"/>
              <a:gd name="connsiteY171" fmla="*/ 4502436 h 6858000"/>
              <a:gd name="connsiteX172" fmla="*/ 685926 w 7467600"/>
              <a:gd name="connsiteY172" fmla="*/ 4703069 h 6858000"/>
              <a:gd name="connsiteX173" fmla="*/ 684248 w 7467600"/>
              <a:gd name="connsiteY173" fmla="*/ 4706721 h 6858000"/>
              <a:gd name="connsiteX174" fmla="*/ 1423113 w 7467600"/>
              <a:gd name="connsiteY174" fmla="*/ 3874565 h 6858000"/>
              <a:gd name="connsiteX175" fmla="*/ 3316479 w 7467600"/>
              <a:gd name="connsiteY175" fmla="*/ 3872136 h 6858000"/>
              <a:gd name="connsiteX176" fmla="*/ 3546806 w 7467600"/>
              <a:gd name="connsiteY176" fmla="*/ 4356139 h 6858000"/>
              <a:gd name="connsiteX177" fmla="*/ 3364433 w 7467600"/>
              <a:gd name="connsiteY177" fmla="*/ 3953121 h 6858000"/>
              <a:gd name="connsiteX178" fmla="*/ 3316479 w 7467600"/>
              <a:gd name="connsiteY178" fmla="*/ 3872136 h 6858000"/>
              <a:gd name="connsiteX179" fmla="*/ 3291335 w 7467600"/>
              <a:gd name="connsiteY179" fmla="*/ 3767420 h 6858000"/>
              <a:gd name="connsiteX180" fmla="*/ 3390805 w 7467600"/>
              <a:gd name="connsiteY180" fmla="*/ 3937163 h 6858000"/>
              <a:gd name="connsiteX181" fmla="*/ 3579062 w 7467600"/>
              <a:gd name="connsiteY181" fmla="*/ 4359040 h 6858000"/>
              <a:gd name="connsiteX182" fmla="*/ 3467355 w 7467600"/>
              <a:gd name="connsiteY182" fmla="*/ 3988130 h 6858000"/>
              <a:gd name="connsiteX183" fmla="*/ 3310753 w 7467600"/>
              <a:gd name="connsiteY183" fmla="*/ 3787140 h 6858000"/>
              <a:gd name="connsiteX184" fmla="*/ 3291335 w 7467600"/>
              <a:gd name="connsiteY184" fmla="*/ 3767420 h 6858000"/>
              <a:gd name="connsiteX185" fmla="*/ 1635889 w 7467600"/>
              <a:gd name="connsiteY185" fmla="*/ 3709494 h 6858000"/>
              <a:gd name="connsiteX186" fmla="*/ 1634800 w 7467600"/>
              <a:gd name="connsiteY186" fmla="*/ 3731111 h 6858000"/>
              <a:gd name="connsiteX187" fmla="*/ 1635889 w 7467600"/>
              <a:gd name="connsiteY187" fmla="*/ 3709494 h 6858000"/>
              <a:gd name="connsiteX188" fmla="*/ 1510397 w 7467600"/>
              <a:gd name="connsiteY188" fmla="*/ 3684705 h 6858000"/>
              <a:gd name="connsiteX189" fmla="*/ 1146550 w 7467600"/>
              <a:gd name="connsiteY189" fmla="*/ 3802012 h 6858000"/>
              <a:gd name="connsiteX190" fmla="*/ 698834 w 7467600"/>
              <a:gd name="connsiteY190" fmla="*/ 3952272 h 6858000"/>
              <a:gd name="connsiteX191" fmla="*/ 34256 w 7467600"/>
              <a:gd name="connsiteY191" fmla="*/ 4347603 h 6858000"/>
              <a:gd name="connsiteX192" fmla="*/ 527241 w 7467600"/>
              <a:gd name="connsiteY192" fmla="*/ 4065078 h 6858000"/>
              <a:gd name="connsiteX193" fmla="*/ 1510397 w 7467600"/>
              <a:gd name="connsiteY193" fmla="*/ 3684705 h 6858000"/>
              <a:gd name="connsiteX194" fmla="*/ 1313114 w 7467600"/>
              <a:gd name="connsiteY194" fmla="*/ 3655216 h 6858000"/>
              <a:gd name="connsiteX195" fmla="*/ 1109304 w 7467600"/>
              <a:gd name="connsiteY195" fmla="*/ 3669030 h 6858000"/>
              <a:gd name="connsiteX196" fmla="*/ 8129 w 7467600"/>
              <a:gd name="connsiteY196" fmla="*/ 4330519 h 6858000"/>
              <a:gd name="connsiteX197" fmla="*/ 687572 w 7467600"/>
              <a:gd name="connsiteY197" fmla="*/ 3925629 h 6858000"/>
              <a:gd name="connsiteX198" fmla="*/ 1138365 w 7467600"/>
              <a:gd name="connsiteY198" fmla="*/ 3774515 h 6858000"/>
              <a:gd name="connsiteX199" fmla="*/ 1505579 w 7467600"/>
              <a:gd name="connsiteY199" fmla="*/ 3655526 h 6858000"/>
              <a:gd name="connsiteX200" fmla="*/ 1313114 w 7467600"/>
              <a:gd name="connsiteY200" fmla="*/ 3655216 h 6858000"/>
              <a:gd name="connsiteX201" fmla="*/ 3655073 w 7467600"/>
              <a:gd name="connsiteY201" fmla="*/ 3650884 h 6858000"/>
              <a:gd name="connsiteX202" fmla="*/ 3989938 w 7467600"/>
              <a:gd name="connsiteY202" fmla="*/ 3991685 h 6858000"/>
              <a:gd name="connsiteX203" fmla="*/ 4393907 w 7467600"/>
              <a:gd name="connsiteY203" fmla="*/ 4261258 h 6858000"/>
              <a:gd name="connsiteX204" fmla="*/ 4648051 w 7467600"/>
              <a:gd name="connsiteY204" fmla="*/ 4374051 h 6858000"/>
              <a:gd name="connsiteX205" fmla="*/ 4383389 w 7467600"/>
              <a:gd name="connsiteY205" fmla="*/ 4184369 h 6858000"/>
              <a:gd name="connsiteX206" fmla="*/ 4165508 w 7467600"/>
              <a:gd name="connsiteY206" fmla="*/ 4035196 h 6858000"/>
              <a:gd name="connsiteX207" fmla="*/ 4068162 w 7467600"/>
              <a:gd name="connsiteY207" fmla="*/ 3953394 h 6858000"/>
              <a:gd name="connsiteX208" fmla="*/ 3981416 w 7467600"/>
              <a:gd name="connsiteY208" fmla="*/ 3880482 h 6858000"/>
              <a:gd name="connsiteX209" fmla="*/ 3800147 w 7467600"/>
              <a:gd name="connsiteY209" fmla="*/ 3749872 h 6858000"/>
              <a:gd name="connsiteX210" fmla="*/ 3655073 w 7467600"/>
              <a:gd name="connsiteY210" fmla="*/ 3650884 h 6858000"/>
              <a:gd name="connsiteX211" fmla="*/ 3670252 w 7467600"/>
              <a:gd name="connsiteY211" fmla="*/ 3622798 h 6858000"/>
              <a:gd name="connsiteX212" fmla="*/ 3817258 w 7467600"/>
              <a:gd name="connsiteY212" fmla="*/ 3723577 h 6858000"/>
              <a:gd name="connsiteX213" fmla="*/ 4000461 w 7467600"/>
              <a:gd name="connsiteY213" fmla="*/ 3855966 h 6858000"/>
              <a:gd name="connsiteX214" fmla="*/ 4088180 w 7467600"/>
              <a:gd name="connsiteY214" fmla="*/ 3929774 h 6858000"/>
              <a:gd name="connsiteX215" fmla="*/ 4184555 w 7467600"/>
              <a:gd name="connsiteY215" fmla="*/ 4010683 h 6858000"/>
              <a:gd name="connsiteX216" fmla="*/ 4399563 w 7467600"/>
              <a:gd name="connsiteY216" fmla="*/ 4158106 h 6858000"/>
              <a:gd name="connsiteX217" fmla="*/ 4684469 w 7467600"/>
              <a:gd name="connsiteY217" fmla="*/ 4364680 h 6858000"/>
              <a:gd name="connsiteX218" fmla="*/ 4690271 w 7467600"/>
              <a:gd name="connsiteY218" fmla="*/ 4370034 h 6858000"/>
              <a:gd name="connsiteX219" fmla="*/ 4136093 w 7467600"/>
              <a:gd name="connsiteY219" fmla="*/ 3858466 h 6858000"/>
              <a:gd name="connsiteX220" fmla="*/ 3670252 w 7467600"/>
              <a:gd name="connsiteY220" fmla="*/ 3622798 h 6858000"/>
              <a:gd name="connsiteX221" fmla="*/ 4440129 w 7467600"/>
              <a:gd name="connsiteY221" fmla="*/ 3448571 h 6858000"/>
              <a:gd name="connsiteX222" fmla="*/ 4856525 w 7467600"/>
              <a:gd name="connsiteY222" fmla="*/ 3915351 h 6858000"/>
              <a:gd name="connsiteX223" fmla="*/ 5059055 w 7467600"/>
              <a:gd name="connsiteY223" fmla="*/ 4108918 h 6858000"/>
              <a:gd name="connsiteX224" fmla="*/ 5290070 w 7467600"/>
              <a:gd name="connsiteY224" fmla="*/ 4263619 h 6858000"/>
              <a:gd name="connsiteX225" fmla="*/ 4834991 w 7467600"/>
              <a:gd name="connsiteY225" fmla="*/ 3830985 h 6858000"/>
              <a:gd name="connsiteX226" fmla="*/ 4440129 w 7467600"/>
              <a:gd name="connsiteY226" fmla="*/ 3448571 h 6858000"/>
              <a:gd name="connsiteX227" fmla="*/ 4441737 w 7467600"/>
              <a:gd name="connsiteY227" fmla="*/ 3399734 h 6858000"/>
              <a:gd name="connsiteX228" fmla="*/ 4431236 w 7467600"/>
              <a:gd name="connsiteY228" fmla="*/ 3400954 h 6858000"/>
              <a:gd name="connsiteX229" fmla="*/ 4557150 w 7467600"/>
              <a:gd name="connsiteY229" fmla="*/ 3510023 h 6858000"/>
              <a:gd name="connsiteX230" fmla="*/ 4856936 w 7467600"/>
              <a:gd name="connsiteY230" fmla="*/ 3809146 h 6858000"/>
              <a:gd name="connsiteX231" fmla="*/ 5111996 w 7467600"/>
              <a:gd name="connsiteY231" fmla="*/ 4065759 h 6858000"/>
              <a:gd name="connsiteX232" fmla="*/ 5388878 w 7467600"/>
              <a:gd name="connsiteY232" fmla="*/ 4300185 h 6858000"/>
              <a:gd name="connsiteX233" fmla="*/ 5425556 w 7467600"/>
              <a:gd name="connsiteY233" fmla="*/ 4308967 h 6858000"/>
              <a:gd name="connsiteX234" fmla="*/ 4943646 w 7467600"/>
              <a:gd name="connsiteY234" fmla="*/ 3822916 h 6858000"/>
              <a:gd name="connsiteX235" fmla="*/ 4594837 w 7467600"/>
              <a:gd name="connsiteY235" fmla="*/ 3532274 h 6858000"/>
              <a:gd name="connsiteX236" fmla="*/ 4441737 w 7467600"/>
              <a:gd name="connsiteY236" fmla="*/ 3399734 h 6858000"/>
              <a:gd name="connsiteX237" fmla="*/ 5425834 w 7467600"/>
              <a:gd name="connsiteY237" fmla="*/ 3162785 h 6858000"/>
              <a:gd name="connsiteX238" fmla="*/ 5401644 w 7467600"/>
              <a:gd name="connsiteY238" fmla="*/ 3617847 h 6858000"/>
              <a:gd name="connsiteX239" fmla="*/ 5467256 w 7467600"/>
              <a:gd name="connsiteY239" fmla="*/ 4175494 h 6858000"/>
              <a:gd name="connsiteX240" fmla="*/ 5448069 w 7467600"/>
              <a:gd name="connsiteY240" fmla="*/ 3567554 h 6858000"/>
              <a:gd name="connsiteX241" fmla="*/ 5425834 w 7467600"/>
              <a:gd name="connsiteY241" fmla="*/ 3162785 h 6858000"/>
              <a:gd name="connsiteX242" fmla="*/ 1318687 w 7467600"/>
              <a:gd name="connsiteY242" fmla="*/ 3113840 h 6858000"/>
              <a:gd name="connsiteX243" fmla="*/ 1066793 w 7467600"/>
              <a:gd name="connsiteY243" fmla="*/ 3212171 h 6858000"/>
              <a:gd name="connsiteX244" fmla="*/ 993319 w 7467600"/>
              <a:gd name="connsiteY244" fmla="*/ 3247648 h 6858000"/>
              <a:gd name="connsiteX245" fmla="*/ 853081 w 7467600"/>
              <a:gd name="connsiteY245" fmla="*/ 3312410 h 6858000"/>
              <a:gd name="connsiteX246" fmla="*/ 805957 w 7467600"/>
              <a:gd name="connsiteY246" fmla="*/ 3330443 h 6858000"/>
              <a:gd name="connsiteX247" fmla="*/ 1318687 w 7467600"/>
              <a:gd name="connsiteY247" fmla="*/ 3113840 h 6858000"/>
              <a:gd name="connsiteX248" fmla="*/ 5453702 w 7467600"/>
              <a:gd name="connsiteY248" fmla="*/ 3090882 h 6858000"/>
              <a:gd name="connsiteX249" fmla="*/ 5480135 w 7467600"/>
              <a:gd name="connsiteY249" fmla="*/ 3565802 h 6858000"/>
              <a:gd name="connsiteX250" fmla="*/ 5499023 w 7467600"/>
              <a:gd name="connsiteY250" fmla="*/ 4166310 h 6858000"/>
              <a:gd name="connsiteX251" fmla="*/ 5547022 w 7467600"/>
              <a:gd name="connsiteY251" fmla="*/ 3607838 h 6858000"/>
              <a:gd name="connsiteX252" fmla="*/ 5515964 w 7467600"/>
              <a:gd name="connsiteY252" fmla="*/ 3378541 h 6858000"/>
              <a:gd name="connsiteX253" fmla="*/ 5453702 w 7467600"/>
              <a:gd name="connsiteY253" fmla="*/ 3090882 h 6858000"/>
              <a:gd name="connsiteX254" fmla="*/ 1238695 w 7467600"/>
              <a:gd name="connsiteY254" fmla="*/ 3076820 h 6858000"/>
              <a:gd name="connsiteX255" fmla="*/ 716371 w 7467600"/>
              <a:gd name="connsiteY255" fmla="*/ 3293249 h 6858000"/>
              <a:gd name="connsiteX256" fmla="*/ 579522 w 7467600"/>
              <a:gd name="connsiteY256" fmla="*/ 3371759 h 6858000"/>
              <a:gd name="connsiteX257" fmla="*/ 600288 w 7467600"/>
              <a:gd name="connsiteY257" fmla="*/ 3365555 h 6858000"/>
              <a:gd name="connsiteX258" fmla="*/ 840692 w 7467600"/>
              <a:gd name="connsiteY258" fmla="*/ 3284921 h 6858000"/>
              <a:gd name="connsiteX259" fmla="*/ 979248 w 7467600"/>
              <a:gd name="connsiteY259" fmla="*/ 3221003 h 6858000"/>
              <a:gd name="connsiteX260" fmla="*/ 1053282 w 7467600"/>
              <a:gd name="connsiteY260" fmla="*/ 3185247 h 6858000"/>
              <a:gd name="connsiteX261" fmla="*/ 1320603 w 7467600"/>
              <a:gd name="connsiteY261" fmla="*/ 3081281 h 6858000"/>
              <a:gd name="connsiteX262" fmla="*/ 1238695 w 7467600"/>
              <a:gd name="connsiteY262" fmla="*/ 3076820 h 6858000"/>
              <a:gd name="connsiteX263" fmla="*/ 5425627 w 7467600"/>
              <a:gd name="connsiteY263" fmla="*/ 2954192 h 6858000"/>
              <a:gd name="connsiteX264" fmla="*/ 5470770 w 7467600"/>
              <a:gd name="connsiteY264" fmla="*/ 3005435 h 6858000"/>
              <a:gd name="connsiteX265" fmla="*/ 5519779 w 7467600"/>
              <a:gd name="connsiteY265" fmla="*/ 4359223 h 6858000"/>
              <a:gd name="connsiteX266" fmla="*/ 5520293 w 7467600"/>
              <a:gd name="connsiteY266" fmla="*/ 4360602 h 6858000"/>
              <a:gd name="connsiteX267" fmla="*/ 5767221 w 7467600"/>
              <a:gd name="connsiteY267" fmla="*/ 4665564 h 6858000"/>
              <a:gd name="connsiteX268" fmla="*/ 6937169 w 7467600"/>
              <a:gd name="connsiteY268" fmla="*/ 4815941 h 6858000"/>
              <a:gd name="connsiteX269" fmla="*/ 6953922 w 7467600"/>
              <a:gd name="connsiteY269" fmla="*/ 4890068 h 6858000"/>
              <a:gd name="connsiteX270" fmla="*/ 6071359 w 7467600"/>
              <a:gd name="connsiteY270" fmla="*/ 4770770 h 6858000"/>
              <a:gd name="connsiteX271" fmla="*/ 6038839 w 7467600"/>
              <a:gd name="connsiteY271" fmla="*/ 4764474 h 6858000"/>
              <a:gd name="connsiteX272" fmla="*/ 6038706 w 7467600"/>
              <a:gd name="connsiteY272" fmla="*/ 4763847 h 6858000"/>
              <a:gd name="connsiteX273" fmla="*/ 6037784 w 7467600"/>
              <a:gd name="connsiteY273" fmla="*/ 4764270 h 6858000"/>
              <a:gd name="connsiteX274" fmla="*/ 6038839 w 7467600"/>
              <a:gd name="connsiteY274" fmla="*/ 4764474 h 6858000"/>
              <a:gd name="connsiteX275" fmla="*/ 6040338 w 7467600"/>
              <a:gd name="connsiteY275" fmla="*/ 4771418 h 6858000"/>
              <a:gd name="connsiteX276" fmla="*/ 6024488 w 7467600"/>
              <a:gd name="connsiteY276" fmla="*/ 4809903 h 6858000"/>
              <a:gd name="connsiteX277" fmla="*/ 5599771 w 7467600"/>
              <a:gd name="connsiteY277" fmla="*/ 5509652 h 6858000"/>
              <a:gd name="connsiteX278" fmla="*/ 5548843 w 7467600"/>
              <a:gd name="connsiteY278" fmla="*/ 5563845 h 6858000"/>
              <a:gd name="connsiteX279" fmla="*/ 5940952 w 7467600"/>
              <a:gd name="connsiteY279" fmla="*/ 6250028 h 6858000"/>
              <a:gd name="connsiteX280" fmla="*/ 6043441 w 7467600"/>
              <a:gd name="connsiteY280" fmla="*/ 6665847 h 6858000"/>
              <a:gd name="connsiteX281" fmla="*/ 6093432 w 7467600"/>
              <a:gd name="connsiteY281" fmla="*/ 6858000 h 6858000"/>
              <a:gd name="connsiteX282" fmla="*/ 6034344 w 7467600"/>
              <a:gd name="connsiteY282" fmla="*/ 6858000 h 6858000"/>
              <a:gd name="connsiteX283" fmla="*/ 6026679 w 7467600"/>
              <a:gd name="connsiteY283" fmla="*/ 6836959 h 6858000"/>
              <a:gd name="connsiteX284" fmla="*/ 5800441 w 7467600"/>
              <a:gd name="connsiteY284" fmla="*/ 6335286 h 6858000"/>
              <a:gd name="connsiteX285" fmla="*/ 5526562 w 7467600"/>
              <a:gd name="connsiteY285" fmla="*/ 5705388 h 6858000"/>
              <a:gd name="connsiteX286" fmla="*/ 5519640 w 7467600"/>
              <a:gd name="connsiteY286" fmla="*/ 5683774 h 6858000"/>
              <a:gd name="connsiteX287" fmla="*/ 5844559 w 7467600"/>
              <a:gd name="connsiteY287" fmla="*/ 6553349 h 6858000"/>
              <a:gd name="connsiteX288" fmla="*/ 5975994 w 7467600"/>
              <a:gd name="connsiteY288" fmla="*/ 6858000 h 6858000"/>
              <a:gd name="connsiteX289" fmla="*/ 5898547 w 7467600"/>
              <a:gd name="connsiteY289" fmla="*/ 6858000 h 6858000"/>
              <a:gd name="connsiteX290" fmla="*/ 5682041 w 7467600"/>
              <a:gd name="connsiteY290" fmla="*/ 6355860 h 6858000"/>
              <a:gd name="connsiteX291" fmla="*/ 5461758 w 7467600"/>
              <a:gd name="connsiteY291" fmla="*/ 5820220 h 6858000"/>
              <a:gd name="connsiteX292" fmla="*/ 5237282 w 7467600"/>
              <a:gd name="connsiteY292" fmla="*/ 6579086 h 6858000"/>
              <a:gd name="connsiteX293" fmla="*/ 5115009 w 7467600"/>
              <a:gd name="connsiteY293" fmla="*/ 6858000 h 6858000"/>
              <a:gd name="connsiteX294" fmla="*/ 5028074 w 7467600"/>
              <a:gd name="connsiteY294" fmla="*/ 6858000 h 6858000"/>
              <a:gd name="connsiteX295" fmla="*/ 5079508 w 7467600"/>
              <a:gd name="connsiteY295" fmla="*/ 6749074 h 6858000"/>
              <a:gd name="connsiteX296" fmla="*/ 5371846 w 7467600"/>
              <a:gd name="connsiteY296" fmla="*/ 5924413 h 6858000"/>
              <a:gd name="connsiteX297" fmla="*/ 5270512 w 7467600"/>
              <a:gd name="connsiteY297" fmla="*/ 6138975 h 6858000"/>
              <a:gd name="connsiteX298" fmla="*/ 5062409 w 7467600"/>
              <a:gd name="connsiteY298" fmla="*/ 6653544 h 6858000"/>
              <a:gd name="connsiteX299" fmla="*/ 5036628 w 7467600"/>
              <a:gd name="connsiteY299" fmla="*/ 6754247 h 6858000"/>
              <a:gd name="connsiteX300" fmla="*/ 5009112 w 7467600"/>
              <a:gd name="connsiteY300" fmla="*/ 6858000 h 6858000"/>
              <a:gd name="connsiteX301" fmla="*/ 4976679 w 7467600"/>
              <a:gd name="connsiteY301" fmla="*/ 6858000 h 6858000"/>
              <a:gd name="connsiteX302" fmla="*/ 5006537 w 7467600"/>
              <a:gd name="connsiteY302" fmla="*/ 6747068 h 6858000"/>
              <a:gd name="connsiteX303" fmla="*/ 5032723 w 7467600"/>
              <a:gd name="connsiteY303" fmla="*/ 6644957 h 6858000"/>
              <a:gd name="connsiteX304" fmla="*/ 5242949 w 7467600"/>
              <a:gd name="connsiteY304" fmla="*/ 6125175 h 6858000"/>
              <a:gd name="connsiteX305" fmla="*/ 5286321 w 7467600"/>
              <a:gd name="connsiteY305" fmla="*/ 6033555 h 6858000"/>
              <a:gd name="connsiteX306" fmla="*/ 5008210 w 7467600"/>
              <a:gd name="connsiteY306" fmla="*/ 6649194 h 6858000"/>
              <a:gd name="connsiteX307" fmla="*/ 4986321 w 7467600"/>
              <a:gd name="connsiteY307" fmla="*/ 6765687 h 6858000"/>
              <a:gd name="connsiteX308" fmla="*/ 4973474 w 7467600"/>
              <a:gd name="connsiteY308" fmla="*/ 6858000 h 6858000"/>
              <a:gd name="connsiteX309" fmla="*/ 4907178 w 7467600"/>
              <a:gd name="connsiteY309" fmla="*/ 6858000 h 6858000"/>
              <a:gd name="connsiteX310" fmla="*/ 4910810 w 7467600"/>
              <a:gd name="connsiteY310" fmla="*/ 6829660 h 6858000"/>
              <a:gd name="connsiteX311" fmla="*/ 4987461 w 7467600"/>
              <a:gd name="connsiteY311" fmla="*/ 6432994 h 6858000"/>
              <a:gd name="connsiteX312" fmla="*/ 5179262 w 7467600"/>
              <a:gd name="connsiteY312" fmla="*/ 6035044 h 6858000"/>
              <a:gd name="connsiteX313" fmla="*/ 4689678 w 7467600"/>
              <a:gd name="connsiteY313" fmla="*/ 6440241 h 6858000"/>
              <a:gd name="connsiteX314" fmla="*/ 4477543 w 7467600"/>
              <a:gd name="connsiteY314" fmla="*/ 6674836 h 6858000"/>
              <a:gd name="connsiteX315" fmla="*/ 4329957 w 7467600"/>
              <a:gd name="connsiteY315" fmla="*/ 6858000 h 6858000"/>
              <a:gd name="connsiteX316" fmla="*/ 4218595 w 7467600"/>
              <a:gd name="connsiteY316" fmla="*/ 6858000 h 6858000"/>
              <a:gd name="connsiteX317" fmla="*/ 4368888 w 7467600"/>
              <a:gd name="connsiteY317" fmla="*/ 6668412 h 6858000"/>
              <a:gd name="connsiteX318" fmla="*/ 4563091 w 7467600"/>
              <a:gd name="connsiteY318" fmla="*/ 6442508 h 6858000"/>
              <a:gd name="connsiteX319" fmla="*/ 5387324 w 7467600"/>
              <a:gd name="connsiteY319" fmla="*/ 5705830 h 6858000"/>
              <a:gd name="connsiteX320" fmla="*/ 5073620 w 7467600"/>
              <a:gd name="connsiteY320" fmla="*/ 5955437 h 6858000"/>
              <a:gd name="connsiteX321" fmla="*/ 4689789 w 7467600"/>
              <a:gd name="connsiteY321" fmla="*/ 6268382 h 6858000"/>
              <a:gd name="connsiteX322" fmla="*/ 4418722 w 7467600"/>
              <a:gd name="connsiteY322" fmla="*/ 6570886 h 6858000"/>
              <a:gd name="connsiteX323" fmla="*/ 4214944 w 7467600"/>
              <a:gd name="connsiteY323" fmla="*/ 6858000 h 6858000"/>
              <a:gd name="connsiteX324" fmla="*/ 4177898 w 7467600"/>
              <a:gd name="connsiteY324" fmla="*/ 6858000 h 6858000"/>
              <a:gd name="connsiteX325" fmla="*/ 4391597 w 7467600"/>
              <a:gd name="connsiteY325" fmla="*/ 6556370 h 6858000"/>
              <a:gd name="connsiteX326" fmla="*/ 4668889 w 7467600"/>
              <a:gd name="connsiteY326" fmla="*/ 6246399 h 6858000"/>
              <a:gd name="connsiteX327" fmla="*/ 5055427 w 7467600"/>
              <a:gd name="connsiteY327" fmla="*/ 5931476 h 6858000"/>
              <a:gd name="connsiteX328" fmla="*/ 5371814 w 7467600"/>
              <a:gd name="connsiteY328" fmla="*/ 5678975 h 6858000"/>
              <a:gd name="connsiteX329" fmla="*/ 4987918 w 7467600"/>
              <a:gd name="connsiteY329" fmla="*/ 5838701 h 6858000"/>
              <a:gd name="connsiteX330" fmla="*/ 4317146 w 7467600"/>
              <a:gd name="connsiteY330" fmla="*/ 6587716 h 6858000"/>
              <a:gd name="connsiteX331" fmla="*/ 4171627 w 7467600"/>
              <a:gd name="connsiteY331" fmla="*/ 6858000 h 6858000"/>
              <a:gd name="connsiteX332" fmla="*/ 4081585 w 7467600"/>
              <a:gd name="connsiteY332" fmla="*/ 6858000 h 6858000"/>
              <a:gd name="connsiteX333" fmla="*/ 4238603 w 7467600"/>
              <a:gd name="connsiteY333" fmla="*/ 6559341 h 6858000"/>
              <a:gd name="connsiteX334" fmla="*/ 4778333 w 7467600"/>
              <a:gd name="connsiteY334" fmla="*/ 5873626 h 6858000"/>
              <a:gd name="connsiteX335" fmla="*/ 5414185 w 7467600"/>
              <a:gd name="connsiteY335" fmla="*/ 5573882 h 6858000"/>
              <a:gd name="connsiteX336" fmla="*/ 5959648 w 7467600"/>
              <a:gd name="connsiteY336" fmla="*/ 4760797 h 6858000"/>
              <a:gd name="connsiteX337" fmla="*/ 5355019 w 7467600"/>
              <a:gd name="connsiteY337" fmla="*/ 4734672 h 6858000"/>
              <a:gd name="connsiteX338" fmla="*/ 5083565 w 7467600"/>
              <a:gd name="connsiteY338" fmla="*/ 5179121 h 6858000"/>
              <a:gd name="connsiteX339" fmla="*/ 4713577 w 7467600"/>
              <a:gd name="connsiteY339" fmla="*/ 5616803 h 6858000"/>
              <a:gd name="connsiteX340" fmla="*/ 3989559 w 7467600"/>
              <a:gd name="connsiteY340" fmla="*/ 6145945 h 6858000"/>
              <a:gd name="connsiteX341" fmla="*/ 3939824 w 7467600"/>
              <a:gd name="connsiteY341" fmla="*/ 6066900 h 6858000"/>
              <a:gd name="connsiteX342" fmla="*/ 4584537 w 7467600"/>
              <a:gd name="connsiteY342" fmla="*/ 5324826 h 6858000"/>
              <a:gd name="connsiteX343" fmla="*/ 5037105 w 7467600"/>
              <a:gd name="connsiteY343" fmla="*/ 5088765 h 6858000"/>
              <a:gd name="connsiteX344" fmla="*/ 5039930 w 7467600"/>
              <a:gd name="connsiteY344" fmla="*/ 5089585 h 6858000"/>
              <a:gd name="connsiteX345" fmla="*/ 5263764 w 7467600"/>
              <a:gd name="connsiteY345" fmla="*/ 4735525 h 6858000"/>
              <a:gd name="connsiteX346" fmla="*/ 4086300 w 7467600"/>
              <a:gd name="connsiteY346" fmla="*/ 4884599 h 6858000"/>
              <a:gd name="connsiteX347" fmla="*/ 4085485 w 7467600"/>
              <a:gd name="connsiteY347" fmla="*/ 4899070 h 6858000"/>
              <a:gd name="connsiteX348" fmla="*/ 3871915 w 7467600"/>
              <a:gd name="connsiteY348" fmla="*/ 5253645 h 6858000"/>
              <a:gd name="connsiteX349" fmla="*/ 3799374 w 7467600"/>
              <a:gd name="connsiteY349" fmla="*/ 5466127 h 6858000"/>
              <a:gd name="connsiteX350" fmla="*/ 3498850 w 7467600"/>
              <a:gd name="connsiteY350" fmla="*/ 6661888 h 6858000"/>
              <a:gd name="connsiteX351" fmla="*/ 3399216 w 7467600"/>
              <a:gd name="connsiteY351" fmla="*/ 6858000 h 6858000"/>
              <a:gd name="connsiteX352" fmla="*/ 3303688 w 7467600"/>
              <a:gd name="connsiteY352" fmla="*/ 6858000 h 6858000"/>
              <a:gd name="connsiteX353" fmla="*/ 3391774 w 7467600"/>
              <a:gd name="connsiteY353" fmla="*/ 6697181 h 6858000"/>
              <a:gd name="connsiteX354" fmla="*/ 3735540 w 7467600"/>
              <a:gd name="connsiteY354" fmla="*/ 5546923 h 6858000"/>
              <a:gd name="connsiteX355" fmla="*/ 3729438 w 7467600"/>
              <a:gd name="connsiteY355" fmla="*/ 5569058 h 6858000"/>
              <a:gd name="connsiteX356" fmla="*/ 3707782 w 7467600"/>
              <a:gd name="connsiteY356" fmla="*/ 5644908 h 6858000"/>
              <a:gd name="connsiteX357" fmla="*/ 3583827 w 7467600"/>
              <a:gd name="connsiteY357" fmla="*/ 6039215 h 6858000"/>
              <a:gd name="connsiteX358" fmla="*/ 3547861 w 7467600"/>
              <a:gd name="connsiteY358" fmla="*/ 6129609 h 6858000"/>
              <a:gd name="connsiteX359" fmla="*/ 3490905 w 7467600"/>
              <a:gd name="connsiteY359" fmla="*/ 6277660 h 6858000"/>
              <a:gd name="connsiteX360" fmla="*/ 3455859 w 7467600"/>
              <a:gd name="connsiteY360" fmla="*/ 6391301 h 6858000"/>
              <a:gd name="connsiteX361" fmla="*/ 3429112 w 7467600"/>
              <a:gd name="connsiteY361" fmla="*/ 6479469 h 6858000"/>
              <a:gd name="connsiteX362" fmla="*/ 3304862 w 7467600"/>
              <a:gd name="connsiteY362" fmla="*/ 6796476 h 6858000"/>
              <a:gd name="connsiteX363" fmla="*/ 3276071 w 7467600"/>
              <a:gd name="connsiteY363" fmla="*/ 6858000 h 6858000"/>
              <a:gd name="connsiteX364" fmla="*/ 3240805 w 7467600"/>
              <a:gd name="connsiteY364" fmla="*/ 6858000 h 6858000"/>
              <a:gd name="connsiteX365" fmla="*/ 3275917 w 7467600"/>
              <a:gd name="connsiteY365" fmla="*/ 6783192 h 6858000"/>
              <a:gd name="connsiteX366" fmla="*/ 3399358 w 7467600"/>
              <a:gd name="connsiteY366" fmla="*/ 6469011 h 6858000"/>
              <a:gd name="connsiteX367" fmla="*/ 3425650 w 7467600"/>
              <a:gd name="connsiteY367" fmla="*/ 6381333 h 6858000"/>
              <a:gd name="connsiteX368" fmla="*/ 3460661 w 7467600"/>
              <a:gd name="connsiteY368" fmla="*/ 6266763 h 6858000"/>
              <a:gd name="connsiteX369" fmla="*/ 3518021 w 7467600"/>
              <a:gd name="connsiteY369" fmla="*/ 6117298 h 6858000"/>
              <a:gd name="connsiteX370" fmla="*/ 3554035 w 7467600"/>
              <a:gd name="connsiteY370" fmla="*/ 6027832 h 6858000"/>
              <a:gd name="connsiteX371" fmla="*/ 3677174 w 7467600"/>
              <a:gd name="connsiteY371" fmla="*/ 5636351 h 6858000"/>
              <a:gd name="connsiteX372" fmla="*/ 3698819 w 7467600"/>
              <a:gd name="connsiteY372" fmla="*/ 5560503 h 6858000"/>
              <a:gd name="connsiteX373" fmla="*/ 3702094 w 7467600"/>
              <a:gd name="connsiteY373" fmla="*/ 5549194 h 6858000"/>
              <a:gd name="connsiteX374" fmla="*/ 3398355 w 7467600"/>
              <a:gd name="connsiteY374" fmla="*/ 6094603 h 6858000"/>
              <a:gd name="connsiteX375" fmla="*/ 3193941 w 7467600"/>
              <a:gd name="connsiteY375" fmla="*/ 6798775 h 6858000"/>
              <a:gd name="connsiteX376" fmla="*/ 3184140 w 7467600"/>
              <a:gd name="connsiteY376" fmla="*/ 6858000 h 6858000"/>
              <a:gd name="connsiteX377" fmla="*/ 3099978 w 7467600"/>
              <a:gd name="connsiteY377" fmla="*/ 6858000 h 6858000"/>
              <a:gd name="connsiteX378" fmla="*/ 3101556 w 7467600"/>
              <a:gd name="connsiteY378" fmla="*/ 6843337 h 6858000"/>
              <a:gd name="connsiteX379" fmla="*/ 3370162 w 7467600"/>
              <a:gd name="connsiteY379" fmla="*/ 5785550 h 6858000"/>
              <a:gd name="connsiteX380" fmla="*/ 3746477 w 7467600"/>
              <a:gd name="connsiteY380" fmla="*/ 5377889 h 6858000"/>
              <a:gd name="connsiteX381" fmla="*/ 3863399 w 7467600"/>
              <a:gd name="connsiteY381" fmla="*/ 5087257 h 6858000"/>
              <a:gd name="connsiteX382" fmla="*/ 3968712 w 7467600"/>
              <a:gd name="connsiteY382" fmla="*/ 4913989 h 6858000"/>
              <a:gd name="connsiteX383" fmla="*/ 2792390 w 7467600"/>
              <a:gd name="connsiteY383" fmla="*/ 5382974 h 6858000"/>
              <a:gd name="connsiteX384" fmla="*/ 2714982 w 7467600"/>
              <a:gd name="connsiteY384" fmla="*/ 5427051 h 6858000"/>
              <a:gd name="connsiteX385" fmla="*/ 2813361 w 7467600"/>
              <a:gd name="connsiteY385" fmla="*/ 6023912 h 6858000"/>
              <a:gd name="connsiteX386" fmla="*/ 2688430 w 7467600"/>
              <a:gd name="connsiteY386" fmla="*/ 6801564 h 6858000"/>
              <a:gd name="connsiteX387" fmla="*/ 2629626 w 7467600"/>
              <a:gd name="connsiteY387" fmla="*/ 6763394 h 6858000"/>
              <a:gd name="connsiteX388" fmla="*/ 2565328 w 7467600"/>
              <a:gd name="connsiteY388" fmla="*/ 5516399 h 6858000"/>
              <a:gd name="connsiteX389" fmla="*/ 1922999 w 7467600"/>
              <a:gd name="connsiteY389" fmla="*/ 5980343 h 6858000"/>
              <a:gd name="connsiteX390" fmla="*/ 1950261 w 7467600"/>
              <a:gd name="connsiteY390" fmla="*/ 6405858 h 6858000"/>
              <a:gd name="connsiteX391" fmla="*/ 2365554 w 7467600"/>
              <a:gd name="connsiteY391" fmla="*/ 6759107 h 6858000"/>
              <a:gd name="connsiteX392" fmla="*/ 2424142 w 7467600"/>
              <a:gd name="connsiteY392" fmla="*/ 6858000 h 6858000"/>
              <a:gd name="connsiteX393" fmla="*/ 2395994 w 7467600"/>
              <a:gd name="connsiteY393" fmla="*/ 6858000 h 6858000"/>
              <a:gd name="connsiteX394" fmla="*/ 2392863 w 7467600"/>
              <a:gd name="connsiteY394" fmla="*/ 6852964 h 6858000"/>
              <a:gd name="connsiteX395" fmla="*/ 2017589 w 7467600"/>
              <a:gd name="connsiteY395" fmla="*/ 6493982 h 6858000"/>
              <a:gd name="connsiteX396" fmla="*/ 2147336 w 7467600"/>
              <a:gd name="connsiteY396" fmla="*/ 6594052 h 6858000"/>
              <a:gd name="connsiteX397" fmla="*/ 2207047 w 7467600"/>
              <a:gd name="connsiteY397" fmla="*/ 6654540 h 6858000"/>
              <a:gd name="connsiteX398" fmla="*/ 2299106 w 7467600"/>
              <a:gd name="connsiteY398" fmla="*/ 6778931 h 6858000"/>
              <a:gd name="connsiteX399" fmla="*/ 2314430 w 7467600"/>
              <a:gd name="connsiteY399" fmla="*/ 6801144 h 6858000"/>
              <a:gd name="connsiteX400" fmla="*/ 2352406 w 7467600"/>
              <a:gd name="connsiteY400" fmla="*/ 6858000 h 6858000"/>
              <a:gd name="connsiteX401" fmla="*/ 2314492 w 7467600"/>
              <a:gd name="connsiteY401" fmla="*/ 6858000 h 6858000"/>
              <a:gd name="connsiteX402" fmla="*/ 2288095 w 7467600"/>
              <a:gd name="connsiteY402" fmla="*/ 6818030 h 6858000"/>
              <a:gd name="connsiteX403" fmla="*/ 2272768 w 7467600"/>
              <a:gd name="connsiteY403" fmla="*/ 6795822 h 6858000"/>
              <a:gd name="connsiteX404" fmla="*/ 2182715 w 7467600"/>
              <a:gd name="connsiteY404" fmla="*/ 6675071 h 6858000"/>
              <a:gd name="connsiteX405" fmla="*/ 2032061 w 7467600"/>
              <a:gd name="connsiteY405" fmla="*/ 6541380 h 6858000"/>
              <a:gd name="connsiteX406" fmla="*/ 2257220 w 7467600"/>
              <a:gd name="connsiteY406" fmla="*/ 6826257 h 6858000"/>
              <a:gd name="connsiteX407" fmla="*/ 2281324 w 7467600"/>
              <a:gd name="connsiteY407" fmla="*/ 6858000 h 6858000"/>
              <a:gd name="connsiteX408" fmla="*/ 2242860 w 7467600"/>
              <a:gd name="connsiteY408" fmla="*/ 6858000 h 6858000"/>
              <a:gd name="connsiteX409" fmla="*/ 2232818 w 7467600"/>
              <a:gd name="connsiteY409" fmla="*/ 6844926 h 6858000"/>
              <a:gd name="connsiteX410" fmla="*/ 1990172 w 7467600"/>
              <a:gd name="connsiteY410" fmla="*/ 6542121 h 6858000"/>
              <a:gd name="connsiteX411" fmla="*/ 2124090 w 7467600"/>
              <a:gd name="connsiteY411" fmla="*/ 6761017 h 6858000"/>
              <a:gd name="connsiteX412" fmla="*/ 2200380 w 7467600"/>
              <a:gd name="connsiteY412" fmla="*/ 6858000 h 6858000"/>
              <a:gd name="connsiteX413" fmla="*/ 2147507 w 7467600"/>
              <a:gd name="connsiteY413" fmla="*/ 6858000 h 6858000"/>
              <a:gd name="connsiteX414" fmla="*/ 2070668 w 7467600"/>
              <a:gd name="connsiteY414" fmla="*/ 6761520 h 6858000"/>
              <a:gd name="connsiteX415" fmla="*/ 1975142 w 7467600"/>
              <a:gd name="connsiteY415" fmla="*/ 6585570 h 6858000"/>
              <a:gd name="connsiteX416" fmla="*/ 2050035 w 7467600"/>
              <a:gd name="connsiteY416" fmla="*/ 6813345 h 6858000"/>
              <a:gd name="connsiteX417" fmla="*/ 2063025 w 7467600"/>
              <a:gd name="connsiteY417" fmla="*/ 6858000 h 6858000"/>
              <a:gd name="connsiteX418" fmla="*/ 2021675 w 7467600"/>
              <a:gd name="connsiteY418" fmla="*/ 6858000 h 6858000"/>
              <a:gd name="connsiteX419" fmla="*/ 2019308 w 7467600"/>
              <a:gd name="connsiteY419" fmla="*/ 6847118 h 6858000"/>
              <a:gd name="connsiteX420" fmla="*/ 1938835 w 7467600"/>
              <a:gd name="connsiteY420" fmla="*/ 6551160 h 6858000"/>
              <a:gd name="connsiteX421" fmla="*/ 1953230 w 7467600"/>
              <a:gd name="connsiteY421" fmla="*/ 6759699 h 6858000"/>
              <a:gd name="connsiteX422" fmla="*/ 1956763 w 7467600"/>
              <a:gd name="connsiteY422" fmla="*/ 6778191 h 6858000"/>
              <a:gd name="connsiteX423" fmla="*/ 1967925 w 7467600"/>
              <a:gd name="connsiteY423" fmla="*/ 6858000 h 6858000"/>
              <a:gd name="connsiteX424" fmla="*/ 1936622 w 7467600"/>
              <a:gd name="connsiteY424" fmla="*/ 6858000 h 6858000"/>
              <a:gd name="connsiteX425" fmla="*/ 1926261 w 7467600"/>
              <a:gd name="connsiteY425" fmla="*/ 6784064 h 6858000"/>
              <a:gd name="connsiteX426" fmla="*/ 1922724 w 7467600"/>
              <a:gd name="connsiteY426" fmla="*/ 6765577 h 6858000"/>
              <a:gd name="connsiteX427" fmla="*/ 1904650 w 7467600"/>
              <a:gd name="connsiteY427" fmla="*/ 6639616 h 6858000"/>
              <a:gd name="connsiteX428" fmla="*/ 1885273 w 7467600"/>
              <a:gd name="connsiteY428" fmla="*/ 6858000 h 6858000"/>
              <a:gd name="connsiteX429" fmla="*/ 1854363 w 7467600"/>
              <a:gd name="connsiteY429" fmla="*/ 6858000 h 6858000"/>
              <a:gd name="connsiteX430" fmla="*/ 1880391 w 7467600"/>
              <a:gd name="connsiteY430" fmla="*/ 6603796 h 6858000"/>
              <a:gd name="connsiteX431" fmla="*/ 1818273 w 7467600"/>
              <a:gd name="connsiteY431" fmla="*/ 6715729 h 6858000"/>
              <a:gd name="connsiteX432" fmla="*/ 1794691 w 7467600"/>
              <a:gd name="connsiteY432" fmla="*/ 6843239 h 6858000"/>
              <a:gd name="connsiteX433" fmla="*/ 1794914 w 7467600"/>
              <a:gd name="connsiteY433" fmla="*/ 6858000 h 6858000"/>
              <a:gd name="connsiteX434" fmla="*/ 1746128 w 7467600"/>
              <a:gd name="connsiteY434" fmla="*/ 6858000 h 6858000"/>
              <a:gd name="connsiteX435" fmla="*/ 1753934 w 7467600"/>
              <a:gd name="connsiteY435" fmla="*/ 6724796 h 6858000"/>
              <a:gd name="connsiteX436" fmla="*/ 1792053 w 7467600"/>
              <a:gd name="connsiteY436" fmla="*/ 6572396 h 6858000"/>
              <a:gd name="connsiteX437" fmla="*/ 1862248 w 7467600"/>
              <a:gd name="connsiteY437" fmla="*/ 6266397 h 6858000"/>
              <a:gd name="connsiteX438" fmla="*/ 1862250 w 7467600"/>
              <a:gd name="connsiteY438" fmla="*/ 6033531 h 6858000"/>
              <a:gd name="connsiteX439" fmla="*/ 1211999 w 7467600"/>
              <a:gd name="connsiteY439" fmla="*/ 6683610 h 6858000"/>
              <a:gd name="connsiteX440" fmla="*/ 1213266 w 7467600"/>
              <a:gd name="connsiteY440" fmla="*/ 6691947 h 6858000"/>
              <a:gd name="connsiteX441" fmla="*/ 1203370 w 7467600"/>
              <a:gd name="connsiteY441" fmla="*/ 6850676 h 6858000"/>
              <a:gd name="connsiteX442" fmla="*/ 1203671 w 7467600"/>
              <a:gd name="connsiteY442" fmla="*/ 6858000 h 6858000"/>
              <a:gd name="connsiteX443" fmla="*/ 1143180 w 7467600"/>
              <a:gd name="connsiteY443" fmla="*/ 6858000 h 6858000"/>
              <a:gd name="connsiteX444" fmla="*/ 1142176 w 7467600"/>
              <a:gd name="connsiteY444" fmla="*/ 6766045 h 6858000"/>
              <a:gd name="connsiteX445" fmla="*/ 1067484 w 7467600"/>
              <a:gd name="connsiteY445" fmla="*/ 6858000 h 6858000"/>
              <a:gd name="connsiteX446" fmla="*/ 953928 w 7467600"/>
              <a:gd name="connsiteY446" fmla="*/ 6858000 h 6858000"/>
              <a:gd name="connsiteX447" fmla="*/ 959715 w 7467600"/>
              <a:gd name="connsiteY447" fmla="*/ 6850185 h 6858000"/>
              <a:gd name="connsiteX448" fmla="*/ 1483788 w 7467600"/>
              <a:gd name="connsiteY448" fmla="*/ 6259174 h 6858000"/>
              <a:gd name="connsiteX449" fmla="*/ 1100671 w 7467600"/>
              <a:gd name="connsiteY449" fmla="*/ 6252137 h 6858000"/>
              <a:gd name="connsiteX450" fmla="*/ 1090144 w 7467600"/>
              <a:gd name="connsiteY450" fmla="*/ 6256748 h 6858000"/>
              <a:gd name="connsiteX451" fmla="*/ 1095872 w 7467600"/>
              <a:gd name="connsiteY451" fmla="*/ 6271892 h 6858000"/>
              <a:gd name="connsiteX452" fmla="*/ 262785 w 7467600"/>
              <a:gd name="connsiteY452" fmla="*/ 6845450 h 6858000"/>
              <a:gd name="connsiteX453" fmla="*/ 209968 w 7467600"/>
              <a:gd name="connsiteY453" fmla="*/ 6770713 h 6858000"/>
              <a:gd name="connsiteX454" fmla="*/ 873460 w 7467600"/>
              <a:gd name="connsiteY454" fmla="*/ 6253768 h 6858000"/>
              <a:gd name="connsiteX455" fmla="*/ 192686 w 7467600"/>
              <a:gd name="connsiteY455" fmla="*/ 5849257 h 6858000"/>
              <a:gd name="connsiteX456" fmla="*/ 4696 w 7467600"/>
              <a:gd name="connsiteY456" fmla="*/ 5697668 h 6858000"/>
              <a:gd name="connsiteX457" fmla="*/ 0 w 7467600"/>
              <a:gd name="connsiteY457" fmla="*/ 5689984 h 6858000"/>
              <a:gd name="connsiteX458" fmla="*/ 0 w 7467600"/>
              <a:gd name="connsiteY458" fmla="*/ 5513472 h 6858000"/>
              <a:gd name="connsiteX459" fmla="*/ 174101 w 7467600"/>
              <a:gd name="connsiteY459" fmla="*/ 5620277 h 6858000"/>
              <a:gd name="connsiteX460" fmla="*/ 891800 w 7467600"/>
              <a:gd name="connsiteY460" fmla="*/ 6036935 h 6858000"/>
              <a:gd name="connsiteX461" fmla="*/ 1072219 w 7467600"/>
              <a:gd name="connsiteY461" fmla="*/ 6169443 h 6858000"/>
              <a:gd name="connsiteX462" fmla="*/ 1074117 w 7467600"/>
              <a:gd name="connsiteY462" fmla="*/ 6170301 h 6858000"/>
              <a:gd name="connsiteX463" fmla="*/ 1083114 w 7467600"/>
              <a:gd name="connsiteY463" fmla="*/ 6174131 h 6858000"/>
              <a:gd name="connsiteX464" fmla="*/ 1543010 w 7467600"/>
              <a:gd name="connsiteY464" fmla="*/ 6191140 h 6858000"/>
              <a:gd name="connsiteX465" fmla="*/ 1551080 w 7467600"/>
              <a:gd name="connsiteY465" fmla="*/ 6195006 h 6858000"/>
              <a:gd name="connsiteX466" fmla="*/ 2345443 w 7467600"/>
              <a:gd name="connsiteY466" fmla="*/ 5549882 h 6858000"/>
              <a:gd name="connsiteX467" fmla="*/ 1721499 w 7467600"/>
              <a:gd name="connsiteY467" fmla="*/ 5599969 h 6858000"/>
              <a:gd name="connsiteX468" fmla="*/ 767716 w 7467600"/>
              <a:gd name="connsiteY468" fmla="*/ 5472768 h 6858000"/>
              <a:gd name="connsiteX469" fmla="*/ 722147 w 7467600"/>
              <a:gd name="connsiteY469" fmla="*/ 5393091 h 6858000"/>
              <a:gd name="connsiteX470" fmla="*/ 1485552 w 7467600"/>
              <a:gd name="connsiteY470" fmla="*/ 5313202 h 6858000"/>
              <a:gd name="connsiteX471" fmla="*/ 2143004 w 7467600"/>
              <a:gd name="connsiteY471" fmla="*/ 5402420 h 6858000"/>
              <a:gd name="connsiteX472" fmla="*/ 1933391 w 7467600"/>
              <a:gd name="connsiteY472" fmla="*/ 5156971 h 6858000"/>
              <a:gd name="connsiteX473" fmla="*/ 1827118 w 7467600"/>
              <a:gd name="connsiteY473" fmla="*/ 4968410 h 6858000"/>
              <a:gd name="connsiteX474" fmla="*/ 1837349 w 7467600"/>
              <a:gd name="connsiteY474" fmla="*/ 4956357 h 6858000"/>
              <a:gd name="connsiteX475" fmla="*/ 2162835 w 7467600"/>
              <a:gd name="connsiteY475" fmla="*/ 5187853 h 6858000"/>
              <a:gd name="connsiteX476" fmla="*/ 2257167 w 7467600"/>
              <a:gd name="connsiteY476" fmla="*/ 5462123 h 6858000"/>
              <a:gd name="connsiteX477" fmla="*/ 2261598 w 7467600"/>
              <a:gd name="connsiteY477" fmla="*/ 5467998 h 6858000"/>
              <a:gd name="connsiteX478" fmla="*/ 2437177 w 7467600"/>
              <a:gd name="connsiteY478" fmla="*/ 5479608 h 6858000"/>
              <a:gd name="connsiteX479" fmla="*/ 2445247 w 7467600"/>
              <a:gd name="connsiteY479" fmla="*/ 5483476 h 6858000"/>
              <a:gd name="connsiteX480" fmla="*/ 2743626 w 7467600"/>
              <a:gd name="connsiteY480" fmla="*/ 5304819 h 6858000"/>
              <a:gd name="connsiteX481" fmla="*/ 3048102 w 7467600"/>
              <a:gd name="connsiteY481" fmla="*/ 5150595 h 6858000"/>
              <a:gd name="connsiteX482" fmla="*/ 1799414 w 7467600"/>
              <a:gd name="connsiteY482" fmla="*/ 4694732 h 6858000"/>
              <a:gd name="connsiteX483" fmla="*/ 1771735 w 7467600"/>
              <a:gd name="connsiteY483" fmla="*/ 4619929 h 6858000"/>
              <a:gd name="connsiteX484" fmla="*/ 3104273 w 7467600"/>
              <a:gd name="connsiteY484" fmla="*/ 5076159 h 6858000"/>
              <a:gd name="connsiteX485" fmla="*/ 3113245 w 7467600"/>
              <a:gd name="connsiteY485" fmla="*/ 5090705 h 6858000"/>
              <a:gd name="connsiteX486" fmla="*/ 3126294 w 7467600"/>
              <a:gd name="connsiteY486" fmla="*/ 5114400 h 6858000"/>
              <a:gd name="connsiteX487" fmla="*/ 3937433 w 7467600"/>
              <a:gd name="connsiteY487" fmla="*/ 4830473 h 6858000"/>
              <a:gd name="connsiteX488" fmla="*/ 3590475 w 7467600"/>
              <a:gd name="connsiteY488" fmla="*/ 4597974 h 6858000"/>
              <a:gd name="connsiteX489" fmla="*/ 3100264 w 7467600"/>
              <a:gd name="connsiteY489" fmla="*/ 4579845 h 6858000"/>
              <a:gd name="connsiteX490" fmla="*/ 2183576 w 7467600"/>
              <a:gd name="connsiteY490" fmla="*/ 4227150 h 6858000"/>
              <a:gd name="connsiteX491" fmla="*/ 2151029 w 7467600"/>
              <a:gd name="connsiteY491" fmla="*/ 4146947 h 6858000"/>
              <a:gd name="connsiteX492" fmla="*/ 3563434 w 7467600"/>
              <a:gd name="connsiteY492" fmla="*/ 4469115 h 6858000"/>
              <a:gd name="connsiteX493" fmla="*/ 3177952 w 7467600"/>
              <a:gd name="connsiteY493" fmla="*/ 3657386 h 6858000"/>
              <a:gd name="connsiteX494" fmla="*/ 3189263 w 7467600"/>
              <a:gd name="connsiteY494" fmla="*/ 3625726 h 6858000"/>
              <a:gd name="connsiteX495" fmla="*/ 3560912 w 7467600"/>
              <a:gd name="connsiteY495" fmla="*/ 4079863 h 6858000"/>
              <a:gd name="connsiteX496" fmla="*/ 3626636 w 7467600"/>
              <a:gd name="connsiteY496" fmla="*/ 4512230 h 6858000"/>
              <a:gd name="connsiteX497" fmla="*/ 3653088 w 7467600"/>
              <a:gd name="connsiteY497" fmla="*/ 4521417 h 6858000"/>
              <a:gd name="connsiteX498" fmla="*/ 3988128 w 7467600"/>
              <a:gd name="connsiteY498" fmla="*/ 4817267 h 6858000"/>
              <a:gd name="connsiteX499" fmla="*/ 4830582 w 7467600"/>
              <a:gd name="connsiteY499" fmla="*/ 4676000 h 6858000"/>
              <a:gd name="connsiteX500" fmla="*/ 4830100 w 7467600"/>
              <a:gd name="connsiteY500" fmla="*/ 4675554 h 6858000"/>
              <a:gd name="connsiteX501" fmla="*/ 4036318 w 7467600"/>
              <a:gd name="connsiteY501" fmla="*/ 4147013 h 6858000"/>
              <a:gd name="connsiteX502" fmla="*/ 3432098 w 7467600"/>
              <a:gd name="connsiteY502" fmla="*/ 3537312 h 6858000"/>
              <a:gd name="connsiteX503" fmla="*/ 3446761 w 7467600"/>
              <a:gd name="connsiteY503" fmla="*/ 3461278 h 6858000"/>
              <a:gd name="connsiteX504" fmla="*/ 4419733 w 7467600"/>
              <a:gd name="connsiteY504" fmla="*/ 3963555 h 6858000"/>
              <a:gd name="connsiteX505" fmla="*/ 4781371 w 7467600"/>
              <a:gd name="connsiteY505" fmla="*/ 4458604 h 6858000"/>
              <a:gd name="connsiteX506" fmla="*/ 4780440 w 7467600"/>
              <a:gd name="connsiteY506" fmla="*/ 4470290 h 6858000"/>
              <a:gd name="connsiteX507" fmla="*/ 4898954 w 7467600"/>
              <a:gd name="connsiteY507" fmla="*/ 4662092 h 6858000"/>
              <a:gd name="connsiteX508" fmla="*/ 4900699 w 7467600"/>
              <a:gd name="connsiteY508" fmla="*/ 4670867 h 6858000"/>
              <a:gd name="connsiteX509" fmla="*/ 5714511 w 7467600"/>
              <a:gd name="connsiteY509" fmla="*/ 4663483 h 6858000"/>
              <a:gd name="connsiteX510" fmla="*/ 5464793 w 7467600"/>
              <a:gd name="connsiteY510" fmla="*/ 4393556 h 6858000"/>
              <a:gd name="connsiteX511" fmla="*/ 5461897 w 7467600"/>
              <a:gd name="connsiteY511" fmla="*/ 4390879 h 6858000"/>
              <a:gd name="connsiteX512" fmla="*/ 4294126 w 7467600"/>
              <a:gd name="connsiteY512" fmla="*/ 3303048 h 6858000"/>
              <a:gd name="connsiteX513" fmla="*/ 4305321 w 7467600"/>
              <a:gd name="connsiteY513" fmla="*/ 3256953 h 6858000"/>
              <a:gd name="connsiteX514" fmla="*/ 4949299 w 7467600"/>
              <a:gd name="connsiteY514" fmla="*/ 3766336 h 6858000"/>
              <a:gd name="connsiteX515" fmla="*/ 5291452 w 7467600"/>
              <a:gd name="connsiteY515" fmla="*/ 4076801 h 6858000"/>
              <a:gd name="connsiteX516" fmla="*/ 5434998 w 7467600"/>
              <a:gd name="connsiteY516" fmla="*/ 4254100 h 6858000"/>
              <a:gd name="connsiteX517" fmla="*/ 5351015 w 7467600"/>
              <a:gd name="connsiteY517" fmla="*/ 3760989 h 6858000"/>
              <a:gd name="connsiteX518" fmla="*/ 5413780 w 7467600"/>
              <a:gd name="connsiteY518" fmla="*/ 2966265 h 6858000"/>
              <a:gd name="connsiteX519" fmla="*/ 5425627 w 7467600"/>
              <a:gd name="connsiteY519" fmla="*/ 2954192 h 6858000"/>
              <a:gd name="connsiteX520" fmla="*/ 6604735 w 7467600"/>
              <a:gd name="connsiteY520" fmla="*/ 2041381 h 6858000"/>
              <a:gd name="connsiteX521" fmla="*/ 7204487 w 7467600"/>
              <a:gd name="connsiteY521" fmla="*/ 2742112 h 6858000"/>
              <a:gd name="connsiteX522" fmla="*/ 7131592 w 7467600"/>
              <a:gd name="connsiteY522" fmla="*/ 2672096 h 6858000"/>
              <a:gd name="connsiteX523" fmla="*/ 6996344 w 7467600"/>
              <a:gd name="connsiteY523" fmla="*/ 2518310 h 6858000"/>
              <a:gd name="connsiteX524" fmla="*/ 6735495 w 7467600"/>
              <a:gd name="connsiteY524" fmla="*/ 2196890 h 6858000"/>
              <a:gd name="connsiteX525" fmla="*/ 6721901 w 7467600"/>
              <a:gd name="connsiteY525" fmla="*/ 2179274 h 6858000"/>
              <a:gd name="connsiteX526" fmla="*/ 6604735 w 7467600"/>
              <a:gd name="connsiteY526" fmla="*/ 2041381 h 6858000"/>
              <a:gd name="connsiteX527" fmla="*/ 6591670 w 7467600"/>
              <a:gd name="connsiteY527" fmla="*/ 1988277 h 6858000"/>
              <a:gd name="connsiteX528" fmla="*/ 6747349 w 7467600"/>
              <a:gd name="connsiteY528" fmla="*/ 2160069 h 6858000"/>
              <a:gd name="connsiteX529" fmla="*/ 6760943 w 7467600"/>
              <a:gd name="connsiteY529" fmla="*/ 2177686 h 6858000"/>
              <a:gd name="connsiteX530" fmla="*/ 7021065 w 7467600"/>
              <a:gd name="connsiteY530" fmla="*/ 2498102 h 6858000"/>
              <a:gd name="connsiteX531" fmla="*/ 7155223 w 7467600"/>
              <a:gd name="connsiteY531" fmla="*/ 2650386 h 6858000"/>
              <a:gd name="connsiteX532" fmla="*/ 7203167 w 7467600"/>
              <a:gd name="connsiteY532" fmla="*/ 2697288 h 6858000"/>
              <a:gd name="connsiteX533" fmla="*/ 6937703 w 7467600"/>
              <a:gd name="connsiteY533" fmla="*/ 2321981 h 6858000"/>
              <a:gd name="connsiteX534" fmla="*/ 6591670 w 7467600"/>
              <a:gd name="connsiteY534" fmla="*/ 1988277 h 6858000"/>
              <a:gd name="connsiteX535" fmla="*/ 5798671 w 7467600"/>
              <a:gd name="connsiteY535" fmla="*/ 1981601 h 6858000"/>
              <a:gd name="connsiteX536" fmla="*/ 5754709 w 7467600"/>
              <a:gd name="connsiteY536" fmla="*/ 2071454 h 6858000"/>
              <a:gd name="connsiteX537" fmla="*/ 5763044 w 7467600"/>
              <a:gd name="connsiteY537" fmla="*/ 2842206 h 6858000"/>
              <a:gd name="connsiteX538" fmla="*/ 5764974 w 7467600"/>
              <a:gd name="connsiteY538" fmla="*/ 2799609 h 6858000"/>
              <a:gd name="connsiteX539" fmla="*/ 5767665 w 7467600"/>
              <a:gd name="connsiteY539" fmla="*/ 2666409 h 6858000"/>
              <a:gd name="connsiteX540" fmla="*/ 5763055 w 7467600"/>
              <a:gd name="connsiteY540" fmla="*/ 2579705 h 6858000"/>
              <a:gd name="connsiteX541" fmla="*/ 5758079 w 7467600"/>
              <a:gd name="connsiteY541" fmla="*/ 2492508 h 6858000"/>
              <a:gd name="connsiteX542" fmla="*/ 5779325 w 7467600"/>
              <a:gd name="connsiteY542" fmla="*/ 2197069 h 6858000"/>
              <a:gd name="connsiteX543" fmla="*/ 5798671 w 7467600"/>
              <a:gd name="connsiteY543" fmla="*/ 1981601 h 6858000"/>
              <a:gd name="connsiteX544" fmla="*/ 5829202 w 7467600"/>
              <a:gd name="connsiteY544" fmla="*/ 1971679 h 6858000"/>
              <a:gd name="connsiteX545" fmla="*/ 5809558 w 7467600"/>
              <a:gd name="connsiteY545" fmla="*/ 2198043 h 6858000"/>
              <a:gd name="connsiteX546" fmla="*/ 5788653 w 7467600"/>
              <a:gd name="connsiteY546" fmla="*/ 2489430 h 6858000"/>
              <a:gd name="connsiteX547" fmla="*/ 5793439 w 7467600"/>
              <a:gd name="connsiteY547" fmla="*/ 2575235 h 6858000"/>
              <a:gd name="connsiteX548" fmla="*/ 5796837 w 7467600"/>
              <a:gd name="connsiteY548" fmla="*/ 2637633 h 6858000"/>
              <a:gd name="connsiteX549" fmla="*/ 5818614 w 7467600"/>
              <a:gd name="connsiteY549" fmla="*/ 2473055 h 6858000"/>
              <a:gd name="connsiteX550" fmla="*/ 5829202 w 7467600"/>
              <a:gd name="connsiteY550" fmla="*/ 1971679 h 6858000"/>
              <a:gd name="connsiteX551" fmla="*/ 5911389 w 7467600"/>
              <a:gd name="connsiteY551" fmla="*/ 1898371 h 6858000"/>
              <a:gd name="connsiteX552" fmla="*/ 6237627 w 7467600"/>
              <a:gd name="connsiteY552" fmla="*/ 2231921 h 6858000"/>
              <a:gd name="connsiteX553" fmla="*/ 5911389 w 7467600"/>
              <a:gd name="connsiteY553" fmla="*/ 1898371 h 6858000"/>
              <a:gd name="connsiteX554" fmla="*/ 6944437 w 7467600"/>
              <a:gd name="connsiteY554" fmla="*/ 1575402 h 6858000"/>
              <a:gd name="connsiteX555" fmla="*/ 6304730 w 7467600"/>
              <a:gd name="connsiteY555" fmla="*/ 1766654 h 6858000"/>
              <a:gd name="connsiteX556" fmla="*/ 6944437 w 7467600"/>
              <a:gd name="connsiteY556" fmla="*/ 1575402 h 6858000"/>
              <a:gd name="connsiteX557" fmla="*/ 7019523 w 7467600"/>
              <a:gd name="connsiteY557" fmla="*/ 1519450 h 6858000"/>
              <a:gd name="connsiteX558" fmla="*/ 6298091 w 7467600"/>
              <a:gd name="connsiteY558" fmla="*/ 1737122 h 6858000"/>
              <a:gd name="connsiteX559" fmla="*/ 7019523 w 7467600"/>
              <a:gd name="connsiteY559" fmla="*/ 1519450 h 6858000"/>
              <a:gd name="connsiteX560" fmla="*/ 2399523 w 7467600"/>
              <a:gd name="connsiteY560" fmla="*/ 1428234 h 6858000"/>
              <a:gd name="connsiteX561" fmla="*/ 2224982 w 7467600"/>
              <a:gd name="connsiteY561" fmla="*/ 1826201 h 6858000"/>
              <a:gd name="connsiteX562" fmla="*/ 2096099 w 7467600"/>
              <a:gd name="connsiteY562" fmla="*/ 2345900 h 6858000"/>
              <a:gd name="connsiteX563" fmla="*/ 2283317 w 7467600"/>
              <a:gd name="connsiteY563" fmla="*/ 1796925 h 6858000"/>
              <a:gd name="connsiteX564" fmla="*/ 2399523 w 7467600"/>
              <a:gd name="connsiteY564" fmla="*/ 1428234 h 6858000"/>
              <a:gd name="connsiteX565" fmla="*/ 2448558 w 7467600"/>
              <a:gd name="connsiteY565" fmla="*/ 1373435 h 6858000"/>
              <a:gd name="connsiteX566" fmla="*/ 2312521 w 7467600"/>
              <a:gd name="connsiteY566" fmla="*/ 1806140 h 6858000"/>
              <a:gd name="connsiteX567" fmla="*/ 2127533 w 7467600"/>
              <a:gd name="connsiteY567" fmla="*/ 2348380 h 6858000"/>
              <a:gd name="connsiteX568" fmla="*/ 2358080 w 7467600"/>
              <a:gd name="connsiteY568" fmla="*/ 1866134 h 6858000"/>
              <a:gd name="connsiteX569" fmla="*/ 2407436 w 7467600"/>
              <a:gd name="connsiteY569" fmla="*/ 1651070 h 6858000"/>
              <a:gd name="connsiteX570" fmla="*/ 2448558 w 7467600"/>
              <a:gd name="connsiteY570" fmla="*/ 1373435 h 6858000"/>
              <a:gd name="connsiteX571" fmla="*/ 278707 w 7467600"/>
              <a:gd name="connsiteY571" fmla="*/ 1352270 h 6858000"/>
              <a:gd name="connsiteX572" fmla="*/ 321570 w 7467600"/>
              <a:gd name="connsiteY572" fmla="*/ 1861610 h 6858000"/>
              <a:gd name="connsiteX573" fmla="*/ 294281 w 7467600"/>
              <a:gd name="connsiteY573" fmla="*/ 1440658 h 6858000"/>
              <a:gd name="connsiteX574" fmla="*/ 278707 w 7467600"/>
              <a:gd name="connsiteY574" fmla="*/ 1352270 h 6858000"/>
              <a:gd name="connsiteX575" fmla="*/ 1423821 w 7467600"/>
              <a:gd name="connsiteY575" fmla="*/ 1351958 h 6858000"/>
              <a:gd name="connsiteX576" fmla="*/ 1638521 w 7467600"/>
              <a:gd name="connsiteY576" fmla="*/ 1908470 h 6858000"/>
              <a:gd name="connsiteX577" fmla="*/ 1754199 w 7467600"/>
              <a:gd name="connsiteY577" fmla="*/ 2149284 h 6858000"/>
              <a:gd name="connsiteX578" fmla="*/ 1908359 w 7467600"/>
              <a:gd name="connsiteY578" fmla="*/ 2364988 h 6858000"/>
              <a:gd name="connsiteX579" fmla="*/ 1647661 w 7467600"/>
              <a:gd name="connsiteY579" fmla="*/ 1825945 h 6858000"/>
              <a:gd name="connsiteX580" fmla="*/ 1423821 w 7467600"/>
              <a:gd name="connsiteY580" fmla="*/ 1351958 h 6858000"/>
              <a:gd name="connsiteX581" fmla="*/ 1431890 w 7467600"/>
              <a:gd name="connsiteY581" fmla="*/ 1306475 h 6858000"/>
              <a:gd name="connsiteX582" fmla="*/ 1507597 w 7467600"/>
              <a:gd name="connsiteY582" fmla="*/ 1446132 h 6858000"/>
              <a:gd name="connsiteX583" fmla="*/ 1674586 w 7467600"/>
              <a:gd name="connsiteY583" fmla="*/ 1813832 h 6858000"/>
              <a:gd name="connsiteX584" fmla="*/ 1815950 w 7467600"/>
              <a:gd name="connsiteY584" fmla="*/ 2128564 h 6858000"/>
              <a:gd name="connsiteX585" fmla="*/ 1984242 w 7467600"/>
              <a:gd name="connsiteY585" fmla="*/ 2430829 h 6858000"/>
              <a:gd name="connsiteX586" fmla="*/ 2014023 w 7467600"/>
              <a:gd name="connsiteY586" fmla="*/ 2450995 h 6858000"/>
              <a:gd name="connsiteX587" fmla="*/ 1747337 w 7467600"/>
              <a:gd name="connsiteY587" fmla="*/ 1855264 h 6858000"/>
              <a:gd name="connsiteX588" fmla="*/ 1533749 w 7467600"/>
              <a:gd name="connsiteY588" fmla="*/ 1478656 h 6858000"/>
              <a:gd name="connsiteX589" fmla="*/ 1431890 w 7467600"/>
              <a:gd name="connsiteY589" fmla="*/ 1306475 h 6858000"/>
              <a:gd name="connsiteX590" fmla="*/ 5052692 w 7467600"/>
              <a:gd name="connsiteY590" fmla="*/ 1292994 h 6858000"/>
              <a:gd name="connsiteX591" fmla="*/ 5200661 w 7467600"/>
              <a:gd name="connsiteY591" fmla="*/ 1635186 h 6858000"/>
              <a:gd name="connsiteX592" fmla="*/ 5297138 w 7467600"/>
              <a:gd name="connsiteY592" fmla="*/ 1906351 h 6858000"/>
              <a:gd name="connsiteX593" fmla="*/ 5052692 w 7467600"/>
              <a:gd name="connsiteY593" fmla="*/ 1292994 h 6858000"/>
              <a:gd name="connsiteX594" fmla="*/ 5009948 w 7467600"/>
              <a:gd name="connsiteY594" fmla="*/ 1273619 h 6858000"/>
              <a:gd name="connsiteX595" fmla="*/ 5121777 w 7467600"/>
              <a:gd name="connsiteY595" fmla="*/ 1654213 h 6858000"/>
              <a:gd name="connsiteX596" fmla="*/ 5293545 w 7467600"/>
              <a:gd name="connsiteY596" fmla="*/ 2072247 h 6858000"/>
              <a:gd name="connsiteX597" fmla="*/ 5294042 w 7467600"/>
              <a:gd name="connsiteY597" fmla="*/ 2065019 h 6858000"/>
              <a:gd name="connsiteX598" fmla="*/ 5171936 w 7467600"/>
              <a:gd name="connsiteY598" fmla="*/ 1647613 h 6858000"/>
              <a:gd name="connsiteX599" fmla="*/ 5009948 w 7467600"/>
              <a:gd name="connsiteY599" fmla="*/ 1273619 h 6858000"/>
              <a:gd name="connsiteX600" fmla="*/ 655236 w 7467600"/>
              <a:gd name="connsiteY600" fmla="*/ 1268632 h 6858000"/>
              <a:gd name="connsiteX601" fmla="*/ 839521 w 7467600"/>
              <a:gd name="connsiteY601" fmla="*/ 1685315 h 6858000"/>
              <a:gd name="connsiteX602" fmla="*/ 1109416 w 7467600"/>
              <a:gd name="connsiteY602" fmla="*/ 2061663 h 6858000"/>
              <a:gd name="connsiteX603" fmla="*/ 1298300 w 7467600"/>
              <a:gd name="connsiteY603" fmla="*/ 2247742 h 6858000"/>
              <a:gd name="connsiteX604" fmla="*/ 1125871 w 7467600"/>
              <a:gd name="connsiteY604" fmla="*/ 1989513 h 6858000"/>
              <a:gd name="connsiteX605" fmla="*/ 981574 w 7467600"/>
              <a:gd name="connsiteY605" fmla="*/ 1783157 h 6858000"/>
              <a:gd name="connsiteX606" fmla="*/ 922198 w 7467600"/>
              <a:gd name="connsiteY606" fmla="*/ 1677437 h 6858000"/>
              <a:gd name="connsiteX607" fmla="*/ 869293 w 7467600"/>
              <a:gd name="connsiteY607" fmla="*/ 1583214 h 6858000"/>
              <a:gd name="connsiteX608" fmla="*/ 751431 w 7467600"/>
              <a:gd name="connsiteY608" fmla="*/ 1405731 h 6858000"/>
              <a:gd name="connsiteX609" fmla="*/ 655236 w 7467600"/>
              <a:gd name="connsiteY609" fmla="*/ 1268632 h 6858000"/>
              <a:gd name="connsiteX610" fmla="*/ 6516292 w 7467600"/>
              <a:gd name="connsiteY610" fmla="*/ 1263064 h 6858000"/>
              <a:gd name="connsiteX611" fmla="*/ 5736320 w 7467600"/>
              <a:gd name="connsiteY611" fmla="*/ 1501803 h 6858000"/>
              <a:gd name="connsiteX612" fmla="*/ 6516292 w 7467600"/>
              <a:gd name="connsiteY612" fmla="*/ 1263064 h 6858000"/>
              <a:gd name="connsiteX613" fmla="*/ 291466 w 7467600"/>
              <a:gd name="connsiteY613" fmla="*/ 1250369 h 6858000"/>
              <a:gd name="connsiteX614" fmla="*/ 323180 w 7467600"/>
              <a:gd name="connsiteY614" fmla="*/ 1435283 h 6858000"/>
              <a:gd name="connsiteX615" fmla="*/ 349381 w 7467600"/>
              <a:gd name="connsiteY615" fmla="*/ 1875041 h 6858000"/>
              <a:gd name="connsiteX616" fmla="*/ 374363 w 7467600"/>
              <a:gd name="connsiteY616" fmla="*/ 1506494 h 6858000"/>
              <a:gd name="connsiteX617" fmla="*/ 302168 w 7467600"/>
              <a:gd name="connsiteY617" fmla="*/ 1274495 h 6858000"/>
              <a:gd name="connsiteX618" fmla="*/ 291466 w 7467600"/>
              <a:gd name="connsiteY618" fmla="*/ 1250369 h 6858000"/>
              <a:gd name="connsiteX619" fmla="*/ 678222 w 7467600"/>
              <a:gd name="connsiteY619" fmla="*/ 1248670 h 6858000"/>
              <a:gd name="connsiteX620" fmla="*/ 775536 w 7467600"/>
              <a:gd name="connsiteY620" fmla="*/ 1388015 h 6858000"/>
              <a:gd name="connsiteX621" fmla="*/ 894529 w 7467600"/>
              <a:gd name="connsiteY621" fmla="*/ 1567739 h 6858000"/>
              <a:gd name="connsiteX622" fmla="*/ 948000 w 7467600"/>
              <a:gd name="connsiteY622" fmla="*/ 1663088 h 6858000"/>
              <a:gd name="connsiteX623" fmla="*/ 1006812 w 7467600"/>
              <a:gd name="connsiteY623" fmla="*/ 1767683 h 6858000"/>
              <a:gd name="connsiteX624" fmla="*/ 1149133 w 7467600"/>
              <a:gd name="connsiteY624" fmla="*/ 1971513 h 6858000"/>
              <a:gd name="connsiteX625" fmla="*/ 1333952 w 7467600"/>
              <a:gd name="connsiteY625" fmla="*/ 2251620 h 6858000"/>
              <a:gd name="connsiteX626" fmla="*/ 1337329 w 7467600"/>
              <a:gd name="connsiteY626" fmla="*/ 2258350 h 6858000"/>
              <a:gd name="connsiteX627" fmla="*/ 1014726 w 7467600"/>
              <a:gd name="connsiteY627" fmla="*/ 1615556 h 6858000"/>
              <a:gd name="connsiteX628" fmla="*/ 678222 w 7467600"/>
              <a:gd name="connsiteY628" fmla="*/ 1248670 h 6858000"/>
              <a:gd name="connsiteX629" fmla="*/ 6691602 w 7467600"/>
              <a:gd name="connsiteY629" fmla="*/ 1140573 h 6858000"/>
              <a:gd name="connsiteX630" fmla="*/ 6571100 w 7467600"/>
              <a:gd name="connsiteY630" fmla="*/ 1183662 h 6858000"/>
              <a:gd name="connsiteX631" fmla="*/ 6241687 w 7467600"/>
              <a:gd name="connsiteY631" fmla="*/ 1257600 h 6858000"/>
              <a:gd name="connsiteX632" fmla="*/ 5693009 w 7467600"/>
              <a:gd name="connsiteY632" fmla="*/ 1478256 h 6858000"/>
              <a:gd name="connsiteX633" fmla="*/ 6548420 w 7467600"/>
              <a:gd name="connsiteY633" fmla="*/ 1214599 h 6858000"/>
              <a:gd name="connsiteX634" fmla="*/ 6605473 w 7467600"/>
              <a:gd name="connsiteY634" fmla="*/ 1184686 h 6858000"/>
              <a:gd name="connsiteX635" fmla="*/ 6691602 w 7467600"/>
              <a:gd name="connsiteY635" fmla="*/ 1140573 h 6858000"/>
              <a:gd name="connsiteX636" fmla="*/ 4002475 w 7467600"/>
              <a:gd name="connsiteY636" fmla="*/ 1037802 h 6858000"/>
              <a:gd name="connsiteX637" fmla="*/ 4000324 w 7467600"/>
              <a:gd name="connsiteY637" fmla="*/ 1039362 h 6858000"/>
              <a:gd name="connsiteX638" fmla="*/ 4002862 w 7467600"/>
              <a:gd name="connsiteY638" fmla="*/ 1042866 h 6858000"/>
              <a:gd name="connsiteX639" fmla="*/ 4002475 w 7467600"/>
              <a:gd name="connsiteY639" fmla="*/ 1037802 h 6858000"/>
              <a:gd name="connsiteX640" fmla="*/ 506322 w 7467600"/>
              <a:gd name="connsiteY640" fmla="*/ 1020997 h 6858000"/>
              <a:gd name="connsiteX641" fmla="*/ 533068 w 7467600"/>
              <a:gd name="connsiteY641" fmla="*/ 1029409 h 6858000"/>
              <a:gd name="connsiteX642" fmla="*/ 1232525 w 7467600"/>
              <a:gd name="connsiteY642" fmla="*/ 1804675 h 6858000"/>
              <a:gd name="connsiteX643" fmla="*/ 1388858 w 7467600"/>
              <a:gd name="connsiteY643" fmla="*/ 2368011 h 6858000"/>
              <a:gd name="connsiteX644" fmla="*/ 1384098 w 7467600"/>
              <a:gd name="connsiteY644" fmla="*/ 2378125 h 6858000"/>
              <a:gd name="connsiteX645" fmla="*/ 1425393 w 7467600"/>
              <a:gd name="connsiteY645" fmla="*/ 2589124 h 6858000"/>
              <a:gd name="connsiteX646" fmla="*/ 1424001 w 7467600"/>
              <a:gd name="connsiteY646" fmla="*/ 2597541 h 6858000"/>
              <a:gd name="connsiteX647" fmla="*/ 2152729 w 7467600"/>
              <a:gd name="connsiteY647" fmla="*/ 2864487 h 6858000"/>
              <a:gd name="connsiteX648" fmla="*/ 2020609 w 7467600"/>
              <a:gd name="connsiteY648" fmla="*/ 2539671 h 6858000"/>
              <a:gd name="connsiteX649" fmla="*/ 2018920 w 7467600"/>
              <a:gd name="connsiteY649" fmla="*/ 2536309 h 6858000"/>
              <a:gd name="connsiteX650" fmla="*/ 1342441 w 7467600"/>
              <a:gd name="connsiteY650" fmla="*/ 1173017 h 6858000"/>
              <a:gd name="connsiteX651" fmla="*/ 1367925 w 7467600"/>
              <a:gd name="connsiteY651" fmla="*/ 1135648 h 6858000"/>
              <a:gd name="connsiteX652" fmla="*/ 1771401 w 7467600"/>
              <a:gd name="connsiteY652" fmla="*/ 1806673 h 6858000"/>
              <a:gd name="connsiteX653" fmla="*/ 1972385 w 7467600"/>
              <a:gd name="connsiteY653" fmla="*/ 2198735 h 6858000"/>
              <a:gd name="connsiteX654" fmla="*/ 2040892 w 7467600"/>
              <a:gd name="connsiteY654" fmla="*/ 2405205 h 6858000"/>
              <a:gd name="connsiteX655" fmla="*/ 2131689 w 7467600"/>
              <a:gd name="connsiteY655" fmla="*/ 1936926 h 6858000"/>
              <a:gd name="connsiteX656" fmla="*/ 2454820 w 7467600"/>
              <a:gd name="connsiteY656" fmla="*/ 1248808 h 6858000"/>
              <a:gd name="connsiteX657" fmla="*/ 2492512 w 7467600"/>
              <a:gd name="connsiteY657" fmla="*/ 1302920 h 6858000"/>
              <a:gd name="connsiteX658" fmla="*/ 2081216 w 7467600"/>
              <a:gd name="connsiteY658" fmla="*/ 2527513 h 6858000"/>
              <a:gd name="connsiteX659" fmla="*/ 2081211 w 7467600"/>
              <a:gd name="connsiteY659" fmla="*/ 2528916 h 6858000"/>
              <a:gd name="connsiteX660" fmla="*/ 2199067 w 7467600"/>
              <a:gd name="connsiteY660" fmla="*/ 2884061 h 6858000"/>
              <a:gd name="connsiteX661" fmla="*/ 3192586 w 7467600"/>
              <a:gd name="connsiteY661" fmla="*/ 3411496 h 6858000"/>
              <a:gd name="connsiteX662" fmla="*/ 3182620 w 7467600"/>
              <a:gd name="connsiteY662" fmla="*/ 3483279 h 6858000"/>
              <a:gd name="connsiteX663" fmla="*/ 2435119 w 7467600"/>
              <a:gd name="connsiteY663" fmla="*/ 3080173 h 6858000"/>
              <a:gd name="connsiteX664" fmla="*/ 2410152 w 7467600"/>
              <a:gd name="connsiteY664" fmla="*/ 3063751 h 6858000"/>
              <a:gd name="connsiteX665" fmla="*/ 2408099 w 7467600"/>
              <a:gd name="connsiteY665" fmla="*/ 3064403 h 6858000"/>
              <a:gd name="connsiteX666" fmla="*/ 2407218 w 7467600"/>
              <a:gd name="connsiteY666" fmla="*/ 3070324 h 6858000"/>
              <a:gd name="connsiteX667" fmla="*/ 2380138 w 7467600"/>
              <a:gd name="connsiteY667" fmla="*/ 3099341 h 6858000"/>
              <a:gd name="connsiteX668" fmla="*/ 1765923 w 7467600"/>
              <a:gd name="connsiteY668" fmla="*/ 3581043 h 6858000"/>
              <a:gd name="connsiteX669" fmla="*/ 1702258 w 7467600"/>
              <a:gd name="connsiteY669" fmla="*/ 3612286 h 6858000"/>
              <a:gd name="connsiteX670" fmla="*/ 1538370 w 7467600"/>
              <a:gd name="connsiteY670" fmla="*/ 3811804 h 6858000"/>
              <a:gd name="connsiteX671" fmla="*/ 542867 w 7467600"/>
              <a:gd name="connsiteY671" fmla="*/ 4944092 h 6858000"/>
              <a:gd name="connsiteX672" fmla="*/ 515800 w 7467600"/>
              <a:gd name="connsiteY672" fmla="*/ 4862180 h 6858000"/>
              <a:gd name="connsiteX673" fmla="*/ 909145 w 7467600"/>
              <a:gd name="connsiteY673" fmla="*/ 4199225 h 6858000"/>
              <a:gd name="connsiteX674" fmla="*/ 1214067 w 7467600"/>
              <a:gd name="connsiteY674" fmla="*/ 3908561 h 6858000"/>
              <a:gd name="connsiteX675" fmla="*/ 640967 w 7467600"/>
              <a:gd name="connsiteY675" fmla="*/ 4105601 h 6858000"/>
              <a:gd name="connsiteX676" fmla="*/ 112563 w 7467600"/>
              <a:gd name="connsiteY676" fmla="*/ 4396952 h 6858000"/>
              <a:gd name="connsiteX677" fmla="*/ 0 w 7467600"/>
              <a:gd name="connsiteY677" fmla="*/ 4466006 h 6858000"/>
              <a:gd name="connsiteX678" fmla="*/ 0 w 7467600"/>
              <a:gd name="connsiteY678" fmla="*/ 4233763 h 6858000"/>
              <a:gd name="connsiteX679" fmla="*/ 36881 w 7467600"/>
              <a:gd name="connsiteY679" fmla="*/ 4200118 h 6858000"/>
              <a:gd name="connsiteX680" fmla="*/ 910534 w 7467600"/>
              <a:gd name="connsiteY680" fmla="*/ 3629753 h 6858000"/>
              <a:gd name="connsiteX681" fmla="*/ 1578717 w 7467600"/>
              <a:gd name="connsiteY681" fmla="*/ 3575982 h 6858000"/>
              <a:gd name="connsiteX682" fmla="*/ 2338780 w 7467600"/>
              <a:gd name="connsiteY682" fmla="*/ 3033725 h 6858000"/>
              <a:gd name="connsiteX683" fmla="*/ 1807991 w 7467600"/>
              <a:gd name="connsiteY683" fmla="*/ 2807184 h 6858000"/>
              <a:gd name="connsiteX684" fmla="*/ 1416358 w 7467600"/>
              <a:gd name="connsiteY684" fmla="*/ 3112571 h 6858000"/>
              <a:gd name="connsiteX685" fmla="*/ 939066 w 7467600"/>
              <a:gd name="connsiteY685" fmla="*/ 3378798 h 6858000"/>
              <a:gd name="connsiteX686" fmla="*/ 115099 w 7467600"/>
              <a:gd name="connsiteY686" fmla="*/ 3607650 h 6858000"/>
              <a:gd name="connsiteX687" fmla="*/ 97284 w 7467600"/>
              <a:gd name="connsiteY687" fmla="*/ 3520393 h 6858000"/>
              <a:gd name="connsiteX688" fmla="*/ 922050 w 7467600"/>
              <a:gd name="connsiteY688" fmla="*/ 3074867 h 6858000"/>
              <a:gd name="connsiteX689" fmla="*/ 1405265 w 7467600"/>
              <a:gd name="connsiteY689" fmla="*/ 3016319 h 6858000"/>
              <a:gd name="connsiteX690" fmla="*/ 1407512 w 7467600"/>
              <a:gd name="connsiteY690" fmla="*/ 3018001 h 6858000"/>
              <a:gd name="connsiteX691" fmla="*/ 1726266 w 7467600"/>
              <a:gd name="connsiteY691" fmla="*/ 2777274 h 6858000"/>
              <a:gd name="connsiteX692" fmla="*/ 625390 w 7467600"/>
              <a:gd name="connsiteY692" fmla="*/ 2514541 h 6858000"/>
              <a:gd name="connsiteX693" fmla="*/ 619799 w 7467600"/>
              <a:gd name="connsiteY693" fmla="*/ 2527180 h 6858000"/>
              <a:gd name="connsiteX694" fmla="*/ 310030 w 7467600"/>
              <a:gd name="connsiteY694" fmla="*/ 2771818 h 6858000"/>
              <a:gd name="connsiteX695" fmla="*/ 173877 w 7467600"/>
              <a:gd name="connsiteY695" fmla="*/ 2937056 h 6858000"/>
              <a:gd name="connsiteX696" fmla="*/ 77889 w 7467600"/>
              <a:gd name="connsiteY696" fmla="*/ 3138440 h 6858000"/>
              <a:gd name="connsiteX697" fmla="*/ 0 w 7467600"/>
              <a:gd name="connsiteY697" fmla="*/ 3271395 h 6858000"/>
              <a:gd name="connsiteX698" fmla="*/ 0 w 7467600"/>
              <a:gd name="connsiteY698" fmla="*/ 3153002 h 6858000"/>
              <a:gd name="connsiteX699" fmla="*/ 2386 w 7467600"/>
              <a:gd name="connsiteY699" fmla="*/ 3149203 h 6858000"/>
              <a:gd name="connsiteX700" fmla="*/ 89753 w 7467600"/>
              <a:gd name="connsiteY700" fmla="*/ 2987702 h 6858000"/>
              <a:gd name="connsiteX701" fmla="*/ 76869 w 7467600"/>
              <a:gd name="connsiteY701" fmla="*/ 3005404 h 6858000"/>
              <a:gd name="connsiteX702" fmla="*/ 32049 w 7467600"/>
              <a:gd name="connsiteY702" fmla="*/ 3065814 h 6858000"/>
              <a:gd name="connsiteX703" fmla="*/ 0 w 7467600"/>
              <a:gd name="connsiteY703" fmla="*/ 3108744 h 6858000"/>
              <a:gd name="connsiteX704" fmla="*/ 0 w 7467600"/>
              <a:gd name="connsiteY704" fmla="*/ 3058059 h 6858000"/>
              <a:gd name="connsiteX705" fmla="*/ 7610 w 7467600"/>
              <a:gd name="connsiteY705" fmla="*/ 3047889 h 6858000"/>
              <a:gd name="connsiteX706" fmla="*/ 52419 w 7467600"/>
              <a:gd name="connsiteY706" fmla="*/ 2987479 h 6858000"/>
              <a:gd name="connsiteX707" fmla="*/ 59142 w 7467600"/>
              <a:gd name="connsiteY707" fmla="*/ 2978488 h 6858000"/>
              <a:gd name="connsiteX708" fmla="*/ 0 w 7467600"/>
              <a:gd name="connsiteY708" fmla="*/ 3015334 h 6858000"/>
              <a:gd name="connsiteX709" fmla="*/ 0 w 7467600"/>
              <a:gd name="connsiteY709" fmla="*/ 2914286 h 6858000"/>
              <a:gd name="connsiteX710" fmla="*/ 36383 w 7467600"/>
              <a:gd name="connsiteY710" fmla="*/ 2901128 h 6858000"/>
              <a:gd name="connsiteX711" fmla="*/ 156329 w 7467600"/>
              <a:gd name="connsiteY711" fmla="*/ 2840533 h 6858000"/>
              <a:gd name="connsiteX712" fmla="*/ 358355 w 7467600"/>
              <a:gd name="connsiteY712" fmla="*/ 2620471 h 6858000"/>
              <a:gd name="connsiteX713" fmla="*/ 510577 w 7467600"/>
              <a:gd name="connsiteY713" fmla="*/ 2501244 h 6858000"/>
              <a:gd name="connsiteX714" fmla="*/ 211967 w 7467600"/>
              <a:gd name="connsiteY714" fmla="*/ 2479171 h 6858000"/>
              <a:gd name="connsiteX715" fmla="*/ 0 w 7467600"/>
              <a:gd name="connsiteY715" fmla="*/ 2476398 h 6858000"/>
              <a:gd name="connsiteX716" fmla="*/ 0 w 7467600"/>
              <a:gd name="connsiteY716" fmla="*/ 2389189 h 6858000"/>
              <a:gd name="connsiteX717" fmla="*/ 103062 w 7467600"/>
              <a:gd name="connsiteY717" fmla="*/ 2389518 h 6858000"/>
              <a:gd name="connsiteX718" fmla="*/ 510734 w 7467600"/>
              <a:gd name="connsiteY718" fmla="*/ 2416201 h 6858000"/>
              <a:gd name="connsiteX719" fmla="*/ 279257 w 7467600"/>
              <a:gd name="connsiteY719" fmla="*/ 2092102 h 6858000"/>
              <a:gd name="connsiteX720" fmla="*/ 65265 w 7467600"/>
              <a:gd name="connsiteY720" fmla="*/ 2006049 h 6858000"/>
              <a:gd name="connsiteX721" fmla="*/ 0 w 7467600"/>
              <a:gd name="connsiteY721" fmla="*/ 1982532 h 6858000"/>
              <a:gd name="connsiteX722" fmla="*/ 0 w 7467600"/>
              <a:gd name="connsiteY722" fmla="*/ 1912789 h 6858000"/>
              <a:gd name="connsiteX723" fmla="*/ 97460 w 7467600"/>
              <a:gd name="connsiteY723" fmla="*/ 1953725 h 6858000"/>
              <a:gd name="connsiteX724" fmla="*/ 221272 w 7467600"/>
              <a:gd name="connsiteY724" fmla="*/ 1980766 h 6858000"/>
              <a:gd name="connsiteX725" fmla="*/ 116765 w 7467600"/>
              <a:gd name="connsiteY725" fmla="*/ 1911033 h 6858000"/>
              <a:gd name="connsiteX726" fmla="*/ 16405 w 7467600"/>
              <a:gd name="connsiteY726" fmla="*/ 1803412 h 6858000"/>
              <a:gd name="connsiteX727" fmla="*/ 0 w 7467600"/>
              <a:gd name="connsiteY727" fmla="*/ 1784777 h 6858000"/>
              <a:gd name="connsiteX728" fmla="*/ 0 w 7467600"/>
              <a:gd name="connsiteY728" fmla="*/ 1740082 h 6858000"/>
              <a:gd name="connsiteX729" fmla="*/ 39394 w 7467600"/>
              <a:gd name="connsiteY729" fmla="*/ 1784856 h 6858000"/>
              <a:gd name="connsiteX730" fmla="*/ 135813 w 7467600"/>
              <a:gd name="connsiteY730" fmla="*/ 1888838 h 6858000"/>
              <a:gd name="connsiteX731" fmla="*/ 242575 w 7467600"/>
              <a:gd name="connsiteY731" fmla="*/ 1958841 h 6858000"/>
              <a:gd name="connsiteX732" fmla="*/ 82197 w 7467600"/>
              <a:gd name="connsiteY732" fmla="*/ 1754826 h 6858000"/>
              <a:gd name="connsiteX733" fmla="*/ 0 w 7467600"/>
              <a:gd name="connsiteY733" fmla="*/ 1679650 h 6858000"/>
              <a:gd name="connsiteX734" fmla="*/ 0 w 7467600"/>
              <a:gd name="connsiteY734" fmla="*/ 1602463 h 6858000"/>
              <a:gd name="connsiteX735" fmla="*/ 84689 w 7467600"/>
              <a:gd name="connsiteY735" fmla="*/ 1677442 h 6858000"/>
              <a:gd name="connsiteX736" fmla="*/ 298437 w 7467600"/>
              <a:gd name="connsiteY736" fmla="*/ 1968019 h 6858000"/>
              <a:gd name="connsiteX737" fmla="*/ 227269 w 7467600"/>
              <a:gd name="connsiteY737" fmla="*/ 1114064 h 6858000"/>
              <a:gd name="connsiteX738" fmla="*/ 248003 w 7467600"/>
              <a:gd name="connsiteY738" fmla="*/ 1089613 h 6858000"/>
              <a:gd name="connsiteX739" fmla="*/ 427020 w 7467600"/>
              <a:gd name="connsiteY739" fmla="*/ 1619803 h 6858000"/>
              <a:gd name="connsiteX740" fmla="*/ 340345 w 7467600"/>
              <a:gd name="connsiteY740" fmla="*/ 2027739 h 6858000"/>
              <a:gd name="connsiteX741" fmla="*/ 360865 w 7467600"/>
              <a:gd name="connsiteY741" fmla="*/ 2044827 h 6858000"/>
              <a:gd name="connsiteX742" fmla="*/ 560414 w 7467600"/>
              <a:gd name="connsiteY742" fmla="*/ 2421457 h 6858000"/>
              <a:gd name="connsiteX743" fmla="*/ 1359703 w 7467600"/>
              <a:gd name="connsiteY743" fmla="*/ 2578554 h 6858000"/>
              <a:gd name="connsiteX744" fmla="*/ 1359422 w 7467600"/>
              <a:gd name="connsiteY744" fmla="*/ 2577994 h 6858000"/>
              <a:gd name="connsiteX745" fmla="*/ 828701 w 7467600"/>
              <a:gd name="connsiteY745" fmla="*/ 1839520 h 6858000"/>
              <a:gd name="connsiteX746" fmla="*/ 494427 w 7467600"/>
              <a:gd name="connsiteY746" fmla="*/ 1092333 h 6858000"/>
              <a:gd name="connsiteX747" fmla="*/ 506322 w 7467600"/>
              <a:gd name="connsiteY747" fmla="*/ 1020997 h 6858000"/>
              <a:gd name="connsiteX748" fmla="*/ 4570198 w 7467600"/>
              <a:gd name="connsiteY748" fmla="*/ 978081 h 6858000"/>
              <a:gd name="connsiteX749" fmla="*/ 4523691 w 7467600"/>
              <a:gd name="connsiteY749" fmla="*/ 1127776 h 6858000"/>
              <a:gd name="connsiteX750" fmla="*/ 4509875 w 7467600"/>
              <a:gd name="connsiteY750" fmla="*/ 1167552 h 6858000"/>
              <a:gd name="connsiteX751" fmla="*/ 4478168 w 7467600"/>
              <a:gd name="connsiteY751" fmla="*/ 1260735 h 6858000"/>
              <a:gd name="connsiteX752" fmla="*/ 4409309 w 7467600"/>
              <a:gd name="connsiteY752" fmla="*/ 1666996 h 6858000"/>
              <a:gd name="connsiteX753" fmla="*/ 4370031 w 7467600"/>
              <a:gd name="connsiteY753" fmla="*/ 1955666 h 6858000"/>
              <a:gd name="connsiteX754" fmla="*/ 4570198 w 7467600"/>
              <a:gd name="connsiteY754" fmla="*/ 978081 h 6858000"/>
              <a:gd name="connsiteX755" fmla="*/ 4557898 w 7467600"/>
              <a:gd name="connsiteY755" fmla="*/ 900011 h 6858000"/>
              <a:gd name="connsiteX756" fmla="*/ 4344840 w 7467600"/>
              <a:gd name="connsiteY756" fmla="*/ 1922038 h 6858000"/>
              <a:gd name="connsiteX757" fmla="*/ 4378710 w 7467600"/>
              <a:gd name="connsiteY757" fmla="*/ 1665516 h 6858000"/>
              <a:gd name="connsiteX758" fmla="*/ 4448798 w 7467600"/>
              <a:gd name="connsiteY758" fmla="*/ 1253024 h 6858000"/>
              <a:gd name="connsiteX759" fmla="*/ 4480315 w 7467600"/>
              <a:gd name="connsiteY759" fmla="*/ 1158454 h 6858000"/>
              <a:gd name="connsiteX760" fmla="*/ 4494133 w 7467600"/>
              <a:gd name="connsiteY760" fmla="*/ 1118676 h 6858000"/>
              <a:gd name="connsiteX761" fmla="*/ 4557898 w 7467600"/>
              <a:gd name="connsiteY761" fmla="*/ 900011 h 6858000"/>
              <a:gd name="connsiteX762" fmla="*/ 5870151 w 7467600"/>
              <a:gd name="connsiteY762" fmla="*/ 898890 h 6858000"/>
              <a:gd name="connsiteX763" fmla="*/ 5861335 w 7467600"/>
              <a:gd name="connsiteY763" fmla="*/ 899177 h 6858000"/>
              <a:gd name="connsiteX764" fmla="*/ 5843702 w 7467600"/>
              <a:gd name="connsiteY764" fmla="*/ 899748 h 6858000"/>
              <a:gd name="connsiteX765" fmla="*/ 5651107 w 7467600"/>
              <a:gd name="connsiteY765" fmla="*/ 920306 h 6858000"/>
              <a:gd name="connsiteX766" fmla="*/ 5459407 w 7467600"/>
              <a:gd name="connsiteY766" fmla="*/ 940975 h 6858000"/>
              <a:gd name="connsiteX767" fmla="*/ 5374846 w 7467600"/>
              <a:gd name="connsiteY767" fmla="*/ 941988 h 6858000"/>
              <a:gd name="connsiteX768" fmla="*/ 5256105 w 7467600"/>
              <a:gd name="connsiteY768" fmla="*/ 945632 h 6858000"/>
              <a:gd name="connsiteX769" fmla="*/ 5107071 w 7467600"/>
              <a:gd name="connsiteY769" fmla="*/ 969720 h 6858000"/>
              <a:gd name="connsiteX770" fmla="*/ 4998681 w 7467600"/>
              <a:gd name="connsiteY770" fmla="*/ 988771 h 6858000"/>
              <a:gd name="connsiteX771" fmla="*/ 5870151 w 7467600"/>
              <a:gd name="connsiteY771" fmla="*/ 898890 h 6858000"/>
              <a:gd name="connsiteX772" fmla="*/ 5504425 w 7467600"/>
              <a:gd name="connsiteY772" fmla="*/ 848067 h 6858000"/>
              <a:gd name="connsiteX773" fmla="*/ 4968849 w 7467600"/>
              <a:gd name="connsiteY773" fmla="*/ 962318 h 6858000"/>
              <a:gd name="connsiteX774" fmla="*/ 5104039 w 7467600"/>
              <a:gd name="connsiteY774" fmla="*/ 940634 h 6858000"/>
              <a:gd name="connsiteX775" fmla="*/ 5256311 w 7467600"/>
              <a:gd name="connsiteY775" fmla="*/ 916490 h 6858000"/>
              <a:gd name="connsiteX776" fmla="*/ 5377381 w 7467600"/>
              <a:gd name="connsiteY776" fmla="*/ 912671 h 6858000"/>
              <a:gd name="connsiteX777" fmla="*/ 5460148 w 7467600"/>
              <a:gd name="connsiteY777" fmla="*/ 911442 h 6858000"/>
              <a:gd name="connsiteX778" fmla="*/ 5648971 w 7467600"/>
              <a:gd name="connsiteY778" fmla="*/ 891331 h 6858000"/>
              <a:gd name="connsiteX779" fmla="*/ 5844807 w 7467600"/>
              <a:gd name="connsiteY779" fmla="*/ 870718 h 6858000"/>
              <a:gd name="connsiteX780" fmla="*/ 5862975 w 7467600"/>
              <a:gd name="connsiteY780" fmla="*/ 869756 h 6858000"/>
              <a:gd name="connsiteX781" fmla="*/ 5920887 w 7467600"/>
              <a:gd name="connsiteY781" fmla="*/ 865929 h 6858000"/>
              <a:gd name="connsiteX782" fmla="*/ 5504425 w 7467600"/>
              <a:gd name="connsiteY782" fmla="*/ 848067 h 6858000"/>
              <a:gd name="connsiteX783" fmla="*/ 3607114 w 7467600"/>
              <a:gd name="connsiteY783" fmla="*/ 467441 h 6858000"/>
              <a:gd name="connsiteX784" fmla="*/ 3296242 w 7467600"/>
              <a:gd name="connsiteY784" fmla="*/ 807991 h 6858000"/>
              <a:gd name="connsiteX785" fmla="*/ 3174674 w 7467600"/>
              <a:gd name="connsiteY785" fmla="*/ 919759 h 6858000"/>
              <a:gd name="connsiteX786" fmla="*/ 3042978 w 7467600"/>
              <a:gd name="connsiteY786" fmla="*/ 1054894 h 6858000"/>
              <a:gd name="connsiteX787" fmla="*/ 2968914 w 7467600"/>
              <a:gd name="connsiteY787" fmla="*/ 1133756 h 6858000"/>
              <a:gd name="connsiteX788" fmla="*/ 3103823 w 7467600"/>
              <a:gd name="connsiteY788" fmla="*/ 1026814 h 6858000"/>
              <a:gd name="connsiteX789" fmla="*/ 3607114 w 7467600"/>
              <a:gd name="connsiteY789" fmla="*/ 467441 h 6858000"/>
              <a:gd name="connsiteX790" fmla="*/ 3744487 w 7467600"/>
              <a:gd name="connsiteY790" fmla="*/ 383136 h 6858000"/>
              <a:gd name="connsiteX791" fmla="*/ 3970213 w 7467600"/>
              <a:gd name="connsiteY791" fmla="*/ 995559 h 6858000"/>
              <a:gd name="connsiteX792" fmla="*/ 3744487 w 7467600"/>
              <a:gd name="connsiteY792" fmla="*/ 383136 h 6858000"/>
              <a:gd name="connsiteX793" fmla="*/ 3624562 w 7467600"/>
              <a:gd name="connsiteY793" fmla="*/ 367041 h 6858000"/>
              <a:gd name="connsiteX794" fmla="*/ 3489712 w 7467600"/>
              <a:gd name="connsiteY794" fmla="*/ 485386 h 6858000"/>
              <a:gd name="connsiteX795" fmla="*/ 3182994 w 7467600"/>
              <a:gd name="connsiteY795" fmla="*/ 828265 h 6858000"/>
              <a:gd name="connsiteX796" fmla="*/ 2892114 w 7467600"/>
              <a:gd name="connsiteY796" fmla="*/ 1172635 h 6858000"/>
              <a:gd name="connsiteX797" fmla="*/ 3021459 w 7467600"/>
              <a:gd name="connsiteY797" fmla="*/ 1035385 h 6858000"/>
              <a:gd name="connsiteX798" fmla="*/ 3153873 w 7467600"/>
              <a:gd name="connsiteY798" fmla="*/ 898971 h 6858000"/>
              <a:gd name="connsiteX799" fmla="*/ 3276511 w 7467600"/>
              <a:gd name="connsiteY799" fmla="*/ 786423 h 6858000"/>
              <a:gd name="connsiteX800" fmla="*/ 3584154 w 7467600"/>
              <a:gd name="connsiteY800" fmla="*/ 448218 h 6858000"/>
              <a:gd name="connsiteX801" fmla="*/ 3624562 w 7467600"/>
              <a:gd name="connsiteY801" fmla="*/ 367041 h 6858000"/>
              <a:gd name="connsiteX802" fmla="*/ 3766672 w 7467600"/>
              <a:gd name="connsiteY802" fmla="*/ 359429 h 6858000"/>
              <a:gd name="connsiteX803" fmla="*/ 3996338 w 7467600"/>
              <a:gd name="connsiteY803" fmla="*/ 968237 h 6858000"/>
              <a:gd name="connsiteX804" fmla="*/ 3766672 w 7467600"/>
              <a:gd name="connsiteY804" fmla="*/ 359429 h 6858000"/>
              <a:gd name="connsiteX805" fmla="*/ 5805386 w 7467600"/>
              <a:gd name="connsiteY805" fmla="*/ 239240 h 6858000"/>
              <a:gd name="connsiteX806" fmla="*/ 5736947 w 7467600"/>
              <a:gd name="connsiteY806" fmla="*/ 261367 h 6858000"/>
              <a:gd name="connsiteX807" fmla="*/ 5427012 w 7467600"/>
              <a:gd name="connsiteY807" fmla="*/ 311272 h 6858000"/>
              <a:gd name="connsiteX808" fmla="*/ 5147818 w 7467600"/>
              <a:gd name="connsiteY808" fmla="*/ 322112 h 6858000"/>
              <a:gd name="connsiteX809" fmla="*/ 5060854 w 7467600"/>
              <a:gd name="connsiteY809" fmla="*/ 311882 h 6858000"/>
              <a:gd name="connsiteX810" fmla="*/ 4945989 w 7467600"/>
              <a:gd name="connsiteY810" fmla="*/ 300516 h 6858000"/>
              <a:gd name="connsiteX811" fmla="*/ 5410479 w 7467600"/>
              <a:gd name="connsiteY811" fmla="*/ 348434 h 6858000"/>
              <a:gd name="connsiteX812" fmla="*/ 5805386 w 7467600"/>
              <a:gd name="connsiteY812" fmla="*/ 239240 h 6858000"/>
              <a:gd name="connsiteX813" fmla="*/ 5905192 w 7467600"/>
              <a:gd name="connsiteY813" fmla="*/ 163079 h 6858000"/>
              <a:gd name="connsiteX814" fmla="*/ 5865655 w 7467600"/>
              <a:gd name="connsiteY814" fmla="*/ 171901 h 6858000"/>
              <a:gd name="connsiteX815" fmla="*/ 5259740 w 7467600"/>
              <a:gd name="connsiteY815" fmla="*/ 257013 h 6858000"/>
              <a:gd name="connsiteX816" fmla="*/ 5208466 w 7467600"/>
              <a:gd name="connsiteY816" fmla="*/ 257550 h 6858000"/>
              <a:gd name="connsiteX817" fmla="*/ 4980204 w 7467600"/>
              <a:gd name="connsiteY817" fmla="*/ 271903 h 6858000"/>
              <a:gd name="connsiteX818" fmla="*/ 5068068 w 7467600"/>
              <a:gd name="connsiteY818" fmla="*/ 282244 h 6858000"/>
              <a:gd name="connsiteX819" fmla="*/ 5153231 w 7467600"/>
              <a:gd name="connsiteY819" fmla="*/ 292240 h 6858000"/>
              <a:gd name="connsiteX820" fmla="*/ 5426491 w 7467600"/>
              <a:gd name="connsiteY820" fmla="*/ 281128 h 6858000"/>
              <a:gd name="connsiteX821" fmla="*/ 5731212 w 7467600"/>
              <a:gd name="connsiteY821" fmla="*/ 231951 h 6858000"/>
              <a:gd name="connsiteX822" fmla="*/ 5905192 w 7467600"/>
              <a:gd name="connsiteY822" fmla="*/ 163079 h 6858000"/>
              <a:gd name="connsiteX823" fmla="*/ 5944437 w 7467600"/>
              <a:gd name="connsiteY823" fmla="*/ 113829 h 6858000"/>
              <a:gd name="connsiteX824" fmla="*/ 5825032 w 7467600"/>
              <a:gd name="connsiteY824" fmla="*/ 146405 h 6858000"/>
              <a:gd name="connsiteX825" fmla="*/ 4955599 w 7467600"/>
              <a:gd name="connsiteY825" fmla="*/ 247008 h 6858000"/>
              <a:gd name="connsiteX826" fmla="*/ 5210104 w 7467600"/>
              <a:gd name="connsiteY826" fmla="*/ 228123 h 6858000"/>
              <a:gd name="connsiteX827" fmla="*/ 5261015 w 7467600"/>
              <a:gd name="connsiteY827" fmla="*/ 227087 h 6858000"/>
              <a:gd name="connsiteX828" fmla="*/ 5861181 w 7467600"/>
              <a:gd name="connsiteY828" fmla="*/ 143093 h 6858000"/>
              <a:gd name="connsiteX829" fmla="*/ 5961252 w 7467600"/>
              <a:gd name="connsiteY829" fmla="*/ 114820 h 6858000"/>
              <a:gd name="connsiteX830" fmla="*/ 5944437 w 7467600"/>
              <a:gd name="connsiteY830" fmla="*/ 113829 h 6858000"/>
              <a:gd name="connsiteX831" fmla="*/ 3882765 w 7467600"/>
              <a:gd name="connsiteY831" fmla="*/ 0 h 6858000"/>
              <a:gd name="connsiteX832" fmla="*/ 3995099 w 7467600"/>
              <a:gd name="connsiteY832" fmla="*/ 0 h 6858000"/>
              <a:gd name="connsiteX833" fmla="*/ 4163818 w 7467600"/>
              <a:gd name="connsiteY833" fmla="*/ 234104 h 6858000"/>
              <a:gd name="connsiteX834" fmla="*/ 4172099 w 7467600"/>
              <a:gd name="connsiteY834" fmla="*/ 234207 h 6858000"/>
              <a:gd name="connsiteX835" fmla="*/ 4784282 w 7467600"/>
              <a:gd name="connsiteY835" fmla="*/ 276561 h 6858000"/>
              <a:gd name="connsiteX836" fmla="*/ 4801687 w 7467600"/>
              <a:gd name="connsiteY836" fmla="*/ 267764 h 6858000"/>
              <a:gd name="connsiteX837" fmla="*/ 6082788 w 7467600"/>
              <a:gd name="connsiteY837" fmla="*/ 64119 h 6858000"/>
              <a:gd name="connsiteX838" fmla="*/ 6099442 w 7467600"/>
              <a:gd name="connsiteY838" fmla="*/ 82568 h 6858000"/>
              <a:gd name="connsiteX839" fmla="*/ 4804137 w 7467600"/>
              <a:gd name="connsiteY839" fmla="*/ 320931 h 6858000"/>
              <a:gd name="connsiteX840" fmla="*/ 4227047 w 7467600"/>
              <a:gd name="connsiteY840" fmla="*/ 313415 h 6858000"/>
              <a:gd name="connsiteX841" fmla="*/ 4346041 w 7467600"/>
              <a:gd name="connsiteY841" fmla="*/ 456086 h 6858000"/>
              <a:gd name="connsiteX842" fmla="*/ 4870967 w 7467600"/>
              <a:gd name="connsiteY842" fmla="*/ 963061 h 6858000"/>
              <a:gd name="connsiteX843" fmla="*/ 4889647 w 7467600"/>
              <a:gd name="connsiteY843" fmla="*/ 957147 h 6858000"/>
              <a:gd name="connsiteX844" fmla="*/ 5422504 w 7467600"/>
              <a:gd name="connsiteY844" fmla="*/ 805191 h 6858000"/>
              <a:gd name="connsiteX845" fmla="*/ 6087656 w 7467600"/>
              <a:gd name="connsiteY845" fmla="*/ 826703 h 6858000"/>
              <a:gd name="connsiteX846" fmla="*/ 6058717 w 7467600"/>
              <a:gd name="connsiteY846" fmla="*/ 865992 h 6858000"/>
              <a:gd name="connsiteX847" fmla="*/ 4974153 w 7467600"/>
              <a:gd name="connsiteY847" fmla="*/ 1045456 h 6858000"/>
              <a:gd name="connsiteX848" fmla="*/ 5627835 w 7467600"/>
              <a:gd name="connsiteY848" fmla="*/ 1472077 h 6858000"/>
              <a:gd name="connsiteX849" fmla="*/ 5629817 w 7467600"/>
              <a:gd name="connsiteY849" fmla="*/ 1471412 h 6858000"/>
              <a:gd name="connsiteX850" fmla="*/ 5634124 w 7467600"/>
              <a:gd name="connsiteY850" fmla="*/ 1470572 h 6858000"/>
              <a:gd name="connsiteX851" fmla="*/ 5755832 w 7467600"/>
              <a:gd name="connsiteY851" fmla="*/ 1383886 h 6858000"/>
              <a:gd name="connsiteX852" fmla="*/ 6014186 w 7467600"/>
              <a:gd name="connsiteY852" fmla="*/ 1279799 h 6858000"/>
              <a:gd name="connsiteX853" fmla="*/ 6901619 w 7467600"/>
              <a:gd name="connsiteY853" fmla="*/ 1047874 h 6858000"/>
              <a:gd name="connsiteX854" fmla="*/ 6931566 w 7467600"/>
              <a:gd name="connsiteY854" fmla="*/ 1062034 h 6858000"/>
              <a:gd name="connsiteX855" fmla="*/ 5790982 w 7467600"/>
              <a:gd name="connsiteY855" fmla="*/ 1561380 h 6858000"/>
              <a:gd name="connsiteX856" fmla="*/ 6188971 w 7467600"/>
              <a:gd name="connsiteY856" fmla="*/ 1755168 h 6858000"/>
              <a:gd name="connsiteX857" fmla="*/ 6202446 w 7467600"/>
              <a:gd name="connsiteY857" fmla="*/ 1752268 h 6858000"/>
              <a:gd name="connsiteX858" fmla="*/ 7179560 w 7467600"/>
              <a:gd name="connsiteY858" fmla="*/ 1467551 h 6858000"/>
              <a:gd name="connsiteX859" fmla="*/ 7158730 w 7467600"/>
              <a:gd name="connsiteY859" fmla="*/ 1507835 h 6858000"/>
              <a:gd name="connsiteX860" fmla="*/ 6326959 w 7467600"/>
              <a:gd name="connsiteY860" fmla="*/ 1817686 h 6858000"/>
              <a:gd name="connsiteX861" fmla="*/ 6537433 w 7467600"/>
              <a:gd name="connsiteY861" fmla="*/ 1907790 h 6858000"/>
              <a:gd name="connsiteX862" fmla="*/ 6550221 w 7467600"/>
              <a:gd name="connsiteY862" fmla="*/ 1910729 h 6858000"/>
              <a:gd name="connsiteX863" fmla="*/ 6964438 w 7467600"/>
              <a:gd name="connsiteY863" fmla="*/ 2209505 h 6858000"/>
              <a:gd name="connsiteX864" fmla="*/ 7367862 w 7467600"/>
              <a:gd name="connsiteY864" fmla="*/ 2806833 h 6858000"/>
              <a:gd name="connsiteX865" fmla="*/ 7364329 w 7467600"/>
              <a:gd name="connsiteY865" fmla="*/ 2826907 h 6858000"/>
              <a:gd name="connsiteX866" fmla="*/ 7290545 w 7467600"/>
              <a:gd name="connsiteY866" fmla="*/ 2850663 h 6858000"/>
              <a:gd name="connsiteX867" fmla="*/ 6472036 w 7467600"/>
              <a:gd name="connsiteY867" fmla="*/ 1959003 h 6858000"/>
              <a:gd name="connsiteX868" fmla="*/ 5792897 w 7467600"/>
              <a:gd name="connsiteY868" fmla="*/ 1647747 h 6858000"/>
              <a:gd name="connsiteX869" fmla="*/ 5842751 w 7467600"/>
              <a:gd name="connsiteY869" fmla="*/ 1816112 h 6858000"/>
              <a:gd name="connsiteX870" fmla="*/ 5847424 w 7467600"/>
              <a:gd name="connsiteY870" fmla="*/ 1815776 h 6858000"/>
              <a:gd name="connsiteX871" fmla="*/ 6399821 w 7467600"/>
              <a:gd name="connsiteY871" fmla="*/ 2344799 h 6858000"/>
              <a:gd name="connsiteX872" fmla="*/ 6323232 w 7467600"/>
              <a:gd name="connsiteY872" fmla="*/ 2389634 h 6858000"/>
              <a:gd name="connsiteX873" fmla="*/ 5942958 w 7467600"/>
              <a:gd name="connsiteY873" fmla="*/ 2077708 h 6858000"/>
              <a:gd name="connsiteX874" fmla="*/ 5921559 w 7467600"/>
              <a:gd name="connsiteY874" fmla="*/ 2378596 h 6858000"/>
              <a:gd name="connsiteX875" fmla="*/ 5817651 w 7467600"/>
              <a:gd name="connsiteY875" fmla="*/ 3023919 h 6858000"/>
              <a:gd name="connsiteX876" fmla="*/ 5729634 w 7467600"/>
              <a:gd name="connsiteY876" fmla="*/ 3051849 h 6858000"/>
              <a:gd name="connsiteX877" fmla="*/ 5611018 w 7467600"/>
              <a:gd name="connsiteY877" fmla="*/ 2316769 h 6858000"/>
              <a:gd name="connsiteX878" fmla="*/ 5687608 w 7467600"/>
              <a:gd name="connsiteY878" fmla="*/ 2039972 h 6858000"/>
              <a:gd name="connsiteX879" fmla="*/ 5657554 w 7467600"/>
              <a:gd name="connsiteY879" fmla="*/ 1576445 h 6858000"/>
              <a:gd name="connsiteX880" fmla="*/ 5150475 w 7467600"/>
              <a:gd name="connsiteY880" fmla="*/ 1274012 h 6858000"/>
              <a:gd name="connsiteX881" fmla="*/ 5349142 w 7467600"/>
              <a:gd name="connsiteY881" fmla="*/ 2204405 h 6858000"/>
              <a:gd name="connsiteX882" fmla="*/ 5262214 w 7467600"/>
              <a:gd name="connsiteY882" fmla="*/ 2233836 h 6858000"/>
              <a:gd name="connsiteX883" fmla="*/ 4981539 w 7467600"/>
              <a:gd name="connsiteY883" fmla="*/ 1542201 h 6858000"/>
              <a:gd name="connsiteX884" fmla="*/ 4958461 w 7467600"/>
              <a:gd name="connsiteY884" fmla="*/ 1136957 h 6858000"/>
              <a:gd name="connsiteX885" fmla="*/ 4655015 w 7467600"/>
              <a:gd name="connsiteY885" fmla="*/ 891426 h 6858000"/>
              <a:gd name="connsiteX886" fmla="*/ 4348002 w 7467600"/>
              <a:gd name="connsiteY886" fmla="*/ 2205895 h 6858000"/>
              <a:gd name="connsiteX887" fmla="*/ 4262250 w 7467600"/>
              <a:gd name="connsiteY887" fmla="*/ 2219972 h 6858000"/>
              <a:gd name="connsiteX888" fmla="*/ 4550611 w 7467600"/>
              <a:gd name="connsiteY888" fmla="*/ 817540 h 6858000"/>
              <a:gd name="connsiteX889" fmla="*/ 4564418 w 7467600"/>
              <a:gd name="connsiteY889" fmla="*/ 808293 h 6858000"/>
              <a:gd name="connsiteX890" fmla="*/ 4266388 w 7467600"/>
              <a:gd name="connsiteY890" fmla="*/ 500083 h 6858000"/>
              <a:gd name="connsiteX891" fmla="*/ 4032842 w 7467600"/>
              <a:gd name="connsiteY891" fmla="*/ 211809 h 6858000"/>
              <a:gd name="connsiteX892" fmla="*/ 3882765 w 7467600"/>
              <a:gd name="connsiteY892" fmla="*/ 0 h 6858000"/>
              <a:gd name="connsiteX893" fmla="*/ 3721337 w 7467600"/>
              <a:gd name="connsiteY893" fmla="*/ 0 h 6858000"/>
              <a:gd name="connsiteX894" fmla="*/ 3797544 w 7467600"/>
              <a:gd name="connsiteY894" fmla="*/ 0 h 6858000"/>
              <a:gd name="connsiteX895" fmla="*/ 3775734 w 7467600"/>
              <a:gd name="connsiteY895" fmla="*/ 95131 h 6858000"/>
              <a:gd name="connsiteX896" fmla="*/ 3724807 w 7467600"/>
              <a:gd name="connsiteY896" fmla="*/ 272257 h 6858000"/>
              <a:gd name="connsiteX897" fmla="*/ 3726844 w 7467600"/>
              <a:gd name="connsiteY897" fmla="*/ 282988 h 6858000"/>
              <a:gd name="connsiteX898" fmla="*/ 3742664 w 7467600"/>
              <a:gd name="connsiteY898" fmla="*/ 279918 h 6858000"/>
              <a:gd name="connsiteX899" fmla="*/ 4103910 w 7467600"/>
              <a:gd name="connsiteY899" fmla="*/ 1161917 h 6858000"/>
              <a:gd name="connsiteX900" fmla="*/ 4020269 w 7467600"/>
              <a:gd name="connsiteY900" fmla="*/ 1200406 h 6858000"/>
              <a:gd name="connsiteX901" fmla="*/ 3674882 w 7467600"/>
              <a:gd name="connsiteY901" fmla="*/ 488524 h 6858000"/>
              <a:gd name="connsiteX902" fmla="*/ 3132682 w 7467600"/>
              <a:gd name="connsiteY902" fmla="*/ 1072284 h 6858000"/>
              <a:gd name="connsiteX903" fmla="*/ 2716346 w 7467600"/>
              <a:gd name="connsiteY903" fmla="*/ 1276376 h 6858000"/>
              <a:gd name="connsiteX904" fmla="*/ 2716772 w 7467600"/>
              <a:gd name="connsiteY904" fmla="*/ 1255462 h 6858000"/>
              <a:gd name="connsiteX905" fmla="*/ 3471096 w 7467600"/>
              <a:gd name="connsiteY905" fmla="*/ 437072 h 6858000"/>
              <a:gd name="connsiteX906" fmla="*/ 3639057 w 7467600"/>
              <a:gd name="connsiteY906" fmla="*/ 286334 h 6858000"/>
              <a:gd name="connsiteX907" fmla="*/ 3640309 w 7467600"/>
              <a:gd name="connsiteY907" fmla="*/ 284664 h 6858000"/>
              <a:gd name="connsiteX908" fmla="*/ 3646022 w 7467600"/>
              <a:gd name="connsiteY908" fmla="*/ 276711 h 6858000"/>
              <a:gd name="connsiteX909" fmla="*/ 3707943 w 7467600"/>
              <a:gd name="connsiteY909" fmla="*/ 65958 h 6858000"/>
              <a:gd name="connsiteX910" fmla="*/ 3721337 w 7467600"/>
              <a:gd name="connsiteY910" fmla="*/ 0 h 6858000"/>
              <a:gd name="connsiteX911" fmla="*/ 2867960 w 7467600"/>
              <a:gd name="connsiteY911" fmla="*/ 0 h 6858000"/>
              <a:gd name="connsiteX912" fmla="*/ 2926351 w 7467600"/>
              <a:gd name="connsiteY912" fmla="*/ 0 h 6858000"/>
              <a:gd name="connsiteX913" fmla="*/ 2902823 w 7467600"/>
              <a:gd name="connsiteY913" fmla="*/ 262929 h 6858000"/>
              <a:gd name="connsiteX914" fmla="*/ 2940663 w 7467600"/>
              <a:gd name="connsiteY914" fmla="*/ 140884 h 6858000"/>
              <a:gd name="connsiteX915" fmla="*/ 2947039 w 7467600"/>
              <a:gd name="connsiteY915" fmla="*/ 122524 h 6858000"/>
              <a:gd name="connsiteX916" fmla="*/ 2984316 w 7467600"/>
              <a:gd name="connsiteY916" fmla="*/ 0 h 6858000"/>
              <a:gd name="connsiteX917" fmla="*/ 3016114 w 7467600"/>
              <a:gd name="connsiteY917" fmla="*/ 0 h 6858000"/>
              <a:gd name="connsiteX918" fmla="*/ 2979949 w 7467600"/>
              <a:gd name="connsiteY918" fmla="*/ 119274 h 6858000"/>
              <a:gd name="connsiteX919" fmla="*/ 3023879 w 7467600"/>
              <a:gd name="connsiteY919" fmla="*/ 0 h 6858000"/>
              <a:gd name="connsiteX920" fmla="*/ 3105400 w 7467600"/>
              <a:gd name="connsiteY920" fmla="*/ 0 h 6858000"/>
              <a:gd name="connsiteX921" fmla="*/ 3094669 w 7467600"/>
              <a:gd name="connsiteY921" fmla="*/ 30308 h 6858000"/>
              <a:gd name="connsiteX922" fmla="*/ 2901945 w 7467600"/>
              <a:gd name="connsiteY922" fmla="*/ 466538 h 6858000"/>
              <a:gd name="connsiteX923" fmla="*/ 2815209 w 7467600"/>
              <a:gd name="connsiteY923" fmla="*/ 497361 h 6858000"/>
              <a:gd name="connsiteX924" fmla="*/ 2844845 w 7467600"/>
              <a:gd name="connsiteY924" fmla="*/ 127638 h 6858000"/>
              <a:gd name="connsiteX925" fmla="*/ 2867960 w 7467600"/>
              <a:gd name="connsiteY925" fmla="*/ 0 h 6858000"/>
              <a:gd name="connsiteX926" fmla="*/ 1057230 w 7467600"/>
              <a:gd name="connsiteY926" fmla="*/ 0 h 6858000"/>
              <a:gd name="connsiteX927" fmla="*/ 1111003 w 7467600"/>
              <a:gd name="connsiteY927" fmla="*/ 0 h 6858000"/>
              <a:gd name="connsiteX928" fmla="*/ 1125553 w 7467600"/>
              <a:gd name="connsiteY928" fmla="*/ 52588 h 6858000"/>
              <a:gd name="connsiteX929" fmla="*/ 1304276 w 7467600"/>
              <a:gd name="connsiteY929" fmla="*/ 476275 h 6858000"/>
              <a:gd name="connsiteX930" fmla="*/ 1492066 w 7467600"/>
              <a:gd name="connsiteY930" fmla="*/ 886333 h 6858000"/>
              <a:gd name="connsiteX931" fmla="*/ 1423698 w 7467600"/>
              <a:gd name="connsiteY931" fmla="*/ 710817 h 6858000"/>
              <a:gd name="connsiteX932" fmla="*/ 1357609 w 7467600"/>
              <a:gd name="connsiteY932" fmla="*/ 532892 h 6858000"/>
              <a:gd name="connsiteX933" fmla="*/ 1309550 w 7467600"/>
              <a:gd name="connsiteY933" fmla="*/ 374031 h 6858000"/>
              <a:gd name="connsiteX934" fmla="*/ 1193673 w 7467600"/>
              <a:gd name="connsiteY934" fmla="*/ 49533 h 6858000"/>
              <a:gd name="connsiteX935" fmla="*/ 1164391 w 7467600"/>
              <a:gd name="connsiteY935" fmla="*/ 0 h 6858000"/>
              <a:gd name="connsiteX936" fmla="*/ 1200666 w 7467600"/>
              <a:gd name="connsiteY936" fmla="*/ 0 h 6858000"/>
              <a:gd name="connsiteX937" fmla="*/ 1223408 w 7467600"/>
              <a:gd name="connsiteY937" fmla="*/ 38996 h 6858000"/>
              <a:gd name="connsiteX938" fmla="*/ 1339635 w 7467600"/>
              <a:gd name="connsiteY938" fmla="*/ 365517 h 6858000"/>
              <a:gd name="connsiteX939" fmla="*/ 1387469 w 7467600"/>
              <a:gd name="connsiteY939" fmla="*/ 523079 h 6858000"/>
              <a:gd name="connsiteX940" fmla="*/ 1452685 w 7467600"/>
              <a:gd name="connsiteY940" fmla="*/ 699806 h 6858000"/>
              <a:gd name="connsiteX941" fmla="*/ 1492092 w 7467600"/>
              <a:gd name="connsiteY941" fmla="*/ 800424 h 6858000"/>
              <a:gd name="connsiteX942" fmla="*/ 1455302 w 7467600"/>
              <a:gd name="connsiteY942" fmla="*/ 632913 h 6858000"/>
              <a:gd name="connsiteX943" fmla="*/ 1222336 w 7467600"/>
              <a:gd name="connsiteY943" fmla="*/ 9480 h 6858000"/>
              <a:gd name="connsiteX944" fmla="*/ 1214634 w 7467600"/>
              <a:gd name="connsiteY944" fmla="*/ 0 h 6858000"/>
              <a:gd name="connsiteX945" fmla="*/ 1289827 w 7467600"/>
              <a:gd name="connsiteY945" fmla="*/ 0 h 6858000"/>
              <a:gd name="connsiteX946" fmla="*/ 1321076 w 7467600"/>
              <a:gd name="connsiteY946" fmla="*/ 59722 h 6858000"/>
              <a:gd name="connsiteX947" fmla="*/ 1512579 w 7467600"/>
              <a:gd name="connsiteY947" fmla="*/ 626441 h 6858000"/>
              <a:gd name="connsiteX948" fmla="*/ 1506076 w 7467600"/>
              <a:gd name="connsiteY948" fmla="*/ 1089289 h 6858000"/>
              <a:gd name="connsiteX949" fmla="*/ 1486346 w 7467600"/>
              <a:gd name="connsiteY949" fmla="*/ 1079919 h 6858000"/>
              <a:gd name="connsiteX950" fmla="*/ 1070511 w 7467600"/>
              <a:gd name="connsiteY950" fmla="*/ 48609 h 6858000"/>
              <a:gd name="connsiteX951" fmla="*/ 1057230 w 7467600"/>
              <a:gd name="connsiteY951" fmla="*/ 0 h 6858000"/>
              <a:gd name="connsiteX952" fmla="*/ 43151 w 7467600"/>
              <a:gd name="connsiteY952" fmla="*/ 0 h 6858000"/>
              <a:gd name="connsiteX953" fmla="*/ 95283 w 7467600"/>
              <a:gd name="connsiteY953" fmla="*/ 0 h 6858000"/>
              <a:gd name="connsiteX954" fmla="*/ 300708 w 7467600"/>
              <a:gd name="connsiteY954" fmla="*/ 154571 h 6858000"/>
              <a:gd name="connsiteX955" fmla="*/ 530414 w 7467600"/>
              <a:gd name="connsiteY955" fmla="*/ 354673 h 6858000"/>
              <a:gd name="connsiteX956" fmla="*/ 333785 w 7467600"/>
              <a:gd name="connsiteY956" fmla="*/ 161564 h 6858000"/>
              <a:gd name="connsiteX957" fmla="*/ 147005 w 7467600"/>
              <a:gd name="connsiteY957" fmla="*/ 0 h 6858000"/>
              <a:gd name="connsiteX958" fmla="*/ 272509 w 7467600"/>
              <a:gd name="connsiteY958" fmla="*/ 0 h 6858000"/>
              <a:gd name="connsiteX959" fmla="*/ 326276 w 7467600"/>
              <a:gd name="connsiteY959" fmla="*/ 45847 h 6858000"/>
              <a:gd name="connsiteX960" fmla="*/ 823759 w 7467600"/>
              <a:gd name="connsiteY960" fmla="*/ 574145 h 6858000"/>
              <a:gd name="connsiteX961" fmla="*/ 811254 w 7467600"/>
              <a:gd name="connsiteY961" fmla="*/ 665546 h 6858000"/>
              <a:gd name="connsiteX962" fmla="*/ 154042 w 7467600"/>
              <a:gd name="connsiteY962" fmla="*/ 261522 h 6858000"/>
              <a:gd name="connsiteX963" fmla="*/ 13550 w 7467600"/>
              <a:gd name="connsiteY963" fmla="*/ 158423 h 6858000"/>
              <a:gd name="connsiteX964" fmla="*/ 0 w 7467600"/>
              <a:gd name="connsiteY964" fmla="*/ 146618 h 6858000"/>
              <a:gd name="connsiteX965" fmla="*/ 0 w 7467600"/>
              <a:gd name="connsiteY965" fmla="*/ 59161 h 6858000"/>
              <a:gd name="connsiteX966" fmla="*/ 45427 w 7467600"/>
              <a:gd name="connsiteY966" fmla="*/ 101078 h 6858000"/>
              <a:gd name="connsiteX967" fmla="*/ 630103 w 7467600"/>
              <a:gd name="connsiteY967" fmla="*/ 485885 h 6858000"/>
              <a:gd name="connsiteX968" fmla="*/ 532040 w 7467600"/>
              <a:gd name="connsiteY968" fmla="*/ 399359 h 6858000"/>
              <a:gd name="connsiteX969" fmla="*/ 517618 w 7467600"/>
              <a:gd name="connsiteY969" fmla="*/ 385726 h 6858000"/>
              <a:gd name="connsiteX970" fmla="*/ 285074 w 7467600"/>
              <a:gd name="connsiteY970" fmla="*/ 182755 h 6858000"/>
              <a:gd name="connsiteX971" fmla="*/ 43151 w 7467600"/>
              <a:gd name="connsiteY97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7042773 w 7467600"/>
              <a:gd name="connsiteY91" fmla="*/ 5734011 h 6858000"/>
              <a:gd name="connsiteX92" fmla="*/ 1456157 w 7467600"/>
              <a:gd name="connsiteY92" fmla="*/ 5371404 h 6858000"/>
              <a:gd name="connsiteX93" fmla="*/ 1244432 w 7467600"/>
              <a:gd name="connsiteY93" fmla="*/ 5385601 h 6858000"/>
              <a:gd name="connsiteX94" fmla="*/ 973990 w 7467600"/>
              <a:gd name="connsiteY94" fmla="*/ 5424940 h 6858000"/>
              <a:gd name="connsiteX95" fmla="*/ 1103809 w 7467600"/>
              <a:gd name="connsiteY95" fmla="*/ 5433720 h 6858000"/>
              <a:gd name="connsiteX96" fmla="*/ 1123454 w 7467600"/>
              <a:gd name="connsiteY96" fmla="*/ 5435727 h 6858000"/>
              <a:gd name="connsiteX97" fmla="*/ 1737017 w 7467600"/>
              <a:gd name="connsiteY97" fmla="*/ 5452183 h 6858000"/>
              <a:gd name="connsiteX98" fmla="*/ 1824397 w 7467600"/>
              <a:gd name="connsiteY98" fmla="*/ 5447757 h 6858000"/>
              <a:gd name="connsiteX99" fmla="*/ 2070059 w 7467600"/>
              <a:gd name="connsiteY99" fmla="*/ 5441660 h 6858000"/>
              <a:gd name="connsiteX100" fmla="*/ 1456157 w 7467600"/>
              <a:gd name="connsiteY100" fmla="*/ 5371404 h 6858000"/>
              <a:gd name="connsiteX101" fmla="*/ 4988186 w 7467600"/>
              <a:gd name="connsiteY101" fmla="*/ 5216467 h 6858000"/>
              <a:gd name="connsiteX102" fmla="*/ 4777334 w 7467600"/>
              <a:gd name="connsiteY102" fmla="*/ 5406072 h 6858000"/>
              <a:gd name="connsiteX103" fmla="*/ 4718341 w 7467600"/>
              <a:gd name="connsiteY103" fmla="*/ 5468043 h 6858000"/>
              <a:gd name="connsiteX104" fmla="*/ 4604655 w 7467600"/>
              <a:gd name="connsiteY104" fmla="*/ 5583434 h 6858000"/>
              <a:gd name="connsiteX105" fmla="*/ 4565074 w 7467600"/>
              <a:gd name="connsiteY105" fmla="*/ 5618550 h 6858000"/>
              <a:gd name="connsiteX106" fmla="*/ 4988186 w 7467600"/>
              <a:gd name="connsiteY106" fmla="*/ 5216467 h 6858000"/>
              <a:gd name="connsiteX107" fmla="*/ 4978032 w 7467600"/>
              <a:gd name="connsiteY107" fmla="*/ 5183809 h 6858000"/>
              <a:gd name="connsiteX108" fmla="*/ 4463413 w 7467600"/>
              <a:gd name="connsiteY108" fmla="*/ 5615162 h 6858000"/>
              <a:gd name="connsiteX109" fmla="*/ 4358134 w 7467600"/>
              <a:gd name="connsiteY109" fmla="*/ 5742791 h 6858000"/>
              <a:gd name="connsiteX110" fmla="*/ 4376219 w 7467600"/>
              <a:gd name="connsiteY110" fmla="*/ 5729027 h 6858000"/>
              <a:gd name="connsiteX111" fmla="*/ 4582340 w 7467600"/>
              <a:gd name="connsiteY111" fmla="*/ 5561037 h 6858000"/>
              <a:gd name="connsiteX112" fmla="*/ 4694684 w 7467600"/>
              <a:gd name="connsiteY112" fmla="*/ 5447098 h 6858000"/>
              <a:gd name="connsiteX113" fmla="*/ 4754123 w 7467600"/>
              <a:gd name="connsiteY113" fmla="*/ 5384643 h 6858000"/>
              <a:gd name="connsiteX114" fmla="*/ 4978032 w 7467600"/>
              <a:gd name="connsiteY114" fmla="*/ 5183809 h 6858000"/>
              <a:gd name="connsiteX115" fmla="*/ 1903353 w 7467600"/>
              <a:gd name="connsiteY115" fmla="*/ 5044827 h 6858000"/>
              <a:gd name="connsiteX116" fmla="*/ 1936931 w 7467600"/>
              <a:gd name="connsiteY116" fmla="*/ 5093954 h 6858000"/>
              <a:gd name="connsiteX117" fmla="*/ 2195868 w 7467600"/>
              <a:gd name="connsiteY117" fmla="*/ 5396574 h 6858000"/>
              <a:gd name="connsiteX118" fmla="*/ 2088852 w 7467600"/>
              <a:gd name="connsiteY118" fmla="*/ 5166123 h 6858000"/>
              <a:gd name="connsiteX119" fmla="*/ 1958241 w 7467600"/>
              <a:gd name="connsiteY119" fmla="*/ 5067955 h 6858000"/>
              <a:gd name="connsiteX120" fmla="*/ 1903353 w 7467600"/>
              <a:gd name="connsiteY120" fmla="*/ 5044827 h 6858000"/>
              <a:gd name="connsiteX121" fmla="*/ 1979378 w 7467600"/>
              <a:gd name="connsiteY121" fmla="*/ 4769504 h 6858000"/>
              <a:gd name="connsiteX122" fmla="*/ 2882120 w 7467600"/>
              <a:gd name="connsiteY122" fmla="*/ 5064547 h 6858000"/>
              <a:gd name="connsiteX123" fmla="*/ 2793103 w 7467600"/>
              <a:gd name="connsiteY123" fmla="*/ 5039699 h 6858000"/>
              <a:gd name="connsiteX124" fmla="*/ 2770041 w 7467600"/>
              <a:gd name="connsiteY124" fmla="*/ 5033634 h 6858000"/>
              <a:gd name="connsiteX125" fmla="*/ 1979378 w 7467600"/>
              <a:gd name="connsiteY125" fmla="*/ 4769504 h 6858000"/>
              <a:gd name="connsiteX126" fmla="*/ 1927410 w 7467600"/>
              <a:gd name="connsiteY126" fmla="*/ 4716164 h 6858000"/>
              <a:gd name="connsiteX127" fmla="*/ 1959587 w 7467600"/>
              <a:gd name="connsiteY127" fmla="*/ 4728849 h 6858000"/>
              <a:gd name="connsiteX128" fmla="*/ 2777707 w 7467600"/>
              <a:gd name="connsiteY128" fmla="*/ 5003991 h 6858000"/>
              <a:gd name="connsiteX129" fmla="*/ 2800768 w 7467600"/>
              <a:gd name="connsiteY129" fmla="*/ 5010056 h 6858000"/>
              <a:gd name="connsiteX130" fmla="*/ 2879408 w 7467600"/>
              <a:gd name="connsiteY130" fmla="*/ 5031590 h 6858000"/>
              <a:gd name="connsiteX131" fmla="*/ 2862295 w 7467600"/>
              <a:gd name="connsiteY131" fmla="*/ 5022958 h 6858000"/>
              <a:gd name="connsiteX132" fmla="*/ 2813343 w 7467600"/>
              <a:gd name="connsiteY132" fmla="*/ 4998369 h 6858000"/>
              <a:gd name="connsiteX133" fmla="*/ 2646245 w 7467600"/>
              <a:gd name="connsiteY133" fmla="*/ 4930999 h 6858000"/>
              <a:gd name="connsiteX134" fmla="*/ 1999243 w 7467600"/>
              <a:gd name="connsiteY134" fmla="*/ 4730524 h 6858000"/>
              <a:gd name="connsiteX135" fmla="*/ 1979527 w 7467600"/>
              <a:gd name="connsiteY135" fmla="*/ 4726651 h 6858000"/>
              <a:gd name="connsiteX136" fmla="*/ 1927410 w 7467600"/>
              <a:gd name="connsiteY136" fmla="*/ 4716164 h 6858000"/>
              <a:gd name="connsiteX137" fmla="*/ 1997014 w 7467600"/>
              <a:gd name="connsiteY137" fmla="*/ 4698007 h 6858000"/>
              <a:gd name="connsiteX138" fmla="*/ 2005458 w 7467600"/>
              <a:gd name="connsiteY138" fmla="*/ 4699540 h 6858000"/>
              <a:gd name="connsiteX139" fmla="*/ 2657186 w 7467600"/>
              <a:gd name="connsiteY139" fmla="*/ 4901687 h 6858000"/>
              <a:gd name="connsiteX140" fmla="*/ 2826662 w 7467600"/>
              <a:gd name="connsiteY140" fmla="*/ 4970362 h 6858000"/>
              <a:gd name="connsiteX141" fmla="*/ 2876100 w 7467600"/>
              <a:gd name="connsiteY141" fmla="*/ 4995397 h 6858000"/>
              <a:gd name="connsiteX142" fmla="*/ 3042600 w 7467600"/>
              <a:gd name="connsiteY142" fmla="*/ 5059532 h 6858000"/>
              <a:gd name="connsiteX143" fmla="*/ 1997014 w 7467600"/>
              <a:gd name="connsiteY143" fmla="*/ 4698007 h 6858000"/>
              <a:gd name="connsiteX144" fmla="*/ 2305292 w 7467600"/>
              <a:gd name="connsiteY144" fmla="*/ 4219492 h 6858000"/>
              <a:gd name="connsiteX145" fmla="*/ 3360922 w 7467600"/>
              <a:gd name="connsiteY145" fmla="*/ 4529373 h 6858000"/>
              <a:gd name="connsiteX146" fmla="*/ 3492420 w 7467600"/>
              <a:gd name="connsiteY146" fmla="*/ 4510145 h 6858000"/>
              <a:gd name="connsiteX147" fmla="*/ 3364086 w 7467600"/>
              <a:gd name="connsiteY147" fmla="*/ 4480340 h 6858000"/>
              <a:gd name="connsiteX148" fmla="*/ 3225818 w 7467600"/>
              <a:gd name="connsiteY148" fmla="*/ 4411822 h 6858000"/>
              <a:gd name="connsiteX149" fmla="*/ 3129696 w 7467600"/>
              <a:gd name="connsiteY149" fmla="*/ 4360704 h 6858000"/>
              <a:gd name="connsiteX150" fmla="*/ 2814545 w 7467600"/>
              <a:gd name="connsiteY150" fmla="*/ 4282955 h 6858000"/>
              <a:gd name="connsiteX151" fmla="*/ 2305292 w 7467600"/>
              <a:gd name="connsiteY151" fmla="*/ 4219492 h 6858000"/>
              <a:gd name="connsiteX152" fmla="*/ 2626982 w 7467600"/>
              <a:gd name="connsiteY152" fmla="*/ 4206450 h 6858000"/>
              <a:gd name="connsiteX153" fmla="*/ 2490617 w 7467600"/>
              <a:gd name="connsiteY153" fmla="*/ 4206951 h 6858000"/>
              <a:gd name="connsiteX154" fmla="*/ 2819869 w 7467600"/>
              <a:gd name="connsiteY154" fmla="*/ 4252936 h 6858000"/>
              <a:gd name="connsiteX155" fmla="*/ 3143018 w 7467600"/>
              <a:gd name="connsiteY155" fmla="*/ 4332698 h 6858000"/>
              <a:gd name="connsiteX156" fmla="*/ 3241520 w 7467600"/>
              <a:gd name="connsiteY156" fmla="*/ 4385112 h 6858000"/>
              <a:gd name="connsiteX157" fmla="*/ 3374575 w 7467600"/>
              <a:gd name="connsiteY157" fmla="*/ 4451517 h 6858000"/>
              <a:gd name="connsiteX158" fmla="*/ 3505221 w 7467600"/>
              <a:gd name="connsiteY158" fmla="*/ 4480757 h 6858000"/>
              <a:gd name="connsiteX159" fmla="*/ 2626982 w 7467600"/>
              <a:gd name="connsiteY159" fmla="*/ 4206450 h 6858000"/>
              <a:gd name="connsiteX160" fmla="*/ 1310106 w 7467600"/>
              <a:gd name="connsiteY160" fmla="*/ 3943217 h 6858000"/>
              <a:gd name="connsiteX161" fmla="*/ 854994 w 7467600"/>
              <a:gd name="connsiteY161" fmla="*/ 4399136 h 6858000"/>
              <a:gd name="connsiteX162" fmla="*/ 742462 w 7467600"/>
              <a:gd name="connsiteY162" fmla="*/ 4594648 h 6858000"/>
              <a:gd name="connsiteX163" fmla="*/ 820602 w 7467600"/>
              <a:gd name="connsiteY163" fmla="*/ 4485915 h 6858000"/>
              <a:gd name="connsiteX164" fmla="*/ 878295 w 7467600"/>
              <a:gd name="connsiteY164" fmla="*/ 4403594 h 6858000"/>
              <a:gd name="connsiteX165" fmla="*/ 1240607 w 7467600"/>
              <a:gd name="connsiteY165" fmla="*/ 4010401 h 6858000"/>
              <a:gd name="connsiteX166" fmla="*/ 1310106 w 7467600"/>
              <a:gd name="connsiteY166" fmla="*/ 3943217 h 6858000"/>
              <a:gd name="connsiteX167" fmla="*/ 1423113 w 7467600"/>
              <a:gd name="connsiteY167" fmla="*/ 3874565 h 6858000"/>
              <a:gd name="connsiteX168" fmla="*/ 1260565 w 7467600"/>
              <a:gd name="connsiteY168" fmla="*/ 4031982 h 6858000"/>
              <a:gd name="connsiteX169" fmla="*/ 901900 w 7467600"/>
              <a:gd name="connsiteY169" fmla="*/ 4421236 h 6858000"/>
              <a:gd name="connsiteX170" fmla="*/ 845044 w 7467600"/>
              <a:gd name="connsiteY170" fmla="*/ 4502436 h 6858000"/>
              <a:gd name="connsiteX171" fmla="*/ 685926 w 7467600"/>
              <a:gd name="connsiteY171" fmla="*/ 4703069 h 6858000"/>
              <a:gd name="connsiteX172" fmla="*/ 684248 w 7467600"/>
              <a:gd name="connsiteY172" fmla="*/ 4706721 h 6858000"/>
              <a:gd name="connsiteX173" fmla="*/ 1423113 w 7467600"/>
              <a:gd name="connsiteY173" fmla="*/ 3874565 h 6858000"/>
              <a:gd name="connsiteX174" fmla="*/ 3316479 w 7467600"/>
              <a:gd name="connsiteY174" fmla="*/ 3872136 h 6858000"/>
              <a:gd name="connsiteX175" fmla="*/ 3546806 w 7467600"/>
              <a:gd name="connsiteY175" fmla="*/ 4356139 h 6858000"/>
              <a:gd name="connsiteX176" fmla="*/ 3364433 w 7467600"/>
              <a:gd name="connsiteY176" fmla="*/ 3953121 h 6858000"/>
              <a:gd name="connsiteX177" fmla="*/ 3316479 w 7467600"/>
              <a:gd name="connsiteY177" fmla="*/ 3872136 h 6858000"/>
              <a:gd name="connsiteX178" fmla="*/ 3291335 w 7467600"/>
              <a:gd name="connsiteY178" fmla="*/ 3767420 h 6858000"/>
              <a:gd name="connsiteX179" fmla="*/ 3390805 w 7467600"/>
              <a:gd name="connsiteY179" fmla="*/ 3937163 h 6858000"/>
              <a:gd name="connsiteX180" fmla="*/ 3579062 w 7467600"/>
              <a:gd name="connsiteY180" fmla="*/ 4359040 h 6858000"/>
              <a:gd name="connsiteX181" fmla="*/ 3467355 w 7467600"/>
              <a:gd name="connsiteY181" fmla="*/ 3988130 h 6858000"/>
              <a:gd name="connsiteX182" fmla="*/ 3310753 w 7467600"/>
              <a:gd name="connsiteY182" fmla="*/ 3787140 h 6858000"/>
              <a:gd name="connsiteX183" fmla="*/ 3291335 w 7467600"/>
              <a:gd name="connsiteY183" fmla="*/ 3767420 h 6858000"/>
              <a:gd name="connsiteX184" fmla="*/ 1635889 w 7467600"/>
              <a:gd name="connsiteY184" fmla="*/ 3709494 h 6858000"/>
              <a:gd name="connsiteX185" fmla="*/ 1634800 w 7467600"/>
              <a:gd name="connsiteY185" fmla="*/ 3731111 h 6858000"/>
              <a:gd name="connsiteX186" fmla="*/ 1635889 w 7467600"/>
              <a:gd name="connsiteY186" fmla="*/ 3709494 h 6858000"/>
              <a:gd name="connsiteX187" fmla="*/ 1510397 w 7467600"/>
              <a:gd name="connsiteY187" fmla="*/ 3684705 h 6858000"/>
              <a:gd name="connsiteX188" fmla="*/ 1146550 w 7467600"/>
              <a:gd name="connsiteY188" fmla="*/ 3802012 h 6858000"/>
              <a:gd name="connsiteX189" fmla="*/ 698834 w 7467600"/>
              <a:gd name="connsiteY189" fmla="*/ 3952272 h 6858000"/>
              <a:gd name="connsiteX190" fmla="*/ 34256 w 7467600"/>
              <a:gd name="connsiteY190" fmla="*/ 4347603 h 6858000"/>
              <a:gd name="connsiteX191" fmla="*/ 527241 w 7467600"/>
              <a:gd name="connsiteY191" fmla="*/ 4065078 h 6858000"/>
              <a:gd name="connsiteX192" fmla="*/ 1510397 w 7467600"/>
              <a:gd name="connsiteY192" fmla="*/ 3684705 h 6858000"/>
              <a:gd name="connsiteX193" fmla="*/ 1313114 w 7467600"/>
              <a:gd name="connsiteY193" fmla="*/ 3655216 h 6858000"/>
              <a:gd name="connsiteX194" fmla="*/ 1109304 w 7467600"/>
              <a:gd name="connsiteY194" fmla="*/ 3669030 h 6858000"/>
              <a:gd name="connsiteX195" fmla="*/ 8129 w 7467600"/>
              <a:gd name="connsiteY195" fmla="*/ 4330519 h 6858000"/>
              <a:gd name="connsiteX196" fmla="*/ 687572 w 7467600"/>
              <a:gd name="connsiteY196" fmla="*/ 3925629 h 6858000"/>
              <a:gd name="connsiteX197" fmla="*/ 1138365 w 7467600"/>
              <a:gd name="connsiteY197" fmla="*/ 3774515 h 6858000"/>
              <a:gd name="connsiteX198" fmla="*/ 1505579 w 7467600"/>
              <a:gd name="connsiteY198" fmla="*/ 3655526 h 6858000"/>
              <a:gd name="connsiteX199" fmla="*/ 1313114 w 7467600"/>
              <a:gd name="connsiteY199" fmla="*/ 3655216 h 6858000"/>
              <a:gd name="connsiteX200" fmla="*/ 3655073 w 7467600"/>
              <a:gd name="connsiteY200" fmla="*/ 3650884 h 6858000"/>
              <a:gd name="connsiteX201" fmla="*/ 3989938 w 7467600"/>
              <a:gd name="connsiteY201" fmla="*/ 3991685 h 6858000"/>
              <a:gd name="connsiteX202" fmla="*/ 4393907 w 7467600"/>
              <a:gd name="connsiteY202" fmla="*/ 4261258 h 6858000"/>
              <a:gd name="connsiteX203" fmla="*/ 4648051 w 7467600"/>
              <a:gd name="connsiteY203" fmla="*/ 4374051 h 6858000"/>
              <a:gd name="connsiteX204" fmla="*/ 4383389 w 7467600"/>
              <a:gd name="connsiteY204" fmla="*/ 4184369 h 6858000"/>
              <a:gd name="connsiteX205" fmla="*/ 4165508 w 7467600"/>
              <a:gd name="connsiteY205" fmla="*/ 4035196 h 6858000"/>
              <a:gd name="connsiteX206" fmla="*/ 4068162 w 7467600"/>
              <a:gd name="connsiteY206" fmla="*/ 3953394 h 6858000"/>
              <a:gd name="connsiteX207" fmla="*/ 3981416 w 7467600"/>
              <a:gd name="connsiteY207" fmla="*/ 3880482 h 6858000"/>
              <a:gd name="connsiteX208" fmla="*/ 3800147 w 7467600"/>
              <a:gd name="connsiteY208" fmla="*/ 3749872 h 6858000"/>
              <a:gd name="connsiteX209" fmla="*/ 3655073 w 7467600"/>
              <a:gd name="connsiteY209" fmla="*/ 3650884 h 6858000"/>
              <a:gd name="connsiteX210" fmla="*/ 3670252 w 7467600"/>
              <a:gd name="connsiteY210" fmla="*/ 3622798 h 6858000"/>
              <a:gd name="connsiteX211" fmla="*/ 3817258 w 7467600"/>
              <a:gd name="connsiteY211" fmla="*/ 3723577 h 6858000"/>
              <a:gd name="connsiteX212" fmla="*/ 4000461 w 7467600"/>
              <a:gd name="connsiteY212" fmla="*/ 3855966 h 6858000"/>
              <a:gd name="connsiteX213" fmla="*/ 4088180 w 7467600"/>
              <a:gd name="connsiteY213" fmla="*/ 3929774 h 6858000"/>
              <a:gd name="connsiteX214" fmla="*/ 4184555 w 7467600"/>
              <a:gd name="connsiteY214" fmla="*/ 4010683 h 6858000"/>
              <a:gd name="connsiteX215" fmla="*/ 4399563 w 7467600"/>
              <a:gd name="connsiteY215" fmla="*/ 4158106 h 6858000"/>
              <a:gd name="connsiteX216" fmla="*/ 4684469 w 7467600"/>
              <a:gd name="connsiteY216" fmla="*/ 4364680 h 6858000"/>
              <a:gd name="connsiteX217" fmla="*/ 4690271 w 7467600"/>
              <a:gd name="connsiteY217" fmla="*/ 4370034 h 6858000"/>
              <a:gd name="connsiteX218" fmla="*/ 4136093 w 7467600"/>
              <a:gd name="connsiteY218" fmla="*/ 3858466 h 6858000"/>
              <a:gd name="connsiteX219" fmla="*/ 3670252 w 7467600"/>
              <a:gd name="connsiteY219" fmla="*/ 3622798 h 6858000"/>
              <a:gd name="connsiteX220" fmla="*/ 4440129 w 7467600"/>
              <a:gd name="connsiteY220" fmla="*/ 3448571 h 6858000"/>
              <a:gd name="connsiteX221" fmla="*/ 4856525 w 7467600"/>
              <a:gd name="connsiteY221" fmla="*/ 3915351 h 6858000"/>
              <a:gd name="connsiteX222" fmla="*/ 5059055 w 7467600"/>
              <a:gd name="connsiteY222" fmla="*/ 4108918 h 6858000"/>
              <a:gd name="connsiteX223" fmla="*/ 5290070 w 7467600"/>
              <a:gd name="connsiteY223" fmla="*/ 4263619 h 6858000"/>
              <a:gd name="connsiteX224" fmla="*/ 4834991 w 7467600"/>
              <a:gd name="connsiteY224" fmla="*/ 3830985 h 6858000"/>
              <a:gd name="connsiteX225" fmla="*/ 4440129 w 7467600"/>
              <a:gd name="connsiteY225" fmla="*/ 3448571 h 6858000"/>
              <a:gd name="connsiteX226" fmla="*/ 4441737 w 7467600"/>
              <a:gd name="connsiteY226" fmla="*/ 3399734 h 6858000"/>
              <a:gd name="connsiteX227" fmla="*/ 4431236 w 7467600"/>
              <a:gd name="connsiteY227" fmla="*/ 3400954 h 6858000"/>
              <a:gd name="connsiteX228" fmla="*/ 4557150 w 7467600"/>
              <a:gd name="connsiteY228" fmla="*/ 3510023 h 6858000"/>
              <a:gd name="connsiteX229" fmla="*/ 4856936 w 7467600"/>
              <a:gd name="connsiteY229" fmla="*/ 3809146 h 6858000"/>
              <a:gd name="connsiteX230" fmla="*/ 5111996 w 7467600"/>
              <a:gd name="connsiteY230" fmla="*/ 4065759 h 6858000"/>
              <a:gd name="connsiteX231" fmla="*/ 5388878 w 7467600"/>
              <a:gd name="connsiteY231" fmla="*/ 4300185 h 6858000"/>
              <a:gd name="connsiteX232" fmla="*/ 5425556 w 7467600"/>
              <a:gd name="connsiteY232" fmla="*/ 4308967 h 6858000"/>
              <a:gd name="connsiteX233" fmla="*/ 4943646 w 7467600"/>
              <a:gd name="connsiteY233" fmla="*/ 3822916 h 6858000"/>
              <a:gd name="connsiteX234" fmla="*/ 4594837 w 7467600"/>
              <a:gd name="connsiteY234" fmla="*/ 3532274 h 6858000"/>
              <a:gd name="connsiteX235" fmla="*/ 4441737 w 7467600"/>
              <a:gd name="connsiteY235" fmla="*/ 3399734 h 6858000"/>
              <a:gd name="connsiteX236" fmla="*/ 5425834 w 7467600"/>
              <a:gd name="connsiteY236" fmla="*/ 3162785 h 6858000"/>
              <a:gd name="connsiteX237" fmla="*/ 5401644 w 7467600"/>
              <a:gd name="connsiteY237" fmla="*/ 3617847 h 6858000"/>
              <a:gd name="connsiteX238" fmla="*/ 5467256 w 7467600"/>
              <a:gd name="connsiteY238" fmla="*/ 4175494 h 6858000"/>
              <a:gd name="connsiteX239" fmla="*/ 5448069 w 7467600"/>
              <a:gd name="connsiteY239" fmla="*/ 3567554 h 6858000"/>
              <a:gd name="connsiteX240" fmla="*/ 5425834 w 7467600"/>
              <a:gd name="connsiteY240" fmla="*/ 3162785 h 6858000"/>
              <a:gd name="connsiteX241" fmla="*/ 1318687 w 7467600"/>
              <a:gd name="connsiteY241" fmla="*/ 3113840 h 6858000"/>
              <a:gd name="connsiteX242" fmla="*/ 1066793 w 7467600"/>
              <a:gd name="connsiteY242" fmla="*/ 3212171 h 6858000"/>
              <a:gd name="connsiteX243" fmla="*/ 993319 w 7467600"/>
              <a:gd name="connsiteY243" fmla="*/ 3247648 h 6858000"/>
              <a:gd name="connsiteX244" fmla="*/ 853081 w 7467600"/>
              <a:gd name="connsiteY244" fmla="*/ 3312410 h 6858000"/>
              <a:gd name="connsiteX245" fmla="*/ 805957 w 7467600"/>
              <a:gd name="connsiteY245" fmla="*/ 3330443 h 6858000"/>
              <a:gd name="connsiteX246" fmla="*/ 1318687 w 7467600"/>
              <a:gd name="connsiteY246" fmla="*/ 3113840 h 6858000"/>
              <a:gd name="connsiteX247" fmla="*/ 5453702 w 7467600"/>
              <a:gd name="connsiteY247" fmla="*/ 3090882 h 6858000"/>
              <a:gd name="connsiteX248" fmla="*/ 5480135 w 7467600"/>
              <a:gd name="connsiteY248" fmla="*/ 3565802 h 6858000"/>
              <a:gd name="connsiteX249" fmla="*/ 5499023 w 7467600"/>
              <a:gd name="connsiteY249" fmla="*/ 4166310 h 6858000"/>
              <a:gd name="connsiteX250" fmla="*/ 5547022 w 7467600"/>
              <a:gd name="connsiteY250" fmla="*/ 3607838 h 6858000"/>
              <a:gd name="connsiteX251" fmla="*/ 5515964 w 7467600"/>
              <a:gd name="connsiteY251" fmla="*/ 3378541 h 6858000"/>
              <a:gd name="connsiteX252" fmla="*/ 5453702 w 7467600"/>
              <a:gd name="connsiteY252" fmla="*/ 3090882 h 6858000"/>
              <a:gd name="connsiteX253" fmla="*/ 1238695 w 7467600"/>
              <a:gd name="connsiteY253" fmla="*/ 3076820 h 6858000"/>
              <a:gd name="connsiteX254" fmla="*/ 716371 w 7467600"/>
              <a:gd name="connsiteY254" fmla="*/ 3293249 h 6858000"/>
              <a:gd name="connsiteX255" fmla="*/ 579522 w 7467600"/>
              <a:gd name="connsiteY255" fmla="*/ 3371759 h 6858000"/>
              <a:gd name="connsiteX256" fmla="*/ 600288 w 7467600"/>
              <a:gd name="connsiteY256" fmla="*/ 3365555 h 6858000"/>
              <a:gd name="connsiteX257" fmla="*/ 840692 w 7467600"/>
              <a:gd name="connsiteY257" fmla="*/ 3284921 h 6858000"/>
              <a:gd name="connsiteX258" fmla="*/ 979248 w 7467600"/>
              <a:gd name="connsiteY258" fmla="*/ 3221003 h 6858000"/>
              <a:gd name="connsiteX259" fmla="*/ 1053282 w 7467600"/>
              <a:gd name="connsiteY259" fmla="*/ 3185247 h 6858000"/>
              <a:gd name="connsiteX260" fmla="*/ 1320603 w 7467600"/>
              <a:gd name="connsiteY260" fmla="*/ 3081281 h 6858000"/>
              <a:gd name="connsiteX261" fmla="*/ 1238695 w 7467600"/>
              <a:gd name="connsiteY261" fmla="*/ 3076820 h 6858000"/>
              <a:gd name="connsiteX262" fmla="*/ 5425627 w 7467600"/>
              <a:gd name="connsiteY262" fmla="*/ 2954192 h 6858000"/>
              <a:gd name="connsiteX263" fmla="*/ 5470770 w 7467600"/>
              <a:gd name="connsiteY263" fmla="*/ 3005435 h 6858000"/>
              <a:gd name="connsiteX264" fmla="*/ 5519779 w 7467600"/>
              <a:gd name="connsiteY264" fmla="*/ 4359223 h 6858000"/>
              <a:gd name="connsiteX265" fmla="*/ 5520293 w 7467600"/>
              <a:gd name="connsiteY265" fmla="*/ 4360602 h 6858000"/>
              <a:gd name="connsiteX266" fmla="*/ 5767221 w 7467600"/>
              <a:gd name="connsiteY266" fmla="*/ 4665564 h 6858000"/>
              <a:gd name="connsiteX267" fmla="*/ 6937169 w 7467600"/>
              <a:gd name="connsiteY267" fmla="*/ 4815941 h 6858000"/>
              <a:gd name="connsiteX268" fmla="*/ 6953922 w 7467600"/>
              <a:gd name="connsiteY268" fmla="*/ 4890068 h 6858000"/>
              <a:gd name="connsiteX269" fmla="*/ 6071359 w 7467600"/>
              <a:gd name="connsiteY269" fmla="*/ 4770770 h 6858000"/>
              <a:gd name="connsiteX270" fmla="*/ 6038839 w 7467600"/>
              <a:gd name="connsiteY270" fmla="*/ 4764474 h 6858000"/>
              <a:gd name="connsiteX271" fmla="*/ 6038706 w 7467600"/>
              <a:gd name="connsiteY271" fmla="*/ 4763847 h 6858000"/>
              <a:gd name="connsiteX272" fmla="*/ 6037784 w 7467600"/>
              <a:gd name="connsiteY272" fmla="*/ 4764270 h 6858000"/>
              <a:gd name="connsiteX273" fmla="*/ 6038839 w 7467600"/>
              <a:gd name="connsiteY273" fmla="*/ 4764474 h 6858000"/>
              <a:gd name="connsiteX274" fmla="*/ 6040338 w 7467600"/>
              <a:gd name="connsiteY274" fmla="*/ 4771418 h 6858000"/>
              <a:gd name="connsiteX275" fmla="*/ 6024488 w 7467600"/>
              <a:gd name="connsiteY275" fmla="*/ 4809903 h 6858000"/>
              <a:gd name="connsiteX276" fmla="*/ 5599771 w 7467600"/>
              <a:gd name="connsiteY276" fmla="*/ 5509652 h 6858000"/>
              <a:gd name="connsiteX277" fmla="*/ 5548843 w 7467600"/>
              <a:gd name="connsiteY277" fmla="*/ 5563845 h 6858000"/>
              <a:gd name="connsiteX278" fmla="*/ 5940952 w 7467600"/>
              <a:gd name="connsiteY278" fmla="*/ 6250028 h 6858000"/>
              <a:gd name="connsiteX279" fmla="*/ 6043441 w 7467600"/>
              <a:gd name="connsiteY279" fmla="*/ 6665847 h 6858000"/>
              <a:gd name="connsiteX280" fmla="*/ 6093432 w 7467600"/>
              <a:gd name="connsiteY280" fmla="*/ 6858000 h 6858000"/>
              <a:gd name="connsiteX281" fmla="*/ 6034344 w 7467600"/>
              <a:gd name="connsiteY281" fmla="*/ 6858000 h 6858000"/>
              <a:gd name="connsiteX282" fmla="*/ 6026679 w 7467600"/>
              <a:gd name="connsiteY282" fmla="*/ 6836959 h 6858000"/>
              <a:gd name="connsiteX283" fmla="*/ 5800441 w 7467600"/>
              <a:gd name="connsiteY283" fmla="*/ 6335286 h 6858000"/>
              <a:gd name="connsiteX284" fmla="*/ 5526562 w 7467600"/>
              <a:gd name="connsiteY284" fmla="*/ 5705388 h 6858000"/>
              <a:gd name="connsiteX285" fmla="*/ 5519640 w 7467600"/>
              <a:gd name="connsiteY285" fmla="*/ 5683774 h 6858000"/>
              <a:gd name="connsiteX286" fmla="*/ 5844559 w 7467600"/>
              <a:gd name="connsiteY286" fmla="*/ 6553349 h 6858000"/>
              <a:gd name="connsiteX287" fmla="*/ 5975994 w 7467600"/>
              <a:gd name="connsiteY287" fmla="*/ 6858000 h 6858000"/>
              <a:gd name="connsiteX288" fmla="*/ 5898547 w 7467600"/>
              <a:gd name="connsiteY288" fmla="*/ 6858000 h 6858000"/>
              <a:gd name="connsiteX289" fmla="*/ 5682041 w 7467600"/>
              <a:gd name="connsiteY289" fmla="*/ 6355860 h 6858000"/>
              <a:gd name="connsiteX290" fmla="*/ 5461758 w 7467600"/>
              <a:gd name="connsiteY290" fmla="*/ 5820220 h 6858000"/>
              <a:gd name="connsiteX291" fmla="*/ 5237282 w 7467600"/>
              <a:gd name="connsiteY291" fmla="*/ 6579086 h 6858000"/>
              <a:gd name="connsiteX292" fmla="*/ 5115009 w 7467600"/>
              <a:gd name="connsiteY292" fmla="*/ 6858000 h 6858000"/>
              <a:gd name="connsiteX293" fmla="*/ 5028074 w 7467600"/>
              <a:gd name="connsiteY293" fmla="*/ 6858000 h 6858000"/>
              <a:gd name="connsiteX294" fmla="*/ 5079508 w 7467600"/>
              <a:gd name="connsiteY294" fmla="*/ 6749074 h 6858000"/>
              <a:gd name="connsiteX295" fmla="*/ 5371846 w 7467600"/>
              <a:gd name="connsiteY295" fmla="*/ 5924413 h 6858000"/>
              <a:gd name="connsiteX296" fmla="*/ 5270512 w 7467600"/>
              <a:gd name="connsiteY296" fmla="*/ 6138975 h 6858000"/>
              <a:gd name="connsiteX297" fmla="*/ 5062409 w 7467600"/>
              <a:gd name="connsiteY297" fmla="*/ 6653544 h 6858000"/>
              <a:gd name="connsiteX298" fmla="*/ 5036628 w 7467600"/>
              <a:gd name="connsiteY298" fmla="*/ 6754247 h 6858000"/>
              <a:gd name="connsiteX299" fmla="*/ 5009112 w 7467600"/>
              <a:gd name="connsiteY299" fmla="*/ 6858000 h 6858000"/>
              <a:gd name="connsiteX300" fmla="*/ 4976679 w 7467600"/>
              <a:gd name="connsiteY300" fmla="*/ 6858000 h 6858000"/>
              <a:gd name="connsiteX301" fmla="*/ 5006537 w 7467600"/>
              <a:gd name="connsiteY301" fmla="*/ 6747068 h 6858000"/>
              <a:gd name="connsiteX302" fmla="*/ 5032723 w 7467600"/>
              <a:gd name="connsiteY302" fmla="*/ 6644957 h 6858000"/>
              <a:gd name="connsiteX303" fmla="*/ 5242949 w 7467600"/>
              <a:gd name="connsiteY303" fmla="*/ 6125175 h 6858000"/>
              <a:gd name="connsiteX304" fmla="*/ 5286321 w 7467600"/>
              <a:gd name="connsiteY304" fmla="*/ 6033555 h 6858000"/>
              <a:gd name="connsiteX305" fmla="*/ 5008210 w 7467600"/>
              <a:gd name="connsiteY305" fmla="*/ 6649194 h 6858000"/>
              <a:gd name="connsiteX306" fmla="*/ 4986321 w 7467600"/>
              <a:gd name="connsiteY306" fmla="*/ 6765687 h 6858000"/>
              <a:gd name="connsiteX307" fmla="*/ 4973474 w 7467600"/>
              <a:gd name="connsiteY307" fmla="*/ 6858000 h 6858000"/>
              <a:gd name="connsiteX308" fmla="*/ 4907178 w 7467600"/>
              <a:gd name="connsiteY308" fmla="*/ 6858000 h 6858000"/>
              <a:gd name="connsiteX309" fmla="*/ 4910810 w 7467600"/>
              <a:gd name="connsiteY309" fmla="*/ 6829660 h 6858000"/>
              <a:gd name="connsiteX310" fmla="*/ 4987461 w 7467600"/>
              <a:gd name="connsiteY310" fmla="*/ 6432994 h 6858000"/>
              <a:gd name="connsiteX311" fmla="*/ 5179262 w 7467600"/>
              <a:gd name="connsiteY311" fmla="*/ 6035044 h 6858000"/>
              <a:gd name="connsiteX312" fmla="*/ 4689678 w 7467600"/>
              <a:gd name="connsiteY312" fmla="*/ 6440241 h 6858000"/>
              <a:gd name="connsiteX313" fmla="*/ 4477543 w 7467600"/>
              <a:gd name="connsiteY313" fmla="*/ 6674836 h 6858000"/>
              <a:gd name="connsiteX314" fmla="*/ 4329957 w 7467600"/>
              <a:gd name="connsiteY314" fmla="*/ 6858000 h 6858000"/>
              <a:gd name="connsiteX315" fmla="*/ 4218595 w 7467600"/>
              <a:gd name="connsiteY315" fmla="*/ 6858000 h 6858000"/>
              <a:gd name="connsiteX316" fmla="*/ 4368888 w 7467600"/>
              <a:gd name="connsiteY316" fmla="*/ 6668412 h 6858000"/>
              <a:gd name="connsiteX317" fmla="*/ 4563091 w 7467600"/>
              <a:gd name="connsiteY317" fmla="*/ 6442508 h 6858000"/>
              <a:gd name="connsiteX318" fmla="*/ 5387324 w 7467600"/>
              <a:gd name="connsiteY318" fmla="*/ 5705830 h 6858000"/>
              <a:gd name="connsiteX319" fmla="*/ 5073620 w 7467600"/>
              <a:gd name="connsiteY319" fmla="*/ 5955437 h 6858000"/>
              <a:gd name="connsiteX320" fmla="*/ 4689789 w 7467600"/>
              <a:gd name="connsiteY320" fmla="*/ 6268382 h 6858000"/>
              <a:gd name="connsiteX321" fmla="*/ 4418722 w 7467600"/>
              <a:gd name="connsiteY321" fmla="*/ 6570886 h 6858000"/>
              <a:gd name="connsiteX322" fmla="*/ 4214944 w 7467600"/>
              <a:gd name="connsiteY322" fmla="*/ 6858000 h 6858000"/>
              <a:gd name="connsiteX323" fmla="*/ 4177898 w 7467600"/>
              <a:gd name="connsiteY323" fmla="*/ 6858000 h 6858000"/>
              <a:gd name="connsiteX324" fmla="*/ 4391597 w 7467600"/>
              <a:gd name="connsiteY324" fmla="*/ 6556370 h 6858000"/>
              <a:gd name="connsiteX325" fmla="*/ 4668889 w 7467600"/>
              <a:gd name="connsiteY325" fmla="*/ 6246399 h 6858000"/>
              <a:gd name="connsiteX326" fmla="*/ 5055427 w 7467600"/>
              <a:gd name="connsiteY326" fmla="*/ 5931476 h 6858000"/>
              <a:gd name="connsiteX327" fmla="*/ 5371814 w 7467600"/>
              <a:gd name="connsiteY327" fmla="*/ 5678975 h 6858000"/>
              <a:gd name="connsiteX328" fmla="*/ 4987918 w 7467600"/>
              <a:gd name="connsiteY328" fmla="*/ 5838701 h 6858000"/>
              <a:gd name="connsiteX329" fmla="*/ 4317146 w 7467600"/>
              <a:gd name="connsiteY329" fmla="*/ 6587716 h 6858000"/>
              <a:gd name="connsiteX330" fmla="*/ 4171627 w 7467600"/>
              <a:gd name="connsiteY330" fmla="*/ 6858000 h 6858000"/>
              <a:gd name="connsiteX331" fmla="*/ 4081585 w 7467600"/>
              <a:gd name="connsiteY331" fmla="*/ 6858000 h 6858000"/>
              <a:gd name="connsiteX332" fmla="*/ 4238603 w 7467600"/>
              <a:gd name="connsiteY332" fmla="*/ 6559341 h 6858000"/>
              <a:gd name="connsiteX333" fmla="*/ 4778333 w 7467600"/>
              <a:gd name="connsiteY333" fmla="*/ 5873626 h 6858000"/>
              <a:gd name="connsiteX334" fmla="*/ 5414185 w 7467600"/>
              <a:gd name="connsiteY334" fmla="*/ 5573882 h 6858000"/>
              <a:gd name="connsiteX335" fmla="*/ 5959648 w 7467600"/>
              <a:gd name="connsiteY335" fmla="*/ 4760797 h 6858000"/>
              <a:gd name="connsiteX336" fmla="*/ 5355019 w 7467600"/>
              <a:gd name="connsiteY336" fmla="*/ 4734672 h 6858000"/>
              <a:gd name="connsiteX337" fmla="*/ 5083565 w 7467600"/>
              <a:gd name="connsiteY337" fmla="*/ 5179121 h 6858000"/>
              <a:gd name="connsiteX338" fmla="*/ 4713577 w 7467600"/>
              <a:gd name="connsiteY338" fmla="*/ 5616803 h 6858000"/>
              <a:gd name="connsiteX339" fmla="*/ 3989559 w 7467600"/>
              <a:gd name="connsiteY339" fmla="*/ 6145945 h 6858000"/>
              <a:gd name="connsiteX340" fmla="*/ 3939824 w 7467600"/>
              <a:gd name="connsiteY340" fmla="*/ 6066900 h 6858000"/>
              <a:gd name="connsiteX341" fmla="*/ 4584537 w 7467600"/>
              <a:gd name="connsiteY341" fmla="*/ 5324826 h 6858000"/>
              <a:gd name="connsiteX342" fmla="*/ 5037105 w 7467600"/>
              <a:gd name="connsiteY342" fmla="*/ 5088765 h 6858000"/>
              <a:gd name="connsiteX343" fmla="*/ 5039930 w 7467600"/>
              <a:gd name="connsiteY343" fmla="*/ 5089585 h 6858000"/>
              <a:gd name="connsiteX344" fmla="*/ 5263764 w 7467600"/>
              <a:gd name="connsiteY344" fmla="*/ 4735525 h 6858000"/>
              <a:gd name="connsiteX345" fmla="*/ 4086300 w 7467600"/>
              <a:gd name="connsiteY345" fmla="*/ 4884599 h 6858000"/>
              <a:gd name="connsiteX346" fmla="*/ 4085485 w 7467600"/>
              <a:gd name="connsiteY346" fmla="*/ 4899070 h 6858000"/>
              <a:gd name="connsiteX347" fmla="*/ 3871915 w 7467600"/>
              <a:gd name="connsiteY347" fmla="*/ 5253645 h 6858000"/>
              <a:gd name="connsiteX348" fmla="*/ 3799374 w 7467600"/>
              <a:gd name="connsiteY348" fmla="*/ 5466127 h 6858000"/>
              <a:gd name="connsiteX349" fmla="*/ 3498850 w 7467600"/>
              <a:gd name="connsiteY349" fmla="*/ 6661888 h 6858000"/>
              <a:gd name="connsiteX350" fmla="*/ 3399216 w 7467600"/>
              <a:gd name="connsiteY350" fmla="*/ 6858000 h 6858000"/>
              <a:gd name="connsiteX351" fmla="*/ 3303688 w 7467600"/>
              <a:gd name="connsiteY351" fmla="*/ 6858000 h 6858000"/>
              <a:gd name="connsiteX352" fmla="*/ 3391774 w 7467600"/>
              <a:gd name="connsiteY352" fmla="*/ 6697181 h 6858000"/>
              <a:gd name="connsiteX353" fmla="*/ 3735540 w 7467600"/>
              <a:gd name="connsiteY353" fmla="*/ 5546923 h 6858000"/>
              <a:gd name="connsiteX354" fmla="*/ 3729438 w 7467600"/>
              <a:gd name="connsiteY354" fmla="*/ 5569058 h 6858000"/>
              <a:gd name="connsiteX355" fmla="*/ 3707782 w 7467600"/>
              <a:gd name="connsiteY355" fmla="*/ 5644908 h 6858000"/>
              <a:gd name="connsiteX356" fmla="*/ 3583827 w 7467600"/>
              <a:gd name="connsiteY356" fmla="*/ 6039215 h 6858000"/>
              <a:gd name="connsiteX357" fmla="*/ 3547861 w 7467600"/>
              <a:gd name="connsiteY357" fmla="*/ 6129609 h 6858000"/>
              <a:gd name="connsiteX358" fmla="*/ 3490905 w 7467600"/>
              <a:gd name="connsiteY358" fmla="*/ 6277660 h 6858000"/>
              <a:gd name="connsiteX359" fmla="*/ 3455859 w 7467600"/>
              <a:gd name="connsiteY359" fmla="*/ 6391301 h 6858000"/>
              <a:gd name="connsiteX360" fmla="*/ 3429112 w 7467600"/>
              <a:gd name="connsiteY360" fmla="*/ 6479469 h 6858000"/>
              <a:gd name="connsiteX361" fmla="*/ 3304862 w 7467600"/>
              <a:gd name="connsiteY361" fmla="*/ 6796476 h 6858000"/>
              <a:gd name="connsiteX362" fmla="*/ 3276071 w 7467600"/>
              <a:gd name="connsiteY362" fmla="*/ 6858000 h 6858000"/>
              <a:gd name="connsiteX363" fmla="*/ 3240805 w 7467600"/>
              <a:gd name="connsiteY363" fmla="*/ 6858000 h 6858000"/>
              <a:gd name="connsiteX364" fmla="*/ 3275917 w 7467600"/>
              <a:gd name="connsiteY364" fmla="*/ 6783192 h 6858000"/>
              <a:gd name="connsiteX365" fmla="*/ 3399358 w 7467600"/>
              <a:gd name="connsiteY365" fmla="*/ 6469011 h 6858000"/>
              <a:gd name="connsiteX366" fmla="*/ 3425650 w 7467600"/>
              <a:gd name="connsiteY366" fmla="*/ 6381333 h 6858000"/>
              <a:gd name="connsiteX367" fmla="*/ 3460661 w 7467600"/>
              <a:gd name="connsiteY367" fmla="*/ 6266763 h 6858000"/>
              <a:gd name="connsiteX368" fmla="*/ 3518021 w 7467600"/>
              <a:gd name="connsiteY368" fmla="*/ 6117298 h 6858000"/>
              <a:gd name="connsiteX369" fmla="*/ 3554035 w 7467600"/>
              <a:gd name="connsiteY369" fmla="*/ 6027832 h 6858000"/>
              <a:gd name="connsiteX370" fmla="*/ 3677174 w 7467600"/>
              <a:gd name="connsiteY370" fmla="*/ 5636351 h 6858000"/>
              <a:gd name="connsiteX371" fmla="*/ 3698819 w 7467600"/>
              <a:gd name="connsiteY371" fmla="*/ 5560503 h 6858000"/>
              <a:gd name="connsiteX372" fmla="*/ 3702094 w 7467600"/>
              <a:gd name="connsiteY372" fmla="*/ 5549194 h 6858000"/>
              <a:gd name="connsiteX373" fmla="*/ 3398355 w 7467600"/>
              <a:gd name="connsiteY373" fmla="*/ 6094603 h 6858000"/>
              <a:gd name="connsiteX374" fmla="*/ 3193941 w 7467600"/>
              <a:gd name="connsiteY374" fmla="*/ 6798775 h 6858000"/>
              <a:gd name="connsiteX375" fmla="*/ 3184140 w 7467600"/>
              <a:gd name="connsiteY375" fmla="*/ 6858000 h 6858000"/>
              <a:gd name="connsiteX376" fmla="*/ 3099978 w 7467600"/>
              <a:gd name="connsiteY376" fmla="*/ 6858000 h 6858000"/>
              <a:gd name="connsiteX377" fmla="*/ 3101556 w 7467600"/>
              <a:gd name="connsiteY377" fmla="*/ 6843337 h 6858000"/>
              <a:gd name="connsiteX378" fmla="*/ 3370162 w 7467600"/>
              <a:gd name="connsiteY378" fmla="*/ 5785550 h 6858000"/>
              <a:gd name="connsiteX379" fmla="*/ 3746477 w 7467600"/>
              <a:gd name="connsiteY379" fmla="*/ 5377889 h 6858000"/>
              <a:gd name="connsiteX380" fmla="*/ 3863399 w 7467600"/>
              <a:gd name="connsiteY380" fmla="*/ 5087257 h 6858000"/>
              <a:gd name="connsiteX381" fmla="*/ 3968712 w 7467600"/>
              <a:gd name="connsiteY381" fmla="*/ 4913989 h 6858000"/>
              <a:gd name="connsiteX382" fmla="*/ 2792390 w 7467600"/>
              <a:gd name="connsiteY382" fmla="*/ 5382974 h 6858000"/>
              <a:gd name="connsiteX383" fmla="*/ 2714982 w 7467600"/>
              <a:gd name="connsiteY383" fmla="*/ 5427051 h 6858000"/>
              <a:gd name="connsiteX384" fmla="*/ 2813361 w 7467600"/>
              <a:gd name="connsiteY384" fmla="*/ 6023912 h 6858000"/>
              <a:gd name="connsiteX385" fmla="*/ 2688430 w 7467600"/>
              <a:gd name="connsiteY385" fmla="*/ 6801564 h 6858000"/>
              <a:gd name="connsiteX386" fmla="*/ 2629626 w 7467600"/>
              <a:gd name="connsiteY386" fmla="*/ 6763394 h 6858000"/>
              <a:gd name="connsiteX387" fmla="*/ 2565328 w 7467600"/>
              <a:gd name="connsiteY387" fmla="*/ 5516399 h 6858000"/>
              <a:gd name="connsiteX388" fmla="*/ 1922999 w 7467600"/>
              <a:gd name="connsiteY388" fmla="*/ 5980343 h 6858000"/>
              <a:gd name="connsiteX389" fmla="*/ 1950261 w 7467600"/>
              <a:gd name="connsiteY389" fmla="*/ 6405858 h 6858000"/>
              <a:gd name="connsiteX390" fmla="*/ 2365554 w 7467600"/>
              <a:gd name="connsiteY390" fmla="*/ 6759107 h 6858000"/>
              <a:gd name="connsiteX391" fmla="*/ 2424142 w 7467600"/>
              <a:gd name="connsiteY391" fmla="*/ 6858000 h 6858000"/>
              <a:gd name="connsiteX392" fmla="*/ 2395994 w 7467600"/>
              <a:gd name="connsiteY392" fmla="*/ 6858000 h 6858000"/>
              <a:gd name="connsiteX393" fmla="*/ 2392863 w 7467600"/>
              <a:gd name="connsiteY393" fmla="*/ 6852964 h 6858000"/>
              <a:gd name="connsiteX394" fmla="*/ 2017589 w 7467600"/>
              <a:gd name="connsiteY394" fmla="*/ 6493982 h 6858000"/>
              <a:gd name="connsiteX395" fmla="*/ 2147336 w 7467600"/>
              <a:gd name="connsiteY395" fmla="*/ 6594052 h 6858000"/>
              <a:gd name="connsiteX396" fmla="*/ 2207047 w 7467600"/>
              <a:gd name="connsiteY396" fmla="*/ 6654540 h 6858000"/>
              <a:gd name="connsiteX397" fmla="*/ 2299106 w 7467600"/>
              <a:gd name="connsiteY397" fmla="*/ 6778931 h 6858000"/>
              <a:gd name="connsiteX398" fmla="*/ 2314430 w 7467600"/>
              <a:gd name="connsiteY398" fmla="*/ 6801144 h 6858000"/>
              <a:gd name="connsiteX399" fmla="*/ 2352406 w 7467600"/>
              <a:gd name="connsiteY399" fmla="*/ 6858000 h 6858000"/>
              <a:gd name="connsiteX400" fmla="*/ 2314492 w 7467600"/>
              <a:gd name="connsiteY400" fmla="*/ 6858000 h 6858000"/>
              <a:gd name="connsiteX401" fmla="*/ 2288095 w 7467600"/>
              <a:gd name="connsiteY401" fmla="*/ 6818030 h 6858000"/>
              <a:gd name="connsiteX402" fmla="*/ 2272768 w 7467600"/>
              <a:gd name="connsiteY402" fmla="*/ 6795822 h 6858000"/>
              <a:gd name="connsiteX403" fmla="*/ 2182715 w 7467600"/>
              <a:gd name="connsiteY403" fmla="*/ 6675071 h 6858000"/>
              <a:gd name="connsiteX404" fmla="*/ 2032061 w 7467600"/>
              <a:gd name="connsiteY404" fmla="*/ 6541380 h 6858000"/>
              <a:gd name="connsiteX405" fmla="*/ 2257220 w 7467600"/>
              <a:gd name="connsiteY405" fmla="*/ 6826257 h 6858000"/>
              <a:gd name="connsiteX406" fmla="*/ 2281324 w 7467600"/>
              <a:gd name="connsiteY406" fmla="*/ 6858000 h 6858000"/>
              <a:gd name="connsiteX407" fmla="*/ 2242860 w 7467600"/>
              <a:gd name="connsiteY407" fmla="*/ 6858000 h 6858000"/>
              <a:gd name="connsiteX408" fmla="*/ 2232818 w 7467600"/>
              <a:gd name="connsiteY408" fmla="*/ 6844926 h 6858000"/>
              <a:gd name="connsiteX409" fmla="*/ 1990172 w 7467600"/>
              <a:gd name="connsiteY409" fmla="*/ 6542121 h 6858000"/>
              <a:gd name="connsiteX410" fmla="*/ 2124090 w 7467600"/>
              <a:gd name="connsiteY410" fmla="*/ 6761017 h 6858000"/>
              <a:gd name="connsiteX411" fmla="*/ 2200380 w 7467600"/>
              <a:gd name="connsiteY411" fmla="*/ 6858000 h 6858000"/>
              <a:gd name="connsiteX412" fmla="*/ 2147507 w 7467600"/>
              <a:gd name="connsiteY412" fmla="*/ 6858000 h 6858000"/>
              <a:gd name="connsiteX413" fmla="*/ 2070668 w 7467600"/>
              <a:gd name="connsiteY413" fmla="*/ 6761520 h 6858000"/>
              <a:gd name="connsiteX414" fmla="*/ 1975142 w 7467600"/>
              <a:gd name="connsiteY414" fmla="*/ 6585570 h 6858000"/>
              <a:gd name="connsiteX415" fmla="*/ 2050035 w 7467600"/>
              <a:gd name="connsiteY415" fmla="*/ 6813345 h 6858000"/>
              <a:gd name="connsiteX416" fmla="*/ 2063025 w 7467600"/>
              <a:gd name="connsiteY416" fmla="*/ 6858000 h 6858000"/>
              <a:gd name="connsiteX417" fmla="*/ 2021675 w 7467600"/>
              <a:gd name="connsiteY417" fmla="*/ 6858000 h 6858000"/>
              <a:gd name="connsiteX418" fmla="*/ 2019308 w 7467600"/>
              <a:gd name="connsiteY418" fmla="*/ 6847118 h 6858000"/>
              <a:gd name="connsiteX419" fmla="*/ 1938835 w 7467600"/>
              <a:gd name="connsiteY419" fmla="*/ 6551160 h 6858000"/>
              <a:gd name="connsiteX420" fmla="*/ 1953230 w 7467600"/>
              <a:gd name="connsiteY420" fmla="*/ 6759699 h 6858000"/>
              <a:gd name="connsiteX421" fmla="*/ 1956763 w 7467600"/>
              <a:gd name="connsiteY421" fmla="*/ 6778191 h 6858000"/>
              <a:gd name="connsiteX422" fmla="*/ 1967925 w 7467600"/>
              <a:gd name="connsiteY422" fmla="*/ 6858000 h 6858000"/>
              <a:gd name="connsiteX423" fmla="*/ 1936622 w 7467600"/>
              <a:gd name="connsiteY423" fmla="*/ 6858000 h 6858000"/>
              <a:gd name="connsiteX424" fmla="*/ 1926261 w 7467600"/>
              <a:gd name="connsiteY424" fmla="*/ 6784064 h 6858000"/>
              <a:gd name="connsiteX425" fmla="*/ 1922724 w 7467600"/>
              <a:gd name="connsiteY425" fmla="*/ 6765577 h 6858000"/>
              <a:gd name="connsiteX426" fmla="*/ 1904650 w 7467600"/>
              <a:gd name="connsiteY426" fmla="*/ 6639616 h 6858000"/>
              <a:gd name="connsiteX427" fmla="*/ 1885273 w 7467600"/>
              <a:gd name="connsiteY427" fmla="*/ 6858000 h 6858000"/>
              <a:gd name="connsiteX428" fmla="*/ 1854363 w 7467600"/>
              <a:gd name="connsiteY428" fmla="*/ 6858000 h 6858000"/>
              <a:gd name="connsiteX429" fmla="*/ 1880391 w 7467600"/>
              <a:gd name="connsiteY429" fmla="*/ 6603796 h 6858000"/>
              <a:gd name="connsiteX430" fmla="*/ 1818273 w 7467600"/>
              <a:gd name="connsiteY430" fmla="*/ 6715729 h 6858000"/>
              <a:gd name="connsiteX431" fmla="*/ 1794691 w 7467600"/>
              <a:gd name="connsiteY431" fmla="*/ 6843239 h 6858000"/>
              <a:gd name="connsiteX432" fmla="*/ 1794914 w 7467600"/>
              <a:gd name="connsiteY432" fmla="*/ 6858000 h 6858000"/>
              <a:gd name="connsiteX433" fmla="*/ 1746128 w 7467600"/>
              <a:gd name="connsiteY433" fmla="*/ 6858000 h 6858000"/>
              <a:gd name="connsiteX434" fmla="*/ 1753934 w 7467600"/>
              <a:gd name="connsiteY434" fmla="*/ 6724796 h 6858000"/>
              <a:gd name="connsiteX435" fmla="*/ 1792053 w 7467600"/>
              <a:gd name="connsiteY435" fmla="*/ 6572396 h 6858000"/>
              <a:gd name="connsiteX436" fmla="*/ 1862248 w 7467600"/>
              <a:gd name="connsiteY436" fmla="*/ 6266397 h 6858000"/>
              <a:gd name="connsiteX437" fmla="*/ 1862250 w 7467600"/>
              <a:gd name="connsiteY437" fmla="*/ 6033531 h 6858000"/>
              <a:gd name="connsiteX438" fmla="*/ 1211999 w 7467600"/>
              <a:gd name="connsiteY438" fmla="*/ 6683610 h 6858000"/>
              <a:gd name="connsiteX439" fmla="*/ 1213266 w 7467600"/>
              <a:gd name="connsiteY439" fmla="*/ 6691947 h 6858000"/>
              <a:gd name="connsiteX440" fmla="*/ 1203370 w 7467600"/>
              <a:gd name="connsiteY440" fmla="*/ 6850676 h 6858000"/>
              <a:gd name="connsiteX441" fmla="*/ 1203671 w 7467600"/>
              <a:gd name="connsiteY441" fmla="*/ 6858000 h 6858000"/>
              <a:gd name="connsiteX442" fmla="*/ 1143180 w 7467600"/>
              <a:gd name="connsiteY442" fmla="*/ 6858000 h 6858000"/>
              <a:gd name="connsiteX443" fmla="*/ 1142176 w 7467600"/>
              <a:gd name="connsiteY443" fmla="*/ 6766045 h 6858000"/>
              <a:gd name="connsiteX444" fmla="*/ 1067484 w 7467600"/>
              <a:gd name="connsiteY444" fmla="*/ 6858000 h 6858000"/>
              <a:gd name="connsiteX445" fmla="*/ 953928 w 7467600"/>
              <a:gd name="connsiteY445" fmla="*/ 6858000 h 6858000"/>
              <a:gd name="connsiteX446" fmla="*/ 959715 w 7467600"/>
              <a:gd name="connsiteY446" fmla="*/ 6850185 h 6858000"/>
              <a:gd name="connsiteX447" fmla="*/ 1483788 w 7467600"/>
              <a:gd name="connsiteY447" fmla="*/ 6259174 h 6858000"/>
              <a:gd name="connsiteX448" fmla="*/ 1100671 w 7467600"/>
              <a:gd name="connsiteY448" fmla="*/ 6252137 h 6858000"/>
              <a:gd name="connsiteX449" fmla="*/ 1090144 w 7467600"/>
              <a:gd name="connsiteY449" fmla="*/ 6256748 h 6858000"/>
              <a:gd name="connsiteX450" fmla="*/ 1095872 w 7467600"/>
              <a:gd name="connsiteY450" fmla="*/ 6271892 h 6858000"/>
              <a:gd name="connsiteX451" fmla="*/ 262785 w 7467600"/>
              <a:gd name="connsiteY451" fmla="*/ 6845450 h 6858000"/>
              <a:gd name="connsiteX452" fmla="*/ 209968 w 7467600"/>
              <a:gd name="connsiteY452" fmla="*/ 6770713 h 6858000"/>
              <a:gd name="connsiteX453" fmla="*/ 873460 w 7467600"/>
              <a:gd name="connsiteY453" fmla="*/ 6253768 h 6858000"/>
              <a:gd name="connsiteX454" fmla="*/ 192686 w 7467600"/>
              <a:gd name="connsiteY454" fmla="*/ 5849257 h 6858000"/>
              <a:gd name="connsiteX455" fmla="*/ 4696 w 7467600"/>
              <a:gd name="connsiteY455" fmla="*/ 5697668 h 6858000"/>
              <a:gd name="connsiteX456" fmla="*/ 0 w 7467600"/>
              <a:gd name="connsiteY456" fmla="*/ 5689984 h 6858000"/>
              <a:gd name="connsiteX457" fmla="*/ 0 w 7467600"/>
              <a:gd name="connsiteY457" fmla="*/ 5513472 h 6858000"/>
              <a:gd name="connsiteX458" fmla="*/ 174101 w 7467600"/>
              <a:gd name="connsiteY458" fmla="*/ 5620277 h 6858000"/>
              <a:gd name="connsiteX459" fmla="*/ 891800 w 7467600"/>
              <a:gd name="connsiteY459" fmla="*/ 6036935 h 6858000"/>
              <a:gd name="connsiteX460" fmla="*/ 1072219 w 7467600"/>
              <a:gd name="connsiteY460" fmla="*/ 6169443 h 6858000"/>
              <a:gd name="connsiteX461" fmla="*/ 1074117 w 7467600"/>
              <a:gd name="connsiteY461" fmla="*/ 6170301 h 6858000"/>
              <a:gd name="connsiteX462" fmla="*/ 1083114 w 7467600"/>
              <a:gd name="connsiteY462" fmla="*/ 6174131 h 6858000"/>
              <a:gd name="connsiteX463" fmla="*/ 1543010 w 7467600"/>
              <a:gd name="connsiteY463" fmla="*/ 6191140 h 6858000"/>
              <a:gd name="connsiteX464" fmla="*/ 1551080 w 7467600"/>
              <a:gd name="connsiteY464" fmla="*/ 6195006 h 6858000"/>
              <a:gd name="connsiteX465" fmla="*/ 2345443 w 7467600"/>
              <a:gd name="connsiteY465" fmla="*/ 5549882 h 6858000"/>
              <a:gd name="connsiteX466" fmla="*/ 1721499 w 7467600"/>
              <a:gd name="connsiteY466" fmla="*/ 5599969 h 6858000"/>
              <a:gd name="connsiteX467" fmla="*/ 767716 w 7467600"/>
              <a:gd name="connsiteY467" fmla="*/ 5472768 h 6858000"/>
              <a:gd name="connsiteX468" fmla="*/ 722147 w 7467600"/>
              <a:gd name="connsiteY468" fmla="*/ 5393091 h 6858000"/>
              <a:gd name="connsiteX469" fmla="*/ 1485552 w 7467600"/>
              <a:gd name="connsiteY469" fmla="*/ 5313202 h 6858000"/>
              <a:gd name="connsiteX470" fmla="*/ 2143004 w 7467600"/>
              <a:gd name="connsiteY470" fmla="*/ 5402420 h 6858000"/>
              <a:gd name="connsiteX471" fmla="*/ 1933391 w 7467600"/>
              <a:gd name="connsiteY471" fmla="*/ 5156971 h 6858000"/>
              <a:gd name="connsiteX472" fmla="*/ 1827118 w 7467600"/>
              <a:gd name="connsiteY472" fmla="*/ 4968410 h 6858000"/>
              <a:gd name="connsiteX473" fmla="*/ 1837349 w 7467600"/>
              <a:gd name="connsiteY473" fmla="*/ 4956357 h 6858000"/>
              <a:gd name="connsiteX474" fmla="*/ 2162835 w 7467600"/>
              <a:gd name="connsiteY474" fmla="*/ 5187853 h 6858000"/>
              <a:gd name="connsiteX475" fmla="*/ 2257167 w 7467600"/>
              <a:gd name="connsiteY475" fmla="*/ 5462123 h 6858000"/>
              <a:gd name="connsiteX476" fmla="*/ 2261598 w 7467600"/>
              <a:gd name="connsiteY476" fmla="*/ 5467998 h 6858000"/>
              <a:gd name="connsiteX477" fmla="*/ 2437177 w 7467600"/>
              <a:gd name="connsiteY477" fmla="*/ 5479608 h 6858000"/>
              <a:gd name="connsiteX478" fmla="*/ 2445247 w 7467600"/>
              <a:gd name="connsiteY478" fmla="*/ 5483476 h 6858000"/>
              <a:gd name="connsiteX479" fmla="*/ 2743626 w 7467600"/>
              <a:gd name="connsiteY479" fmla="*/ 5304819 h 6858000"/>
              <a:gd name="connsiteX480" fmla="*/ 3048102 w 7467600"/>
              <a:gd name="connsiteY480" fmla="*/ 5150595 h 6858000"/>
              <a:gd name="connsiteX481" fmla="*/ 1799414 w 7467600"/>
              <a:gd name="connsiteY481" fmla="*/ 4694732 h 6858000"/>
              <a:gd name="connsiteX482" fmla="*/ 1771735 w 7467600"/>
              <a:gd name="connsiteY482" fmla="*/ 4619929 h 6858000"/>
              <a:gd name="connsiteX483" fmla="*/ 3104273 w 7467600"/>
              <a:gd name="connsiteY483" fmla="*/ 5076159 h 6858000"/>
              <a:gd name="connsiteX484" fmla="*/ 3113245 w 7467600"/>
              <a:gd name="connsiteY484" fmla="*/ 5090705 h 6858000"/>
              <a:gd name="connsiteX485" fmla="*/ 3126294 w 7467600"/>
              <a:gd name="connsiteY485" fmla="*/ 5114400 h 6858000"/>
              <a:gd name="connsiteX486" fmla="*/ 3937433 w 7467600"/>
              <a:gd name="connsiteY486" fmla="*/ 4830473 h 6858000"/>
              <a:gd name="connsiteX487" fmla="*/ 3590475 w 7467600"/>
              <a:gd name="connsiteY487" fmla="*/ 4597974 h 6858000"/>
              <a:gd name="connsiteX488" fmla="*/ 3100264 w 7467600"/>
              <a:gd name="connsiteY488" fmla="*/ 4579845 h 6858000"/>
              <a:gd name="connsiteX489" fmla="*/ 2183576 w 7467600"/>
              <a:gd name="connsiteY489" fmla="*/ 4227150 h 6858000"/>
              <a:gd name="connsiteX490" fmla="*/ 2151029 w 7467600"/>
              <a:gd name="connsiteY490" fmla="*/ 4146947 h 6858000"/>
              <a:gd name="connsiteX491" fmla="*/ 3563434 w 7467600"/>
              <a:gd name="connsiteY491" fmla="*/ 4469115 h 6858000"/>
              <a:gd name="connsiteX492" fmla="*/ 3177952 w 7467600"/>
              <a:gd name="connsiteY492" fmla="*/ 3657386 h 6858000"/>
              <a:gd name="connsiteX493" fmla="*/ 3189263 w 7467600"/>
              <a:gd name="connsiteY493" fmla="*/ 3625726 h 6858000"/>
              <a:gd name="connsiteX494" fmla="*/ 3560912 w 7467600"/>
              <a:gd name="connsiteY494" fmla="*/ 4079863 h 6858000"/>
              <a:gd name="connsiteX495" fmla="*/ 3626636 w 7467600"/>
              <a:gd name="connsiteY495" fmla="*/ 4512230 h 6858000"/>
              <a:gd name="connsiteX496" fmla="*/ 3653088 w 7467600"/>
              <a:gd name="connsiteY496" fmla="*/ 4521417 h 6858000"/>
              <a:gd name="connsiteX497" fmla="*/ 3988128 w 7467600"/>
              <a:gd name="connsiteY497" fmla="*/ 4817267 h 6858000"/>
              <a:gd name="connsiteX498" fmla="*/ 4830582 w 7467600"/>
              <a:gd name="connsiteY498" fmla="*/ 4676000 h 6858000"/>
              <a:gd name="connsiteX499" fmla="*/ 4830100 w 7467600"/>
              <a:gd name="connsiteY499" fmla="*/ 4675554 h 6858000"/>
              <a:gd name="connsiteX500" fmla="*/ 4036318 w 7467600"/>
              <a:gd name="connsiteY500" fmla="*/ 4147013 h 6858000"/>
              <a:gd name="connsiteX501" fmla="*/ 3432098 w 7467600"/>
              <a:gd name="connsiteY501" fmla="*/ 3537312 h 6858000"/>
              <a:gd name="connsiteX502" fmla="*/ 3446761 w 7467600"/>
              <a:gd name="connsiteY502" fmla="*/ 3461278 h 6858000"/>
              <a:gd name="connsiteX503" fmla="*/ 4419733 w 7467600"/>
              <a:gd name="connsiteY503" fmla="*/ 3963555 h 6858000"/>
              <a:gd name="connsiteX504" fmla="*/ 4781371 w 7467600"/>
              <a:gd name="connsiteY504" fmla="*/ 4458604 h 6858000"/>
              <a:gd name="connsiteX505" fmla="*/ 4780440 w 7467600"/>
              <a:gd name="connsiteY505" fmla="*/ 4470290 h 6858000"/>
              <a:gd name="connsiteX506" fmla="*/ 4898954 w 7467600"/>
              <a:gd name="connsiteY506" fmla="*/ 4662092 h 6858000"/>
              <a:gd name="connsiteX507" fmla="*/ 4900699 w 7467600"/>
              <a:gd name="connsiteY507" fmla="*/ 4670867 h 6858000"/>
              <a:gd name="connsiteX508" fmla="*/ 5714511 w 7467600"/>
              <a:gd name="connsiteY508" fmla="*/ 4663483 h 6858000"/>
              <a:gd name="connsiteX509" fmla="*/ 5464793 w 7467600"/>
              <a:gd name="connsiteY509" fmla="*/ 4393556 h 6858000"/>
              <a:gd name="connsiteX510" fmla="*/ 5461897 w 7467600"/>
              <a:gd name="connsiteY510" fmla="*/ 4390879 h 6858000"/>
              <a:gd name="connsiteX511" fmla="*/ 4294126 w 7467600"/>
              <a:gd name="connsiteY511" fmla="*/ 3303048 h 6858000"/>
              <a:gd name="connsiteX512" fmla="*/ 4305321 w 7467600"/>
              <a:gd name="connsiteY512" fmla="*/ 3256953 h 6858000"/>
              <a:gd name="connsiteX513" fmla="*/ 4949299 w 7467600"/>
              <a:gd name="connsiteY513" fmla="*/ 3766336 h 6858000"/>
              <a:gd name="connsiteX514" fmla="*/ 5291452 w 7467600"/>
              <a:gd name="connsiteY514" fmla="*/ 4076801 h 6858000"/>
              <a:gd name="connsiteX515" fmla="*/ 5434998 w 7467600"/>
              <a:gd name="connsiteY515" fmla="*/ 4254100 h 6858000"/>
              <a:gd name="connsiteX516" fmla="*/ 5351015 w 7467600"/>
              <a:gd name="connsiteY516" fmla="*/ 3760989 h 6858000"/>
              <a:gd name="connsiteX517" fmla="*/ 5413780 w 7467600"/>
              <a:gd name="connsiteY517" fmla="*/ 2966265 h 6858000"/>
              <a:gd name="connsiteX518" fmla="*/ 5425627 w 7467600"/>
              <a:gd name="connsiteY518" fmla="*/ 2954192 h 6858000"/>
              <a:gd name="connsiteX519" fmla="*/ 6604735 w 7467600"/>
              <a:gd name="connsiteY519" fmla="*/ 2041381 h 6858000"/>
              <a:gd name="connsiteX520" fmla="*/ 7204487 w 7467600"/>
              <a:gd name="connsiteY520" fmla="*/ 2742112 h 6858000"/>
              <a:gd name="connsiteX521" fmla="*/ 7131592 w 7467600"/>
              <a:gd name="connsiteY521" fmla="*/ 2672096 h 6858000"/>
              <a:gd name="connsiteX522" fmla="*/ 6996344 w 7467600"/>
              <a:gd name="connsiteY522" fmla="*/ 2518310 h 6858000"/>
              <a:gd name="connsiteX523" fmla="*/ 6735495 w 7467600"/>
              <a:gd name="connsiteY523" fmla="*/ 2196890 h 6858000"/>
              <a:gd name="connsiteX524" fmla="*/ 6721901 w 7467600"/>
              <a:gd name="connsiteY524" fmla="*/ 2179274 h 6858000"/>
              <a:gd name="connsiteX525" fmla="*/ 6604735 w 7467600"/>
              <a:gd name="connsiteY525" fmla="*/ 2041381 h 6858000"/>
              <a:gd name="connsiteX526" fmla="*/ 6591670 w 7467600"/>
              <a:gd name="connsiteY526" fmla="*/ 1988277 h 6858000"/>
              <a:gd name="connsiteX527" fmla="*/ 6747349 w 7467600"/>
              <a:gd name="connsiteY527" fmla="*/ 2160069 h 6858000"/>
              <a:gd name="connsiteX528" fmla="*/ 6760943 w 7467600"/>
              <a:gd name="connsiteY528" fmla="*/ 2177686 h 6858000"/>
              <a:gd name="connsiteX529" fmla="*/ 7021065 w 7467600"/>
              <a:gd name="connsiteY529" fmla="*/ 2498102 h 6858000"/>
              <a:gd name="connsiteX530" fmla="*/ 7155223 w 7467600"/>
              <a:gd name="connsiteY530" fmla="*/ 2650386 h 6858000"/>
              <a:gd name="connsiteX531" fmla="*/ 7203167 w 7467600"/>
              <a:gd name="connsiteY531" fmla="*/ 2697288 h 6858000"/>
              <a:gd name="connsiteX532" fmla="*/ 6937703 w 7467600"/>
              <a:gd name="connsiteY532" fmla="*/ 2321981 h 6858000"/>
              <a:gd name="connsiteX533" fmla="*/ 6591670 w 7467600"/>
              <a:gd name="connsiteY533" fmla="*/ 1988277 h 6858000"/>
              <a:gd name="connsiteX534" fmla="*/ 5798671 w 7467600"/>
              <a:gd name="connsiteY534" fmla="*/ 1981601 h 6858000"/>
              <a:gd name="connsiteX535" fmla="*/ 5754709 w 7467600"/>
              <a:gd name="connsiteY535" fmla="*/ 2071454 h 6858000"/>
              <a:gd name="connsiteX536" fmla="*/ 5763044 w 7467600"/>
              <a:gd name="connsiteY536" fmla="*/ 2842206 h 6858000"/>
              <a:gd name="connsiteX537" fmla="*/ 5764974 w 7467600"/>
              <a:gd name="connsiteY537" fmla="*/ 2799609 h 6858000"/>
              <a:gd name="connsiteX538" fmla="*/ 5767665 w 7467600"/>
              <a:gd name="connsiteY538" fmla="*/ 2666409 h 6858000"/>
              <a:gd name="connsiteX539" fmla="*/ 5763055 w 7467600"/>
              <a:gd name="connsiteY539" fmla="*/ 2579705 h 6858000"/>
              <a:gd name="connsiteX540" fmla="*/ 5758079 w 7467600"/>
              <a:gd name="connsiteY540" fmla="*/ 2492508 h 6858000"/>
              <a:gd name="connsiteX541" fmla="*/ 5779325 w 7467600"/>
              <a:gd name="connsiteY541" fmla="*/ 2197069 h 6858000"/>
              <a:gd name="connsiteX542" fmla="*/ 5798671 w 7467600"/>
              <a:gd name="connsiteY542" fmla="*/ 1981601 h 6858000"/>
              <a:gd name="connsiteX543" fmla="*/ 5829202 w 7467600"/>
              <a:gd name="connsiteY543" fmla="*/ 1971679 h 6858000"/>
              <a:gd name="connsiteX544" fmla="*/ 5809558 w 7467600"/>
              <a:gd name="connsiteY544" fmla="*/ 2198043 h 6858000"/>
              <a:gd name="connsiteX545" fmla="*/ 5788653 w 7467600"/>
              <a:gd name="connsiteY545" fmla="*/ 2489430 h 6858000"/>
              <a:gd name="connsiteX546" fmla="*/ 5793439 w 7467600"/>
              <a:gd name="connsiteY546" fmla="*/ 2575235 h 6858000"/>
              <a:gd name="connsiteX547" fmla="*/ 5796837 w 7467600"/>
              <a:gd name="connsiteY547" fmla="*/ 2637633 h 6858000"/>
              <a:gd name="connsiteX548" fmla="*/ 5818614 w 7467600"/>
              <a:gd name="connsiteY548" fmla="*/ 2473055 h 6858000"/>
              <a:gd name="connsiteX549" fmla="*/ 5829202 w 7467600"/>
              <a:gd name="connsiteY549" fmla="*/ 1971679 h 6858000"/>
              <a:gd name="connsiteX550" fmla="*/ 5911389 w 7467600"/>
              <a:gd name="connsiteY550" fmla="*/ 1898371 h 6858000"/>
              <a:gd name="connsiteX551" fmla="*/ 6237627 w 7467600"/>
              <a:gd name="connsiteY551" fmla="*/ 2231921 h 6858000"/>
              <a:gd name="connsiteX552" fmla="*/ 5911389 w 7467600"/>
              <a:gd name="connsiteY552" fmla="*/ 1898371 h 6858000"/>
              <a:gd name="connsiteX553" fmla="*/ 6944437 w 7467600"/>
              <a:gd name="connsiteY553" fmla="*/ 1575402 h 6858000"/>
              <a:gd name="connsiteX554" fmla="*/ 6304730 w 7467600"/>
              <a:gd name="connsiteY554" fmla="*/ 1766654 h 6858000"/>
              <a:gd name="connsiteX555" fmla="*/ 6944437 w 7467600"/>
              <a:gd name="connsiteY555" fmla="*/ 1575402 h 6858000"/>
              <a:gd name="connsiteX556" fmla="*/ 7019523 w 7467600"/>
              <a:gd name="connsiteY556" fmla="*/ 1519450 h 6858000"/>
              <a:gd name="connsiteX557" fmla="*/ 6298091 w 7467600"/>
              <a:gd name="connsiteY557" fmla="*/ 1737122 h 6858000"/>
              <a:gd name="connsiteX558" fmla="*/ 7019523 w 7467600"/>
              <a:gd name="connsiteY558" fmla="*/ 1519450 h 6858000"/>
              <a:gd name="connsiteX559" fmla="*/ 2399523 w 7467600"/>
              <a:gd name="connsiteY559" fmla="*/ 1428234 h 6858000"/>
              <a:gd name="connsiteX560" fmla="*/ 2224982 w 7467600"/>
              <a:gd name="connsiteY560" fmla="*/ 1826201 h 6858000"/>
              <a:gd name="connsiteX561" fmla="*/ 2096099 w 7467600"/>
              <a:gd name="connsiteY561" fmla="*/ 2345900 h 6858000"/>
              <a:gd name="connsiteX562" fmla="*/ 2283317 w 7467600"/>
              <a:gd name="connsiteY562" fmla="*/ 1796925 h 6858000"/>
              <a:gd name="connsiteX563" fmla="*/ 2399523 w 7467600"/>
              <a:gd name="connsiteY563" fmla="*/ 1428234 h 6858000"/>
              <a:gd name="connsiteX564" fmla="*/ 2448558 w 7467600"/>
              <a:gd name="connsiteY564" fmla="*/ 1373435 h 6858000"/>
              <a:gd name="connsiteX565" fmla="*/ 2312521 w 7467600"/>
              <a:gd name="connsiteY565" fmla="*/ 1806140 h 6858000"/>
              <a:gd name="connsiteX566" fmla="*/ 2127533 w 7467600"/>
              <a:gd name="connsiteY566" fmla="*/ 2348380 h 6858000"/>
              <a:gd name="connsiteX567" fmla="*/ 2358080 w 7467600"/>
              <a:gd name="connsiteY567" fmla="*/ 1866134 h 6858000"/>
              <a:gd name="connsiteX568" fmla="*/ 2407436 w 7467600"/>
              <a:gd name="connsiteY568" fmla="*/ 1651070 h 6858000"/>
              <a:gd name="connsiteX569" fmla="*/ 2448558 w 7467600"/>
              <a:gd name="connsiteY569" fmla="*/ 1373435 h 6858000"/>
              <a:gd name="connsiteX570" fmla="*/ 278707 w 7467600"/>
              <a:gd name="connsiteY570" fmla="*/ 1352270 h 6858000"/>
              <a:gd name="connsiteX571" fmla="*/ 321570 w 7467600"/>
              <a:gd name="connsiteY571" fmla="*/ 1861610 h 6858000"/>
              <a:gd name="connsiteX572" fmla="*/ 294281 w 7467600"/>
              <a:gd name="connsiteY572" fmla="*/ 1440658 h 6858000"/>
              <a:gd name="connsiteX573" fmla="*/ 278707 w 7467600"/>
              <a:gd name="connsiteY573" fmla="*/ 1352270 h 6858000"/>
              <a:gd name="connsiteX574" fmla="*/ 1423821 w 7467600"/>
              <a:gd name="connsiteY574" fmla="*/ 1351958 h 6858000"/>
              <a:gd name="connsiteX575" fmla="*/ 1638521 w 7467600"/>
              <a:gd name="connsiteY575" fmla="*/ 1908470 h 6858000"/>
              <a:gd name="connsiteX576" fmla="*/ 1754199 w 7467600"/>
              <a:gd name="connsiteY576" fmla="*/ 2149284 h 6858000"/>
              <a:gd name="connsiteX577" fmla="*/ 1908359 w 7467600"/>
              <a:gd name="connsiteY577" fmla="*/ 2364988 h 6858000"/>
              <a:gd name="connsiteX578" fmla="*/ 1647661 w 7467600"/>
              <a:gd name="connsiteY578" fmla="*/ 1825945 h 6858000"/>
              <a:gd name="connsiteX579" fmla="*/ 1423821 w 7467600"/>
              <a:gd name="connsiteY579" fmla="*/ 1351958 h 6858000"/>
              <a:gd name="connsiteX580" fmla="*/ 1431890 w 7467600"/>
              <a:gd name="connsiteY580" fmla="*/ 1306475 h 6858000"/>
              <a:gd name="connsiteX581" fmla="*/ 1507597 w 7467600"/>
              <a:gd name="connsiteY581" fmla="*/ 1446132 h 6858000"/>
              <a:gd name="connsiteX582" fmla="*/ 1674586 w 7467600"/>
              <a:gd name="connsiteY582" fmla="*/ 1813832 h 6858000"/>
              <a:gd name="connsiteX583" fmla="*/ 1815950 w 7467600"/>
              <a:gd name="connsiteY583" fmla="*/ 2128564 h 6858000"/>
              <a:gd name="connsiteX584" fmla="*/ 1984242 w 7467600"/>
              <a:gd name="connsiteY584" fmla="*/ 2430829 h 6858000"/>
              <a:gd name="connsiteX585" fmla="*/ 2014023 w 7467600"/>
              <a:gd name="connsiteY585" fmla="*/ 2450995 h 6858000"/>
              <a:gd name="connsiteX586" fmla="*/ 1747337 w 7467600"/>
              <a:gd name="connsiteY586" fmla="*/ 1855264 h 6858000"/>
              <a:gd name="connsiteX587" fmla="*/ 1533749 w 7467600"/>
              <a:gd name="connsiteY587" fmla="*/ 1478656 h 6858000"/>
              <a:gd name="connsiteX588" fmla="*/ 1431890 w 7467600"/>
              <a:gd name="connsiteY588" fmla="*/ 1306475 h 6858000"/>
              <a:gd name="connsiteX589" fmla="*/ 5052692 w 7467600"/>
              <a:gd name="connsiteY589" fmla="*/ 1292994 h 6858000"/>
              <a:gd name="connsiteX590" fmla="*/ 5200661 w 7467600"/>
              <a:gd name="connsiteY590" fmla="*/ 1635186 h 6858000"/>
              <a:gd name="connsiteX591" fmla="*/ 5297138 w 7467600"/>
              <a:gd name="connsiteY591" fmla="*/ 1906351 h 6858000"/>
              <a:gd name="connsiteX592" fmla="*/ 5052692 w 7467600"/>
              <a:gd name="connsiteY592" fmla="*/ 1292994 h 6858000"/>
              <a:gd name="connsiteX593" fmla="*/ 5009948 w 7467600"/>
              <a:gd name="connsiteY593" fmla="*/ 1273619 h 6858000"/>
              <a:gd name="connsiteX594" fmla="*/ 5121777 w 7467600"/>
              <a:gd name="connsiteY594" fmla="*/ 1654213 h 6858000"/>
              <a:gd name="connsiteX595" fmla="*/ 5293545 w 7467600"/>
              <a:gd name="connsiteY595" fmla="*/ 2072247 h 6858000"/>
              <a:gd name="connsiteX596" fmla="*/ 5294042 w 7467600"/>
              <a:gd name="connsiteY596" fmla="*/ 2065019 h 6858000"/>
              <a:gd name="connsiteX597" fmla="*/ 5171936 w 7467600"/>
              <a:gd name="connsiteY597" fmla="*/ 1647613 h 6858000"/>
              <a:gd name="connsiteX598" fmla="*/ 5009948 w 7467600"/>
              <a:gd name="connsiteY598" fmla="*/ 1273619 h 6858000"/>
              <a:gd name="connsiteX599" fmla="*/ 655236 w 7467600"/>
              <a:gd name="connsiteY599" fmla="*/ 1268632 h 6858000"/>
              <a:gd name="connsiteX600" fmla="*/ 839521 w 7467600"/>
              <a:gd name="connsiteY600" fmla="*/ 1685315 h 6858000"/>
              <a:gd name="connsiteX601" fmla="*/ 1109416 w 7467600"/>
              <a:gd name="connsiteY601" fmla="*/ 2061663 h 6858000"/>
              <a:gd name="connsiteX602" fmla="*/ 1298300 w 7467600"/>
              <a:gd name="connsiteY602" fmla="*/ 2247742 h 6858000"/>
              <a:gd name="connsiteX603" fmla="*/ 1125871 w 7467600"/>
              <a:gd name="connsiteY603" fmla="*/ 1989513 h 6858000"/>
              <a:gd name="connsiteX604" fmla="*/ 981574 w 7467600"/>
              <a:gd name="connsiteY604" fmla="*/ 1783157 h 6858000"/>
              <a:gd name="connsiteX605" fmla="*/ 922198 w 7467600"/>
              <a:gd name="connsiteY605" fmla="*/ 1677437 h 6858000"/>
              <a:gd name="connsiteX606" fmla="*/ 869293 w 7467600"/>
              <a:gd name="connsiteY606" fmla="*/ 1583214 h 6858000"/>
              <a:gd name="connsiteX607" fmla="*/ 751431 w 7467600"/>
              <a:gd name="connsiteY607" fmla="*/ 1405731 h 6858000"/>
              <a:gd name="connsiteX608" fmla="*/ 655236 w 7467600"/>
              <a:gd name="connsiteY608" fmla="*/ 1268632 h 6858000"/>
              <a:gd name="connsiteX609" fmla="*/ 6516292 w 7467600"/>
              <a:gd name="connsiteY609" fmla="*/ 1263064 h 6858000"/>
              <a:gd name="connsiteX610" fmla="*/ 5736320 w 7467600"/>
              <a:gd name="connsiteY610" fmla="*/ 1501803 h 6858000"/>
              <a:gd name="connsiteX611" fmla="*/ 6516292 w 7467600"/>
              <a:gd name="connsiteY611" fmla="*/ 1263064 h 6858000"/>
              <a:gd name="connsiteX612" fmla="*/ 291466 w 7467600"/>
              <a:gd name="connsiteY612" fmla="*/ 1250369 h 6858000"/>
              <a:gd name="connsiteX613" fmla="*/ 323180 w 7467600"/>
              <a:gd name="connsiteY613" fmla="*/ 1435283 h 6858000"/>
              <a:gd name="connsiteX614" fmla="*/ 349381 w 7467600"/>
              <a:gd name="connsiteY614" fmla="*/ 1875041 h 6858000"/>
              <a:gd name="connsiteX615" fmla="*/ 374363 w 7467600"/>
              <a:gd name="connsiteY615" fmla="*/ 1506494 h 6858000"/>
              <a:gd name="connsiteX616" fmla="*/ 302168 w 7467600"/>
              <a:gd name="connsiteY616" fmla="*/ 1274495 h 6858000"/>
              <a:gd name="connsiteX617" fmla="*/ 291466 w 7467600"/>
              <a:gd name="connsiteY617" fmla="*/ 1250369 h 6858000"/>
              <a:gd name="connsiteX618" fmla="*/ 678222 w 7467600"/>
              <a:gd name="connsiteY618" fmla="*/ 1248670 h 6858000"/>
              <a:gd name="connsiteX619" fmla="*/ 775536 w 7467600"/>
              <a:gd name="connsiteY619" fmla="*/ 1388015 h 6858000"/>
              <a:gd name="connsiteX620" fmla="*/ 894529 w 7467600"/>
              <a:gd name="connsiteY620" fmla="*/ 1567739 h 6858000"/>
              <a:gd name="connsiteX621" fmla="*/ 948000 w 7467600"/>
              <a:gd name="connsiteY621" fmla="*/ 1663088 h 6858000"/>
              <a:gd name="connsiteX622" fmla="*/ 1006812 w 7467600"/>
              <a:gd name="connsiteY622" fmla="*/ 1767683 h 6858000"/>
              <a:gd name="connsiteX623" fmla="*/ 1149133 w 7467600"/>
              <a:gd name="connsiteY623" fmla="*/ 1971513 h 6858000"/>
              <a:gd name="connsiteX624" fmla="*/ 1333952 w 7467600"/>
              <a:gd name="connsiteY624" fmla="*/ 2251620 h 6858000"/>
              <a:gd name="connsiteX625" fmla="*/ 1337329 w 7467600"/>
              <a:gd name="connsiteY625" fmla="*/ 2258350 h 6858000"/>
              <a:gd name="connsiteX626" fmla="*/ 1014726 w 7467600"/>
              <a:gd name="connsiteY626" fmla="*/ 1615556 h 6858000"/>
              <a:gd name="connsiteX627" fmla="*/ 678222 w 7467600"/>
              <a:gd name="connsiteY627" fmla="*/ 1248670 h 6858000"/>
              <a:gd name="connsiteX628" fmla="*/ 6691602 w 7467600"/>
              <a:gd name="connsiteY628" fmla="*/ 1140573 h 6858000"/>
              <a:gd name="connsiteX629" fmla="*/ 6571100 w 7467600"/>
              <a:gd name="connsiteY629" fmla="*/ 1183662 h 6858000"/>
              <a:gd name="connsiteX630" fmla="*/ 6241687 w 7467600"/>
              <a:gd name="connsiteY630" fmla="*/ 1257600 h 6858000"/>
              <a:gd name="connsiteX631" fmla="*/ 5693009 w 7467600"/>
              <a:gd name="connsiteY631" fmla="*/ 1478256 h 6858000"/>
              <a:gd name="connsiteX632" fmla="*/ 6548420 w 7467600"/>
              <a:gd name="connsiteY632" fmla="*/ 1214599 h 6858000"/>
              <a:gd name="connsiteX633" fmla="*/ 6605473 w 7467600"/>
              <a:gd name="connsiteY633" fmla="*/ 1184686 h 6858000"/>
              <a:gd name="connsiteX634" fmla="*/ 6691602 w 7467600"/>
              <a:gd name="connsiteY634" fmla="*/ 1140573 h 6858000"/>
              <a:gd name="connsiteX635" fmla="*/ 4002475 w 7467600"/>
              <a:gd name="connsiteY635" fmla="*/ 1037802 h 6858000"/>
              <a:gd name="connsiteX636" fmla="*/ 4000324 w 7467600"/>
              <a:gd name="connsiteY636" fmla="*/ 1039362 h 6858000"/>
              <a:gd name="connsiteX637" fmla="*/ 4002862 w 7467600"/>
              <a:gd name="connsiteY637" fmla="*/ 1042866 h 6858000"/>
              <a:gd name="connsiteX638" fmla="*/ 4002475 w 7467600"/>
              <a:gd name="connsiteY638" fmla="*/ 1037802 h 6858000"/>
              <a:gd name="connsiteX639" fmla="*/ 506322 w 7467600"/>
              <a:gd name="connsiteY639" fmla="*/ 1020997 h 6858000"/>
              <a:gd name="connsiteX640" fmla="*/ 533068 w 7467600"/>
              <a:gd name="connsiteY640" fmla="*/ 1029409 h 6858000"/>
              <a:gd name="connsiteX641" fmla="*/ 1232525 w 7467600"/>
              <a:gd name="connsiteY641" fmla="*/ 1804675 h 6858000"/>
              <a:gd name="connsiteX642" fmla="*/ 1388858 w 7467600"/>
              <a:gd name="connsiteY642" fmla="*/ 2368011 h 6858000"/>
              <a:gd name="connsiteX643" fmla="*/ 1384098 w 7467600"/>
              <a:gd name="connsiteY643" fmla="*/ 2378125 h 6858000"/>
              <a:gd name="connsiteX644" fmla="*/ 1425393 w 7467600"/>
              <a:gd name="connsiteY644" fmla="*/ 2589124 h 6858000"/>
              <a:gd name="connsiteX645" fmla="*/ 1424001 w 7467600"/>
              <a:gd name="connsiteY645" fmla="*/ 2597541 h 6858000"/>
              <a:gd name="connsiteX646" fmla="*/ 2152729 w 7467600"/>
              <a:gd name="connsiteY646" fmla="*/ 2864487 h 6858000"/>
              <a:gd name="connsiteX647" fmla="*/ 2020609 w 7467600"/>
              <a:gd name="connsiteY647" fmla="*/ 2539671 h 6858000"/>
              <a:gd name="connsiteX648" fmla="*/ 2018920 w 7467600"/>
              <a:gd name="connsiteY648" fmla="*/ 2536309 h 6858000"/>
              <a:gd name="connsiteX649" fmla="*/ 1342441 w 7467600"/>
              <a:gd name="connsiteY649" fmla="*/ 1173017 h 6858000"/>
              <a:gd name="connsiteX650" fmla="*/ 1367925 w 7467600"/>
              <a:gd name="connsiteY650" fmla="*/ 1135648 h 6858000"/>
              <a:gd name="connsiteX651" fmla="*/ 1771401 w 7467600"/>
              <a:gd name="connsiteY651" fmla="*/ 1806673 h 6858000"/>
              <a:gd name="connsiteX652" fmla="*/ 1972385 w 7467600"/>
              <a:gd name="connsiteY652" fmla="*/ 2198735 h 6858000"/>
              <a:gd name="connsiteX653" fmla="*/ 2040892 w 7467600"/>
              <a:gd name="connsiteY653" fmla="*/ 2405205 h 6858000"/>
              <a:gd name="connsiteX654" fmla="*/ 2131689 w 7467600"/>
              <a:gd name="connsiteY654" fmla="*/ 1936926 h 6858000"/>
              <a:gd name="connsiteX655" fmla="*/ 2454820 w 7467600"/>
              <a:gd name="connsiteY655" fmla="*/ 1248808 h 6858000"/>
              <a:gd name="connsiteX656" fmla="*/ 2492512 w 7467600"/>
              <a:gd name="connsiteY656" fmla="*/ 1302920 h 6858000"/>
              <a:gd name="connsiteX657" fmla="*/ 2081216 w 7467600"/>
              <a:gd name="connsiteY657" fmla="*/ 2527513 h 6858000"/>
              <a:gd name="connsiteX658" fmla="*/ 2081211 w 7467600"/>
              <a:gd name="connsiteY658" fmla="*/ 2528916 h 6858000"/>
              <a:gd name="connsiteX659" fmla="*/ 2199067 w 7467600"/>
              <a:gd name="connsiteY659" fmla="*/ 2884061 h 6858000"/>
              <a:gd name="connsiteX660" fmla="*/ 3192586 w 7467600"/>
              <a:gd name="connsiteY660" fmla="*/ 3411496 h 6858000"/>
              <a:gd name="connsiteX661" fmla="*/ 3182620 w 7467600"/>
              <a:gd name="connsiteY661" fmla="*/ 3483279 h 6858000"/>
              <a:gd name="connsiteX662" fmla="*/ 2435119 w 7467600"/>
              <a:gd name="connsiteY662" fmla="*/ 3080173 h 6858000"/>
              <a:gd name="connsiteX663" fmla="*/ 2410152 w 7467600"/>
              <a:gd name="connsiteY663" fmla="*/ 3063751 h 6858000"/>
              <a:gd name="connsiteX664" fmla="*/ 2408099 w 7467600"/>
              <a:gd name="connsiteY664" fmla="*/ 3064403 h 6858000"/>
              <a:gd name="connsiteX665" fmla="*/ 2407218 w 7467600"/>
              <a:gd name="connsiteY665" fmla="*/ 3070324 h 6858000"/>
              <a:gd name="connsiteX666" fmla="*/ 2380138 w 7467600"/>
              <a:gd name="connsiteY666" fmla="*/ 3099341 h 6858000"/>
              <a:gd name="connsiteX667" fmla="*/ 1765923 w 7467600"/>
              <a:gd name="connsiteY667" fmla="*/ 3581043 h 6858000"/>
              <a:gd name="connsiteX668" fmla="*/ 1702258 w 7467600"/>
              <a:gd name="connsiteY668" fmla="*/ 3612286 h 6858000"/>
              <a:gd name="connsiteX669" fmla="*/ 1538370 w 7467600"/>
              <a:gd name="connsiteY669" fmla="*/ 3811804 h 6858000"/>
              <a:gd name="connsiteX670" fmla="*/ 542867 w 7467600"/>
              <a:gd name="connsiteY670" fmla="*/ 4944092 h 6858000"/>
              <a:gd name="connsiteX671" fmla="*/ 515800 w 7467600"/>
              <a:gd name="connsiteY671" fmla="*/ 4862180 h 6858000"/>
              <a:gd name="connsiteX672" fmla="*/ 909145 w 7467600"/>
              <a:gd name="connsiteY672" fmla="*/ 4199225 h 6858000"/>
              <a:gd name="connsiteX673" fmla="*/ 1214067 w 7467600"/>
              <a:gd name="connsiteY673" fmla="*/ 3908561 h 6858000"/>
              <a:gd name="connsiteX674" fmla="*/ 640967 w 7467600"/>
              <a:gd name="connsiteY674" fmla="*/ 4105601 h 6858000"/>
              <a:gd name="connsiteX675" fmla="*/ 112563 w 7467600"/>
              <a:gd name="connsiteY675" fmla="*/ 4396952 h 6858000"/>
              <a:gd name="connsiteX676" fmla="*/ 0 w 7467600"/>
              <a:gd name="connsiteY676" fmla="*/ 4466006 h 6858000"/>
              <a:gd name="connsiteX677" fmla="*/ 0 w 7467600"/>
              <a:gd name="connsiteY677" fmla="*/ 4233763 h 6858000"/>
              <a:gd name="connsiteX678" fmla="*/ 36881 w 7467600"/>
              <a:gd name="connsiteY678" fmla="*/ 4200118 h 6858000"/>
              <a:gd name="connsiteX679" fmla="*/ 910534 w 7467600"/>
              <a:gd name="connsiteY679" fmla="*/ 3629753 h 6858000"/>
              <a:gd name="connsiteX680" fmla="*/ 1578717 w 7467600"/>
              <a:gd name="connsiteY680" fmla="*/ 3575982 h 6858000"/>
              <a:gd name="connsiteX681" fmla="*/ 2338780 w 7467600"/>
              <a:gd name="connsiteY681" fmla="*/ 3033725 h 6858000"/>
              <a:gd name="connsiteX682" fmla="*/ 1807991 w 7467600"/>
              <a:gd name="connsiteY682" fmla="*/ 2807184 h 6858000"/>
              <a:gd name="connsiteX683" fmla="*/ 1416358 w 7467600"/>
              <a:gd name="connsiteY683" fmla="*/ 3112571 h 6858000"/>
              <a:gd name="connsiteX684" fmla="*/ 939066 w 7467600"/>
              <a:gd name="connsiteY684" fmla="*/ 3378798 h 6858000"/>
              <a:gd name="connsiteX685" fmla="*/ 115099 w 7467600"/>
              <a:gd name="connsiteY685" fmla="*/ 3607650 h 6858000"/>
              <a:gd name="connsiteX686" fmla="*/ 97284 w 7467600"/>
              <a:gd name="connsiteY686" fmla="*/ 3520393 h 6858000"/>
              <a:gd name="connsiteX687" fmla="*/ 922050 w 7467600"/>
              <a:gd name="connsiteY687" fmla="*/ 3074867 h 6858000"/>
              <a:gd name="connsiteX688" fmla="*/ 1405265 w 7467600"/>
              <a:gd name="connsiteY688" fmla="*/ 3016319 h 6858000"/>
              <a:gd name="connsiteX689" fmla="*/ 1407512 w 7467600"/>
              <a:gd name="connsiteY689" fmla="*/ 3018001 h 6858000"/>
              <a:gd name="connsiteX690" fmla="*/ 1726266 w 7467600"/>
              <a:gd name="connsiteY690" fmla="*/ 2777274 h 6858000"/>
              <a:gd name="connsiteX691" fmla="*/ 625390 w 7467600"/>
              <a:gd name="connsiteY691" fmla="*/ 2514541 h 6858000"/>
              <a:gd name="connsiteX692" fmla="*/ 619799 w 7467600"/>
              <a:gd name="connsiteY692" fmla="*/ 2527180 h 6858000"/>
              <a:gd name="connsiteX693" fmla="*/ 310030 w 7467600"/>
              <a:gd name="connsiteY693" fmla="*/ 2771818 h 6858000"/>
              <a:gd name="connsiteX694" fmla="*/ 173877 w 7467600"/>
              <a:gd name="connsiteY694" fmla="*/ 2937056 h 6858000"/>
              <a:gd name="connsiteX695" fmla="*/ 77889 w 7467600"/>
              <a:gd name="connsiteY695" fmla="*/ 3138440 h 6858000"/>
              <a:gd name="connsiteX696" fmla="*/ 0 w 7467600"/>
              <a:gd name="connsiteY696" fmla="*/ 3271395 h 6858000"/>
              <a:gd name="connsiteX697" fmla="*/ 0 w 7467600"/>
              <a:gd name="connsiteY697" fmla="*/ 3153002 h 6858000"/>
              <a:gd name="connsiteX698" fmla="*/ 2386 w 7467600"/>
              <a:gd name="connsiteY698" fmla="*/ 3149203 h 6858000"/>
              <a:gd name="connsiteX699" fmla="*/ 89753 w 7467600"/>
              <a:gd name="connsiteY699" fmla="*/ 2987702 h 6858000"/>
              <a:gd name="connsiteX700" fmla="*/ 76869 w 7467600"/>
              <a:gd name="connsiteY700" fmla="*/ 3005404 h 6858000"/>
              <a:gd name="connsiteX701" fmla="*/ 32049 w 7467600"/>
              <a:gd name="connsiteY701" fmla="*/ 3065814 h 6858000"/>
              <a:gd name="connsiteX702" fmla="*/ 0 w 7467600"/>
              <a:gd name="connsiteY702" fmla="*/ 3108744 h 6858000"/>
              <a:gd name="connsiteX703" fmla="*/ 0 w 7467600"/>
              <a:gd name="connsiteY703" fmla="*/ 3058059 h 6858000"/>
              <a:gd name="connsiteX704" fmla="*/ 7610 w 7467600"/>
              <a:gd name="connsiteY704" fmla="*/ 3047889 h 6858000"/>
              <a:gd name="connsiteX705" fmla="*/ 52419 w 7467600"/>
              <a:gd name="connsiteY705" fmla="*/ 2987479 h 6858000"/>
              <a:gd name="connsiteX706" fmla="*/ 59142 w 7467600"/>
              <a:gd name="connsiteY706" fmla="*/ 2978488 h 6858000"/>
              <a:gd name="connsiteX707" fmla="*/ 0 w 7467600"/>
              <a:gd name="connsiteY707" fmla="*/ 3015334 h 6858000"/>
              <a:gd name="connsiteX708" fmla="*/ 0 w 7467600"/>
              <a:gd name="connsiteY708" fmla="*/ 2914286 h 6858000"/>
              <a:gd name="connsiteX709" fmla="*/ 36383 w 7467600"/>
              <a:gd name="connsiteY709" fmla="*/ 2901128 h 6858000"/>
              <a:gd name="connsiteX710" fmla="*/ 156329 w 7467600"/>
              <a:gd name="connsiteY710" fmla="*/ 2840533 h 6858000"/>
              <a:gd name="connsiteX711" fmla="*/ 358355 w 7467600"/>
              <a:gd name="connsiteY711" fmla="*/ 2620471 h 6858000"/>
              <a:gd name="connsiteX712" fmla="*/ 510577 w 7467600"/>
              <a:gd name="connsiteY712" fmla="*/ 2501244 h 6858000"/>
              <a:gd name="connsiteX713" fmla="*/ 211967 w 7467600"/>
              <a:gd name="connsiteY713" fmla="*/ 2479171 h 6858000"/>
              <a:gd name="connsiteX714" fmla="*/ 0 w 7467600"/>
              <a:gd name="connsiteY714" fmla="*/ 2476398 h 6858000"/>
              <a:gd name="connsiteX715" fmla="*/ 0 w 7467600"/>
              <a:gd name="connsiteY715" fmla="*/ 2389189 h 6858000"/>
              <a:gd name="connsiteX716" fmla="*/ 103062 w 7467600"/>
              <a:gd name="connsiteY716" fmla="*/ 2389518 h 6858000"/>
              <a:gd name="connsiteX717" fmla="*/ 510734 w 7467600"/>
              <a:gd name="connsiteY717" fmla="*/ 2416201 h 6858000"/>
              <a:gd name="connsiteX718" fmla="*/ 279257 w 7467600"/>
              <a:gd name="connsiteY718" fmla="*/ 2092102 h 6858000"/>
              <a:gd name="connsiteX719" fmla="*/ 65265 w 7467600"/>
              <a:gd name="connsiteY719" fmla="*/ 2006049 h 6858000"/>
              <a:gd name="connsiteX720" fmla="*/ 0 w 7467600"/>
              <a:gd name="connsiteY720" fmla="*/ 1982532 h 6858000"/>
              <a:gd name="connsiteX721" fmla="*/ 0 w 7467600"/>
              <a:gd name="connsiteY721" fmla="*/ 1912789 h 6858000"/>
              <a:gd name="connsiteX722" fmla="*/ 97460 w 7467600"/>
              <a:gd name="connsiteY722" fmla="*/ 1953725 h 6858000"/>
              <a:gd name="connsiteX723" fmla="*/ 221272 w 7467600"/>
              <a:gd name="connsiteY723" fmla="*/ 1980766 h 6858000"/>
              <a:gd name="connsiteX724" fmla="*/ 116765 w 7467600"/>
              <a:gd name="connsiteY724" fmla="*/ 1911033 h 6858000"/>
              <a:gd name="connsiteX725" fmla="*/ 16405 w 7467600"/>
              <a:gd name="connsiteY725" fmla="*/ 1803412 h 6858000"/>
              <a:gd name="connsiteX726" fmla="*/ 0 w 7467600"/>
              <a:gd name="connsiteY726" fmla="*/ 1784777 h 6858000"/>
              <a:gd name="connsiteX727" fmla="*/ 0 w 7467600"/>
              <a:gd name="connsiteY727" fmla="*/ 1740082 h 6858000"/>
              <a:gd name="connsiteX728" fmla="*/ 39394 w 7467600"/>
              <a:gd name="connsiteY728" fmla="*/ 1784856 h 6858000"/>
              <a:gd name="connsiteX729" fmla="*/ 135813 w 7467600"/>
              <a:gd name="connsiteY729" fmla="*/ 1888838 h 6858000"/>
              <a:gd name="connsiteX730" fmla="*/ 242575 w 7467600"/>
              <a:gd name="connsiteY730" fmla="*/ 1958841 h 6858000"/>
              <a:gd name="connsiteX731" fmla="*/ 82197 w 7467600"/>
              <a:gd name="connsiteY731" fmla="*/ 1754826 h 6858000"/>
              <a:gd name="connsiteX732" fmla="*/ 0 w 7467600"/>
              <a:gd name="connsiteY732" fmla="*/ 1679650 h 6858000"/>
              <a:gd name="connsiteX733" fmla="*/ 0 w 7467600"/>
              <a:gd name="connsiteY733" fmla="*/ 1602463 h 6858000"/>
              <a:gd name="connsiteX734" fmla="*/ 84689 w 7467600"/>
              <a:gd name="connsiteY734" fmla="*/ 1677442 h 6858000"/>
              <a:gd name="connsiteX735" fmla="*/ 298437 w 7467600"/>
              <a:gd name="connsiteY735" fmla="*/ 1968019 h 6858000"/>
              <a:gd name="connsiteX736" fmla="*/ 227269 w 7467600"/>
              <a:gd name="connsiteY736" fmla="*/ 1114064 h 6858000"/>
              <a:gd name="connsiteX737" fmla="*/ 248003 w 7467600"/>
              <a:gd name="connsiteY737" fmla="*/ 1089613 h 6858000"/>
              <a:gd name="connsiteX738" fmla="*/ 427020 w 7467600"/>
              <a:gd name="connsiteY738" fmla="*/ 1619803 h 6858000"/>
              <a:gd name="connsiteX739" fmla="*/ 340345 w 7467600"/>
              <a:gd name="connsiteY739" fmla="*/ 2027739 h 6858000"/>
              <a:gd name="connsiteX740" fmla="*/ 360865 w 7467600"/>
              <a:gd name="connsiteY740" fmla="*/ 2044827 h 6858000"/>
              <a:gd name="connsiteX741" fmla="*/ 560414 w 7467600"/>
              <a:gd name="connsiteY741" fmla="*/ 2421457 h 6858000"/>
              <a:gd name="connsiteX742" fmla="*/ 1359703 w 7467600"/>
              <a:gd name="connsiteY742" fmla="*/ 2578554 h 6858000"/>
              <a:gd name="connsiteX743" fmla="*/ 1359422 w 7467600"/>
              <a:gd name="connsiteY743" fmla="*/ 2577994 h 6858000"/>
              <a:gd name="connsiteX744" fmla="*/ 828701 w 7467600"/>
              <a:gd name="connsiteY744" fmla="*/ 1839520 h 6858000"/>
              <a:gd name="connsiteX745" fmla="*/ 494427 w 7467600"/>
              <a:gd name="connsiteY745" fmla="*/ 1092333 h 6858000"/>
              <a:gd name="connsiteX746" fmla="*/ 506322 w 7467600"/>
              <a:gd name="connsiteY746" fmla="*/ 1020997 h 6858000"/>
              <a:gd name="connsiteX747" fmla="*/ 4570198 w 7467600"/>
              <a:gd name="connsiteY747" fmla="*/ 978081 h 6858000"/>
              <a:gd name="connsiteX748" fmla="*/ 4523691 w 7467600"/>
              <a:gd name="connsiteY748" fmla="*/ 1127776 h 6858000"/>
              <a:gd name="connsiteX749" fmla="*/ 4509875 w 7467600"/>
              <a:gd name="connsiteY749" fmla="*/ 1167552 h 6858000"/>
              <a:gd name="connsiteX750" fmla="*/ 4478168 w 7467600"/>
              <a:gd name="connsiteY750" fmla="*/ 1260735 h 6858000"/>
              <a:gd name="connsiteX751" fmla="*/ 4409309 w 7467600"/>
              <a:gd name="connsiteY751" fmla="*/ 1666996 h 6858000"/>
              <a:gd name="connsiteX752" fmla="*/ 4370031 w 7467600"/>
              <a:gd name="connsiteY752" fmla="*/ 1955666 h 6858000"/>
              <a:gd name="connsiteX753" fmla="*/ 4570198 w 7467600"/>
              <a:gd name="connsiteY753" fmla="*/ 978081 h 6858000"/>
              <a:gd name="connsiteX754" fmla="*/ 4557898 w 7467600"/>
              <a:gd name="connsiteY754" fmla="*/ 900011 h 6858000"/>
              <a:gd name="connsiteX755" fmla="*/ 4344840 w 7467600"/>
              <a:gd name="connsiteY755" fmla="*/ 1922038 h 6858000"/>
              <a:gd name="connsiteX756" fmla="*/ 4378710 w 7467600"/>
              <a:gd name="connsiteY756" fmla="*/ 1665516 h 6858000"/>
              <a:gd name="connsiteX757" fmla="*/ 4448798 w 7467600"/>
              <a:gd name="connsiteY757" fmla="*/ 1253024 h 6858000"/>
              <a:gd name="connsiteX758" fmla="*/ 4480315 w 7467600"/>
              <a:gd name="connsiteY758" fmla="*/ 1158454 h 6858000"/>
              <a:gd name="connsiteX759" fmla="*/ 4494133 w 7467600"/>
              <a:gd name="connsiteY759" fmla="*/ 1118676 h 6858000"/>
              <a:gd name="connsiteX760" fmla="*/ 4557898 w 7467600"/>
              <a:gd name="connsiteY760" fmla="*/ 900011 h 6858000"/>
              <a:gd name="connsiteX761" fmla="*/ 5870151 w 7467600"/>
              <a:gd name="connsiteY761" fmla="*/ 898890 h 6858000"/>
              <a:gd name="connsiteX762" fmla="*/ 5861335 w 7467600"/>
              <a:gd name="connsiteY762" fmla="*/ 899177 h 6858000"/>
              <a:gd name="connsiteX763" fmla="*/ 5843702 w 7467600"/>
              <a:gd name="connsiteY763" fmla="*/ 899748 h 6858000"/>
              <a:gd name="connsiteX764" fmla="*/ 5651107 w 7467600"/>
              <a:gd name="connsiteY764" fmla="*/ 920306 h 6858000"/>
              <a:gd name="connsiteX765" fmla="*/ 5459407 w 7467600"/>
              <a:gd name="connsiteY765" fmla="*/ 940975 h 6858000"/>
              <a:gd name="connsiteX766" fmla="*/ 5374846 w 7467600"/>
              <a:gd name="connsiteY766" fmla="*/ 941988 h 6858000"/>
              <a:gd name="connsiteX767" fmla="*/ 5256105 w 7467600"/>
              <a:gd name="connsiteY767" fmla="*/ 945632 h 6858000"/>
              <a:gd name="connsiteX768" fmla="*/ 5107071 w 7467600"/>
              <a:gd name="connsiteY768" fmla="*/ 969720 h 6858000"/>
              <a:gd name="connsiteX769" fmla="*/ 4998681 w 7467600"/>
              <a:gd name="connsiteY769" fmla="*/ 988771 h 6858000"/>
              <a:gd name="connsiteX770" fmla="*/ 5870151 w 7467600"/>
              <a:gd name="connsiteY770" fmla="*/ 898890 h 6858000"/>
              <a:gd name="connsiteX771" fmla="*/ 5504425 w 7467600"/>
              <a:gd name="connsiteY771" fmla="*/ 848067 h 6858000"/>
              <a:gd name="connsiteX772" fmla="*/ 4968849 w 7467600"/>
              <a:gd name="connsiteY772" fmla="*/ 962318 h 6858000"/>
              <a:gd name="connsiteX773" fmla="*/ 5104039 w 7467600"/>
              <a:gd name="connsiteY773" fmla="*/ 940634 h 6858000"/>
              <a:gd name="connsiteX774" fmla="*/ 5256311 w 7467600"/>
              <a:gd name="connsiteY774" fmla="*/ 916490 h 6858000"/>
              <a:gd name="connsiteX775" fmla="*/ 5377381 w 7467600"/>
              <a:gd name="connsiteY775" fmla="*/ 912671 h 6858000"/>
              <a:gd name="connsiteX776" fmla="*/ 5460148 w 7467600"/>
              <a:gd name="connsiteY776" fmla="*/ 911442 h 6858000"/>
              <a:gd name="connsiteX777" fmla="*/ 5648971 w 7467600"/>
              <a:gd name="connsiteY777" fmla="*/ 891331 h 6858000"/>
              <a:gd name="connsiteX778" fmla="*/ 5844807 w 7467600"/>
              <a:gd name="connsiteY778" fmla="*/ 870718 h 6858000"/>
              <a:gd name="connsiteX779" fmla="*/ 5862975 w 7467600"/>
              <a:gd name="connsiteY779" fmla="*/ 869756 h 6858000"/>
              <a:gd name="connsiteX780" fmla="*/ 5920887 w 7467600"/>
              <a:gd name="connsiteY780" fmla="*/ 865929 h 6858000"/>
              <a:gd name="connsiteX781" fmla="*/ 5504425 w 7467600"/>
              <a:gd name="connsiteY781" fmla="*/ 848067 h 6858000"/>
              <a:gd name="connsiteX782" fmla="*/ 3607114 w 7467600"/>
              <a:gd name="connsiteY782" fmla="*/ 467441 h 6858000"/>
              <a:gd name="connsiteX783" fmla="*/ 3296242 w 7467600"/>
              <a:gd name="connsiteY783" fmla="*/ 807991 h 6858000"/>
              <a:gd name="connsiteX784" fmla="*/ 3174674 w 7467600"/>
              <a:gd name="connsiteY784" fmla="*/ 919759 h 6858000"/>
              <a:gd name="connsiteX785" fmla="*/ 3042978 w 7467600"/>
              <a:gd name="connsiteY785" fmla="*/ 1054894 h 6858000"/>
              <a:gd name="connsiteX786" fmla="*/ 2968914 w 7467600"/>
              <a:gd name="connsiteY786" fmla="*/ 1133756 h 6858000"/>
              <a:gd name="connsiteX787" fmla="*/ 3103823 w 7467600"/>
              <a:gd name="connsiteY787" fmla="*/ 1026814 h 6858000"/>
              <a:gd name="connsiteX788" fmla="*/ 3607114 w 7467600"/>
              <a:gd name="connsiteY788" fmla="*/ 467441 h 6858000"/>
              <a:gd name="connsiteX789" fmla="*/ 3744487 w 7467600"/>
              <a:gd name="connsiteY789" fmla="*/ 383136 h 6858000"/>
              <a:gd name="connsiteX790" fmla="*/ 3970213 w 7467600"/>
              <a:gd name="connsiteY790" fmla="*/ 995559 h 6858000"/>
              <a:gd name="connsiteX791" fmla="*/ 3744487 w 7467600"/>
              <a:gd name="connsiteY791" fmla="*/ 383136 h 6858000"/>
              <a:gd name="connsiteX792" fmla="*/ 3624562 w 7467600"/>
              <a:gd name="connsiteY792" fmla="*/ 367041 h 6858000"/>
              <a:gd name="connsiteX793" fmla="*/ 3489712 w 7467600"/>
              <a:gd name="connsiteY793" fmla="*/ 485386 h 6858000"/>
              <a:gd name="connsiteX794" fmla="*/ 3182994 w 7467600"/>
              <a:gd name="connsiteY794" fmla="*/ 828265 h 6858000"/>
              <a:gd name="connsiteX795" fmla="*/ 2892114 w 7467600"/>
              <a:gd name="connsiteY795" fmla="*/ 1172635 h 6858000"/>
              <a:gd name="connsiteX796" fmla="*/ 3021459 w 7467600"/>
              <a:gd name="connsiteY796" fmla="*/ 1035385 h 6858000"/>
              <a:gd name="connsiteX797" fmla="*/ 3153873 w 7467600"/>
              <a:gd name="connsiteY797" fmla="*/ 898971 h 6858000"/>
              <a:gd name="connsiteX798" fmla="*/ 3276511 w 7467600"/>
              <a:gd name="connsiteY798" fmla="*/ 786423 h 6858000"/>
              <a:gd name="connsiteX799" fmla="*/ 3584154 w 7467600"/>
              <a:gd name="connsiteY799" fmla="*/ 448218 h 6858000"/>
              <a:gd name="connsiteX800" fmla="*/ 3624562 w 7467600"/>
              <a:gd name="connsiteY800" fmla="*/ 367041 h 6858000"/>
              <a:gd name="connsiteX801" fmla="*/ 3766672 w 7467600"/>
              <a:gd name="connsiteY801" fmla="*/ 359429 h 6858000"/>
              <a:gd name="connsiteX802" fmla="*/ 3996338 w 7467600"/>
              <a:gd name="connsiteY802" fmla="*/ 968237 h 6858000"/>
              <a:gd name="connsiteX803" fmla="*/ 3766672 w 7467600"/>
              <a:gd name="connsiteY803" fmla="*/ 359429 h 6858000"/>
              <a:gd name="connsiteX804" fmla="*/ 5805386 w 7467600"/>
              <a:gd name="connsiteY804" fmla="*/ 239240 h 6858000"/>
              <a:gd name="connsiteX805" fmla="*/ 5736947 w 7467600"/>
              <a:gd name="connsiteY805" fmla="*/ 261367 h 6858000"/>
              <a:gd name="connsiteX806" fmla="*/ 5427012 w 7467600"/>
              <a:gd name="connsiteY806" fmla="*/ 311272 h 6858000"/>
              <a:gd name="connsiteX807" fmla="*/ 5147818 w 7467600"/>
              <a:gd name="connsiteY807" fmla="*/ 322112 h 6858000"/>
              <a:gd name="connsiteX808" fmla="*/ 5060854 w 7467600"/>
              <a:gd name="connsiteY808" fmla="*/ 311882 h 6858000"/>
              <a:gd name="connsiteX809" fmla="*/ 4945989 w 7467600"/>
              <a:gd name="connsiteY809" fmla="*/ 300516 h 6858000"/>
              <a:gd name="connsiteX810" fmla="*/ 5410479 w 7467600"/>
              <a:gd name="connsiteY810" fmla="*/ 348434 h 6858000"/>
              <a:gd name="connsiteX811" fmla="*/ 5805386 w 7467600"/>
              <a:gd name="connsiteY811" fmla="*/ 239240 h 6858000"/>
              <a:gd name="connsiteX812" fmla="*/ 5905192 w 7467600"/>
              <a:gd name="connsiteY812" fmla="*/ 163079 h 6858000"/>
              <a:gd name="connsiteX813" fmla="*/ 5865655 w 7467600"/>
              <a:gd name="connsiteY813" fmla="*/ 171901 h 6858000"/>
              <a:gd name="connsiteX814" fmla="*/ 5259740 w 7467600"/>
              <a:gd name="connsiteY814" fmla="*/ 257013 h 6858000"/>
              <a:gd name="connsiteX815" fmla="*/ 5208466 w 7467600"/>
              <a:gd name="connsiteY815" fmla="*/ 257550 h 6858000"/>
              <a:gd name="connsiteX816" fmla="*/ 4980204 w 7467600"/>
              <a:gd name="connsiteY816" fmla="*/ 271903 h 6858000"/>
              <a:gd name="connsiteX817" fmla="*/ 5068068 w 7467600"/>
              <a:gd name="connsiteY817" fmla="*/ 282244 h 6858000"/>
              <a:gd name="connsiteX818" fmla="*/ 5153231 w 7467600"/>
              <a:gd name="connsiteY818" fmla="*/ 292240 h 6858000"/>
              <a:gd name="connsiteX819" fmla="*/ 5426491 w 7467600"/>
              <a:gd name="connsiteY819" fmla="*/ 281128 h 6858000"/>
              <a:gd name="connsiteX820" fmla="*/ 5731212 w 7467600"/>
              <a:gd name="connsiteY820" fmla="*/ 231951 h 6858000"/>
              <a:gd name="connsiteX821" fmla="*/ 5905192 w 7467600"/>
              <a:gd name="connsiteY821" fmla="*/ 163079 h 6858000"/>
              <a:gd name="connsiteX822" fmla="*/ 5944437 w 7467600"/>
              <a:gd name="connsiteY822" fmla="*/ 113829 h 6858000"/>
              <a:gd name="connsiteX823" fmla="*/ 5825032 w 7467600"/>
              <a:gd name="connsiteY823" fmla="*/ 146405 h 6858000"/>
              <a:gd name="connsiteX824" fmla="*/ 4955599 w 7467600"/>
              <a:gd name="connsiteY824" fmla="*/ 247008 h 6858000"/>
              <a:gd name="connsiteX825" fmla="*/ 5210104 w 7467600"/>
              <a:gd name="connsiteY825" fmla="*/ 228123 h 6858000"/>
              <a:gd name="connsiteX826" fmla="*/ 5261015 w 7467600"/>
              <a:gd name="connsiteY826" fmla="*/ 227087 h 6858000"/>
              <a:gd name="connsiteX827" fmla="*/ 5861181 w 7467600"/>
              <a:gd name="connsiteY827" fmla="*/ 143093 h 6858000"/>
              <a:gd name="connsiteX828" fmla="*/ 5961252 w 7467600"/>
              <a:gd name="connsiteY828" fmla="*/ 114820 h 6858000"/>
              <a:gd name="connsiteX829" fmla="*/ 5944437 w 7467600"/>
              <a:gd name="connsiteY829" fmla="*/ 113829 h 6858000"/>
              <a:gd name="connsiteX830" fmla="*/ 3882765 w 7467600"/>
              <a:gd name="connsiteY830" fmla="*/ 0 h 6858000"/>
              <a:gd name="connsiteX831" fmla="*/ 3995099 w 7467600"/>
              <a:gd name="connsiteY831" fmla="*/ 0 h 6858000"/>
              <a:gd name="connsiteX832" fmla="*/ 4163818 w 7467600"/>
              <a:gd name="connsiteY832" fmla="*/ 234104 h 6858000"/>
              <a:gd name="connsiteX833" fmla="*/ 4172099 w 7467600"/>
              <a:gd name="connsiteY833" fmla="*/ 234207 h 6858000"/>
              <a:gd name="connsiteX834" fmla="*/ 4784282 w 7467600"/>
              <a:gd name="connsiteY834" fmla="*/ 276561 h 6858000"/>
              <a:gd name="connsiteX835" fmla="*/ 4801687 w 7467600"/>
              <a:gd name="connsiteY835" fmla="*/ 267764 h 6858000"/>
              <a:gd name="connsiteX836" fmla="*/ 6082788 w 7467600"/>
              <a:gd name="connsiteY836" fmla="*/ 64119 h 6858000"/>
              <a:gd name="connsiteX837" fmla="*/ 6099442 w 7467600"/>
              <a:gd name="connsiteY837" fmla="*/ 82568 h 6858000"/>
              <a:gd name="connsiteX838" fmla="*/ 4804137 w 7467600"/>
              <a:gd name="connsiteY838" fmla="*/ 320931 h 6858000"/>
              <a:gd name="connsiteX839" fmla="*/ 4227047 w 7467600"/>
              <a:gd name="connsiteY839" fmla="*/ 313415 h 6858000"/>
              <a:gd name="connsiteX840" fmla="*/ 4346041 w 7467600"/>
              <a:gd name="connsiteY840" fmla="*/ 456086 h 6858000"/>
              <a:gd name="connsiteX841" fmla="*/ 4870967 w 7467600"/>
              <a:gd name="connsiteY841" fmla="*/ 963061 h 6858000"/>
              <a:gd name="connsiteX842" fmla="*/ 4889647 w 7467600"/>
              <a:gd name="connsiteY842" fmla="*/ 957147 h 6858000"/>
              <a:gd name="connsiteX843" fmla="*/ 5422504 w 7467600"/>
              <a:gd name="connsiteY843" fmla="*/ 805191 h 6858000"/>
              <a:gd name="connsiteX844" fmla="*/ 6087656 w 7467600"/>
              <a:gd name="connsiteY844" fmla="*/ 826703 h 6858000"/>
              <a:gd name="connsiteX845" fmla="*/ 6058717 w 7467600"/>
              <a:gd name="connsiteY845" fmla="*/ 865992 h 6858000"/>
              <a:gd name="connsiteX846" fmla="*/ 4974153 w 7467600"/>
              <a:gd name="connsiteY846" fmla="*/ 1045456 h 6858000"/>
              <a:gd name="connsiteX847" fmla="*/ 5627835 w 7467600"/>
              <a:gd name="connsiteY847" fmla="*/ 1472077 h 6858000"/>
              <a:gd name="connsiteX848" fmla="*/ 5629817 w 7467600"/>
              <a:gd name="connsiteY848" fmla="*/ 1471412 h 6858000"/>
              <a:gd name="connsiteX849" fmla="*/ 5634124 w 7467600"/>
              <a:gd name="connsiteY849" fmla="*/ 1470572 h 6858000"/>
              <a:gd name="connsiteX850" fmla="*/ 5755832 w 7467600"/>
              <a:gd name="connsiteY850" fmla="*/ 1383886 h 6858000"/>
              <a:gd name="connsiteX851" fmla="*/ 6014186 w 7467600"/>
              <a:gd name="connsiteY851" fmla="*/ 1279799 h 6858000"/>
              <a:gd name="connsiteX852" fmla="*/ 6901619 w 7467600"/>
              <a:gd name="connsiteY852" fmla="*/ 1047874 h 6858000"/>
              <a:gd name="connsiteX853" fmla="*/ 6931566 w 7467600"/>
              <a:gd name="connsiteY853" fmla="*/ 1062034 h 6858000"/>
              <a:gd name="connsiteX854" fmla="*/ 5790982 w 7467600"/>
              <a:gd name="connsiteY854" fmla="*/ 1561380 h 6858000"/>
              <a:gd name="connsiteX855" fmla="*/ 6188971 w 7467600"/>
              <a:gd name="connsiteY855" fmla="*/ 1755168 h 6858000"/>
              <a:gd name="connsiteX856" fmla="*/ 6202446 w 7467600"/>
              <a:gd name="connsiteY856" fmla="*/ 1752268 h 6858000"/>
              <a:gd name="connsiteX857" fmla="*/ 7179560 w 7467600"/>
              <a:gd name="connsiteY857" fmla="*/ 1467551 h 6858000"/>
              <a:gd name="connsiteX858" fmla="*/ 7158730 w 7467600"/>
              <a:gd name="connsiteY858" fmla="*/ 1507835 h 6858000"/>
              <a:gd name="connsiteX859" fmla="*/ 6326959 w 7467600"/>
              <a:gd name="connsiteY859" fmla="*/ 1817686 h 6858000"/>
              <a:gd name="connsiteX860" fmla="*/ 6537433 w 7467600"/>
              <a:gd name="connsiteY860" fmla="*/ 1907790 h 6858000"/>
              <a:gd name="connsiteX861" fmla="*/ 6550221 w 7467600"/>
              <a:gd name="connsiteY861" fmla="*/ 1910729 h 6858000"/>
              <a:gd name="connsiteX862" fmla="*/ 6964438 w 7467600"/>
              <a:gd name="connsiteY862" fmla="*/ 2209505 h 6858000"/>
              <a:gd name="connsiteX863" fmla="*/ 7367862 w 7467600"/>
              <a:gd name="connsiteY863" fmla="*/ 2806833 h 6858000"/>
              <a:gd name="connsiteX864" fmla="*/ 7364329 w 7467600"/>
              <a:gd name="connsiteY864" fmla="*/ 2826907 h 6858000"/>
              <a:gd name="connsiteX865" fmla="*/ 7290545 w 7467600"/>
              <a:gd name="connsiteY865" fmla="*/ 2850663 h 6858000"/>
              <a:gd name="connsiteX866" fmla="*/ 6472036 w 7467600"/>
              <a:gd name="connsiteY866" fmla="*/ 1959003 h 6858000"/>
              <a:gd name="connsiteX867" fmla="*/ 5792897 w 7467600"/>
              <a:gd name="connsiteY867" fmla="*/ 1647747 h 6858000"/>
              <a:gd name="connsiteX868" fmla="*/ 5842751 w 7467600"/>
              <a:gd name="connsiteY868" fmla="*/ 1816112 h 6858000"/>
              <a:gd name="connsiteX869" fmla="*/ 5847424 w 7467600"/>
              <a:gd name="connsiteY869" fmla="*/ 1815776 h 6858000"/>
              <a:gd name="connsiteX870" fmla="*/ 6399821 w 7467600"/>
              <a:gd name="connsiteY870" fmla="*/ 2344799 h 6858000"/>
              <a:gd name="connsiteX871" fmla="*/ 6323232 w 7467600"/>
              <a:gd name="connsiteY871" fmla="*/ 2389634 h 6858000"/>
              <a:gd name="connsiteX872" fmla="*/ 5942958 w 7467600"/>
              <a:gd name="connsiteY872" fmla="*/ 2077708 h 6858000"/>
              <a:gd name="connsiteX873" fmla="*/ 5921559 w 7467600"/>
              <a:gd name="connsiteY873" fmla="*/ 2378596 h 6858000"/>
              <a:gd name="connsiteX874" fmla="*/ 5817651 w 7467600"/>
              <a:gd name="connsiteY874" fmla="*/ 3023919 h 6858000"/>
              <a:gd name="connsiteX875" fmla="*/ 5729634 w 7467600"/>
              <a:gd name="connsiteY875" fmla="*/ 3051849 h 6858000"/>
              <a:gd name="connsiteX876" fmla="*/ 5611018 w 7467600"/>
              <a:gd name="connsiteY876" fmla="*/ 2316769 h 6858000"/>
              <a:gd name="connsiteX877" fmla="*/ 5687608 w 7467600"/>
              <a:gd name="connsiteY877" fmla="*/ 2039972 h 6858000"/>
              <a:gd name="connsiteX878" fmla="*/ 5657554 w 7467600"/>
              <a:gd name="connsiteY878" fmla="*/ 1576445 h 6858000"/>
              <a:gd name="connsiteX879" fmla="*/ 5150475 w 7467600"/>
              <a:gd name="connsiteY879" fmla="*/ 1274012 h 6858000"/>
              <a:gd name="connsiteX880" fmla="*/ 5349142 w 7467600"/>
              <a:gd name="connsiteY880" fmla="*/ 2204405 h 6858000"/>
              <a:gd name="connsiteX881" fmla="*/ 5262214 w 7467600"/>
              <a:gd name="connsiteY881" fmla="*/ 2233836 h 6858000"/>
              <a:gd name="connsiteX882" fmla="*/ 4981539 w 7467600"/>
              <a:gd name="connsiteY882" fmla="*/ 1542201 h 6858000"/>
              <a:gd name="connsiteX883" fmla="*/ 4958461 w 7467600"/>
              <a:gd name="connsiteY883" fmla="*/ 1136957 h 6858000"/>
              <a:gd name="connsiteX884" fmla="*/ 4655015 w 7467600"/>
              <a:gd name="connsiteY884" fmla="*/ 891426 h 6858000"/>
              <a:gd name="connsiteX885" fmla="*/ 4348002 w 7467600"/>
              <a:gd name="connsiteY885" fmla="*/ 2205895 h 6858000"/>
              <a:gd name="connsiteX886" fmla="*/ 4262250 w 7467600"/>
              <a:gd name="connsiteY886" fmla="*/ 2219972 h 6858000"/>
              <a:gd name="connsiteX887" fmla="*/ 4550611 w 7467600"/>
              <a:gd name="connsiteY887" fmla="*/ 817540 h 6858000"/>
              <a:gd name="connsiteX888" fmla="*/ 4564418 w 7467600"/>
              <a:gd name="connsiteY888" fmla="*/ 808293 h 6858000"/>
              <a:gd name="connsiteX889" fmla="*/ 4266388 w 7467600"/>
              <a:gd name="connsiteY889" fmla="*/ 500083 h 6858000"/>
              <a:gd name="connsiteX890" fmla="*/ 4032842 w 7467600"/>
              <a:gd name="connsiteY890" fmla="*/ 211809 h 6858000"/>
              <a:gd name="connsiteX891" fmla="*/ 3882765 w 7467600"/>
              <a:gd name="connsiteY891" fmla="*/ 0 h 6858000"/>
              <a:gd name="connsiteX892" fmla="*/ 3721337 w 7467600"/>
              <a:gd name="connsiteY892" fmla="*/ 0 h 6858000"/>
              <a:gd name="connsiteX893" fmla="*/ 3797544 w 7467600"/>
              <a:gd name="connsiteY893" fmla="*/ 0 h 6858000"/>
              <a:gd name="connsiteX894" fmla="*/ 3775734 w 7467600"/>
              <a:gd name="connsiteY894" fmla="*/ 95131 h 6858000"/>
              <a:gd name="connsiteX895" fmla="*/ 3724807 w 7467600"/>
              <a:gd name="connsiteY895" fmla="*/ 272257 h 6858000"/>
              <a:gd name="connsiteX896" fmla="*/ 3726844 w 7467600"/>
              <a:gd name="connsiteY896" fmla="*/ 282988 h 6858000"/>
              <a:gd name="connsiteX897" fmla="*/ 3742664 w 7467600"/>
              <a:gd name="connsiteY897" fmla="*/ 279918 h 6858000"/>
              <a:gd name="connsiteX898" fmla="*/ 4103910 w 7467600"/>
              <a:gd name="connsiteY898" fmla="*/ 1161917 h 6858000"/>
              <a:gd name="connsiteX899" fmla="*/ 4020269 w 7467600"/>
              <a:gd name="connsiteY899" fmla="*/ 1200406 h 6858000"/>
              <a:gd name="connsiteX900" fmla="*/ 3674882 w 7467600"/>
              <a:gd name="connsiteY900" fmla="*/ 488524 h 6858000"/>
              <a:gd name="connsiteX901" fmla="*/ 3132682 w 7467600"/>
              <a:gd name="connsiteY901" fmla="*/ 1072284 h 6858000"/>
              <a:gd name="connsiteX902" fmla="*/ 2716346 w 7467600"/>
              <a:gd name="connsiteY902" fmla="*/ 1276376 h 6858000"/>
              <a:gd name="connsiteX903" fmla="*/ 2716772 w 7467600"/>
              <a:gd name="connsiteY903" fmla="*/ 1255462 h 6858000"/>
              <a:gd name="connsiteX904" fmla="*/ 3471096 w 7467600"/>
              <a:gd name="connsiteY904" fmla="*/ 437072 h 6858000"/>
              <a:gd name="connsiteX905" fmla="*/ 3639057 w 7467600"/>
              <a:gd name="connsiteY905" fmla="*/ 286334 h 6858000"/>
              <a:gd name="connsiteX906" fmla="*/ 3640309 w 7467600"/>
              <a:gd name="connsiteY906" fmla="*/ 284664 h 6858000"/>
              <a:gd name="connsiteX907" fmla="*/ 3646022 w 7467600"/>
              <a:gd name="connsiteY907" fmla="*/ 276711 h 6858000"/>
              <a:gd name="connsiteX908" fmla="*/ 3707943 w 7467600"/>
              <a:gd name="connsiteY908" fmla="*/ 65958 h 6858000"/>
              <a:gd name="connsiteX909" fmla="*/ 3721337 w 7467600"/>
              <a:gd name="connsiteY909" fmla="*/ 0 h 6858000"/>
              <a:gd name="connsiteX910" fmla="*/ 2867960 w 7467600"/>
              <a:gd name="connsiteY910" fmla="*/ 0 h 6858000"/>
              <a:gd name="connsiteX911" fmla="*/ 2926351 w 7467600"/>
              <a:gd name="connsiteY911" fmla="*/ 0 h 6858000"/>
              <a:gd name="connsiteX912" fmla="*/ 2902823 w 7467600"/>
              <a:gd name="connsiteY912" fmla="*/ 262929 h 6858000"/>
              <a:gd name="connsiteX913" fmla="*/ 2940663 w 7467600"/>
              <a:gd name="connsiteY913" fmla="*/ 140884 h 6858000"/>
              <a:gd name="connsiteX914" fmla="*/ 2947039 w 7467600"/>
              <a:gd name="connsiteY914" fmla="*/ 122524 h 6858000"/>
              <a:gd name="connsiteX915" fmla="*/ 2984316 w 7467600"/>
              <a:gd name="connsiteY915" fmla="*/ 0 h 6858000"/>
              <a:gd name="connsiteX916" fmla="*/ 3016114 w 7467600"/>
              <a:gd name="connsiteY916" fmla="*/ 0 h 6858000"/>
              <a:gd name="connsiteX917" fmla="*/ 2979949 w 7467600"/>
              <a:gd name="connsiteY917" fmla="*/ 119274 h 6858000"/>
              <a:gd name="connsiteX918" fmla="*/ 3023879 w 7467600"/>
              <a:gd name="connsiteY918" fmla="*/ 0 h 6858000"/>
              <a:gd name="connsiteX919" fmla="*/ 3105400 w 7467600"/>
              <a:gd name="connsiteY919" fmla="*/ 0 h 6858000"/>
              <a:gd name="connsiteX920" fmla="*/ 3094669 w 7467600"/>
              <a:gd name="connsiteY920" fmla="*/ 30308 h 6858000"/>
              <a:gd name="connsiteX921" fmla="*/ 2901945 w 7467600"/>
              <a:gd name="connsiteY921" fmla="*/ 466538 h 6858000"/>
              <a:gd name="connsiteX922" fmla="*/ 2815209 w 7467600"/>
              <a:gd name="connsiteY922" fmla="*/ 497361 h 6858000"/>
              <a:gd name="connsiteX923" fmla="*/ 2844845 w 7467600"/>
              <a:gd name="connsiteY923" fmla="*/ 127638 h 6858000"/>
              <a:gd name="connsiteX924" fmla="*/ 2867960 w 7467600"/>
              <a:gd name="connsiteY924" fmla="*/ 0 h 6858000"/>
              <a:gd name="connsiteX925" fmla="*/ 1057230 w 7467600"/>
              <a:gd name="connsiteY925" fmla="*/ 0 h 6858000"/>
              <a:gd name="connsiteX926" fmla="*/ 1111003 w 7467600"/>
              <a:gd name="connsiteY926" fmla="*/ 0 h 6858000"/>
              <a:gd name="connsiteX927" fmla="*/ 1125553 w 7467600"/>
              <a:gd name="connsiteY927" fmla="*/ 52588 h 6858000"/>
              <a:gd name="connsiteX928" fmla="*/ 1304276 w 7467600"/>
              <a:gd name="connsiteY928" fmla="*/ 476275 h 6858000"/>
              <a:gd name="connsiteX929" fmla="*/ 1492066 w 7467600"/>
              <a:gd name="connsiteY929" fmla="*/ 886333 h 6858000"/>
              <a:gd name="connsiteX930" fmla="*/ 1423698 w 7467600"/>
              <a:gd name="connsiteY930" fmla="*/ 710817 h 6858000"/>
              <a:gd name="connsiteX931" fmla="*/ 1357609 w 7467600"/>
              <a:gd name="connsiteY931" fmla="*/ 532892 h 6858000"/>
              <a:gd name="connsiteX932" fmla="*/ 1309550 w 7467600"/>
              <a:gd name="connsiteY932" fmla="*/ 374031 h 6858000"/>
              <a:gd name="connsiteX933" fmla="*/ 1193673 w 7467600"/>
              <a:gd name="connsiteY933" fmla="*/ 49533 h 6858000"/>
              <a:gd name="connsiteX934" fmla="*/ 1164391 w 7467600"/>
              <a:gd name="connsiteY934" fmla="*/ 0 h 6858000"/>
              <a:gd name="connsiteX935" fmla="*/ 1200666 w 7467600"/>
              <a:gd name="connsiteY935" fmla="*/ 0 h 6858000"/>
              <a:gd name="connsiteX936" fmla="*/ 1223408 w 7467600"/>
              <a:gd name="connsiteY936" fmla="*/ 38996 h 6858000"/>
              <a:gd name="connsiteX937" fmla="*/ 1339635 w 7467600"/>
              <a:gd name="connsiteY937" fmla="*/ 365517 h 6858000"/>
              <a:gd name="connsiteX938" fmla="*/ 1387469 w 7467600"/>
              <a:gd name="connsiteY938" fmla="*/ 523079 h 6858000"/>
              <a:gd name="connsiteX939" fmla="*/ 1452685 w 7467600"/>
              <a:gd name="connsiteY939" fmla="*/ 699806 h 6858000"/>
              <a:gd name="connsiteX940" fmla="*/ 1492092 w 7467600"/>
              <a:gd name="connsiteY940" fmla="*/ 800424 h 6858000"/>
              <a:gd name="connsiteX941" fmla="*/ 1455302 w 7467600"/>
              <a:gd name="connsiteY941" fmla="*/ 632913 h 6858000"/>
              <a:gd name="connsiteX942" fmla="*/ 1222336 w 7467600"/>
              <a:gd name="connsiteY942" fmla="*/ 9480 h 6858000"/>
              <a:gd name="connsiteX943" fmla="*/ 1214634 w 7467600"/>
              <a:gd name="connsiteY943" fmla="*/ 0 h 6858000"/>
              <a:gd name="connsiteX944" fmla="*/ 1289827 w 7467600"/>
              <a:gd name="connsiteY944" fmla="*/ 0 h 6858000"/>
              <a:gd name="connsiteX945" fmla="*/ 1321076 w 7467600"/>
              <a:gd name="connsiteY945" fmla="*/ 59722 h 6858000"/>
              <a:gd name="connsiteX946" fmla="*/ 1512579 w 7467600"/>
              <a:gd name="connsiteY946" fmla="*/ 626441 h 6858000"/>
              <a:gd name="connsiteX947" fmla="*/ 1506076 w 7467600"/>
              <a:gd name="connsiteY947" fmla="*/ 1089289 h 6858000"/>
              <a:gd name="connsiteX948" fmla="*/ 1486346 w 7467600"/>
              <a:gd name="connsiteY948" fmla="*/ 1079919 h 6858000"/>
              <a:gd name="connsiteX949" fmla="*/ 1070511 w 7467600"/>
              <a:gd name="connsiteY949" fmla="*/ 48609 h 6858000"/>
              <a:gd name="connsiteX950" fmla="*/ 1057230 w 7467600"/>
              <a:gd name="connsiteY950" fmla="*/ 0 h 6858000"/>
              <a:gd name="connsiteX951" fmla="*/ 43151 w 7467600"/>
              <a:gd name="connsiteY951" fmla="*/ 0 h 6858000"/>
              <a:gd name="connsiteX952" fmla="*/ 95283 w 7467600"/>
              <a:gd name="connsiteY952" fmla="*/ 0 h 6858000"/>
              <a:gd name="connsiteX953" fmla="*/ 300708 w 7467600"/>
              <a:gd name="connsiteY953" fmla="*/ 154571 h 6858000"/>
              <a:gd name="connsiteX954" fmla="*/ 530414 w 7467600"/>
              <a:gd name="connsiteY954" fmla="*/ 354673 h 6858000"/>
              <a:gd name="connsiteX955" fmla="*/ 333785 w 7467600"/>
              <a:gd name="connsiteY955" fmla="*/ 161564 h 6858000"/>
              <a:gd name="connsiteX956" fmla="*/ 147005 w 7467600"/>
              <a:gd name="connsiteY956" fmla="*/ 0 h 6858000"/>
              <a:gd name="connsiteX957" fmla="*/ 272509 w 7467600"/>
              <a:gd name="connsiteY957" fmla="*/ 0 h 6858000"/>
              <a:gd name="connsiteX958" fmla="*/ 326276 w 7467600"/>
              <a:gd name="connsiteY958" fmla="*/ 45847 h 6858000"/>
              <a:gd name="connsiteX959" fmla="*/ 823759 w 7467600"/>
              <a:gd name="connsiteY959" fmla="*/ 574145 h 6858000"/>
              <a:gd name="connsiteX960" fmla="*/ 811254 w 7467600"/>
              <a:gd name="connsiteY960" fmla="*/ 665546 h 6858000"/>
              <a:gd name="connsiteX961" fmla="*/ 154042 w 7467600"/>
              <a:gd name="connsiteY961" fmla="*/ 261522 h 6858000"/>
              <a:gd name="connsiteX962" fmla="*/ 13550 w 7467600"/>
              <a:gd name="connsiteY962" fmla="*/ 158423 h 6858000"/>
              <a:gd name="connsiteX963" fmla="*/ 0 w 7467600"/>
              <a:gd name="connsiteY963" fmla="*/ 146618 h 6858000"/>
              <a:gd name="connsiteX964" fmla="*/ 0 w 7467600"/>
              <a:gd name="connsiteY964" fmla="*/ 59161 h 6858000"/>
              <a:gd name="connsiteX965" fmla="*/ 45427 w 7467600"/>
              <a:gd name="connsiteY965" fmla="*/ 101078 h 6858000"/>
              <a:gd name="connsiteX966" fmla="*/ 630103 w 7467600"/>
              <a:gd name="connsiteY966" fmla="*/ 485885 h 6858000"/>
              <a:gd name="connsiteX967" fmla="*/ 532040 w 7467600"/>
              <a:gd name="connsiteY967" fmla="*/ 399359 h 6858000"/>
              <a:gd name="connsiteX968" fmla="*/ 517618 w 7467600"/>
              <a:gd name="connsiteY968" fmla="*/ 385726 h 6858000"/>
              <a:gd name="connsiteX969" fmla="*/ 285074 w 7467600"/>
              <a:gd name="connsiteY969" fmla="*/ 182755 h 6858000"/>
              <a:gd name="connsiteX970" fmla="*/ 43151 w 7467600"/>
              <a:gd name="connsiteY97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1456157 w 7467600"/>
              <a:gd name="connsiteY91" fmla="*/ 5371404 h 6858000"/>
              <a:gd name="connsiteX92" fmla="*/ 1244432 w 7467600"/>
              <a:gd name="connsiteY92" fmla="*/ 5385601 h 6858000"/>
              <a:gd name="connsiteX93" fmla="*/ 973990 w 7467600"/>
              <a:gd name="connsiteY93" fmla="*/ 5424940 h 6858000"/>
              <a:gd name="connsiteX94" fmla="*/ 1103809 w 7467600"/>
              <a:gd name="connsiteY94" fmla="*/ 5433720 h 6858000"/>
              <a:gd name="connsiteX95" fmla="*/ 1123454 w 7467600"/>
              <a:gd name="connsiteY95" fmla="*/ 5435727 h 6858000"/>
              <a:gd name="connsiteX96" fmla="*/ 1737017 w 7467600"/>
              <a:gd name="connsiteY96" fmla="*/ 5452183 h 6858000"/>
              <a:gd name="connsiteX97" fmla="*/ 1824397 w 7467600"/>
              <a:gd name="connsiteY97" fmla="*/ 5447757 h 6858000"/>
              <a:gd name="connsiteX98" fmla="*/ 2070059 w 7467600"/>
              <a:gd name="connsiteY98" fmla="*/ 5441660 h 6858000"/>
              <a:gd name="connsiteX99" fmla="*/ 1456157 w 7467600"/>
              <a:gd name="connsiteY99" fmla="*/ 5371404 h 6858000"/>
              <a:gd name="connsiteX100" fmla="*/ 4988186 w 7467600"/>
              <a:gd name="connsiteY100" fmla="*/ 5216467 h 6858000"/>
              <a:gd name="connsiteX101" fmla="*/ 4777334 w 7467600"/>
              <a:gd name="connsiteY101" fmla="*/ 5406072 h 6858000"/>
              <a:gd name="connsiteX102" fmla="*/ 4718341 w 7467600"/>
              <a:gd name="connsiteY102" fmla="*/ 5468043 h 6858000"/>
              <a:gd name="connsiteX103" fmla="*/ 4604655 w 7467600"/>
              <a:gd name="connsiteY103" fmla="*/ 5583434 h 6858000"/>
              <a:gd name="connsiteX104" fmla="*/ 4565074 w 7467600"/>
              <a:gd name="connsiteY104" fmla="*/ 5618550 h 6858000"/>
              <a:gd name="connsiteX105" fmla="*/ 4988186 w 7467600"/>
              <a:gd name="connsiteY105" fmla="*/ 5216467 h 6858000"/>
              <a:gd name="connsiteX106" fmla="*/ 4978032 w 7467600"/>
              <a:gd name="connsiteY106" fmla="*/ 5183809 h 6858000"/>
              <a:gd name="connsiteX107" fmla="*/ 4463413 w 7467600"/>
              <a:gd name="connsiteY107" fmla="*/ 5615162 h 6858000"/>
              <a:gd name="connsiteX108" fmla="*/ 4358134 w 7467600"/>
              <a:gd name="connsiteY108" fmla="*/ 5742791 h 6858000"/>
              <a:gd name="connsiteX109" fmla="*/ 4376219 w 7467600"/>
              <a:gd name="connsiteY109" fmla="*/ 5729027 h 6858000"/>
              <a:gd name="connsiteX110" fmla="*/ 4582340 w 7467600"/>
              <a:gd name="connsiteY110" fmla="*/ 5561037 h 6858000"/>
              <a:gd name="connsiteX111" fmla="*/ 4694684 w 7467600"/>
              <a:gd name="connsiteY111" fmla="*/ 5447098 h 6858000"/>
              <a:gd name="connsiteX112" fmla="*/ 4754123 w 7467600"/>
              <a:gd name="connsiteY112" fmla="*/ 5384643 h 6858000"/>
              <a:gd name="connsiteX113" fmla="*/ 4978032 w 7467600"/>
              <a:gd name="connsiteY113" fmla="*/ 5183809 h 6858000"/>
              <a:gd name="connsiteX114" fmla="*/ 1903353 w 7467600"/>
              <a:gd name="connsiteY114" fmla="*/ 5044827 h 6858000"/>
              <a:gd name="connsiteX115" fmla="*/ 1936931 w 7467600"/>
              <a:gd name="connsiteY115" fmla="*/ 5093954 h 6858000"/>
              <a:gd name="connsiteX116" fmla="*/ 2195868 w 7467600"/>
              <a:gd name="connsiteY116" fmla="*/ 5396574 h 6858000"/>
              <a:gd name="connsiteX117" fmla="*/ 2088852 w 7467600"/>
              <a:gd name="connsiteY117" fmla="*/ 5166123 h 6858000"/>
              <a:gd name="connsiteX118" fmla="*/ 1958241 w 7467600"/>
              <a:gd name="connsiteY118" fmla="*/ 5067955 h 6858000"/>
              <a:gd name="connsiteX119" fmla="*/ 1903353 w 7467600"/>
              <a:gd name="connsiteY119" fmla="*/ 5044827 h 6858000"/>
              <a:gd name="connsiteX120" fmla="*/ 1979378 w 7467600"/>
              <a:gd name="connsiteY120" fmla="*/ 4769504 h 6858000"/>
              <a:gd name="connsiteX121" fmla="*/ 2882120 w 7467600"/>
              <a:gd name="connsiteY121" fmla="*/ 5064547 h 6858000"/>
              <a:gd name="connsiteX122" fmla="*/ 2793103 w 7467600"/>
              <a:gd name="connsiteY122" fmla="*/ 5039699 h 6858000"/>
              <a:gd name="connsiteX123" fmla="*/ 2770041 w 7467600"/>
              <a:gd name="connsiteY123" fmla="*/ 5033634 h 6858000"/>
              <a:gd name="connsiteX124" fmla="*/ 1979378 w 7467600"/>
              <a:gd name="connsiteY124" fmla="*/ 4769504 h 6858000"/>
              <a:gd name="connsiteX125" fmla="*/ 1927410 w 7467600"/>
              <a:gd name="connsiteY125" fmla="*/ 4716164 h 6858000"/>
              <a:gd name="connsiteX126" fmla="*/ 1959587 w 7467600"/>
              <a:gd name="connsiteY126" fmla="*/ 4728849 h 6858000"/>
              <a:gd name="connsiteX127" fmla="*/ 2777707 w 7467600"/>
              <a:gd name="connsiteY127" fmla="*/ 5003991 h 6858000"/>
              <a:gd name="connsiteX128" fmla="*/ 2800768 w 7467600"/>
              <a:gd name="connsiteY128" fmla="*/ 5010056 h 6858000"/>
              <a:gd name="connsiteX129" fmla="*/ 2879408 w 7467600"/>
              <a:gd name="connsiteY129" fmla="*/ 5031590 h 6858000"/>
              <a:gd name="connsiteX130" fmla="*/ 2862295 w 7467600"/>
              <a:gd name="connsiteY130" fmla="*/ 5022958 h 6858000"/>
              <a:gd name="connsiteX131" fmla="*/ 2813343 w 7467600"/>
              <a:gd name="connsiteY131" fmla="*/ 4998369 h 6858000"/>
              <a:gd name="connsiteX132" fmla="*/ 2646245 w 7467600"/>
              <a:gd name="connsiteY132" fmla="*/ 4930999 h 6858000"/>
              <a:gd name="connsiteX133" fmla="*/ 1999243 w 7467600"/>
              <a:gd name="connsiteY133" fmla="*/ 4730524 h 6858000"/>
              <a:gd name="connsiteX134" fmla="*/ 1979527 w 7467600"/>
              <a:gd name="connsiteY134" fmla="*/ 4726651 h 6858000"/>
              <a:gd name="connsiteX135" fmla="*/ 1927410 w 7467600"/>
              <a:gd name="connsiteY135" fmla="*/ 4716164 h 6858000"/>
              <a:gd name="connsiteX136" fmla="*/ 1997014 w 7467600"/>
              <a:gd name="connsiteY136" fmla="*/ 4698007 h 6858000"/>
              <a:gd name="connsiteX137" fmla="*/ 2005458 w 7467600"/>
              <a:gd name="connsiteY137" fmla="*/ 4699540 h 6858000"/>
              <a:gd name="connsiteX138" fmla="*/ 2657186 w 7467600"/>
              <a:gd name="connsiteY138" fmla="*/ 4901687 h 6858000"/>
              <a:gd name="connsiteX139" fmla="*/ 2826662 w 7467600"/>
              <a:gd name="connsiteY139" fmla="*/ 4970362 h 6858000"/>
              <a:gd name="connsiteX140" fmla="*/ 2876100 w 7467600"/>
              <a:gd name="connsiteY140" fmla="*/ 4995397 h 6858000"/>
              <a:gd name="connsiteX141" fmla="*/ 3042600 w 7467600"/>
              <a:gd name="connsiteY141" fmla="*/ 5059532 h 6858000"/>
              <a:gd name="connsiteX142" fmla="*/ 1997014 w 7467600"/>
              <a:gd name="connsiteY142" fmla="*/ 4698007 h 6858000"/>
              <a:gd name="connsiteX143" fmla="*/ 2305292 w 7467600"/>
              <a:gd name="connsiteY143" fmla="*/ 4219492 h 6858000"/>
              <a:gd name="connsiteX144" fmla="*/ 3360922 w 7467600"/>
              <a:gd name="connsiteY144" fmla="*/ 4529373 h 6858000"/>
              <a:gd name="connsiteX145" fmla="*/ 3492420 w 7467600"/>
              <a:gd name="connsiteY145" fmla="*/ 4510145 h 6858000"/>
              <a:gd name="connsiteX146" fmla="*/ 3364086 w 7467600"/>
              <a:gd name="connsiteY146" fmla="*/ 4480340 h 6858000"/>
              <a:gd name="connsiteX147" fmla="*/ 3225818 w 7467600"/>
              <a:gd name="connsiteY147" fmla="*/ 4411822 h 6858000"/>
              <a:gd name="connsiteX148" fmla="*/ 3129696 w 7467600"/>
              <a:gd name="connsiteY148" fmla="*/ 4360704 h 6858000"/>
              <a:gd name="connsiteX149" fmla="*/ 2814545 w 7467600"/>
              <a:gd name="connsiteY149" fmla="*/ 4282955 h 6858000"/>
              <a:gd name="connsiteX150" fmla="*/ 2305292 w 7467600"/>
              <a:gd name="connsiteY150" fmla="*/ 4219492 h 6858000"/>
              <a:gd name="connsiteX151" fmla="*/ 2626982 w 7467600"/>
              <a:gd name="connsiteY151" fmla="*/ 4206450 h 6858000"/>
              <a:gd name="connsiteX152" fmla="*/ 2490617 w 7467600"/>
              <a:gd name="connsiteY152" fmla="*/ 4206951 h 6858000"/>
              <a:gd name="connsiteX153" fmla="*/ 2819869 w 7467600"/>
              <a:gd name="connsiteY153" fmla="*/ 4252936 h 6858000"/>
              <a:gd name="connsiteX154" fmla="*/ 3143018 w 7467600"/>
              <a:gd name="connsiteY154" fmla="*/ 4332698 h 6858000"/>
              <a:gd name="connsiteX155" fmla="*/ 3241520 w 7467600"/>
              <a:gd name="connsiteY155" fmla="*/ 4385112 h 6858000"/>
              <a:gd name="connsiteX156" fmla="*/ 3374575 w 7467600"/>
              <a:gd name="connsiteY156" fmla="*/ 4451517 h 6858000"/>
              <a:gd name="connsiteX157" fmla="*/ 3505221 w 7467600"/>
              <a:gd name="connsiteY157" fmla="*/ 4480757 h 6858000"/>
              <a:gd name="connsiteX158" fmla="*/ 2626982 w 7467600"/>
              <a:gd name="connsiteY158" fmla="*/ 4206450 h 6858000"/>
              <a:gd name="connsiteX159" fmla="*/ 1310106 w 7467600"/>
              <a:gd name="connsiteY159" fmla="*/ 3943217 h 6858000"/>
              <a:gd name="connsiteX160" fmla="*/ 854994 w 7467600"/>
              <a:gd name="connsiteY160" fmla="*/ 4399136 h 6858000"/>
              <a:gd name="connsiteX161" fmla="*/ 742462 w 7467600"/>
              <a:gd name="connsiteY161" fmla="*/ 4594648 h 6858000"/>
              <a:gd name="connsiteX162" fmla="*/ 820602 w 7467600"/>
              <a:gd name="connsiteY162" fmla="*/ 4485915 h 6858000"/>
              <a:gd name="connsiteX163" fmla="*/ 878295 w 7467600"/>
              <a:gd name="connsiteY163" fmla="*/ 4403594 h 6858000"/>
              <a:gd name="connsiteX164" fmla="*/ 1240607 w 7467600"/>
              <a:gd name="connsiteY164" fmla="*/ 4010401 h 6858000"/>
              <a:gd name="connsiteX165" fmla="*/ 1310106 w 7467600"/>
              <a:gd name="connsiteY165" fmla="*/ 3943217 h 6858000"/>
              <a:gd name="connsiteX166" fmla="*/ 1423113 w 7467600"/>
              <a:gd name="connsiteY166" fmla="*/ 3874565 h 6858000"/>
              <a:gd name="connsiteX167" fmla="*/ 1260565 w 7467600"/>
              <a:gd name="connsiteY167" fmla="*/ 4031982 h 6858000"/>
              <a:gd name="connsiteX168" fmla="*/ 901900 w 7467600"/>
              <a:gd name="connsiteY168" fmla="*/ 4421236 h 6858000"/>
              <a:gd name="connsiteX169" fmla="*/ 845044 w 7467600"/>
              <a:gd name="connsiteY169" fmla="*/ 4502436 h 6858000"/>
              <a:gd name="connsiteX170" fmla="*/ 685926 w 7467600"/>
              <a:gd name="connsiteY170" fmla="*/ 4703069 h 6858000"/>
              <a:gd name="connsiteX171" fmla="*/ 684248 w 7467600"/>
              <a:gd name="connsiteY171" fmla="*/ 4706721 h 6858000"/>
              <a:gd name="connsiteX172" fmla="*/ 1423113 w 7467600"/>
              <a:gd name="connsiteY172" fmla="*/ 3874565 h 6858000"/>
              <a:gd name="connsiteX173" fmla="*/ 3316479 w 7467600"/>
              <a:gd name="connsiteY173" fmla="*/ 3872136 h 6858000"/>
              <a:gd name="connsiteX174" fmla="*/ 3546806 w 7467600"/>
              <a:gd name="connsiteY174" fmla="*/ 4356139 h 6858000"/>
              <a:gd name="connsiteX175" fmla="*/ 3364433 w 7467600"/>
              <a:gd name="connsiteY175" fmla="*/ 3953121 h 6858000"/>
              <a:gd name="connsiteX176" fmla="*/ 3316479 w 7467600"/>
              <a:gd name="connsiteY176" fmla="*/ 3872136 h 6858000"/>
              <a:gd name="connsiteX177" fmla="*/ 3291335 w 7467600"/>
              <a:gd name="connsiteY177" fmla="*/ 3767420 h 6858000"/>
              <a:gd name="connsiteX178" fmla="*/ 3390805 w 7467600"/>
              <a:gd name="connsiteY178" fmla="*/ 3937163 h 6858000"/>
              <a:gd name="connsiteX179" fmla="*/ 3579062 w 7467600"/>
              <a:gd name="connsiteY179" fmla="*/ 4359040 h 6858000"/>
              <a:gd name="connsiteX180" fmla="*/ 3467355 w 7467600"/>
              <a:gd name="connsiteY180" fmla="*/ 3988130 h 6858000"/>
              <a:gd name="connsiteX181" fmla="*/ 3310753 w 7467600"/>
              <a:gd name="connsiteY181" fmla="*/ 3787140 h 6858000"/>
              <a:gd name="connsiteX182" fmla="*/ 3291335 w 7467600"/>
              <a:gd name="connsiteY182" fmla="*/ 3767420 h 6858000"/>
              <a:gd name="connsiteX183" fmla="*/ 1635889 w 7467600"/>
              <a:gd name="connsiteY183" fmla="*/ 3709494 h 6858000"/>
              <a:gd name="connsiteX184" fmla="*/ 1634800 w 7467600"/>
              <a:gd name="connsiteY184" fmla="*/ 3731111 h 6858000"/>
              <a:gd name="connsiteX185" fmla="*/ 1635889 w 7467600"/>
              <a:gd name="connsiteY185" fmla="*/ 3709494 h 6858000"/>
              <a:gd name="connsiteX186" fmla="*/ 1510397 w 7467600"/>
              <a:gd name="connsiteY186" fmla="*/ 3684705 h 6858000"/>
              <a:gd name="connsiteX187" fmla="*/ 1146550 w 7467600"/>
              <a:gd name="connsiteY187" fmla="*/ 3802012 h 6858000"/>
              <a:gd name="connsiteX188" fmla="*/ 698834 w 7467600"/>
              <a:gd name="connsiteY188" fmla="*/ 3952272 h 6858000"/>
              <a:gd name="connsiteX189" fmla="*/ 34256 w 7467600"/>
              <a:gd name="connsiteY189" fmla="*/ 4347603 h 6858000"/>
              <a:gd name="connsiteX190" fmla="*/ 527241 w 7467600"/>
              <a:gd name="connsiteY190" fmla="*/ 4065078 h 6858000"/>
              <a:gd name="connsiteX191" fmla="*/ 1510397 w 7467600"/>
              <a:gd name="connsiteY191" fmla="*/ 3684705 h 6858000"/>
              <a:gd name="connsiteX192" fmla="*/ 1313114 w 7467600"/>
              <a:gd name="connsiteY192" fmla="*/ 3655216 h 6858000"/>
              <a:gd name="connsiteX193" fmla="*/ 1109304 w 7467600"/>
              <a:gd name="connsiteY193" fmla="*/ 3669030 h 6858000"/>
              <a:gd name="connsiteX194" fmla="*/ 8129 w 7467600"/>
              <a:gd name="connsiteY194" fmla="*/ 4330519 h 6858000"/>
              <a:gd name="connsiteX195" fmla="*/ 687572 w 7467600"/>
              <a:gd name="connsiteY195" fmla="*/ 3925629 h 6858000"/>
              <a:gd name="connsiteX196" fmla="*/ 1138365 w 7467600"/>
              <a:gd name="connsiteY196" fmla="*/ 3774515 h 6858000"/>
              <a:gd name="connsiteX197" fmla="*/ 1505579 w 7467600"/>
              <a:gd name="connsiteY197" fmla="*/ 3655526 h 6858000"/>
              <a:gd name="connsiteX198" fmla="*/ 1313114 w 7467600"/>
              <a:gd name="connsiteY198" fmla="*/ 3655216 h 6858000"/>
              <a:gd name="connsiteX199" fmla="*/ 3655073 w 7467600"/>
              <a:gd name="connsiteY199" fmla="*/ 3650884 h 6858000"/>
              <a:gd name="connsiteX200" fmla="*/ 3989938 w 7467600"/>
              <a:gd name="connsiteY200" fmla="*/ 3991685 h 6858000"/>
              <a:gd name="connsiteX201" fmla="*/ 4393907 w 7467600"/>
              <a:gd name="connsiteY201" fmla="*/ 4261258 h 6858000"/>
              <a:gd name="connsiteX202" fmla="*/ 4648051 w 7467600"/>
              <a:gd name="connsiteY202" fmla="*/ 4374051 h 6858000"/>
              <a:gd name="connsiteX203" fmla="*/ 4383389 w 7467600"/>
              <a:gd name="connsiteY203" fmla="*/ 4184369 h 6858000"/>
              <a:gd name="connsiteX204" fmla="*/ 4165508 w 7467600"/>
              <a:gd name="connsiteY204" fmla="*/ 4035196 h 6858000"/>
              <a:gd name="connsiteX205" fmla="*/ 4068162 w 7467600"/>
              <a:gd name="connsiteY205" fmla="*/ 3953394 h 6858000"/>
              <a:gd name="connsiteX206" fmla="*/ 3981416 w 7467600"/>
              <a:gd name="connsiteY206" fmla="*/ 3880482 h 6858000"/>
              <a:gd name="connsiteX207" fmla="*/ 3800147 w 7467600"/>
              <a:gd name="connsiteY207" fmla="*/ 3749872 h 6858000"/>
              <a:gd name="connsiteX208" fmla="*/ 3655073 w 7467600"/>
              <a:gd name="connsiteY208" fmla="*/ 3650884 h 6858000"/>
              <a:gd name="connsiteX209" fmla="*/ 3670252 w 7467600"/>
              <a:gd name="connsiteY209" fmla="*/ 3622798 h 6858000"/>
              <a:gd name="connsiteX210" fmla="*/ 3817258 w 7467600"/>
              <a:gd name="connsiteY210" fmla="*/ 3723577 h 6858000"/>
              <a:gd name="connsiteX211" fmla="*/ 4000461 w 7467600"/>
              <a:gd name="connsiteY211" fmla="*/ 3855966 h 6858000"/>
              <a:gd name="connsiteX212" fmla="*/ 4088180 w 7467600"/>
              <a:gd name="connsiteY212" fmla="*/ 3929774 h 6858000"/>
              <a:gd name="connsiteX213" fmla="*/ 4184555 w 7467600"/>
              <a:gd name="connsiteY213" fmla="*/ 4010683 h 6858000"/>
              <a:gd name="connsiteX214" fmla="*/ 4399563 w 7467600"/>
              <a:gd name="connsiteY214" fmla="*/ 4158106 h 6858000"/>
              <a:gd name="connsiteX215" fmla="*/ 4684469 w 7467600"/>
              <a:gd name="connsiteY215" fmla="*/ 4364680 h 6858000"/>
              <a:gd name="connsiteX216" fmla="*/ 4690271 w 7467600"/>
              <a:gd name="connsiteY216" fmla="*/ 4370034 h 6858000"/>
              <a:gd name="connsiteX217" fmla="*/ 4136093 w 7467600"/>
              <a:gd name="connsiteY217" fmla="*/ 3858466 h 6858000"/>
              <a:gd name="connsiteX218" fmla="*/ 3670252 w 7467600"/>
              <a:gd name="connsiteY218" fmla="*/ 3622798 h 6858000"/>
              <a:gd name="connsiteX219" fmla="*/ 4440129 w 7467600"/>
              <a:gd name="connsiteY219" fmla="*/ 3448571 h 6858000"/>
              <a:gd name="connsiteX220" fmla="*/ 4856525 w 7467600"/>
              <a:gd name="connsiteY220" fmla="*/ 3915351 h 6858000"/>
              <a:gd name="connsiteX221" fmla="*/ 5059055 w 7467600"/>
              <a:gd name="connsiteY221" fmla="*/ 4108918 h 6858000"/>
              <a:gd name="connsiteX222" fmla="*/ 5290070 w 7467600"/>
              <a:gd name="connsiteY222" fmla="*/ 4263619 h 6858000"/>
              <a:gd name="connsiteX223" fmla="*/ 4834991 w 7467600"/>
              <a:gd name="connsiteY223" fmla="*/ 3830985 h 6858000"/>
              <a:gd name="connsiteX224" fmla="*/ 4440129 w 7467600"/>
              <a:gd name="connsiteY224" fmla="*/ 3448571 h 6858000"/>
              <a:gd name="connsiteX225" fmla="*/ 4441737 w 7467600"/>
              <a:gd name="connsiteY225" fmla="*/ 3399734 h 6858000"/>
              <a:gd name="connsiteX226" fmla="*/ 4431236 w 7467600"/>
              <a:gd name="connsiteY226" fmla="*/ 3400954 h 6858000"/>
              <a:gd name="connsiteX227" fmla="*/ 4557150 w 7467600"/>
              <a:gd name="connsiteY227" fmla="*/ 3510023 h 6858000"/>
              <a:gd name="connsiteX228" fmla="*/ 4856936 w 7467600"/>
              <a:gd name="connsiteY228" fmla="*/ 3809146 h 6858000"/>
              <a:gd name="connsiteX229" fmla="*/ 5111996 w 7467600"/>
              <a:gd name="connsiteY229" fmla="*/ 4065759 h 6858000"/>
              <a:gd name="connsiteX230" fmla="*/ 5388878 w 7467600"/>
              <a:gd name="connsiteY230" fmla="*/ 4300185 h 6858000"/>
              <a:gd name="connsiteX231" fmla="*/ 5425556 w 7467600"/>
              <a:gd name="connsiteY231" fmla="*/ 4308967 h 6858000"/>
              <a:gd name="connsiteX232" fmla="*/ 4943646 w 7467600"/>
              <a:gd name="connsiteY232" fmla="*/ 3822916 h 6858000"/>
              <a:gd name="connsiteX233" fmla="*/ 4594837 w 7467600"/>
              <a:gd name="connsiteY233" fmla="*/ 3532274 h 6858000"/>
              <a:gd name="connsiteX234" fmla="*/ 4441737 w 7467600"/>
              <a:gd name="connsiteY234" fmla="*/ 3399734 h 6858000"/>
              <a:gd name="connsiteX235" fmla="*/ 5425834 w 7467600"/>
              <a:gd name="connsiteY235" fmla="*/ 3162785 h 6858000"/>
              <a:gd name="connsiteX236" fmla="*/ 5401644 w 7467600"/>
              <a:gd name="connsiteY236" fmla="*/ 3617847 h 6858000"/>
              <a:gd name="connsiteX237" fmla="*/ 5467256 w 7467600"/>
              <a:gd name="connsiteY237" fmla="*/ 4175494 h 6858000"/>
              <a:gd name="connsiteX238" fmla="*/ 5448069 w 7467600"/>
              <a:gd name="connsiteY238" fmla="*/ 3567554 h 6858000"/>
              <a:gd name="connsiteX239" fmla="*/ 5425834 w 7467600"/>
              <a:gd name="connsiteY239" fmla="*/ 3162785 h 6858000"/>
              <a:gd name="connsiteX240" fmla="*/ 1318687 w 7467600"/>
              <a:gd name="connsiteY240" fmla="*/ 3113840 h 6858000"/>
              <a:gd name="connsiteX241" fmla="*/ 1066793 w 7467600"/>
              <a:gd name="connsiteY241" fmla="*/ 3212171 h 6858000"/>
              <a:gd name="connsiteX242" fmla="*/ 993319 w 7467600"/>
              <a:gd name="connsiteY242" fmla="*/ 3247648 h 6858000"/>
              <a:gd name="connsiteX243" fmla="*/ 853081 w 7467600"/>
              <a:gd name="connsiteY243" fmla="*/ 3312410 h 6858000"/>
              <a:gd name="connsiteX244" fmla="*/ 805957 w 7467600"/>
              <a:gd name="connsiteY244" fmla="*/ 3330443 h 6858000"/>
              <a:gd name="connsiteX245" fmla="*/ 1318687 w 7467600"/>
              <a:gd name="connsiteY245" fmla="*/ 3113840 h 6858000"/>
              <a:gd name="connsiteX246" fmla="*/ 5453702 w 7467600"/>
              <a:gd name="connsiteY246" fmla="*/ 3090882 h 6858000"/>
              <a:gd name="connsiteX247" fmla="*/ 5480135 w 7467600"/>
              <a:gd name="connsiteY247" fmla="*/ 3565802 h 6858000"/>
              <a:gd name="connsiteX248" fmla="*/ 5499023 w 7467600"/>
              <a:gd name="connsiteY248" fmla="*/ 4166310 h 6858000"/>
              <a:gd name="connsiteX249" fmla="*/ 5547022 w 7467600"/>
              <a:gd name="connsiteY249" fmla="*/ 3607838 h 6858000"/>
              <a:gd name="connsiteX250" fmla="*/ 5515964 w 7467600"/>
              <a:gd name="connsiteY250" fmla="*/ 3378541 h 6858000"/>
              <a:gd name="connsiteX251" fmla="*/ 5453702 w 7467600"/>
              <a:gd name="connsiteY251" fmla="*/ 3090882 h 6858000"/>
              <a:gd name="connsiteX252" fmla="*/ 1238695 w 7467600"/>
              <a:gd name="connsiteY252" fmla="*/ 3076820 h 6858000"/>
              <a:gd name="connsiteX253" fmla="*/ 716371 w 7467600"/>
              <a:gd name="connsiteY253" fmla="*/ 3293249 h 6858000"/>
              <a:gd name="connsiteX254" fmla="*/ 579522 w 7467600"/>
              <a:gd name="connsiteY254" fmla="*/ 3371759 h 6858000"/>
              <a:gd name="connsiteX255" fmla="*/ 600288 w 7467600"/>
              <a:gd name="connsiteY255" fmla="*/ 3365555 h 6858000"/>
              <a:gd name="connsiteX256" fmla="*/ 840692 w 7467600"/>
              <a:gd name="connsiteY256" fmla="*/ 3284921 h 6858000"/>
              <a:gd name="connsiteX257" fmla="*/ 979248 w 7467600"/>
              <a:gd name="connsiteY257" fmla="*/ 3221003 h 6858000"/>
              <a:gd name="connsiteX258" fmla="*/ 1053282 w 7467600"/>
              <a:gd name="connsiteY258" fmla="*/ 3185247 h 6858000"/>
              <a:gd name="connsiteX259" fmla="*/ 1320603 w 7467600"/>
              <a:gd name="connsiteY259" fmla="*/ 3081281 h 6858000"/>
              <a:gd name="connsiteX260" fmla="*/ 1238695 w 7467600"/>
              <a:gd name="connsiteY260" fmla="*/ 3076820 h 6858000"/>
              <a:gd name="connsiteX261" fmla="*/ 5425627 w 7467600"/>
              <a:gd name="connsiteY261" fmla="*/ 2954192 h 6858000"/>
              <a:gd name="connsiteX262" fmla="*/ 5470770 w 7467600"/>
              <a:gd name="connsiteY262" fmla="*/ 3005435 h 6858000"/>
              <a:gd name="connsiteX263" fmla="*/ 5519779 w 7467600"/>
              <a:gd name="connsiteY263" fmla="*/ 4359223 h 6858000"/>
              <a:gd name="connsiteX264" fmla="*/ 5520293 w 7467600"/>
              <a:gd name="connsiteY264" fmla="*/ 4360602 h 6858000"/>
              <a:gd name="connsiteX265" fmla="*/ 5767221 w 7467600"/>
              <a:gd name="connsiteY265" fmla="*/ 4665564 h 6858000"/>
              <a:gd name="connsiteX266" fmla="*/ 6937169 w 7467600"/>
              <a:gd name="connsiteY266" fmla="*/ 4815941 h 6858000"/>
              <a:gd name="connsiteX267" fmla="*/ 6953922 w 7467600"/>
              <a:gd name="connsiteY267" fmla="*/ 4890068 h 6858000"/>
              <a:gd name="connsiteX268" fmla="*/ 6071359 w 7467600"/>
              <a:gd name="connsiteY268" fmla="*/ 4770770 h 6858000"/>
              <a:gd name="connsiteX269" fmla="*/ 6038839 w 7467600"/>
              <a:gd name="connsiteY269" fmla="*/ 4764474 h 6858000"/>
              <a:gd name="connsiteX270" fmla="*/ 6038706 w 7467600"/>
              <a:gd name="connsiteY270" fmla="*/ 4763847 h 6858000"/>
              <a:gd name="connsiteX271" fmla="*/ 6037784 w 7467600"/>
              <a:gd name="connsiteY271" fmla="*/ 4764270 h 6858000"/>
              <a:gd name="connsiteX272" fmla="*/ 6038839 w 7467600"/>
              <a:gd name="connsiteY272" fmla="*/ 4764474 h 6858000"/>
              <a:gd name="connsiteX273" fmla="*/ 6040338 w 7467600"/>
              <a:gd name="connsiteY273" fmla="*/ 4771418 h 6858000"/>
              <a:gd name="connsiteX274" fmla="*/ 6024488 w 7467600"/>
              <a:gd name="connsiteY274" fmla="*/ 4809903 h 6858000"/>
              <a:gd name="connsiteX275" fmla="*/ 5599771 w 7467600"/>
              <a:gd name="connsiteY275" fmla="*/ 5509652 h 6858000"/>
              <a:gd name="connsiteX276" fmla="*/ 5548843 w 7467600"/>
              <a:gd name="connsiteY276" fmla="*/ 5563845 h 6858000"/>
              <a:gd name="connsiteX277" fmla="*/ 5940952 w 7467600"/>
              <a:gd name="connsiteY277" fmla="*/ 6250028 h 6858000"/>
              <a:gd name="connsiteX278" fmla="*/ 6043441 w 7467600"/>
              <a:gd name="connsiteY278" fmla="*/ 6665847 h 6858000"/>
              <a:gd name="connsiteX279" fmla="*/ 6093432 w 7467600"/>
              <a:gd name="connsiteY279" fmla="*/ 6858000 h 6858000"/>
              <a:gd name="connsiteX280" fmla="*/ 6034344 w 7467600"/>
              <a:gd name="connsiteY280" fmla="*/ 6858000 h 6858000"/>
              <a:gd name="connsiteX281" fmla="*/ 6026679 w 7467600"/>
              <a:gd name="connsiteY281" fmla="*/ 6836959 h 6858000"/>
              <a:gd name="connsiteX282" fmla="*/ 5800441 w 7467600"/>
              <a:gd name="connsiteY282" fmla="*/ 6335286 h 6858000"/>
              <a:gd name="connsiteX283" fmla="*/ 5526562 w 7467600"/>
              <a:gd name="connsiteY283" fmla="*/ 5705388 h 6858000"/>
              <a:gd name="connsiteX284" fmla="*/ 5519640 w 7467600"/>
              <a:gd name="connsiteY284" fmla="*/ 5683774 h 6858000"/>
              <a:gd name="connsiteX285" fmla="*/ 5844559 w 7467600"/>
              <a:gd name="connsiteY285" fmla="*/ 6553349 h 6858000"/>
              <a:gd name="connsiteX286" fmla="*/ 5975994 w 7467600"/>
              <a:gd name="connsiteY286" fmla="*/ 6858000 h 6858000"/>
              <a:gd name="connsiteX287" fmla="*/ 5898547 w 7467600"/>
              <a:gd name="connsiteY287" fmla="*/ 6858000 h 6858000"/>
              <a:gd name="connsiteX288" fmla="*/ 5682041 w 7467600"/>
              <a:gd name="connsiteY288" fmla="*/ 6355860 h 6858000"/>
              <a:gd name="connsiteX289" fmla="*/ 5461758 w 7467600"/>
              <a:gd name="connsiteY289" fmla="*/ 5820220 h 6858000"/>
              <a:gd name="connsiteX290" fmla="*/ 5237282 w 7467600"/>
              <a:gd name="connsiteY290" fmla="*/ 6579086 h 6858000"/>
              <a:gd name="connsiteX291" fmla="*/ 5115009 w 7467600"/>
              <a:gd name="connsiteY291" fmla="*/ 6858000 h 6858000"/>
              <a:gd name="connsiteX292" fmla="*/ 5028074 w 7467600"/>
              <a:gd name="connsiteY292" fmla="*/ 6858000 h 6858000"/>
              <a:gd name="connsiteX293" fmla="*/ 5079508 w 7467600"/>
              <a:gd name="connsiteY293" fmla="*/ 6749074 h 6858000"/>
              <a:gd name="connsiteX294" fmla="*/ 5371846 w 7467600"/>
              <a:gd name="connsiteY294" fmla="*/ 5924413 h 6858000"/>
              <a:gd name="connsiteX295" fmla="*/ 5270512 w 7467600"/>
              <a:gd name="connsiteY295" fmla="*/ 6138975 h 6858000"/>
              <a:gd name="connsiteX296" fmla="*/ 5062409 w 7467600"/>
              <a:gd name="connsiteY296" fmla="*/ 6653544 h 6858000"/>
              <a:gd name="connsiteX297" fmla="*/ 5036628 w 7467600"/>
              <a:gd name="connsiteY297" fmla="*/ 6754247 h 6858000"/>
              <a:gd name="connsiteX298" fmla="*/ 5009112 w 7467600"/>
              <a:gd name="connsiteY298" fmla="*/ 6858000 h 6858000"/>
              <a:gd name="connsiteX299" fmla="*/ 4976679 w 7467600"/>
              <a:gd name="connsiteY299" fmla="*/ 6858000 h 6858000"/>
              <a:gd name="connsiteX300" fmla="*/ 5006537 w 7467600"/>
              <a:gd name="connsiteY300" fmla="*/ 6747068 h 6858000"/>
              <a:gd name="connsiteX301" fmla="*/ 5032723 w 7467600"/>
              <a:gd name="connsiteY301" fmla="*/ 6644957 h 6858000"/>
              <a:gd name="connsiteX302" fmla="*/ 5242949 w 7467600"/>
              <a:gd name="connsiteY302" fmla="*/ 6125175 h 6858000"/>
              <a:gd name="connsiteX303" fmla="*/ 5286321 w 7467600"/>
              <a:gd name="connsiteY303" fmla="*/ 6033555 h 6858000"/>
              <a:gd name="connsiteX304" fmla="*/ 5008210 w 7467600"/>
              <a:gd name="connsiteY304" fmla="*/ 6649194 h 6858000"/>
              <a:gd name="connsiteX305" fmla="*/ 4986321 w 7467600"/>
              <a:gd name="connsiteY305" fmla="*/ 6765687 h 6858000"/>
              <a:gd name="connsiteX306" fmla="*/ 4973474 w 7467600"/>
              <a:gd name="connsiteY306" fmla="*/ 6858000 h 6858000"/>
              <a:gd name="connsiteX307" fmla="*/ 4907178 w 7467600"/>
              <a:gd name="connsiteY307" fmla="*/ 6858000 h 6858000"/>
              <a:gd name="connsiteX308" fmla="*/ 4910810 w 7467600"/>
              <a:gd name="connsiteY308" fmla="*/ 6829660 h 6858000"/>
              <a:gd name="connsiteX309" fmla="*/ 4987461 w 7467600"/>
              <a:gd name="connsiteY309" fmla="*/ 6432994 h 6858000"/>
              <a:gd name="connsiteX310" fmla="*/ 5179262 w 7467600"/>
              <a:gd name="connsiteY310" fmla="*/ 6035044 h 6858000"/>
              <a:gd name="connsiteX311" fmla="*/ 4689678 w 7467600"/>
              <a:gd name="connsiteY311" fmla="*/ 6440241 h 6858000"/>
              <a:gd name="connsiteX312" fmla="*/ 4477543 w 7467600"/>
              <a:gd name="connsiteY312" fmla="*/ 6674836 h 6858000"/>
              <a:gd name="connsiteX313" fmla="*/ 4329957 w 7467600"/>
              <a:gd name="connsiteY313" fmla="*/ 6858000 h 6858000"/>
              <a:gd name="connsiteX314" fmla="*/ 4218595 w 7467600"/>
              <a:gd name="connsiteY314" fmla="*/ 6858000 h 6858000"/>
              <a:gd name="connsiteX315" fmla="*/ 4368888 w 7467600"/>
              <a:gd name="connsiteY315" fmla="*/ 6668412 h 6858000"/>
              <a:gd name="connsiteX316" fmla="*/ 4563091 w 7467600"/>
              <a:gd name="connsiteY316" fmla="*/ 6442508 h 6858000"/>
              <a:gd name="connsiteX317" fmla="*/ 5387324 w 7467600"/>
              <a:gd name="connsiteY317" fmla="*/ 5705830 h 6858000"/>
              <a:gd name="connsiteX318" fmla="*/ 5073620 w 7467600"/>
              <a:gd name="connsiteY318" fmla="*/ 5955437 h 6858000"/>
              <a:gd name="connsiteX319" fmla="*/ 4689789 w 7467600"/>
              <a:gd name="connsiteY319" fmla="*/ 6268382 h 6858000"/>
              <a:gd name="connsiteX320" fmla="*/ 4418722 w 7467600"/>
              <a:gd name="connsiteY320" fmla="*/ 6570886 h 6858000"/>
              <a:gd name="connsiteX321" fmla="*/ 4214944 w 7467600"/>
              <a:gd name="connsiteY321" fmla="*/ 6858000 h 6858000"/>
              <a:gd name="connsiteX322" fmla="*/ 4177898 w 7467600"/>
              <a:gd name="connsiteY322" fmla="*/ 6858000 h 6858000"/>
              <a:gd name="connsiteX323" fmla="*/ 4391597 w 7467600"/>
              <a:gd name="connsiteY323" fmla="*/ 6556370 h 6858000"/>
              <a:gd name="connsiteX324" fmla="*/ 4668889 w 7467600"/>
              <a:gd name="connsiteY324" fmla="*/ 6246399 h 6858000"/>
              <a:gd name="connsiteX325" fmla="*/ 5055427 w 7467600"/>
              <a:gd name="connsiteY325" fmla="*/ 5931476 h 6858000"/>
              <a:gd name="connsiteX326" fmla="*/ 5371814 w 7467600"/>
              <a:gd name="connsiteY326" fmla="*/ 5678975 h 6858000"/>
              <a:gd name="connsiteX327" fmla="*/ 4987918 w 7467600"/>
              <a:gd name="connsiteY327" fmla="*/ 5838701 h 6858000"/>
              <a:gd name="connsiteX328" fmla="*/ 4317146 w 7467600"/>
              <a:gd name="connsiteY328" fmla="*/ 6587716 h 6858000"/>
              <a:gd name="connsiteX329" fmla="*/ 4171627 w 7467600"/>
              <a:gd name="connsiteY329" fmla="*/ 6858000 h 6858000"/>
              <a:gd name="connsiteX330" fmla="*/ 4081585 w 7467600"/>
              <a:gd name="connsiteY330" fmla="*/ 6858000 h 6858000"/>
              <a:gd name="connsiteX331" fmla="*/ 4238603 w 7467600"/>
              <a:gd name="connsiteY331" fmla="*/ 6559341 h 6858000"/>
              <a:gd name="connsiteX332" fmla="*/ 4778333 w 7467600"/>
              <a:gd name="connsiteY332" fmla="*/ 5873626 h 6858000"/>
              <a:gd name="connsiteX333" fmla="*/ 5414185 w 7467600"/>
              <a:gd name="connsiteY333" fmla="*/ 5573882 h 6858000"/>
              <a:gd name="connsiteX334" fmla="*/ 5959648 w 7467600"/>
              <a:gd name="connsiteY334" fmla="*/ 4760797 h 6858000"/>
              <a:gd name="connsiteX335" fmla="*/ 5355019 w 7467600"/>
              <a:gd name="connsiteY335" fmla="*/ 4734672 h 6858000"/>
              <a:gd name="connsiteX336" fmla="*/ 5083565 w 7467600"/>
              <a:gd name="connsiteY336" fmla="*/ 5179121 h 6858000"/>
              <a:gd name="connsiteX337" fmla="*/ 4713577 w 7467600"/>
              <a:gd name="connsiteY337" fmla="*/ 5616803 h 6858000"/>
              <a:gd name="connsiteX338" fmla="*/ 3989559 w 7467600"/>
              <a:gd name="connsiteY338" fmla="*/ 6145945 h 6858000"/>
              <a:gd name="connsiteX339" fmla="*/ 3939824 w 7467600"/>
              <a:gd name="connsiteY339" fmla="*/ 6066900 h 6858000"/>
              <a:gd name="connsiteX340" fmla="*/ 4584537 w 7467600"/>
              <a:gd name="connsiteY340" fmla="*/ 5324826 h 6858000"/>
              <a:gd name="connsiteX341" fmla="*/ 5037105 w 7467600"/>
              <a:gd name="connsiteY341" fmla="*/ 5088765 h 6858000"/>
              <a:gd name="connsiteX342" fmla="*/ 5039930 w 7467600"/>
              <a:gd name="connsiteY342" fmla="*/ 5089585 h 6858000"/>
              <a:gd name="connsiteX343" fmla="*/ 5263764 w 7467600"/>
              <a:gd name="connsiteY343" fmla="*/ 4735525 h 6858000"/>
              <a:gd name="connsiteX344" fmla="*/ 4086300 w 7467600"/>
              <a:gd name="connsiteY344" fmla="*/ 4884599 h 6858000"/>
              <a:gd name="connsiteX345" fmla="*/ 4085485 w 7467600"/>
              <a:gd name="connsiteY345" fmla="*/ 4899070 h 6858000"/>
              <a:gd name="connsiteX346" fmla="*/ 3871915 w 7467600"/>
              <a:gd name="connsiteY346" fmla="*/ 5253645 h 6858000"/>
              <a:gd name="connsiteX347" fmla="*/ 3799374 w 7467600"/>
              <a:gd name="connsiteY347" fmla="*/ 5466127 h 6858000"/>
              <a:gd name="connsiteX348" fmla="*/ 3498850 w 7467600"/>
              <a:gd name="connsiteY348" fmla="*/ 6661888 h 6858000"/>
              <a:gd name="connsiteX349" fmla="*/ 3399216 w 7467600"/>
              <a:gd name="connsiteY349" fmla="*/ 6858000 h 6858000"/>
              <a:gd name="connsiteX350" fmla="*/ 3303688 w 7467600"/>
              <a:gd name="connsiteY350" fmla="*/ 6858000 h 6858000"/>
              <a:gd name="connsiteX351" fmla="*/ 3391774 w 7467600"/>
              <a:gd name="connsiteY351" fmla="*/ 6697181 h 6858000"/>
              <a:gd name="connsiteX352" fmla="*/ 3735540 w 7467600"/>
              <a:gd name="connsiteY352" fmla="*/ 5546923 h 6858000"/>
              <a:gd name="connsiteX353" fmla="*/ 3729438 w 7467600"/>
              <a:gd name="connsiteY353" fmla="*/ 5569058 h 6858000"/>
              <a:gd name="connsiteX354" fmla="*/ 3707782 w 7467600"/>
              <a:gd name="connsiteY354" fmla="*/ 5644908 h 6858000"/>
              <a:gd name="connsiteX355" fmla="*/ 3583827 w 7467600"/>
              <a:gd name="connsiteY355" fmla="*/ 6039215 h 6858000"/>
              <a:gd name="connsiteX356" fmla="*/ 3547861 w 7467600"/>
              <a:gd name="connsiteY356" fmla="*/ 6129609 h 6858000"/>
              <a:gd name="connsiteX357" fmla="*/ 3490905 w 7467600"/>
              <a:gd name="connsiteY357" fmla="*/ 6277660 h 6858000"/>
              <a:gd name="connsiteX358" fmla="*/ 3455859 w 7467600"/>
              <a:gd name="connsiteY358" fmla="*/ 6391301 h 6858000"/>
              <a:gd name="connsiteX359" fmla="*/ 3429112 w 7467600"/>
              <a:gd name="connsiteY359" fmla="*/ 6479469 h 6858000"/>
              <a:gd name="connsiteX360" fmla="*/ 3304862 w 7467600"/>
              <a:gd name="connsiteY360" fmla="*/ 6796476 h 6858000"/>
              <a:gd name="connsiteX361" fmla="*/ 3276071 w 7467600"/>
              <a:gd name="connsiteY361" fmla="*/ 6858000 h 6858000"/>
              <a:gd name="connsiteX362" fmla="*/ 3240805 w 7467600"/>
              <a:gd name="connsiteY362" fmla="*/ 6858000 h 6858000"/>
              <a:gd name="connsiteX363" fmla="*/ 3275917 w 7467600"/>
              <a:gd name="connsiteY363" fmla="*/ 6783192 h 6858000"/>
              <a:gd name="connsiteX364" fmla="*/ 3399358 w 7467600"/>
              <a:gd name="connsiteY364" fmla="*/ 6469011 h 6858000"/>
              <a:gd name="connsiteX365" fmla="*/ 3425650 w 7467600"/>
              <a:gd name="connsiteY365" fmla="*/ 6381333 h 6858000"/>
              <a:gd name="connsiteX366" fmla="*/ 3460661 w 7467600"/>
              <a:gd name="connsiteY366" fmla="*/ 6266763 h 6858000"/>
              <a:gd name="connsiteX367" fmla="*/ 3518021 w 7467600"/>
              <a:gd name="connsiteY367" fmla="*/ 6117298 h 6858000"/>
              <a:gd name="connsiteX368" fmla="*/ 3554035 w 7467600"/>
              <a:gd name="connsiteY368" fmla="*/ 6027832 h 6858000"/>
              <a:gd name="connsiteX369" fmla="*/ 3677174 w 7467600"/>
              <a:gd name="connsiteY369" fmla="*/ 5636351 h 6858000"/>
              <a:gd name="connsiteX370" fmla="*/ 3698819 w 7467600"/>
              <a:gd name="connsiteY370" fmla="*/ 5560503 h 6858000"/>
              <a:gd name="connsiteX371" fmla="*/ 3702094 w 7467600"/>
              <a:gd name="connsiteY371" fmla="*/ 5549194 h 6858000"/>
              <a:gd name="connsiteX372" fmla="*/ 3398355 w 7467600"/>
              <a:gd name="connsiteY372" fmla="*/ 6094603 h 6858000"/>
              <a:gd name="connsiteX373" fmla="*/ 3193941 w 7467600"/>
              <a:gd name="connsiteY373" fmla="*/ 6798775 h 6858000"/>
              <a:gd name="connsiteX374" fmla="*/ 3184140 w 7467600"/>
              <a:gd name="connsiteY374" fmla="*/ 6858000 h 6858000"/>
              <a:gd name="connsiteX375" fmla="*/ 3099978 w 7467600"/>
              <a:gd name="connsiteY375" fmla="*/ 6858000 h 6858000"/>
              <a:gd name="connsiteX376" fmla="*/ 3101556 w 7467600"/>
              <a:gd name="connsiteY376" fmla="*/ 6843337 h 6858000"/>
              <a:gd name="connsiteX377" fmla="*/ 3370162 w 7467600"/>
              <a:gd name="connsiteY377" fmla="*/ 5785550 h 6858000"/>
              <a:gd name="connsiteX378" fmla="*/ 3746477 w 7467600"/>
              <a:gd name="connsiteY378" fmla="*/ 5377889 h 6858000"/>
              <a:gd name="connsiteX379" fmla="*/ 3863399 w 7467600"/>
              <a:gd name="connsiteY379" fmla="*/ 5087257 h 6858000"/>
              <a:gd name="connsiteX380" fmla="*/ 3968712 w 7467600"/>
              <a:gd name="connsiteY380" fmla="*/ 4913989 h 6858000"/>
              <a:gd name="connsiteX381" fmla="*/ 2792390 w 7467600"/>
              <a:gd name="connsiteY381" fmla="*/ 5382974 h 6858000"/>
              <a:gd name="connsiteX382" fmla="*/ 2714982 w 7467600"/>
              <a:gd name="connsiteY382" fmla="*/ 5427051 h 6858000"/>
              <a:gd name="connsiteX383" fmla="*/ 2813361 w 7467600"/>
              <a:gd name="connsiteY383" fmla="*/ 6023912 h 6858000"/>
              <a:gd name="connsiteX384" fmla="*/ 2688430 w 7467600"/>
              <a:gd name="connsiteY384" fmla="*/ 6801564 h 6858000"/>
              <a:gd name="connsiteX385" fmla="*/ 2629626 w 7467600"/>
              <a:gd name="connsiteY385" fmla="*/ 6763394 h 6858000"/>
              <a:gd name="connsiteX386" fmla="*/ 2565328 w 7467600"/>
              <a:gd name="connsiteY386" fmla="*/ 5516399 h 6858000"/>
              <a:gd name="connsiteX387" fmla="*/ 1922999 w 7467600"/>
              <a:gd name="connsiteY387" fmla="*/ 5980343 h 6858000"/>
              <a:gd name="connsiteX388" fmla="*/ 1950261 w 7467600"/>
              <a:gd name="connsiteY388" fmla="*/ 6405858 h 6858000"/>
              <a:gd name="connsiteX389" fmla="*/ 2365554 w 7467600"/>
              <a:gd name="connsiteY389" fmla="*/ 6759107 h 6858000"/>
              <a:gd name="connsiteX390" fmla="*/ 2424142 w 7467600"/>
              <a:gd name="connsiteY390" fmla="*/ 6858000 h 6858000"/>
              <a:gd name="connsiteX391" fmla="*/ 2395994 w 7467600"/>
              <a:gd name="connsiteY391" fmla="*/ 6858000 h 6858000"/>
              <a:gd name="connsiteX392" fmla="*/ 2392863 w 7467600"/>
              <a:gd name="connsiteY392" fmla="*/ 6852964 h 6858000"/>
              <a:gd name="connsiteX393" fmla="*/ 2017589 w 7467600"/>
              <a:gd name="connsiteY393" fmla="*/ 6493982 h 6858000"/>
              <a:gd name="connsiteX394" fmla="*/ 2147336 w 7467600"/>
              <a:gd name="connsiteY394" fmla="*/ 6594052 h 6858000"/>
              <a:gd name="connsiteX395" fmla="*/ 2207047 w 7467600"/>
              <a:gd name="connsiteY395" fmla="*/ 6654540 h 6858000"/>
              <a:gd name="connsiteX396" fmla="*/ 2299106 w 7467600"/>
              <a:gd name="connsiteY396" fmla="*/ 6778931 h 6858000"/>
              <a:gd name="connsiteX397" fmla="*/ 2314430 w 7467600"/>
              <a:gd name="connsiteY397" fmla="*/ 6801144 h 6858000"/>
              <a:gd name="connsiteX398" fmla="*/ 2352406 w 7467600"/>
              <a:gd name="connsiteY398" fmla="*/ 6858000 h 6858000"/>
              <a:gd name="connsiteX399" fmla="*/ 2314492 w 7467600"/>
              <a:gd name="connsiteY399" fmla="*/ 6858000 h 6858000"/>
              <a:gd name="connsiteX400" fmla="*/ 2288095 w 7467600"/>
              <a:gd name="connsiteY400" fmla="*/ 6818030 h 6858000"/>
              <a:gd name="connsiteX401" fmla="*/ 2272768 w 7467600"/>
              <a:gd name="connsiteY401" fmla="*/ 6795822 h 6858000"/>
              <a:gd name="connsiteX402" fmla="*/ 2182715 w 7467600"/>
              <a:gd name="connsiteY402" fmla="*/ 6675071 h 6858000"/>
              <a:gd name="connsiteX403" fmla="*/ 2032061 w 7467600"/>
              <a:gd name="connsiteY403" fmla="*/ 6541380 h 6858000"/>
              <a:gd name="connsiteX404" fmla="*/ 2257220 w 7467600"/>
              <a:gd name="connsiteY404" fmla="*/ 6826257 h 6858000"/>
              <a:gd name="connsiteX405" fmla="*/ 2281324 w 7467600"/>
              <a:gd name="connsiteY405" fmla="*/ 6858000 h 6858000"/>
              <a:gd name="connsiteX406" fmla="*/ 2242860 w 7467600"/>
              <a:gd name="connsiteY406" fmla="*/ 6858000 h 6858000"/>
              <a:gd name="connsiteX407" fmla="*/ 2232818 w 7467600"/>
              <a:gd name="connsiteY407" fmla="*/ 6844926 h 6858000"/>
              <a:gd name="connsiteX408" fmla="*/ 1990172 w 7467600"/>
              <a:gd name="connsiteY408" fmla="*/ 6542121 h 6858000"/>
              <a:gd name="connsiteX409" fmla="*/ 2124090 w 7467600"/>
              <a:gd name="connsiteY409" fmla="*/ 6761017 h 6858000"/>
              <a:gd name="connsiteX410" fmla="*/ 2200380 w 7467600"/>
              <a:gd name="connsiteY410" fmla="*/ 6858000 h 6858000"/>
              <a:gd name="connsiteX411" fmla="*/ 2147507 w 7467600"/>
              <a:gd name="connsiteY411" fmla="*/ 6858000 h 6858000"/>
              <a:gd name="connsiteX412" fmla="*/ 2070668 w 7467600"/>
              <a:gd name="connsiteY412" fmla="*/ 6761520 h 6858000"/>
              <a:gd name="connsiteX413" fmla="*/ 1975142 w 7467600"/>
              <a:gd name="connsiteY413" fmla="*/ 6585570 h 6858000"/>
              <a:gd name="connsiteX414" fmla="*/ 2050035 w 7467600"/>
              <a:gd name="connsiteY414" fmla="*/ 6813345 h 6858000"/>
              <a:gd name="connsiteX415" fmla="*/ 2063025 w 7467600"/>
              <a:gd name="connsiteY415" fmla="*/ 6858000 h 6858000"/>
              <a:gd name="connsiteX416" fmla="*/ 2021675 w 7467600"/>
              <a:gd name="connsiteY416" fmla="*/ 6858000 h 6858000"/>
              <a:gd name="connsiteX417" fmla="*/ 2019308 w 7467600"/>
              <a:gd name="connsiteY417" fmla="*/ 6847118 h 6858000"/>
              <a:gd name="connsiteX418" fmla="*/ 1938835 w 7467600"/>
              <a:gd name="connsiteY418" fmla="*/ 6551160 h 6858000"/>
              <a:gd name="connsiteX419" fmla="*/ 1953230 w 7467600"/>
              <a:gd name="connsiteY419" fmla="*/ 6759699 h 6858000"/>
              <a:gd name="connsiteX420" fmla="*/ 1956763 w 7467600"/>
              <a:gd name="connsiteY420" fmla="*/ 6778191 h 6858000"/>
              <a:gd name="connsiteX421" fmla="*/ 1967925 w 7467600"/>
              <a:gd name="connsiteY421" fmla="*/ 6858000 h 6858000"/>
              <a:gd name="connsiteX422" fmla="*/ 1936622 w 7467600"/>
              <a:gd name="connsiteY422" fmla="*/ 6858000 h 6858000"/>
              <a:gd name="connsiteX423" fmla="*/ 1926261 w 7467600"/>
              <a:gd name="connsiteY423" fmla="*/ 6784064 h 6858000"/>
              <a:gd name="connsiteX424" fmla="*/ 1922724 w 7467600"/>
              <a:gd name="connsiteY424" fmla="*/ 6765577 h 6858000"/>
              <a:gd name="connsiteX425" fmla="*/ 1904650 w 7467600"/>
              <a:gd name="connsiteY425" fmla="*/ 6639616 h 6858000"/>
              <a:gd name="connsiteX426" fmla="*/ 1885273 w 7467600"/>
              <a:gd name="connsiteY426" fmla="*/ 6858000 h 6858000"/>
              <a:gd name="connsiteX427" fmla="*/ 1854363 w 7467600"/>
              <a:gd name="connsiteY427" fmla="*/ 6858000 h 6858000"/>
              <a:gd name="connsiteX428" fmla="*/ 1880391 w 7467600"/>
              <a:gd name="connsiteY428" fmla="*/ 6603796 h 6858000"/>
              <a:gd name="connsiteX429" fmla="*/ 1818273 w 7467600"/>
              <a:gd name="connsiteY429" fmla="*/ 6715729 h 6858000"/>
              <a:gd name="connsiteX430" fmla="*/ 1794691 w 7467600"/>
              <a:gd name="connsiteY430" fmla="*/ 6843239 h 6858000"/>
              <a:gd name="connsiteX431" fmla="*/ 1794914 w 7467600"/>
              <a:gd name="connsiteY431" fmla="*/ 6858000 h 6858000"/>
              <a:gd name="connsiteX432" fmla="*/ 1746128 w 7467600"/>
              <a:gd name="connsiteY432" fmla="*/ 6858000 h 6858000"/>
              <a:gd name="connsiteX433" fmla="*/ 1753934 w 7467600"/>
              <a:gd name="connsiteY433" fmla="*/ 6724796 h 6858000"/>
              <a:gd name="connsiteX434" fmla="*/ 1792053 w 7467600"/>
              <a:gd name="connsiteY434" fmla="*/ 6572396 h 6858000"/>
              <a:gd name="connsiteX435" fmla="*/ 1862248 w 7467600"/>
              <a:gd name="connsiteY435" fmla="*/ 6266397 h 6858000"/>
              <a:gd name="connsiteX436" fmla="*/ 1862250 w 7467600"/>
              <a:gd name="connsiteY436" fmla="*/ 6033531 h 6858000"/>
              <a:gd name="connsiteX437" fmla="*/ 1211999 w 7467600"/>
              <a:gd name="connsiteY437" fmla="*/ 6683610 h 6858000"/>
              <a:gd name="connsiteX438" fmla="*/ 1213266 w 7467600"/>
              <a:gd name="connsiteY438" fmla="*/ 6691947 h 6858000"/>
              <a:gd name="connsiteX439" fmla="*/ 1203370 w 7467600"/>
              <a:gd name="connsiteY439" fmla="*/ 6850676 h 6858000"/>
              <a:gd name="connsiteX440" fmla="*/ 1203671 w 7467600"/>
              <a:gd name="connsiteY440" fmla="*/ 6858000 h 6858000"/>
              <a:gd name="connsiteX441" fmla="*/ 1143180 w 7467600"/>
              <a:gd name="connsiteY441" fmla="*/ 6858000 h 6858000"/>
              <a:gd name="connsiteX442" fmla="*/ 1142176 w 7467600"/>
              <a:gd name="connsiteY442" fmla="*/ 6766045 h 6858000"/>
              <a:gd name="connsiteX443" fmla="*/ 1067484 w 7467600"/>
              <a:gd name="connsiteY443" fmla="*/ 6858000 h 6858000"/>
              <a:gd name="connsiteX444" fmla="*/ 953928 w 7467600"/>
              <a:gd name="connsiteY444" fmla="*/ 6858000 h 6858000"/>
              <a:gd name="connsiteX445" fmla="*/ 959715 w 7467600"/>
              <a:gd name="connsiteY445" fmla="*/ 6850185 h 6858000"/>
              <a:gd name="connsiteX446" fmla="*/ 1483788 w 7467600"/>
              <a:gd name="connsiteY446" fmla="*/ 6259174 h 6858000"/>
              <a:gd name="connsiteX447" fmla="*/ 1100671 w 7467600"/>
              <a:gd name="connsiteY447" fmla="*/ 6252137 h 6858000"/>
              <a:gd name="connsiteX448" fmla="*/ 1090144 w 7467600"/>
              <a:gd name="connsiteY448" fmla="*/ 6256748 h 6858000"/>
              <a:gd name="connsiteX449" fmla="*/ 1095872 w 7467600"/>
              <a:gd name="connsiteY449" fmla="*/ 6271892 h 6858000"/>
              <a:gd name="connsiteX450" fmla="*/ 262785 w 7467600"/>
              <a:gd name="connsiteY450" fmla="*/ 6845450 h 6858000"/>
              <a:gd name="connsiteX451" fmla="*/ 209968 w 7467600"/>
              <a:gd name="connsiteY451" fmla="*/ 6770713 h 6858000"/>
              <a:gd name="connsiteX452" fmla="*/ 873460 w 7467600"/>
              <a:gd name="connsiteY452" fmla="*/ 6253768 h 6858000"/>
              <a:gd name="connsiteX453" fmla="*/ 192686 w 7467600"/>
              <a:gd name="connsiteY453" fmla="*/ 5849257 h 6858000"/>
              <a:gd name="connsiteX454" fmla="*/ 4696 w 7467600"/>
              <a:gd name="connsiteY454" fmla="*/ 5697668 h 6858000"/>
              <a:gd name="connsiteX455" fmla="*/ 0 w 7467600"/>
              <a:gd name="connsiteY455" fmla="*/ 5689984 h 6858000"/>
              <a:gd name="connsiteX456" fmla="*/ 0 w 7467600"/>
              <a:gd name="connsiteY456" fmla="*/ 5513472 h 6858000"/>
              <a:gd name="connsiteX457" fmla="*/ 174101 w 7467600"/>
              <a:gd name="connsiteY457" fmla="*/ 5620277 h 6858000"/>
              <a:gd name="connsiteX458" fmla="*/ 891800 w 7467600"/>
              <a:gd name="connsiteY458" fmla="*/ 6036935 h 6858000"/>
              <a:gd name="connsiteX459" fmla="*/ 1072219 w 7467600"/>
              <a:gd name="connsiteY459" fmla="*/ 6169443 h 6858000"/>
              <a:gd name="connsiteX460" fmla="*/ 1074117 w 7467600"/>
              <a:gd name="connsiteY460" fmla="*/ 6170301 h 6858000"/>
              <a:gd name="connsiteX461" fmla="*/ 1083114 w 7467600"/>
              <a:gd name="connsiteY461" fmla="*/ 6174131 h 6858000"/>
              <a:gd name="connsiteX462" fmla="*/ 1543010 w 7467600"/>
              <a:gd name="connsiteY462" fmla="*/ 6191140 h 6858000"/>
              <a:gd name="connsiteX463" fmla="*/ 1551080 w 7467600"/>
              <a:gd name="connsiteY463" fmla="*/ 6195006 h 6858000"/>
              <a:gd name="connsiteX464" fmla="*/ 2345443 w 7467600"/>
              <a:gd name="connsiteY464" fmla="*/ 5549882 h 6858000"/>
              <a:gd name="connsiteX465" fmla="*/ 1721499 w 7467600"/>
              <a:gd name="connsiteY465" fmla="*/ 5599969 h 6858000"/>
              <a:gd name="connsiteX466" fmla="*/ 767716 w 7467600"/>
              <a:gd name="connsiteY466" fmla="*/ 5472768 h 6858000"/>
              <a:gd name="connsiteX467" fmla="*/ 722147 w 7467600"/>
              <a:gd name="connsiteY467" fmla="*/ 5393091 h 6858000"/>
              <a:gd name="connsiteX468" fmla="*/ 1485552 w 7467600"/>
              <a:gd name="connsiteY468" fmla="*/ 5313202 h 6858000"/>
              <a:gd name="connsiteX469" fmla="*/ 2143004 w 7467600"/>
              <a:gd name="connsiteY469" fmla="*/ 5402420 h 6858000"/>
              <a:gd name="connsiteX470" fmla="*/ 1933391 w 7467600"/>
              <a:gd name="connsiteY470" fmla="*/ 5156971 h 6858000"/>
              <a:gd name="connsiteX471" fmla="*/ 1827118 w 7467600"/>
              <a:gd name="connsiteY471" fmla="*/ 4968410 h 6858000"/>
              <a:gd name="connsiteX472" fmla="*/ 1837349 w 7467600"/>
              <a:gd name="connsiteY472" fmla="*/ 4956357 h 6858000"/>
              <a:gd name="connsiteX473" fmla="*/ 2162835 w 7467600"/>
              <a:gd name="connsiteY473" fmla="*/ 5187853 h 6858000"/>
              <a:gd name="connsiteX474" fmla="*/ 2257167 w 7467600"/>
              <a:gd name="connsiteY474" fmla="*/ 5462123 h 6858000"/>
              <a:gd name="connsiteX475" fmla="*/ 2261598 w 7467600"/>
              <a:gd name="connsiteY475" fmla="*/ 5467998 h 6858000"/>
              <a:gd name="connsiteX476" fmla="*/ 2437177 w 7467600"/>
              <a:gd name="connsiteY476" fmla="*/ 5479608 h 6858000"/>
              <a:gd name="connsiteX477" fmla="*/ 2445247 w 7467600"/>
              <a:gd name="connsiteY477" fmla="*/ 5483476 h 6858000"/>
              <a:gd name="connsiteX478" fmla="*/ 2743626 w 7467600"/>
              <a:gd name="connsiteY478" fmla="*/ 5304819 h 6858000"/>
              <a:gd name="connsiteX479" fmla="*/ 3048102 w 7467600"/>
              <a:gd name="connsiteY479" fmla="*/ 5150595 h 6858000"/>
              <a:gd name="connsiteX480" fmla="*/ 1799414 w 7467600"/>
              <a:gd name="connsiteY480" fmla="*/ 4694732 h 6858000"/>
              <a:gd name="connsiteX481" fmla="*/ 1771735 w 7467600"/>
              <a:gd name="connsiteY481" fmla="*/ 4619929 h 6858000"/>
              <a:gd name="connsiteX482" fmla="*/ 3104273 w 7467600"/>
              <a:gd name="connsiteY482" fmla="*/ 5076159 h 6858000"/>
              <a:gd name="connsiteX483" fmla="*/ 3113245 w 7467600"/>
              <a:gd name="connsiteY483" fmla="*/ 5090705 h 6858000"/>
              <a:gd name="connsiteX484" fmla="*/ 3126294 w 7467600"/>
              <a:gd name="connsiteY484" fmla="*/ 5114400 h 6858000"/>
              <a:gd name="connsiteX485" fmla="*/ 3937433 w 7467600"/>
              <a:gd name="connsiteY485" fmla="*/ 4830473 h 6858000"/>
              <a:gd name="connsiteX486" fmla="*/ 3590475 w 7467600"/>
              <a:gd name="connsiteY486" fmla="*/ 4597974 h 6858000"/>
              <a:gd name="connsiteX487" fmla="*/ 3100264 w 7467600"/>
              <a:gd name="connsiteY487" fmla="*/ 4579845 h 6858000"/>
              <a:gd name="connsiteX488" fmla="*/ 2183576 w 7467600"/>
              <a:gd name="connsiteY488" fmla="*/ 4227150 h 6858000"/>
              <a:gd name="connsiteX489" fmla="*/ 2151029 w 7467600"/>
              <a:gd name="connsiteY489" fmla="*/ 4146947 h 6858000"/>
              <a:gd name="connsiteX490" fmla="*/ 3563434 w 7467600"/>
              <a:gd name="connsiteY490" fmla="*/ 4469115 h 6858000"/>
              <a:gd name="connsiteX491" fmla="*/ 3177952 w 7467600"/>
              <a:gd name="connsiteY491" fmla="*/ 3657386 h 6858000"/>
              <a:gd name="connsiteX492" fmla="*/ 3189263 w 7467600"/>
              <a:gd name="connsiteY492" fmla="*/ 3625726 h 6858000"/>
              <a:gd name="connsiteX493" fmla="*/ 3560912 w 7467600"/>
              <a:gd name="connsiteY493" fmla="*/ 4079863 h 6858000"/>
              <a:gd name="connsiteX494" fmla="*/ 3626636 w 7467600"/>
              <a:gd name="connsiteY494" fmla="*/ 4512230 h 6858000"/>
              <a:gd name="connsiteX495" fmla="*/ 3653088 w 7467600"/>
              <a:gd name="connsiteY495" fmla="*/ 4521417 h 6858000"/>
              <a:gd name="connsiteX496" fmla="*/ 3988128 w 7467600"/>
              <a:gd name="connsiteY496" fmla="*/ 4817267 h 6858000"/>
              <a:gd name="connsiteX497" fmla="*/ 4830582 w 7467600"/>
              <a:gd name="connsiteY497" fmla="*/ 4676000 h 6858000"/>
              <a:gd name="connsiteX498" fmla="*/ 4830100 w 7467600"/>
              <a:gd name="connsiteY498" fmla="*/ 4675554 h 6858000"/>
              <a:gd name="connsiteX499" fmla="*/ 4036318 w 7467600"/>
              <a:gd name="connsiteY499" fmla="*/ 4147013 h 6858000"/>
              <a:gd name="connsiteX500" fmla="*/ 3432098 w 7467600"/>
              <a:gd name="connsiteY500" fmla="*/ 3537312 h 6858000"/>
              <a:gd name="connsiteX501" fmla="*/ 3446761 w 7467600"/>
              <a:gd name="connsiteY501" fmla="*/ 3461278 h 6858000"/>
              <a:gd name="connsiteX502" fmla="*/ 4419733 w 7467600"/>
              <a:gd name="connsiteY502" fmla="*/ 3963555 h 6858000"/>
              <a:gd name="connsiteX503" fmla="*/ 4781371 w 7467600"/>
              <a:gd name="connsiteY503" fmla="*/ 4458604 h 6858000"/>
              <a:gd name="connsiteX504" fmla="*/ 4780440 w 7467600"/>
              <a:gd name="connsiteY504" fmla="*/ 4470290 h 6858000"/>
              <a:gd name="connsiteX505" fmla="*/ 4898954 w 7467600"/>
              <a:gd name="connsiteY505" fmla="*/ 4662092 h 6858000"/>
              <a:gd name="connsiteX506" fmla="*/ 4900699 w 7467600"/>
              <a:gd name="connsiteY506" fmla="*/ 4670867 h 6858000"/>
              <a:gd name="connsiteX507" fmla="*/ 5714511 w 7467600"/>
              <a:gd name="connsiteY507" fmla="*/ 4663483 h 6858000"/>
              <a:gd name="connsiteX508" fmla="*/ 5464793 w 7467600"/>
              <a:gd name="connsiteY508" fmla="*/ 4393556 h 6858000"/>
              <a:gd name="connsiteX509" fmla="*/ 5461897 w 7467600"/>
              <a:gd name="connsiteY509" fmla="*/ 4390879 h 6858000"/>
              <a:gd name="connsiteX510" fmla="*/ 4294126 w 7467600"/>
              <a:gd name="connsiteY510" fmla="*/ 3303048 h 6858000"/>
              <a:gd name="connsiteX511" fmla="*/ 4305321 w 7467600"/>
              <a:gd name="connsiteY511" fmla="*/ 3256953 h 6858000"/>
              <a:gd name="connsiteX512" fmla="*/ 4949299 w 7467600"/>
              <a:gd name="connsiteY512" fmla="*/ 3766336 h 6858000"/>
              <a:gd name="connsiteX513" fmla="*/ 5291452 w 7467600"/>
              <a:gd name="connsiteY513" fmla="*/ 4076801 h 6858000"/>
              <a:gd name="connsiteX514" fmla="*/ 5434998 w 7467600"/>
              <a:gd name="connsiteY514" fmla="*/ 4254100 h 6858000"/>
              <a:gd name="connsiteX515" fmla="*/ 5351015 w 7467600"/>
              <a:gd name="connsiteY515" fmla="*/ 3760989 h 6858000"/>
              <a:gd name="connsiteX516" fmla="*/ 5413780 w 7467600"/>
              <a:gd name="connsiteY516" fmla="*/ 2966265 h 6858000"/>
              <a:gd name="connsiteX517" fmla="*/ 5425627 w 7467600"/>
              <a:gd name="connsiteY517" fmla="*/ 2954192 h 6858000"/>
              <a:gd name="connsiteX518" fmla="*/ 6604735 w 7467600"/>
              <a:gd name="connsiteY518" fmla="*/ 2041381 h 6858000"/>
              <a:gd name="connsiteX519" fmla="*/ 7204487 w 7467600"/>
              <a:gd name="connsiteY519" fmla="*/ 2742112 h 6858000"/>
              <a:gd name="connsiteX520" fmla="*/ 7131592 w 7467600"/>
              <a:gd name="connsiteY520" fmla="*/ 2672096 h 6858000"/>
              <a:gd name="connsiteX521" fmla="*/ 6996344 w 7467600"/>
              <a:gd name="connsiteY521" fmla="*/ 2518310 h 6858000"/>
              <a:gd name="connsiteX522" fmla="*/ 6735495 w 7467600"/>
              <a:gd name="connsiteY522" fmla="*/ 2196890 h 6858000"/>
              <a:gd name="connsiteX523" fmla="*/ 6721901 w 7467600"/>
              <a:gd name="connsiteY523" fmla="*/ 2179274 h 6858000"/>
              <a:gd name="connsiteX524" fmla="*/ 6604735 w 7467600"/>
              <a:gd name="connsiteY524" fmla="*/ 2041381 h 6858000"/>
              <a:gd name="connsiteX525" fmla="*/ 6591670 w 7467600"/>
              <a:gd name="connsiteY525" fmla="*/ 1988277 h 6858000"/>
              <a:gd name="connsiteX526" fmla="*/ 6747349 w 7467600"/>
              <a:gd name="connsiteY526" fmla="*/ 2160069 h 6858000"/>
              <a:gd name="connsiteX527" fmla="*/ 6760943 w 7467600"/>
              <a:gd name="connsiteY527" fmla="*/ 2177686 h 6858000"/>
              <a:gd name="connsiteX528" fmla="*/ 7021065 w 7467600"/>
              <a:gd name="connsiteY528" fmla="*/ 2498102 h 6858000"/>
              <a:gd name="connsiteX529" fmla="*/ 7155223 w 7467600"/>
              <a:gd name="connsiteY529" fmla="*/ 2650386 h 6858000"/>
              <a:gd name="connsiteX530" fmla="*/ 7203167 w 7467600"/>
              <a:gd name="connsiteY530" fmla="*/ 2697288 h 6858000"/>
              <a:gd name="connsiteX531" fmla="*/ 6937703 w 7467600"/>
              <a:gd name="connsiteY531" fmla="*/ 2321981 h 6858000"/>
              <a:gd name="connsiteX532" fmla="*/ 6591670 w 7467600"/>
              <a:gd name="connsiteY532" fmla="*/ 1988277 h 6858000"/>
              <a:gd name="connsiteX533" fmla="*/ 5798671 w 7467600"/>
              <a:gd name="connsiteY533" fmla="*/ 1981601 h 6858000"/>
              <a:gd name="connsiteX534" fmla="*/ 5754709 w 7467600"/>
              <a:gd name="connsiteY534" fmla="*/ 2071454 h 6858000"/>
              <a:gd name="connsiteX535" fmla="*/ 5763044 w 7467600"/>
              <a:gd name="connsiteY535" fmla="*/ 2842206 h 6858000"/>
              <a:gd name="connsiteX536" fmla="*/ 5764974 w 7467600"/>
              <a:gd name="connsiteY536" fmla="*/ 2799609 h 6858000"/>
              <a:gd name="connsiteX537" fmla="*/ 5767665 w 7467600"/>
              <a:gd name="connsiteY537" fmla="*/ 2666409 h 6858000"/>
              <a:gd name="connsiteX538" fmla="*/ 5763055 w 7467600"/>
              <a:gd name="connsiteY538" fmla="*/ 2579705 h 6858000"/>
              <a:gd name="connsiteX539" fmla="*/ 5758079 w 7467600"/>
              <a:gd name="connsiteY539" fmla="*/ 2492508 h 6858000"/>
              <a:gd name="connsiteX540" fmla="*/ 5779325 w 7467600"/>
              <a:gd name="connsiteY540" fmla="*/ 2197069 h 6858000"/>
              <a:gd name="connsiteX541" fmla="*/ 5798671 w 7467600"/>
              <a:gd name="connsiteY541" fmla="*/ 1981601 h 6858000"/>
              <a:gd name="connsiteX542" fmla="*/ 5829202 w 7467600"/>
              <a:gd name="connsiteY542" fmla="*/ 1971679 h 6858000"/>
              <a:gd name="connsiteX543" fmla="*/ 5809558 w 7467600"/>
              <a:gd name="connsiteY543" fmla="*/ 2198043 h 6858000"/>
              <a:gd name="connsiteX544" fmla="*/ 5788653 w 7467600"/>
              <a:gd name="connsiteY544" fmla="*/ 2489430 h 6858000"/>
              <a:gd name="connsiteX545" fmla="*/ 5793439 w 7467600"/>
              <a:gd name="connsiteY545" fmla="*/ 2575235 h 6858000"/>
              <a:gd name="connsiteX546" fmla="*/ 5796837 w 7467600"/>
              <a:gd name="connsiteY546" fmla="*/ 2637633 h 6858000"/>
              <a:gd name="connsiteX547" fmla="*/ 5818614 w 7467600"/>
              <a:gd name="connsiteY547" fmla="*/ 2473055 h 6858000"/>
              <a:gd name="connsiteX548" fmla="*/ 5829202 w 7467600"/>
              <a:gd name="connsiteY548" fmla="*/ 1971679 h 6858000"/>
              <a:gd name="connsiteX549" fmla="*/ 5911389 w 7467600"/>
              <a:gd name="connsiteY549" fmla="*/ 1898371 h 6858000"/>
              <a:gd name="connsiteX550" fmla="*/ 6237627 w 7467600"/>
              <a:gd name="connsiteY550" fmla="*/ 2231921 h 6858000"/>
              <a:gd name="connsiteX551" fmla="*/ 5911389 w 7467600"/>
              <a:gd name="connsiteY551" fmla="*/ 1898371 h 6858000"/>
              <a:gd name="connsiteX552" fmla="*/ 6944437 w 7467600"/>
              <a:gd name="connsiteY552" fmla="*/ 1575402 h 6858000"/>
              <a:gd name="connsiteX553" fmla="*/ 6304730 w 7467600"/>
              <a:gd name="connsiteY553" fmla="*/ 1766654 h 6858000"/>
              <a:gd name="connsiteX554" fmla="*/ 6944437 w 7467600"/>
              <a:gd name="connsiteY554" fmla="*/ 1575402 h 6858000"/>
              <a:gd name="connsiteX555" fmla="*/ 7019523 w 7467600"/>
              <a:gd name="connsiteY555" fmla="*/ 1519450 h 6858000"/>
              <a:gd name="connsiteX556" fmla="*/ 6298091 w 7467600"/>
              <a:gd name="connsiteY556" fmla="*/ 1737122 h 6858000"/>
              <a:gd name="connsiteX557" fmla="*/ 7019523 w 7467600"/>
              <a:gd name="connsiteY557" fmla="*/ 1519450 h 6858000"/>
              <a:gd name="connsiteX558" fmla="*/ 2399523 w 7467600"/>
              <a:gd name="connsiteY558" fmla="*/ 1428234 h 6858000"/>
              <a:gd name="connsiteX559" fmla="*/ 2224982 w 7467600"/>
              <a:gd name="connsiteY559" fmla="*/ 1826201 h 6858000"/>
              <a:gd name="connsiteX560" fmla="*/ 2096099 w 7467600"/>
              <a:gd name="connsiteY560" fmla="*/ 2345900 h 6858000"/>
              <a:gd name="connsiteX561" fmla="*/ 2283317 w 7467600"/>
              <a:gd name="connsiteY561" fmla="*/ 1796925 h 6858000"/>
              <a:gd name="connsiteX562" fmla="*/ 2399523 w 7467600"/>
              <a:gd name="connsiteY562" fmla="*/ 1428234 h 6858000"/>
              <a:gd name="connsiteX563" fmla="*/ 2448558 w 7467600"/>
              <a:gd name="connsiteY563" fmla="*/ 1373435 h 6858000"/>
              <a:gd name="connsiteX564" fmla="*/ 2312521 w 7467600"/>
              <a:gd name="connsiteY564" fmla="*/ 1806140 h 6858000"/>
              <a:gd name="connsiteX565" fmla="*/ 2127533 w 7467600"/>
              <a:gd name="connsiteY565" fmla="*/ 2348380 h 6858000"/>
              <a:gd name="connsiteX566" fmla="*/ 2358080 w 7467600"/>
              <a:gd name="connsiteY566" fmla="*/ 1866134 h 6858000"/>
              <a:gd name="connsiteX567" fmla="*/ 2407436 w 7467600"/>
              <a:gd name="connsiteY567" fmla="*/ 1651070 h 6858000"/>
              <a:gd name="connsiteX568" fmla="*/ 2448558 w 7467600"/>
              <a:gd name="connsiteY568" fmla="*/ 1373435 h 6858000"/>
              <a:gd name="connsiteX569" fmla="*/ 278707 w 7467600"/>
              <a:gd name="connsiteY569" fmla="*/ 1352270 h 6858000"/>
              <a:gd name="connsiteX570" fmla="*/ 321570 w 7467600"/>
              <a:gd name="connsiteY570" fmla="*/ 1861610 h 6858000"/>
              <a:gd name="connsiteX571" fmla="*/ 294281 w 7467600"/>
              <a:gd name="connsiteY571" fmla="*/ 1440658 h 6858000"/>
              <a:gd name="connsiteX572" fmla="*/ 278707 w 7467600"/>
              <a:gd name="connsiteY572" fmla="*/ 1352270 h 6858000"/>
              <a:gd name="connsiteX573" fmla="*/ 1423821 w 7467600"/>
              <a:gd name="connsiteY573" fmla="*/ 1351958 h 6858000"/>
              <a:gd name="connsiteX574" fmla="*/ 1638521 w 7467600"/>
              <a:gd name="connsiteY574" fmla="*/ 1908470 h 6858000"/>
              <a:gd name="connsiteX575" fmla="*/ 1754199 w 7467600"/>
              <a:gd name="connsiteY575" fmla="*/ 2149284 h 6858000"/>
              <a:gd name="connsiteX576" fmla="*/ 1908359 w 7467600"/>
              <a:gd name="connsiteY576" fmla="*/ 2364988 h 6858000"/>
              <a:gd name="connsiteX577" fmla="*/ 1647661 w 7467600"/>
              <a:gd name="connsiteY577" fmla="*/ 1825945 h 6858000"/>
              <a:gd name="connsiteX578" fmla="*/ 1423821 w 7467600"/>
              <a:gd name="connsiteY578" fmla="*/ 1351958 h 6858000"/>
              <a:gd name="connsiteX579" fmla="*/ 1431890 w 7467600"/>
              <a:gd name="connsiteY579" fmla="*/ 1306475 h 6858000"/>
              <a:gd name="connsiteX580" fmla="*/ 1507597 w 7467600"/>
              <a:gd name="connsiteY580" fmla="*/ 1446132 h 6858000"/>
              <a:gd name="connsiteX581" fmla="*/ 1674586 w 7467600"/>
              <a:gd name="connsiteY581" fmla="*/ 1813832 h 6858000"/>
              <a:gd name="connsiteX582" fmla="*/ 1815950 w 7467600"/>
              <a:gd name="connsiteY582" fmla="*/ 2128564 h 6858000"/>
              <a:gd name="connsiteX583" fmla="*/ 1984242 w 7467600"/>
              <a:gd name="connsiteY583" fmla="*/ 2430829 h 6858000"/>
              <a:gd name="connsiteX584" fmla="*/ 2014023 w 7467600"/>
              <a:gd name="connsiteY584" fmla="*/ 2450995 h 6858000"/>
              <a:gd name="connsiteX585" fmla="*/ 1747337 w 7467600"/>
              <a:gd name="connsiteY585" fmla="*/ 1855264 h 6858000"/>
              <a:gd name="connsiteX586" fmla="*/ 1533749 w 7467600"/>
              <a:gd name="connsiteY586" fmla="*/ 1478656 h 6858000"/>
              <a:gd name="connsiteX587" fmla="*/ 1431890 w 7467600"/>
              <a:gd name="connsiteY587" fmla="*/ 1306475 h 6858000"/>
              <a:gd name="connsiteX588" fmla="*/ 5052692 w 7467600"/>
              <a:gd name="connsiteY588" fmla="*/ 1292994 h 6858000"/>
              <a:gd name="connsiteX589" fmla="*/ 5200661 w 7467600"/>
              <a:gd name="connsiteY589" fmla="*/ 1635186 h 6858000"/>
              <a:gd name="connsiteX590" fmla="*/ 5297138 w 7467600"/>
              <a:gd name="connsiteY590" fmla="*/ 1906351 h 6858000"/>
              <a:gd name="connsiteX591" fmla="*/ 5052692 w 7467600"/>
              <a:gd name="connsiteY591" fmla="*/ 1292994 h 6858000"/>
              <a:gd name="connsiteX592" fmla="*/ 5009948 w 7467600"/>
              <a:gd name="connsiteY592" fmla="*/ 1273619 h 6858000"/>
              <a:gd name="connsiteX593" fmla="*/ 5121777 w 7467600"/>
              <a:gd name="connsiteY593" fmla="*/ 1654213 h 6858000"/>
              <a:gd name="connsiteX594" fmla="*/ 5293545 w 7467600"/>
              <a:gd name="connsiteY594" fmla="*/ 2072247 h 6858000"/>
              <a:gd name="connsiteX595" fmla="*/ 5294042 w 7467600"/>
              <a:gd name="connsiteY595" fmla="*/ 2065019 h 6858000"/>
              <a:gd name="connsiteX596" fmla="*/ 5171936 w 7467600"/>
              <a:gd name="connsiteY596" fmla="*/ 1647613 h 6858000"/>
              <a:gd name="connsiteX597" fmla="*/ 5009948 w 7467600"/>
              <a:gd name="connsiteY597" fmla="*/ 1273619 h 6858000"/>
              <a:gd name="connsiteX598" fmla="*/ 655236 w 7467600"/>
              <a:gd name="connsiteY598" fmla="*/ 1268632 h 6858000"/>
              <a:gd name="connsiteX599" fmla="*/ 839521 w 7467600"/>
              <a:gd name="connsiteY599" fmla="*/ 1685315 h 6858000"/>
              <a:gd name="connsiteX600" fmla="*/ 1109416 w 7467600"/>
              <a:gd name="connsiteY600" fmla="*/ 2061663 h 6858000"/>
              <a:gd name="connsiteX601" fmla="*/ 1298300 w 7467600"/>
              <a:gd name="connsiteY601" fmla="*/ 2247742 h 6858000"/>
              <a:gd name="connsiteX602" fmla="*/ 1125871 w 7467600"/>
              <a:gd name="connsiteY602" fmla="*/ 1989513 h 6858000"/>
              <a:gd name="connsiteX603" fmla="*/ 981574 w 7467600"/>
              <a:gd name="connsiteY603" fmla="*/ 1783157 h 6858000"/>
              <a:gd name="connsiteX604" fmla="*/ 922198 w 7467600"/>
              <a:gd name="connsiteY604" fmla="*/ 1677437 h 6858000"/>
              <a:gd name="connsiteX605" fmla="*/ 869293 w 7467600"/>
              <a:gd name="connsiteY605" fmla="*/ 1583214 h 6858000"/>
              <a:gd name="connsiteX606" fmla="*/ 751431 w 7467600"/>
              <a:gd name="connsiteY606" fmla="*/ 1405731 h 6858000"/>
              <a:gd name="connsiteX607" fmla="*/ 655236 w 7467600"/>
              <a:gd name="connsiteY607" fmla="*/ 1268632 h 6858000"/>
              <a:gd name="connsiteX608" fmla="*/ 6516292 w 7467600"/>
              <a:gd name="connsiteY608" fmla="*/ 1263064 h 6858000"/>
              <a:gd name="connsiteX609" fmla="*/ 5736320 w 7467600"/>
              <a:gd name="connsiteY609" fmla="*/ 1501803 h 6858000"/>
              <a:gd name="connsiteX610" fmla="*/ 6516292 w 7467600"/>
              <a:gd name="connsiteY610" fmla="*/ 1263064 h 6858000"/>
              <a:gd name="connsiteX611" fmla="*/ 291466 w 7467600"/>
              <a:gd name="connsiteY611" fmla="*/ 1250369 h 6858000"/>
              <a:gd name="connsiteX612" fmla="*/ 323180 w 7467600"/>
              <a:gd name="connsiteY612" fmla="*/ 1435283 h 6858000"/>
              <a:gd name="connsiteX613" fmla="*/ 349381 w 7467600"/>
              <a:gd name="connsiteY613" fmla="*/ 1875041 h 6858000"/>
              <a:gd name="connsiteX614" fmla="*/ 374363 w 7467600"/>
              <a:gd name="connsiteY614" fmla="*/ 1506494 h 6858000"/>
              <a:gd name="connsiteX615" fmla="*/ 302168 w 7467600"/>
              <a:gd name="connsiteY615" fmla="*/ 1274495 h 6858000"/>
              <a:gd name="connsiteX616" fmla="*/ 291466 w 7467600"/>
              <a:gd name="connsiteY616" fmla="*/ 1250369 h 6858000"/>
              <a:gd name="connsiteX617" fmla="*/ 678222 w 7467600"/>
              <a:gd name="connsiteY617" fmla="*/ 1248670 h 6858000"/>
              <a:gd name="connsiteX618" fmla="*/ 775536 w 7467600"/>
              <a:gd name="connsiteY618" fmla="*/ 1388015 h 6858000"/>
              <a:gd name="connsiteX619" fmla="*/ 894529 w 7467600"/>
              <a:gd name="connsiteY619" fmla="*/ 1567739 h 6858000"/>
              <a:gd name="connsiteX620" fmla="*/ 948000 w 7467600"/>
              <a:gd name="connsiteY620" fmla="*/ 1663088 h 6858000"/>
              <a:gd name="connsiteX621" fmla="*/ 1006812 w 7467600"/>
              <a:gd name="connsiteY621" fmla="*/ 1767683 h 6858000"/>
              <a:gd name="connsiteX622" fmla="*/ 1149133 w 7467600"/>
              <a:gd name="connsiteY622" fmla="*/ 1971513 h 6858000"/>
              <a:gd name="connsiteX623" fmla="*/ 1333952 w 7467600"/>
              <a:gd name="connsiteY623" fmla="*/ 2251620 h 6858000"/>
              <a:gd name="connsiteX624" fmla="*/ 1337329 w 7467600"/>
              <a:gd name="connsiteY624" fmla="*/ 2258350 h 6858000"/>
              <a:gd name="connsiteX625" fmla="*/ 1014726 w 7467600"/>
              <a:gd name="connsiteY625" fmla="*/ 1615556 h 6858000"/>
              <a:gd name="connsiteX626" fmla="*/ 678222 w 7467600"/>
              <a:gd name="connsiteY626" fmla="*/ 1248670 h 6858000"/>
              <a:gd name="connsiteX627" fmla="*/ 6691602 w 7467600"/>
              <a:gd name="connsiteY627" fmla="*/ 1140573 h 6858000"/>
              <a:gd name="connsiteX628" fmla="*/ 6571100 w 7467600"/>
              <a:gd name="connsiteY628" fmla="*/ 1183662 h 6858000"/>
              <a:gd name="connsiteX629" fmla="*/ 6241687 w 7467600"/>
              <a:gd name="connsiteY629" fmla="*/ 1257600 h 6858000"/>
              <a:gd name="connsiteX630" fmla="*/ 5693009 w 7467600"/>
              <a:gd name="connsiteY630" fmla="*/ 1478256 h 6858000"/>
              <a:gd name="connsiteX631" fmla="*/ 6548420 w 7467600"/>
              <a:gd name="connsiteY631" fmla="*/ 1214599 h 6858000"/>
              <a:gd name="connsiteX632" fmla="*/ 6605473 w 7467600"/>
              <a:gd name="connsiteY632" fmla="*/ 1184686 h 6858000"/>
              <a:gd name="connsiteX633" fmla="*/ 6691602 w 7467600"/>
              <a:gd name="connsiteY633" fmla="*/ 1140573 h 6858000"/>
              <a:gd name="connsiteX634" fmla="*/ 4002475 w 7467600"/>
              <a:gd name="connsiteY634" fmla="*/ 1037802 h 6858000"/>
              <a:gd name="connsiteX635" fmla="*/ 4000324 w 7467600"/>
              <a:gd name="connsiteY635" fmla="*/ 1039362 h 6858000"/>
              <a:gd name="connsiteX636" fmla="*/ 4002862 w 7467600"/>
              <a:gd name="connsiteY636" fmla="*/ 1042866 h 6858000"/>
              <a:gd name="connsiteX637" fmla="*/ 4002475 w 7467600"/>
              <a:gd name="connsiteY637" fmla="*/ 1037802 h 6858000"/>
              <a:gd name="connsiteX638" fmla="*/ 506322 w 7467600"/>
              <a:gd name="connsiteY638" fmla="*/ 1020997 h 6858000"/>
              <a:gd name="connsiteX639" fmla="*/ 533068 w 7467600"/>
              <a:gd name="connsiteY639" fmla="*/ 1029409 h 6858000"/>
              <a:gd name="connsiteX640" fmla="*/ 1232525 w 7467600"/>
              <a:gd name="connsiteY640" fmla="*/ 1804675 h 6858000"/>
              <a:gd name="connsiteX641" fmla="*/ 1388858 w 7467600"/>
              <a:gd name="connsiteY641" fmla="*/ 2368011 h 6858000"/>
              <a:gd name="connsiteX642" fmla="*/ 1384098 w 7467600"/>
              <a:gd name="connsiteY642" fmla="*/ 2378125 h 6858000"/>
              <a:gd name="connsiteX643" fmla="*/ 1425393 w 7467600"/>
              <a:gd name="connsiteY643" fmla="*/ 2589124 h 6858000"/>
              <a:gd name="connsiteX644" fmla="*/ 1424001 w 7467600"/>
              <a:gd name="connsiteY644" fmla="*/ 2597541 h 6858000"/>
              <a:gd name="connsiteX645" fmla="*/ 2152729 w 7467600"/>
              <a:gd name="connsiteY645" fmla="*/ 2864487 h 6858000"/>
              <a:gd name="connsiteX646" fmla="*/ 2020609 w 7467600"/>
              <a:gd name="connsiteY646" fmla="*/ 2539671 h 6858000"/>
              <a:gd name="connsiteX647" fmla="*/ 2018920 w 7467600"/>
              <a:gd name="connsiteY647" fmla="*/ 2536309 h 6858000"/>
              <a:gd name="connsiteX648" fmla="*/ 1342441 w 7467600"/>
              <a:gd name="connsiteY648" fmla="*/ 1173017 h 6858000"/>
              <a:gd name="connsiteX649" fmla="*/ 1367925 w 7467600"/>
              <a:gd name="connsiteY649" fmla="*/ 1135648 h 6858000"/>
              <a:gd name="connsiteX650" fmla="*/ 1771401 w 7467600"/>
              <a:gd name="connsiteY650" fmla="*/ 1806673 h 6858000"/>
              <a:gd name="connsiteX651" fmla="*/ 1972385 w 7467600"/>
              <a:gd name="connsiteY651" fmla="*/ 2198735 h 6858000"/>
              <a:gd name="connsiteX652" fmla="*/ 2040892 w 7467600"/>
              <a:gd name="connsiteY652" fmla="*/ 2405205 h 6858000"/>
              <a:gd name="connsiteX653" fmla="*/ 2131689 w 7467600"/>
              <a:gd name="connsiteY653" fmla="*/ 1936926 h 6858000"/>
              <a:gd name="connsiteX654" fmla="*/ 2454820 w 7467600"/>
              <a:gd name="connsiteY654" fmla="*/ 1248808 h 6858000"/>
              <a:gd name="connsiteX655" fmla="*/ 2492512 w 7467600"/>
              <a:gd name="connsiteY655" fmla="*/ 1302920 h 6858000"/>
              <a:gd name="connsiteX656" fmla="*/ 2081216 w 7467600"/>
              <a:gd name="connsiteY656" fmla="*/ 2527513 h 6858000"/>
              <a:gd name="connsiteX657" fmla="*/ 2081211 w 7467600"/>
              <a:gd name="connsiteY657" fmla="*/ 2528916 h 6858000"/>
              <a:gd name="connsiteX658" fmla="*/ 2199067 w 7467600"/>
              <a:gd name="connsiteY658" fmla="*/ 2884061 h 6858000"/>
              <a:gd name="connsiteX659" fmla="*/ 3192586 w 7467600"/>
              <a:gd name="connsiteY659" fmla="*/ 3411496 h 6858000"/>
              <a:gd name="connsiteX660" fmla="*/ 3182620 w 7467600"/>
              <a:gd name="connsiteY660" fmla="*/ 3483279 h 6858000"/>
              <a:gd name="connsiteX661" fmla="*/ 2435119 w 7467600"/>
              <a:gd name="connsiteY661" fmla="*/ 3080173 h 6858000"/>
              <a:gd name="connsiteX662" fmla="*/ 2410152 w 7467600"/>
              <a:gd name="connsiteY662" fmla="*/ 3063751 h 6858000"/>
              <a:gd name="connsiteX663" fmla="*/ 2408099 w 7467600"/>
              <a:gd name="connsiteY663" fmla="*/ 3064403 h 6858000"/>
              <a:gd name="connsiteX664" fmla="*/ 2407218 w 7467600"/>
              <a:gd name="connsiteY664" fmla="*/ 3070324 h 6858000"/>
              <a:gd name="connsiteX665" fmla="*/ 2380138 w 7467600"/>
              <a:gd name="connsiteY665" fmla="*/ 3099341 h 6858000"/>
              <a:gd name="connsiteX666" fmla="*/ 1765923 w 7467600"/>
              <a:gd name="connsiteY666" fmla="*/ 3581043 h 6858000"/>
              <a:gd name="connsiteX667" fmla="*/ 1702258 w 7467600"/>
              <a:gd name="connsiteY667" fmla="*/ 3612286 h 6858000"/>
              <a:gd name="connsiteX668" fmla="*/ 1538370 w 7467600"/>
              <a:gd name="connsiteY668" fmla="*/ 3811804 h 6858000"/>
              <a:gd name="connsiteX669" fmla="*/ 542867 w 7467600"/>
              <a:gd name="connsiteY669" fmla="*/ 4944092 h 6858000"/>
              <a:gd name="connsiteX670" fmla="*/ 515800 w 7467600"/>
              <a:gd name="connsiteY670" fmla="*/ 4862180 h 6858000"/>
              <a:gd name="connsiteX671" fmla="*/ 909145 w 7467600"/>
              <a:gd name="connsiteY671" fmla="*/ 4199225 h 6858000"/>
              <a:gd name="connsiteX672" fmla="*/ 1214067 w 7467600"/>
              <a:gd name="connsiteY672" fmla="*/ 3908561 h 6858000"/>
              <a:gd name="connsiteX673" fmla="*/ 640967 w 7467600"/>
              <a:gd name="connsiteY673" fmla="*/ 4105601 h 6858000"/>
              <a:gd name="connsiteX674" fmla="*/ 112563 w 7467600"/>
              <a:gd name="connsiteY674" fmla="*/ 4396952 h 6858000"/>
              <a:gd name="connsiteX675" fmla="*/ 0 w 7467600"/>
              <a:gd name="connsiteY675" fmla="*/ 4466006 h 6858000"/>
              <a:gd name="connsiteX676" fmla="*/ 0 w 7467600"/>
              <a:gd name="connsiteY676" fmla="*/ 4233763 h 6858000"/>
              <a:gd name="connsiteX677" fmla="*/ 36881 w 7467600"/>
              <a:gd name="connsiteY677" fmla="*/ 4200118 h 6858000"/>
              <a:gd name="connsiteX678" fmla="*/ 910534 w 7467600"/>
              <a:gd name="connsiteY678" fmla="*/ 3629753 h 6858000"/>
              <a:gd name="connsiteX679" fmla="*/ 1578717 w 7467600"/>
              <a:gd name="connsiteY679" fmla="*/ 3575982 h 6858000"/>
              <a:gd name="connsiteX680" fmla="*/ 2338780 w 7467600"/>
              <a:gd name="connsiteY680" fmla="*/ 3033725 h 6858000"/>
              <a:gd name="connsiteX681" fmla="*/ 1807991 w 7467600"/>
              <a:gd name="connsiteY681" fmla="*/ 2807184 h 6858000"/>
              <a:gd name="connsiteX682" fmla="*/ 1416358 w 7467600"/>
              <a:gd name="connsiteY682" fmla="*/ 3112571 h 6858000"/>
              <a:gd name="connsiteX683" fmla="*/ 939066 w 7467600"/>
              <a:gd name="connsiteY683" fmla="*/ 3378798 h 6858000"/>
              <a:gd name="connsiteX684" fmla="*/ 115099 w 7467600"/>
              <a:gd name="connsiteY684" fmla="*/ 3607650 h 6858000"/>
              <a:gd name="connsiteX685" fmla="*/ 97284 w 7467600"/>
              <a:gd name="connsiteY685" fmla="*/ 3520393 h 6858000"/>
              <a:gd name="connsiteX686" fmla="*/ 922050 w 7467600"/>
              <a:gd name="connsiteY686" fmla="*/ 3074867 h 6858000"/>
              <a:gd name="connsiteX687" fmla="*/ 1405265 w 7467600"/>
              <a:gd name="connsiteY687" fmla="*/ 3016319 h 6858000"/>
              <a:gd name="connsiteX688" fmla="*/ 1407512 w 7467600"/>
              <a:gd name="connsiteY688" fmla="*/ 3018001 h 6858000"/>
              <a:gd name="connsiteX689" fmla="*/ 1726266 w 7467600"/>
              <a:gd name="connsiteY689" fmla="*/ 2777274 h 6858000"/>
              <a:gd name="connsiteX690" fmla="*/ 625390 w 7467600"/>
              <a:gd name="connsiteY690" fmla="*/ 2514541 h 6858000"/>
              <a:gd name="connsiteX691" fmla="*/ 619799 w 7467600"/>
              <a:gd name="connsiteY691" fmla="*/ 2527180 h 6858000"/>
              <a:gd name="connsiteX692" fmla="*/ 310030 w 7467600"/>
              <a:gd name="connsiteY692" fmla="*/ 2771818 h 6858000"/>
              <a:gd name="connsiteX693" fmla="*/ 173877 w 7467600"/>
              <a:gd name="connsiteY693" fmla="*/ 2937056 h 6858000"/>
              <a:gd name="connsiteX694" fmla="*/ 77889 w 7467600"/>
              <a:gd name="connsiteY694" fmla="*/ 3138440 h 6858000"/>
              <a:gd name="connsiteX695" fmla="*/ 0 w 7467600"/>
              <a:gd name="connsiteY695" fmla="*/ 3271395 h 6858000"/>
              <a:gd name="connsiteX696" fmla="*/ 0 w 7467600"/>
              <a:gd name="connsiteY696" fmla="*/ 3153002 h 6858000"/>
              <a:gd name="connsiteX697" fmla="*/ 2386 w 7467600"/>
              <a:gd name="connsiteY697" fmla="*/ 3149203 h 6858000"/>
              <a:gd name="connsiteX698" fmla="*/ 89753 w 7467600"/>
              <a:gd name="connsiteY698" fmla="*/ 2987702 h 6858000"/>
              <a:gd name="connsiteX699" fmla="*/ 76869 w 7467600"/>
              <a:gd name="connsiteY699" fmla="*/ 3005404 h 6858000"/>
              <a:gd name="connsiteX700" fmla="*/ 32049 w 7467600"/>
              <a:gd name="connsiteY700" fmla="*/ 3065814 h 6858000"/>
              <a:gd name="connsiteX701" fmla="*/ 0 w 7467600"/>
              <a:gd name="connsiteY701" fmla="*/ 3108744 h 6858000"/>
              <a:gd name="connsiteX702" fmla="*/ 0 w 7467600"/>
              <a:gd name="connsiteY702" fmla="*/ 3058059 h 6858000"/>
              <a:gd name="connsiteX703" fmla="*/ 7610 w 7467600"/>
              <a:gd name="connsiteY703" fmla="*/ 3047889 h 6858000"/>
              <a:gd name="connsiteX704" fmla="*/ 52419 w 7467600"/>
              <a:gd name="connsiteY704" fmla="*/ 2987479 h 6858000"/>
              <a:gd name="connsiteX705" fmla="*/ 59142 w 7467600"/>
              <a:gd name="connsiteY705" fmla="*/ 2978488 h 6858000"/>
              <a:gd name="connsiteX706" fmla="*/ 0 w 7467600"/>
              <a:gd name="connsiteY706" fmla="*/ 3015334 h 6858000"/>
              <a:gd name="connsiteX707" fmla="*/ 0 w 7467600"/>
              <a:gd name="connsiteY707" fmla="*/ 2914286 h 6858000"/>
              <a:gd name="connsiteX708" fmla="*/ 36383 w 7467600"/>
              <a:gd name="connsiteY708" fmla="*/ 2901128 h 6858000"/>
              <a:gd name="connsiteX709" fmla="*/ 156329 w 7467600"/>
              <a:gd name="connsiteY709" fmla="*/ 2840533 h 6858000"/>
              <a:gd name="connsiteX710" fmla="*/ 358355 w 7467600"/>
              <a:gd name="connsiteY710" fmla="*/ 2620471 h 6858000"/>
              <a:gd name="connsiteX711" fmla="*/ 510577 w 7467600"/>
              <a:gd name="connsiteY711" fmla="*/ 2501244 h 6858000"/>
              <a:gd name="connsiteX712" fmla="*/ 211967 w 7467600"/>
              <a:gd name="connsiteY712" fmla="*/ 2479171 h 6858000"/>
              <a:gd name="connsiteX713" fmla="*/ 0 w 7467600"/>
              <a:gd name="connsiteY713" fmla="*/ 2476398 h 6858000"/>
              <a:gd name="connsiteX714" fmla="*/ 0 w 7467600"/>
              <a:gd name="connsiteY714" fmla="*/ 2389189 h 6858000"/>
              <a:gd name="connsiteX715" fmla="*/ 103062 w 7467600"/>
              <a:gd name="connsiteY715" fmla="*/ 2389518 h 6858000"/>
              <a:gd name="connsiteX716" fmla="*/ 510734 w 7467600"/>
              <a:gd name="connsiteY716" fmla="*/ 2416201 h 6858000"/>
              <a:gd name="connsiteX717" fmla="*/ 279257 w 7467600"/>
              <a:gd name="connsiteY717" fmla="*/ 2092102 h 6858000"/>
              <a:gd name="connsiteX718" fmla="*/ 65265 w 7467600"/>
              <a:gd name="connsiteY718" fmla="*/ 2006049 h 6858000"/>
              <a:gd name="connsiteX719" fmla="*/ 0 w 7467600"/>
              <a:gd name="connsiteY719" fmla="*/ 1982532 h 6858000"/>
              <a:gd name="connsiteX720" fmla="*/ 0 w 7467600"/>
              <a:gd name="connsiteY720" fmla="*/ 1912789 h 6858000"/>
              <a:gd name="connsiteX721" fmla="*/ 97460 w 7467600"/>
              <a:gd name="connsiteY721" fmla="*/ 1953725 h 6858000"/>
              <a:gd name="connsiteX722" fmla="*/ 221272 w 7467600"/>
              <a:gd name="connsiteY722" fmla="*/ 1980766 h 6858000"/>
              <a:gd name="connsiteX723" fmla="*/ 116765 w 7467600"/>
              <a:gd name="connsiteY723" fmla="*/ 1911033 h 6858000"/>
              <a:gd name="connsiteX724" fmla="*/ 16405 w 7467600"/>
              <a:gd name="connsiteY724" fmla="*/ 1803412 h 6858000"/>
              <a:gd name="connsiteX725" fmla="*/ 0 w 7467600"/>
              <a:gd name="connsiteY725" fmla="*/ 1784777 h 6858000"/>
              <a:gd name="connsiteX726" fmla="*/ 0 w 7467600"/>
              <a:gd name="connsiteY726" fmla="*/ 1740082 h 6858000"/>
              <a:gd name="connsiteX727" fmla="*/ 39394 w 7467600"/>
              <a:gd name="connsiteY727" fmla="*/ 1784856 h 6858000"/>
              <a:gd name="connsiteX728" fmla="*/ 135813 w 7467600"/>
              <a:gd name="connsiteY728" fmla="*/ 1888838 h 6858000"/>
              <a:gd name="connsiteX729" fmla="*/ 242575 w 7467600"/>
              <a:gd name="connsiteY729" fmla="*/ 1958841 h 6858000"/>
              <a:gd name="connsiteX730" fmla="*/ 82197 w 7467600"/>
              <a:gd name="connsiteY730" fmla="*/ 1754826 h 6858000"/>
              <a:gd name="connsiteX731" fmla="*/ 0 w 7467600"/>
              <a:gd name="connsiteY731" fmla="*/ 1679650 h 6858000"/>
              <a:gd name="connsiteX732" fmla="*/ 0 w 7467600"/>
              <a:gd name="connsiteY732" fmla="*/ 1602463 h 6858000"/>
              <a:gd name="connsiteX733" fmla="*/ 84689 w 7467600"/>
              <a:gd name="connsiteY733" fmla="*/ 1677442 h 6858000"/>
              <a:gd name="connsiteX734" fmla="*/ 298437 w 7467600"/>
              <a:gd name="connsiteY734" fmla="*/ 1968019 h 6858000"/>
              <a:gd name="connsiteX735" fmla="*/ 227269 w 7467600"/>
              <a:gd name="connsiteY735" fmla="*/ 1114064 h 6858000"/>
              <a:gd name="connsiteX736" fmla="*/ 248003 w 7467600"/>
              <a:gd name="connsiteY736" fmla="*/ 1089613 h 6858000"/>
              <a:gd name="connsiteX737" fmla="*/ 427020 w 7467600"/>
              <a:gd name="connsiteY737" fmla="*/ 1619803 h 6858000"/>
              <a:gd name="connsiteX738" fmla="*/ 340345 w 7467600"/>
              <a:gd name="connsiteY738" fmla="*/ 2027739 h 6858000"/>
              <a:gd name="connsiteX739" fmla="*/ 360865 w 7467600"/>
              <a:gd name="connsiteY739" fmla="*/ 2044827 h 6858000"/>
              <a:gd name="connsiteX740" fmla="*/ 560414 w 7467600"/>
              <a:gd name="connsiteY740" fmla="*/ 2421457 h 6858000"/>
              <a:gd name="connsiteX741" fmla="*/ 1359703 w 7467600"/>
              <a:gd name="connsiteY741" fmla="*/ 2578554 h 6858000"/>
              <a:gd name="connsiteX742" fmla="*/ 1359422 w 7467600"/>
              <a:gd name="connsiteY742" fmla="*/ 2577994 h 6858000"/>
              <a:gd name="connsiteX743" fmla="*/ 828701 w 7467600"/>
              <a:gd name="connsiteY743" fmla="*/ 1839520 h 6858000"/>
              <a:gd name="connsiteX744" fmla="*/ 494427 w 7467600"/>
              <a:gd name="connsiteY744" fmla="*/ 1092333 h 6858000"/>
              <a:gd name="connsiteX745" fmla="*/ 506322 w 7467600"/>
              <a:gd name="connsiteY745" fmla="*/ 1020997 h 6858000"/>
              <a:gd name="connsiteX746" fmla="*/ 4570198 w 7467600"/>
              <a:gd name="connsiteY746" fmla="*/ 978081 h 6858000"/>
              <a:gd name="connsiteX747" fmla="*/ 4523691 w 7467600"/>
              <a:gd name="connsiteY747" fmla="*/ 1127776 h 6858000"/>
              <a:gd name="connsiteX748" fmla="*/ 4509875 w 7467600"/>
              <a:gd name="connsiteY748" fmla="*/ 1167552 h 6858000"/>
              <a:gd name="connsiteX749" fmla="*/ 4478168 w 7467600"/>
              <a:gd name="connsiteY749" fmla="*/ 1260735 h 6858000"/>
              <a:gd name="connsiteX750" fmla="*/ 4409309 w 7467600"/>
              <a:gd name="connsiteY750" fmla="*/ 1666996 h 6858000"/>
              <a:gd name="connsiteX751" fmla="*/ 4370031 w 7467600"/>
              <a:gd name="connsiteY751" fmla="*/ 1955666 h 6858000"/>
              <a:gd name="connsiteX752" fmla="*/ 4570198 w 7467600"/>
              <a:gd name="connsiteY752" fmla="*/ 978081 h 6858000"/>
              <a:gd name="connsiteX753" fmla="*/ 4557898 w 7467600"/>
              <a:gd name="connsiteY753" fmla="*/ 900011 h 6858000"/>
              <a:gd name="connsiteX754" fmla="*/ 4344840 w 7467600"/>
              <a:gd name="connsiteY754" fmla="*/ 1922038 h 6858000"/>
              <a:gd name="connsiteX755" fmla="*/ 4378710 w 7467600"/>
              <a:gd name="connsiteY755" fmla="*/ 1665516 h 6858000"/>
              <a:gd name="connsiteX756" fmla="*/ 4448798 w 7467600"/>
              <a:gd name="connsiteY756" fmla="*/ 1253024 h 6858000"/>
              <a:gd name="connsiteX757" fmla="*/ 4480315 w 7467600"/>
              <a:gd name="connsiteY757" fmla="*/ 1158454 h 6858000"/>
              <a:gd name="connsiteX758" fmla="*/ 4494133 w 7467600"/>
              <a:gd name="connsiteY758" fmla="*/ 1118676 h 6858000"/>
              <a:gd name="connsiteX759" fmla="*/ 4557898 w 7467600"/>
              <a:gd name="connsiteY759" fmla="*/ 900011 h 6858000"/>
              <a:gd name="connsiteX760" fmla="*/ 5870151 w 7467600"/>
              <a:gd name="connsiteY760" fmla="*/ 898890 h 6858000"/>
              <a:gd name="connsiteX761" fmla="*/ 5861335 w 7467600"/>
              <a:gd name="connsiteY761" fmla="*/ 899177 h 6858000"/>
              <a:gd name="connsiteX762" fmla="*/ 5843702 w 7467600"/>
              <a:gd name="connsiteY762" fmla="*/ 899748 h 6858000"/>
              <a:gd name="connsiteX763" fmla="*/ 5651107 w 7467600"/>
              <a:gd name="connsiteY763" fmla="*/ 920306 h 6858000"/>
              <a:gd name="connsiteX764" fmla="*/ 5459407 w 7467600"/>
              <a:gd name="connsiteY764" fmla="*/ 940975 h 6858000"/>
              <a:gd name="connsiteX765" fmla="*/ 5374846 w 7467600"/>
              <a:gd name="connsiteY765" fmla="*/ 941988 h 6858000"/>
              <a:gd name="connsiteX766" fmla="*/ 5256105 w 7467600"/>
              <a:gd name="connsiteY766" fmla="*/ 945632 h 6858000"/>
              <a:gd name="connsiteX767" fmla="*/ 5107071 w 7467600"/>
              <a:gd name="connsiteY767" fmla="*/ 969720 h 6858000"/>
              <a:gd name="connsiteX768" fmla="*/ 4998681 w 7467600"/>
              <a:gd name="connsiteY768" fmla="*/ 988771 h 6858000"/>
              <a:gd name="connsiteX769" fmla="*/ 5870151 w 7467600"/>
              <a:gd name="connsiteY769" fmla="*/ 898890 h 6858000"/>
              <a:gd name="connsiteX770" fmla="*/ 5504425 w 7467600"/>
              <a:gd name="connsiteY770" fmla="*/ 848067 h 6858000"/>
              <a:gd name="connsiteX771" fmla="*/ 4968849 w 7467600"/>
              <a:gd name="connsiteY771" fmla="*/ 962318 h 6858000"/>
              <a:gd name="connsiteX772" fmla="*/ 5104039 w 7467600"/>
              <a:gd name="connsiteY772" fmla="*/ 940634 h 6858000"/>
              <a:gd name="connsiteX773" fmla="*/ 5256311 w 7467600"/>
              <a:gd name="connsiteY773" fmla="*/ 916490 h 6858000"/>
              <a:gd name="connsiteX774" fmla="*/ 5377381 w 7467600"/>
              <a:gd name="connsiteY774" fmla="*/ 912671 h 6858000"/>
              <a:gd name="connsiteX775" fmla="*/ 5460148 w 7467600"/>
              <a:gd name="connsiteY775" fmla="*/ 911442 h 6858000"/>
              <a:gd name="connsiteX776" fmla="*/ 5648971 w 7467600"/>
              <a:gd name="connsiteY776" fmla="*/ 891331 h 6858000"/>
              <a:gd name="connsiteX777" fmla="*/ 5844807 w 7467600"/>
              <a:gd name="connsiteY777" fmla="*/ 870718 h 6858000"/>
              <a:gd name="connsiteX778" fmla="*/ 5862975 w 7467600"/>
              <a:gd name="connsiteY778" fmla="*/ 869756 h 6858000"/>
              <a:gd name="connsiteX779" fmla="*/ 5920887 w 7467600"/>
              <a:gd name="connsiteY779" fmla="*/ 865929 h 6858000"/>
              <a:gd name="connsiteX780" fmla="*/ 5504425 w 7467600"/>
              <a:gd name="connsiteY780" fmla="*/ 848067 h 6858000"/>
              <a:gd name="connsiteX781" fmla="*/ 3607114 w 7467600"/>
              <a:gd name="connsiteY781" fmla="*/ 467441 h 6858000"/>
              <a:gd name="connsiteX782" fmla="*/ 3296242 w 7467600"/>
              <a:gd name="connsiteY782" fmla="*/ 807991 h 6858000"/>
              <a:gd name="connsiteX783" fmla="*/ 3174674 w 7467600"/>
              <a:gd name="connsiteY783" fmla="*/ 919759 h 6858000"/>
              <a:gd name="connsiteX784" fmla="*/ 3042978 w 7467600"/>
              <a:gd name="connsiteY784" fmla="*/ 1054894 h 6858000"/>
              <a:gd name="connsiteX785" fmla="*/ 2968914 w 7467600"/>
              <a:gd name="connsiteY785" fmla="*/ 1133756 h 6858000"/>
              <a:gd name="connsiteX786" fmla="*/ 3103823 w 7467600"/>
              <a:gd name="connsiteY786" fmla="*/ 1026814 h 6858000"/>
              <a:gd name="connsiteX787" fmla="*/ 3607114 w 7467600"/>
              <a:gd name="connsiteY787" fmla="*/ 467441 h 6858000"/>
              <a:gd name="connsiteX788" fmla="*/ 3744487 w 7467600"/>
              <a:gd name="connsiteY788" fmla="*/ 383136 h 6858000"/>
              <a:gd name="connsiteX789" fmla="*/ 3970213 w 7467600"/>
              <a:gd name="connsiteY789" fmla="*/ 995559 h 6858000"/>
              <a:gd name="connsiteX790" fmla="*/ 3744487 w 7467600"/>
              <a:gd name="connsiteY790" fmla="*/ 383136 h 6858000"/>
              <a:gd name="connsiteX791" fmla="*/ 3624562 w 7467600"/>
              <a:gd name="connsiteY791" fmla="*/ 367041 h 6858000"/>
              <a:gd name="connsiteX792" fmla="*/ 3489712 w 7467600"/>
              <a:gd name="connsiteY792" fmla="*/ 485386 h 6858000"/>
              <a:gd name="connsiteX793" fmla="*/ 3182994 w 7467600"/>
              <a:gd name="connsiteY793" fmla="*/ 828265 h 6858000"/>
              <a:gd name="connsiteX794" fmla="*/ 2892114 w 7467600"/>
              <a:gd name="connsiteY794" fmla="*/ 1172635 h 6858000"/>
              <a:gd name="connsiteX795" fmla="*/ 3021459 w 7467600"/>
              <a:gd name="connsiteY795" fmla="*/ 1035385 h 6858000"/>
              <a:gd name="connsiteX796" fmla="*/ 3153873 w 7467600"/>
              <a:gd name="connsiteY796" fmla="*/ 898971 h 6858000"/>
              <a:gd name="connsiteX797" fmla="*/ 3276511 w 7467600"/>
              <a:gd name="connsiteY797" fmla="*/ 786423 h 6858000"/>
              <a:gd name="connsiteX798" fmla="*/ 3584154 w 7467600"/>
              <a:gd name="connsiteY798" fmla="*/ 448218 h 6858000"/>
              <a:gd name="connsiteX799" fmla="*/ 3624562 w 7467600"/>
              <a:gd name="connsiteY799" fmla="*/ 367041 h 6858000"/>
              <a:gd name="connsiteX800" fmla="*/ 3766672 w 7467600"/>
              <a:gd name="connsiteY800" fmla="*/ 359429 h 6858000"/>
              <a:gd name="connsiteX801" fmla="*/ 3996338 w 7467600"/>
              <a:gd name="connsiteY801" fmla="*/ 968237 h 6858000"/>
              <a:gd name="connsiteX802" fmla="*/ 3766672 w 7467600"/>
              <a:gd name="connsiteY802" fmla="*/ 359429 h 6858000"/>
              <a:gd name="connsiteX803" fmla="*/ 5805386 w 7467600"/>
              <a:gd name="connsiteY803" fmla="*/ 239240 h 6858000"/>
              <a:gd name="connsiteX804" fmla="*/ 5736947 w 7467600"/>
              <a:gd name="connsiteY804" fmla="*/ 261367 h 6858000"/>
              <a:gd name="connsiteX805" fmla="*/ 5427012 w 7467600"/>
              <a:gd name="connsiteY805" fmla="*/ 311272 h 6858000"/>
              <a:gd name="connsiteX806" fmla="*/ 5147818 w 7467600"/>
              <a:gd name="connsiteY806" fmla="*/ 322112 h 6858000"/>
              <a:gd name="connsiteX807" fmla="*/ 5060854 w 7467600"/>
              <a:gd name="connsiteY807" fmla="*/ 311882 h 6858000"/>
              <a:gd name="connsiteX808" fmla="*/ 4945989 w 7467600"/>
              <a:gd name="connsiteY808" fmla="*/ 300516 h 6858000"/>
              <a:gd name="connsiteX809" fmla="*/ 5410479 w 7467600"/>
              <a:gd name="connsiteY809" fmla="*/ 348434 h 6858000"/>
              <a:gd name="connsiteX810" fmla="*/ 5805386 w 7467600"/>
              <a:gd name="connsiteY810" fmla="*/ 239240 h 6858000"/>
              <a:gd name="connsiteX811" fmla="*/ 5905192 w 7467600"/>
              <a:gd name="connsiteY811" fmla="*/ 163079 h 6858000"/>
              <a:gd name="connsiteX812" fmla="*/ 5865655 w 7467600"/>
              <a:gd name="connsiteY812" fmla="*/ 171901 h 6858000"/>
              <a:gd name="connsiteX813" fmla="*/ 5259740 w 7467600"/>
              <a:gd name="connsiteY813" fmla="*/ 257013 h 6858000"/>
              <a:gd name="connsiteX814" fmla="*/ 5208466 w 7467600"/>
              <a:gd name="connsiteY814" fmla="*/ 257550 h 6858000"/>
              <a:gd name="connsiteX815" fmla="*/ 4980204 w 7467600"/>
              <a:gd name="connsiteY815" fmla="*/ 271903 h 6858000"/>
              <a:gd name="connsiteX816" fmla="*/ 5068068 w 7467600"/>
              <a:gd name="connsiteY816" fmla="*/ 282244 h 6858000"/>
              <a:gd name="connsiteX817" fmla="*/ 5153231 w 7467600"/>
              <a:gd name="connsiteY817" fmla="*/ 292240 h 6858000"/>
              <a:gd name="connsiteX818" fmla="*/ 5426491 w 7467600"/>
              <a:gd name="connsiteY818" fmla="*/ 281128 h 6858000"/>
              <a:gd name="connsiteX819" fmla="*/ 5731212 w 7467600"/>
              <a:gd name="connsiteY819" fmla="*/ 231951 h 6858000"/>
              <a:gd name="connsiteX820" fmla="*/ 5905192 w 7467600"/>
              <a:gd name="connsiteY820" fmla="*/ 163079 h 6858000"/>
              <a:gd name="connsiteX821" fmla="*/ 5944437 w 7467600"/>
              <a:gd name="connsiteY821" fmla="*/ 113829 h 6858000"/>
              <a:gd name="connsiteX822" fmla="*/ 5825032 w 7467600"/>
              <a:gd name="connsiteY822" fmla="*/ 146405 h 6858000"/>
              <a:gd name="connsiteX823" fmla="*/ 4955599 w 7467600"/>
              <a:gd name="connsiteY823" fmla="*/ 247008 h 6858000"/>
              <a:gd name="connsiteX824" fmla="*/ 5210104 w 7467600"/>
              <a:gd name="connsiteY824" fmla="*/ 228123 h 6858000"/>
              <a:gd name="connsiteX825" fmla="*/ 5261015 w 7467600"/>
              <a:gd name="connsiteY825" fmla="*/ 227087 h 6858000"/>
              <a:gd name="connsiteX826" fmla="*/ 5861181 w 7467600"/>
              <a:gd name="connsiteY826" fmla="*/ 143093 h 6858000"/>
              <a:gd name="connsiteX827" fmla="*/ 5961252 w 7467600"/>
              <a:gd name="connsiteY827" fmla="*/ 114820 h 6858000"/>
              <a:gd name="connsiteX828" fmla="*/ 5944437 w 7467600"/>
              <a:gd name="connsiteY828" fmla="*/ 113829 h 6858000"/>
              <a:gd name="connsiteX829" fmla="*/ 3882765 w 7467600"/>
              <a:gd name="connsiteY829" fmla="*/ 0 h 6858000"/>
              <a:gd name="connsiteX830" fmla="*/ 3995099 w 7467600"/>
              <a:gd name="connsiteY830" fmla="*/ 0 h 6858000"/>
              <a:gd name="connsiteX831" fmla="*/ 4163818 w 7467600"/>
              <a:gd name="connsiteY831" fmla="*/ 234104 h 6858000"/>
              <a:gd name="connsiteX832" fmla="*/ 4172099 w 7467600"/>
              <a:gd name="connsiteY832" fmla="*/ 234207 h 6858000"/>
              <a:gd name="connsiteX833" fmla="*/ 4784282 w 7467600"/>
              <a:gd name="connsiteY833" fmla="*/ 276561 h 6858000"/>
              <a:gd name="connsiteX834" fmla="*/ 4801687 w 7467600"/>
              <a:gd name="connsiteY834" fmla="*/ 267764 h 6858000"/>
              <a:gd name="connsiteX835" fmla="*/ 6082788 w 7467600"/>
              <a:gd name="connsiteY835" fmla="*/ 64119 h 6858000"/>
              <a:gd name="connsiteX836" fmla="*/ 6099442 w 7467600"/>
              <a:gd name="connsiteY836" fmla="*/ 82568 h 6858000"/>
              <a:gd name="connsiteX837" fmla="*/ 4804137 w 7467600"/>
              <a:gd name="connsiteY837" fmla="*/ 320931 h 6858000"/>
              <a:gd name="connsiteX838" fmla="*/ 4227047 w 7467600"/>
              <a:gd name="connsiteY838" fmla="*/ 313415 h 6858000"/>
              <a:gd name="connsiteX839" fmla="*/ 4346041 w 7467600"/>
              <a:gd name="connsiteY839" fmla="*/ 456086 h 6858000"/>
              <a:gd name="connsiteX840" fmla="*/ 4870967 w 7467600"/>
              <a:gd name="connsiteY840" fmla="*/ 963061 h 6858000"/>
              <a:gd name="connsiteX841" fmla="*/ 4889647 w 7467600"/>
              <a:gd name="connsiteY841" fmla="*/ 957147 h 6858000"/>
              <a:gd name="connsiteX842" fmla="*/ 5422504 w 7467600"/>
              <a:gd name="connsiteY842" fmla="*/ 805191 h 6858000"/>
              <a:gd name="connsiteX843" fmla="*/ 6087656 w 7467600"/>
              <a:gd name="connsiteY843" fmla="*/ 826703 h 6858000"/>
              <a:gd name="connsiteX844" fmla="*/ 6058717 w 7467600"/>
              <a:gd name="connsiteY844" fmla="*/ 865992 h 6858000"/>
              <a:gd name="connsiteX845" fmla="*/ 4974153 w 7467600"/>
              <a:gd name="connsiteY845" fmla="*/ 1045456 h 6858000"/>
              <a:gd name="connsiteX846" fmla="*/ 5627835 w 7467600"/>
              <a:gd name="connsiteY846" fmla="*/ 1472077 h 6858000"/>
              <a:gd name="connsiteX847" fmla="*/ 5629817 w 7467600"/>
              <a:gd name="connsiteY847" fmla="*/ 1471412 h 6858000"/>
              <a:gd name="connsiteX848" fmla="*/ 5634124 w 7467600"/>
              <a:gd name="connsiteY848" fmla="*/ 1470572 h 6858000"/>
              <a:gd name="connsiteX849" fmla="*/ 5755832 w 7467600"/>
              <a:gd name="connsiteY849" fmla="*/ 1383886 h 6858000"/>
              <a:gd name="connsiteX850" fmla="*/ 6014186 w 7467600"/>
              <a:gd name="connsiteY850" fmla="*/ 1279799 h 6858000"/>
              <a:gd name="connsiteX851" fmla="*/ 6901619 w 7467600"/>
              <a:gd name="connsiteY851" fmla="*/ 1047874 h 6858000"/>
              <a:gd name="connsiteX852" fmla="*/ 6931566 w 7467600"/>
              <a:gd name="connsiteY852" fmla="*/ 1062034 h 6858000"/>
              <a:gd name="connsiteX853" fmla="*/ 5790982 w 7467600"/>
              <a:gd name="connsiteY853" fmla="*/ 1561380 h 6858000"/>
              <a:gd name="connsiteX854" fmla="*/ 6188971 w 7467600"/>
              <a:gd name="connsiteY854" fmla="*/ 1755168 h 6858000"/>
              <a:gd name="connsiteX855" fmla="*/ 6202446 w 7467600"/>
              <a:gd name="connsiteY855" fmla="*/ 1752268 h 6858000"/>
              <a:gd name="connsiteX856" fmla="*/ 7179560 w 7467600"/>
              <a:gd name="connsiteY856" fmla="*/ 1467551 h 6858000"/>
              <a:gd name="connsiteX857" fmla="*/ 7158730 w 7467600"/>
              <a:gd name="connsiteY857" fmla="*/ 1507835 h 6858000"/>
              <a:gd name="connsiteX858" fmla="*/ 6326959 w 7467600"/>
              <a:gd name="connsiteY858" fmla="*/ 1817686 h 6858000"/>
              <a:gd name="connsiteX859" fmla="*/ 6537433 w 7467600"/>
              <a:gd name="connsiteY859" fmla="*/ 1907790 h 6858000"/>
              <a:gd name="connsiteX860" fmla="*/ 6550221 w 7467600"/>
              <a:gd name="connsiteY860" fmla="*/ 1910729 h 6858000"/>
              <a:gd name="connsiteX861" fmla="*/ 6964438 w 7467600"/>
              <a:gd name="connsiteY861" fmla="*/ 2209505 h 6858000"/>
              <a:gd name="connsiteX862" fmla="*/ 7367862 w 7467600"/>
              <a:gd name="connsiteY862" fmla="*/ 2806833 h 6858000"/>
              <a:gd name="connsiteX863" fmla="*/ 7364329 w 7467600"/>
              <a:gd name="connsiteY863" fmla="*/ 2826907 h 6858000"/>
              <a:gd name="connsiteX864" fmla="*/ 7290545 w 7467600"/>
              <a:gd name="connsiteY864" fmla="*/ 2850663 h 6858000"/>
              <a:gd name="connsiteX865" fmla="*/ 6472036 w 7467600"/>
              <a:gd name="connsiteY865" fmla="*/ 1959003 h 6858000"/>
              <a:gd name="connsiteX866" fmla="*/ 5792897 w 7467600"/>
              <a:gd name="connsiteY866" fmla="*/ 1647747 h 6858000"/>
              <a:gd name="connsiteX867" fmla="*/ 5842751 w 7467600"/>
              <a:gd name="connsiteY867" fmla="*/ 1816112 h 6858000"/>
              <a:gd name="connsiteX868" fmla="*/ 5847424 w 7467600"/>
              <a:gd name="connsiteY868" fmla="*/ 1815776 h 6858000"/>
              <a:gd name="connsiteX869" fmla="*/ 6399821 w 7467600"/>
              <a:gd name="connsiteY869" fmla="*/ 2344799 h 6858000"/>
              <a:gd name="connsiteX870" fmla="*/ 6323232 w 7467600"/>
              <a:gd name="connsiteY870" fmla="*/ 2389634 h 6858000"/>
              <a:gd name="connsiteX871" fmla="*/ 5942958 w 7467600"/>
              <a:gd name="connsiteY871" fmla="*/ 2077708 h 6858000"/>
              <a:gd name="connsiteX872" fmla="*/ 5921559 w 7467600"/>
              <a:gd name="connsiteY872" fmla="*/ 2378596 h 6858000"/>
              <a:gd name="connsiteX873" fmla="*/ 5817651 w 7467600"/>
              <a:gd name="connsiteY873" fmla="*/ 3023919 h 6858000"/>
              <a:gd name="connsiteX874" fmla="*/ 5729634 w 7467600"/>
              <a:gd name="connsiteY874" fmla="*/ 3051849 h 6858000"/>
              <a:gd name="connsiteX875" fmla="*/ 5611018 w 7467600"/>
              <a:gd name="connsiteY875" fmla="*/ 2316769 h 6858000"/>
              <a:gd name="connsiteX876" fmla="*/ 5687608 w 7467600"/>
              <a:gd name="connsiteY876" fmla="*/ 2039972 h 6858000"/>
              <a:gd name="connsiteX877" fmla="*/ 5657554 w 7467600"/>
              <a:gd name="connsiteY877" fmla="*/ 1576445 h 6858000"/>
              <a:gd name="connsiteX878" fmla="*/ 5150475 w 7467600"/>
              <a:gd name="connsiteY878" fmla="*/ 1274012 h 6858000"/>
              <a:gd name="connsiteX879" fmla="*/ 5349142 w 7467600"/>
              <a:gd name="connsiteY879" fmla="*/ 2204405 h 6858000"/>
              <a:gd name="connsiteX880" fmla="*/ 5262214 w 7467600"/>
              <a:gd name="connsiteY880" fmla="*/ 2233836 h 6858000"/>
              <a:gd name="connsiteX881" fmla="*/ 4981539 w 7467600"/>
              <a:gd name="connsiteY881" fmla="*/ 1542201 h 6858000"/>
              <a:gd name="connsiteX882" fmla="*/ 4958461 w 7467600"/>
              <a:gd name="connsiteY882" fmla="*/ 1136957 h 6858000"/>
              <a:gd name="connsiteX883" fmla="*/ 4655015 w 7467600"/>
              <a:gd name="connsiteY883" fmla="*/ 891426 h 6858000"/>
              <a:gd name="connsiteX884" fmla="*/ 4348002 w 7467600"/>
              <a:gd name="connsiteY884" fmla="*/ 2205895 h 6858000"/>
              <a:gd name="connsiteX885" fmla="*/ 4262250 w 7467600"/>
              <a:gd name="connsiteY885" fmla="*/ 2219972 h 6858000"/>
              <a:gd name="connsiteX886" fmla="*/ 4550611 w 7467600"/>
              <a:gd name="connsiteY886" fmla="*/ 817540 h 6858000"/>
              <a:gd name="connsiteX887" fmla="*/ 4564418 w 7467600"/>
              <a:gd name="connsiteY887" fmla="*/ 808293 h 6858000"/>
              <a:gd name="connsiteX888" fmla="*/ 4266388 w 7467600"/>
              <a:gd name="connsiteY888" fmla="*/ 500083 h 6858000"/>
              <a:gd name="connsiteX889" fmla="*/ 4032842 w 7467600"/>
              <a:gd name="connsiteY889" fmla="*/ 211809 h 6858000"/>
              <a:gd name="connsiteX890" fmla="*/ 3882765 w 7467600"/>
              <a:gd name="connsiteY890" fmla="*/ 0 h 6858000"/>
              <a:gd name="connsiteX891" fmla="*/ 3721337 w 7467600"/>
              <a:gd name="connsiteY891" fmla="*/ 0 h 6858000"/>
              <a:gd name="connsiteX892" fmla="*/ 3797544 w 7467600"/>
              <a:gd name="connsiteY892" fmla="*/ 0 h 6858000"/>
              <a:gd name="connsiteX893" fmla="*/ 3775734 w 7467600"/>
              <a:gd name="connsiteY893" fmla="*/ 95131 h 6858000"/>
              <a:gd name="connsiteX894" fmla="*/ 3724807 w 7467600"/>
              <a:gd name="connsiteY894" fmla="*/ 272257 h 6858000"/>
              <a:gd name="connsiteX895" fmla="*/ 3726844 w 7467600"/>
              <a:gd name="connsiteY895" fmla="*/ 282988 h 6858000"/>
              <a:gd name="connsiteX896" fmla="*/ 3742664 w 7467600"/>
              <a:gd name="connsiteY896" fmla="*/ 279918 h 6858000"/>
              <a:gd name="connsiteX897" fmla="*/ 4103910 w 7467600"/>
              <a:gd name="connsiteY897" fmla="*/ 1161917 h 6858000"/>
              <a:gd name="connsiteX898" fmla="*/ 4020269 w 7467600"/>
              <a:gd name="connsiteY898" fmla="*/ 1200406 h 6858000"/>
              <a:gd name="connsiteX899" fmla="*/ 3674882 w 7467600"/>
              <a:gd name="connsiteY899" fmla="*/ 488524 h 6858000"/>
              <a:gd name="connsiteX900" fmla="*/ 3132682 w 7467600"/>
              <a:gd name="connsiteY900" fmla="*/ 1072284 h 6858000"/>
              <a:gd name="connsiteX901" fmla="*/ 2716346 w 7467600"/>
              <a:gd name="connsiteY901" fmla="*/ 1276376 h 6858000"/>
              <a:gd name="connsiteX902" fmla="*/ 2716772 w 7467600"/>
              <a:gd name="connsiteY902" fmla="*/ 1255462 h 6858000"/>
              <a:gd name="connsiteX903" fmla="*/ 3471096 w 7467600"/>
              <a:gd name="connsiteY903" fmla="*/ 437072 h 6858000"/>
              <a:gd name="connsiteX904" fmla="*/ 3639057 w 7467600"/>
              <a:gd name="connsiteY904" fmla="*/ 286334 h 6858000"/>
              <a:gd name="connsiteX905" fmla="*/ 3640309 w 7467600"/>
              <a:gd name="connsiteY905" fmla="*/ 284664 h 6858000"/>
              <a:gd name="connsiteX906" fmla="*/ 3646022 w 7467600"/>
              <a:gd name="connsiteY906" fmla="*/ 276711 h 6858000"/>
              <a:gd name="connsiteX907" fmla="*/ 3707943 w 7467600"/>
              <a:gd name="connsiteY907" fmla="*/ 65958 h 6858000"/>
              <a:gd name="connsiteX908" fmla="*/ 3721337 w 7467600"/>
              <a:gd name="connsiteY908" fmla="*/ 0 h 6858000"/>
              <a:gd name="connsiteX909" fmla="*/ 2867960 w 7467600"/>
              <a:gd name="connsiteY909" fmla="*/ 0 h 6858000"/>
              <a:gd name="connsiteX910" fmla="*/ 2926351 w 7467600"/>
              <a:gd name="connsiteY910" fmla="*/ 0 h 6858000"/>
              <a:gd name="connsiteX911" fmla="*/ 2902823 w 7467600"/>
              <a:gd name="connsiteY911" fmla="*/ 262929 h 6858000"/>
              <a:gd name="connsiteX912" fmla="*/ 2940663 w 7467600"/>
              <a:gd name="connsiteY912" fmla="*/ 140884 h 6858000"/>
              <a:gd name="connsiteX913" fmla="*/ 2947039 w 7467600"/>
              <a:gd name="connsiteY913" fmla="*/ 122524 h 6858000"/>
              <a:gd name="connsiteX914" fmla="*/ 2984316 w 7467600"/>
              <a:gd name="connsiteY914" fmla="*/ 0 h 6858000"/>
              <a:gd name="connsiteX915" fmla="*/ 3016114 w 7467600"/>
              <a:gd name="connsiteY915" fmla="*/ 0 h 6858000"/>
              <a:gd name="connsiteX916" fmla="*/ 2979949 w 7467600"/>
              <a:gd name="connsiteY916" fmla="*/ 119274 h 6858000"/>
              <a:gd name="connsiteX917" fmla="*/ 3023879 w 7467600"/>
              <a:gd name="connsiteY917" fmla="*/ 0 h 6858000"/>
              <a:gd name="connsiteX918" fmla="*/ 3105400 w 7467600"/>
              <a:gd name="connsiteY918" fmla="*/ 0 h 6858000"/>
              <a:gd name="connsiteX919" fmla="*/ 3094669 w 7467600"/>
              <a:gd name="connsiteY919" fmla="*/ 30308 h 6858000"/>
              <a:gd name="connsiteX920" fmla="*/ 2901945 w 7467600"/>
              <a:gd name="connsiteY920" fmla="*/ 466538 h 6858000"/>
              <a:gd name="connsiteX921" fmla="*/ 2815209 w 7467600"/>
              <a:gd name="connsiteY921" fmla="*/ 497361 h 6858000"/>
              <a:gd name="connsiteX922" fmla="*/ 2844845 w 7467600"/>
              <a:gd name="connsiteY922" fmla="*/ 127638 h 6858000"/>
              <a:gd name="connsiteX923" fmla="*/ 2867960 w 7467600"/>
              <a:gd name="connsiteY923" fmla="*/ 0 h 6858000"/>
              <a:gd name="connsiteX924" fmla="*/ 1057230 w 7467600"/>
              <a:gd name="connsiteY924" fmla="*/ 0 h 6858000"/>
              <a:gd name="connsiteX925" fmla="*/ 1111003 w 7467600"/>
              <a:gd name="connsiteY925" fmla="*/ 0 h 6858000"/>
              <a:gd name="connsiteX926" fmla="*/ 1125553 w 7467600"/>
              <a:gd name="connsiteY926" fmla="*/ 52588 h 6858000"/>
              <a:gd name="connsiteX927" fmla="*/ 1304276 w 7467600"/>
              <a:gd name="connsiteY927" fmla="*/ 476275 h 6858000"/>
              <a:gd name="connsiteX928" fmla="*/ 1492066 w 7467600"/>
              <a:gd name="connsiteY928" fmla="*/ 886333 h 6858000"/>
              <a:gd name="connsiteX929" fmla="*/ 1423698 w 7467600"/>
              <a:gd name="connsiteY929" fmla="*/ 710817 h 6858000"/>
              <a:gd name="connsiteX930" fmla="*/ 1357609 w 7467600"/>
              <a:gd name="connsiteY930" fmla="*/ 532892 h 6858000"/>
              <a:gd name="connsiteX931" fmla="*/ 1309550 w 7467600"/>
              <a:gd name="connsiteY931" fmla="*/ 374031 h 6858000"/>
              <a:gd name="connsiteX932" fmla="*/ 1193673 w 7467600"/>
              <a:gd name="connsiteY932" fmla="*/ 49533 h 6858000"/>
              <a:gd name="connsiteX933" fmla="*/ 1164391 w 7467600"/>
              <a:gd name="connsiteY933" fmla="*/ 0 h 6858000"/>
              <a:gd name="connsiteX934" fmla="*/ 1200666 w 7467600"/>
              <a:gd name="connsiteY934" fmla="*/ 0 h 6858000"/>
              <a:gd name="connsiteX935" fmla="*/ 1223408 w 7467600"/>
              <a:gd name="connsiteY935" fmla="*/ 38996 h 6858000"/>
              <a:gd name="connsiteX936" fmla="*/ 1339635 w 7467600"/>
              <a:gd name="connsiteY936" fmla="*/ 365517 h 6858000"/>
              <a:gd name="connsiteX937" fmla="*/ 1387469 w 7467600"/>
              <a:gd name="connsiteY937" fmla="*/ 523079 h 6858000"/>
              <a:gd name="connsiteX938" fmla="*/ 1452685 w 7467600"/>
              <a:gd name="connsiteY938" fmla="*/ 699806 h 6858000"/>
              <a:gd name="connsiteX939" fmla="*/ 1492092 w 7467600"/>
              <a:gd name="connsiteY939" fmla="*/ 800424 h 6858000"/>
              <a:gd name="connsiteX940" fmla="*/ 1455302 w 7467600"/>
              <a:gd name="connsiteY940" fmla="*/ 632913 h 6858000"/>
              <a:gd name="connsiteX941" fmla="*/ 1222336 w 7467600"/>
              <a:gd name="connsiteY941" fmla="*/ 9480 h 6858000"/>
              <a:gd name="connsiteX942" fmla="*/ 1214634 w 7467600"/>
              <a:gd name="connsiteY942" fmla="*/ 0 h 6858000"/>
              <a:gd name="connsiteX943" fmla="*/ 1289827 w 7467600"/>
              <a:gd name="connsiteY943" fmla="*/ 0 h 6858000"/>
              <a:gd name="connsiteX944" fmla="*/ 1321076 w 7467600"/>
              <a:gd name="connsiteY944" fmla="*/ 59722 h 6858000"/>
              <a:gd name="connsiteX945" fmla="*/ 1512579 w 7467600"/>
              <a:gd name="connsiteY945" fmla="*/ 626441 h 6858000"/>
              <a:gd name="connsiteX946" fmla="*/ 1506076 w 7467600"/>
              <a:gd name="connsiteY946" fmla="*/ 1089289 h 6858000"/>
              <a:gd name="connsiteX947" fmla="*/ 1486346 w 7467600"/>
              <a:gd name="connsiteY947" fmla="*/ 1079919 h 6858000"/>
              <a:gd name="connsiteX948" fmla="*/ 1070511 w 7467600"/>
              <a:gd name="connsiteY948" fmla="*/ 48609 h 6858000"/>
              <a:gd name="connsiteX949" fmla="*/ 1057230 w 7467600"/>
              <a:gd name="connsiteY949" fmla="*/ 0 h 6858000"/>
              <a:gd name="connsiteX950" fmla="*/ 43151 w 7467600"/>
              <a:gd name="connsiteY950" fmla="*/ 0 h 6858000"/>
              <a:gd name="connsiteX951" fmla="*/ 95283 w 7467600"/>
              <a:gd name="connsiteY951" fmla="*/ 0 h 6858000"/>
              <a:gd name="connsiteX952" fmla="*/ 300708 w 7467600"/>
              <a:gd name="connsiteY952" fmla="*/ 154571 h 6858000"/>
              <a:gd name="connsiteX953" fmla="*/ 530414 w 7467600"/>
              <a:gd name="connsiteY953" fmla="*/ 354673 h 6858000"/>
              <a:gd name="connsiteX954" fmla="*/ 333785 w 7467600"/>
              <a:gd name="connsiteY954" fmla="*/ 161564 h 6858000"/>
              <a:gd name="connsiteX955" fmla="*/ 147005 w 7467600"/>
              <a:gd name="connsiteY955" fmla="*/ 0 h 6858000"/>
              <a:gd name="connsiteX956" fmla="*/ 272509 w 7467600"/>
              <a:gd name="connsiteY956" fmla="*/ 0 h 6858000"/>
              <a:gd name="connsiteX957" fmla="*/ 326276 w 7467600"/>
              <a:gd name="connsiteY957" fmla="*/ 45847 h 6858000"/>
              <a:gd name="connsiteX958" fmla="*/ 823759 w 7467600"/>
              <a:gd name="connsiteY958" fmla="*/ 574145 h 6858000"/>
              <a:gd name="connsiteX959" fmla="*/ 811254 w 7467600"/>
              <a:gd name="connsiteY959" fmla="*/ 665546 h 6858000"/>
              <a:gd name="connsiteX960" fmla="*/ 154042 w 7467600"/>
              <a:gd name="connsiteY960" fmla="*/ 261522 h 6858000"/>
              <a:gd name="connsiteX961" fmla="*/ 13550 w 7467600"/>
              <a:gd name="connsiteY961" fmla="*/ 158423 h 6858000"/>
              <a:gd name="connsiteX962" fmla="*/ 0 w 7467600"/>
              <a:gd name="connsiteY962" fmla="*/ 146618 h 6858000"/>
              <a:gd name="connsiteX963" fmla="*/ 0 w 7467600"/>
              <a:gd name="connsiteY963" fmla="*/ 59161 h 6858000"/>
              <a:gd name="connsiteX964" fmla="*/ 45427 w 7467600"/>
              <a:gd name="connsiteY964" fmla="*/ 101078 h 6858000"/>
              <a:gd name="connsiteX965" fmla="*/ 630103 w 7467600"/>
              <a:gd name="connsiteY965" fmla="*/ 485885 h 6858000"/>
              <a:gd name="connsiteX966" fmla="*/ 532040 w 7467600"/>
              <a:gd name="connsiteY966" fmla="*/ 399359 h 6858000"/>
              <a:gd name="connsiteX967" fmla="*/ 517618 w 7467600"/>
              <a:gd name="connsiteY967" fmla="*/ 385726 h 6858000"/>
              <a:gd name="connsiteX968" fmla="*/ 285074 w 7467600"/>
              <a:gd name="connsiteY968" fmla="*/ 182755 h 6858000"/>
              <a:gd name="connsiteX969" fmla="*/ 43151 w 7467600"/>
              <a:gd name="connsiteY96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356878 w 7467600"/>
              <a:gd name="connsiteY80" fmla="*/ 5981332 h 6858000"/>
              <a:gd name="connsiteX81" fmla="*/ 7467600 w 7467600"/>
              <a:gd name="connsiteY81" fmla="*/ 6117703 h 6858000"/>
              <a:gd name="connsiteX82" fmla="*/ 7467600 w 7467600"/>
              <a:gd name="connsiteY82" fmla="*/ 6163634 h 6858000"/>
              <a:gd name="connsiteX83" fmla="*/ 7403637 w 7467600"/>
              <a:gd name="connsiteY83" fmla="*/ 6083957 h 6858000"/>
              <a:gd name="connsiteX84" fmla="*/ 7254615 w 7467600"/>
              <a:gd name="connsiteY84" fmla="*/ 5911918 h 6858000"/>
              <a:gd name="connsiteX85" fmla="*/ 7312589 w 7467600"/>
              <a:gd name="connsiteY85" fmla="*/ 5982309 h 6858000"/>
              <a:gd name="connsiteX86" fmla="*/ 7448321 w 7467600"/>
              <a:gd name="connsiteY86" fmla="*/ 6190991 h 6858000"/>
              <a:gd name="connsiteX87" fmla="*/ 7467600 w 7467600"/>
              <a:gd name="connsiteY87" fmla="*/ 6221686 h 6858000"/>
              <a:gd name="connsiteX88" fmla="*/ 7467600 w 7467600"/>
              <a:gd name="connsiteY88" fmla="*/ 6334256 h 6858000"/>
              <a:gd name="connsiteX89" fmla="*/ 7454976 w 7467600"/>
              <a:gd name="connsiteY89" fmla="*/ 6318297 h 6858000"/>
              <a:gd name="connsiteX90" fmla="*/ 1456157 w 7467600"/>
              <a:gd name="connsiteY90" fmla="*/ 5371404 h 6858000"/>
              <a:gd name="connsiteX91" fmla="*/ 1244432 w 7467600"/>
              <a:gd name="connsiteY91" fmla="*/ 5385601 h 6858000"/>
              <a:gd name="connsiteX92" fmla="*/ 973990 w 7467600"/>
              <a:gd name="connsiteY92" fmla="*/ 5424940 h 6858000"/>
              <a:gd name="connsiteX93" fmla="*/ 1103809 w 7467600"/>
              <a:gd name="connsiteY93" fmla="*/ 5433720 h 6858000"/>
              <a:gd name="connsiteX94" fmla="*/ 1123454 w 7467600"/>
              <a:gd name="connsiteY94" fmla="*/ 5435727 h 6858000"/>
              <a:gd name="connsiteX95" fmla="*/ 1737017 w 7467600"/>
              <a:gd name="connsiteY95" fmla="*/ 5452183 h 6858000"/>
              <a:gd name="connsiteX96" fmla="*/ 1824397 w 7467600"/>
              <a:gd name="connsiteY96" fmla="*/ 5447757 h 6858000"/>
              <a:gd name="connsiteX97" fmla="*/ 2070059 w 7467600"/>
              <a:gd name="connsiteY97" fmla="*/ 5441660 h 6858000"/>
              <a:gd name="connsiteX98" fmla="*/ 1456157 w 7467600"/>
              <a:gd name="connsiteY98" fmla="*/ 5371404 h 6858000"/>
              <a:gd name="connsiteX99" fmla="*/ 4988186 w 7467600"/>
              <a:gd name="connsiteY99" fmla="*/ 5216467 h 6858000"/>
              <a:gd name="connsiteX100" fmla="*/ 4777334 w 7467600"/>
              <a:gd name="connsiteY100" fmla="*/ 5406072 h 6858000"/>
              <a:gd name="connsiteX101" fmla="*/ 4718341 w 7467600"/>
              <a:gd name="connsiteY101" fmla="*/ 5468043 h 6858000"/>
              <a:gd name="connsiteX102" fmla="*/ 4604655 w 7467600"/>
              <a:gd name="connsiteY102" fmla="*/ 5583434 h 6858000"/>
              <a:gd name="connsiteX103" fmla="*/ 4565074 w 7467600"/>
              <a:gd name="connsiteY103" fmla="*/ 5618550 h 6858000"/>
              <a:gd name="connsiteX104" fmla="*/ 4988186 w 7467600"/>
              <a:gd name="connsiteY104" fmla="*/ 5216467 h 6858000"/>
              <a:gd name="connsiteX105" fmla="*/ 4978032 w 7467600"/>
              <a:gd name="connsiteY105" fmla="*/ 5183809 h 6858000"/>
              <a:gd name="connsiteX106" fmla="*/ 4463413 w 7467600"/>
              <a:gd name="connsiteY106" fmla="*/ 5615162 h 6858000"/>
              <a:gd name="connsiteX107" fmla="*/ 4358134 w 7467600"/>
              <a:gd name="connsiteY107" fmla="*/ 5742791 h 6858000"/>
              <a:gd name="connsiteX108" fmla="*/ 4376219 w 7467600"/>
              <a:gd name="connsiteY108" fmla="*/ 5729027 h 6858000"/>
              <a:gd name="connsiteX109" fmla="*/ 4582340 w 7467600"/>
              <a:gd name="connsiteY109" fmla="*/ 5561037 h 6858000"/>
              <a:gd name="connsiteX110" fmla="*/ 4694684 w 7467600"/>
              <a:gd name="connsiteY110" fmla="*/ 5447098 h 6858000"/>
              <a:gd name="connsiteX111" fmla="*/ 4754123 w 7467600"/>
              <a:gd name="connsiteY111" fmla="*/ 5384643 h 6858000"/>
              <a:gd name="connsiteX112" fmla="*/ 4978032 w 7467600"/>
              <a:gd name="connsiteY112" fmla="*/ 5183809 h 6858000"/>
              <a:gd name="connsiteX113" fmla="*/ 1903353 w 7467600"/>
              <a:gd name="connsiteY113" fmla="*/ 5044827 h 6858000"/>
              <a:gd name="connsiteX114" fmla="*/ 1936931 w 7467600"/>
              <a:gd name="connsiteY114" fmla="*/ 5093954 h 6858000"/>
              <a:gd name="connsiteX115" fmla="*/ 2195868 w 7467600"/>
              <a:gd name="connsiteY115" fmla="*/ 5396574 h 6858000"/>
              <a:gd name="connsiteX116" fmla="*/ 2088852 w 7467600"/>
              <a:gd name="connsiteY116" fmla="*/ 5166123 h 6858000"/>
              <a:gd name="connsiteX117" fmla="*/ 1958241 w 7467600"/>
              <a:gd name="connsiteY117" fmla="*/ 5067955 h 6858000"/>
              <a:gd name="connsiteX118" fmla="*/ 1903353 w 7467600"/>
              <a:gd name="connsiteY118" fmla="*/ 5044827 h 6858000"/>
              <a:gd name="connsiteX119" fmla="*/ 1979378 w 7467600"/>
              <a:gd name="connsiteY119" fmla="*/ 4769504 h 6858000"/>
              <a:gd name="connsiteX120" fmla="*/ 2882120 w 7467600"/>
              <a:gd name="connsiteY120" fmla="*/ 5064547 h 6858000"/>
              <a:gd name="connsiteX121" fmla="*/ 2793103 w 7467600"/>
              <a:gd name="connsiteY121" fmla="*/ 5039699 h 6858000"/>
              <a:gd name="connsiteX122" fmla="*/ 2770041 w 7467600"/>
              <a:gd name="connsiteY122" fmla="*/ 5033634 h 6858000"/>
              <a:gd name="connsiteX123" fmla="*/ 1979378 w 7467600"/>
              <a:gd name="connsiteY123" fmla="*/ 4769504 h 6858000"/>
              <a:gd name="connsiteX124" fmla="*/ 1927410 w 7467600"/>
              <a:gd name="connsiteY124" fmla="*/ 4716164 h 6858000"/>
              <a:gd name="connsiteX125" fmla="*/ 1959587 w 7467600"/>
              <a:gd name="connsiteY125" fmla="*/ 4728849 h 6858000"/>
              <a:gd name="connsiteX126" fmla="*/ 2777707 w 7467600"/>
              <a:gd name="connsiteY126" fmla="*/ 5003991 h 6858000"/>
              <a:gd name="connsiteX127" fmla="*/ 2800768 w 7467600"/>
              <a:gd name="connsiteY127" fmla="*/ 5010056 h 6858000"/>
              <a:gd name="connsiteX128" fmla="*/ 2879408 w 7467600"/>
              <a:gd name="connsiteY128" fmla="*/ 5031590 h 6858000"/>
              <a:gd name="connsiteX129" fmla="*/ 2862295 w 7467600"/>
              <a:gd name="connsiteY129" fmla="*/ 5022958 h 6858000"/>
              <a:gd name="connsiteX130" fmla="*/ 2813343 w 7467600"/>
              <a:gd name="connsiteY130" fmla="*/ 4998369 h 6858000"/>
              <a:gd name="connsiteX131" fmla="*/ 2646245 w 7467600"/>
              <a:gd name="connsiteY131" fmla="*/ 4930999 h 6858000"/>
              <a:gd name="connsiteX132" fmla="*/ 1999243 w 7467600"/>
              <a:gd name="connsiteY132" fmla="*/ 4730524 h 6858000"/>
              <a:gd name="connsiteX133" fmla="*/ 1979527 w 7467600"/>
              <a:gd name="connsiteY133" fmla="*/ 4726651 h 6858000"/>
              <a:gd name="connsiteX134" fmla="*/ 1927410 w 7467600"/>
              <a:gd name="connsiteY134" fmla="*/ 4716164 h 6858000"/>
              <a:gd name="connsiteX135" fmla="*/ 1997014 w 7467600"/>
              <a:gd name="connsiteY135" fmla="*/ 4698007 h 6858000"/>
              <a:gd name="connsiteX136" fmla="*/ 2005458 w 7467600"/>
              <a:gd name="connsiteY136" fmla="*/ 4699540 h 6858000"/>
              <a:gd name="connsiteX137" fmla="*/ 2657186 w 7467600"/>
              <a:gd name="connsiteY137" fmla="*/ 4901687 h 6858000"/>
              <a:gd name="connsiteX138" fmla="*/ 2826662 w 7467600"/>
              <a:gd name="connsiteY138" fmla="*/ 4970362 h 6858000"/>
              <a:gd name="connsiteX139" fmla="*/ 2876100 w 7467600"/>
              <a:gd name="connsiteY139" fmla="*/ 4995397 h 6858000"/>
              <a:gd name="connsiteX140" fmla="*/ 3042600 w 7467600"/>
              <a:gd name="connsiteY140" fmla="*/ 5059532 h 6858000"/>
              <a:gd name="connsiteX141" fmla="*/ 1997014 w 7467600"/>
              <a:gd name="connsiteY141" fmla="*/ 4698007 h 6858000"/>
              <a:gd name="connsiteX142" fmla="*/ 2305292 w 7467600"/>
              <a:gd name="connsiteY142" fmla="*/ 4219492 h 6858000"/>
              <a:gd name="connsiteX143" fmla="*/ 3360922 w 7467600"/>
              <a:gd name="connsiteY143" fmla="*/ 4529373 h 6858000"/>
              <a:gd name="connsiteX144" fmla="*/ 3492420 w 7467600"/>
              <a:gd name="connsiteY144" fmla="*/ 4510145 h 6858000"/>
              <a:gd name="connsiteX145" fmla="*/ 3364086 w 7467600"/>
              <a:gd name="connsiteY145" fmla="*/ 4480340 h 6858000"/>
              <a:gd name="connsiteX146" fmla="*/ 3225818 w 7467600"/>
              <a:gd name="connsiteY146" fmla="*/ 4411822 h 6858000"/>
              <a:gd name="connsiteX147" fmla="*/ 3129696 w 7467600"/>
              <a:gd name="connsiteY147" fmla="*/ 4360704 h 6858000"/>
              <a:gd name="connsiteX148" fmla="*/ 2814545 w 7467600"/>
              <a:gd name="connsiteY148" fmla="*/ 4282955 h 6858000"/>
              <a:gd name="connsiteX149" fmla="*/ 2305292 w 7467600"/>
              <a:gd name="connsiteY149" fmla="*/ 4219492 h 6858000"/>
              <a:gd name="connsiteX150" fmla="*/ 2626982 w 7467600"/>
              <a:gd name="connsiteY150" fmla="*/ 4206450 h 6858000"/>
              <a:gd name="connsiteX151" fmla="*/ 2490617 w 7467600"/>
              <a:gd name="connsiteY151" fmla="*/ 4206951 h 6858000"/>
              <a:gd name="connsiteX152" fmla="*/ 2819869 w 7467600"/>
              <a:gd name="connsiteY152" fmla="*/ 4252936 h 6858000"/>
              <a:gd name="connsiteX153" fmla="*/ 3143018 w 7467600"/>
              <a:gd name="connsiteY153" fmla="*/ 4332698 h 6858000"/>
              <a:gd name="connsiteX154" fmla="*/ 3241520 w 7467600"/>
              <a:gd name="connsiteY154" fmla="*/ 4385112 h 6858000"/>
              <a:gd name="connsiteX155" fmla="*/ 3374575 w 7467600"/>
              <a:gd name="connsiteY155" fmla="*/ 4451517 h 6858000"/>
              <a:gd name="connsiteX156" fmla="*/ 3505221 w 7467600"/>
              <a:gd name="connsiteY156" fmla="*/ 4480757 h 6858000"/>
              <a:gd name="connsiteX157" fmla="*/ 2626982 w 7467600"/>
              <a:gd name="connsiteY157" fmla="*/ 4206450 h 6858000"/>
              <a:gd name="connsiteX158" fmla="*/ 1310106 w 7467600"/>
              <a:gd name="connsiteY158" fmla="*/ 3943217 h 6858000"/>
              <a:gd name="connsiteX159" fmla="*/ 854994 w 7467600"/>
              <a:gd name="connsiteY159" fmla="*/ 4399136 h 6858000"/>
              <a:gd name="connsiteX160" fmla="*/ 742462 w 7467600"/>
              <a:gd name="connsiteY160" fmla="*/ 4594648 h 6858000"/>
              <a:gd name="connsiteX161" fmla="*/ 820602 w 7467600"/>
              <a:gd name="connsiteY161" fmla="*/ 4485915 h 6858000"/>
              <a:gd name="connsiteX162" fmla="*/ 878295 w 7467600"/>
              <a:gd name="connsiteY162" fmla="*/ 4403594 h 6858000"/>
              <a:gd name="connsiteX163" fmla="*/ 1240607 w 7467600"/>
              <a:gd name="connsiteY163" fmla="*/ 4010401 h 6858000"/>
              <a:gd name="connsiteX164" fmla="*/ 1310106 w 7467600"/>
              <a:gd name="connsiteY164" fmla="*/ 3943217 h 6858000"/>
              <a:gd name="connsiteX165" fmla="*/ 1423113 w 7467600"/>
              <a:gd name="connsiteY165" fmla="*/ 3874565 h 6858000"/>
              <a:gd name="connsiteX166" fmla="*/ 1260565 w 7467600"/>
              <a:gd name="connsiteY166" fmla="*/ 4031982 h 6858000"/>
              <a:gd name="connsiteX167" fmla="*/ 901900 w 7467600"/>
              <a:gd name="connsiteY167" fmla="*/ 4421236 h 6858000"/>
              <a:gd name="connsiteX168" fmla="*/ 845044 w 7467600"/>
              <a:gd name="connsiteY168" fmla="*/ 4502436 h 6858000"/>
              <a:gd name="connsiteX169" fmla="*/ 685926 w 7467600"/>
              <a:gd name="connsiteY169" fmla="*/ 4703069 h 6858000"/>
              <a:gd name="connsiteX170" fmla="*/ 684248 w 7467600"/>
              <a:gd name="connsiteY170" fmla="*/ 4706721 h 6858000"/>
              <a:gd name="connsiteX171" fmla="*/ 1423113 w 7467600"/>
              <a:gd name="connsiteY171" fmla="*/ 3874565 h 6858000"/>
              <a:gd name="connsiteX172" fmla="*/ 3316479 w 7467600"/>
              <a:gd name="connsiteY172" fmla="*/ 3872136 h 6858000"/>
              <a:gd name="connsiteX173" fmla="*/ 3546806 w 7467600"/>
              <a:gd name="connsiteY173" fmla="*/ 4356139 h 6858000"/>
              <a:gd name="connsiteX174" fmla="*/ 3364433 w 7467600"/>
              <a:gd name="connsiteY174" fmla="*/ 3953121 h 6858000"/>
              <a:gd name="connsiteX175" fmla="*/ 3316479 w 7467600"/>
              <a:gd name="connsiteY175" fmla="*/ 3872136 h 6858000"/>
              <a:gd name="connsiteX176" fmla="*/ 3291335 w 7467600"/>
              <a:gd name="connsiteY176" fmla="*/ 3767420 h 6858000"/>
              <a:gd name="connsiteX177" fmla="*/ 3390805 w 7467600"/>
              <a:gd name="connsiteY177" fmla="*/ 3937163 h 6858000"/>
              <a:gd name="connsiteX178" fmla="*/ 3579062 w 7467600"/>
              <a:gd name="connsiteY178" fmla="*/ 4359040 h 6858000"/>
              <a:gd name="connsiteX179" fmla="*/ 3467355 w 7467600"/>
              <a:gd name="connsiteY179" fmla="*/ 3988130 h 6858000"/>
              <a:gd name="connsiteX180" fmla="*/ 3310753 w 7467600"/>
              <a:gd name="connsiteY180" fmla="*/ 3787140 h 6858000"/>
              <a:gd name="connsiteX181" fmla="*/ 3291335 w 7467600"/>
              <a:gd name="connsiteY181" fmla="*/ 3767420 h 6858000"/>
              <a:gd name="connsiteX182" fmla="*/ 1635889 w 7467600"/>
              <a:gd name="connsiteY182" fmla="*/ 3709494 h 6858000"/>
              <a:gd name="connsiteX183" fmla="*/ 1634800 w 7467600"/>
              <a:gd name="connsiteY183" fmla="*/ 3731111 h 6858000"/>
              <a:gd name="connsiteX184" fmla="*/ 1635889 w 7467600"/>
              <a:gd name="connsiteY184" fmla="*/ 3709494 h 6858000"/>
              <a:gd name="connsiteX185" fmla="*/ 1510397 w 7467600"/>
              <a:gd name="connsiteY185" fmla="*/ 3684705 h 6858000"/>
              <a:gd name="connsiteX186" fmla="*/ 1146550 w 7467600"/>
              <a:gd name="connsiteY186" fmla="*/ 3802012 h 6858000"/>
              <a:gd name="connsiteX187" fmla="*/ 698834 w 7467600"/>
              <a:gd name="connsiteY187" fmla="*/ 3952272 h 6858000"/>
              <a:gd name="connsiteX188" fmla="*/ 34256 w 7467600"/>
              <a:gd name="connsiteY188" fmla="*/ 4347603 h 6858000"/>
              <a:gd name="connsiteX189" fmla="*/ 527241 w 7467600"/>
              <a:gd name="connsiteY189" fmla="*/ 4065078 h 6858000"/>
              <a:gd name="connsiteX190" fmla="*/ 1510397 w 7467600"/>
              <a:gd name="connsiteY190" fmla="*/ 3684705 h 6858000"/>
              <a:gd name="connsiteX191" fmla="*/ 1313114 w 7467600"/>
              <a:gd name="connsiteY191" fmla="*/ 3655216 h 6858000"/>
              <a:gd name="connsiteX192" fmla="*/ 1109304 w 7467600"/>
              <a:gd name="connsiteY192" fmla="*/ 3669030 h 6858000"/>
              <a:gd name="connsiteX193" fmla="*/ 8129 w 7467600"/>
              <a:gd name="connsiteY193" fmla="*/ 4330519 h 6858000"/>
              <a:gd name="connsiteX194" fmla="*/ 687572 w 7467600"/>
              <a:gd name="connsiteY194" fmla="*/ 3925629 h 6858000"/>
              <a:gd name="connsiteX195" fmla="*/ 1138365 w 7467600"/>
              <a:gd name="connsiteY195" fmla="*/ 3774515 h 6858000"/>
              <a:gd name="connsiteX196" fmla="*/ 1505579 w 7467600"/>
              <a:gd name="connsiteY196" fmla="*/ 3655526 h 6858000"/>
              <a:gd name="connsiteX197" fmla="*/ 1313114 w 7467600"/>
              <a:gd name="connsiteY197" fmla="*/ 3655216 h 6858000"/>
              <a:gd name="connsiteX198" fmla="*/ 3655073 w 7467600"/>
              <a:gd name="connsiteY198" fmla="*/ 3650884 h 6858000"/>
              <a:gd name="connsiteX199" fmla="*/ 3989938 w 7467600"/>
              <a:gd name="connsiteY199" fmla="*/ 3991685 h 6858000"/>
              <a:gd name="connsiteX200" fmla="*/ 4393907 w 7467600"/>
              <a:gd name="connsiteY200" fmla="*/ 4261258 h 6858000"/>
              <a:gd name="connsiteX201" fmla="*/ 4648051 w 7467600"/>
              <a:gd name="connsiteY201" fmla="*/ 4374051 h 6858000"/>
              <a:gd name="connsiteX202" fmla="*/ 4383389 w 7467600"/>
              <a:gd name="connsiteY202" fmla="*/ 4184369 h 6858000"/>
              <a:gd name="connsiteX203" fmla="*/ 4165508 w 7467600"/>
              <a:gd name="connsiteY203" fmla="*/ 4035196 h 6858000"/>
              <a:gd name="connsiteX204" fmla="*/ 4068162 w 7467600"/>
              <a:gd name="connsiteY204" fmla="*/ 3953394 h 6858000"/>
              <a:gd name="connsiteX205" fmla="*/ 3981416 w 7467600"/>
              <a:gd name="connsiteY205" fmla="*/ 3880482 h 6858000"/>
              <a:gd name="connsiteX206" fmla="*/ 3800147 w 7467600"/>
              <a:gd name="connsiteY206" fmla="*/ 3749872 h 6858000"/>
              <a:gd name="connsiteX207" fmla="*/ 3655073 w 7467600"/>
              <a:gd name="connsiteY207" fmla="*/ 3650884 h 6858000"/>
              <a:gd name="connsiteX208" fmla="*/ 3670252 w 7467600"/>
              <a:gd name="connsiteY208" fmla="*/ 3622798 h 6858000"/>
              <a:gd name="connsiteX209" fmla="*/ 3817258 w 7467600"/>
              <a:gd name="connsiteY209" fmla="*/ 3723577 h 6858000"/>
              <a:gd name="connsiteX210" fmla="*/ 4000461 w 7467600"/>
              <a:gd name="connsiteY210" fmla="*/ 3855966 h 6858000"/>
              <a:gd name="connsiteX211" fmla="*/ 4088180 w 7467600"/>
              <a:gd name="connsiteY211" fmla="*/ 3929774 h 6858000"/>
              <a:gd name="connsiteX212" fmla="*/ 4184555 w 7467600"/>
              <a:gd name="connsiteY212" fmla="*/ 4010683 h 6858000"/>
              <a:gd name="connsiteX213" fmla="*/ 4399563 w 7467600"/>
              <a:gd name="connsiteY213" fmla="*/ 4158106 h 6858000"/>
              <a:gd name="connsiteX214" fmla="*/ 4684469 w 7467600"/>
              <a:gd name="connsiteY214" fmla="*/ 4364680 h 6858000"/>
              <a:gd name="connsiteX215" fmla="*/ 4690271 w 7467600"/>
              <a:gd name="connsiteY215" fmla="*/ 4370034 h 6858000"/>
              <a:gd name="connsiteX216" fmla="*/ 4136093 w 7467600"/>
              <a:gd name="connsiteY216" fmla="*/ 3858466 h 6858000"/>
              <a:gd name="connsiteX217" fmla="*/ 3670252 w 7467600"/>
              <a:gd name="connsiteY217" fmla="*/ 3622798 h 6858000"/>
              <a:gd name="connsiteX218" fmla="*/ 4440129 w 7467600"/>
              <a:gd name="connsiteY218" fmla="*/ 3448571 h 6858000"/>
              <a:gd name="connsiteX219" fmla="*/ 4856525 w 7467600"/>
              <a:gd name="connsiteY219" fmla="*/ 3915351 h 6858000"/>
              <a:gd name="connsiteX220" fmla="*/ 5059055 w 7467600"/>
              <a:gd name="connsiteY220" fmla="*/ 4108918 h 6858000"/>
              <a:gd name="connsiteX221" fmla="*/ 5290070 w 7467600"/>
              <a:gd name="connsiteY221" fmla="*/ 4263619 h 6858000"/>
              <a:gd name="connsiteX222" fmla="*/ 4834991 w 7467600"/>
              <a:gd name="connsiteY222" fmla="*/ 3830985 h 6858000"/>
              <a:gd name="connsiteX223" fmla="*/ 4440129 w 7467600"/>
              <a:gd name="connsiteY223" fmla="*/ 3448571 h 6858000"/>
              <a:gd name="connsiteX224" fmla="*/ 4441737 w 7467600"/>
              <a:gd name="connsiteY224" fmla="*/ 3399734 h 6858000"/>
              <a:gd name="connsiteX225" fmla="*/ 4431236 w 7467600"/>
              <a:gd name="connsiteY225" fmla="*/ 3400954 h 6858000"/>
              <a:gd name="connsiteX226" fmla="*/ 4557150 w 7467600"/>
              <a:gd name="connsiteY226" fmla="*/ 3510023 h 6858000"/>
              <a:gd name="connsiteX227" fmla="*/ 4856936 w 7467600"/>
              <a:gd name="connsiteY227" fmla="*/ 3809146 h 6858000"/>
              <a:gd name="connsiteX228" fmla="*/ 5111996 w 7467600"/>
              <a:gd name="connsiteY228" fmla="*/ 4065759 h 6858000"/>
              <a:gd name="connsiteX229" fmla="*/ 5388878 w 7467600"/>
              <a:gd name="connsiteY229" fmla="*/ 4300185 h 6858000"/>
              <a:gd name="connsiteX230" fmla="*/ 5425556 w 7467600"/>
              <a:gd name="connsiteY230" fmla="*/ 4308967 h 6858000"/>
              <a:gd name="connsiteX231" fmla="*/ 4943646 w 7467600"/>
              <a:gd name="connsiteY231" fmla="*/ 3822916 h 6858000"/>
              <a:gd name="connsiteX232" fmla="*/ 4594837 w 7467600"/>
              <a:gd name="connsiteY232" fmla="*/ 3532274 h 6858000"/>
              <a:gd name="connsiteX233" fmla="*/ 4441737 w 7467600"/>
              <a:gd name="connsiteY233" fmla="*/ 3399734 h 6858000"/>
              <a:gd name="connsiteX234" fmla="*/ 5425834 w 7467600"/>
              <a:gd name="connsiteY234" fmla="*/ 3162785 h 6858000"/>
              <a:gd name="connsiteX235" fmla="*/ 5401644 w 7467600"/>
              <a:gd name="connsiteY235" fmla="*/ 3617847 h 6858000"/>
              <a:gd name="connsiteX236" fmla="*/ 5467256 w 7467600"/>
              <a:gd name="connsiteY236" fmla="*/ 4175494 h 6858000"/>
              <a:gd name="connsiteX237" fmla="*/ 5448069 w 7467600"/>
              <a:gd name="connsiteY237" fmla="*/ 3567554 h 6858000"/>
              <a:gd name="connsiteX238" fmla="*/ 5425834 w 7467600"/>
              <a:gd name="connsiteY238" fmla="*/ 3162785 h 6858000"/>
              <a:gd name="connsiteX239" fmla="*/ 1318687 w 7467600"/>
              <a:gd name="connsiteY239" fmla="*/ 3113840 h 6858000"/>
              <a:gd name="connsiteX240" fmla="*/ 1066793 w 7467600"/>
              <a:gd name="connsiteY240" fmla="*/ 3212171 h 6858000"/>
              <a:gd name="connsiteX241" fmla="*/ 993319 w 7467600"/>
              <a:gd name="connsiteY241" fmla="*/ 3247648 h 6858000"/>
              <a:gd name="connsiteX242" fmla="*/ 853081 w 7467600"/>
              <a:gd name="connsiteY242" fmla="*/ 3312410 h 6858000"/>
              <a:gd name="connsiteX243" fmla="*/ 805957 w 7467600"/>
              <a:gd name="connsiteY243" fmla="*/ 3330443 h 6858000"/>
              <a:gd name="connsiteX244" fmla="*/ 1318687 w 7467600"/>
              <a:gd name="connsiteY244" fmla="*/ 3113840 h 6858000"/>
              <a:gd name="connsiteX245" fmla="*/ 5453702 w 7467600"/>
              <a:gd name="connsiteY245" fmla="*/ 3090882 h 6858000"/>
              <a:gd name="connsiteX246" fmla="*/ 5480135 w 7467600"/>
              <a:gd name="connsiteY246" fmla="*/ 3565802 h 6858000"/>
              <a:gd name="connsiteX247" fmla="*/ 5499023 w 7467600"/>
              <a:gd name="connsiteY247" fmla="*/ 4166310 h 6858000"/>
              <a:gd name="connsiteX248" fmla="*/ 5547022 w 7467600"/>
              <a:gd name="connsiteY248" fmla="*/ 3607838 h 6858000"/>
              <a:gd name="connsiteX249" fmla="*/ 5515964 w 7467600"/>
              <a:gd name="connsiteY249" fmla="*/ 3378541 h 6858000"/>
              <a:gd name="connsiteX250" fmla="*/ 5453702 w 7467600"/>
              <a:gd name="connsiteY250" fmla="*/ 3090882 h 6858000"/>
              <a:gd name="connsiteX251" fmla="*/ 1238695 w 7467600"/>
              <a:gd name="connsiteY251" fmla="*/ 3076820 h 6858000"/>
              <a:gd name="connsiteX252" fmla="*/ 716371 w 7467600"/>
              <a:gd name="connsiteY252" fmla="*/ 3293249 h 6858000"/>
              <a:gd name="connsiteX253" fmla="*/ 579522 w 7467600"/>
              <a:gd name="connsiteY253" fmla="*/ 3371759 h 6858000"/>
              <a:gd name="connsiteX254" fmla="*/ 600288 w 7467600"/>
              <a:gd name="connsiteY254" fmla="*/ 3365555 h 6858000"/>
              <a:gd name="connsiteX255" fmla="*/ 840692 w 7467600"/>
              <a:gd name="connsiteY255" fmla="*/ 3284921 h 6858000"/>
              <a:gd name="connsiteX256" fmla="*/ 979248 w 7467600"/>
              <a:gd name="connsiteY256" fmla="*/ 3221003 h 6858000"/>
              <a:gd name="connsiteX257" fmla="*/ 1053282 w 7467600"/>
              <a:gd name="connsiteY257" fmla="*/ 3185247 h 6858000"/>
              <a:gd name="connsiteX258" fmla="*/ 1320603 w 7467600"/>
              <a:gd name="connsiteY258" fmla="*/ 3081281 h 6858000"/>
              <a:gd name="connsiteX259" fmla="*/ 1238695 w 7467600"/>
              <a:gd name="connsiteY259" fmla="*/ 3076820 h 6858000"/>
              <a:gd name="connsiteX260" fmla="*/ 5425627 w 7467600"/>
              <a:gd name="connsiteY260" fmla="*/ 2954192 h 6858000"/>
              <a:gd name="connsiteX261" fmla="*/ 5470770 w 7467600"/>
              <a:gd name="connsiteY261" fmla="*/ 3005435 h 6858000"/>
              <a:gd name="connsiteX262" fmla="*/ 5519779 w 7467600"/>
              <a:gd name="connsiteY262" fmla="*/ 4359223 h 6858000"/>
              <a:gd name="connsiteX263" fmla="*/ 5520293 w 7467600"/>
              <a:gd name="connsiteY263" fmla="*/ 4360602 h 6858000"/>
              <a:gd name="connsiteX264" fmla="*/ 5767221 w 7467600"/>
              <a:gd name="connsiteY264" fmla="*/ 4665564 h 6858000"/>
              <a:gd name="connsiteX265" fmla="*/ 6937169 w 7467600"/>
              <a:gd name="connsiteY265" fmla="*/ 4815941 h 6858000"/>
              <a:gd name="connsiteX266" fmla="*/ 6953922 w 7467600"/>
              <a:gd name="connsiteY266" fmla="*/ 4890068 h 6858000"/>
              <a:gd name="connsiteX267" fmla="*/ 6071359 w 7467600"/>
              <a:gd name="connsiteY267" fmla="*/ 4770770 h 6858000"/>
              <a:gd name="connsiteX268" fmla="*/ 6038839 w 7467600"/>
              <a:gd name="connsiteY268" fmla="*/ 4764474 h 6858000"/>
              <a:gd name="connsiteX269" fmla="*/ 6038706 w 7467600"/>
              <a:gd name="connsiteY269" fmla="*/ 4763847 h 6858000"/>
              <a:gd name="connsiteX270" fmla="*/ 6037784 w 7467600"/>
              <a:gd name="connsiteY270" fmla="*/ 4764270 h 6858000"/>
              <a:gd name="connsiteX271" fmla="*/ 6038839 w 7467600"/>
              <a:gd name="connsiteY271" fmla="*/ 4764474 h 6858000"/>
              <a:gd name="connsiteX272" fmla="*/ 6040338 w 7467600"/>
              <a:gd name="connsiteY272" fmla="*/ 4771418 h 6858000"/>
              <a:gd name="connsiteX273" fmla="*/ 6024488 w 7467600"/>
              <a:gd name="connsiteY273" fmla="*/ 4809903 h 6858000"/>
              <a:gd name="connsiteX274" fmla="*/ 5599771 w 7467600"/>
              <a:gd name="connsiteY274" fmla="*/ 5509652 h 6858000"/>
              <a:gd name="connsiteX275" fmla="*/ 5548843 w 7467600"/>
              <a:gd name="connsiteY275" fmla="*/ 5563845 h 6858000"/>
              <a:gd name="connsiteX276" fmla="*/ 5940952 w 7467600"/>
              <a:gd name="connsiteY276" fmla="*/ 6250028 h 6858000"/>
              <a:gd name="connsiteX277" fmla="*/ 6043441 w 7467600"/>
              <a:gd name="connsiteY277" fmla="*/ 6665847 h 6858000"/>
              <a:gd name="connsiteX278" fmla="*/ 6093432 w 7467600"/>
              <a:gd name="connsiteY278" fmla="*/ 6858000 h 6858000"/>
              <a:gd name="connsiteX279" fmla="*/ 6034344 w 7467600"/>
              <a:gd name="connsiteY279" fmla="*/ 6858000 h 6858000"/>
              <a:gd name="connsiteX280" fmla="*/ 6026679 w 7467600"/>
              <a:gd name="connsiteY280" fmla="*/ 6836959 h 6858000"/>
              <a:gd name="connsiteX281" fmla="*/ 5800441 w 7467600"/>
              <a:gd name="connsiteY281" fmla="*/ 6335286 h 6858000"/>
              <a:gd name="connsiteX282" fmla="*/ 5526562 w 7467600"/>
              <a:gd name="connsiteY282" fmla="*/ 5705388 h 6858000"/>
              <a:gd name="connsiteX283" fmla="*/ 5519640 w 7467600"/>
              <a:gd name="connsiteY283" fmla="*/ 5683774 h 6858000"/>
              <a:gd name="connsiteX284" fmla="*/ 5844559 w 7467600"/>
              <a:gd name="connsiteY284" fmla="*/ 6553349 h 6858000"/>
              <a:gd name="connsiteX285" fmla="*/ 5975994 w 7467600"/>
              <a:gd name="connsiteY285" fmla="*/ 6858000 h 6858000"/>
              <a:gd name="connsiteX286" fmla="*/ 5898547 w 7467600"/>
              <a:gd name="connsiteY286" fmla="*/ 6858000 h 6858000"/>
              <a:gd name="connsiteX287" fmla="*/ 5682041 w 7467600"/>
              <a:gd name="connsiteY287" fmla="*/ 6355860 h 6858000"/>
              <a:gd name="connsiteX288" fmla="*/ 5461758 w 7467600"/>
              <a:gd name="connsiteY288" fmla="*/ 5820220 h 6858000"/>
              <a:gd name="connsiteX289" fmla="*/ 5237282 w 7467600"/>
              <a:gd name="connsiteY289" fmla="*/ 6579086 h 6858000"/>
              <a:gd name="connsiteX290" fmla="*/ 5115009 w 7467600"/>
              <a:gd name="connsiteY290" fmla="*/ 6858000 h 6858000"/>
              <a:gd name="connsiteX291" fmla="*/ 5028074 w 7467600"/>
              <a:gd name="connsiteY291" fmla="*/ 6858000 h 6858000"/>
              <a:gd name="connsiteX292" fmla="*/ 5079508 w 7467600"/>
              <a:gd name="connsiteY292" fmla="*/ 6749074 h 6858000"/>
              <a:gd name="connsiteX293" fmla="*/ 5371846 w 7467600"/>
              <a:gd name="connsiteY293" fmla="*/ 5924413 h 6858000"/>
              <a:gd name="connsiteX294" fmla="*/ 5270512 w 7467600"/>
              <a:gd name="connsiteY294" fmla="*/ 6138975 h 6858000"/>
              <a:gd name="connsiteX295" fmla="*/ 5062409 w 7467600"/>
              <a:gd name="connsiteY295" fmla="*/ 6653544 h 6858000"/>
              <a:gd name="connsiteX296" fmla="*/ 5036628 w 7467600"/>
              <a:gd name="connsiteY296" fmla="*/ 6754247 h 6858000"/>
              <a:gd name="connsiteX297" fmla="*/ 5009112 w 7467600"/>
              <a:gd name="connsiteY297" fmla="*/ 6858000 h 6858000"/>
              <a:gd name="connsiteX298" fmla="*/ 4976679 w 7467600"/>
              <a:gd name="connsiteY298" fmla="*/ 6858000 h 6858000"/>
              <a:gd name="connsiteX299" fmla="*/ 5006537 w 7467600"/>
              <a:gd name="connsiteY299" fmla="*/ 6747068 h 6858000"/>
              <a:gd name="connsiteX300" fmla="*/ 5032723 w 7467600"/>
              <a:gd name="connsiteY300" fmla="*/ 6644957 h 6858000"/>
              <a:gd name="connsiteX301" fmla="*/ 5242949 w 7467600"/>
              <a:gd name="connsiteY301" fmla="*/ 6125175 h 6858000"/>
              <a:gd name="connsiteX302" fmla="*/ 5286321 w 7467600"/>
              <a:gd name="connsiteY302" fmla="*/ 6033555 h 6858000"/>
              <a:gd name="connsiteX303" fmla="*/ 5008210 w 7467600"/>
              <a:gd name="connsiteY303" fmla="*/ 6649194 h 6858000"/>
              <a:gd name="connsiteX304" fmla="*/ 4986321 w 7467600"/>
              <a:gd name="connsiteY304" fmla="*/ 6765687 h 6858000"/>
              <a:gd name="connsiteX305" fmla="*/ 4973474 w 7467600"/>
              <a:gd name="connsiteY305" fmla="*/ 6858000 h 6858000"/>
              <a:gd name="connsiteX306" fmla="*/ 4907178 w 7467600"/>
              <a:gd name="connsiteY306" fmla="*/ 6858000 h 6858000"/>
              <a:gd name="connsiteX307" fmla="*/ 4910810 w 7467600"/>
              <a:gd name="connsiteY307" fmla="*/ 6829660 h 6858000"/>
              <a:gd name="connsiteX308" fmla="*/ 4987461 w 7467600"/>
              <a:gd name="connsiteY308" fmla="*/ 6432994 h 6858000"/>
              <a:gd name="connsiteX309" fmla="*/ 5179262 w 7467600"/>
              <a:gd name="connsiteY309" fmla="*/ 6035044 h 6858000"/>
              <a:gd name="connsiteX310" fmla="*/ 4689678 w 7467600"/>
              <a:gd name="connsiteY310" fmla="*/ 6440241 h 6858000"/>
              <a:gd name="connsiteX311" fmla="*/ 4477543 w 7467600"/>
              <a:gd name="connsiteY311" fmla="*/ 6674836 h 6858000"/>
              <a:gd name="connsiteX312" fmla="*/ 4329957 w 7467600"/>
              <a:gd name="connsiteY312" fmla="*/ 6858000 h 6858000"/>
              <a:gd name="connsiteX313" fmla="*/ 4218595 w 7467600"/>
              <a:gd name="connsiteY313" fmla="*/ 6858000 h 6858000"/>
              <a:gd name="connsiteX314" fmla="*/ 4368888 w 7467600"/>
              <a:gd name="connsiteY314" fmla="*/ 6668412 h 6858000"/>
              <a:gd name="connsiteX315" fmla="*/ 4563091 w 7467600"/>
              <a:gd name="connsiteY315" fmla="*/ 6442508 h 6858000"/>
              <a:gd name="connsiteX316" fmla="*/ 5387324 w 7467600"/>
              <a:gd name="connsiteY316" fmla="*/ 5705830 h 6858000"/>
              <a:gd name="connsiteX317" fmla="*/ 5073620 w 7467600"/>
              <a:gd name="connsiteY317" fmla="*/ 5955437 h 6858000"/>
              <a:gd name="connsiteX318" fmla="*/ 4689789 w 7467600"/>
              <a:gd name="connsiteY318" fmla="*/ 6268382 h 6858000"/>
              <a:gd name="connsiteX319" fmla="*/ 4418722 w 7467600"/>
              <a:gd name="connsiteY319" fmla="*/ 6570886 h 6858000"/>
              <a:gd name="connsiteX320" fmla="*/ 4214944 w 7467600"/>
              <a:gd name="connsiteY320" fmla="*/ 6858000 h 6858000"/>
              <a:gd name="connsiteX321" fmla="*/ 4177898 w 7467600"/>
              <a:gd name="connsiteY321" fmla="*/ 6858000 h 6858000"/>
              <a:gd name="connsiteX322" fmla="*/ 4391597 w 7467600"/>
              <a:gd name="connsiteY322" fmla="*/ 6556370 h 6858000"/>
              <a:gd name="connsiteX323" fmla="*/ 4668889 w 7467600"/>
              <a:gd name="connsiteY323" fmla="*/ 6246399 h 6858000"/>
              <a:gd name="connsiteX324" fmla="*/ 5055427 w 7467600"/>
              <a:gd name="connsiteY324" fmla="*/ 5931476 h 6858000"/>
              <a:gd name="connsiteX325" fmla="*/ 5371814 w 7467600"/>
              <a:gd name="connsiteY325" fmla="*/ 5678975 h 6858000"/>
              <a:gd name="connsiteX326" fmla="*/ 4987918 w 7467600"/>
              <a:gd name="connsiteY326" fmla="*/ 5838701 h 6858000"/>
              <a:gd name="connsiteX327" fmla="*/ 4317146 w 7467600"/>
              <a:gd name="connsiteY327" fmla="*/ 6587716 h 6858000"/>
              <a:gd name="connsiteX328" fmla="*/ 4171627 w 7467600"/>
              <a:gd name="connsiteY328" fmla="*/ 6858000 h 6858000"/>
              <a:gd name="connsiteX329" fmla="*/ 4081585 w 7467600"/>
              <a:gd name="connsiteY329" fmla="*/ 6858000 h 6858000"/>
              <a:gd name="connsiteX330" fmla="*/ 4238603 w 7467600"/>
              <a:gd name="connsiteY330" fmla="*/ 6559341 h 6858000"/>
              <a:gd name="connsiteX331" fmla="*/ 4778333 w 7467600"/>
              <a:gd name="connsiteY331" fmla="*/ 5873626 h 6858000"/>
              <a:gd name="connsiteX332" fmla="*/ 5414185 w 7467600"/>
              <a:gd name="connsiteY332" fmla="*/ 5573882 h 6858000"/>
              <a:gd name="connsiteX333" fmla="*/ 5959648 w 7467600"/>
              <a:gd name="connsiteY333" fmla="*/ 4760797 h 6858000"/>
              <a:gd name="connsiteX334" fmla="*/ 5355019 w 7467600"/>
              <a:gd name="connsiteY334" fmla="*/ 4734672 h 6858000"/>
              <a:gd name="connsiteX335" fmla="*/ 5083565 w 7467600"/>
              <a:gd name="connsiteY335" fmla="*/ 5179121 h 6858000"/>
              <a:gd name="connsiteX336" fmla="*/ 4713577 w 7467600"/>
              <a:gd name="connsiteY336" fmla="*/ 5616803 h 6858000"/>
              <a:gd name="connsiteX337" fmla="*/ 3989559 w 7467600"/>
              <a:gd name="connsiteY337" fmla="*/ 6145945 h 6858000"/>
              <a:gd name="connsiteX338" fmla="*/ 3939824 w 7467600"/>
              <a:gd name="connsiteY338" fmla="*/ 6066900 h 6858000"/>
              <a:gd name="connsiteX339" fmla="*/ 4584537 w 7467600"/>
              <a:gd name="connsiteY339" fmla="*/ 5324826 h 6858000"/>
              <a:gd name="connsiteX340" fmla="*/ 5037105 w 7467600"/>
              <a:gd name="connsiteY340" fmla="*/ 5088765 h 6858000"/>
              <a:gd name="connsiteX341" fmla="*/ 5039930 w 7467600"/>
              <a:gd name="connsiteY341" fmla="*/ 5089585 h 6858000"/>
              <a:gd name="connsiteX342" fmla="*/ 5263764 w 7467600"/>
              <a:gd name="connsiteY342" fmla="*/ 4735525 h 6858000"/>
              <a:gd name="connsiteX343" fmla="*/ 4086300 w 7467600"/>
              <a:gd name="connsiteY343" fmla="*/ 4884599 h 6858000"/>
              <a:gd name="connsiteX344" fmla="*/ 4085485 w 7467600"/>
              <a:gd name="connsiteY344" fmla="*/ 4899070 h 6858000"/>
              <a:gd name="connsiteX345" fmla="*/ 3871915 w 7467600"/>
              <a:gd name="connsiteY345" fmla="*/ 5253645 h 6858000"/>
              <a:gd name="connsiteX346" fmla="*/ 3799374 w 7467600"/>
              <a:gd name="connsiteY346" fmla="*/ 5466127 h 6858000"/>
              <a:gd name="connsiteX347" fmla="*/ 3498850 w 7467600"/>
              <a:gd name="connsiteY347" fmla="*/ 6661888 h 6858000"/>
              <a:gd name="connsiteX348" fmla="*/ 3399216 w 7467600"/>
              <a:gd name="connsiteY348" fmla="*/ 6858000 h 6858000"/>
              <a:gd name="connsiteX349" fmla="*/ 3303688 w 7467600"/>
              <a:gd name="connsiteY349" fmla="*/ 6858000 h 6858000"/>
              <a:gd name="connsiteX350" fmla="*/ 3391774 w 7467600"/>
              <a:gd name="connsiteY350" fmla="*/ 6697181 h 6858000"/>
              <a:gd name="connsiteX351" fmla="*/ 3735540 w 7467600"/>
              <a:gd name="connsiteY351" fmla="*/ 5546923 h 6858000"/>
              <a:gd name="connsiteX352" fmla="*/ 3729438 w 7467600"/>
              <a:gd name="connsiteY352" fmla="*/ 5569058 h 6858000"/>
              <a:gd name="connsiteX353" fmla="*/ 3707782 w 7467600"/>
              <a:gd name="connsiteY353" fmla="*/ 5644908 h 6858000"/>
              <a:gd name="connsiteX354" fmla="*/ 3583827 w 7467600"/>
              <a:gd name="connsiteY354" fmla="*/ 6039215 h 6858000"/>
              <a:gd name="connsiteX355" fmla="*/ 3547861 w 7467600"/>
              <a:gd name="connsiteY355" fmla="*/ 6129609 h 6858000"/>
              <a:gd name="connsiteX356" fmla="*/ 3490905 w 7467600"/>
              <a:gd name="connsiteY356" fmla="*/ 6277660 h 6858000"/>
              <a:gd name="connsiteX357" fmla="*/ 3455859 w 7467600"/>
              <a:gd name="connsiteY357" fmla="*/ 6391301 h 6858000"/>
              <a:gd name="connsiteX358" fmla="*/ 3429112 w 7467600"/>
              <a:gd name="connsiteY358" fmla="*/ 6479469 h 6858000"/>
              <a:gd name="connsiteX359" fmla="*/ 3304862 w 7467600"/>
              <a:gd name="connsiteY359" fmla="*/ 6796476 h 6858000"/>
              <a:gd name="connsiteX360" fmla="*/ 3276071 w 7467600"/>
              <a:gd name="connsiteY360" fmla="*/ 6858000 h 6858000"/>
              <a:gd name="connsiteX361" fmla="*/ 3240805 w 7467600"/>
              <a:gd name="connsiteY361" fmla="*/ 6858000 h 6858000"/>
              <a:gd name="connsiteX362" fmla="*/ 3275917 w 7467600"/>
              <a:gd name="connsiteY362" fmla="*/ 6783192 h 6858000"/>
              <a:gd name="connsiteX363" fmla="*/ 3399358 w 7467600"/>
              <a:gd name="connsiteY363" fmla="*/ 6469011 h 6858000"/>
              <a:gd name="connsiteX364" fmla="*/ 3425650 w 7467600"/>
              <a:gd name="connsiteY364" fmla="*/ 6381333 h 6858000"/>
              <a:gd name="connsiteX365" fmla="*/ 3460661 w 7467600"/>
              <a:gd name="connsiteY365" fmla="*/ 6266763 h 6858000"/>
              <a:gd name="connsiteX366" fmla="*/ 3518021 w 7467600"/>
              <a:gd name="connsiteY366" fmla="*/ 6117298 h 6858000"/>
              <a:gd name="connsiteX367" fmla="*/ 3554035 w 7467600"/>
              <a:gd name="connsiteY367" fmla="*/ 6027832 h 6858000"/>
              <a:gd name="connsiteX368" fmla="*/ 3677174 w 7467600"/>
              <a:gd name="connsiteY368" fmla="*/ 5636351 h 6858000"/>
              <a:gd name="connsiteX369" fmla="*/ 3698819 w 7467600"/>
              <a:gd name="connsiteY369" fmla="*/ 5560503 h 6858000"/>
              <a:gd name="connsiteX370" fmla="*/ 3702094 w 7467600"/>
              <a:gd name="connsiteY370" fmla="*/ 5549194 h 6858000"/>
              <a:gd name="connsiteX371" fmla="*/ 3398355 w 7467600"/>
              <a:gd name="connsiteY371" fmla="*/ 6094603 h 6858000"/>
              <a:gd name="connsiteX372" fmla="*/ 3193941 w 7467600"/>
              <a:gd name="connsiteY372" fmla="*/ 6798775 h 6858000"/>
              <a:gd name="connsiteX373" fmla="*/ 3184140 w 7467600"/>
              <a:gd name="connsiteY373" fmla="*/ 6858000 h 6858000"/>
              <a:gd name="connsiteX374" fmla="*/ 3099978 w 7467600"/>
              <a:gd name="connsiteY374" fmla="*/ 6858000 h 6858000"/>
              <a:gd name="connsiteX375" fmla="*/ 3101556 w 7467600"/>
              <a:gd name="connsiteY375" fmla="*/ 6843337 h 6858000"/>
              <a:gd name="connsiteX376" fmla="*/ 3370162 w 7467600"/>
              <a:gd name="connsiteY376" fmla="*/ 5785550 h 6858000"/>
              <a:gd name="connsiteX377" fmla="*/ 3746477 w 7467600"/>
              <a:gd name="connsiteY377" fmla="*/ 5377889 h 6858000"/>
              <a:gd name="connsiteX378" fmla="*/ 3863399 w 7467600"/>
              <a:gd name="connsiteY378" fmla="*/ 5087257 h 6858000"/>
              <a:gd name="connsiteX379" fmla="*/ 3968712 w 7467600"/>
              <a:gd name="connsiteY379" fmla="*/ 4913989 h 6858000"/>
              <a:gd name="connsiteX380" fmla="*/ 2792390 w 7467600"/>
              <a:gd name="connsiteY380" fmla="*/ 5382974 h 6858000"/>
              <a:gd name="connsiteX381" fmla="*/ 2714982 w 7467600"/>
              <a:gd name="connsiteY381" fmla="*/ 5427051 h 6858000"/>
              <a:gd name="connsiteX382" fmla="*/ 2813361 w 7467600"/>
              <a:gd name="connsiteY382" fmla="*/ 6023912 h 6858000"/>
              <a:gd name="connsiteX383" fmla="*/ 2688430 w 7467600"/>
              <a:gd name="connsiteY383" fmla="*/ 6801564 h 6858000"/>
              <a:gd name="connsiteX384" fmla="*/ 2629626 w 7467600"/>
              <a:gd name="connsiteY384" fmla="*/ 6763394 h 6858000"/>
              <a:gd name="connsiteX385" fmla="*/ 2565328 w 7467600"/>
              <a:gd name="connsiteY385" fmla="*/ 5516399 h 6858000"/>
              <a:gd name="connsiteX386" fmla="*/ 1922999 w 7467600"/>
              <a:gd name="connsiteY386" fmla="*/ 5980343 h 6858000"/>
              <a:gd name="connsiteX387" fmla="*/ 1950261 w 7467600"/>
              <a:gd name="connsiteY387" fmla="*/ 6405858 h 6858000"/>
              <a:gd name="connsiteX388" fmla="*/ 2365554 w 7467600"/>
              <a:gd name="connsiteY388" fmla="*/ 6759107 h 6858000"/>
              <a:gd name="connsiteX389" fmla="*/ 2424142 w 7467600"/>
              <a:gd name="connsiteY389" fmla="*/ 6858000 h 6858000"/>
              <a:gd name="connsiteX390" fmla="*/ 2395994 w 7467600"/>
              <a:gd name="connsiteY390" fmla="*/ 6858000 h 6858000"/>
              <a:gd name="connsiteX391" fmla="*/ 2392863 w 7467600"/>
              <a:gd name="connsiteY391" fmla="*/ 6852964 h 6858000"/>
              <a:gd name="connsiteX392" fmla="*/ 2017589 w 7467600"/>
              <a:gd name="connsiteY392" fmla="*/ 6493982 h 6858000"/>
              <a:gd name="connsiteX393" fmla="*/ 2147336 w 7467600"/>
              <a:gd name="connsiteY393" fmla="*/ 6594052 h 6858000"/>
              <a:gd name="connsiteX394" fmla="*/ 2207047 w 7467600"/>
              <a:gd name="connsiteY394" fmla="*/ 6654540 h 6858000"/>
              <a:gd name="connsiteX395" fmla="*/ 2299106 w 7467600"/>
              <a:gd name="connsiteY395" fmla="*/ 6778931 h 6858000"/>
              <a:gd name="connsiteX396" fmla="*/ 2314430 w 7467600"/>
              <a:gd name="connsiteY396" fmla="*/ 6801144 h 6858000"/>
              <a:gd name="connsiteX397" fmla="*/ 2352406 w 7467600"/>
              <a:gd name="connsiteY397" fmla="*/ 6858000 h 6858000"/>
              <a:gd name="connsiteX398" fmla="*/ 2314492 w 7467600"/>
              <a:gd name="connsiteY398" fmla="*/ 6858000 h 6858000"/>
              <a:gd name="connsiteX399" fmla="*/ 2288095 w 7467600"/>
              <a:gd name="connsiteY399" fmla="*/ 6818030 h 6858000"/>
              <a:gd name="connsiteX400" fmla="*/ 2272768 w 7467600"/>
              <a:gd name="connsiteY400" fmla="*/ 6795822 h 6858000"/>
              <a:gd name="connsiteX401" fmla="*/ 2182715 w 7467600"/>
              <a:gd name="connsiteY401" fmla="*/ 6675071 h 6858000"/>
              <a:gd name="connsiteX402" fmla="*/ 2032061 w 7467600"/>
              <a:gd name="connsiteY402" fmla="*/ 6541380 h 6858000"/>
              <a:gd name="connsiteX403" fmla="*/ 2257220 w 7467600"/>
              <a:gd name="connsiteY403" fmla="*/ 6826257 h 6858000"/>
              <a:gd name="connsiteX404" fmla="*/ 2281324 w 7467600"/>
              <a:gd name="connsiteY404" fmla="*/ 6858000 h 6858000"/>
              <a:gd name="connsiteX405" fmla="*/ 2242860 w 7467600"/>
              <a:gd name="connsiteY405" fmla="*/ 6858000 h 6858000"/>
              <a:gd name="connsiteX406" fmla="*/ 2232818 w 7467600"/>
              <a:gd name="connsiteY406" fmla="*/ 6844926 h 6858000"/>
              <a:gd name="connsiteX407" fmla="*/ 1990172 w 7467600"/>
              <a:gd name="connsiteY407" fmla="*/ 6542121 h 6858000"/>
              <a:gd name="connsiteX408" fmla="*/ 2124090 w 7467600"/>
              <a:gd name="connsiteY408" fmla="*/ 6761017 h 6858000"/>
              <a:gd name="connsiteX409" fmla="*/ 2200380 w 7467600"/>
              <a:gd name="connsiteY409" fmla="*/ 6858000 h 6858000"/>
              <a:gd name="connsiteX410" fmla="*/ 2147507 w 7467600"/>
              <a:gd name="connsiteY410" fmla="*/ 6858000 h 6858000"/>
              <a:gd name="connsiteX411" fmla="*/ 2070668 w 7467600"/>
              <a:gd name="connsiteY411" fmla="*/ 6761520 h 6858000"/>
              <a:gd name="connsiteX412" fmla="*/ 1975142 w 7467600"/>
              <a:gd name="connsiteY412" fmla="*/ 6585570 h 6858000"/>
              <a:gd name="connsiteX413" fmla="*/ 2050035 w 7467600"/>
              <a:gd name="connsiteY413" fmla="*/ 6813345 h 6858000"/>
              <a:gd name="connsiteX414" fmla="*/ 2063025 w 7467600"/>
              <a:gd name="connsiteY414" fmla="*/ 6858000 h 6858000"/>
              <a:gd name="connsiteX415" fmla="*/ 2021675 w 7467600"/>
              <a:gd name="connsiteY415" fmla="*/ 6858000 h 6858000"/>
              <a:gd name="connsiteX416" fmla="*/ 2019308 w 7467600"/>
              <a:gd name="connsiteY416" fmla="*/ 6847118 h 6858000"/>
              <a:gd name="connsiteX417" fmla="*/ 1938835 w 7467600"/>
              <a:gd name="connsiteY417" fmla="*/ 6551160 h 6858000"/>
              <a:gd name="connsiteX418" fmla="*/ 1953230 w 7467600"/>
              <a:gd name="connsiteY418" fmla="*/ 6759699 h 6858000"/>
              <a:gd name="connsiteX419" fmla="*/ 1956763 w 7467600"/>
              <a:gd name="connsiteY419" fmla="*/ 6778191 h 6858000"/>
              <a:gd name="connsiteX420" fmla="*/ 1967925 w 7467600"/>
              <a:gd name="connsiteY420" fmla="*/ 6858000 h 6858000"/>
              <a:gd name="connsiteX421" fmla="*/ 1936622 w 7467600"/>
              <a:gd name="connsiteY421" fmla="*/ 6858000 h 6858000"/>
              <a:gd name="connsiteX422" fmla="*/ 1926261 w 7467600"/>
              <a:gd name="connsiteY422" fmla="*/ 6784064 h 6858000"/>
              <a:gd name="connsiteX423" fmla="*/ 1922724 w 7467600"/>
              <a:gd name="connsiteY423" fmla="*/ 6765577 h 6858000"/>
              <a:gd name="connsiteX424" fmla="*/ 1904650 w 7467600"/>
              <a:gd name="connsiteY424" fmla="*/ 6639616 h 6858000"/>
              <a:gd name="connsiteX425" fmla="*/ 1885273 w 7467600"/>
              <a:gd name="connsiteY425" fmla="*/ 6858000 h 6858000"/>
              <a:gd name="connsiteX426" fmla="*/ 1854363 w 7467600"/>
              <a:gd name="connsiteY426" fmla="*/ 6858000 h 6858000"/>
              <a:gd name="connsiteX427" fmla="*/ 1880391 w 7467600"/>
              <a:gd name="connsiteY427" fmla="*/ 6603796 h 6858000"/>
              <a:gd name="connsiteX428" fmla="*/ 1818273 w 7467600"/>
              <a:gd name="connsiteY428" fmla="*/ 6715729 h 6858000"/>
              <a:gd name="connsiteX429" fmla="*/ 1794691 w 7467600"/>
              <a:gd name="connsiteY429" fmla="*/ 6843239 h 6858000"/>
              <a:gd name="connsiteX430" fmla="*/ 1794914 w 7467600"/>
              <a:gd name="connsiteY430" fmla="*/ 6858000 h 6858000"/>
              <a:gd name="connsiteX431" fmla="*/ 1746128 w 7467600"/>
              <a:gd name="connsiteY431" fmla="*/ 6858000 h 6858000"/>
              <a:gd name="connsiteX432" fmla="*/ 1753934 w 7467600"/>
              <a:gd name="connsiteY432" fmla="*/ 6724796 h 6858000"/>
              <a:gd name="connsiteX433" fmla="*/ 1792053 w 7467600"/>
              <a:gd name="connsiteY433" fmla="*/ 6572396 h 6858000"/>
              <a:gd name="connsiteX434" fmla="*/ 1862248 w 7467600"/>
              <a:gd name="connsiteY434" fmla="*/ 6266397 h 6858000"/>
              <a:gd name="connsiteX435" fmla="*/ 1862250 w 7467600"/>
              <a:gd name="connsiteY435" fmla="*/ 6033531 h 6858000"/>
              <a:gd name="connsiteX436" fmla="*/ 1211999 w 7467600"/>
              <a:gd name="connsiteY436" fmla="*/ 6683610 h 6858000"/>
              <a:gd name="connsiteX437" fmla="*/ 1213266 w 7467600"/>
              <a:gd name="connsiteY437" fmla="*/ 6691947 h 6858000"/>
              <a:gd name="connsiteX438" fmla="*/ 1203370 w 7467600"/>
              <a:gd name="connsiteY438" fmla="*/ 6850676 h 6858000"/>
              <a:gd name="connsiteX439" fmla="*/ 1203671 w 7467600"/>
              <a:gd name="connsiteY439" fmla="*/ 6858000 h 6858000"/>
              <a:gd name="connsiteX440" fmla="*/ 1143180 w 7467600"/>
              <a:gd name="connsiteY440" fmla="*/ 6858000 h 6858000"/>
              <a:gd name="connsiteX441" fmla="*/ 1142176 w 7467600"/>
              <a:gd name="connsiteY441" fmla="*/ 6766045 h 6858000"/>
              <a:gd name="connsiteX442" fmla="*/ 1067484 w 7467600"/>
              <a:gd name="connsiteY442" fmla="*/ 6858000 h 6858000"/>
              <a:gd name="connsiteX443" fmla="*/ 953928 w 7467600"/>
              <a:gd name="connsiteY443" fmla="*/ 6858000 h 6858000"/>
              <a:gd name="connsiteX444" fmla="*/ 959715 w 7467600"/>
              <a:gd name="connsiteY444" fmla="*/ 6850185 h 6858000"/>
              <a:gd name="connsiteX445" fmla="*/ 1483788 w 7467600"/>
              <a:gd name="connsiteY445" fmla="*/ 6259174 h 6858000"/>
              <a:gd name="connsiteX446" fmla="*/ 1100671 w 7467600"/>
              <a:gd name="connsiteY446" fmla="*/ 6252137 h 6858000"/>
              <a:gd name="connsiteX447" fmla="*/ 1090144 w 7467600"/>
              <a:gd name="connsiteY447" fmla="*/ 6256748 h 6858000"/>
              <a:gd name="connsiteX448" fmla="*/ 1095872 w 7467600"/>
              <a:gd name="connsiteY448" fmla="*/ 6271892 h 6858000"/>
              <a:gd name="connsiteX449" fmla="*/ 262785 w 7467600"/>
              <a:gd name="connsiteY449" fmla="*/ 6845450 h 6858000"/>
              <a:gd name="connsiteX450" fmla="*/ 209968 w 7467600"/>
              <a:gd name="connsiteY450" fmla="*/ 6770713 h 6858000"/>
              <a:gd name="connsiteX451" fmla="*/ 873460 w 7467600"/>
              <a:gd name="connsiteY451" fmla="*/ 6253768 h 6858000"/>
              <a:gd name="connsiteX452" fmla="*/ 192686 w 7467600"/>
              <a:gd name="connsiteY452" fmla="*/ 5849257 h 6858000"/>
              <a:gd name="connsiteX453" fmla="*/ 4696 w 7467600"/>
              <a:gd name="connsiteY453" fmla="*/ 5697668 h 6858000"/>
              <a:gd name="connsiteX454" fmla="*/ 0 w 7467600"/>
              <a:gd name="connsiteY454" fmla="*/ 5689984 h 6858000"/>
              <a:gd name="connsiteX455" fmla="*/ 0 w 7467600"/>
              <a:gd name="connsiteY455" fmla="*/ 5513472 h 6858000"/>
              <a:gd name="connsiteX456" fmla="*/ 174101 w 7467600"/>
              <a:gd name="connsiteY456" fmla="*/ 5620277 h 6858000"/>
              <a:gd name="connsiteX457" fmla="*/ 891800 w 7467600"/>
              <a:gd name="connsiteY457" fmla="*/ 6036935 h 6858000"/>
              <a:gd name="connsiteX458" fmla="*/ 1072219 w 7467600"/>
              <a:gd name="connsiteY458" fmla="*/ 6169443 h 6858000"/>
              <a:gd name="connsiteX459" fmla="*/ 1074117 w 7467600"/>
              <a:gd name="connsiteY459" fmla="*/ 6170301 h 6858000"/>
              <a:gd name="connsiteX460" fmla="*/ 1083114 w 7467600"/>
              <a:gd name="connsiteY460" fmla="*/ 6174131 h 6858000"/>
              <a:gd name="connsiteX461" fmla="*/ 1543010 w 7467600"/>
              <a:gd name="connsiteY461" fmla="*/ 6191140 h 6858000"/>
              <a:gd name="connsiteX462" fmla="*/ 1551080 w 7467600"/>
              <a:gd name="connsiteY462" fmla="*/ 6195006 h 6858000"/>
              <a:gd name="connsiteX463" fmla="*/ 2345443 w 7467600"/>
              <a:gd name="connsiteY463" fmla="*/ 5549882 h 6858000"/>
              <a:gd name="connsiteX464" fmla="*/ 1721499 w 7467600"/>
              <a:gd name="connsiteY464" fmla="*/ 5599969 h 6858000"/>
              <a:gd name="connsiteX465" fmla="*/ 767716 w 7467600"/>
              <a:gd name="connsiteY465" fmla="*/ 5472768 h 6858000"/>
              <a:gd name="connsiteX466" fmla="*/ 722147 w 7467600"/>
              <a:gd name="connsiteY466" fmla="*/ 5393091 h 6858000"/>
              <a:gd name="connsiteX467" fmla="*/ 1485552 w 7467600"/>
              <a:gd name="connsiteY467" fmla="*/ 5313202 h 6858000"/>
              <a:gd name="connsiteX468" fmla="*/ 2143004 w 7467600"/>
              <a:gd name="connsiteY468" fmla="*/ 5402420 h 6858000"/>
              <a:gd name="connsiteX469" fmla="*/ 1933391 w 7467600"/>
              <a:gd name="connsiteY469" fmla="*/ 5156971 h 6858000"/>
              <a:gd name="connsiteX470" fmla="*/ 1827118 w 7467600"/>
              <a:gd name="connsiteY470" fmla="*/ 4968410 h 6858000"/>
              <a:gd name="connsiteX471" fmla="*/ 1837349 w 7467600"/>
              <a:gd name="connsiteY471" fmla="*/ 4956357 h 6858000"/>
              <a:gd name="connsiteX472" fmla="*/ 2162835 w 7467600"/>
              <a:gd name="connsiteY472" fmla="*/ 5187853 h 6858000"/>
              <a:gd name="connsiteX473" fmla="*/ 2257167 w 7467600"/>
              <a:gd name="connsiteY473" fmla="*/ 5462123 h 6858000"/>
              <a:gd name="connsiteX474" fmla="*/ 2261598 w 7467600"/>
              <a:gd name="connsiteY474" fmla="*/ 5467998 h 6858000"/>
              <a:gd name="connsiteX475" fmla="*/ 2437177 w 7467600"/>
              <a:gd name="connsiteY475" fmla="*/ 5479608 h 6858000"/>
              <a:gd name="connsiteX476" fmla="*/ 2445247 w 7467600"/>
              <a:gd name="connsiteY476" fmla="*/ 5483476 h 6858000"/>
              <a:gd name="connsiteX477" fmla="*/ 2743626 w 7467600"/>
              <a:gd name="connsiteY477" fmla="*/ 5304819 h 6858000"/>
              <a:gd name="connsiteX478" fmla="*/ 3048102 w 7467600"/>
              <a:gd name="connsiteY478" fmla="*/ 5150595 h 6858000"/>
              <a:gd name="connsiteX479" fmla="*/ 1799414 w 7467600"/>
              <a:gd name="connsiteY479" fmla="*/ 4694732 h 6858000"/>
              <a:gd name="connsiteX480" fmla="*/ 1771735 w 7467600"/>
              <a:gd name="connsiteY480" fmla="*/ 4619929 h 6858000"/>
              <a:gd name="connsiteX481" fmla="*/ 3104273 w 7467600"/>
              <a:gd name="connsiteY481" fmla="*/ 5076159 h 6858000"/>
              <a:gd name="connsiteX482" fmla="*/ 3113245 w 7467600"/>
              <a:gd name="connsiteY482" fmla="*/ 5090705 h 6858000"/>
              <a:gd name="connsiteX483" fmla="*/ 3126294 w 7467600"/>
              <a:gd name="connsiteY483" fmla="*/ 5114400 h 6858000"/>
              <a:gd name="connsiteX484" fmla="*/ 3937433 w 7467600"/>
              <a:gd name="connsiteY484" fmla="*/ 4830473 h 6858000"/>
              <a:gd name="connsiteX485" fmla="*/ 3590475 w 7467600"/>
              <a:gd name="connsiteY485" fmla="*/ 4597974 h 6858000"/>
              <a:gd name="connsiteX486" fmla="*/ 3100264 w 7467600"/>
              <a:gd name="connsiteY486" fmla="*/ 4579845 h 6858000"/>
              <a:gd name="connsiteX487" fmla="*/ 2183576 w 7467600"/>
              <a:gd name="connsiteY487" fmla="*/ 4227150 h 6858000"/>
              <a:gd name="connsiteX488" fmla="*/ 2151029 w 7467600"/>
              <a:gd name="connsiteY488" fmla="*/ 4146947 h 6858000"/>
              <a:gd name="connsiteX489" fmla="*/ 3563434 w 7467600"/>
              <a:gd name="connsiteY489" fmla="*/ 4469115 h 6858000"/>
              <a:gd name="connsiteX490" fmla="*/ 3177952 w 7467600"/>
              <a:gd name="connsiteY490" fmla="*/ 3657386 h 6858000"/>
              <a:gd name="connsiteX491" fmla="*/ 3189263 w 7467600"/>
              <a:gd name="connsiteY491" fmla="*/ 3625726 h 6858000"/>
              <a:gd name="connsiteX492" fmla="*/ 3560912 w 7467600"/>
              <a:gd name="connsiteY492" fmla="*/ 4079863 h 6858000"/>
              <a:gd name="connsiteX493" fmla="*/ 3626636 w 7467600"/>
              <a:gd name="connsiteY493" fmla="*/ 4512230 h 6858000"/>
              <a:gd name="connsiteX494" fmla="*/ 3653088 w 7467600"/>
              <a:gd name="connsiteY494" fmla="*/ 4521417 h 6858000"/>
              <a:gd name="connsiteX495" fmla="*/ 3988128 w 7467600"/>
              <a:gd name="connsiteY495" fmla="*/ 4817267 h 6858000"/>
              <a:gd name="connsiteX496" fmla="*/ 4830582 w 7467600"/>
              <a:gd name="connsiteY496" fmla="*/ 4676000 h 6858000"/>
              <a:gd name="connsiteX497" fmla="*/ 4830100 w 7467600"/>
              <a:gd name="connsiteY497" fmla="*/ 4675554 h 6858000"/>
              <a:gd name="connsiteX498" fmla="*/ 4036318 w 7467600"/>
              <a:gd name="connsiteY498" fmla="*/ 4147013 h 6858000"/>
              <a:gd name="connsiteX499" fmla="*/ 3432098 w 7467600"/>
              <a:gd name="connsiteY499" fmla="*/ 3537312 h 6858000"/>
              <a:gd name="connsiteX500" fmla="*/ 3446761 w 7467600"/>
              <a:gd name="connsiteY500" fmla="*/ 3461278 h 6858000"/>
              <a:gd name="connsiteX501" fmla="*/ 4419733 w 7467600"/>
              <a:gd name="connsiteY501" fmla="*/ 3963555 h 6858000"/>
              <a:gd name="connsiteX502" fmla="*/ 4781371 w 7467600"/>
              <a:gd name="connsiteY502" fmla="*/ 4458604 h 6858000"/>
              <a:gd name="connsiteX503" fmla="*/ 4780440 w 7467600"/>
              <a:gd name="connsiteY503" fmla="*/ 4470290 h 6858000"/>
              <a:gd name="connsiteX504" fmla="*/ 4898954 w 7467600"/>
              <a:gd name="connsiteY504" fmla="*/ 4662092 h 6858000"/>
              <a:gd name="connsiteX505" fmla="*/ 4900699 w 7467600"/>
              <a:gd name="connsiteY505" fmla="*/ 4670867 h 6858000"/>
              <a:gd name="connsiteX506" fmla="*/ 5714511 w 7467600"/>
              <a:gd name="connsiteY506" fmla="*/ 4663483 h 6858000"/>
              <a:gd name="connsiteX507" fmla="*/ 5464793 w 7467600"/>
              <a:gd name="connsiteY507" fmla="*/ 4393556 h 6858000"/>
              <a:gd name="connsiteX508" fmla="*/ 5461897 w 7467600"/>
              <a:gd name="connsiteY508" fmla="*/ 4390879 h 6858000"/>
              <a:gd name="connsiteX509" fmla="*/ 4294126 w 7467600"/>
              <a:gd name="connsiteY509" fmla="*/ 3303048 h 6858000"/>
              <a:gd name="connsiteX510" fmla="*/ 4305321 w 7467600"/>
              <a:gd name="connsiteY510" fmla="*/ 3256953 h 6858000"/>
              <a:gd name="connsiteX511" fmla="*/ 4949299 w 7467600"/>
              <a:gd name="connsiteY511" fmla="*/ 3766336 h 6858000"/>
              <a:gd name="connsiteX512" fmla="*/ 5291452 w 7467600"/>
              <a:gd name="connsiteY512" fmla="*/ 4076801 h 6858000"/>
              <a:gd name="connsiteX513" fmla="*/ 5434998 w 7467600"/>
              <a:gd name="connsiteY513" fmla="*/ 4254100 h 6858000"/>
              <a:gd name="connsiteX514" fmla="*/ 5351015 w 7467600"/>
              <a:gd name="connsiteY514" fmla="*/ 3760989 h 6858000"/>
              <a:gd name="connsiteX515" fmla="*/ 5413780 w 7467600"/>
              <a:gd name="connsiteY515" fmla="*/ 2966265 h 6858000"/>
              <a:gd name="connsiteX516" fmla="*/ 5425627 w 7467600"/>
              <a:gd name="connsiteY516" fmla="*/ 2954192 h 6858000"/>
              <a:gd name="connsiteX517" fmla="*/ 6604735 w 7467600"/>
              <a:gd name="connsiteY517" fmla="*/ 2041381 h 6858000"/>
              <a:gd name="connsiteX518" fmla="*/ 7204487 w 7467600"/>
              <a:gd name="connsiteY518" fmla="*/ 2742112 h 6858000"/>
              <a:gd name="connsiteX519" fmla="*/ 7131592 w 7467600"/>
              <a:gd name="connsiteY519" fmla="*/ 2672096 h 6858000"/>
              <a:gd name="connsiteX520" fmla="*/ 6996344 w 7467600"/>
              <a:gd name="connsiteY520" fmla="*/ 2518310 h 6858000"/>
              <a:gd name="connsiteX521" fmla="*/ 6735495 w 7467600"/>
              <a:gd name="connsiteY521" fmla="*/ 2196890 h 6858000"/>
              <a:gd name="connsiteX522" fmla="*/ 6721901 w 7467600"/>
              <a:gd name="connsiteY522" fmla="*/ 2179274 h 6858000"/>
              <a:gd name="connsiteX523" fmla="*/ 6604735 w 7467600"/>
              <a:gd name="connsiteY523" fmla="*/ 2041381 h 6858000"/>
              <a:gd name="connsiteX524" fmla="*/ 6591670 w 7467600"/>
              <a:gd name="connsiteY524" fmla="*/ 1988277 h 6858000"/>
              <a:gd name="connsiteX525" fmla="*/ 6747349 w 7467600"/>
              <a:gd name="connsiteY525" fmla="*/ 2160069 h 6858000"/>
              <a:gd name="connsiteX526" fmla="*/ 6760943 w 7467600"/>
              <a:gd name="connsiteY526" fmla="*/ 2177686 h 6858000"/>
              <a:gd name="connsiteX527" fmla="*/ 7021065 w 7467600"/>
              <a:gd name="connsiteY527" fmla="*/ 2498102 h 6858000"/>
              <a:gd name="connsiteX528" fmla="*/ 7155223 w 7467600"/>
              <a:gd name="connsiteY528" fmla="*/ 2650386 h 6858000"/>
              <a:gd name="connsiteX529" fmla="*/ 7203167 w 7467600"/>
              <a:gd name="connsiteY529" fmla="*/ 2697288 h 6858000"/>
              <a:gd name="connsiteX530" fmla="*/ 6937703 w 7467600"/>
              <a:gd name="connsiteY530" fmla="*/ 2321981 h 6858000"/>
              <a:gd name="connsiteX531" fmla="*/ 6591670 w 7467600"/>
              <a:gd name="connsiteY531" fmla="*/ 1988277 h 6858000"/>
              <a:gd name="connsiteX532" fmla="*/ 5798671 w 7467600"/>
              <a:gd name="connsiteY532" fmla="*/ 1981601 h 6858000"/>
              <a:gd name="connsiteX533" fmla="*/ 5754709 w 7467600"/>
              <a:gd name="connsiteY533" fmla="*/ 2071454 h 6858000"/>
              <a:gd name="connsiteX534" fmla="*/ 5763044 w 7467600"/>
              <a:gd name="connsiteY534" fmla="*/ 2842206 h 6858000"/>
              <a:gd name="connsiteX535" fmla="*/ 5764974 w 7467600"/>
              <a:gd name="connsiteY535" fmla="*/ 2799609 h 6858000"/>
              <a:gd name="connsiteX536" fmla="*/ 5767665 w 7467600"/>
              <a:gd name="connsiteY536" fmla="*/ 2666409 h 6858000"/>
              <a:gd name="connsiteX537" fmla="*/ 5763055 w 7467600"/>
              <a:gd name="connsiteY537" fmla="*/ 2579705 h 6858000"/>
              <a:gd name="connsiteX538" fmla="*/ 5758079 w 7467600"/>
              <a:gd name="connsiteY538" fmla="*/ 2492508 h 6858000"/>
              <a:gd name="connsiteX539" fmla="*/ 5779325 w 7467600"/>
              <a:gd name="connsiteY539" fmla="*/ 2197069 h 6858000"/>
              <a:gd name="connsiteX540" fmla="*/ 5798671 w 7467600"/>
              <a:gd name="connsiteY540" fmla="*/ 1981601 h 6858000"/>
              <a:gd name="connsiteX541" fmla="*/ 5829202 w 7467600"/>
              <a:gd name="connsiteY541" fmla="*/ 1971679 h 6858000"/>
              <a:gd name="connsiteX542" fmla="*/ 5809558 w 7467600"/>
              <a:gd name="connsiteY542" fmla="*/ 2198043 h 6858000"/>
              <a:gd name="connsiteX543" fmla="*/ 5788653 w 7467600"/>
              <a:gd name="connsiteY543" fmla="*/ 2489430 h 6858000"/>
              <a:gd name="connsiteX544" fmla="*/ 5793439 w 7467600"/>
              <a:gd name="connsiteY544" fmla="*/ 2575235 h 6858000"/>
              <a:gd name="connsiteX545" fmla="*/ 5796837 w 7467600"/>
              <a:gd name="connsiteY545" fmla="*/ 2637633 h 6858000"/>
              <a:gd name="connsiteX546" fmla="*/ 5818614 w 7467600"/>
              <a:gd name="connsiteY546" fmla="*/ 2473055 h 6858000"/>
              <a:gd name="connsiteX547" fmla="*/ 5829202 w 7467600"/>
              <a:gd name="connsiteY547" fmla="*/ 1971679 h 6858000"/>
              <a:gd name="connsiteX548" fmla="*/ 5911389 w 7467600"/>
              <a:gd name="connsiteY548" fmla="*/ 1898371 h 6858000"/>
              <a:gd name="connsiteX549" fmla="*/ 6237627 w 7467600"/>
              <a:gd name="connsiteY549" fmla="*/ 2231921 h 6858000"/>
              <a:gd name="connsiteX550" fmla="*/ 5911389 w 7467600"/>
              <a:gd name="connsiteY550" fmla="*/ 1898371 h 6858000"/>
              <a:gd name="connsiteX551" fmla="*/ 6944437 w 7467600"/>
              <a:gd name="connsiteY551" fmla="*/ 1575402 h 6858000"/>
              <a:gd name="connsiteX552" fmla="*/ 6304730 w 7467600"/>
              <a:gd name="connsiteY552" fmla="*/ 1766654 h 6858000"/>
              <a:gd name="connsiteX553" fmla="*/ 6944437 w 7467600"/>
              <a:gd name="connsiteY553" fmla="*/ 1575402 h 6858000"/>
              <a:gd name="connsiteX554" fmla="*/ 7019523 w 7467600"/>
              <a:gd name="connsiteY554" fmla="*/ 1519450 h 6858000"/>
              <a:gd name="connsiteX555" fmla="*/ 6298091 w 7467600"/>
              <a:gd name="connsiteY555" fmla="*/ 1737122 h 6858000"/>
              <a:gd name="connsiteX556" fmla="*/ 7019523 w 7467600"/>
              <a:gd name="connsiteY556" fmla="*/ 1519450 h 6858000"/>
              <a:gd name="connsiteX557" fmla="*/ 2399523 w 7467600"/>
              <a:gd name="connsiteY557" fmla="*/ 1428234 h 6858000"/>
              <a:gd name="connsiteX558" fmla="*/ 2224982 w 7467600"/>
              <a:gd name="connsiteY558" fmla="*/ 1826201 h 6858000"/>
              <a:gd name="connsiteX559" fmla="*/ 2096099 w 7467600"/>
              <a:gd name="connsiteY559" fmla="*/ 2345900 h 6858000"/>
              <a:gd name="connsiteX560" fmla="*/ 2283317 w 7467600"/>
              <a:gd name="connsiteY560" fmla="*/ 1796925 h 6858000"/>
              <a:gd name="connsiteX561" fmla="*/ 2399523 w 7467600"/>
              <a:gd name="connsiteY561" fmla="*/ 1428234 h 6858000"/>
              <a:gd name="connsiteX562" fmla="*/ 2448558 w 7467600"/>
              <a:gd name="connsiteY562" fmla="*/ 1373435 h 6858000"/>
              <a:gd name="connsiteX563" fmla="*/ 2312521 w 7467600"/>
              <a:gd name="connsiteY563" fmla="*/ 1806140 h 6858000"/>
              <a:gd name="connsiteX564" fmla="*/ 2127533 w 7467600"/>
              <a:gd name="connsiteY564" fmla="*/ 2348380 h 6858000"/>
              <a:gd name="connsiteX565" fmla="*/ 2358080 w 7467600"/>
              <a:gd name="connsiteY565" fmla="*/ 1866134 h 6858000"/>
              <a:gd name="connsiteX566" fmla="*/ 2407436 w 7467600"/>
              <a:gd name="connsiteY566" fmla="*/ 1651070 h 6858000"/>
              <a:gd name="connsiteX567" fmla="*/ 2448558 w 7467600"/>
              <a:gd name="connsiteY567" fmla="*/ 1373435 h 6858000"/>
              <a:gd name="connsiteX568" fmla="*/ 278707 w 7467600"/>
              <a:gd name="connsiteY568" fmla="*/ 1352270 h 6858000"/>
              <a:gd name="connsiteX569" fmla="*/ 321570 w 7467600"/>
              <a:gd name="connsiteY569" fmla="*/ 1861610 h 6858000"/>
              <a:gd name="connsiteX570" fmla="*/ 294281 w 7467600"/>
              <a:gd name="connsiteY570" fmla="*/ 1440658 h 6858000"/>
              <a:gd name="connsiteX571" fmla="*/ 278707 w 7467600"/>
              <a:gd name="connsiteY571" fmla="*/ 1352270 h 6858000"/>
              <a:gd name="connsiteX572" fmla="*/ 1423821 w 7467600"/>
              <a:gd name="connsiteY572" fmla="*/ 1351958 h 6858000"/>
              <a:gd name="connsiteX573" fmla="*/ 1638521 w 7467600"/>
              <a:gd name="connsiteY573" fmla="*/ 1908470 h 6858000"/>
              <a:gd name="connsiteX574" fmla="*/ 1754199 w 7467600"/>
              <a:gd name="connsiteY574" fmla="*/ 2149284 h 6858000"/>
              <a:gd name="connsiteX575" fmla="*/ 1908359 w 7467600"/>
              <a:gd name="connsiteY575" fmla="*/ 2364988 h 6858000"/>
              <a:gd name="connsiteX576" fmla="*/ 1647661 w 7467600"/>
              <a:gd name="connsiteY576" fmla="*/ 1825945 h 6858000"/>
              <a:gd name="connsiteX577" fmla="*/ 1423821 w 7467600"/>
              <a:gd name="connsiteY577" fmla="*/ 1351958 h 6858000"/>
              <a:gd name="connsiteX578" fmla="*/ 1431890 w 7467600"/>
              <a:gd name="connsiteY578" fmla="*/ 1306475 h 6858000"/>
              <a:gd name="connsiteX579" fmla="*/ 1507597 w 7467600"/>
              <a:gd name="connsiteY579" fmla="*/ 1446132 h 6858000"/>
              <a:gd name="connsiteX580" fmla="*/ 1674586 w 7467600"/>
              <a:gd name="connsiteY580" fmla="*/ 1813832 h 6858000"/>
              <a:gd name="connsiteX581" fmla="*/ 1815950 w 7467600"/>
              <a:gd name="connsiteY581" fmla="*/ 2128564 h 6858000"/>
              <a:gd name="connsiteX582" fmla="*/ 1984242 w 7467600"/>
              <a:gd name="connsiteY582" fmla="*/ 2430829 h 6858000"/>
              <a:gd name="connsiteX583" fmla="*/ 2014023 w 7467600"/>
              <a:gd name="connsiteY583" fmla="*/ 2450995 h 6858000"/>
              <a:gd name="connsiteX584" fmla="*/ 1747337 w 7467600"/>
              <a:gd name="connsiteY584" fmla="*/ 1855264 h 6858000"/>
              <a:gd name="connsiteX585" fmla="*/ 1533749 w 7467600"/>
              <a:gd name="connsiteY585" fmla="*/ 1478656 h 6858000"/>
              <a:gd name="connsiteX586" fmla="*/ 1431890 w 7467600"/>
              <a:gd name="connsiteY586" fmla="*/ 1306475 h 6858000"/>
              <a:gd name="connsiteX587" fmla="*/ 5052692 w 7467600"/>
              <a:gd name="connsiteY587" fmla="*/ 1292994 h 6858000"/>
              <a:gd name="connsiteX588" fmla="*/ 5200661 w 7467600"/>
              <a:gd name="connsiteY588" fmla="*/ 1635186 h 6858000"/>
              <a:gd name="connsiteX589" fmla="*/ 5297138 w 7467600"/>
              <a:gd name="connsiteY589" fmla="*/ 1906351 h 6858000"/>
              <a:gd name="connsiteX590" fmla="*/ 5052692 w 7467600"/>
              <a:gd name="connsiteY590" fmla="*/ 1292994 h 6858000"/>
              <a:gd name="connsiteX591" fmla="*/ 5009948 w 7467600"/>
              <a:gd name="connsiteY591" fmla="*/ 1273619 h 6858000"/>
              <a:gd name="connsiteX592" fmla="*/ 5121777 w 7467600"/>
              <a:gd name="connsiteY592" fmla="*/ 1654213 h 6858000"/>
              <a:gd name="connsiteX593" fmla="*/ 5293545 w 7467600"/>
              <a:gd name="connsiteY593" fmla="*/ 2072247 h 6858000"/>
              <a:gd name="connsiteX594" fmla="*/ 5294042 w 7467600"/>
              <a:gd name="connsiteY594" fmla="*/ 2065019 h 6858000"/>
              <a:gd name="connsiteX595" fmla="*/ 5171936 w 7467600"/>
              <a:gd name="connsiteY595" fmla="*/ 1647613 h 6858000"/>
              <a:gd name="connsiteX596" fmla="*/ 5009948 w 7467600"/>
              <a:gd name="connsiteY596" fmla="*/ 1273619 h 6858000"/>
              <a:gd name="connsiteX597" fmla="*/ 655236 w 7467600"/>
              <a:gd name="connsiteY597" fmla="*/ 1268632 h 6858000"/>
              <a:gd name="connsiteX598" fmla="*/ 839521 w 7467600"/>
              <a:gd name="connsiteY598" fmla="*/ 1685315 h 6858000"/>
              <a:gd name="connsiteX599" fmla="*/ 1109416 w 7467600"/>
              <a:gd name="connsiteY599" fmla="*/ 2061663 h 6858000"/>
              <a:gd name="connsiteX600" fmla="*/ 1298300 w 7467600"/>
              <a:gd name="connsiteY600" fmla="*/ 2247742 h 6858000"/>
              <a:gd name="connsiteX601" fmla="*/ 1125871 w 7467600"/>
              <a:gd name="connsiteY601" fmla="*/ 1989513 h 6858000"/>
              <a:gd name="connsiteX602" fmla="*/ 981574 w 7467600"/>
              <a:gd name="connsiteY602" fmla="*/ 1783157 h 6858000"/>
              <a:gd name="connsiteX603" fmla="*/ 922198 w 7467600"/>
              <a:gd name="connsiteY603" fmla="*/ 1677437 h 6858000"/>
              <a:gd name="connsiteX604" fmla="*/ 869293 w 7467600"/>
              <a:gd name="connsiteY604" fmla="*/ 1583214 h 6858000"/>
              <a:gd name="connsiteX605" fmla="*/ 751431 w 7467600"/>
              <a:gd name="connsiteY605" fmla="*/ 1405731 h 6858000"/>
              <a:gd name="connsiteX606" fmla="*/ 655236 w 7467600"/>
              <a:gd name="connsiteY606" fmla="*/ 1268632 h 6858000"/>
              <a:gd name="connsiteX607" fmla="*/ 6516292 w 7467600"/>
              <a:gd name="connsiteY607" fmla="*/ 1263064 h 6858000"/>
              <a:gd name="connsiteX608" fmla="*/ 5736320 w 7467600"/>
              <a:gd name="connsiteY608" fmla="*/ 1501803 h 6858000"/>
              <a:gd name="connsiteX609" fmla="*/ 6516292 w 7467600"/>
              <a:gd name="connsiteY609" fmla="*/ 1263064 h 6858000"/>
              <a:gd name="connsiteX610" fmla="*/ 291466 w 7467600"/>
              <a:gd name="connsiteY610" fmla="*/ 1250369 h 6858000"/>
              <a:gd name="connsiteX611" fmla="*/ 323180 w 7467600"/>
              <a:gd name="connsiteY611" fmla="*/ 1435283 h 6858000"/>
              <a:gd name="connsiteX612" fmla="*/ 349381 w 7467600"/>
              <a:gd name="connsiteY612" fmla="*/ 1875041 h 6858000"/>
              <a:gd name="connsiteX613" fmla="*/ 374363 w 7467600"/>
              <a:gd name="connsiteY613" fmla="*/ 1506494 h 6858000"/>
              <a:gd name="connsiteX614" fmla="*/ 302168 w 7467600"/>
              <a:gd name="connsiteY614" fmla="*/ 1274495 h 6858000"/>
              <a:gd name="connsiteX615" fmla="*/ 291466 w 7467600"/>
              <a:gd name="connsiteY615" fmla="*/ 1250369 h 6858000"/>
              <a:gd name="connsiteX616" fmla="*/ 678222 w 7467600"/>
              <a:gd name="connsiteY616" fmla="*/ 1248670 h 6858000"/>
              <a:gd name="connsiteX617" fmla="*/ 775536 w 7467600"/>
              <a:gd name="connsiteY617" fmla="*/ 1388015 h 6858000"/>
              <a:gd name="connsiteX618" fmla="*/ 894529 w 7467600"/>
              <a:gd name="connsiteY618" fmla="*/ 1567739 h 6858000"/>
              <a:gd name="connsiteX619" fmla="*/ 948000 w 7467600"/>
              <a:gd name="connsiteY619" fmla="*/ 1663088 h 6858000"/>
              <a:gd name="connsiteX620" fmla="*/ 1006812 w 7467600"/>
              <a:gd name="connsiteY620" fmla="*/ 1767683 h 6858000"/>
              <a:gd name="connsiteX621" fmla="*/ 1149133 w 7467600"/>
              <a:gd name="connsiteY621" fmla="*/ 1971513 h 6858000"/>
              <a:gd name="connsiteX622" fmla="*/ 1333952 w 7467600"/>
              <a:gd name="connsiteY622" fmla="*/ 2251620 h 6858000"/>
              <a:gd name="connsiteX623" fmla="*/ 1337329 w 7467600"/>
              <a:gd name="connsiteY623" fmla="*/ 2258350 h 6858000"/>
              <a:gd name="connsiteX624" fmla="*/ 1014726 w 7467600"/>
              <a:gd name="connsiteY624" fmla="*/ 1615556 h 6858000"/>
              <a:gd name="connsiteX625" fmla="*/ 678222 w 7467600"/>
              <a:gd name="connsiteY625" fmla="*/ 1248670 h 6858000"/>
              <a:gd name="connsiteX626" fmla="*/ 6691602 w 7467600"/>
              <a:gd name="connsiteY626" fmla="*/ 1140573 h 6858000"/>
              <a:gd name="connsiteX627" fmla="*/ 6571100 w 7467600"/>
              <a:gd name="connsiteY627" fmla="*/ 1183662 h 6858000"/>
              <a:gd name="connsiteX628" fmla="*/ 6241687 w 7467600"/>
              <a:gd name="connsiteY628" fmla="*/ 1257600 h 6858000"/>
              <a:gd name="connsiteX629" fmla="*/ 5693009 w 7467600"/>
              <a:gd name="connsiteY629" fmla="*/ 1478256 h 6858000"/>
              <a:gd name="connsiteX630" fmla="*/ 6548420 w 7467600"/>
              <a:gd name="connsiteY630" fmla="*/ 1214599 h 6858000"/>
              <a:gd name="connsiteX631" fmla="*/ 6605473 w 7467600"/>
              <a:gd name="connsiteY631" fmla="*/ 1184686 h 6858000"/>
              <a:gd name="connsiteX632" fmla="*/ 6691602 w 7467600"/>
              <a:gd name="connsiteY632" fmla="*/ 1140573 h 6858000"/>
              <a:gd name="connsiteX633" fmla="*/ 4002475 w 7467600"/>
              <a:gd name="connsiteY633" fmla="*/ 1037802 h 6858000"/>
              <a:gd name="connsiteX634" fmla="*/ 4000324 w 7467600"/>
              <a:gd name="connsiteY634" fmla="*/ 1039362 h 6858000"/>
              <a:gd name="connsiteX635" fmla="*/ 4002862 w 7467600"/>
              <a:gd name="connsiteY635" fmla="*/ 1042866 h 6858000"/>
              <a:gd name="connsiteX636" fmla="*/ 4002475 w 7467600"/>
              <a:gd name="connsiteY636" fmla="*/ 1037802 h 6858000"/>
              <a:gd name="connsiteX637" fmla="*/ 506322 w 7467600"/>
              <a:gd name="connsiteY637" fmla="*/ 1020997 h 6858000"/>
              <a:gd name="connsiteX638" fmla="*/ 533068 w 7467600"/>
              <a:gd name="connsiteY638" fmla="*/ 1029409 h 6858000"/>
              <a:gd name="connsiteX639" fmla="*/ 1232525 w 7467600"/>
              <a:gd name="connsiteY639" fmla="*/ 1804675 h 6858000"/>
              <a:gd name="connsiteX640" fmla="*/ 1388858 w 7467600"/>
              <a:gd name="connsiteY640" fmla="*/ 2368011 h 6858000"/>
              <a:gd name="connsiteX641" fmla="*/ 1384098 w 7467600"/>
              <a:gd name="connsiteY641" fmla="*/ 2378125 h 6858000"/>
              <a:gd name="connsiteX642" fmla="*/ 1425393 w 7467600"/>
              <a:gd name="connsiteY642" fmla="*/ 2589124 h 6858000"/>
              <a:gd name="connsiteX643" fmla="*/ 1424001 w 7467600"/>
              <a:gd name="connsiteY643" fmla="*/ 2597541 h 6858000"/>
              <a:gd name="connsiteX644" fmla="*/ 2152729 w 7467600"/>
              <a:gd name="connsiteY644" fmla="*/ 2864487 h 6858000"/>
              <a:gd name="connsiteX645" fmla="*/ 2020609 w 7467600"/>
              <a:gd name="connsiteY645" fmla="*/ 2539671 h 6858000"/>
              <a:gd name="connsiteX646" fmla="*/ 2018920 w 7467600"/>
              <a:gd name="connsiteY646" fmla="*/ 2536309 h 6858000"/>
              <a:gd name="connsiteX647" fmla="*/ 1342441 w 7467600"/>
              <a:gd name="connsiteY647" fmla="*/ 1173017 h 6858000"/>
              <a:gd name="connsiteX648" fmla="*/ 1367925 w 7467600"/>
              <a:gd name="connsiteY648" fmla="*/ 1135648 h 6858000"/>
              <a:gd name="connsiteX649" fmla="*/ 1771401 w 7467600"/>
              <a:gd name="connsiteY649" fmla="*/ 1806673 h 6858000"/>
              <a:gd name="connsiteX650" fmla="*/ 1972385 w 7467600"/>
              <a:gd name="connsiteY650" fmla="*/ 2198735 h 6858000"/>
              <a:gd name="connsiteX651" fmla="*/ 2040892 w 7467600"/>
              <a:gd name="connsiteY651" fmla="*/ 2405205 h 6858000"/>
              <a:gd name="connsiteX652" fmla="*/ 2131689 w 7467600"/>
              <a:gd name="connsiteY652" fmla="*/ 1936926 h 6858000"/>
              <a:gd name="connsiteX653" fmla="*/ 2454820 w 7467600"/>
              <a:gd name="connsiteY653" fmla="*/ 1248808 h 6858000"/>
              <a:gd name="connsiteX654" fmla="*/ 2492512 w 7467600"/>
              <a:gd name="connsiteY654" fmla="*/ 1302920 h 6858000"/>
              <a:gd name="connsiteX655" fmla="*/ 2081216 w 7467600"/>
              <a:gd name="connsiteY655" fmla="*/ 2527513 h 6858000"/>
              <a:gd name="connsiteX656" fmla="*/ 2081211 w 7467600"/>
              <a:gd name="connsiteY656" fmla="*/ 2528916 h 6858000"/>
              <a:gd name="connsiteX657" fmla="*/ 2199067 w 7467600"/>
              <a:gd name="connsiteY657" fmla="*/ 2884061 h 6858000"/>
              <a:gd name="connsiteX658" fmla="*/ 3192586 w 7467600"/>
              <a:gd name="connsiteY658" fmla="*/ 3411496 h 6858000"/>
              <a:gd name="connsiteX659" fmla="*/ 3182620 w 7467600"/>
              <a:gd name="connsiteY659" fmla="*/ 3483279 h 6858000"/>
              <a:gd name="connsiteX660" fmla="*/ 2435119 w 7467600"/>
              <a:gd name="connsiteY660" fmla="*/ 3080173 h 6858000"/>
              <a:gd name="connsiteX661" fmla="*/ 2410152 w 7467600"/>
              <a:gd name="connsiteY661" fmla="*/ 3063751 h 6858000"/>
              <a:gd name="connsiteX662" fmla="*/ 2408099 w 7467600"/>
              <a:gd name="connsiteY662" fmla="*/ 3064403 h 6858000"/>
              <a:gd name="connsiteX663" fmla="*/ 2407218 w 7467600"/>
              <a:gd name="connsiteY663" fmla="*/ 3070324 h 6858000"/>
              <a:gd name="connsiteX664" fmla="*/ 2380138 w 7467600"/>
              <a:gd name="connsiteY664" fmla="*/ 3099341 h 6858000"/>
              <a:gd name="connsiteX665" fmla="*/ 1765923 w 7467600"/>
              <a:gd name="connsiteY665" fmla="*/ 3581043 h 6858000"/>
              <a:gd name="connsiteX666" fmla="*/ 1702258 w 7467600"/>
              <a:gd name="connsiteY666" fmla="*/ 3612286 h 6858000"/>
              <a:gd name="connsiteX667" fmla="*/ 1538370 w 7467600"/>
              <a:gd name="connsiteY667" fmla="*/ 3811804 h 6858000"/>
              <a:gd name="connsiteX668" fmla="*/ 542867 w 7467600"/>
              <a:gd name="connsiteY668" fmla="*/ 4944092 h 6858000"/>
              <a:gd name="connsiteX669" fmla="*/ 515800 w 7467600"/>
              <a:gd name="connsiteY669" fmla="*/ 4862180 h 6858000"/>
              <a:gd name="connsiteX670" fmla="*/ 909145 w 7467600"/>
              <a:gd name="connsiteY670" fmla="*/ 4199225 h 6858000"/>
              <a:gd name="connsiteX671" fmla="*/ 1214067 w 7467600"/>
              <a:gd name="connsiteY671" fmla="*/ 3908561 h 6858000"/>
              <a:gd name="connsiteX672" fmla="*/ 640967 w 7467600"/>
              <a:gd name="connsiteY672" fmla="*/ 4105601 h 6858000"/>
              <a:gd name="connsiteX673" fmla="*/ 112563 w 7467600"/>
              <a:gd name="connsiteY673" fmla="*/ 4396952 h 6858000"/>
              <a:gd name="connsiteX674" fmla="*/ 0 w 7467600"/>
              <a:gd name="connsiteY674" fmla="*/ 4466006 h 6858000"/>
              <a:gd name="connsiteX675" fmla="*/ 0 w 7467600"/>
              <a:gd name="connsiteY675" fmla="*/ 4233763 h 6858000"/>
              <a:gd name="connsiteX676" fmla="*/ 36881 w 7467600"/>
              <a:gd name="connsiteY676" fmla="*/ 4200118 h 6858000"/>
              <a:gd name="connsiteX677" fmla="*/ 910534 w 7467600"/>
              <a:gd name="connsiteY677" fmla="*/ 3629753 h 6858000"/>
              <a:gd name="connsiteX678" fmla="*/ 1578717 w 7467600"/>
              <a:gd name="connsiteY678" fmla="*/ 3575982 h 6858000"/>
              <a:gd name="connsiteX679" fmla="*/ 2338780 w 7467600"/>
              <a:gd name="connsiteY679" fmla="*/ 3033725 h 6858000"/>
              <a:gd name="connsiteX680" fmla="*/ 1807991 w 7467600"/>
              <a:gd name="connsiteY680" fmla="*/ 2807184 h 6858000"/>
              <a:gd name="connsiteX681" fmla="*/ 1416358 w 7467600"/>
              <a:gd name="connsiteY681" fmla="*/ 3112571 h 6858000"/>
              <a:gd name="connsiteX682" fmla="*/ 939066 w 7467600"/>
              <a:gd name="connsiteY682" fmla="*/ 3378798 h 6858000"/>
              <a:gd name="connsiteX683" fmla="*/ 115099 w 7467600"/>
              <a:gd name="connsiteY683" fmla="*/ 3607650 h 6858000"/>
              <a:gd name="connsiteX684" fmla="*/ 97284 w 7467600"/>
              <a:gd name="connsiteY684" fmla="*/ 3520393 h 6858000"/>
              <a:gd name="connsiteX685" fmla="*/ 922050 w 7467600"/>
              <a:gd name="connsiteY685" fmla="*/ 3074867 h 6858000"/>
              <a:gd name="connsiteX686" fmla="*/ 1405265 w 7467600"/>
              <a:gd name="connsiteY686" fmla="*/ 3016319 h 6858000"/>
              <a:gd name="connsiteX687" fmla="*/ 1407512 w 7467600"/>
              <a:gd name="connsiteY687" fmla="*/ 3018001 h 6858000"/>
              <a:gd name="connsiteX688" fmla="*/ 1726266 w 7467600"/>
              <a:gd name="connsiteY688" fmla="*/ 2777274 h 6858000"/>
              <a:gd name="connsiteX689" fmla="*/ 625390 w 7467600"/>
              <a:gd name="connsiteY689" fmla="*/ 2514541 h 6858000"/>
              <a:gd name="connsiteX690" fmla="*/ 619799 w 7467600"/>
              <a:gd name="connsiteY690" fmla="*/ 2527180 h 6858000"/>
              <a:gd name="connsiteX691" fmla="*/ 310030 w 7467600"/>
              <a:gd name="connsiteY691" fmla="*/ 2771818 h 6858000"/>
              <a:gd name="connsiteX692" fmla="*/ 173877 w 7467600"/>
              <a:gd name="connsiteY692" fmla="*/ 2937056 h 6858000"/>
              <a:gd name="connsiteX693" fmla="*/ 77889 w 7467600"/>
              <a:gd name="connsiteY693" fmla="*/ 3138440 h 6858000"/>
              <a:gd name="connsiteX694" fmla="*/ 0 w 7467600"/>
              <a:gd name="connsiteY694" fmla="*/ 3271395 h 6858000"/>
              <a:gd name="connsiteX695" fmla="*/ 0 w 7467600"/>
              <a:gd name="connsiteY695" fmla="*/ 3153002 h 6858000"/>
              <a:gd name="connsiteX696" fmla="*/ 2386 w 7467600"/>
              <a:gd name="connsiteY696" fmla="*/ 3149203 h 6858000"/>
              <a:gd name="connsiteX697" fmla="*/ 89753 w 7467600"/>
              <a:gd name="connsiteY697" fmla="*/ 2987702 h 6858000"/>
              <a:gd name="connsiteX698" fmla="*/ 76869 w 7467600"/>
              <a:gd name="connsiteY698" fmla="*/ 3005404 h 6858000"/>
              <a:gd name="connsiteX699" fmla="*/ 32049 w 7467600"/>
              <a:gd name="connsiteY699" fmla="*/ 3065814 h 6858000"/>
              <a:gd name="connsiteX700" fmla="*/ 0 w 7467600"/>
              <a:gd name="connsiteY700" fmla="*/ 3108744 h 6858000"/>
              <a:gd name="connsiteX701" fmla="*/ 0 w 7467600"/>
              <a:gd name="connsiteY701" fmla="*/ 3058059 h 6858000"/>
              <a:gd name="connsiteX702" fmla="*/ 7610 w 7467600"/>
              <a:gd name="connsiteY702" fmla="*/ 3047889 h 6858000"/>
              <a:gd name="connsiteX703" fmla="*/ 52419 w 7467600"/>
              <a:gd name="connsiteY703" fmla="*/ 2987479 h 6858000"/>
              <a:gd name="connsiteX704" fmla="*/ 59142 w 7467600"/>
              <a:gd name="connsiteY704" fmla="*/ 2978488 h 6858000"/>
              <a:gd name="connsiteX705" fmla="*/ 0 w 7467600"/>
              <a:gd name="connsiteY705" fmla="*/ 3015334 h 6858000"/>
              <a:gd name="connsiteX706" fmla="*/ 0 w 7467600"/>
              <a:gd name="connsiteY706" fmla="*/ 2914286 h 6858000"/>
              <a:gd name="connsiteX707" fmla="*/ 36383 w 7467600"/>
              <a:gd name="connsiteY707" fmla="*/ 2901128 h 6858000"/>
              <a:gd name="connsiteX708" fmla="*/ 156329 w 7467600"/>
              <a:gd name="connsiteY708" fmla="*/ 2840533 h 6858000"/>
              <a:gd name="connsiteX709" fmla="*/ 358355 w 7467600"/>
              <a:gd name="connsiteY709" fmla="*/ 2620471 h 6858000"/>
              <a:gd name="connsiteX710" fmla="*/ 510577 w 7467600"/>
              <a:gd name="connsiteY710" fmla="*/ 2501244 h 6858000"/>
              <a:gd name="connsiteX711" fmla="*/ 211967 w 7467600"/>
              <a:gd name="connsiteY711" fmla="*/ 2479171 h 6858000"/>
              <a:gd name="connsiteX712" fmla="*/ 0 w 7467600"/>
              <a:gd name="connsiteY712" fmla="*/ 2476398 h 6858000"/>
              <a:gd name="connsiteX713" fmla="*/ 0 w 7467600"/>
              <a:gd name="connsiteY713" fmla="*/ 2389189 h 6858000"/>
              <a:gd name="connsiteX714" fmla="*/ 103062 w 7467600"/>
              <a:gd name="connsiteY714" fmla="*/ 2389518 h 6858000"/>
              <a:gd name="connsiteX715" fmla="*/ 510734 w 7467600"/>
              <a:gd name="connsiteY715" fmla="*/ 2416201 h 6858000"/>
              <a:gd name="connsiteX716" fmla="*/ 279257 w 7467600"/>
              <a:gd name="connsiteY716" fmla="*/ 2092102 h 6858000"/>
              <a:gd name="connsiteX717" fmla="*/ 65265 w 7467600"/>
              <a:gd name="connsiteY717" fmla="*/ 2006049 h 6858000"/>
              <a:gd name="connsiteX718" fmla="*/ 0 w 7467600"/>
              <a:gd name="connsiteY718" fmla="*/ 1982532 h 6858000"/>
              <a:gd name="connsiteX719" fmla="*/ 0 w 7467600"/>
              <a:gd name="connsiteY719" fmla="*/ 1912789 h 6858000"/>
              <a:gd name="connsiteX720" fmla="*/ 97460 w 7467600"/>
              <a:gd name="connsiteY720" fmla="*/ 1953725 h 6858000"/>
              <a:gd name="connsiteX721" fmla="*/ 221272 w 7467600"/>
              <a:gd name="connsiteY721" fmla="*/ 1980766 h 6858000"/>
              <a:gd name="connsiteX722" fmla="*/ 116765 w 7467600"/>
              <a:gd name="connsiteY722" fmla="*/ 1911033 h 6858000"/>
              <a:gd name="connsiteX723" fmla="*/ 16405 w 7467600"/>
              <a:gd name="connsiteY723" fmla="*/ 1803412 h 6858000"/>
              <a:gd name="connsiteX724" fmla="*/ 0 w 7467600"/>
              <a:gd name="connsiteY724" fmla="*/ 1784777 h 6858000"/>
              <a:gd name="connsiteX725" fmla="*/ 0 w 7467600"/>
              <a:gd name="connsiteY725" fmla="*/ 1740082 h 6858000"/>
              <a:gd name="connsiteX726" fmla="*/ 39394 w 7467600"/>
              <a:gd name="connsiteY726" fmla="*/ 1784856 h 6858000"/>
              <a:gd name="connsiteX727" fmla="*/ 135813 w 7467600"/>
              <a:gd name="connsiteY727" fmla="*/ 1888838 h 6858000"/>
              <a:gd name="connsiteX728" fmla="*/ 242575 w 7467600"/>
              <a:gd name="connsiteY728" fmla="*/ 1958841 h 6858000"/>
              <a:gd name="connsiteX729" fmla="*/ 82197 w 7467600"/>
              <a:gd name="connsiteY729" fmla="*/ 1754826 h 6858000"/>
              <a:gd name="connsiteX730" fmla="*/ 0 w 7467600"/>
              <a:gd name="connsiteY730" fmla="*/ 1679650 h 6858000"/>
              <a:gd name="connsiteX731" fmla="*/ 0 w 7467600"/>
              <a:gd name="connsiteY731" fmla="*/ 1602463 h 6858000"/>
              <a:gd name="connsiteX732" fmla="*/ 84689 w 7467600"/>
              <a:gd name="connsiteY732" fmla="*/ 1677442 h 6858000"/>
              <a:gd name="connsiteX733" fmla="*/ 298437 w 7467600"/>
              <a:gd name="connsiteY733" fmla="*/ 1968019 h 6858000"/>
              <a:gd name="connsiteX734" fmla="*/ 227269 w 7467600"/>
              <a:gd name="connsiteY734" fmla="*/ 1114064 h 6858000"/>
              <a:gd name="connsiteX735" fmla="*/ 248003 w 7467600"/>
              <a:gd name="connsiteY735" fmla="*/ 1089613 h 6858000"/>
              <a:gd name="connsiteX736" fmla="*/ 427020 w 7467600"/>
              <a:gd name="connsiteY736" fmla="*/ 1619803 h 6858000"/>
              <a:gd name="connsiteX737" fmla="*/ 340345 w 7467600"/>
              <a:gd name="connsiteY737" fmla="*/ 2027739 h 6858000"/>
              <a:gd name="connsiteX738" fmla="*/ 360865 w 7467600"/>
              <a:gd name="connsiteY738" fmla="*/ 2044827 h 6858000"/>
              <a:gd name="connsiteX739" fmla="*/ 560414 w 7467600"/>
              <a:gd name="connsiteY739" fmla="*/ 2421457 h 6858000"/>
              <a:gd name="connsiteX740" fmla="*/ 1359703 w 7467600"/>
              <a:gd name="connsiteY740" fmla="*/ 2578554 h 6858000"/>
              <a:gd name="connsiteX741" fmla="*/ 1359422 w 7467600"/>
              <a:gd name="connsiteY741" fmla="*/ 2577994 h 6858000"/>
              <a:gd name="connsiteX742" fmla="*/ 828701 w 7467600"/>
              <a:gd name="connsiteY742" fmla="*/ 1839520 h 6858000"/>
              <a:gd name="connsiteX743" fmla="*/ 494427 w 7467600"/>
              <a:gd name="connsiteY743" fmla="*/ 1092333 h 6858000"/>
              <a:gd name="connsiteX744" fmla="*/ 506322 w 7467600"/>
              <a:gd name="connsiteY744" fmla="*/ 1020997 h 6858000"/>
              <a:gd name="connsiteX745" fmla="*/ 4570198 w 7467600"/>
              <a:gd name="connsiteY745" fmla="*/ 978081 h 6858000"/>
              <a:gd name="connsiteX746" fmla="*/ 4523691 w 7467600"/>
              <a:gd name="connsiteY746" fmla="*/ 1127776 h 6858000"/>
              <a:gd name="connsiteX747" fmla="*/ 4509875 w 7467600"/>
              <a:gd name="connsiteY747" fmla="*/ 1167552 h 6858000"/>
              <a:gd name="connsiteX748" fmla="*/ 4478168 w 7467600"/>
              <a:gd name="connsiteY748" fmla="*/ 1260735 h 6858000"/>
              <a:gd name="connsiteX749" fmla="*/ 4409309 w 7467600"/>
              <a:gd name="connsiteY749" fmla="*/ 1666996 h 6858000"/>
              <a:gd name="connsiteX750" fmla="*/ 4370031 w 7467600"/>
              <a:gd name="connsiteY750" fmla="*/ 1955666 h 6858000"/>
              <a:gd name="connsiteX751" fmla="*/ 4570198 w 7467600"/>
              <a:gd name="connsiteY751" fmla="*/ 978081 h 6858000"/>
              <a:gd name="connsiteX752" fmla="*/ 4557898 w 7467600"/>
              <a:gd name="connsiteY752" fmla="*/ 900011 h 6858000"/>
              <a:gd name="connsiteX753" fmla="*/ 4344840 w 7467600"/>
              <a:gd name="connsiteY753" fmla="*/ 1922038 h 6858000"/>
              <a:gd name="connsiteX754" fmla="*/ 4378710 w 7467600"/>
              <a:gd name="connsiteY754" fmla="*/ 1665516 h 6858000"/>
              <a:gd name="connsiteX755" fmla="*/ 4448798 w 7467600"/>
              <a:gd name="connsiteY755" fmla="*/ 1253024 h 6858000"/>
              <a:gd name="connsiteX756" fmla="*/ 4480315 w 7467600"/>
              <a:gd name="connsiteY756" fmla="*/ 1158454 h 6858000"/>
              <a:gd name="connsiteX757" fmla="*/ 4494133 w 7467600"/>
              <a:gd name="connsiteY757" fmla="*/ 1118676 h 6858000"/>
              <a:gd name="connsiteX758" fmla="*/ 4557898 w 7467600"/>
              <a:gd name="connsiteY758" fmla="*/ 900011 h 6858000"/>
              <a:gd name="connsiteX759" fmla="*/ 5870151 w 7467600"/>
              <a:gd name="connsiteY759" fmla="*/ 898890 h 6858000"/>
              <a:gd name="connsiteX760" fmla="*/ 5861335 w 7467600"/>
              <a:gd name="connsiteY760" fmla="*/ 899177 h 6858000"/>
              <a:gd name="connsiteX761" fmla="*/ 5843702 w 7467600"/>
              <a:gd name="connsiteY761" fmla="*/ 899748 h 6858000"/>
              <a:gd name="connsiteX762" fmla="*/ 5651107 w 7467600"/>
              <a:gd name="connsiteY762" fmla="*/ 920306 h 6858000"/>
              <a:gd name="connsiteX763" fmla="*/ 5459407 w 7467600"/>
              <a:gd name="connsiteY763" fmla="*/ 940975 h 6858000"/>
              <a:gd name="connsiteX764" fmla="*/ 5374846 w 7467600"/>
              <a:gd name="connsiteY764" fmla="*/ 941988 h 6858000"/>
              <a:gd name="connsiteX765" fmla="*/ 5256105 w 7467600"/>
              <a:gd name="connsiteY765" fmla="*/ 945632 h 6858000"/>
              <a:gd name="connsiteX766" fmla="*/ 5107071 w 7467600"/>
              <a:gd name="connsiteY766" fmla="*/ 969720 h 6858000"/>
              <a:gd name="connsiteX767" fmla="*/ 4998681 w 7467600"/>
              <a:gd name="connsiteY767" fmla="*/ 988771 h 6858000"/>
              <a:gd name="connsiteX768" fmla="*/ 5870151 w 7467600"/>
              <a:gd name="connsiteY768" fmla="*/ 898890 h 6858000"/>
              <a:gd name="connsiteX769" fmla="*/ 5504425 w 7467600"/>
              <a:gd name="connsiteY769" fmla="*/ 848067 h 6858000"/>
              <a:gd name="connsiteX770" fmla="*/ 4968849 w 7467600"/>
              <a:gd name="connsiteY770" fmla="*/ 962318 h 6858000"/>
              <a:gd name="connsiteX771" fmla="*/ 5104039 w 7467600"/>
              <a:gd name="connsiteY771" fmla="*/ 940634 h 6858000"/>
              <a:gd name="connsiteX772" fmla="*/ 5256311 w 7467600"/>
              <a:gd name="connsiteY772" fmla="*/ 916490 h 6858000"/>
              <a:gd name="connsiteX773" fmla="*/ 5377381 w 7467600"/>
              <a:gd name="connsiteY773" fmla="*/ 912671 h 6858000"/>
              <a:gd name="connsiteX774" fmla="*/ 5460148 w 7467600"/>
              <a:gd name="connsiteY774" fmla="*/ 911442 h 6858000"/>
              <a:gd name="connsiteX775" fmla="*/ 5648971 w 7467600"/>
              <a:gd name="connsiteY775" fmla="*/ 891331 h 6858000"/>
              <a:gd name="connsiteX776" fmla="*/ 5844807 w 7467600"/>
              <a:gd name="connsiteY776" fmla="*/ 870718 h 6858000"/>
              <a:gd name="connsiteX777" fmla="*/ 5862975 w 7467600"/>
              <a:gd name="connsiteY777" fmla="*/ 869756 h 6858000"/>
              <a:gd name="connsiteX778" fmla="*/ 5920887 w 7467600"/>
              <a:gd name="connsiteY778" fmla="*/ 865929 h 6858000"/>
              <a:gd name="connsiteX779" fmla="*/ 5504425 w 7467600"/>
              <a:gd name="connsiteY779" fmla="*/ 848067 h 6858000"/>
              <a:gd name="connsiteX780" fmla="*/ 3607114 w 7467600"/>
              <a:gd name="connsiteY780" fmla="*/ 467441 h 6858000"/>
              <a:gd name="connsiteX781" fmla="*/ 3296242 w 7467600"/>
              <a:gd name="connsiteY781" fmla="*/ 807991 h 6858000"/>
              <a:gd name="connsiteX782" fmla="*/ 3174674 w 7467600"/>
              <a:gd name="connsiteY782" fmla="*/ 919759 h 6858000"/>
              <a:gd name="connsiteX783" fmla="*/ 3042978 w 7467600"/>
              <a:gd name="connsiteY783" fmla="*/ 1054894 h 6858000"/>
              <a:gd name="connsiteX784" fmla="*/ 2968914 w 7467600"/>
              <a:gd name="connsiteY784" fmla="*/ 1133756 h 6858000"/>
              <a:gd name="connsiteX785" fmla="*/ 3103823 w 7467600"/>
              <a:gd name="connsiteY785" fmla="*/ 1026814 h 6858000"/>
              <a:gd name="connsiteX786" fmla="*/ 3607114 w 7467600"/>
              <a:gd name="connsiteY786" fmla="*/ 467441 h 6858000"/>
              <a:gd name="connsiteX787" fmla="*/ 3744487 w 7467600"/>
              <a:gd name="connsiteY787" fmla="*/ 383136 h 6858000"/>
              <a:gd name="connsiteX788" fmla="*/ 3970213 w 7467600"/>
              <a:gd name="connsiteY788" fmla="*/ 995559 h 6858000"/>
              <a:gd name="connsiteX789" fmla="*/ 3744487 w 7467600"/>
              <a:gd name="connsiteY789" fmla="*/ 383136 h 6858000"/>
              <a:gd name="connsiteX790" fmla="*/ 3624562 w 7467600"/>
              <a:gd name="connsiteY790" fmla="*/ 367041 h 6858000"/>
              <a:gd name="connsiteX791" fmla="*/ 3489712 w 7467600"/>
              <a:gd name="connsiteY791" fmla="*/ 485386 h 6858000"/>
              <a:gd name="connsiteX792" fmla="*/ 3182994 w 7467600"/>
              <a:gd name="connsiteY792" fmla="*/ 828265 h 6858000"/>
              <a:gd name="connsiteX793" fmla="*/ 2892114 w 7467600"/>
              <a:gd name="connsiteY793" fmla="*/ 1172635 h 6858000"/>
              <a:gd name="connsiteX794" fmla="*/ 3021459 w 7467600"/>
              <a:gd name="connsiteY794" fmla="*/ 1035385 h 6858000"/>
              <a:gd name="connsiteX795" fmla="*/ 3153873 w 7467600"/>
              <a:gd name="connsiteY795" fmla="*/ 898971 h 6858000"/>
              <a:gd name="connsiteX796" fmla="*/ 3276511 w 7467600"/>
              <a:gd name="connsiteY796" fmla="*/ 786423 h 6858000"/>
              <a:gd name="connsiteX797" fmla="*/ 3584154 w 7467600"/>
              <a:gd name="connsiteY797" fmla="*/ 448218 h 6858000"/>
              <a:gd name="connsiteX798" fmla="*/ 3624562 w 7467600"/>
              <a:gd name="connsiteY798" fmla="*/ 367041 h 6858000"/>
              <a:gd name="connsiteX799" fmla="*/ 3766672 w 7467600"/>
              <a:gd name="connsiteY799" fmla="*/ 359429 h 6858000"/>
              <a:gd name="connsiteX800" fmla="*/ 3996338 w 7467600"/>
              <a:gd name="connsiteY800" fmla="*/ 968237 h 6858000"/>
              <a:gd name="connsiteX801" fmla="*/ 3766672 w 7467600"/>
              <a:gd name="connsiteY801" fmla="*/ 359429 h 6858000"/>
              <a:gd name="connsiteX802" fmla="*/ 5805386 w 7467600"/>
              <a:gd name="connsiteY802" fmla="*/ 239240 h 6858000"/>
              <a:gd name="connsiteX803" fmla="*/ 5736947 w 7467600"/>
              <a:gd name="connsiteY803" fmla="*/ 261367 h 6858000"/>
              <a:gd name="connsiteX804" fmla="*/ 5427012 w 7467600"/>
              <a:gd name="connsiteY804" fmla="*/ 311272 h 6858000"/>
              <a:gd name="connsiteX805" fmla="*/ 5147818 w 7467600"/>
              <a:gd name="connsiteY805" fmla="*/ 322112 h 6858000"/>
              <a:gd name="connsiteX806" fmla="*/ 5060854 w 7467600"/>
              <a:gd name="connsiteY806" fmla="*/ 311882 h 6858000"/>
              <a:gd name="connsiteX807" fmla="*/ 4945989 w 7467600"/>
              <a:gd name="connsiteY807" fmla="*/ 300516 h 6858000"/>
              <a:gd name="connsiteX808" fmla="*/ 5410479 w 7467600"/>
              <a:gd name="connsiteY808" fmla="*/ 348434 h 6858000"/>
              <a:gd name="connsiteX809" fmla="*/ 5805386 w 7467600"/>
              <a:gd name="connsiteY809" fmla="*/ 239240 h 6858000"/>
              <a:gd name="connsiteX810" fmla="*/ 5905192 w 7467600"/>
              <a:gd name="connsiteY810" fmla="*/ 163079 h 6858000"/>
              <a:gd name="connsiteX811" fmla="*/ 5865655 w 7467600"/>
              <a:gd name="connsiteY811" fmla="*/ 171901 h 6858000"/>
              <a:gd name="connsiteX812" fmla="*/ 5259740 w 7467600"/>
              <a:gd name="connsiteY812" fmla="*/ 257013 h 6858000"/>
              <a:gd name="connsiteX813" fmla="*/ 5208466 w 7467600"/>
              <a:gd name="connsiteY813" fmla="*/ 257550 h 6858000"/>
              <a:gd name="connsiteX814" fmla="*/ 4980204 w 7467600"/>
              <a:gd name="connsiteY814" fmla="*/ 271903 h 6858000"/>
              <a:gd name="connsiteX815" fmla="*/ 5068068 w 7467600"/>
              <a:gd name="connsiteY815" fmla="*/ 282244 h 6858000"/>
              <a:gd name="connsiteX816" fmla="*/ 5153231 w 7467600"/>
              <a:gd name="connsiteY816" fmla="*/ 292240 h 6858000"/>
              <a:gd name="connsiteX817" fmla="*/ 5426491 w 7467600"/>
              <a:gd name="connsiteY817" fmla="*/ 281128 h 6858000"/>
              <a:gd name="connsiteX818" fmla="*/ 5731212 w 7467600"/>
              <a:gd name="connsiteY818" fmla="*/ 231951 h 6858000"/>
              <a:gd name="connsiteX819" fmla="*/ 5905192 w 7467600"/>
              <a:gd name="connsiteY819" fmla="*/ 163079 h 6858000"/>
              <a:gd name="connsiteX820" fmla="*/ 5944437 w 7467600"/>
              <a:gd name="connsiteY820" fmla="*/ 113829 h 6858000"/>
              <a:gd name="connsiteX821" fmla="*/ 5825032 w 7467600"/>
              <a:gd name="connsiteY821" fmla="*/ 146405 h 6858000"/>
              <a:gd name="connsiteX822" fmla="*/ 4955599 w 7467600"/>
              <a:gd name="connsiteY822" fmla="*/ 247008 h 6858000"/>
              <a:gd name="connsiteX823" fmla="*/ 5210104 w 7467600"/>
              <a:gd name="connsiteY823" fmla="*/ 228123 h 6858000"/>
              <a:gd name="connsiteX824" fmla="*/ 5261015 w 7467600"/>
              <a:gd name="connsiteY824" fmla="*/ 227087 h 6858000"/>
              <a:gd name="connsiteX825" fmla="*/ 5861181 w 7467600"/>
              <a:gd name="connsiteY825" fmla="*/ 143093 h 6858000"/>
              <a:gd name="connsiteX826" fmla="*/ 5961252 w 7467600"/>
              <a:gd name="connsiteY826" fmla="*/ 114820 h 6858000"/>
              <a:gd name="connsiteX827" fmla="*/ 5944437 w 7467600"/>
              <a:gd name="connsiteY827" fmla="*/ 113829 h 6858000"/>
              <a:gd name="connsiteX828" fmla="*/ 3882765 w 7467600"/>
              <a:gd name="connsiteY828" fmla="*/ 0 h 6858000"/>
              <a:gd name="connsiteX829" fmla="*/ 3995099 w 7467600"/>
              <a:gd name="connsiteY829" fmla="*/ 0 h 6858000"/>
              <a:gd name="connsiteX830" fmla="*/ 4163818 w 7467600"/>
              <a:gd name="connsiteY830" fmla="*/ 234104 h 6858000"/>
              <a:gd name="connsiteX831" fmla="*/ 4172099 w 7467600"/>
              <a:gd name="connsiteY831" fmla="*/ 234207 h 6858000"/>
              <a:gd name="connsiteX832" fmla="*/ 4784282 w 7467600"/>
              <a:gd name="connsiteY832" fmla="*/ 276561 h 6858000"/>
              <a:gd name="connsiteX833" fmla="*/ 4801687 w 7467600"/>
              <a:gd name="connsiteY833" fmla="*/ 267764 h 6858000"/>
              <a:gd name="connsiteX834" fmla="*/ 6082788 w 7467600"/>
              <a:gd name="connsiteY834" fmla="*/ 64119 h 6858000"/>
              <a:gd name="connsiteX835" fmla="*/ 6099442 w 7467600"/>
              <a:gd name="connsiteY835" fmla="*/ 82568 h 6858000"/>
              <a:gd name="connsiteX836" fmla="*/ 4804137 w 7467600"/>
              <a:gd name="connsiteY836" fmla="*/ 320931 h 6858000"/>
              <a:gd name="connsiteX837" fmla="*/ 4227047 w 7467600"/>
              <a:gd name="connsiteY837" fmla="*/ 313415 h 6858000"/>
              <a:gd name="connsiteX838" fmla="*/ 4346041 w 7467600"/>
              <a:gd name="connsiteY838" fmla="*/ 456086 h 6858000"/>
              <a:gd name="connsiteX839" fmla="*/ 4870967 w 7467600"/>
              <a:gd name="connsiteY839" fmla="*/ 963061 h 6858000"/>
              <a:gd name="connsiteX840" fmla="*/ 4889647 w 7467600"/>
              <a:gd name="connsiteY840" fmla="*/ 957147 h 6858000"/>
              <a:gd name="connsiteX841" fmla="*/ 5422504 w 7467600"/>
              <a:gd name="connsiteY841" fmla="*/ 805191 h 6858000"/>
              <a:gd name="connsiteX842" fmla="*/ 6087656 w 7467600"/>
              <a:gd name="connsiteY842" fmla="*/ 826703 h 6858000"/>
              <a:gd name="connsiteX843" fmla="*/ 6058717 w 7467600"/>
              <a:gd name="connsiteY843" fmla="*/ 865992 h 6858000"/>
              <a:gd name="connsiteX844" fmla="*/ 4974153 w 7467600"/>
              <a:gd name="connsiteY844" fmla="*/ 1045456 h 6858000"/>
              <a:gd name="connsiteX845" fmla="*/ 5627835 w 7467600"/>
              <a:gd name="connsiteY845" fmla="*/ 1472077 h 6858000"/>
              <a:gd name="connsiteX846" fmla="*/ 5629817 w 7467600"/>
              <a:gd name="connsiteY846" fmla="*/ 1471412 h 6858000"/>
              <a:gd name="connsiteX847" fmla="*/ 5634124 w 7467600"/>
              <a:gd name="connsiteY847" fmla="*/ 1470572 h 6858000"/>
              <a:gd name="connsiteX848" fmla="*/ 5755832 w 7467600"/>
              <a:gd name="connsiteY848" fmla="*/ 1383886 h 6858000"/>
              <a:gd name="connsiteX849" fmla="*/ 6014186 w 7467600"/>
              <a:gd name="connsiteY849" fmla="*/ 1279799 h 6858000"/>
              <a:gd name="connsiteX850" fmla="*/ 6901619 w 7467600"/>
              <a:gd name="connsiteY850" fmla="*/ 1047874 h 6858000"/>
              <a:gd name="connsiteX851" fmla="*/ 6931566 w 7467600"/>
              <a:gd name="connsiteY851" fmla="*/ 1062034 h 6858000"/>
              <a:gd name="connsiteX852" fmla="*/ 5790982 w 7467600"/>
              <a:gd name="connsiteY852" fmla="*/ 1561380 h 6858000"/>
              <a:gd name="connsiteX853" fmla="*/ 6188971 w 7467600"/>
              <a:gd name="connsiteY853" fmla="*/ 1755168 h 6858000"/>
              <a:gd name="connsiteX854" fmla="*/ 6202446 w 7467600"/>
              <a:gd name="connsiteY854" fmla="*/ 1752268 h 6858000"/>
              <a:gd name="connsiteX855" fmla="*/ 7179560 w 7467600"/>
              <a:gd name="connsiteY855" fmla="*/ 1467551 h 6858000"/>
              <a:gd name="connsiteX856" fmla="*/ 7158730 w 7467600"/>
              <a:gd name="connsiteY856" fmla="*/ 1507835 h 6858000"/>
              <a:gd name="connsiteX857" fmla="*/ 6326959 w 7467600"/>
              <a:gd name="connsiteY857" fmla="*/ 1817686 h 6858000"/>
              <a:gd name="connsiteX858" fmla="*/ 6537433 w 7467600"/>
              <a:gd name="connsiteY858" fmla="*/ 1907790 h 6858000"/>
              <a:gd name="connsiteX859" fmla="*/ 6550221 w 7467600"/>
              <a:gd name="connsiteY859" fmla="*/ 1910729 h 6858000"/>
              <a:gd name="connsiteX860" fmla="*/ 6964438 w 7467600"/>
              <a:gd name="connsiteY860" fmla="*/ 2209505 h 6858000"/>
              <a:gd name="connsiteX861" fmla="*/ 7367862 w 7467600"/>
              <a:gd name="connsiteY861" fmla="*/ 2806833 h 6858000"/>
              <a:gd name="connsiteX862" fmla="*/ 7364329 w 7467600"/>
              <a:gd name="connsiteY862" fmla="*/ 2826907 h 6858000"/>
              <a:gd name="connsiteX863" fmla="*/ 7290545 w 7467600"/>
              <a:gd name="connsiteY863" fmla="*/ 2850663 h 6858000"/>
              <a:gd name="connsiteX864" fmla="*/ 6472036 w 7467600"/>
              <a:gd name="connsiteY864" fmla="*/ 1959003 h 6858000"/>
              <a:gd name="connsiteX865" fmla="*/ 5792897 w 7467600"/>
              <a:gd name="connsiteY865" fmla="*/ 1647747 h 6858000"/>
              <a:gd name="connsiteX866" fmla="*/ 5842751 w 7467600"/>
              <a:gd name="connsiteY866" fmla="*/ 1816112 h 6858000"/>
              <a:gd name="connsiteX867" fmla="*/ 5847424 w 7467600"/>
              <a:gd name="connsiteY867" fmla="*/ 1815776 h 6858000"/>
              <a:gd name="connsiteX868" fmla="*/ 6399821 w 7467600"/>
              <a:gd name="connsiteY868" fmla="*/ 2344799 h 6858000"/>
              <a:gd name="connsiteX869" fmla="*/ 6323232 w 7467600"/>
              <a:gd name="connsiteY869" fmla="*/ 2389634 h 6858000"/>
              <a:gd name="connsiteX870" fmla="*/ 5942958 w 7467600"/>
              <a:gd name="connsiteY870" fmla="*/ 2077708 h 6858000"/>
              <a:gd name="connsiteX871" fmla="*/ 5921559 w 7467600"/>
              <a:gd name="connsiteY871" fmla="*/ 2378596 h 6858000"/>
              <a:gd name="connsiteX872" fmla="*/ 5817651 w 7467600"/>
              <a:gd name="connsiteY872" fmla="*/ 3023919 h 6858000"/>
              <a:gd name="connsiteX873" fmla="*/ 5729634 w 7467600"/>
              <a:gd name="connsiteY873" fmla="*/ 3051849 h 6858000"/>
              <a:gd name="connsiteX874" fmla="*/ 5611018 w 7467600"/>
              <a:gd name="connsiteY874" fmla="*/ 2316769 h 6858000"/>
              <a:gd name="connsiteX875" fmla="*/ 5687608 w 7467600"/>
              <a:gd name="connsiteY875" fmla="*/ 2039972 h 6858000"/>
              <a:gd name="connsiteX876" fmla="*/ 5657554 w 7467600"/>
              <a:gd name="connsiteY876" fmla="*/ 1576445 h 6858000"/>
              <a:gd name="connsiteX877" fmla="*/ 5150475 w 7467600"/>
              <a:gd name="connsiteY877" fmla="*/ 1274012 h 6858000"/>
              <a:gd name="connsiteX878" fmla="*/ 5349142 w 7467600"/>
              <a:gd name="connsiteY878" fmla="*/ 2204405 h 6858000"/>
              <a:gd name="connsiteX879" fmla="*/ 5262214 w 7467600"/>
              <a:gd name="connsiteY879" fmla="*/ 2233836 h 6858000"/>
              <a:gd name="connsiteX880" fmla="*/ 4981539 w 7467600"/>
              <a:gd name="connsiteY880" fmla="*/ 1542201 h 6858000"/>
              <a:gd name="connsiteX881" fmla="*/ 4958461 w 7467600"/>
              <a:gd name="connsiteY881" fmla="*/ 1136957 h 6858000"/>
              <a:gd name="connsiteX882" fmla="*/ 4655015 w 7467600"/>
              <a:gd name="connsiteY882" fmla="*/ 891426 h 6858000"/>
              <a:gd name="connsiteX883" fmla="*/ 4348002 w 7467600"/>
              <a:gd name="connsiteY883" fmla="*/ 2205895 h 6858000"/>
              <a:gd name="connsiteX884" fmla="*/ 4262250 w 7467600"/>
              <a:gd name="connsiteY884" fmla="*/ 2219972 h 6858000"/>
              <a:gd name="connsiteX885" fmla="*/ 4550611 w 7467600"/>
              <a:gd name="connsiteY885" fmla="*/ 817540 h 6858000"/>
              <a:gd name="connsiteX886" fmla="*/ 4564418 w 7467600"/>
              <a:gd name="connsiteY886" fmla="*/ 808293 h 6858000"/>
              <a:gd name="connsiteX887" fmla="*/ 4266388 w 7467600"/>
              <a:gd name="connsiteY887" fmla="*/ 500083 h 6858000"/>
              <a:gd name="connsiteX888" fmla="*/ 4032842 w 7467600"/>
              <a:gd name="connsiteY888" fmla="*/ 211809 h 6858000"/>
              <a:gd name="connsiteX889" fmla="*/ 3882765 w 7467600"/>
              <a:gd name="connsiteY889" fmla="*/ 0 h 6858000"/>
              <a:gd name="connsiteX890" fmla="*/ 3721337 w 7467600"/>
              <a:gd name="connsiteY890" fmla="*/ 0 h 6858000"/>
              <a:gd name="connsiteX891" fmla="*/ 3797544 w 7467600"/>
              <a:gd name="connsiteY891" fmla="*/ 0 h 6858000"/>
              <a:gd name="connsiteX892" fmla="*/ 3775734 w 7467600"/>
              <a:gd name="connsiteY892" fmla="*/ 95131 h 6858000"/>
              <a:gd name="connsiteX893" fmla="*/ 3724807 w 7467600"/>
              <a:gd name="connsiteY893" fmla="*/ 272257 h 6858000"/>
              <a:gd name="connsiteX894" fmla="*/ 3726844 w 7467600"/>
              <a:gd name="connsiteY894" fmla="*/ 282988 h 6858000"/>
              <a:gd name="connsiteX895" fmla="*/ 3742664 w 7467600"/>
              <a:gd name="connsiteY895" fmla="*/ 279918 h 6858000"/>
              <a:gd name="connsiteX896" fmla="*/ 4103910 w 7467600"/>
              <a:gd name="connsiteY896" fmla="*/ 1161917 h 6858000"/>
              <a:gd name="connsiteX897" fmla="*/ 4020269 w 7467600"/>
              <a:gd name="connsiteY897" fmla="*/ 1200406 h 6858000"/>
              <a:gd name="connsiteX898" fmla="*/ 3674882 w 7467600"/>
              <a:gd name="connsiteY898" fmla="*/ 488524 h 6858000"/>
              <a:gd name="connsiteX899" fmla="*/ 3132682 w 7467600"/>
              <a:gd name="connsiteY899" fmla="*/ 1072284 h 6858000"/>
              <a:gd name="connsiteX900" fmla="*/ 2716346 w 7467600"/>
              <a:gd name="connsiteY900" fmla="*/ 1276376 h 6858000"/>
              <a:gd name="connsiteX901" fmla="*/ 2716772 w 7467600"/>
              <a:gd name="connsiteY901" fmla="*/ 1255462 h 6858000"/>
              <a:gd name="connsiteX902" fmla="*/ 3471096 w 7467600"/>
              <a:gd name="connsiteY902" fmla="*/ 437072 h 6858000"/>
              <a:gd name="connsiteX903" fmla="*/ 3639057 w 7467600"/>
              <a:gd name="connsiteY903" fmla="*/ 286334 h 6858000"/>
              <a:gd name="connsiteX904" fmla="*/ 3640309 w 7467600"/>
              <a:gd name="connsiteY904" fmla="*/ 284664 h 6858000"/>
              <a:gd name="connsiteX905" fmla="*/ 3646022 w 7467600"/>
              <a:gd name="connsiteY905" fmla="*/ 276711 h 6858000"/>
              <a:gd name="connsiteX906" fmla="*/ 3707943 w 7467600"/>
              <a:gd name="connsiteY906" fmla="*/ 65958 h 6858000"/>
              <a:gd name="connsiteX907" fmla="*/ 3721337 w 7467600"/>
              <a:gd name="connsiteY907" fmla="*/ 0 h 6858000"/>
              <a:gd name="connsiteX908" fmla="*/ 2867960 w 7467600"/>
              <a:gd name="connsiteY908" fmla="*/ 0 h 6858000"/>
              <a:gd name="connsiteX909" fmla="*/ 2926351 w 7467600"/>
              <a:gd name="connsiteY909" fmla="*/ 0 h 6858000"/>
              <a:gd name="connsiteX910" fmla="*/ 2902823 w 7467600"/>
              <a:gd name="connsiteY910" fmla="*/ 262929 h 6858000"/>
              <a:gd name="connsiteX911" fmla="*/ 2940663 w 7467600"/>
              <a:gd name="connsiteY911" fmla="*/ 140884 h 6858000"/>
              <a:gd name="connsiteX912" fmla="*/ 2947039 w 7467600"/>
              <a:gd name="connsiteY912" fmla="*/ 122524 h 6858000"/>
              <a:gd name="connsiteX913" fmla="*/ 2984316 w 7467600"/>
              <a:gd name="connsiteY913" fmla="*/ 0 h 6858000"/>
              <a:gd name="connsiteX914" fmla="*/ 3016114 w 7467600"/>
              <a:gd name="connsiteY914" fmla="*/ 0 h 6858000"/>
              <a:gd name="connsiteX915" fmla="*/ 2979949 w 7467600"/>
              <a:gd name="connsiteY915" fmla="*/ 119274 h 6858000"/>
              <a:gd name="connsiteX916" fmla="*/ 3023879 w 7467600"/>
              <a:gd name="connsiteY916" fmla="*/ 0 h 6858000"/>
              <a:gd name="connsiteX917" fmla="*/ 3105400 w 7467600"/>
              <a:gd name="connsiteY917" fmla="*/ 0 h 6858000"/>
              <a:gd name="connsiteX918" fmla="*/ 3094669 w 7467600"/>
              <a:gd name="connsiteY918" fmla="*/ 30308 h 6858000"/>
              <a:gd name="connsiteX919" fmla="*/ 2901945 w 7467600"/>
              <a:gd name="connsiteY919" fmla="*/ 466538 h 6858000"/>
              <a:gd name="connsiteX920" fmla="*/ 2815209 w 7467600"/>
              <a:gd name="connsiteY920" fmla="*/ 497361 h 6858000"/>
              <a:gd name="connsiteX921" fmla="*/ 2844845 w 7467600"/>
              <a:gd name="connsiteY921" fmla="*/ 127638 h 6858000"/>
              <a:gd name="connsiteX922" fmla="*/ 2867960 w 7467600"/>
              <a:gd name="connsiteY922" fmla="*/ 0 h 6858000"/>
              <a:gd name="connsiteX923" fmla="*/ 1057230 w 7467600"/>
              <a:gd name="connsiteY923" fmla="*/ 0 h 6858000"/>
              <a:gd name="connsiteX924" fmla="*/ 1111003 w 7467600"/>
              <a:gd name="connsiteY924" fmla="*/ 0 h 6858000"/>
              <a:gd name="connsiteX925" fmla="*/ 1125553 w 7467600"/>
              <a:gd name="connsiteY925" fmla="*/ 52588 h 6858000"/>
              <a:gd name="connsiteX926" fmla="*/ 1304276 w 7467600"/>
              <a:gd name="connsiteY926" fmla="*/ 476275 h 6858000"/>
              <a:gd name="connsiteX927" fmla="*/ 1492066 w 7467600"/>
              <a:gd name="connsiteY927" fmla="*/ 886333 h 6858000"/>
              <a:gd name="connsiteX928" fmla="*/ 1423698 w 7467600"/>
              <a:gd name="connsiteY928" fmla="*/ 710817 h 6858000"/>
              <a:gd name="connsiteX929" fmla="*/ 1357609 w 7467600"/>
              <a:gd name="connsiteY929" fmla="*/ 532892 h 6858000"/>
              <a:gd name="connsiteX930" fmla="*/ 1309550 w 7467600"/>
              <a:gd name="connsiteY930" fmla="*/ 374031 h 6858000"/>
              <a:gd name="connsiteX931" fmla="*/ 1193673 w 7467600"/>
              <a:gd name="connsiteY931" fmla="*/ 49533 h 6858000"/>
              <a:gd name="connsiteX932" fmla="*/ 1164391 w 7467600"/>
              <a:gd name="connsiteY932" fmla="*/ 0 h 6858000"/>
              <a:gd name="connsiteX933" fmla="*/ 1200666 w 7467600"/>
              <a:gd name="connsiteY933" fmla="*/ 0 h 6858000"/>
              <a:gd name="connsiteX934" fmla="*/ 1223408 w 7467600"/>
              <a:gd name="connsiteY934" fmla="*/ 38996 h 6858000"/>
              <a:gd name="connsiteX935" fmla="*/ 1339635 w 7467600"/>
              <a:gd name="connsiteY935" fmla="*/ 365517 h 6858000"/>
              <a:gd name="connsiteX936" fmla="*/ 1387469 w 7467600"/>
              <a:gd name="connsiteY936" fmla="*/ 523079 h 6858000"/>
              <a:gd name="connsiteX937" fmla="*/ 1452685 w 7467600"/>
              <a:gd name="connsiteY937" fmla="*/ 699806 h 6858000"/>
              <a:gd name="connsiteX938" fmla="*/ 1492092 w 7467600"/>
              <a:gd name="connsiteY938" fmla="*/ 800424 h 6858000"/>
              <a:gd name="connsiteX939" fmla="*/ 1455302 w 7467600"/>
              <a:gd name="connsiteY939" fmla="*/ 632913 h 6858000"/>
              <a:gd name="connsiteX940" fmla="*/ 1222336 w 7467600"/>
              <a:gd name="connsiteY940" fmla="*/ 9480 h 6858000"/>
              <a:gd name="connsiteX941" fmla="*/ 1214634 w 7467600"/>
              <a:gd name="connsiteY941" fmla="*/ 0 h 6858000"/>
              <a:gd name="connsiteX942" fmla="*/ 1289827 w 7467600"/>
              <a:gd name="connsiteY942" fmla="*/ 0 h 6858000"/>
              <a:gd name="connsiteX943" fmla="*/ 1321076 w 7467600"/>
              <a:gd name="connsiteY943" fmla="*/ 59722 h 6858000"/>
              <a:gd name="connsiteX944" fmla="*/ 1512579 w 7467600"/>
              <a:gd name="connsiteY944" fmla="*/ 626441 h 6858000"/>
              <a:gd name="connsiteX945" fmla="*/ 1506076 w 7467600"/>
              <a:gd name="connsiteY945" fmla="*/ 1089289 h 6858000"/>
              <a:gd name="connsiteX946" fmla="*/ 1486346 w 7467600"/>
              <a:gd name="connsiteY946" fmla="*/ 1079919 h 6858000"/>
              <a:gd name="connsiteX947" fmla="*/ 1070511 w 7467600"/>
              <a:gd name="connsiteY947" fmla="*/ 48609 h 6858000"/>
              <a:gd name="connsiteX948" fmla="*/ 1057230 w 7467600"/>
              <a:gd name="connsiteY948" fmla="*/ 0 h 6858000"/>
              <a:gd name="connsiteX949" fmla="*/ 43151 w 7467600"/>
              <a:gd name="connsiteY949" fmla="*/ 0 h 6858000"/>
              <a:gd name="connsiteX950" fmla="*/ 95283 w 7467600"/>
              <a:gd name="connsiteY950" fmla="*/ 0 h 6858000"/>
              <a:gd name="connsiteX951" fmla="*/ 300708 w 7467600"/>
              <a:gd name="connsiteY951" fmla="*/ 154571 h 6858000"/>
              <a:gd name="connsiteX952" fmla="*/ 530414 w 7467600"/>
              <a:gd name="connsiteY952" fmla="*/ 354673 h 6858000"/>
              <a:gd name="connsiteX953" fmla="*/ 333785 w 7467600"/>
              <a:gd name="connsiteY953" fmla="*/ 161564 h 6858000"/>
              <a:gd name="connsiteX954" fmla="*/ 147005 w 7467600"/>
              <a:gd name="connsiteY954" fmla="*/ 0 h 6858000"/>
              <a:gd name="connsiteX955" fmla="*/ 272509 w 7467600"/>
              <a:gd name="connsiteY955" fmla="*/ 0 h 6858000"/>
              <a:gd name="connsiteX956" fmla="*/ 326276 w 7467600"/>
              <a:gd name="connsiteY956" fmla="*/ 45847 h 6858000"/>
              <a:gd name="connsiteX957" fmla="*/ 823759 w 7467600"/>
              <a:gd name="connsiteY957" fmla="*/ 574145 h 6858000"/>
              <a:gd name="connsiteX958" fmla="*/ 811254 w 7467600"/>
              <a:gd name="connsiteY958" fmla="*/ 665546 h 6858000"/>
              <a:gd name="connsiteX959" fmla="*/ 154042 w 7467600"/>
              <a:gd name="connsiteY959" fmla="*/ 261522 h 6858000"/>
              <a:gd name="connsiteX960" fmla="*/ 13550 w 7467600"/>
              <a:gd name="connsiteY960" fmla="*/ 158423 h 6858000"/>
              <a:gd name="connsiteX961" fmla="*/ 0 w 7467600"/>
              <a:gd name="connsiteY961" fmla="*/ 146618 h 6858000"/>
              <a:gd name="connsiteX962" fmla="*/ 0 w 7467600"/>
              <a:gd name="connsiteY962" fmla="*/ 59161 h 6858000"/>
              <a:gd name="connsiteX963" fmla="*/ 45427 w 7467600"/>
              <a:gd name="connsiteY963" fmla="*/ 101078 h 6858000"/>
              <a:gd name="connsiteX964" fmla="*/ 630103 w 7467600"/>
              <a:gd name="connsiteY964" fmla="*/ 485885 h 6858000"/>
              <a:gd name="connsiteX965" fmla="*/ 532040 w 7467600"/>
              <a:gd name="connsiteY965" fmla="*/ 399359 h 6858000"/>
              <a:gd name="connsiteX966" fmla="*/ 517618 w 7467600"/>
              <a:gd name="connsiteY966" fmla="*/ 385726 h 6858000"/>
              <a:gd name="connsiteX967" fmla="*/ 285074 w 7467600"/>
              <a:gd name="connsiteY967" fmla="*/ 182755 h 6858000"/>
              <a:gd name="connsiteX968" fmla="*/ 43151 w 7467600"/>
              <a:gd name="connsiteY96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467600 w 7467600"/>
              <a:gd name="connsiteY78" fmla="*/ 6012219 h 6858000"/>
              <a:gd name="connsiteX79" fmla="*/ 7356878 w 7467600"/>
              <a:gd name="connsiteY79" fmla="*/ 5981332 h 6858000"/>
              <a:gd name="connsiteX80" fmla="*/ 7467600 w 7467600"/>
              <a:gd name="connsiteY80" fmla="*/ 6117703 h 6858000"/>
              <a:gd name="connsiteX81" fmla="*/ 7467600 w 7467600"/>
              <a:gd name="connsiteY81" fmla="*/ 6163634 h 6858000"/>
              <a:gd name="connsiteX82" fmla="*/ 7403637 w 7467600"/>
              <a:gd name="connsiteY82" fmla="*/ 6083957 h 6858000"/>
              <a:gd name="connsiteX83" fmla="*/ 7254615 w 7467600"/>
              <a:gd name="connsiteY83" fmla="*/ 5911918 h 6858000"/>
              <a:gd name="connsiteX84" fmla="*/ 7312589 w 7467600"/>
              <a:gd name="connsiteY84" fmla="*/ 5982309 h 6858000"/>
              <a:gd name="connsiteX85" fmla="*/ 7448321 w 7467600"/>
              <a:gd name="connsiteY85" fmla="*/ 6190991 h 6858000"/>
              <a:gd name="connsiteX86" fmla="*/ 7467600 w 7467600"/>
              <a:gd name="connsiteY86" fmla="*/ 6221686 h 6858000"/>
              <a:gd name="connsiteX87" fmla="*/ 7467600 w 7467600"/>
              <a:gd name="connsiteY87" fmla="*/ 6334256 h 6858000"/>
              <a:gd name="connsiteX88" fmla="*/ 7454976 w 7467600"/>
              <a:gd name="connsiteY88" fmla="*/ 6318297 h 6858000"/>
              <a:gd name="connsiteX89" fmla="*/ 1456157 w 7467600"/>
              <a:gd name="connsiteY89" fmla="*/ 5371404 h 6858000"/>
              <a:gd name="connsiteX90" fmla="*/ 1244432 w 7467600"/>
              <a:gd name="connsiteY90" fmla="*/ 5385601 h 6858000"/>
              <a:gd name="connsiteX91" fmla="*/ 973990 w 7467600"/>
              <a:gd name="connsiteY91" fmla="*/ 5424940 h 6858000"/>
              <a:gd name="connsiteX92" fmla="*/ 1103809 w 7467600"/>
              <a:gd name="connsiteY92" fmla="*/ 5433720 h 6858000"/>
              <a:gd name="connsiteX93" fmla="*/ 1123454 w 7467600"/>
              <a:gd name="connsiteY93" fmla="*/ 5435727 h 6858000"/>
              <a:gd name="connsiteX94" fmla="*/ 1737017 w 7467600"/>
              <a:gd name="connsiteY94" fmla="*/ 5452183 h 6858000"/>
              <a:gd name="connsiteX95" fmla="*/ 1824397 w 7467600"/>
              <a:gd name="connsiteY95" fmla="*/ 5447757 h 6858000"/>
              <a:gd name="connsiteX96" fmla="*/ 2070059 w 7467600"/>
              <a:gd name="connsiteY96" fmla="*/ 5441660 h 6858000"/>
              <a:gd name="connsiteX97" fmla="*/ 1456157 w 7467600"/>
              <a:gd name="connsiteY97" fmla="*/ 5371404 h 6858000"/>
              <a:gd name="connsiteX98" fmla="*/ 4988186 w 7467600"/>
              <a:gd name="connsiteY98" fmla="*/ 5216467 h 6858000"/>
              <a:gd name="connsiteX99" fmla="*/ 4777334 w 7467600"/>
              <a:gd name="connsiteY99" fmla="*/ 5406072 h 6858000"/>
              <a:gd name="connsiteX100" fmla="*/ 4718341 w 7467600"/>
              <a:gd name="connsiteY100" fmla="*/ 5468043 h 6858000"/>
              <a:gd name="connsiteX101" fmla="*/ 4604655 w 7467600"/>
              <a:gd name="connsiteY101" fmla="*/ 5583434 h 6858000"/>
              <a:gd name="connsiteX102" fmla="*/ 4565074 w 7467600"/>
              <a:gd name="connsiteY102" fmla="*/ 5618550 h 6858000"/>
              <a:gd name="connsiteX103" fmla="*/ 4988186 w 7467600"/>
              <a:gd name="connsiteY103" fmla="*/ 5216467 h 6858000"/>
              <a:gd name="connsiteX104" fmla="*/ 4978032 w 7467600"/>
              <a:gd name="connsiteY104" fmla="*/ 5183809 h 6858000"/>
              <a:gd name="connsiteX105" fmla="*/ 4463413 w 7467600"/>
              <a:gd name="connsiteY105" fmla="*/ 5615162 h 6858000"/>
              <a:gd name="connsiteX106" fmla="*/ 4358134 w 7467600"/>
              <a:gd name="connsiteY106" fmla="*/ 5742791 h 6858000"/>
              <a:gd name="connsiteX107" fmla="*/ 4376219 w 7467600"/>
              <a:gd name="connsiteY107" fmla="*/ 5729027 h 6858000"/>
              <a:gd name="connsiteX108" fmla="*/ 4582340 w 7467600"/>
              <a:gd name="connsiteY108" fmla="*/ 5561037 h 6858000"/>
              <a:gd name="connsiteX109" fmla="*/ 4694684 w 7467600"/>
              <a:gd name="connsiteY109" fmla="*/ 5447098 h 6858000"/>
              <a:gd name="connsiteX110" fmla="*/ 4754123 w 7467600"/>
              <a:gd name="connsiteY110" fmla="*/ 5384643 h 6858000"/>
              <a:gd name="connsiteX111" fmla="*/ 4978032 w 7467600"/>
              <a:gd name="connsiteY111" fmla="*/ 5183809 h 6858000"/>
              <a:gd name="connsiteX112" fmla="*/ 1903353 w 7467600"/>
              <a:gd name="connsiteY112" fmla="*/ 5044827 h 6858000"/>
              <a:gd name="connsiteX113" fmla="*/ 1936931 w 7467600"/>
              <a:gd name="connsiteY113" fmla="*/ 5093954 h 6858000"/>
              <a:gd name="connsiteX114" fmla="*/ 2195868 w 7467600"/>
              <a:gd name="connsiteY114" fmla="*/ 5396574 h 6858000"/>
              <a:gd name="connsiteX115" fmla="*/ 2088852 w 7467600"/>
              <a:gd name="connsiteY115" fmla="*/ 5166123 h 6858000"/>
              <a:gd name="connsiteX116" fmla="*/ 1958241 w 7467600"/>
              <a:gd name="connsiteY116" fmla="*/ 5067955 h 6858000"/>
              <a:gd name="connsiteX117" fmla="*/ 1903353 w 7467600"/>
              <a:gd name="connsiteY117" fmla="*/ 5044827 h 6858000"/>
              <a:gd name="connsiteX118" fmla="*/ 1979378 w 7467600"/>
              <a:gd name="connsiteY118" fmla="*/ 4769504 h 6858000"/>
              <a:gd name="connsiteX119" fmla="*/ 2882120 w 7467600"/>
              <a:gd name="connsiteY119" fmla="*/ 5064547 h 6858000"/>
              <a:gd name="connsiteX120" fmla="*/ 2793103 w 7467600"/>
              <a:gd name="connsiteY120" fmla="*/ 5039699 h 6858000"/>
              <a:gd name="connsiteX121" fmla="*/ 2770041 w 7467600"/>
              <a:gd name="connsiteY121" fmla="*/ 5033634 h 6858000"/>
              <a:gd name="connsiteX122" fmla="*/ 1979378 w 7467600"/>
              <a:gd name="connsiteY122" fmla="*/ 4769504 h 6858000"/>
              <a:gd name="connsiteX123" fmla="*/ 1927410 w 7467600"/>
              <a:gd name="connsiteY123" fmla="*/ 4716164 h 6858000"/>
              <a:gd name="connsiteX124" fmla="*/ 1959587 w 7467600"/>
              <a:gd name="connsiteY124" fmla="*/ 4728849 h 6858000"/>
              <a:gd name="connsiteX125" fmla="*/ 2777707 w 7467600"/>
              <a:gd name="connsiteY125" fmla="*/ 5003991 h 6858000"/>
              <a:gd name="connsiteX126" fmla="*/ 2800768 w 7467600"/>
              <a:gd name="connsiteY126" fmla="*/ 5010056 h 6858000"/>
              <a:gd name="connsiteX127" fmla="*/ 2879408 w 7467600"/>
              <a:gd name="connsiteY127" fmla="*/ 5031590 h 6858000"/>
              <a:gd name="connsiteX128" fmla="*/ 2862295 w 7467600"/>
              <a:gd name="connsiteY128" fmla="*/ 5022958 h 6858000"/>
              <a:gd name="connsiteX129" fmla="*/ 2813343 w 7467600"/>
              <a:gd name="connsiteY129" fmla="*/ 4998369 h 6858000"/>
              <a:gd name="connsiteX130" fmla="*/ 2646245 w 7467600"/>
              <a:gd name="connsiteY130" fmla="*/ 4930999 h 6858000"/>
              <a:gd name="connsiteX131" fmla="*/ 1999243 w 7467600"/>
              <a:gd name="connsiteY131" fmla="*/ 4730524 h 6858000"/>
              <a:gd name="connsiteX132" fmla="*/ 1979527 w 7467600"/>
              <a:gd name="connsiteY132" fmla="*/ 4726651 h 6858000"/>
              <a:gd name="connsiteX133" fmla="*/ 1927410 w 7467600"/>
              <a:gd name="connsiteY133" fmla="*/ 4716164 h 6858000"/>
              <a:gd name="connsiteX134" fmla="*/ 1997014 w 7467600"/>
              <a:gd name="connsiteY134" fmla="*/ 4698007 h 6858000"/>
              <a:gd name="connsiteX135" fmla="*/ 2005458 w 7467600"/>
              <a:gd name="connsiteY135" fmla="*/ 4699540 h 6858000"/>
              <a:gd name="connsiteX136" fmla="*/ 2657186 w 7467600"/>
              <a:gd name="connsiteY136" fmla="*/ 4901687 h 6858000"/>
              <a:gd name="connsiteX137" fmla="*/ 2826662 w 7467600"/>
              <a:gd name="connsiteY137" fmla="*/ 4970362 h 6858000"/>
              <a:gd name="connsiteX138" fmla="*/ 2876100 w 7467600"/>
              <a:gd name="connsiteY138" fmla="*/ 4995397 h 6858000"/>
              <a:gd name="connsiteX139" fmla="*/ 3042600 w 7467600"/>
              <a:gd name="connsiteY139" fmla="*/ 5059532 h 6858000"/>
              <a:gd name="connsiteX140" fmla="*/ 1997014 w 7467600"/>
              <a:gd name="connsiteY140" fmla="*/ 4698007 h 6858000"/>
              <a:gd name="connsiteX141" fmla="*/ 2305292 w 7467600"/>
              <a:gd name="connsiteY141" fmla="*/ 4219492 h 6858000"/>
              <a:gd name="connsiteX142" fmla="*/ 3360922 w 7467600"/>
              <a:gd name="connsiteY142" fmla="*/ 4529373 h 6858000"/>
              <a:gd name="connsiteX143" fmla="*/ 3492420 w 7467600"/>
              <a:gd name="connsiteY143" fmla="*/ 4510145 h 6858000"/>
              <a:gd name="connsiteX144" fmla="*/ 3364086 w 7467600"/>
              <a:gd name="connsiteY144" fmla="*/ 4480340 h 6858000"/>
              <a:gd name="connsiteX145" fmla="*/ 3225818 w 7467600"/>
              <a:gd name="connsiteY145" fmla="*/ 4411822 h 6858000"/>
              <a:gd name="connsiteX146" fmla="*/ 3129696 w 7467600"/>
              <a:gd name="connsiteY146" fmla="*/ 4360704 h 6858000"/>
              <a:gd name="connsiteX147" fmla="*/ 2814545 w 7467600"/>
              <a:gd name="connsiteY147" fmla="*/ 4282955 h 6858000"/>
              <a:gd name="connsiteX148" fmla="*/ 2305292 w 7467600"/>
              <a:gd name="connsiteY148" fmla="*/ 4219492 h 6858000"/>
              <a:gd name="connsiteX149" fmla="*/ 2626982 w 7467600"/>
              <a:gd name="connsiteY149" fmla="*/ 4206450 h 6858000"/>
              <a:gd name="connsiteX150" fmla="*/ 2490617 w 7467600"/>
              <a:gd name="connsiteY150" fmla="*/ 4206951 h 6858000"/>
              <a:gd name="connsiteX151" fmla="*/ 2819869 w 7467600"/>
              <a:gd name="connsiteY151" fmla="*/ 4252936 h 6858000"/>
              <a:gd name="connsiteX152" fmla="*/ 3143018 w 7467600"/>
              <a:gd name="connsiteY152" fmla="*/ 4332698 h 6858000"/>
              <a:gd name="connsiteX153" fmla="*/ 3241520 w 7467600"/>
              <a:gd name="connsiteY153" fmla="*/ 4385112 h 6858000"/>
              <a:gd name="connsiteX154" fmla="*/ 3374575 w 7467600"/>
              <a:gd name="connsiteY154" fmla="*/ 4451517 h 6858000"/>
              <a:gd name="connsiteX155" fmla="*/ 3505221 w 7467600"/>
              <a:gd name="connsiteY155" fmla="*/ 4480757 h 6858000"/>
              <a:gd name="connsiteX156" fmla="*/ 2626982 w 7467600"/>
              <a:gd name="connsiteY156" fmla="*/ 4206450 h 6858000"/>
              <a:gd name="connsiteX157" fmla="*/ 1310106 w 7467600"/>
              <a:gd name="connsiteY157" fmla="*/ 3943217 h 6858000"/>
              <a:gd name="connsiteX158" fmla="*/ 854994 w 7467600"/>
              <a:gd name="connsiteY158" fmla="*/ 4399136 h 6858000"/>
              <a:gd name="connsiteX159" fmla="*/ 742462 w 7467600"/>
              <a:gd name="connsiteY159" fmla="*/ 4594648 h 6858000"/>
              <a:gd name="connsiteX160" fmla="*/ 820602 w 7467600"/>
              <a:gd name="connsiteY160" fmla="*/ 4485915 h 6858000"/>
              <a:gd name="connsiteX161" fmla="*/ 878295 w 7467600"/>
              <a:gd name="connsiteY161" fmla="*/ 4403594 h 6858000"/>
              <a:gd name="connsiteX162" fmla="*/ 1240607 w 7467600"/>
              <a:gd name="connsiteY162" fmla="*/ 4010401 h 6858000"/>
              <a:gd name="connsiteX163" fmla="*/ 1310106 w 7467600"/>
              <a:gd name="connsiteY163" fmla="*/ 3943217 h 6858000"/>
              <a:gd name="connsiteX164" fmla="*/ 1423113 w 7467600"/>
              <a:gd name="connsiteY164" fmla="*/ 3874565 h 6858000"/>
              <a:gd name="connsiteX165" fmla="*/ 1260565 w 7467600"/>
              <a:gd name="connsiteY165" fmla="*/ 4031982 h 6858000"/>
              <a:gd name="connsiteX166" fmla="*/ 901900 w 7467600"/>
              <a:gd name="connsiteY166" fmla="*/ 4421236 h 6858000"/>
              <a:gd name="connsiteX167" fmla="*/ 845044 w 7467600"/>
              <a:gd name="connsiteY167" fmla="*/ 4502436 h 6858000"/>
              <a:gd name="connsiteX168" fmla="*/ 685926 w 7467600"/>
              <a:gd name="connsiteY168" fmla="*/ 4703069 h 6858000"/>
              <a:gd name="connsiteX169" fmla="*/ 684248 w 7467600"/>
              <a:gd name="connsiteY169" fmla="*/ 4706721 h 6858000"/>
              <a:gd name="connsiteX170" fmla="*/ 1423113 w 7467600"/>
              <a:gd name="connsiteY170" fmla="*/ 3874565 h 6858000"/>
              <a:gd name="connsiteX171" fmla="*/ 3316479 w 7467600"/>
              <a:gd name="connsiteY171" fmla="*/ 3872136 h 6858000"/>
              <a:gd name="connsiteX172" fmla="*/ 3546806 w 7467600"/>
              <a:gd name="connsiteY172" fmla="*/ 4356139 h 6858000"/>
              <a:gd name="connsiteX173" fmla="*/ 3364433 w 7467600"/>
              <a:gd name="connsiteY173" fmla="*/ 3953121 h 6858000"/>
              <a:gd name="connsiteX174" fmla="*/ 3316479 w 7467600"/>
              <a:gd name="connsiteY174" fmla="*/ 3872136 h 6858000"/>
              <a:gd name="connsiteX175" fmla="*/ 3291335 w 7467600"/>
              <a:gd name="connsiteY175" fmla="*/ 3767420 h 6858000"/>
              <a:gd name="connsiteX176" fmla="*/ 3390805 w 7467600"/>
              <a:gd name="connsiteY176" fmla="*/ 3937163 h 6858000"/>
              <a:gd name="connsiteX177" fmla="*/ 3579062 w 7467600"/>
              <a:gd name="connsiteY177" fmla="*/ 4359040 h 6858000"/>
              <a:gd name="connsiteX178" fmla="*/ 3467355 w 7467600"/>
              <a:gd name="connsiteY178" fmla="*/ 3988130 h 6858000"/>
              <a:gd name="connsiteX179" fmla="*/ 3310753 w 7467600"/>
              <a:gd name="connsiteY179" fmla="*/ 3787140 h 6858000"/>
              <a:gd name="connsiteX180" fmla="*/ 3291335 w 7467600"/>
              <a:gd name="connsiteY180" fmla="*/ 3767420 h 6858000"/>
              <a:gd name="connsiteX181" fmla="*/ 1635889 w 7467600"/>
              <a:gd name="connsiteY181" fmla="*/ 3709494 h 6858000"/>
              <a:gd name="connsiteX182" fmla="*/ 1634800 w 7467600"/>
              <a:gd name="connsiteY182" fmla="*/ 3731111 h 6858000"/>
              <a:gd name="connsiteX183" fmla="*/ 1635889 w 7467600"/>
              <a:gd name="connsiteY183" fmla="*/ 3709494 h 6858000"/>
              <a:gd name="connsiteX184" fmla="*/ 1510397 w 7467600"/>
              <a:gd name="connsiteY184" fmla="*/ 3684705 h 6858000"/>
              <a:gd name="connsiteX185" fmla="*/ 1146550 w 7467600"/>
              <a:gd name="connsiteY185" fmla="*/ 3802012 h 6858000"/>
              <a:gd name="connsiteX186" fmla="*/ 698834 w 7467600"/>
              <a:gd name="connsiteY186" fmla="*/ 3952272 h 6858000"/>
              <a:gd name="connsiteX187" fmla="*/ 34256 w 7467600"/>
              <a:gd name="connsiteY187" fmla="*/ 4347603 h 6858000"/>
              <a:gd name="connsiteX188" fmla="*/ 527241 w 7467600"/>
              <a:gd name="connsiteY188" fmla="*/ 4065078 h 6858000"/>
              <a:gd name="connsiteX189" fmla="*/ 1510397 w 7467600"/>
              <a:gd name="connsiteY189" fmla="*/ 3684705 h 6858000"/>
              <a:gd name="connsiteX190" fmla="*/ 1313114 w 7467600"/>
              <a:gd name="connsiteY190" fmla="*/ 3655216 h 6858000"/>
              <a:gd name="connsiteX191" fmla="*/ 1109304 w 7467600"/>
              <a:gd name="connsiteY191" fmla="*/ 3669030 h 6858000"/>
              <a:gd name="connsiteX192" fmla="*/ 8129 w 7467600"/>
              <a:gd name="connsiteY192" fmla="*/ 4330519 h 6858000"/>
              <a:gd name="connsiteX193" fmla="*/ 687572 w 7467600"/>
              <a:gd name="connsiteY193" fmla="*/ 3925629 h 6858000"/>
              <a:gd name="connsiteX194" fmla="*/ 1138365 w 7467600"/>
              <a:gd name="connsiteY194" fmla="*/ 3774515 h 6858000"/>
              <a:gd name="connsiteX195" fmla="*/ 1505579 w 7467600"/>
              <a:gd name="connsiteY195" fmla="*/ 3655526 h 6858000"/>
              <a:gd name="connsiteX196" fmla="*/ 1313114 w 7467600"/>
              <a:gd name="connsiteY196" fmla="*/ 3655216 h 6858000"/>
              <a:gd name="connsiteX197" fmla="*/ 3655073 w 7467600"/>
              <a:gd name="connsiteY197" fmla="*/ 3650884 h 6858000"/>
              <a:gd name="connsiteX198" fmla="*/ 3989938 w 7467600"/>
              <a:gd name="connsiteY198" fmla="*/ 3991685 h 6858000"/>
              <a:gd name="connsiteX199" fmla="*/ 4393907 w 7467600"/>
              <a:gd name="connsiteY199" fmla="*/ 4261258 h 6858000"/>
              <a:gd name="connsiteX200" fmla="*/ 4648051 w 7467600"/>
              <a:gd name="connsiteY200" fmla="*/ 4374051 h 6858000"/>
              <a:gd name="connsiteX201" fmla="*/ 4383389 w 7467600"/>
              <a:gd name="connsiteY201" fmla="*/ 4184369 h 6858000"/>
              <a:gd name="connsiteX202" fmla="*/ 4165508 w 7467600"/>
              <a:gd name="connsiteY202" fmla="*/ 4035196 h 6858000"/>
              <a:gd name="connsiteX203" fmla="*/ 4068162 w 7467600"/>
              <a:gd name="connsiteY203" fmla="*/ 3953394 h 6858000"/>
              <a:gd name="connsiteX204" fmla="*/ 3981416 w 7467600"/>
              <a:gd name="connsiteY204" fmla="*/ 3880482 h 6858000"/>
              <a:gd name="connsiteX205" fmla="*/ 3800147 w 7467600"/>
              <a:gd name="connsiteY205" fmla="*/ 3749872 h 6858000"/>
              <a:gd name="connsiteX206" fmla="*/ 3655073 w 7467600"/>
              <a:gd name="connsiteY206" fmla="*/ 3650884 h 6858000"/>
              <a:gd name="connsiteX207" fmla="*/ 3670252 w 7467600"/>
              <a:gd name="connsiteY207" fmla="*/ 3622798 h 6858000"/>
              <a:gd name="connsiteX208" fmla="*/ 3817258 w 7467600"/>
              <a:gd name="connsiteY208" fmla="*/ 3723577 h 6858000"/>
              <a:gd name="connsiteX209" fmla="*/ 4000461 w 7467600"/>
              <a:gd name="connsiteY209" fmla="*/ 3855966 h 6858000"/>
              <a:gd name="connsiteX210" fmla="*/ 4088180 w 7467600"/>
              <a:gd name="connsiteY210" fmla="*/ 3929774 h 6858000"/>
              <a:gd name="connsiteX211" fmla="*/ 4184555 w 7467600"/>
              <a:gd name="connsiteY211" fmla="*/ 4010683 h 6858000"/>
              <a:gd name="connsiteX212" fmla="*/ 4399563 w 7467600"/>
              <a:gd name="connsiteY212" fmla="*/ 4158106 h 6858000"/>
              <a:gd name="connsiteX213" fmla="*/ 4684469 w 7467600"/>
              <a:gd name="connsiteY213" fmla="*/ 4364680 h 6858000"/>
              <a:gd name="connsiteX214" fmla="*/ 4690271 w 7467600"/>
              <a:gd name="connsiteY214" fmla="*/ 4370034 h 6858000"/>
              <a:gd name="connsiteX215" fmla="*/ 4136093 w 7467600"/>
              <a:gd name="connsiteY215" fmla="*/ 3858466 h 6858000"/>
              <a:gd name="connsiteX216" fmla="*/ 3670252 w 7467600"/>
              <a:gd name="connsiteY216" fmla="*/ 3622798 h 6858000"/>
              <a:gd name="connsiteX217" fmla="*/ 4440129 w 7467600"/>
              <a:gd name="connsiteY217" fmla="*/ 3448571 h 6858000"/>
              <a:gd name="connsiteX218" fmla="*/ 4856525 w 7467600"/>
              <a:gd name="connsiteY218" fmla="*/ 3915351 h 6858000"/>
              <a:gd name="connsiteX219" fmla="*/ 5059055 w 7467600"/>
              <a:gd name="connsiteY219" fmla="*/ 4108918 h 6858000"/>
              <a:gd name="connsiteX220" fmla="*/ 5290070 w 7467600"/>
              <a:gd name="connsiteY220" fmla="*/ 4263619 h 6858000"/>
              <a:gd name="connsiteX221" fmla="*/ 4834991 w 7467600"/>
              <a:gd name="connsiteY221" fmla="*/ 3830985 h 6858000"/>
              <a:gd name="connsiteX222" fmla="*/ 4440129 w 7467600"/>
              <a:gd name="connsiteY222" fmla="*/ 3448571 h 6858000"/>
              <a:gd name="connsiteX223" fmla="*/ 4441737 w 7467600"/>
              <a:gd name="connsiteY223" fmla="*/ 3399734 h 6858000"/>
              <a:gd name="connsiteX224" fmla="*/ 4431236 w 7467600"/>
              <a:gd name="connsiteY224" fmla="*/ 3400954 h 6858000"/>
              <a:gd name="connsiteX225" fmla="*/ 4557150 w 7467600"/>
              <a:gd name="connsiteY225" fmla="*/ 3510023 h 6858000"/>
              <a:gd name="connsiteX226" fmla="*/ 4856936 w 7467600"/>
              <a:gd name="connsiteY226" fmla="*/ 3809146 h 6858000"/>
              <a:gd name="connsiteX227" fmla="*/ 5111996 w 7467600"/>
              <a:gd name="connsiteY227" fmla="*/ 4065759 h 6858000"/>
              <a:gd name="connsiteX228" fmla="*/ 5388878 w 7467600"/>
              <a:gd name="connsiteY228" fmla="*/ 4300185 h 6858000"/>
              <a:gd name="connsiteX229" fmla="*/ 5425556 w 7467600"/>
              <a:gd name="connsiteY229" fmla="*/ 4308967 h 6858000"/>
              <a:gd name="connsiteX230" fmla="*/ 4943646 w 7467600"/>
              <a:gd name="connsiteY230" fmla="*/ 3822916 h 6858000"/>
              <a:gd name="connsiteX231" fmla="*/ 4594837 w 7467600"/>
              <a:gd name="connsiteY231" fmla="*/ 3532274 h 6858000"/>
              <a:gd name="connsiteX232" fmla="*/ 4441737 w 7467600"/>
              <a:gd name="connsiteY232" fmla="*/ 3399734 h 6858000"/>
              <a:gd name="connsiteX233" fmla="*/ 5425834 w 7467600"/>
              <a:gd name="connsiteY233" fmla="*/ 3162785 h 6858000"/>
              <a:gd name="connsiteX234" fmla="*/ 5401644 w 7467600"/>
              <a:gd name="connsiteY234" fmla="*/ 3617847 h 6858000"/>
              <a:gd name="connsiteX235" fmla="*/ 5467256 w 7467600"/>
              <a:gd name="connsiteY235" fmla="*/ 4175494 h 6858000"/>
              <a:gd name="connsiteX236" fmla="*/ 5448069 w 7467600"/>
              <a:gd name="connsiteY236" fmla="*/ 3567554 h 6858000"/>
              <a:gd name="connsiteX237" fmla="*/ 5425834 w 7467600"/>
              <a:gd name="connsiteY237" fmla="*/ 3162785 h 6858000"/>
              <a:gd name="connsiteX238" fmla="*/ 1318687 w 7467600"/>
              <a:gd name="connsiteY238" fmla="*/ 3113840 h 6858000"/>
              <a:gd name="connsiteX239" fmla="*/ 1066793 w 7467600"/>
              <a:gd name="connsiteY239" fmla="*/ 3212171 h 6858000"/>
              <a:gd name="connsiteX240" fmla="*/ 993319 w 7467600"/>
              <a:gd name="connsiteY240" fmla="*/ 3247648 h 6858000"/>
              <a:gd name="connsiteX241" fmla="*/ 853081 w 7467600"/>
              <a:gd name="connsiteY241" fmla="*/ 3312410 h 6858000"/>
              <a:gd name="connsiteX242" fmla="*/ 805957 w 7467600"/>
              <a:gd name="connsiteY242" fmla="*/ 3330443 h 6858000"/>
              <a:gd name="connsiteX243" fmla="*/ 1318687 w 7467600"/>
              <a:gd name="connsiteY243" fmla="*/ 3113840 h 6858000"/>
              <a:gd name="connsiteX244" fmla="*/ 5453702 w 7467600"/>
              <a:gd name="connsiteY244" fmla="*/ 3090882 h 6858000"/>
              <a:gd name="connsiteX245" fmla="*/ 5480135 w 7467600"/>
              <a:gd name="connsiteY245" fmla="*/ 3565802 h 6858000"/>
              <a:gd name="connsiteX246" fmla="*/ 5499023 w 7467600"/>
              <a:gd name="connsiteY246" fmla="*/ 4166310 h 6858000"/>
              <a:gd name="connsiteX247" fmla="*/ 5547022 w 7467600"/>
              <a:gd name="connsiteY247" fmla="*/ 3607838 h 6858000"/>
              <a:gd name="connsiteX248" fmla="*/ 5515964 w 7467600"/>
              <a:gd name="connsiteY248" fmla="*/ 3378541 h 6858000"/>
              <a:gd name="connsiteX249" fmla="*/ 5453702 w 7467600"/>
              <a:gd name="connsiteY249" fmla="*/ 3090882 h 6858000"/>
              <a:gd name="connsiteX250" fmla="*/ 1238695 w 7467600"/>
              <a:gd name="connsiteY250" fmla="*/ 3076820 h 6858000"/>
              <a:gd name="connsiteX251" fmla="*/ 716371 w 7467600"/>
              <a:gd name="connsiteY251" fmla="*/ 3293249 h 6858000"/>
              <a:gd name="connsiteX252" fmla="*/ 579522 w 7467600"/>
              <a:gd name="connsiteY252" fmla="*/ 3371759 h 6858000"/>
              <a:gd name="connsiteX253" fmla="*/ 600288 w 7467600"/>
              <a:gd name="connsiteY253" fmla="*/ 3365555 h 6858000"/>
              <a:gd name="connsiteX254" fmla="*/ 840692 w 7467600"/>
              <a:gd name="connsiteY254" fmla="*/ 3284921 h 6858000"/>
              <a:gd name="connsiteX255" fmla="*/ 979248 w 7467600"/>
              <a:gd name="connsiteY255" fmla="*/ 3221003 h 6858000"/>
              <a:gd name="connsiteX256" fmla="*/ 1053282 w 7467600"/>
              <a:gd name="connsiteY256" fmla="*/ 3185247 h 6858000"/>
              <a:gd name="connsiteX257" fmla="*/ 1320603 w 7467600"/>
              <a:gd name="connsiteY257" fmla="*/ 3081281 h 6858000"/>
              <a:gd name="connsiteX258" fmla="*/ 1238695 w 7467600"/>
              <a:gd name="connsiteY258" fmla="*/ 3076820 h 6858000"/>
              <a:gd name="connsiteX259" fmla="*/ 5425627 w 7467600"/>
              <a:gd name="connsiteY259" fmla="*/ 2954192 h 6858000"/>
              <a:gd name="connsiteX260" fmla="*/ 5470770 w 7467600"/>
              <a:gd name="connsiteY260" fmla="*/ 3005435 h 6858000"/>
              <a:gd name="connsiteX261" fmla="*/ 5519779 w 7467600"/>
              <a:gd name="connsiteY261" fmla="*/ 4359223 h 6858000"/>
              <a:gd name="connsiteX262" fmla="*/ 5520293 w 7467600"/>
              <a:gd name="connsiteY262" fmla="*/ 4360602 h 6858000"/>
              <a:gd name="connsiteX263" fmla="*/ 5767221 w 7467600"/>
              <a:gd name="connsiteY263" fmla="*/ 4665564 h 6858000"/>
              <a:gd name="connsiteX264" fmla="*/ 6937169 w 7467600"/>
              <a:gd name="connsiteY264" fmla="*/ 4815941 h 6858000"/>
              <a:gd name="connsiteX265" fmla="*/ 6953922 w 7467600"/>
              <a:gd name="connsiteY265" fmla="*/ 4890068 h 6858000"/>
              <a:gd name="connsiteX266" fmla="*/ 6071359 w 7467600"/>
              <a:gd name="connsiteY266" fmla="*/ 4770770 h 6858000"/>
              <a:gd name="connsiteX267" fmla="*/ 6038839 w 7467600"/>
              <a:gd name="connsiteY267" fmla="*/ 4764474 h 6858000"/>
              <a:gd name="connsiteX268" fmla="*/ 6038706 w 7467600"/>
              <a:gd name="connsiteY268" fmla="*/ 4763847 h 6858000"/>
              <a:gd name="connsiteX269" fmla="*/ 6037784 w 7467600"/>
              <a:gd name="connsiteY269" fmla="*/ 4764270 h 6858000"/>
              <a:gd name="connsiteX270" fmla="*/ 6038839 w 7467600"/>
              <a:gd name="connsiteY270" fmla="*/ 4764474 h 6858000"/>
              <a:gd name="connsiteX271" fmla="*/ 6040338 w 7467600"/>
              <a:gd name="connsiteY271" fmla="*/ 4771418 h 6858000"/>
              <a:gd name="connsiteX272" fmla="*/ 6024488 w 7467600"/>
              <a:gd name="connsiteY272" fmla="*/ 4809903 h 6858000"/>
              <a:gd name="connsiteX273" fmla="*/ 5599771 w 7467600"/>
              <a:gd name="connsiteY273" fmla="*/ 5509652 h 6858000"/>
              <a:gd name="connsiteX274" fmla="*/ 5548843 w 7467600"/>
              <a:gd name="connsiteY274" fmla="*/ 5563845 h 6858000"/>
              <a:gd name="connsiteX275" fmla="*/ 5940952 w 7467600"/>
              <a:gd name="connsiteY275" fmla="*/ 6250028 h 6858000"/>
              <a:gd name="connsiteX276" fmla="*/ 6043441 w 7467600"/>
              <a:gd name="connsiteY276" fmla="*/ 6665847 h 6858000"/>
              <a:gd name="connsiteX277" fmla="*/ 6093432 w 7467600"/>
              <a:gd name="connsiteY277" fmla="*/ 6858000 h 6858000"/>
              <a:gd name="connsiteX278" fmla="*/ 6034344 w 7467600"/>
              <a:gd name="connsiteY278" fmla="*/ 6858000 h 6858000"/>
              <a:gd name="connsiteX279" fmla="*/ 6026679 w 7467600"/>
              <a:gd name="connsiteY279" fmla="*/ 6836959 h 6858000"/>
              <a:gd name="connsiteX280" fmla="*/ 5800441 w 7467600"/>
              <a:gd name="connsiteY280" fmla="*/ 6335286 h 6858000"/>
              <a:gd name="connsiteX281" fmla="*/ 5526562 w 7467600"/>
              <a:gd name="connsiteY281" fmla="*/ 5705388 h 6858000"/>
              <a:gd name="connsiteX282" fmla="*/ 5519640 w 7467600"/>
              <a:gd name="connsiteY282" fmla="*/ 5683774 h 6858000"/>
              <a:gd name="connsiteX283" fmla="*/ 5844559 w 7467600"/>
              <a:gd name="connsiteY283" fmla="*/ 6553349 h 6858000"/>
              <a:gd name="connsiteX284" fmla="*/ 5975994 w 7467600"/>
              <a:gd name="connsiteY284" fmla="*/ 6858000 h 6858000"/>
              <a:gd name="connsiteX285" fmla="*/ 5898547 w 7467600"/>
              <a:gd name="connsiteY285" fmla="*/ 6858000 h 6858000"/>
              <a:gd name="connsiteX286" fmla="*/ 5682041 w 7467600"/>
              <a:gd name="connsiteY286" fmla="*/ 6355860 h 6858000"/>
              <a:gd name="connsiteX287" fmla="*/ 5461758 w 7467600"/>
              <a:gd name="connsiteY287" fmla="*/ 5820220 h 6858000"/>
              <a:gd name="connsiteX288" fmla="*/ 5237282 w 7467600"/>
              <a:gd name="connsiteY288" fmla="*/ 6579086 h 6858000"/>
              <a:gd name="connsiteX289" fmla="*/ 5115009 w 7467600"/>
              <a:gd name="connsiteY289" fmla="*/ 6858000 h 6858000"/>
              <a:gd name="connsiteX290" fmla="*/ 5028074 w 7467600"/>
              <a:gd name="connsiteY290" fmla="*/ 6858000 h 6858000"/>
              <a:gd name="connsiteX291" fmla="*/ 5079508 w 7467600"/>
              <a:gd name="connsiteY291" fmla="*/ 6749074 h 6858000"/>
              <a:gd name="connsiteX292" fmla="*/ 5371846 w 7467600"/>
              <a:gd name="connsiteY292" fmla="*/ 5924413 h 6858000"/>
              <a:gd name="connsiteX293" fmla="*/ 5270512 w 7467600"/>
              <a:gd name="connsiteY293" fmla="*/ 6138975 h 6858000"/>
              <a:gd name="connsiteX294" fmla="*/ 5062409 w 7467600"/>
              <a:gd name="connsiteY294" fmla="*/ 6653544 h 6858000"/>
              <a:gd name="connsiteX295" fmla="*/ 5036628 w 7467600"/>
              <a:gd name="connsiteY295" fmla="*/ 6754247 h 6858000"/>
              <a:gd name="connsiteX296" fmla="*/ 5009112 w 7467600"/>
              <a:gd name="connsiteY296" fmla="*/ 6858000 h 6858000"/>
              <a:gd name="connsiteX297" fmla="*/ 4976679 w 7467600"/>
              <a:gd name="connsiteY297" fmla="*/ 6858000 h 6858000"/>
              <a:gd name="connsiteX298" fmla="*/ 5006537 w 7467600"/>
              <a:gd name="connsiteY298" fmla="*/ 6747068 h 6858000"/>
              <a:gd name="connsiteX299" fmla="*/ 5032723 w 7467600"/>
              <a:gd name="connsiteY299" fmla="*/ 6644957 h 6858000"/>
              <a:gd name="connsiteX300" fmla="*/ 5242949 w 7467600"/>
              <a:gd name="connsiteY300" fmla="*/ 6125175 h 6858000"/>
              <a:gd name="connsiteX301" fmla="*/ 5286321 w 7467600"/>
              <a:gd name="connsiteY301" fmla="*/ 6033555 h 6858000"/>
              <a:gd name="connsiteX302" fmla="*/ 5008210 w 7467600"/>
              <a:gd name="connsiteY302" fmla="*/ 6649194 h 6858000"/>
              <a:gd name="connsiteX303" fmla="*/ 4986321 w 7467600"/>
              <a:gd name="connsiteY303" fmla="*/ 6765687 h 6858000"/>
              <a:gd name="connsiteX304" fmla="*/ 4973474 w 7467600"/>
              <a:gd name="connsiteY304" fmla="*/ 6858000 h 6858000"/>
              <a:gd name="connsiteX305" fmla="*/ 4907178 w 7467600"/>
              <a:gd name="connsiteY305" fmla="*/ 6858000 h 6858000"/>
              <a:gd name="connsiteX306" fmla="*/ 4910810 w 7467600"/>
              <a:gd name="connsiteY306" fmla="*/ 6829660 h 6858000"/>
              <a:gd name="connsiteX307" fmla="*/ 4987461 w 7467600"/>
              <a:gd name="connsiteY307" fmla="*/ 6432994 h 6858000"/>
              <a:gd name="connsiteX308" fmla="*/ 5179262 w 7467600"/>
              <a:gd name="connsiteY308" fmla="*/ 6035044 h 6858000"/>
              <a:gd name="connsiteX309" fmla="*/ 4689678 w 7467600"/>
              <a:gd name="connsiteY309" fmla="*/ 6440241 h 6858000"/>
              <a:gd name="connsiteX310" fmla="*/ 4477543 w 7467600"/>
              <a:gd name="connsiteY310" fmla="*/ 6674836 h 6858000"/>
              <a:gd name="connsiteX311" fmla="*/ 4329957 w 7467600"/>
              <a:gd name="connsiteY311" fmla="*/ 6858000 h 6858000"/>
              <a:gd name="connsiteX312" fmla="*/ 4218595 w 7467600"/>
              <a:gd name="connsiteY312" fmla="*/ 6858000 h 6858000"/>
              <a:gd name="connsiteX313" fmla="*/ 4368888 w 7467600"/>
              <a:gd name="connsiteY313" fmla="*/ 6668412 h 6858000"/>
              <a:gd name="connsiteX314" fmla="*/ 4563091 w 7467600"/>
              <a:gd name="connsiteY314" fmla="*/ 6442508 h 6858000"/>
              <a:gd name="connsiteX315" fmla="*/ 5387324 w 7467600"/>
              <a:gd name="connsiteY315" fmla="*/ 5705830 h 6858000"/>
              <a:gd name="connsiteX316" fmla="*/ 5073620 w 7467600"/>
              <a:gd name="connsiteY316" fmla="*/ 5955437 h 6858000"/>
              <a:gd name="connsiteX317" fmla="*/ 4689789 w 7467600"/>
              <a:gd name="connsiteY317" fmla="*/ 6268382 h 6858000"/>
              <a:gd name="connsiteX318" fmla="*/ 4418722 w 7467600"/>
              <a:gd name="connsiteY318" fmla="*/ 6570886 h 6858000"/>
              <a:gd name="connsiteX319" fmla="*/ 4214944 w 7467600"/>
              <a:gd name="connsiteY319" fmla="*/ 6858000 h 6858000"/>
              <a:gd name="connsiteX320" fmla="*/ 4177898 w 7467600"/>
              <a:gd name="connsiteY320" fmla="*/ 6858000 h 6858000"/>
              <a:gd name="connsiteX321" fmla="*/ 4391597 w 7467600"/>
              <a:gd name="connsiteY321" fmla="*/ 6556370 h 6858000"/>
              <a:gd name="connsiteX322" fmla="*/ 4668889 w 7467600"/>
              <a:gd name="connsiteY322" fmla="*/ 6246399 h 6858000"/>
              <a:gd name="connsiteX323" fmla="*/ 5055427 w 7467600"/>
              <a:gd name="connsiteY323" fmla="*/ 5931476 h 6858000"/>
              <a:gd name="connsiteX324" fmla="*/ 5371814 w 7467600"/>
              <a:gd name="connsiteY324" fmla="*/ 5678975 h 6858000"/>
              <a:gd name="connsiteX325" fmla="*/ 4987918 w 7467600"/>
              <a:gd name="connsiteY325" fmla="*/ 5838701 h 6858000"/>
              <a:gd name="connsiteX326" fmla="*/ 4317146 w 7467600"/>
              <a:gd name="connsiteY326" fmla="*/ 6587716 h 6858000"/>
              <a:gd name="connsiteX327" fmla="*/ 4171627 w 7467600"/>
              <a:gd name="connsiteY327" fmla="*/ 6858000 h 6858000"/>
              <a:gd name="connsiteX328" fmla="*/ 4081585 w 7467600"/>
              <a:gd name="connsiteY328" fmla="*/ 6858000 h 6858000"/>
              <a:gd name="connsiteX329" fmla="*/ 4238603 w 7467600"/>
              <a:gd name="connsiteY329" fmla="*/ 6559341 h 6858000"/>
              <a:gd name="connsiteX330" fmla="*/ 4778333 w 7467600"/>
              <a:gd name="connsiteY330" fmla="*/ 5873626 h 6858000"/>
              <a:gd name="connsiteX331" fmla="*/ 5414185 w 7467600"/>
              <a:gd name="connsiteY331" fmla="*/ 5573882 h 6858000"/>
              <a:gd name="connsiteX332" fmla="*/ 5959648 w 7467600"/>
              <a:gd name="connsiteY332" fmla="*/ 4760797 h 6858000"/>
              <a:gd name="connsiteX333" fmla="*/ 5355019 w 7467600"/>
              <a:gd name="connsiteY333" fmla="*/ 4734672 h 6858000"/>
              <a:gd name="connsiteX334" fmla="*/ 5083565 w 7467600"/>
              <a:gd name="connsiteY334" fmla="*/ 5179121 h 6858000"/>
              <a:gd name="connsiteX335" fmla="*/ 4713577 w 7467600"/>
              <a:gd name="connsiteY335" fmla="*/ 5616803 h 6858000"/>
              <a:gd name="connsiteX336" fmla="*/ 3989559 w 7467600"/>
              <a:gd name="connsiteY336" fmla="*/ 6145945 h 6858000"/>
              <a:gd name="connsiteX337" fmla="*/ 3939824 w 7467600"/>
              <a:gd name="connsiteY337" fmla="*/ 6066900 h 6858000"/>
              <a:gd name="connsiteX338" fmla="*/ 4584537 w 7467600"/>
              <a:gd name="connsiteY338" fmla="*/ 5324826 h 6858000"/>
              <a:gd name="connsiteX339" fmla="*/ 5037105 w 7467600"/>
              <a:gd name="connsiteY339" fmla="*/ 5088765 h 6858000"/>
              <a:gd name="connsiteX340" fmla="*/ 5039930 w 7467600"/>
              <a:gd name="connsiteY340" fmla="*/ 5089585 h 6858000"/>
              <a:gd name="connsiteX341" fmla="*/ 5263764 w 7467600"/>
              <a:gd name="connsiteY341" fmla="*/ 4735525 h 6858000"/>
              <a:gd name="connsiteX342" fmla="*/ 4086300 w 7467600"/>
              <a:gd name="connsiteY342" fmla="*/ 4884599 h 6858000"/>
              <a:gd name="connsiteX343" fmla="*/ 4085485 w 7467600"/>
              <a:gd name="connsiteY343" fmla="*/ 4899070 h 6858000"/>
              <a:gd name="connsiteX344" fmla="*/ 3871915 w 7467600"/>
              <a:gd name="connsiteY344" fmla="*/ 5253645 h 6858000"/>
              <a:gd name="connsiteX345" fmla="*/ 3799374 w 7467600"/>
              <a:gd name="connsiteY345" fmla="*/ 5466127 h 6858000"/>
              <a:gd name="connsiteX346" fmla="*/ 3498850 w 7467600"/>
              <a:gd name="connsiteY346" fmla="*/ 6661888 h 6858000"/>
              <a:gd name="connsiteX347" fmla="*/ 3399216 w 7467600"/>
              <a:gd name="connsiteY347" fmla="*/ 6858000 h 6858000"/>
              <a:gd name="connsiteX348" fmla="*/ 3303688 w 7467600"/>
              <a:gd name="connsiteY348" fmla="*/ 6858000 h 6858000"/>
              <a:gd name="connsiteX349" fmla="*/ 3391774 w 7467600"/>
              <a:gd name="connsiteY349" fmla="*/ 6697181 h 6858000"/>
              <a:gd name="connsiteX350" fmla="*/ 3735540 w 7467600"/>
              <a:gd name="connsiteY350" fmla="*/ 5546923 h 6858000"/>
              <a:gd name="connsiteX351" fmla="*/ 3729438 w 7467600"/>
              <a:gd name="connsiteY351" fmla="*/ 5569058 h 6858000"/>
              <a:gd name="connsiteX352" fmla="*/ 3707782 w 7467600"/>
              <a:gd name="connsiteY352" fmla="*/ 5644908 h 6858000"/>
              <a:gd name="connsiteX353" fmla="*/ 3583827 w 7467600"/>
              <a:gd name="connsiteY353" fmla="*/ 6039215 h 6858000"/>
              <a:gd name="connsiteX354" fmla="*/ 3547861 w 7467600"/>
              <a:gd name="connsiteY354" fmla="*/ 6129609 h 6858000"/>
              <a:gd name="connsiteX355" fmla="*/ 3490905 w 7467600"/>
              <a:gd name="connsiteY355" fmla="*/ 6277660 h 6858000"/>
              <a:gd name="connsiteX356" fmla="*/ 3455859 w 7467600"/>
              <a:gd name="connsiteY356" fmla="*/ 6391301 h 6858000"/>
              <a:gd name="connsiteX357" fmla="*/ 3429112 w 7467600"/>
              <a:gd name="connsiteY357" fmla="*/ 6479469 h 6858000"/>
              <a:gd name="connsiteX358" fmla="*/ 3304862 w 7467600"/>
              <a:gd name="connsiteY358" fmla="*/ 6796476 h 6858000"/>
              <a:gd name="connsiteX359" fmla="*/ 3276071 w 7467600"/>
              <a:gd name="connsiteY359" fmla="*/ 6858000 h 6858000"/>
              <a:gd name="connsiteX360" fmla="*/ 3240805 w 7467600"/>
              <a:gd name="connsiteY360" fmla="*/ 6858000 h 6858000"/>
              <a:gd name="connsiteX361" fmla="*/ 3275917 w 7467600"/>
              <a:gd name="connsiteY361" fmla="*/ 6783192 h 6858000"/>
              <a:gd name="connsiteX362" fmla="*/ 3399358 w 7467600"/>
              <a:gd name="connsiteY362" fmla="*/ 6469011 h 6858000"/>
              <a:gd name="connsiteX363" fmla="*/ 3425650 w 7467600"/>
              <a:gd name="connsiteY363" fmla="*/ 6381333 h 6858000"/>
              <a:gd name="connsiteX364" fmla="*/ 3460661 w 7467600"/>
              <a:gd name="connsiteY364" fmla="*/ 6266763 h 6858000"/>
              <a:gd name="connsiteX365" fmla="*/ 3518021 w 7467600"/>
              <a:gd name="connsiteY365" fmla="*/ 6117298 h 6858000"/>
              <a:gd name="connsiteX366" fmla="*/ 3554035 w 7467600"/>
              <a:gd name="connsiteY366" fmla="*/ 6027832 h 6858000"/>
              <a:gd name="connsiteX367" fmla="*/ 3677174 w 7467600"/>
              <a:gd name="connsiteY367" fmla="*/ 5636351 h 6858000"/>
              <a:gd name="connsiteX368" fmla="*/ 3698819 w 7467600"/>
              <a:gd name="connsiteY368" fmla="*/ 5560503 h 6858000"/>
              <a:gd name="connsiteX369" fmla="*/ 3702094 w 7467600"/>
              <a:gd name="connsiteY369" fmla="*/ 5549194 h 6858000"/>
              <a:gd name="connsiteX370" fmla="*/ 3398355 w 7467600"/>
              <a:gd name="connsiteY370" fmla="*/ 6094603 h 6858000"/>
              <a:gd name="connsiteX371" fmla="*/ 3193941 w 7467600"/>
              <a:gd name="connsiteY371" fmla="*/ 6798775 h 6858000"/>
              <a:gd name="connsiteX372" fmla="*/ 3184140 w 7467600"/>
              <a:gd name="connsiteY372" fmla="*/ 6858000 h 6858000"/>
              <a:gd name="connsiteX373" fmla="*/ 3099978 w 7467600"/>
              <a:gd name="connsiteY373" fmla="*/ 6858000 h 6858000"/>
              <a:gd name="connsiteX374" fmla="*/ 3101556 w 7467600"/>
              <a:gd name="connsiteY374" fmla="*/ 6843337 h 6858000"/>
              <a:gd name="connsiteX375" fmla="*/ 3370162 w 7467600"/>
              <a:gd name="connsiteY375" fmla="*/ 5785550 h 6858000"/>
              <a:gd name="connsiteX376" fmla="*/ 3746477 w 7467600"/>
              <a:gd name="connsiteY376" fmla="*/ 5377889 h 6858000"/>
              <a:gd name="connsiteX377" fmla="*/ 3863399 w 7467600"/>
              <a:gd name="connsiteY377" fmla="*/ 5087257 h 6858000"/>
              <a:gd name="connsiteX378" fmla="*/ 3968712 w 7467600"/>
              <a:gd name="connsiteY378" fmla="*/ 4913989 h 6858000"/>
              <a:gd name="connsiteX379" fmla="*/ 2792390 w 7467600"/>
              <a:gd name="connsiteY379" fmla="*/ 5382974 h 6858000"/>
              <a:gd name="connsiteX380" fmla="*/ 2714982 w 7467600"/>
              <a:gd name="connsiteY380" fmla="*/ 5427051 h 6858000"/>
              <a:gd name="connsiteX381" fmla="*/ 2813361 w 7467600"/>
              <a:gd name="connsiteY381" fmla="*/ 6023912 h 6858000"/>
              <a:gd name="connsiteX382" fmla="*/ 2688430 w 7467600"/>
              <a:gd name="connsiteY382" fmla="*/ 6801564 h 6858000"/>
              <a:gd name="connsiteX383" fmla="*/ 2629626 w 7467600"/>
              <a:gd name="connsiteY383" fmla="*/ 6763394 h 6858000"/>
              <a:gd name="connsiteX384" fmla="*/ 2565328 w 7467600"/>
              <a:gd name="connsiteY384" fmla="*/ 5516399 h 6858000"/>
              <a:gd name="connsiteX385" fmla="*/ 1922999 w 7467600"/>
              <a:gd name="connsiteY385" fmla="*/ 5980343 h 6858000"/>
              <a:gd name="connsiteX386" fmla="*/ 1950261 w 7467600"/>
              <a:gd name="connsiteY386" fmla="*/ 6405858 h 6858000"/>
              <a:gd name="connsiteX387" fmla="*/ 2365554 w 7467600"/>
              <a:gd name="connsiteY387" fmla="*/ 6759107 h 6858000"/>
              <a:gd name="connsiteX388" fmla="*/ 2424142 w 7467600"/>
              <a:gd name="connsiteY388" fmla="*/ 6858000 h 6858000"/>
              <a:gd name="connsiteX389" fmla="*/ 2395994 w 7467600"/>
              <a:gd name="connsiteY389" fmla="*/ 6858000 h 6858000"/>
              <a:gd name="connsiteX390" fmla="*/ 2392863 w 7467600"/>
              <a:gd name="connsiteY390" fmla="*/ 6852964 h 6858000"/>
              <a:gd name="connsiteX391" fmla="*/ 2017589 w 7467600"/>
              <a:gd name="connsiteY391" fmla="*/ 6493982 h 6858000"/>
              <a:gd name="connsiteX392" fmla="*/ 2147336 w 7467600"/>
              <a:gd name="connsiteY392" fmla="*/ 6594052 h 6858000"/>
              <a:gd name="connsiteX393" fmla="*/ 2207047 w 7467600"/>
              <a:gd name="connsiteY393" fmla="*/ 6654540 h 6858000"/>
              <a:gd name="connsiteX394" fmla="*/ 2299106 w 7467600"/>
              <a:gd name="connsiteY394" fmla="*/ 6778931 h 6858000"/>
              <a:gd name="connsiteX395" fmla="*/ 2314430 w 7467600"/>
              <a:gd name="connsiteY395" fmla="*/ 6801144 h 6858000"/>
              <a:gd name="connsiteX396" fmla="*/ 2352406 w 7467600"/>
              <a:gd name="connsiteY396" fmla="*/ 6858000 h 6858000"/>
              <a:gd name="connsiteX397" fmla="*/ 2314492 w 7467600"/>
              <a:gd name="connsiteY397" fmla="*/ 6858000 h 6858000"/>
              <a:gd name="connsiteX398" fmla="*/ 2288095 w 7467600"/>
              <a:gd name="connsiteY398" fmla="*/ 6818030 h 6858000"/>
              <a:gd name="connsiteX399" fmla="*/ 2272768 w 7467600"/>
              <a:gd name="connsiteY399" fmla="*/ 6795822 h 6858000"/>
              <a:gd name="connsiteX400" fmla="*/ 2182715 w 7467600"/>
              <a:gd name="connsiteY400" fmla="*/ 6675071 h 6858000"/>
              <a:gd name="connsiteX401" fmla="*/ 2032061 w 7467600"/>
              <a:gd name="connsiteY401" fmla="*/ 6541380 h 6858000"/>
              <a:gd name="connsiteX402" fmla="*/ 2257220 w 7467600"/>
              <a:gd name="connsiteY402" fmla="*/ 6826257 h 6858000"/>
              <a:gd name="connsiteX403" fmla="*/ 2281324 w 7467600"/>
              <a:gd name="connsiteY403" fmla="*/ 6858000 h 6858000"/>
              <a:gd name="connsiteX404" fmla="*/ 2242860 w 7467600"/>
              <a:gd name="connsiteY404" fmla="*/ 6858000 h 6858000"/>
              <a:gd name="connsiteX405" fmla="*/ 2232818 w 7467600"/>
              <a:gd name="connsiteY405" fmla="*/ 6844926 h 6858000"/>
              <a:gd name="connsiteX406" fmla="*/ 1990172 w 7467600"/>
              <a:gd name="connsiteY406" fmla="*/ 6542121 h 6858000"/>
              <a:gd name="connsiteX407" fmla="*/ 2124090 w 7467600"/>
              <a:gd name="connsiteY407" fmla="*/ 6761017 h 6858000"/>
              <a:gd name="connsiteX408" fmla="*/ 2200380 w 7467600"/>
              <a:gd name="connsiteY408" fmla="*/ 6858000 h 6858000"/>
              <a:gd name="connsiteX409" fmla="*/ 2147507 w 7467600"/>
              <a:gd name="connsiteY409" fmla="*/ 6858000 h 6858000"/>
              <a:gd name="connsiteX410" fmla="*/ 2070668 w 7467600"/>
              <a:gd name="connsiteY410" fmla="*/ 6761520 h 6858000"/>
              <a:gd name="connsiteX411" fmla="*/ 1975142 w 7467600"/>
              <a:gd name="connsiteY411" fmla="*/ 6585570 h 6858000"/>
              <a:gd name="connsiteX412" fmla="*/ 2050035 w 7467600"/>
              <a:gd name="connsiteY412" fmla="*/ 6813345 h 6858000"/>
              <a:gd name="connsiteX413" fmla="*/ 2063025 w 7467600"/>
              <a:gd name="connsiteY413" fmla="*/ 6858000 h 6858000"/>
              <a:gd name="connsiteX414" fmla="*/ 2021675 w 7467600"/>
              <a:gd name="connsiteY414" fmla="*/ 6858000 h 6858000"/>
              <a:gd name="connsiteX415" fmla="*/ 2019308 w 7467600"/>
              <a:gd name="connsiteY415" fmla="*/ 6847118 h 6858000"/>
              <a:gd name="connsiteX416" fmla="*/ 1938835 w 7467600"/>
              <a:gd name="connsiteY416" fmla="*/ 6551160 h 6858000"/>
              <a:gd name="connsiteX417" fmla="*/ 1953230 w 7467600"/>
              <a:gd name="connsiteY417" fmla="*/ 6759699 h 6858000"/>
              <a:gd name="connsiteX418" fmla="*/ 1956763 w 7467600"/>
              <a:gd name="connsiteY418" fmla="*/ 6778191 h 6858000"/>
              <a:gd name="connsiteX419" fmla="*/ 1967925 w 7467600"/>
              <a:gd name="connsiteY419" fmla="*/ 6858000 h 6858000"/>
              <a:gd name="connsiteX420" fmla="*/ 1936622 w 7467600"/>
              <a:gd name="connsiteY420" fmla="*/ 6858000 h 6858000"/>
              <a:gd name="connsiteX421" fmla="*/ 1926261 w 7467600"/>
              <a:gd name="connsiteY421" fmla="*/ 6784064 h 6858000"/>
              <a:gd name="connsiteX422" fmla="*/ 1922724 w 7467600"/>
              <a:gd name="connsiteY422" fmla="*/ 6765577 h 6858000"/>
              <a:gd name="connsiteX423" fmla="*/ 1904650 w 7467600"/>
              <a:gd name="connsiteY423" fmla="*/ 6639616 h 6858000"/>
              <a:gd name="connsiteX424" fmla="*/ 1885273 w 7467600"/>
              <a:gd name="connsiteY424" fmla="*/ 6858000 h 6858000"/>
              <a:gd name="connsiteX425" fmla="*/ 1854363 w 7467600"/>
              <a:gd name="connsiteY425" fmla="*/ 6858000 h 6858000"/>
              <a:gd name="connsiteX426" fmla="*/ 1880391 w 7467600"/>
              <a:gd name="connsiteY426" fmla="*/ 6603796 h 6858000"/>
              <a:gd name="connsiteX427" fmla="*/ 1818273 w 7467600"/>
              <a:gd name="connsiteY427" fmla="*/ 6715729 h 6858000"/>
              <a:gd name="connsiteX428" fmla="*/ 1794691 w 7467600"/>
              <a:gd name="connsiteY428" fmla="*/ 6843239 h 6858000"/>
              <a:gd name="connsiteX429" fmla="*/ 1794914 w 7467600"/>
              <a:gd name="connsiteY429" fmla="*/ 6858000 h 6858000"/>
              <a:gd name="connsiteX430" fmla="*/ 1746128 w 7467600"/>
              <a:gd name="connsiteY430" fmla="*/ 6858000 h 6858000"/>
              <a:gd name="connsiteX431" fmla="*/ 1753934 w 7467600"/>
              <a:gd name="connsiteY431" fmla="*/ 6724796 h 6858000"/>
              <a:gd name="connsiteX432" fmla="*/ 1792053 w 7467600"/>
              <a:gd name="connsiteY432" fmla="*/ 6572396 h 6858000"/>
              <a:gd name="connsiteX433" fmla="*/ 1862248 w 7467600"/>
              <a:gd name="connsiteY433" fmla="*/ 6266397 h 6858000"/>
              <a:gd name="connsiteX434" fmla="*/ 1862250 w 7467600"/>
              <a:gd name="connsiteY434" fmla="*/ 6033531 h 6858000"/>
              <a:gd name="connsiteX435" fmla="*/ 1211999 w 7467600"/>
              <a:gd name="connsiteY435" fmla="*/ 6683610 h 6858000"/>
              <a:gd name="connsiteX436" fmla="*/ 1213266 w 7467600"/>
              <a:gd name="connsiteY436" fmla="*/ 6691947 h 6858000"/>
              <a:gd name="connsiteX437" fmla="*/ 1203370 w 7467600"/>
              <a:gd name="connsiteY437" fmla="*/ 6850676 h 6858000"/>
              <a:gd name="connsiteX438" fmla="*/ 1203671 w 7467600"/>
              <a:gd name="connsiteY438" fmla="*/ 6858000 h 6858000"/>
              <a:gd name="connsiteX439" fmla="*/ 1143180 w 7467600"/>
              <a:gd name="connsiteY439" fmla="*/ 6858000 h 6858000"/>
              <a:gd name="connsiteX440" fmla="*/ 1142176 w 7467600"/>
              <a:gd name="connsiteY440" fmla="*/ 6766045 h 6858000"/>
              <a:gd name="connsiteX441" fmla="*/ 1067484 w 7467600"/>
              <a:gd name="connsiteY441" fmla="*/ 6858000 h 6858000"/>
              <a:gd name="connsiteX442" fmla="*/ 953928 w 7467600"/>
              <a:gd name="connsiteY442" fmla="*/ 6858000 h 6858000"/>
              <a:gd name="connsiteX443" fmla="*/ 959715 w 7467600"/>
              <a:gd name="connsiteY443" fmla="*/ 6850185 h 6858000"/>
              <a:gd name="connsiteX444" fmla="*/ 1483788 w 7467600"/>
              <a:gd name="connsiteY444" fmla="*/ 6259174 h 6858000"/>
              <a:gd name="connsiteX445" fmla="*/ 1100671 w 7467600"/>
              <a:gd name="connsiteY445" fmla="*/ 6252137 h 6858000"/>
              <a:gd name="connsiteX446" fmla="*/ 1090144 w 7467600"/>
              <a:gd name="connsiteY446" fmla="*/ 6256748 h 6858000"/>
              <a:gd name="connsiteX447" fmla="*/ 1095872 w 7467600"/>
              <a:gd name="connsiteY447" fmla="*/ 6271892 h 6858000"/>
              <a:gd name="connsiteX448" fmla="*/ 262785 w 7467600"/>
              <a:gd name="connsiteY448" fmla="*/ 6845450 h 6858000"/>
              <a:gd name="connsiteX449" fmla="*/ 209968 w 7467600"/>
              <a:gd name="connsiteY449" fmla="*/ 6770713 h 6858000"/>
              <a:gd name="connsiteX450" fmla="*/ 873460 w 7467600"/>
              <a:gd name="connsiteY450" fmla="*/ 6253768 h 6858000"/>
              <a:gd name="connsiteX451" fmla="*/ 192686 w 7467600"/>
              <a:gd name="connsiteY451" fmla="*/ 5849257 h 6858000"/>
              <a:gd name="connsiteX452" fmla="*/ 4696 w 7467600"/>
              <a:gd name="connsiteY452" fmla="*/ 5697668 h 6858000"/>
              <a:gd name="connsiteX453" fmla="*/ 0 w 7467600"/>
              <a:gd name="connsiteY453" fmla="*/ 5689984 h 6858000"/>
              <a:gd name="connsiteX454" fmla="*/ 0 w 7467600"/>
              <a:gd name="connsiteY454" fmla="*/ 5513472 h 6858000"/>
              <a:gd name="connsiteX455" fmla="*/ 174101 w 7467600"/>
              <a:gd name="connsiteY455" fmla="*/ 5620277 h 6858000"/>
              <a:gd name="connsiteX456" fmla="*/ 891800 w 7467600"/>
              <a:gd name="connsiteY456" fmla="*/ 6036935 h 6858000"/>
              <a:gd name="connsiteX457" fmla="*/ 1072219 w 7467600"/>
              <a:gd name="connsiteY457" fmla="*/ 6169443 h 6858000"/>
              <a:gd name="connsiteX458" fmla="*/ 1074117 w 7467600"/>
              <a:gd name="connsiteY458" fmla="*/ 6170301 h 6858000"/>
              <a:gd name="connsiteX459" fmla="*/ 1083114 w 7467600"/>
              <a:gd name="connsiteY459" fmla="*/ 6174131 h 6858000"/>
              <a:gd name="connsiteX460" fmla="*/ 1543010 w 7467600"/>
              <a:gd name="connsiteY460" fmla="*/ 6191140 h 6858000"/>
              <a:gd name="connsiteX461" fmla="*/ 1551080 w 7467600"/>
              <a:gd name="connsiteY461" fmla="*/ 6195006 h 6858000"/>
              <a:gd name="connsiteX462" fmla="*/ 2345443 w 7467600"/>
              <a:gd name="connsiteY462" fmla="*/ 5549882 h 6858000"/>
              <a:gd name="connsiteX463" fmla="*/ 1721499 w 7467600"/>
              <a:gd name="connsiteY463" fmla="*/ 5599969 h 6858000"/>
              <a:gd name="connsiteX464" fmla="*/ 767716 w 7467600"/>
              <a:gd name="connsiteY464" fmla="*/ 5472768 h 6858000"/>
              <a:gd name="connsiteX465" fmla="*/ 722147 w 7467600"/>
              <a:gd name="connsiteY465" fmla="*/ 5393091 h 6858000"/>
              <a:gd name="connsiteX466" fmla="*/ 1485552 w 7467600"/>
              <a:gd name="connsiteY466" fmla="*/ 5313202 h 6858000"/>
              <a:gd name="connsiteX467" fmla="*/ 2143004 w 7467600"/>
              <a:gd name="connsiteY467" fmla="*/ 5402420 h 6858000"/>
              <a:gd name="connsiteX468" fmla="*/ 1933391 w 7467600"/>
              <a:gd name="connsiteY468" fmla="*/ 5156971 h 6858000"/>
              <a:gd name="connsiteX469" fmla="*/ 1827118 w 7467600"/>
              <a:gd name="connsiteY469" fmla="*/ 4968410 h 6858000"/>
              <a:gd name="connsiteX470" fmla="*/ 1837349 w 7467600"/>
              <a:gd name="connsiteY470" fmla="*/ 4956357 h 6858000"/>
              <a:gd name="connsiteX471" fmla="*/ 2162835 w 7467600"/>
              <a:gd name="connsiteY471" fmla="*/ 5187853 h 6858000"/>
              <a:gd name="connsiteX472" fmla="*/ 2257167 w 7467600"/>
              <a:gd name="connsiteY472" fmla="*/ 5462123 h 6858000"/>
              <a:gd name="connsiteX473" fmla="*/ 2261598 w 7467600"/>
              <a:gd name="connsiteY473" fmla="*/ 5467998 h 6858000"/>
              <a:gd name="connsiteX474" fmla="*/ 2437177 w 7467600"/>
              <a:gd name="connsiteY474" fmla="*/ 5479608 h 6858000"/>
              <a:gd name="connsiteX475" fmla="*/ 2445247 w 7467600"/>
              <a:gd name="connsiteY475" fmla="*/ 5483476 h 6858000"/>
              <a:gd name="connsiteX476" fmla="*/ 2743626 w 7467600"/>
              <a:gd name="connsiteY476" fmla="*/ 5304819 h 6858000"/>
              <a:gd name="connsiteX477" fmla="*/ 3048102 w 7467600"/>
              <a:gd name="connsiteY477" fmla="*/ 5150595 h 6858000"/>
              <a:gd name="connsiteX478" fmla="*/ 1799414 w 7467600"/>
              <a:gd name="connsiteY478" fmla="*/ 4694732 h 6858000"/>
              <a:gd name="connsiteX479" fmla="*/ 1771735 w 7467600"/>
              <a:gd name="connsiteY479" fmla="*/ 4619929 h 6858000"/>
              <a:gd name="connsiteX480" fmla="*/ 3104273 w 7467600"/>
              <a:gd name="connsiteY480" fmla="*/ 5076159 h 6858000"/>
              <a:gd name="connsiteX481" fmla="*/ 3113245 w 7467600"/>
              <a:gd name="connsiteY481" fmla="*/ 5090705 h 6858000"/>
              <a:gd name="connsiteX482" fmla="*/ 3126294 w 7467600"/>
              <a:gd name="connsiteY482" fmla="*/ 5114400 h 6858000"/>
              <a:gd name="connsiteX483" fmla="*/ 3937433 w 7467600"/>
              <a:gd name="connsiteY483" fmla="*/ 4830473 h 6858000"/>
              <a:gd name="connsiteX484" fmla="*/ 3590475 w 7467600"/>
              <a:gd name="connsiteY484" fmla="*/ 4597974 h 6858000"/>
              <a:gd name="connsiteX485" fmla="*/ 3100264 w 7467600"/>
              <a:gd name="connsiteY485" fmla="*/ 4579845 h 6858000"/>
              <a:gd name="connsiteX486" fmla="*/ 2183576 w 7467600"/>
              <a:gd name="connsiteY486" fmla="*/ 4227150 h 6858000"/>
              <a:gd name="connsiteX487" fmla="*/ 2151029 w 7467600"/>
              <a:gd name="connsiteY487" fmla="*/ 4146947 h 6858000"/>
              <a:gd name="connsiteX488" fmla="*/ 3563434 w 7467600"/>
              <a:gd name="connsiteY488" fmla="*/ 4469115 h 6858000"/>
              <a:gd name="connsiteX489" fmla="*/ 3177952 w 7467600"/>
              <a:gd name="connsiteY489" fmla="*/ 3657386 h 6858000"/>
              <a:gd name="connsiteX490" fmla="*/ 3189263 w 7467600"/>
              <a:gd name="connsiteY490" fmla="*/ 3625726 h 6858000"/>
              <a:gd name="connsiteX491" fmla="*/ 3560912 w 7467600"/>
              <a:gd name="connsiteY491" fmla="*/ 4079863 h 6858000"/>
              <a:gd name="connsiteX492" fmla="*/ 3626636 w 7467600"/>
              <a:gd name="connsiteY492" fmla="*/ 4512230 h 6858000"/>
              <a:gd name="connsiteX493" fmla="*/ 3653088 w 7467600"/>
              <a:gd name="connsiteY493" fmla="*/ 4521417 h 6858000"/>
              <a:gd name="connsiteX494" fmla="*/ 3988128 w 7467600"/>
              <a:gd name="connsiteY494" fmla="*/ 4817267 h 6858000"/>
              <a:gd name="connsiteX495" fmla="*/ 4830582 w 7467600"/>
              <a:gd name="connsiteY495" fmla="*/ 4676000 h 6858000"/>
              <a:gd name="connsiteX496" fmla="*/ 4830100 w 7467600"/>
              <a:gd name="connsiteY496" fmla="*/ 4675554 h 6858000"/>
              <a:gd name="connsiteX497" fmla="*/ 4036318 w 7467600"/>
              <a:gd name="connsiteY497" fmla="*/ 4147013 h 6858000"/>
              <a:gd name="connsiteX498" fmla="*/ 3432098 w 7467600"/>
              <a:gd name="connsiteY498" fmla="*/ 3537312 h 6858000"/>
              <a:gd name="connsiteX499" fmla="*/ 3446761 w 7467600"/>
              <a:gd name="connsiteY499" fmla="*/ 3461278 h 6858000"/>
              <a:gd name="connsiteX500" fmla="*/ 4419733 w 7467600"/>
              <a:gd name="connsiteY500" fmla="*/ 3963555 h 6858000"/>
              <a:gd name="connsiteX501" fmla="*/ 4781371 w 7467600"/>
              <a:gd name="connsiteY501" fmla="*/ 4458604 h 6858000"/>
              <a:gd name="connsiteX502" fmla="*/ 4780440 w 7467600"/>
              <a:gd name="connsiteY502" fmla="*/ 4470290 h 6858000"/>
              <a:gd name="connsiteX503" fmla="*/ 4898954 w 7467600"/>
              <a:gd name="connsiteY503" fmla="*/ 4662092 h 6858000"/>
              <a:gd name="connsiteX504" fmla="*/ 4900699 w 7467600"/>
              <a:gd name="connsiteY504" fmla="*/ 4670867 h 6858000"/>
              <a:gd name="connsiteX505" fmla="*/ 5714511 w 7467600"/>
              <a:gd name="connsiteY505" fmla="*/ 4663483 h 6858000"/>
              <a:gd name="connsiteX506" fmla="*/ 5464793 w 7467600"/>
              <a:gd name="connsiteY506" fmla="*/ 4393556 h 6858000"/>
              <a:gd name="connsiteX507" fmla="*/ 5461897 w 7467600"/>
              <a:gd name="connsiteY507" fmla="*/ 4390879 h 6858000"/>
              <a:gd name="connsiteX508" fmla="*/ 4294126 w 7467600"/>
              <a:gd name="connsiteY508" fmla="*/ 3303048 h 6858000"/>
              <a:gd name="connsiteX509" fmla="*/ 4305321 w 7467600"/>
              <a:gd name="connsiteY509" fmla="*/ 3256953 h 6858000"/>
              <a:gd name="connsiteX510" fmla="*/ 4949299 w 7467600"/>
              <a:gd name="connsiteY510" fmla="*/ 3766336 h 6858000"/>
              <a:gd name="connsiteX511" fmla="*/ 5291452 w 7467600"/>
              <a:gd name="connsiteY511" fmla="*/ 4076801 h 6858000"/>
              <a:gd name="connsiteX512" fmla="*/ 5434998 w 7467600"/>
              <a:gd name="connsiteY512" fmla="*/ 4254100 h 6858000"/>
              <a:gd name="connsiteX513" fmla="*/ 5351015 w 7467600"/>
              <a:gd name="connsiteY513" fmla="*/ 3760989 h 6858000"/>
              <a:gd name="connsiteX514" fmla="*/ 5413780 w 7467600"/>
              <a:gd name="connsiteY514" fmla="*/ 2966265 h 6858000"/>
              <a:gd name="connsiteX515" fmla="*/ 5425627 w 7467600"/>
              <a:gd name="connsiteY515" fmla="*/ 2954192 h 6858000"/>
              <a:gd name="connsiteX516" fmla="*/ 6604735 w 7467600"/>
              <a:gd name="connsiteY516" fmla="*/ 2041381 h 6858000"/>
              <a:gd name="connsiteX517" fmla="*/ 7204487 w 7467600"/>
              <a:gd name="connsiteY517" fmla="*/ 2742112 h 6858000"/>
              <a:gd name="connsiteX518" fmla="*/ 7131592 w 7467600"/>
              <a:gd name="connsiteY518" fmla="*/ 2672096 h 6858000"/>
              <a:gd name="connsiteX519" fmla="*/ 6996344 w 7467600"/>
              <a:gd name="connsiteY519" fmla="*/ 2518310 h 6858000"/>
              <a:gd name="connsiteX520" fmla="*/ 6735495 w 7467600"/>
              <a:gd name="connsiteY520" fmla="*/ 2196890 h 6858000"/>
              <a:gd name="connsiteX521" fmla="*/ 6721901 w 7467600"/>
              <a:gd name="connsiteY521" fmla="*/ 2179274 h 6858000"/>
              <a:gd name="connsiteX522" fmla="*/ 6604735 w 7467600"/>
              <a:gd name="connsiteY522" fmla="*/ 2041381 h 6858000"/>
              <a:gd name="connsiteX523" fmla="*/ 6591670 w 7467600"/>
              <a:gd name="connsiteY523" fmla="*/ 1988277 h 6858000"/>
              <a:gd name="connsiteX524" fmla="*/ 6747349 w 7467600"/>
              <a:gd name="connsiteY524" fmla="*/ 2160069 h 6858000"/>
              <a:gd name="connsiteX525" fmla="*/ 6760943 w 7467600"/>
              <a:gd name="connsiteY525" fmla="*/ 2177686 h 6858000"/>
              <a:gd name="connsiteX526" fmla="*/ 7021065 w 7467600"/>
              <a:gd name="connsiteY526" fmla="*/ 2498102 h 6858000"/>
              <a:gd name="connsiteX527" fmla="*/ 7155223 w 7467600"/>
              <a:gd name="connsiteY527" fmla="*/ 2650386 h 6858000"/>
              <a:gd name="connsiteX528" fmla="*/ 7203167 w 7467600"/>
              <a:gd name="connsiteY528" fmla="*/ 2697288 h 6858000"/>
              <a:gd name="connsiteX529" fmla="*/ 6937703 w 7467600"/>
              <a:gd name="connsiteY529" fmla="*/ 2321981 h 6858000"/>
              <a:gd name="connsiteX530" fmla="*/ 6591670 w 7467600"/>
              <a:gd name="connsiteY530" fmla="*/ 1988277 h 6858000"/>
              <a:gd name="connsiteX531" fmla="*/ 5798671 w 7467600"/>
              <a:gd name="connsiteY531" fmla="*/ 1981601 h 6858000"/>
              <a:gd name="connsiteX532" fmla="*/ 5754709 w 7467600"/>
              <a:gd name="connsiteY532" fmla="*/ 2071454 h 6858000"/>
              <a:gd name="connsiteX533" fmla="*/ 5763044 w 7467600"/>
              <a:gd name="connsiteY533" fmla="*/ 2842206 h 6858000"/>
              <a:gd name="connsiteX534" fmla="*/ 5764974 w 7467600"/>
              <a:gd name="connsiteY534" fmla="*/ 2799609 h 6858000"/>
              <a:gd name="connsiteX535" fmla="*/ 5767665 w 7467600"/>
              <a:gd name="connsiteY535" fmla="*/ 2666409 h 6858000"/>
              <a:gd name="connsiteX536" fmla="*/ 5763055 w 7467600"/>
              <a:gd name="connsiteY536" fmla="*/ 2579705 h 6858000"/>
              <a:gd name="connsiteX537" fmla="*/ 5758079 w 7467600"/>
              <a:gd name="connsiteY537" fmla="*/ 2492508 h 6858000"/>
              <a:gd name="connsiteX538" fmla="*/ 5779325 w 7467600"/>
              <a:gd name="connsiteY538" fmla="*/ 2197069 h 6858000"/>
              <a:gd name="connsiteX539" fmla="*/ 5798671 w 7467600"/>
              <a:gd name="connsiteY539" fmla="*/ 1981601 h 6858000"/>
              <a:gd name="connsiteX540" fmla="*/ 5829202 w 7467600"/>
              <a:gd name="connsiteY540" fmla="*/ 1971679 h 6858000"/>
              <a:gd name="connsiteX541" fmla="*/ 5809558 w 7467600"/>
              <a:gd name="connsiteY541" fmla="*/ 2198043 h 6858000"/>
              <a:gd name="connsiteX542" fmla="*/ 5788653 w 7467600"/>
              <a:gd name="connsiteY542" fmla="*/ 2489430 h 6858000"/>
              <a:gd name="connsiteX543" fmla="*/ 5793439 w 7467600"/>
              <a:gd name="connsiteY543" fmla="*/ 2575235 h 6858000"/>
              <a:gd name="connsiteX544" fmla="*/ 5796837 w 7467600"/>
              <a:gd name="connsiteY544" fmla="*/ 2637633 h 6858000"/>
              <a:gd name="connsiteX545" fmla="*/ 5818614 w 7467600"/>
              <a:gd name="connsiteY545" fmla="*/ 2473055 h 6858000"/>
              <a:gd name="connsiteX546" fmla="*/ 5829202 w 7467600"/>
              <a:gd name="connsiteY546" fmla="*/ 1971679 h 6858000"/>
              <a:gd name="connsiteX547" fmla="*/ 5911389 w 7467600"/>
              <a:gd name="connsiteY547" fmla="*/ 1898371 h 6858000"/>
              <a:gd name="connsiteX548" fmla="*/ 6237627 w 7467600"/>
              <a:gd name="connsiteY548" fmla="*/ 2231921 h 6858000"/>
              <a:gd name="connsiteX549" fmla="*/ 5911389 w 7467600"/>
              <a:gd name="connsiteY549" fmla="*/ 1898371 h 6858000"/>
              <a:gd name="connsiteX550" fmla="*/ 6944437 w 7467600"/>
              <a:gd name="connsiteY550" fmla="*/ 1575402 h 6858000"/>
              <a:gd name="connsiteX551" fmla="*/ 6304730 w 7467600"/>
              <a:gd name="connsiteY551" fmla="*/ 1766654 h 6858000"/>
              <a:gd name="connsiteX552" fmla="*/ 6944437 w 7467600"/>
              <a:gd name="connsiteY552" fmla="*/ 1575402 h 6858000"/>
              <a:gd name="connsiteX553" fmla="*/ 7019523 w 7467600"/>
              <a:gd name="connsiteY553" fmla="*/ 1519450 h 6858000"/>
              <a:gd name="connsiteX554" fmla="*/ 6298091 w 7467600"/>
              <a:gd name="connsiteY554" fmla="*/ 1737122 h 6858000"/>
              <a:gd name="connsiteX555" fmla="*/ 7019523 w 7467600"/>
              <a:gd name="connsiteY555" fmla="*/ 1519450 h 6858000"/>
              <a:gd name="connsiteX556" fmla="*/ 2399523 w 7467600"/>
              <a:gd name="connsiteY556" fmla="*/ 1428234 h 6858000"/>
              <a:gd name="connsiteX557" fmla="*/ 2224982 w 7467600"/>
              <a:gd name="connsiteY557" fmla="*/ 1826201 h 6858000"/>
              <a:gd name="connsiteX558" fmla="*/ 2096099 w 7467600"/>
              <a:gd name="connsiteY558" fmla="*/ 2345900 h 6858000"/>
              <a:gd name="connsiteX559" fmla="*/ 2283317 w 7467600"/>
              <a:gd name="connsiteY559" fmla="*/ 1796925 h 6858000"/>
              <a:gd name="connsiteX560" fmla="*/ 2399523 w 7467600"/>
              <a:gd name="connsiteY560" fmla="*/ 1428234 h 6858000"/>
              <a:gd name="connsiteX561" fmla="*/ 2448558 w 7467600"/>
              <a:gd name="connsiteY561" fmla="*/ 1373435 h 6858000"/>
              <a:gd name="connsiteX562" fmla="*/ 2312521 w 7467600"/>
              <a:gd name="connsiteY562" fmla="*/ 1806140 h 6858000"/>
              <a:gd name="connsiteX563" fmla="*/ 2127533 w 7467600"/>
              <a:gd name="connsiteY563" fmla="*/ 2348380 h 6858000"/>
              <a:gd name="connsiteX564" fmla="*/ 2358080 w 7467600"/>
              <a:gd name="connsiteY564" fmla="*/ 1866134 h 6858000"/>
              <a:gd name="connsiteX565" fmla="*/ 2407436 w 7467600"/>
              <a:gd name="connsiteY565" fmla="*/ 1651070 h 6858000"/>
              <a:gd name="connsiteX566" fmla="*/ 2448558 w 7467600"/>
              <a:gd name="connsiteY566" fmla="*/ 1373435 h 6858000"/>
              <a:gd name="connsiteX567" fmla="*/ 278707 w 7467600"/>
              <a:gd name="connsiteY567" fmla="*/ 1352270 h 6858000"/>
              <a:gd name="connsiteX568" fmla="*/ 321570 w 7467600"/>
              <a:gd name="connsiteY568" fmla="*/ 1861610 h 6858000"/>
              <a:gd name="connsiteX569" fmla="*/ 294281 w 7467600"/>
              <a:gd name="connsiteY569" fmla="*/ 1440658 h 6858000"/>
              <a:gd name="connsiteX570" fmla="*/ 278707 w 7467600"/>
              <a:gd name="connsiteY570" fmla="*/ 1352270 h 6858000"/>
              <a:gd name="connsiteX571" fmla="*/ 1423821 w 7467600"/>
              <a:gd name="connsiteY571" fmla="*/ 1351958 h 6858000"/>
              <a:gd name="connsiteX572" fmla="*/ 1638521 w 7467600"/>
              <a:gd name="connsiteY572" fmla="*/ 1908470 h 6858000"/>
              <a:gd name="connsiteX573" fmla="*/ 1754199 w 7467600"/>
              <a:gd name="connsiteY573" fmla="*/ 2149284 h 6858000"/>
              <a:gd name="connsiteX574" fmla="*/ 1908359 w 7467600"/>
              <a:gd name="connsiteY574" fmla="*/ 2364988 h 6858000"/>
              <a:gd name="connsiteX575" fmla="*/ 1647661 w 7467600"/>
              <a:gd name="connsiteY575" fmla="*/ 1825945 h 6858000"/>
              <a:gd name="connsiteX576" fmla="*/ 1423821 w 7467600"/>
              <a:gd name="connsiteY576" fmla="*/ 1351958 h 6858000"/>
              <a:gd name="connsiteX577" fmla="*/ 1431890 w 7467600"/>
              <a:gd name="connsiteY577" fmla="*/ 1306475 h 6858000"/>
              <a:gd name="connsiteX578" fmla="*/ 1507597 w 7467600"/>
              <a:gd name="connsiteY578" fmla="*/ 1446132 h 6858000"/>
              <a:gd name="connsiteX579" fmla="*/ 1674586 w 7467600"/>
              <a:gd name="connsiteY579" fmla="*/ 1813832 h 6858000"/>
              <a:gd name="connsiteX580" fmla="*/ 1815950 w 7467600"/>
              <a:gd name="connsiteY580" fmla="*/ 2128564 h 6858000"/>
              <a:gd name="connsiteX581" fmla="*/ 1984242 w 7467600"/>
              <a:gd name="connsiteY581" fmla="*/ 2430829 h 6858000"/>
              <a:gd name="connsiteX582" fmla="*/ 2014023 w 7467600"/>
              <a:gd name="connsiteY582" fmla="*/ 2450995 h 6858000"/>
              <a:gd name="connsiteX583" fmla="*/ 1747337 w 7467600"/>
              <a:gd name="connsiteY583" fmla="*/ 1855264 h 6858000"/>
              <a:gd name="connsiteX584" fmla="*/ 1533749 w 7467600"/>
              <a:gd name="connsiteY584" fmla="*/ 1478656 h 6858000"/>
              <a:gd name="connsiteX585" fmla="*/ 1431890 w 7467600"/>
              <a:gd name="connsiteY585" fmla="*/ 1306475 h 6858000"/>
              <a:gd name="connsiteX586" fmla="*/ 5052692 w 7467600"/>
              <a:gd name="connsiteY586" fmla="*/ 1292994 h 6858000"/>
              <a:gd name="connsiteX587" fmla="*/ 5200661 w 7467600"/>
              <a:gd name="connsiteY587" fmla="*/ 1635186 h 6858000"/>
              <a:gd name="connsiteX588" fmla="*/ 5297138 w 7467600"/>
              <a:gd name="connsiteY588" fmla="*/ 1906351 h 6858000"/>
              <a:gd name="connsiteX589" fmla="*/ 5052692 w 7467600"/>
              <a:gd name="connsiteY589" fmla="*/ 1292994 h 6858000"/>
              <a:gd name="connsiteX590" fmla="*/ 5009948 w 7467600"/>
              <a:gd name="connsiteY590" fmla="*/ 1273619 h 6858000"/>
              <a:gd name="connsiteX591" fmla="*/ 5121777 w 7467600"/>
              <a:gd name="connsiteY591" fmla="*/ 1654213 h 6858000"/>
              <a:gd name="connsiteX592" fmla="*/ 5293545 w 7467600"/>
              <a:gd name="connsiteY592" fmla="*/ 2072247 h 6858000"/>
              <a:gd name="connsiteX593" fmla="*/ 5294042 w 7467600"/>
              <a:gd name="connsiteY593" fmla="*/ 2065019 h 6858000"/>
              <a:gd name="connsiteX594" fmla="*/ 5171936 w 7467600"/>
              <a:gd name="connsiteY594" fmla="*/ 1647613 h 6858000"/>
              <a:gd name="connsiteX595" fmla="*/ 5009948 w 7467600"/>
              <a:gd name="connsiteY595" fmla="*/ 1273619 h 6858000"/>
              <a:gd name="connsiteX596" fmla="*/ 655236 w 7467600"/>
              <a:gd name="connsiteY596" fmla="*/ 1268632 h 6858000"/>
              <a:gd name="connsiteX597" fmla="*/ 839521 w 7467600"/>
              <a:gd name="connsiteY597" fmla="*/ 1685315 h 6858000"/>
              <a:gd name="connsiteX598" fmla="*/ 1109416 w 7467600"/>
              <a:gd name="connsiteY598" fmla="*/ 2061663 h 6858000"/>
              <a:gd name="connsiteX599" fmla="*/ 1298300 w 7467600"/>
              <a:gd name="connsiteY599" fmla="*/ 2247742 h 6858000"/>
              <a:gd name="connsiteX600" fmla="*/ 1125871 w 7467600"/>
              <a:gd name="connsiteY600" fmla="*/ 1989513 h 6858000"/>
              <a:gd name="connsiteX601" fmla="*/ 981574 w 7467600"/>
              <a:gd name="connsiteY601" fmla="*/ 1783157 h 6858000"/>
              <a:gd name="connsiteX602" fmla="*/ 922198 w 7467600"/>
              <a:gd name="connsiteY602" fmla="*/ 1677437 h 6858000"/>
              <a:gd name="connsiteX603" fmla="*/ 869293 w 7467600"/>
              <a:gd name="connsiteY603" fmla="*/ 1583214 h 6858000"/>
              <a:gd name="connsiteX604" fmla="*/ 751431 w 7467600"/>
              <a:gd name="connsiteY604" fmla="*/ 1405731 h 6858000"/>
              <a:gd name="connsiteX605" fmla="*/ 655236 w 7467600"/>
              <a:gd name="connsiteY605" fmla="*/ 1268632 h 6858000"/>
              <a:gd name="connsiteX606" fmla="*/ 6516292 w 7467600"/>
              <a:gd name="connsiteY606" fmla="*/ 1263064 h 6858000"/>
              <a:gd name="connsiteX607" fmla="*/ 5736320 w 7467600"/>
              <a:gd name="connsiteY607" fmla="*/ 1501803 h 6858000"/>
              <a:gd name="connsiteX608" fmla="*/ 6516292 w 7467600"/>
              <a:gd name="connsiteY608" fmla="*/ 1263064 h 6858000"/>
              <a:gd name="connsiteX609" fmla="*/ 291466 w 7467600"/>
              <a:gd name="connsiteY609" fmla="*/ 1250369 h 6858000"/>
              <a:gd name="connsiteX610" fmla="*/ 323180 w 7467600"/>
              <a:gd name="connsiteY610" fmla="*/ 1435283 h 6858000"/>
              <a:gd name="connsiteX611" fmla="*/ 349381 w 7467600"/>
              <a:gd name="connsiteY611" fmla="*/ 1875041 h 6858000"/>
              <a:gd name="connsiteX612" fmla="*/ 374363 w 7467600"/>
              <a:gd name="connsiteY612" fmla="*/ 1506494 h 6858000"/>
              <a:gd name="connsiteX613" fmla="*/ 302168 w 7467600"/>
              <a:gd name="connsiteY613" fmla="*/ 1274495 h 6858000"/>
              <a:gd name="connsiteX614" fmla="*/ 291466 w 7467600"/>
              <a:gd name="connsiteY614" fmla="*/ 1250369 h 6858000"/>
              <a:gd name="connsiteX615" fmla="*/ 678222 w 7467600"/>
              <a:gd name="connsiteY615" fmla="*/ 1248670 h 6858000"/>
              <a:gd name="connsiteX616" fmla="*/ 775536 w 7467600"/>
              <a:gd name="connsiteY616" fmla="*/ 1388015 h 6858000"/>
              <a:gd name="connsiteX617" fmla="*/ 894529 w 7467600"/>
              <a:gd name="connsiteY617" fmla="*/ 1567739 h 6858000"/>
              <a:gd name="connsiteX618" fmla="*/ 948000 w 7467600"/>
              <a:gd name="connsiteY618" fmla="*/ 1663088 h 6858000"/>
              <a:gd name="connsiteX619" fmla="*/ 1006812 w 7467600"/>
              <a:gd name="connsiteY619" fmla="*/ 1767683 h 6858000"/>
              <a:gd name="connsiteX620" fmla="*/ 1149133 w 7467600"/>
              <a:gd name="connsiteY620" fmla="*/ 1971513 h 6858000"/>
              <a:gd name="connsiteX621" fmla="*/ 1333952 w 7467600"/>
              <a:gd name="connsiteY621" fmla="*/ 2251620 h 6858000"/>
              <a:gd name="connsiteX622" fmla="*/ 1337329 w 7467600"/>
              <a:gd name="connsiteY622" fmla="*/ 2258350 h 6858000"/>
              <a:gd name="connsiteX623" fmla="*/ 1014726 w 7467600"/>
              <a:gd name="connsiteY623" fmla="*/ 1615556 h 6858000"/>
              <a:gd name="connsiteX624" fmla="*/ 678222 w 7467600"/>
              <a:gd name="connsiteY624" fmla="*/ 1248670 h 6858000"/>
              <a:gd name="connsiteX625" fmla="*/ 6691602 w 7467600"/>
              <a:gd name="connsiteY625" fmla="*/ 1140573 h 6858000"/>
              <a:gd name="connsiteX626" fmla="*/ 6571100 w 7467600"/>
              <a:gd name="connsiteY626" fmla="*/ 1183662 h 6858000"/>
              <a:gd name="connsiteX627" fmla="*/ 6241687 w 7467600"/>
              <a:gd name="connsiteY627" fmla="*/ 1257600 h 6858000"/>
              <a:gd name="connsiteX628" fmla="*/ 5693009 w 7467600"/>
              <a:gd name="connsiteY628" fmla="*/ 1478256 h 6858000"/>
              <a:gd name="connsiteX629" fmla="*/ 6548420 w 7467600"/>
              <a:gd name="connsiteY629" fmla="*/ 1214599 h 6858000"/>
              <a:gd name="connsiteX630" fmla="*/ 6605473 w 7467600"/>
              <a:gd name="connsiteY630" fmla="*/ 1184686 h 6858000"/>
              <a:gd name="connsiteX631" fmla="*/ 6691602 w 7467600"/>
              <a:gd name="connsiteY631" fmla="*/ 1140573 h 6858000"/>
              <a:gd name="connsiteX632" fmla="*/ 4002475 w 7467600"/>
              <a:gd name="connsiteY632" fmla="*/ 1037802 h 6858000"/>
              <a:gd name="connsiteX633" fmla="*/ 4000324 w 7467600"/>
              <a:gd name="connsiteY633" fmla="*/ 1039362 h 6858000"/>
              <a:gd name="connsiteX634" fmla="*/ 4002862 w 7467600"/>
              <a:gd name="connsiteY634" fmla="*/ 1042866 h 6858000"/>
              <a:gd name="connsiteX635" fmla="*/ 4002475 w 7467600"/>
              <a:gd name="connsiteY635" fmla="*/ 1037802 h 6858000"/>
              <a:gd name="connsiteX636" fmla="*/ 506322 w 7467600"/>
              <a:gd name="connsiteY636" fmla="*/ 1020997 h 6858000"/>
              <a:gd name="connsiteX637" fmla="*/ 533068 w 7467600"/>
              <a:gd name="connsiteY637" fmla="*/ 1029409 h 6858000"/>
              <a:gd name="connsiteX638" fmla="*/ 1232525 w 7467600"/>
              <a:gd name="connsiteY638" fmla="*/ 1804675 h 6858000"/>
              <a:gd name="connsiteX639" fmla="*/ 1388858 w 7467600"/>
              <a:gd name="connsiteY639" fmla="*/ 2368011 h 6858000"/>
              <a:gd name="connsiteX640" fmla="*/ 1384098 w 7467600"/>
              <a:gd name="connsiteY640" fmla="*/ 2378125 h 6858000"/>
              <a:gd name="connsiteX641" fmla="*/ 1425393 w 7467600"/>
              <a:gd name="connsiteY641" fmla="*/ 2589124 h 6858000"/>
              <a:gd name="connsiteX642" fmla="*/ 1424001 w 7467600"/>
              <a:gd name="connsiteY642" fmla="*/ 2597541 h 6858000"/>
              <a:gd name="connsiteX643" fmla="*/ 2152729 w 7467600"/>
              <a:gd name="connsiteY643" fmla="*/ 2864487 h 6858000"/>
              <a:gd name="connsiteX644" fmla="*/ 2020609 w 7467600"/>
              <a:gd name="connsiteY644" fmla="*/ 2539671 h 6858000"/>
              <a:gd name="connsiteX645" fmla="*/ 2018920 w 7467600"/>
              <a:gd name="connsiteY645" fmla="*/ 2536309 h 6858000"/>
              <a:gd name="connsiteX646" fmla="*/ 1342441 w 7467600"/>
              <a:gd name="connsiteY646" fmla="*/ 1173017 h 6858000"/>
              <a:gd name="connsiteX647" fmla="*/ 1367925 w 7467600"/>
              <a:gd name="connsiteY647" fmla="*/ 1135648 h 6858000"/>
              <a:gd name="connsiteX648" fmla="*/ 1771401 w 7467600"/>
              <a:gd name="connsiteY648" fmla="*/ 1806673 h 6858000"/>
              <a:gd name="connsiteX649" fmla="*/ 1972385 w 7467600"/>
              <a:gd name="connsiteY649" fmla="*/ 2198735 h 6858000"/>
              <a:gd name="connsiteX650" fmla="*/ 2040892 w 7467600"/>
              <a:gd name="connsiteY650" fmla="*/ 2405205 h 6858000"/>
              <a:gd name="connsiteX651" fmla="*/ 2131689 w 7467600"/>
              <a:gd name="connsiteY651" fmla="*/ 1936926 h 6858000"/>
              <a:gd name="connsiteX652" fmla="*/ 2454820 w 7467600"/>
              <a:gd name="connsiteY652" fmla="*/ 1248808 h 6858000"/>
              <a:gd name="connsiteX653" fmla="*/ 2492512 w 7467600"/>
              <a:gd name="connsiteY653" fmla="*/ 1302920 h 6858000"/>
              <a:gd name="connsiteX654" fmla="*/ 2081216 w 7467600"/>
              <a:gd name="connsiteY654" fmla="*/ 2527513 h 6858000"/>
              <a:gd name="connsiteX655" fmla="*/ 2081211 w 7467600"/>
              <a:gd name="connsiteY655" fmla="*/ 2528916 h 6858000"/>
              <a:gd name="connsiteX656" fmla="*/ 2199067 w 7467600"/>
              <a:gd name="connsiteY656" fmla="*/ 2884061 h 6858000"/>
              <a:gd name="connsiteX657" fmla="*/ 3192586 w 7467600"/>
              <a:gd name="connsiteY657" fmla="*/ 3411496 h 6858000"/>
              <a:gd name="connsiteX658" fmla="*/ 3182620 w 7467600"/>
              <a:gd name="connsiteY658" fmla="*/ 3483279 h 6858000"/>
              <a:gd name="connsiteX659" fmla="*/ 2435119 w 7467600"/>
              <a:gd name="connsiteY659" fmla="*/ 3080173 h 6858000"/>
              <a:gd name="connsiteX660" fmla="*/ 2410152 w 7467600"/>
              <a:gd name="connsiteY660" fmla="*/ 3063751 h 6858000"/>
              <a:gd name="connsiteX661" fmla="*/ 2408099 w 7467600"/>
              <a:gd name="connsiteY661" fmla="*/ 3064403 h 6858000"/>
              <a:gd name="connsiteX662" fmla="*/ 2407218 w 7467600"/>
              <a:gd name="connsiteY662" fmla="*/ 3070324 h 6858000"/>
              <a:gd name="connsiteX663" fmla="*/ 2380138 w 7467600"/>
              <a:gd name="connsiteY663" fmla="*/ 3099341 h 6858000"/>
              <a:gd name="connsiteX664" fmla="*/ 1765923 w 7467600"/>
              <a:gd name="connsiteY664" fmla="*/ 3581043 h 6858000"/>
              <a:gd name="connsiteX665" fmla="*/ 1702258 w 7467600"/>
              <a:gd name="connsiteY665" fmla="*/ 3612286 h 6858000"/>
              <a:gd name="connsiteX666" fmla="*/ 1538370 w 7467600"/>
              <a:gd name="connsiteY666" fmla="*/ 3811804 h 6858000"/>
              <a:gd name="connsiteX667" fmla="*/ 542867 w 7467600"/>
              <a:gd name="connsiteY667" fmla="*/ 4944092 h 6858000"/>
              <a:gd name="connsiteX668" fmla="*/ 515800 w 7467600"/>
              <a:gd name="connsiteY668" fmla="*/ 4862180 h 6858000"/>
              <a:gd name="connsiteX669" fmla="*/ 909145 w 7467600"/>
              <a:gd name="connsiteY669" fmla="*/ 4199225 h 6858000"/>
              <a:gd name="connsiteX670" fmla="*/ 1214067 w 7467600"/>
              <a:gd name="connsiteY670" fmla="*/ 3908561 h 6858000"/>
              <a:gd name="connsiteX671" fmla="*/ 640967 w 7467600"/>
              <a:gd name="connsiteY671" fmla="*/ 4105601 h 6858000"/>
              <a:gd name="connsiteX672" fmla="*/ 112563 w 7467600"/>
              <a:gd name="connsiteY672" fmla="*/ 4396952 h 6858000"/>
              <a:gd name="connsiteX673" fmla="*/ 0 w 7467600"/>
              <a:gd name="connsiteY673" fmla="*/ 4466006 h 6858000"/>
              <a:gd name="connsiteX674" fmla="*/ 0 w 7467600"/>
              <a:gd name="connsiteY674" fmla="*/ 4233763 h 6858000"/>
              <a:gd name="connsiteX675" fmla="*/ 36881 w 7467600"/>
              <a:gd name="connsiteY675" fmla="*/ 4200118 h 6858000"/>
              <a:gd name="connsiteX676" fmla="*/ 910534 w 7467600"/>
              <a:gd name="connsiteY676" fmla="*/ 3629753 h 6858000"/>
              <a:gd name="connsiteX677" fmla="*/ 1578717 w 7467600"/>
              <a:gd name="connsiteY677" fmla="*/ 3575982 h 6858000"/>
              <a:gd name="connsiteX678" fmla="*/ 2338780 w 7467600"/>
              <a:gd name="connsiteY678" fmla="*/ 3033725 h 6858000"/>
              <a:gd name="connsiteX679" fmla="*/ 1807991 w 7467600"/>
              <a:gd name="connsiteY679" fmla="*/ 2807184 h 6858000"/>
              <a:gd name="connsiteX680" fmla="*/ 1416358 w 7467600"/>
              <a:gd name="connsiteY680" fmla="*/ 3112571 h 6858000"/>
              <a:gd name="connsiteX681" fmla="*/ 939066 w 7467600"/>
              <a:gd name="connsiteY681" fmla="*/ 3378798 h 6858000"/>
              <a:gd name="connsiteX682" fmla="*/ 115099 w 7467600"/>
              <a:gd name="connsiteY682" fmla="*/ 3607650 h 6858000"/>
              <a:gd name="connsiteX683" fmla="*/ 97284 w 7467600"/>
              <a:gd name="connsiteY683" fmla="*/ 3520393 h 6858000"/>
              <a:gd name="connsiteX684" fmla="*/ 922050 w 7467600"/>
              <a:gd name="connsiteY684" fmla="*/ 3074867 h 6858000"/>
              <a:gd name="connsiteX685" fmla="*/ 1405265 w 7467600"/>
              <a:gd name="connsiteY685" fmla="*/ 3016319 h 6858000"/>
              <a:gd name="connsiteX686" fmla="*/ 1407512 w 7467600"/>
              <a:gd name="connsiteY686" fmla="*/ 3018001 h 6858000"/>
              <a:gd name="connsiteX687" fmla="*/ 1726266 w 7467600"/>
              <a:gd name="connsiteY687" fmla="*/ 2777274 h 6858000"/>
              <a:gd name="connsiteX688" fmla="*/ 625390 w 7467600"/>
              <a:gd name="connsiteY688" fmla="*/ 2514541 h 6858000"/>
              <a:gd name="connsiteX689" fmla="*/ 619799 w 7467600"/>
              <a:gd name="connsiteY689" fmla="*/ 2527180 h 6858000"/>
              <a:gd name="connsiteX690" fmla="*/ 310030 w 7467600"/>
              <a:gd name="connsiteY690" fmla="*/ 2771818 h 6858000"/>
              <a:gd name="connsiteX691" fmla="*/ 173877 w 7467600"/>
              <a:gd name="connsiteY691" fmla="*/ 2937056 h 6858000"/>
              <a:gd name="connsiteX692" fmla="*/ 77889 w 7467600"/>
              <a:gd name="connsiteY692" fmla="*/ 3138440 h 6858000"/>
              <a:gd name="connsiteX693" fmla="*/ 0 w 7467600"/>
              <a:gd name="connsiteY693" fmla="*/ 3271395 h 6858000"/>
              <a:gd name="connsiteX694" fmla="*/ 0 w 7467600"/>
              <a:gd name="connsiteY694" fmla="*/ 3153002 h 6858000"/>
              <a:gd name="connsiteX695" fmla="*/ 2386 w 7467600"/>
              <a:gd name="connsiteY695" fmla="*/ 3149203 h 6858000"/>
              <a:gd name="connsiteX696" fmla="*/ 89753 w 7467600"/>
              <a:gd name="connsiteY696" fmla="*/ 2987702 h 6858000"/>
              <a:gd name="connsiteX697" fmla="*/ 76869 w 7467600"/>
              <a:gd name="connsiteY697" fmla="*/ 3005404 h 6858000"/>
              <a:gd name="connsiteX698" fmla="*/ 32049 w 7467600"/>
              <a:gd name="connsiteY698" fmla="*/ 3065814 h 6858000"/>
              <a:gd name="connsiteX699" fmla="*/ 0 w 7467600"/>
              <a:gd name="connsiteY699" fmla="*/ 3108744 h 6858000"/>
              <a:gd name="connsiteX700" fmla="*/ 0 w 7467600"/>
              <a:gd name="connsiteY700" fmla="*/ 3058059 h 6858000"/>
              <a:gd name="connsiteX701" fmla="*/ 7610 w 7467600"/>
              <a:gd name="connsiteY701" fmla="*/ 3047889 h 6858000"/>
              <a:gd name="connsiteX702" fmla="*/ 52419 w 7467600"/>
              <a:gd name="connsiteY702" fmla="*/ 2987479 h 6858000"/>
              <a:gd name="connsiteX703" fmla="*/ 59142 w 7467600"/>
              <a:gd name="connsiteY703" fmla="*/ 2978488 h 6858000"/>
              <a:gd name="connsiteX704" fmla="*/ 0 w 7467600"/>
              <a:gd name="connsiteY704" fmla="*/ 3015334 h 6858000"/>
              <a:gd name="connsiteX705" fmla="*/ 0 w 7467600"/>
              <a:gd name="connsiteY705" fmla="*/ 2914286 h 6858000"/>
              <a:gd name="connsiteX706" fmla="*/ 36383 w 7467600"/>
              <a:gd name="connsiteY706" fmla="*/ 2901128 h 6858000"/>
              <a:gd name="connsiteX707" fmla="*/ 156329 w 7467600"/>
              <a:gd name="connsiteY707" fmla="*/ 2840533 h 6858000"/>
              <a:gd name="connsiteX708" fmla="*/ 358355 w 7467600"/>
              <a:gd name="connsiteY708" fmla="*/ 2620471 h 6858000"/>
              <a:gd name="connsiteX709" fmla="*/ 510577 w 7467600"/>
              <a:gd name="connsiteY709" fmla="*/ 2501244 h 6858000"/>
              <a:gd name="connsiteX710" fmla="*/ 211967 w 7467600"/>
              <a:gd name="connsiteY710" fmla="*/ 2479171 h 6858000"/>
              <a:gd name="connsiteX711" fmla="*/ 0 w 7467600"/>
              <a:gd name="connsiteY711" fmla="*/ 2476398 h 6858000"/>
              <a:gd name="connsiteX712" fmla="*/ 0 w 7467600"/>
              <a:gd name="connsiteY712" fmla="*/ 2389189 h 6858000"/>
              <a:gd name="connsiteX713" fmla="*/ 103062 w 7467600"/>
              <a:gd name="connsiteY713" fmla="*/ 2389518 h 6858000"/>
              <a:gd name="connsiteX714" fmla="*/ 510734 w 7467600"/>
              <a:gd name="connsiteY714" fmla="*/ 2416201 h 6858000"/>
              <a:gd name="connsiteX715" fmla="*/ 279257 w 7467600"/>
              <a:gd name="connsiteY715" fmla="*/ 2092102 h 6858000"/>
              <a:gd name="connsiteX716" fmla="*/ 65265 w 7467600"/>
              <a:gd name="connsiteY716" fmla="*/ 2006049 h 6858000"/>
              <a:gd name="connsiteX717" fmla="*/ 0 w 7467600"/>
              <a:gd name="connsiteY717" fmla="*/ 1982532 h 6858000"/>
              <a:gd name="connsiteX718" fmla="*/ 0 w 7467600"/>
              <a:gd name="connsiteY718" fmla="*/ 1912789 h 6858000"/>
              <a:gd name="connsiteX719" fmla="*/ 97460 w 7467600"/>
              <a:gd name="connsiteY719" fmla="*/ 1953725 h 6858000"/>
              <a:gd name="connsiteX720" fmla="*/ 221272 w 7467600"/>
              <a:gd name="connsiteY720" fmla="*/ 1980766 h 6858000"/>
              <a:gd name="connsiteX721" fmla="*/ 116765 w 7467600"/>
              <a:gd name="connsiteY721" fmla="*/ 1911033 h 6858000"/>
              <a:gd name="connsiteX722" fmla="*/ 16405 w 7467600"/>
              <a:gd name="connsiteY722" fmla="*/ 1803412 h 6858000"/>
              <a:gd name="connsiteX723" fmla="*/ 0 w 7467600"/>
              <a:gd name="connsiteY723" fmla="*/ 1784777 h 6858000"/>
              <a:gd name="connsiteX724" fmla="*/ 0 w 7467600"/>
              <a:gd name="connsiteY724" fmla="*/ 1740082 h 6858000"/>
              <a:gd name="connsiteX725" fmla="*/ 39394 w 7467600"/>
              <a:gd name="connsiteY725" fmla="*/ 1784856 h 6858000"/>
              <a:gd name="connsiteX726" fmla="*/ 135813 w 7467600"/>
              <a:gd name="connsiteY726" fmla="*/ 1888838 h 6858000"/>
              <a:gd name="connsiteX727" fmla="*/ 242575 w 7467600"/>
              <a:gd name="connsiteY727" fmla="*/ 1958841 h 6858000"/>
              <a:gd name="connsiteX728" fmla="*/ 82197 w 7467600"/>
              <a:gd name="connsiteY728" fmla="*/ 1754826 h 6858000"/>
              <a:gd name="connsiteX729" fmla="*/ 0 w 7467600"/>
              <a:gd name="connsiteY729" fmla="*/ 1679650 h 6858000"/>
              <a:gd name="connsiteX730" fmla="*/ 0 w 7467600"/>
              <a:gd name="connsiteY730" fmla="*/ 1602463 h 6858000"/>
              <a:gd name="connsiteX731" fmla="*/ 84689 w 7467600"/>
              <a:gd name="connsiteY731" fmla="*/ 1677442 h 6858000"/>
              <a:gd name="connsiteX732" fmla="*/ 298437 w 7467600"/>
              <a:gd name="connsiteY732" fmla="*/ 1968019 h 6858000"/>
              <a:gd name="connsiteX733" fmla="*/ 227269 w 7467600"/>
              <a:gd name="connsiteY733" fmla="*/ 1114064 h 6858000"/>
              <a:gd name="connsiteX734" fmla="*/ 248003 w 7467600"/>
              <a:gd name="connsiteY734" fmla="*/ 1089613 h 6858000"/>
              <a:gd name="connsiteX735" fmla="*/ 427020 w 7467600"/>
              <a:gd name="connsiteY735" fmla="*/ 1619803 h 6858000"/>
              <a:gd name="connsiteX736" fmla="*/ 340345 w 7467600"/>
              <a:gd name="connsiteY736" fmla="*/ 2027739 h 6858000"/>
              <a:gd name="connsiteX737" fmla="*/ 360865 w 7467600"/>
              <a:gd name="connsiteY737" fmla="*/ 2044827 h 6858000"/>
              <a:gd name="connsiteX738" fmla="*/ 560414 w 7467600"/>
              <a:gd name="connsiteY738" fmla="*/ 2421457 h 6858000"/>
              <a:gd name="connsiteX739" fmla="*/ 1359703 w 7467600"/>
              <a:gd name="connsiteY739" fmla="*/ 2578554 h 6858000"/>
              <a:gd name="connsiteX740" fmla="*/ 1359422 w 7467600"/>
              <a:gd name="connsiteY740" fmla="*/ 2577994 h 6858000"/>
              <a:gd name="connsiteX741" fmla="*/ 828701 w 7467600"/>
              <a:gd name="connsiteY741" fmla="*/ 1839520 h 6858000"/>
              <a:gd name="connsiteX742" fmla="*/ 494427 w 7467600"/>
              <a:gd name="connsiteY742" fmla="*/ 1092333 h 6858000"/>
              <a:gd name="connsiteX743" fmla="*/ 506322 w 7467600"/>
              <a:gd name="connsiteY743" fmla="*/ 1020997 h 6858000"/>
              <a:gd name="connsiteX744" fmla="*/ 4570198 w 7467600"/>
              <a:gd name="connsiteY744" fmla="*/ 978081 h 6858000"/>
              <a:gd name="connsiteX745" fmla="*/ 4523691 w 7467600"/>
              <a:gd name="connsiteY745" fmla="*/ 1127776 h 6858000"/>
              <a:gd name="connsiteX746" fmla="*/ 4509875 w 7467600"/>
              <a:gd name="connsiteY746" fmla="*/ 1167552 h 6858000"/>
              <a:gd name="connsiteX747" fmla="*/ 4478168 w 7467600"/>
              <a:gd name="connsiteY747" fmla="*/ 1260735 h 6858000"/>
              <a:gd name="connsiteX748" fmla="*/ 4409309 w 7467600"/>
              <a:gd name="connsiteY748" fmla="*/ 1666996 h 6858000"/>
              <a:gd name="connsiteX749" fmla="*/ 4370031 w 7467600"/>
              <a:gd name="connsiteY749" fmla="*/ 1955666 h 6858000"/>
              <a:gd name="connsiteX750" fmla="*/ 4570198 w 7467600"/>
              <a:gd name="connsiteY750" fmla="*/ 978081 h 6858000"/>
              <a:gd name="connsiteX751" fmla="*/ 4557898 w 7467600"/>
              <a:gd name="connsiteY751" fmla="*/ 900011 h 6858000"/>
              <a:gd name="connsiteX752" fmla="*/ 4344840 w 7467600"/>
              <a:gd name="connsiteY752" fmla="*/ 1922038 h 6858000"/>
              <a:gd name="connsiteX753" fmla="*/ 4378710 w 7467600"/>
              <a:gd name="connsiteY753" fmla="*/ 1665516 h 6858000"/>
              <a:gd name="connsiteX754" fmla="*/ 4448798 w 7467600"/>
              <a:gd name="connsiteY754" fmla="*/ 1253024 h 6858000"/>
              <a:gd name="connsiteX755" fmla="*/ 4480315 w 7467600"/>
              <a:gd name="connsiteY755" fmla="*/ 1158454 h 6858000"/>
              <a:gd name="connsiteX756" fmla="*/ 4494133 w 7467600"/>
              <a:gd name="connsiteY756" fmla="*/ 1118676 h 6858000"/>
              <a:gd name="connsiteX757" fmla="*/ 4557898 w 7467600"/>
              <a:gd name="connsiteY757" fmla="*/ 900011 h 6858000"/>
              <a:gd name="connsiteX758" fmla="*/ 5870151 w 7467600"/>
              <a:gd name="connsiteY758" fmla="*/ 898890 h 6858000"/>
              <a:gd name="connsiteX759" fmla="*/ 5861335 w 7467600"/>
              <a:gd name="connsiteY759" fmla="*/ 899177 h 6858000"/>
              <a:gd name="connsiteX760" fmla="*/ 5843702 w 7467600"/>
              <a:gd name="connsiteY760" fmla="*/ 899748 h 6858000"/>
              <a:gd name="connsiteX761" fmla="*/ 5651107 w 7467600"/>
              <a:gd name="connsiteY761" fmla="*/ 920306 h 6858000"/>
              <a:gd name="connsiteX762" fmla="*/ 5459407 w 7467600"/>
              <a:gd name="connsiteY762" fmla="*/ 940975 h 6858000"/>
              <a:gd name="connsiteX763" fmla="*/ 5374846 w 7467600"/>
              <a:gd name="connsiteY763" fmla="*/ 941988 h 6858000"/>
              <a:gd name="connsiteX764" fmla="*/ 5256105 w 7467600"/>
              <a:gd name="connsiteY764" fmla="*/ 945632 h 6858000"/>
              <a:gd name="connsiteX765" fmla="*/ 5107071 w 7467600"/>
              <a:gd name="connsiteY765" fmla="*/ 969720 h 6858000"/>
              <a:gd name="connsiteX766" fmla="*/ 4998681 w 7467600"/>
              <a:gd name="connsiteY766" fmla="*/ 988771 h 6858000"/>
              <a:gd name="connsiteX767" fmla="*/ 5870151 w 7467600"/>
              <a:gd name="connsiteY767" fmla="*/ 898890 h 6858000"/>
              <a:gd name="connsiteX768" fmla="*/ 5504425 w 7467600"/>
              <a:gd name="connsiteY768" fmla="*/ 848067 h 6858000"/>
              <a:gd name="connsiteX769" fmla="*/ 4968849 w 7467600"/>
              <a:gd name="connsiteY769" fmla="*/ 962318 h 6858000"/>
              <a:gd name="connsiteX770" fmla="*/ 5104039 w 7467600"/>
              <a:gd name="connsiteY770" fmla="*/ 940634 h 6858000"/>
              <a:gd name="connsiteX771" fmla="*/ 5256311 w 7467600"/>
              <a:gd name="connsiteY771" fmla="*/ 916490 h 6858000"/>
              <a:gd name="connsiteX772" fmla="*/ 5377381 w 7467600"/>
              <a:gd name="connsiteY772" fmla="*/ 912671 h 6858000"/>
              <a:gd name="connsiteX773" fmla="*/ 5460148 w 7467600"/>
              <a:gd name="connsiteY773" fmla="*/ 911442 h 6858000"/>
              <a:gd name="connsiteX774" fmla="*/ 5648971 w 7467600"/>
              <a:gd name="connsiteY774" fmla="*/ 891331 h 6858000"/>
              <a:gd name="connsiteX775" fmla="*/ 5844807 w 7467600"/>
              <a:gd name="connsiteY775" fmla="*/ 870718 h 6858000"/>
              <a:gd name="connsiteX776" fmla="*/ 5862975 w 7467600"/>
              <a:gd name="connsiteY776" fmla="*/ 869756 h 6858000"/>
              <a:gd name="connsiteX777" fmla="*/ 5920887 w 7467600"/>
              <a:gd name="connsiteY777" fmla="*/ 865929 h 6858000"/>
              <a:gd name="connsiteX778" fmla="*/ 5504425 w 7467600"/>
              <a:gd name="connsiteY778" fmla="*/ 848067 h 6858000"/>
              <a:gd name="connsiteX779" fmla="*/ 3607114 w 7467600"/>
              <a:gd name="connsiteY779" fmla="*/ 467441 h 6858000"/>
              <a:gd name="connsiteX780" fmla="*/ 3296242 w 7467600"/>
              <a:gd name="connsiteY780" fmla="*/ 807991 h 6858000"/>
              <a:gd name="connsiteX781" fmla="*/ 3174674 w 7467600"/>
              <a:gd name="connsiteY781" fmla="*/ 919759 h 6858000"/>
              <a:gd name="connsiteX782" fmla="*/ 3042978 w 7467600"/>
              <a:gd name="connsiteY782" fmla="*/ 1054894 h 6858000"/>
              <a:gd name="connsiteX783" fmla="*/ 2968914 w 7467600"/>
              <a:gd name="connsiteY783" fmla="*/ 1133756 h 6858000"/>
              <a:gd name="connsiteX784" fmla="*/ 3103823 w 7467600"/>
              <a:gd name="connsiteY784" fmla="*/ 1026814 h 6858000"/>
              <a:gd name="connsiteX785" fmla="*/ 3607114 w 7467600"/>
              <a:gd name="connsiteY785" fmla="*/ 467441 h 6858000"/>
              <a:gd name="connsiteX786" fmla="*/ 3744487 w 7467600"/>
              <a:gd name="connsiteY786" fmla="*/ 383136 h 6858000"/>
              <a:gd name="connsiteX787" fmla="*/ 3970213 w 7467600"/>
              <a:gd name="connsiteY787" fmla="*/ 995559 h 6858000"/>
              <a:gd name="connsiteX788" fmla="*/ 3744487 w 7467600"/>
              <a:gd name="connsiteY788" fmla="*/ 383136 h 6858000"/>
              <a:gd name="connsiteX789" fmla="*/ 3624562 w 7467600"/>
              <a:gd name="connsiteY789" fmla="*/ 367041 h 6858000"/>
              <a:gd name="connsiteX790" fmla="*/ 3489712 w 7467600"/>
              <a:gd name="connsiteY790" fmla="*/ 485386 h 6858000"/>
              <a:gd name="connsiteX791" fmla="*/ 3182994 w 7467600"/>
              <a:gd name="connsiteY791" fmla="*/ 828265 h 6858000"/>
              <a:gd name="connsiteX792" fmla="*/ 2892114 w 7467600"/>
              <a:gd name="connsiteY792" fmla="*/ 1172635 h 6858000"/>
              <a:gd name="connsiteX793" fmla="*/ 3021459 w 7467600"/>
              <a:gd name="connsiteY793" fmla="*/ 1035385 h 6858000"/>
              <a:gd name="connsiteX794" fmla="*/ 3153873 w 7467600"/>
              <a:gd name="connsiteY794" fmla="*/ 898971 h 6858000"/>
              <a:gd name="connsiteX795" fmla="*/ 3276511 w 7467600"/>
              <a:gd name="connsiteY795" fmla="*/ 786423 h 6858000"/>
              <a:gd name="connsiteX796" fmla="*/ 3584154 w 7467600"/>
              <a:gd name="connsiteY796" fmla="*/ 448218 h 6858000"/>
              <a:gd name="connsiteX797" fmla="*/ 3624562 w 7467600"/>
              <a:gd name="connsiteY797" fmla="*/ 367041 h 6858000"/>
              <a:gd name="connsiteX798" fmla="*/ 3766672 w 7467600"/>
              <a:gd name="connsiteY798" fmla="*/ 359429 h 6858000"/>
              <a:gd name="connsiteX799" fmla="*/ 3996338 w 7467600"/>
              <a:gd name="connsiteY799" fmla="*/ 968237 h 6858000"/>
              <a:gd name="connsiteX800" fmla="*/ 3766672 w 7467600"/>
              <a:gd name="connsiteY800" fmla="*/ 359429 h 6858000"/>
              <a:gd name="connsiteX801" fmla="*/ 5805386 w 7467600"/>
              <a:gd name="connsiteY801" fmla="*/ 239240 h 6858000"/>
              <a:gd name="connsiteX802" fmla="*/ 5736947 w 7467600"/>
              <a:gd name="connsiteY802" fmla="*/ 261367 h 6858000"/>
              <a:gd name="connsiteX803" fmla="*/ 5427012 w 7467600"/>
              <a:gd name="connsiteY803" fmla="*/ 311272 h 6858000"/>
              <a:gd name="connsiteX804" fmla="*/ 5147818 w 7467600"/>
              <a:gd name="connsiteY804" fmla="*/ 322112 h 6858000"/>
              <a:gd name="connsiteX805" fmla="*/ 5060854 w 7467600"/>
              <a:gd name="connsiteY805" fmla="*/ 311882 h 6858000"/>
              <a:gd name="connsiteX806" fmla="*/ 4945989 w 7467600"/>
              <a:gd name="connsiteY806" fmla="*/ 300516 h 6858000"/>
              <a:gd name="connsiteX807" fmla="*/ 5410479 w 7467600"/>
              <a:gd name="connsiteY807" fmla="*/ 348434 h 6858000"/>
              <a:gd name="connsiteX808" fmla="*/ 5805386 w 7467600"/>
              <a:gd name="connsiteY808" fmla="*/ 239240 h 6858000"/>
              <a:gd name="connsiteX809" fmla="*/ 5905192 w 7467600"/>
              <a:gd name="connsiteY809" fmla="*/ 163079 h 6858000"/>
              <a:gd name="connsiteX810" fmla="*/ 5865655 w 7467600"/>
              <a:gd name="connsiteY810" fmla="*/ 171901 h 6858000"/>
              <a:gd name="connsiteX811" fmla="*/ 5259740 w 7467600"/>
              <a:gd name="connsiteY811" fmla="*/ 257013 h 6858000"/>
              <a:gd name="connsiteX812" fmla="*/ 5208466 w 7467600"/>
              <a:gd name="connsiteY812" fmla="*/ 257550 h 6858000"/>
              <a:gd name="connsiteX813" fmla="*/ 4980204 w 7467600"/>
              <a:gd name="connsiteY813" fmla="*/ 271903 h 6858000"/>
              <a:gd name="connsiteX814" fmla="*/ 5068068 w 7467600"/>
              <a:gd name="connsiteY814" fmla="*/ 282244 h 6858000"/>
              <a:gd name="connsiteX815" fmla="*/ 5153231 w 7467600"/>
              <a:gd name="connsiteY815" fmla="*/ 292240 h 6858000"/>
              <a:gd name="connsiteX816" fmla="*/ 5426491 w 7467600"/>
              <a:gd name="connsiteY816" fmla="*/ 281128 h 6858000"/>
              <a:gd name="connsiteX817" fmla="*/ 5731212 w 7467600"/>
              <a:gd name="connsiteY817" fmla="*/ 231951 h 6858000"/>
              <a:gd name="connsiteX818" fmla="*/ 5905192 w 7467600"/>
              <a:gd name="connsiteY818" fmla="*/ 163079 h 6858000"/>
              <a:gd name="connsiteX819" fmla="*/ 5944437 w 7467600"/>
              <a:gd name="connsiteY819" fmla="*/ 113829 h 6858000"/>
              <a:gd name="connsiteX820" fmla="*/ 5825032 w 7467600"/>
              <a:gd name="connsiteY820" fmla="*/ 146405 h 6858000"/>
              <a:gd name="connsiteX821" fmla="*/ 4955599 w 7467600"/>
              <a:gd name="connsiteY821" fmla="*/ 247008 h 6858000"/>
              <a:gd name="connsiteX822" fmla="*/ 5210104 w 7467600"/>
              <a:gd name="connsiteY822" fmla="*/ 228123 h 6858000"/>
              <a:gd name="connsiteX823" fmla="*/ 5261015 w 7467600"/>
              <a:gd name="connsiteY823" fmla="*/ 227087 h 6858000"/>
              <a:gd name="connsiteX824" fmla="*/ 5861181 w 7467600"/>
              <a:gd name="connsiteY824" fmla="*/ 143093 h 6858000"/>
              <a:gd name="connsiteX825" fmla="*/ 5961252 w 7467600"/>
              <a:gd name="connsiteY825" fmla="*/ 114820 h 6858000"/>
              <a:gd name="connsiteX826" fmla="*/ 5944437 w 7467600"/>
              <a:gd name="connsiteY826" fmla="*/ 113829 h 6858000"/>
              <a:gd name="connsiteX827" fmla="*/ 3882765 w 7467600"/>
              <a:gd name="connsiteY827" fmla="*/ 0 h 6858000"/>
              <a:gd name="connsiteX828" fmla="*/ 3995099 w 7467600"/>
              <a:gd name="connsiteY828" fmla="*/ 0 h 6858000"/>
              <a:gd name="connsiteX829" fmla="*/ 4163818 w 7467600"/>
              <a:gd name="connsiteY829" fmla="*/ 234104 h 6858000"/>
              <a:gd name="connsiteX830" fmla="*/ 4172099 w 7467600"/>
              <a:gd name="connsiteY830" fmla="*/ 234207 h 6858000"/>
              <a:gd name="connsiteX831" fmla="*/ 4784282 w 7467600"/>
              <a:gd name="connsiteY831" fmla="*/ 276561 h 6858000"/>
              <a:gd name="connsiteX832" fmla="*/ 4801687 w 7467600"/>
              <a:gd name="connsiteY832" fmla="*/ 267764 h 6858000"/>
              <a:gd name="connsiteX833" fmla="*/ 6082788 w 7467600"/>
              <a:gd name="connsiteY833" fmla="*/ 64119 h 6858000"/>
              <a:gd name="connsiteX834" fmla="*/ 6099442 w 7467600"/>
              <a:gd name="connsiteY834" fmla="*/ 82568 h 6858000"/>
              <a:gd name="connsiteX835" fmla="*/ 4804137 w 7467600"/>
              <a:gd name="connsiteY835" fmla="*/ 320931 h 6858000"/>
              <a:gd name="connsiteX836" fmla="*/ 4227047 w 7467600"/>
              <a:gd name="connsiteY836" fmla="*/ 313415 h 6858000"/>
              <a:gd name="connsiteX837" fmla="*/ 4346041 w 7467600"/>
              <a:gd name="connsiteY837" fmla="*/ 456086 h 6858000"/>
              <a:gd name="connsiteX838" fmla="*/ 4870967 w 7467600"/>
              <a:gd name="connsiteY838" fmla="*/ 963061 h 6858000"/>
              <a:gd name="connsiteX839" fmla="*/ 4889647 w 7467600"/>
              <a:gd name="connsiteY839" fmla="*/ 957147 h 6858000"/>
              <a:gd name="connsiteX840" fmla="*/ 5422504 w 7467600"/>
              <a:gd name="connsiteY840" fmla="*/ 805191 h 6858000"/>
              <a:gd name="connsiteX841" fmla="*/ 6087656 w 7467600"/>
              <a:gd name="connsiteY841" fmla="*/ 826703 h 6858000"/>
              <a:gd name="connsiteX842" fmla="*/ 6058717 w 7467600"/>
              <a:gd name="connsiteY842" fmla="*/ 865992 h 6858000"/>
              <a:gd name="connsiteX843" fmla="*/ 4974153 w 7467600"/>
              <a:gd name="connsiteY843" fmla="*/ 1045456 h 6858000"/>
              <a:gd name="connsiteX844" fmla="*/ 5627835 w 7467600"/>
              <a:gd name="connsiteY844" fmla="*/ 1472077 h 6858000"/>
              <a:gd name="connsiteX845" fmla="*/ 5629817 w 7467600"/>
              <a:gd name="connsiteY845" fmla="*/ 1471412 h 6858000"/>
              <a:gd name="connsiteX846" fmla="*/ 5634124 w 7467600"/>
              <a:gd name="connsiteY846" fmla="*/ 1470572 h 6858000"/>
              <a:gd name="connsiteX847" fmla="*/ 5755832 w 7467600"/>
              <a:gd name="connsiteY847" fmla="*/ 1383886 h 6858000"/>
              <a:gd name="connsiteX848" fmla="*/ 6014186 w 7467600"/>
              <a:gd name="connsiteY848" fmla="*/ 1279799 h 6858000"/>
              <a:gd name="connsiteX849" fmla="*/ 6901619 w 7467600"/>
              <a:gd name="connsiteY849" fmla="*/ 1047874 h 6858000"/>
              <a:gd name="connsiteX850" fmla="*/ 6931566 w 7467600"/>
              <a:gd name="connsiteY850" fmla="*/ 1062034 h 6858000"/>
              <a:gd name="connsiteX851" fmla="*/ 5790982 w 7467600"/>
              <a:gd name="connsiteY851" fmla="*/ 1561380 h 6858000"/>
              <a:gd name="connsiteX852" fmla="*/ 6188971 w 7467600"/>
              <a:gd name="connsiteY852" fmla="*/ 1755168 h 6858000"/>
              <a:gd name="connsiteX853" fmla="*/ 6202446 w 7467600"/>
              <a:gd name="connsiteY853" fmla="*/ 1752268 h 6858000"/>
              <a:gd name="connsiteX854" fmla="*/ 7179560 w 7467600"/>
              <a:gd name="connsiteY854" fmla="*/ 1467551 h 6858000"/>
              <a:gd name="connsiteX855" fmla="*/ 7158730 w 7467600"/>
              <a:gd name="connsiteY855" fmla="*/ 1507835 h 6858000"/>
              <a:gd name="connsiteX856" fmla="*/ 6326959 w 7467600"/>
              <a:gd name="connsiteY856" fmla="*/ 1817686 h 6858000"/>
              <a:gd name="connsiteX857" fmla="*/ 6537433 w 7467600"/>
              <a:gd name="connsiteY857" fmla="*/ 1907790 h 6858000"/>
              <a:gd name="connsiteX858" fmla="*/ 6550221 w 7467600"/>
              <a:gd name="connsiteY858" fmla="*/ 1910729 h 6858000"/>
              <a:gd name="connsiteX859" fmla="*/ 6964438 w 7467600"/>
              <a:gd name="connsiteY859" fmla="*/ 2209505 h 6858000"/>
              <a:gd name="connsiteX860" fmla="*/ 7367862 w 7467600"/>
              <a:gd name="connsiteY860" fmla="*/ 2806833 h 6858000"/>
              <a:gd name="connsiteX861" fmla="*/ 7364329 w 7467600"/>
              <a:gd name="connsiteY861" fmla="*/ 2826907 h 6858000"/>
              <a:gd name="connsiteX862" fmla="*/ 7290545 w 7467600"/>
              <a:gd name="connsiteY862" fmla="*/ 2850663 h 6858000"/>
              <a:gd name="connsiteX863" fmla="*/ 6472036 w 7467600"/>
              <a:gd name="connsiteY863" fmla="*/ 1959003 h 6858000"/>
              <a:gd name="connsiteX864" fmla="*/ 5792897 w 7467600"/>
              <a:gd name="connsiteY864" fmla="*/ 1647747 h 6858000"/>
              <a:gd name="connsiteX865" fmla="*/ 5842751 w 7467600"/>
              <a:gd name="connsiteY865" fmla="*/ 1816112 h 6858000"/>
              <a:gd name="connsiteX866" fmla="*/ 5847424 w 7467600"/>
              <a:gd name="connsiteY866" fmla="*/ 1815776 h 6858000"/>
              <a:gd name="connsiteX867" fmla="*/ 6399821 w 7467600"/>
              <a:gd name="connsiteY867" fmla="*/ 2344799 h 6858000"/>
              <a:gd name="connsiteX868" fmla="*/ 6323232 w 7467600"/>
              <a:gd name="connsiteY868" fmla="*/ 2389634 h 6858000"/>
              <a:gd name="connsiteX869" fmla="*/ 5942958 w 7467600"/>
              <a:gd name="connsiteY869" fmla="*/ 2077708 h 6858000"/>
              <a:gd name="connsiteX870" fmla="*/ 5921559 w 7467600"/>
              <a:gd name="connsiteY870" fmla="*/ 2378596 h 6858000"/>
              <a:gd name="connsiteX871" fmla="*/ 5817651 w 7467600"/>
              <a:gd name="connsiteY871" fmla="*/ 3023919 h 6858000"/>
              <a:gd name="connsiteX872" fmla="*/ 5729634 w 7467600"/>
              <a:gd name="connsiteY872" fmla="*/ 3051849 h 6858000"/>
              <a:gd name="connsiteX873" fmla="*/ 5611018 w 7467600"/>
              <a:gd name="connsiteY873" fmla="*/ 2316769 h 6858000"/>
              <a:gd name="connsiteX874" fmla="*/ 5687608 w 7467600"/>
              <a:gd name="connsiteY874" fmla="*/ 2039972 h 6858000"/>
              <a:gd name="connsiteX875" fmla="*/ 5657554 w 7467600"/>
              <a:gd name="connsiteY875" fmla="*/ 1576445 h 6858000"/>
              <a:gd name="connsiteX876" fmla="*/ 5150475 w 7467600"/>
              <a:gd name="connsiteY876" fmla="*/ 1274012 h 6858000"/>
              <a:gd name="connsiteX877" fmla="*/ 5349142 w 7467600"/>
              <a:gd name="connsiteY877" fmla="*/ 2204405 h 6858000"/>
              <a:gd name="connsiteX878" fmla="*/ 5262214 w 7467600"/>
              <a:gd name="connsiteY878" fmla="*/ 2233836 h 6858000"/>
              <a:gd name="connsiteX879" fmla="*/ 4981539 w 7467600"/>
              <a:gd name="connsiteY879" fmla="*/ 1542201 h 6858000"/>
              <a:gd name="connsiteX880" fmla="*/ 4958461 w 7467600"/>
              <a:gd name="connsiteY880" fmla="*/ 1136957 h 6858000"/>
              <a:gd name="connsiteX881" fmla="*/ 4655015 w 7467600"/>
              <a:gd name="connsiteY881" fmla="*/ 891426 h 6858000"/>
              <a:gd name="connsiteX882" fmla="*/ 4348002 w 7467600"/>
              <a:gd name="connsiteY882" fmla="*/ 2205895 h 6858000"/>
              <a:gd name="connsiteX883" fmla="*/ 4262250 w 7467600"/>
              <a:gd name="connsiteY883" fmla="*/ 2219972 h 6858000"/>
              <a:gd name="connsiteX884" fmla="*/ 4550611 w 7467600"/>
              <a:gd name="connsiteY884" fmla="*/ 817540 h 6858000"/>
              <a:gd name="connsiteX885" fmla="*/ 4564418 w 7467600"/>
              <a:gd name="connsiteY885" fmla="*/ 808293 h 6858000"/>
              <a:gd name="connsiteX886" fmla="*/ 4266388 w 7467600"/>
              <a:gd name="connsiteY886" fmla="*/ 500083 h 6858000"/>
              <a:gd name="connsiteX887" fmla="*/ 4032842 w 7467600"/>
              <a:gd name="connsiteY887" fmla="*/ 211809 h 6858000"/>
              <a:gd name="connsiteX888" fmla="*/ 3882765 w 7467600"/>
              <a:gd name="connsiteY888" fmla="*/ 0 h 6858000"/>
              <a:gd name="connsiteX889" fmla="*/ 3721337 w 7467600"/>
              <a:gd name="connsiteY889" fmla="*/ 0 h 6858000"/>
              <a:gd name="connsiteX890" fmla="*/ 3797544 w 7467600"/>
              <a:gd name="connsiteY890" fmla="*/ 0 h 6858000"/>
              <a:gd name="connsiteX891" fmla="*/ 3775734 w 7467600"/>
              <a:gd name="connsiteY891" fmla="*/ 95131 h 6858000"/>
              <a:gd name="connsiteX892" fmla="*/ 3724807 w 7467600"/>
              <a:gd name="connsiteY892" fmla="*/ 272257 h 6858000"/>
              <a:gd name="connsiteX893" fmla="*/ 3726844 w 7467600"/>
              <a:gd name="connsiteY893" fmla="*/ 282988 h 6858000"/>
              <a:gd name="connsiteX894" fmla="*/ 3742664 w 7467600"/>
              <a:gd name="connsiteY894" fmla="*/ 279918 h 6858000"/>
              <a:gd name="connsiteX895" fmla="*/ 4103910 w 7467600"/>
              <a:gd name="connsiteY895" fmla="*/ 1161917 h 6858000"/>
              <a:gd name="connsiteX896" fmla="*/ 4020269 w 7467600"/>
              <a:gd name="connsiteY896" fmla="*/ 1200406 h 6858000"/>
              <a:gd name="connsiteX897" fmla="*/ 3674882 w 7467600"/>
              <a:gd name="connsiteY897" fmla="*/ 488524 h 6858000"/>
              <a:gd name="connsiteX898" fmla="*/ 3132682 w 7467600"/>
              <a:gd name="connsiteY898" fmla="*/ 1072284 h 6858000"/>
              <a:gd name="connsiteX899" fmla="*/ 2716346 w 7467600"/>
              <a:gd name="connsiteY899" fmla="*/ 1276376 h 6858000"/>
              <a:gd name="connsiteX900" fmla="*/ 2716772 w 7467600"/>
              <a:gd name="connsiteY900" fmla="*/ 1255462 h 6858000"/>
              <a:gd name="connsiteX901" fmla="*/ 3471096 w 7467600"/>
              <a:gd name="connsiteY901" fmla="*/ 437072 h 6858000"/>
              <a:gd name="connsiteX902" fmla="*/ 3639057 w 7467600"/>
              <a:gd name="connsiteY902" fmla="*/ 286334 h 6858000"/>
              <a:gd name="connsiteX903" fmla="*/ 3640309 w 7467600"/>
              <a:gd name="connsiteY903" fmla="*/ 284664 h 6858000"/>
              <a:gd name="connsiteX904" fmla="*/ 3646022 w 7467600"/>
              <a:gd name="connsiteY904" fmla="*/ 276711 h 6858000"/>
              <a:gd name="connsiteX905" fmla="*/ 3707943 w 7467600"/>
              <a:gd name="connsiteY905" fmla="*/ 65958 h 6858000"/>
              <a:gd name="connsiteX906" fmla="*/ 3721337 w 7467600"/>
              <a:gd name="connsiteY906" fmla="*/ 0 h 6858000"/>
              <a:gd name="connsiteX907" fmla="*/ 2867960 w 7467600"/>
              <a:gd name="connsiteY907" fmla="*/ 0 h 6858000"/>
              <a:gd name="connsiteX908" fmla="*/ 2926351 w 7467600"/>
              <a:gd name="connsiteY908" fmla="*/ 0 h 6858000"/>
              <a:gd name="connsiteX909" fmla="*/ 2902823 w 7467600"/>
              <a:gd name="connsiteY909" fmla="*/ 262929 h 6858000"/>
              <a:gd name="connsiteX910" fmla="*/ 2940663 w 7467600"/>
              <a:gd name="connsiteY910" fmla="*/ 140884 h 6858000"/>
              <a:gd name="connsiteX911" fmla="*/ 2947039 w 7467600"/>
              <a:gd name="connsiteY911" fmla="*/ 122524 h 6858000"/>
              <a:gd name="connsiteX912" fmla="*/ 2984316 w 7467600"/>
              <a:gd name="connsiteY912" fmla="*/ 0 h 6858000"/>
              <a:gd name="connsiteX913" fmla="*/ 3016114 w 7467600"/>
              <a:gd name="connsiteY913" fmla="*/ 0 h 6858000"/>
              <a:gd name="connsiteX914" fmla="*/ 2979949 w 7467600"/>
              <a:gd name="connsiteY914" fmla="*/ 119274 h 6858000"/>
              <a:gd name="connsiteX915" fmla="*/ 3023879 w 7467600"/>
              <a:gd name="connsiteY915" fmla="*/ 0 h 6858000"/>
              <a:gd name="connsiteX916" fmla="*/ 3105400 w 7467600"/>
              <a:gd name="connsiteY916" fmla="*/ 0 h 6858000"/>
              <a:gd name="connsiteX917" fmla="*/ 3094669 w 7467600"/>
              <a:gd name="connsiteY917" fmla="*/ 30308 h 6858000"/>
              <a:gd name="connsiteX918" fmla="*/ 2901945 w 7467600"/>
              <a:gd name="connsiteY918" fmla="*/ 466538 h 6858000"/>
              <a:gd name="connsiteX919" fmla="*/ 2815209 w 7467600"/>
              <a:gd name="connsiteY919" fmla="*/ 497361 h 6858000"/>
              <a:gd name="connsiteX920" fmla="*/ 2844845 w 7467600"/>
              <a:gd name="connsiteY920" fmla="*/ 127638 h 6858000"/>
              <a:gd name="connsiteX921" fmla="*/ 2867960 w 7467600"/>
              <a:gd name="connsiteY921" fmla="*/ 0 h 6858000"/>
              <a:gd name="connsiteX922" fmla="*/ 1057230 w 7467600"/>
              <a:gd name="connsiteY922" fmla="*/ 0 h 6858000"/>
              <a:gd name="connsiteX923" fmla="*/ 1111003 w 7467600"/>
              <a:gd name="connsiteY923" fmla="*/ 0 h 6858000"/>
              <a:gd name="connsiteX924" fmla="*/ 1125553 w 7467600"/>
              <a:gd name="connsiteY924" fmla="*/ 52588 h 6858000"/>
              <a:gd name="connsiteX925" fmla="*/ 1304276 w 7467600"/>
              <a:gd name="connsiteY925" fmla="*/ 476275 h 6858000"/>
              <a:gd name="connsiteX926" fmla="*/ 1492066 w 7467600"/>
              <a:gd name="connsiteY926" fmla="*/ 886333 h 6858000"/>
              <a:gd name="connsiteX927" fmla="*/ 1423698 w 7467600"/>
              <a:gd name="connsiteY927" fmla="*/ 710817 h 6858000"/>
              <a:gd name="connsiteX928" fmla="*/ 1357609 w 7467600"/>
              <a:gd name="connsiteY928" fmla="*/ 532892 h 6858000"/>
              <a:gd name="connsiteX929" fmla="*/ 1309550 w 7467600"/>
              <a:gd name="connsiteY929" fmla="*/ 374031 h 6858000"/>
              <a:gd name="connsiteX930" fmla="*/ 1193673 w 7467600"/>
              <a:gd name="connsiteY930" fmla="*/ 49533 h 6858000"/>
              <a:gd name="connsiteX931" fmla="*/ 1164391 w 7467600"/>
              <a:gd name="connsiteY931" fmla="*/ 0 h 6858000"/>
              <a:gd name="connsiteX932" fmla="*/ 1200666 w 7467600"/>
              <a:gd name="connsiteY932" fmla="*/ 0 h 6858000"/>
              <a:gd name="connsiteX933" fmla="*/ 1223408 w 7467600"/>
              <a:gd name="connsiteY933" fmla="*/ 38996 h 6858000"/>
              <a:gd name="connsiteX934" fmla="*/ 1339635 w 7467600"/>
              <a:gd name="connsiteY934" fmla="*/ 365517 h 6858000"/>
              <a:gd name="connsiteX935" fmla="*/ 1387469 w 7467600"/>
              <a:gd name="connsiteY935" fmla="*/ 523079 h 6858000"/>
              <a:gd name="connsiteX936" fmla="*/ 1452685 w 7467600"/>
              <a:gd name="connsiteY936" fmla="*/ 699806 h 6858000"/>
              <a:gd name="connsiteX937" fmla="*/ 1492092 w 7467600"/>
              <a:gd name="connsiteY937" fmla="*/ 800424 h 6858000"/>
              <a:gd name="connsiteX938" fmla="*/ 1455302 w 7467600"/>
              <a:gd name="connsiteY938" fmla="*/ 632913 h 6858000"/>
              <a:gd name="connsiteX939" fmla="*/ 1222336 w 7467600"/>
              <a:gd name="connsiteY939" fmla="*/ 9480 h 6858000"/>
              <a:gd name="connsiteX940" fmla="*/ 1214634 w 7467600"/>
              <a:gd name="connsiteY940" fmla="*/ 0 h 6858000"/>
              <a:gd name="connsiteX941" fmla="*/ 1289827 w 7467600"/>
              <a:gd name="connsiteY941" fmla="*/ 0 h 6858000"/>
              <a:gd name="connsiteX942" fmla="*/ 1321076 w 7467600"/>
              <a:gd name="connsiteY942" fmla="*/ 59722 h 6858000"/>
              <a:gd name="connsiteX943" fmla="*/ 1512579 w 7467600"/>
              <a:gd name="connsiteY943" fmla="*/ 626441 h 6858000"/>
              <a:gd name="connsiteX944" fmla="*/ 1506076 w 7467600"/>
              <a:gd name="connsiteY944" fmla="*/ 1089289 h 6858000"/>
              <a:gd name="connsiteX945" fmla="*/ 1486346 w 7467600"/>
              <a:gd name="connsiteY945" fmla="*/ 1079919 h 6858000"/>
              <a:gd name="connsiteX946" fmla="*/ 1070511 w 7467600"/>
              <a:gd name="connsiteY946" fmla="*/ 48609 h 6858000"/>
              <a:gd name="connsiteX947" fmla="*/ 1057230 w 7467600"/>
              <a:gd name="connsiteY947" fmla="*/ 0 h 6858000"/>
              <a:gd name="connsiteX948" fmla="*/ 43151 w 7467600"/>
              <a:gd name="connsiteY948" fmla="*/ 0 h 6858000"/>
              <a:gd name="connsiteX949" fmla="*/ 95283 w 7467600"/>
              <a:gd name="connsiteY949" fmla="*/ 0 h 6858000"/>
              <a:gd name="connsiteX950" fmla="*/ 300708 w 7467600"/>
              <a:gd name="connsiteY950" fmla="*/ 154571 h 6858000"/>
              <a:gd name="connsiteX951" fmla="*/ 530414 w 7467600"/>
              <a:gd name="connsiteY951" fmla="*/ 354673 h 6858000"/>
              <a:gd name="connsiteX952" fmla="*/ 333785 w 7467600"/>
              <a:gd name="connsiteY952" fmla="*/ 161564 h 6858000"/>
              <a:gd name="connsiteX953" fmla="*/ 147005 w 7467600"/>
              <a:gd name="connsiteY953" fmla="*/ 0 h 6858000"/>
              <a:gd name="connsiteX954" fmla="*/ 272509 w 7467600"/>
              <a:gd name="connsiteY954" fmla="*/ 0 h 6858000"/>
              <a:gd name="connsiteX955" fmla="*/ 326276 w 7467600"/>
              <a:gd name="connsiteY955" fmla="*/ 45847 h 6858000"/>
              <a:gd name="connsiteX956" fmla="*/ 823759 w 7467600"/>
              <a:gd name="connsiteY956" fmla="*/ 574145 h 6858000"/>
              <a:gd name="connsiteX957" fmla="*/ 811254 w 7467600"/>
              <a:gd name="connsiteY957" fmla="*/ 665546 h 6858000"/>
              <a:gd name="connsiteX958" fmla="*/ 154042 w 7467600"/>
              <a:gd name="connsiteY958" fmla="*/ 261522 h 6858000"/>
              <a:gd name="connsiteX959" fmla="*/ 13550 w 7467600"/>
              <a:gd name="connsiteY959" fmla="*/ 158423 h 6858000"/>
              <a:gd name="connsiteX960" fmla="*/ 0 w 7467600"/>
              <a:gd name="connsiteY960" fmla="*/ 146618 h 6858000"/>
              <a:gd name="connsiteX961" fmla="*/ 0 w 7467600"/>
              <a:gd name="connsiteY961" fmla="*/ 59161 h 6858000"/>
              <a:gd name="connsiteX962" fmla="*/ 45427 w 7467600"/>
              <a:gd name="connsiteY962" fmla="*/ 101078 h 6858000"/>
              <a:gd name="connsiteX963" fmla="*/ 630103 w 7467600"/>
              <a:gd name="connsiteY963" fmla="*/ 485885 h 6858000"/>
              <a:gd name="connsiteX964" fmla="*/ 532040 w 7467600"/>
              <a:gd name="connsiteY964" fmla="*/ 399359 h 6858000"/>
              <a:gd name="connsiteX965" fmla="*/ 517618 w 7467600"/>
              <a:gd name="connsiteY965" fmla="*/ 385726 h 6858000"/>
              <a:gd name="connsiteX966" fmla="*/ 285074 w 7467600"/>
              <a:gd name="connsiteY966" fmla="*/ 182755 h 6858000"/>
              <a:gd name="connsiteX967" fmla="*/ 43151 w 7467600"/>
              <a:gd name="connsiteY96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467600 w 7467600"/>
              <a:gd name="connsiteY77" fmla="*/ 6012219 h 6858000"/>
              <a:gd name="connsiteX78" fmla="*/ 7356878 w 7467600"/>
              <a:gd name="connsiteY78" fmla="*/ 5981332 h 6858000"/>
              <a:gd name="connsiteX79" fmla="*/ 7467600 w 7467600"/>
              <a:gd name="connsiteY79" fmla="*/ 6117703 h 6858000"/>
              <a:gd name="connsiteX80" fmla="*/ 7467600 w 7467600"/>
              <a:gd name="connsiteY80" fmla="*/ 6163634 h 6858000"/>
              <a:gd name="connsiteX81" fmla="*/ 7403637 w 7467600"/>
              <a:gd name="connsiteY81" fmla="*/ 6083957 h 6858000"/>
              <a:gd name="connsiteX82" fmla="*/ 7254615 w 7467600"/>
              <a:gd name="connsiteY82" fmla="*/ 5911918 h 6858000"/>
              <a:gd name="connsiteX83" fmla="*/ 7312589 w 7467600"/>
              <a:gd name="connsiteY83" fmla="*/ 5982309 h 6858000"/>
              <a:gd name="connsiteX84" fmla="*/ 7448321 w 7467600"/>
              <a:gd name="connsiteY84" fmla="*/ 6190991 h 6858000"/>
              <a:gd name="connsiteX85" fmla="*/ 7467600 w 7467600"/>
              <a:gd name="connsiteY85" fmla="*/ 6221686 h 6858000"/>
              <a:gd name="connsiteX86" fmla="*/ 7467600 w 7467600"/>
              <a:gd name="connsiteY86" fmla="*/ 6334256 h 6858000"/>
              <a:gd name="connsiteX87" fmla="*/ 7454976 w 7467600"/>
              <a:gd name="connsiteY87" fmla="*/ 6318297 h 6858000"/>
              <a:gd name="connsiteX88" fmla="*/ 1456157 w 7467600"/>
              <a:gd name="connsiteY88" fmla="*/ 5371404 h 6858000"/>
              <a:gd name="connsiteX89" fmla="*/ 1244432 w 7467600"/>
              <a:gd name="connsiteY89" fmla="*/ 5385601 h 6858000"/>
              <a:gd name="connsiteX90" fmla="*/ 973990 w 7467600"/>
              <a:gd name="connsiteY90" fmla="*/ 5424940 h 6858000"/>
              <a:gd name="connsiteX91" fmla="*/ 1103809 w 7467600"/>
              <a:gd name="connsiteY91" fmla="*/ 5433720 h 6858000"/>
              <a:gd name="connsiteX92" fmla="*/ 1123454 w 7467600"/>
              <a:gd name="connsiteY92" fmla="*/ 5435727 h 6858000"/>
              <a:gd name="connsiteX93" fmla="*/ 1737017 w 7467600"/>
              <a:gd name="connsiteY93" fmla="*/ 5452183 h 6858000"/>
              <a:gd name="connsiteX94" fmla="*/ 1824397 w 7467600"/>
              <a:gd name="connsiteY94" fmla="*/ 5447757 h 6858000"/>
              <a:gd name="connsiteX95" fmla="*/ 2070059 w 7467600"/>
              <a:gd name="connsiteY95" fmla="*/ 5441660 h 6858000"/>
              <a:gd name="connsiteX96" fmla="*/ 1456157 w 7467600"/>
              <a:gd name="connsiteY96" fmla="*/ 5371404 h 6858000"/>
              <a:gd name="connsiteX97" fmla="*/ 4988186 w 7467600"/>
              <a:gd name="connsiteY97" fmla="*/ 5216467 h 6858000"/>
              <a:gd name="connsiteX98" fmla="*/ 4777334 w 7467600"/>
              <a:gd name="connsiteY98" fmla="*/ 5406072 h 6858000"/>
              <a:gd name="connsiteX99" fmla="*/ 4718341 w 7467600"/>
              <a:gd name="connsiteY99" fmla="*/ 5468043 h 6858000"/>
              <a:gd name="connsiteX100" fmla="*/ 4604655 w 7467600"/>
              <a:gd name="connsiteY100" fmla="*/ 5583434 h 6858000"/>
              <a:gd name="connsiteX101" fmla="*/ 4565074 w 7467600"/>
              <a:gd name="connsiteY101" fmla="*/ 5618550 h 6858000"/>
              <a:gd name="connsiteX102" fmla="*/ 4988186 w 7467600"/>
              <a:gd name="connsiteY102" fmla="*/ 5216467 h 6858000"/>
              <a:gd name="connsiteX103" fmla="*/ 4978032 w 7467600"/>
              <a:gd name="connsiteY103" fmla="*/ 5183809 h 6858000"/>
              <a:gd name="connsiteX104" fmla="*/ 4463413 w 7467600"/>
              <a:gd name="connsiteY104" fmla="*/ 5615162 h 6858000"/>
              <a:gd name="connsiteX105" fmla="*/ 4358134 w 7467600"/>
              <a:gd name="connsiteY105" fmla="*/ 5742791 h 6858000"/>
              <a:gd name="connsiteX106" fmla="*/ 4376219 w 7467600"/>
              <a:gd name="connsiteY106" fmla="*/ 5729027 h 6858000"/>
              <a:gd name="connsiteX107" fmla="*/ 4582340 w 7467600"/>
              <a:gd name="connsiteY107" fmla="*/ 5561037 h 6858000"/>
              <a:gd name="connsiteX108" fmla="*/ 4694684 w 7467600"/>
              <a:gd name="connsiteY108" fmla="*/ 5447098 h 6858000"/>
              <a:gd name="connsiteX109" fmla="*/ 4754123 w 7467600"/>
              <a:gd name="connsiteY109" fmla="*/ 5384643 h 6858000"/>
              <a:gd name="connsiteX110" fmla="*/ 4978032 w 7467600"/>
              <a:gd name="connsiteY110" fmla="*/ 5183809 h 6858000"/>
              <a:gd name="connsiteX111" fmla="*/ 1903353 w 7467600"/>
              <a:gd name="connsiteY111" fmla="*/ 5044827 h 6858000"/>
              <a:gd name="connsiteX112" fmla="*/ 1936931 w 7467600"/>
              <a:gd name="connsiteY112" fmla="*/ 5093954 h 6858000"/>
              <a:gd name="connsiteX113" fmla="*/ 2195868 w 7467600"/>
              <a:gd name="connsiteY113" fmla="*/ 5396574 h 6858000"/>
              <a:gd name="connsiteX114" fmla="*/ 2088852 w 7467600"/>
              <a:gd name="connsiteY114" fmla="*/ 5166123 h 6858000"/>
              <a:gd name="connsiteX115" fmla="*/ 1958241 w 7467600"/>
              <a:gd name="connsiteY115" fmla="*/ 5067955 h 6858000"/>
              <a:gd name="connsiteX116" fmla="*/ 1903353 w 7467600"/>
              <a:gd name="connsiteY116" fmla="*/ 5044827 h 6858000"/>
              <a:gd name="connsiteX117" fmla="*/ 1979378 w 7467600"/>
              <a:gd name="connsiteY117" fmla="*/ 4769504 h 6858000"/>
              <a:gd name="connsiteX118" fmla="*/ 2882120 w 7467600"/>
              <a:gd name="connsiteY118" fmla="*/ 5064547 h 6858000"/>
              <a:gd name="connsiteX119" fmla="*/ 2793103 w 7467600"/>
              <a:gd name="connsiteY119" fmla="*/ 5039699 h 6858000"/>
              <a:gd name="connsiteX120" fmla="*/ 2770041 w 7467600"/>
              <a:gd name="connsiteY120" fmla="*/ 5033634 h 6858000"/>
              <a:gd name="connsiteX121" fmla="*/ 1979378 w 7467600"/>
              <a:gd name="connsiteY121" fmla="*/ 4769504 h 6858000"/>
              <a:gd name="connsiteX122" fmla="*/ 1927410 w 7467600"/>
              <a:gd name="connsiteY122" fmla="*/ 4716164 h 6858000"/>
              <a:gd name="connsiteX123" fmla="*/ 1959587 w 7467600"/>
              <a:gd name="connsiteY123" fmla="*/ 4728849 h 6858000"/>
              <a:gd name="connsiteX124" fmla="*/ 2777707 w 7467600"/>
              <a:gd name="connsiteY124" fmla="*/ 5003991 h 6858000"/>
              <a:gd name="connsiteX125" fmla="*/ 2800768 w 7467600"/>
              <a:gd name="connsiteY125" fmla="*/ 5010056 h 6858000"/>
              <a:gd name="connsiteX126" fmla="*/ 2879408 w 7467600"/>
              <a:gd name="connsiteY126" fmla="*/ 5031590 h 6858000"/>
              <a:gd name="connsiteX127" fmla="*/ 2862295 w 7467600"/>
              <a:gd name="connsiteY127" fmla="*/ 5022958 h 6858000"/>
              <a:gd name="connsiteX128" fmla="*/ 2813343 w 7467600"/>
              <a:gd name="connsiteY128" fmla="*/ 4998369 h 6858000"/>
              <a:gd name="connsiteX129" fmla="*/ 2646245 w 7467600"/>
              <a:gd name="connsiteY129" fmla="*/ 4930999 h 6858000"/>
              <a:gd name="connsiteX130" fmla="*/ 1999243 w 7467600"/>
              <a:gd name="connsiteY130" fmla="*/ 4730524 h 6858000"/>
              <a:gd name="connsiteX131" fmla="*/ 1979527 w 7467600"/>
              <a:gd name="connsiteY131" fmla="*/ 4726651 h 6858000"/>
              <a:gd name="connsiteX132" fmla="*/ 1927410 w 7467600"/>
              <a:gd name="connsiteY132" fmla="*/ 4716164 h 6858000"/>
              <a:gd name="connsiteX133" fmla="*/ 1997014 w 7467600"/>
              <a:gd name="connsiteY133" fmla="*/ 4698007 h 6858000"/>
              <a:gd name="connsiteX134" fmla="*/ 2005458 w 7467600"/>
              <a:gd name="connsiteY134" fmla="*/ 4699540 h 6858000"/>
              <a:gd name="connsiteX135" fmla="*/ 2657186 w 7467600"/>
              <a:gd name="connsiteY135" fmla="*/ 4901687 h 6858000"/>
              <a:gd name="connsiteX136" fmla="*/ 2826662 w 7467600"/>
              <a:gd name="connsiteY136" fmla="*/ 4970362 h 6858000"/>
              <a:gd name="connsiteX137" fmla="*/ 2876100 w 7467600"/>
              <a:gd name="connsiteY137" fmla="*/ 4995397 h 6858000"/>
              <a:gd name="connsiteX138" fmla="*/ 3042600 w 7467600"/>
              <a:gd name="connsiteY138" fmla="*/ 5059532 h 6858000"/>
              <a:gd name="connsiteX139" fmla="*/ 1997014 w 7467600"/>
              <a:gd name="connsiteY139" fmla="*/ 4698007 h 6858000"/>
              <a:gd name="connsiteX140" fmla="*/ 2305292 w 7467600"/>
              <a:gd name="connsiteY140" fmla="*/ 4219492 h 6858000"/>
              <a:gd name="connsiteX141" fmla="*/ 3360922 w 7467600"/>
              <a:gd name="connsiteY141" fmla="*/ 4529373 h 6858000"/>
              <a:gd name="connsiteX142" fmla="*/ 3492420 w 7467600"/>
              <a:gd name="connsiteY142" fmla="*/ 4510145 h 6858000"/>
              <a:gd name="connsiteX143" fmla="*/ 3364086 w 7467600"/>
              <a:gd name="connsiteY143" fmla="*/ 4480340 h 6858000"/>
              <a:gd name="connsiteX144" fmla="*/ 3225818 w 7467600"/>
              <a:gd name="connsiteY144" fmla="*/ 4411822 h 6858000"/>
              <a:gd name="connsiteX145" fmla="*/ 3129696 w 7467600"/>
              <a:gd name="connsiteY145" fmla="*/ 4360704 h 6858000"/>
              <a:gd name="connsiteX146" fmla="*/ 2814545 w 7467600"/>
              <a:gd name="connsiteY146" fmla="*/ 4282955 h 6858000"/>
              <a:gd name="connsiteX147" fmla="*/ 2305292 w 7467600"/>
              <a:gd name="connsiteY147" fmla="*/ 4219492 h 6858000"/>
              <a:gd name="connsiteX148" fmla="*/ 2626982 w 7467600"/>
              <a:gd name="connsiteY148" fmla="*/ 4206450 h 6858000"/>
              <a:gd name="connsiteX149" fmla="*/ 2490617 w 7467600"/>
              <a:gd name="connsiteY149" fmla="*/ 4206951 h 6858000"/>
              <a:gd name="connsiteX150" fmla="*/ 2819869 w 7467600"/>
              <a:gd name="connsiteY150" fmla="*/ 4252936 h 6858000"/>
              <a:gd name="connsiteX151" fmla="*/ 3143018 w 7467600"/>
              <a:gd name="connsiteY151" fmla="*/ 4332698 h 6858000"/>
              <a:gd name="connsiteX152" fmla="*/ 3241520 w 7467600"/>
              <a:gd name="connsiteY152" fmla="*/ 4385112 h 6858000"/>
              <a:gd name="connsiteX153" fmla="*/ 3374575 w 7467600"/>
              <a:gd name="connsiteY153" fmla="*/ 4451517 h 6858000"/>
              <a:gd name="connsiteX154" fmla="*/ 3505221 w 7467600"/>
              <a:gd name="connsiteY154" fmla="*/ 4480757 h 6858000"/>
              <a:gd name="connsiteX155" fmla="*/ 2626982 w 7467600"/>
              <a:gd name="connsiteY155" fmla="*/ 4206450 h 6858000"/>
              <a:gd name="connsiteX156" fmla="*/ 1310106 w 7467600"/>
              <a:gd name="connsiteY156" fmla="*/ 3943217 h 6858000"/>
              <a:gd name="connsiteX157" fmla="*/ 854994 w 7467600"/>
              <a:gd name="connsiteY157" fmla="*/ 4399136 h 6858000"/>
              <a:gd name="connsiteX158" fmla="*/ 742462 w 7467600"/>
              <a:gd name="connsiteY158" fmla="*/ 4594648 h 6858000"/>
              <a:gd name="connsiteX159" fmla="*/ 820602 w 7467600"/>
              <a:gd name="connsiteY159" fmla="*/ 4485915 h 6858000"/>
              <a:gd name="connsiteX160" fmla="*/ 878295 w 7467600"/>
              <a:gd name="connsiteY160" fmla="*/ 4403594 h 6858000"/>
              <a:gd name="connsiteX161" fmla="*/ 1240607 w 7467600"/>
              <a:gd name="connsiteY161" fmla="*/ 4010401 h 6858000"/>
              <a:gd name="connsiteX162" fmla="*/ 1310106 w 7467600"/>
              <a:gd name="connsiteY162" fmla="*/ 3943217 h 6858000"/>
              <a:gd name="connsiteX163" fmla="*/ 1423113 w 7467600"/>
              <a:gd name="connsiteY163" fmla="*/ 3874565 h 6858000"/>
              <a:gd name="connsiteX164" fmla="*/ 1260565 w 7467600"/>
              <a:gd name="connsiteY164" fmla="*/ 4031982 h 6858000"/>
              <a:gd name="connsiteX165" fmla="*/ 901900 w 7467600"/>
              <a:gd name="connsiteY165" fmla="*/ 4421236 h 6858000"/>
              <a:gd name="connsiteX166" fmla="*/ 845044 w 7467600"/>
              <a:gd name="connsiteY166" fmla="*/ 4502436 h 6858000"/>
              <a:gd name="connsiteX167" fmla="*/ 685926 w 7467600"/>
              <a:gd name="connsiteY167" fmla="*/ 4703069 h 6858000"/>
              <a:gd name="connsiteX168" fmla="*/ 684248 w 7467600"/>
              <a:gd name="connsiteY168" fmla="*/ 4706721 h 6858000"/>
              <a:gd name="connsiteX169" fmla="*/ 1423113 w 7467600"/>
              <a:gd name="connsiteY169" fmla="*/ 3874565 h 6858000"/>
              <a:gd name="connsiteX170" fmla="*/ 3316479 w 7467600"/>
              <a:gd name="connsiteY170" fmla="*/ 3872136 h 6858000"/>
              <a:gd name="connsiteX171" fmla="*/ 3546806 w 7467600"/>
              <a:gd name="connsiteY171" fmla="*/ 4356139 h 6858000"/>
              <a:gd name="connsiteX172" fmla="*/ 3364433 w 7467600"/>
              <a:gd name="connsiteY172" fmla="*/ 3953121 h 6858000"/>
              <a:gd name="connsiteX173" fmla="*/ 3316479 w 7467600"/>
              <a:gd name="connsiteY173" fmla="*/ 3872136 h 6858000"/>
              <a:gd name="connsiteX174" fmla="*/ 3291335 w 7467600"/>
              <a:gd name="connsiteY174" fmla="*/ 3767420 h 6858000"/>
              <a:gd name="connsiteX175" fmla="*/ 3390805 w 7467600"/>
              <a:gd name="connsiteY175" fmla="*/ 3937163 h 6858000"/>
              <a:gd name="connsiteX176" fmla="*/ 3579062 w 7467600"/>
              <a:gd name="connsiteY176" fmla="*/ 4359040 h 6858000"/>
              <a:gd name="connsiteX177" fmla="*/ 3467355 w 7467600"/>
              <a:gd name="connsiteY177" fmla="*/ 3988130 h 6858000"/>
              <a:gd name="connsiteX178" fmla="*/ 3310753 w 7467600"/>
              <a:gd name="connsiteY178" fmla="*/ 3787140 h 6858000"/>
              <a:gd name="connsiteX179" fmla="*/ 3291335 w 7467600"/>
              <a:gd name="connsiteY179" fmla="*/ 3767420 h 6858000"/>
              <a:gd name="connsiteX180" fmla="*/ 1635889 w 7467600"/>
              <a:gd name="connsiteY180" fmla="*/ 3709494 h 6858000"/>
              <a:gd name="connsiteX181" fmla="*/ 1634800 w 7467600"/>
              <a:gd name="connsiteY181" fmla="*/ 3731111 h 6858000"/>
              <a:gd name="connsiteX182" fmla="*/ 1635889 w 7467600"/>
              <a:gd name="connsiteY182" fmla="*/ 3709494 h 6858000"/>
              <a:gd name="connsiteX183" fmla="*/ 1510397 w 7467600"/>
              <a:gd name="connsiteY183" fmla="*/ 3684705 h 6858000"/>
              <a:gd name="connsiteX184" fmla="*/ 1146550 w 7467600"/>
              <a:gd name="connsiteY184" fmla="*/ 3802012 h 6858000"/>
              <a:gd name="connsiteX185" fmla="*/ 698834 w 7467600"/>
              <a:gd name="connsiteY185" fmla="*/ 3952272 h 6858000"/>
              <a:gd name="connsiteX186" fmla="*/ 34256 w 7467600"/>
              <a:gd name="connsiteY186" fmla="*/ 4347603 h 6858000"/>
              <a:gd name="connsiteX187" fmla="*/ 527241 w 7467600"/>
              <a:gd name="connsiteY187" fmla="*/ 4065078 h 6858000"/>
              <a:gd name="connsiteX188" fmla="*/ 1510397 w 7467600"/>
              <a:gd name="connsiteY188" fmla="*/ 3684705 h 6858000"/>
              <a:gd name="connsiteX189" fmla="*/ 1313114 w 7467600"/>
              <a:gd name="connsiteY189" fmla="*/ 3655216 h 6858000"/>
              <a:gd name="connsiteX190" fmla="*/ 1109304 w 7467600"/>
              <a:gd name="connsiteY190" fmla="*/ 3669030 h 6858000"/>
              <a:gd name="connsiteX191" fmla="*/ 8129 w 7467600"/>
              <a:gd name="connsiteY191" fmla="*/ 4330519 h 6858000"/>
              <a:gd name="connsiteX192" fmla="*/ 687572 w 7467600"/>
              <a:gd name="connsiteY192" fmla="*/ 3925629 h 6858000"/>
              <a:gd name="connsiteX193" fmla="*/ 1138365 w 7467600"/>
              <a:gd name="connsiteY193" fmla="*/ 3774515 h 6858000"/>
              <a:gd name="connsiteX194" fmla="*/ 1505579 w 7467600"/>
              <a:gd name="connsiteY194" fmla="*/ 3655526 h 6858000"/>
              <a:gd name="connsiteX195" fmla="*/ 1313114 w 7467600"/>
              <a:gd name="connsiteY195" fmla="*/ 3655216 h 6858000"/>
              <a:gd name="connsiteX196" fmla="*/ 3655073 w 7467600"/>
              <a:gd name="connsiteY196" fmla="*/ 3650884 h 6858000"/>
              <a:gd name="connsiteX197" fmla="*/ 3989938 w 7467600"/>
              <a:gd name="connsiteY197" fmla="*/ 3991685 h 6858000"/>
              <a:gd name="connsiteX198" fmla="*/ 4393907 w 7467600"/>
              <a:gd name="connsiteY198" fmla="*/ 4261258 h 6858000"/>
              <a:gd name="connsiteX199" fmla="*/ 4648051 w 7467600"/>
              <a:gd name="connsiteY199" fmla="*/ 4374051 h 6858000"/>
              <a:gd name="connsiteX200" fmla="*/ 4383389 w 7467600"/>
              <a:gd name="connsiteY200" fmla="*/ 4184369 h 6858000"/>
              <a:gd name="connsiteX201" fmla="*/ 4165508 w 7467600"/>
              <a:gd name="connsiteY201" fmla="*/ 4035196 h 6858000"/>
              <a:gd name="connsiteX202" fmla="*/ 4068162 w 7467600"/>
              <a:gd name="connsiteY202" fmla="*/ 3953394 h 6858000"/>
              <a:gd name="connsiteX203" fmla="*/ 3981416 w 7467600"/>
              <a:gd name="connsiteY203" fmla="*/ 3880482 h 6858000"/>
              <a:gd name="connsiteX204" fmla="*/ 3800147 w 7467600"/>
              <a:gd name="connsiteY204" fmla="*/ 3749872 h 6858000"/>
              <a:gd name="connsiteX205" fmla="*/ 3655073 w 7467600"/>
              <a:gd name="connsiteY205" fmla="*/ 3650884 h 6858000"/>
              <a:gd name="connsiteX206" fmla="*/ 3670252 w 7467600"/>
              <a:gd name="connsiteY206" fmla="*/ 3622798 h 6858000"/>
              <a:gd name="connsiteX207" fmla="*/ 3817258 w 7467600"/>
              <a:gd name="connsiteY207" fmla="*/ 3723577 h 6858000"/>
              <a:gd name="connsiteX208" fmla="*/ 4000461 w 7467600"/>
              <a:gd name="connsiteY208" fmla="*/ 3855966 h 6858000"/>
              <a:gd name="connsiteX209" fmla="*/ 4088180 w 7467600"/>
              <a:gd name="connsiteY209" fmla="*/ 3929774 h 6858000"/>
              <a:gd name="connsiteX210" fmla="*/ 4184555 w 7467600"/>
              <a:gd name="connsiteY210" fmla="*/ 4010683 h 6858000"/>
              <a:gd name="connsiteX211" fmla="*/ 4399563 w 7467600"/>
              <a:gd name="connsiteY211" fmla="*/ 4158106 h 6858000"/>
              <a:gd name="connsiteX212" fmla="*/ 4684469 w 7467600"/>
              <a:gd name="connsiteY212" fmla="*/ 4364680 h 6858000"/>
              <a:gd name="connsiteX213" fmla="*/ 4690271 w 7467600"/>
              <a:gd name="connsiteY213" fmla="*/ 4370034 h 6858000"/>
              <a:gd name="connsiteX214" fmla="*/ 4136093 w 7467600"/>
              <a:gd name="connsiteY214" fmla="*/ 3858466 h 6858000"/>
              <a:gd name="connsiteX215" fmla="*/ 3670252 w 7467600"/>
              <a:gd name="connsiteY215" fmla="*/ 3622798 h 6858000"/>
              <a:gd name="connsiteX216" fmla="*/ 4440129 w 7467600"/>
              <a:gd name="connsiteY216" fmla="*/ 3448571 h 6858000"/>
              <a:gd name="connsiteX217" fmla="*/ 4856525 w 7467600"/>
              <a:gd name="connsiteY217" fmla="*/ 3915351 h 6858000"/>
              <a:gd name="connsiteX218" fmla="*/ 5059055 w 7467600"/>
              <a:gd name="connsiteY218" fmla="*/ 4108918 h 6858000"/>
              <a:gd name="connsiteX219" fmla="*/ 5290070 w 7467600"/>
              <a:gd name="connsiteY219" fmla="*/ 4263619 h 6858000"/>
              <a:gd name="connsiteX220" fmla="*/ 4834991 w 7467600"/>
              <a:gd name="connsiteY220" fmla="*/ 3830985 h 6858000"/>
              <a:gd name="connsiteX221" fmla="*/ 4440129 w 7467600"/>
              <a:gd name="connsiteY221" fmla="*/ 3448571 h 6858000"/>
              <a:gd name="connsiteX222" fmla="*/ 4441737 w 7467600"/>
              <a:gd name="connsiteY222" fmla="*/ 3399734 h 6858000"/>
              <a:gd name="connsiteX223" fmla="*/ 4431236 w 7467600"/>
              <a:gd name="connsiteY223" fmla="*/ 3400954 h 6858000"/>
              <a:gd name="connsiteX224" fmla="*/ 4557150 w 7467600"/>
              <a:gd name="connsiteY224" fmla="*/ 3510023 h 6858000"/>
              <a:gd name="connsiteX225" fmla="*/ 4856936 w 7467600"/>
              <a:gd name="connsiteY225" fmla="*/ 3809146 h 6858000"/>
              <a:gd name="connsiteX226" fmla="*/ 5111996 w 7467600"/>
              <a:gd name="connsiteY226" fmla="*/ 4065759 h 6858000"/>
              <a:gd name="connsiteX227" fmla="*/ 5388878 w 7467600"/>
              <a:gd name="connsiteY227" fmla="*/ 4300185 h 6858000"/>
              <a:gd name="connsiteX228" fmla="*/ 5425556 w 7467600"/>
              <a:gd name="connsiteY228" fmla="*/ 4308967 h 6858000"/>
              <a:gd name="connsiteX229" fmla="*/ 4943646 w 7467600"/>
              <a:gd name="connsiteY229" fmla="*/ 3822916 h 6858000"/>
              <a:gd name="connsiteX230" fmla="*/ 4594837 w 7467600"/>
              <a:gd name="connsiteY230" fmla="*/ 3532274 h 6858000"/>
              <a:gd name="connsiteX231" fmla="*/ 4441737 w 7467600"/>
              <a:gd name="connsiteY231" fmla="*/ 3399734 h 6858000"/>
              <a:gd name="connsiteX232" fmla="*/ 5425834 w 7467600"/>
              <a:gd name="connsiteY232" fmla="*/ 3162785 h 6858000"/>
              <a:gd name="connsiteX233" fmla="*/ 5401644 w 7467600"/>
              <a:gd name="connsiteY233" fmla="*/ 3617847 h 6858000"/>
              <a:gd name="connsiteX234" fmla="*/ 5467256 w 7467600"/>
              <a:gd name="connsiteY234" fmla="*/ 4175494 h 6858000"/>
              <a:gd name="connsiteX235" fmla="*/ 5448069 w 7467600"/>
              <a:gd name="connsiteY235" fmla="*/ 3567554 h 6858000"/>
              <a:gd name="connsiteX236" fmla="*/ 5425834 w 7467600"/>
              <a:gd name="connsiteY236" fmla="*/ 3162785 h 6858000"/>
              <a:gd name="connsiteX237" fmla="*/ 1318687 w 7467600"/>
              <a:gd name="connsiteY237" fmla="*/ 3113840 h 6858000"/>
              <a:gd name="connsiteX238" fmla="*/ 1066793 w 7467600"/>
              <a:gd name="connsiteY238" fmla="*/ 3212171 h 6858000"/>
              <a:gd name="connsiteX239" fmla="*/ 993319 w 7467600"/>
              <a:gd name="connsiteY239" fmla="*/ 3247648 h 6858000"/>
              <a:gd name="connsiteX240" fmla="*/ 853081 w 7467600"/>
              <a:gd name="connsiteY240" fmla="*/ 3312410 h 6858000"/>
              <a:gd name="connsiteX241" fmla="*/ 805957 w 7467600"/>
              <a:gd name="connsiteY241" fmla="*/ 3330443 h 6858000"/>
              <a:gd name="connsiteX242" fmla="*/ 1318687 w 7467600"/>
              <a:gd name="connsiteY242" fmla="*/ 3113840 h 6858000"/>
              <a:gd name="connsiteX243" fmla="*/ 5453702 w 7467600"/>
              <a:gd name="connsiteY243" fmla="*/ 3090882 h 6858000"/>
              <a:gd name="connsiteX244" fmla="*/ 5480135 w 7467600"/>
              <a:gd name="connsiteY244" fmla="*/ 3565802 h 6858000"/>
              <a:gd name="connsiteX245" fmla="*/ 5499023 w 7467600"/>
              <a:gd name="connsiteY245" fmla="*/ 4166310 h 6858000"/>
              <a:gd name="connsiteX246" fmla="*/ 5547022 w 7467600"/>
              <a:gd name="connsiteY246" fmla="*/ 3607838 h 6858000"/>
              <a:gd name="connsiteX247" fmla="*/ 5515964 w 7467600"/>
              <a:gd name="connsiteY247" fmla="*/ 3378541 h 6858000"/>
              <a:gd name="connsiteX248" fmla="*/ 5453702 w 7467600"/>
              <a:gd name="connsiteY248" fmla="*/ 3090882 h 6858000"/>
              <a:gd name="connsiteX249" fmla="*/ 1238695 w 7467600"/>
              <a:gd name="connsiteY249" fmla="*/ 3076820 h 6858000"/>
              <a:gd name="connsiteX250" fmla="*/ 716371 w 7467600"/>
              <a:gd name="connsiteY250" fmla="*/ 3293249 h 6858000"/>
              <a:gd name="connsiteX251" fmla="*/ 579522 w 7467600"/>
              <a:gd name="connsiteY251" fmla="*/ 3371759 h 6858000"/>
              <a:gd name="connsiteX252" fmla="*/ 600288 w 7467600"/>
              <a:gd name="connsiteY252" fmla="*/ 3365555 h 6858000"/>
              <a:gd name="connsiteX253" fmla="*/ 840692 w 7467600"/>
              <a:gd name="connsiteY253" fmla="*/ 3284921 h 6858000"/>
              <a:gd name="connsiteX254" fmla="*/ 979248 w 7467600"/>
              <a:gd name="connsiteY254" fmla="*/ 3221003 h 6858000"/>
              <a:gd name="connsiteX255" fmla="*/ 1053282 w 7467600"/>
              <a:gd name="connsiteY255" fmla="*/ 3185247 h 6858000"/>
              <a:gd name="connsiteX256" fmla="*/ 1320603 w 7467600"/>
              <a:gd name="connsiteY256" fmla="*/ 3081281 h 6858000"/>
              <a:gd name="connsiteX257" fmla="*/ 1238695 w 7467600"/>
              <a:gd name="connsiteY257" fmla="*/ 3076820 h 6858000"/>
              <a:gd name="connsiteX258" fmla="*/ 5425627 w 7467600"/>
              <a:gd name="connsiteY258" fmla="*/ 2954192 h 6858000"/>
              <a:gd name="connsiteX259" fmla="*/ 5470770 w 7467600"/>
              <a:gd name="connsiteY259" fmla="*/ 3005435 h 6858000"/>
              <a:gd name="connsiteX260" fmla="*/ 5519779 w 7467600"/>
              <a:gd name="connsiteY260" fmla="*/ 4359223 h 6858000"/>
              <a:gd name="connsiteX261" fmla="*/ 5520293 w 7467600"/>
              <a:gd name="connsiteY261" fmla="*/ 4360602 h 6858000"/>
              <a:gd name="connsiteX262" fmla="*/ 5767221 w 7467600"/>
              <a:gd name="connsiteY262" fmla="*/ 4665564 h 6858000"/>
              <a:gd name="connsiteX263" fmla="*/ 6937169 w 7467600"/>
              <a:gd name="connsiteY263" fmla="*/ 4815941 h 6858000"/>
              <a:gd name="connsiteX264" fmla="*/ 6953922 w 7467600"/>
              <a:gd name="connsiteY264" fmla="*/ 4890068 h 6858000"/>
              <a:gd name="connsiteX265" fmla="*/ 6071359 w 7467600"/>
              <a:gd name="connsiteY265" fmla="*/ 4770770 h 6858000"/>
              <a:gd name="connsiteX266" fmla="*/ 6038839 w 7467600"/>
              <a:gd name="connsiteY266" fmla="*/ 4764474 h 6858000"/>
              <a:gd name="connsiteX267" fmla="*/ 6038706 w 7467600"/>
              <a:gd name="connsiteY267" fmla="*/ 4763847 h 6858000"/>
              <a:gd name="connsiteX268" fmla="*/ 6037784 w 7467600"/>
              <a:gd name="connsiteY268" fmla="*/ 4764270 h 6858000"/>
              <a:gd name="connsiteX269" fmla="*/ 6038839 w 7467600"/>
              <a:gd name="connsiteY269" fmla="*/ 4764474 h 6858000"/>
              <a:gd name="connsiteX270" fmla="*/ 6040338 w 7467600"/>
              <a:gd name="connsiteY270" fmla="*/ 4771418 h 6858000"/>
              <a:gd name="connsiteX271" fmla="*/ 6024488 w 7467600"/>
              <a:gd name="connsiteY271" fmla="*/ 4809903 h 6858000"/>
              <a:gd name="connsiteX272" fmla="*/ 5599771 w 7467600"/>
              <a:gd name="connsiteY272" fmla="*/ 5509652 h 6858000"/>
              <a:gd name="connsiteX273" fmla="*/ 5548843 w 7467600"/>
              <a:gd name="connsiteY273" fmla="*/ 5563845 h 6858000"/>
              <a:gd name="connsiteX274" fmla="*/ 5940952 w 7467600"/>
              <a:gd name="connsiteY274" fmla="*/ 6250028 h 6858000"/>
              <a:gd name="connsiteX275" fmla="*/ 6043441 w 7467600"/>
              <a:gd name="connsiteY275" fmla="*/ 6665847 h 6858000"/>
              <a:gd name="connsiteX276" fmla="*/ 6093432 w 7467600"/>
              <a:gd name="connsiteY276" fmla="*/ 6858000 h 6858000"/>
              <a:gd name="connsiteX277" fmla="*/ 6034344 w 7467600"/>
              <a:gd name="connsiteY277" fmla="*/ 6858000 h 6858000"/>
              <a:gd name="connsiteX278" fmla="*/ 6026679 w 7467600"/>
              <a:gd name="connsiteY278" fmla="*/ 6836959 h 6858000"/>
              <a:gd name="connsiteX279" fmla="*/ 5800441 w 7467600"/>
              <a:gd name="connsiteY279" fmla="*/ 6335286 h 6858000"/>
              <a:gd name="connsiteX280" fmla="*/ 5526562 w 7467600"/>
              <a:gd name="connsiteY280" fmla="*/ 5705388 h 6858000"/>
              <a:gd name="connsiteX281" fmla="*/ 5519640 w 7467600"/>
              <a:gd name="connsiteY281" fmla="*/ 5683774 h 6858000"/>
              <a:gd name="connsiteX282" fmla="*/ 5844559 w 7467600"/>
              <a:gd name="connsiteY282" fmla="*/ 6553349 h 6858000"/>
              <a:gd name="connsiteX283" fmla="*/ 5975994 w 7467600"/>
              <a:gd name="connsiteY283" fmla="*/ 6858000 h 6858000"/>
              <a:gd name="connsiteX284" fmla="*/ 5898547 w 7467600"/>
              <a:gd name="connsiteY284" fmla="*/ 6858000 h 6858000"/>
              <a:gd name="connsiteX285" fmla="*/ 5682041 w 7467600"/>
              <a:gd name="connsiteY285" fmla="*/ 6355860 h 6858000"/>
              <a:gd name="connsiteX286" fmla="*/ 5461758 w 7467600"/>
              <a:gd name="connsiteY286" fmla="*/ 5820220 h 6858000"/>
              <a:gd name="connsiteX287" fmla="*/ 5237282 w 7467600"/>
              <a:gd name="connsiteY287" fmla="*/ 6579086 h 6858000"/>
              <a:gd name="connsiteX288" fmla="*/ 5115009 w 7467600"/>
              <a:gd name="connsiteY288" fmla="*/ 6858000 h 6858000"/>
              <a:gd name="connsiteX289" fmla="*/ 5028074 w 7467600"/>
              <a:gd name="connsiteY289" fmla="*/ 6858000 h 6858000"/>
              <a:gd name="connsiteX290" fmla="*/ 5079508 w 7467600"/>
              <a:gd name="connsiteY290" fmla="*/ 6749074 h 6858000"/>
              <a:gd name="connsiteX291" fmla="*/ 5371846 w 7467600"/>
              <a:gd name="connsiteY291" fmla="*/ 5924413 h 6858000"/>
              <a:gd name="connsiteX292" fmla="*/ 5270512 w 7467600"/>
              <a:gd name="connsiteY292" fmla="*/ 6138975 h 6858000"/>
              <a:gd name="connsiteX293" fmla="*/ 5062409 w 7467600"/>
              <a:gd name="connsiteY293" fmla="*/ 6653544 h 6858000"/>
              <a:gd name="connsiteX294" fmla="*/ 5036628 w 7467600"/>
              <a:gd name="connsiteY294" fmla="*/ 6754247 h 6858000"/>
              <a:gd name="connsiteX295" fmla="*/ 5009112 w 7467600"/>
              <a:gd name="connsiteY295" fmla="*/ 6858000 h 6858000"/>
              <a:gd name="connsiteX296" fmla="*/ 4976679 w 7467600"/>
              <a:gd name="connsiteY296" fmla="*/ 6858000 h 6858000"/>
              <a:gd name="connsiteX297" fmla="*/ 5006537 w 7467600"/>
              <a:gd name="connsiteY297" fmla="*/ 6747068 h 6858000"/>
              <a:gd name="connsiteX298" fmla="*/ 5032723 w 7467600"/>
              <a:gd name="connsiteY298" fmla="*/ 6644957 h 6858000"/>
              <a:gd name="connsiteX299" fmla="*/ 5242949 w 7467600"/>
              <a:gd name="connsiteY299" fmla="*/ 6125175 h 6858000"/>
              <a:gd name="connsiteX300" fmla="*/ 5286321 w 7467600"/>
              <a:gd name="connsiteY300" fmla="*/ 6033555 h 6858000"/>
              <a:gd name="connsiteX301" fmla="*/ 5008210 w 7467600"/>
              <a:gd name="connsiteY301" fmla="*/ 6649194 h 6858000"/>
              <a:gd name="connsiteX302" fmla="*/ 4986321 w 7467600"/>
              <a:gd name="connsiteY302" fmla="*/ 6765687 h 6858000"/>
              <a:gd name="connsiteX303" fmla="*/ 4973474 w 7467600"/>
              <a:gd name="connsiteY303" fmla="*/ 6858000 h 6858000"/>
              <a:gd name="connsiteX304" fmla="*/ 4907178 w 7467600"/>
              <a:gd name="connsiteY304" fmla="*/ 6858000 h 6858000"/>
              <a:gd name="connsiteX305" fmla="*/ 4910810 w 7467600"/>
              <a:gd name="connsiteY305" fmla="*/ 6829660 h 6858000"/>
              <a:gd name="connsiteX306" fmla="*/ 4987461 w 7467600"/>
              <a:gd name="connsiteY306" fmla="*/ 6432994 h 6858000"/>
              <a:gd name="connsiteX307" fmla="*/ 5179262 w 7467600"/>
              <a:gd name="connsiteY307" fmla="*/ 6035044 h 6858000"/>
              <a:gd name="connsiteX308" fmla="*/ 4689678 w 7467600"/>
              <a:gd name="connsiteY308" fmla="*/ 6440241 h 6858000"/>
              <a:gd name="connsiteX309" fmla="*/ 4477543 w 7467600"/>
              <a:gd name="connsiteY309" fmla="*/ 6674836 h 6858000"/>
              <a:gd name="connsiteX310" fmla="*/ 4329957 w 7467600"/>
              <a:gd name="connsiteY310" fmla="*/ 6858000 h 6858000"/>
              <a:gd name="connsiteX311" fmla="*/ 4218595 w 7467600"/>
              <a:gd name="connsiteY311" fmla="*/ 6858000 h 6858000"/>
              <a:gd name="connsiteX312" fmla="*/ 4368888 w 7467600"/>
              <a:gd name="connsiteY312" fmla="*/ 6668412 h 6858000"/>
              <a:gd name="connsiteX313" fmla="*/ 4563091 w 7467600"/>
              <a:gd name="connsiteY313" fmla="*/ 6442508 h 6858000"/>
              <a:gd name="connsiteX314" fmla="*/ 5387324 w 7467600"/>
              <a:gd name="connsiteY314" fmla="*/ 5705830 h 6858000"/>
              <a:gd name="connsiteX315" fmla="*/ 5073620 w 7467600"/>
              <a:gd name="connsiteY315" fmla="*/ 5955437 h 6858000"/>
              <a:gd name="connsiteX316" fmla="*/ 4689789 w 7467600"/>
              <a:gd name="connsiteY316" fmla="*/ 6268382 h 6858000"/>
              <a:gd name="connsiteX317" fmla="*/ 4418722 w 7467600"/>
              <a:gd name="connsiteY317" fmla="*/ 6570886 h 6858000"/>
              <a:gd name="connsiteX318" fmla="*/ 4214944 w 7467600"/>
              <a:gd name="connsiteY318" fmla="*/ 6858000 h 6858000"/>
              <a:gd name="connsiteX319" fmla="*/ 4177898 w 7467600"/>
              <a:gd name="connsiteY319" fmla="*/ 6858000 h 6858000"/>
              <a:gd name="connsiteX320" fmla="*/ 4391597 w 7467600"/>
              <a:gd name="connsiteY320" fmla="*/ 6556370 h 6858000"/>
              <a:gd name="connsiteX321" fmla="*/ 4668889 w 7467600"/>
              <a:gd name="connsiteY321" fmla="*/ 6246399 h 6858000"/>
              <a:gd name="connsiteX322" fmla="*/ 5055427 w 7467600"/>
              <a:gd name="connsiteY322" fmla="*/ 5931476 h 6858000"/>
              <a:gd name="connsiteX323" fmla="*/ 5371814 w 7467600"/>
              <a:gd name="connsiteY323" fmla="*/ 5678975 h 6858000"/>
              <a:gd name="connsiteX324" fmla="*/ 4987918 w 7467600"/>
              <a:gd name="connsiteY324" fmla="*/ 5838701 h 6858000"/>
              <a:gd name="connsiteX325" fmla="*/ 4317146 w 7467600"/>
              <a:gd name="connsiteY325" fmla="*/ 6587716 h 6858000"/>
              <a:gd name="connsiteX326" fmla="*/ 4171627 w 7467600"/>
              <a:gd name="connsiteY326" fmla="*/ 6858000 h 6858000"/>
              <a:gd name="connsiteX327" fmla="*/ 4081585 w 7467600"/>
              <a:gd name="connsiteY327" fmla="*/ 6858000 h 6858000"/>
              <a:gd name="connsiteX328" fmla="*/ 4238603 w 7467600"/>
              <a:gd name="connsiteY328" fmla="*/ 6559341 h 6858000"/>
              <a:gd name="connsiteX329" fmla="*/ 4778333 w 7467600"/>
              <a:gd name="connsiteY329" fmla="*/ 5873626 h 6858000"/>
              <a:gd name="connsiteX330" fmla="*/ 5414185 w 7467600"/>
              <a:gd name="connsiteY330" fmla="*/ 5573882 h 6858000"/>
              <a:gd name="connsiteX331" fmla="*/ 5959648 w 7467600"/>
              <a:gd name="connsiteY331" fmla="*/ 4760797 h 6858000"/>
              <a:gd name="connsiteX332" fmla="*/ 5355019 w 7467600"/>
              <a:gd name="connsiteY332" fmla="*/ 4734672 h 6858000"/>
              <a:gd name="connsiteX333" fmla="*/ 5083565 w 7467600"/>
              <a:gd name="connsiteY333" fmla="*/ 5179121 h 6858000"/>
              <a:gd name="connsiteX334" fmla="*/ 4713577 w 7467600"/>
              <a:gd name="connsiteY334" fmla="*/ 5616803 h 6858000"/>
              <a:gd name="connsiteX335" fmla="*/ 3989559 w 7467600"/>
              <a:gd name="connsiteY335" fmla="*/ 6145945 h 6858000"/>
              <a:gd name="connsiteX336" fmla="*/ 3939824 w 7467600"/>
              <a:gd name="connsiteY336" fmla="*/ 6066900 h 6858000"/>
              <a:gd name="connsiteX337" fmla="*/ 4584537 w 7467600"/>
              <a:gd name="connsiteY337" fmla="*/ 5324826 h 6858000"/>
              <a:gd name="connsiteX338" fmla="*/ 5037105 w 7467600"/>
              <a:gd name="connsiteY338" fmla="*/ 5088765 h 6858000"/>
              <a:gd name="connsiteX339" fmla="*/ 5039930 w 7467600"/>
              <a:gd name="connsiteY339" fmla="*/ 5089585 h 6858000"/>
              <a:gd name="connsiteX340" fmla="*/ 5263764 w 7467600"/>
              <a:gd name="connsiteY340" fmla="*/ 4735525 h 6858000"/>
              <a:gd name="connsiteX341" fmla="*/ 4086300 w 7467600"/>
              <a:gd name="connsiteY341" fmla="*/ 4884599 h 6858000"/>
              <a:gd name="connsiteX342" fmla="*/ 4085485 w 7467600"/>
              <a:gd name="connsiteY342" fmla="*/ 4899070 h 6858000"/>
              <a:gd name="connsiteX343" fmla="*/ 3871915 w 7467600"/>
              <a:gd name="connsiteY343" fmla="*/ 5253645 h 6858000"/>
              <a:gd name="connsiteX344" fmla="*/ 3799374 w 7467600"/>
              <a:gd name="connsiteY344" fmla="*/ 5466127 h 6858000"/>
              <a:gd name="connsiteX345" fmla="*/ 3498850 w 7467600"/>
              <a:gd name="connsiteY345" fmla="*/ 6661888 h 6858000"/>
              <a:gd name="connsiteX346" fmla="*/ 3399216 w 7467600"/>
              <a:gd name="connsiteY346" fmla="*/ 6858000 h 6858000"/>
              <a:gd name="connsiteX347" fmla="*/ 3303688 w 7467600"/>
              <a:gd name="connsiteY347" fmla="*/ 6858000 h 6858000"/>
              <a:gd name="connsiteX348" fmla="*/ 3391774 w 7467600"/>
              <a:gd name="connsiteY348" fmla="*/ 6697181 h 6858000"/>
              <a:gd name="connsiteX349" fmla="*/ 3735540 w 7467600"/>
              <a:gd name="connsiteY349" fmla="*/ 5546923 h 6858000"/>
              <a:gd name="connsiteX350" fmla="*/ 3729438 w 7467600"/>
              <a:gd name="connsiteY350" fmla="*/ 5569058 h 6858000"/>
              <a:gd name="connsiteX351" fmla="*/ 3707782 w 7467600"/>
              <a:gd name="connsiteY351" fmla="*/ 5644908 h 6858000"/>
              <a:gd name="connsiteX352" fmla="*/ 3583827 w 7467600"/>
              <a:gd name="connsiteY352" fmla="*/ 6039215 h 6858000"/>
              <a:gd name="connsiteX353" fmla="*/ 3547861 w 7467600"/>
              <a:gd name="connsiteY353" fmla="*/ 6129609 h 6858000"/>
              <a:gd name="connsiteX354" fmla="*/ 3490905 w 7467600"/>
              <a:gd name="connsiteY354" fmla="*/ 6277660 h 6858000"/>
              <a:gd name="connsiteX355" fmla="*/ 3455859 w 7467600"/>
              <a:gd name="connsiteY355" fmla="*/ 6391301 h 6858000"/>
              <a:gd name="connsiteX356" fmla="*/ 3429112 w 7467600"/>
              <a:gd name="connsiteY356" fmla="*/ 6479469 h 6858000"/>
              <a:gd name="connsiteX357" fmla="*/ 3304862 w 7467600"/>
              <a:gd name="connsiteY357" fmla="*/ 6796476 h 6858000"/>
              <a:gd name="connsiteX358" fmla="*/ 3276071 w 7467600"/>
              <a:gd name="connsiteY358" fmla="*/ 6858000 h 6858000"/>
              <a:gd name="connsiteX359" fmla="*/ 3240805 w 7467600"/>
              <a:gd name="connsiteY359" fmla="*/ 6858000 h 6858000"/>
              <a:gd name="connsiteX360" fmla="*/ 3275917 w 7467600"/>
              <a:gd name="connsiteY360" fmla="*/ 6783192 h 6858000"/>
              <a:gd name="connsiteX361" fmla="*/ 3399358 w 7467600"/>
              <a:gd name="connsiteY361" fmla="*/ 6469011 h 6858000"/>
              <a:gd name="connsiteX362" fmla="*/ 3425650 w 7467600"/>
              <a:gd name="connsiteY362" fmla="*/ 6381333 h 6858000"/>
              <a:gd name="connsiteX363" fmla="*/ 3460661 w 7467600"/>
              <a:gd name="connsiteY363" fmla="*/ 6266763 h 6858000"/>
              <a:gd name="connsiteX364" fmla="*/ 3518021 w 7467600"/>
              <a:gd name="connsiteY364" fmla="*/ 6117298 h 6858000"/>
              <a:gd name="connsiteX365" fmla="*/ 3554035 w 7467600"/>
              <a:gd name="connsiteY365" fmla="*/ 6027832 h 6858000"/>
              <a:gd name="connsiteX366" fmla="*/ 3677174 w 7467600"/>
              <a:gd name="connsiteY366" fmla="*/ 5636351 h 6858000"/>
              <a:gd name="connsiteX367" fmla="*/ 3698819 w 7467600"/>
              <a:gd name="connsiteY367" fmla="*/ 5560503 h 6858000"/>
              <a:gd name="connsiteX368" fmla="*/ 3702094 w 7467600"/>
              <a:gd name="connsiteY368" fmla="*/ 5549194 h 6858000"/>
              <a:gd name="connsiteX369" fmla="*/ 3398355 w 7467600"/>
              <a:gd name="connsiteY369" fmla="*/ 6094603 h 6858000"/>
              <a:gd name="connsiteX370" fmla="*/ 3193941 w 7467600"/>
              <a:gd name="connsiteY370" fmla="*/ 6798775 h 6858000"/>
              <a:gd name="connsiteX371" fmla="*/ 3184140 w 7467600"/>
              <a:gd name="connsiteY371" fmla="*/ 6858000 h 6858000"/>
              <a:gd name="connsiteX372" fmla="*/ 3099978 w 7467600"/>
              <a:gd name="connsiteY372" fmla="*/ 6858000 h 6858000"/>
              <a:gd name="connsiteX373" fmla="*/ 3101556 w 7467600"/>
              <a:gd name="connsiteY373" fmla="*/ 6843337 h 6858000"/>
              <a:gd name="connsiteX374" fmla="*/ 3370162 w 7467600"/>
              <a:gd name="connsiteY374" fmla="*/ 5785550 h 6858000"/>
              <a:gd name="connsiteX375" fmla="*/ 3746477 w 7467600"/>
              <a:gd name="connsiteY375" fmla="*/ 5377889 h 6858000"/>
              <a:gd name="connsiteX376" fmla="*/ 3863399 w 7467600"/>
              <a:gd name="connsiteY376" fmla="*/ 5087257 h 6858000"/>
              <a:gd name="connsiteX377" fmla="*/ 3968712 w 7467600"/>
              <a:gd name="connsiteY377" fmla="*/ 4913989 h 6858000"/>
              <a:gd name="connsiteX378" fmla="*/ 2792390 w 7467600"/>
              <a:gd name="connsiteY378" fmla="*/ 5382974 h 6858000"/>
              <a:gd name="connsiteX379" fmla="*/ 2714982 w 7467600"/>
              <a:gd name="connsiteY379" fmla="*/ 5427051 h 6858000"/>
              <a:gd name="connsiteX380" fmla="*/ 2813361 w 7467600"/>
              <a:gd name="connsiteY380" fmla="*/ 6023912 h 6858000"/>
              <a:gd name="connsiteX381" fmla="*/ 2688430 w 7467600"/>
              <a:gd name="connsiteY381" fmla="*/ 6801564 h 6858000"/>
              <a:gd name="connsiteX382" fmla="*/ 2629626 w 7467600"/>
              <a:gd name="connsiteY382" fmla="*/ 6763394 h 6858000"/>
              <a:gd name="connsiteX383" fmla="*/ 2565328 w 7467600"/>
              <a:gd name="connsiteY383" fmla="*/ 5516399 h 6858000"/>
              <a:gd name="connsiteX384" fmla="*/ 1922999 w 7467600"/>
              <a:gd name="connsiteY384" fmla="*/ 5980343 h 6858000"/>
              <a:gd name="connsiteX385" fmla="*/ 1950261 w 7467600"/>
              <a:gd name="connsiteY385" fmla="*/ 6405858 h 6858000"/>
              <a:gd name="connsiteX386" fmla="*/ 2365554 w 7467600"/>
              <a:gd name="connsiteY386" fmla="*/ 6759107 h 6858000"/>
              <a:gd name="connsiteX387" fmla="*/ 2424142 w 7467600"/>
              <a:gd name="connsiteY387" fmla="*/ 6858000 h 6858000"/>
              <a:gd name="connsiteX388" fmla="*/ 2395994 w 7467600"/>
              <a:gd name="connsiteY388" fmla="*/ 6858000 h 6858000"/>
              <a:gd name="connsiteX389" fmla="*/ 2392863 w 7467600"/>
              <a:gd name="connsiteY389" fmla="*/ 6852964 h 6858000"/>
              <a:gd name="connsiteX390" fmla="*/ 2017589 w 7467600"/>
              <a:gd name="connsiteY390" fmla="*/ 6493982 h 6858000"/>
              <a:gd name="connsiteX391" fmla="*/ 2147336 w 7467600"/>
              <a:gd name="connsiteY391" fmla="*/ 6594052 h 6858000"/>
              <a:gd name="connsiteX392" fmla="*/ 2207047 w 7467600"/>
              <a:gd name="connsiteY392" fmla="*/ 6654540 h 6858000"/>
              <a:gd name="connsiteX393" fmla="*/ 2299106 w 7467600"/>
              <a:gd name="connsiteY393" fmla="*/ 6778931 h 6858000"/>
              <a:gd name="connsiteX394" fmla="*/ 2314430 w 7467600"/>
              <a:gd name="connsiteY394" fmla="*/ 6801144 h 6858000"/>
              <a:gd name="connsiteX395" fmla="*/ 2352406 w 7467600"/>
              <a:gd name="connsiteY395" fmla="*/ 6858000 h 6858000"/>
              <a:gd name="connsiteX396" fmla="*/ 2314492 w 7467600"/>
              <a:gd name="connsiteY396" fmla="*/ 6858000 h 6858000"/>
              <a:gd name="connsiteX397" fmla="*/ 2288095 w 7467600"/>
              <a:gd name="connsiteY397" fmla="*/ 6818030 h 6858000"/>
              <a:gd name="connsiteX398" fmla="*/ 2272768 w 7467600"/>
              <a:gd name="connsiteY398" fmla="*/ 6795822 h 6858000"/>
              <a:gd name="connsiteX399" fmla="*/ 2182715 w 7467600"/>
              <a:gd name="connsiteY399" fmla="*/ 6675071 h 6858000"/>
              <a:gd name="connsiteX400" fmla="*/ 2032061 w 7467600"/>
              <a:gd name="connsiteY400" fmla="*/ 6541380 h 6858000"/>
              <a:gd name="connsiteX401" fmla="*/ 2257220 w 7467600"/>
              <a:gd name="connsiteY401" fmla="*/ 6826257 h 6858000"/>
              <a:gd name="connsiteX402" fmla="*/ 2281324 w 7467600"/>
              <a:gd name="connsiteY402" fmla="*/ 6858000 h 6858000"/>
              <a:gd name="connsiteX403" fmla="*/ 2242860 w 7467600"/>
              <a:gd name="connsiteY403" fmla="*/ 6858000 h 6858000"/>
              <a:gd name="connsiteX404" fmla="*/ 2232818 w 7467600"/>
              <a:gd name="connsiteY404" fmla="*/ 6844926 h 6858000"/>
              <a:gd name="connsiteX405" fmla="*/ 1990172 w 7467600"/>
              <a:gd name="connsiteY405" fmla="*/ 6542121 h 6858000"/>
              <a:gd name="connsiteX406" fmla="*/ 2124090 w 7467600"/>
              <a:gd name="connsiteY406" fmla="*/ 6761017 h 6858000"/>
              <a:gd name="connsiteX407" fmla="*/ 2200380 w 7467600"/>
              <a:gd name="connsiteY407" fmla="*/ 6858000 h 6858000"/>
              <a:gd name="connsiteX408" fmla="*/ 2147507 w 7467600"/>
              <a:gd name="connsiteY408" fmla="*/ 6858000 h 6858000"/>
              <a:gd name="connsiteX409" fmla="*/ 2070668 w 7467600"/>
              <a:gd name="connsiteY409" fmla="*/ 6761520 h 6858000"/>
              <a:gd name="connsiteX410" fmla="*/ 1975142 w 7467600"/>
              <a:gd name="connsiteY410" fmla="*/ 6585570 h 6858000"/>
              <a:gd name="connsiteX411" fmla="*/ 2050035 w 7467600"/>
              <a:gd name="connsiteY411" fmla="*/ 6813345 h 6858000"/>
              <a:gd name="connsiteX412" fmla="*/ 2063025 w 7467600"/>
              <a:gd name="connsiteY412" fmla="*/ 6858000 h 6858000"/>
              <a:gd name="connsiteX413" fmla="*/ 2021675 w 7467600"/>
              <a:gd name="connsiteY413" fmla="*/ 6858000 h 6858000"/>
              <a:gd name="connsiteX414" fmla="*/ 2019308 w 7467600"/>
              <a:gd name="connsiteY414" fmla="*/ 6847118 h 6858000"/>
              <a:gd name="connsiteX415" fmla="*/ 1938835 w 7467600"/>
              <a:gd name="connsiteY415" fmla="*/ 6551160 h 6858000"/>
              <a:gd name="connsiteX416" fmla="*/ 1953230 w 7467600"/>
              <a:gd name="connsiteY416" fmla="*/ 6759699 h 6858000"/>
              <a:gd name="connsiteX417" fmla="*/ 1956763 w 7467600"/>
              <a:gd name="connsiteY417" fmla="*/ 6778191 h 6858000"/>
              <a:gd name="connsiteX418" fmla="*/ 1967925 w 7467600"/>
              <a:gd name="connsiteY418" fmla="*/ 6858000 h 6858000"/>
              <a:gd name="connsiteX419" fmla="*/ 1936622 w 7467600"/>
              <a:gd name="connsiteY419" fmla="*/ 6858000 h 6858000"/>
              <a:gd name="connsiteX420" fmla="*/ 1926261 w 7467600"/>
              <a:gd name="connsiteY420" fmla="*/ 6784064 h 6858000"/>
              <a:gd name="connsiteX421" fmla="*/ 1922724 w 7467600"/>
              <a:gd name="connsiteY421" fmla="*/ 6765577 h 6858000"/>
              <a:gd name="connsiteX422" fmla="*/ 1904650 w 7467600"/>
              <a:gd name="connsiteY422" fmla="*/ 6639616 h 6858000"/>
              <a:gd name="connsiteX423" fmla="*/ 1885273 w 7467600"/>
              <a:gd name="connsiteY423" fmla="*/ 6858000 h 6858000"/>
              <a:gd name="connsiteX424" fmla="*/ 1854363 w 7467600"/>
              <a:gd name="connsiteY424" fmla="*/ 6858000 h 6858000"/>
              <a:gd name="connsiteX425" fmla="*/ 1880391 w 7467600"/>
              <a:gd name="connsiteY425" fmla="*/ 6603796 h 6858000"/>
              <a:gd name="connsiteX426" fmla="*/ 1818273 w 7467600"/>
              <a:gd name="connsiteY426" fmla="*/ 6715729 h 6858000"/>
              <a:gd name="connsiteX427" fmla="*/ 1794691 w 7467600"/>
              <a:gd name="connsiteY427" fmla="*/ 6843239 h 6858000"/>
              <a:gd name="connsiteX428" fmla="*/ 1794914 w 7467600"/>
              <a:gd name="connsiteY428" fmla="*/ 6858000 h 6858000"/>
              <a:gd name="connsiteX429" fmla="*/ 1746128 w 7467600"/>
              <a:gd name="connsiteY429" fmla="*/ 6858000 h 6858000"/>
              <a:gd name="connsiteX430" fmla="*/ 1753934 w 7467600"/>
              <a:gd name="connsiteY430" fmla="*/ 6724796 h 6858000"/>
              <a:gd name="connsiteX431" fmla="*/ 1792053 w 7467600"/>
              <a:gd name="connsiteY431" fmla="*/ 6572396 h 6858000"/>
              <a:gd name="connsiteX432" fmla="*/ 1862248 w 7467600"/>
              <a:gd name="connsiteY432" fmla="*/ 6266397 h 6858000"/>
              <a:gd name="connsiteX433" fmla="*/ 1862250 w 7467600"/>
              <a:gd name="connsiteY433" fmla="*/ 6033531 h 6858000"/>
              <a:gd name="connsiteX434" fmla="*/ 1211999 w 7467600"/>
              <a:gd name="connsiteY434" fmla="*/ 6683610 h 6858000"/>
              <a:gd name="connsiteX435" fmla="*/ 1213266 w 7467600"/>
              <a:gd name="connsiteY435" fmla="*/ 6691947 h 6858000"/>
              <a:gd name="connsiteX436" fmla="*/ 1203370 w 7467600"/>
              <a:gd name="connsiteY436" fmla="*/ 6850676 h 6858000"/>
              <a:gd name="connsiteX437" fmla="*/ 1203671 w 7467600"/>
              <a:gd name="connsiteY437" fmla="*/ 6858000 h 6858000"/>
              <a:gd name="connsiteX438" fmla="*/ 1143180 w 7467600"/>
              <a:gd name="connsiteY438" fmla="*/ 6858000 h 6858000"/>
              <a:gd name="connsiteX439" fmla="*/ 1142176 w 7467600"/>
              <a:gd name="connsiteY439" fmla="*/ 6766045 h 6858000"/>
              <a:gd name="connsiteX440" fmla="*/ 1067484 w 7467600"/>
              <a:gd name="connsiteY440" fmla="*/ 6858000 h 6858000"/>
              <a:gd name="connsiteX441" fmla="*/ 953928 w 7467600"/>
              <a:gd name="connsiteY441" fmla="*/ 6858000 h 6858000"/>
              <a:gd name="connsiteX442" fmla="*/ 959715 w 7467600"/>
              <a:gd name="connsiteY442" fmla="*/ 6850185 h 6858000"/>
              <a:gd name="connsiteX443" fmla="*/ 1483788 w 7467600"/>
              <a:gd name="connsiteY443" fmla="*/ 6259174 h 6858000"/>
              <a:gd name="connsiteX444" fmla="*/ 1100671 w 7467600"/>
              <a:gd name="connsiteY444" fmla="*/ 6252137 h 6858000"/>
              <a:gd name="connsiteX445" fmla="*/ 1090144 w 7467600"/>
              <a:gd name="connsiteY445" fmla="*/ 6256748 h 6858000"/>
              <a:gd name="connsiteX446" fmla="*/ 1095872 w 7467600"/>
              <a:gd name="connsiteY446" fmla="*/ 6271892 h 6858000"/>
              <a:gd name="connsiteX447" fmla="*/ 262785 w 7467600"/>
              <a:gd name="connsiteY447" fmla="*/ 6845450 h 6858000"/>
              <a:gd name="connsiteX448" fmla="*/ 209968 w 7467600"/>
              <a:gd name="connsiteY448" fmla="*/ 6770713 h 6858000"/>
              <a:gd name="connsiteX449" fmla="*/ 873460 w 7467600"/>
              <a:gd name="connsiteY449" fmla="*/ 6253768 h 6858000"/>
              <a:gd name="connsiteX450" fmla="*/ 192686 w 7467600"/>
              <a:gd name="connsiteY450" fmla="*/ 5849257 h 6858000"/>
              <a:gd name="connsiteX451" fmla="*/ 4696 w 7467600"/>
              <a:gd name="connsiteY451" fmla="*/ 5697668 h 6858000"/>
              <a:gd name="connsiteX452" fmla="*/ 0 w 7467600"/>
              <a:gd name="connsiteY452" fmla="*/ 5689984 h 6858000"/>
              <a:gd name="connsiteX453" fmla="*/ 0 w 7467600"/>
              <a:gd name="connsiteY453" fmla="*/ 5513472 h 6858000"/>
              <a:gd name="connsiteX454" fmla="*/ 174101 w 7467600"/>
              <a:gd name="connsiteY454" fmla="*/ 5620277 h 6858000"/>
              <a:gd name="connsiteX455" fmla="*/ 891800 w 7467600"/>
              <a:gd name="connsiteY455" fmla="*/ 6036935 h 6858000"/>
              <a:gd name="connsiteX456" fmla="*/ 1072219 w 7467600"/>
              <a:gd name="connsiteY456" fmla="*/ 6169443 h 6858000"/>
              <a:gd name="connsiteX457" fmla="*/ 1074117 w 7467600"/>
              <a:gd name="connsiteY457" fmla="*/ 6170301 h 6858000"/>
              <a:gd name="connsiteX458" fmla="*/ 1083114 w 7467600"/>
              <a:gd name="connsiteY458" fmla="*/ 6174131 h 6858000"/>
              <a:gd name="connsiteX459" fmla="*/ 1543010 w 7467600"/>
              <a:gd name="connsiteY459" fmla="*/ 6191140 h 6858000"/>
              <a:gd name="connsiteX460" fmla="*/ 1551080 w 7467600"/>
              <a:gd name="connsiteY460" fmla="*/ 6195006 h 6858000"/>
              <a:gd name="connsiteX461" fmla="*/ 2345443 w 7467600"/>
              <a:gd name="connsiteY461" fmla="*/ 5549882 h 6858000"/>
              <a:gd name="connsiteX462" fmla="*/ 1721499 w 7467600"/>
              <a:gd name="connsiteY462" fmla="*/ 5599969 h 6858000"/>
              <a:gd name="connsiteX463" fmla="*/ 767716 w 7467600"/>
              <a:gd name="connsiteY463" fmla="*/ 5472768 h 6858000"/>
              <a:gd name="connsiteX464" fmla="*/ 722147 w 7467600"/>
              <a:gd name="connsiteY464" fmla="*/ 5393091 h 6858000"/>
              <a:gd name="connsiteX465" fmla="*/ 1485552 w 7467600"/>
              <a:gd name="connsiteY465" fmla="*/ 5313202 h 6858000"/>
              <a:gd name="connsiteX466" fmla="*/ 2143004 w 7467600"/>
              <a:gd name="connsiteY466" fmla="*/ 5402420 h 6858000"/>
              <a:gd name="connsiteX467" fmla="*/ 1933391 w 7467600"/>
              <a:gd name="connsiteY467" fmla="*/ 5156971 h 6858000"/>
              <a:gd name="connsiteX468" fmla="*/ 1827118 w 7467600"/>
              <a:gd name="connsiteY468" fmla="*/ 4968410 h 6858000"/>
              <a:gd name="connsiteX469" fmla="*/ 1837349 w 7467600"/>
              <a:gd name="connsiteY469" fmla="*/ 4956357 h 6858000"/>
              <a:gd name="connsiteX470" fmla="*/ 2162835 w 7467600"/>
              <a:gd name="connsiteY470" fmla="*/ 5187853 h 6858000"/>
              <a:gd name="connsiteX471" fmla="*/ 2257167 w 7467600"/>
              <a:gd name="connsiteY471" fmla="*/ 5462123 h 6858000"/>
              <a:gd name="connsiteX472" fmla="*/ 2261598 w 7467600"/>
              <a:gd name="connsiteY472" fmla="*/ 5467998 h 6858000"/>
              <a:gd name="connsiteX473" fmla="*/ 2437177 w 7467600"/>
              <a:gd name="connsiteY473" fmla="*/ 5479608 h 6858000"/>
              <a:gd name="connsiteX474" fmla="*/ 2445247 w 7467600"/>
              <a:gd name="connsiteY474" fmla="*/ 5483476 h 6858000"/>
              <a:gd name="connsiteX475" fmla="*/ 2743626 w 7467600"/>
              <a:gd name="connsiteY475" fmla="*/ 5304819 h 6858000"/>
              <a:gd name="connsiteX476" fmla="*/ 3048102 w 7467600"/>
              <a:gd name="connsiteY476" fmla="*/ 5150595 h 6858000"/>
              <a:gd name="connsiteX477" fmla="*/ 1799414 w 7467600"/>
              <a:gd name="connsiteY477" fmla="*/ 4694732 h 6858000"/>
              <a:gd name="connsiteX478" fmla="*/ 1771735 w 7467600"/>
              <a:gd name="connsiteY478" fmla="*/ 4619929 h 6858000"/>
              <a:gd name="connsiteX479" fmla="*/ 3104273 w 7467600"/>
              <a:gd name="connsiteY479" fmla="*/ 5076159 h 6858000"/>
              <a:gd name="connsiteX480" fmla="*/ 3113245 w 7467600"/>
              <a:gd name="connsiteY480" fmla="*/ 5090705 h 6858000"/>
              <a:gd name="connsiteX481" fmla="*/ 3126294 w 7467600"/>
              <a:gd name="connsiteY481" fmla="*/ 5114400 h 6858000"/>
              <a:gd name="connsiteX482" fmla="*/ 3937433 w 7467600"/>
              <a:gd name="connsiteY482" fmla="*/ 4830473 h 6858000"/>
              <a:gd name="connsiteX483" fmla="*/ 3590475 w 7467600"/>
              <a:gd name="connsiteY483" fmla="*/ 4597974 h 6858000"/>
              <a:gd name="connsiteX484" fmla="*/ 3100264 w 7467600"/>
              <a:gd name="connsiteY484" fmla="*/ 4579845 h 6858000"/>
              <a:gd name="connsiteX485" fmla="*/ 2183576 w 7467600"/>
              <a:gd name="connsiteY485" fmla="*/ 4227150 h 6858000"/>
              <a:gd name="connsiteX486" fmla="*/ 2151029 w 7467600"/>
              <a:gd name="connsiteY486" fmla="*/ 4146947 h 6858000"/>
              <a:gd name="connsiteX487" fmla="*/ 3563434 w 7467600"/>
              <a:gd name="connsiteY487" fmla="*/ 4469115 h 6858000"/>
              <a:gd name="connsiteX488" fmla="*/ 3177952 w 7467600"/>
              <a:gd name="connsiteY488" fmla="*/ 3657386 h 6858000"/>
              <a:gd name="connsiteX489" fmla="*/ 3189263 w 7467600"/>
              <a:gd name="connsiteY489" fmla="*/ 3625726 h 6858000"/>
              <a:gd name="connsiteX490" fmla="*/ 3560912 w 7467600"/>
              <a:gd name="connsiteY490" fmla="*/ 4079863 h 6858000"/>
              <a:gd name="connsiteX491" fmla="*/ 3626636 w 7467600"/>
              <a:gd name="connsiteY491" fmla="*/ 4512230 h 6858000"/>
              <a:gd name="connsiteX492" fmla="*/ 3653088 w 7467600"/>
              <a:gd name="connsiteY492" fmla="*/ 4521417 h 6858000"/>
              <a:gd name="connsiteX493" fmla="*/ 3988128 w 7467600"/>
              <a:gd name="connsiteY493" fmla="*/ 4817267 h 6858000"/>
              <a:gd name="connsiteX494" fmla="*/ 4830582 w 7467600"/>
              <a:gd name="connsiteY494" fmla="*/ 4676000 h 6858000"/>
              <a:gd name="connsiteX495" fmla="*/ 4830100 w 7467600"/>
              <a:gd name="connsiteY495" fmla="*/ 4675554 h 6858000"/>
              <a:gd name="connsiteX496" fmla="*/ 4036318 w 7467600"/>
              <a:gd name="connsiteY496" fmla="*/ 4147013 h 6858000"/>
              <a:gd name="connsiteX497" fmla="*/ 3432098 w 7467600"/>
              <a:gd name="connsiteY497" fmla="*/ 3537312 h 6858000"/>
              <a:gd name="connsiteX498" fmla="*/ 3446761 w 7467600"/>
              <a:gd name="connsiteY498" fmla="*/ 3461278 h 6858000"/>
              <a:gd name="connsiteX499" fmla="*/ 4419733 w 7467600"/>
              <a:gd name="connsiteY499" fmla="*/ 3963555 h 6858000"/>
              <a:gd name="connsiteX500" fmla="*/ 4781371 w 7467600"/>
              <a:gd name="connsiteY500" fmla="*/ 4458604 h 6858000"/>
              <a:gd name="connsiteX501" fmla="*/ 4780440 w 7467600"/>
              <a:gd name="connsiteY501" fmla="*/ 4470290 h 6858000"/>
              <a:gd name="connsiteX502" fmla="*/ 4898954 w 7467600"/>
              <a:gd name="connsiteY502" fmla="*/ 4662092 h 6858000"/>
              <a:gd name="connsiteX503" fmla="*/ 4900699 w 7467600"/>
              <a:gd name="connsiteY503" fmla="*/ 4670867 h 6858000"/>
              <a:gd name="connsiteX504" fmla="*/ 5714511 w 7467600"/>
              <a:gd name="connsiteY504" fmla="*/ 4663483 h 6858000"/>
              <a:gd name="connsiteX505" fmla="*/ 5464793 w 7467600"/>
              <a:gd name="connsiteY505" fmla="*/ 4393556 h 6858000"/>
              <a:gd name="connsiteX506" fmla="*/ 5461897 w 7467600"/>
              <a:gd name="connsiteY506" fmla="*/ 4390879 h 6858000"/>
              <a:gd name="connsiteX507" fmla="*/ 4294126 w 7467600"/>
              <a:gd name="connsiteY507" fmla="*/ 3303048 h 6858000"/>
              <a:gd name="connsiteX508" fmla="*/ 4305321 w 7467600"/>
              <a:gd name="connsiteY508" fmla="*/ 3256953 h 6858000"/>
              <a:gd name="connsiteX509" fmla="*/ 4949299 w 7467600"/>
              <a:gd name="connsiteY509" fmla="*/ 3766336 h 6858000"/>
              <a:gd name="connsiteX510" fmla="*/ 5291452 w 7467600"/>
              <a:gd name="connsiteY510" fmla="*/ 4076801 h 6858000"/>
              <a:gd name="connsiteX511" fmla="*/ 5434998 w 7467600"/>
              <a:gd name="connsiteY511" fmla="*/ 4254100 h 6858000"/>
              <a:gd name="connsiteX512" fmla="*/ 5351015 w 7467600"/>
              <a:gd name="connsiteY512" fmla="*/ 3760989 h 6858000"/>
              <a:gd name="connsiteX513" fmla="*/ 5413780 w 7467600"/>
              <a:gd name="connsiteY513" fmla="*/ 2966265 h 6858000"/>
              <a:gd name="connsiteX514" fmla="*/ 5425627 w 7467600"/>
              <a:gd name="connsiteY514" fmla="*/ 2954192 h 6858000"/>
              <a:gd name="connsiteX515" fmla="*/ 6604735 w 7467600"/>
              <a:gd name="connsiteY515" fmla="*/ 2041381 h 6858000"/>
              <a:gd name="connsiteX516" fmla="*/ 7204487 w 7467600"/>
              <a:gd name="connsiteY516" fmla="*/ 2742112 h 6858000"/>
              <a:gd name="connsiteX517" fmla="*/ 7131592 w 7467600"/>
              <a:gd name="connsiteY517" fmla="*/ 2672096 h 6858000"/>
              <a:gd name="connsiteX518" fmla="*/ 6996344 w 7467600"/>
              <a:gd name="connsiteY518" fmla="*/ 2518310 h 6858000"/>
              <a:gd name="connsiteX519" fmla="*/ 6735495 w 7467600"/>
              <a:gd name="connsiteY519" fmla="*/ 2196890 h 6858000"/>
              <a:gd name="connsiteX520" fmla="*/ 6721901 w 7467600"/>
              <a:gd name="connsiteY520" fmla="*/ 2179274 h 6858000"/>
              <a:gd name="connsiteX521" fmla="*/ 6604735 w 7467600"/>
              <a:gd name="connsiteY521" fmla="*/ 2041381 h 6858000"/>
              <a:gd name="connsiteX522" fmla="*/ 6591670 w 7467600"/>
              <a:gd name="connsiteY522" fmla="*/ 1988277 h 6858000"/>
              <a:gd name="connsiteX523" fmla="*/ 6747349 w 7467600"/>
              <a:gd name="connsiteY523" fmla="*/ 2160069 h 6858000"/>
              <a:gd name="connsiteX524" fmla="*/ 6760943 w 7467600"/>
              <a:gd name="connsiteY524" fmla="*/ 2177686 h 6858000"/>
              <a:gd name="connsiteX525" fmla="*/ 7021065 w 7467600"/>
              <a:gd name="connsiteY525" fmla="*/ 2498102 h 6858000"/>
              <a:gd name="connsiteX526" fmla="*/ 7155223 w 7467600"/>
              <a:gd name="connsiteY526" fmla="*/ 2650386 h 6858000"/>
              <a:gd name="connsiteX527" fmla="*/ 7203167 w 7467600"/>
              <a:gd name="connsiteY527" fmla="*/ 2697288 h 6858000"/>
              <a:gd name="connsiteX528" fmla="*/ 6937703 w 7467600"/>
              <a:gd name="connsiteY528" fmla="*/ 2321981 h 6858000"/>
              <a:gd name="connsiteX529" fmla="*/ 6591670 w 7467600"/>
              <a:gd name="connsiteY529" fmla="*/ 1988277 h 6858000"/>
              <a:gd name="connsiteX530" fmla="*/ 5798671 w 7467600"/>
              <a:gd name="connsiteY530" fmla="*/ 1981601 h 6858000"/>
              <a:gd name="connsiteX531" fmla="*/ 5754709 w 7467600"/>
              <a:gd name="connsiteY531" fmla="*/ 2071454 h 6858000"/>
              <a:gd name="connsiteX532" fmla="*/ 5763044 w 7467600"/>
              <a:gd name="connsiteY532" fmla="*/ 2842206 h 6858000"/>
              <a:gd name="connsiteX533" fmla="*/ 5764974 w 7467600"/>
              <a:gd name="connsiteY533" fmla="*/ 2799609 h 6858000"/>
              <a:gd name="connsiteX534" fmla="*/ 5767665 w 7467600"/>
              <a:gd name="connsiteY534" fmla="*/ 2666409 h 6858000"/>
              <a:gd name="connsiteX535" fmla="*/ 5763055 w 7467600"/>
              <a:gd name="connsiteY535" fmla="*/ 2579705 h 6858000"/>
              <a:gd name="connsiteX536" fmla="*/ 5758079 w 7467600"/>
              <a:gd name="connsiteY536" fmla="*/ 2492508 h 6858000"/>
              <a:gd name="connsiteX537" fmla="*/ 5779325 w 7467600"/>
              <a:gd name="connsiteY537" fmla="*/ 2197069 h 6858000"/>
              <a:gd name="connsiteX538" fmla="*/ 5798671 w 7467600"/>
              <a:gd name="connsiteY538" fmla="*/ 1981601 h 6858000"/>
              <a:gd name="connsiteX539" fmla="*/ 5829202 w 7467600"/>
              <a:gd name="connsiteY539" fmla="*/ 1971679 h 6858000"/>
              <a:gd name="connsiteX540" fmla="*/ 5809558 w 7467600"/>
              <a:gd name="connsiteY540" fmla="*/ 2198043 h 6858000"/>
              <a:gd name="connsiteX541" fmla="*/ 5788653 w 7467600"/>
              <a:gd name="connsiteY541" fmla="*/ 2489430 h 6858000"/>
              <a:gd name="connsiteX542" fmla="*/ 5793439 w 7467600"/>
              <a:gd name="connsiteY542" fmla="*/ 2575235 h 6858000"/>
              <a:gd name="connsiteX543" fmla="*/ 5796837 w 7467600"/>
              <a:gd name="connsiteY543" fmla="*/ 2637633 h 6858000"/>
              <a:gd name="connsiteX544" fmla="*/ 5818614 w 7467600"/>
              <a:gd name="connsiteY544" fmla="*/ 2473055 h 6858000"/>
              <a:gd name="connsiteX545" fmla="*/ 5829202 w 7467600"/>
              <a:gd name="connsiteY545" fmla="*/ 1971679 h 6858000"/>
              <a:gd name="connsiteX546" fmla="*/ 5911389 w 7467600"/>
              <a:gd name="connsiteY546" fmla="*/ 1898371 h 6858000"/>
              <a:gd name="connsiteX547" fmla="*/ 6237627 w 7467600"/>
              <a:gd name="connsiteY547" fmla="*/ 2231921 h 6858000"/>
              <a:gd name="connsiteX548" fmla="*/ 5911389 w 7467600"/>
              <a:gd name="connsiteY548" fmla="*/ 1898371 h 6858000"/>
              <a:gd name="connsiteX549" fmla="*/ 6944437 w 7467600"/>
              <a:gd name="connsiteY549" fmla="*/ 1575402 h 6858000"/>
              <a:gd name="connsiteX550" fmla="*/ 6304730 w 7467600"/>
              <a:gd name="connsiteY550" fmla="*/ 1766654 h 6858000"/>
              <a:gd name="connsiteX551" fmla="*/ 6944437 w 7467600"/>
              <a:gd name="connsiteY551" fmla="*/ 1575402 h 6858000"/>
              <a:gd name="connsiteX552" fmla="*/ 7019523 w 7467600"/>
              <a:gd name="connsiteY552" fmla="*/ 1519450 h 6858000"/>
              <a:gd name="connsiteX553" fmla="*/ 6298091 w 7467600"/>
              <a:gd name="connsiteY553" fmla="*/ 1737122 h 6858000"/>
              <a:gd name="connsiteX554" fmla="*/ 7019523 w 7467600"/>
              <a:gd name="connsiteY554" fmla="*/ 1519450 h 6858000"/>
              <a:gd name="connsiteX555" fmla="*/ 2399523 w 7467600"/>
              <a:gd name="connsiteY555" fmla="*/ 1428234 h 6858000"/>
              <a:gd name="connsiteX556" fmla="*/ 2224982 w 7467600"/>
              <a:gd name="connsiteY556" fmla="*/ 1826201 h 6858000"/>
              <a:gd name="connsiteX557" fmla="*/ 2096099 w 7467600"/>
              <a:gd name="connsiteY557" fmla="*/ 2345900 h 6858000"/>
              <a:gd name="connsiteX558" fmla="*/ 2283317 w 7467600"/>
              <a:gd name="connsiteY558" fmla="*/ 1796925 h 6858000"/>
              <a:gd name="connsiteX559" fmla="*/ 2399523 w 7467600"/>
              <a:gd name="connsiteY559" fmla="*/ 1428234 h 6858000"/>
              <a:gd name="connsiteX560" fmla="*/ 2448558 w 7467600"/>
              <a:gd name="connsiteY560" fmla="*/ 1373435 h 6858000"/>
              <a:gd name="connsiteX561" fmla="*/ 2312521 w 7467600"/>
              <a:gd name="connsiteY561" fmla="*/ 1806140 h 6858000"/>
              <a:gd name="connsiteX562" fmla="*/ 2127533 w 7467600"/>
              <a:gd name="connsiteY562" fmla="*/ 2348380 h 6858000"/>
              <a:gd name="connsiteX563" fmla="*/ 2358080 w 7467600"/>
              <a:gd name="connsiteY563" fmla="*/ 1866134 h 6858000"/>
              <a:gd name="connsiteX564" fmla="*/ 2407436 w 7467600"/>
              <a:gd name="connsiteY564" fmla="*/ 1651070 h 6858000"/>
              <a:gd name="connsiteX565" fmla="*/ 2448558 w 7467600"/>
              <a:gd name="connsiteY565" fmla="*/ 1373435 h 6858000"/>
              <a:gd name="connsiteX566" fmla="*/ 278707 w 7467600"/>
              <a:gd name="connsiteY566" fmla="*/ 1352270 h 6858000"/>
              <a:gd name="connsiteX567" fmla="*/ 321570 w 7467600"/>
              <a:gd name="connsiteY567" fmla="*/ 1861610 h 6858000"/>
              <a:gd name="connsiteX568" fmla="*/ 294281 w 7467600"/>
              <a:gd name="connsiteY568" fmla="*/ 1440658 h 6858000"/>
              <a:gd name="connsiteX569" fmla="*/ 278707 w 7467600"/>
              <a:gd name="connsiteY569" fmla="*/ 1352270 h 6858000"/>
              <a:gd name="connsiteX570" fmla="*/ 1423821 w 7467600"/>
              <a:gd name="connsiteY570" fmla="*/ 1351958 h 6858000"/>
              <a:gd name="connsiteX571" fmla="*/ 1638521 w 7467600"/>
              <a:gd name="connsiteY571" fmla="*/ 1908470 h 6858000"/>
              <a:gd name="connsiteX572" fmla="*/ 1754199 w 7467600"/>
              <a:gd name="connsiteY572" fmla="*/ 2149284 h 6858000"/>
              <a:gd name="connsiteX573" fmla="*/ 1908359 w 7467600"/>
              <a:gd name="connsiteY573" fmla="*/ 2364988 h 6858000"/>
              <a:gd name="connsiteX574" fmla="*/ 1647661 w 7467600"/>
              <a:gd name="connsiteY574" fmla="*/ 1825945 h 6858000"/>
              <a:gd name="connsiteX575" fmla="*/ 1423821 w 7467600"/>
              <a:gd name="connsiteY575" fmla="*/ 1351958 h 6858000"/>
              <a:gd name="connsiteX576" fmla="*/ 1431890 w 7467600"/>
              <a:gd name="connsiteY576" fmla="*/ 1306475 h 6858000"/>
              <a:gd name="connsiteX577" fmla="*/ 1507597 w 7467600"/>
              <a:gd name="connsiteY577" fmla="*/ 1446132 h 6858000"/>
              <a:gd name="connsiteX578" fmla="*/ 1674586 w 7467600"/>
              <a:gd name="connsiteY578" fmla="*/ 1813832 h 6858000"/>
              <a:gd name="connsiteX579" fmla="*/ 1815950 w 7467600"/>
              <a:gd name="connsiteY579" fmla="*/ 2128564 h 6858000"/>
              <a:gd name="connsiteX580" fmla="*/ 1984242 w 7467600"/>
              <a:gd name="connsiteY580" fmla="*/ 2430829 h 6858000"/>
              <a:gd name="connsiteX581" fmla="*/ 2014023 w 7467600"/>
              <a:gd name="connsiteY581" fmla="*/ 2450995 h 6858000"/>
              <a:gd name="connsiteX582" fmla="*/ 1747337 w 7467600"/>
              <a:gd name="connsiteY582" fmla="*/ 1855264 h 6858000"/>
              <a:gd name="connsiteX583" fmla="*/ 1533749 w 7467600"/>
              <a:gd name="connsiteY583" fmla="*/ 1478656 h 6858000"/>
              <a:gd name="connsiteX584" fmla="*/ 1431890 w 7467600"/>
              <a:gd name="connsiteY584" fmla="*/ 1306475 h 6858000"/>
              <a:gd name="connsiteX585" fmla="*/ 5052692 w 7467600"/>
              <a:gd name="connsiteY585" fmla="*/ 1292994 h 6858000"/>
              <a:gd name="connsiteX586" fmla="*/ 5200661 w 7467600"/>
              <a:gd name="connsiteY586" fmla="*/ 1635186 h 6858000"/>
              <a:gd name="connsiteX587" fmla="*/ 5297138 w 7467600"/>
              <a:gd name="connsiteY587" fmla="*/ 1906351 h 6858000"/>
              <a:gd name="connsiteX588" fmla="*/ 5052692 w 7467600"/>
              <a:gd name="connsiteY588" fmla="*/ 1292994 h 6858000"/>
              <a:gd name="connsiteX589" fmla="*/ 5009948 w 7467600"/>
              <a:gd name="connsiteY589" fmla="*/ 1273619 h 6858000"/>
              <a:gd name="connsiteX590" fmla="*/ 5121777 w 7467600"/>
              <a:gd name="connsiteY590" fmla="*/ 1654213 h 6858000"/>
              <a:gd name="connsiteX591" fmla="*/ 5293545 w 7467600"/>
              <a:gd name="connsiteY591" fmla="*/ 2072247 h 6858000"/>
              <a:gd name="connsiteX592" fmla="*/ 5294042 w 7467600"/>
              <a:gd name="connsiteY592" fmla="*/ 2065019 h 6858000"/>
              <a:gd name="connsiteX593" fmla="*/ 5171936 w 7467600"/>
              <a:gd name="connsiteY593" fmla="*/ 1647613 h 6858000"/>
              <a:gd name="connsiteX594" fmla="*/ 5009948 w 7467600"/>
              <a:gd name="connsiteY594" fmla="*/ 1273619 h 6858000"/>
              <a:gd name="connsiteX595" fmla="*/ 655236 w 7467600"/>
              <a:gd name="connsiteY595" fmla="*/ 1268632 h 6858000"/>
              <a:gd name="connsiteX596" fmla="*/ 839521 w 7467600"/>
              <a:gd name="connsiteY596" fmla="*/ 1685315 h 6858000"/>
              <a:gd name="connsiteX597" fmla="*/ 1109416 w 7467600"/>
              <a:gd name="connsiteY597" fmla="*/ 2061663 h 6858000"/>
              <a:gd name="connsiteX598" fmla="*/ 1298300 w 7467600"/>
              <a:gd name="connsiteY598" fmla="*/ 2247742 h 6858000"/>
              <a:gd name="connsiteX599" fmla="*/ 1125871 w 7467600"/>
              <a:gd name="connsiteY599" fmla="*/ 1989513 h 6858000"/>
              <a:gd name="connsiteX600" fmla="*/ 981574 w 7467600"/>
              <a:gd name="connsiteY600" fmla="*/ 1783157 h 6858000"/>
              <a:gd name="connsiteX601" fmla="*/ 922198 w 7467600"/>
              <a:gd name="connsiteY601" fmla="*/ 1677437 h 6858000"/>
              <a:gd name="connsiteX602" fmla="*/ 869293 w 7467600"/>
              <a:gd name="connsiteY602" fmla="*/ 1583214 h 6858000"/>
              <a:gd name="connsiteX603" fmla="*/ 751431 w 7467600"/>
              <a:gd name="connsiteY603" fmla="*/ 1405731 h 6858000"/>
              <a:gd name="connsiteX604" fmla="*/ 655236 w 7467600"/>
              <a:gd name="connsiteY604" fmla="*/ 1268632 h 6858000"/>
              <a:gd name="connsiteX605" fmla="*/ 6516292 w 7467600"/>
              <a:gd name="connsiteY605" fmla="*/ 1263064 h 6858000"/>
              <a:gd name="connsiteX606" fmla="*/ 5736320 w 7467600"/>
              <a:gd name="connsiteY606" fmla="*/ 1501803 h 6858000"/>
              <a:gd name="connsiteX607" fmla="*/ 6516292 w 7467600"/>
              <a:gd name="connsiteY607" fmla="*/ 1263064 h 6858000"/>
              <a:gd name="connsiteX608" fmla="*/ 291466 w 7467600"/>
              <a:gd name="connsiteY608" fmla="*/ 1250369 h 6858000"/>
              <a:gd name="connsiteX609" fmla="*/ 323180 w 7467600"/>
              <a:gd name="connsiteY609" fmla="*/ 1435283 h 6858000"/>
              <a:gd name="connsiteX610" fmla="*/ 349381 w 7467600"/>
              <a:gd name="connsiteY610" fmla="*/ 1875041 h 6858000"/>
              <a:gd name="connsiteX611" fmla="*/ 374363 w 7467600"/>
              <a:gd name="connsiteY611" fmla="*/ 1506494 h 6858000"/>
              <a:gd name="connsiteX612" fmla="*/ 302168 w 7467600"/>
              <a:gd name="connsiteY612" fmla="*/ 1274495 h 6858000"/>
              <a:gd name="connsiteX613" fmla="*/ 291466 w 7467600"/>
              <a:gd name="connsiteY613" fmla="*/ 1250369 h 6858000"/>
              <a:gd name="connsiteX614" fmla="*/ 678222 w 7467600"/>
              <a:gd name="connsiteY614" fmla="*/ 1248670 h 6858000"/>
              <a:gd name="connsiteX615" fmla="*/ 775536 w 7467600"/>
              <a:gd name="connsiteY615" fmla="*/ 1388015 h 6858000"/>
              <a:gd name="connsiteX616" fmla="*/ 894529 w 7467600"/>
              <a:gd name="connsiteY616" fmla="*/ 1567739 h 6858000"/>
              <a:gd name="connsiteX617" fmla="*/ 948000 w 7467600"/>
              <a:gd name="connsiteY617" fmla="*/ 1663088 h 6858000"/>
              <a:gd name="connsiteX618" fmla="*/ 1006812 w 7467600"/>
              <a:gd name="connsiteY618" fmla="*/ 1767683 h 6858000"/>
              <a:gd name="connsiteX619" fmla="*/ 1149133 w 7467600"/>
              <a:gd name="connsiteY619" fmla="*/ 1971513 h 6858000"/>
              <a:gd name="connsiteX620" fmla="*/ 1333952 w 7467600"/>
              <a:gd name="connsiteY620" fmla="*/ 2251620 h 6858000"/>
              <a:gd name="connsiteX621" fmla="*/ 1337329 w 7467600"/>
              <a:gd name="connsiteY621" fmla="*/ 2258350 h 6858000"/>
              <a:gd name="connsiteX622" fmla="*/ 1014726 w 7467600"/>
              <a:gd name="connsiteY622" fmla="*/ 1615556 h 6858000"/>
              <a:gd name="connsiteX623" fmla="*/ 678222 w 7467600"/>
              <a:gd name="connsiteY623" fmla="*/ 1248670 h 6858000"/>
              <a:gd name="connsiteX624" fmla="*/ 6691602 w 7467600"/>
              <a:gd name="connsiteY624" fmla="*/ 1140573 h 6858000"/>
              <a:gd name="connsiteX625" fmla="*/ 6571100 w 7467600"/>
              <a:gd name="connsiteY625" fmla="*/ 1183662 h 6858000"/>
              <a:gd name="connsiteX626" fmla="*/ 6241687 w 7467600"/>
              <a:gd name="connsiteY626" fmla="*/ 1257600 h 6858000"/>
              <a:gd name="connsiteX627" fmla="*/ 5693009 w 7467600"/>
              <a:gd name="connsiteY627" fmla="*/ 1478256 h 6858000"/>
              <a:gd name="connsiteX628" fmla="*/ 6548420 w 7467600"/>
              <a:gd name="connsiteY628" fmla="*/ 1214599 h 6858000"/>
              <a:gd name="connsiteX629" fmla="*/ 6605473 w 7467600"/>
              <a:gd name="connsiteY629" fmla="*/ 1184686 h 6858000"/>
              <a:gd name="connsiteX630" fmla="*/ 6691602 w 7467600"/>
              <a:gd name="connsiteY630" fmla="*/ 1140573 h 6858000"/>
              <a:gd name="connsiteX631" fmla="*/ 4002475 w 7467600"/>
              <a:gd name="connsiteY631" fmla="*/ 1037802 h 6858000"/>
              <a:gd name="connsiteX632" fmla="*/ 4000324 w 7467600"/>
              <a:gd name="connsiteY632" fmla="*/ 1039362 h 6858000"/>
              <a:gd name="connsiteX633" fmla="*/ 4002862 w 7467600"/>
              <a:gd name="connsiteY633" fmla="*/ 1042866 h 6858000"/>
              <a:gd name="connsiteX634" fmla="*/ 4002475 w 7467600"/>
              <a:gd name="connsiteY634" fmla="*/ 1037802 h 6858000"/>
              <a:gd name="connsiteX635" fmla="*/ 506322 w 7467600"/>
              <a:gd name="connsiteY635" fmla="*/ 1020997 h 6858000"/>
              <a:gd name="connsiteX636" fmla="*/ 533068 w 7467600"/>
              <a:gd name="connsiteY636" fmla="*/ 1029409 h 6858000"/>
              <a:gd name="connsiteX637" fmla="*/ 1232525 w 7467600"/>
              <a:gd name="connsiteY637" fmla="*/ 1804675 h 6858000"/>
              <a:gd name="connsiteX638" fmla="*/ 1388858 w 7467600"/>
              <a:gd name="connsiteY638" fmla="*/ 2368011 h 6858000"/>
              <a:gd name="connsiteX639" fmla="*/ 1384098 w 7467600"/>
              <a:gd name="connsiteY639" fmla="*/ 2378125 h 6858000"/>
              <a:gd name="connsiteX640" fmla="*/ 1425393 w 7467600"/>
              <a:gd name="connsiteY640" fmla="*/ 2589124 h 6858000"/>
              <a:gd name="connsiteX641" fmla="*/ 1424001 w 7467600"/>
              <a:gd name="connsiteY641" fmla="*/ 2597541 h 6858000"/>
              <a:gd name="connsiteX642" fmla="*/ 2152729 w 7467600"/>
              <a:gd name="connsiteY642" fmla="*/ 2864487 h 6858000"/>
              <a:gd name="connsiteX643" fmla="*/ 2020609 w 7467600"/>
              <a:gd name="connsiteY643" fmla="*/ 2539671 h 6858000"/>
              <a:gd name="connsiteX644" fmla="*/ 2018920 w 7467600"/>
              <a:gd name="connsiteY644" fmla="*/ 2536309 h 6858000"/>
              <a:gd name="connsiteX645" fmla="*/ 1342441 w 7467600"/>
              <a:gd name="connsiteY645" fmla="*/ 1173017 h 6858000"/>
              <a:gd name="connsiteX646" fmla="*/ 1367925 w 7467600"/>
              <a:gd name="connsiteY646" fmla="*/ 1135648 h 6858000"/>
              <a:gd name="connsiteX647" fmla="*/ 1771401 w 7467600"/>
              <a:gd name="connsiteY647" fmla="*/ 1806673 h 6858000"/>
              <a:gd name="connsiteX648" fmla="*/ 1972385 w 7467600"/>
              <a:gd name="connsiteY648" fmla="*/ 2198735 h 6858000"/>
              <a:gd name="connsiteX649" fmla="*/ 2040892 w 7467600"/>
              <a:gd name="connsiteY649" fmla="*/ 2405205 h 6858000"/>
              <a:gd name="connsiteX650" fmla="*/ 2131689 w 7467600"/>
              <a:gd name="connsiteY650" fmla="*/ 1936926 h 6858000"/>
              <a:gd name="connsiteX651" fmla="*/ 2454820 w 7467600"/>
              <a:gd name="connsiteY651" fmla="*/ 1248808 h 6858000"/>
              <a:gd name="connsiteX652" fmla="*/ 2492512 w 7467600"/>
              <a:gd name="connsiteY652" fmla="*/ 1302920 h 6858000"/>
              <a:gd name="connsiteX653" fmla="*/ 2081216 w 7467600"/>
              <a:gd name="connsiteY653" fmla="*/ 2527513 h 6858000"/>
              <a:gd name="connsiteX654" fmla="*/ 2081211 w 7467600"/>
              <a:gd name="connsiteY654" fmla="*/ 2528916 h 6858000"/>
              <a:gd name="connsiteX655" fmla="*/ 2199067 w 7467600"/>
              <a:gd name="connsiteY655" fmla="*/ 2884061 h 6858000"/>
              <a:gd name="connsiteX656" fmla="*/ 3192586 w 7467600"/>
              <a:gd name="connsiteY656" fmla="*/ 3411496 h 6858000"/>
              <a:gd name="connsiteX657" fmla="*/ 3182620 w 7467600"/>
              <a:gd name="connsiteY657" fmla="*/ 3483279 h 6858000"/>
              <a:gd name="connsiteX658" fmla="*/ 2435119 w 7467600"/>
              <a:gd name="connsiteY658" fmla="*/ 3080173 h 6858000"/>
              <a:gd name="connsiteX659" fmla="*/ 2410152 w 7467600"/>
              <a:gd name="connsiteY659" fmla="*/ 3063751 h 6858000"/>
              <a:gd name="connsiteX660" fmla="*/ 2408099 w 7467600"/>
              <a:gd name="connsiteY660" fmla="*/ 3064403 h 6858000"/>
              <a:gd name="connsiteX661" fmla="*/ 2407218 w 7467600"/>
              <a:gd name="connsiteY661" fmla="*/ 3070324 h 6858000"/>
              <a:gd name="connsiteX662" fmla="*/ 2380138 w 7467600"/>
              <a:gd name="connsiteY662" fmla="*/ 3099341 h 6858000"/>
              <a:gd name="connsiteX663" fmla="*/ 1765923 w 7467600"/>
              <a:gd name="connsiteY663" fmla="*/ 3581043 h 6858000"/>
              <a:gd name="connsiteX664" fmla="*/ 1702258 w 7467600"/>
              <a:gd name="connsiteY664" fmla="*/ 3612286 h 6858000"/>
              <a:gd name="connsiteX665" fmla="*/ 1538370 w 7467600"/>
              <a:gd name="connsiteY665" fmla="*/ 3811804 h 6858000"/>
              <a:gd name="connsiteX666" fmla="*/ 542867 w 7467600"/>
              <a:gd name="connsiteY666" fmla="*/ 4944092 h 6858000"/>
              <a:gd name="connsiteX667" fmla="*/ 515800 w 7467600"/>
              <a:gd name="connsiteY667" fmla="*/ 4862180 h 6858000"/>
              <a:gd name="connsiteX668" fmla="*/ 909145 w 7467600"/>
              <a:gd name="connsiteY668" fmla="*/ 4199225 h 6858000"/>
              <a:gd name="connsiteX669" fmla="*/ 1214067 w 7467600"/>
              <a:gd name="connsiteY669" fmla="*/ 3908561 h 6858000"/>
              <a:gd name="connsiteX670" fmla="*/ 640967 w 7467600"/>
              <a:gd name="connsiteY670" fmla="*/ 4105601 h 6858000"/>
              <a:gd name="connsiteX671" fmla="*/ 112563 w 7467600"/>
              <a:gd name="connsiteY671" fmla="*/ 4396952 h 6858000"/>
              <a:gd name="connsiteX672" fmla="*/ 0 w 7467600"/>
              <a:gd name="connsiteY672" fmla="*/ 4466006 h 6858000"/>
              <a:gd name="connsiteX673" fmla="*/ 0 w 7467600"/>
              <a:gd name="connsiteY673" fmla="*/ 4233763 h 6858000"/>
              <a:gd name="connsiteX674" fmla="*/ 36881 w 7467600"/>
              <a:gd name="connsiteY674" fmla="*/ 4200118 h 6858000"/>
              <a:gd name="connsiteX675" fmla="*/ 910534 w 7467600"/>
              <a:gd name="connsiteY675" fmla="*/ 3629753 h 6858000"/>
              <a:gd name="connsiteX676" fmla="*/ 1578717 w 7467600"/>
              <a:gd name="connsiteY676" fmla="*/ 3575982 h 6858000"/>
              <a:gd name="connsiteX677" fmla="*/ 2338780 w 7467600"/>
              <a:gd name="connsiteY677" fmla="*/ 3033725 h 6858000"/>
              <a:gd name="connsiteX678" fmla="*/ 1807991 w 7467600"/>
              <a:gd name="connsiteY678" fmla="*/ 2807184 h 6858000"/>
              <a:gd name="connsiteX679" fmla="*/ 1416358 w 7467600"/>
              <a:gd name="connsiteY679" fmla="*/ 3112571 h 6858000"/>
              <a:gd name="connsiteX680" fmla="*/ 939066 w 7467600"/>
              <a:gd name="connsiteY680" fmla="*/ 3378798 h 6858000"/>
              <a:gd name="connsiteX681" fmla="*/ 115099 w 7467600"/>
              <a:gd name="connsiteY681" fmla="*/ 3607650 h 6858000"/>
              <a:gd name="connsiteX682" fmla="*/ 97284 w 7467600"/>
              <a:gd name="connsiteY682" fmla="*/ 3520393 h 6858000"/>
              <a:gd name="connsiteX683" fmla="*/ 922050 w 7467600"/>
              <a:gd name="connsiteY683" fmla="*/ 3074867 h 6858000"/>
              <a:gd name="connsiteX684" fmla="*/ 1405265 w 7467600"/>
              <a:gd name="connsiteY684" fmla="*/ 3016319 h 6858000"/>
              <a:gd name="connsiteX685" fmla="*/ 1407512 w 7467600"/>
              <a:gd name="connsiteY685" fmla="*/ 3018001 h 6858000"/>
              <a:gd name="connsiteX686" fmla="*/ 1726266 w 7467600"/>
              <a:gd name="connsiteY686" fmla="*/ 2777274 h 6858000"/>
              <a:gd name="connsiteX687" fmla="*/ 625390 w 7467600"/>
              <a:gd name="connsiteY687" fmla="*/ 2514541 h 6858000"/>
              <a:gd name="connsiteX688" fmla="*/ 619799 w 7467600"/>
              <a:gd name="connsiteY688" fmla="*/ 2527180 h 6858000"/>
              <a:gd name="connsiteX689" fmla="*/ 310030 w 7467600"/>
              <a:gd name="connsiteY689" fmla="*/ 2771818 h 6858000"/>
              <a:gd name="connsiteX690" fmla="*/ 173877 w 7467600"/>
              <a:gd name="connsiteY690" fmla="*/ 2937056 h 6858000"/>
              <a:gd name="connsiteX691" fmla="*/ 77889 w 7467600"/>
              <a:gd name="connsiteY691" fmla="*/ 3138440 h 6858000"/>
              <a:gd name="connsiteX692" fmla="*/ 0 w 7467600"/>
              <a:gd name="connsiteY692" fmla="*/ 3271395 h 6858000"/>
              <a:gd name="connsiteX693" fmla="*/ 0 w 7467600"/>
              <a:gd name="connsiteY693" fmla="*/ 3153002 h 6858000"/>
              <a:gd name="connsiteX694" fmla="*/ 2386 w 7467600"/>
              <a:gd name="connsiteY694" fmla="*/ 3149203 h 6858000"/>
              <a:gd name="connsiteX695" fmla="*/ 89753 w 7467600"/>
              <a:gd name="connsiteY695" fmla="*/ 2987702 h 6858000"/>
              <a:gd name="connsiteX696" fmla="*/ 76869 w 7467600"/>
              <a:gd name="connsiteY696" fmla="*/ 3005404 h 6858000"/>
              <a:gd name="connsiteX697" fmla="*/ 32049 w 7467600"/>
              <a:gd name="connsiteY697" fmla="*/ 3065814 h 6858000"/>
              <a:gd name="connsiteX698" fmla="*/ 0 w 7467600"/>
              <a:gd name="connsiteY698" fmla="*/ 3108744 h 6858000"/>
              <a:gd name="connsiteX699" fmla="*/ 0 w 7467600"/>
              <a:gd name="connsiteY699" fmla="*/ 3058059 h 6858000"/>
              <a:gd name="connsiteX700" fmla="*/ 7610 w 7467600"/>
              <a:gd name="connsiteY700" fmla="*/ 3047889 h 6858000"/>
              <a:gd name="connsiteX701" fmla="*/ 52419 w 7467600"/>
              <a:gd name="connsiteY701" fmla="*/ 2987479 h 6858000"/>
              <a:gd name="connsiteX702" fmla="*/ 59142 w 7467600"/>
              <a:gd name="connsiteY702" fmla="*/ 2978488 h 6858000"/>
              <a:gd name="connsiteX703" fmla="*/ 0 w 7467600"/>
              <a:gd name="connsiteY703" fmla="*/ 3015334 h 6858000"/>
              <a:gd name="connsiteX704" fmla="*/ 0 w 7467600"/>
              <a:gd name="connsiteY704" fmla="*/ 2914286 h 6858000"/>
              <a:gd name="connsiteX705" fmla="*/ 36383 w 7467600"/>
              <a:gd name="connsiteY705" fmla="*/ 2901128 h 6858000"/>
              <a:gd name="connsiteX706" fmla="*/ 156329 w 7467600"/>
              <a:gd name="connsiteY706" fmla="*/ 2840533 h 6858000"/>
              <a:gd name="connsiteX707" fmla="*/ 358355 w 7467600"/>
              <a:gd name="connsiteY707" fmla="*/ 2620471 h 6858000"/>
              <a:gd name="connsiteX708" fmla="*/ 510577 w 7467600"/>
              <a:gd name="connsiteY708" fmla="*/ 2501244 h 6858000"/>
              <a:gd name="connsiteX709" fmla="*/ 211967 w 7467600"/>
              <a:gd name="connsiteY709" fmla="*/ 2479171 h 6858000"/>
              <a:gd name="connsiteX710" fmla="*/ 0 w 7467600"/>
              <a:gd name="connsiteY710" fmla="*/ 2476398 h 6858000"/>
              <a:gd name="connsiteX711" fmla="*/ 0 w 7467600"/>
              <a:gd name="connsiteY711" fmla="*/ 2389189 h 6858000"/>
              <a:gd name="connsiteX712" fmla="*/ 103062 w 7467600"/>
              <a:gd name="connsiteY712" fmla="*/ 2389518 h 6858000"/>
              <a:gd name="connsiteX713" fmla="*/ 510734 w 7467600"/>
              <a:gd name="connsiteY713" fmla="*/ 2416201 h 6858000"/>
              <a:gd name="connsiteX714" fmla="*/ 279257 w 7467600"/>
              <a:gd name="connsiteY714" fmla="*/ 2092102 h 6858000"/>
              <a:gd name="connsiteX715" fmla="*/ 65265 w 7467600"/>
              <a:gd name="connsiteY715" fmla="*/ 2006049 h 6858000"/>
              <a:gd name="connsiteX716" fmla="*/ 0 w 7467600"/>
              <a:gd name="connsiteY716" fmla="*/ 1982532 h 6858000"/>
              <a:gd name="connsiteX717" fmla="*/ 0 w 7467600"/>
              <a:gd name="connsiteY717" fmla="*/ 1912789 h 6858000"/>
              <a:gd name="connsiteX718" fmla="*/ 97460 w 7467600"/>
              <a:gd name="connsiteY718" fmla="*/ 1953725 h 6858000"/>
              <a:gd name="connsiteX719" fmla="*/ 221272 w 7467600"/>
              <a:gd name="connsiteY719" fmla="*/ 1980766 h 6858000"/>
              <a:gd name="connsiteX720" fmla="*/ 116765 w 7467600"/>
              <a:gd name="connsiteY720" fmla="*/ 1911033 h 6858000"/>
              <a:gd name="connsiteX721" fmla="*/ 16405 w 7467600"/>
              <a:gd name="connsiteY721" fmla="*/ 1803412 h 6858000"/>
              <a:gd name="connsiteX722" fmla="*/ 0 w 7467600"/>
              <a:gd name="connsiteY722" fmla="*/ 1784777 h 6858000"/>
              <a:gd name="connsiteX723" fmla="*/ 0 w 7467600"/>
              <a:gd name="connsiteY723" fmla="*/ 1740082 h 6858000"/>
              <a:gd name="connsiteX724" fmla="*/ 39394 w 7467600"/>
              <a:gd name="connsiteY724" fmla="*/ 1784856 h 6858000"/>
              <a:gd name="connsiteX725" fmla="*/ 135813 w 7467600"/>
              <a:gd name="connsiteY725" fmla="*/ 1888838 h 6858000"/>
              <a:gd name="connsiteX726" fmla="*/ 242575 w 7467600"/>
              <a:gd name="connsiteY726" fmla="*/ 1958841 h 6858000"/>
              <a:gd name="connsiteX727" fmla="*/ 82197 w 7467600"/>
              <a:gd name="connsiteY727" fmla="*/ 1754826 h 6858000"/>
              <a:gd name="connsiteX728" fmla="*/ 0 w 7467600"/>
              <a:gd name="connsiteY728" fmla="*/ 1679650 h 6858000"/>
              <a:gd name="connsiteX729" fmla="*/ 0 w 7467600"/>
              <a:gd name="connsiteY729" fmla="*/ 1602463 h 6858000"/>
              <a:gd name="connsiteX730" fmla="*/ 84689 w 7467600"/>
              <a:gd name="connsiteY730" fmla="*/ 1677442 h 6858000"/>
              <a:gd name="connsiteX731" fmla="*/ 298437 w 7467600"/>
              <a:gd name="connsiteY731" fmla="*/ 1968019 h 6858000"/>
              <a:gd name="connsiteX732" fmla="*/ 227269 w 7467600"/>
              <a:gd name="connsiteY732" fmla="*/ 1114064 h 6858000"/>
              <a:gd name="connsiteX733" fmla="*/ 248003 w 7467600"/>
              <a:gd name="connsiteY733" fmla="*/ 1089613 h 6858000"/>
              <a:gd name="connsiteX734" fmla="*/ 427020 w 7467600"/>
              <a:gd name="connsiteY734" fmla="*/ 1619803 h 6858000"/>
              <a:gd name="connsiteX735" fmla="*/ 340345 w 7467600"/>
              <a:gd name="connsiteY735" fmla="*/ 2027739 h 6858000"/>
              <a:gd name="connsiteX736" fmla="*/ 360865 w 7467600"/>
              <a:gd name="connsiteY736" fmla="*/ 2044827 h 6858000"/>
              <a:gd name="connsiteX737" fmla="*/ 560414 w 7467600"/>
              <a:gd name="connsiteY737" fmla="*/ 2421457 h 6858000"/>
              <a:gd name="connsiteX738" fmla="*/ 1359703 w 7467600"/>
              <a:gd name="connsiteY738" fmla="*/ 2578554 h 6858000"/>
              <a:gd name="connsiteX739" fmla="*/ 1359422 w 7467600"/>
              <a:gd name="connsiteY739" fmla="*/ 2577994 h 6858000"/>
              <a:gd name="connsiteX740" fmla="*/ 828701 w 7467600"/>
              <a:gd name="connsiteY740" fmla="*/ 1839520 h 6858000"/>
              <a:gd name="connsiteX741" fmla="*/ 494427 w 7467600"/>
              <a:gd name="connsiteY741" fmla="*/ 1092333 h 6858000"/>
              <a:gd name="connsiteX742" fmla="*/ 506322 w 7467600"/>
              <a:gd name="connsiteY742" fmla="*/ 1020997 h 6858000"/>
              <a:gd name="connsiteX743" fmla="*/ 4570198 w 7467600"/>
              <a:gd name="connsiteY743" fmla="*/ 978081 h 6858000"/>
              <a:gd name="connsiteX744" fmla="*/ 4523691 w 7467600"/>
              <a:gd name="connsiteY744" fmla="*/ 1127776 h 6858000"/>
              <a:gd name="connsiteX745" fmla="*/ 4509875 w 7467600"/>
              <a:gd name="connsiteY745" fmla="*/ 1167552 h 6858000"/>
              <a:gd name="connsiteX746" fmla="*/ 4478168 w 7467600"/>
              <a:gd name="connsiteY746" fmla="*/ 1260735 h 6858000"/>
              <a:gd name="connsiteX747" fmla="*/ 4409309 w 7467600"/>
              <a:gd name="connsiteY747" fmla="*/ 1666996 h 6858000"/>
              <a:gd name="connsiteX748" fmla="*/ 4370031 w 7467600"/>
              <a:gd name="connsiteY748" fmla="*/ 1955666 h 6858000"/>
              <a:gd name="connsiteX749" fmla="*/ 4570198 w 7467600"/>
              <a:gd name="connsiteY749" fmla="*/ 978081 h 6858000"/>
              <a:gd name="connsiteX750" fmla="*/ 4557898 w 7467600"/>
              <a:gd name="connsiteY750" fmla="*/ 900011 h 6858000"/>
              <a:gd name="connsiteX751" fmla="*/ 4344840 w 7467600"/>
              <a:gd name="connsiteY751" fmla="*/ 1922038 h 6858000"/>
              <a:gd name="connsiteX752" fmla="*/ 4378710 w 7467600"/>
              <a:gd name="connsiteY752" fmla="*/ 1665516 h 6858000"/>
              <a:gd name="connsiteX753" fmla="*/ 4448798 w 7467600"/>
              <a:gd name="connsiteY753" fmla="*/ 1253024 h 6858000"/>
              <a:gd name="connsiteX754" fmla="*/ 4480315 w 7467600"/>
              <a:gd name="connsiteY754" fmla="*/ 1158454 h 6858000"/>
              <a:gd name="connsiteX755" fmla="*/ 4494133 w 7467600"/>
              <a:gd name="connsiteY755" fmla="*/ 1118676 h 6858000"/>
              <a:gd name="connsiteX756" fmla="*/ 4557898 w 7467600"/>
              <a:gd name="connsiteY756" fmla="*/ 900011 h 6858000"/>
              <a:gd name="connsiteX757" fmla="*/ 5870151 w 7467600"/>
              <a:gd name="connsiteY757" fmla="*/ 898890 h 6858000"/>
              <a:gd name="connsiteX758" fmla="*/ 5861335 w 7467600"/>
              <a:gd name="connsiteY758" fmla="*/ 899177 h 6858000"/>
              <a:gd name="connsiteX759" fmla="*/ 5843702 w 7467600"/>
              <a:gd name="connsiteY759" fmla="*/ 899748 h 6858000"/>
              <a:gd name="connsiteX760" fmla="*/ 5651107 w 7467600"/>
              <a:gd name="connsiteY760" fmla="*/ 920306 h 6858000"/>
              <a:gd name="connsiteX761" fmla="*/ 5459407 w 7467600"/>
              <a:gd name="connsiteY761" fmla="*/ 940975 h 6858000"/>
              <a:gd name="connsiteX762" fmla="*/ 5374846 w 7467600"/>
              <a:gd name="connsiteY762" fmla="*/ 941988 h 6858000"/>
              <a:gd name="connsiteX763" fmla="*/ 5256105 w 7467600"/>
              <a:gd name="connsiteY763" fmla="*/ 945632 h 6858000"/>
              <a:gd name="connsiteX764" fmla="*/ 5107071 w 7467600"/>
              <a:gd name="connsiteY764" fmla="*/ 969720 h 6858000"/>
              <a:gd name="connsiteX765" fmla="*/ 4998681 w 7467600"/>
              <a:gd name="connsiteY765" fmla="*/ 988771 h 6858000"/>
              <a:gd name="connsiteX766" fmla="*/ 5870151 w 7467600"/>
              <a:gd name="connsiteY766" fmla="*/ 898890 h 6858000"/>
              <a:gd name="connsiteX767" fmla="*/ 5504425 w 7467600"/>
              <a:gd name="connsiteY767" fmla="*/ 848067 h 6858000"/>
              <a:gd name="connsiteX768" fmla="*/ 4968849 w 7467600"/>
              <a:gd name="connsiteY768" fmla="*/ 962318 h 6858000"/>
              <a:gd name="connsiteX769" fmla="*/ 5104039 w 7467600"/>
              <a:gd name="connsiteY769" fmla="*/ 940634 h 6858000"/>
              <a:gd name="connsiteX770" fmla="*/ 5256311 w 7467600"/>
              <a:gd name="connsiteY770" fmla="*/ 916490 h 6858000"/>
              <a:gd name="connsiteX771" fmla="*/ 5377381 w 7467600"/>
              <a:gd name="connsiteY771" fmla="*/ 912671 h 6858000"/>
              <a:gd name="connsiteX772" fmla="*/ 5460148 w 7467600"/>
              <a:gd name="connsiteY772" fmla="*/ 911442 h 6858000"/>
              <a:gd name="connsiteX773" fmla="*/ 5648971 w 7467600"/>
              <a:gd name="connsiteY773" fmla="*/ 891331 h 6858000"/>
              <a:gd name="connsiteX774" fmla="*/ 5844807 w 7467600"/>
              <a:gd name="connsiteY774" fmla="*/ 870718 h 6858000"/>
              <a:gd name="connsiteX775" fmla="*/ 5862975 w 7467600"/>
              <a:gd name="connsiteY775" fmla="*/ 869756 h 6858000"/>
              <a:gd name="connsiteX776" fmla="*/ 5920887 w 7467600"/>
              <a:gd name="connsiteY776" fmla="*/ 865929 h 6858000"/>
              <a:gd name="connsiteX777" fmla="*/ 5504425 w 7467600"/>
              <a:gd name="connsiteY777" fmla="*/ 848067 h 6858000"/>
              <a:gd name="connsiteX778" fmla="*/ 3607114 w 7467600"/>
              <a:gd name="connsiteY778" fmla="*/ 467441 h 6858000"/>
              <a:gd name="connsiteX779" fmla="*/ 3296242 w 7467600"/>
              <a:gd name="connsiteY779" fmla="*/ 807991 h 6858000"/>
              <a:gd name="connsiteX780" fmla="*/ 3174674 w 7467600"/>
              <a:gd name="connsiteY780" fmla="*/ 919759 h 6858000"/>
              <a:gd name="connsiteX781" fmla="*/ 3042978 w 7467600"/>
              <a:gd name="connsiteY781" fmla="*/ 1054894 h 6858000"/>
              <a:gd name="connsiteX782" fmla="*/ 2968914 w 7467600"/>
              <a:gd name="connsiteY782" fmla="*/ 1133756 h 6858000"/>
              <a:gd name="connsiteX783" fmla="*/ 3103823 w 7467600"/>
              <a:gd name="connsiteY783" fmla="*/ 1026814 h 6858000"/>
              <a:gd name="connsiteX784" fmla="*/ 3607114 w 7467600"/>
              <a:gd name="connsiteY784" fmla="*/ 467441 h 6858000"/>
              <a:gd name="connsiteX785" fmla="*/ 3744487 w 7467600"/>
              <a:gd name="connsiteY785" fmla="*/ 383136 h 6858000"/>
              <a:gd name="connsiteX786" fmla="*/ 3970213 w 7467600"/>
              <a:gd name="connsiteY786" fmla="*/ 995559 h 6858000"/>
              <a:gd name="connsiteX787" fmla="*/ 3744487 w 7467600"/>
              <a:gd name="connsiteY787" fmla="*/ 383136 h 6858000"/>
              <a:gd name="connsiteX788" fmla="*/ 3624562 w 7467600"/>
              <a:gd name="connsiteY788" fmla="*/ 367041 h 6858000"/>
              <a:gd name="connsiteX789" fmla="*/ 3489712 w 7467600"/>
              <a:gd name="connsiteY789" fmla="*/ 485386 h 6858000"/>
              <a:gd name="connsiteX790" fmla="*/ 3182994 w 7467600"/>
              <a:gd name="connsiteY790" fmla="*/ 828265 h 6858000"/>
              <a:gd name="connsiteX791" fmla="*/ 2892114 w 7467600"/>
              <a:gd name="connsiteY791" fmla="*/ 1172635 h 6858000"/>
              <a:gd name="connsiteX792" fmla="*/ 3021459 w 7467600"/>
              <a:gd name="connsiteY792" fmla="*/ 1035385 h 6858000"/>
              <a:gd name="connsiteX793" fmla="*/ 3153873 w 7467600"/>
              <a:gd name="connsiteY793" fmla="*/ 898971 h 6858000"/>
              <a:gd name="connsiteX794" fmla="*/ 3276511 w 7467600"/>
              <a:gd name="connsiteY794" fmla="*/ 786423 h 6858000"/>
              <a:gd name="connsiteX795" fmla="*/ 3584154 w 7467600"/>
              <a:gd name="connsiteY795" fmla="*/ 448218 h 6858000"/>
              <a:gd name="connsiteX796" fmla="*/ 3624562 w 7467600"/>
              <a:gd name="connsiteY796" fmla="*/ 367041 h 6858000"/>
              <a:gd name="connsiteX797" fmla="*/ 3766672 w 7467600"/>
              <a:gd name="connsiteY797" fmla="*/ 359429 h 6858000"/>
              <a:gd name="connsiteX798" fmla="*/ 3996338 w 7467600"/>
              <a:gd name="connsiteY798" fmla="*/ 968237 h 6858000"/>
              <a:gd name="connsiteX799" fmla="*/ 3766672 w 7467600"/>
              <a:gd name="connsiteY799" fmla="*/ 359429 h 6858000"/>
              <a:gd name="connsiteX800" fmla="*/ 5805386 w 7467600"/>
              <a:gd name="connsiteY800" fmla="*/ 239240 h 6858000"/>
              <a:gd name="connsiteX801" fmla="*/ 5736947 w 7467600"/>
              <a:gd name="connsiteY801" fmla="*/ 261367 h 6858000"/>
              <a:gd name="connsiteX802" fmla="*/ 5427012 w 7467600"/>
              <a:gd name="connsiteY802" fmla="*/ 311272 h 6858000"/>
              <a:gd name="connsiteX803" fmla="*/ 5147818 w 7467600"/>
              <a:gd name="connsiteY803" fmla="*/ 322112 h 6858000"/>
              <a:gd name="connsiteX804" fmla="*/ 5060854 w 7467600"/>
              <a:gd name="connsiteY804" fmla="*/ 311882 h 6858000"/>
              <a:gd name="connsiteX805" fmla="*/ 4945989 w 7467600"/>
              <a:gd name="connsiteY805" fmla="*/ 300516 h 6858000"/>
              <a:gd name="connsiteX806" fmla="*/ 5410479 w 7467600"/>
              <a:gd name="connsiteY806" fmla="*/ 348434 h 6858000"/>
              <a:gd name="connsiteX807" fmla="*/ 5805386 w 7467600"/>
              <a:gd name="connsiteY807" fmla="*/ 239240 h 6858000"/>
              <a:gd name="connsiteX808" fmla="*/ 5905192 w 7467600"/>
              <a:gd name="connsiteY808" fmla="*/ 163079 h 6858000"/>
              <a:gd name="connsiteX809" fmla="*/ 5865655 w 7467600"/>
              <a:gd name="connsiteY809" fmla="*/ 171901 h 6858000"/>
              <a:gd name="connsiteX810" fmla="*/ 5259740 w 7467600"/>
              <a:gd name="connsiteY810" fmla="*/ 257013 h 6858000"/>
              <a:gd name="connsiteX811" fmla="*/ 5208466 w 7467600"/>
              <a:gd name="connsiteY811" fmla="*/ 257550 h 6858000"/>
              <a:gd name="connsiteX812" fmla="*/ 4980204 w 7467600"/>
              <a:gd name="connsiteY812" fmla="*/ 271903 h 6858000"/>
              <a:gd name="connsiteX813" fmla="*/ 5068068 w 7467600"/>
              <a:gd name="connsiteY813" fmla="*/ 282244 h 6858000"/>
              <a:gd name="connsiteX814" fmla="*/ 5153231 w 7467600"/>
              <a:gd name="connsiteY814" fmla="*/ 292240 h 6858000"/>
              <a:gd name="connsiteX815" fmla="*/ 5426491 w 7467600"/>
              <a:gd name="connsiteY815" fmla="*/ 281128 h 6858000"/>
              <a:gd name="connsiteX816" fmla="*/ 5731212 w 7467600"/>
              <a:gd name="connsiteY816" fmla="*/ 231951 h 6858000"/>
              <a:gd name="connsiteX817" fmla="*/ 5905192 w 7467600"/>
              <a:gd name="connsiteY817" fmla="*/ 163079 h 6858000"/>
              <a:gd name="connsiteX818" fmla="*/ 5944437 w 7467600"/>
              <a:gd name="connsiteY818" fmla="*/ 113829 h 6858000"/>
              <a:gd name="connsiteX819" fmla="*/ 5825032 w 7467600"/>
              <a:gd name="connsiteY819" fmla="*/ 146405 h 6858000"/>
              <a:gd name="connsiteX820" fmla="*/ 4955599 w 7467600"/>
              <a:gd name="connsiteY820" fmla="*/ 247008 h 6858000"/>
              <a:gd name="connsiteX821" fmla="*/ 5210104 w 7467600"/>
              <a:gd name="connsiteY821" fmla="*/ 228123 h 6858000"/>
              <a:gd name="connsiteX822" fmla="*/ 5261015 w 7467600"/>
              <a:gd name="connsiteY822" fmla="*/ 227087 h 6858000"/>
              <a:gd name="connsiteX823" fmla="*/ 5861181 w 7467600"/>
              <a:gd name="connsiteY823" fmla="*/ 143093 h 6858000"/>
              <a:gd name="connsiteX824" fmla="*/ 5961252 w 7467600"/>
              <a:gd name="connsiteY824" fmla="*/ 114820 h 6858000"/>
              <a:gd name="connsiteX825" fmla="*/ 5944437 w 7467600"/>
              <a:gd name="connsiteY825" fmla="*/ 113829 h 6858000"/>
              <a:gd name="connsiteX826" fmla="*/ 3882765 w 7467600"/>
              <a:gd name="connsiteY826" fmla="*/ 0 h 6858000"/>
              <a:gd name="connsiteX827" fmla="*/ 3995099 w 7467600"/>
              <a:gd name="connsiteY827" fmla="*/ 0 h 6858000"/>
              <a:gd name="connsiteX828" fmla="*/ 4163818 w 7467600"/>
              <a:gd name="connsiteY828" fmla="*/ 234104 h 6858000"/>
              <a:gd name="connsiteX829" fmla="*/ 4172099 w 7467600"/>
              <a:gd name="connsiteY829" fmla="*/ 234207 h 6858000"/>
              <a:gd name="connsiteX830" fmla="*/ 4784282 w 7467600"/>
              <a:gd name="connsiteY830" fmla="*/ 276561 h 6858000"/>
              <a:gd name="connsiteX831" fmla="*/ 4801687 w 7467600"/>
              <a:gd name="connsiteY831" fmla="*/ 267764 h 6858000"/>
              <a:gd name="connsiteX832" fmla="*/ 6082788 w 7467600"/>
              <a:gd name="connsiteY832" fmla="*/ 64119 h 6858000"/>
              <a:gd name="connsiteX833" fmla="*/ 6099442 w 7467600"/>
              <a:gd name="connsiteY833" fmla="*/ 82568 h 6858000"/>
              <a:gd name="connsiteX834" fmla="*/ 4804137 w 7467600"/>
              <a:gd name="connsiteY834" fmla="*/ 320931 h 6858000"/>
              <a:gd name="connsiteX835" fmla="*/ 4227047 w 7467600"/>
              <a:gd name="connsiteY835" fmla="*/ 313415 h 6858000"/>
              <a:gd name="connsiteX836" fmla="*/ 4346041 w 7467600"/>
              <a:gd name="connsiteY836" fmla="*/ 456086 h 6858000"/>
              <a:gd name="connsiteX837" fmla="*/ 4870967 w 7467600"/>
              <a:gd name="connsiteY837" fmla="*/ 963061 h 6858000"/>
              <a:gd name="connsiteX838" fmla="*/ 4889647 w 7467600"/>
              <a:gd name="connsiteY838" fmla="*/ 957147 h 6858000"/>
              <a:gd name="connsiteX839" fmla="*/ 5422504 w 7467600"/>
              <a:gd name="connsiteY839" fmla="*/ 805191 h 6858000"/>
              <a:gd name="connsiteX840" fmla="*/ 6087656 w 7467600"/>
              <a:gd name="connsiteY840" fmla="*/ 826703 h 6858000"/>
              <a:gd name="connsiteX841" fmla="*/ 6058717 w 7467600"/>
              <a:gd name="connsiteY841" fmla="*/ 865992 h 6858000"/>
              <a:gd name="connsiteX842" fmla="*/ 4974153 w 7467600"/>
              <a:gd name="connsiteY842" fmla="*/ 1045456 h 6858000"/>
              <a:gd name="connsiteX843" fmla="*/ 5627835 w 7467600"/>
              <a:gd name="connsiteY843" fmla="*/ 1472077 h 6858000"/>
              <a:gd name="connsiteX844" fmla="*/ 5629817 w 7467600"/>
              <a:gd name="connsiteY844" fmla="*/ 1471412 h 6858000"/>
              <a:gd name="connsiteX845" fmla="*/ 5634124 w 7467600"/>
              <a:gd name="connsiteY845" fmla="*/ 1470572 h 6858000"/>
              <a:gd name="connsiteX846" fmla="*/ 5755832 w 7467600"/>
              <a:gd name="connsiteY846" fmla="*/ 1383886 h 6858000"/>
              <a:gd name="connsiteX847" fmla="*/ 6014186 w 7467600"/>
              <a:gd name="connsiteY847" fmla="*/ 1279799 h 6858000"/>
              <a:gd name="connsiteX848" fmla="*/ 6901619 w 7467600"/>
              <a:gd name="connsiteY848" fmla="*/ 1047874 h 6858000"/>
              <a:gd name="connsiteX849" fmla="*/ 6931566 w 7467600"/>
              <a:gd name="connsiteY849" fmla="*/ 1062034 h 6858000"/>
              <a:gd name="connsiteX850" fmla="*/ 5790982 w 7467600"/>
              <a:gd name="connsiteY850" fmla="*/ 1561380 h 6858000"/>
              <a:gd name="connsiteX851" fmla="*/ 6188971 w 7467600"/>
              <a:gd name="connsiteY851" fmla="*/ 1755168 h 6858000"/>
              <a:gd name="connsiteX852" fmla="*/ 6202446 w 7467600"/>
              <a:gd name="connsiteY852" fmla="*/ 1752268 h 6858000"/>
              <a:gd name="connsiteX853" fmla="*/ 7179560 w 7467600"/>
              <a:gd name="connsiteY853" fmla="*/ 1467551 h 6858000"/>
              <a:gd name="connsiteX854" fmla="*/ 7158730 w 7467600"/>
              <a:gd name="connsiteY854" fmla="*/ 1507835 h 6858000"/>
              <a:gd name="connsiteX855" fmla="*/ 6326959 w 7467600"/>
              <a:gd name="connsiteY855" fmla="*/ 1817686 h 6858000"/>
              <a:gd name="connsiteX856" fmla="*/ 6537433 w 7467600"/>
              <a:gd name="connsiteY856" fmla="*/ 1907790 h 6858000"/>
              <a:gd name="connsiteX857" fmla="*/ 6550221 w 7467600"/>
              <a:gd name="connsiteY857" fmla="*/ 1910729 h 6858000"/>
              <a:gd name="connsiteX858" fmla="*/ 6964438 w 7467600"/>
              <a:gd name="connsiteY858" fmla="*/ 2209505 h 6858000"/>
              <a:gd name="connsiteX859" fmla="*/ 7367862 w 7467600"/>
              <a:gd name="connsiteY859" fmla="*/ 2806833 h 6858000"/>
              <a:gd name="connsiteX860" fmla="*/ 7364329 w 7467600"/>
              <a:gd name="connsiteY860" fmla="*/ 2826907 h 6858000"/>
              <a:gd name="connsiteX861" fmla="*/ 7290545 w 7467600"/>
              <a:gd name="connsiteY861" fmla="*/ 2850663 h 6858000"/>
              <a:gd name="connsiteX862" fmla="*/ 6472036 w 7467600"/>
              <a:gd name="connsiteY862" fmla="*/ 1959003 h 6858000"/>
              <a:gd name="connsiteX863" fmla="*/ 5792897 w 7467600"/>
              <a:gd name="connsiteY863" fmla="*/ 1647747 h 6858000"/>
              <a:gd name="connsiteX864" fmla="*/ 5842751 w 7467600"/>
              <a:gd name="connsiteY864" fmla="*/ 1816112 h 6858000"/>
              <a:gd name="connsiteX865" fmla="*/ 5847424 w 7467600"/>
              <a:gd name="connsiteY865" fmla="*/ 1815776 h 6858000"/>
              <a:gd name="connsiteX866" fmla="*/ 6399821 w 7467600"/>
              <a:gd name="connsiteY866" fmla="*/ 2344799 h 6858000"/>
              <a:gd name="connsiteX867" fmla="*/ 6323232 w 7467600"/>
              <a:gd name="connsiteY867" fmla="*/ 2389634 h 6858000"/>
              <a:gd name="connsiteX868" fmla="*/ 5942958 w 7467600"/>
              <a:gd name="connsiteY868" fmla="*/ 2077708 h 6858000"/>
              <a:gd name="connsiteX869" fmla="*/ 5921559 w 7467600"/>
              <a:gd name="connsiteY869" fmla="*/ 2378596 h 6858000"/>
              <a:gd name="connsiteX870" fmla="*/ 5817651 w 7467600"/>
              <a:gd name="connsiteY870" fmla="*/ 3023919 h 6858000"/>
              <a:gd name="connsiteX871" fmla="*/ 5729634 w 7467600"/>
              <a:gd name="connsiteY871" fmla="*/ 3051849 h 6858000"/>
              <a:gd name="connsiteX872" fmla="*/ 5611018 w 7467600"/>
              <a:gd name="connsiteY872" fmla="*/ 2316769 h 6858000"/>
              <a:gd name="connsiteX873" fmla="*/ 5687608 w 7467600"/>
              <a:gd name="connsiteY873" fmla="*/ 2039972 h 6858000"/>
              <a:gd name="connsiteX874" fmla="*/ 5657554 w 7467600"/>
              <a:gd name="connsiteY874" fmla="*/ 1576445 h 6858000"/>
              <a:gd name="connsiteX875" fmla="*/ 5150475 w 7467600"/>
              <a:gd name="connsiteY875" fmla="*/ 1274012 h 6858000"/>
              <a:gd name="connsiteX876" fmla="*/ 5349142 w 7467600"/>
              <a:gd name="connsiteY876" fmla="*/ 2204405 h 6858000"/>
              <a:gd name="connsiteX877" fmla="*/ 5262214 w 7467600"/>
              <a:gd name="connsiteY877" fmla="*/ 2233836 h 6858000"/>
              <a:gd name="connsiteX878" fmla="*/ 4981539 w 7467600"/>
              <a:gd name="connsiteY878" fmla="*/ 1542201 h 6858000"/>
              <a:gd name="connsiteX879" fmla="*/ 4958461 w 7467600"/>
              <a:gd name="connsiteY879" fmla="*/ 1136957 h 6858000"/>
              <a:gd name="connsiteX880" fmla="*/ 4655015 w 7467600"/>
              <a:gd name="connsiteY880" fmla="*/ 891426 h 6858000"/>
              <a:gd name="connsiteX881" fmla="*/ 4348002 w 7467600"/>
              <a:gd name="connsiteY881" fmla="*/ 2205895 h 6858000"/>
              <a:gd name="connsiteX882" fmla="*/ 4262250 w 7467600"/>
              <a:gd name="connsiteY882" fmla="*/ 2219972 h 6858000"/>
              <a:gd name="connsiteX883" fmla="*/ 4550611 w 7467600"/>
              <a:gd name="connsiteY883" fmla="*/ 817540 h 6858000"/>
              <a:gd name="connsiteX884" fmla="*/ 4564418 w 7467600"/>
              <a:gd name="connsiteY884" fmla="*/ 808293 h 6858000"/>
              <a:gd name="connsiteX885" fmla="*/ 4266388 w 7467600"/>
              <a:gd name="connsiteY885" fmla="*/ 500083 h 6858000"/>
              <a:gd name="connsiteX886" fmla="*/ 4032842 w 7467600"/>
              <a:gd name="connsiteY886" fmla="*/ 211809 h 6858000"/>
              <a:gd name="connsiteX887" fmla="*/ 3882765 w 7467600"/>
              <a:gd name="connsiteY887" fmla="*/ 0 h 6858000"/>
              <a:gd name="connsiteX888" fmla="*/ 3721337 w 7467600"/>
              <a:gd name="connsiteY888" fmla="*/ 0 h 6858000"/>
              <a:gd name="connsiteX889" fmla="*/ 3797544 w 7467600"/>
              <a:gd name="connsiteY889" fmla="*/ 0 h 6858000"/>
              <a:gd name="connsiteX890" fmla="*/ 3775734 w 7467600"/>
              <a:gd name="connsiteY890" fmla="*/ 95131 h 6858000"/>
              <a:gd name="connsiteX891" fmla="*/ 3724807 w 7467600"/>
              <a:gd name="connsiteY891" fmla="*/ 272257 h 6858000"/>
              <a:gd name="connsiteX892" fmla="*/ 3726844 w 7467600"/>
              <a:gd name="connsiteY892" fmla="*/ 282988 h 6858000"/>
              <a:gd name="connsiteX893" fmla="*/ 3742664 w 7467600"/>
              <a:gd name="connsiteY893" fmla="*/ 279918 h 6858000"/>
              <a:gd name="connsiteX894" fmla="*/ 4103910 w 7467600"/>
              <a:gd name="connsiteY894" fmla="*/ 1161917 h 6858000"/>
              <a:gd name="connsiteX895" fmla="*/ 4020269 w 7467600"/>
              <a:gd name="connsiteY895" fmla="*/ 1200406 h 6858000"/>
              <a:gd name="connsiteX896" fmla="*/ 3674882 w 7467600"/>
              <a:gd name="connsiteY896" fmla="*/ 488524 h 6858000"/>
              <a:gd name="connsiteX897" fmla="*/ 3132682 w 7467600"/>
              <a:gd name="connsiteY897" fmla="*/ 1072284 h 6858000"/>
              <a:gd name="connsiteX898" fmla="*/ 2716346 w 7467600"/>
              <a:gd name="connsiteY898" fmla="*/ 1276376 h 6858000"/>
              <a:gd name="connsiteX899" fmla="*/ 2716772 w 7467600"/>
              <a:gd name="connsiteY899" fmla="*/ 1255462 h 6858000"/>
              <a:gd name="connsiteX900" fmla="*/ 3471096 w 7467600"/>
              <a:gd name="connsiteY900" fmla="*/ 437072 h 6858000"/>
              <a:gd name="connsiteX901" fmla="*/ 3639057 w 7467600"/>
              <a:gd name="connsiteY901" fmla="*/ 286334 h 6858000"/>
              <a:gd name="connsiteX902" fmla="*/ 3640309 w 7467600"/>
              <a:gd name="connsiteY902" fmla="*/ 284664 h 6858000"/>
              <a:gd name="connsiteX903" fmla="*/ 3646022 w 7467600"/>
              <a:gd name="connsiteY903" fmla="*/ 276711 h 6858000"/>
              <a:gd name="connsiteX904" fmla="*/ 3707943 w 7467600"/>
              <a:gd name="connsiteY904" fmla="*/ 65958 h 6858000"/>
              <a:gd name="connsiteX905" fmla="*/ 3721337 w 7467600"/>
              <a:gd name="connsiteY905" fmla="*/ 0 h 6858000"/>
              <a:gd name="connsiteX906" fmla="*/ 2867960 w 7467600"/>
              <a:gd name="connsiteY906" fmla="*/ 0 h 6858000"/>
              <a:gd name="connsiteX907" fmla="*/ 2926351 w 7467600"/>
              <a:gd name="connsiteY907" fmla="*/ 0 h 6858000"/>
              <a:gd name="connsiteX908" fmla="*/ 2902823 w 7467600"/>
              <a:gd name="connsiteY908" fmla="*/ 262929 h 6858000"/>
              <a:gd name="connsiteX909" fmla="*/ 2940663 w 7467600"/>
              <a:gd name="connsiteY909" fmla="*/ 140884 h 6858000"/>
              <a:gd name="connsiteX910" fmla="*/ 2947039 w 7467600"/>
              <a:gd name="connsiteY910" fmla="*/ 122524 h 6858000"/>
              <a:gd name="connsiteX911" fmla="*/ 2984316 w 7467600"/>
              <a:gd name="connsiteY911" fmla="*/ 0 h 6858000"/>
              <a:gd name="connsiteX912" fmla="*/ 3016114 w 7467600"/>
              <a:gd name="connsiteY912" fmla="*/ 0 h 6858000"/>
              <a:gd name="connsiteX913" fmla="*/ 2979949 w 7467600"/>
              <a:gd name="connsiteY913" fmla="*/ 119274 h 6858000"/>
              <a:gd name="connsiteX914" fmla="*/ 3023879 w 7467600"/>
              <a:gd name="connsiteY914" fmla="*/ 0 h 6858000"/>
              <a:gd name="connsiteX915" fmla="*/ 3105400 w 7467600"/>
              <a:gd name="connsiteY915" fmla="*/ 0 h 6858000"/>
              <a:gd name="connsiteX916" fmla="*/ 3094669 w 7467600"/>
              <a:gd name="connsiteY916" fmla="*/ 30308 h 6858000"/>
              <a:gd name="connsiteX917" fmla="*/ 2901945 w 7467600"/>
              <a:gd name="connsiteY917" fmla="*/ 466538 h 6858000"/>
              <a:gd name="connsiteX918" fmla="*/ 2815209 w 7467600"/>
              <a:gd name="connsiteY918" fmla="*/ 497361 h 6858000"/>
              <a:gd name="connsiteX919" fmla="*/ 2844845 w 7467600"/>
              <a:gd name="connsiteY919" fmla="*/ 127638 h 6858000"/>
              <a:gd name="connsiteX920" fmla="*/ 2867960 w 7467600"/>
              <a:gd name="connsiteY920" fmla="*/ 0 h 6858000"/>
              <a:gd name="connsiteX921" fmla="*/ 1057230 w 7467600"/>
              <a:gd name="connsiteY921" fmla="*/ 0 h 6858000"/>
              <a:gd name="connsiteX922" fmla="*/ 1111003 w 7467600"/>
              <a:gd name="connsiteY922" fmla="*/ 0 h 6858000"/>
              <a:gd name="connsiteX923" fmla="*/ 1125553 w 7467600"/>
              <a:gd name="connsiteY923" fmla="*/ 52588 h 6858000"/>
              <a:gd name="connsiteX924" fmla="*/ 1304276 w 7467600"/>
              <a:gd name="connsiteY924" fmla="*/ 476275 h 6858000"/>
              <a:gd name="connsiteX925" fmla="*/ 1492066 w 7467600"/>
              <a:gd name="connsiteY925" fmla="*/ 886333 h 6858000"/>
              <a:gd name="connsiteX926" fmla="*/ 1423698 w 7467600"/>
              <a:gd name="connsiteY926" fmla="*/ 710817 h 6858000"/>
              <a:gd name="connsiteX927" fmla="*/ 1357609 w 7467600"/>
              <a:gd name="connsiteY927" fmla="*/ 532892 h 6858000"/>
              <a:gd name="connsiteX928" fmla="*/ 1309550 w 7467600"/>
              <a:gd name="connsiteY928" fmla="*/ 374031 h 6858000"/>
              <a:gd name="connsiteX929" fmla="*/ 1193673 w 7467600"/>
              <a:gd name="connsiteY929" fmla="*/ 49533 h 6858000"/>
              <a:gd name="connsiteX930" fmla="*/ 1164391 w 7467600"/>
              <a:gd name="connsiteY930" fmla="*/ 0 h 6858000"/>
              <a:gd name="connsiteX931" fmla="*/ 1200666 w 7467600"/>
              <a:gd name="connsiteY931" fmla="*/ 0 h 6858000"/>
              <a:gd name="connsiteX932" fmla="*/ 1223408 w 7467600"/>
              <a:gd name="connsiteY932" fmla="*/ 38996 h 6858000"/>
              <a:gd name="connsiteX933" fmla="*/ 1339635 w 7467600"/>
              <a:gd name="connsiteY933" fmla="*/ 365517 h 6858000"/>
              <a:gd name="connsiteX934" fmla="*/ 1387469 w 7467600"/>
              <a:gd name="connsiteY934" fmla="*/ 523079 h 6858000"/>
              <a:gd name="connsiteX935" fmla="*/ 1452685 w 7467600"/>
              <a:gd name="connsiteY935" fmla="*/ 699806 h 6858000"/>
              <a:gd name="connsiteX936" fmla="*/ 1492092 w 7467600"/>
              <a:gd name="connsiteY936" fmla="*/ 800424 h 6858000"/>
              <a:gd name="connsiteX937" fmla="*/ 1455302 w 7467600"/>
              <a:gd name="connsiteY937" fmla="*/ 632913 h 6858000"/>
              <a:gd name="connsiteX938" fmla="*/ 1222336 w 7467600"/>
              <a:gd name="connsiteY938" fmla="*/ 9480 h 6858000"/>
              <a:gd name="connsiteX939" fmla="*/ 1214634 w 7467600"/>
              <a:gd name="connsiteY939" fmla="*/ 0 h 6858000"/>
              <a:gd name="connsiteX940" fmla="*/ 1289827 w 7467600"/>
              <a:gd name="connsiteY940" fmla="*/ 0 h 6858000"/>
              <a:gd name="connsiteX941" fmla="*/ 1321076 w 7467600"/>
              <a:gd name="connsiteY941" fmla="*/ 59722 h 6858000"/>
              <a:gd name="connsiteX942" fmla="*/ 1512579 w 7467600"/>
              <a:gd name="connsiteY942" fmla="*/ 626441 h 6858000"/>
              <a:gd name="connsiteX943" fmla="*/ 1506076 w 7467600"/>
              <a:gd name="connsiteY943" fmla="*/ 1089289 h 6858000"/>
              <a:gd name="connsiteX944" fmla="*/ 1486346 w 7467600"/>
              <a:gd name="connsiteY944" fmla="*/ 1079919 h 6858000"/>
              <a:gd name="connsiteX945" fmla="*/ 1070511 w 7467600"/>
              <a:gd name="connsiteY945" fmla="*/ 48609 h 6858000"/>
              <a:gd name="connsiteX946" fmla="*/ 1057230 w 7467600"/>
              <a:gd name="connsiteY946" fmla="*/ 0 h 6858000"/>
              <a:gd name="connsiteX947" fmla="*/ 43151 w 7467600"/>
              <a:gd name="connsiteY947" fmla="*/ 0 h 6858000"/>
              <a:gd name="connsiteX948" fmla="*/ 95283 w 7467600"/>
              <a:gd name="connsiteY948" fmla="*/ 0 h 6858000"/>
              <a:gd name="connsiteX949" fmla="*/ 300708 w 7467600"/>
              <a:gd name="connsiteY949" fmla="*/ 154571 h 6858000"/>
              <a:gd name="connsiteX950" fmla="*/ 530414 w 7467600"/>
              <a:gd name="connsiteY950" fmla="*/ 354673 h 6858000"/>
              <a:gd name="connsiteX951" fmla="*/ 333785 w 7467600"/>
              <a:gd name="connsiteY951" fmla="*/ 161564 h 6858000"/>
              <a:gd name="connsiteX952" fmla="*/ 147005 w 7467600"/>
              <a:gd name="connsiteY952" fmla="*/ 0 h 6858000"/>
              <a:gd name="connsiteX953" fmla="*/ 272509 w 7467600"/>
              <a:gd name="connsiteY953" fmla="*/ 0 h 6858000"/>
              <a:gd name="connsiteX954" fmla="*/ 326276 w 7467600"/>
              <a:gd name="connsiteY954" fmla="*/ 45847 h 6858000"/>
              <a:gd name="connsiteX955" fmla="*/ 823759 w 7467600"/>
              <a:gd name="connsiteY955" fmla="*/ 574145 h 6858000"/>
              <a:gd name="connsiteX956" fmla="*/ 811254 w 7467600"/>
              <a:gd name="connsiteY956" fmla="*/ 665546 h 6858000"/>
              <a:gd name="connsiteX957" fmla="*/ 154042 w 7467600"/>
              <a:gd name="connsiteY957" fmla="*/ 261522 h 6858000"/>
              <a:gd name="connsiteX958" fmla="*/ 13550 w 7467600"/>
              <a:gd name="connsiteY958" fmla="*/ 158423 h 6858000"/>
              <a:gd name="connsiteX959" fmla="*/ 0 w 7467600"/>
              <a:gd name="connsiteY959" fmla="*/ 146618 h 6858000"/>
              <a:gd name="connsiteX960" fmla="*/ 0 w 7467600"/>
              <a:gd name="connsiteY960" fmla="*/ 59161 h 6858000"/>
              <a:gd name="connsiteX961" fmla="*/ 45427 w 7467600"/>
              <a:gd name="connsiteY961" fmla="*/ 101078 h 6858000"/>
              <a:gd name="connsiteX962" fmla="*/ 630103 w 7467600"/>
              <a:gd name="connsiteY962" fmla="*/ 485885 h 6858000"/>
              <a:gd name="connsiteX963" fmla="*/ 532040 w 7467600"/>
              <a:gd name="connsiteY963" fmla="*/ 399359 h 6858000"/>
              <a:gd name="connsiteX964" fmla="*/ 517618 w 7467600"/>
              <a:gd name="connsiteY964" fmla="*/ 385726 h 6858000"/>
              <a:gd name="connsiteX965" fmla="*/ 285074 w 7467600"/>
              <a:gd name="connsiteY965" fmla="*/ 182755 h 6858000"/>
              <a:gd name="connsiteX966" fmla="*/ 43151 w 7467600"/>
              <a:gd name="connsiteY96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6012219 h 6858000"/>
              <a:gd name="connsiteX77" fmla="*/ 7356878 w 7467600"/>
              <a:gd name="connsiteY77" fmla="*/ 5981332 h 6858000"/>
              <a:gd name="connsiteX78" fmla="*/ 7467600 w 7467600"/>
              <a:gd name="connsiteY78" fmla="*/ 6117703 h 6858000"/>
              <a:gd name="connsiteX79" fmla="*/ 7467600 w 7467600"/>
              <a:gd name="connsiteY79" fmla="*/ 6163634 h 6858000"/>
              <a:gd name="connsiteX80" fmla="*/ 7403637 w 7467600"/>
              <a:gd name="connsiteY80" fmla="*/ 6083957 h 6858000"/>
              <a:gd name="connsiteX81" fmla="*/ 7254615 w 7467600"/>
              <a:gd name="connsiteY81" fmla="*/ 5911918 h 6858000"/>
              <a:gd name="connsiteX82" fmla="*/ 7312589 w 7467600"/>
              <a:gd name="connsiteY82" fmla="*/ 5982309 h 6858000"/>
              <a:gd name="connsiteX83" fmla="*/ 7448321 w 7467600"/>
              <a:gd name="connsiteY83" fmla="*/ 6190991 h 6858000"/>
              <a:gd name="connsiteX84" fmla="*/ 7467600 w 7467600"/>
              <a:gd name="connsiteY84" fmla="*/ 6221686 h 6858000"/>
              <a:gd name="connsiteX85" fmla="*/ 7467600 w 7467600"/>
              <a:gd name="connsiteY85" fmla="*/ 6334256 h 6858000"/>
              <a:gd name="connsiteX86" fmla="*/ 7454976 w 7467600"/>
              <a:gd name="connsiteY86" fmla="*/ 6318297 h 6858000"/>
              <a:gd name="connsiteX87" fmla="*/ 1456157 w 7467600"/>
              <a:gd name="connsiteY87" fmla="*/ 5371404 h 6858000"/>
              <a:gd name="connsiteX88" fmla="*/ 1244432 w 7467600"/>
              <a:gd name="connsiteY88" fmla="*/ 5385601 h 6858000"/>
              <a:gd name="connsiteX89" fmla="*/ 973990 w 7467600"/>
              <a:gd name="connsiteY89" fmla="*/ 5424940 h 6858000"/>
              <a:gd name="connsiteX90" fmla="*/ 1103809 w 7467600"/>
              <a:gd name="connsiteY90" fmla="*/ 5433720 h 6858000"/>
              <a:gd name="connsiteX91" fmla="*/ 1123454 w 7467600"/>
              <a:gd name="connsiteY91" fmla="*/ 5435727 h 6858000"/>
              <a:gd name="connsiteX92" fmla="*/ 1737017 w 7467600"/>
              <a:gd name="connsiteY92" fmla="*/ 5452183 h 6858000"/>
              <a:gd name="connsiteX93" fmla="*/ 1824397 w 7467600"/>
              <a:gd name="connsiteY93" fmla="*/ 5447757 h 6858000"/>
              <a:gd name="connsiteX94" fmla="*/ 2070059 w 7467600"/>
              <a:gd name="connsiteY94" fmla="*/ 5441660 h 6858000"/>
              <a:gd name="connsiteX95" fmla="*/ 1456157 w 7467600"/>
              <a:gd name="connsiteY95" fmla="*/ 5371404 h 6858000"/>
              <a:gd name="connsiteX96" fmla="*/ 4988186 w 7467600"/>
              <a:gd name="connsiteY96" fmla="*/ 5216467 h 6858000"/>
              <a:gd name="connsiteX97" fmla="*/ 4777334 w 7467600"/>
              <a:gd name="connsiteY97" fmla="*/ 5406072 h 6858000"/>
              <a:gd name="connsiteX98" fmla="*/ 4718341 w 7467600"/>
              <a:gd name="connsiteY98" fmla="*/ 5468043 h 6858000"/>
              <a:gd name="connsiteX99" fmla="*/ 4604655 w 7467600"/>
              <a:gd name="connsiteY99" fmla="*/ 5583434 h 6858000"/>
              <a:gd name="connsiteX100" fmla="*/ 4565074 w 7467600"/>
              <a:gd name="connsiteY100" fmla="*/ 5618550 h 6858000"/>
              <a:gd name="connsiteX101" fmla="*/ 4988186 w 7467600"/>
              <a:gd name="connsiteY101" fmla="*/ 5216467 h 6858000"/>
              <a:gd name="connsiteX102" fmla="*/ 4978032 w 7467600"/>
              <a:gd name="connsiteY102" fmla="*/ 5183809 h 6858000"/>
              <a:gd name="connsiteX103" fmla="*/ 4463413 w 7467600"/>
              <a:gd name="connsiteY103" fmla="*/ 5615162 h 6858000"/>
              <a:gd name="connsiteX104" fmla="*/ 4358134 w 7467600"/>
              <a:gd name="connsiteY104" fmla="*/ 5742791 h 6858000"/>
              <a:gd name="connsiteX105" fmla="*/ 4376219 w 7467600"/>
              <a:gd name="connsiteY105" fmla="*/ 5729027 h 6858000"/>
              <a:gd name="connsiteX106" fmla="*/ 4582340 w 7467600"/>
              <a:gd name="connsiteY106" fmla="*/ 5561037 h 6858000"/>
              <a:gd name="connsiteX107" fmla="*/ 4694684 w 7467600"/>
              <a:gd name="connsiteY107" fmla="*/ 5447098 h 6858000"/>
              <a:gd name="connsiteX108" fmla="*/ 4754123 w 7467600"/>
              <a:gd name="connsiteY108" fmla="*/ 5384643 h 6858000"/>
              <a:gd name="connsiteX109" fmla="*/ 4978032 w 7467600"/>
              <a:gd name="connsiteY109" fmla="*/ 5183809 h 6858000"/>
              <a:gd name="connsiteX110" fmla="*/ 1903353 w 7467600"/>
              <a:gd name="connsiteY110" fmla="*/ 5044827 h 6858000"/>
              <a:gd name="connsiteX111" fmla="*/ 1936931 w 7467600"/>
              <a:gd name="connsiteY111" fmla="*/ 5093954 h 6858000"/>
              <a:gd name="connsiteX112" fmla="*/ 2195868 w 7467600"/>
              <a:gd name="connsiteY112" fmla="*/ 5396574 h 6858000"/>
              <a:gd name="connsiteX113" fmla="*/ 2088852 w 7467600"/>
              <a:gd name="connsiteY113" fmla="*/ 5166123 h 6858000"/>
              <a:gd name="connsiteX114" fmla="*/ 1958241 w 7467600"/>
              <a:gd name="connsiteY114" fmla="*/ 5067955 h 6858000"/>
              <a:gd name="connsiteX115" fmla="*/ 1903353 w 7467600"/>
              <a:gd name="connsiteY115" fmla="*/ 5044827 h 6858000"/>
              <a:gd name="connsiteX116" fmla="*/ 1979378 w 7467600"/>
              <a:gd name="connsiteY116" fmla="*/ 4769504 h 6858000"/>
              <a:gd name="connsiteX117" fmla="*/ 2882120 w 7467600"/>
              <a:gd name="connsiteY117" fmla="*/ 5064547 h 6858000"/>
              <a:gd name="connsiteX118" fmla="*/ 2793103 w 7467600"/>
              <a:gd name="connsiteY118" fmla="*/ 5039699 h 6858000"/>
              <a:gd name="connsiteX119" fmla="*/ 2770041 w 7467600"/>
              <a:gd name="connsiteY119" fmla="*/ 5033634 h 6858000"/>
              <a:gd name="connsiteX120" fmla="*/ 1979378 w 7467600"/>
              <a:gd name="connsiteY120" fmla="*/ 4769504 h 6858000"/>
              <a:gd name="connsiteX121" fmla="*/ 1927410 w 7467600"/>
              <a:gd name="connsiteY121" fmla="*/ 4716164 h 6858000"/>
              <a:gd name="connsiteX122" fmla="*/ 1959587 w 7467600"/>
              <a:gd name="connsiteY122" fmla="*/ 4728849 h 6858000"/>
              <a:gd name="connsiteX123" fmla="*/ 2777707 w 7467600"/>
              <a:gd name="connsiteY123" fmla="*/ 5003991 h 6858000"/>
              <a:gd name="connsiteX124" fmla="*/ 2800768 w 7467600"/>
              <a:gd name="connsiteY124" fmla="*/ 5010056 h 6858000"/>
              <a:gd name="connsiteX125" fmla="*/ 2879408 w 7467600"/>
              <a:gd name="connsiteY125" fmla="*/ 5031590 h 6858000"/>
              <a:gd name="connsiteX126" fmla="*/ 2862295 w 7467600"/>
              <a:gd name="connsiteY126" fmla="*/ 5022958 h 6858000"/>
              <a:gd name="connsiteX127" fmla="*/ 2813343 w 7467600"/>
              <a:gd name="connsiteY127" fmla="*/ 4998369 h 6858000"/>
              <a:gd name="connsiteX128" fmla="*/ 2646245 w 7467600"/>
              <a:gd name="connsiteY128" fmla="*/ 4930999 h 6858000"/>
              <a:gd name="connsiteX129" fmla="*/ 1999243 w 7467600"/>
              <a:gd name="connsiteY129" fmla="*/ 4730524 h 6858000"/>
              <a:gd name="connsiteX130" fmla="*/ 1979527 w 7467600"/>
              <a:gd name="connsiteY130" fmla="*/ 4726651 h 6858000"/>
              <a:gd name="connsiteX131" fmla="*/ 1927410 w 7467600"/>
              <a:gd name="connsiteY131" fmla="*/ 4716164 h 6858000"/>
              <a:gd name="connsiteX132" fmla="*/ 1997014 w 7467600"/>
              <a:gd name="connsiteY132" fmla="*/ 4698007 h 6858000"/>
              <a:gd name="connsiteX133" fmla="*/ 2005458 w 7467600"/>
              <a:gd name="connsiteY133" fmla="*/ 4699540 h 6858000"/>
              <a:gd name="connsiteX134" fmla="*/ 2657186 w 7467600"/>
              <a:gd name="connsiteY134" fmla="*/ 4901687 h 6858000"/>
              <a:gd name="connsiteX135" fmla="*/ 2826662 w 7467600"/>
              <a:gd name="connsiteY135" fmla="*/ 4970362 h 6858000"/>
              <a:gd name="connsiteX136" fmla="*/ 2876100 w 7467600"/>
              <a:gd name="connsiteY136" fmla="*/ 4995397 h 6858000"/>
              <a:gd name="connsiteX137" fmla="*/ 3042600 w 7467600"/>
              <a:gd name="connsiteY137" fmla="*/ 5059532 h 6858000"/>
              <a:gd name="connsiteX138" fmla="*/ 1997014 w 7467600"/>
              <a:gd name="connsiteY138" fmla="*/ 4698007 h 6858000"/>
              <a:gd name="connsiteX139" fmla="*/ 2305292 w 7467600"/>
              <a:gd name="connsiteY139" fmla="*/ 4219492 h 6858000"/>
              <a:gd name="connsiteX140" fmla="*/ 3360922 w 7467600"/>
              <a:gd name="connsiteY140" fmla="*/ 4529373 h 6858000"/>
              <a:gd name="connsiteX141" fmla="*/ 3492420 w 7467600"/>
              <a:gd name="connsiteY141" fmla="*/ 4510145 h 6858000"/>
              <a:gd name="connsiteX142" fmla="*/ 3364086 w 7467600"/>
              <a:gd name="connsiteY142" fmla="*/ 4480340 h 6858000"/>
              <a:gd name="connsiteX143" fmla="*/ 3225818 w 7467600"/>
              <a:gd name="connsiteY143" fmla="*/ 4411822 h 6858000"/>
              <a:gd name="connsiteX144" fmla="*/ 3129696 w 7467600"/>
              <a:gd name="connsiteY144" fmla="*/ 4360704 h 6858000"/>
              <a:gd name="connsiteX145" fmla="*/ 2814545 w 7467600"/>
              <a:gd name="connsiteY145" fmla="*/ 4282955 h 6858000"/>
              <a:gd name="connsiteX146" fmla="*/ 2305292 w 7467600"/>
              <a:gd name="connsiteY146" fmla="*/ 4219492 h 6858000"/>
              <a:gd name="connsiteX147" fmla="*/ 2626982 w 7467600"/>
              <a:gd name="connsiteY147" fmla="*/ 4206450 h 6858000"/>
              <a:gd name="connsiteX148" fmla="*/ 2490617 w 7467600"/>
              <a:gd name="connsiteY148" fmla="*/ 4206951 h 6858000"/>
              <a:gd name="connsiteX149" fmla="*/ 2819869 w 7467600"/>
              <a:gd name="connsiteY149" fmla="*/ 4252936 h 6858000"/>
              <a:gd name="connsiteX150" fmla="*/ 3143018 w 7467600"/>
              <a:gd name="connsiteY150" fmla="*/ 4332698 h 6858000"/>
              <a:gd name="connsiteX151" fmla="*/ 3241520 w 7467600"/>
              <a:gd name="connsiteY151" fmla="*/ 4385112 h 6858000"/>
              <a:gd name="connsiteX152" fmla="*/ 3374575 w 7467600"/>
              <a:gd name="connsiteY152" fmla="*/ 4451517 h 6858000"/>
              <a:gd name="connsiteX153" fmla="*/ 3505221 w 7467600"/>
              <a:gd name="connsiteY153" fmla="*/ 4480757 h 6858000"/>
              <a:gd name="connsiteX154" fmla="*/ 2626982 w 7467600"/>
              <a:gd name="connsiteY154" fmla="*/ 4206450 h 6858000"/>
              <a:gd name="connsiteX155" fmla="*/ 1310106 w 7467600"/>
              <a:gd name="connsiteY155" fmla="*/ 3943217 h 6858000"/>
              <a:gd name="connsiteX156" fmla="*/ 854994 w 7467600"/>
              <a:gd name="connsiteY156" fmla="*/ 4399136 h 6858000"/>
              <a:gd name="connsiteX157" fmla="*/ 742462 w 7467600"/>
              <a:gd name="connsiteY157" fmla="*/ 4594648 h 6858000"/>
              <a:gd name="connsiteX158" fmla="*/ 820602 w 7467600"/>
              <a:gd name="connsiteY158" fmla="*/ 4485915 h 6858000"/>
              <a:gd name="connsiteX159" fmla="*/ 878295 w 7467600"/>
              <a:gd name="connsiteY159" fmla="*/ 4403594 h 6858000"/>
              <a:gd name="connsiteX160" fmla="*/ 1240607 w 7467600"/>
              <a:gd name="connsiteY160" fmla="*/ 4010401 h 6858000"/>
              <a:gd name="connsiteX161" fmla="*/ 1310106 w 7467600"/>
              <a:gd name="connsiteY161" fmla="*/ 3943217 h 6858000"/>
              <a:gd name="connsiteX162" fmla="*/ 1423113 w 7467600"/>
              <a:gd name="connsiteY162" fmla="*/ 3874565 h 6858000"/>
              <a:gd name="connsiteX163" fmla="*/ 1260565 w 7467600"/>
              <a:gd name="connsiteY163" fmla="*/ 4031982 h 6858000"/>
              <a:gd name="connsiteX164" fmla="*/ 901900 w 7467600"/>
              <a:gd name="connsiteY164" fmla="*/ 4421236 h 6858000"/>
              <a:gd name="connsiteX165" fmla="*/ 845044 w 7467600"/>
              <a:gd name="connsiteY165" fmla="*/ 4502436 h 6858000"/>
              <a:gd name="connsiteX166" fmla="*/ 685926 w 7467600"/>
              <a:gd name="connsiteY166" fmla="*/ 4703069 h 6858000"/>
              <a:gd name="connsiteX167" fmla="*/ 684248 w 7467600"/>
              <a:gd name="connsiteY167" fmla="*/ 4706721 h 6858000"/>
              <a:gd name="connsiteX168" fmla="*/ 1423113 w 7467600"/>
              <a:gd name="connsiteY168" fmla="*/ 3874565 h 6858000"/>
              <a:gd name="connsiteX169" fmla="*/ 3316479 w 7467600"/>
              <a:gd name="connsiteY169" fmla="*/ 3872136 h 6858000"/>
              <a:gd name="connsiteX170" fmla="*/ 3546806 w 7467600"/>
              <a:gd name="connsiteY170" fmla="*/ 4356139 h 6858000"/>
              <a:gd name="connsiteX171" fmla="*/ 3364433 w 7467600"/>
              <a:gd name="connsiteY171" fmla="*/ 3953121 h 6858000"/>
              <a:gd name="connsiteX172" fmla="*/ 3316479 w 7467600"/>
              <a:gd name="connsiteY172" fmla="*/ 3872136 h 6858000"/>
              <a:gd name="connsiteX173" fmla="*/ 3291335 w 7467600"/>
              <a:gd name="connsiteY173" fmla="*/ 3767420 h 6858000"/>
              <a:gd name="connsiteX174" fmla="*/ 3390805 w 7467600"/>
              <a:gd name="connsiteY174" fmla="*/ 3937163 h 6858000"/>
              <a:gd name="connsiteX175" fmla="*/ 3579062 w 7467600"/>
              <a:gd name="connsiteY175" fmla="*/ 4359040 h 6858000"/>
              <a:gd name="connsiteX176" fmla="*/ 3467355 w 7467600"/>
              <a:gd name="connsiteY176" fmla="*/ 3988130 h 6858000"/>
              <a:gd name="connsiteX177" fmla="*/ 3310753 w 7467600"/>
              <a:gd name="connsiteY177" fmla="*/ 3787140 h 6858000"/>
              <a:gd name="connsiteX178" fmla="*/ 3291335 w 7467600"/>
              <a:gd name="connsiteY178" fmla="*/ 3767420 h 6858000"/>
              <a:gd name="connsiteX179" fmla="*/ 1635889 w 7467600"/>
              <a:gd name="connsiteY179" fmla="*/ 3709494 h 6858000"/>
              <a:gd name="connsiteX180" fmla="*/ 1634800 w 7467600"/>
              <a:gd name="connsiteY180" fmla="*/ 3731111 h 6858000"/>
              <a:gd name="connsiteX181" fmla="*/ 1635889 w 7467600"/>
              <a:gd name="connsiteY181" fmla="*/ 3709494 h 6858000"/>
              <a:gd name="connsiteX182" fmla="*/ 1510397 w 7467600"/>
              <a:gd name="connsiteY182" fmla="*/ 3684705 h 6858000"/>
              <a:gd name="connsiteX183" fmla="*/ 1146550 w 7467600"/>
              <a:gd name="connsiteY183" fmla="*/ 3802012 h 6858000"/>
              <a:gd name="connsiteX184" fmla="*/ 698834 w 7467600"/>
              <a:gd name="connsiteY184" fmla="*/ 3952272 h 6858000"/>
              <a:gd name="connsiteX185" fmla="*/ 34256 w 7467600"/>
              <a:gd name="connsiteY185" fmla="*/ 4347603 h 6858000"/>
              <a:gd name="connsiteX186" fmla="*/ 527241 w 7467600"/>
              <a:gd name="connsiteY186" fmla="*/ 4065078 h 6858000"/>
              <a:gd name="connsiteX187" fmla="*/ 1510397 w 7467600"/>
              <a:gd name="connsiteY187" fmla="*/ 3684705 h 6858000"/>
              <a:gd name="connsiteX188" fmla="*/ 1313114 w 7467600"/>
              <a:gd name="connsiteY188" fmla="*/ 3655216 h 6858000"/>
              <a:gd name="connsiteX189" fmla="*/ 1109304 w 7467600"/>
              <a:gd name="connsiteY189" fmla="*/ 3669030 h 6858000"/>
              <a:gd name="connsiteX190" fmla="*/ 8129 w 7467600"/>
              <a:gd name="connsiteY190" fmla="*/ 4330519 h 6858000"/>
              <a:gd name="connsiteX191" fmla="*/ 687572 w 7467600"/>
              <a:gd name="connsiteY191" fmla="*/ 3925629 h 6858000"/>
              <a:gd name="connsiteX192" fmla="*/ 1138365 w 7467600"/>
              <a:gd name="connsiteY192" fmla="*/ 3774515 h 6858000"/>
              <a:gd name="connsiteX193" fmla="*/ 1505579 w 7467600"/>
              <a:gd name="connsiteY193" fmla="*/ 3655526 h 6858000"/>
              <a:gd name="connsiteX194" fmla="*/ 1313114 w 7467600"/>
              <a:gd name="connsiteY194" fmla="*/ 3655216 h 6858000"/>
              <a:gd name="connsiteX195" fmla="*/ 3655073 w 7467600"/>
              <a:gd name="connsiteY195" fmla="*/ 3650884 h 6858000"/>
              <a:gd name="connsiteX196" fmla="*/ 3989938 w 7467600"/>
              <a:gd name="connsiteY196" fmla="*/ 3991685 h 6858000"/>
              <a:gd name="connsiteX197" fmla="*/ 4393907 w 7467600"/>
              <a:gd name="connsiteY197" fmla="*/ 4261258 h 6858000"/>
              <a:gd name="connsiteX198" fmla="*/ 4648051 w 7467600"/>
              <a:gd name="connsiteY198" fmla="*/ 4374051 h 6858000"/>
              <a:gd name="connsiteX199" fmla="*/ 4383389 w 7467600"/>
              <a:gd name="connsiteY199" fmla="*/ 4184369 h 6858000"/>
              <a:gd name="connsiteX200" fmla="*/ 4165508 w 7467600"/>
              <a:gd name="connsiteY200" fmla="*/ 4035196 h 6858000"/>
              <a:gd name="connsiteX201" fmla="*/ 4068162 w 7467600"/>
              <a:gd name="connsiteY201" fmla="*/ 3953394 h 6858000"/>
              <a:gd name="connsiteX202" fmla="*/ 3981416 w 7467600"/>
              <a:gd name="connsiteY202" fmla="*/ 3880482 h 6858000"/>
              <a:gd name="connsiteX203" fmla="*/ 3800147 w 7467600"/>
              <a:gd name="connsiteY203" fmla="*/ 3749872 h 6858000"/>
              <a:gd name="connsiteX204" fmla="*/ 3655073 w 7467600"/>
              <a:gd name="connsiteY204" fmla="*/ 3650884 h 6858000"/>
              <a:gd name="connsiteX205" fmla="*/ 3670252 w 7467600"/>
              <a:gd name="connsiteY205" fmla="*/ 3622798 h 6858000"/>
              <a:gd name="connsiteX206" fmla="*/ 3817258 w 7467600"/>
              <a:gd name="connsiteY206" fmla="*/ 3723577 h 6858000"/>
              <a:gd name="connsiteX207" fmla="*/ 4000461 w 7467600"/>
              <a:gd name="connsiteY207" fmla="*/ 3855966 h 6858000"/>
              <a:gd name="connsiteX208" fmla="*/ 4088180 w 7467600"/>
              <a:gd name="connsiteY208" fmla="*/ 3929774 h 6858000"/>
              <a:gd name="connsiteX209" fmla="*/ 4184555 w 7467600"/>
              <a:gd name="connsiteY209" fmla="*/ 4010683 h 6858000"/>
              <a:gd name="connsiteX210" fmla="*/ 4399563 w 7467600"/>
              <a:gd name="connsiteY210" fmla="*/ 4158106 h 6858000"/>
              <a:gd name="connsiteX211" fmla="*/ 4684469 w 7467600"/>
              <a:gd name="connsiteY211" fmla="*/ 4364680 h 6858000"/>
              <a:gd name="connsiteX212" fmla="*/ 4690271 w 7467600"/>
              <a:gd name="connsiteY212" fmla="*/ 4370034 h 6858000"/>
              <a:gd name="connsiteX213" fmla="*/ 4136093 w 7467600"/>
              <a:gd name="connsiteY213" fmla="*/ 3858466 h 6858000"/>
              <a:gd name="connsiteX214" fmla="*/ 3670252 w 7467600"/>
              <a:gd name="connsiteY214" fmla="*/ 3622798 h 6858000"/>
              <a:gd name="connsiteX215" fmla="*/ 4440129 w 7467600"/>
              <a:gd name="connsiteY215" fmla="*/ 3448571 h 6858000"/>
              <a:gd name="connsiteX216" fmla="*/ 4856525 w 7467600"/>
              <a:gd name="connsiteY216" fmla="*/ 3915351 h 6858000"/>
              <a:gd name="connsiteX217" fmla="*/ 5059055 w 7467600"/>
              <a:gd name="connsiteY217" fmla="*/ 4108918 h 6858000"/>
              <a:gd name="connsiteX218" fmla="*/ 5290070 w 7467600"/>
              <a:gd name="connsiteY218" fmla="*/ 4263619 h 6858000"/>
              <a:gd name="connsiteX219" fmla="*/ 4834991 w 7467600"/>
              <a:gd name="connsiteY219" fmla="*/ 3830985 h 6858000"/>
              <a:gd name="connsiteX220" fmla="*/ 4440129 w 7467600"/>
              <a:gd name="connsiteY220" fmla="*/ 3448571 h 6858000"/>
              <a:gd name="connsiteX221" fmla="*/ 4441737 w 7467600"/>
              <a:gd name="connsiteY221" fmla="*/ 3399734 h 6858000"/>
              <a:gd name="connsiteX222" fmla="*/ 4431236 w 7467600"/>
              <a:gd name="connsiteY222" fmla="*/ 3400954 h 6858000"/>
              <a:gd name="connsiteX223" fmla="*/ 4557150 w 7467600"/>
              <a:gd name="connsiteY223" fmla="*/ 3510023 h 6858000"/>
              <a:gd name="connsiteX224" fmla="*/ 4856936 w 7467600"/>
              <a:gd name="connsiteY224" fmla="*/ 3809146 h 6858000"/>
              <a:gd name="connsiteX225" fmla="*/ 5111996 w 7467600"/>
              <a:gd name="connsiteY225" fmla="*/ 4065759 h 6858000"/>
              <a:gd name="connsiteX226" fmla="*/ 5388878 w 7467600"/>
              <a:gd name="connsiteY226" fmla="*/ 4300185 h 6858000"/>
              <a:gd name="connsiteX227" fmla="*/ 5425556 w 7467600"/>
              <a:gd name="connsiteY227" fmla="*/ 4308967 h 6858000"/>
              <a:gd name="connsiteX228" fmla="*/ 4943646 w 7467600"/>
              <a:gd name="connsiteY228" fmla="*/ 3822916 h 6858000"/>
              <a:gd name="connsiteX229" fmla="*/ 4594837 w 7467600"/>
              <a:gd name="connsiteY229" fmla="*/ 3532274 h 6858000"/>
              <a:gd name="connsiteX230" fmla="*/ 4441737 w 7467600"/>
              <a:gd name="connsiteY230" fmla="*/ 3399734 h 6858000"/>
              <a:gd name="connsiteX231" fmla="*/ 5425834 w 7467600"/>
              <a:gd name="connsiteY231" fmla="*/ 3162785 h 6858000"/>
              <a:gd name="connsiteX232" fmla="*/ 5401644 w 7467600"/>
              <a:gd name="connsiteY232" fmla="*/ 3617847 h 6858000"/>
              <a:gd name="connsiteX233" fmla="*/ 5467256 w 7467600"/>
              <a:gd name="connsiteY233" fmla="*/ 4175494 h 6858000"/>
              <a:gd name="connsiteX234" fmla="*/ 5448069 w 7467600"/>
              <a:gd name="connsiteY234" fmla="*/ 3567554 h 6858000"/>
              <a:gd name="connsiteX235" fmla="*/ 5425834 w 7467600"/>
              <a:gd name="connsiteY235" fmla="*/ 3162785 h 6858000"/>
              <a:gd name="connsiteX236" fmla="*/ 1318687 w 7467600"/>
              <a:gd name="connsiteY236" fmla="*/ 3113840 h 6858000"/>
              <a:gd name="connsiteX237" fmla="*/ 1066793 w 7467600"/>
              <a:gd name="connsiteY237" fmla="*/ 3212171 h 6858000"/>
              <a:gd name="connsiteX238" fmla="*/ 993319 w 7467600"/>
              <a:gd name="connsiteY238" fmla="*/ 3247648 h 6858000"/>
              <a:gd name="connsiteX239" fmla="*/ 853081 w 7467600"/>
              <a:gd name="connsiteY239" fmla="*/ 3312410 h 6858000"/>
              <a:gd name="connsiteX240" fmla="*/ 805957 w 7467600"/>
              <a:gd name="connsiteY240" fmla="*/ 3330443 h 6858000"/>
              <a:gd name="connsiteX241" fmla="*/ 1318687 w 7467600"/>
              <a:gd name="connsiteY241" fmla="*/ 3113840 h 6858000"/>
              <a:gd name="connsiteX242" fmla="*/ 5453702 w 7467600"/>
              <a:gd name="connsiteY242" fmla="*/ 3090882 h 6858000"/>
              <a:gd name="connsiteX243" fmla="*/ 5480135 w 7467600"/>
              <a:gd name="connsiteY243" fmla="*/ 3565802 h 6858000"/>
              <a:gd name="connsiteX244" fmla="*/ 5499023 w 7467600"/>
              <a:gd name="connsiteY244" fmla="*/ 4166310 h 6858000"/>
              <a:gd name="connsiteX245" fmla="*/ 5547022 w 7467600"/>
              <a:gd name="connsiteY245" fmla="*/ 3607838 h 6858000"/>
              <a:gd name="connsiteX246" fmla="*/ 5515964 w 7467600"/>
              <a:gd name="connsiteY246" fmla="*/ 3378541 h 6858000"/>
              <a:gd name="connsiteX247" fmla="*/ 5453702 w 7467600"/>
              <a:gd name="connsiteY247" fmla="*/ 3090882 h 6858000"/>
              <a:gd name="connsiteX248" fmla="*/ 1238695 w 7467600"/>
              <a:gd name="connsiteY248" fmla="*/ 3076820 h 6858000"/>
              <a:gd name="connsiteX249" fmla="*/ 716371 w 7467600"/>
              <a:gd name="connsiteY249" fmla="*/ 3293249 h 6858000"/>
              <a:gd name="connsiteX250" fmla="*/ 579522 w 7467600"/>
              <a:gd name="connsiteY250" fmla="*/ 3371759 h 6858000"/>
              <a:gd name="connsiteX251" fmla="*/ 600288 w 7467600"/>
              <a:gd name="connsiteY251" fmla="*/ 3365555 h 6858000"/>
              <a:gd name="connsiteX252" fmla="*/ 840692 w 7467600"/>
              <a:gd name="connsiteY252" fmla="*/ 3284921 h 6858000"/>
              <a:gd name="connsiteX253" fmla="*/ 979248 w 7467600"/>
              <a:gd name="connsiteY253" fmla="*/ 3221003 h 6858000"/>
              <a:gd name="connsiteX254" fmla="*/ 1053282 w 7467600"/>
              <a:gd name="connsiteY254" fmla="*/ 3185247 h 6858000"/>
              <a:gd name="connsiteX255" fmla="*/ 1320603 w 7467600"/>
              <a:gd name="connsiteY255" fmla="*/ 3081281 h 6858000"/>
              <a:gd name="connsiteX256" fmla="*/ 1238695 w 7467600"/>
              <a:gd name="connsiteY256" fmla="*/ 3076820 h 6858000"/>
              <a:gd name="connsiteX257" fmla="*/ 5425627 w 7467600"/>
              <a:gd name="connsiteY257" fmla="*/ 2954192 h 6858000"/>
              <a:gd name="connsiteX258" fmla="*/ 5470770 w 7467600"/>
              <a:gd name="connsiteY258" fmla="*/ 3005435 h 6858000"/>
              <a:gd name="connsiteX259" fmla="*/ 5519779 w 7467600"/>
              <a:gd name="connsiteY259" fmla="*/ 4359223 h 6858000"/>
              <a:gd name="connsiteX260" fmla="*/ 5520293 w 7467600"/>
              <a:gd name="connsiteY260" fmla="*/ 4360602 h 6858000"/>
              <a:gd name="connsiteX261" fmla="*/ 5767221 w 7467600"/>
              <a:gd name="connsiteY261" fmla="*/ 4665564 h 6858000"/>
              <a:gd name="connsiteX262" fmla="*/ 6937169 w 7467600"/>
              <a:gd name="connsiteY262" fmla="*/ 4815941 h 6858000"/>
              <a:gd name="connsiteX263" fmla="*/ 6953922 w 7467600"/>
              <a:gd name="connsiteY263" fmla="*/ 4890068 h 6858000"/>
              <a:gd name="connsiteX264" fmla="*/ 6071359 w 7467600"/>
              <a:gd name="connsiteY264" fmla="*/ 4770770 h 6858000"/>
              <a:gd name="connsiteX265" fmla="*/ 6038839 w 7467600"/>
              <a:gd name="connsiteY265" fmla="*/ 4764474 h 6858000"/>
              <a:gd name="connsiteX266" fmla="*/ 6038706 w 7467600"/>
              <a:gd name="connsiteY266" fmla="*/ 4763847 h 6858000"/>
              <a:gd name="connsiteX267" fmla="*/ 6037784 w 7467600"/>
              <a:gd name="connsiteY267" fmla="*/ 4764270 h 6858000"/>
              <a:gd name="connsiteX268" fmla="*/ 6038839 w 7467600"/>
              <a:gd name="connsiteY268" fmla="*/ 4764474 h 6858000"/>
              <a:gd name="connsiteX269" fmla="*/ 6040338 w 7467600"/>
              <a:gd name="connsiteY269" fmla="*/ 4771418 h 6858000"/>
              <a:gd name="connsiteX270" fmla="*/ 6024488 w 7467600"/>
              <a:gd name="connsiteY270" fmla="*/ 4809903 h 6858000"/>
              <a:gd name="connsiteX271" fmla="*/ 5599771 w 7467600"/>
              <a:gd name="connsiteY271" fmla="*/ 5509652 h 6858000"/>
              <a:gd name="connsiteX272" fmla="*/ 5548843 w 7467600"/>
              <a:gd name="connsiteY272" fmla="*/ 5563845 h 6858000"/>
              <a:gd name="connsiteX273" fmla="*/ 5940952 w 7467600"/>
              <a:gd name="connsiteY273" fmla="*/ 6250028 h 6858000"/>
              <a:gd name="connsiteX274" fmla="*/ 6043441 w 7467600"/>
              <a:gd name="connsiteY274" fmla="*/ 6665847 h 6858000"/>
              <a:gd name="connsiteX275" fmla="*/ 6093432 w 7467600"/>
              <a:gd name="connsiteY275" fmla="*/ 6858000 h 6858000"/>
              <a:gd name="connsiteX276" fmla="*/ 6034344 w 7467600"/>
              <a:gd name="connsiteY276" fmla="*/ 6858000 h 6858000"/>
              <a:gd name="connsiteX277" fmla="*/ 6026679 w 7467600"/>
              <a:gd name="connsiteY277" fmla="*/ 6836959 h 6858000"/>
              <a:gd name="connsiteX278" fmla="*/ 5800441 w 7467600"/>
              <a:gd name="connsiteY278" fmla="*/ 6335286 h 6858000"/>
              <a:gd name="connsiteX279" fmla="*/ 5526562 w 7467600"/>
              <a:gd name="connsiteY279" fmla="*/ 5705388 h 6858000"/>
              <a:gd name="connsiteX280" fmla="*/ 5519640 w 7467600"/>
              <a:gd name="connsiteY280" fmla="*/ 5683774 h 6858000"/>
              <a:gd name="connsiteX281" fmla="*/ 5844559 w 7467600"/>
              <a:gd name="connsiteY281" fmla="*/ 6553349 h 6858000"/>
              <a:gd name="connsiteX282" fmla="*/ 5975994 w 7467600"/>
              <a:gd name="connsiteY282" fmla="*/ 6858000 h 6858000"/>
              <a:gd name="connsiteX283" fmla="*/ 5898547 w 7467600"/>
              <a:gd name="connsiteY283" fmla="*/ 6858000 h 6858000"/>
              <a:gd name="connsiteX284" fmla="*/ 5682041 w 7467600"/>
              <a:gd name="connsiteY284" fmla="*/ 6355860 h 6858000"/>
              <a:gd name="connsiteX285" fmla="*/ 5461758 w 7467600"/>
              <a:gd name="connsiteY285" fmla="*/ 5820220 h 6858000"/>
              <a:gd name="connsiteX286" fmla="*/ 5237282 w 7467600"/>
              <a:gd name="connsiteY286" fmla="*/ 6579086 h 6858000"/>
              <a:gd name="connsiteX287" fmla="*/ 5115009 w 7467600"/>
              <a:gd name="connsiteY287" fmla="*/ 6858000 h 6858000"/>
              <a:gd name="connsiteX288" fmla="*/ 5028074 w 7467600"/>
              <a:gd name="connsiteY288" fmla="*/ 6858000 h 6858000"/>
              <a:gd name="connsiteX289" fmla="*/ 5079508 w 7467600"/>
              <a:gd name="connsiteY289" fmla="*/ 6749074 h 6858000"/>
              <a:gd name="connsiteX290" fmla="*/ 5371846 w 7467600"/>
              <a:gd name="connsiteY290" fmla="*/ 5924413 h 6858000"/>
              <a:gd name="connsiteX291" fmla="*/ 5270512 w 7467600"/>
              <a:gd name="connsiteY291" fmla="*/ 6138975 h 6858000"/>
              <a:gd name="connsiteX292" fmla="*/ 5062409 w 7467600"/>
              <a:gd name="connsiteY292" fmla="*/ 6653544 h 6858000"/>
              <a:gd name="connsiteX293" fmla="*/ 5036628 w 7467600"/>
              <a:gd name="connsiteY293" fmla="*/ 6754247 h 6858000"/>
              <a:gd name="connsiteX294" fmla="*/ 5009112 w 7467600"/>
              <a:gd name="connsiteY294" fmla="*/ 6858000 h 6858000"/>
              <a:gd name="connsiteX295" fmla="*/ 4976679 w 7467600"/>
              <a:gd name="connsiteY295" fmla="*/ 6858000 h 6858000"/>
              <a:gd name="connsiteX296" fmla="*/ 5006537 w 7467600"/>
              <a:gd name="connsiteY296" fmla="*/ 6747068 h 6858000"/>
              <a:gd name="connsiteX297" fmla="*/ 5032723 w 7467600"/>
              <a:gd name="connsiteY297" fmla="*/ 6644957 h 6858000"/>
              <a:gd name="connsiteX298" fmla="*/ 5242949 w 7467600"/>
              <a:gd name="connsiteY298" fmla="*/ 6125175 h 6858000"/>
              <a:gd name="connsiteX299" fmla="*/ 5286321 w 7467600"/>
              <a:gd name="connsiteY299" fmla="*/ 6033555 h 6858000"/>
              <a:gd name="connsiteX300" fmla="*/ 5008210 w 7467600"/>
              <a:gd name="connsiteY300" fmla="*/ 6649194 h 6858000"/>
              <a:gd name="connsiteX301" fmla="*/ 4986321 w 7467600"/>
              <a:gd name="connsiteY301" fmla="*/ 6765687 h 6858000"/>
              <a:gd name="connsiteX302" fmla="*/ 4973474 w 7467600"/>
              <a:gd name="connsiteY302" fmla="*/ 6858000 h 6858000"/>
              <a:gd name="connsiteX303" fmla="*/ 4907178 w 7467600"/>
              <a:gd name="connsiteY303" fmla="*/ 6858000 h 6858000"/>
              <a:gd name="connsiteX304" fmla="*/ 4910810 w 7467600"/>
              <a:gd name="connsiteY304" fmla="*/ 6829660 h 6858000"/>
              <a:gd name="connsiteX305" fmla="*/ 4987461 w 7467600"/>
              <a:gd name="connsiteY305" fmla="*/ 6432994 h 6858000"/>
              <a:gd name="connsiteX306" fmla="*/ 5179262 w 7467600"/>
              <a:gd name="connsiteY306" fmla="*/ 6035044 h 6858000"/>
              <a:gd name="connsiteX307" fmla="*/ 4689678 w 7467600"/>
              <a:gd name="connsiteY307" fmla="*/ 6440241 h 6858000"/>
              <a:gd name="connsiteX308" fmla="*/ 4477543 w 7467600"/>
              <a:gd name="connsiteY308" fmla="*/ 6674836 h 6858000"/>
              <a:gd name="connsiteX309" fmla="*/ 4329957 w 7467600"/>
              <a:gd name="connsiteY309" fmla="*/ 6858000 h 6858000"/>
              <a:gd name="connsiteX310" fmla="*/ 4218595 w 7467600"/>
              <a:gd name="connsiteY310" fmla="*/ 6858000 h 6858000"/>
              <a:gd name="connsiteX311" fmla="*/ 4368888 w 7467600"/>
              <a:gd name="connsiteY311" fmla="*/ 6668412 h 6858000"/>
              <a:gd name="connsiteX312" fmla="*/ 4563091 w 7467600"/>
              <a:gd name="connsiteY312" fmla="*/ 6442508 h 6858000"/>
              <a:gd name="connsiteX313" fmla="*/ 5387324 w 7467600"/>
              <a:gd name="connsiteY313" fmla="*/ 5705830 h 6858000"/>
              <a:gd name="connsiteX314" fmla="*/ 5073620 w 7467600"/>
              <a:gd name="connsiteY314" fmla="*/ 5955437 h 6858000"/>
              <a:gd name="connsiteX315" fmla="*/ 4689789 w 7467600"/>
              <a:gd name="connsiteY315" fmla="*/ 6268382 h 6858000"/>
              <a:gd name="connsiteX316" fmla="*/ 4418722 w 7467600"/>
              <a:gd name="connsiteY316" fmla="*/ 6570886 h 6858000"/>
              <a:gd name="connsiteX317" fmla="*/ 4214944 w 7467600"/>
              <a:gd name="connsiteY317" fmla="*/ 6858000 h 6858000"/>
              <a:gd name="connsiteX318" fmla="*/ 4177898 w 7467600"/>
              <a:gd name="connsiteY318" fmla="*/ 6858000 h 6858000"/>
              <a:gd name="connsiteX319" fmla="*/ 4391597 w 7467600"/>
              <a:gd name="connsiteY319" fmla="*/ 6556370 h 6858000"/>
              <a:gd name="connsiteX320" fmla="*/ 4668889 w 7467600"/>
              <a:gd name="connsiteY320" fmla="*/ 6246399 h 6858000"/>
              <a:gd name="connsiteX321" fmla="*/ 5055427 w 7467600"/>
              <a:gd name="connsiteY321" fmla="*/ 5931476 h 6858000"/>
              <a:gd name="connsiteX322" fmla="*/ 5371814 w 7467600"/>
              <a:gd name="connsiteY322" fmla="*/ 5678975 h 6858000"/>
              <a:gd name="connsiteX323" fmla="*/ 4987918 w 7467600"/>
              <a:gd name="connsiteY323" fmla="*/ 5838701 h 6858000"/>
              <a:gd name="connsiteX324" fmla="*/ 4317146 w 7467600"/>
              <a:gd name="connsiteY324" fmla="*/ 6587716 h 6858000"/>
              <a:gd name="connsiteX325" fmla="*/ 4171627 w 7467600"/>
              <a:gd name="connsiteY325" fmla="*/ 6858000 h 6858000"/>
              <a:gd name="connsiteX326" fmla="*/ 4081585 w 7467600"/>
              <a:gd name="connsiteY326" fmla="*/ 6858000 h 6858000"/>
              <a:gd name="connsiteX327" fmla="*/ 4238603 w 7467600"/>
              <a:gd name="connsiteY327" fmla="*/ 6559341 h 6858000"/>
              <a:gd name="connsiteX328" fmla="*/ 4778333 w 7467600"/>
              <a:gd name="connsiteY328" fmla="*/ 5873626 h 6858000"/>
              <a:gd name="connsiteX329" fmla="*/ 5414185 w 7467600"/>
              <a:gd name="connsiteY329" fmla="*/ 5573882 h 6858000"/>
              <a:gd name="connsiteX330" fmla="*/ 5959648 w 7467600"/>
              <a:gd name="connsiteY330" fmla="*/ 4760797 h 6858000"/>
              <a:gd name="connsiteX331" fmla="*/ 5355019 w 7467600"/>
              <a:gd name="connsiteY331" fmla="*/ 4734672 h 6858000"/>
              <a:gd name="connsiteX332" fmla="*/ 5083565 w 7467600"/>
              <a:gd name="connsiteY332" fmla="*/ 5179121 h 6858000"/>
              <a:gd name="connsiteX333" fmla="*/ 4713577 w 7467600"/>
              <a:gd name="connsiteY333" fmla="*/ 5616803 h 6858000"/>
              <a:gd name="connsiteX334" fmla="*/ 3989559 w 7467600"/>
              <a:gd name="connsiteY334" fmla="*/ 6145945 h 6858000"/>
              <a:gd name="connsiteX335" fmla="*/ 3939824 w 7467600"/>
              <a:gd name="connsiteY335" fmla="*/ 6066900 h 6858000"/>
              <a:gd name="connsiteX336" fmla="*/ 4584537 w 7467600"/>
              <a:gd name="connsiteY336" fmla="*/ 5324826 h 6858000"/>
              <a:gd name="connsiteX337" fmla="*/ 5037105 w 7467600"/>
              <a:gd name="connsiteY337" fmla="*/ 5088765 h 6858000"/>
              <a:gd name="connsiteX338" fmla="*/ 5039930 w 7467600"/>
              <a:gd name="connsiteY338" fmla="*/ 5089585 h 6858000"/>
              <a:gd name="connsiteX339" fmla="*/ 5263764 w 7467600"/>
              <a:gd name="connsiteY339" fmla="*/ 4735525 h 6858000"/>
              <a:gd name="connsiteX340" fmla="*/ 4086300 w 7467600"/>
              <a:gd name="connsiteY340" fmla="*/ 4884599 h 6858000"/>
              <a:gd name="connsiteX341" fmla="*/ 4085485 w 7467600"/>
              <a:gd name="connsiteY341" fmla="*/ 4899070 h 6858000"/>
              <a:gd name="connsiteX342" fmla="*/ 3871915 w 7467600"/>
              <a:gd name="connsiteY342" fmla="*/ 5253645 h 6858000"/>
              <a:gd name="connsiteX343" fmla="*/ 3799374 w 7467600"/>
              <a:gd name="connsiteY343" fmla="*/ 5466127 h 6858000"/>
              <a:gd name="connsiteX344" fmla="*/ 3498850 w 7467600"/>
              <a:gd name="connsiteY344" fmla="*/ 6661888 h 6858000"/>
              <a:gd name="connsiteX345" fmla="*/ 3399216 w 7467600"/>
              <a:gd name="connsiteY345" fmla="*/ 6858000 h 6858000"/>
              <a:gd name="connsiteX346" fmla="*/ 3303688 w 7467600"/>
              <a:gd name="connsiteY346" fmla="*/ 6858000 h 6858000"/>
              <a:gd name="connsiteX347" fmla="*/ 3391774 w 7467600"/>
              <a:gd name="connsiteY347" fmla="*/ 6697181 h 6858000"/>
              <a:gd name="connsiteX348" fmla="*/ 3735540 w 7467600"/>
              <a:gd name="connsiteY348" fmla="*/ 5546923 h 6858000"/>
              <a:gd name="connsiteX349" fmla="*/ 3729438 w 7467600"/>
              <a:gd name="connsiteY349" fmla="*/ 5569058 h 6858000"/>
              <a:gd name="connsiteX350" fmla="*/ 3707782 w 7467600"/>
              <a:gd name="connsiteY350" fmla="*/ 5644908 h 6858000"/>
              <a:gd name="connsiteX351" fmla="*/ 3583827 w 7467600"/>
              <a:gd name="connsiteY351" fmla="*/ 6039215 h 6858000"/>
              <a:gd name="connsiteX352" fmla="*/ 3547861 w 7467600"/>
              <a:gd name="connsiteY352" fmla="*/ 6129609 h 6858000"/>
              <a:gd name="connsiteX353" fmla="*/ 3490905 w 7467600"/>
              <a:gd name="connsiteY353" fmla="*/ 6277660 h 6858000"/>
              <a:gd name="connsiteX354" fmla="*/ 3455859 w 7467600"/>
              <a:gd name="connsiteY354" fmla="*/ 6391301 h 6858000"/>
              <a:gd name="connsiteX355" fmla="*/ 3429112 w 7467600"/>
              <a:gd name="connsiteY355" fmla="*/ 6479469 h 6858000"/>
              <a:gd name="connsiteX356" fmla="*/ 3304862 w 7467600"/>
              <a:gd name="connsiteY356" fmla="*/ 6796476 h 6858000"/>
              <a:gd name="connsiteX357" fmla="*/ 3276071 w 7467600"/>
              <a:gd name="connsiteY357" fmla="*/ 6858000 h 6858000"/>
              <a:gd name="connsiteX358" fmla="*/ 3240805 w 7467600"/>
              <a:gd name="connsiteY358" fmla="*/ 6858000 h 6858000"/>
              <a:gd name="connsiteX359" fmla="*/ 3275917 w 7467600"/>
              <a:gd name="connsiteY359" fmla="*/ 6783192 h 6858000"/>
              <a:gd name="connsiteX360" fmla="*/ 3399358 w 7467600"/>
              <a:gd name="connsiteY360" fmla="*/ 6469011 h 6858000"/>
              <a:gd name="connsiteX361" fmla="*/ 3425650 w 7467600"/>
              <a:gd name="connsiteY361" fmla="*/ 6381333 h 6858000"/>
              <a:gd name="connsiteX362" fmla="*/ 3460661 w 7467600"/>
              <a:gd name="connsiteY362" fmla="*/ 6266763 h 6858000"/>
              <a:gd name="connsiteX363" fmla="*/ 3518021 w 7467600"/>
              <a:gd name="connsiteY363" fmla="*/ 6117298 h 6858000"/>
              <a:gd name="connsiteX364" fmla="*/ 3554035 w 7467600"/>
              <a:gd name="connsiteY364" fmla="*/ 6027832 h 6858000"/>
              <a:gd name="connsiteX365" fmla="*/ 3677174 w 7467600"/>
              <a:gd name="connsiteY365" fmla="*/ 5636351 h 6858000"/>
              <a:gd name="connsiteX366" fmla="*/ 3698819 w 7467600"/>
              <a:gd name="connsiteY366" fmla="*/ 5560503 h 6858000"/>
              <a:gd name="connsiteX367" fmla="*/ 3702094 w 7467600"/>
              <a:gd name="connsiteY367" fmla="*/ 5549194 h 6858000"/>
              <a:gd name="connsiteX368" fmla="*/ 3398355 w 7467600"/>
              <a:gd name="connsiteY368" fmla="*/ 6094603 h 6858000"/>
              <a:gd name="connsiteX369" fmla="*/ 3193941 w 7467600"/>
              <a:gd name="connsiteY369" fmla="*/ 6798775 h 6858000"/>
              <a:gd name="connsiteX370" fmla="*/ 3184140 w 7467600"/>
              <a:gd name="connsiteY370" fmla="*/ 6858000 h 6858000"/>
              <a:gd name="connsiteX371" fmla="*/ 3099978 w 7467600"/>
              <a:gd name="connsiteY371" fmla="*/ 6858000 h 6858000"/>
              <a:gd name="connsiteX372" fmla="*/ 3101556 w 7467600"/>
              <a:gd name="connsiteY372" fmla="*/ 6843337 h 6858000"/>
              <a:gd name="connsiteX373" fmla="*/ 3370162 w 7467600"/>
              <a:gd name="connsiteY373" fmla="*/ 5785550 h 6858000"/>
              <a:gd name="connsiteX374" fmla="*/ 3746477 w 7467600"/>
              <a:gd name="connsiteY374" fmla="*/ 5377889 h 6858000"/>
              <a:gd name="connsiteX375" fmla="*/ 3863399 w 7467600"/>
              <a:gd name="connsiteY375" fmla="*/ 5087257 h 6858000"/>
              <a:gd name="connsiteX376" fmla="*/ 3968712 w 7467600"/>
              <a:gd name="connsiteY376" fmla="*/ 4913989 h 6858000"/>
              <a:gd name="connsiteX377" fmla="*/ 2792390 w 7467600"/>
              <a:gd name="connsiteY377" fmla="*/ 5382974 h 6858000"/>
              <a:gd name="connsiteX378" fmla="*/ 2714982 w 7467600"/>
              <a:gd name="connsiteY378" fmla="*/ 5427051 h 6858000"/>
              <a:gd name="connsiteX379" fmla="*/ 2813361 w 7467600"/>
              <a:gd name="connsiteY379" fmla="*/ 6023912 h 6858000"/>
              <a:gd name="connsiteX380" fmla="*/ 2688430 w 7467600"/>
              <a:gd name="connsiteY380" fmla="*/ 6801564 h 6858000"/>
              <a:gd name="connsiteX381" fmla="*/ 2629626 w 7467600"/>
              <a:gd name="connsiteY381" fmla="*/ 6763394 h 6858000"/>
              <a:gd name="connsiteX382" fmla="*/ 2565328 w 7467600"/>
              <a:gd name="connsiteY382" fmla="*/ 5516399 h 6858000"/>
              <a:gd name="connsiteX383" fmla="*/ 1922999 w 7467600"/>
              <a:gd name="connsiteY383" fmla="*/ 5980343 h 6858000"/>
              <a:gd name="connsiteX384" fmla="*/ 1950261 w 7467600"/>
              <a:gd name="connsiteY384" fmla="*/ 6405858 h 6858000"/>
              <a:gd name="connsiteX385" fmla="*/ 2365554 w 7467600"/>
              <a:gd name="connsiteY385" fmla="*/ 6759107 h 6858000"/>
              <a:gd name="connsiteX386" fmla="*/ 2424142 w 7467600"/>
              <a:gd name="connsiteY386" fmla="*/ 6858000 h 6858000"/>
              <a:gd name="connsiteX387" fmla="*/ 2395994 w 7467600"/>
              <a:gd name="connsiteY387" fmla="*/ 6858000 h 6858000"/>
              <a:gd name="connsiteX388" fmla="*/ 2392863 w 7467600"/>
              <a:gd name="connsiteY388" fmla="*/ 6852964 h 6858000"/>
              <a:gd name="connsiteX389" fmla="*/ 2017589 w 7467600"/>
              <a:gd name="connsiteY389" fmla="*/ 6493982 h 6858000"/>
              <a:gd name="connsiteX390" fmla="*/ 2147336 w 7467600"/>
              <a:gd name="connsiteY390" fmla="*/ 6594052 h 6858000"/>
              <a:gd name="connsiteX391" fmla="*/ 2207047 w 7467600"/>
              <a:gd name="connsiteY391" fmla="*/ 6654540 h 6858000"/>
              <a:gd name="connsiteX392" fmla="*/ 2299106 w 7467600"/>
              <a:gd name="connsiteY392" fmla="*/ 6778931 h 6858000"/>
              <a:gd name="connsiteX393" fmla="*/ 2314430 w 7467600"/>
              <a:gd name="connsiteY393" fmla="*/ 6801144 h 6858000"/>
              <a:gd name="connsiteX394" fmla="*/ 2352406 w 7467600"/>
              <a:gd name="connsiteY394" fmla="*/ 6858000 h 6858000"/>
              <a:gd name="connsiteX395" fmla="*/ 2314492 w 7467600"/>
              <a:gd name="connsiteY395" fmla="*/ 6858000 h 6858000"/>
              <a:gd name="connsiteX396" fmla="*/ 2288095 w 7467600"/>
              <a:gd name="connsiteY396" fmla="*/ 6818030 h 6858000"/>
              <a:gd name="connsiteX397" fmla="*/ 2272768 w 7467600"/>
              <a:gd name="connsiteY397" fmla="*/ 6795822 h 6858000"/>
              <a:gd name="connsiteX398" fmla="*/ 2182715 w 7467600"/>
              <a:gd name="connsiteY398" fmla="*/ 6675071 h 6858000"/>
              <a:gd name="connsiteX399" fmla="*/ 2032061 w 7467600"/>
              <a:gd name="connsiteY399" fmla="*/ 6541380 h 6858000"/>
              <a:gd name="connsiteX400" fmla="*/ 2257220 w 7467600"/>
              <a:gd name="connsiteY400" fmla="*/ 6826257 h 6858000"/>
              <a:gd name="connsiteX401" fmla="*/ 2281324 w 7467600"/>
              <a:gd name="connsiteY401" fmla="*/ 6858000 h 6858000"/>
              <a:gd name="connsiteX402" fmla="*/ 2242860 w 7467600"/>
              <a:gd name="connsiteY402" fmla="*/ 6858000 h 6858000"/>
              <a:gd name="connsiteX403" fmla="*/ 2232818 w 7467600"/>
              <a:gd name="connsiteY403" fmla="*/ 6844926 h 6858000"/>
              <a:gd name="connsiteX404" fmla="*/ 1990172 w 7467600"/>
              <a:gd name="connsiteY404" fmla="*/ 6542121 h 6858000"/>
              <a:gd name="connsiteX405" fmla="*/ 2124090 w 7467600"/>
              <a:gd name="connsiteY405" fmla="*/ 6761017 h 6858000"/>
              <a:gd name="connsiteX406" fmla="*/ 2200380 w 7467600"/>
              <a:gd name="connsiteY406" fmla="*/ 6858000 h 6858000"/>
              <a:gd name="connsiteX407" fmla="*/ 2147507 w 7467600"/>
              <a:gd name="connsiteY407" fmla="*/ 6858000 h 6858000"/>
              <a:gd name="connsiteX408" fmla="*/ 2070668 w 7467600"/>
              <a:gd name="connsiteY408" fmla="*/ 6761520 h 6858000"/>
              <a:gd name="connsiteX409" fmla="*/ 1975142 w 7467600"/>
              <a:gd name="connsiteY409" fmla="*/ 6585570 h 6858000"/>
              <a:gd name="connsiteX410" fmla="*/ 2050035 w 7467600"/>
              <a:gd name="connsiteY410" fmla="*/ 6813345 h 6858000"/>
              <a:gd name="connsiteX411" fmla="*/ 2063025 w 7467600"/>
              <a:gd name="connsiteY411" fmla="*/ 6858000 h 6858000"/>
              <a:gd name="connsiteX412" fmla="*/ 2021675 w 7467600"/>
              <a:gd name="connsiteY412" fmla="*/ 6858000 h 6858000"/>
              <a:gd name="connsiteX413" fmla="*/ 2019308 w 7467600"/>
              <a:gd name="connsiteY413" fmla="*/ 6847118 h 6858000"/>
              <a:gd name="connsiteX414" fmla="*/ 1938835 w 7467600"/>
              <a:gd name="connsiteY414" fmla="*/ 6551160 h 6858000"/>
              <a:gd name="connsiteX415" fmla="*/ 1953230 w 7467600"/>
              <a:gd name="connsiteY415" fmla="*/ 6759699 h 6858000"/>
              <a:gd name="connsiteX416" fmla="*/ 1956763 w 7467600"/>
              <a:gd name="connsiteY416" fmla="*/ 6778191 h 6858000"/>
              <a:gd name="connsiteX417" fmla="*/ 1967925 w 7467600"/>
              <a:gd name="connsiteY417" fmla="*/ 6858000 h 6858000"/>
              <a:gd name="connsiteX418" fmla="*/ 1936622 w 7467600"/>
              <a:gd name="connsiteY418" fmla="*/ 6858000 h 6858000"/>
              <a:gd name="connsiteX419" fmla="*/ 1926261 w 7467600"/>
              <a:gd name="connsiteY419" fmla="*/ 6784064 h 6858000"/>
              <a:gd name="connsiteX420" fmla="*/ 1922724 w 7467600"/>
              <a:gd name="connsiteY420" fmla="*/ 6765577 h 6858000"/>
              <a:gd name="connsiteX421" fmla="*/ 1904650 w 7467600"/>
              <a:gd name="connsiteY421" fmla="*/ 6639616 h 6858000"/>
              <a:gd name="connsiteX422" fmla="*/ 1885273 w 7467600"/>
              <a:gd name="connsiteY422" fmla="*/ 6858000 h 6858000"/>
              <a:gd name="connsiteX423" fmla="*/ 1854363 w 7467600"/>
              <a:gd name="connsiteY423" fmla="*/ 6858000 h 6858000"/>
              <a:gd name="connsiteX424" fmla="*/ 1880391 w 7467600"/>
              <a:gd name="connsiteY424" fmla="*/ 6603796 h 6858000"/>
              <a:gd name="connsiteX425" fmla="*/ 1818273 w 7467600"/>
              <a:gd name="connsiteY425" fmla="*/ 6715729 h 6858000"/>
              <a:gd name="connsiteX426" fmla="*/ 1794691 w 7467600"/>
              <a:gd name="connsiteY426" fmla="*/ 6843239 h 6858000"/>
              <a:gd name="connsiteX427" fmla="*/ 1794914 w 7467600"/>
              <a:gd name="connsiteY427" fmla="*/ 6858000 h 6858000"/>
              <a:gd name="connsiteX428" fmla="*/ 1746128 w 7467600"/>
              <a:gd name="connsiteY428" fmla="*/ 6858000 h 6858000"/>
              <a:gd name="connsiteX429" fmla="*/ 1753934 w 7467600"/>
              <a:gd name="connsiteY429" fmla="*/ 6724796 h 6858000"/>
              <a:gd name="connsiteX430" fmla="*/ 1792053 w 7467600"/>
              <a:gd name="connsiteY430" fmla="*/ 6572396 h 6858000"/>
              <a:gd name="connsiteX431" fmla="*/ 1862248 w 7467600"/>
              <a:gd name="connsiteY431" fmla="*/ 6266397 h 6858000"/>
              <a:gd name="connsiteX432" fmla="*/ 1862250 w 7467600"/>
              <a:gd name="connsiteY432" fmla="*/ 6033531 h 6858000"/>
              <a:gd name="connsiteX433" fmla="*/ 1211999 w 7467600"/>
              <a:gd name="connsiteY433" fmla="*/ 6683610 h 6858000"/>
              <a:gd name="connsiteX434" fmla="*/ 1213266 w 7467600"/>
              <a:gd name="connsiteY434" fmla="*/ 6691947 h 6858000"/>
              <a:gd name="connsiteX435" fmla="*/ 1203370 w 7467600"/>
              <a:gd name="connsiteY435" fmla="*/ 6850676 h 6858000"/>
              <a:gd name="connsiteX436" fmla="*/ 1203671 w 7467600"/>
              <a:gd name="connsiteY436" fmla="*/ 6858000 h 6858000"/>
              <a:gd name="connsiteX437" fmla="*/ 1143180 w 7467600"/>
              <a:gd name="connsiteY437" fmla="*/ 6858000 h 6858000"/>
              <a:gd name="connsiteX438" fmla="*/ 1142176 w 7467600"/>
              <a:gd name="connsiteY438" fmla="*/ 6766045 h 6858000"/>
              <a:gd name="connsiteX439" fmla="*/ 1067484 w 7467600"/>
              <a:gd name="connsiteY439" fmla="*/ 6858000 h 6858000"/>
              <a:gd name="connsiteX440" fmla="*/ 953928 w 7467600"/>
              <a:gd name="connsiteY440" fmla="*/ 6858000 h 6858000"/>
              <a:gd name="connsiteX441" fmla="*/ 959715 w 7467600"/>
              <a:gd name="connsiteY441" fmla="*/ 6850185 h 6858000"/>
              <a:gd name="connsiteX442" fmla="*/ 1483788 w 7467600"/>
              <a:gd name="connsiteY442" fmla="*/ 6259174 h 6858000"/>
              <a:gd name="connsiteX443" fmla="*/ 1100671 w 7467600"/>
              <a:gd name="connsiteY443" fmla="*/ 6252137 h 6858000"/>
              <a:gd name="connsiteX444" fmla="*/ 1090144 w 7467600"/>
              <a:gd name="connsiteY444" fmla="*/ 6256748 h 6858000"/>
              <a:gd name="connsiteX445" fmla="*/ 1095872 w 7467600"/>
              <a:gd name="connsiteY445" fmla="*/ 6271892 h 6858000"/>
              <a:gd name="connsiteX446" fmla="*/ 262785 w 7467600"/>
              <a:gd name="connsiteY446" fmla="*/ 6845450 h 6858000"/>
              <a:gd name="connsiteX447" fmla="*/ 209968 w 7467600"/>
              <a:gd name="connsiteY447" fmla="*/ 6770713 h 6858000"/>
              <a:gd name="connsiteX448" fmla="*/ 873460 w 7467600"/>
              <a:gd name="connsiteY448" fmla="*/ 6253768 h 6858000"/>
              <a:gd name="connsiteX449" fmla="*/ 192686 w 7467600"/>
              <a:gd name="connsiteY449" fmla="*/ 5849257 h 6858000"/>
              <a:gd name="connsiteX450" fmla="*/ 4696 w 7467600"/>
              <a:gd name="connsiteY450" fmla="*/ 5697668 h 6858000"/>
              <a:gd name="connsiteX451" fmla="*/ 0 w 7467600"/>
              <a:gd name="connsiteY451" fmla="*/ 5689984 h 6858000"/>
              <a:gd name="connsiteX452" fmla="*/ 0 w 7467600"/>
              <a:gd name="connsiteY452" fmla="*/ 5513472 h 6858000"/>
              <a:gd name="connsiteX453" fmla="*/ 174101 w 7467600"/>
              <a:gd name="connsiteY453" fmla="*/ 5620277 h 6858000"/>
              <a:gd name="connsiteX454" fmla="*/ 891800 w 7467600"/>
              <a:gd name="connsiteY454" fmla="*/ 6036935 h 6858000"/>
              <a:gd name="connsiteX455" fmla="*/ 1072219 w 7467600"/>
              <a:gd name="connsiteY455" fmla="*/ 6169443 h 6858000"/>
              <a:gd name="connsiteX456" fmla="*/ 1074117 w 7467600"/>
              <a:gd name="connsiteY456" fmla="*/ 6170301 h 6858000"/>
              <a:gd name="connsiteX457" fmla="*/ 1083114 w 7467600"/>
              <a:gd name="connsiteY457" fmla="*/ 6174131 h 6858000"/>
              <a:gd name="connsiteX458" fmla="*/ 1543010 w 7467600"/>
              <a:gd name="connsiteY458" fmla="*/ 6191140 h 6858000"/>
              <a:gd name="connsiteX459" fmla="*/ 1551080 w 7467600"/>
              <a:gd name="connsiteY459" fmla="*/ 6195006 h 6858000"/>
              <a:gd name="connsiteX460" fmla="*/ 2345443 w 7467600"/>
              <a:gd name="connsiteY460" fmla="*/ 5549882 h 6858000"/>
              <a:gd name="connsiteX461" fmla="*/ 1721499 w 7467600"/>
              <a:gd name="connsiteY461" fmla="*/ 5599969 h 6858000"/>
              <a:gd name="connsiteX462" fmla="*/ 767716 w 7467600"/>
              <a:gd name="connsiteY462" fmla="*/ 5472768 h 6858000"/>
              <a:gd name="connsiteX463" fmla="*/ 722147 w 7467600"/>
              <a:gd name="connsiteY463" fmla="*/ 5393091 h 6858000"/>
              <a:gd name="connsiteX464" fmla="*/ 1485552 w 7467600"/>
              <a:gd name="connsiteY464" fmla="*/ 5313202 h 6858000"/>
              <a:gd name="connsiteX465" fmla="*/ 2143004 w 7467600"/>
              <a:gd name="connsiteY465" fmla="*/ 5402420 h 6858000"/>
              <a:gd name="connsiteX466" fmla="*/ 1933391 w 7467600"/>
              <a:gd name="connsiteY466" fmla="*/ 5156971 h 6858000"/>
              <a:gd name="connsiteX467" fmla="*/ 1827118 w 7467600"/>
              <a:gd name="connsiteY467" fmla="*/ 4968410 h 6858000"/>
              <a:gd name="connsiteX468" fmla="*/ 1837349 w 7467600"/>
              <a:gd name="connsiteY468" fmla="*/ 4956357 h 6858000"/>
              <a:gd name="connsiteX469" fmla="*/ 2162835 w 7467600"/>
              <a:gd name="connsiteY469" fmla="*/ 5187853 h 6858000"/>
              <a:gd name="connsiteX470" fmla="*/ 2257167 w 7467600"/>
              <a:gd name="connsiteY470" fmla="*/ 5462123 h 6858000"/>
              <a:gd name="connsiteX471" fmla="*/ 2261598 w 7467600"/>
              <a:gd name="connsiteY471" fmla="*/ 5467998 h 6858000"/>
              <a:gd name="connsiteX472" fmla="*/ 2437177 w 7467600"/>
              <a:gd name="connsiteY472" fmla="*/ 5479608 h 6858000"/>
              <a:gd name="connsiteX473" fmla="*/ 2445247 w 7467600"/>
              <a:gd name="connsiteY473" fmla="*/ 5483476 h 6858000"/>
              <a:gd name="connsiteX474" fmla="*/ 2743626 w 7467600"/>
              <a:gd name="connsiteY474" fmla="*/ 5304819 h 6858000"/>
              <a:gd name="connsiteX475" fmla="*/ 3048102 w 7467600"/>
              <a:gd name="connsiteY475" fmla="*/ 5150595 h 6858000"/>
              <a:gd name="connsiteX476" fmla="*/ 1799414 w 7467600"/>
              <a:gd name="connsiteY476" fmla="*/ 4694732 h 6858000"/>
              <a:gd name="connsiteX477" fmla="*/ 1771735 w 7467600"/>
              <a:gd name="connsiteY477" fmla="*/ 4619929 h 6858000"/>
              <a:gd name="connsiteX478" fmla="*/ 3104273 w 7467600"/>
              <a:gd name="connsiteY478" fmla="*/ 5076159 h 6858000"/>
              <a:gd name="connsiteX479" fmla="*/ 3113245 w 7467600"/>
              <a:gd name="connsiteY479" fmla="*/ 5090705 h 6858000"/>
              <a:gd name="connsiteX480" fmla="*/ 3126294 w 7467600"/>
              <a:gd name="connsiteY480" fmla="*/ 5114400 h 6858000"/>
              <a:gd name="connsiteX481" fmla="*/ 3937433 w 7467600"/>
              <a:gd name="connsiteY481" fmla="*/ 4830473 h 6858000"/>
              <a:gd name="connsiteX482" fmla="*/ 3590475 w 7467600"/>
              <a:gd name="connsiteY482" fmla="*/ 4597974 h 6858000"/>
              <a:gd name="connsiteX483" fmla="*/ 3100264 w 7467600"/>
              <a:gd name="connsiteY483" fmla="*/ 4579845 h 6858000"/>
              <a:gd name="connsiteX484" fmla="*/ 2183576 w 7467600"/>
              <a:gd name="connsiteY484" fmla="*/ 4227150 h 6858000"/>
              <a:gd name="connsiteX485" fmla="*/ 2151029 w 7467600"/>
              <a:gd name="connsiteY485" fmla="*/ 4146947 h 6858000"/>
              <a:gd name="connsiteX486" fmla="*/ 3563434 w 7467600"/>
              <a:gd name="connsiteY486" fmla="*/ 4469115 h 6858000"/>
              <a:gd name="connsiteX487" fmla="*/ 3177952 w 7467600"/>
              <a:gd name="connsiteY487" fmla="*/ 3657386 h 6858000"/>
              <a:gd name="connsiteX488" fmla="*/ 3189263 w 7467600"/>
              <a:gd name="connsiteY488" fmla="*/ 3625726 h 6858000"/>
              <a:gd name="connsiteX489" fmla="*/ 3560912 w 7467600"/>
              <a:gd name="connsiteY489" fmla="*/ 4079863 h 6858000"/>
              <a:gd name="connsiteX490" fmla="*/ 3626636 w 7467600"/>
              <a:gd name="connsiteY490" fmla="*/ 4512230 h 6858000"/>
              <a:gd name="connsiteX491" fmla="*/ 3653088 w 7467600"/>
              <a:gd name="connsiteY491" fmla="*/ 4521417 h 6858000"/>
              <a:gd name="connsiteX492" fmla="*/ 3988128 w 7467600"/>
              <a:gd name="connsiteY492" fmla="*/ 4817267 h 6858000"/>
              <a:gd name="connsiteX493" fmla="*/ 4830582 w 7467600"/>
              <a:gd name="connsiteY493" fmla="*/ 4676000 h 6858000"/>
              <a:gd name="connsiteX494" fmla="*/ 4830100 w 7467600"/>
              <a:gd name="connsiteY494" fmla="*/ 4675554 h 6858000"/>
              <a:gd name="connsiteX495" fmla="*/ 4036318 w 7467600"/>
              <a:gd name="connsiteY495" fmla="*/ 4147013 h 6858000"/>
              <a:gd name="connsiteX496" fmla="*/ 3432098 w 7467600"/>
              <a:gd name="connsiteY496" fmla="*/ 3537312 h 6858000"/>
              <a:gd name="connsiteX497" fmla="*/ 3446761 w 7467600"/>
              <a:gd name="connsiteY497" fmla="*/ 3461278 h 6858000"/>
              <a:gd name="connsiteX498" fmla="*/ 4419733 w 7467600"/>
              <a:gd name="connsiteY498" fmla="*/ 3963555 h 6858000"/>
              <a:gd name="connsiteX499" fmla="*/ 4781371 w 7467600"/>
              <a:gd name="connsiteY499" fmla="*/ 4458604 h 6858000"/>
              <a:gd name="connsiteX500" fmla="*/ 4780440 w 7467600"/>
              <a:gd name="connsiteY500" fmla="*/ 4470290 h 6858000"/>
              <a:gd name="connsiteX501" fmla="*/ 4898954 w 7467600"/>
              <a:gd name="connsiteY501" fmla="*/ 4662092 h 6858000"/>
              <a:gd name="connsiteX502" fmla="*/ 4900699 w 7467600"/>
              <a:gd name="connsiteY502" fmla="*/ 4670867 h 6858000"/>
              <a:gd name="connsiteX503" fmla="*/ 5714511 w 7467600"/>
              <a:gd name="connsiteY503" fmla="*/ 4663483 h 6858000"/>
              <a:gd name="connsiteX504" fmla="*/ 5464793 w 7467600"/>
              <a:gd name="connsiteY504" fmla="*/ 4393556 h 6858000"/>
              <a:gd name="connsiteX505" fmla="*/ 5461897 w 7467600"/>
              <a:gd name="connsiteY505" fmla="*/ 4390879 h 6858000"/>
              <a:gd name="connsiteX506" fmla="*/ 4294126 w 7467600"/>
              <a:gd name="connsiteY506" fmla="*/ 3303048 h 6858000"/>
              <a:gd name="connsiteX507" fmla="*/ 4305321 w 7467600"/>
              <a:gd name="connsiteY507" fmla="*/ 3256953 h 6858000"/>
              <a:gd name="connsiteX508" fmla="*/ 4949299 w 7467600"/>
              <a:gd name="connsiteY508" fmla="*/ 3766336 h 6858000"/>
              <a:gd name="connsiteX509" fmla="*/ 5291452 w 7467600"/>
              <a:gd name="connsiteY509" fmla="*/ 4076801 h 6858000"/>
              <a:gd name="connsiteX510" fmla="*/ 5434998 w 7467600"/>
              <a:gd name="connsiteY510" fmla="*/ 4254100 h 6858000"/>
              <a:gd name="connsiteX511" fmla="*/ 5351015 w 7467600"/>
              <a:gd name="connsiteY511" fmla="*/ 3760989 h 6858000"/>
              <a:gd name="connsiteX512" fmla="*/ 5413780 w 7467600"/>
              <a:gd name="connsiteY512" fmla="*/ 2966265 h 6858000"/>
              <a:gd name="connsiteX513" fmla="*/ 5425627 w 7467600"/>
              <a:gd name="connsiteY513" fmla="*/ 2954192 h 6858000"/>
              <a:gd name="connsiteX514" fmla="*/ 6604735 w 7467600"/>
              <a:gd name="connsiteY514" fmla="*/ 2041381 h 6858000"/>
              <a:gd name="connsiteX515" fmla="*/ 7204487 w 7467600"/>
              <a:gd name="connsiteY515" fmla="*/ 2742112 h 6858000"/>
              <a:gd name="connsiteX516" fmla="*/ 7131592 w 7467600"/>
              <a:gd name="connsiteY516" fmla="*/ 2672096 h 6858000"/>
              <a:gd name="connsiteX517" fmla="*/ 6996344 w 7467600"/>
              <a:gd name="connsiteY517" fmla="*/ 2518310 h 6858000"/>
              <a:gd name="connsiteX518" fmla="*/ 6735495 w 7467600"/>
              <a:gd name="connsiteY518" fmla="*/ 2196890 h 6858000"/>
              <a:gd name="connsiteX519" fmla="*/ 6721901 w 7467600"/>
              <a:gd name="connsiteY519" fmla="*/ 2179274 h 6858000"/>
              <a:gd name="connsiteX520" fmla="*/ 6604735 w 7467600"/>
              <a:gd name="connsiteY520" fmla="*/ 2041381 h 6858000"/>
              <a:gd name="connsiteX521" fmla="*/ 6591670 w 7467600"/>
              <a:gd name="connsiteY521" fmla="*/ 1988277 h 6858000"/>
              <a:gd name="connsiteX522" fmla="*/ 6747349 w 7467600"/>
              <a:gd name="connsiteY522" fmla="*/ 2160069 h 6858000"/>
              <a:gd name="connsiteX523" fmla="*/ 6760943 w 7467600"/>
              <a:gd name="connsiteY523" fmla="*/ 2177686 h 6858000"/>
              <a:gd name="connsiteX524" fmla="*/ 7021065 w 7467600"/>
              <a:gd name="connsiteY524" fmla="*/ 2498102 h 6858000"/>
              <a:gd name="connsiteX525" fmla="*/ 7155223 w 7467600"/>
              <a:gd name="connsiteY525" fmla="*/ 2650386 h 6858000"/>
              <a:gd name="connsiteX526" fmla="*/ 7203167 w 7467600"/>
              <a:gd name="connsiteY526" fmla="*/ 2697288 h 6858000"/>
              <a:gd name="connsiteX527" fmla="*/ 6937703 w 7467600"/>
              <a:gd name="connsiteY527" fmla="*/ 2321981 h 6858000"/>
              <a:gd name="connsiteX528" fmla="*/ 6591670 w 7467600"/>
              <a:gd name="connsiteY528" fmla="*/ 1988277 h 6858000"/>
              <a:gd name="connsiteX529" fmla="*/ 5798671 w 7467600"/>
              <a:gd name="connsiteY529" fmla="*/ 1981601 h 6858000"/>
              <a:gd name="connsiteX530" fmla="*/ 5754709 w 7467600"/>
              <a:gd name="connsiteY530" fmla="*/ 2071454 h 6858000"/>
              <a:gd name="connsiteX531" fmla="*/ 5763044 w 7467600"/>
              <a:gd name="connsiteY531" fmla="*/ 2842206 h 6858000"/>
              <a:gd name="connsiteX532" fmla="*/ 5764974 w 7467600"/>
              <a:gd name="connsiteY532" fmla="*/ 2799609 h 6858000"/>
              <a:gd name="connsiteX533" fmla="*/ 5767665 w 7467600"/>
              <a:gd name="connsiteY533" fmla="*/ 2666409 h 6858000"/>
              <a:gd name="connsiteX534" fmla="*/ 5763055 w 7467600"/>
              <a:gd name="connsiteY534" fmla="*/ 2579705 h 6858000"/>
              <a:gd name="connsiteX535" fmla="*/ 5758079 w 7467600"/>
              <a:gd name="connsiteY535" fmla="*/ 2492508 h 6858000"/>
              <a:gd name="connsiteX536" fmla="*/ 5779325 w 7467600"/>
              <a:gd name="connsiteY536" fmla="*/ 2197069 h 6858000"/>
              <a:gd name="connsiteX537" fmla="*/ 5798671 w 7467600"/>
              <a:gd name="connsiteY537" fmla="*/ 1981601 h 6858000"/>
              <a:gd name="connsiteX538" fmla="*/ 5829202 w 7467600"/>
              <a:gd name="connsiteY538" fmla="*/ 1971679 h 6858000"/>
              <a:gd name="connsiteX539" fmla="*/ 5809558 w 7467600"/>
              <a:gd name="connsiteY539" fmla="*/ 2198043 h 6858000"/>
              <a:gd name="connsiteX540" fmla="*/ 5788653 w 7467600"/>
              <a:gd name="connsiteY540" fmla="*/ 2489430 h 6858000"/>
              <a:gd name="connsiteX541" fmla="*/ 5793439 w 7467600"/>
              <a:gd name="connsiteY541" fmla="*/ 2575235 h 6858000"/>
              <a:gd name="connsiteX542" fmla="*/ 5796837 w 7467600"/>
              <a:gd name="connsiteY542" fmla="*/ 2637633 h 6858000"/>
              <a:gd name="connsiteX543" fmla="*/ 5818614 w 7467600"/>
              <a:gd name="connsiteY543" fmla="*/ 2473055 h 6858000"/>
              <a:gd name="connsiteX544" fmla="*/ 5829202 w 7467600"/>
              <a:gd name="connsiteY544" fmla="*/ 1971679 h 6858000"/>
              <a:gd name="connsiteX545" fmla="*/ 5911389 w 7467600"/>
              <a:gd name="connsiteY545" fmla="*/ 1898371 h 6858000"/>
              <a:gd name="connsiteX546" fmla="*/ 6237627 w 7467600"/>
              <a:gd name="connsiteY546" fmla="*/ 2231921 h 6858000"/>
              <a:gd name="connsiteX547" fmla="*/ 5911389 w 7467600"/>
              <a:gd name="connsiteY547" fmla="*/ 1898371 h 6858000"/>
              <a:gd name="connsiteX548" fmla="*/ 6944437 w 7467600"/>
              <a:gd name="connsiteY548" fmla="*/ 1575402 h 6858000"/>
              <a:gd name="connsiteX549" fmla="*/ 6304730 w 7467600"/>
              <a:gd name="connsiteY549" fmla="*/ 1766654 h 6858000"/>
              <a:gd name="connsiteX550" fmla="*/ 6944437 w 7467600"/>
              <a:gd name="connsiteY550" fmla="*/ 1575402 h 6858000"/>
              <a:gd name="connsiteX551" fmla="*/ 7019523 w 7467600"/>
              <a:gd name="connsiteY551" fmla="*/ 1519450 h 6858000"/>
              <a:gd name="connsiteX552" fmla="*/ 6298091 w 7467600"/>
              <a:gd name="connsiteY552" fmla="*/ 1737122 h 6858000"/>
              <a:gd name="connsiteX553" fmla="*/ 7019523 w 7467600"/>
              <a:gd name="connsiteY553" fmla="*/ 1519450 h 6858000"/>
              <a:gd name="connsiteX554" fmla="*/ 2399523 w 7467600"/>
              <a:gd name="connsiteY554" fmla="*/ 1428234 h 6858000"/>
              <a:gd name="connsiteX555" fmla="*/ 2224982 w 7467600"/>
              <a:gd name="connsiteY555" fmla="*/ 1826201 h 6858000"/>
              <a:gd name="connsiteX556" fmla="*/ 2096099 w 7467600"/>
              <a:gd name="connsiteY556" fmla="*/ 2345900 h 6858000"/>
              <a:gd name="connsiteX557" fmla="*/ 2283317 w 7467600"/>
              <a:gd name="connsiteY557" fmla="*/ 1796925 h 6858000"/>
              <a:gd name="connsiteX558" fmla="*/ 2399523 w 7467600"/>
              <a:gd name="connsiteY558" fmla="*/ 1428234 h 6858000"/>
              <a:gd name="connsiteX559" fmla="*/ 2448558 w 7467600"/>
              <a:gd name="connsiteY559" fmla="*/ 1373435 h 6858000"/>
              <a:gd name="connsiteX560" fmla="*/ 2312521 w 7467600"/>
              <a:gd name="connsiteY560" fmla="*/ 1806140 h 6858000"/>
              <a:gd name="connsiteX561" fmla="*/ 2127533 w 7467600"/>
              <a:gd name="connsiteY561" fmla="*/ 2348380 h 6858000"/>
              <a:gd name="connsiteX562" fmla="*/ 2358080 w 7467600"/>
              <a:gd name="connsiteY562" fmla="*/ 1866134 h 6858000"/>
              <a:gd name="connsiteX563" fmla="*/ 2407436 w 7467600"/>
              <a:gd name="connsiteY563" fmla="*/ 1651070 h 6858000"/>
              <a:gd name="connsiteX564" fmla="*/ 2448558 w 7467600"/>
              <a:gd name="connsiteY564" fmla="*/ 1373435 h 6858000"/>
              <a:gd name="connsiteX565" fmla="*/ 278707 w 7467600"/>
              <a:gd name="connsiteY565" fmla="*/ 1352270 h 6858000"/>
              <a:gd name="connsiteX566" fmla="*/ 321570 w 7467600"/>
              <a:gd name="connsiteY566" fmla="*/ 1861610 h 6858000"/>
              <a:gd name="connsiteX567" fmla="*/ 294281 w 7467600"/>
              <a:gd name="connsiteY567" fmla="*/ 1440658 h 6858000"/>
              <a:gd name="connsiteX568" fmla="*/ 278707 w 7467600"/>
              <a:gd name="connsiteY568" fmla="*/ 1352270 h 6858000"/>
              <a:gd name="connsiteX569" fmla="*/ 1423821 w 7467600"/>
              <a:gd name="connsiteY569" fmla="*/ 1351958 h 6858000"/>
              <a:gd name="connsiteX570" fmla="*/ 1638521 w 7467600"/>
              <a:gd name="connsiteY570" fmla="*/ 1908470 h 6858000"/>
              <a:gd name="connsiteX571" fmla="*/ 1754199 w 7467600"/>
              <a:gd name="connsiteY571" fmla="*/ 2149284 h 6858000"/>
              <a:gd name="connsiteX572" fmla="*/ 1908359 w 7467600"/>
              <a:gd name="connsiteY572" fmla="*/ 2364988 h 6858000"/>
              <a:gd name="connsiteX573" fmla="*/ 1647661 w 7467600"/>
              <a:gd name="connsiteY573" fmla="*/ 1825945 h 6858000"/>
              <a:gd name="connsiteX574" fmla="*/ 1423821 w 7467600"/>
              <a:gd name="connsiteY574" fmla="*/ 1351958 h 6858000"/>
              <a:gd name="connsiteX575" fmla="*/ 1431890 w 7467600"/>
              <a:gd name="connsiteY575" fmla="*/ 1306475 h 6858000"/>
              <a:gd name="connsiteX576" fmla="*/ 1507597 w 7467600"/>
              <a:gd name="connsiteY576" fmla="*/ 1446132 h 6858000"/>
              <a:gd name="connsiteX577" fmla="*/ 1674586 w 7467600"/>
              <a:gd name="connsiteY577" fmla="*/ 1813832 h 6858000"/>
              <a:gd name="connsiteX578" fmla="*/ 1815950 w 7467600"/>
              <a:gd name="connsiteY578" fmla="*/ 2128564 h 6858000"/>
              <a:gd name="connsiteX579" fmla="*/ 1984242 w 7467600"/>
              <a:gd name="connsiteY579" fmla="*/ 2430829 h 6858000"/>
              <a:gd name="connsiteX580" fmla="*/ 2014023 w 7467600"/>
              <a:gd name="connsiteY580" fmla="*/ 2450995 h 6858000"/>
              <a:gd name="connsiteX581" fmla="*/ 1747337 w 7467600"/>
              <a:gd name="connsiteY581" fmla="*/ 1855264 h 6858000"/>
              <a:gd name="connsiteX582" fmla="*/ 1533749 w 7467600"/>
              <a:gd name="connsiteY582" fmla="*/ 1478656 h 6858000"/>
              <a:gd name="connsiteX583" fmla="*/ 1431890 w 7467600"/>
              <a:gd name="connsiteY583" fmla="*/ 1306475 h 6858000"/>
              <a:gd name="connsiteX584" fmla="*/ 5052692 w 7467600"/>
              <a:gd name="connsiteY584" fmla="*/ 1292994 h 6858000"/>
              <a:gd name="connsiteX585" fmla="*/ 5200661 w 7467600"/>
              <a:gd name="connsiteY585" fmla="*/ 1635186 h 6858000"/>
              <a:gd name="connsiteX586" fmla="*/ 5297138 w 7467600"/>
              <a:gd name="connsiteY586" fmla="*/ 1906351 h 6858000"/>
              <a:gd name="connsiteX587" fmla="*/ 5052692 w 7467600"/>
              <a:gd name="connsiteY587" fmla="*/ 1292994 h 6858000"/>
              <a:gd name="connsiteX588" fmla="*/ 5009948 w 7467600"/>
              <a:gd name="connsiteY588" fmla="*/ 1273619 h 6858000"/>
              <a:gd name="connsiteX589" fmla="*/ 5121777 w 7467600"/>
              <a:gd name="connsiteY589" fmla="*/ 1654213 h 6858000"/>
              <a:gd name="connsiteX590" fmla="*/ 5293545 w 7467600"/>
              <a:gd name="connsiteY590" fmla="*/ 2072247 h 6858000"/>
              <a:gd name="connsiteX591" fmla="*/ 5294042 w 7467600"/>
              <a:gd name="connsiteY591" fmla="*/ 2065019 h 6858000"/>
              <a:gd name="connsiteX592" fmla="*/ 5171936 w 7467600"/>
              <a:gd name="connsiteY592" fmla="*/ 1647613 h 6858000"/>
              <a:gd name="connsiteX593" fmla="*/ 5009948 w 7467600"/>
              <a:gd name="connsiteY593" fmla="*/ 1273619 h 6858000"/>
              <a:gd name="connsiteX594" fmla="*/ 655236 w 7467600"/>
              <a:gd name="connsiteY594" fmla="*/ 1268632 h 6858000"/>
              <a:gd name="connsiteX595" fmla="*/ 839521 w 7467600"/>
              <a:gd name="connsiteY595" fmla="*/ 1685315 h 6858000"/>
              <a:gd name="connsiteX596" fmla="*/ 1109416 w 7467600"/>
              <a:gd name="connsiteY596" fmla="*/ 2061663 h 6858000"/>
              <a:gd name="connsiteX597" fmla="*/ 1298300 w 7467600"/>
              <a:gd name="connsiteY597" fmla="*/ 2247742 h 6858000"/>
              <a:gd name="connsiteX598" fmla="*/ 1125871 w 7467600"/>
              <a:gd name="connsiteY598" fmla="*/ 1989513 h 6858000"/>
              <a:gd name="connsiteX599" fmla="*/ 981574 w 7467600"/>
              <a:gd name="connsiteY599" fmla="*/ 1783157 h 6858000"/>
              <a:gd name="connsiteX600" fmla="*/ 922198 w 7467600"/>
              <a:gd name="connsiteY600" fmla="*/ 1677437 h 6858000"/>
              <a:gd name="connsiteX601" fmla="*/ 869293 w 7467600"/>
              <a:gd name="connsiteY601" fmla="*/ 1583214 h 6858000"/>
              <a:gd name="connsiteX602" fmla="*/ 751431 w 7467600"/>
              <a:gd name="connsiteY602" fmla="*/ 1405731 h 6858000"/>
              <a:gd name="connsiteX603" fmla="*/ 655236 w 7467600"/>
              <a:gd name="connsiteY603" fmla="*/ 1268632 h 6858000"/>
              <a:gd name="connsiteX604" fmla="*/ 6516292 w 7467600"/>
              <a:gd name="connsiteY604" fmla="*/ 1263064 h 6858000"/>
              <a:gd name="connsiteX605" fmla="*/ 5736320 w 7467600"/>
              <a:gd name="connsiteY605" fmla="*/ 1501803 h 6858000"/>
              <a:gd name="connsiteX606" fmla="*/ 6516292 w 7467600"/>
              <a:gd name="connsiteY606" fmla="*/ 1263064 h 6858000"/>
              <a:gd name="connsiteX607" fmla="*/ 291466 w 7467600"/>
              <a:gd name="connsiteY607" fmla="*/ 1250369 h 6858000"/>
              <a:gd name="connsiteX608" fmla="*/ 323180 w 7467600"/>
              <a:gd name="connsiteY608" fmla="*/ 1435283 h 6858000"/>
              <a:gd name="connsiteX609" fmla="*/ 349381 w 7467600"/>
              <a:gd name="connsiteY609" fmla="*/ 1875041 h 6858000"/>
              <a:gd name="connsiteX610" fmla="*/ 374363 w 7467600"/>
              <a:gd name="connsiteY610" fmla="*/ 1506494 h 6858000"/>
              <a:gd name="connsiteX611" fmla="*/ 302168 w 7467600"/>
              <a:gd name="connsiteY611" fmla="*/ 1274495 h 6858000"/>
              <a:gd name="connsiteX612" fmla="*/ 291466 w 7467600"/>
              <a:gd name="connsiteY612" fmla="*/ 1250369 h 6858000"/>
              <a:gd name="connsiteX613" fmla="*/ 678222 w 7467600"/>
              <a:gd name="connsiteY613" fmla="*/ 1248670 h 6858000"/>
              <a:gd name="connsiteX614" fmla="*/ 775536 w 7467600"/>
              <a:gd name="connsiteY614" fmla="*/ 1388015 h 6858000"/>
              <a:gd name="connsiteX615" fmla="*/ 894529 w 7467600"/>
              <a:gd name="connsiteY615" fmla="*/ 1567739 h 6858000"/>
              <a:gd name="connsiteX616" fmla="*/ 948000 w 7467600"/>
              <a:gd name="connsiteY616" fmla="*/ 1663088 h 6858000"/>
              <a:gd name="connsiteX617" fmla="*/ 1006812 w 7467600"/>
              <a:gd name="connsiteY617" fmla="*/ 1767683 h 6858000"/>
              <a:gd name="connsiteX618" fmla="*/ 1149133 w 7467600"/>
              <a:gd name="connsiteY618" fmla="*/ 1971513 h 6858000"/>
              <a:gd name="connsiteX619" fmla="*/ 1333952 w 7467600"/>
              <a:gd name="connsiteY619" fmla="*/ 2251620 h 6858000"/>
              <a:gd name="connsiteX620" fmla="*/ 1337329 w 7467600"/>
              <a:gd name="connsiteY620" fmla="*/ 2258350 h 6858000"/>
              <a:gd name="connsiteX621" fmla="*/ 1014726 w 7467600"/>
              <a:gd name="connsiteY621" fmla="*/ 1615556 h 6858000"/>
              <a:gd name="connsiteX622" fmla="*/ 678222 w 7467600"/>
              <a:gd name="connsiteY622" fmla="*/ 1248670 h 6858000"/>
              <a:gd name="connsiteX623" fmla="*/ 6691602 w 7467600"/>
              <a:gd name="connsiteY623" fmla="*/ 1140573 h 6858000"/>
              <a:gd name="connsiteX624" fmla="*/ 6571100 w 7467600"/>
              <a:gd name="connsiteY624" fmla="*/ 1183662 h 6858000"/>
              <a:gd name="connsiteX625" fmla="*/ 6241687 w 7467600"/>
              <a:gd name="connsiteY625" fmla="*/ 1257600 h 6858000"/>
              <a:gd name="connsiteX626" fmla="*/ 5693009 w 7467600"/>
              <a:gd name="connsiteY626" fmla="*/ 1478256 h 6858000"/>
              <a:gd name="connsiteX627" fmla="*/ 6548420 w 7467600"/>
              <a:gd name="connsiteY627" fmla="*/ 1214599 h 6858000"/>
              <a:gd name="connsiteX628" fmla="*/ 6605473 w 7467600"/>
              <a:gd name="connsiteY628" fmla="*/ 1184686 h 6858000"/>
              <a:gd name="connsiteX629" fmla="*/ 6691602 w 7467600"/>
              <a:gd name="connsiteY629" fmla="*/ 1140573 h 6858000"/>
              <a:gd name="connsiteX630" fmla="*/ 4002475 w 7467600"/>
              <a:gd name="connsiteY630" fmla="*/ 1037802 h 6858000"/>
              <a:gd name="connsiteX631" fmla="*/ 4000324 w 7467600"/>
              <a:gd name="connsiteY631" fmla="*/ 1039362 h 6858000"/>
              <a:gd name="connsiteX632" fmla="*/ 4002862 w 7467600"/>
              <a:gd name="connsiteY632" fmla="*/ 1042866 h 6858000"/>
              <a:gd name="connsiteX633" fmla="*/ 4002475 w 7467600"/>
              <a:gd name="connsiteY633" fmla="*/ 1037802 h 6858000"/>
              <a:gd name="connsiteX634" fmla="*/ 506322 w 7467600"/>
              <a:gd name="connsiteY634" fmla="*/ 1020997 h 6858000"/>
              <a:gd name="connsiteX635" fmla="*/ 533068 w 7467600"/>
              <a:gd name="connsiteY635" fmla="*/ 1029409 h 6858000"/>
              <a:gd name="connsiteX636" fmla="*/ 1232525 w 7467600"/>
              <a:gd name="connsiteY636" fmla="*/ 1804675 h 6858000"/>
              <a:gd name="connsiteX637" fmla="*/ 1388858 w 7467600"/>
              <a:gd name="connsiteY637" fmla="*/ 2368011 h 6858000"/>
              <a:gd name="connsiteX638" fmla="*/ 1384098 w 7467600"/>
              <a:gd name="connsiteY638" fmla="*/ 2378125 h 6858000"/>
              <a:gd name="connsiteX639" fmla="*/ 1425393 w 7467600"/>
              <a:gd name="connsiteY639" fmla="*/ 2589124 h 6858000"/>
              <a:gd name="connsiteX640" fmla="*/ 1424001 w 7467600"/>
              <a:gd name="connsiteY640" fmla="*/ 2597541 h 6858000"/>
              <a:gd name="connsiteX641" fmla="*/ 2152729 w 7467600"/>
              <a:gd name="connsiteY641" fmla="*/ 2864487 h 6858000"/>
              <a:gd name="connsiteX642" fmla="*/ 2020609 w 7467600"/>
              <a:gd name="connsiteY642" fmla="*/ 2539671 h 6858000"/>
              <a:gd name="connsiteX643" fmla="*/ 2018920 w 7467600"/>
              <a:gd name="connsiteY643" fmla="*/ 2536309 h 6858000"/>
              <a:gd name="connsiteX644" fmla="*/ 1342441 w 7467600"/>
              <a:gd name="connsiteY644" fmla="*/ 1173017 h 6858000"/>
              <a:gd name="connsiteX645" fmla="*/ 1367925 w 7467600"/>
              <a:gd name="connsiteY645" fmla="*/ 1135648 h 6858000"/>
              <a:gd name="connsiteX646" fmla="*/ 1771401 w 7467600"/>
              <a:gd name="connsiteY646" fmla="*/ 1806673 h 6858000"/>
              <a:gd name="connsiteX647" fmla="*/ 1972385 w 7467600"/>
              <a:gd name="connsiteY647" fmla="*/ 2198735 h 6858000"/>
              <a:gd name="connsiteX648" fmla="*/ 2040892 w 7467600"/>
              <a:gd name="connsiteY648" fmla="*/ 2405205 h 6858000"/>
              <a:gd name="connsiteX649" fmla="*/ 2131689 w 7467600"/>
              <a:gd name="connsiteY649" fmla="*/ 1936926 h 6858000"/>
              <a:gd name="connsiteX650" fmla="*/ 2454820 w 7467600"/>
              <a:gd name="connsiteY650" fmla="*/ 1248808 h 6858000"/>
              <a:gd name="connsiteX651" fmla="*/ 2492512 w 7467600"/>
              <a:gd name="connsiteY651" fmla="*/ 1302920 h 6858000"/>
              <a:gd name="connsiteX652" fmla="*/ 2081216 w 7467600"/>
              <a:gd name="connsiteY652" fmla="*/ 2527513 h 6858000"/>
              <a:gd name="connsiteX653" fmla="*/ 2081211 w 7467600"/>
              <a:gd name="connsiteY653" fmla="*/ 2528916 h 6858000"/>
              <a:gd name="connsiteX654" fmla="*/ 2199067 w 7467600"/>
              <a:gd name="connsiteY654" fmla="*/ 2884061 h 6858000"/>
              <a:gd name="connsiteX655" fmla="*/ 3192586 w 7467600"/>
              <a:gd name="connsiteY655" fmla="*/ 3411496 h 6858000"/>
              <a:gd name="connsiteX656" fmla="*/ 3182620 w 7467600"/>
              <a:gd name="connsiteY656" fmla="*/ 3483279 h 6858000"/>
              <a:gd name="connsiteX657" fmla="*/ 2435119 w 7467600"/>
              <a:gd name="connsiteY657" fmla="*/ 3080173 h 6858000"/>
              <a:gd name="connsiteX658" fmla="*/ 2410152 w 7467600"/>
              <a:gd name="connsiteY658" fmla="*/ 3063751 h 6858000"/>
              <a:gd name="connsiteX659" fmla="*/ 2408099 w 7467600"/>
              <a:gd name="connsiteY659" fmla="*/ 3064403 h 6858000"/>
              <a:gd name="connsiteX660" fmla="*/ 2407218 w 7467600"/>
              <a:gd name="connsiteY660" fmla="*/ 3070324 h 6858000"/>
              <a:gd name="connsiteX661" fmla="*/ 2380138 w 7467600"/>
              <a:gd name="connsiteY661" fmla="*/ 3099341 h 6858000"/>
              <a:gd name="connsiteX662" fmla="*/ 1765923 w 7467600"/>
              <a:gd name="connsiteY662" fmla="*/ 3581043 h 6858000"/>
              <a:gd name="connsiteX663" fmla="*/ 1702258 w 7467600"/>
              <a:gd name="connsiteY663" fmla="*/ 3612286 h 6858000"/>
              <a:gd name="connsiteX664" fmla="*/ 1538370 w 7467600"/>
              <a:gd name="connsiteY664" fmla="*/ 3811804 h 6858000"/>
              <a:gd name="connsiteX665" fmla="*/ 542867 w 7467600"/>
              <a:gd name="connsiteY665" fmla="*/ 4944092 h 6858000"/>
              <a:gd name="connsiteX666" fmla="*/ 515800 w 7467600"/>
              <a:gd name="connsiteY666" fmla="*/ 4862180 h 6858000"/>
              <a:gd name="connsiteX667" fmla="*/ 909145 w 7467600"/>
              <a:gd name="connsiteY667" fmla="*/ 4199225 h 6858000"/>
              <a:gd name="connsiteX668" fmla="*/ 1214067 w 7467600"/>
              <a:gd name="connsiteY668" fmla="*/ 3908561 h 6858000"/>
              <a:gd name="connsiteX669" fmla="*/ 640967 w 7467600"/>
              <a:gd name="connsiteY669" fmla="*/ 4105601 h 6858000"/>
              <a:gd name="connsiteX670" fmla="*/ 112563 w 7467600"/>
              <a:gd name="connsiteY670" fmla="*/ 4396952 h 6858000"/>
              <a:gd name="connsiteX671" fmla="*/ 0 w 7467600"/>
              <a:gd name="connsiteY671" fmla="*/ 4466006 h 6858000"/>
              <a:gd name="connsiteX672" fmla="*/ 0 w 7467600"/>
              <a:gd name="connsiteY672" fmla="*/ 4233763 h 6858000"/>
              <a:gd name="connsiteX673" fmla="*/ 36881 w 7467600"/>
              <a:gd name="connsiteY673" fmla="*/ 4200118 h 6858000"/>
              <a:gd name="connsiteX674" fmla="*/ 910534 w 7467600"/>
              <a:gd name="connsiteY674" fmla="*/ 3629753 h 6858000"/>
              <a:gd name="connsiteX675" fmla="*/ 1578717 w 7467600"/>
              <a:gd name="connsiteY675" fmla="*/ 3575982 h 6858000"/>
              <a:gd name="connsiteX676" fmla="*/ 2338780 w 7467600"/>
              <a:gd name="connsiteY676" fmla="*/ 3033725 h 6858000"/>
              <a:gd name="connsiteX677" fmla="*/ 1807991 w 7467600"/>
              <a:gd name="connsiteY677" fmla="*/ 2807184 h 6858000"/>
              <a:gd name="connsiteX678" fmla="*/ 1416358 w 7467600"/>
              <a:gd name="connsiteY678" fmla="*/ 3112571 h 6858000"/>
              <a:gd name="connsiteX679" fmla="*/ 939066 w 7467600"/>
              <a:gd name="connsiteY679" fmla="*/ 3378798 h 6858000"/>
              <a:gd name="connsiteX680" fmla="*/ 115099 w 7467600"/>
              <a:gd name="connsiteY680" fmla="*/ 3607650 h 6858000"/>
              <a:gd name="connsiteX681" fmla="*/ 97284 w 7467600"/>
              <a:gd name="connsiteY681" fmla="*/ 3520393 h 6858000"/>
              <a:gd name="connsiteX682" fmla="*/ 922050 w 7467600"/>
              <a:gd name="connsiteY682" fmla="*/ 3074867 h 6858000"/>
              <a:gd name="connsiteX683" fmla="*/ 1405265 w 7467600"/>
              <a:gd name="connsiteY683" fmla="*/ 3016319 h 6858000"/>
              <a:gd name="connsiteX684" fmla="*/ 1407512 w 7467600"/>
              <a:gd name="connsiteY684" fmla="*/ 3018001 h 6858000"/>
              <a:gd name="connsiteX685" fmla="*/ 1726266 w 7467600"/>
              <a:gd name="connsiteY685" fmla="*/ 2777274 h 6858000"/>
              <a:gd name="connsiteX686" fmla="*/ 625390 w 7467600"/>
              <a:gd name="connsiteY686" fmla="*/ 2514541 h 6858000"/>
              <a:gd name="connsiteX687" fmla="*/ 619799 w 7467600"/>
              <a:gd name="connsiteY687" fmla="*/ 2527180 h 6858000"/>
              <a:gd name="connsiteX688" fmla="*/ 310030 w 7467600"/>
              <a:gd name="connsiteY688" fmla="*/ 2771818 h 6858000"/>
              <a:gd name="connsiteX689" fmla="*/ 173877 w 7467600"/>
              <a:gd name="connsiteY689" fmla="*/ 2937056 h 6858000"/>
              <a:gd name="connsiteX690" fmla="*/ 77889 w 7467600"/>
              <a:gd name="connsiteY690" fmla="*/ 3138440 h 6858000"/>
              <a:gd name="connsiteX691" fmla="*/ 0 w 7467600"/>
              <a:gd name="connsiteY691" fmla="*/ 3271395 h 6858000"/>
              <a:gd name="connsiteX692" fmla="*/ 0 w 7467600"/>
              <a:gd name="connsiteY692" fmla="*/ 3153002 h 6858000"/>
              <a:gd name="connsiteX693" fmla="*/ 2386 w 7467600"/>
              <a:gd name="connsiteY693" fmla="*/ 3149203 h 6858000"/>
              <a:gd name="connsiteX694" fmla="*/ 89753 w 7467600"/>
              <a:gd name="connsiteY694" fmla="*/ 2987702 h 6858000"/>
              <a:gd name="connsiteX695" fmla="*/ 76869 w 7467600"/>
              <a:gd name="connsiteY695" fmla="*/ 3005404 h 6858000"/>
              <a:gd name="connsiteX696" fmla="*/ 32049 w 7467600"/>
              <a:gd name="connsiteY696" fmla="*/ 3065814 h 6858000"/>
              <a:gd name="connsiteX697" fmla="*/ 0 w 7467600"/>
              <a:gd name="connsiteY697" fmla="*/ 3108744 h 6858000"/>
              <a:gd name="connsiteX698" fmla="*/ 0 w 7467600"/>
              <a:gd name="connsiteY698" fmla="*/ 3058059 h 6858000"/>
              <a:gd name="connsiteX699" fmla="*/ 7610 w 7467600"/>
              <a:gd name="connsiteY699" fmla="*/ 3047889 h 6858000"/>
              <a:gd name="connsiteX700" fmla="*/ 52419 w 7467600"/>
              <a:gd name="connsiteY700" fmla="*/ 2987479 h 6858000"/>
              <a:gd name="connsiteX701" fmla="*/ 59142 w 7467600"/>
              <a:gd name="connsiteY701" fmla="*/ 2978488 h 6858000"/>
              <a:gd name="connsiteX702" fmla="*/ 0 w 7467600"/>
              <a:gd name="connsiteY702" fmla="*/ 3015334 h 6858000"/>
              <a:gd name="connsiteX703" fmla="*/ 0 w 7467600"/>
              <a:gd name="connsiteY703" fmla="*/ 2914286 h 6858000"/>
              <a:gd name="connsiteX704" fmla="*/ 36383 w 7467600"/>
              <a:gd name="connsiteY704" fmla="*/ 2901128 h 6858000"/>
              <a:gd name="connsiteX705" fmla="*/ 156329 w 7467600"/>
              <a:gd name="connsiteY705" fmla="*/ 2840533 h 6858000"/>
              <a:gd name="connsiteX706" fmla="*/ 358355 w 7467600"/>
              <a:gd name="connsiteY706" fmla="*/ 2620471 h 6858000"/>
              <a:gd name="connsiteX707" fmla="*/ 510577 w 7467600"/>
              <a:gd name="connsiteY707" fmla="*/ 2501244 h 6858000"/>
              <a:gd name="connsiteX708" fmla="*/ 211967 w 7467600"/>
              <a:gd name="connsiteY708" fmla="*/ 2479171 h 6858000"/>
              <a:gd name="connsiteX709" fmla="*/ 0 w 7467600"/>
              <a:gd name="connsiteY709" fmla="*/ 2476398 h 6858000"/>
              <a:gd name="connsiteX710" fmla="*/ 0 w 7467600"/>
              <a:gd name="connsiteY710" fmla="*/ 2389189 h 6858000"/>
              <a:gd name="connsiteX711" fmla="*/ 103062 w 7467600"/>
              <a:gd name="connsiteY711" fmla="*/ 2389518 h 6858000"/>
              <a:gd name="connsiteX712" fmla="*/ 510734 w 7467600"/>
              <a:gd name="connsiteY712" fmla="*/ 2416201 h 6858000"/>
              <a:gd name="connsiteX713" fmla="*/ 279257 w 7467600"/>
              <a:gd name="connsiteY713" fmla="*/ 2092102 h 6858000"/>
              <a:gd name="connsiteX714" fmla="*/ 65265 w 7467600"/>
              <a:gd name="connsiteY714" fmla="*/ 2006049 h 6858000"/>
              <a:gd name="connsiteX715" fmla="*/ 0 w 7467600"/>
              <a:gd name="connsiteY715" fmla="*/ 1982532 h 6858000"/>
              <a:gd name="connsiteX716" fmla="*/ 0 w 7467600"/>
              <a:gd name="connsiteY716" fmla="*/ 1912789 h 6858000"/>
              <a:gd name="connsiteX717" fmla="*/ 97460 w 7467600"/>
              <a:gd name="connsiteY717" fmla="*/ 1953725 h 6858000"/>
              <a:gd name="connsiteX718" fmla="*/ 221272 w 7467600"/>
              <a:gd name="connsiteY718" fmla="*/ 1980766 h 6858000"/>
              <a:gd name="connsiteX719" fmla="*/ 116765 w 7467600"/>
              <a:gd name="connsiteY719" fmla="*/ 1911033 h 6858000"/>
              <a:gd name="connsiteX720" fmla="*/ 16405 w 7467600"/>
              <a:gd name="connsiteY720" fmla="*/ 1803412 h 6858000"/>
              <a:gd name="connsiteX721" fmla="*/ 0 w 7467600"/>
              <a:gd name="connsiteY721" fmla="*/ 1784777 h 6858000"/>
              <a:gd name="connsiteX722" fmla="*/ 0 w 7467600"/>
              <a:gd name="connsiteY722" fmla="*/ 1740082 h 6858000"/>
              <a:gd name="connsiteX723" fmla="*/ 39394 w 7467600"/>
              <a:gd name="connsiteY723" fmla="*/ 1784856 h 6858000"/>
              <a:gd name="connsiteX724" fmla="*/ 135813 w 7467600"/>
              <a:gd name="connsiteY724" fmla="*/ 1888838 h 6858000"/>
              <a:gd name="connsiteX725" fmla="*/ 242575 w 7467600"/>
              <a:gd name="connsiteY725" fmla="*/ 1958841 h 6858000"/>
              <a:gd name="connsiteX726" fmla="*/ 82197 w 7467600"/>
              <a:gd name="connsiteY726" fmla="*/ 1754826 h 6858000"/>
              <a:gd name="connsiteX727" fmla="*/ 0 w 7467600"/>
              <a:gd name="connsiteY727" fmla="*/ 1679650 h 6858000"/>
              <a:gd name="connsiteX728" fmla="*/ 0 w 7467600"/>
              <a:gd name="connsiteY728" fmla="*/ 1602463 h 6858000"/>
              <a:gd name="connsiteX729" fmla="*/ 84689 w 7467600"/>
              <a:gd name="connsiteY729" fmla="*/ 1677442 h 6858000"/>
              <a:gd name="connsiteX730" fmla="*/ 298437 w 7467600"/>
              <a:gd name="connsiteY730" fmla="*/ 1968019 h 6858000"/>
              <a:gd name="connsiteX731" fmla="*/ 227269 w 7467600"/>
              <a:gd name="connsiteY731" fmla="*/ 1114064 h 6858000"/>
              <a:gd name="connsiteX732" fmla="*/ 248003 w 7467600"/>
              <a:gd name="connsiteY732" fmla="*/ 1089613 h 6858000"/>
              <a:gd name="connsiteX733" fmla="*/ 427020 w 7467600"/>
              <a:gd name="connsiteY733" fmla="*/ 1619803 h 6858000"/>
              <a:gd name="connsiteX734" fmla="*/ 340345 w 7467600"/>
              <a:gd name="connsiteY734" fmla="*/ 2027739 h 6858000"/>
              <a:gd name="connsiteX735" fmla="*/ 360865 w 7467600"/>
              <a:gd name="connsiteY735" fmla="*/ 2044827 h 6858000"/>
              <a:gd name="connsiteX736" fmla="*/ 560414 w 7467600"/>
              <a:gd name="connsiteY736" fmla="*/ 2421457 h 6858000"/>
              <a:gd name="connsiteX737" fmla="*/ 1359703 w 7467600"/>
              <a:gd name="connsiteY737" fmla="*/ 2578554 h 6858000"/>
              <a:gd name="connsiteX738" fmla="*/ 1359422 w 7467600"/>
              <a:gd name="connsiteY738" fmla="*/ 2577994 h 6858000"/>
              <a:gd name="connsiteX739" fmla="*/ 828701 w 7467600"/>
              <a:gd name="connsiteY739" fmla="*/ 1839520 h 6858000"/>
              <a:gd name="connsiteX740" fmla="*/ 494427 w 7467600"/>
              <a:gd name="connsiteY740" fmla="*/ 1092333 h 6858000"/>
              <a:gd name="connsiteX741" fmla="*/ 506322 w 7467600"/>
              <a:gd name="connsiteY741" fmla="*/ 1020997 h 6858000"/>
              <a:gd name="connsiteX742" fmla="*/ 4570198 w 7467600"/>
              <a:gd name="connsiteY742" fmla="*/ 978081 h 6858000"/>
              <a:gd name="connsiteX743" fmla="*/ 4523691 w 7467600"/>
              <a:gd name="connsiteY743" fmla="*/ 1127776 h 6858000"/>
              <a:gd name="connsiteX744" fmla="*/ 4509875 w 7467600"/>
              <a:gd name="connsiteY744" fmla="*/ 1167552 h 6858000"/>
              <a:gd name="connsiteX745" fmla="*/ 4478168 w 7467600"/>
              <a:gd name="connsiteY745" fmla="*/ 1260735 h 6858000"/>
              <a:gd name="connsiteX746" fmla="*/ 4409309 w 7467600"/>
              <a:gd name="connsiteY746" fmla="*/ 1666996 h 6858000"/>
              <a:gd name="connsiteX747" fmla="*/ 4370031 w 7467600"/>
              <a:gd name="connsiteY747" fmla="*/ 1955666 h 6858000"/>
              <a:gd name="connsiteX748" fmla="*/ 4570198 w 7467600"/>
              <a:gd name="connsiteY748" fmla="*/ 978081 h 6858000"/>
              <a:gd name="connsiteX749" fmla="*/ 4557898 w 7467600"/>
              <a:gd name="connsiteY749" fmla="*/ 900011 h 6858000"/>
              <a:gd name="connsiteX750" fmla="*/ 4344840 w 7467600"/>
              <a:gd name="connsiteY750" fmla="*/ 1922038 h 6858000"/>
              <a:gd name="connsiteX751" fmla="*/ 4378710 w 7467600"/>
              <a:gd name="connsiteY751" fmla="*/ 1665516 h 6858000"/>
              <a:gd name="connsiteX752" fmla="*/ 4448798 w 7467600"/>
              <a:gd name="connsiteY752" fmla="*/ 1253024 h 6858000"/>
              <a:gd name="connsiteX753" fmla="*/ 4480315 w 7467600"/>
              <a:gd name="connsiteY753" fmla="*/ 1158454 h 6858000"/>
              <a:gd name="connsiteX754" fmla="*/ 4494133 w 7467600"/>
              <a:gd name="connsiteY754" fmla="*/ 1118676 h 6858000"/>
              <a:gd name="connsiteX755" fmla="*/ 4557898 w 7467600"/>
              <a:gd name="connsiteY755" fmla="*/ 900011 h 6858000"/>
              <a:gd name="connsiteX756" fmla="*/ 5870151 w 7467600"/>
              <a:gd name="connsiteY756" fmla="*/ 898890 h 6858000"/>
              <a:gd name="connsiteX757" fmla="*/ 5861335 w 7467600"/>
              <a:gd name="connsiteY757" fmla="*/ 899177 h 6858000"/>
              <a:gd name="connsiteX758" fmla="*/ 5843702 w 7467600"/>
              <a:gd name="connsiteY758" fmla="*/ 899748 h 6858000"/>
              <a:gd name="connsiteX759" fmla="*/ 5651107 w 7467600"/>
              <a:gd name="connsiteY759" fmla="*/ 920306 h 6858000"/>
              <a:gd name="connsiteX760" fmla="*/ 5459407 w 7467600"/>
              <a:gd name="connsiteY760" fmla="*/ 940975 h 6858000"/>
              <a:gd name="connsiteX761" fmla="*/ 5374846 w 7467600"/>
              <a:gd name="connsiteY761" fmla="*/ 941988 h 6858000"/>
              <a:gd name="connsiteX762" fmla="*/ 5256105 w 7467600"/>
              <a:gd name="connsiteY762" fmla="*/ 945632 h 6858000"/>
              <a:gd name="connsiteX763" fmla="*/ 5107071 w 7467600"/>
              <a:gd name="connsiteY763" fmla="*/ 969720 h 6858000"/>
              <a:gd name="connsiteX764" fmla="*/ 4998681 w 7467600"/>
              <a:gd name="connsiteY764" fmla="*/ 988771 h 6858000"/>
              <a:gd name="connsiteX765" fmla="*/ 5870151 w 7467600"/>
              <a:gd name="connsiteY765" fmla="*/ 898890 h 6858000"/>
              <a:gd name="connsiteX766" fmla="*/ 5504425 w 7467600"/>
              <a:gd name="connsiteY766" fmla="*/ 848067 h 6858000"/>
              <a:gd name="connsiteX767" fmla="*/ 4968849 w 7467600"/>
              <a:gd name="connsiteY767" fmla="*/ 962318 h 6858000"/>
              <a:gd name="connsiteX768" fmla="*/ 5104039 w 7467600"/>
              <a:gd name="connsiteY768" fmla="*/ 940634 h 6858000"/>
              <a:gd name="connsiteX769" fmla="*/ 5256311 w 7467600"/>
              <a:gd name="connsiteY769" fmla="*/ 916490 h 6858000"/>
              <a:gd name="connsiteX770" fmla="*/ 5377381 w 7467600"/>
              <a:gd name="connsiteY770" fmla="*/ 912671 h 6858000"/>
              <a:gd name="connsiteX771" fmla="*/ 5460148 w 7467600"/>
              <a:gd name="connsiteY771" fmla="*/ 911442 h 6858000"/>
              <a:gd name="connsiteX772" fmla="*/ 5648971 w 7467600"/>
              <a:gd name="connsiteY772" fmla="*/ 891331 h 6858000"/>
              <a:gd name="connsiteX773" fmla="*/ 5844807 w 7467600"/>
              <a:gd name="connsiteY773" fmla="*/ 870718 h 6858000"/>
              <a:gd name="connsiteX774" fmla="*/ 5862975 w 7467600"/>
              <a:gd name="connsiteY774" fmla="*/ 869756 h 6858000"/>
              <a:gd name="connsiteX775" fmla="*/ 5920887 w 7467600"/>
              <a:gd name="connsiteY775" fmla="*/ 865929 h 6858000"/>
              <a:gd name="connsiteX776" fmla="*/ 5504425 w 7467600"/>
              <a:gd name="connsiteY776" fmla="*/ 848067 h 6858000"/>
              <a:gd name="connsiteX777" fmla="*/ 3607114 w 7467600"/>
              <a:gd name="connsiteY777" fmla="*/ 467441 h 6858000"/>
              <a:gd name="connsiteX778" fmla="*/ 3296242 w 7467600"/>
              <a:gd name="connsiteY778" fmla="*/ 807991 h 6858000"/>
              <a:gd name="connsiteX779" fmla="*/ 3174674 w 7467600"/>
              <a:gd name="connsiteY779" fmla="*/ 919759 h 6858000"/>
              <a:gd name="connsiteX780" fmla="*/ 3042978 w 7467600"/>
              <a:gd name="connsiteY780" fmla="*/ 1054894 h 6858000"/>
              <a:gd name="connsiteX781" fmla="*/ 2968914 w 7467600"/>
              <a:gd name="connsiteY781" fmla="*/ 1133756 h 6858000"/>
              <a:gd name="connsiteX782" fmla="*/ 3103823 w 7467600"/>
              <a:gd name="connsiteY782" fmla="*/ 1026814 h 6858000"/>
              <a:gd name="connsiteX783" fmla="*/ 3607114 w 7467600"/>
              <a:gd name="connsiteY783" fmla="*/ 467441 h 6858000"/>
              <a:gd name="connsiteX784" fmla="*/ 3744487 w 7467600"/>
              <a:gd name="connsiteY784" fmla="*/ 383136 h 6858000"/>
              <a:gd name="connsiteX785" fmla="*/ 3970213 w 7467600"/>
              <a:gd name="connsiteY785" fmla="*/ 995559 h 6858000"/>
              <a:gd name="connsiteX786" fmla="*/ 3744487 w 7467600"/>
              <a:gd name="connsiteY786" fmla="*/ 383136 h 6858000"/>
              <a:gd name="connsiteX787" fmla="*/ 3624562 w 7467600"/>
              <a:gd name="connsiteY787" fmla="*/ 367041 h 6858000"/>
              <a:gd name="connsiteX788" fmla="*/ 3489712 w 7467600"/>
              <a:gd name="connsiteY788" fmla="*/ 485386 h 6858000"/>
              <a:gd name="connsiteX789" fmla="*/ 3182994 w 7467600"/>
              <a:gd name="connsiteY789" fmla="*/ 828265 h 6858000"/>
              <a:gd name="connsiteX790" fmla="*/ 2892114 w 7467600"/>
              <a:gd name="connsiteY790" fmla="*/ 1172635 h 6858000"/>
              <a:gd name="connsiteX791" fmla="*/ 3021459 w 7467600"/>
              <a:gd name="connsiteY791" fmla="*/ 1035385 h 6858000"/>
              <a:gd name="connsiteX792" fmla="*/ 3153873 w 7467600"/>
              <a:gd name="connsiteY792" fmla="*/ 898971 h 6858000"/>
              <a:gd name="connsiteX793" fmla="*/ 3276511 w 7467600"/>
              <a:gd name="connsiteY793" fmla="*/ 786423 h 6858000"/>
              <a:gd name="connsiteX794" fmla="*/ 3584154 w 7467600"/>
              <a:gd name="connsiteY794" fmla="*/ 448218 h 6858000"/>
              <a:gd name="connsiteX795" fmla="*/ 3624562 w 7467600"/>
              <a:gd name="connsiteY795" fmla="*/ 367041 h 6858000"/>
              <a:gd name="connsiteX796" fmla="*/ 3766672 w 7467600"/>
              <a:gd name="connsiteY796" fmla="*/ 359429 h 6858000"/>
              <a:gd name="connsiteX797" fmla="*/ 3996338 w 7467600"/>
              <a:gd name="connsiteY797" fmla="*/ 968237 h 6858000"/>
              <a:gd name="connsiteX798" fmla="*/ 3766672 w 7467600"/>
              <a:gd name="connsiteY798" fmla="*/ 359429 h 6858000"/>
              <a:gd name="connsiteX799" fmla="*/ 5805386 w 7467600"/>
              <a:gd name="connsiteY799" fmla="*/ 239240 h 6858000"/>
              <a:gd name="connsiteX800" fmla="*/ 5736947 w 7467600"/>
              <a:gd name="connsiteY800" fmla="*/ 261367 h 6858000"/>
              <a:gd name="connsiteX801" fmla="*/ 5427012 w 7467600"/>
              <a:gd name="connsiteY801" fmla="*/ 311272 h 6858000"/>
              <a:gd name="connsiteX802" fmla="*/ 5147818 w 7467600"/>
              <a:gd name="connsiteY802" fmla="*/ 322112 h 6858000"/>
              <a:gd name="connsiteX803" fmla="*/ 5060854 w 7467600"/>
              <a:gd name="connsiteY803" fmla="*/ 311882 h 6858000"/>
              <a:gd name="connsiteX804" fmla="*/ 4945989 w 7467600"/>
              <a:gd name="connsiteY804" fmla="*/ 300516 h 6858000"/>
              <a:gd name="connsiteX805" fmla="*/ 5410479 w 7467600"/>
              <a:gd name="connsiteY805" fmla="*/ 348434 h 6858000"/>
              <a:gd name="connsiteX806" fmla="*/ 5805386 w 7467600"/>
              <a:gd name="connsiteY806" fmla="*/ 239240 h 6858000"/>
              <a:gd name="connsiteX807" fmla="*/ 5905192 w 7467600"/>
              <a:gd name="connsiteY807" fmla="*/ 163079 h 6858000"/>
              <a:gd name="connsiteX808" fmla="*/ 5865655 w 7467600"/>
              <a:gd name="connsiteY808" fmla="*/ 171901 h 6858000"/>
              <a:gd name="connsiteX809" fmla="*/ 5259740 w 7467600"/>
              <a:gd name="connsiteY809" fmla="*/ 257013 h 6858000"/>
              <a:gd name="connsiteX810" fmla="*/ 5208466 w 7467600"/>
              <a:gd name="connsiteY810" fmla="*/ 257550 h 6858000"/>
              <a:gd name="connsiteX811" fmla="*/ 4980204 w 7467600"/>
              <a:gd name="connsiteY811" fmla="*/ 271903 h 6858000"/>
              <a:gd name="connsiteX812" fmla="*/ 5068068 w 7467600"/>
              <a:gd name="connsiteY812" fmla="*/ 282244 h 6858000"/>
              <a:gd name="connsiteX813" fmla="*/ 5153231 w 7467600"/>
              <a:gd name="connsiteY813" fmla="*/ 292240 h 6858000"/>
              <a:gd name="connsiteX814" fmla="*/ 5426491 w 7467600"/>
              <a:gd name="connsiteY814" fmla="*/ 281128 h 6858000"/>
              <a:gd name="connsiteX815" fmla="*/ 5731212 w 7467600"/>
              <a:gd name="connsiteY815" fmla="*/ 231951 h 6858000"/>
              <a:gd name="connsiteX816" fmla="*/ 5905192 w 7467600"/>
              <a:gd name="connsiteY816" fmla="*/ 163079 h 6858000"/>
              <a:gd name="connsiteX817" fmla="*/ 5944437 w 7467600"/>
              <a:gd name="connsiteY817" fmla="*/ 113829 h 6858000"/>
              <a:gd name="connsiteX818" fmla="*/ 5825032 w 7467600"/>
              <a:gd name="connsiteY818" fmla="*/ 146405 h 6858000"/>
              <a:gd name="connsiteX819" fmla="*/ 4955599 w 7467600"/>
              <a:gd name="connsiteY819" fmla="*/ 247008 h 6858000"/>
              <a:gd name="connsiteX820" fmla="*/ 5210104 w 7467600"/>
              <a:gd name="connsiteY820" fmla="*/ 228123 h 6858000"/>
              <a:gd name="connsiteX821" fmla="*/ 5261015 w 7467600"/>
              <a:gd name="connsiteY821" fmla="*/ 227087 h 6858000"/>
              <a:gd name="connsiteX822" fmla="*/ 5861181 w 7467600"/>
              <a:gd name="connsiteY822" fmla="*/ 143093 h 6858000"/>
              <a:gd name="connsiteX823" fmla="*/ 5961252 w 7467600"/>
              <a:gd name="connsiteY823" fmla="*/ 114820 h 6858000"/>
              <a:gd name="connsiteX824" fmla="*/ 5944437 w 7467600"/>
              <a:gd name="connsiteY824" fmla="*/ 113829 h 6858000"/>
              <a:gd name="connsiteX825" fmla="*/ 3882765 w 7467600"/>
              <a:gd name="connsiteY825" fmla="*/ 0 h 6858000"/>
              <a:gd name="connsiteX826" fmla="*/ 3995099 w 7467600"/>
              <a:gd name="connsiteY826" fmla="*/ 0 h 6858000"/>
              <a:gd name="connsiteX827" fmla="*/ 4163818 w 7467600"/>
              <a:gd name="connsiteY827" fmla="*/ 234104 h 6858000"/>
              <a:gd name="connsiteX828" fmla="*/ 4172099 w 7467600"/>
              <a:gd name="connsiteY828" fmla="*/ 234207 h 6858000"/>
              <a:gd name="connsiteX829" fmla="*/ 4784282 w 7467600"/>
              <a:gd name="connsiteY829" fmla="*/ 276561 h 6858000"/>
              <a:gd name="connsiteX830" fmla="*/ 4801687 w 7467600"/>
              <a:gd name="connsiteY830" fmla="*/ 267764 h 6858000"/>
              <a:gd name="connsiteX831" fmla="*/ 6082788 w 7467600"/>
              <a:gd name="connsiteY831" fmla="*/ 64119 h 6858000"/>
              <a:gd name="connsiteX832" fmla="*/ 6099442 w 7467600"/>
              <a:gd name="connsiteY832" fmla="*/ 82568 h 6858000"/>
              <a:gd name="connsiteX833" fmla="*/ 4804137 w 7467600"/>
              <a:gd name="connsiteY833" fmla="*/ 320931 h 6858000"/>
              <a:gd name="connsiteX834" fmla="*/ 4227047 w 7467600"/>
              <a:gd name="connsiteY834" fmla="*/ 313415 h 6858000"/>
              <a:gd name="connsiteX835" fmla="*/ 4346041 w 7467600"/>
              <a:gd name="connsiteY835" fmla="*/ 456086 h 6858000"/>
              <a:gd name="connsiteX836" fmla="*/ 4870967 w 7467600"/>
              <a:gd name="connsiteY836" fmla="*/ 963061 h 6858000"/>
              <a:gd name="connsiteX837" fmla="*/ 4889647 w 7467600"/>
              <a:gd name="connsiteY837" fmla="*/ 957147 h 6858000"/>
              <a:gd name="connsiteX838" fmla="*/ 5422504 w 7467600"/>
              <a:gd name="connsiteY838" fmla="*/ 805191 h 6858000"/>
              <a:gd name="connsiteX839" fmla="*/ 6087656 w 7467600"/>
              <a:gd name="connsiteY839" fmla="*/ 826703 h 6858000"/>
              <a:gd name="connsiteX840" fmla="*/ 6058717 w 7467600"/>
              <a:gd name="connsiteY840" fmla="*/ 865992 h 6858000"/>
              <a:gd name="connsiteX841" fmla="*/ 4974153 w 7467600"/>
              <a:gd name="connsiteY841" fmla="*/ 1045456 h 6858000"/>
              <a:gd name="connsiteX842" fmla="*/ 5627835 w 7467600"/>
              <a:gd name="connsiteY842" fmla="*/ 1472077 h 6858000"/>
              <a:gd name="connsiteX843" fmla="*/ 5629817 w 7467600"/>
              <a:gd name="connsiteY843" fmla="*/ 1471412 h 6858000"/>
              <a:gd name="connsiteX844" fmla="*/ 5634124 w 7467600"/>
              <a:gd name="connsiteY844" fmla="*/ 1470572 h 6858000"/>
              <a:gd name="connsiteX845" fmla="*/ 5755832 w 7467600"/>
              <a:gd name="connsiteY845" fmla="*/ 1383886 h 6858000"/>
              <a:gd name="connsiteX846" fmla="*/ 6014186 w 7467600"/>
              <a:gd name="connsiteY846" fmla="*/ 1279799 h 6858000"/>
              <a:gd name="connsiteX847" fmla="*/ 6901619 w 7467600"/>
              <a:gd name="connsiteY847" fmla="*/ 1047874 h 6858000"/>
              <a:gd name="connsiteX848" fmla="*/ 6931566 w 7467600"/>
              <a:gd name="connsiteY848" fmla="*/ 1062034 h 6858000"/>
              <a:gd name="connsiteX849" fmla="*/ 5790982 w 7467600"/>
              <a:gd name="connsiteY849" fmla="*/ 1561380 h 6858000"/>
              <a:gd name="connsiteX850" fmla="*/ 6188971 w 7467600"/>
              <a:gd name="connsiteY850" fmla="*/ 1755168 h 6858000"/>
              <a:gd name="connsiteX851" fmla="*/ 6202446 w 7467600"/>
              <a:gd name="connsiteY851" fmla="*/ 1752268 h 6858000"/>
              <a:gd name="connsiteX852" fmla="*/ 7179560 w 7467600"/>
              <a:gd name="connsiteY852" fmla="*/ 1467551 h 6858000"/>
              <a:gd name="connsiteX853" fmla="*/ 7158730 w 7467600"/>
              <a:gd name="connsiteY853" fmla="*/ 1507835 h 6858000"/>
              <a:gd name="connsiteX854" fmla="*/ 6326959 w 7467600"/>
              <a:gd name="connsiteY854" fmla="*/ 1817686 h 6858000"/>
              <a:gd name="connsiteX855" fmla="*/ 6537433 w 7467600"/>
              <a:gd name="connsiteY855" fmla="*/ 1907790 h 6858000"/>
              <a:gd name="connsiteX856" fmla="*/ 6550221 w 7467600"/>
              <a:gd name="connsiteY856" fmla="*/ 1910729 h 6858000"/>
              <a:gd name="connsiteX857" fmla="*/ 6964438 w 7467600"/>
              <a:gd name="connsiteY857" fmla="*/ 2209505 h 6858000"/>
              <a:gd name="connsiteX858" fmla="*/ 7367862 w 7467600"/>
              <a:gd name="connsiteY858" fmla="*/ 2806833 h 6858000"/>
              <a:gd name="connsiteX859" fmla="*/ 7364329 w 7467600"/>
              <a:gd name="connsiteY859" fmla="*/ 2826907 h 6858000"/>
              <a:gd name="connsiteX860" fmla="*/ 7290545 w 7467600"/>
              <a:gd name="connsiteY860" fmla="*/ 2850663 h 6858000"/>
              <a:gd name="connsiteX861" fmla="*/ 6472036 w 7467600"/>
              <a:gd name="connsiteY861" fmla="*/ 1959003 h 6858000"/>
              <a:gd name="connsiteX862" fmla="*/ 5792897 w 7467600"/>
              <a:gd name="connsiteY862" fmla="*/ 1647747 h 6858000"/>
              <a:gd name="connsiteX863" fmla="*/ 5842751 w 7467600"/>
              <a:gd name="connsiteY863" fmla="*/ 1816112 h 6858000"/>
              <a:gd name="connsiteX864" fmla="*/ 5847424 w 7467600"/>
              <a:gd name="connsiteY864" fmla="*/ 1815776 h 6858000"/>
              <a:gd name="connsiteX865" fmla="*/ 6399821 w 7467600"/>
              <a:gd name="connsiteY865" fmla="*/ 2344799 h 6858000"/>
              <a:gd name="connsiteX866" fmla="*/ 6323232 w 7467600"/>
              <a:gd name="connsiteY866" fmla="*/ 2389634 h 6858000"/>
              <a:gd name="connsiteX867" fmla="*/ 5942958 w 7467600"/>
              <a:gd name="connsiteY867" fmla="*/ 2077708 h 6858000"/>
              <a:gd name="connsiteX868" fmla="*/ 5921559 w 7467600"/>
              <a:gd name="connsiteY868" fmla="*/ 2378596 h 6858000"/>
              <a:gd name="connsiteX869" fmla="*/ 5817651 w 7467600"/>
              <a:gd name="connsiteY869" fmla="*/ 3023919 h 6858000"/>
              <a:gd name="connsiteX870" fmla="*/ 5729634 w 7467600"/>
              <a:gd name="connsiteY870" fmla="*/ 3051849 h 6858000"/>
              <a:gd name="connsiteX871" fmla="*/ 5611018 w 7467600"/>
              <a:gd name="connsiteY871" fmla="*/ 2316769 h 6858000"/>
              <a:gd name="connsiteX872" fmla="*/ 5687608 w 7467600"/>
              <a:gd name="connsiteY872" fmla="*/ 2039972 h 6858000"/>
              <a:gd name="connsiteX873" fmla="*/ 5657554 w 7467600"/>
              <a:gd name="connsiteY873" fmla="*/ 1576445 h 6858000"/>
              <a:gd name="connsiteX874" fmla="*/ 5150475 w 7467600"/>
              <a:gd name="connsiteY874" fmla="*/ 1274012 h 6858000"/>
              <a:gd name="connsiteX875" fmla="*/ 5349142 w 7467600"/>
              <a:gd name="connsiteY875" fmla="*/ 2204405 h 6858000"/>
              <a:gd name="connsiteX876" fmla="*/ 5262214 w 7467600"/>
              <a:gd name="connsiteY876" fmla="*/ 2233836 h 6858000"/>
              <a:gd name="connsiteX877" fmla="*/ 4981539 w 7467600"/>
              <a:gd name="connsiteY877" fmla="*/ 1542201 h 6858000"/>
              <a:gd name="connsiteX878" fmla="*/ 4958461 w 7467600"/>
              <a:gd name="connsiteY878" fmla="*/ 1136957 h 6858000"/>
              <a:gd name="connsiteX879" fmla="*/ 4655015 w 7467600"/>
              <a:gd name="connsiteY879" fmla="*/ 891426 h 6858000"/>
              <a:gd name="connsiteX880" fmla="*/ 4348002 w 7467600"/>
              <a:gd name="connsiteY880" fmla="*/ 2205895 h 6858000"/>
              <a:gd name="connsiteX881" fmla="*/ 4262250 w 7467600"/>
              <a:gd name="connsiteY881" fmla="*/ 2219972 h 6858000"/>
              <a:gd name="connsiteX882" fmla="*/ 4550611 w 7467600"/>
              <a:gd name="connsiteY882" fmla="*/ 817540 h 6858000"/>
              <a:gd name="connsiteX883" fmla="*/ 4564418 w 7467600"/>
              <a:gd name="connsiteY883" fmla="*/ 808293 h 6858000"/>
              <a:gd name="connsiteX884" fmla="*/ 4266388 w 7467600"/>
              <a:gd name="connsiteY884" fmla="*/ 500083 h 6858000"/>
              <a:gd name="connsiteX885" fmla="*/ 4032842 w 7467600"/>
              <a:gd name="connsiteY885" fmla="*/ 211809 h 6858000"/>
              <a:gd name="connsiteX886" fmla="*/ 3882765 w 7467600"/>
              <a:gd name="connsiteY886" fmla="*/ 0 h 6858000"/>
              <a:gd name="connsiteX887" fmla="*/ 3721337 w 7467600"/>
              <a:gd name="connsiteY887" fmla="*/ 0 h 6858000"/>
              <a:gd name="connsiteX888" fmla="*/ 3797544 w 7467600"/>
              <a:gd name="connsiteY888" fmla="*/ 0 h 6858000"/>
              <a:gd name="connsiteX889" fmla="*/ 3775734 w 7467600"/>
              <a:gd name="connsiteY889" fmla="*/ 95131 h 6858000"/>
              <a:gd name="connsiteX890" fmla="*/ 3724807 w 7467600"/>
              <a:gd name="connsiteY890" fmla="*/ 272257 h 6858000"/>
              <a:gd name="connsiteX891" fmla="*/ 3726844 w 7467600"/>
              <a:gd name="connsiteY891" fmla="*/ 282988 h 6858000"/>
              <a:gd name="connsiteX892" fmla="*/ 3742664 w 7467600"/>
              <a:gd name="connsiteY892" fmla="*/ 279918 h 6858000"/>
              <a:gd name="connsiteX893" fmla="*/ 4103910 w 7467600"/>
              <a:gd name="connsiteY893" fmla="*/ 1161917 h 6858000"/>
              <a:gd name="connsiteX894" fmla="*/ 4020269 w 7467600"/>
              <a:gd name="connsiteY894" fmla="*/ 1200406 h 6858000"/>
              <a:gd name="connsiteX895" fmla="*/ 3674882 w 7467600"/>
              <a:gd name="connsiteY895" fmla="*/ 488524 h 6858000"/>
              <a:gd name="connsiteX896" fmla="*/ 3132682 w 7467600"/>
              <a:gd name="connsiteY896" fmla="*/ 1072284 h 6858000"/>
              <a:gd name="connsiteX897" fmla="*/ 2716346 w 7467600"/>
              <a:gd name="connsiteY897" fmla="*/ 1276376 h 6858000"/>
              <a:gd name="connsiteX898" fmla="*/ 2716772 w 7467600"/>
              <a:gd name="connsiteY898" fmla="*/ 1255462 h 6858000"/>
              <a:gd name="connsiteX899" fmla="*/ 3471096 w 7467600"/>
              <a:gd name="connsiteY899" fmla="*/ 437072 h 6858000"/>
              <a:gd name="connsiteX900" fmla="*/ 3639057 w 7467600"/>
              <a:gd name="connsiteY900" fmla="*/ 286334 h 6858000"/>
              <a:gd name="connsiteX901" fmla="*/ 3640309 w 7467600"/>
              <a:gd name="connsiteY901" fmla="*/ 284664 h 6858000"/>
              <a:gd name="connsiteX902" fmla="*/ 3646022 w 7467600"/>
              <a:gd name="connsiteY902" fmla="*/ 276711 h 6858000"/>
              <a:gd name="connsiteX903" fmla="*/ 3707943 w 7467600"/>
              <a:gd name="connsiteY903" fmla="*/ 65958 h 6858000"/>
              <a:gd name="connsiteX904" fmla="*/ 3721337 w 7467600"/>
              <a:gd name="connsiteY904" fmla="*/ 0 h 6858000"/>
              <a:gd name="connsiteX905" fmla="*/ 2867960 w 7467600"/>
              <a:gd name="connsiteY905" fmla="*/ 0 h 6858000"/>
              <a:gd name="connsiteX906" fmla="*/ 2926351 w 7467600"/>
              <a:gd name="connsiteY906" fmla="*/ 0 h 6858000"/>
              <a:gd name="connsiteX907" fmla="*/ 2902823 w 7467600"/>
              <a:gd name="connsiteY907" fmla="*/ 262929 h 6858000"/>
              <a:gd name="connsiteX908" fmla="*/ 2940663 w 7467600"/>
              <a:gd name="connsiteY908" fmla="*/ 140884 h 6858000"/>
              <a:gd name="connsiteX909" fmla="*/ 2947039 w 7467600"/>
              <a:gd name="connsiteY909" fmla="*/ 122524 h 6858000"/>
              <a:gd name="connsiteX910" fmla="*/ 2984316 w 7467600"/>
              <a:gd name="connsiteY910" fmla="*/ 0 h 6858000"/>
              <a:gd name="connsiteX911" fmla="*/ 3016114 w 7467600"/>
              <a:gd name="connsiteY911" fmla="*/ 0 h 6858000"/>
              <a:gd name="connsiteX912" fmla="*/ 2979949 w 7467600"/>
              <a:gd name="connsiteY912" fmla="*/ 119274 h 6858000"/>
              <a:gd name="connsiteX913" fmla="*/ 3023879 w 7467600"/>
              <a:gd name="connsiteY913" fmla="*/ 0 h 6858000"/>
              <a:gd name="connsiteX914" fmla="*/ 3105400 w 7467600"/>
              <a:gd name="connsiteY914" fmla="*/ 0 h 6858000"/>
              <a:gd name="connsiteX915" fmla="*/ 3094669 w 7467600"/>
              <a:gd name="connsiteY915" fmla="*/ 30308 h 6858000"/>
              <a:gd name="connsiteX916" fmla="*/ 2901945 w 7467600"/>
              <a:gd name="connsiteY916" fmla="*/ 466538 h 6858000"/>
              <a:gd name="connsiteX917" fmla="*/ 2815209 w 7467600"/>
              <a:gd name="connsiteY917" fmla="*/ 497361 h 6858000"/>
              <a:gd name="connsiteX918" fmla="*/ 2844845 w 7467600"/>
              <a:gd name="connsiteY918" fmla="*/ 127638 h 6858000"/>
              <a:gd name="connsiteX919" fmla="*/ 2867960 w 7467600"/>
              <a:gd name="connsiteY919" fmla="*/ 0 h 6858000"/>
              <a:gd name="connsiteX920" fmla="*/ 1057230 w 7467600"/>
              <a:gd name="connsiteY920" fmla="*/ 0 h 6858000"/>
              <a:gd name="connsiteX921" fmla="*/ 1111003 w 7467600"/>
              <a:gd name="connsiteY921" fmla="*/ 0 h 6858000"/>
              <a:gd name="connsiteX922" fmla="*/ 1125553 w 7467600"/>
              <a:gd name="connsiteY922" fmla="*/ 52588 h 6858000"/>
              <a:gd name="connsiteX923" fmla="*/ 1304276 w 7467600"/>
              <a:gd name="connsiteY923" fmla="*/ 476275 h 6858000"/>
              <a:gd name="connsiteX924" fmla="*/ 1492066 w 7467600"/>
              <a:gd name="connsiteY924" fmla="*/ 886333 h 6858000"/>
              <a:gd name="connsiteX925" fmla="*/ 1423698 w 7467600"/>
              <a:gd name="connsiteY925" fmla="*/ 710817 h 6858000"/>
              <a:gd name="connsiteX926" fmla="*/ 1357609 w 7467600"/>
              <a:gd name="connsiteY926" fmla="*/ 532892 h 6858000"/>
              <a:gd name="connsiteX927" fmla="*/ 1309550 w 7467600"/>
              <a:gd name="connsiteY927" fmla="*/ 374031 h 6858000"/>
              <a:gd name="connsiteX928" fmla="*/ 1193673 w 7467600"/>
              <a:gd name="connsiteY928" fmla="*/ 49533 h 6858000"/>
              <a:gd name="connsiteX929" fmla="*/ 1164391 w 7467600"/>
              <a:gd name="connsiteY929" fmla="*/ 0 h 6858000"/>
              <a:gd name="connsiteX930" fmla="*/ 1200666 w 7467600"/>
              <a:gd name="connsiteY930" fmla="*/ 0 h 6858000"/>
              <a:gd name="connsiteX931" fmla="*/ 1223408 w 7467600"/>
              <a:gd name="connsiteY931" fmla="*/ 38996 h 6858000"/>
              <a:gd name="connsiteX932" fmla="*/ 1339635 w 7467600"/>
              <a:gd name="connsiteY932" fmla="*/ 365517 h 6858000"/>
              <a:gd name="connsiteX933" fmla="*/ 1387469 w 7467600"/>
              <a:gd name="connsiteY933" fmla="*/ 523079 h 6858000"/>
              <a:gd name="connsiteX934" fmla="*/ 1452685 w 7467600"/>
              <a:gd name="connsiteY934" fmla="*/ 699806 h 6858000"/>
              <a:gd name="connsiteX935" fmla="*/ 1492092 w 7467600"/>
              <a:gd name="connsiteY935" fmla="*/ 800424 h 6858000"/>
              <a:gd name="connsiteX936" fmla="*/ 1455302 w 7467600"/>
              <a:gd name="connsiteY936" fmla="*/ 632913 h 6858000"/>
              <a:gd name="connsiteX937" fmla="*/ 1222336 w 7467600"/>
              <a:gd name="connsiteY937" fmla="*/ 9480 h 6858000"/>
              <a:gd name="connsiteX938" fmla="*/ 1214634 w 7467600"/>
              <a:gd name="connsiteY938" fmla="*/ 0 h 6858000"/>
              <a:gd name="connsiteX939" fmla="*/ 1289827 w 7467600"/>
              <a:gd name="connsiteY939" fmla="*/ 0 h 6858000"/>
              <a:gd name="connsiteX940" fmla="*/ 1321076 w 7467600"/>
              <a:gd name="connsiteY940" fmla="*/ 59722 h 6858000"/>
              <a:gd name="connsiteX941" fmla="*/ 1512579 w 7467600"/>
              <a:gd name="connsiteY941" fmla="*/ 626441 h 6858000"/>
              <a:gd name="connsiteX942" fmla="*/ 1506076 w 7467600"/>
              <a:gd name="connsiteY942" fmla="*/ 1089289 h 6858000"/>
              <a:gd name="connsiteX943" fmla="*/ 1486346 w 7467600"/>
              <a:gd name="connsiteY943" fmla="*/ 1079919 h 6858000"/>
              <a:gd name="connsiteX944" fmla="*/ 1070511 w 7467600"/>
              <a:gd name="connsiteY944" fmla="*/ 48609 h 6858000"/>
              <a:gd name="connsiteX945" fmla="*/ 1057230 w 7467600"/>
              <a:gd name="connsiteY945" fmla="*/ 0 h 6858000"/>
              <a:gd name="connsiteX946" fmla="*/ 43151 w 7467600"/>
              <a:gd name="connsiteY946" fmla="*/ 0 h 6858000"/>
              <a:gd name="connsiteX947" fmla="*/ 95283 w 7467600"/>
              <a:gd name="connsiteY947" fmla="*/ 0 h 6858000"/>
              <a:gd name="connsiteX948" fmla="*/ 300708 w 7467600"/>
              <a:gd name="connsiteY948" fmla="*/ 154571 h 6858000"/>
              <a:gd name="connsiteX949" fmla="*/ 530414 w 7467600"/>
              <a:gd name="connsiteY949" fmla="*/ 354673 h 6858000"/>
              <a:gd name="connsiteX950" fmla="*/ 333785 w 7467600"/>
              <a:gd name="connsiteY950" fmla="*/ 161564 h 6858000"/>
              <a:gd name="connsiteX951" fmla="*/ 147005 w 7467600"/>
              <a:gd name="connsiteY951" fmla="*/ 0 h 6858000"/>
              <a:gd name="connsiteX952" fmla="*/ 272509 w 7467600"/>
              <a:gd name="connsiteY952" fmla="*/ 0 h 6858000"/>
              <a:gd name="connsiteX953" fmla="*/ 326276 w 7467600"/>
              <a:gd name="connsiteY953" fmla="*/ 45847 h 6858000"/>
              <a:gd name="connsiteX954" fmla="*/ 823759 w 7467600"/>
              <a:gd name="connsiteY954" fmla="*/ 574145 h 6858000"/>
              <a:gd name="connsiteX955" fmla="*/ 811254 w 7467600"/>
              <a:gd name="connsiteY955" fmla="*/ 665546 h 6858000"/>
              <a:gd name="connsiteX956" fmla="*/ 154042 w 7467600"/>
              <a:gd name="connsiteY956" fmla="*/ 261522 h 6858000"/>
              <a:gd name="connsiteX957" fmla="*/ 13550 w 7467600"/>
              <a:gd name="connsiteY957" fmla="*/ 158423 h 6858000"/>
              <a:gd name="connsiteX958" fmla="*/ 0 w 7467600"/>
              <a:gd name="connsiteY958" fmla="*/ 146618 h 6858000"/>
              <a:gd name="connsiteX959" fmla="*/ 0 w 7467600"/>
              <a:gd name="connsiteY959" fmla="*/ 59161 h 6858000"/>
              <a:gd name="connsiteX960" fmla="*/ 45427 w 7467600"/>
              <a:gd name="connsiteY960" fmla="*/ 101078 h 6858000"/>
              <a:gd name="connsiteX961" fmla="*/ 630103 w 7467600"/>
              <a:gd name="connsiteY961" fmla="*/ 485885 h 6858000"/>
              <a:gd name="connsiteX962" fmla="*/ 532040 w 7467600"/>
              <a:gd name="connsiteY962" fmla="*/ 399359 h 6858000"/>
              <a:gd name="connsiteX963" fmla="*/ 517618 w 7467600"/>
              <a:gd name="connsiteY963" fmla="*/ 385726 h 6858000"/>
              <a:gd name="connsiteX964" fmla="*/ 285074 w 7467600"/>
              <a:gd name="connsiteY964" fmla="*/ 182755 h 6858000"/>
              <a:gd name="connsiteX965" fmla="*/ 43151 w 7467600"/>
              <a:gd name="connsiteY965"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254615 w 7472601"/>
              <a:gd name="connsiteY80" fmla="*/ 5911918 h 6858000"/>
              <a:gd name="connsiteX81" fmla="*/ 7312589 w 7472601"/>
              <a:gd name="connsiteY81" fmla="*/ 5982309 h 6858000"/>
              <a:gd name="connsiteX82" fmla="*/ 7448321 w 7472601"/>
              <a:gd name="connsiteY82" fmla="*/ 6190991 h 6858000"/>
              <a:gd name="connsiteX83" fmla="*/ 7467600 w 7472601"/>
              <a:gd name="connsiteY83" fmla="*/ 6221686 h 6858000"/>
              <a:gd name="connsiteX84" fmla="*/ 7467600 w 7472601"/>
              <a:gd name="connsiteY84" fmla="*/ 6334256 h 6858000"/>
              <a:gd name="connsiteX85" fmla="*/ 7454976 w 7472601"/>
              <a:gd name="connsiteY85" fmla="*/ 6318297 h 6858000"/>
              <a:gd name="connsiteX86" fmla="*/ 1456157 w 7472601"/>
              <a:gd name="connsiteY86" fmla="*/ 5371404 h 6858000"/>
              <a:gd name="connsiteX87" fmla="*/ 1244432 w 7472601"/>
              <a:gd name="connsiteY87" fmla="*/ 5385601 h 6858000"/>
              <a:gd name="connsiteX88" fmla="*/ 973990 w 7472601"/>
              <a:gd name="connsiteY88" fmla="*/ 5424940 h 6858000"/>
              <a:gd name="connsiteX89" fmla="*/ 1103809 w 7472601"/>
              <a:gd name="connsiteY89" fmla="*/ 5433720 h 6858000"/>
              <a:gd name="connsiteX90" fmla="*/ 1123454 w 7472601"/>
              <a:gd name="connsiteY90" fmla="*/ 5435727 h 6858000"/>
              <a:gd name="connsiteX91" fmla="*/ 1737017 w 7472601"/>
              <a:gd name="connsiteY91" fmla="*/ 5452183 h 6858000"/>
              <a:gd name="connsiteX92" fmla="*/ 1824397 w 7472601"/>
              <a:gd name="connsiteY92" fmla="*/ 5447757 h 6858000"/>
              <a:gd name="connsiteX93" fmla="*/ 2070059 w 7472601"/>
              <a:gd name="connsiteY93" fmla="*/ 5441660 h 6858000"/>
              <a:gd name="connsiteX94" fmla="*/ 1456157 w 7472601"/>
              <a:gd name="connsiteY94" fmla="*/ 5371404 h 6858000"/>
              <a:gd name="connsiteX95" fmla="*/ 4988186 w 7472601"/>
              <a:gd name="connsiteY95" fmla="*/ 5216467 h 6858000"/>
              <a:gd name="connsiteX96" fmla="*/ 4777334 w 7472601"/>
              <a:gd name="connsiteY96" fmla="*/ 5406072 h 6858000"/>
              <a:gd name="connsiteX97" fmla="*/ 4718341 w 7472601"/>
              <a:gd name="connsiteY97" fmla="*/ 5468043 h 6858000"/>
              <a:gd name="connsiteX98" fmla="*/ 4604655 w 7472601"/>
              <a:gd name="connsiteY98" fmla="*/ 5583434 h 6858000"/>
              <a:gd name="connsiteX99" fmla="*/ 4565074 w 7472601"/>
              <a:gd name="connsiteY99" fmla="*/ 5618550 h 6858000"/>
              <a:gd name="connsiteX100" fmla="*/ 4988186 w 7472601"/>
              <a:gd name="connsiteY100" fmla="*/ 5216467 h 6858000"/>
              <a:gd name="connsiteX101" fmla="*/ 4978032 w 7472601"/>
              <a:gd name="connsiteY101" fmla="*/ 5183809 h 6858000"/>
              <a:gd name="connsiteX102" fmla="*/ 4463413 w 7472601"/>
              <a:gd name="connsiteY102" fmla="*/ 5615162 h 6858000"/>
              <a:gd name="connsiteX103" fmla="*/ 4358134 w 7472601"/>
              <a:gd name="connsiteY103" fmla="*/ 5742791 h 6858000"/>
              <a:gd name="connsiteX104" fmla="*/ 4376219 w 7472601"/>
              <a:gd name="connsiteY104" fmla="*/ 5729027 h 6858000"/>
              <a:gd name="connsiteX105" fmla="*/ 4582340 w 7472601"/>
              <a:gd name="connsiteY105" fmla="*/ 5561037 h 6858000"/>
              <a:gd name="connsiteX106" fmla="*/ 4694684 w 7472601"/>
              <a:gd name="connsiteY106" fmla="*/ 5447098 h 6858000"/>
              <a:gd name="connsiteX107" fmla="*/ 4754123 w 7472601"/>
              <a:gd name="connsiteY107" fmla="*/ 5384643 h 6858000"/>
              <a:gd name="connsiteX108" fmla="*/ 4978032 w 7472601"/>
              <a:gd name="connsiteY108" fmla="*/ 5183809 h 6858000"/>
              <a:gd name="connsiteX109" fmla="*/ 1903353 w 7472601"/>
              <a:gd name="connsiteY109" fmla="*/ 5044827 h 6858000"/>
              <a:gd name="connsiteX110" fmla="*/ 1936931 w 7472601"/>
              <a:gd name="connsiteY110" fmla="*/ 5093954 h 6858000"/>
              <a:gd name="connsiteX111" fmla="*/ 2195868 w 7472601"/>
              <a:gd name="connsiteY111" fmla="*/ 5396574 h 6858000"/>
              <a:gd name="connsiteX112" fmla="*/ 2088852 w 7472601"/>
              <a:gd name="connsiteY112" fmla="*/ 5166123 h 6858000"/>
              <a:gd name="connsiteX113" fmla="*/ 1958241 w 7472601"/>
              <a:gd name="connsiteY113" fmla="*/ 5067955 h 6858000"/>
              <a:gd name="connsiteX114" fmla="*/ 1903353 w 7472601"/>
              <a:gd name="connsiteY114" fmla="*/ 5044827 h 6858000"/>
              <a:gd name="connsiteX115" fmla="*/ 1979378 w 7472601"/>
              <a:gd name="connsiteY115" fmla="*/ 4769504 h 6858000"/>
              <a:gd name="connsiteX116" fmla="*/ 2882120 w 7472601"/>
              <a:gd name="connsiteY116" fmla="*/ 5064547 h 6858000"/>
              <a:gd name="connsiteX117" fmla="*/ 2793103 w 7472601"/>
              <a:gd name="connsiteY117" fmla="*/ 5039699 h 6858000"/>
              <a:gd name="connsiteX118" fmla="*/ 2770041 w 7472601"/>
              <a:gd name="connsiteY118" fmla="*/ 5033634 h 6858000"/>
              <a:gd name="connsiteX119" fmla="*/ 1979378 w 7472601"/>
              <a:gd name="connsiteY119" fmla="*/ 4769504 h 6858000"/>
              <a:gd name="connsiteX120" fmla="*/ 1927410 w 7472601"/>
              <a:gd name="connsiteY120" fmla="*/ 4716164 h 6858000"/>
              <a:gd name="connsiteX121" fmla="*/ 1959587 w 7472601"/>
              <a:gd name="connsiteY121" fmla="*/ 4728849 h 6858000"/>
              <a:gd name="connsiteX122" fmla="*/ 2777707 w 7472601"/>
              <a:gd name="connsiteY122" fmla="*/ 5003991 h 6858000"/>
              <a:gd name="connsiteX123" fmla="*/ 2800768 w 7472601"/>
              <a:gd name="connsiteY123" fmla="*/ 5010056 h 6858000"/>
              <a:gd name="connsiteX124" fmla="*/ 2879408 w 7472601"/>
              <a:gd name="connsiteY124" fmla="*/ 5031590 h 6858000"/>
              <a:gd name="connsiteX125" fmla="*/ 2862295 w 7472601"/>
              <a:gd name="connsiteY125" fmla="*/ 5022958 h 6858000"/>
              <a:gd name="connsiteX126" fmla="*/ 2813343 w 7472601"/>
              <a:gd name="connsiteY126" fmla="*/ 4998369 h 6858000"/>
              <a:gd name="connsiteX127" fmla="*/ 2646245 w 7472601"/>
              <a:gd name="connsiteY127" fmla="*/ 4930999 h 6858000"/>
              <a:gd name="connsiteX128" fmla="*/ 1999243 w 7472601"/>
              <a:gd name="connsiteY128" fmla="*/ 4730524 h 6858000"/>
              <a:gd name="connsiteX129" fmla="*/ 1979527 w 7472601"/>
              <a:gd name="connsiteY129" fmla="*/ 4726651 h 6858000"/>
              <a:gd name="connsiteX130" fmla="*/ 1927410 w 7472601"/>
              <a:gd name="connsiteY130" fmla="*/ 4716164 h 6858000"/>
              <a:gd name="connsiteX131" fmla="*/ 1997014 w 7472601"/>
              <a:gd name="connsiteY131" fmla="*/ 4698007 h 6858000"/>
              <a:gd name="connsiteX132" fmla="*/ 2005458 w 7472601"/>
              <a:gd name="connsiteY132" fmla="*/ 4699540 h 6858000"/>
              <a:gd name="connsiteX133" fmla="*/ 2657186 w 7472601"/>
              <a:gd name="connsiteY133" fmla="*/ 4901687 h 6858000"/>
              <a:gd name="connsiteX134" fmla="*/ 2826662 w 7472601"/>
              <a:gd name="connsiteY134" fmla="*/ 4970362 h 6858000"/>
              <a:gd name="connsiteX135" fmla="*/ 2876100 w 7472601"/>
              <a:gd name="connsiteY135" fmla="*/ 4995397 h 6858000"/>
              <a:gd name="connsiteX136" fmla="*/ 3042600 w 7472601"/>
              <a:gd name="connsiteY136" fmla="*/ 5059532 h 6858000"/>
              <a:gd name="connsiteX137" fmla="*/ 1997014 w 7472601"/>
              <a:gd name="connsiteY137" fmla="*/ 4698007 h 6858000"/>
              <a:gd name="connsiteX138" fmla="*/ 2305292 w 7472601"/>
              <a:gd name="connsiteY138" fmla="*/ 4219492 h 6858000"/>
              <a:gd name="connsiteX139" fmla="*/ 3360922 w 7472601"/>
              <a:gd name="connsiteY139" fmla="*/ 4529373 h 6858000"/>
              <a:gd name="connsiteX140" fmla="*/ 3492420 w 7472601"/>
              <a:gd name="connsiteY140" fmla="*/ 4510145 h 6858000"/>
              <a:gd name="connsiteX141" fmla="*/ 3364086 w 7472601"/>
              <a:gd name="connsiteY141" fmla="*/ 4480340 h 6858000"/>
              <a:gd name="connsiteX142" fmla="*/ 3225818 w 7472601"/>
              <a:gd name="connsiteY142" fmla="*/ 4411822 h 6858000"/>
              <a:gd name="connsiteX143" fmla="*/ 3129696 w 7472601"/>
              <a:gd name="connsiteY143" fmla="*/ 4360704 h 6858000"/>
              <a:gd name="connsiteX144" fmla="*/ 2814545 w 7472601"/>
              <a:gd name="connsiteY144" fmla="*/ 4282955 h 6858000"/>
              <a:gd name="connsiteX145" fmla="*/ 2305292 w 7472601"/>
              <a:gd name="connsiteY145" fmla="*/ 4219492 h 6858000"/>
              <a:gd name="connsiteX146" fmla="*/ 2626982 w 7472601"/>
              <a:gd name="connsiteY146" fmla="*/ 4206450 h 6858000"/>
              <a:gd name="connsiteX147" fmla="*/ 2490617 w 7472601"/>
              <a:gd name="connsiteY147" fmla="*/ 4206951 h 6858000"/>
              <a:gd name="connsiteX148" fmla="*/ 2819869 w 7472601"/>
              <a:gd name="connsiteY148" fmla="*/ 4252936 h 6858000"/>
              <a:gd name="connsiteX149" fmla="*/ 3143018 w 7472601"/>
              <a:gd name="connsiteY149" fmla="*/ 4332698 h 6858000"/>
              <a:gd name="connsiteX150" fmla="*/ 3241520 w 7472601"/>
              <a:gd name="connsiteY150" fmla="*/ 4385112 h 6858000"/>
              <a:gd name="connsiteX151" fmla="*/ 3374575 w 7472601"/>
              <a:gd name="connsiteY151" fmla="*/ 4451517 h 6858000"/>
              <a:gd name="connsiteX152" fmla="*/ 3505221 w 7472601"/>
              <a:gd name="connsiteY152" fmla="*/ 4480757 h 6858000"/>
              <a:gd name="connsiteX153" fmla="*/ 2626982 w 7472601"/>
              <a:gd name="connsiteY153" fmla="*/ 4206450 h 6858000"/>
              <a:gd name="connsiteX154" fmla="*/ 1310106 w 7472601"/>
              <a:gd name="connsiteY154" fmla="*/ 3943217 h 6858000"/>
              <a:gd name="connsiteX155" fmla="*/ 854994 w 7472601"/>
              <a:gd name="connsiteY155" fmla="*/ 4399136 h 6858000"/>
              <a:gd name="connsiteX156" fmla="*/ 742462 w 7472601"/>
              <a:gd name="connsiteY156" fmla="*/ 4594648 h 6858000"/>
              <a:gd name="connsiteX157" fmla="*/ 820602 w 7472601"/>
              <a:gd name="connsiteY157" fmla="*/ 4485915 h 6858000"/>
              <a:gd name="connsiteX158" fmla="*/ 878295 w 7472601"/>
              <a:gd name="connsiteY158" fmla="*/ 4403594 h 6858000"/>
              <a:gd name="connsiteX159" fmla="*/ 1240607 w 7472601"/>
              <a:gd name="connsiteY159" fmla="*/ 4010401 h 6858000"/>
              <a:gd name="connsiteX160" fmla="*/ 1310106 w 7472601"/>
              <a:gd name="connsiteY160" fmla="*/ 3943217 h 6858000"/>
              <a:gd name="connsiteX161" fmla="*/ 1423113 w 7472601"/>
              <a:gd name="connsiteY161" fmla="*/ 3874565 h 6858000"/>
              <a:gd name="connsiteX162" fmla="*/ 1260565 w 7472601"/>
              <a:gd name="connsiteY162" fmla="*/ 4031982 h 6858000"/>
              <a:gd name="connsiteX163" fmla="*/ 901900 w 7472601"/>
              <a:gd name="connsiteY163" fmla="*/ 4421236 h 6858000"/>
              <a:gd name="connsiteX164" fmla="*/ 845044 w 7472601"/>
              <a:gd name="connsiteY164" fmla="*/ 4502436 h 6858000"/>
              <a:gd name="connsiteX165" fmla="*/ 685926 w 7472601"/>
              <a:gd name="connsiteY165" fmla="*/ 4703069 h 6858000"/>
              <a:gd name="connsiteX166" fmla="*/ 684248 w 7472601"/>
              <a:gd name="connsiteY166" fmla="*/ 4706721 h 6858000"/>
              <a:gd name="connsiteX167" fmla="*/ 1423113 w 7472601"/>
              <a:gd name="connsiteY167" fmla="*/ 3874565 h 6858000"/>
              <a:gd name="connsiteX168" fmla="*/ 3316479 w 7472601"/>
              <a:gd name="connsiteY168" fmla="*/ 3872136 h 6858000"/>
              <a:gd name="connsiteX169" fmla="*/ 3546806 w 7472601"/>
              <a:gd name="connsiteY169" fmla="*/ 4356139 h 6858000"/>
              <a:gd name="connsiteX170" fmla="*/ 3364433 w 7472601"/>
              <a:gd name="connsiteY170" fmla="*/ 3953121 h 6858000"/>
              <a:gd name="connsiteX171" fmla="*/ 3316479 w 7472601"/>
              <a:gd name="connsiteY171" fmla="*/ 3872136 h 6858000"/>
              <a:gd name="connsiteX172" fmla="*/ 3291335 w 7472601"/>
              <a:gd name="connsiteY172" fmla="*/ 3767420 h 6858000"/>
              <a:gd name="connsiteX173" fmla="*/ 3390805 w 7472601"/>
              <a:gd name="connsiteY173" fmla="*/ 3937163 h 6858000"/>
              <a:gd name="connsiteX174" fmla="*/ 3579062 w 7472601"/>
              <a:gd name="connsiteY174" fmla="*/ 4359040 h 6858000"/>
              <a:gd name="connsiteX175" fmla="*/ 3467355 w 7472601"/>
              <a:gd name="connsiteY175" fmla="*/ 3988130 h 6858000"/>
              <a:gd name="connsiteX176" fmla="*/ 3310753 w 7472601"/>
              <a:gd name="connsiteY176" fmla="*/ 3787140 h 6858000"/>
              <a:gd name="connsiteX177" fmla="*/ 3291335 w 7472601"/>
              <a:gd name="connsiteY177" fmla="*/ 3767420 h 6858000"/>
              <a:gd name="connsiteX178" fmla="*/ 1635889 w 7472601"/>
              <a:gd name="connsiteY178" fmla="*/ 3709494 h 6858000"/>
              <a:gd name="connsiteX179" fmla="*/ 1634800 w 7472601"/>
              <a:gd name="connsiteY179" fmla="*/ 3731111 h 6858000"/>
              <a:gd name="connsiteX180" fmla="*/ 1635889 w 7472601"/>
              <a:gd name="connsiteY180" fmla="*/ 3709494 h 6858000"/>
              <a:gd name="connsiteX181" fmla="*/ 1510397 w 7472601"/>
              <a:gd name="connsiteY181" fmla="*/ 3684705 h 6858000"/>
              <a:gd name="connsiteX182" fmla="*/ 1146550 w 7472601"/>
              <a:gd name="connsiteY182" fmla="*/ 3802012 h 6858000"/>
              <a:gd name="connsiteX183" fmla="*/ 698834 w 7472601"/>
              <a:gd name="connsiteY183" fmla="*/ 3952272 h 6858000"/>
              <a:gd name="connsiteX184" fmla="*/ 34256 w 7472601"/>
              <a:gd name="connsiteY184" fmla="*/ 4347603 h 6858000"/>
              <a:gd name="connsiteX185" fmla="*/ 527241 w 7472601"/>
              <a:gd name="connsiteY185" fmla="*/ 4065078 h 6858000"/>
              <a:gd name="connsiteX186" fmla="*/ 1510397 w 7472601"/>
              <a:gd name="connsiteY186" fmla="*/ 3684705 h 6858000"/>
              <a:gd name="connsiteX187" fmla="*/ 1313114 w 7472601"/>
              <a:gd name="connsiteY187" fmla="*/ 3655216 h 6858000"/>
              <a:gd name="connsiteX188" fmla="*/ 1109304 w 7472601"/>
              <a:gd name="connsiteY188" fmla="*/ 3669030 h 6858000"/>
              <a:gd name="connsiteX189" fmla="*/ 8129 w 7472601"/>
              <a:gd name="connsiteY189" fmla="*/ 4330519 h 6858000"/>
              <a:gd name="connsiteX190" fmla="*/ 687572 w 7472601"/>
              <a:gd name="connsiteY190" fmla="*/ 3925629 h 6858000"/>
              <a:gd name="connsiteX191" fmla="*/ 1138365 w 7472601"/>
              <a:gd name="connsiteY191" fmla="*/ 3774515 h 6858000"/>
              <a:gd name="connsiteX192" fmla="*/ 1505579 w 7472601"/>
              <a:gd name="connsiteY192" fmla="*/ 3655526 h 6858000"/>
              <a:gd name="connsiteX193" fmla="*/ 1313114 w 7472601"/>
              <a:gd name="connsiteY193" fmla="*/ 3655216 h 6858000"/>
              <a:gd name="connsiteX194" fmla="*/ 3655073 w 7472601"/>
              <a:gd name="connsiteY194" fmla="*/ 3650884 h 6858000"/>
              <a:gd name="connsiteX195" fmla="*/ 3989938 w 7472601"/>
              <a:gd name="connsiteY195" fmla="*/ 3991685 h 6858000"/>
              <a:gd name="connsiteX196" fmla="*/ 4393907 w 7472601"/>
              <a:gd name="connsiteY196" fmla="*/ 4261258 h 6858000"/>
              <a:gd name="connsiteX197" fmla="*/ 4648051 w 7472601"/>
              <a:gd name="connsiteY197" fmla="*/ 4374051 h 6858000"/>
              <a:gd name="connsiteX198" fmla="*/ 4383389 w 7472601"/>
              <a:gd name="connsiteY198" fmla="*/ 4184369 h 6858000"/>
              <a:gd name="connsiteX199" fmla="*/ 4165508 w 7472601"/>
              <a:gd name="connsiteY199" fmla="*/ 4035196 h 6858000"/>
              <a:gd name="connsiteX200" fmla="*/ 4068162 w 7472601"/>
              <a:gd name="connsiteY200" fmla="*/ 3953394 h 6858000"/>
              <a:gd name="connsiteX201" fmla="*/ 3981416 w 7472601"/>
              <a:gd name="connsiteY201" fmla="*/ 3880482 h 6858000"/>
              <a:gd name="connsiteX202" fmla="*/ 3800147 w 7472601"/>
              <a:gd name="connsiteY202" fmla="*/ 3749872 h 6858000"/>
              <a:gd name="connsiteX203" fmla="*/ 3655073 w 7472601"/>
              <a:gd name="connsiteY203" fmla="*/ 3650884 h 6858000"/>
              <a:gd name="connsiteX204" fmla="*/ 3670252 w 7472601"/>
              <a:gd name="connsiteY204" fmla="*/ 3622798 h 6858000"/>
              <a:gd name="connsiteX205" fmla="*/ 3817258 w 7472601"/>
              <a:gd name="connsiteY205" fmla="*/ 3723577 h 6858000"/>
              <a:gd name="connsiteX206" fmla="*/ 4000461 w 7472601"/>
              <a:gd name="connsiteY206" fmla="*/ 3855966 h 6858000"/>
              <a:gd name="connsiteX207" fmla="*/ 4088180 w 7472601"/>
              <a:gd name="connsiteY207" fmla="*/ 3929774 h 6858000"/>
              <a:gd name="connsiteX208" fmla="*/ 4184555 w 7472601"/>
              <a:gd name="connsiteY208" fmla="*/ 4010683 h 6858000"/>
              <a:gd name="connsiteX209" fmla="*/ 4399563 w 7472601"/>
              <a:gd name="connsiteY209" fmla="*/ 4158106 h 6858000"/>
              <a:gd name="connsiteX210" fmla="*/ 4684469 w 7472601"/>
              <a:gd name="connsiteY210" fmla="*/ 4364680 h 6858000"/>
              <a:gd name="connsiteX211" fmla="*/ 4690271 w 7472601"/>
              <a:gd name="connsiteY211" fmla="*/ 4370034 h 6858000"/>
              <a:gd name="connsiteX212" fmla="*/ 4136093 w 7472601"/>
              <a:gd name="connsiteY212" fmla="*/ 3858466 h 6858000"/>
              <a:gd name="connsiteX213" fmla="*/ 3670252 w 7472601"/>
              <a:gd name="connsiteY213" fmla="*/ 3622798 h 6858000"/>
              <a:gd name="connsiteX214" fmla="*/ 4440129 w 7472601"/>
              <a:gd name="connsiteY214" fmla="*/ 3448571 h 6858000"/>
              <a:gd name="connsiteX215" fmla="*/ 4856525 w 7472601"/>
              <a:gd name="connsiteY215" fmla="*/ 3915351 h 6858000"/>
              <a:gd name="connsiteX216" fmla="*/ 5059055 w 7472601"/>
              <a:gd name="connsiteY216" fmla="*/ 4108918 h 6858000"/>
              <a:gd name="connsiteX217" fmla="*/ 5290070 w 7472601"/>
              <a:gd name="connsiteY217" fmla="*/ 4263619 h 6858000"/>
              <a:gd name="connsiteX218" fmla="*/ 4834991 w 7472601"/>
              <a:gd name="connsiteY218" fmla="*/ 3830985 h 6858000"/>
              <a:gd name="connsiteX219" fmla="*/ 4440129 w 7472601"/>
              <a:gd name="connsiteY219" fmla="*/ 3448571 h 6858000"/>
              <a:gd name="connsiteX220" fmla="*/ 4441737 w 7472601"/>
              <a:gd name="connsiteY220" fmla="*/ 3399734 h 6858000"/>
              <a:gd name="connsiteX221" fmla="*/ 4431236 w 7472601"/>
              <a:gd name="connsiteY221" fmla="*/ 3400954 h 6858000"/>
              <a:gd name="connsiteX222" fmla="*/ 4557150 w 7472601"/>
              <a:gd name="connsiteY222" fmla="*/ 3510023 h 6858000"/>
              <a:gd name="connsiteX223" fmla="*/ 4856936 w 7472601"/>
              <a:gd name="connsiteY223" fmla="*/ 3809146 h 6858000"/>
              <a:gd name="connsiteX224" fmla="*/ 5111996 w 7472601"/>
              <a:gd name="connsiteY224" fmla="*/ 4065759 h 6858000"/>
              <a:gd name="connsiteX225" fmla="*/ 5388878 w 7472601"/>
              <a:gd name="connsiteY225" fmla="*/ 4300185 h 6858000"/>
              <a:gd name="connsiteX226" fmla="*/ 5425556 w 7472601"/>
              <a:gd name="connsiteY226" fmla="*/ 4308967 h 6858000"/>
              <a:gd name="connsiteX227" fmla="*/ 4943646 w 7472601"/>
              <a:gd name="connsiteY227" fmla="*/ 3822916 h 6858000"/>
              <a:gd name="connsiteX228" fmla="*/ 4594837 w 7472601"/>
              <a:gd name="connsiteY228" fmla="*/ 3532274 h 6858000"/>
              <a:gd name="connsiteX229" fmla="*/ 4441737 w 7472601"/>
              <a:gd name="connsiteY229" fmla="*/ 3399734 h 6858000"/>
              <a:gd name="connsiteX230" fmla="*/ 5425834 w 7472601"/>
              <a:gd name="connsiteY230" fmla="*/ 3162785 h 6858000"/>
              <a:gd name="connsiteX231" fmla="*/ 5401644 w 7472601"/>
              <a:gd name="connsiteY231" fmla="*/ 3617847 h 6858000"/>
              <a:gd name="connsiteX232" fmla="*/ 5467256 w 7472601"/>
              <a:gd name="connsiteY232" fmla="*/ 4175494 h 6858000"/>
              <a:gd name="connsiteX233" fmla="*/ 5448069 w 7472601"/>
              <a:gd name="connsiteY233" fmla="*/ 3567554 h 6858000"/>
              <a:gd name="connsiteX234" fmla="*/ 5425834 w 7472601"/>
              <a:gd name="connsiteY234" fmla="*/ 3162785 h 6858000"/>
              <a:gd name="connsiteX235" fmla="*/ 1318687 w 7472601"/>
              <a:gd name="connsiteY235" fmla="*/ 3113840 h 6858000"/>
              <a:gd name="connsiteX236" fmla="*/ 1066793 w 7472601"/>
              <a:gd name="connsiteY236" fmla="*/ 3212171 h 6858000"/>
              <a:gd name="connsiteX237" fmla="*/ 993319 w 7472601"/>
              <a:gd name="connsiteY237" fmla="*/ 3247648 h 6858000"/>
              <a:gd name="connsiteX238" fmla="*/ 853081 w 7472601"/>
              <a:gd name="connsiteY238" fmla="*/ 3312410 h 6858000"/>
              <a:gd name="connsiteX239" fmla="*/ 805957 w 7472601"/>
              <a:gd name="connsiteY239" fmla="*/ 3330443 h 6858000"/>
              <a:gd name="connsiteX240" fmla="*/ 1318687 w 7472601"/>
              <a:gd name="connsiteY240" fmla="*/ 3113840 h 6858000"/>
              <a:gd name="connsiteX241" fmla="*/ 5453702 w 7472601"/>
              <a:gd name="connsiteY241" fmla="*/ 3090882 h 6858000"/>
              <a:gd name="connsiteX242" fmla="*/ 5480135 w 7472601"/>
              <a:gd name="connsiteY242" fmla="*/ 3565802 h 6858000"/>
              <a:gd name="connsiteX243" fmla="*/ 5499023 w 7472601"/>
              <a:gd name="connsiteY243" fmla="*/ 4166310 h 6858000"/>
              <a:gd name="connsiteX244" fmla="*/ 5547022 w 7472601"/>
              <a:gd name="connsiteY244" fmla="*/ 3607838 h 6858000"/>
              <a:gd name="connsiteX245" fmla="*/ 5515964 w 7472601"/>
              <a:gd name="connsiteY245" fmla="*/ 3378541 h 6858000"/>
              <a:gd name="connsiteX246" fmla="*/ 5453702 w 7472601"/>
              <a:gd name="connsiteY246" fmla="*/ 3090882 h 6858000"/>
              <a:gd name="connsiteX247" fmla="*/ 1238695 w 7472601"/>
              <a:gd name="connsiteY247" fmla="*/ 3076820 h 6858000"/>
              <a:gd name="connsiteX248" fmla="*/ 716371 w 7472601"/>
              <a:gd name="connsiteY248" fmla="*/ 3293249 h 6858000"/>
              <a:gd name="connsiteX249" fmla="*/ 579522 w 7472601"/>
              <a:gd name="connsiteY249" fmla="*/ 3371759 h 6858000"/>
              <a:gd name="connsiteX250" fmla="*/ 600288 w 7472601"/>
              <a:gd name="connsiteY250" fmla="*/ 3365555 h 6858000"/>
              <a:gd name="connsiteX251" fmla="*/ 840692 w 7472601"/>
              <a:gd name="connsiteY251" fmla="*/ 3284921 h 6858000"/>
              <a:gd name="connsiteX252" fmla="*/ 979248 w 7472601"/>
              <a:gd name="connsiteY252" fmla="*/ 3221003 h 6858000"/>
              <a:gd name="connsiteX253" fmla="*/ 1053282 w 7472601"/>
              <a:gd name="connsiteY253" fmla="*/ 3185247 h 6858000"/>
              <a:gd name="connsiteX254" fmla="*/ 1320603 w 7472601"/>
              <a:gd name="connsiteY254" fmla="*/ 3081281 h 6858000"/>
              <a:gd name="connsiteX255" fmla="*/ 1238695 w 7472601"/>
              <a:gd name="connsiteY255" fmla="*/ 3076820 h 6858000"/>
              <a:gd name="connsiteX256" fmla="*/ 5425627 w 7472601"/>
              <a:gd name="connsiteY256" fmla="*/ 2954192 h 6858000"/>
              <a:gd name="connsiteX257" fmla="*/ 5470770 w 7472601"/>
              <a:gd name="connsiteY257" fmla="*/ 3005435 h 6858000"/>
              <a:gd name="connsiteX258" fmla="*/ 5519779 w 7472601"/>
              <a:gd name="connsiteY258" fmla="*/ 4359223 h 6858000"/>
              <a:gd name="connsiteX259" fmla="*/ 5520293 w 7472601"/>
              <a:gd name="connsiteY259" fmla="*/ 4360602 h 6858000"/>
              <a:gd name="connsiteX260" fmla="*/ 5767221 w 7472601"/>
              <a:gd name="connsiteY260" fmla="*/ 4665564 h 6858000"/>
              <a:gd name="connsiteX261" fmla="*/ 6937169 w 7472601"/>
              <a:gd name="connsiteY261" fmla="*/ 4815941 h 6858000"/>
              <a:gd name="connsiteX262" fmla="*/ 6953922 w 7472601"/>
              <a:gd name="connsiteY262" fmla="*/ 4890068 h 6858000"/>
              <a:gd name="connsiteX263" fmla="*/ 6071359 w 7472601"/>
              <a:gd name="connsiteY263" fmla="*/ 4770770 h 6858000"/>
              <a:gd name="connsiteX264" fmla="*/ 6038839 w 7472601"/>
              <a:gd name="connsiteY264" fmla="*/ 4764474 h 6858000"/>
              <a:gd name="connsiteX265" fmla="*/ 6038706 w 7472601"/>
              <a:gd name="connsiteY265" fmla="*/ 4763847 h 6858000"/>
              <a:gd name="connsiteX266" fmla="*/ 6037784 w 7472601"/>
              <a:gd name="connsiteY266" fmla="*/ 4764270 h 6858000"/>
              <a:gd name="connsiteX267" fmla="*/ 6038839 w 7472601"/>
              <a:gd name="connsiteY267" fmla="*/ 4764474 h 6858000"/>
              <a:gd name="connsiteX268" fmla="*/ 6040338 w 7472601"/>
              <a:gd name="connsiteY268" fmla="*/ 4771418 h 6858000"/>
              <a:gd name="connsiteX269" fmla="*/ 6024488 w 7472601"/>
              <a:gd name="connsiteY269" fmla="*/ 4809903 h 6858000"/>
              <a:gd name="connsiteX270" fmla="*/ 5599771 w 7472601"/>
              <a:gd name="connsiteY270" fmla="*/ 5509652 h 6858000"/>
              <a:gd name="connsiteX271" fmla="*/ 5548843 w 7472601"/>
              <a:gd name="connsiteY271" fmla="*/ 5563845 h 6858000"/>
              <a:gd name="connsiteX272" fmla="*/ 5940952 w 7472601"/>
              <a:gd name="connsiteY272" fmla="*/ 6250028 h 6858000"/>
              <a:gd name="connsiteX273" fmla="*/ 6043441 w 7472601"/>
              <a:gd name="connsiteY273" fmla="*/ 6665847 h 6858000"/>
              <a:gd name="connsiteX274" fmla="*/ 6093432 w 7472601"/>
              <a:gd name="connsiteY274" fmla="*/ 6858000 h 6858000"/>
              <a:gd name="connsiteX275" fmla="*/ 6034344 w 7472601"/>
              <a:gd name="connsiteY275" fmla="*/ 6858000 h 6858000"/>
              <a:gd name="connsiteX276" fmla="*/ 6026679 w 7472601"/>
              <a:gd name="connsiteY276" fmla="*/ 6836959 h 6858000"/>
              <a:gd name="connsiteX277" fmla="*/ 5800441 w 7472601"/>
              <a:gd name="connsiteY277" fmla="*/ 6335286 h 6858000"/>
              <a:gd name="connsiteX278" fmla="*/ 5526562 w 7472601"/>
              <a:gd name="connsiteY278" fmla="*/ 5705388 h 6858000"/>
              <a:gd name="connsiteX279" fmla="*/ 5519640 w 7472601"/>
              <a:gd name="connsiteY279" fmla="*/ 5683774 h 6858000"/>
              <a:gd name="connsiteX280" fmla="*/ 5844559 w 7472601"/>
              <a:gd name="connsiteY280" fmla="*/ 6553349 h 6858000"/>
              <a:gd name="connsiteX281" fmla="*/ 5975994 w 7472601"/>
              <a:gd name="connsiteY281" fmla="*/ 6858000 h 6858000"/>
              <a:gd name="connsiteX282" fmla="*/ 5898547 w 7472601"/>
              <a:gd name="connsiteY282" fmla="*/ 6858000 h 6858000"/>
              <a:gd name="connsiteX283" fmla="*/ 5682041 w 7472601"/>
              <a:gd name="connsiteY283" fmla="*/ 6355860 h 6858000"/>
              <a:gd name="connsiteX284" fmla="*/ 5461758 w 7472601"/>
              <a:gd name="connsiteY284" fmla="*/ 5820220 h 6858000"/>
              <a:gd name="connsiteX285" fmla="*/ 5237282 w 7472601"/>
              <a:gd name="connsiteY285" fmla="*/ 6579086 h 6858000"/>
              <a:gd name="connsiteX286" fmla="*/ 5115009 w 7472601"/>
              <a:gd name="connsiteY286" fmla="*/ 6858000 h 6858000"/>
              <a:gd name="connsiteX287" fmla="*/ 5028074 w 7472601"/>
              <a:gd name="connsiteY287" fmla="*/ 6858000 h 6858000"/>
              <a:gd name="connsiteX288" fmla="*/ 5079508 w 7472601"/>
              <a:gd name="connsiteY288" fmla="*/ 6749074 h 6858000"/>
              <a:gd name="connsiteX289" fmla="*/ 5371846 w 7472601"/>
              <a:gd name="connsiteY289" fmla="*/ 5924413 h 6858000"/>
              <a:gd name="connsiteX290" fmla="*/ 5270512 w 7472601"/>
              <a:gd name="connsiteY290" fmla="*/ 6138975 h 6858000"/>
              <a:gd name="connsiteX291" fmla="*/ 5062409 w 7472601"/>
              <a:gd name="connsiteY291" fmla="*/ 6653544 h 6858000"/>
              <a:gd name="connsiteX292" fmla="*/ 5036628 w 7472601"/>
              <a:gd name="connsiteY292" fmla="*/ 6754247 h 6858000"/>
              <a:gd name="connsiteX293" fmla="*/ 5009112 w 7472601"/>
              <a:gd name="connsiteY293" fmla="*/ 6858000 h 6858000"/>
              <a:gd name="connsiteX294" fmla="*/ 4976679 w 7472601"/>
              <a:gd name="connsiteY294" fmla="*/ 6858000 h 6858000"/>
              <a:gd name="connsiteX295" fmla="*/ 5006537 w 7472601"/>
              <a:gd name="connsiteY295" fmla="*/ 6747068 h 6858000"/>
              <a:gd name="connsiteX296" fmla="*/ 5032723 w 7472601"/>
              <a:gd name="connsiteY296" fmla="*/ 6644957 h 6858000"/>
              <a:gd name="connsiteX297" fmla="*/ 5242949 w 7472601"/>
              <a:gd name="connsiteY297" fmla="*/ 6125175 h 6858000"/>
              <a:gd name="connsiteX298" fmla="*/ 5286321 w 7472601"/>
              <a:gd name="connsiteY298" fmla="*/ 6033555 h 6858000"/>
              <a:gd name="connsiteX299" fmla="*/ 5008210 w 7472601"/>
              <a:gd name="connsiteY299" fmla="*/ 6649194 h 6858000"/>
              <a:gd name="connsiteX300" fmla="*/ 4986321 w 7472601"/>
              <a:gd name="connsiteY300" fmla="*/ 6765687 h 6858000"/>
              <a:gd name="connsiteX301" fmla="*/ 4973474 w 7472601"/>
              <a:gd name="connsiteY301" fmla="*/ 6858000 h 6858000"/>
              <a:gd name="connsiteX302" fmla="*/ 4907178 w 7472601"/>
              <a:gd name="connsiteY302" fmla="*/ 6858000 h 6858000"/>
              <a:gd name="connsiteX303" fmla="*/ 4910810 w 7472601"/>
              <a:gd name="connsiteY303" fmla="*/ 6829660 h 6858000"/>
              <a:gd name="connsiteX304" fmla="*/ 4987461 w 7472601"/>
              <a:gd name="connsiteY304" fmla="*/ 6432994 h 6858000"/>
              <a:gd name="connsiteX305" fmla="*/ 5179262 w 7472601"/>
              <a:gd name="connsiteY305" fmla="*/ 6035044 h 6858000"/>
              <a:gd name="connsiteX306" fmla="*/ 4689678 w 7472601"/>
              <a:gd name="connsiteY306" fmla="*/ 6440241 h 6858000"/>
              <a:gd name="connsiteX307" fmla="*/ 4477543 w 7472601"/>
              <a:gd name="connsiteY307" fmla="*/ 6674836 h 6858000"/>
              <a:gd name="connsiteX308" fmla="*/ 4329957 w 7472601"/>
              <a:gd name="connsiteY308" fmla="*/ 6858000 h 6858000"/>
              <a:gd name="connsiteX309" fmla="*/ 4218595 w 7472601"/>
              <a:gd name="connsiteY309" fmla="*/ 6858000 h 6858000"/>
              <a:gd name="connsiteX310" fmla="*/ 4368888 w 7472601"/>
              <a:gd name="connsiteY310" fmla="*/ 6668412 h 6858000"/>
              <a:gd name="connsiteX311" fmla="*/ 4563091 w 7472601"/>
              <a:gd name="connsiteY311" fmla="*/ 6442508 h 6858000"/>
              <a:gd name="connsiteX312" fmla="*/ 5387324 w 7472601"/>
              <a:gd name="connsiteY312" fmla="*/ 5705830 h 6858000"/>
              <a:gd name="connsiteX313" fmla="*/ 5073620 w 7472601"/>
              <a:gd name="connsiteY313" fmla="*/ 5955437 h 6858000"/>
              <a:gd name="connsiteX314" fmla="*/ 4689789 w 7472601"/>
              <a:gd name="connsiteY314" fmla="*/ 6268382 h 6858000"/>
              <a:gd name="connsiteX315" fmla="*/ 4418722 w 7472601"/>
              <a:gd name="connsiteY315" fmla="*/ 6570886 h 6858000"/>
              <a:gd name="connsiteX316" fmla="*/ 4214944 w 7472601"/>
              <a:gd name="connsiteY316" fmla="*/ 6858000 h 6858000"/>
              <a:gd name="connsiteX317" fmla="*/ 4177898 w 7472601"/>
              <a:gd name="connsiteY317" fmla="*/ 6858000 h 6858000"/>
              <a:gd name="connsiteX318" fmla="*/ 4391597 w 7472601"/>
              <a:gd name="connsiteY318" fmla="*/ 6556370 h 6858000"/>
              <a:gd name="connsiteX319" fmla="*/ 4668889 w 7472601"/>
              <a:gd name="connsiteY319" fmla="*/ 6246399 h 6858000"/>
              <a:gd name="connsiteX320" fmla="*/ 5055427 w 7472601"/>
              <a:gd name="connsiteY320" fmla="*/ 5931476 h 6858000"/>
              <a:gd name="connsiteX321" fmla="*/ 5371814 w 7472601"/>
              <a:gd name="connsiteY321" fmla="*/ 5678975 h 6858000"/>
              <a:gd name="connsiteX322" fmla="*/ 4987918 w 7472601"/>
              <a:gd name="connsiteY322" fmla="*/ 5838701 h 6858000"/>
              <a:gd name="connsiteX323" fmla="*/ 4317146 w 7472601"/>
              <a:gd name="connsiteY323" fmla="*/ 6587716 h 6858000"/>
              <a:gd name="connsiteX324" fmla="*/ 4171627 w 7472601"/>
              <a:gd name="connsiteY324" fmla="*/ 6858000 h 6858000"/>
              <a:gd name="connsiteX325" fmla="*/ 4081585 w 7472601"/>
              <a:gd name="connsiteY325" fmla="*/ 6858000 h 6858000"/>
              <a:gd name="connsiteX326" fmla="*/ 4238603 w 7472601"/>
              <a:gd name="connsiteY326" fmla="*/ 6559341 h 6858000"/>
              <a:gd name="connsiteX327" fmla="*/ 4778333 w 7472601"/>
              <a:gd name="connsiteY327" fmla="*/ 5873626 h 6858000"/>
              <a:gd name="connsiteX328" fmla="*/ 5414185 w 7472601"/>
              <a:gd name="connsiteY328" fmla="*/ 5573882 h 6858000"/>
              <a:gd name="connsiteX329" fmla="*/ 5959648 w 7472601"/>
              <a:gd name="connsiteY329" fmla="*/ 4760797 h 6858000"/>
              <a:gd name="connsiteX330" fmla="*/ 5355019 w 7472601"/>
              <a:gd name="connsiteY330" fmla="*/ 4734672 h 6858000"/>
              <a:gd name="connsiteX331" fmla="*/ 5083565 w 7472601"/>
              <a:gd name="connsiteY331" fmla="*/ 5179121 h 6858000"/>
              <a:gd name="connsiteX332" fmla="*/ 4713577 w 7472601"/>
              <a:gd name="connsiteY332" fmla="*/ 5616803 h 6858000"/>
              <a:gd name="connsiteX333" fmla="*/ 3989559 w 7472601"/>
              <a:gd name="connsiteY333" fmla="*/ 6145945 h 6858000"/>
              <a:gd name="connsiteX334" fmla="*/ 3939824 w 7472601"/>
              <a:gd name="connsiteY334" fmla="*/ 6066900 h 6858000"/>
              <a:gd name="connsiteX335" fmla="*/ 4584537 w 7472601"/>
              <a:gd name="connsiteY335" fmla="*/ 5324826 h 6858000"/>
              <a:gd name="connsiteX336" fmla="*/ 5037105 w 7472601"/>
              <a:gd name="connsiteY336" fmla="*/ 5088765 h 6858000"/>
              <a:gd name="connsiteX337" fmla="*/ 5039930 w 7472601"/>
              <a:gd name="connsiteY337" fmla="*/ 5089585 h 6858000"/>
              <a:gd name="connsiteX338" fmla="*/ 5263764 w 7472601"/>
              <a:gd name="connsiteY338" fmla="*/ 4735525 h 6858000"/>
              <a:gd name="connsiteX339" fmla="*/ 4086300 w 7472601"/>
              <a:gd name="connsiteY339" fmla="*/ 4884599 h 6858000"/>
              <a:gd name="connsiteX340" fmla="*/ 4085485 w 7472601"/>
              <a:gd name="connsiteY340" fmla="*/ 4899070 h 6858000"/>
              <a:gd name="connsiteX341" fmla="*/ 3871915 w 7472601"/>
              <a:gd name="connsiteY341" fmla="*/ 5253645 h 6858000"/>
              <a:gd name="connsiteX342" fmla="*/ 3799374 w 7472601"/>
              <a:gd name="connsiteY342" fmla="*/ 5466127 h 6858000"/>
              <a:gd name="connsiteX343" fmla="*/ 3498850 w 7472601"/>
              <a:gd name="connsiteY343" fmla="*/ 6661888 h 6858000"/>
              <a:gd name="connsiteX344" fmla="*/ 3399216 w 7472601"/>
              <a:gd name="connsiteY344" fmla="*/ 6858000 h 6858000"/>
              <a:gd name="connsiteX345" fmla="*/ 3303688 w 7472601"/>
              <a:gd name="connsiteY345" fmla="*/ 6858000 h 6858000"/>
              <a:gd name="connsiteX346" fmla="*/ 3391774 w 7472601"/>
              <a:gd name="connsiteY346" fmla="*/ 6697181 h 6858000"/>
              <a:gd name="connsiteX347" fmla="*/ 3735540 w 7472601"/>
              <a:gd name="connsiteY347" fmla="*/ 5546923 h 6858000"/>
              <a:gd name="connsiteX348" fmla="*/ 3729438 w 7472601"/>
              <a:gd name="connsiteY348" fmla="*/ 5569058 h 6858000"/>
              <a:gd name="connsiteX349" fmla="*/ 3707782 w 7472601"/>
              <a:gd name="connsiteY349" fmla="*/ 5644908 h 6858000"/>
              <a:gd name="connsiteX350" fmla="*/ 3583827 w 7472601"/>
              <a:gd name="connsiteY350" fmla="*/ 6039215 h 6858000"/>
              <a:gd name="connsiteX351" fmla="*/ 3547861 w 7472601"/>
              <a:gd name="connsiteY351" fmla="*/ 6129609 h 6858000"/>
              <a:gd name="connsiteX352" fmla="*/ 3490905 w 7472601"/>
              <a:gd name="connsiteY352" fmla="*/ 6277660 h 6858000"/>
              <a:gd name="connsiteX353" fmla="*/ 3455859 w 7472601"/>
              <a:gd name="connsiteY353" fmla="*/ 6391301 h 6858000"/>
              <a:gd name="connsiteX354" fmla="*/ 3429112 w 7472601"/>
              <a:gd name="connsiteY354" fmla="*/ 6479469 h 6858000"/>
              <a:gd name="connsiteX355" fmla="*/ 3304862 w 7472601"/>
              <a:gd name="connsiteY355" fmla="*/ 6796476 h 6858000"/>
              <a:gd name="connsiteX356" fmla="*/ 3276071 w 7472601"/>
              <a:gd name="connsiteY356" fmla="*/ 6858000 h 6858000"/>
              <a:gd name="connsiteX357" fmla="*/ 3240805 w 7472601"/>
              <a:gd name="connsiteY357" fmla="*/ 6858000 h 6858000"/>
              <a:gd name="connsiteX358" fmla="*/ 3275917 w 7472601"/>
              <a:gd name="connsiteY358" fmla="*/ 6783192 h 6858000"/>
              <a:gd name="connsiteX359" fmla="*/ 3399358 w 7472601"/>
              <a:gd name="connsiteY359" fmla="*/ 6469011 h 6858000"/>
              <a:gd name="connsiteX360" fmla="*/ 3425650 w 7472601"/>
              <a:gd name="connsiteY360" fmla="*/ 6381333 h 6858000"/>
              <a:gd name="connsiteX361" fmla="*/ 3460661 w 7472601"/>
              <a:gd name="connsiteY361" fmla="*/ 6266763 h 6858000"/>
              <a:gd name="connsiteX362" fmla="*/ 3518021 w 7472601"/>
              <a:gd name="connsiteY362" fmla="*/ 6117298 h 6858000"/>
              <a:gd name="connsiteX363" fmla="*/ 3554035 w 7472601"/>
              <a:gd name="connsiteY363" fmla="*/ 6027832 h 6858000"/>
              <a:gd name="connsiteX364" fmla="*/ 3677174 w 7472601"/>
              <a:gd name="connsiteY364" fmla="*/ 5636351 h 6858000"/>
              <a:gd name="connsiteX365" fmla="*/ 3698819 w 7472601"/>
              <a:gd name="connsiteY365" fmla="*/ 5560503 h 6858000"/>
              <a:gd name="connsiteX366" fmla="*/ 3702094 w 7472601"/>
              <a:gd name="connsiteY366" fmla="*/ 5549194 h 6858000"/>
              <a:gd name="connsiteX367" fmla="*/ 3398355 w 7472601"/>
              <a:gd name="connsiteY367" fmla="*/ 6094603 h 6858000"/>
              <a:gd name="connsiteX368" fmla="*/ 3193941 w 7472601"/>
              <a:gd name="connsiteY368" fmla="*/ 6798775 h 6858000"/>
              <a:gd name="connsiteX369" fmla="*/ 3184140 w 7472601"/>
              <a:gd name="connsiteY369" fmla="*/ 6858000 h 6858000"/>
              <a:gd name="connsiteX370" fmla="*/ 3099978 w 7472601"/>
              <a:gd name="connsiteY370" fmla="*/ 6858000 h 6858000"/>
              <a:gd name="connsiteX371" fmla="*/ 3101556 w 7472601"/>
              <a:gd name="connsiteY371" fmla="*/ 6843337 h 6858000"/>
              <a:gd name="connsiteX372" fmla="*/ 3370162 w 7472601"/>
              <a:gd name="connsiteY372" fmla="*/ 5785550 h 6858000"/>
              <a:gd name="connsiteX373" fmla="*/ 3746477 w 7472601"/>
              <a:gd name="connsiteY373" fmla="*/ 5377889 h 6858000"/>
              <a:gd name="connsiteX374" fmla="*/ 3863399 w 7472601"/>
              <a:gd name="connsiteY374" fmla="*/ 5087257 h 6858000"/>
              <a:gd name="connsiteX375" fmla="*/ 3968712 w 7472601"/>
              <a:gd name="connsiteY375" fmla="*/ 4913989 h 6858000"/>
              <a:gd name="connsiteX376" fmla="*/ 2792390 w 7472601"/>
              <a:gd name="connsiteY376" fmla="*/ 5382974 h 6858000"/>
              <a:gd name="connsiteX377" fmla="*/ 2714982 w 7472601"/>
              <a:gd name="connsiteY377" fmla="*/ 5427051 h 6858000"/>
              <a:gd name="connsiteX378" fmla="*/ 2813361 w 7472601"/>
              <a:gd name="connsiteY378" fmla="*/ 6023912 h 6858000"/>
              <a:gd name="connsiteX379" fmla="*/ 2688430 w 7472601"/>
              <a:gd name="connsiteY379" fmla="*/ 6801564 h 6858000"/>
              <a:gd name="connsiteX380" fmla="*/ 2629626 w 7472601"/>
              <a:gd name="connsiteY380" fmla="*/ 6763394 h 6858000"/>
              <a:gd name="connsiteX381" fmla="*/ 2565328 w 7472601"/>
              <a:gd name="connsiteY381" fmla="*/ 5516399 h 6858000"/>
              <a:gd name="connsiteX382" fmla="*/ 1922999 w 7472601"/>
              <a:gd name="connsiteY382" fmla="*/ 5980343 h 6858000"/>
              <a:gd name="connsiteX383" fmla="*/ 1950261 w 7472601"/>
              <a:gd name="connsiteY383" fmla="*/ 6405858 h 6858000"/>
              <a:gd name="connsiteX384" fmla="*/ 2365554 w 7472601"/>
              <a:gd name="connsiteY384" fmla="*/ 6759107 h 6858000"/>
              <a:gd name="connsiteX385" fmla="*/ 2424142 w 7472601"/>
              <a:gd name="connsiteY385" fmla="*/ 6858000 h 6858000"/>
              <a:gd name="connsiteX386" fmla="*/ 2395994 w 7472601"/>
              <a:gd name="connsiteY386" fmla="*/ 6858000 h 6858000"/>
              <a:gd name="connsiteX387" fmla="*/ 2392863 w 7472601"/>
              <a:gd name="connsiteY387" fmla="*/ 6852964 h 6858000"/>
              <a:gd name="connsiteX388" fmla="*/ 2017589 w 7472601"/>
              <a:gd name="connsiteY388" fmla="*/ 6493982 h 6858000"/>
              <a:gd name="connsiteX389" fmla="*/ 2147336 w 7472601"/>
              <a:gd name="connsiteY389" fmla="*/ 6594052 h 6858000"/>
              <a:gd name="connsiteX390" fmla="*/ 2207047 w 7472601"/>
              <a:gd name="connsiteY390" fmla="*/ 6654540 h 6858000"/>
              <a:gd name="connsiteX391" fmla="*/ 2299106 w 7472601"/>
              <a:gd name="connsiteY391" fmla="*/ 6778931 h 6858000"/>
              <a:gd name="connsiteX392" fmla="*/ 2314430 w 7472601"/>
              <a:gd name="connsiteY392" fmla="*/ 6801144 h 6858000"/>
              <a:gd name="connsiteX393" fmla="*/ 2352406 w 7472601"/>
              <a:gd name="connsiteY393" fmla="*/ 6858000 h 6858000"/>
              <a:gd name="connsiteX394" fmla="*/ 2314492 w 7472601"/>
              <a:gd name="connsiteY394" fmla="*/ 6858000 h 6858000"/>
              <a:gd name="connsiteX395" fmla="*/ 2288095 w 7472601"/>
              <a:gd name="connsiteY395" fmla="*/ 6818030 h 6858000"/>
              <a:gd name="connsiteX396" fmla="*/ 2272768 w 7472601"/>
              <a:gd name="connsiteY396" fmla="*/ 6795822 h 6858000"/>
              <a:gd name="connsiteX397" fmla="*/ 2182715 w 7472601"/>
              <a:gd name="connsiteY397" fmla="*/ 6675071 h 6858000"/>
              <a:gd name="connsiteX398" fmla="*/ 2032061 w 7472601"/>
              <a:gd name="connsiteY398" fmla="*/ 6541380 h 6858000"/>
              <a:gd name="connsiteX399" fmla="*/ 2257220 w 7472601"/>
              <a:gd name="connsiteY399" fmla="*/ 6826257 h 6858000"/>
              <a:gd name="connsiteX400" fmla="*/ 2281324 w 7472601"/>
              <a:gd name="connsiteY400" fmla="*/ 6858000 h 6858000"/>
              <a:gd name="connsiteX401" fmla="*/ 2242860 w 7472601"/>
              <a:gd name="connsiteY401" fmla="*/ 6858000 h 6858000"/>
              <a:gd name="connsiteX402" fmla="*/ 2232818 w 7472601"/>
              <a:gd name="connsiteY402" fmla="*/ 6844926 h 6858000"/>
              <a:gd name="connsiteX403" fmla="*/ 1990172 w 7472601"/>
              <a:gd name="connsiteY403" fmla="*/ 6542121 h 6858000"/>
              <a:gd name="connsiteX404" fmla="*/ 2124090 w 7472601"/>
              <a:gd name="connsiteY404" fmla="*/ 6761017 h 6858000"/>
              <a:gd name="connsiteX405" fmla="*/ 2200380 w 7472601"/>
              <a:gd name="connsiteY405" fmla="*/ 6858000 h 6858000"/>
              <a:gd name="connsiteX406" fmla="*/ 2147507 w 7472601"/>
              <a:gd name="connsiteY406" fmla="*/ 6858000 h 6858000"/>
              <a:gd name="connsiteX407" fmla="*/ 2070668 w 7472601"/>
              <a:gd name="connsiteY407" fmla="*/ 6761520 h 6858000"/>
              <a:gd name="connsiteX408" fmla="*/ 1975142 w 7472601"/>
              <a:gd name="connsiteY408" fmla="*/ 6585570 h 6858000"/>
              <a:gd name="connsiteX409" fmla="*/ 2050035 w 7472601"/>
              <a:gd name="connsiteY409" fmla="*/ 6813345 h 6858000"/>
              <a:gd name="connsiteX410" fmla="*/ 2063025 w 7472601"/>
              <a:gd name="connsiteY410" fmla="*/ 6858000 h 6858000"/>
              <a:gd name="connsiteX411" fmla="*/ 2021675 w 7472601"/>
              <a:gd name="connsiteY411" fmla="*/ 6858000 h 6858000"/>
              <a:gd name="connsiteX412" fmla="*/ 2019308 w 7472601"/>
              <a:gd name="connsiteY412" fmla="*/ 6847118 h 6858000"/>
              <a:gd name="connsiteX413" fmla="*/ 1938835 w 7472601"/>
              <a:gd name="connsiteY413" fmla="*/ 6551160 h 6858000"/>
              <a:gd name="connsiteX414" fmla="*/ 1953230 w 7472601"/>
              <a:gd name="connsiteY414" fmla="*/ 6759699 h 6858000"/>
              <a:gd name="connsiteX415" fmla="*/ 1956763 w 7472601"/>
              <a:gd name="connsiteY415" fmla="*/ 6778191 h 6858000"/>
              <a:gd name="connsiteX416" fmla="*/ 1967925 w 7472601"/>
              <a:gd name="connsiteY416" fmla="*/ 6858000 h 6858000"/>
              <a:gd name="connsiteX417" fmla="*/ 1936622 w 7472601"/>
              <a:gd name="connsiteY417" fmla="*/ 6858000 h 6858000"/>
              <a:gd name="connsiteX418" fmla="*/ 1926261 w 7472601"/>
              <a:gd name="connsiteY418" fmla="*/ 6784064 h 6858000"/>
              <a:gd name="connsiteX419" fmla="*/ 1922724 w 7472601"/>
              <a:gd name="connsiteY419" fmla="*/ 6765577 h 6858000"/>
              <a:gd name="connsiteX420" fmla="*/ 1904650 w 7472601"/>
              <a:gd name="connsiteY420" fmla="*/ 6639616 h 6858000"/>
              <a:gd name="connsiteX421" fmla="*/ 1885273 w 7472601"/>
              <a:gd name="connsiteY421" fmla="*/ 6858000 h 6858000"/>
              <a:gd name="connsiteX422" fmla="*/ 1854363 w 7472601"/>
              <a:gd name="connsiteY422" fmla="*/ 6858000 h 6858000"/>
              <a:gd name="connsiteX423" fmla="*/ 1880391 w 7472601"/>
              <a:gd name="connsiteY423" fmla="*/ 6603796 h 6858000"/>
              <a:gd name="connsiteX424" fmla="*/ 1818273 w 7472601"/>
              <a:gd name="connsiteY424" fmla="*/ 6715729 h 6858000"/>
              <a:gd name="connsiteX425" fmla="*/ 1794691 w 7472601"/>
              <a:gd name="connsiteY425" fmla="*/ 6843239 h 6858000"/>
              <a:gd name="connsiteX426" fmla="*/ 1794914 w 7472601"/>
              <a:gd name="connsiteY426" fmla="*/ 6858000 h 6858000"/>
              <a:gd name="connsiteX427" fmla="*/ 1746128 w 7472601"/>
              <a:gd name="connsiteY427" fmla="*/ 6858000 h 6858000"/>
              <a:gd name="connsiteX428" fmla="*/ 1753934 w 7472601"/>
              <a:gd name="connsiteY428" fmla="*/ 6724796 h 6858000"/>
              <a:gd name="connsiteX429" fmla="*/ 1792053 w 7472601"/>
              <a:gd name="connsiteY429" fmla="*/ 6572396 h 6858000"/>
              <a:gd name="connsiteX430" fmla="*/ 1862248 w 7472601"/>
              <a:gd name="connsiteY430" fmla="*/ 6266397 h 6858000"/>
              <a:gd name="connsiteX431" fmla="*/ 1862250 w 7472601"/>
              <a:gd name="connsiteY431" fmla="*/ 6033531 h 6858000"/>
              <a:gd name="connsiteX432" fmla="*/ 1211999 w 7472601"/>
              <a:gd name="connsiteY432" fmla="*/ 6683610 h 6858000"/>
              <a:gd name="connsiteX433" fmla="*/ 1213266 w 7472601"/>
              <a:gd name="connsiteY433" fmla="*/ 6691947 h 6858000"/>
              <a:gd name="connsiteX434" fmla="*/ 1203370 w 7472601"/>
              <a:gd name="connsiteY434" fmla="*/ 6850676 h 6858000"/>
              <a:gd name="connsiteX435" fmla="*/ 1203671 w 7472601"/>
              <a:gd name="connsiteY435" fmla="*/ 6858000 h 6858000"/>
              <a:gd name="connsiteX436" fmla="*/ 1143180 w 7472601"/>
              <a:gd name="connsiteY436" fmla="*/ 6858000 h 6858000"/>
              <a:gd name="connsiteX437" fmla="*/ 1142176 w 7472601"/>
              <a:gd name="connsiteY437" fmla="*/ 6766045 h 6858000"/>
              <a:gd name="connsiteX438" fmla="*/ 1067484 w 7472601"/>
              <a:gd name="connsiteY438" fmla="*/ 6858000 h 6858000"/>
              <a:gd name="connsiteX439" fmla="*/ 953928 w 7472601"/>
              <a:gd name="connsiteY439" fmla="*/ 6858000 h 6858000"/>
              <a:gd name="connsiteX440" fmla="*/ 959715 w 7472601"/>
              <a:gd name="connsiteY440" fmla="*/ 6850185 h 6858000"/>
              <a:gd name="connsiteX441" fmla="*/ 1483788 w 7472601"/>
              <a:gd name="connsiteY441" fmla="*/ 6259174 h 6858000"/>
              <a:gd name="connsiteX442" fmla="*/ 1100671 w 7472601"/>
              <a:gd name="connsiteY442" fmla="*/ 6252137 h 6858000"/>
              <a:gd name="connsiteX443" fmla="*/ 1090144 w 7472601"/>
              <a:gd name="connsiteY443" fmla="*/ 6256748 h 6858000"/>
              <a:gd name="connsiteX444" fmla="*/ 1095872 w 7472601"/>
              <a:gd name="connsiteY444" fmla="*/ 6271892 h 6858000"/>
              <a:gd name="connsiteX445" fmla="*/ 262785 w 7472601"/>
              <a:gd name="connsiteY445" fmla="*/ 6845450 h 6858000"/>
              <a:gd name="connsiteX446" fmla="*/ 209968 w 7472601"/>
              <a:gd name="connsiteY446" fmla="*/ 6770713 h 6858000"/>
              <a:gd name="connsiteX447" fmla="*/ 873460 w 7472601"/>
              <a:gd name="connsiteY447" fmla="*/ 6253768 h 6858000"/>
              <a:gd name="connsiteX448" fmla="*/ 192686 w 7472601"/>
              <a:gd name="connsiteY448" fmla="*/ 5849257 h 6858000"/>
              <a:gd name="connsiteX449" fmla="*/ 4696 w 7472601"/>
              <a:gd name="connsiteY449" fmla="*/ 5697668 h 6858000"/>
              <a:gd name="connsiteX450" fmla="*/ 0 w 7472601"/>
              <a:gd name="connsiteY450" fmla="*/ 5689984 h 6858000"/>
              <a:gd name="connsiteX451" fmla="*/ 0 w 7472601"/>
              <a:gd name="connsiteY451" fmla="*/ 5513472 h 6858000"/>
              <a:gd name="connsiteX452" fmla="*/ 174101 w 7472601"/>
              <a:gd name="connsiteY452" fmla="*/ 5620277 h 6858000"/>
              <a:gd name="connsiteX453" fmla="*/ 891800 w 7472601"/>
              <a:gd name="connsiteY453" fmla="*/ 6036935 h 6858000"/>
              <a:gd name="connsiteX454" fmla="*/ 1072219 w 7472601"/>
              <a:gd name="connsiteY454" fmla="*/ 6169443 h 6858000"/>
              <a:gd name="connsiteX455" fmla="*/ 1074117 w 7472601"/>
              <a:gd name="connsiteY455" fmla="*/ 6170301 h 6858000"/>
              <a:gd name="connsiteX456" fmla="*/ 1083114 w 7472601"/>
              <a:gd name="connsiteY456" fmla="*/ 6174131 h 6858000"/>
              <a:gd name="connsiteX457" fmla="*/ 1543010 w 7472601"/>
              <a:gd name="connsiteY457" fmla="*/ 6191140 h 6858000"/>
              <a:gd name="connsiteX458" fmla="*/ 1551080 w 7472601"/>
              <a:gd name="connsiteY458" fmla="*/ 6195006 h 6858000"/>
              <a:gd name="connsiteX459" fmla="*/ 2345443 w 7472601"/>
              <a:gd name="connsiteY459" fmla="*/ 5549882 h 6858000"/>
              <a:gd name="connsiteX460" fmla="*/ 1721499 w 7472601"/>
              <a:gd name="connsiteY460" fmla="*/ 5599969 h 6858000"/>
              <a:gd name="connsiteX461" fmla="*/ 767716 w 7472601"/>
              <a:gd name="connsiteY461" fmla="*/ 5472768 h 6858000"/>
              <a:gd name="connsiteX462" fmla="*/ 722147 w 7472601"/>
              <a:gd name="connsiteY462" fmla="*/ 5393091 h 6858000"/>
              <a:gd name="connsiteX463" fmla="*/ 1485552 w 7472601"/>
              <a:gd name="connsiteY463" fmla="*/ 5313202 h 6858000"/>
              <a:gd name="connsiteX464" fmla="*/ 2143004 w 7472601"/>
              <a:gd name="connsiteY464" fmla="*/ 5402420 h 6858000"/>
              <a:gd name="connsiteX465" fmla="*/ 1933391 w 7472601"/>
              <a:gd name="connsiteY465" fmla="*/ 5156971 h 6858000"/>
              <a:gd name="connsiteX466" fmla="*/ 1827118 w 7472601"/>
              <a:gd name="connsiteY466" fmla="*/ 4968410 h 6858000"/>
              <a:gd name="connsiteX467" fmla="*/ 1837349 w 7472601"/>
              <a:gd name="connsiteY467" fmla="*/ 4956357 h 6858000"/>
              <a:gd name="connsiteX468" fmla="*/ 2162835 w 7472601"/>
              <a:gd name="connsiteY468" fmla="*/ 5187853 h 6858000"/>
              <a:gd name="connsiteX469" fmla="*/ 2257167 w 7472601"/>
              <a:gd name="connsiteY469" fmla="*/ 5462123 h 6858000"/>
              <a:gd name="connsiteX470" fmla="*/ 2261598 w 7472601"/>
              <a:gd name="connsiteY470" fmla="*/ 5467998 h 6858000"/>
              <a:gd name="connsiteX471" fmla="*/ 2437177 w 7472601"/>
              <a:gd name="connsiteY471" fmla="*/ 5479608 h 6858000"/>
              <a:gd name="connsiteX472" fmla="*/ 2445247 w 7472601"/>
              <a:gd name="connsiteY472" fmla="*/ 5483476 h 6858000"/>
              <a:gd name="connsiteX473" fmla="*/ 2743626 w 7472601"/>
              <a:gd name="connsiteY473" fmla="*/ 5304819 h 6858000"/>
              <a:gd name="connsiteX474" fmla="*/ 3048102 w 7472601"/>
              <a:gd name="connsiteY474" fmla="*/ 5150595 h 6858000"/>
              <a:gd name="connsiteX475" fmla="*/ 1799414 w 7472601"/>
              <a:gd name="connsiteY475" fmla="*/ 4694732 h 6858000"/>
              <a:gd name="connsiteX476" fmla="*/ 1771735 w 7472601"/>
              <a:gd name="connsiteY476" fmla="*/ 4619929 h 6858000"/>
              <a:gd name="connsiteX477" fmla="*/ 3104273 w 7472601"/>
              <a:gd name="connsiteY477" fmla="*/ 5076159 h 6858000"/>
              <a:gd name="connsiteX478" fmla="*/ 3113245 w 7472601"/>
              <a:gd name="connsiteY478" fmla="*/ 5090705 h 6858000"/>
              <a:gd name="connsiteX479" fmla="*/ 3126294 w 7472601"/>
              <a:gd name="connsiteY479" fmla="*/ 5114400 h 6858000"/>
              <a:gd name="connsiteX480" fmla="*/ 3937433 w 7472601"/>
              <a:gd name="connsiteY480" fmla="*/ 4830473 h 6858000"/>
              <a:gd name="connsiteX481" fmla="*/ 3590475 w 7472601"/>
              <a:gd name="connsiteY481" fmla="*/ 4597974 h 6858000"/>
              <a:gd name="connsiteX482" fmla="*/ 3100264 w 7472601"/>
              <a:gd name="connsiteY482" fmla="*/ 4579845 h 6858000"/>
              <a:gd name="connsiteX483" fmla="*/ 2183576 w 7472601"/>
              <a:gd name="connsiteY483" fmla="*/ 4227150 h 6858000"/>
              <a:gd name="connsiteX484" fmla="*/ 2151029 w 7472601"/>
              <a:gd name="connsiteY484" fmla="*/ 4146947 h 6858000"/>
              <a:gd name="connsiteX485" fmla="*/ 3563434 w 7472601"/>
              <a:gd name="connsiteY485" fmla="*/ 4469115 h 6858000"/>
              <a:gd name="connsiteX486" fmla="*/ 3177952 w 7472601"/>
              <a:gd name="connsiteY486" fmla="*/ 3657386 h 6858000"/>
              <a:gd name="connsiteX487" fmla="*/ 3189263 w 7472601"/>
              <a:gd name="connsiteY487" fmla="*/ 3625726 h 6858000"/>
              <a:gd name="connsiteX488" fmla="*/ 3560912 w 7472601"/>
              <a:gd name="connsiteY488" fmla="*/ 4079863 h 6858000"/>
              <a:gd name="connsiteX489" fmla="*/ 3626636 w 7472601"/>
              <a:gd name="connsiteY489" fmla="*/ 4512230 h 6858000"/>
              <a:gd name="connsiteX490" fmla="*/ 3653088 w 7472601"/>
              <a:gd name="connsiteY490" fmla="*/ 4521417 h 6858000"/>
              <a:gd name="connsiteX491" fmla="*/ 3988128 w 7472601"/>
              <a:gd name="connsiteY491" fmla="*/ 4817267 h 6858000"/>
              <a:gd name="connsiteX492" fmla="*/ 4830582 w 7472601"/>
              <a:gd name="connsiteY492" fmla="*/ 4676000 h 6858000"/>
              <a:gd name="connsiteX493" fmla="*/ 4830100 w 7472601"/>
              <a:gd name="connsiteY493" fmla="*/ 4675554 h 6858000"/>
              <a:gd name="connsiteX494" fmla="*/ 4036318 w 7472601"/>
              <a:gd name="connsiteY494" fmla="*/ 4147013 h 6858000"/>
              <a:gd name="connsiteX495" fmla="*/ 3432098 w 7472601"/>
              <a:gd name="connsiteY495" fmla="*/ 3537312 h 6858000"/>
              <a:gd name="connsiteX496" fmla="*/ 3446761 w 7472601"/>
              <a:gd name="connsiteY496" fmla="*/ 3461278 h 6858000"/>
              <a:gd name="connsiteX497" fmla="*/ 4419733 w 7472601"/>
              <a:gd name="connsiteY497" fmla="*/ 3963555 h 6858000"/>
              <a:gd name="connsiteX498" fmla="*/ 4781371 w 7472601"/>
              <a:gd name="connsiteY498" fmla="*/ 4458604 h 6858000"/>
              <a:gd name="connsiteX499" fmla="*/ 4780440 w 7472601"/>
              <a:gd name="connsiteY499" fmla="*/ 4470290 h 6858000"/>
              <a:gd name="connsiteX500" fmla="*/ 4898954 w 7472601"/>
              <a:gd name="connsiteY500" fmla="*/ 4662092 h 6858000"/>
              <a:gd name="connsiteX501" fmla="*/ 4900699 w 7472601"/>
              <a:gd name="connsiteY501" fmla="*/ 4670867 h 6858000"/>
              <a:gd name="connsiteX502" fmla="*/ 5714511 w 7472601"/>
              <a:gd name="connsiteY502" fmla="*/ 4663483 h 6858000"/>
              <a:gd name="connsiteX503" fmla="*/ 5464793 w 7472601"/>
              <a:gd name="connsiteY503" fmla="*/ 4393556 h 6858000"/>
              <a:gd name="connsiteX504" fmla="*/ 5461897 w 7472601"/>
              <a:gd name="connsiteY504" fmla="*/ 4390879 h 6858000"/>
              <a:gd name="connsiteX505" fmla="*/ 4294126 w 7472601"/>
              <a:gd name="connsiteY505" fmla="*/ 3303048 h 6858000"/>
              <a:gd name="connsiteX506" fmla="*/ 4305321 w 7472601"/>
              <a:gd name="connsiteY506" fmla="*/ 3256953 h 6858000"/>
              <a:gd name="connsiteX507" fmla="*/ 4949299 w 7472601"/>
              <a:gd name="connsiteY507" fmla="*/ 3766336 h 6858000"/>
              <a:gd name="connsiteX508" fmla="*/ 5291452 w 7472601"/>
              <a:gd name="connsiteY508" fmla="*/ 4076801 h 6858000"/>
              <a:gd name="connsiteX509" fmla="*/ 5434998 w 7472601"/>
              <a:gd name="connsiteY509" fmla="*/ 4254100 h 6858000"/>
              <a:gd name="connsiteX510" fmla="*/ 5351015 w 7472601"/>
              <a:gd name="connsiteY510" fmla="*/ 3760989 h 6858000"/>
              <a:gd name="connsiteX511" fmla="*/ 5413780 w 7472601"/>
              <a:gd name="connsiteY511" fmla="*/ 2966265 h 6858000"/>
              <a:gd name="connsiteX512" fmla="*/ 5425627 w 7472601"/>
              <a:gd name="connsiteY512" fmla="*/ 2954192 h 6858000"/>
              <a:gd name="connsiteX513" fmla="*/ 6604735 w 7472601"/>
              <a:gd name="connsiteY513" fmla="*/ 2041381 h 6858000"/>
              <a:gd name="connsiteX514" fmla="*/ 7204487 w 7472601"/>
              <a:gd name="connsiteY514" fmla="*/ 2742112 h 6858000"/>
              <a:gd name="connsiteX515" fmla="*/ 7131592 w 7472601"/>
              <a:gd name="connsiteY515" fmla="*/ 2672096 h 6858000"/>
              <a:gd name="connsiteX516" fmla="*/ 6996344 w 7472601"/>
              <a:gd name="connsiteY516" fmla="*/ 2518310 h 6858000"/>
              <a:gd name="connsiteX517" fmla="*/ 6735495 w 7472601"/>
              <a:gd name="connsiteY517" fmla="*/ 2196890 h 6858000"/>
              <a:gd name="connsiteX518" fmla="*/ 6721901 w 7472601"/>
              <a:gd name="connsiteY518" fmla="*/ 2179274 h 6858000"/>
              <a:gd name="connsiteX519" fmla="*/ 6604735 w 7472601"/>
              <a:gd name="connsiteY519" fmla="*/ 2041381 h 6858000"/>
              <a:gd name="connsiteX520" fmla="*/ 6591670 w 7472601"/>
              <a:gd name="connsiteY520" fmla="*/ 1988277 h 6858000"/>
              <a:gd name="connsiteX521" fmla="*/ 6747349 w 7472601"/>
              <a:gd name="connsiteY521" fmla="*/ 2160069 h 6858000"/>
              <a:gd name="connsiteX522" fmla="*/ 6760943 w 7472601"/>
              <a:gd name="connsiteY522" fmla="*/ 2177686 h 6858000"/>
              <a:gd name="connsiteX523" fmla="*/ 7021065 w 7472601"/>
              <a:gd name="connsiteY523" fmla="*/ 2498102 h 6858000"/>
              <a:gd name="connsiteX524" fmla="*/ 7155223 w 7472601"/>
              <a:gd name="connsiteY524" fmla="*/ 2650386 h 6858000"/>
              <a:gd name="connsiteX525" fmla="*/ 7203167 w 7472601"/>
              <a:gd name="connsiteY525" fmla="*/ 2697288 h 6858000"/>
              <a:gd name="connsiteX526" fmla="*/ 6937703 w 7472601"/>
              <a:gd name="connsiteY526" fmla="*/ 2321981 h 6858000"/>
              <a:gd name="connsiteX527" fmla="*/ 6591670 w 7472601"/>
              <a:gd name="connsiteY527" fmla="*/ 1988277 h 6858000"/>
              <a:gd name="connsiteX528" fmla="*/ 5798671 w 7472601"/>
              <a:gd name="connsiteY528" fmla="*/ 1981601 h 6858000"/>
              <a:gd name="connsiteX529" fmla="*/ 5754709 w 7472601"/>
              <a:gd name="connsiteY529" fmla="*/ 2071454 h 6858000"/>
              <a:gd name="connsiteX530" fmla="*/ 5763044 w 7472601"/>
              <a:gd name="connsiteY530" fmla="*/ 2842206 h 6858000"/>
              <a:gd name="connsiteX531" fmla="*/ 5764974 w 7472601"/>
              <a:gd name="connsiteY531" fmla="*/ 2799609 h 6858000"/>
              <a:gd name="connsiteX532" fmla="*/ 5767665 w 7472601"/>
              <a:gd name="connsiteY532" fmla="*/ 2666409 h 6858000"/>
              <a:gd name="connsiteX533" fmla="*/ 5763055 w 7472601"/>
              <a:gd name="connsiteY533" fmla="*/ 2579705 h 6858000"/>
              <a:gd name="connsiteX534" fmla="*/ 5758079 w 7472601"/>
              <a:gd name="connsiteY534" fmla="*/ 2492508 h 6858000"/>
              <a:gd name="connsiteX535" fmla="*/ 5779325 w 7472601"/>
              <a:gd name="connsiteY535" fmla="*/ 2197069 h 6858000"/>
              <a:gd name="connsiteX536" fmla="*/ 5798671 w 7472601"/>
              <a:gd name="connsiteY536" fmla="*/ 1981601 h 6858000"/>
              <a:gd name="connsiteX537" fmla="*/ 5829202 w 7472601"/>
              <a:gd name="connsiteY537" fmla="*/ 1971679 h 6858000"/>
              <a:gd name="connsiteX538" fmla="*/ 5809558 w 7472601"/>
              <a:gd name="connsiteY538" fmla="*/ 2198043 h 6858000"/>
              <a:gd name="connsiteX539" fmla="*/ 5788653 w 7472601"/>
              <a:gd name="connsiteY539" fmla="*/ 2489430 h 6858000"/>
              <a:gd name="connsiteX540" fmla="*/ 5793439 w 7472601"/>
              <a:gd name="connsiteY540" fmla="*/ 2575235 h 6858000"/>
              <a:gd name="connsiteX541" fmla="*/ 5796837 w 7472601"/>
              <a:gd name="connsiteY541" fmla="*/ 2637633 h 6858000"/>
              <a:gd name="connsiteX542" fmla="*/ 5818614 w 7472601"/>
              <a:gd name="connsiteY542" fmla="*/ 2473055 h 6858000"/>
              <a:gd name="connsiteX543" fmla="*/ 5829202 w 7472601"/>
              <a:gd name="connsiteY543" fmla="*/ 1971679 h 6858000"/>
              <a:gd name="connsiteX544" fmla="*/ 5911389 w 7472601"/>
              <a:gd name="connsiteY544" fmla="*/ 1898371 h 6858000"/>
              <a:gd name="connsiteX545" fmla="*/ 6237627 w 7472601"/>
              <a:gd name="connsiteY545" fmla="*/ 2231921 h 6858000"/>
              <a:gd name="connsiteX546" fmla="*/ 5911389 w 7472601"/>
              <a:gd name="connsiteY546" fmla="*/ 1898371 h 6858000"/>
              <a:gd name="connsiteX547" fmla="*/ 6944437 w 7472601"/>
              <a:gd name="connsiteY547" fmla="*/ 1575402 h 6858000"/>
              <a:gd name="connsiteX548" fmla="*/ 6304730 w 7472601"/>
              <a:gd name="connsiteY548" fmla="*/ 1766654 h 6858000"/>
              <a:gd name="connsiteX549" fmla="*/ 6944437 w 7472601"/>
              <a:gd name="connsiteY549" fmla="*/ 1575402 h 6858000"/>
              <a:gd name="connsiteX550" fmla="*/ 7019523 w 7472601"/>
              <a:gd name="connsiteY550" fmla="*/ 1519450 h 6858000"/>
              <a:gd name="connsiteX551" fmla="*/ 6298091 w 7472601"/>
              <a:gd name="connsiteY551" fmla="*/ 1737122 h 6858000"/>
              <a:gd name="connsiteX552" fmla="*/ 7019523 w 7472601"/>
              <a:gd name="connsiteY552" fmla="*/ 1519450 h 6858000"/>
              <a:gd name="connsiteX553" fmla="*/ 2399523 w 7472601"/>
              <a:gd name="connsiteY553" fmla="*/ 1428234 h 6858000"/>
              <a:gd name="connsiteX554" fmla="*/ 2224982 w 7472601"/>
              <a:gd name="connsiteY554" fmla="*/ 1826201 h 6858000"/>
              <a:gd name="connsiteX555" fmla="*/ 2096099 w 7472601"/>
              <a:gd name="connsiteY555" fmla="*/ 2345900 h 6858000"/>
              <a:gd name="connsiteX556" fmla="*/ 2283317 w 7472601"/>
              <a:gd name="connsiteY556" fmla="*/ 1796925 h 6858000"/>
              <a:gd name="connsiteX557" fmla="*/ 2399523 w 7472601"/>
              <a:gd name="connsiteY557" fmla="*/ 1428234 h 6858000"/>
              <a:gd name="connsiteX558" fmla="*/ 2448558 w 7472601"/>
              <a:gd name="connsiteY558" fmla="*/ 1373435 h 6858000"/>
              <a:gd name="connsiteX559" fmla="*/ 2312521 w 7472601"/>
              <a:gd name="connsiteY559" fmla="*/ 1806140 h 6858000"/>
              <a:gd name="connsiteX560" fmla="*/ 2127533 w 7472601"/>
              <a:gd name="connsiteY560" fmla="*/ 2348380 h 6858000"/>
              <a:gd name="connsiteX561" fmla="*/ 2358080 w 7472601"/>
              <a:gd name="connsiteY561" fmla="*/ 1866134 h 6858000"/>
              <a:gd name="connsiteX562" fmla="*/ 2407436 w 7472601"/>
              <a:gd name="connsiteY562" fmla="*/ 1651070 h 6858000"/>
              <a:gd name="connsiteX563" fmla="*/ 2448558 w 7472601"/>
              <a:gd name="connsiteY563" fmla="*/ 1373435 h 6858000"/>
              <a:gd name="connsiteX564" fmla="*/ 278707 w 7472601"/>
              <a:gd name="connsiteY564" fmla="*/ 1352270 h 6858000"/>
              <a:gd name="connsiteX565" fmla="*/ 321570 w 7472601"/>
              <a:gd name="connsiteY565" fmla="*/ 1861610 h 6858000"/>
              <a:gd name="connsiteX566" fmla="*/ 294281 w 7472601"/>
              <a:gd name="connsiteY566" fmla="*/ 1440658 h 6858000"/>
              <a:gd name="connsiteX567" fmla="*/ 278707 w 7472601"/>
              <a:gd name="connsiteY567" fmla="*/ 1352270 h 6858000"/>
              <a:gd name="connsiteX568" fmla="*/ 1423821 w 7472601"/>
              <a:gd name="connsiteY568" fmla="*/ 1351958 h 6858000"/>
              <a:gd name="connsiteX569" fmla="*/ 1638521 w 7472601"/>
              <a:gd name="connsiteY569" fmla="*/ 1908470 h 6858000"/>
              <a:gd name="connsiteX570" fmla="*/ 1754199 w 7472601"/>
              <a:gd name="connsiteY570" fmla="*/ 2149284 h 6858000"/>
              <a:gd name="connsiteX571" fmla="*/ 1908359 w 7472601"/>
              <a:gd name="connsiteY571" fmla="*/ 2364988 h 6858000"/>
              <a:gd name="connsiteX572" fmla="*/ 1647661 w 7472601"/>
              <a:gd name="connsiteY572" fmla="*/ 1825945 h 6858000"/>
              <a:gd name="connsiteX573" fmla="*/ 1423821 w 7472601"/>
              <a:gd name="connsiteY573" fmla="*/ 1351958 h 6858000"/>
              <a:gd name="connsiteX574" fmla="*/ 1431890 w 7472601"/>
              <a:gd name="connsiteY574" fmla="*/ 1306475 h 6858000"/>
              <a:gd name="connsiteX575" fmla="*/ 1507597 w 7472601"/>
              <a:gd name="connsiteY575" fmla="*/ 1446132 h 6858000"/>
              <a:gd name="connsiteX576" fmla="*/ 1674586 w 7472601"/>
              <a:gd name="connsiteY576" fmla="*/ 1813832 h 6858000"/>
              <a:gd name="connsiteX577" fmla="*/ 1815950 w 7472601"/>
              <a:gd name="connsiteY577" fmla="*/ 2128564 h 6858000"/>
              <a:gd name="connsiteX578" fmla="*/ 1984242 w 7472601"/>
              <a:gd name="connsiteY578" fmla="*/ 2430829 h 6858000"/>
              <a:gd name="connsiteX579" fmla="*/ 2014023 w 7472601"/>
              <a:gd name="connsiteY579" fmla="*/ 2450995 h 6858000"/>
              <a:gd name="connsiteX580" fmla="*/ 1747337 w 7472601"/>
              <a:gd name="connsiteY580" fmla="*/ 1855264 h 6858000"/>
              <a:gd name="connsiteX581" fmla="*/ 1533749 w 7472601"/>
              <a:gd name="connsiteY581" fmla="*/ 1478656 h 6858000"/>
              <a:gd name="connsiteX582" fmla="*/ 1431890 w 7472601"/>
              <a:gd name="connsiteY582" fmla="*/ 1306475 h 6858000"/>
              <a:gd name="connsiteX583" fmla="*/ 5052692 w 7472601"/>
              <a:gd name="connsiteY583" fmla="*/ 1292994 h 6858000"/>
              <a:gd name="connsiteX584" fmla="*/ 5200661 w 7472601"/>
              <a:gd name="connsiteY584" fmla="*/ 1635186 h 6858000"/>
              <a:gd name="connsiteX585" fmla="*/ 5297138 w 7472601"/>
              <a:gd name="connsiteY585" fmla="*/ 1906351 h 6858000"/>
              <a:gd name="connsiteX586" fmla="*/ 5052692 w 7472601"/>
              <a:gd name="connsiteY586" fmla="*/ 1292994 h 6858000"/>
              <a:gd name="connsiteX587" fmla="*/ 5009948 w 7472601"/>
              <a:gd name="connsiteY587" fmla="*/ 1273619 h 6858000"/>
              <a:gd name="connsiteX588" fmla="*/ 5121777 w 7472601"/>
              <a:gd name="connsiteY588" fmla="*/ 1654213 h 6858000"/>
              <a:gd name="connsiteX589" fmla="*/ 5293545 w 7472601"/>
              <a:gd name="connsiteY589" fmla="*/ 2072247 h 6858000"/>
              <a:gd name="connsiteX590" fmla="*/ 5294042 w 7472601"/>
              <a:gd name="connsiteY590" fmla="*/ 2065019 h 6858000"/>
              <a:gd name="connsiteX591" fmla="*/ 5171936 w 7472601"/>
              <a:gd name="connsiteY591" fmla="*/ 1647613 h 6858000"/>
              <a:gd name="connsiteX592" fmla="*/ 5009948 w 7472601"/>
              <a:gd name="connsiteY592" fmla="*/ 1273619 h 6858000"/>
              <a:gd name="connsiteX593" fmla="*/ 655236 w 7472601"/>
              <a:gd name="connsiteY593" fmla="*/ 1268632 h 6858000"/>
              <a:gd name="connsiteX594" fmla="*/ 839521 w 7472601"/>
              <a:gd name="connsiteY594" fmla="*/ 1685315 h 6858000"/>
              <a:gd name="connsiteX595" fmla="*/ 1109416 w 7472601"/>
              <a:gd name="connsiteY595" fmla="*/ 2061663 h 6858000"/>
              <a:gd name="connsiteX596" fmla="*/ 1298300 w 7472601"/>
              <a:gd name="connsiteY596" fmla="*/ 2247742 h 6858000"/>
              <a:gd name="connsiteX597" fmla="*/ 1125871 w 7472601"/>
              <a:gd name="connsiteY597" fmla="*/ 1989513 h 6858000"/>
              <a:gd name="connsiteX598" fmla="*/ 981574 w 7472601"/>
              <a:gd name="connsiteY598" fmla="*/ 1783157 h 6858000"/>
              <a:gd name="connsiteX599" fmla="*/ 922198 w 7472601"/>
              <a:gd name="connsiteY599" fmla="*/ 1677437 h 6858000"/>
              <a:gd name="connsiteX600" fmla="*/ 869293 w 7472601"/>
              <a:gd name="connsiteY600" fmla="*/ 1583214 h 6858000"/>
              <a:gd name="connsiteX601" fmla="*/ 751431 w 7472601"/>
              <a:gd name="connsiteY601" fmla="*/ 1405731 h 6858000"/>
              <a:gd name="connsiteX602" fmla="*/ 655236 w 7472601"/>
              <a:gd name="connsiteY602" fmla="*/ 1268632 h 6858000"/>
              <a:gd name="connsiteX603" fmla="*/ 6516292 w 7472601"/>
              <a:gd name="connsiteY603" fmla="*/ 1263064 h 6858000"/>
              <a:gd name="connsiteX604" fmla="*/ 5736320 w 7472601"/>
              <a:gd name="connsiteY604" fmla="*/ 1501803 h 6858000"/>
              <a:gd name="connsiteX605" fmla="*/ 6516292 w 7472601"/>
              <a:gd name="connsiteY605" fmla="*/ 1263064 h 6858000"/>
              <a:gd name="connsiteX606" fmla="*/ 291466 w 7472601"/>
              <a:gd name="connsiteY606" fmla="*/ 1250369 h 6858000"/>
              <a:gd name="connsiteX607" fmla="*/ 323180 w 7472601"/>
              <a:gd name="connsiteY607" fmla="*/ 1435283 h 6858000"/>
              <a:gd name="connsiteX608" fmla="*/ 349381 w 7472601"/>
              <a:gd name="connsiteY608" fmla="*/ 1875041 h 6858000"/>
              <a:gd name="connsiteX609" fmla="*/ 374363 w 7472601"/>
              <a:gd name="connsiteY609" fmla="*/ 1506494 h 6858000"/>
              <a:gd name="connsiteX610" fmla="*/ 302168 w 7472601"/>
              <a:gd name="connsiteY610" fmla="*/ 1274495 h 6858000"/>
              <a:gd name="connsiteX611" fmla="*/ 291466 w 7472601"/>
              <a:gd name="connsiteY611" fmla="*/ 1250369 h 6858000"/>
              <a:gd name="connsiteX612" fmla="*/ 678222 w 7472601"/>
              <a:gd name="connsiteY612" fmla="*/ 1248670 h 6858000"/>
              <a:gd name="connsiteX613" fmla="*/ 775536 w 7472601"/>
              <a:gd name="connsiteY613" fmla="*/ 1388015 h 6858000"/>
              <a:gd name="connsiteX614" fmla="*/ 894529 w 7472601"/>
              <a:gd name="connsiteY614" fmla="*/ 1567739 h 6858000"/>
              <a:gd name="connsiteX615" fmla="*/ 948000 w 7472601"/>
              <a:gd name="connsiteY615" fmla="*/ 1663088 h 6858000"/>
              <a:gd name="connsiteX616" fmla="*/ 1006812 w 7472601"/>
              <a:gd name="connsiteY616" fmla="*/ 1767683 h 6858000"/>
              <a:gd name="connsiteX617" fmla="*/ 1149133 w 7472601"/>
              <a:gd name="connsiteY617" fmla="*/ 1971513 h 6858000"/>
              <a:gd name="connsiteX618" fmla="*/ 1333952 w 7472601"/>
              <a:gd name="connsiteY618" fmla="*/ 2251620 h 6858000"/>
              <a:gd name="connsiteX619" fmla="*/ 1337329 w 7472601"/>
              <a:gd name="connsiteY619" fmla="*/ 2258350 h 6858000"/>
              <a:gd name="connsiteX620" fmla="*/ 1014726 w 7472601"/>
              <a:gd name="connsiteY620" fmla="*/ 1615556 h 6858000"/>
              <a:gd name="connsiteX621" fmla="*/ 678222 w 7472601"/>
              <a:gd name="connsiteY621" fmla="*/ 1248670 h 6858000"/>
              <a:gd name="connsiteX622" fmla="*/ 6691602 w 7472601"/>
              <a:gd name="connsiteY622" fmla="*/ 1140573 h 6858000"/>
              <a:gd name="connsiteX623" fmla="*/ 6571100 w 7472601"/>
              <a:gd name="connsiteY623" fmla="*/ 1183662 h 6858000"/>
              <a:gd name="connsiteX624" fmla="*/ 6241687 w 7472601"/>
              <a:gd name="connsiteY624" fmla="*/ 1257600 h 6858000"/>
              <a:gd name="connsiteX625" fmla="*/ 5693009 w 7472601"/>
              <a:gd name="connsiteY625" fmla="*/ 1478256 h 6858000"/>
              <a:gd name="connsiteX626" fmla="*/ 6548420 w 7472601"/>
              <a:gd name="connsiteY626" fmla="*/ 1214599 h 6858000"/>
              <a:gd name="connsiteX627" fmla="*/ 6605473 w 7472601"/>
              <a:gd name="connsiteY627" fmla="*/ 1184686 h 6858000"/>
              <a:gd name="connsiteX628" fmla="*/ 6691602 w 7472601"/>
              <a:gd name="connsiteY628" fmla="*/ 1140573 h 6858000"/>
              <a:gd name="connsiteX629" fmla="*/ 4002475 w 7472601"/>
              <a:gd name="connsiteY629" fmla="*/ 1037802 h 6858000"/>
              <a:gd name="connsiteX630" fmla="*/ 4000324 w 7472601"/>
              <a:gd name="connsiteY630" fmla="*/ 1039362 h 6858000"/>
              <a:gd name="connsiteX631" fmla="*/ 4002862 w 7472601"/>
              <a:gd name="connsiteY631" fmla="*/ 1042866 h 6858000"/>
              <a:gd name="connsiteX632" fmla="*/ 4002475 w 7472601"/>
              <a:gd name="connsiteY632" fmla="*/ 1037802 h 6858000"/>
              <a:gd name="connsiteX633" fmla="*/ 506322 w 7472601"/>
              <a:gd name="connsiteY633" fmla="*/ 1020997 h 6858000"/>
              <a:gd name="connsiteX634" fmla="*/ 533068 w 7472601"/>
              <a:gd name="connsiteY634" fmla="*/ 1029409 h 6858000"/>
              <a:gd name="connsiteX635" fmla="*/ 1232525 w 7472601"/>
              <a:gd name="connsiteY635" fmla="*/ 1804675 h 6858000"/>
              <a:gd name="connsiteX636" fmla="*/ 1388858 w 7472601"/>
              <a:gd name="connsiteY636" fmla="*/ 2368011 h 6858000"/>
              <a:gd name="connsiteX637" fmla="*/ 1384098 w 7472601"/>
              <a:gd name="connsiteY637" fmla="*/ 2378125 h 6858000"/>
              <a:gd name="connsiteX638" fmla="*/ 1425393 w 7472601"/>
              <a:gd name="connsiteY638" fmla="*/ 2589124 h 6858000"/>
              <a:gd name="connsiteX639" fmla="*/ 1424001 w 7472601"/>
              <a:gd name="connsiteY639" fmla="*/ 2597541 h 6858000"/>
              <a:gd name="connsiteX640" fmla="*/ 2152729 w 7472601"/>
              <a:gd name="connsiteY640" fmla="*/ 2864487 h 6858000"/>
              <a:gd name="connsiteX641" fmla="*/ 2020609 w 7472601"/>
              <a:gd name="connsiteY641" fmla="*/ 2539671 h 6858000"/>
              <a:gd name="connsiteX642" fmla="*/ 2018920 w 7472601"/>
              <a:gd name="connsiteY642" fmla="*/ 2536309 h 6858000"/>
              <a:gd name="connsiteX643" fmla="*/ 1342441 w 7472601"/>
              <a:gd name="connsiteY643" fmla="*/ 1173017 h 6858000"/>
              <a:gd name="connsiteX644" fmla="*/ 1367925 w 7472601"/>
              <a:gd name="connsiteY644" fmla="*/ 1135648 h 6858000"/>
              <a:gd name="connsiteX645" fmla="*/ 1771401 w 7472601"/>
              <a:gd name="connsiteY645" fmla="*/ 1806673 h 6858000"/>
              <a:gd name="connsiteX646" fmla="*/ 1972385 w 7472601"/>
              <a:gd name="connsiteY646" fmla="*/ 2198735 h 6858000"/>
              <a:gd name="connsiteX647" fmla="*/ 2040892 w 7472601"/>
              <a:gd name="connsiteY647" fmla="*/ 2405205 h 6858000"/>
              <a:gd name="connsiteX648" fmla="*/ 2131689 w 7472601"/>
              <a:gd name="connsiteY648" fmla="*/ 1936926 h 6858000"/>
              <a:gd name="connsiteX649" fmla="*/ 2454820 w 7472601"/>
              <a:gd name="connsiteY649" fmla="*/ 1248808 h 6858000"/>
              <a:gd name="connsiteX650" fmla="*/ 2492512 w 7472601"/>
              <a:gd name="connsiteY650" fmla="*/ 1302920 h 6858000"/>
              <a:gd name="connsiteX651" fmla="*/ 2081216 w 7472601"/>
              <a:gd name="connsiteY651" fmla="*/ 2527513 h 6858000"/>
              <a:gd name="connsiteX652" fmla="*/ 2081211 w 7472601"/>
              <a:gd name="connsiteY652" fmla="*/ 2528916 h 6858000"/>
              <a:gd name="connsiteX653" fmla="*/ 2199067 w 7472601"/>
              <a:gd name="connsiteY653" fmla="*/ 2884061 h 6858000"/>
              <a:gd name="connsiteX654" fmla="*/ 3192586 w 7472601"/>
              <a:gd name="connsiteY654" fmla="*/ 3411496 h 6858000"/>
              <a:gd name="connsiteX655" fmla="*/ 3182620 w 7472601"/>
              <a:gd name="connsiteY655" fmla="*/ 3483279 h 6858000"/>
              <a:gd name="connsiteX656" fmla="*/ 2435119 w 7472601"/>
              <a:gd name="connsiteY656" fmla="*/ 3080173 h 6858000"/>
              <a:gd name="connsiteX657" fmla="*/ 2410152 w 7472601"/>
              <a:gd name="connsiteY657" fmla="*/ 3063751 h 6858000"/>
              <a:gd name="connsiteX658" fmla="*/ 2408099 w 7472601"/>
              <a:gd name="connsiteY658" fmla="*/ 3064403 h 6858000"/>
              <a:gd name="connsiteX659" fmla="*/ 2407218 w 7472601"/>
              <a:gd name="connsiteY659" fmla="*/ 3070324 h 6858000"/>
              <a:gd name="connsiteX660" fmla="*/ 2380138 w 7472601"/>
              <a:gd name="connsiteY660" fmla="*/ 3099341 h 6858000"/>
              <a:gd name="connsiteX661" fmla="*/ 1765923 w 7472601"/>
              <a:gd name="connsiteY661" fmla="*/ 3581043 h 6858000"/>
              <a:gd name="connsiteX662" fmla="*/ 1702258 w 7472601"/>
              <a:gd name="connsiteY662" fmla="*/ 3612286 h 6858000"/>
              <a:gd name="connsiteX663" fmla="*/ 1538370 w 7472601"/>
              <a:gd name="connsiteY663" fmla="*/ 3811804 h 6858000"/>
              <a:gd name="connsiteX664" fmla="*/ 542867 w 7472601"/>
              <a:gd name="connsiteY664" fmla="*/ 4944092 h 6858000"/>
              <a:gd name="connsiteX665" fmla="*/ 515800 w 7472601"/>
              <a:gd name="connsiteY665" fmla="*/ 4862180 h 6858000"/>
              <a:gd name="connsiteX666" fmla="*/ 909145 w 7472601"/>
              <a:gd name="connsiteY666" fmla="*/ 4199225 h 6858000"/>
              <a:gd name="connsiteX667" fmla="*/ 1214067 w 7472601"/>
              <a:gd name="connsiteY667" fmla="*/ 3908561 h 6858000"/>
              <a:gd name="connsiteX668" fmla="*/ 640967 w 7472601"/>
              <a:gd name="connsiteY668" fmla="*/ 4105601 h 6858000"/>
              <a:gd name="connsiteX669" fmla="*/ 112563 w 7472601"/>
              <a:gd name="connsiteY669" fmla="*/ 4396952 h 6858000"/>
              <a:gd name="connsiteX670" fmla="*/ 0 w 7472601"/>
              <a:gd name="connsiteY670" fmla="*/ 4466006 h 6858000"/>
              <a:gd name="connsiteX671" fmla="*/ 0 w 7472601"/>
              <a:gd name="connsiteY671" fmla="*/ 4233763 h 6858000"/>
              <a:gd name="connsiteX672" fmla="*/ 36881 w 7472601"/>
              <a:gd name="connsiteY672" fmla="*/ 4200118 h 6858000"/>
              <a:gd name="connsiteX673" fmla="*/ 910534 w 7472601"/>
              <a:gd name="connsiteY673" fmla="*/ 3629753 h 6858000"/>
              <a:gd name="connsiteX674" fmla="*/ 1578717 w 7472601"/>
              <a:gd name="connsiteY674" fmla="*/ 3575982 h 6858000"/>
              <a:gd name="connsiteX675" fmla="*/ 2338780 w 7472601"/>
              <a:gd name="connsiteY675" fmla="*/ 3033725 h 6858000"/>
              <a:gd name="connsiteX676" fmla="*/ 1807991 w 7472601"/>
              <a:gd name="connsiteY676" fmla="*/ 2807184 h 6858000"/>
              <a:gd name="connsiteX677" fmla="*/ 1416358 w 7472601"/>
              <a:gd name="connsiteY677" fmla="*/ 3112571 h 6858000"/>
              <a:gd name="connsiteX678" fmla="*/ 939066 w 7472601"/>
              <a:gd name="connsiteY678" fmla="*/ 3378798 h 6858000"/>
              <a:gd name="connsiteX679" fmla="*/ 115099 w 7472601"/>
              <a:gd name="connsiteY679" fmla="*/ 3607650 h 6858000"/>
              <a:gd name="connsiteX680" fmla="*/ 97284 w 7472601"/>
              <a:gd name="connsiteY680" fmla="*/ 3520393 h 6858000"/>
              <a:gd name="connsiteX681" fmla="*/ 922050 w 7472601"/>
              <a:gd name="connsiteY681" fmla="*/ 3074867 h 6858000"/>
              <a:gd name="connsiteX682" fmla="*/ 1405265 w 7472601"/>
              <a:gd name="connsiteY682" fmla="*/ 3016319 h 6858000"/>
              <a:gd name="connsiteX683" fmla="*/ 1407512 w 7472601"/>
              <a:gd name="connsiteY683" fmla="*/ 3018001 h 6858000"/>
              <a:gd name="connsiteX684" fmla="*/ 1726266 w 7472601"/>
              <a:gd name="connsiteY684" fmla="*/ 2777274 h 6858000"/>
              <a:gd name="connsiteX685" fmla="*/ 625390 w 7472601"/>
              <a:gd name="connsiteY685" fmla="*/ 2514541 h 6858000"/>
              <a:gd name="connsiteX686" fmla="*/ 619799 w 7472601"/>
              <a:gd name="connsiteY686" fmla="*/ 2527180 h 6858000"/>
              <a:gd name="connsiteX687" fmla="*/ 310030 w 7472601"/>
              <a:gd name="connsiteY687" fmla="*/ 2771818 h 6858000"/>
              <a:gd name="connsiteX688" fmla="*/ 173877 w 7472601"/>
              <a:gd name="connsiteY688" fmla="*/ 2937056 h 6858000"/>
              <a:gd name="connsiteX689" fmla="*/ 77889 w 7472601"/>
              <a:gd name="connsiteY689" fmla="*/ 3138440 h 6858000"/>
              <a:gd name="connsiteX690" fmla="*/ 0 w 7472601"/>
              <a:gd name="connsiteY690" fmla="*/ 3271395 h 6858000"/>
              <a:gd name="connsiteX691" fmla="*/ 0 w 7472601"/>
              <a:gd name="connsiteY691" fmla="*/ 3153002 h 6858000"/>
              <a:gd name="connsiteX692" fmla="*/ 2386 w 7472601"/>
              <a:gd name="connsiteY692" fmla="*/ 3149203 h 6858000"/>
              <a:gd name="connsiteX693" fmla="*/ 89753 w 7472601"/>
              <a:gd name="connsiteY693" fmla="*/ 2987702 h 6858000"/>
              <a:gd name="connsiteX694" fmla="*/ 76869 w 7472601"/>
              <a:gd name="connsiteY694" fmla="*/ 3005404 h 6858000"/>
              <a:gd name="connsiteX695" fmla="*/ 32049 w 7472601"/>
              <a:gd name="connsiteY695" fmla="*/ 3065814 h 6858000"/>
              <a:gd name="connsiteX696" fmla="*/ 0 w 7472601"/>
              <a:gd name="connsiteY696" fmla="*/ 3108744 h 6858000"/>
              <a:gd name="connsiteX697" fmla="*/ 0 w 7472601"/>
              <a:gd name="connsiteY697" fmla="*/ 3058059 h 6858000"/>
              <a:gd name="connsiteX698" fmla="*/ 7610 w 7472601"/>
              <a:gd name="connsiteY698" fmla="*/ 3047889 h 6858000"/>
              <a:gd name="connsiteX699" fmla="*/ 52419 w 7472601"/>
              <a:gd name="connsiteY699" fmla="*/ 2987479 h 6858000"/>
              <a:gd name="connsiteX700" fmla="*/ 59142 w 7472601"/>
              <a:gd name="connsiteY700" fmla="*/ 2978488 h 6858000"/>
              <a:gd name="connsiteX701" fmla="*/ 0 w 7472601"/>
              <a:gd name="connsiteY701" fmla="*/ 3015334 h 6858000"/>
              <a:gd name="connsiteX702" fmla="*/ 0 w 7472601"/>
              <a:gd name="connsiteY702" fmla="*/ 2914286 h 6858000"/>
              <a:gd name="connsiteX703" fmla="*/ 36383 w 7472601"/>
              <a:gd name="connsiteY703" fmla="*/ 2901128 h 6858000"/>
              <a:gd name="connsiteX704" fmla="*/ 156329 w 7472601"/>
              <a:gd name="connsiteY704" fmla="*/ 2840533 h 6858000"/>
              <a:gd name="connsiteX705" fmla="*/ 358355 w 7472601"/>
              <a:gd name="connsiteY705" fmla="*/ 2620471 h 6858000"/>
              <a:gd name="connsiteX706" fmla="*/ 510577 w 7472601"/>
              <a:gd name="connsiteY706" fmla="*/ 2501244 h 6858000"/>
              <a:gd name="connsiteX707" fmla="*/ 211967 w 7472601"/>
              <a:gd name="connsiteY707" fmla="*/ 2479171 h 6858000"/>
              <a:gd name="connsiteX708" fmla="*/ 0 w 7472601"/>
              <a:gd name="connsiteY708" fmla="*/ 2476398 h 6858000"/>
              <a:gd name="connsiteX709" fmla="*/ 0 w 7472601"/>
              <a:gd name="connsiteY709" fmla="*/ 2389189 h 6858000"/>
              <a:gd name="connsiteX710" fmla="*/ 103062 w 7472601"/>
              <a:gd name="connsiteY710" fmla="*/ 2389518 h 6858000"/>
              <a:gd name="connsiteX711" fmla="*/ 510734 w 7472601"/>
              <a:gd name="connsiteY711" fmla="*/ 2416201 h 6858000"/>
              <a:gd name="connsiteX712" fmla="*/ 279257 w 7472601"/>
              <a:gd name="connsiteY712" fmla="*/ 2092102 h 6858000"/>
              <a:gd name="connsiteX713" fmla="*/ 65265 w 7472601"/>
              <a:gd name="connsiteY713" fmla="*/ 2006049 h 6858000"/>
              <a:gd name="connsiteX714" fmla="*/ 0 w 7472601"/>
              <a:gd name="connsiteY714" fmla="*/ 1982532 h 6858000"/>
              <a:gd name="connsiteX715" fmla="*/ 0 w 7472601"/>
              <a:gd name="connsiteY715" fmla="*/ 1912789 h 6858000"/>
              <a:gd name="connsiteX716" fmla="*/ 97460 w 7472601"/>
              <a:gd name="connsiteY716" fmla="*/ 1953725 h 6858000"/>
              <a:gd name="connsiteX717" fmla="*/ 221272 w 7472601"/>
              <a:gd name="connsiteY717" fmla="*/ 1980766 h 6858000"/>
              <a:gd name="connsiteX718" fmla="*/ 116765 w 7472601"/>
              <a:gd name="connsiteY718" fmla="*/ 1911033 h 6858000"/>
              <a:gd name="connsiteX719" fmla="*/ 16405 w 7472601"/>
              <a:gd name="connsiteY719" fmla="*/ 1803412 h 6858000"/>
              <a:gd name="connsiteX720" fmla="*/ 0 w 7472601"/>
              <a:gd name="connsiteY720" fmla="*/ 1784777 h 6858000"/>
              <a:gd name="connsiteX721" fmla="*/ 0 w 7472601"/>
              <a:gd name="connsiteY721" fmla="*/ 1740082 h 6858000"/>
              <a:gd name="connsiteX722" fmla="*/ 39394 w 7472601"/>
              <a:gd name="connsiteY722" fmla="*/ 1784856 h 6858000"/>
              <a:gd name="connsiteX723" fmla="*/ 135813 w 7472601"/>
              <a:gd name="connsiteY723" fmla="*/ 1888838 h 6858000"/>
              <a:gd name="connsiteX724" fmla="*/ 242575 w 7472601"/>
              <a:gd name="connsiteY724" fmla="*/ 1958841 h 6858000"/>
              <a:gd name="connsiteX725" fmla="*/ 82197 w 7472601"/>
              <a:gd name="connsiteY725" fmla="*/ 1754826 h 6858000"/>
              <a:gd name="connsiteX726" fmla="*/ 0 w 7472601"/>
              <a:gd name="connsiteY726" fmla="*/ 1679650 h 6858000"/>
              <a:gd name="connsiteX727" fmla="*/ 0 w 7472601"/>
              <a:gd name="connsiteY727" fmla="*/ 1602463 h 6858000"/>
              <a:gd name="connsiteX728" fmla="*/ 84689 w 7472601"/>
              <a:gd name="connsiteY728" fmla="*/ 1677442 h 6858000"/>
              <a:gd name="connsiteX729" fmla="*/ 298437 w 7472601"/>
              <a:gd name="connsiteY729" fmla="*/ 1968019 h 6858000"/>
              <a:gd name="connsiteX730" fmla="*/ 227269 w 7472601"/>
              <a:gd name="connsiteY730" fmla="*/ 1114064 h 6858000"/>
              <a:gd name="connsiteX731" fmla="*/ 248003 w 7472601"/>
              <a:gd name="connsiteY731" fmla="*/ 1089613 h 6858000"/>
              <a:gd name="connsiteX732" fmla="*/ 427020 w 7472601"/>
              <a:gd name="connsiteY732" fmla="*/ 1619803 h 6858000"/>
              <a:gd name="connsiteX733" fmla="*/ 340345 w 7472601"/>
              <a:gd name="connsiteY733" fmla="*/ 2027739 h 6858000"/>
              <a:gd name="connsiteX734" fmla="*/ 360865 w 7472601"/>
              <a:gd name="connsiteY734" fmla="*/ 2044827 h 6858000"/>
              <a:gd name="connsiteX735" fmla="*/ 560414 w 7472601"/>
              <a:gd name="connsiteY735" fmla="*/ 2421457 h 6858000"/>
              <a:gd name="connsiteX736" fmla="*/ 1359703 w 7472601"/>
              <a:gd name="connsiteY736" fmla="*/ 2578554 h 6858000"/>
              <a:gd name="connsiteX737" fmla="*/ 1359422 w 7472601"/>
              <a:gd name="connsiteY737" fmla="*/ 2577994 h 6858000"/>
              <a:gd name="connsiteX738" fmla="*/ 828701 w 7472601"/>
              <a:gd name="connsiteY738" fmla="*/ 1839520 h 6858000"/>
              <a:gd name="connsiteX739" fmla="*/ 494427 w 7472601"/>
              <a:gd name="connsiteY739" fmla="*/ 1092333 h 6858000"/>
              <a:gd name="connsiteX740" fmla="*/ 506322 w 7472601"/>
              <a:gd name="connsiteY740" fmla="*/ 1020997 h 6858000"/>
              <a:gd name="connsiteX741" fmla="*/ 4570198 w 7472601"/>
              <a:gd name="connsiteY741" fmla="*/ 978081 h 6858000"/>
              <a:gd name="connsiteX742" fmla="*/ 4523691 w 7472601"/>
              <a:gd name="connsiteY742" fmla="*/ 1127776 h 6858000"/>
              <a:gd name="connsiteX743" fmla="*/ 4509875 w 7472601"/>
              <a:gd name="connsiteY743" fmla="*/ 1167552 h 6858000"/>
              <a:gd name="connsiteX744" fmla="*/ 4478168 w 7472601"/>
              <a:gd name="connsiteY744" fmla="*/ 1260735 h 6858000"/>
              <a:gd name="connsiteX745" fmla="*/ 4409309 w 7472601"/>
              <a:gd name="connsiteY745" fmla="*/ 1666996 h 6858000"/>
              <a:gd name="connsiteX746" fmla="*/ 4370031 w 7472601"/>
              <a:gd name="connsiteY746" fmla="*/ 1955666 h 6858000"/>
              <a:gd name="connsiteX747" fmla="*/ 4570198 w 7472601"/>
              <a:gd name="connsiteY747" fmla="*/ 978081 h 6858000"/>
              <a:gd name="connsiteX748" fmla="*/ 4557898 w 7472601"/>
              <a:gd name="connsiteY748" fmla="*/ 900011 h 6858000"/>
              <a:gd name="connsiteX749" fmla="*/ 4344840 w 7472601"/>
              <a:gd name="connsiteY749" fmla="*/ 1922038 h 6858000"/>
              <a:gd name="connsiteX750" fmla="*/ 4378710 w 7472601"/>
              <a:gd name="connsiteY750" fmla="*/ 1665516 h 6858000"/>
              <a:gd name="connsiteX751" fmla="*/ 4448798 w 7472601"/>
              <a:gd name="connsiteY751" fmla="*/ 1253024 h 6858000"/>
              <a:gd name="connsiteX752" fmla="*/ 4480315 w 7472601"/>
              <a:gd name="connsiteY752" fmla="*/ 1158454 h 6858000"/>
              <a:gd name="connsiteX753" fmla="*/ 4494133 w 7472601"/>
              <a:gd name="connsiteY753" fmla="*/ 1118676 h 6858000"/>
              <a:gd name="connsiteX754" fmla="*/ 4557898 w 7472601"/>
              <a:gd name="connsiteY754" fmla="*/ 900011 h 6858000"/>
              <a:gd name="connsiteX755" fmla="*/ 5870151 w 7472601"/>
              <a:gd name="connsiteY755" fmla="*/ 898890 h 6858000"/>
              <a:gd name="connsiteX756" fmla="*/ 5861335 w 7472601"/>
              <a:gd name="connsiteY756" fmla="*/ 899177 h 6858000"/>
              <a:gd name="connsiteX757" fmla="*/ 5843702 w 7472601"/>
              <a:gd name="connsiteY757" fmla="*/ 899748 h 6858000"/>
              <a:gd name="connsiteX758" fmla="*/ 5651107 w 7472601"/>
              <a:gd name="connsiteY758" fmla="*/ 920306 h 6858000"/>
              <a:gd name="connsiteX759" fmla="*/ 5459407 w 7472601"/>
              <a:gd name="connsiteY759" fmla="*/ 940975 h 6858000"/>
              <a:gd name="connsiteX760" fmla="*/ 5374846 w 7472601"/>
              <a:gd name="connsiteY760" fmla="*/ 941988 h 6858000"/>
              <a:gd name="connsiteX761" fmla="*/ 5256105 w 7472601"/>
              <a:gd name="connsiteY761" fmla="*/ 945632 h 6858000"/>
              <a:gd name="connsiteX762" fmla="*/ 5107071 w 7472601"/>
              <a:gd name="connsiteY762" fmla="*/ 969720 h 6858000"/>
              <a:gd name="connsiteX763" fmla="*/ 4998681 w 7472601"/>
              <a:gd name="connsiteY763" fmla="*/ 988771 h 6858000"/>
              <a:gd name="connsiteX764" fmla="*/ 5870151 w 7472601"/>
              <a:gd name="connsiteY764" fmla="*/ 898890 h 6858000"/>
              <a:gd name="connsiteX765" fmla="*/ 5504425 w 7472601"/>
              <a:gd name="connsiteY765" fmla="*/ 848067 h 6858000"/>
              <a:gd name="connsiteX766" fmla="*/ 4968849 w 7472601"/>
              <a:gd name="connsiteY766" fmla="*/ 962318 h 6858000"/>
              <a:gd name="connsiteX767" fmla="*/ 5104039 w 7472601"/>
              <a:gd name="connsiteY767" fmla="*/ 940634 h 6858000"/>
              <a:gd name="connsiteX768" fmla="*/ 5256311 w 7472601"/>
              <a:gd name="connsiteY768" fmla="*/ 916490 h 6858000"/>
              <a:gd name="connsiteX769" fmla="*/ 5377381 w 7472601"/>
              <a:gd name="connsiteY769" fmla="*/ 912671 h 6858000"/>
              <a:gd name="connsiteX770" fmla="*/ 5460148 w 7472601"/>
              <a:gd name="connsiteY770" fmla="*/ 911442 h 6858000"/>
              <a:gd name="connsiteX771" fmla="*/ 5648971 w 7472601"/>
              <a:gd name="connsiteY771" fmla="*/ 891331 h 6858000"/>
              <a:gd name="connsiteX772" fmla="*/ 5844807 w 7472601"/>
              <a:gd name="connsiteY772" fmla="*/ 870718 h 6858000"/>
              <a:gd name="connsiteX773" fmla="*/ 5862975 w 7472601"/>
              <a:gd name="connsiteY773" fmla="*/ 869756 h 6858000"/>
              <a:gd name="connsiteX774" fmla="*/ 5920887 w 7472601"/>
              <a:gd name="connsiteY774" fmla="*/ 865929 h 6858000"/>
              <a:gd name="connsiteX775" fmla="*/ 5504425 w 7472601"/>
              <a:gd name="connsiteY775" fmla="*/ 848067 h 6858000"/>
              <a:gd name="connsiteX776" fmla="*/ 3607114 w 7472601"/>
              <a:gd name="connsiteY776" fmla="*/ 467441 h 6858000"/>
              <a:gd name="connsiteX777" fmla="*/ 3296242 w 7472601"/>
              <a:gd name="connsiteY777" fmla="*/ 807991 h 6858000"/>
              <a:gd name="connsiteX778" fmla="*/ 3174674 w 7472601"/>
              <a:gd name="connsiteY778" fmla="*/ 919759 h 6858000"/>
              <a:gd name="connsiteX779" fmla="*/ 3042978 w 7472601"/>
              <a:gd name="connsiteY779" fmla="*/ 1054894 h 6858000"/>
              <a:gd name="connsiteX780" fmla="*/ 2968914 w 7472601"/>
              <a:gd name="connsiteY780" fmla="*/ 1133756 h 6858000"/>
              <a:gd name="connsiteX781" fmla="*/ 3103823 w 7472601"/>
              <a:gd name="connsiteY781" fmla="*/ 1026814 h 6858000"/>
              <a:gd name="connsiteX782" fmla="*/ 3607114 w 7472601"/>
              <a:gd name="connsiteY782" fmla="*/ 467441 h 6858000"/>
              <a:gd name="connsiteX783" fmla="*/ 3744487 w 7472601"/>
              <a:gd name="connsiteY783" fmla="*/ 383136 h 6858000"/>
              <a:gd name="connsiteX784" fmla="*/ 3970213 w 7472601"/>
              <a:gd name="connsiteY784" fmla="*/ 995559 h 6858000"/>
              <a:gd name="connsiteX785" fmla="*/ 3744487 w 7472601"/>
              <a:gd name="connsiteY785" fmla="*/ 383136 h 6858000"/>
              <a:gd name="connsiteX786" fmla="*/ 3624562 w 7472601"/>
              <a:gd name="connsiteY786" fmla="*/ 367041 h 6858000"/>
              <a:gd name="connsiteX787" fmla="*/ 3489712 w 7472601"/>
              <a:gd name="connsiteY787" fmla="*/ 485386 h 6858000"/>
              <a:gd name="connsiteX788" fmla="*/ 3182994 w 7472601"/>
              <a:gd name="connsiteY788" fmla="*/ 828265 h 6858000"/>
              <a:gd name="connsiteX789" fmla="*/ 2892114 w 7472601"/>
              <a:gd name="connsiteY789" fmla="*/ 1172635 h 6858000"/>
              <a:gd name="connsiteX790" fmla="*/ 3021459 w 7472601"/>
              <a:gd name="connsiteY790" fmla="*/ 1035385 h 6858000"/>
              <a:gd name="connsiteX791" fmla="*/ 3153873 w 7472601"/>
              <a:gd name="connsiteY791" fmla="*/ 898971 h 6858000"/>
              <a:gd name="connsiteX792" fmla="*/ 3276511 w 7472601"/>
              <a:gd name="connsiteY792" fmla="*/ 786423 h 6858000"/>
              <a:gd name="connsiteX793" fmla="*/ 3584154 w 7472601"/>
              <a:gd name="connsiteY793" fmla="*/ 448218 h 6858000"/>
              <a:gd name="connsiteX794" fmla="*/ 3624562 w 7472601"/>
              <a:gd name="connsiteY794" fmla="*/ 367041 h 6858000"/>
              <a:gd name="connsiteX795" fmla="*/ 3766672 w 7472601"/>
              <a:gd name="connsiteY795" fmla="*/ 359429 h 6858000"/>
              <a:gd name="connsiteX796" fmla="*/ 3996338 w 7472601"/>
              <a:gd name="connsiteY796" fmla="*/ 968237 h 6858000"/>
              <a:gd name="connsiteX797" fmla="*/ 3766672 w 7472601"/>
              <a:gd name="connsiteY797" fmla="*/ 359429 h 6858000"/>
              <a:gd name="connsiteX798" fmla="*/ 5805386 w 7472601"/>
              <a:gd name="connsiteY798" fmla="*/ 239240 h 6858000"/>
              <a:gd name="connsiteX799" fmla="*/ 5736947 w 7472601"/>
              <a:gd name="connsiteY799" fmla="*/ 261367 h 6858000"/>
              <a:gd name="connsiteX800" fmla="*/ 5427012 w 7472601"/>
              <a:gd name="connsiteY800" fmla="*/ 311272 h 6858000"/>
              <a:gd name="connsiteX801" fmla="*/ 5147818 w 7472601"/>
              <a:gd name="connsiteY801" fmla="*/ 322112 h 6858000"/>
              <a:gd name="connsiteX802" fmla="*/ 5060854 w 7472601"/>
              <a:gd name="connsiteY802" fmla="*/ 311882 h 6858000"/>
              <a:gd name="connsiteX803" fmla="*/ 4945989 w 7472601"/>
              <a:gd name="connsiteY803" fmla="*/ 300516 h 6858000"/>
              <a:gd name="connsiteX804" fmla="*/ 5410479 w 7472601"/>
              <a:gd name="connsiteY804" fmla="*/ 348434 h 6858000"/>
              <a:gd name="connsiteX805" fmla="*/ 5805386 w 7472601"/>
              <a:gd name="connsiteY805" fmla="*/ 239240 h 6858000"/>
              <a:gd name="connsiteX806" fmla="*/ 5905192 w 7472601"/>
              <a:gd name="connsiteY806" fmla="*/ 163079 h 6858000"/>
              <a:gd name="connsiteX807" fmla="*/ 5865655 w 7472601"/>
              <a:gd name="connsiteY807" fmla="*/ 171901 h 6858000"/>
              <a:gd name="connsiteX808" fmla="*/ 5259740 w 7472601"/>
              <a:gd name="connsiteY808" fmla="*/ 257013 h 6858000"/>
              <a:gd name="connsiteX809" fmla="*/ 5208466 w 7472601"/>
              <a:gd name="connsiteY809" fmla="*/ 257550 h 6858000"/>
              <a:gd name="connsiteX810" fmla="*/ 4980204 w 7472601"/>
              <a:gd name="connsiteY810" fmla="*/ 271903 h 6858000"/>
              <a:gd name="connsiteX811" fmla="*/ 5068068 w 7472601"/>
              <a:gd name="connsiteY811" fmla="*/ 282244 h 6858000"/>
              <a:gd name="connsiteX812" fmla="*/ 5153231 w 7472601"/>
              <a:gd name="connsiteY812" fmla="*/ 292240 h 6858000"/>
              <a:gd name="connsiteX813" fmla="*/ 5426491 w 7472601"/>
              <a:gd name="connsiteY813" fmla="*/ 281128 h 6858000"/>
              <a:gd name="connsiteX814" fmla="*/ 5731212 w 7472601"/>
              <a:gd name="connsiteY814" fmla="*/ 231951 h 6858000"/>
              <a:gd name="connsiteX815" fmla="*/ 5905192 w 7472601"/>
              <a:gd name="connsiteY815" fmla="*/ 163079 h 6858000"/>
              <a:gd name="connsiteX816" fmla="*/ 5944437 w 7472601"/>
              <a:gd name="connsiteY816" fmla="*/ 113829 h 6858000"/>
              <a:gd name="connsiteX817" fmla="*/ 5825032 w 7472601"/>
              <a:gd name="connsiteY817" fmla="*/ 146405 h 6858000"/>
              <a:gd name="connsiteX818" fmla="*/ 4955599 w 7472601"/>
              <a:gd name="connsiteY818" fmla="*/ 247008 h 6858000"/>
              <a:gd name="connsiteX819" fmla="*/ 5210104 w 7472601"/>
              <a:gd name="connsiteY819" fmla="*/ 228123 h 6858000"/>
              <a:gd name="connsiteX820" fmla="*/ 5261015 w 7472601"/>
              <a:gd name="connsiteY820" fmla="*/ 227087 h 6858000"/>
              <a:gd name="connsiteX821" fmla="*/ 5861181 w 7472601"/>
              <a:gd name="connsiteY821" fmla="*/ 143093 h 6858000"/>
              <a:gd name="connsiteX822" fmla="*/ 5961252 w 7472601"/>
              <a:gd name="connsiteY822" fmla="*/ 114820 h 6858000"/>
              <a:gd name="connsiteX823" fmla="*/ 5944437 w 7472601"/>
              <a:gd name="connsiteY823" fmla="*/ 113829 h 6858000"/>
              <a:gd name="connsiteX824" fmla="*/ 3882765 w 7472601"/>
              <a:gd name="connsiteY824" fmla="*/ 0 h 6858000"/>
              <a:gd name="connsiteX825" fmla="*/ 3995099 w 7472601"/>
              <a:gd name="connsiteY825" fmla="*/ 0 h 6858000"/>
              <a:gd name="connsiteX826" fmla="*/ 4163818 w 7472601"/>
              <a:gd name="connsiteY826" fmla="*/ 234104 h 6858000"/>
              <a:gd name="connsiteX827" fmla="*/ 4172099 w 7472601"/>
              <a:gd name="connsiteY827" fmla="*/ 234207 h 6858000"/>
              <a:gd name="connsiteX828" fmla="*/ 4784282 w 7472601"/>
              <a:gd name="connsiteY828" fmla="*/ 276561 h 6858000"/>
              <a:gd name="connsiteX829" fmla="*/ 4801687 w 7472601"/>
              <a:gd name="connsiteY829" fmla="*/ 267764 h 6858000"/>
              <a:gd name="connsiteX830" fmla="*/ 6082788 w 7472601"/>
              <a:gd name="connsiteY830" fmla="*/ 64119 h 6858000"/>
              <a:gd name="connsiteX831" fmla="*/ 6099442 w 7472601"/>
              <a:gd name="connsiteY831" fmla="*/ 82568 h 6858000"/>
              <a:gd name="connsiteX832" fmla="*/ 4804137 w 7472601"/>
              <a:gd name="connsiteY832" fmla="*/ 320931 h 6858000"/>
              <a:gd name="connsiteX833" fmla="*/ 4227047 w 7472601"/>
              <a:gd name="connsiteY833" fmla="*/ 313415 h 6858000"/>
              <a:gd name="connsiteX834" fmla="*/ 4346041 w 7472601"/>
              <a:gd name="connsiteY834" fmla="*/ 456086 h 6858000"/>
              <a:gd name="connsiteX835" fmla="*/ 4870967 w 7472601"/>
              <a:gd name="connsiteY835" fmla="*/ 963061 h 6858000"/>
              <a:gd name="connsiteX836" fmla="*/ 4889647 w 7472601"/>
              <a:gd name="connsiteY836" fmla="*/ 957147 h 6858000"/>
              <a:gd name="connsiteX837" fmla="*/ 5422504 w 7472601"/>
              <a:gd name="connsiteY837" fmla="*/ 805191 h 6858000"/>
              <a:gd name="connsiteX838" fmla="*/ 6087656 w 7472601"/>
              <a:gd name="connsiteY838" fmla="*/ 826703 h 6858000"/>
              <a:gd name="connsiteX839" fmla="*/ 6058717 w 7472601"/>
              <a:gd name="connsiteY839" fmla="*/ 865992 h 6858000"/>
              <a:gd name="connsiteX840" fmla="*/ 4974153 w 7472601"/>
              <a:gd name="connsiteY840" fmla="*/ 1045456 h 6858000"/>
              <a:gd name="connsiteX841" fmla="*/ 5627835 w 7472601"/>
              <a:gd name="connsiteY841" fmla="*/ 1472077 h 6858000"/>
              <a:gd name="connsiteX842" fmla="*/ 5629817 w 7472601"/>
              <a:gd name="connsiteY842" fmla="*/ 1471412 h 6858000"/>
              <a:gd name="connsiteX843" fmla="*/ 5634124 w 7472601"/>
              <a:gd name="connsiteY843" fmla="*/ 1470572 h 6858000"/>
              <a:gd name="connsiteX844" fmla="*/ 5755832 w 7472601"/>
              <a:gd name="connsiteY844" fmla="*/ 1383886 h 6858000"/>
              <a:gd name="connsiteX845" fmla="*/ 6014186 w 7472601"/>
              <a:gd name="connsiteY845" fmla="*/ 1279799 h 6858000"/>
              <a:gd name="connsiteX846" fmla="*/ 6901619 w 7472601"/>
              <a:gd name="connsiteY846" fmla="*/ 1047874 h 6858000"/>
              <a:gd name="connsiteX847" fmla="*/ 6931566 w 7472601"/>
              <a:gd name="connsiteY847" fmla="*/ 1062034 h 6858000"/>
              <a:gd name="connsiteX848" fmla="*/ 5790982 w 7472601"/>
              <a:gd name="connsiteY848" fmla="*/ 1561380 h 6858000"/>
              <a:gd name="connsiteX849" fmla="*/ 6188971 w 7472601"/>
              <a:gd name="connsiteY849" fmla="*/ 1755168 h 6858000"/>
              <a:gd name="connsiteX850" fmla="*/ 6202446 w 7472601"/>
              <a:gd name="connsiteY850" fmla="*/ 1752268 h 6858000"/>
              <a:gd name="connsiteX851" fmla="*/ 7179560 w 7472601"/>
              <a:gd name="connsiteY851" fmla="*/ 1467551 h 6858000"/>
              <a:gd name="connsiteX852" fmla="*/ 7158730 w 7472601"/>
              <a:gd name="connsiteY852" fmla="*/ 1507835 h 6858000"/>
              <a:gd name="connsiteX853" fmla="*/ 6326959 w 7472601"/>
              <a:gd name="connsiteY853" fmla="*/ 1817686 h 6858000"/>
              <a:gd name="connsiteX854" fmla="*/ 6537433 w 7472601"/>
              <a:gd name="connsiteY854" fmla="*/ 1907790 h 6858000"/>
              <a:gd name="connsiteX855" fmla="*/ 6550221 w 7472601"/>
              <a:gd name="connsiteY855" fmla="*/ 1910729 h 6858000"/>
              <a:gd name="connsiteX856" fmla="*/ 6964438 w 7472601"/>
              <a:gd name="connsiteY856" fmla="*/ 2209505 h 6858000"/>
              <a:gd name="connsiteX857" fmla="*/ 7367862 w 7472601"/>
              <a:gd name="connsiteY857" fmla="*/ 2806833 h 6858000"/>
              <a:gd name="connsiteX858" fmla="*/ 7364329 w 7472601"/>
              <a:gd name="connsiteY858" fmla="*/ 2826907 h 6858000"/>
              <a:gd name="connsiteX859" fmla="*/ 7290545 w 7472601"/>
              <a:gd name="connsiteY859" fmla="*/ 2850663 h 6858000"/>
              <a:gd name="connsiteX860" fmla="*/ 6472036 w 7472601"/>
              <a:gd name="connsiteY860" fmla="*/ 1959003 h 6858000"/>
              <a:gd name="connsiteX861" fmla="*/ 5792897 w 7472601"/>
              <a:gd name="connsiteY861" fmla="*/ 1647747 h 6858000"/>
              <a:gd name="connsiteX862" fmla="*/ 5842751 w 7472601"/>
              <a:gd name="connsiteY862" fmla="*/ 1816112 h 6858000"/>
              <a:gd name="connsiteX863" fmla="*/ 5847424 w 7472601"/>
              <a:gd name="connsiteY863" fmla="*/ 1815776 h 6858000"/>
              <a:gd name="connsiteX864" fmla="*/ 6399821 w 7472601"/>
              <a:gd name="connsiteY864" fmla="*/ 2344799 h 6858000"/>
              <a:gd name="connsiteX865" fmla="*/ 6323232 w 7472601"/>
              <a:gd name="connsiteY865" fmla="*/ 2389634 h 6858000"/>
              <a:gd name="connsiteX866" fmla="*/ 5942958 w 7472601"/>
              <a:gd name="connsiteY866" fmla="*/ 2077708 h 6858000"/>
              <a:gd name="connsiteX867" fmla="*/ 5921559 w 7472601"/>
              <a:gd name="connsiteY867" fmla="*/ 2378596 h 6858000"/>
              <a:gd name="connsiteX868" fmla="*/ 5817651 w 7472601"/>
              <a:gd name="connsiteY868" fmla="*/ 3023919 h 6858000"/>
              <a:gd name="connsiteX869" fmla="*/ 5729634 w 7472601"/>
              <a:gd name="connsiteY869" fmla="*/ 3051849 h 6858000"/>
              <a:gd name="connsiteX870" fmla="*/ 5611018 w 7472601"/>
              <a:gd name="connsiteY870" fmla="*/ 2316769 h 6858000"/>
              <a:gd name="connsiteX871" fmla="*/ 5687608 w 7472601"/>
              <a:gd name="connsiteY871" fmla="*/ 2039972 h 6858000"/>
              <a:gd name="connsiteX872" fmla="*/ 5657554 w 7472601"/>
              <a:gd name="connsiteY872" fmla="*/ 1576445 h 6858000"/>
              <a:gd name="connsiteX873" fmla="*/ 5150475 w 7472601"/>
              <a:gd name="connsiteY873" fmla="*/ 1274012 h 6858000"/>
              <a:gd name="connsiteX874" fmla="*/ 5349142 w 7472601"/>
              <a:gd name="connsiteY874" fmla="*/ 2204405 h 6858000"/>
              <a:gd name="connsiteX875" fmla="*/ 5262214 w 7472601"/>
              <a:gd name="connsiteY875" fmla="*/ 2233836 h 6858000"/>
              <a:gd name="connsiteX876" fmla="*/ 4981539 w 7472601"/>
              <a:gd name="connsiteY876" fmla="*/ 1542201 h 6858000"/>
              <a:gd name="connsiteX877" fmla="*/ 4958461 w 7472601"/>
              <a:gd name="connsiteY877" fmla="*/ 1136957 h 6858000"/>
              <a:gd name="connsiteX878" fmla="*/ 4655015 w 7472601"/>
              <a:gd name="connsiteY878" fmla="*/ 891426 h 6858000"/>
              <a:gd name="connsiteX879" fmla="*/ 4348002 w 7472601"/>
              <a:gd name="connsiteY879" fmla="*/ 2205895 h 6858000"/>
              <a:gd name="connsiteX880" fmla="*/ 4262250 w 7472601"/>
              <a:gd name="connsiteY880" fmla="*/ 2219972 h 6858000"/>
              <a:gd name="connsiteX881" fmla="*/ 4550611 w 7472601"/>
              <a:gd name="connsiteY881" fmla="*/ 817540 h 6858000"/>
              <a:gd name="connsiteX882" fmla="*/ 4564418 w 7472601"/>
              <a:gd name="connsiteY882" fmla="*/ 808293 h 6858000"/>
              <a:gd name="connsiteX883" fmla="*/ 4266388 w 7472601"/>
              <a:gd name="connsiteY883" fmla="*/ 500083 h 6858000"/>
              <a:gd name="connsiteX884" fmla="*/ 4032842 w 7472601"/>
              <a:gd name="connsiteY884" fmla="*/ 211809 h 6858000"/>
              <a:gd name="connsiteX885" fmla="*/ 3882765 w 7472601"/>
              <a:gd name="connsiteY885" fmla="*/ 0 h 6858000"/>
              <a:gd name="connsiteX886" fmla="*/ 3721337 w 7472601"/>
              <a:gd name="connsiteY886" fmla="*/ 0 h 6858000"/>
              <a:gd name="connsiteX887" fmla="*/ 3797544 w 7472601"/>
              <a:gd name="connsiteY887" fmla="*/ 0 h 6858000"/>
              <a:gd name="connsiteX888" fmla="*/ 3775734 w 7472601"/>
              <a:gd name="connsiteY888" fmla="*/ 95131 h 6858000"/>
              <a:gd name="connsiteX889" fmla="*/ 3724807 w 7472601"/>
              <a:gd name="connsiteY889" fmla="*/ 272257 h 6858000"/>
              <a:gd name="connsiteX890" fmla="*/ 3726844 w 7472601"/>
              <a:gd name="connsiteY890" fmla="*/ 282988 h 6858000"/>
              <a:gd name="connsiteX891" fmla="*/ 3742664 w 7472601"/>
              <a:gd name="connsiteY891" fmla="*/ 279918 h 6858000"/>
              <a:gd name="connsiteX892" fmla="*/ 4103910 w 7472601"/>
              <a:gd name="connsiteY892" fmla="*/ 1161917 h 6858000"/>
              <a:gd name="connsiteX893" fmla="*/ 4020269 w 7472601"/>
              <a:gd name="connsiteY893" fmla="*/ 1200406 h 6858000"/>
              <a:gd name="connsiteX894" fmla="*/ 3674882 w 7472601"/>
              <a:gd name="connsiteY894" fmla="*/ 488524 h 6858000"/>
              <a:gd name="connsiteX895" fmla="*/ 3132682 w 7472601"/>
              <a:gd name="connsiteY895" fmla="*/ 1072284 h 6858000"/>
              <a:gd name="connsiteX896" fmla="*/ 2716346 w 7472601"/>
              <a:gd name="connsiteY896" fmla="*/ 1276376 h 6858000"/>
              <a:gd name="connsiteX897" fmla="*/ 2716772 w 7472601"/>
              <a:gd name="connsiteY897" fmla="*/ 1255462 h 6858000"/>
              <a:gd name="connsiteX898" fmla="*/ 3471096 w 7472601"/>
              <a:gd name="connsiteY898" fmla="*/ 437072 h 6858000"/>
              <a:gd name="connsiteX899" fmla="*/ 3639057 w 7472601"/>
              <a:gd name="connsiteY899" fmla="*/ 286334 h 6858000"/>
              <a:gd name="connsiteX900" fmla="*/ 3640309 w 7472601"/>
              <a:gd name="connsiteY900" fmla="*/ 284664 h 6858000"/>
              <a:gd name="connsiteX901" fmla="*/ 3646022 w 7472601"/>
              <a:gd name="connsiteY901" fmla="*/ 276711 h 6858000"/>
              <a:gd name="connsiteX902" fmla="*/ 3707943 w 7472601"/>
              <a:gd name="connsiteY902" fmla="*/ 65958 h 6858000"/>
              <a:gd name="connsiteX903" fmla="*/ 3721337 w 7472601"/>
              <a:gd name="connsiteY903" fmla="*/ 0 h 6858000"/>
              <a:gd name="connsiteX904" fmla="*/ 2867960 w 7472601"/>
              <a:gd name="connsiteY904" fmla="*/ 0 h 6858000"/>
              <a:gd name="connsiteX905" fmla="*/ 2926351 w 7472601"/>
              <a:gd name="connsiteY905" fmla="*/ 0 h 6858000"/>
              <a:gd name="connsiteX906" fmla="*/ 2902823 w 7472601"/>
              <a:gd name="connsiteY906" fmla="*/ 262929 h 6858000"/>
              <a:gd name="connsiteX907" fmla="*/ 2940663 w 7472601"/>
              <a:gd name="connsiteY907" fmla="*/ 140884 h 6858000"/>
              <a:gd name="connsiteX908" fmla="*/ 2947039 w 7472601"/>
              <a:gd name="connsiteY908" fmla="*/ 122524 h 6858000"/>
              <a:gd name="connsiteX909" fmla="*/ 2984316 w 7472601"/>
              <a:gd name="connsiteY909" fmla="*/ 0 h 6858000"/>
              <a:gd name="connsiteX910" fmla="*/ 3016114 w 7472601"/>
              <a:gd name="connsiteY910" fmla="*/ 0 h 6858000"/>
              <a:gd name="connsiteX911" fmla="*/ 2979949 w 7472601"/>
              <a:gd name="connsiteY911" fmla="*/ 119274 h 6858000"/>
              <a:gd name="connsiteX912" fmla="*/ 3023879 w 7472601"/>
              <a:gd name="connsiteY912" fmla="*/ 0 h 6858000"/>
              <a:gd name="connsiteX913" fmla="*/ 3105400 w 7472601"/>
              <a:gd name="connsiteY913" fmla="*/ 0 h 6858000"/>
              <a:gd name="connsiteX914" fmla="*/ 3094669 w 7472601"/>
              <a:gd name="connsiteY914" fmla="*/ 30308 h 6858000"/>
              <a:gd name="connsiteX915" fmla="*/ 2901945 w 7472601"/>
              <a:gd name="connsiteY915" fmla="*/ 466538 h 6858000"/>
              <a:gd name="connsiteX916" fmla="*/ 2815209 w 7472601"/>
              <a:gd name="connsiteY916" fmla="*/ 497361 h 6858000"/>
              <a:gd name="connsiteX917" fmla="*/ 2844845 w 7472601"/>
              <a:gd name="connsiteY917" fmla="*/ 127638 h 6858000"/>
              <a:gd name="connsiteX918" fmla="*/ 2867960 w 7472601"/>
              <a:gd name="connsiteY918" fmla="*/ 0 h 6858000"/>
              <a:gd name="connsiteX919" fmla="*/ 1057230 w 7472601"/>
              <a:gd name="connsiteY919" fmla="*/ 0 h 6858000"/>
              <a:gd name="connsiteX920" fmla="*/ 1111003 w 7472601"/>
              <a:gd name="connsiteY920" fmla="*/ 0 h 6858000"/>
              <a:gd name="connsiteX921" fmla="*/ 1125553 w 7472601"/>
              <a:gd name="connsiteY921" fmla="*/ 52588 h 6858000"/>
              <a:gd name="connsiteX922" fmla="*/ 1304276 w 7472601"/>
              <a:gd name="connsiteY922" fmla="*/ 476275 h 6858000"/>
              <a:gd name="connsiteX923" fmla="*/ 1492066 w 7472601"/>
              <a:gd name="connsiteY923" fmla="*/ 886333 h 6858000"/>
              <a:gd name="connsiteX924" fmla="*/ 1423698 w 7472601"/>
              <a:gd name="connsiteY924" fmla="*/ 710817 h 6858000"/>
              <a:gd name="connsiteX925" fmla="*/ 1357609 w 7472601"/>
              <a:gd name="connsiteY925" fmla="*/ 532892 h 6858000"/>
              <a:gd name="connsiteX926" fmla="*/ 1309550 w 7472601"/>
              <a:gd name="connsiteY926" fmla="*/ 374031 h 6858000"/>
              <a:gd name="connsiteX927" fmla="*/ 1193673 w 7472601"/>
              <a:gd name="connsiteY927" fmla="*/ 49533 h 6858000"/>
              <a:gd name="connsiteX928" fmla="*/ 1164391 w 7472601"/>
              <a:gd name="connsiteY928" fmla="*/ 0 h 6858000"/>
              <a:gd name="connsiteX929" fmla="*/ 1200666 w 7472601"/>
              <a:gd name="connsiteY929" fmla="*/ 0 h 6858000"/>
              <a:gd name="connsiteX930" fmla="*/ 1223408 w 7472601"/>
              <a:gd name="connsiteY930" fmla="*/ 38996 h 6858000"/>
              <a:gd name="connsiteX931" fmla="*/ 1339635 w 7472601"/>
              <a:gd name="connsiteY931" fmla="*/ 365517 h 6858000"/>
              <a:gd name="connsiteX932" fmla="*/ 1387469 w 7472601"/>
              <a:gd name="connsiteY932" fmla="*/ 523079 h 6858000"/>
              <a:gd name="connsiteX933" fmla="*/ 1452685 w 7472601"/>
              <a:gd name="connsiteY933" fmla="*/ 699806 h 6858000"/>
              <a:gd name="connsiteX934" fmla="*/ 1492092 w 7472601"/>
              <a:gd name="connsiteY934" fmla="*/ 800424 h 6858000"/>
              <a:gd name="connsiteX935" fmla="*/ 1455302 w 7472601"/>
              <a:gd name="connsiteY935" fmla="*/ 632913 h 6858000"/>
              <a:gd name="connsiteX936" fmla="*/ 1222336 w 7472601"/>
              <a:gd name="connsiteY936" fmla="*/ 9480 h 6858000"/>
              <a:gd name="connsiteX937" fmla="*/ 1214634 w 7472601"/>
              <a:gd name="connsiteY937" fmla="*/ 0 h 6858000"/>
              <a:gd name="connsiteX938" fmla="*/ 1289827 w 7472601"/>
              <a:gd name="connsiteY938" fmla="*/ 0 h 6858000"/>
              <a:gd name="connsiteX939" fmla="*/ 1321076 w 7472601"/>
              <a:gd name="connsiteY939" fmla="*/ 59722 h 6858000"/>
              <a:gd name="connsiteX940" fmla="*/ 1512579 w 7472601"/>
              <a:gd name="connsiteY940" fmla="*/ 626441 h 6858000"/>
              <a:gd name="connsiteX941" fmla="*/ 1506076 w 7472601"/>
              <a:gd name="connsiteY941" fmla="*/ 1089289 h 6858000"/>
              <a:gd name="connsiteX942" fmla="*/ 1486346 w 7472601"/>
              <a:gd name="connsiteY942" fmla="*/ 1079919 h 6858000"/>
              <a:gd name="connsiteX943" fmla="*/ 1070511 w 7472601"/>
              <a:gd name="connsiteY943" fmla="*/ 48609 h 6858000"/>
              <a:gd name="connsiteX944" fmla="*/ 1057230 w 7472601"/>
              <a:gd name="connsiteY944" fmla="*/ 0 h 6858000"/>
              <a:gd name="connsiteX945" fmla="*/ 43151 w 7472601"/>
              <a:gd name="connsiteY945" fmla="*/ 0 h 6858000"/>
              <a:gd name="connsiteX946" fmla="*/ 95283 w 7472601"/>
              <a:gd name="connsiteY946" fmla="*/ 0 h 6858000"/>
              <a:gd name="connsiteX947" fmla="*/ 300708 w 7472601"/>
              <a:gd name="connsiteY947" fmla="*/ 154571 h 6858000"/>
              <a:gd name="connsiteX948" fmla="*/ 530414 w 7472601"/>
              <a:gd name="connsiteY948" fmla="*/ 354673 h 6858000"/>
              <a:gd name="connsiteX949" fmla="*/ 333785 w 7472601"/>
              <a:gd name="connsiteY949" fmla="*/ 161564 h 6858000"/>
              <a:gd name="connsiteX950" fmla="*/ 147005 w 7472601"/>
              <a:gd name="connsiteY950" fmla="*/ 0 h 6858000"/>
              <a:gd name="connsiteX951" fmla="*/ 272509 w 7472601"/>
              <a:gd name="connsiteY951" fmla="*/ 0 h 6858000"/>
              <a:gd name="connsiteX952" fmla="*/ 326276 w 7472601"/>
              <a:gd name="connsiteY952" fmla="*/ 45847 h 6858000"/>
              <a:gd name="connsiteX953" fmla="*/ 823759 w 7472601"/>
              <a:gd name="connsiteY953" fmla="*/ 574145 h 6858000"/>
              <a:gd name="connsiteX954" fmla="*/ 811254 w 7472601"/>
              <a:gd name="connsiteY954" fmla="*/ 665546 h 6858000"/>
              <a:gd name="connsiteX955" fmla="*/ 154042 w 7472601"/>
              <a:gd name="connsiteY955" fmla="*/ 261522 h 6858000"/>
              <a:gd name="connsiteX956" fmla="*/ 13550 w 7472601"/>
              <a:gd name="connsiteY956" fmla="*/ 158423 h 6858000"/>
              <a:gd name="connsiteX957" fmla="*/ 0 w 7472601"/>
              <a:gd name="connsiteY957" fmla="*/ 146618 h 6858000"/>
              <a:gd name="connsiteX958" fmla="*/ 0 w 7472601"/>
              <a:gd name="connsiteY958" fmla="*/ 59161 h 6858000"/>
              <a:gd name="connsiteX959" fmla="*/ 45427 w 7472601"/>
              <a:gd name="connsiteY959" fmla="*/ 101078 h 6858000"/>
              <a:gd name="connsiteX960" fmla="*/ 630103 w 7472601"/>
              <a:gd name="connsiteY960" fmla="*/ 485885 h 6858000"/>
              <a:gd name="connsiteX961" fmla="*/ 532040 w 7472601"/>
              <a:gd name="connsiteY961" fmla="*/ 399359 h 6858000"/>
              <a:gd name="connsiteX962" fmla="*/ 517618 w 7472601"/>
              <a:gd name="connsiteY962" fmla="*/ 385726 h 6858000"/>
              <a:gd name="connsiteX963" fmla="*/ 285074 w 7472601"/>
              <a:gd name="connsiteY963" fmla="*/ 182755 h 6858000"/>
              <a:gd name="connsiteX964" fmla="*/ 43151 w 7472601"/>
              <a:gd name="connsiteY964"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312589 w 7472601"/>
              <a:gd name="connsiteY80" fmla="*/ 5982309 h 6858000"/>
              <a:gd name="connsiteX81" fmla="*/ 7448321 w 7472601"/>
              <a:gd name="connsiteY81" fmla="*/ 6190991 h 6858000"/>
              <a:gd name="connsiteX82" fmla="*/ 7467600 w 7472601"/>
              <a:gd name="connsiteY82" fmla="*/ 6221686 h 6858000"/>
              <a:gd name="connsiteX83" fmla="*/ 7467600 w 7472601"/>
              <a:gd name="connsiteY83" fmla="*/ 6334256 h 6858000"/>
              <a:gd name="connsiteX84" fmla="*/ 7454976 w 7472601"/>
              <a:gd name="connsiteY84" fmla="*/ 6318297 h 6858000"/>
              <a:gd name="connsiteX85" fmla="*/ 1456157 w 7472601"/>
              <a:gd name="connsiteY85" fmla="*/ 5371404 h 6858000"/>
              <a:gd name="connsiteX86" fmla="*/ 1244432 w 7472601"/>
              <a:gd name="connsiteY86" fmla="*/ 5385601 h 6858000"/>
              <a:gd name="connsiteX87" fmla="*/ 973990 w 7472601"/>
              <a:gd name="connsiteY87" fmla="*/ 5424940 h 6858000"/>
              <a:gd name="connsiteX88" fmla="*/ 1103809 w 7472601"/>
              <a:gd name="connsiteY88" fmla="*/ 5433720 h 6858000"/>
              <a:gd name="connsiteX89" fmla="*/ 1123454 w 7472601"/>
              <a:gd name="connsiteY89" fmla="*/ 5435727 h 6858000"/>
              <a:gd name="connsiteX90" fmla="*/ 1737017 w 7472601"/>
              <a:gd name="connsiteY90" fmla="*/ 5452183 h 6858000"/>
              <a:gd name="connsiteX91" fmla="*/ 1824397 w 7472601"/>
              <a:gd name="connsiteY91" fmla="*/ 5447757 h 6858000"/>
              <a:gd name="connsiteX92" fmla="*/ 2070059 w 7472601"/>
              <a:gd name="connsiteY92" fmla="*/ 5441660 h 6858000"/>
              <a:gd name="connsiteX93" fmla="*/ 1456157 w 7472601"/>
              <a:gd name="connsiteY93" fmla="*/ 5371404 h 6858000"/>
              <a:gd name="connsiteX94" fmla="*/ 4988186 w 7472601"/>
              <a:gd name="connsiteY94" fmla="*/ 5216467 h 6858000"/>
              <a:gd name="connsiteX95" fmla="*/ 4777334 w 7472601"/>
              <a:gd name="connsiteY95" fmla="*/ 5406072 h 6858000"/>
              <a:gd name="connsiteX96" fmla="*/ 4718341 w 7472601"/>
              <a:gd name="connsiteY96" fmla="*/ 5468043 h 6858000"/>
              <a:gd name="connsiteX97" fmla="*/ 4604655 w 7472601"/>
              <a:gd name="connsiteY97" fmla="*/ 5583434 h 6858000"/>
              <a:gd name="connsiteX98" fmla="*/ 4565074 w 7472601"/>
              <a:gd name="connsiteY98" fmla="*/ 5618550 h 6858000"/>
              <a:gd name="connsiteX99" fmla="*/ 4988186 w 7472601"/>
              <a:gd name="connsiteY99" fmla="*/ 5216467 h 6858000"/>
              <a:gd name="connsiteX100" fmla="*/ 4978032 w 7472601"/>
              <a:gd name="connsiteY100" fmla="*/ 5183809 h 6858000"/>
              <a:gd name="connsiteX101" fmla="*/ 4463413 w 7472601"/>
              <a:gd name="connsiteY101" fmla="*/ 5615162 h 6858000"/>
              <a:gd name="connsiteX102" fmla="*/ 4358134 w 7472601"/>
              <a:gd name="connsiteY102" fmla="*/ 5742791 h 6858000"/>
              <a:gd name="connsiteX103" fmla="*/ 4376219 w 7472601"/>
              <a:gd name="connsiteY103" fmla="*/ 5729027 h 6858000"/>
              <a:gd name="connsiteX104" fmla="*/ 4582340 w 7472601"/>
              <a:gd name="connsiteY104" fmla="*/ 5561037 h 6858000"/>
              <a:gd name="connsiteX105" fmla="*/ 4694684 w 7472601"/>
              <a:gd name="connsiteY105" fmla="*/ 5447098 h 6858000"/>
              <a:gd name="connsiteX106" fmla="*/ 4754123 w 7472601"/>
              <a:gd name="connsiteY106" fmla="*/ 5384643 h 6858000"/>
              <a:gd name="connsiteX107" fmla="*/ 4978032 w 7472601"/>
              <a:gd name="connsiteY107" fmla="*/ 5183809 h 6858000"/>
              <a:gd name="connsiteX108" fmla="*/ 1903353 w 7472601"/>
              <a:gd name="connsiteY108" fmla="*/ 5044827 h 6858000"/>
              <a:gd name="connsiteX109" fmla="*/ 1936931 w 7472601"/>
              <a:gd name="connsiteY109" fmla="*/ 5093954 h 6858000"/>
              <a:gd name="connsiteX110" fmla="*/ 2195868 w 7472601"/>
              <a:gd name="connsiteY110" fmla="*/ 5396574 h 6858000"/>
              <a:gd name="connsiteX111" fmla="*/ 2088852 w 7472601"/>
              <a:gd name="connsiteY111" fmla="*/ 5166123 h 6858000"/>
              <a:gd name="connsiteX112" fmla="*/ 1958241 w 7472601"/>
              <a:gd name="connsiteY112" fmla="*/ 5067955 h 6858000"/>
              <a:gd name="connsiteX113" fmla="*/ 1903353 w 7472601"/>
              <a:gd name="connsiteY113" fmla="*/ 5044827 h 6858000"/>
              <a:gd name="connsiteX114" fmla="*/ 1979378 w 7472601"/>
              <a:gd name="connsiteY114" fmla="*/ 4769504 h 6858000"/>
              <a:gd name="connsiteX115" fmla="*/ 2882120 w 7472601"/>
              <a:gd name="connsiteY115" fmla="*/ 5064547 h 6858000"/>
              <a:gd name="connsiteX116" fmla="*/ 2793103 w 7472601"/>
              <a:gd name="connsiteY116" fmla="*/ 5039699 h 6858000"/>
              <a:gd name="connsiteX117" fmla="*/ 2770041 w 7472601"/>
              <a:gd name="connsiteY117" fmla="*/ 5033634 h 6858000"/>
              <a:gd name="connsiteX118" fmla="*/ 1979378 w 7472601"/>
              <a:gd name="connsiteY118" fmla="*/ 4769504 h 6858000"/>
              <a:gd name="connsiteX119" fmla="*/ 1927410 w 7472601"/>
              <a:gd name="connsiteY119" fmla="*/ 4716164 h 6858000"/>
              <a:gd name="connsiteX120" fmla="*/ 1959587 w 7472601"/>
              <a:gd name="connsiteY120" fmla="*/ 4728849 h 6858000"/>
              <a:gd name="connsiteX121" fmla="*/ 2777707 w 7472601"/>
              <a:gd name="connsiteY121" fmla="*/ 5003991 h 6858000"/>
              <a:gd name="connsiteX122" fmla="*/ 2800768 w 7472601"/>
              <a:gd name="connsiteY122" fmla="*/ 5010056 h 6858000"/>
              <a:gd name="connsiteX123" fmla="*/ 2879408 w 7472601"/>
              <a:gd name="connsiteY123" fmla="*/ 5031590 h 6858000"/>
              <a:gd name="connsiteX124" fmla="*/ 2862295 w 7472601"/>
              <a:gd name="connsiteY124" fmla="*/ 5022958 h 6858000"/>
              <a:gd name="connsiteX125" fmla="*/ 2813343 w 7472601"/>
              <a:gd name="connsiteY125" fmla="*/ 4998369 h 6858000"/>
              <a:gd name="connsiteX126" fmla="*/ 2646245 w 7472601"/>
              <a:gd name="connsiteY126" fmla="*/ 4930999 h 6858000"/>
              <a:gd name="connsiteX127" fmla="*/ 1999243 w 7472601"/>
              <a:gd name="connsiteY127" fmla="*/ 4730524 h 6858000"/>
              <a:gd name="connsiteX128" fmla="*/ 1979527 w 7472601"/>
              <a:gd name="connsiteY128" fmla="*/ 4726651 h 6858000"/>
              <a:gd name="connsiteX129" fmla="*/ 1927410 w 7472601"/>
              <a:gd name="connsiteY129" fmla="*/ 4716164 h 6858000"/>
              <a:gd name="connsiteX130" fmla="*/ 1997014 w 7472601"/>
              <a:gd name="connsiteY130" fmla="*/ 4698007 h 6858000"/>
              <a:gd name="connsiteX131" fmla="*/ 2005458 w 7472601"/>
              <a:gd name="connsiteY131" fmla="*/ 4699540 h 6858000"/>
              <a:gd name="connsiteX132" fmla="*/ 2657186 w 7472601"/>
              <a:gd name="connsiteY132" fmla="*/ 4901687 h 6858000"/>
              <a:gd name="connsiteX133" fmla="*/ 2826662 w 7472601"/>
              <a:gd name="connsiteY133" fmla="*/ 4970362 h 6858000"/>
              <a:gd name="connsiteX134" fmla="*/ 2876100 w 7472601"/>
              <a:gd name="connsiteY134" fmla="*/ 4995397 h 6858000"/>
              <a:gd name="connsiteX135" fmla="*/ 3042600 w 7472601"/>
              <a:gd name="connsiteY135" fmla="*/ 5059532 h 6858000"/>
              <a:gd name="connsiteX136" fmla="*/ 1997014 w 7472601"/>
              <a:gd name="connsiteY136" fmla="*/ 4698007 h 6858000"/>
              <a:gd name="connsiteX137" fmla="*/ 2305292 w 7472601"/>
              <a:gd name="connsiteY137" fmla="*/ 4219492 h 6858000"/>
              <a:gd name="connsiteX138" fmla="*/ 3360922 w 7472601"/>
              <a:gd name="connsiteY138" fmla="*/ 4529373 h 6858000"/>
              <a:gd name="connsiteX139" fmla="*/ 3492420 w 7472601"/>
              <a:gd name="connsiteY139" fmla="*/ 4510145 h 6858000"/>
              <a:gd name="connsiteX140" fmla="*/ 3364086 w 7472601"/>
              <a:gd name="connsiteY140" fmla="*/ 4480340 h 6858000"/>
              <a:gd name="connsiteX141" fmla="*/ 3225818 w 7472601"/>
              <a:gd name="connsiteY141" fmla="*/ 4411822 h 6858000"/>
              <a:gd name="connsiteX142" fmla="*/ 3129696 w 7472601"/>
              <a:gd name="connsiteY142" fmla="*/ 4360704 h 6858000"/>
              <a:gd name="connsiteX143" fmla="*/ 2814545 w 7472601"/>
              <a:gd name="connsiteY143" fmla="*/ 4282955 h 6858000"/>
              <a:gd name="connsiteX144" fmla="*/ 2305292 w 7472601"/>
              <a:gd name="connsiteY144" fmla="*/ 4219492 h 6858000"/>
              <a:gd name="connsiteX145" fmla="*/ 2626982 w 7472601"/>
              <a:gd name="connsiteY145" fmla="*/ 4206450 h 6858000"/>
              <a:gd name="connsiteX146" fmla="*/ 2490617 w 7472601"/>
              <a:gd name="connsiteY146" fmla="*/ 4206951 h 6858000"/>
              <a:gd name="connsiteX147" fmla="*/ 2819869 w 7472601"/>
              <a:gd name="connsiteY147" fmla="*/ 4252936 h 6858000"/>
              <a:gd name="connsiteX148" fmla="*/ 3143018 w 7472601"/>
              <a:gd name="connsiteY148" fmla="*/ 4332698 h 6858000"/>
              <a:gd name="connsiteX149" fmla="*/ 3241520 w 7472601"/>
              <a:gd name="connsiteY149" fmla="*/ 4385112 h 6858000"/>
              <a:gd name="connsiteX150" fmla="*/ 3374575 w 7472601"/>
              <a:gd name="connsiteY150" fmla="*/ 4451517 h 6858000"/>
              <a:gd name="connsiteX151" fmla="*/ 3505221 w 7472601"/>
              <a:gd name="connsiteY151" fmla="*/ 4480757 h 6858000"/>
              <a:gd name="connsiteX152" fmla="*/ 2626982 w 7472601"/>
              <a:gd name="connsiteY152" fmla="*/ 4206450 h 6858000"/>
              <a:gd name="connsiteX153" fmla="*/ 1310106 w 7472601"/>
              <a:gd name="connsiteY153" fmla="*/ 3943217 h 6858000"/>
              <a:gd name="connsiteX154" fmla="*/ 854994 w 7472601"/>
              <a:gd name="connsiteY154" fmla="*/ 4399136 h 6858000"/>
              <a:gd name="connsiteX155" fmla="*/ 742462 w 7472601"/>
              <a:gd name="connsiteY155" fmla="*/ 4594648 h 6858000"/>
              <a:gd name="connsiteX156" fmla="*/ 820602 w 7472601"/>
              <a:gd name="connsiteY156" fmla="*/ 4485915 h 6858000"/>
              <a:gd name="connsiteX157" fmla="*/ 878295 w 7472601"/>
              <a:gd name="connsiteY157" fmla="*/ 4403594 h 6858000"/>
              <a:gd name="connsiteX158" fmla="*/ 1240607 w 7472601"/>
              <a:gd name="connsiteY158" fmla="*/ 4010401 h 6858000"/>
              <a:gd name="connsiteX159" fmla="*/ 1310106 w 7472601"/>
              <a:gd name="connsiteY159" fmla="*/ 3943217 h 6858000"/>
              <a:gd name="connsiteX160" fmla="*/ 1423113 w 7472601"/>
              <a:gd name="connsiteY160" fmla="*/ 3874565 h 6858000"/>
              <a:gd name="connsiteX161" fmla="*/ 1260565 w 7472601"/>
              <a:gd name="connsiteY161" fmla="*/ 4031982 h 6858000"/>
              <a:gd name="connsiteX162" fmla="*/ 901900 w 7472601"/>
              <a:gd name="connsiteY162" fmla="*/ 4421236 h 6858000"/>
              <a:gd name="connsiteX163" fmla="*/ 845044 w 7472601"/>
              <a:gd name="connsiteY163" fmla="*/ 4502436 h 6858000"/>
              <a:gd name="connsiteX164" fmla="*/ 685926 w 7472601"/>
              <a:gd name="connsiteY164" fmla="*/ 4703069 h 6858000"/>
              <a:gd name="connsiteX165" fmla="*/ 684248 w 7472601"/>
              <a:gd name="connsiteY165" fmla="*/ 4706721 h 6858000"/>
              <a:gd name="connsiteX166" fmla="*/ 1423113 w 7472601"/>
              <a:gd name="connsiteY166" fmla="*/ 3874565 h 6858000"/>
              <a:gd name="connsiteX167" fmla="*/ 3316479 w 7472601"/>
              <a:gd name="connsiteY167" fmla="*/ 3872136 h 6858000"/>
              <a:gd name="connsiteX168" fmla="*/ 3546806 w 7472601"/>
              <a:gd name="connsiteY168" fmla="*/ 4356139 h 6858000"/>
              <a:gd name="connsiteX169" fmla="*/ 3364433 w 7472601"/>
              <a:gd name="connsiteY169" fmla="*/ 3953121 h 6858000"/>
              <a:gd name="connsiteX170" fmla="*/ 3316479 w 7472601"/>
              <a:gd name="connsiteY170" fmla="*/ 3872136 h 6858000"/>
              <a:gd name="connsiteX171" fmla="*/ 3291335 w 7472601"/>
              <a:gd name="connsiteY171" fmla="*/ 3767420 h 6858000"/>
              <a:gd name="connsiteX172" fmla="*/ 3390805 w 7472601"/>
              <a:gd name="connsiteY172" fmla="*/ 3937163 h 6858000"/>
              <a:gd name="connsiteX173" fmla="*/ 3579062 w 7472601"/>
              <a:gd name="connsiteY173" fmla="*/ 4359040 h 6858000"/>
              <a:gd name="connsiteX174" fmla="*/ 3467355 w 7472601"/>
              <a:gd name="connsiteY174" fmla="*/ 3988130 h 6858000"/>
              <a:gd name="connsiteX175" fmla="*/ 3310753 w 7472601"/>
              <a:gd name="connsiteY175" fmla="*/ 3787140 h 6858000"/>
              <a:gd name="connsiteX176" fmla="*/ 3291335 w 7472601"/>
              <a:gd name="connsiteY176" fmla="*/ 3767420 h 6858000"/>
              <a:gd name="connsiteX177" fmla="*/ 1635889 w 7472601"/>
              <a:gd name="connsiteY177" fmla="*/ 3709494 h 6858000"/>
              <a:gd name="connsiteX178" fmla="*/ 1634800 w 7472601"/>
              <a:gd name="connsiteY178" fmla="*/ 3731111 h 6858000"/>
              <a:gd name="connsiteX179" fmla="*/ 1635889 w 7472601"/>
              <a:gd name="connsiteY179" fmla="*/ 3709494 h 6858000"/>
              <a:gd name="connsiteX180" fmla="*/ 1510397 w 7472601"/>
              <a:gd name="connsiteY180" fmla="*/ 3684705 h 6858000"/>
              <a:gd name="connsiteX181" fmla="*/ 1146550 w 7472601"/>
              <a:gd name="connsiteY181" fmla="*/ 3802012 h 6858000"/>
              <a:gd name="connsiteX182" fmla="*/ 698834 w 7472601"/>
              <a:gd name="connsiteY182" fmla="*/ 3952272 h 6858000"/>
              <a:gd name="connsiteX183" fmla="*/ 34256 w 7472601"/>
              <a:gd name="connsiteY183" fmla="*/ 4347603 h 6858000"/>
              <a:gd name="connsiteX184" fmla="*/ 527241 w 7472601"/>
              <a:gd name="connsiteY184" fmla="*/ 4065078 h 6858000"/>
              <a:gd name="connsiteX185" fmla="*/ 1510397 w 7472601"/>
              <a:gd name="connsiteY185" fmla="*/ 3684705 h 6858000"/>
              <a:gd name="connsiteX186" fmla="*/ 1313114 w 7472601"/>
              <a:gd name="connsiteY186" fmla="*/ 3655216 h 6858000"/>
              <a:gd name="connsiteX187" fmla="*/ 1109304 w 7472601"/>
              <a:gd name="connsiteY187" fmla="*/ 3669030 h 6858000"/>
              <a:gd name="connsiteX188" fmla="*/ 8129 w 7472601"/>
              <a:gd name="connsiteY188" fmla="*/ 4330519 h 6858000"/>
              <a:gd name="connsiteX189" fmla="*/ 687572 w 7472601"/>
              <a:gd name="connsiteY189" fmla="*/ 3925629 h 6858000"/>
              <a:gd name="connsiteX190" fmla="*/ 1138365 w 7472601"/>
              <a:gd name="connsiteY190" fmla="*/ 3774515 h 6858000"/>
              <a:gd name="connsiteX191" fmla="*/ 1505579 w 7472601"/>
              <a:gd name="connsiteY191" fmla="*/ 3655526 h 6858000"/>
              <a:gd name="connsiteX192" fmla="*/ 1313114 w 7472601"/>
              <a:gd name="connsiteY192" fmla="*/ 3655216 h 6858000"/>
              <a:gd name="connsiteX193" fmla="*/ 3655073 w 7472601"/>
              <a:gd name="connsiteY193" fmla="*/ 3650884 h 6858000"/>
              <a:gd name="connsiteX194" fmla="*/ 3989938 w 7472601"/>
              <a:gd name="connsiteY194" fmla="*/ 3991685 h 6858000"/>
              <a:gd name="connsiteX195" fmla="*/ 4393907 w 7472601"/>
              <a:gd name="connsiteY195" fmla="*/ 4261258 h 6858000"/>
              <a:gd name="connsiteX196" fmla="*/ 4648051 w 7472601"/>
              <a:gd name="connsiteY196" fmla="*/ 4374051 h 6858000"/>
              <a:gd name="connsiteX197" fmla="*/ 4383389 w 7472601"/>
              <a:gd name="connsiteY197" fmla="*/ 4184369 h 6858000"/>
              <a:gd name="connsiteX198" fmla="*/ 4165508 w 7472601"/>
              <a:gd name="connsiteY198" fmla="*/ 4035196 h 6858000"/>
              <a:gd name="connsiteX199" fmla="*/ 4068162 w 7472601"/>
              <a:gd name="connsiteY199" fmla="*/ 3953394 h 6858000"/>
              <a:gd name="connsiteX200" fmla="*/ 3981416 w 7472601"/>
              <a:gd name="connsiteY200" fmla="*/ 3880482 h 6858000"/>
              <a:gd name="connsiteX201" fmla="*/ 3800147 w 7472601"/>
              <a:gd name="connsiteY201" fmla="*/ 3749872 h 6858000"/>
              <a:gd name="connsiteX202" fmla="*/ 3655073 w 7472601"/>
              <a:gd name="connsiteY202" fmla="*/ 3650884 h 6858000"/>
              <a:gd name="connsiteX203" fmla="*/ 3670252 w 7472601"/>
              <a:gd name="connsiteY203" fmla="*/ 3622798 h 6858000"/>
              <a:gd name="connsiteX204" fmla="*/ 3817258 w 7472601"/>
              <a:gd name="connsiteY204" fmla="*/ 3723577 h 6858000"/>
              <a:gd name="connsiteX205" fmla="*/ 4000461 w 7472601"/>
              <a:gd name="connsiteY205" fmla="*/ 3855966 h 6858000"/>
              <a:gd name="connsiteX206" fmla="*/ 4088180 w 7472601"/>
              <a:gd name="connsiteY206" fmla="*/ 3929774 h 6858000"/>
              <a:gd name="connsiteX207" fmla="*/ 4184555 w 7472601"/>
              <a:gd name="connsiteY207" fmla="*/ 4010683 h 6858000"/>
              <a:gd name="connsiteX208" fmla="*/ 4399563 w 7472601"/>
              <a:gd name="connsiteY208" fmla="*/ 4158106 h 6858000"/>
              <a:gd name="connsiteX209" fmla="*/ 4684469 w 7472601"/>
              <a:gd name="connsiteY209" fmla="*/ 4364680 h 6858000"/>
              <a:gd name="connsiteX210" fmla="*/ 4690271 w 7472601"/>
              <a:gd name="connsiteY210" fmla="*/ 4370034 h 6858000"/>
              <a:gd name="connsiteX211" fmla="*/ 4136093 w 7472601"/>
              <a:gd name="connsiteY211" fmla="*/ 3858466 h 6858000"/>
              <a:gd name="connsiteX212" fmla="*/ 3670252 w 7472601"/>
              <a:gd name="connsiteY212" fmla="*/ 3622798 h 6858000"/>
              <a:gd name="connsiteX213" fmla="*/ 4440129 w 7472601"/>
              <a:gd name="connsiteY213" fmla="*/ 3448571 h 6858000"/>
              <a:gd name="connsiteX214" fmla="*/ 4856525 w 7472601"/>
              <a:gd name="connsiteY214" fmla="*/ 3915351 h 6858000"/>
              <a:gd name="connsiteX215" fmla="*/ 5059055 w 7472601"/>
              <a:gd name="connsiteY215" fmla="*/ 4108918 h 6858000"/>
              <a:gd name="connsiteX216" fmla="*/ 5290070 w 7472601"/>
              <a:gd name="connsiteY216" fmla="*/ 4263619 h 6858000"/>
              <a:gd name="connsiteX217" fmla="*/ 4834991 w 7472601"/>
              <a:gd name="connsiteY217" fmla="*/ 3830985 h 6858000"/>
              <a:gd name="connsiteX218" fmla="*/ 4440129 w 7472601"/>
              <a:gd name="connsiteY218" fmla="*/ 3448571 h 6858000"/>
              <a:gd name="connsiteX219" fmla="*/ 4441737 w 7472601"/>
              <a:gd name="connsiteY219" fmla="*/ 3399734 h 6858000"/>
              <a:gd name="connsiteX220" fmla="*/ 4431236 w 7472601"/>
              <a:gd name="connsiteY220" fmla="*/ 3400954 h 6858000"/>
              <a:gd name="connsiteX221" fmla="*/ 4557150 w 7472601"/>
              <a:gd name="connsiteY221" fmla="*/ 3510023 h 6858000"/>
              <a:gd name="connsiteX222" fmla="*/ 4856936 w 7472601"/>
              <a:gd name="connsiteY222" fmla="*/ 3809146 h 6858000"/>
              <a:gd name="connsiteX223" fmla="*/ 5111996 w 7472601"/>
              <a:gd name="connsiteY223" fmla="*/ 4065759 h 6858000"/>
              <a:gd name="connsiteX224" fmla="*/ 5388878 w 7472601"/>
              <a:gd name="connsiteY224" fmla="*/ 4300185 h 6858000"/>
              <a:gd name="connsiteX225" fmla="*/ 5425556 w 7472601"/>
              <a:gd name="connsiteY225" fmla="*/ 4308967 h 6858000"/>
              <a:gd name="connsiteX226" fmla="*/ 4943646 w 7472601"/>
              <a:gd name="connsiteY226" fmla="*/ 3822916 h 6858000"/>
              <a:gd name="connsiteX227" fmla="*/ 4594837 w 7472601"/>
              <a:gd name="connsiteY227" fmla="*/ 3532274 h 6858000"/>
              <a:gd name="connsiteX228" fmla="*/ 4441737 w 7472601"/>
              <a:gd name="connsiteY228" fmla="*/ 3399734 h 6858000"/>
              <a:gd name="connsiteX229" fmla="*/ 5425834 w 7472601"/>
              <a:gd name="connsiteY229" fmla="*/ 3162785 h 6858000"/>
              <a:gd name="connsiteX230" fmla="*/ 5401644 w 7472601"/>
              <a:gd name="connsiteY230" fmla="*/ 3617847 h 6858000"/>
              <a:gd name="connsiteX231" fmla="*/ 5467256 w 7472601"/>
              <a:gd name="connsiteY231" fmla="*/ 4175494 h 6858000"/>
              <a:gd name="connsiteX232" fmla="*/ 5448069 w 7472601"/>
              <a:gd name="connsiteY232" fmla="*/ 3567554 h 6858000"/>
              <a:gd name="connsiteX233" fmla="*/ 5425834 w 7472601"/>
              <a:gd name="connsiteY233" fmla="*/ 3162785 h 6858000"/>
              <a:gd name="connsiteX234" fmla="*/ 1318687 w 7472601"/>
              <a:gd name="connsiteY234" fmla="*/ 3113840 h 6858000"/>
              <a:gd name="connsiteX235" fmla="*/ 1066793 w 7472601"/>
              <a:gd name="connsiteY235" fmla="*/ 3212171 h 6858000"/>
              <a:gd name="connsiteX236" fmla="*/ 993319 w 7472601"/>
              <a:gd name="connsiteY236" fmla="*/ 3247648 h 6858000"/>
              <a:gd name="connsiteX237" fmla="*/ 853081 w 7472601"/>
              <a:gd name="connsiteY237" fmla="*/ 3312410 h 6858000"/>
              <a:gd name="connsiteX238" fmla="*/ 805957 w 7472601"/>
              <a:gd name="connsiteY238" fmla="*/ 3330443 h 6858000"/>
              <a:gd name="connsiteX239" fmla="*/ 1318687 w 7472601"/>
              <a:gd name="connsiteY239" fmla="*/ 3113840 h 6858000"/>
              <a:gd name="connsiteX240" fmla="*/ 5453702 w 7472601"/>
              <a:gd name="connsiteY240" fmla="*/ 3090882 h 6858000"/>
              <a:gd name="connsiteX241" fmla="*/ 5480135 w 7472601"/>
              <a:gd name="connsiteY241" fmla="*/ 3565802 h 6858000"/>
              <a:gd name="connsiteX242" fmla="*/ 5499023 w 7472601"/>
              <a:gd name="connsiteY242" fmla="*/ 4166310 h 6858000"/>
              <a:gd name="connsiteX243" fmla="*/ 5547022 w 7472601"/>
              <a:gd name="connsiteY243" fmla="*/ 3607838 h 6858000"/>
              <a:gd name="connsiteX244" fmla="*/ 5515964 w 7472601"/>
              <a:gd name="connsiteY244" fmla="*/ 3378541 h 6858000"/>
              <a:gd name="connsiteX245" fmla="*/ 5453702 w 7472601"/>
              <a:gd name="connsiteY245" fmla="*/ 3090882 h 6858000"/>
              <a:gd name="connsiteX246" fmla="*/ 1238695 w 7472601"/>
              <a:gd name="connsiteY246" fmla="*/ 3076820 h 6858000"/>
              <a:gd name="connsiteX247" fmla="*/ 716371 w 7472601"/>
              <a:gd name="connsiteY247" fmla="*/ 3293249 h 6858000"/>
              <a:gd name="connsiteX248" fmla="*/ 579522 w 7472601"/>
              <a:gd name="connsiteY248" fmla="*/ 3371759 h 6858000"/>
              <a:gd name="connsiteX249" fmla="*/ 600288 w 7472601"/>
              <a:gd name="connsiteY249" fmla="*/ 3365555 h 6858000"/>
              <a:gd name="connsiteX250" fmla="*/ 840692 w 7472601"/>
              <a:gd name="connsiteY250" fmla="*/ 3284921 h 6858000"/>
              <a:gd name="connsiteX251" fmla="*/ 979248 w 7472601"/>
              <a:gd name="connsiteY251" fmla="*/ 3221003 h 6858000"/>
              <a:gd name="connsiteX252" fmla="*/ 1053282 w 7472601"/>
              <a:gd name="connsiteY252" fmla="*/ 3185247 h 6858000"/>
              <a:gd name="connsiteX253" fmla="*/ 1320603 w 7472601"/>
              <a:gd name="connsiteY253" fmla="*/ 3081281 h 6858000"/>
              <a:gd name="connsiteX254" fmla="*/ 1238695 w 7472601"/>
              <a:gd name="connsiteY254" fmla="*/ 3076820 h 6858000"/>
              <a:gd name="connsiteX255" fmla="*/ 5425627 w 7472601"/>
              <a:gd name="connsiteY255" fmla="*/ 2954192 h 6858000"/>
              <a:gd name="connsiteX256" fmla="*/ 5470770 w 7472601"/>
              <a:gd name="connsiteY256" fmla="*/ 3005435 h 6858000"/>
              <a:gd name="connsiteX257" fmla="*/ 5519779 w 7472601"/>
              <a:gd name="connsiteY257" fmla="*/ 4359223 h 6858000"/>
              <a:gd name="connsiteX258" fmla="*/ 5520293 w 7472601"/>
              <a:gd name="connsiteY258" fmla="*/ 4360602 h 6858000"/>
              <a:gd name="connsiteX259" fmla="*/ 5767221 w 7472601"/>
              <a:gd name="connsiteY259" fmla="*/ 4665564 h 6858000"/>
              <a:gd name="connsiteX260" fmla="*/ 6937169 w 7472601"/>
              <a:gd name="connsiteY260" fmla="*/ 4815941 h 6858000"/>
              <a:gd name="connsiteX261" fmla="*/ 6953922 w 7472601"/>
              <a:gd name="connsiteY261" fmla="*/ 4890068 h 6858000"/>
              <a:gd name="connsiteX262" fmla="*/ 6071359 w 7472601"/>
              <a:gd name="connsiteY262" fmla="*/ 4770770 h 6858000"/>
              <a:gd name="connsiteX263" fmla="*/ 6038839 w 7472601"/>
              <a:gd name="connsiteY263" fmla="*/ 4764474 h 6858000"/>
              <a:gd name="connsiteX264" fmla="*/ 6038706 w 7472601"/>
              <a:gd name="connsiteY264" fmla="*/ 4763847 h 6858000"/>
              <a:gd name="connsiteX265" fmla="*/ 6037784 w 7472601"/>
              <a:gd name="connsiteY265" fmla="*/ 4764270 h 6858000"/>
              <a:gd name="connsiteX266" fmla="*/ 6038839 w 7472601"/>
              <a:gd name="connsiteY266" fmla="*/ 4764474 h 6858000"/>
              <a:gd name="connsiteX267" fmla="*/ 6040338 w 7472601"/>
              <a:gd name="connsiteY267" fmla="*/ 4771418 h 6858000"/>
              <a:gd name="connsiteX268" fmla="*/ 6024488 w 7472601"/>
              <a:gd name="connsiteY268" fmla="*/ 4809903 h 6858000"/>
              <a:gd name="connsiteX269" fmla="*/ 5599771 w 7472601"/>
              <a:gd name="connsiteY269" fmla="*/ 5509652 h 6858000"/>
              <a:gd name="connsiteX270" fmla="*/ 5548843 w 7472601"/>
              <a:gd name="connsiteY270" fmla="*/ 5563845 h 6858000"/>
              <a:gd name="connsiteX271" fmla="*/ 5940952 w 7472601"/>
              <a:gd name="connsiteY271" fmla="*/ 6250028 h 6858000"/>
              <a:gd name="connsiteX272" fmla="*/ 6043441 w 7472601"/>
              <a:gd name="connsiteY272" fmla="*/ 6665847 h 6858000"/>
              <a:gd name="connsiteX273" fmla="*/ 6093432 w 7472601"/>
              <a:gd name="connsiteY273" fmla="*/ 6858000 h 6858000"/>
              <a:gd name="connsiteX274" fmla="*/ 6034344 w 7472601"/>
              <a:gd name="connsiteY274" fmla="*/ 6858000 h 6858000"/>
              <a:gd name="connsiteX275" fmla="*/ 6026679 w 7472601"/>
              <a:gd name="connsiteY275" fmla="*/ 6836959 h 6858000"/>
              <a:gd name="connsiteX276" fmla="*/ 5800441 w 7472601"/>
              <a:gd name="connsiteY276" fmla="*/ 6335286 h 6858000"/>
              <a:gd name="connsiteX277" fmla="*/ 5526562 w 7472601"/>
              <a:gd name="connsiteY277" fmla="*/ 5705388 h 6858000"/>
              <a:gd name="connsiteX278" fmla="*/ 5519640 w 7472601"/>
              <a:gd name="connsiteY278" fmla="*/ 5683774 h 6858000"/>
              <a:gd name="connsiteX279" fmla="*/ 5844559 w 7472601"/>
              <a:gd name="connsiteY279" fmla="*/ 6553349 h 6858000"/>
              <a:gd name="connsiteX280" fmla="*/ 5975994 w 7472601"/>
              <a:gd name="connsiteY280" fmla="*/ 6858000 h 6858000"/>
              <a:gd name="connsiteX281" fmla="*/ 5898547 w 7472601"/>
              <a:gd name="connsiteY281" fmla="*/ 6858000 h 6858000"/>
              <a:gd name="connsiteX282" fmla="*/ 5682041 w 7472601"/>
              <a:gd name="connsiteY282" fmla="*/ 6355860 h 6858000"/>
              <a:gd name="connsiteX283" fmla="*/ 5461758 w 7472601"/>
              <a:gd name="connsiteY283" fmla="*/ 5820220 h 6858000"/>
              <a:gd name="connsiteX284" fmla="*/ 5237282 w 7472601"/>
              <a:gd name="connsiteY284" fmla="*/ 6579086 h 6858000"/>
              <a:gd name="connsiteX285" fmla="*/ 5115009 w 7472601"/>
              <a:gd name="connsiteY285" fmla="*/ 6858000 h 6858000"/>
              <a:gd name="connsiteX286" fmla="*/ 5028074 w 7472601"/>
              <a:gd name="connsiteY286" fmla="*/ 6858000 h 6858000"/>
              <a:gd name="connsiteX287" fmla="*/ 5079508 w 7472601"/>
              <a:gd name="connsiteY287" fmla="*/ 6749074 h 6858000"/>
              <a:gd name="connsiteX288" fmla="*/ 5371846 w 7472601"/>
              <a:gd name="connsiteY288" fmla="*/ 5924413 h 6858000"/>
              <a:gd name="connsiteX289" fmla="*/ 5270512 w 7472601"/>
              <a:gd name="connsiteY289" fmla="*/ 6138975 h 6858000"/>
              <a:gd name="connsiteX290" fmla="*/ 5062409 w 7472601"/>
              <a:gd name="connsiteY290" fmla="*/ 6653544 h 6858000"/>
              <a:gd name="connsiteX291" fmla="*/ 5036628 w 7472601"/>
              <a:gd name="connsiteY291" fmla="*/ 6754247 h 6858000"/>
              <a:gd name="connsiteX292" fmla="*/ 5009112 w 7472601"/>
              <a:gd name="connsiteY292" fmla="*/ 6858000 h 6858000"/>
              <a:gd name="connsiteX293" fmla="*/ 4976679 w 7472601"/>
              <a:gd name="connsiteY293" fmla="*/ 6858000 h 6858000"/>
              <a:gd name="connsiteX294" fmla="*/ 5006537 w 7472601"/>
              <a:gd name="connsiteY294" fmla="*/ 6747068 h 6858000"/>
              <a:gd name="connsiteX295" fmla="*/ 5032723 w 7472601"/>
              <a:gd name="connsiteY295" fmla="*/ 6644957 h 6858000"/>
              <a:gd name="connsiteX296" fmla="*/ 5242949 w 7472601"/>
              <a:gd name="connsiteY296" fmla="*/ 6125175 h 6858000"/>
              <a:gd name="connsiteX297" fmla="*/ 5286321 w 7472601"/>
              <a:gd name="connsiteY297" fmla="*/ 6033555 h 6858000"/>
              <a:gd name="connsiteX298" fmla="*/ 5008210 w 7472601"/>
              <a:gd name="connsiteY298" fmla="*/ 6649194 h 6858000"/>
              <a:gd name="connsiteX299" fmla="*/ 4986321 w 7472601"/>
              <a:gd name="connsiteY299" fmla="*/ 6765687 h 6858000"/>
              <a:gd name="connsiteX300" fmla="*/ 4973474 w 7472601"/>
              <a:gd name="connsiteY300" fmla="*/ 6858000 h 6858000"/>
              <a:gd name="connsiteX301" fmla="*/ 4907178 w 7472601"/>
              <a:gd name="connsiteY301" fmla="*/ 6858000 h 6858000"/>
              <a:gd name="connsiteX302" fmla="*/ 4910810 w 7472601"/>
              <a:gd name="connsiteY302" fmla="*/ 6829660 h 6858000"/>
              <a:gd name="connsiteX303" fmla="*/ 4987461 w 7472601"/>
              <a:gd name="connsiteY303" fmla="*/ 6432994 h 6858000"/>
              <a:gd name="connsiteX304" fmla="*/ 5179262 w 7472601"/>
              <a:gd name="connsiteY304" fmla="*/ 6035044 h 6858000"/>
              <a:gd name="connsiteX305" fmla="*/ 4689678 w 7472601"/>
              <a:gd name="connsiteY305" fmla="*/ 6440241 h 6858000"/>
              <a:gd name="connsiteX306" fmla="*/ 4477543 w 7472601"/>
              <a:gd name="connsiteY306" fmla="*/ 6674836 h 6858000"/>
              <a:gd name="connsiteX307" fmla="*/ 4329957 w 7472601"/>
              <a:gd name="connsiteY307" fmla="*/ 6858000 h 6858000"/>
              <a:gd name="connsiteX308" fmla="*/ 4218595 w 7472601"/>
              <a:gd name="connsiteY308" fmla="*/ 6858000 h 6858000"/>
              <a:gd name="connsiteX309" fmla="*/ 4368888 w 7472601"/>
              <a:gd name="connsiteY309" fmla="*/ 6668412 h 6858000"/>
              <a:gd name="connsiteX310" fmla="*/ 4563091 w 7472601"/>
              <a:gd name="connsiteY310" fmla="*/ 6442508 h 6858000"/>
              <a:gd name="connsiteX311" fmla="*/ 5387324 w 7472601"/>
              <a:gd name="connsiteY311" fmla="*/ 5705830 h 6858000"/>
              <a:gd name="connsiteX312" fmla="*/ 5073620 w 7472601"/>
              <a:gd name="connsiteY312" fmla="*/ 5955437 h 6858000"/>
              <a:gd name="connsiteX313" fmla="*/ 4689789 w 7472601"/>
              <a:gd name="connsiteY313" fmla="*/ 6268382 h 6858000"/>
              <a:gd name="connsiteX314" fmla="*/ 4418722 w 7472601"/>
              <a:gd name="connsiteY314" fmla="*/ 6570886 h 6858000"/>
              <a:gd name="connsiteX315" fmla="*/ 4214944 w 7472601"/>
              <a:gd name="connsiteY315" fmla="*/ 6858000 h 6858000"/>
              <a:gd name="connsiteX316" fmla="*/ 4177898 w 7472601"/>
              <a:gd name="connsiteY316" fmla="*/ 6858000 h 6858000"/>
              <a:gd name="connsiteX317" fmla="*/ 4391597 w 7472601"/>
              <a:gd name="connsiteY317" fmla="*/ 6556370 h 6858000"/>
              <a:gd name="connsiteX318" fmla="*/ 4668889 w 7472601"/>
              <a:gd name="connsiteY318" fmla="*/ 6246399 h 6858000"/>
              <a:gd name="connsiteX319" fmla="*/ 5055427 w 7472601"/>
              <a:gd name="connsiteY319" fmla="*/ 5931476 h 6858000"/>
              <a:gd name="connsiteX320" fmla="*/ 5371814 w 7472601"/>
              <a:gd name="connsiteY320" fmla="*/ 5678975 h 6858000"/>
              <a:gd name="connsiteX321" fmla="*/ 4987918 w 7472601"/>
              <a:gd name="connsiteY321" fmla="*/ 5838701 h 6858000"/>
              <a:gd name="connsiteX322" fmla="*/ 4317146 w 7472601"/>
              <a:gd name="connsiteY322" fmla="*/ 6587716 h 6858000"/>
              <a:gd name="connsiteX323" fmla="*/ 4171627 w 7472601"/>
              <a:gd name="connsiteY323" fmla="*/ 6858000 h 6858000"/>
              <a:gd name="connsiteX324" fmla="*/ 4081585 w 7472601"/>
              <a:gd name="connsiteY324" fmla="*/ 6858000 h 6858000"/>
              <a:gd name="connsiteX325" fmla="*/ 4238603 w 7472601"/>
              <a:gd name="connsiteY325" fmla="*/ 6559341 h 6858000"/>
              <a:gd name="connsiteX326" fmla="*/ 4778333 w 7472601"/>
              <a:gd name="connsiteY326" fmla="*/ 5873626 h 6858000"/>
              <a:gd name="connsiteX327" fmla="*/ 5414185 w 7472601"/>
              <a:gd name="connsiteY327" fmla="*/ 5573882 h 6858000"/>
              <a:gd name="connsiteX328" fmla="*/ 5959648 w 7472601"/>
              <a:gd name="connsiteY328" fmla="*/ 4760797 h 6858000"/>
              <a:gd name="connsiteX329" fmla="*/ 5355019 w 7472601"/>
              <a:gd name="connsiteY329" fmla="*/ 4734672 h 6858000"/>
              <a:gd name="connsiteX330" fmla="*/ 5083565 w 7472601"/>
              <a:gd name="connsiteY330" fmla="*/ 5179121 h 6858000"/>
              <a:gd name="connsiteX331" fmla="*/ 4713577 w 7472601"/>
              <a:gd name="connsiteY331" fmla="*/ 5616803 h 6858000"/>
              <a:gd name="connsiteX332" fmla="*/ 3989559 w 7472601"/>
              <a:gd name="connsiteY332" fmla="*/ 6145945 h 6858000"/>
              <a:gd name="connsiteX333" fmla="*/ 3939824 w 7472601"/>
              <a:gd name="connsiteY333" fmla="*/ 6066900 h 6858000"/>
              <a:gd name="connsiteX334" fmla="*/ 4584537 w 7472601"/>
              <a:gd name="connsiteY334" fmla="*/ 5324826 h 6858000"/>
              <a:gd name="connsiteX335" fmla="*/ 5037105 w 7472601"/>
              <a:gd name="connsiteY335" fmla="*/ 5088765 h 6858000"/>
              <a:gd name="connsiteX336" fmla="*/ 5039930 w 7472601"/>
              <a:gd name="connsiteY336" fmla="*/ 5089585 h 6858000"/>
              <a:gd name="connsiteX337" fmla="*/ 5263764 w 7472601"/>
              <a:gd name="connsiteY337" fmla="*/ 4735525 h 6858000"/>
              <a:gd name="connsiteX338" fmla="*/ 4086300 w 7472601"/>
              <a:gd name="connsiteY338" fmla="*/ 4884599 h 6858000"/>
              <a:gd name="connsiteX339" fmla="*/ 4085485 w 7472601"/>
              <a:gd name="connsiteY339" fmla="*/ 4899070 h 6858000"/>
              <a:gd name="connsiteX340" fmla="*/ 3871915 w 7472601"/>
              <a:gd name="connsiteY340" fmla="*/ 5253645 h 6858000"/>
              <a:gd name="connsiteX341" fmla="*/ 3799374 w 7472601"/>
              <a:gd name="connsiteY341" fmla="*/ 5466127 h 6858000"/>
              <a:gd name="connsiteX342" fmla="*/ 3498850 w 7472601"/>
              <a:gd name="connsiteY342" fmla="*/ 6661888 h 6858000"/>
              <a:gd name="connsiteX343" fmla="*/ 3399216 w 7472601"/>
              <a:gd name="connsiteY343" fmla="*/ 6858000 h 6858000"/>
              <a:gd name="connsiteX344" fmla="*/ 3303688 w 7472601"/>
              <a:gd name="connsiteY344" fmla="*/ 6858000 h 6858000"/>
              <a:gd name="connsiteX345" fmla="*/ 3391774 w 7472601"/>
              <a:gd name="connsiteY345" fmla="*/ 6697181 h 6858000"/>
              <a:gd name="connsiteX346" fmla="*/ 3735540 w 7472601"/>
              <a:gd name="connsiteY346" fmla="*/ 5546923 h 6858000"/>
              <a:gd name="connsiteX347" fmla="*/ 3729438 w 7472601"/>
              <a:gd name="connsiteY347" fmla="*/ 5569058 h 6858000"/>
              <a:gd name="connsiteX348" fmla="*/ 3707782 w 7472601"/>
              <a:gd name="connsiteY348" fmla="*/ 5644908 h 6858000"/>
              <a:gd name="connsiteX349" fmla="*/ 3583827 w 7472601"/>
              <a:gd name="connsiteY349" fmla="*/ 6039215 h 6858000"/>
              <a:gd name="connsiteX350" fmla="*/ 3547861 w 7472601"/>
              <a:gd name="connsiteY350" fmla="*/ 6129609 h 6858000"/>
              <a:gd name="connsiteX351" fmla="*/ 3490905 w 7472601"/>
              <a:gd name="connsiteY351" fmla="*/ 6277660 h 6858000"/>
              <a:gd name="connsiteX352" fmla="*/ 3455859 w 7472601"/>
              <a:gd name="connsiteY352" fmla="*/ 6391301 h 6858000"/>
              <a:gd name="connsiteX353" fmla="*/ 3429112 w 7472601"/>
              <a:gd name="connsiteY353" fmla="*/ 6479469 h 6858000"/>
              <a:gd name="connsiteX354" fmla="*/ 3304862 w 7472601"/>
              <a:gd name="connsiteY354" fmla="*/ 6796476 h 6858000"/>
              <a:gd name="connsiteX355" fmla="*/ 3276071 w 7472601"/>
              <a:gd name="connsiteY355" fmla="*/ 6858000 h 6858000"/>
              <a:gd name="connsiteX356" fmla="*/ 3240805 w 7472601"/>
              <a:gd name="connsiteY356" fmla="*/ 6858000 h 6858000"/>
              <a:gd name="connsiteX357" fmla="*/ 3275917 w 7472601"/>
              <a:gd name="connsiteY357" fmla="*/ 6783192 h 6858000"/>
              <a:gd name="connsiteX358" fmla="*/ 3399358 w 7472601"/>
              <a:gd name="connsiteY358" fmla="*/ 6469011 h 6858000"/>
              <a:gd name="connsiteX359" fmla="*/ 3425650 w 7472601"/>
              <a:gd name="connsiteY359" fmla="*/ 6381333 h 6858000"/>
              <a:gd name="connsiteX360" fmla="*/ 3460661 w 7472601"/>
              <a:gd name="connsiteY360" fmla="*/ 6266763 h 6858000"/>
              <a:gd name="connsiteX361" fmla="*/ 3518021 w 7472601"/>
              <a:gd name="connsiteY361" fmla="*/ 6117298 h 6858000"/>
              <a:gd name="connsiteX362" fmla="*/ 3554035 w 7472601"/>
              <a:gd name="connsiteY362" fmla="*/ 6027832 h 6858000"/>
              <a:gd name="connsiteX363" fmla="*/ 3677174 w 7472601"/>
              <a:gd name="connsiteY363" fmla="*/ 5636351 h 6858000"/>
              <a:gd name="connsiteX364" fmla="*/ 3698819 w 7472601"/>
              <a:gd name="connsiteY364" fmla="*/ 5560503 h 6858000"/>
              <a:gd name="connsiteX365" fmla="*/ 3702094 w 7472601"/>
              <a:gd name="connsiteY365" fmla="*/ 5549194 h 6858000"/>
              <a:gd name="connsiteX366" fmla="*/ 3398355 w 7472601"/>
              <a:gd name="connsiteY366" fmla="*/ 6094603 h 6858000"/>
              <a:gd name="connsiteX367" fmla="*/ 3193941 w 7472601"/>
              <a:gd name="connsiteY367" fmla="*/ 6798775 h 6858000"/>
              <a:gd name="connsiteX368" fmla="*/ 3184140 w 7472601"/>
              <a:gd name="connsiteY368" fmla="*/ 6858000 h 6858000"/>
              <a:gd name="connsiteX369" fmla="*/ 3099978 w 7472601"/>
              <a:gd name="connsiteY369" fmla="*/ 6858000 h 6858000"/>
              <a:gd name="connsiteX370" fmla="*/ 3101556 w 7472601"/>
              <a:gd name="connsiteY370" fmla="*/ 6843337 h 6858000"/>
              <a:gd name="connsiteX371" fmla="*/ 3370162 w 7472601"/>
              <a:gd name="connsiteY371" fmla="*/ 5785550 h 6858000"/>
              <a:gd name="connsiteX372" fmla="*/ 3746477 w 7472601"/>
              <a:gd name="connsiteY372" fmla="*/ 5377889 h 6858000"/>
              <a:gd name="connsiteX373" fmla="*/ 3863399 w 7472601"/>
              <a:gd name="connsiteY373" fmla="*/ 5087257 h 6858000"/>
              <a:gd name="connsiteX374" fmla="*/ 3968712 w 7472601"/>
              <a:gd name="connsiteY374" fmla="*/ 4913989 h 6858000"/>
              <a:gd name="connsiteX375" fmla="*/ 2792390 w 7472601"/>
              <a:gd name="connsiteY375" fmla="*/ 5382974 h 6858000"/>
              <a:gd name="connsiteX376" fmla="*/ 2714982 w 7472601"/>
              <a:gd name="connsiteY376" fmla="*/ 5427051 h 6858000"/>
              <a:gd name="connsiteX377" fmla="*/ 2813361 w 7472601"/>
              <a:gd name="connsiteY377" fmla="*/ 6023912 h 6858000"/>
              <a:gd name="connsiteX378" fmla="*/ 2688430 w 7472601"/>
              <a:gd name="connsiteY378" fmla="*/ 6801564 h 6858000"/>
              <a:gd name="connsiteX379" fmla="*/ 2629626 w 7472601"/>
              <a:gd name="connsiteY379" fmla="*/ 6763394 h 6858000"/>
              <a:gd name="connsiteX380" fmla="*/ 2565328 w 7472601"/>
              <a:gd name="connsiteY380" fmla="*/ 5516399 h 6858000"/>
              <a:gd name="connsiteX381" fmla="*/ 1922999 w 7472601"/>
              <a:gd name="connsiteY381" fmla="*/ 5980343 h 6858000"/>
              <a:gd name="connsiteX382" fmla="*/ 1950261 w 7472601"/>
              <a:gd name="connsiteY382" fmla="*/ 6405858 h 6858000"/>
              <a:gd name="connsiteX383" fmla="*/ 2365554 w 7472601"/>
              <a:gd name="connsiteY383" fmla="*/ 6759107 h 6858000"/>
              <a:gd name="connsiteX384" fmla="*/ 2424142 w 7472601"/>
              <a:gd name="connsiteY384" fmla="*/ 6858000 h 6858000"/>
              <a:gd name="connsiteX385" fmla="*/ 2395994 w 7472601"/>
              <a:gd name="connsiteY385" fmla="*/ 6858000 h 6858000"/>
              <a:gd name="connsiteX386" fmla="*/ 2392863 w 7472601"/>
              <a:gd name="connsiteY386" fmla="*/ 6852964 h 6858000"/>
              <a:gd name="connsiteX387" fmla="*/ 2017589 w 7472601"/>
              <a:gd name="connsiteY387" fmla="*/ 6493982 h 6858000"/>
              <a:gd name="connsiteX388" fmla="*/ 2147336 w 7472601"/>
              <a:gd name="connsiteY388" fmla="*/ 6594052 h 6858000"/>
              <a:gd name="connsiteX389" fmla="*/ 2207047 w 7472601"/>
              <a:gd name="connsiteY389" fmla="*/ 6654540 h 6858000"/>
              <a:gd name="connsiteX390" fmla="*/ 2299106 w 7472601"/>
              <a:gd name="connsiteY390" fmla="*/ 6778931 h 6858000"/>
              <a:gd name="connsiteX391" fmla="*/ 2314430 w 7472601"/>
              <a:gd name="connsiteY391" fmla="*/ 6801144 h 6858000"/>
              <a:gd name="connsiteX392" fmla="*/ 2352406 w 7472601"/>
              <a:gd name="connsiteY392" fmla="*/ 6858000 h 6858000"/>
              <a:gd name="connsiteX393" fmla="*/ 2314492 w 7472601"/>
              <a:gd name="connsiteY393" fmla="*/ 6858000 h 6858000"/>
              <a:gd name="connsiteX394" fmla="*/ 2288095 w 7472601"/>
              <a:gd name="connsiteY394" fmla="*/ 6818030 h 6858000"/>
              <a:gd name="connsiteX395" fmla="*/ 2272768 w 7472601"/>
              <a:gd name="connsiteY395" fmla="*/ 6795822 h 6858000"/>
              <a:gd name="connsiteX396" fmla="*/ 2182715 w 7472601"/>
              <a:gd name="connsiteY396" fmla="*/ 6675071 h 6858000"/>
              <a:gd name="connsiteX397" fmla="*/ 2032061 w 7472601"/>
              <a:gd name="connsiteY397" fmla="*/ 6541380 h 6858000"/>
              <a:gd name="connsiteX398" fmla="*/ 2257220 w 7472601"/>
              <a:gd name="connsiteY398" fmla="*/ 6826257 h 6858000"/>
              <a:gd name="connsiteX399" fmla="*/ 2281324 w 7472601"/>
              <a:gd name="connsiteY399" fmla="*/ 6858000 h 6858000"/>
              <a:gd name="connsiteX400" fmla="*/ 2242860 w 7472601"/>
              <a:gd name="connsiteY400" fmla="*/ 6858000 h 6858000"/>
              <a:gd name="connsiteX401" fmla="*/ 2232818 w 7472601"/>
              <a:gd name="connsiteY401" fmla="*/ 6844926 h 6858000"/>
              <a:gd name="connsiteX402" fmla="*/ 1990172 w 7472601"/>
              <a:gd name="connsiteY402" fmla="*/ 6542121 h 6858000"/>
              <a:gd name="connsiteX403" fmla="*/ 2124090 w 7472601"/>
              <a:gd name="connsiteY403" fmla="*/ 6761017 h 6858000"/>
              <a:gd name="connsiteX404" fmla="*/ 2200380 w 7472601"/>
              <a:gd name="connsiteY404" fmla="*/ 6858000 h 6858000"/>
              <a:gd name="connsiteX405" fmla="*/ 2147507 w 7472601"/>
              <a:gd name="connsiteY405" fmla="*/ 6858000 h 6858000"/>
              <a:gd name="connsiteX406" fmla="*/ 2070668 w 7472601"/>
              <a:gd name="connsiteY406" fmla="*/ 6761520 h 6858000"/>
              <a:gd name="connsiteX407" fmla="*/ 1975142 w 7472601"/>
              <a:gd name="connsiteY407" fmla="*/ 6585570 h 6858000"/>
              <a:gd name="connsiteX408" fmla="*/ 2050035 w 7472601"/>
              <a:gd name="connsiteY408" fmla="*/ 6813345 h 6858000"/>
              <a:gd name="connsiteX409" fmla="*/ 2063025 w 7472601"/>
              <a:gd name="connsiteY409" fmla="*/ 6858000 h 6858000"/>
              <a:gd name="connsiteX410" fmla="*/ 2021675 w 7472601"/>
              <a:gd name="connsiteY410" fmla="*/ 6858000 h 6858000"/>
              <a:gd name="connsiteX411" fmla="*/ 2019308 w 7472601"/>
              <a:gd name="connsiteY411" fmla="*/ 6847118 h 6858000"/>
              <a:gd name="connsiteX412" fmla="*/ 1938835 w 7472601"/>
              <a:gd name="connsiteY412" fmla="*/ 6551160 h 6858000"/>
              <a:gd name="connsiteX413" fmla="*/ 1953230 w 7472601"/>
              <a:gd name="connsiteY413" fmla="*/ 6759699 h 6858000"/>
              <a:gd name="connsiteX414" fmla="*/ 1956763 w 7472601"/>
              <a:gd name="connsiteY414" fmla="*/ 6778191 h 6858000"/>
              <a:gd name="connsiteX415" fmla="*/ 1967925 w 7472601"/>
              <a:gd name="connsiteY415" fmla="*/ 6858000 h 6858000"/>
              <a:gd name="connsiteX416" fmla="*/ 1936622 w 7472601"/>
              <a:gd name="connsiteY416" fmla="*/ 6858000 h 6858000"/>
              <a:gd name="connsiteX417" fmla="*/ 1926261 w 7472601"/>
              <a:gd name="connsiteY417" fmla="*/ 6784064 h 6858000"/>
              <a:gd name="connsiteX418" fmla="*/ 1922724 w 7472601"/>
              <a:gd name="connsiteY418" fmla="*/ 6765577 h 6858000"/>
              <a:gd name="connsiteX419" fmla="*/ 1904650 w 7472601"/>
              <a:gd name="connsiteY419" fmla="*/ 6639616 h 6858000"/>
              <a:gd name="connsiteX420" fmla="*/ 1885273 w 7472601"/>
              <a:gd name="connsiteY420" fmla="*/ 6858000 h 6858000"/>
              <a:gd name="connsiteX421" fmla="*/ 1854363 w 7472601"/>
              <a:gd name="connsiteY421" fmla="*/ 6858000 h 6858000"/>
              <a:gd name="connsiteX422" fmla="*/ 1880391 w 7472601"/>
              <a:gd name="connsiteY422" fmla="*/ 6603796 h 6858000"/>
              <a:gd name="connsiteX423" fmla="*/ 1818273 w 7472601"/>
              <a:gd name="connsiteY423" fmla="*/ 6715729 h 6858000"/>
              <a:gd name="connsiteX424" fmla="*/ 1794691 w 7472601"/>
              <a:gd name="connsiteY424" fmla="*/ 6843239 h 6858000"/>
              <a:gd name="connsiteX425" fmla="*/ 1794914 w 7472601"/>
              <a:gd name="connsiteY425" fmla="*/ 6858000 h 6858000"/>
              <a:gd name="connsiteX426" fmla="*/ 1746128 w 7472601"/>
              <a:gd name="connsiteY426" fmla="*/ 6858000 h 6858000"/>
              <a:gd name="connsiteX427" fmla="*/ 1753934 w 7472601"/>
              <a:gd name="connsiteY427" fmla="*/ 6724796 h 6858000"/>
              <a:gd name="connsiteX428" fmla="*/ 1792053 w 7472601"/>
              <a:gd name="connsiteY428" fmla="*/ 6572396 h 6858000"/>
              <a:gd name="connsiteX429" fmla="*/ 1862248 w 7472601"/>
              <a:gd name="connsiteY429" fmla="*/ 6266397 h 6858000"/>
              <a:gd name="connsiteX430" fmla="*/ 1862250 w 7472601"/>
              <a:gd name="connsiteY430" fmla="*/ 6033531 h 6858000"/>
              <a:gd name="connsiteX431" fmla="*/ 1211999 w 7472601"/>
              <a:gd name="connsiteY431" fmla="*/ 6683610 h 6858000"/>
              <a:gd name="connsiteX432" fmla="*/ 1213266 w 7472601"/>
              <a:gd name="connsiteY432" fmla="*/ 6691947 h 6858000"/>
              <a:gd name="connsiteX433" fmla="*/ 1203370 w 7472601"/>
              <a:gd name="connsiteY433" fmla="*/ 6850676 h 6858000"/>
              <a:gd name="connsiteX434" fmla="*/ 1203671 w 7472601"/>
              <a:gd name="connsiteY434" fmla="*/ 6858000 h 6858000"/>
              <a:gd name="connsiteX435" fmla="*/ 1143180 w 7472601"/>
              <a:gd name="connsiteY435" fmla="*/ 6858000 h 6858000"/>
              <a:gd name="connsiteX436" fmla="*/ 1142176 w 7472601"/>
              <a:gd name="connsiteY436" fmla="*/ 6766045 h 6858000"/>
              <a:gd name="connsiteX437" fmla="*/ 1067484 w 7472601"/>
              <a:gd name="connsiteY437" fmla="*/ 6858000 h 6858000"/>
              <a:gd name="connsiteX438" fmla="*/ 953928 w 7472601"/>
              <a:gd name="connsiteY438" fmla="*/ 6858000 h 6858000"/>
              <a:gd name="connsiteX439" fmla="*/ 959715 w 7472601"/>
              <a:gd name="connsiteY439" fmla="*/ 6850185 h 6858000"/>
              <a:gd name="connsiteX440" fmla="*/ 1483788 w 7472601"/>
              <a:gd name="connsiteY440" fmla="*/ 6259174 h 6858000"/>
              <a:gd name="connsiteX441" fmla="*/ 1100671 w 7472601"/>
              <a:gd name="connsiteY441" fmla="*/ 6252137 h 6858000"/>
              <a:gd name="connsiteX442" fmla="*/ 1090144 w 7472601"/>
              <a:gd name="connsiteY442" fmla="*/ 6256748 h 6858000"/>
              <a:gd name="connsiteX443" fmla="*/ 1095872 w 7472601"/>
              <a:gd name="connsiteY443" fmla="*/ 6271892 h 6858000"/>
              <a:gd name="connsiteX444" fmla="*/ 262785 w 7472601"/>
              <a:gd name="connsiteY444" fmla="*/ 6845450 h 6858000"/>
              <a:gd name="connsiteX445" fmla="*/ 209968 w 7472601"/>
              <a:gd name="connsiteY445" fmla="*/ 6770713 h 6858000"/>
              <a:gd name="connsiteX446" fmla="*/ 873460 w 7472601"/>
              <a:gd name="connsiteY446" fmla="*/ 6253768 h 6858000"/>
              <a:gd name="connsiteX447" fmla="*/ 192686 w 7472601"/>
              <a:gd name="connsiteY447" fmla="*/ 5849257 h 6858000"/>
              <a:gd name="connsiteX448" fmla="*/ 4696 w 7472601"/>
              <a:gd name="connsiteY448" fmla="*/ 5697668 h 6858000"/>
              <a:gd name="connsiteX449" fmla="*/ 0 w 7472601"/>
              <a:gd name="connsiteY449" fmla="*/ 5689984 h 6858000"/>
              <a:gd name="connsiteX450" fmla="*/ 0 w 7472601"/>
              <a:gd name="connsiteY450" fmla="*/ 5513472 h 6858000"/>
              <a:gd name="connsiteX451" fmla="*/ 174101 w 7472601"/>
              <a:gd name="connsiteY451" fmla="*/ 5620277 h 6858000"/>
              <a:gd name="connsiteX452" fmla="*/ 891800 w 7472601"/>
              <a:gd name="connsiteY452" fmla="*/ 6036935 h 6858000"/>
              <a:gd name="connsiteX453" fmla="*/ 1072219 w 7472601"/>
              <a:gd name="connsiteY453" fmla="*/ 6169443 h 6858000"/>
              <a:gd name="connsiteX454" fmla="*/ 1074117 w 7472601"/>
              <a:gd name="connsiteY454" fmla="*/ 6170301 h 6858000"/>
              <a:gd name="connsiteX455" fmla="*/ 1083114 w 7472601"/>
              <a:gd name="connsiteY455" fmla="*/ 6174131 h 6858000"/>
              <a:gd name="connsiteX456" fmla="*/ 1543010 w 7472601"/>
              <a:gd name="connsiteY456" fmla="*/ 6191140 h 6858000"/>
              <a:gd name="connsiteX457" fmla="*/ 1551080 w 7472601"/>
              <a:gd name="connsiteY457" fmla="*/ 6195006 h 6858000"/>
              <a:gd name="connsiteX458" fmla="*/ 2345443 w 7472601"/>
              <a:gd name="connsiteY458" fmla="*/ 5549882 h 6858000"/>
              <a:gd name="connsiteX459" fmla="*/ 1721499 w 7472601"/>
              <a:gd name="connsiteY459" fmla="*/ 5599969 h 6858000"/>
              <a:gd name="connsiteX460" fmla="*/ 767716 w 7472601"/>
              <a:gd name="connsiteY460" fmla="*/ 5472768 h 6858000"/>
              <a:gd name="connsiteX461" fmla="*/ 722147 w 7472601"/>
              <a:gd name="connsiteY461" fmla="*/ 5393091 h 6858000"/>
              <a:gd name="connsiteX462" fmla="*/ 1485552 w 7472601"/>
              <a:gd name="connsiteY462" fmla="*/ 5313202 h 6858000"/>
              <a:gd name="connsiteX463" fmla="*/ 2143004 w 7472601"/>
              <a:gd name="connsiteY463" fmla="*/ 5402420 h 6858000"/>
              <a:gd name="connsiteX464" fmla="*/ 1933391 w 7472601"/>
              <a:gd name="connsiteY464" fmla="*/ 5156971 h 6858000"/>
              <a:gd name="connsiteX465" fmla="*/ 1827118 w 7472601"/>
              <a:gd name="connsiteY465" fmla="*/ 4968410 h 6858000"/>
              <a:gd name="connsiteX466" fmla="*/ 1837349 w 7472601"/>
              <a:gd name="connsiteY466" fmla="*/ 4956357 h 6858000"/>
              <a:gd name="connsiteX467" fmla="*/ 2162835 w 7472601"/>
              <a:gd name="connsiteY467" fmla="*/ 5187853 h 6858000"/>
              <a:gd name="connsiteX468" fmla="*/ 2257167 w 7472601"/>
              <a:gd name="connsiteY468" fmla="*/ 5462123 h 6858000"/>
              <a:gd name="connsiteX469" fmla="*/ 2261598 w 7472601"/>
              <a:gd name="connsiteY469" fmla="*/ 5467998 h 6858000"/>
              <a:gd name="connsiteX470" fmla="*/ 2437177 w 7472601"/>
              <a:gd name="connsiteY470" fmla="*/ 5479608 h 6858000"/>
              <a:gd name="connsiteX471" fmla="*/ 2445247 w 7472601"/>
              <a:gd name="connsiteY471" fmla="*/ 5483476 h 6858000"/>
              <a:gd name="connsiteX472" fmla="*/ 2743626 w 7472601"/>
              <a:gd name="connsiteY472" fmla="*/ 5304819 h 6858000"/>
              <a:gd name="connsiteX473" fmla="*/ 3048102 w 7472601"/>
              <a:gd name="connsiteY473" fmla="*/ 5150595 h 6858000"/>
              <a:gd name="connsiteX474" fmla="*/ 1799414 w 7472601"/>
              <a:gd name="connsiteY474" fmla="*/ 4694732 h 6858000"/>
              <a:gd name="connsiteX475" fmla="*/ 1771735 w 7472601"/>
              <a:gd name="connsiteY475" fmla="*/ 4619929 h 6858000"/>
              <a:gd name="connsiteX476" fmla="*/ 3104273 w 7472601"/>
              <a:gd name="connsiteY476" fmla="*/ 5076159 h 6858000"/>
              <a:gd name="connsiteX477" fmla="*/ 3113245 w 7472601"/>
              <a:gd name="connsiteY477" fmla="*/ 5090705 h 6858000"/>
              <a:gd name="connsiteX478" fmla="*/ 3126294 w 7472601"/>
              <a:gd name="connsiteY478" fmla="*/ 5114400 h 6858000"/>
              <a:gd name="connsiteX479" fmla="*/ 3937433 w 7472601"/>
              <a:gd name="connsiteY479" fmla="*/ 4830473 h 6858000"/>
              <a:gd name="connsiteX480" fmla="*/ 3590475 w 7472601"/>
              <a:gd name="connsiteY480" fmla="*/ 4597974 h 6858000"/>
              <a:gd name="connsiteX481" fmla="*/ 3100264 w 7472601"/>
              <a:gd name="connsiteY481" fmla="*/ 4579845 h 6858000"/>
              <a:gd name="connsiteX482" fmla="*/ 2183576 w 7472601"/>
              <a:gd name="connsiteY482" fmla="*/ 4227150 h 6858000"/>
              <a:gd name="connsiteX483" fmla="*/ 2151029 w 7472601"/>
              <a:gd name="connsiteY483" fmla="*/ 4146947 h 6858000"/>
              <a:gd name="connsiteX484" fmla="*/ 3563434 w 7472601"/>
              <a:gd name="connsiteY484" fmla="*/ 4469115 h 6858000"/>
              <a:gd name="connsiteX485" fmla="*/ 3177952 w 7472601"/>
              <a:gd name="connsiteY485" fmla="*/ 3657386 h 6858000"/>
              <a:gd name="connsiteX486" fmla="*/ 3189263 w 7472601"/>
              <a:gd name="connsiteY486" fmla="*/ 3625726 h 6858000"/>
              <a:gd name="connsiteX487" fmla="*/ 3560912 w 7472601"/>
              <a:gd name="connsiteY487" fmla="*/ 4079863 h 6858000"/>
              <a:gd name="connsiteX488" fmla="*/ 3626636 w 7472601"/>
              <a:gd name="connsiteY488" fmla="*/ 4512230 h 6858000"/>
              <a:gd name="connsiteX489" fmla="*/ 3653088 w 7472601"/>
              <a:gd name="connsiteY489" fmla="*/ 4521417 h 6858000"/>
              <a:gd name="connsiteX490" fmla="*/ 3988128 w 7472601"/>
              <a:gd name="connsiteY490" fmla="*/ 4817267 h 6858000"/>
              <a:gd name="connsiteX491" fmla="*/ 4830582 w 7472601"/>
              <a:gd name="connsiteY491" fmla="*/ 4676000 h 6858000"/>
              <a:gd name="connsiteX492" fmla="*/ 4830100 w 7472601"/>
              <a:gd name="connsiteY492" fmla="*/ 4675554 h 6858000"/>
              <a:gd name="connsiteX493" fmla="*/ 4036318 w 7472601"/>
              <a:gd name="connsiteY493" fmla="*/ 4147013 h 6858000"/>
              <a:gd name="connsiteX494" fmla="*/ 3432098 w 7472601"/>
              <a:gd name="connsiteY494" fmla="*/ 3537312 h 6858000"/>
              <a:gd name="connsiteX495" fmla="*/ 3446761 w 7472601"/>
              <a:gd name="connsiteY495" fmla="*/ 3461278 h 6858000"/>
              <a:gd name="connsiteX496" fmla="*/ 4419733 w 7472601"/>
              <a:gd name="connsiteY496" fmla="*/ 3963555 h 6858000"/>
              <a:gd name="connsiteX497" fmla="*/ 4781371 w 7472601"/>
              <a:gd name="connsiteY497" fmla="*/ 4458604 h 6858000"/>
              <a:gd name="connsiteX498" fmla="*/ 4780440 w 7472601"/>
              <a:gd name="connsiteY498" fmla="*/ 4470290 h 6858000"/>
              <a:gd name="connsiteX499" fmla="*/ 4898954 w 7472601"/>
              <a:gd name="connsiteY499" fmla="*/ 4662092 h 6858000"/>
              <a:gd name="connsiteX500" fmla="*/ 4900699 w 7472601"/>
              <a:gd name="connsiteY500" fmla="*/ 4670867 h 6858000"/>
              <a:gd name="connsiteX501" fmla="*/ 5714511 w 7472601"/>
              <a:gd name="connsiteY501" fmla="*/ 4663483 h 6858000"/>
              <a:gd name="connsiteX502" fmla="*/ 5464793 w 7472601"/>
              <a:gd name="connsiteY502" fmla="*/ 4393556 h 6858000"/>
              <a:gd name="connsiteX503" fmla="*/ 5461897 w 7472601"/>
              <a:gd name="connsiteY503" fmla="*/ 4390879 h 6858000"/>
              <a:gd name="connsiteX504" fmla="*/ 4294126 w 7472601"/>
              <a:gd name="connsiteY504" fmla="*/ 3303048 h 6858000"/>
              <a:gd name="connsiteX505" fmla="*/ 4305321 w 7472601"/>
              <a:gd name="connsiteY505" fmla="*/ 3256953 h 6858000"/>
              <a:gd name="connsiteX506" fmla="*/ 4949299 w 7472601"/>
              <a:gd name="connsiteY506" fmla="*/ 3766336 h 6858000"/>
              <a:gd name="connsiteX507" fmla="*/ 5291452 w 7472601"/>
              <a:gd name="connsiteY507" fmla="*/ 4076801 h 6858000"/>
              <a:gd name="connsiteX508" fmla="*/ 5434998 w 7472601"/>
              <a:gd name="connsiteY508" fmla="*/ 4254100 h 6858000"/>
              <a:gd name="connsiteX509" fmla="*/ 5351015 w 7472601"/>
              <a:gd name="connsiteY509" fmla="*/ 3760989 h 6858000"/>
              <a:gd name="connsiteX510" fmla="*/ 5413780 w 7472601"/>
              <a:gd name="connsiteY510" fmla="*/ 2966265 h 6858000"/>
              <a:gd name="connsiteX511" fmla="*/ 5425627 w 7472601"/>
              <a:gd name="connsiteY511" fmla="*/ 2954192 h 6858000"/>
              <a:gd name="connsiteX512" fmla="*/ 6604735 w 7472601"/>
              <a:gd name="connsiteY512" fmla="*/ 2041381 h 6858000"/>
              <a:gd name="connsiteX513" fmla="*/ 7204487 w 7472601"/>
              <a:gd name="connsiteY513" fmla="*/ 2742112 h 6858000"/>
              <a:gd name="connsiteX514" fmla="*/ 7131592 w 7472601"/>
              <a:gd name="connsiteY514" fmla="*/ 2672096 h 6858000"/>
              <a:gd name="connsiteX515" fmla="*/ 6996344 w 7472601"/>
              <a:gd name="connsiteY515" fmla="*/ 2518310 h 6858000"/>
              <a:gd name="connsiteX516" fmla="*/ 6735495 w 7472601"/>
              <a:gd name="connsiteY516" fmla="*/ 2196890 h 6858000"/>
              <a:gd name="connsiteX517" fmla="*/ 6721901 w 7472601"/>
              <a:gd name="connsiteY517" fmla="*/ 2179274 h 6858000"/>
              <a:gd name="connsiteX518" fmla="*/ 6604735 w 7472601"/>
              <a:gd name="connsiteY518" fmla="*/ 2041381 h 6858000"/>
              <a:gd name="connsiteX519" fmla="*/ 6591670 w 7472601"/>
              <a:gd name="connsiteY519" fmla="*/ 1988277 h 6858000"/>
              <a:gd name="connsiteX520" fmla="*/ 6747349 w 7472601"/>
              <a:gd name="connsiteY520" fmla="*/ 2160069 h 6858000"/>
              <a:gd name="connsiteX521" fmla="*/ 6760943 w 7472601"/>
              <a:gd name="connsiteY521" fmla="*/ 2177686 h 6858000"/>
              <a:gd name="connsiteX522" fmla="*/ 7021065 w 7472601"/>
              <a:gd name="connsiteY522" fmla="*/ 2498102 h 6858000"/>
              <a:gd name="connsiteX523" fmla="*/ 7155223 w 7472601"/>
              <a:gd name="connsiteY523" fmla="*/ 2650386 h 6858000"/>
              <a:gd name="connsiteX524" fmla="*/ 7203167 w 7472601"/>
              <a:gd name="connsiteY524" fmla="*/ 2697288 h 6858000"/>
              <a:gd name="connsiteX525" fmla="*/ 6937703 w 7472601"/>
              <a:gd name="connsiteY525" fmla="*/ 2321981 h 6858000"/>
              <a:gd name="connsiteX526" fmla="*/ 6591670 w 7472601"/>
              <a:gd name="connsiteY526" fmla="*/ 1988277 h 6858000"/>
              <a:gd name="connsiteX527" fmla="*/ 5798671 w 7472601"/>
              <a:gd name="connsiteY527" fmla="*/ 1981601 h 6858000"/>
              <a:gd name="connsiteX528" fmla="*/ 5754709 w 7472601"/>
              <a:gd name="connsiteY528" fmla="*/ 2071454 h 6858000"/>
              <a:gd name="connsiteX529" fmla="*/ 5763044 w 7472601"/>
              <a:gd name="connsiteY529" fmla="*/ 2842206 h 6858000"/>
              <a:gd name="connsiteX530" fmla="*/ 5764974 w 7472601"/>
              <a:gd name="connsiteY530" fmla="*/ 2799609 h 6858000"/>
              <a:gd name="connsiteX531" fmla="*/ 5767665 w 7472601"/>
              <a:gd name="connsiteY531" fmla="*/ 2666409 h 6858000"/>
              <a:gd name="connsiteX532" fmla="*/ 5763055 w 7472601"/>
              <a:gd name="connsiteY532" fmla="*/ 2579705 h 6858000"/>
              <a:gd name="connsiteX533" fmla="*/ 5758079 w 7472601"/>
              <a:gd name="connsiteY533" fmla="*/ 2492508 h 6858000"/>
              <a:gd name="connsiteX534" fmla="*/ 5779325 w 7472601"/>
              <a:gd name="connsiteY534" fmla="*/ 2197069 h 6858000"/>
              <a:gd name="connsiteX535" fmla="*/ 5798671 w 7472601"/>
              <a:gd name="connsiteY535" fmla="*/ 1981601 h 6858000"/>
              <a:gd name="connsiteX536" fmla="*/ 5829202 w 7472601"/>
              <a:gd name="connsiteY536" fmla="*/ 1971679 h 6858000"/>
              <a:gd name="connsiteX537" fmla="*/ 5809558 w 7472601"/>
              <a:gd name="connsiteY537" fmla="*/ 2198043 h 6858000"/>
              <a:gd name="connsiteX538" fmla="*/ 5788653 w 7472601"/>
              <a:gd name="connsiteY538" fmla="*/ 2489430 h 6858000"/>
              <a:gd name="connsiteX539" fmla="*/ 5793439 w 7472601"/>
              <a:gd name="connsiteY539" fmla="*/ 2575235 h 6858000"/>
              <a:gd name="connsiteX540" fmla="*/ 5796837 w 7472601"/>
              <a:gd name="connsiteY540" fmla="*/ 2637633 h 6858000"/>
              <a:gd name="connsiteX541" fmla="*/ 5818614 w 7472601"/>
              <a:gd name="connsiteY541" fmla="*/ 2473055 h 6858000"/>
              <a:gd name="connsiteX542" fmla="*/ 5829202 w 7472601"/>
              <a:gd name="connsiteY542" fmla="*/ 1971679 h 6858000"/>
              <a:gd name="connsiteX543" fmla="*/ 5911389 w 7472601"/>
              <a:gd name="connsiteY543" fmla="*/ 1898371 h 6858000"/>
              <a:gd name="connsiteX544" fmla="*/ 6237627 w 7472601"/>
              <a:gd name="connsiteY544" fmla="*/ 2231921 h 6858000"/>
              <a:gd name="connsiteX545" fmla="*/ 5911389 w 7472601"/>
              <a:gd name="connsiteY545" fmla="*/ 1898371 h 6858000"/>
              <a:gd name="connsiteX546" fmla="*/ 6944437 w 7472601"/>
              <a:gd name="connsiteY546" fmla="*/ 1575402 h 6858000"/>
              <a:gd name="connsiteX547" fmla="*/ 6304730 w 7472601"/>
              <a:gd name="connsiteY547" fmla="*/ 1766654 h 6858000"/>
              <a:gd name="connsiteX548" fmla="*/ 6944437 w 7472601"/>
              <a:gd name="connsiteY548" fmla="*/ 1575402 h 6858000"/>
              <a:gd name="connsiteX549" fmla="*/ 7019523 w 7472601"/>
              <a:gd name="connsiteY549" fmla="*/ 1519450 h 6858000"/>
              <a:gd name="connsiteX550" fmla="*/ 6298091 w 7472601"/>
              <a:gd name="connsiteY550" fmla="*/ 1737122 h 6858000"/>
              <a:gd name="connsiteX551" fmla="*/ 7019523 w 7472601"/>
              <a:gd name="connsiteY551" fmla="*/ 1519450 h 6858000"/>
              <a:gd name="connsiteX552" fmla="*/ 2399523 w 7472601"/>
              <a:gd name="connsiteY552" fmla="*/ 1428234 h 6858000"/>
              <a:gd name="connsiteX553" fmla="*/ 2224982 w 7472601"/>
              <a:gd name="connsiteY553" fmla="*/ 1826201 h 6858000"/>
              <a:gd name="connsiteX554" fmla="*/ 2096099 w 7472601"/>
              <a:gd name="connsiteY554" fmla="*/ 2345900 h 6858000"/>
              <a:gd name="connsiteX555" fmla="*/ 2283317 w 7472601"/>
              <a:gd name="connsiteY555" fmla="*/ 1796925 h 6858000"/>
              <a:gd name="connsiteX556" fmla="*/ 2399523 w 7472601"/>
              <a:gd name="connsiteY556" fmla="*/ 1428234 h 6858000"/>
              <a:gd name="connsiteX557" fmla="*/ 2448558 w 7472601"/>
              <a:gd name="connsiteY557" fmla="*/ 1373435 h 6858000"/>
              <a:gd name="connsiteX558" fmla="*/ 2312521 w 7472601"/>
              <a:gd name="connsiteY558" fmla="*/ 1806140 h 6858000"/>
              <a:gd name="connsiteX559" fmla="*/ 2127533 w 7472601"/>
              <a:gd name="connsiteY559" fmla="*/ 2348380 h 6858000"/>
              <a:gd name="connsiteX560" fmla="*/ 2358080 w 7472601"/>
              <a:gd name="connsiteY560" fmla="*/ 1866134 h 6858000"/>
              <a:gd name="connsiteX561" fmla="*/ 2407436 w 7472601"/>
              <a:gd name="connsiteY561" fmla="*/ 1651070 h 6858000"/>
              <a:gd name="connsiteX562" fmla="*/ 2448558 w 7472601"/>
              <a:gd name="connsiteY562" fmla="*/ 1373435 h 6858000"/>
              <a:gd name="connsiteX563" fmla="*/ 278707 w 7472601"/>
              <a:gd name="connsiteY563" fmla="*/ 1352270 h 6858000"/>
              <a:gd name="connsiteX564" fmla="*/ 321570 w 7472601"/>
              <a:gd name="connsiteY564" fmla="*/ 1861610 h 6858000"/>
              <a:gd name="connsiteX565" fmla="*/ 294281 w 7472601"/>
              <a:gd name="connsiteY565" fmla="*/ 1440658 h 6858000"/>
              <a:gd name="connsiteX566" fmla="*/ 278707 w 7472601"/>
              <a:gd name="connsiteY566" fmla="*/ 1352270 h 6858000"/>
              <a:gd name="connsiteX567" fmla="*/ 1423821 w 7472601"/>
              <a:gd name="connsiteY567" fmla="*/ 1351958 h 6858000"/>
              <a:gd name="connsiteX568" fmla="*/ 1638521 w 7472601"/>
              <a:gd name="connsiteY568" fmla="*/ 1908470 h 6858000"/>
              <a:gd name="connsiteX569" fmla="*/ 1754199 w 7472601"/>
              <a:gd name="connsiteY569" fmla="*/ 2149284 h 6858000"/>
              <a:gd name="connsiteX570" fmla="*/ 1908359 w 7472601"/>
              <a:gd name="connsiteY570" fmla="*/ 2364988 h 6858000"/>
              <a:gd name="connsiteX571" fmla="*/ 1647661 w 7472601"/>
              <a:gd name="connsiteY571" fmla="*/ 1825945 h 6858000"/>
              <a:gd name="connsiteX572" fmla="*/ 1423821 w 7472601"/>
              <a:gd name="connsiteY572" fmla="*/ 1351958 h 6858000"/>
              <a:gd name="connsiteX573" fmla="*/ 1431890 w 7472601"/>
              <a:gd name="connsiteY573" fmla="*/ 1306475 h 6858000"/>
              <a:gd name="connsiteX574" fmla="*/ 1507597 w 7472601"/>
              <a:gd name="connsiteY574" fmla="*/ 1446132 h 6858000"/>
              <a:gd name="connsiteX575" fmla="*/ 1674586 w 7472601"/>
              <a:gd name="connsiteY575" fmla="*/ 1813832 h 6858000"/>
              <a:gd name="connsiteX576" fmla="*/ 1815950 w 7472601"/>
              <a:gd name="connsiteY576" fmla="*/ 2128564 h 6858000"/>
              <a:gd name="connsiteX577" fmla="*/ 1984242 w 7472601"/>
              <a:gd name="connsiteY577" fmla="*/ 2430829 h 6858000"/>
              <a:gd name="connsiteX578" fmla="*/ 2014023 w 7472601"/>
              <a:gd name="connsiteY578" fmla="*/ 2450995 h 6858000"/>
              <a:gd name="connsiteX579" fmla="*/ 1747337 w 7472601"/>
              <a:gd name="connsiteY579" fmla="*/ 1855264 h 6858000"/>
              <a:gd name="connsiteX580" fmla="*/ 1533749 w 7472601"/>
              <a:gd name="connsiteY580" fmla="*/ 1478656 h 6858000"/>
              <a:gd name="connsiteX581" fmla="*/ 1431890 w 7472601"/>
              <a:gd name="connsiteY581" fmla="*/ 1306475 h 6858000"/>
              <a:gd name="connsiteX582" fmla="*/ 5052692 w 7472601"/>
              <a:gd name="connsiteY582" fmla="*/ 1292994 h 6858000"/>
              <a:gd name="connsiteX583" fmla="*/ 5200661 w 7472601"/>
              <a:gd name="connsiteY583" fmla="*/ 1635186 h 6858000"/>
              <a:gd name="connsiteX584" fmla="*/ 5297138 w 7472601"/>
              <a:gd name="connsiteY584" fmla="*/ 1906351 h 6858000"/>
              <a:gd name="connsiteX585" fmla="*/ 5052692 w 7472601"/>
              <a:gd name="connsiteY585" fmla="*/ 1292994 h 6858000"/>
              <a:gd name="connsiteX586" fmla="*/ 5009948 w 7472601"/>
              <a:gd name="connsiteY586" fmla="*/ 1273619 h 6858000"/>
              <a:gd name="connsiteX587" fmla="*/ 5121777 w 7472601"/>
              <a:gd name="connsiteY587" fmla="*/ 1654213 h 6858000"/>
              <a:gd name="connsiteX588" fmla="*/ 5293545 w 7472601"/>
              <a:gd name="connsiteY588" fmla="*/ 2072247 h 6858000"/>
              <a:gd name="connsiteX589" fmla="*/ 5294042 w 7472601"/>
              <a:gd name="connsiteY589" fmla="*/ 2065019 h 6858000"/>
              <a:gd name="connsiteX590" fmla="*/ 5171936 w 7472601"/>
              <a:gd name="connsiteY590" fmla="*/ 1647613 h 6858000"/>
              <a:gd name="connsiteX591" fmla="*/ 5009948 w 7472601"/>
              <a:gd name="connsiteY591" fmla="*/ 1273619 h 6858000"/>
              <a:gd name="connsiteX592" fmla="*/ 655236 w 7472601"/>
              <a:gd name="connsiteY592" fmla="*/ 1268632 h 6858000"/>
              <a:gd name="connsiteX593" fmla="*/ 839521 w 7472601"/>
              <a:gd name="connsiteY593" fmla="*/ 1685315 h 6858000"/>
              <a:gd name="connsiteX594" fmla="*/ 1109416 w 7472601"/>
              <a:gd name="connsiteY594" fmla="*/ 2061663 h 6858000"/>
              <a:gd name="connsiteX595" fmla="*/ 1298300 w 7472601"/>
              <a:gd name="connsiteY595" fmla="*/ 2247742 h 6858000"/>
              <a:gd name="connsiteX596" fmla="*/ 1125871 w 7472601"/>
              <a:gd name="connsiteY596" fmla="*/ 1989513 h 6858000"/>
              <a:gd name="connsiteX597" fmla="*/ 981574 w 7472601"/>
              <a:gd name="connsiteY597" fmla="*/ 1783157 h 6858000"/>
              <a:gd name="connsiteX598" fmla="*/ 922198 w 7472601"/>
              <a:gd name="connsiteY598" fmla="*/ 1677437 h 6858000"/>
              <a:gd name="connsiteX599" fmla="*/ 869293 w 7472601"/>
              <a:gd name="connsiteY599" fmla="*/ 1583214 h 6858000"/>
              <a:gd name="connsiteX600" fmla="*/ 751431 w 7472601"/>
              <a:gd name="connsiteY600" fmla="*/ 1405731 h 6858000"/>
              <a:gd name="connsiteX601" fmla="*/ 655236 w 7472601"/>
              <a:gd name="connsiteY601" fmla="*/ 1268632 h 6858000"/>
              <a:gd name="connsiteX602" fmla="*/ 6516292 w 7472601"/>
              <a:gd name="connsiteY602" fmla="*/ 1263064 h 6858000"/>
              <a:gd name="connsiteX603" fmla="*/ 5736320 w 7472601"/>
              <a:gd name="connsiteY603" fmla="*/ 1501803 h 6858000"/>
              <a:gd name="connsiteX604" fmla="*/ 6516292 w 7472601"/>
              <a:gd name="connsiteY604" fmla="*/ 1263064 h 6858000"/>
              <a:gd name="connsiteX605" fmla="*/ 291466 w 7472601"/>
              <a:gd name="connsiteY605" fmla="*/ 1250369 h 6858000"/>
              <a:gd name="connsiteX606" fmla="*/ 323180 w 7472601"/>
              <a:gd name="connsiteY606" fmla="*/ 1435283 h 6858000"/>
              <a:gd name="connsiteX607" fmla="*/ 349381 w 7472601"/>
              <a:gd name="connsiteY607" fmla="*/ 1875041 h 6858000"/>
              <a:gd name="connsiteX608" fmla="*/ 374363 w 7472601"/>
              <a:gd name="connsiteY608" fmla="*/ 1506494 h 6858000"/>
              <a:gd name="connsiteX609" fmla="*/ 302168 w 7472601"/>
              <a:gd name="connsiteY609" fmla="*/ 1274495 h 6858000"/>
              <a:gd name="connsiteX610" fmla="*/ 291466 w 7472601"/>
              <a:gd name="connsiteY610" fmla="*/ 1250369 h 6858000"/>
              <a:gd name="connsiteX611" fmla="*/ 678222 w 7472601"/>
              <a:gd name="connsiteY611" fmla="*/ 1248670 h 6858000"/>
              <a:gd name="connsiteX612" fmla="*/ 775536 w 7472601"/>
              <a:gd name="connsiteY612" fmla="*/ 1388015 h 6858000"/>
              <a:gd name="connsiteX613" fmla="*/ 894529 w 7472601"/>
              <a:gd name="connsiteY613" fmla="*/ 1567739 h 6858000"/>
              <a:gd name="connsiteX614" fmla="*/ 948000 w 7472601"/>
              <a:gd name="connsiteY614" fmla="*/ 1663088 h 6858000"/>
              <a:gd name="connsiteX615" fmla="*/ 1006812 w 7472601"/>
              <a:gd name="connsiteY615" fmla="*/ 1767683 h 6858000"/>
              <a:gd name="connsiteX616" fmla="*/ 1149133 w 7472601"/>
              <a:gd name="connsiteY616" fmla="*/ 1971513 h 6858000"/>
              <a:gd name="connsiteX617" fmla="*/ 1333952 w 7472601"/>
              <a:gd name="connsiteY617" fmla="*/ 2251620 h 6858000"/>
              <a:gd name="connsiteX618" fmla="*/ 1337329 w 7472601"/>
              <a:gd name="connsiteY618" fmla="*/ 2258350 h 6858000"/>
              <a:gd name="connsiteX619" fmla="*/ 1014726 w 7472601"/>
              <a:gd name="connsiteY619" fmla="*/ 1615556 h 6858000"/>
              <a:gd name="connsiteX620" fmla="*/ 678222 w 7472601"/>
              <a:gd name="connsiteY620" fmla="*/ 1248670 h 6858000"/>
              <a:gd name="connsiteX621" fmla="*/ 6691602 w 7472601"/>
              <a:gd name="connsiteY621" fmla="*/ 1140573 h 6858000"/>
              <a:gd name="connsiteX622" fmla="*/ 6571100 w 7472601"/>
              <a:gd name="connsiteY622" fmla="*/ 1183662 h 6858000"/>
              <a:gd name="connsiteX623" fmla="*/ 6241687 w 7472601"/>
              <a:gd name="connsiteY623" fmla="*/ 1257600 h 6858000"/>
              <a:gd name="connsiteX624" fmla="*/ 5693009 w 7472601"/>
              <a:gd name="connsiteY624" fmla="*/ 1478256 h 6858000"/>
              <a:gd name="connsiteX625" fmla="*/ 6548420 w 7472601"/>
              <a:gd name="connsiteY625" fmla="*/ 1214599 h 6858000"/>
              <a:gd name="connsiteX626" fmla="*/ 6605473 w 7472601"/>
              <a:gd name="connsiteY626" fmla="*/ 1184686 h 6858000"/>
              <a:gd name="connsiteX627" fmla="*/ 6691602 w 7472601"/>
              <a:gd name="connsiteY627" fmla="*/ 1140573 h 6858000"/>
              <a:gd name="connsiteX628" fmla="*/ 4002475 w 7472601"/>
              <a:gd name="connsiteY628" fmla="*/ 1037802 h 6858000"/>
              <a:gd name="connsiteX629" fmla="*/ 4000324 w 7472601"/>
              <a:gd name="connsiteY629" fmla="*/ 1039362 h 6858000"/>
              <a:gd name="connsiteX630" fmla="*/ 4002862 w 7472601"/>
              <a:gd name="connsiteY630" fmla="*/ 1042866 h 6858000"/>
              <a:gd name="connsiteX631" fmla="*/ 4002475 w 7472601"/>
              <a:gd name="connsiteY631" fmla="*/ 1037802 h 6858000"/>
              <a:gd name="connsiteX632" fmla="*/ 506322 w 7472601"/>
              <a:gd name="connsiteY632" fmla="*/ 1020997 h 6858000"/>
              <a:gd name="connsiteX633" fmla="*/ 533068 w 7472601"/>
              <a:gd name="connsiteY633" fmla="*/ 1029409 h 6858000"/>
              <a:gd name="connsiteX634" fmla="*/ 1232525 w 7472601"/>
              <a:gd name="connsiteY634" fmla="*/ 1804675 h 6858000"/>
              <a:gd name="connsiteX635" fmla="*/ 1388858 w 7472601"/>
              <a:gd name="connsiteY635" fmla="*/ 2368011 h 6858000"/>
              <a:gd name="connsiteX636" fmla="*/ 1384098 w 7472601"/>
              <a:gd name="connsiteY636" fmla="*/ 2378125 h 6858000"/>
              <a:gd name="connsiteX637" fmla="*/ 1425393 w 7472601"/>
              <a:gd name="connsiteY637" fmla="*/ 2589124 h 6858000"/>
              <a:gd name="connsiteX638" fmla="*/ 1424001 w 7472601"/>
              <a:gd name="connsiteY638" fmla="*/ 2597541 h 6858000"/>
              <a:gd name="connsiteX639" fmla="*/ 2152729 w 7472601"/>
              <a:gd name="connsiteY639" fmla="*/ 2864487 h 6858000"/>
              <a:gd name="connsiteX640" fmla="*/ 2020609 w 7472601"/>
              <a:gd name="connsiteY640" fmla="*/ 2539671 h 6858000"/>
              <a:gd name="connsiteX641" fmla="*/ 2018920 w 7472601"/>
              <a:gd name="connsiteY641" fmla="*/ 2536309 h 6858000"/>
              <a:gd name="connsiteX642" fmla="*/ 1342441 w 7472601"/>
              <a:gd name="connsiteY642" fmla="*/ 1173017 h 6858000"/>
              <a:gd name="connsiteX643" fmla="*/ 1367925 w 7472601"/>
              <a:gd name="connsiteY643" fmla="*/ 1135648 h 6858000"/>
              <a:gd name="connsiteX644" fmla="*/ 1771401 w 7472601"/>
              <a:gd name="connsiteY644" fmla="*/ 1806673 h 6858000"/>
              <a:gd name="connsiteX645" fmla="*/ 1972385 w 7472601"/>
              <a:gd name="connsiteY645" fmla="*/ 2198735 h 6858000"/>
              <a:gd name="connsiteX646" fmla="*/ 2040892 w 7472601"/>
              <a:gd name="connsiteY646" fmla="*/ 2405205 h 6858000"/>
              <a:gd name="connsiteX647" fmla="*/ 2131689 w 7472601"/>
              <a:gd name="connsiteY647" fmla="*/ 1936926 h 6858000"/>
              <a:gd name="connsiteX648" fmla="*/ 2454820 w 7472601"/>
              <a:gd name="connsiteY648" fmla="*/ 1248808 h 6858000"/>
              <a:gd name="connsiteX649" fmla="*/ 2492512 w 7472601"/>
              <a:gd name="connsiteY649" fmla="*/ 1302920 h 6858000"/>
              <a:gd name="connsiteX650" fmla="*/ 2081216 w 7472601"/>
              <a:gd name="connsiteY650" fmla="*/ 2527513 h 6858000"/>
              <a:gd name="connsiteX651" fmla="*/ 2081211 w 7472601"/>
              <a:gd name="connsiteY651" fmla="*/ 2528916 h 6858000"/>
              <a:gd name="connsiteX652" fmla="*/ 2199067 w 7472601"/>
              <a:gd name="connsiteY652" fmla="*/ 2884061 h 6858000"/>
              <a:gd name="connsiteX653" fmla="*/ 3192586 w 7472601"/>
              <a:gd name="connsiteY653" fmla="*/ 3411496 h 6858000"/>
              <a:gd name="connsiteX654" fmla="*/ 3182620 w 7472601"/>
              <a:gd name="connsiteY654" fmla="*/ 3483279 h 6858000"/>
              <a:gd name="connsiteX655" fmla="*/ 2435119 w 7472601"/>
              <a:gd name="connsiteY655" fmla="*/ 3080173 h 6858000"/>
              <a:gd name="connsiteX656" fmla="*/ 2410152 w 7472601"/>
              <a:gd name="connsiteY656" fmla="*/ 3063751 h 6858000"/>
              <a:gd name="connsiteX657" fmla="*/ 2408099 w 7472601"/>
              <a:gd name="connsiteY657" fmla="*/ 3064403 h 6858000"/>
              <a:gd name="connsiteX658" fmla="*/ 2407218 w 7472601"/>
              <a:gd name="connsiteY658" fmla="*/ 3070324 h 6858000"/>
              <a:gd name="connsiteX659" fmla="*/ 2380138 w 7472601"/>
              <a:gd name="connsiteY659" fmla="*/ 3099341 h 6858000"/>
              <a:gd name="connsiteX660" fmla="*/ 1765923 w 7472601"/>
              <a:gd name="connsiteY660" fmla="*/ 3581043 h 6858000"/>
              <a:gd name="connsiteX661" fmla="*/ 1702258 w 7472601"/>
              <a:gd name="connsiteY661" fmla="*/ 3612286 h 6858000"/>
              <a:gd name="connsiteX662" fmla="*/ 1538370 w 7472601"/>
              <a:gd name="connsiteY662" fmla="*/ 3811804 h 6858000"/>
              <a:gd name="connsiteX663" fmla="*/ 542867 w 7472601"/>
              <a:gd name="connsiteY663" fmla="*/ 4944092 h 6858000"/>
              <a:gd name="connsiteX664" fmla="*/ 515800 w 7472601"/>
              <a:gd name="connsiteY664" fmla="*/ 4862180 h 6858000"/>
              <a:gd name="connsiteX665" fmla="*/ 909145 w 7472601"/>
              <a:gd name="connsiteY665" fmla="*/ 4199225 h 6858000"/>
              <a:gd name="connsiteX666" fmla="*/ 1214067 w 7472601"/>
              <a:gd name="connsiteY666" fmla="*/ 3908561 h 6858000"/>
              <a:gd name="connsiteX667" fmla="*/ 640967 w 7472601"/>
              <a:gd name="connsiteY667" fmla="*/ 4105601 h 6858000"/>
              <a:gd name="connsiteX668" fmla="*/ 112563 w 7472601"/>
              <a:gd name="connsiteY668" fmla="*/ 4396952 h 6858000"/>
              <a:gd name="connsiteX669" fmla="*/ 0 w 7472601"/>
              <a:gd name="connsiteY669" fmla="*/ 4466006 h 6858000"/>
              <a:gd name="connsiteX670" fmla="*/ 0 w 7472601"/>
              <a:gd name="connsiteY670" fmla="*/ 4233763 h 6858000"/>
              <a:gd name="connsiteX671" fmla="*/ 36881 w 7472601"/>
              <a:gd name="connsiteY671" fmla="*/ 4200118 h 6858000"/>
              <a:gd name="connsiteX672" fmla="*/ 910534 w 7472601"/>
              <a:gd name="connsiteY672" fmla="*/ 3629753 h 6858000"/>
              <a:gd name="connsiteX673" fmla="*/ 1578717 w 7472601"/>
              <a:gd name="connsiteY673" fmla="*/ 3575982 h 6858000"/>
              <a:gd name="connsiteX674" fmla="*/ 2338780 w 7472601"/>
              <a:gd name="connsiteY674" fmla="*/ 3033725 h 6858000"/>
              <a:gd name="connsiteX675" fmla="*/ 1807991 w 7472601"/>
              <a:gd name="connsiteY675" fmla="*/ 2807184 h 6858000"/>
              <a:gd name="connsiteX676" fmla="*/ 1416358 w 7472601"/>
              <a:gd name="connsiteY676" fmla="*/ 3112571 h 6858000"/>
              <a:gd name="connsiteX677" fmla="*/ 939066 w 7472601"/>
              <a:gd name="connsiteY677" fmla="*/ 3378798 h 6858000"/>
              <a:gd name="connsiteX678" fmla="*/ 115099 w 7472601"/>
              <a:gd name="connsiteY678" fmla="*/ 3607650 h 6858000"/>
              <a:gd name="connsiteX679" fmla="*/ 97284 w 7472601"/>
              <a:gd name="connsiteY679" fmla="*/ 3520393 h 6858000"/>
              <a:gd name="connsiteX680" fmla="*/ 922050 w 7472601"/>
              <a:gd name="connsiteY680" fmla="*/ 3074867 h 6858000"/>
              <a:gd name="connsiteX681" fmla="*/ 1405265 w 7472601"/>
              <a:gd name="connsiteY681" fmla="*/ 3016319 h 6858000"/>
              <a:gd name="connsiteX682" fmla="*/ 1407512 w 7472601"/>
              <a:gd name="connsiteY682" fmla="*/ 3018001 h 6858000"/>
              <a:gd name="connsiteX683" fmla="*/ 1726266 w 7472601"/>
              <a:gd name="connsiteY683" fmla="*/ 2777274 h 6858000"/>
              <a:gd name="connsiteX684" fmla="*/ 625390 w 7472601"/>
              <a:gd name="connsiteY684" fmla="*/ 2514541 h 6858000"/>
              <a:gd name="connsiteX685" fmla="*/ 619799 w 7472601"/>
              <a:gd name="connsiteY685" fmla="*/ 2527180 h 6858000"/>
              <a:gd name="connsiteX686" fmla="*/ 310030 w 7472601"/>
              <a:gd name="connsiteY686" fmla="*/ 2771818 h 6858000"/>
              <a:gd name="connsiteX687" fmla="*/ 173877 w 7472601"/>
              <a:gd name="connsiteY687" fmla="*/ 2937056 h 6858000"/>
              <a:gd name="connsiteX688" fmla="*/ 77889 w 7472601"/>
              <a:gd name="connsiteY688" fmla="*/ 3138440 h 6858000"/>
              <a:gd name="connsiteX689" fmla="*/ 0 w 7472601"/>
              <a:gd name="connsiteY689" fmla="*/ 3271395 h 6858000"/>
              <a:gd name="connsiteX690" fmla="*/ 0 w 7472601"/>
              <a:gd name="connsiteY690" fmla="*/ 3153002 h 6858000"/>
              <a:gd name="connsiteX691" fmla="*/ 2386 w 7472601"/>
              <a:gd name="connsiteY691" fmla="*/ 3149203 h 6858000"/>
              <a:gd name="connsiteX692" fmla="*/ 89753 w 7472601"/>
              <a:gd name="connsiteY692" fmla="*/ 2987702 h 6858000"/>
              <a:gd name="connsiteX693" fmla="*/ 76869 w 7472601"/>
              <a:gd name="connsiteY693" fmla="*/ 3005404 h 6858000"/>
              <a:gd name="connsiteX694" fmla="*/ 32049 w 7472601"/>
              <a:gd name="connsiteY694" fmla="*/ 3065814 h 6858000"/>
              <a:gd name="connsiteX695" fmla="*/ 0 w 7472601"/>
              <a:gd name="connsiteY695" fmla="*/ 3108744 h 6858000"/>
              <a:gd name="connsiteX696" fmla="*/ 0 w 7472601"/>
              <a:gd name="connsiteY696" fmla="*/ 3058059 h 6858000"/>
              <a:gd name="connsiteX697" fmla="*/ 7610 w 7472601"/>
              <a:gd name="connsiteY697" fmla="*/ 3047889 h 6858000"/>
              <a:gd name="connsiteX698" fmla="*/ 52419 w 7472601"/>
              <a:gd name="connsiteY698" fmla="*/ 2987479 h 6858000"/>
              <a:gd name="connsiteX699" fmla="*/ 59142 w 7472601"/>
              <a:gd name="connsiteY699" fmla="*/ 2978488 h 6858000"/>
              <a:gd name="connsiteX700" fmla="*/ 0 w 7472601"/>
              <a:gd name="connsiteY700" fmla="*/ 3015334 h 6858000"/>
              <a:gd name="connsiteX701" fmla="*/ 0 w 7472601"/>
              <a:gd name="connsiteY701" fmla="*/ 2914286 h 6858000"/>
              <a:gd name="connsiteX702" fmla="*/ 36383 w 7472601"/>
              <a:gd name="connsiteY702" fmla="*/ 2901128 h 6858000"/>
              <a:gd name="connsiteX703" fmla="*/ 156329 w 7472601"/>
              <a:gd name="connsiteY703" fmla="*/ 2840533 h 6858000"/>
              <a:gd name="connsiteX704" fmla="*/ 358355 w 7472601"/>
              <a:gd name="connsiteY704" fmla="*/ 2620471 h 6858000"/>
              <a:gd name="connsiteX705" fmla="*/ 510577 w 7472601"/>
              <a:gd name="connsiteY705" fmla="*/ 2501244 h 6858000"/>
              <a:gd name="connsiteX706" fmla="*/ 211967 w 7472601"/>
              <a:gd name="connsiteY706" fmla="*/ 2479171 h 6858000"/>
              <a:gd name="connsiteX707" fmla="*/ 0 w 7472601"/>
              <a:gd name="connsiteY707" fmla="*/ 2476398 h 6858000"/>
              <a:gd name="connsiteX708" fmla="*/ 0 w 7472601"/>
              <a:gd name="connsiteY708" fmla="*/ 2389189 h 6858000"/>
              <a:gd name="connsiteX709" fmla="*/ 103062 w 7472601"/>
              <a:gd name="connsiteY709" fmla="*/ 2389518 h 6858000"/>
              <a:gd name="connsiteX710" fmla="*/ 510734 w 7472601"/>
              <a:gd name="connsiteY710" fmla="*/ 2416201 h 6858000"/>
              <a:gd name="connsiteX711" fmla="*/ 279257 w 7472601"/>
              <a:gd name="connsiteY711" fmla="*/ 2092102 h 6858000"/>
              <a:gd name="connsiteX712" fmla="*/ 65265 w 7472601"/>
              <a:gd name="connsiteY712" fmla="*/ 2006049 h 6858000"/>
              <a:gd name="connsiteX713" fmla="*/ 0 w 7472601"/>
              <a:gd name="connsiteY713" fmla="*/ 1982532 h 6858000"/>
              <a:gd name="connsiteX714" fmla="*/ 0 w 7472601"/>
              <a:gd name="connsiteY714" fmla="*/ 1912789 h 6858000"/>
              <a:gd name="connsiteX715" fmla="*/ 97460 w 7472601"/>
              <a:gd name="connsiteY715" fmla="*/ 1953725 h 6858000"/>
              <a:gd name="connsiteX716" fmla="*/ 221272 w 7472601"/>
              <a:gd name="connsiteY716" fmla="*/ 1980766 h 6858000"/>
              <a:gd name="connsiteX717" fmla="*/ 116765 w 7472601"/>
              <a:gd name="connsiteY717" fmla="*/ 1911033 h 6858000"/>
              <a:gd name="connsiteX718" fmla="*/ 16405 w 7472601"/>
              <a:gd name="connsiteY718" fmla="*/ 1803412 h 6858000"/>
              <a:gd name="connsiteX719" fmla="*/ 0 w 7472601"/>
              <a:gd name="connsiteY719" fmla="*/ 1784777 h 6858000"/>
              <a:gd name="connsiteX720" fmla="*/ 0 w 7472601"/>
              <a:gd name="connsiteY720" fmla="*/ 1740082 h 6858000"/>
              <a:gd name="connsiteX721" fmla="*/ 39394 w 7472601"/>
              <a:gd name="connsiteY721" fmla="*/ 1784856 h 6858000"/>
              <a:gd name="connsiteX722" fmla="*/ 135813 w 7472601"/>
              <a:gd name="connsiteY722" fmla="*/ 1888838 h 6858000"/>
              <a:gd name="connsiteX723" fmla="*/ 242575 w 7472601"/>
              <a:gd name="connsiteY723" fmla="*/ 1958841 h 6858000"/>
              <a:gd name="connsiteX724" fmla="*/ 82197 w 7472601"/>
              <a:gd name="connsiteY724" fmla="*/ 1754826 h 6858000"/>
              <a:gd name="connsiteX725" fmla="*/ 0 w 7472601"/>
              <a:gd name="connsiteY725" fmla="*/ 1679650 h 6858000"/>
              <a:gd name="connsiteX726" fmla="*/ 0 w 7472601"/>
              <a:gd name="connsiteY726" fmla="*/ 1602463 h 6858000"/>
              <a:gd name="connsiteX727" fmla="*/ 84689 w 7472601"/>
              <a:gd name="connsiteY727" fmla="*/ 1677442 h 6858000"/>
              <a:gd name="connsiteX728" fmla="*/ 298437 w 7472601"/>
              <a:gd name="connsiteY728" fmla="*/ 1968019 h 6858000"/>
              <a:gd name="connsiteX729" fmla="*/ 227269 w 7472601"/>
              <a:gd name="connsiteY729" fmla="*/ 1114064 h 6858000"/>
              <a:gd name="connsiteX730" fmla="*/ 248003 w 7472601"/>
              <a:gd name="connsiteY730" fmla="*/ 1089613 h 6858000"/>
              <a:gd name="connsiteX731" fmla="*/ 427020 w 7472601"/>
              <a:gd name="connsiteY731" fmla="*/ 1619803 h 6858000"/>
              <a:gd name="connsiteX732" fmla="*/ 340345 w 7472601"/>
              <a:gd name="connsiteY732" fmla="*/ 2027739 h 6858000"/>
              <a:gd name="connsiteX733" fmla="*/ 360865 w 7472601"/>
              <a:gd name="connsiteY733" fmla="*/ 2044827 h 6858000"/>
              <a:gd name="connsiteX734" fmla="*/ 560414 w 7472601"/>
              <a:gd name="connsiteY734" fmla="*/ 2421457 h 6858000"/>
              <a:gd name="connsiteX735" fmla="*/ 1359703 w 7472601"/>
              <a:gd name="connsiteY735" fmla="*/ 2578554 h 6858000"/>
              <a:gd name="connsiteX736" fmla="*/ 1359422 w 7472601"/>
              <a:gd name="connsiteY736" fmla="*/ 2577994 h 6858000"/>
              <a:gd name="connsiteX737" fmla="*/ 828701 w 7472601"/>
              <a:gd name="connsiteY737" fmla="*/ 1839520 h 6858000"/>
              <a:gd name="connsiteX738" fmla="*/ 494427 w 7472601"/>
              <a:gd name="connsiteY738" fmla="*/ 1092333 h 6858000"/>
              <a:gd name="connsiteX739" fmla="*/ 506322 w 7472601"/>
              <a:gd name="connsiteY739" fmla="*/ 1020997 h 6858000"/>
              <a:gd name="connsiteX740" fmla="*/ 4570198 w 7472601"/>
              <a:gd name="connsiteY740" fmla="*/ 978081 h 6858000"/>
              <a:gd name="connsiteX741" fmla="*/ 4523691 w 7472601"/>
              <a:gd name="connsiteY741" fmla="*/ 1127776 h 6858000"/>
              <a:gd name="connsiteX742" fmla="*/ 4509875 w 7472601"/>
              <a:gd name="connsiteY742" fmla="*/ 1167552 h 6858000"/>
              <a:gd name="connsiteX743" fmla="*/ 4478168 w 7472601"/>
              <a:gd name="connsiteY743" fmla="*/ 1260735 h 6858000"/>
              <a:gd name="connsiteX744" fmla="*/ 4409309 w 7472601"/>
              <a:gd name="connsiteY744" fmla="*/ 1666996 h 6858000"/>
              <a:gd name="connsiteX745" fmla="*/ 4370031 w 7472601"/>
              <a:gd name="connsiteY745" fmla="*/ 1955666 h 6858000"/>
              <a:gd name="connsiteX746" fmla="*/ 4570198 w 7472601"/>
              <a:gd name="connsiteY746" fmla="*/ 978081 h 6858000"/>
              <a:gd name="connsiteX747" fmla="*/ 4557898 w 7472601"/>
              <a:gd name="connsiteY747" fmla="*/ 900011 h 6858000"/>
              <a:gd name="connsiteX748" fmla="*/ 4344840 w 7472601"/>
              <a:gd name="connsiteY748" fmla="*/ 1922038 h 6858000"/>
              <a:gd name="connsiteX749" fmla="*/ 4378710 w 7472601"/>
              <a:gd name="connsiteY749" fmla="*/ 1665516 h 6858000"/>
              <a:gd name="connsiteX750" fmla="*/ 4448798 w 7472601"/>
              <a:gd name="connsiteY750" fmla="*/ 1253024 h 6858000"/>
              <a:gd name="connsiteX751" fmla="*/ 4480315 w 7472601"/>
              <a:gd name="connsiteY751" fmla="*/ 1158454 h 6858000"/>
              <a:gd name="connsiteX752" fmla="*/ 4494133 w 7472601"/>
              <a:gd name="connsiteY752" fmla="*/ 1118676 h 6858000"/>
              <a:gd name="connsiteX753" fmla="*/ 4557898 w 7472601"/>
              <a:gd name="connsiteY753" fmla="*/ 900011 h 6858000"/>
              <a:gd name="connsiteX754" fmla="*/ 5870151 w 7472601"/>
              <a:gd name="connsiteY754" fmla="*/ 898890 h 6858000"/>
              <a:gd name="connsiteX755" fmla="*/ 5861335 w 7472601"/>
              <a:gd name="connsiteY755" fmla="*/ 899177 h 6858000"/>
              <a:gd name="connsiteX756" fmla="*/ 5843702 w 7472601"/>
              <a:gd name="connsiteY756" fmla="*/ 899748 h 6858000"/>
              <a:gd name="connsiteX757" fmla="*/ 5651107 w 7472601"/>
              <a:gd name="connsiteY757" fmla="*/ 920306 h 6858000"/>
              <a:gd name="connsiteX758" fmla="*/ 5459407 w 7472601"/>
              <a:gd name="connsiteY758" fmla="*/ 940975 h 6858000"/>
              <a:gd name="connsiteX759" fmla="*/ 5374846 w 7472601"/>
              <a:gd name="connsiteY759" fmla="*/ 941988 h 6858000"/>
              <a:gd name="connsiteX760" fmla="*/ 5256105 w 7472601"/>
              <a:gd name="connsiteY760" fmla="*/ 945632 h 6858000"/>
              <a:gd name="connsiteX761" fmla="*/ 5107071 w 7472601"/>
              <a:gd name="connsiteY761" fmla="*/ 969720 h 6858000"/>
              <a:gd name="connsiteX762" fmla="*/ 4998681 w 7472601"/>
              <a:gd name="connsiteY762" fmla="*/ 988771 h 6858000"/>
              <a:gd name="connsiteX763" fmla="*/ 5870151 w 7472601"/>
              <a:gd name="connsiteY763" fmla="*/ 898890 h 6858000"/>
              <a:gd name="connsiteX764" fmla="*/ 5504425 w 7472601"/>
              <a:gd name="connsiteY764" fmla="*/ 848067 h 6858000"/>
              <a:gd name="connsiteX765" fmla="*/ 4968849 w 7472601"/>
              <a:gd name="connsiteY765" fmla="*/ 962318 h 6858000"/>
              <a:gd name="connsiteX766" fmla="*/ 5104039 w 7472601"/>
              <a:gd name="connsiteY766" fmla="*/ 940634 h 6858000"/>
              <a:gd name="connsiteX767" fmla="*/ 5256311 w 7472601"/>
              <a:gd name="connsiteY767" fmla="*/ 916490 h 6858000"/>
              <a:gd name="connsiteX768" fmla="*/ 5377381 w 7472601"/>
              <a:gd name="connsiteY768" fmla="*/ 912671 h 6858000"/>
              <a:gd name="connsiteX769" fmla="*/ 5460148 w 7472601"/>
              <a:gd name="connsiteY769" fmla="*/ 911442 h 6858000"/>
              <a:gd name="connsiteX770" fmla="*/ 5648971 w 7472601"/>
              <a:gd name="connsiteY770" fmla="*/ 891331 h 6858000"/>
              <a:gd name="connsiteX771" fmla="*/ 5844807 w 7472601"/>
              <a:gd name="connsiteY771" fmla="*/ 870718 h 6858000"/>
              <a:gd name="connsiteX772" fmla="*/ 5862975 w 7472601"/>
              <a:gd name="connsiteY772" fmla="*/ 869756 h 6858000"/>
              <a:gd name="connsiteX773" fmla="*/ 5920887 w 7472601"/>
              <a:gd name="connsiteY773" fmla="*/ 865929 h 6858000"/>
              <a:gd name="connsiteX774" fmla="*/ 5504425 w 7472601"/>
              <a:gd name="connsiteY774" fmla="*/ 848067 h 6858000"/>
              <a:gd name="connsiteX775" fmla="*/ 3607114 w 7472601"/>
              <a:gd name="connsiteY775" fmla="*/ 467441 h 6858000"/>
              <a:gd name="connsiteX776" fmla="*/ 3296242 w 7472601"/>
              <a:gd name="connsiteY776" fmla="*/ 807991 h 6858000"/>
              <a:gd name="connsiteX777" fmla="*/ 3174674 w 7472601"/>
              <a:gd name="connsiteY777" fmla="*/ 919759 h 6858000"/>
              <a:gd name="connsiteX778" fmla="*/ 3042978 w 7472601"/>
              <a:gd name="connsiteY778" fmla="*/ 1054894 h 6858000"/>
              <a:gd name="connsiteX779" fmla="*/ 2968914 w 7472601"/>
              <a:gd name="connsiteY779" fmla="*/ 1133756 h 6858000"/>
              <a:gd name="connsiteX780" fmla="*/ 3103823 w 7472601"/>
              <a:gd name="connsiteY780" fmla="*/ 1026814 h 6858000"/>
              <a:gd name="connsiteX781" fmla="*/ 3607114 w 7472601"/>
              <a:gd name="connsiteY781" fmla="*/ 467441 h 6858000"/>
              <a:gd name="connsiteX782" fmla="*/ 3744487 w 7472601"/>
              <a:gd name="connsiteY782" fmla="*/ 383136 h 6858000"/>
              <a:gd name="connsiteX783" fmla="*/ 3970213 w 7472601"/>
              <a:gd name="connsiteY783" fmla="*/ 995559 h 6858000"/>
              <a:gd name="connsiteX784" fmla="*/ 3744487 w 7472601"/>
              <a:gd name="connsiteY784" fmla="*/ 383136 h 6858000"/>
              <a:gd name="connsiteX785" fmla="*/ 3624562 w 7472601"/>
              <a:gd name="connsiteY785" fmla="*/ 367041 h 6858000"/>
              <a:gd name="connsiteX786" fmla="*/ 3489712 w 7472601"/>
              <a:gd name="connsiteY786" fmla="*/ 485386 h 6858000"/>
              <a:gd name="connsiteX787" fmla="*/ 3182994 w 7472601"/>
              <a:gd name="connsiteY787" fmla="*/ 828265 h 6858000"/>
              <a:gd name="connsiteX788" fmla="*/ 2892114 w 7472601"/>
              <a:gd name="connsiteY788" fmla="*/ 1172635 h 6858000"/>
              <a:gd name="connsiteX789" fmla="*/ 3021459 w 7472601"/>
              <a:gd name="connsiteY789" fmla="*/ 1035385 h 6858000"/>
              <a:gd name="connsiteX790" fmla="*/ 3153873 w 7472601"/>
              <a:gd name="connsiteY790" fmla="*/ 898971 h 6858000"/>
              <a:gd name="connsiteX791" fmla="*/ 3276511 w 7472601"/>
              <a:gd name="connsiteY791" fmla="*/ 786423 h 6858000"/>
              <a:gd name="connsiteX792" fmla="*/ 3584154 w 7472601"/>
              <a:gd name="connsiteY792" fmla="*/ 448218 h 6858000"/>
              <a:gd name="connsiteX793" fmla="*/ 3624562 w 7472601"/>
              <a:gd name="connsiteY793" fmla="*/ 367041 h 6858000"/>
              <a:gd name="connsiteX794" fmla="*/ 3766672 w 7472601"/>
              <a:gd name="connsiteY794" fmla="*/ 359429 h 6858000"/>
              <a:gd name="connsiteX795" fmla="*/ 3996338 w 7472601"/>
              <a:gd name="connsiteY795" fmla="*/ 968237 h 6858000"/>
              <a:gd name="connsiteX796" fmla="*/ 3766672 w 7472601"/>
              <a:gd name="connsiteY796" fmla="*/ 359429 h 6858000"/>
              <a:gd name="connsiteX797" fmla="*/ 5805386 w 7472601"/>
              <a:gd name="connsiteY797" fmla="*/ 239240 h 6858000"/>
              <a:gd name="connsiteX798" fmla="*/ 5736947 w 7472601"/>
              <a:gd name="connsiteY798" fmla="*/ 261367 h 6858000"/>
              <a:gd name="connsiteX799" fmla="*/ 5427012 w 7472601"/>
              <a:gd name="connsiteY799" fmla="*/ 311272 h 6858000"/>
              <a:gd name="connsiteX800" fmla="*/ 5147818 w 7472601"/>
              <a:gd name="connsiteY800" fmla="*/ 322112 h 6858000"/>
              <a:gd name="connsiteX801" fmla="*/ 5060854 w 7472601"/>
              <a:gd name="connsiteY801" fmla="*/ 311882 h 6858000"/>
              <a:gd name="connsiteX802" fmla="*/ 4945989 w 7472601"/>
              <a:gd name="connsiteY802" fmla="*/ 300516 h 6858000"/>
              <a:gd name="connsiteX803" fmla="*/ 5410479 w 7472601"/>
              <a:gd name="connsiteY803" fmla="*/ 348434 h 6858000"/>
              <a:gd name="connsiteX804" fmla="*/ 5805386 w 7472601"/>
              <a:gd name="connsiteY804" fmla="*/ 239240 h 6858000"/>
              <a:gd name="connsiteX805" fmla="*/ 5905192 w 7472601"/>
              <a:gd name="connsiteY805" fmla="*/ 163079 h 6858000"/>
              <a:gd name="connsiteX806" fmla="*/ 5865655 w 7472601"/>
              <a:gd name="connsiteY806" fmla="*/ 171901 h 6858000"/>
              <a:gd name="connsiteX807" fmla="*/ 5259740 w 7472601"/>
              <a:gd name="connsiteY807" fmla="*/ 257013 h 6858000"/>
              <a:gd name="connsiteX808" fmla="*/ 5208466 w 7472601"/>
              <a:gd name="connsiteY808" fmla="*/ 257550 h 6858000"/>
              <a:gd name="connsiteX809" fmla="*/ 4980204 w 7472601"/>
              <a:gd name="connsiteY809" fmla="*/ 271903 h 6858000"/>
              <a:gd name="connsiteX810" fmla="*/ 5068068 w 7472601"/>
              <a:gd name="connsiteY810" fmla="*/ 282244 h 6858000"/>
              <a:gd name="connsiteX811" fmla="*/ 5153231 w 7472601"/>
              <a:gd name="connsiteY811" fmla="*/ 292240 h 6858000"/>
              <a:gd name="connsiteX812" fmla="*/ 5426491 w 7472601"/>
              <a:gd name="connsiteY812" fmla="*/ 281128 h 6858000"/>
              <a:gd name="connsiteX813" fmla="*/ 5731212 w 7472601"/>
              <a:gd name="connsiteY813" fmla="*/ 231951 h 6858000"/>
              <a:gd name="connsiteX814" fmla="*/ 5905192 w 7472601"/>
              <a:gd name="connsiteY814" fmla="*/ 163079 h 6858000"/>
              <a:gd name="connsiteX815" fmla="*/ 5944437 w 7472601"/>
              <a:gd name="connsiteY815" fmla="*/ 113829 h 6858000"/>
              <a:gd name="connsiteX816" fmla="*/ 5825032 w 7472601"/>
              <a:gd name="connsiteY816" fmla="*/ 146405 h 6858000"/>
              <a:gd name="connsiteX817" fmla="*/ 4955599 w 7472601"/>
              <a:gd name="connsiteY817" fmla="*/ 247008 h 6858000"/>
              <a:gd name="connsiteX818" fmla="*/ 5210104 w 7472601"/>
              <a:gd name="connsiteY818" fmla="*/ 228123 h 6858000"/>
              <a:gd name="connsiteX819" fmla="*/ 5261015 w 7472601"/>
              <a:gd name="connsiteY819" fmla="*/ 227087 h 6858000"/>
              <a:gd name="connsiteX820" fmla="*/ 5861181 w 7472601"/>
              <a:gd name="connsiteY820" fmla="*/ 143093 h 6858000"/>
              <a:gd name="connsiteX821" fmla="*/ 5961252 w 7472601"/>
              <a:gd name="connsiteY821" fmla="*/ 114820 h 6858000"/>
              <a:gd name="connsiteX822" fmla="*/ 5944437 w 7472601"/>
              <a:gd name="connsiteY822" fmla="*/ 113829 h 6858000"/>
              <a:gd name="connsiteX823" fmla="*/ 3882765 w 7472601"/>
              <a:gd name="connsiteY823" fmla="*/ 0 h 6858000"/>
              <a:gd name="connsiteX824" fmla="*/ 3995099 w 7472601"/>
              <a:gd name="connsiteY824" fmla="*/ 0 h 6858000"/>
              <a:gd name="connsiteX825" fmla="*/ 4163818 w 7472601"/>
              <a:gd name="connsiteY825" fmla="*/ 234104 h 6858000"/>
              <a:gd name="connsiteX826" fmla="*/ 4172099 w 7472601"/>
              <a:gd name="connsiteY826" fmla="*/ 234207 h 6858000"/>
              <a:gd name="connsiteX827" fmla="*/ 4784282 w 7472601"/>
              <a:gd name="connsiteY827" fmla="*/ 276561 h 6858000"/>
              <a:gd name="connsiteX828" fmla="*/ 4801687 w 7472601"/>
              <a:gd name="connsiteY828" fmla="*/ 267764 h 6858000"/>
              <a:gd name="connsiteX829" fmla="*/ 6082788 w 7472601"/>
              <a:gd name="connsiteY829" fmla="*/ 64119 h 6858000"/>
              <a:gd name="connsiteX830" fmla="*/ 6099442 w 7472601"/>
              <a:gd name="connsiteY830" fmla="*/ 82568 h 6858000"/>
              <a:gd name="connsiteX831" fmla="*/ 4804137 w 7472601"/>
              <a:gd name="connsiteY831" fmla="*/ 320931 h 6858000"/>
              <a:gd name="connsiteX832" fmla="*/ 4227047 w 7472601"/>
              <a:gd name="connsiteY832" fmla="*/ 313415 h 6858000"/>
              <a:gd name="connsiteX833" fmla="*/ 4346041 w 7472601"/>
              <a:gd name="connsiteY833" fmla="*/ 456086 h 6858000"/>
              <a:gd name="connsiteX834" fmla="*/ 4870967 w 7472601"/>
              <a:gd name="connsiteY834" fmla="*/ 963061 h 6858000"/>
              <a:gd name="connsiteX835" fmla="*/ 4889647 w 7472601"/>
              <a:gd name="connsiteY835" fmla="*/ 957147 h 6858000"/>
              <a:gd name="connsiteX836" fmla="*/ 5422504 w 7472601"/>
              <a:gd name="connsiteY836" fmla="*/ 805191 h 6858000"/>
              <a:gd name="connsiteX837" fmla="*/ 6087656 w 7472601"/>
              <a:gd name="connsiteY837" fmla="*/ 826703 h 6858000"/>
              <a:gd name="connsiteX838" fmla="*/ 6058717 w 7472601"/>
              <a:gd name="connsiteY838" fmla="*/ 865992 h 6858000"/>
              <a:gd name="connsiteX839" fmla="*/ 4974153 w 7472601"/>
              <a:gd name="connsiteY839" fmla="*/ 1045456 h 6858000"/>
              <a:gd name="connsiteX840" fmla="*/ 5627835 w 7472601"/>
              <a:gd name="connsiteY840" fmla="*/ 1472077 h 6858000"/>
              <a:gd name="connsiteX841" fmla="*/ 5629817 w 7472601"/>
              <a:gd name="connsiteY841" fmla="*/ 1471412 h 6858000"/>
              <a:gd name="connsiteX842" fmla="*/ 5634124 w 7472601"/>
              <a:gd name="connsiteY842" fmla="*/ 1470572 h 6858000"/>
              <a:gd name="connsiteX843" fmla="*/ 5755832 w 7472601"/>
              <a:gd name="connsiteY843" fmla="*/ 1383886 h 6858000"/>
              <a:gd name="connsiteX844" fmla="*/ 6014186 w 7472601"/>
              <a:gd name="connsiteY844" fmla="*/ 1279799 h 6858000"/>
              <a:gd name="connsiteX845" fmla="*/ 6901619 w 7472601"/>
              <a:gd name="connsiteY845" fmla="*/ 1047874 h 6858000"/>
              <a:gd name="connsiteX846" fmla="*/ 6931566 w 7472601"/>
              <a:gd name="connsiteY846" fmla="*/ 1062034 h 6858000"/>
              <a:gd name="connsiteX847" fmla="*/ 5790982 w 7472601"/>
              <a:gd name="connsiteY847" fmla="*/ 1561380 h 6858000"/>
              <a:gd name="connsiteX848" fmla="*/ 6188971 w 7472601"/>
              <a:gd name="connsiteY848" fmla="*/ 1755168 h 6858000"/>
              <a:gd name="connsiteX849" fmla="*/ 6202446 w 7472601"/>
              <a:gd name="connsiteY849" fmla="*/ 1752268 h 6858000"/>
              <a:gd name="connsiteX850" fmla="*/ 7179560 w 7472601"/>
              <a:gd name="connsiteY850" fmla="*/ 1467551 h 6858000"/>
              <a:gd name="connsiteX851" fmla="*/ 7158730 w 7472601"/>
              <a:gd name="connsiteY851" fmla="*/ 1507835 h 6858000"/>
              <a:gd name="connsiteX852" fmla="*/ 6326959 w 7472601"/>
              <a:gd name="connsiteY852" fmla="*/ 1817686 h 6858000"/>
              <a:gd name="connsiteX853" fmla="*/ 6537433 w 7472601"/>
              <a:gd name="connsiteY853" fmla="*/ 1907790 h 6858000"/>
              <a:gd name="connsiteX854" fmla="*/ 6550221 w 7472601"/>
              <a:gd name="connsiteY854" fmla="*/ 1910729 h 6858000"/>
              <a:gd name="connsiteX855" fmla="*/ 6964438 w 7472601"/>
              <a:gd name="connsiteY855" fmla="*/ 2209505 h 6858000"/>
              <a:gd name="connsiteX856" fmla="*/ 7367862 w 7472601"/>
              <a:gd name="connsiteY856" fmla="*/ 2806833 h 6858000"/>
              <a:gd name="connsiteX857" fmla="*/ 7364329 w 7472601"/>
              <a:gd name="connsiteY857" fmla="*/ 2826907 h 6858000"/>
              <a:gd name="connsiteX858" fmla="*/ 7290545 w 7472601"/>
              <a:gd name="connsiteY858" fmla="*/ 2850663 h 6858000"/>
              <a:gd name="connsiteX859" fmla="*/ 6472036 w 7472601"/>
              <a:gd name="connsiteY859" fmla="*/ 1959003 h 6858000"/>
              <a:gd name="connsiteX860" fmla="*/ 5792897 w 7472601"/>
              <a:gd name="connsiteY860" fmla="*/ 1647747 h 6858000"/>
              <a:gd name="connsiteX861" fmla="*/ 5842751 w 7472601"/>
              <a:gd name="connsiteY861" fmla="*/ 1816112 h 6858000"/>
              <a:gd name="connsiteX862" fmla="*/ 5847424 w 7472601"/>
              <a:gd name="connsiteY862" fmla="*/ 1815776 h 6858000"/>
              <a:gd name="connsiteX863" fmla="*/ 6399821 w 7472601"/>
              <a:gd name="connsiteY863" fmla="*/ 2344799 h 6858000"/>
              <a:gd name="connsiteX864" fmla="*/ 6323232 w 7472601"/>
              <a:gd name="connsiteY864" fmla="*/ 2389634 h 6858000"/>
              <a:gd name="connsiteX865" fmla="*/ 5942958 w 7472601"/>
              <a:gd name="connsiteY865" fmla="*/ 2077708 h 6858000"/>
              <a:gd name="connsiteX866" fmla="*/ 5921559 w 7472601"/>
              <a:gd name="connsiteY866" fmla="*/ 2378596 h 6858000"/>
              <a:gd name="connsiteX867" fmla="*/ 5817651 w 7472601"/>
              <a:gd name="connsiteY867" fmla="*/ 3023919 h 6858000"/>
              <a:gd name="connsiteX868" fmla="*/ 5729634 w 7472601"/>
              <a:gd name="connsiteY868" fmla="*/ 3051849 h 6858000"/>
              <a:gd name="connsiteX869" fmla="*/ 5611018 w 7472601"/>
              <a:gd name="connsiteY869" fmla="*/ 2316769 h 6858000"/>
              <a:gd name="connsiteX870" fmla="*/ 5687608 w 7472601"/>
              <a:gd name="connsiteY870" fmla="*/ 2039972 h 6858000"/>
              <a:gd name="connsiteX871" fmla="*/ 5657554 w 7472601"/>
              <a:gd name="connsiteY871" fmla="*/ 1576445 h 6858000"/>
              <a:gd name="connsiteX872" fmla="*/ 5150475 w 7472601"/>
              <a:gd name="connsiteY872" fmla="*/ 1274012 h 6858000"/>
              <a:gd name="connsiteX873" fmla="*/ 5349142 w 7472601"/>
              <a:gd name="connsiteY873" fmla="*/ 2204405 h 6858000"/>
              <a:gd name="connsiteX874" fmla="*/ 5262214 w 7472601"/>
              <a:gd name="connsiteY874" fmla="*/ 2233836 h 6858000"/>
              <a:gd name="connsiteX875" fmla="*/ 4981539 w 7472601"/>
              <a:gd name="connsiteY875" fmla="*/ 1542201 h 6858000"/>
              <a:gd name="connsiteX876" fmla="*/ 4958461 w 7472601"/>
              <a:gd name="connsiteY876" fmla="*/ 1136957 h 6858000"/>
              <a:gd name="connsiteX877" fmla="*/ 4655015 w 7472601"/>
              <a:gd name="connsiteY877" fmla="*/ 891426 h 6858000"/>
              <a:gd name="connsiteX878" fmla="*/ 4348002 w 7472601"/>
              <a:gd name="connsiteY878" fmla="*/ 2205895 h 6858000"/>
              <a:gd name="connsiteX879" fmla="*/ 4262250 w 7472601"/>
              <a:gd name="connsiteY879" fmla="*/ 2219972 h 6858000"/>
              <a:gd name="connsiteX880" fmla="*/ 4550611 w 7472601"/>
              <a:gd name="connsiteY880" fmla="*/ 817540 h 6858000"/>
              <a:gd name="connsiteX881" fmla="*/ 4564418 w 7472601"/>
              <a:gd name="connsiteY881" fmla="*/ 808293 h 6858000"/>
              <a:gd name="connsiteX882" fmla="*/ 4266388 w 7472601"/>
              <a:gd name="connsiteY882" fmla="*/ 500083 h 6858000"/>
              <a:gd name="connsiteX883" fmla="*/ 4032842 w 7472601"/>
              <a:gd name="connsiteY883" fmla="*/ 211809 h 6858000"/>
              <a:gd name="connsiteX884" fmla="*/ 3882765 w 7472601"/>
              <a:gd name="connsiteY884" fmla="*/ 0 h 6858000"/>
              <a:gd name="connsiteX885" fmla="*/ 3721337 w 7472601"/>
              <a:gd name="connsiteY885" fmla="*/ 0 h 6858000"/>
              <a:gd name="connsiteX886" fmla="*/ 3797544 w 7472601"/>
              <a:gd name="connsiteY886" fmla="*/ 0 h 6858000"/>
              <a:gd name="connsiteX887" fmla="*/ 3775734 w 7472601"/>
              <a:gd name="connsiteY887" fmla="*/ 95131 h 6858000"/>
              <a:gd name="connsiteX888" fmla="*/ 3724807 w 7472601"/>
              <a:gd name="connsiteY888" fmla="*/ 272257 h 6858000"/>
              <a:gd name="connsiteX889" fmla="*/ 3726844 w 7472601"/>
              <a:gd name="connsiteY889" fmla="*/ 282988 h 6858000"/>
              <a:gd name="connsiteX890" fmla="*/ 3742664 w 7472601"/>
              <a:gd name="connsiteY890" fmla="*/ 279918 h 6858000"/>
              <a:gd name="connsiteX891" fmla="*/ 4103910 w 7472601"/>
              <a:gd name="connsiteY891" fmla="*/ 1161917 h 6858000"/>
              <a:gd name="connsiteX892" fmla="*/ 4020269 w 7472601"/>
              <a:gd name="connsiteY892" fmla="*/ 1200406 h 6858000"/>
              <a:gd name="connsiteX893" fmla="*/ 3674882 w 7472601"/>
              <a:gd name="connsiteY893" fmla="*/ 488524 h 6858000"/>
              <a:gd name="connsiteX894" fmla="*/ 3132682 w 7472601"/>
              <a:gd name="connsiteY894" fmla="*/ 1072284 h 6858000"/>
              <a:gd name="connsiteX895" fmla="*/ 2716346 w 7472601"/>
              <a:gd name="connsiteY895" fmla="*/ 1276376 h 6858000"/>
              <a:gd name="connsiteX896" fmla="*/ 2716772 w 7472601"/>
              <a:gd name="connsiteY896" fmla="*/ 1255462 h 6858000"/>
              <a:gd name="connsiteX897" fmla="*/ 3471096 w 7472601"/>
              <a:gd name="connsiteY897" fmla="*/ 437072 h 6858000"/>
              <a:gd name="connsiteX898" fmla="*/ 3639057 w 7472601"/>
              <a:gd name="connsiteY898" fmla="*/ 286334 h 6858000"/>
              <a:gd name="connsiteX899" fmla="*/ 3640309 w 7472601"/>
              <a:gd name="connsiteY899" fmla="*/ 284664 h 6858000"/>
              <a:gd name="connsiteX900" fmla="*/ 3646022 w 7472601"/>
              <a:gd name="connsiteY900" fmla="*/ 276711 h 6858000"/>
              <a:gd name="connsiteX901" fmla="*/ 3707943 w 7472601"/>
              <a:gd name="connsiteY901" fmla="*/ 65958 h 6858000"/>
              <a:gd name="connsiteX902" fmla="*/ 3721337 w 7472601"/>
              <a:gd name="connsiteY902" fmla="*/ 0 h 6858000"/>
              <a:gd name="connsiteX903" fmla="*/ 2867960 w 7472601"/>
              <a:gd name="connsiteY903" fmla="*/ 0 h 6858000"/>
              <a:gd name="connsiteX904" fmla="*/ 2926351 w 7472601"/>
              <a:gd name="connsiteY904" fmla="*/ 0 h 6858000"/>
              <a:gd name="connsiteX905" fmla="*/ 2902823 w 7472601"/>
              <a:gd name="connsiteY905" fmla="*/ 262929 h 6858000"/>
              <a:gd name="connsiteX906" fmla="*/ 2940663 w 7472601"/>
              <a:gd name="connsiteY906" fmla="*/ 140884 h 6858000"/>
              <a:gd name="connsiteX907" fmla="*/ 2947039 w 7472601"/>
              <a:gd name="connsiteY907" fmla="*/ 122524 h 6858000"/>
              <a:gd name="connsiteX908" fmla="*/ 2984316 w 7472601"/>
              <a:gd name="connsiteY908" fmla="*/ 0 h 6858000"/>
              <a:gd name="connsiteX909" fmla="*/ 3016114 w 7472601"/>
              <a:gd name="connsiteY909" fmla="*/ 0 h 6858000"/>
              <a:gd name="connsiteX910" fmla="*/ 2979949 w 7472601"/>
              <a:gd name="connsiteY910" fmla="*/ 119274 h 6858000"/>
              <a:gd name="connsiteX911" fmla="*/ 3023879 w 7472601"/>
              <a:gd name="connsiteY911" fmla="*/ 0 h 6858000"/>
              <a:gd name="connsiteX912" fmla="*/ 3105400 w 7472601"/>
              <a:gd name="connsiteY912" fmla="*/ 0 h 6858000"/>
              <a:gd name="connsiteX913" fmla="*/ 3094669 w 7472601"/>
              <a:gd name="connsiteY913" fmla="*/ 30308 h 6858000"/>
              <a:gd name="connsiteX914" fmla="*/ 2901945 w 7472601"/>
              <a:gd name="connsiteY914" fmla="*/ 466538 h 6858000"/>
              <a:gd name="connsiteX915" fmla="*/ 2815209 w 7472601"/>
              <a:gd name="connsiteY915" fmla="*/ 497361 h 6858000"/>
              <a:gd name="connsiteX916" fmla="*/ 2844845 w 7472601"/>
              <a:gd name="connsiteY916" fmla="*/ 127638 h 6858000"/>
              <a:gd name="connsiteX917" fmla="*/ 2867960 w 7472601"/>
              <a:gd name="connsiteY917" fmla="*/ 0 h 6858000"/>
              <a:gd name="connsiteX918" fmla="*/ 1057230 w 7472601"/>
              <a:gd name="connsiteY918" fmla="*/ 0 h 6858000"/>
              <a:gd name="connsiteX919" fmla="*/ 1111003 w 7472601"/>
              <a:gd name="connsiteY919" fmla="*/ 0 h 6858000"/>
              <a:gd name="connsiteX920" fmla="*/ 1125553 w 7472601"/>
              <a:gd name="connsiteY920" fmla="*/ 52588 h 6858000"/>
              <a:gd name="connsiteX921" fmla="*/ 1304276 w 7472601"/>
              <a:gd name="connsiteY921" fmla="*/ 476275 h 6858000"/>
              <a:gd name="connsiteX922" fmla="*/ 1492066 w 7472601"/>
              <a:gd name="connsiteY922" fmla="*/ 886333 h 6858000"/>
              <a:gd name="connsiteX923" fmla="*/ 1423698 w 7472601"/>
              <a:gd name="connsiteY923" fmla="*/ 710817 h 6858000"/>
              <a:gd name="connsiteX924" fmla="*/ 1357609 w 7472601"/>
              <a:gd name="connsiteY924" fmla="*/ 532892 h 6858000"/>
              <a:gd name="connsiteX925" fmla="*/ 1309550 w 7472601"/>
              <a:gd name="connsiteY925" fmla="*/ 374031 h 6858000"/>
              <a:gd name="connsiteX926" fmla="*/ 1193673 w 7472601"/>
              <a:gd name="connsiteY926" fmla="*/ 49533 h 6858000"/>
              <a:gd name="connsiteX927" fmla="*/ 1164391 w 7472601"/>
              <a:gd name="connsiteY927" fmla="*/ 0 h 6858000"/>
              <a:gd name="connsiteX928" fmla="*/ 1200666 w 7472601"/>
              <a:gd name="connsiteY928" fmla="*/ 0 h 6858000"/>
              <a:gd name="connsiteX929" fmla="*/ 1223408 w 7472601"/>
              <a:gd name="connsiteY929" fmla="*/ 38996 h 6858000"/>
              <a:gd name="connsiteX930" fmla="*/ 1339635 w 7472601"/>
              <a:gd name="connsiteY930" fmla="*/ 365517 h 6858000"/>
              <a:gd name="connsiteX931" fmla="*/ 1387469 w 7472601"/>
              <a:gd name="connsiteY931" fmla="*/ 523079 h 6858000"/>
              <a:gd name="connsiteX932" fmla="*/ 1452685 w 7472601"/>
              <a:gd name="connsiteY932" fmla="*/ 699806 h 6858000"/>
              <a:gd name="connsiteX933" fmla="*/ 1492092 w 7472601"/>
              <a:gd name="connsiteY933" fmla="*/ 800424 h 6858000"/>
              <a:gd name="connsiteX934" fmla="*/ 1455302 w 7472601"/>
              <a:gd name="connsiteY934" fmla="*/ 632913 h 6858000"/>
              <a:gd name="connsiteX935" fmla="*/ 1222336 w 7472601"/>
              <a:gd name="connsiteY935" fmla="*/ 9480 h 6858000"/>
              <a:gd name="connsiteX936" fmla="*/ 1214634 w 7472601"/>
              <a:gd name="connsiteY936" fmla="*/ 0 h 6858000"/>
              <a:gd name="connsiteX937" fmla="*/ 1289827 w 7472601"/>
              <a:gd name="connsiteY937" fmla="*/ 0 h 6858000"/>
              <a:gd name="connsiteX938" fmla="*/ 1321076 w 7472601"/>
              <a:gd name="connsiteY938" fmla="*/ 59722 h 6858000"/>
              <a:gd name="connsiteX939" fmla="*/ 1512579 w 7472601"/>
              <a:gd name="connsiteY939" fmla="*/ 626441 h 6858000"/>
              <a:gd name="connsiteX940" fmla="*/ 1506076 w 7472601"/>
              <a:gd name="connsiteY940" fmla="*/ 1089289 h 6858000"/>
              <a:gd name="connsiteX941" fmla="*/ 1486346 w 7472601"/>
              <a:gd name="connsiteY941" fmla="*/ 1079919 h 6858000"/>
              <a:gd name="connsiteX942" fmla="*/ 1070511 w 7472601"/>
              <a:gd name="connsiteY942" fmla="*/ 48609 h 6858000"/>
              <a:gd name="connsiteX943" fmla="*/ 1057230 w 7472601"/>
              <a:gd name="connsiteY943" fmla="*/ 0 h 6858000"/>
              <a:gd name="connsiteX944" fmla="*/ 43151 w 7472601"/>
              <a:gd name="connsiteY944" fmla="*/ 0 h 6858000"/>
              <a:gd name="connsiteX945" fmla="*/ 95283 w 7472601"/>
              <a:gd name="connsiteY945" fmla="*/ 0 h 6858000"/>
              <a:gd name="connsiteX946" fmla="*/ 300708 w 7472601"/>
              <a:gd name="connsiteY946" fmla="*/ 154571 h 6858000"/>
              <a:gd name="connsiteX947" fmla="*/ 530414 w 7472601"/>
              <a:gd name="connsiteY947" fmla="*/ 354673 h 6858000"/>
              <a:gd name="connsiteX948" fmla="*/ 333785 w 7472601"/>
              <a:gd name="connsiteY948" fmla="*/ 161564 h 6858000"/>
              <a:gd name="connsiteX949" fmla="*/ 147005 w 7472601"/>
              <a:gd name="connsiteY949" fmla="*/ 0 h 6858000"/>
              <a:gd name="connsiteX950" fmla="*/ 272509 w 7472601"/>
              <a:gd name="connsiteY950" fmla="*/ 0 h 6858000"/>
              <a:gd name="connsiteX951" fmla="*/ 326276 w 7472601"/>
              <a:gd name="connsiteY951" fmla="*/ 45847 h 6858000"/>
              <a:gd name="connsiteX952" fmla="*/ 823759 w 7472601"/>
              <a:gd name="connsiteY952" fmla="*/ 574145 h 6858000"/>
              <a:gd name="connsiteX953" fmla="*/ 811254 w 7472601"/>
              <a:gd name="connsiteY953" fmla="*/ 665546 h 6858000"/>
              <a:gd name="connsiteX954" fmla="*/ 154042 w 7472601"/>
              <a:gd name="connsiteY954" fmla="*/ 261522 h 6858000"/>
              <a:gd name="connsiteX955" fmla="*/ 13550 w 7472601"/>
              <a:gd name="connsiteY955" fmla="*/ 158423 h 6858000"/>
              <a:gd name="connsiteX956" fmla="*/ 0 w 7472601"/>
              <a:gd name="connsiteY956" fmla="*/ 146618 h 6858000"/>
              <a:gd name="connsiteX957" fmla="*/ 0 w 7472601"/>
              <a:gd name="connsiteY957" fmla="*/ 59161 h 6858000"/>
              <a:gd name="connsiteX958" fmla="*/ 45427 w 7472601"/>
              <a:gd name="connsiteY958" fmla="*/ 101078 h 6858000"/>
              <a:gd name="connsiteX959" fmla="*/ 630103 w 7472601"/>
              <a:gd name="connsiteY959" fmla="*/ 485885 h 6858000"/>
              <a:gd name="connsiteX960" fmla="*/ 532040 w 7472601"/>
              <a:gd name="connsiteY960" fmla="*/ 399359 h 6858000"/>
              <a:gd name="connsiteX961" fmla="*/ 517618 w 7472601"/>
              <a:gd name="connsiteY961" fmla="*/ 385726 h 6858000"/>
              <a:gd name="connsiteX962" fmla="*/ 285074 w 7472601"/>
              <a:gd name="connsiteY962" fmla="*/ 182755 h 6858000"/>
              <a:gd name="connsiteX963" fmla="*/ 43151 w 7472601"/>
              <a:gd name="connsiteY963"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448321 w 7472601"/>
              <a:gd name="connsiteY80" fmla="*/ 6190991 h 6858000"/>
              <a:gd name="connsiteX81" fmla="*/ 7467600 w 7472601"/>
              <a:gd name="connsiteY81" fmla="*/ 6221686 h 6858000"/>
              <a:gd name="connsiteX82" fmla="*/ 7467600 w 7472601"/>
              <a:gd name="connsiteY82" fmla="*/ 6334256 h 6858000"/>
              <a:gd name="connsiteX83" fmla="*/ 7454976 w 7472601"/>
              <a:gd name="connsiteY83" fmla="*/ 6318297 h 6858000"/>
              <a:gd name="connsiteX84" fmla="*/ 1456157 w 7472601"/>
              <a:gd name="connsiteY84" fmla="*/ 5371404 h 6858000"/>
              <a:gd name="connsiteX85" fmla="*/ 1244432 w 7472601"/>
              <a:gd name="connsiteY85" fmla="*/ 5385601 h 6858000"/>
              <a:gd name="connsiteX86" fmla="*/ 973990 w 7472601"/>
              <a:gd name="connsiteY86" fmla="*/ 5424940 h 6858000"/>
              <a:gd name="connsiteX87" fmla="*/ 1103809 w 7472601"/>
              <a:gd name="connsiteY87" fmla="*/ 5433720 h 6858000"/>
              <a:gd name="connsiteX88" fmla="*/ 1123454 w 7472601"/>
              <a:gd name="connsiteY88" fmla="*/ 5435727 h 6858000"/>
              <a:gd name="connsiteX89" fmla="*/ 1737017 w 7472601"/>
              <a:gd name="connsiteY89" fmla="*/ 5452183 h 6858000"/>
              <a:gd name="connsiteX90" fmla="*/ 1824397 w 7472601"/>
              <a:gd name="connsiteY90" fmla="*/ 5447757 h 6858000"/>
              <a:gd name="connsiteX91" fmla="*/ 2070059 w 7472601"/>
              <a:gd name="connsiteY91" fmla="*/ 5441660 h 6858000"/>
              <a:gd name="connsiteX92" fmla="*/ 1456157 w 7472601"/>
              <a:gd name="connsiteY92" fmla="*/ 5371404 h 6858000"/>
              <a:gd name="connsiteX93" fmla="*/ 4988186 w 7472601"/>
              <a:gd name="connsiteY93" fmla="*/ 5216467 h 6858000"/>
              <a:gd name="connsiteX94" fmla="*/ 4777334 w 7472601"/>
              <a:gd name="connsiteY94" fmla="*/ 5406072 h 6858000"/>
              <a:gd name="connsiteX95" fmla="*/ 4718341 w 7472601"/>
              <a:gd name="connsiteY95" fmla="*/ 5468043 h 6858000"/>
              <a:gd name="connsiteX96" fmla="*/ 4604655 w 7472601"/>
              <a:gd name="connsiteY96" fmla="*/ 5583434 h 6858000"/>
              <a:gd name="connsiteX97" fmla="*/ 4565074 w 7472601"/>
              <a:gd name="connsiteY97" fmla="*/ 5618550 h 6858000"/>
              <a:gd name="connsiteX98" fmla="*/ 4988186 w 7472601"/>
              <a:gd name="connsiteY98" fmla="*/ 5216467 h 6858000"/>
              <a:gd name="connsiteX99" fmla="*/ 4978032 w 7472601"/>
              <a:gd name="connsiteY99" fmla="*/ 5183809 h 6858000"/>
              <a:gd name="connsiteX100" fmla="*/ 4463413 w 7472601"/>
              <a:gd name="connsiteY100" fmla="*/ 5615162 h 6858000"/>
              <a:gd name="connsiteX101" fmla="*/ 4358134 w 7472601"/>
              <a:gd name="connsiteY101" fmla="*/ 5742791 h 6858000"/>
              <a:gd name="connsiteX102" fmla="*/ 4376219 w 7472601"/>
              <a:gd name="connsiteY102" fmla="*/ 5729027 h 6858000"/>
              <a:gd name="connsiteX103" fmla="*/ 4582340 w 7472601"/>
              <a:gd name="connsiteY103" fmla="*/ 5561037 h 6858000"/>
              <a:gd name="connsiteX104" fmla="*/ 4694684 w 7472601"/>
              <a:gd name="connsiteY104" fmla="*/ 5447098 h 6858000"/>
              <a:gd name="connsiteX105" fmla="*/ 4754123 w 7472601"/>
              <a:gd name="connsiteY105" fmla="*/ 5384643 h 6858000"/>
              <a:gd name="connsiteX106" fmla="*/ 4978032 w 7472601"/>
              <a:gd name="connsiteY106" fmla="*/ 5183809 h 6858000"/>
              <a:gd name="connsiteX107" fmla="*/ 1903353 w 7472601"/>
              <a:gd name="connsiteY107" fmla="*/ 5044827 h 6858000"/>
              <a:gd name="connsiteX108" fmla="*/ 1936931 w 7472601"/>
              <a:gd name="connsiteY108" fmla="*/ 5093954 h 6858000"/>
              <a:gd name="connsiteX109" fmla="*/ 2195868 w 7472601"/>
              <a:gd name="connsiteY109" fmla="*/ 5396574 h 6858000"/>
              <a:gd name="connsiteX110" fmla="*/ 2088852 w 7472601"/>
              <a:gd name="connsiteY110" fmla="*/ 5166123 h 6858000"/>
              <a:gd name="connsiteX111" fmla="*/ 1958241 w 7472601"/>
              <a:gd name="connsiteY111" fmla="*/ 5067955 h 6858000"/>
              <a:gd name="connsiteX112" fmla="*/ 1903353 w 7472601"/>
              <a:gd name="connsiteY112" fmla="*/ 5044827 h 6858000"/>
              <a:gd name="connsiteX113" fmla="*/ 1979378 w 7472601"/>
              <a:gd name="connsiteY113" fmla="*/ 4769504 h 6858000"/>
              <a:gd name="connsiteX114" fmla="*/ 2882120 w 7472601"/>
              <a:gd name="connsiteY114" fmla="*/ 5064547 h 6858000"/>
              <a:gd name="connsiteX115" fmla="*/ 2793103 w 7472601"/>
              <a:gd name="connsiteY115" fmla="*/ 5039699 h 6858000"/>
              <a:gd name="connsiteX116" fmla="*/ 2770041 w 7472601"/>
              <a:gd name="connsiteY116" fmla="*/ 5033634 h 6858000"/>
              <a:gd name="connsiteX117" fmla="*/ 1979378 w 7472601"/>
              <a:gd name="connsiteY117" fmla="*/ 4769504 h 6858000"/>
              <a:gd name="connsiteX118" fmla="*/ 1927410 w 7472601"/>
              <a:gd name="connsiteY118" fmla="*/ 4716164 h 6858000"/>
              <a:gd name="connsiteX119" fmla="*/ 1959587 w 7472601"/>
              <a:gd name="connsiteY119" fmla="*/ 4728849 h 6858000"/>
              <a:gd name="connsiteX120" fmla="*/ 2777707 w 7472601"/>
              <a:gd name="connsiteY120" fmla="*/ 5003991 h 6858000"/>
              <a:gd name="connsiteX121" fmla="*/ 2800768 w 7472601"/>
              <a:gd name="connsiteY121" fmla="*/ 5010056 h 6858000"/>
              <a:gd name="connsiteX122" fmla="*/ 2879408 w 7472601"/>
              <a:gd name="connsiteY122" fmla="*/ 5031590 h 6858000"/>
              <a:gd name="connsiteX123" fmla="*/ 2862295 w 7472601"/>
              <a:gd name="connsiteY123" fmla="*/ 5022958 h 6858000"/>
              <a:gd name="connsiteX124" fmla="*/ 2813343 w 7472601"/>
              <a:gd name="connsiteY124" fmla="*/ 4998369 h 6858000"/>
              <a:gd name="connsiteX125" fmla="*/ 2646245 w 7472601"/>
              <a:gd name="connsiteY125" fmla="*/ 4930999 h 6858000"/>
              <a:gd name="connsiteX126" fmla="*/ 1999243 w 7472601"/>
              <a:gd name="connsiteY126" fmla="*/ 4730524 h 6858000"/>
              <a:gd name="connsiteX127" fmla="*/ 1979527 w 7472601"/>
              <a:gd name="connsiteY127" fmla="*/ 4726651 h 6858000"/>
              <a:gd name="connsiteX128" fmla="*/ 1927410 w 7472601"/>
              <a:gd name="connsiteY128" fmla="*/ 4716164 h 6858000"/>
              <a:gd name="connsiteX129" fmla="*/ 1997014 w 7472601"/>
              <a:gd name="connsiteY129" fmla="*/ 4698007 h 6858000"/>
              <a:gd name="connsiteX130" fmla="*/ 2005458 w 7472601"/>
              <a:gd name="connsiteY130" fmla="*/ 4699540 h 6858000"/>
              <a:gd name="connsiteX131" fmla="*/ 2657186 w 7472601"/>
              <a:gd name="connsiteY131" fmla="*/ 4901687 h 6858000"/>
              <a:gd name="connsiteX132" fmla="*/ 2826662 w 7472601"/>
              <a:gd name="connsiteY132" fmla="*/ 4970362 h 6858000"/>
              <a:gd name="connsiteX133" fmla="*/ 2876100 w 7472601"/>
              <a:gd name="connsiteY133" fmla="*/ 4995397 h 6858000"/>
              <a:gd name="connsiteX134" fmla="*/ 3042600 w 7472601"/>
              <a:gd name="connsiteY134" fmla="*/ 5059532 h 6858000"/>
              <a:gd name="connsiteX135" fmla="*/ 1997014 w 7472601"/>
              <a:gd name="connsiteY135" fmla="*/ 4698007 h 6858000"/>
              <a:gd name="connsiteX136" fmla="*/ 2305292 w 7472601"/>
              <a:gd name="connsiteY136" fmla="*/ 4219492 h 6858000"/>
              <a:gd name="connsiteX137" fmla="*/ 3360922 w 7472601"/>
              <a:gd name="connsiteY137" fmla="*/ 4529373 h 6858000"/>
              <a:gd name="connsiteX138" fmla="*/ 3492420 w 7472601"/>
              <a:gd name="connsiteY138" fmla="*/ 4510145 h 6858000"/>
              <a:gd name="connsiteX139" fmla="*/ 3364086 w 7472601"/>
              <a:gd name="connsiteY139" fmla="*/ 4480340 h 6858000"/>
              <a:gd name="connsiteX140" fmla="*/ 3225818 w 7472601"/>
              <a:gd name="connsiteY140" fmla="*/ 4411822 h 6858000"/>
              <a:gd name="connsiteX141" fmla="*/ 3129696 w 7472601"/>
              <a:gd name="connsiteY141" fmla="*/ 4360704 h 6858000"/>
              <a:gd name="connsiteX142" fmla="*/ 2814545 w 7472601"/>
              <a:gd name="connsiteY142" fmla="*/ 4282955 h 6858000"/>
              <a:gd name="connsiteX143" fmla="*/ 2305292 w 7472601"/>
              <a:gd name="connsiteY143" fmla="*/ 4219492 h 6858000"/>
              <a:gd name="connsiteX144" fmla="*/ 2626982 w 7472601"/>
              <a:gd name="connsiteY144" fmla="*/ 4206450 h 6858000"/>
              <a:gd name="connsiteX145" fmla="*/ 2490617 w 7472601"/>
              <a:gd name="connsiteY145" fmla="*/ 4206951 h 6858000"/>
              <a:gd name="connsiteX146" fmla="*/ 2819869 w 7472601"/>
              <a:gd name="connsiteY146" fmla="*/ 4252936 h 6858000"/>
              <a:gd name="connsiteX147" fmla="*/ 3143018 w 7472601"/>
              <a:gd name="connsiteY147" fmla="*/ 4332698 h 6858000"/>
              <a:gd name="connsiteX148" fmla="*/ 3241520 w 7472601"/>
              <a:gd name="connsiteY148" fmla="*/ 4385112 h 6858000"/>
              <a:gd name="connsiteX149" fmla="*/ 3374575 w 7472601"/>
              <a:gd name="connsiteY149" fmla="*/ 4451517 h 6858000"/>
              <a:gd name="connsiteX150" fmla="*/ 3505221 w 7472601"/>
              <a:gd name="connsiteY150" fmla="*/ 4480757 h 6858000"/>
              <a:gd name="connsiteX151" fmla="*/ 2626982 w 7472601"/>
              <a:gd name="connsiteY151" fmla="*/ 4206450 h 6858000"/>
              <a:gd name="connsiteX152" fmla="*/ 1310106 w 7472601"/>
              <a:gd name="connsiteY152" fmla="*/ 3943217 h 6858000"/>
              <a:gd name="connsiteX153" fmla="*/ 854994 w 7472601"/>
              <a:gd name="connsiteY153" fmla="*/ 4399136 h 6858000"/>
              <a:gd name="connsiteX154" fmla="*/ 742462 w 7472601"/>
              <a:gd name="connsiteY154" fmla="*/ 4594648 h 6858000"/>
              <a:gd name="connsiteX155" fmla="*/ 820602 w 7472601"/>
              <a:gd name="connsiteY155" fmla="*/ 4485915 h 6858000"/>
              <a:gd name="connsiteX156" fmla="*/ 878295 w 7472601"/>
              <a:gd name="connsiteY156" fmla="*/ 4403594 h 6858000"/>
              <a:gd name="connsiteX157" fmla="*/ 1240607 w 7472601"/>
              <a:gd name="connsiteY157" fmla="*/ 4010401 h 6858000"/>
              <a:gd name="connsiteX158" fmla="*/ 1310106 w 7472601"/>
              <a:gd name="connsiteY158" fmla="*/ 3943217 h 6858000"/>
              <a:gd name="connsiteX159" fmla="*/ 1423113 w 7472601"/>
              <a:gd name="connsiteY159" fmla="*/ 3874565 h 6858000"/>
              <a:gd name="connsiteX160" fmla="*/ 1260565 w 7472601"/>
              <a:gd name="connsiteY160" fmla="*/ 4031982 h 6858000"/>
              <a:gd name="connsiteX161" fmla="*/ 901900 w 7472601"/>
              <a:gd name="connsiteY161" fmla="*/ 4421236 h 6858000"/>
              <a:gd name="connsiteX162" fmla="*/ 845044 w 7472601"/>
              <a:gd name="connsiteY162" fmla="*/ 4502436 h 6858000"/>
              <a:gd name="connsiteX163" fmla="*/ 685926 w 7472601"/>
              <a:gd name="connsiteY163" fmla="*/ 4703069 h 6858000"/>
              <a:gd name="connsiteX164" fmla="*/ 684248 w 7472601"/>
              <a:gd name="connsiteY164" fmla="*/ 4706721 h 6858000"/>
              <a:gd name="connsiteX165" fmla="*/ 1423113 w 7472601"/>
              <a:gd name="connsiteY165" fmla="*/ 3874565 h 6858000"/>
              <a:gd name="connsiteX166" fmla="*/ 3316479 w 7472601"/>
              <a:gd name="connsiteY166" fmla="*/ 3872136 h 6858000"/>
              <a:gd name="connsiteX167" fmla="*/ 3546806 w 7472601"/>
              <a:gd name="connsiteY167" fmla="*/ 4356139 h 6858000"/>
              <a:gd name="connsiteX168" fmla="*/ 3364433 w 7472601"/>
              <a:gd name="connsiteY168" fmla="*/ 3953121 h 6858000"/>
              <a:gd name="connsiteX169" fmla="*/ 3316479 w 7472601"/>
              <a:gd name="connsiteY169" fmla="*/ 3872136 h 6858000"/>
              <a:gd name="connsiteX170" fmla="*/ 3291335 w 7472601"/>
              <a:gd name="connsiteY170" fmla="*/ 3767420 h 6858000"/>
              <a:gd name="connsiteX171" fmla="*/ 3390805 w 7472601"/>
              <a:gd name="connsiteY171" fmla="*/ 3937163 h 6858000"/>
              <a:gd name="connsiteX172" fmla="*/ 3579062 w 7472601"/>
              <a:gd name="connsiteY172" fmla="*/ 4359040 h 6858000"/>
              <a:gd name="connsiteX173" fmla="*/ 3467355 w 7472601"/>
              <a:gd name="connsiteY173" fmla="*/ 3988130 h 6858000"/>
              <a:gd name="connsiteX174" fmla="*/ 3310753 w 7472601"/>
              <a:gd name="connsiteY174" fmla="*/ 3787140 h 6858000"/>
              <a:gd name="connsiteX175" fmla="*/ 3291335 w 7472601"/>
              <a:gd name="connsiteY175" fmla="*/ 3767420 h 6858000"/>
              <a:gd name="connsiteX176" fmla="*/ 1635889 w 7472601"/>
              <a:gd name="connsiteY176" fmla="*/ 3709494 h 6858000"/>
              <a:gd name="connsiteX177" fmla="*/ 1634800 w 7472601"/>
              <a:gd name="connsiteY177" fmla="*/ 3731111 h 6858000"/>
              <a:gd name="connsiteX178" fmla="*/ 1635889 w 7472601"/>
              <a:gd name="connsiteY178" fmla="*/ 3709494 h 6858000"/>
              <a:gd name="connsiteX179" fmla="*/ 1510397 w 7472601"/>
              <a:gd name="connsiteY179" fmla="*/ 3684705 h 6858000"/>
              <a:gd name="connsiteX180" fmla="*/ 1146550 w 7472601"/>
              <a:gd name="connsiteY180" fmla="*/ 3802012 h 6858000"/>
              <a:gd name="connsiteX181" fmla="*/ 698834 w 7472601"/>
              <a:gd name="connsiteY181" fmla="*/ 3952272 h 6858000"/>
              <a:gd name="connsiteX182" fmla="*/ 34256 w 7472601"/>
              <a:gd name="connsiteY182" fmla="*/ 4347603 h 6858000"/>
              <a:gd name="connsiteX183" fmla="*/ 527241 w 7472601"/>
              <a:gd name="connsiteY183" fmla="*/ 4065078 h 6858000"/>
              <a:gd name="connsiteX184" fmla="*/ 1510397 w 7472601"/>
              <a:gd name="connsiteY184" fmla="*/ 3684705 h 6858000"/>
              <a:gd name="connsiteX185" fmla="*/ 1313114 w 7472601"/>
              <a:gd name="connsiteY185" fmla="*/ 3655216 h 6858000"/>
              <a:gd name="connsiteX186" fmla="*/ 1109304 w 7472601"/>
              <a:gd name="connsiteY186" fmla="*/ 3669030 h 6858000"/>
              <a:gd name="connsiteX187" fmla="*/ 8129 w 7472601"/>
              <a:gd name="connsiteY187" fmla="*/ 4330519 h 6858000"/>
              <a:gd name="connsiteX188" fmla="*/ 687572 w 7472601"/>
              <a:gd name="connsiteY188" fmla="*/ 3925629 h 6858000"/>
              <a:gd name="connsiteX189" fmla="*/ 1138365 w 7472601"/>
              <a:gd name="connsiteY189" fmla="*/ 3774515 h 6858000"/>
              <a:gd name="connsiteX190" fmla="*/ 1505579 w 7472601"/>
              <a:gd name="connsiteY190" fmla="*/ 3655526 h 6858000"/>
              <a:gd name="connsiteX191" fmla="*/ 1313114 w 7472601"/>
              <a:gd name="connsiteY191" fmla="*/ 3655216 h 6858000"/>
              <a:gd name="connsiteX192" fmla="*/ 3655073 w 7472601"/>
              <a:gd name="connsiteY192" fmla="*/ 3650884 h 6858000"/>
              <a:gd name="connsiteX193" fmla="*/ 3989938 w 7472601"/>
              <a:gd name="connsiteY193" fmla="*/ 3991685 h 6858000"/>
              <a:gd name="connsiteX194" fmla="*/ 4393907 w 7472601"/>
              <a:gd name="connsiteY194" fmla="*/ 4261258 h 6858000"/>
              <a:gd name="connsiteX195" fmla="*/ 4648051 w 7472601"/>
              <a:gd name="connsiteY195" fmla="*/ 4374051 h 6858000"/>
              <a:gd name="connsiteX196" fmla="*/ 4383389 w 7472601"/>
              <a:gd name="connsiteY196" fmla="*/ 4184369 h 6858000"/>
              <a:gd name="connsiteX197" fmla="*/ 4165508 w 7472601"/>
              <a:gd name="connsiteY197" fmla="*/ 4035196 h 6858000"/>
              <a:gd name="connsiteX198" fmla="*/ 4068162 w 7472601"/>
              <a:gd name="connsiteY198" fmla="*/ 3953394 h 6858000"/>
              <a:gd name="connsiteX199" fmla="*/ 3981416 w 7472601"/>
              <a:gd name="connsiteY199" fmla="*/ 3880482 h 6858000"/>
              <a:gd name="connsiteX200" fmla="*/ 3800147 w 7472601"/>
              <a:gd name="connsiteY200" fmla="*/ 3749872 h 6858000"/>
              <a:gd name="connsiteX201" fmla="*/ 3655073 w 7472601"/>
              <a:gd name="connsiteY201" fmla="*/ 3650884 h 6858000"/>
              <a:gd name="connsiteX202" fmla="*/ 3670252 w 7472601"/>
              <a:gd name="connsiteY202" fmla="*/ 3622798 h 6858000"/>
              <a:gd name="connsiteX203" fmla="*/ 3817258 w 7472601"/>
              <a:gd name="connsiteY203" fmla="*/ 3723577 h 6858000"/>
              <a:gd name="connsiteX204" fmla="*/ 4000461 w 7472601"/>
              <a:gd name="connsiteY204" fmla="*/ 3855966 h 6858000"/>
              <a:gd name="connsiteX205" fmla="*/ 4088180 w 7472601"/>
              <a:gd name="connsiteY205" fmla="*/ 3929774 h 6858000"/>
              <a:gd name="connsiteX206" fmla="*/ 4184555 w 7472601"/>
              <a:gd name="connsiteY206" fmla="*/ 4010683 h 6858000"/>
              <a:gd name="connsiteX207" fmla="*/ 4399563 w 7472601"/>
              <a:gd name="connsiteY207" fmla="*/ 4158106 h 6858000"/>
              <a:gd name="connsiteX208" fmla="*/ 4684469 w 7472601"/>
              <a:gd name="connsiteY208" fmla="*/ 4364680 h 6858000"/>
              <a:gd name="connsiteX209" fmla="*/ 4690271 w 7472601"/>
              <a:gd name="connsiteY209" fmla="*/ 4370034 h 6858000"/>
              <a:gd name="connsiteX210" fmla="*/ 4136093 w 7472601"/>
              <a:gd name="connsiteY210" fmla="*/ 3858466 h 6858000"/>
              <a:gd name="connsiteX211" fmla="*/ 3670252 w 7472601"/>
              <a:gd name="connsiteY211" fmla="*/ 3622798 h 6858000"/>
              <a:gd name="connsiteX212" fmla="*/ 4440129 w 7472601"/>
              <a:gd name="connsiteY212" fmla="*/ 3448571 h 6858000"/>
              <a:gd name="connsiteX213" fmla="*/ 4856525 w 7472601"/>
              <a:gd name="connsiteY213" fmla="*/ 3915351 h 6858000"/>
              <a:gd name="connsiteX214" fmla="*/ 5059055 w 7472601"/>
              <a:gd name="connsiteY214" fmla="*/ 4108918 h 6858000"/>
              <a:gd name="connsiteX215" fmla="*/ 5290070 w 7472601"/>
              <a:gd name="connsiteY215" fmla="*/ 4263619 h 6858000"/>
              <a:gd name="connsiteX216" fmla="*/ 4834991 w 7472601"/>
              <a:gd name="connsiteY216" fmla="*/ 3830985 h 6858000"/>
              <a:gd name="connsiteX217" fmla="*/ 4440129 w 7472601"/>
              <a:gd name="connsiteY217" fmla="*/ 3448571 h 6858000"/>
              <a:gd name="connsiteX218" fmla="*/ 4441737 w 7472601"/>
              <a:gd name="connsiteY218" fmla="*/ 3399734 h 6858000"/>
              <a:gd name="connsiteX219" fmla="*/ 4431236 w 7472601"/>
              <a:gd name="connsiteY219" fmla="*/ 3400954 h 6858000"/>
              <a:gd name="connsiteX220" fmla="*/ 4557150 w 7472601"/>
              <a:gd name="connsiteY220" fmla="*/ 3510023 h 6858000"/>
              <a:gd name="connsiteX221" fmla="*/ 4856936 w 7472601"/>
              <a:gd name="connsiteY221" fmla="*/ 3809146 h 6858000"/>
              <a:gd name="connsiteX222" fmla="*/ 5111996 w 7472601"/>
              <a:gd name="connsiteY222" fmla="*/ 4065759 h 6858000"/>
              <a:gd name="connsiteX223" fmla="*/ 5388878 w 7472601"/>
              <a:gd name="connsiteY223" fmla="*/ 4300185 h 6858000"/>
              <a:gd name="connsiteX224" fmla="*/ 5425556 w 7472601"/>
              <a:gd name="connsiteY224" fmla="*/ 4308967 h 6858000"/>
              <a:gd name="connsiteX225" fmla="*/ 4943646 w 7472601"/>
              <a:gd name="connsiteY225" fmla="*/ 3822916 h 6858000"/>
              <a:gd name="connsiteX226" fmla="*/ 4594837 w 7472601"/>
              <a:gd name="connsiteY226" fmla="*/ 3532274 h 6858000"/>
              <a:gd name="connsiteX227" fmla="*/ 4441737 w 7472601"/>
              <a:gd name="connsiteY227" fmla="*/ 3399734 h 6858000"/>
              <a:gd name="connsiteX228" fmla="*/ 5425834 w 7472601"/>
              <a:gd name="connsiteY228" fmla="*/ 3162785 h 6858000"/>
              <a:gd name="connsiteX229" fmla="*/ 5401644 w 7472601"/>
              <a:gd name="connsiteY229" fmla="*/ 3617847 h 6858000"/>
              <a:gd name="connsiteX230" fmla="*/ 5467256 w 7472601"/>
              <a:gd name="connsiteY230" fmla="*/ 4175494 h 6858000"/>
              <a:gd name="connsiteX231" fmla="*/ 5448069 w 7472601"/>
              <a:gd name="connsiteY231" fmla="*/ 3567554 h 6858000"/>
              <a:gd name="connsiteX232" fmla="*/ 5425834 w 7472601"/>
              <a:gd name="connsiteY232" fmla="*/ 3162785 h 6858000"/>
              <a:gd name="connsiteX233" fmla="*/ 1318687 w 7472601"/>
              <a:gd name="connsiteY233" fmla="*/ 3113840 h 6858000"/>
              <a:gd name="connsiteX234" fmla="*/ 1066793 w 7472601"/>
              <a:gd name="connsiteY234" fmla="*/ 3212171 h 6858000"/>
              <a:gd name="connsiteX235" fmla="*/ 993319 w 7472601"/>
              <a:gd name="connsiteY235" fmla="*/ 3247648 h 6858000"/>
              <a:gd name="connsiteX236" fmla="*/ 853081 w 7472601"/>
              <a:gd name="connsiteY236" fmla="*/ 3312410 h 6858000"/>
              <a:gd name="connsiteX237" fmla="*/ 805957 w 7472601"/>
              <a:gd name="connsiteY237" fmla="*/ 3330443 h 6858000"/>
              <a:gd name="connsiteX238" fmla="*/ 1318687 w 7472601"/>
              <a:gd name="connsiteY238" fmla="*/ 3113840 h 6858000"/>
              <a:gd name="connsiteX239" fmla="*/ 5453702 w 7472601"/>
              <a:gd name="connsiteY239" fmla="*/ 3090882 h 6858000"/>
              <a:gd name="connsiteX240" fmla="*/ 5480135 w 7472601"/>
              <a:gd name="connsiteY240" fmla="*/ 3565802 h 6858000"/>
              <a:gd name="connsiteX241" fmla="*/ 5499023 w 7472601"/>
              <a:gd name="connsiteY241" fmla="*/ 4166310 h 6858000"/>
              <a:gd name="connsiteX242" fmla="*/ 5547022 w 7472601"/>
              <a:gd name="connsiteY242" fmla="*/ 3607838 h 6858000"/>
              <a:gd name="connsiteX243" fmla="*/ 5515964 w 7472601"/>
              <a:gd name="connsiteY243" fmla="*/ 3378541 h 6858000"/>
              <a:gd name="connsiteX244" fmla="*/ 5453702 w 7472601"/>
              <a:gd name="connsiteY244" fmla="*/ 3090882 h 6858000"/>
              <a:gd name="connsiteX245" fmla="*/ 1238695 w 7472601"/>
              <a:gd name="connsiteY245" fmla="*/ 3076820 h 6858000"/>
              <a:gd name="connsiteX246" fmla="*/ 716371 w 7472601"/>
              <a:gd name="connsiteY246" fmla="*/ 3293249 h 6858000"/>
              <a:gd name="connsiteX247" fmla="*/ 579522 w 7472601"/>
              <a:gd name="connsiteY247" fmla="*/ 3371759 h 6858000"/>
              <a:gd name="connsiteX248" fmla="*/ 600288 w 7472601"/>
              <a:gd name="connsiteY248" fmla="*/ 3365555 h 6858000"/>
              <a:gd name="connsiteX249" fmla="*/ 840692 w 7472601"/>
              <a:gd name="connsiteY249" fmla="*/ 3284921 h 6858000"/>
              <a:gd name="connsiteX250" fmla="*/ 979248 w 7472601"/>
              <a:gd name="connsiteY250" fmla="*/ 3221003 h 6858000"/>
              <a:gd name="connsiteX251" fmla="*/ 1053282 w 7472601"/>
              <a:gd name="connsiteY251" fmla="*/ 3185247 h 6858000"/>
              <a:gd name="connsiteX252" fmla="*/ 1320603 w 7472601"/>
              <a:gd name="connsiteY252" fmla="*/ 3081281 h 6858000"/>
              <a:gd name="connsiteX253" fmla="*/ 1238695 w 7472601"/>
              <a:gd name="connsiteY253" fmla="*/ 3076820 h 6858000"/>
              <a:gd name="connsiteX254" fmla="*/ 5425627 w 7472601"/>
              <a:gd name="connsiteY254" fmla="*/ 2954192 h 6858000"/>
              <a:gd name="connsiteX255" fmla="*/ 5470770 w 7472601"/>
              <a:gd name="connsiteY255" fmla="*/ 3005435 h 6858000"/>
              <a:gd name="connsiteX256" fmla="*/ 5519779 w 7472601"/>
              <a:gd name="connsiteY256" fmla="*/ 4359223 h 6858000"/>
              <a:gd name="connsiteX257" fmla="*/ 5520293 w 7472601"/>
              <a:gd name="connsiteY257" fmla="*/ 4360602 h 6858000"/>
              <a:gd name="connsiteX258" fmla="*/ 5767221 w 7472601"/>
              <a:gd name="connsiteY258" fmla="*/ 4665564 h 6858000"/>
              <a:gd name="connsiteX259" fmla="*/ 6937169 w 7472601"/>
              <a:gd name="connsiteY259" fmla="*/ 4815941 h 6858000"/>
              <a:gd name="connsiteX260" fmla="*/ 6953922 w 7472601"/>
              <a:gd name="connsiteY260" fmla="*/ 4890068 h 6858000"/>
              <a:gd name="connsiteX261" fmla="*/ 6071359 w 7472601"/>
              <a:gd name="connsiteY261" fmla="*/ 4770770 h 6858000"/>
              <a:gd name="connsiteX262" fmla="*/ 6038839 w 7472601"/>
              <a:gd name="connsiteY262" fmla="*/ 4764474 h 6858000"/>
              <a:gd name="connsiteX263" fmla="*/ 6038706 w 7472601"/>
              <a:gd name="connsiteY263" fmla="*/ 4763847 h 6858000"/>
              <a:gd name="connsiteX264" fmla="*/ 6037784 w 7472601"/>
              <a:gd name="connsiteY264" fmla="*/ 4764270 h 6858000"/>
              <a:gd name="connsiteX265" fmla="*/ 6038839 w 7472601"/>
              <a:gd name="connsiteY265" fmla="*/ 4764474 h 6858000"/>
              <a:gd name="connsiteX266" fmla="*/ 6040338 w 7472601"/>
              <a:gd name="connsiteY266" fmla="*/ 4771418 h 6858000"/>
              <a:gd name="connsiteX267" fmla="*/ 6024488 w 7472601"/>
              <a:gd name="connsiteY267" fmla="*/ 4809903 h 6858000"/>
              <a:gd name="connsiteX268" fmla="*/ 5599771 w 7472601"/>
              <a:gd name="connsiteY268" fmla="*/ 5509652 h 6858000"/>
              <a:gd name="connsiteX269" fmla="*/ 5548843 w 7472601"/>
              <a:gd name="connsiteY269" fmla="*/ 5563845 h 6858000"/>
              <a:gd name="connsiteX270" fmla="*/ 5940952 w 7472601"/>
              <a:gd name="connsiteY270" fmla="*/ 6250028 h 6858000"/>
              <a:gd name="connsiteX271" fmla="*/ 6043441 w 7472601"/>
              <a:gd name="connsiteY271" fmla="*/ 6665847 h 6858000"/>
              <a:gd name="connsiteX272" fmla="*/ 6093432 w 7472601"/>
              <a:gd name="connsiteY272" fmla="*/ 6858000 h 6858000"/>
              <a:gd name="connsiteX273" fmla="*/ 6034344 w 7472601"/>
              <a:gd name="connsiteY273" fmla="*/ 6858000 h 6858000"/>
              <a:gd name="connsiteX274" fmla="*/ 6026679 w 7472601"/>
              <a:gd name="connsiteY274" fmla="*/ 6836959 h 6858000"/>
              <a:gd name="connsiteX275" fmla="*/ 5800441 w 7472601"/>
              <a:gd name="connsiteY275" fmla="*/ 6335286 h 6858000"/>
              <a:gd name="connsiteX276" fmla="*/ 5526562 w 7472601"/>
              <a:gd name="connsiteY276" fmla="*/ 5705388 h 6858000"/>
              <a:gd name="connsiteX277" fmla="*/ 5519640 w 7472601"/>
              <a:gd name="connsiteY277" fmla="*/ 5683774 h 6858000"/>
              <a:gd name="connsiteX278" fmla="*/ 5844559 w 7472601"/>
              <a:gd name="connsiteY278" fmla="*/ 6553349 h 6858000"/>
              <a:gd name="connsiteX279" fmla="*/ 5975994 w 7472601"/>
              <a:gd name="connsiteY279" fmla="*/ 6858000 h 6858000"/>
              <a:gd name="connsiteX280" fmla="*/ 5898547 w 7472601"/>
              <a:gd name="connsiteY280" fmla="*/ 6858000 h 6858000"/>
              <a:gd name="connsiteX281" fmla="*/ 5682041 w 7472601"/>
              <a:gd name="connsiteY281" fmla="*/ 6355860 h 6858000"/>
              <a:gd name="connsiteX282" fmla="*/ 5461758 w 7472601"/>
              <a:gd name="connsiteY282" fmla="*/ 5820220 h 6858000"/>
              <a:gd name="connsiteX283" fmla="*/ 5237282 w 7472601"/>
              <a:gd name="connsiteY283" fmla="*/ 6579086 h 6858000"/>
              <a:gd name="connsiteX284" fmla="*/ 5115009 w 7472601"/>
              <a:gd name="connsiteY284" fmla="*/ 6858000 h 6858000"/>
              <a:gd name="connsiteX285" fmla="*/ 5028074 w 7472601"/>
              <a:gd name="connsiteY285" fmla="*/ 6858000 h 6858000"/>
              <a:gd name="connsiteX286" fmla="*/ 5079508 w 7472601"/>
              <a:gd name="connsiteY286" fmla="*/ 6749074 h 6858000"/>
              <a:gd name="connsiteX287" fmla="*/ 5371846 w 7472601"/>
              <a:gd name="connsiteY287" fmla="*/ 5924413 h 6858000"/>
              <a:gd name="connsiteX288" fmla="*/ 5270512 w 7472601"/>
              <a:gd name="connsiteY288" fmla="*/ 6138975 h 6858000"/>
              <a:gd name="connsiteX289" fmla="*/ 5062409 w 7472601"/>
              <a:gd name="connsiteY289" fmla="*/ 6653544 h 6858000"/>
              <a:gd name="connsiteX290" fmla="*/ 5036628 w 7472601"/>
              <a:gd name="connsiteY290" fmla="*/ 6754247 h 6858000"/>
              <a:gd name="connsiteX291" fmla="*/ 5009112 w 7472601"/>
              <a:gd name="connsiteY291" fmla="*/ 6858000 h 6858000"/>
              <a:gd name="connsiteX292" fmla="*/ 4976679 w 7472601"/>
              <a:gd name="connsiteY292" fmla="*/ 6858000 h 6858000"/>
              <a:gd name="connsiteX293" fmla="*/ 5006537 w 7472601"/>
              <a:gd name="connsiteY293" fmla="*/ 6747068 h 6858000"/>
              <a:gd name="connsiteX294" fmla="*/ 5032723 w 7472601"/>
              <a:gd name="connsiteY294" fmla="*/ 6644957 h 6858000"/>
              <a:gd name="connsiteX295" fmla="*/ 5242949 w 7472601"/>
              <a:gd name="connsiteY295" fmla="*/ 6125175 h 6858000"/>
              <a:gd name="connsiteX296" fmla="*/ 5286321 w 7472601"/>
              <a:gd name="connsiteY296" fmla="*/ 6033555 h 6858000"/>
              <a:gd name="connsiteX297" fmla="*/ 5008210 w 7472601"/>
              <a:gd name="connsiteY297" fmla="*/ 6649194 h 6858000"/>
              <a:gd name="connsiteX298" fmla="*/ 4986321 w 7472601"/>
              <a:gd name="connsiteY298" fmla="*/ 6765687 h 6858000"/>
              <a:gd name="connsiteX299" fmla="*/ 4973474 w 7472601"/>
              <a:gd name="connsiteY299" fmla="*/ 6858000 h 6858000"/>
              <a:gd name="connsiteX300" fmla="*/ 4907178 w 7472601"/>
              <a:gd name="connsiteY300" fmla="*/ 6858000 h 6858000"/>
              <a:gd name="connsiteX301" fmla="*/ 4910810 w 7472601"/>
              <a:gd name="connsiteY301" fmla="*/ 6829660 h 6858000"/>
              <a:gd name="connsiteX302" fmla="*/ 4987461 w 7472601"/>
              <a:gd name="connsiteY302" fmla="*/ 6432994 h 6858000"/>
              <a:gd name="connsiteX303" fmla="*/ 5179262 w 7472601"/>
              <a:gd name="connsiteY303" fmla="*/ 6035044 h 6858000"/>
              <a:gd name="connsiteX304" fmla="*/ 4689678 w 7472601"/>
              <a:gd name="connsiteY304" fmla="*/ 6440241 h 6858000"/>
              <a:gd name="connsiteX305" fmla="*/ 4477543 w 7472601"/>
              <a:gd name="connsiteY305" fmla="*/ 6674836 h 6858000"/>
              <a:gd name="connsiteX306" fmla="*/ 4329957 w 7472601"/>
              <a:gd name="connsiteY306" fmla="*/ 6858000 h 6858000"/>
              <a:gd name="connsiteX307" fmla="*/ 4218595 w 7472601"/>
              <a:gd name="connsiteY307" fmla="*/ 6858000 h 6858000"/>
              <a:gd name="connsiteX308" fmla="*/ 4368888 w 7472601"/>
              <a:gd name="connsiteY308" fmla="*/ 6668412 h 6858000"/>
              <a:gd name="connsiteX309" fmla="*/ 4563091 w 7472601"/>
              <a:gd name="connsiteY309" fmla="*/ 6442508 h 6858000"/>
              <a:gd name="connsiteX310" fmla="*/ 5387324 w 7472601"/>
              <a:gd name="connsiteY310" fmla="*/ 5705830 h 6858000"/>
              <a:gd name="connsiteX311" fmla="*/ 5073620 w 7472601"/>
              <a:gd name="connsiteY311" fmla="*/ 5955437 h 6858000"/>
              <a:gd name="connsiteX312" fmla="*/ 4689789 w 7472601"/>
              <a:gd name="connsiteY312" fmla="*/ 6268382 h 6858000"/>
              <a:gd name="connsiteX313" fmla="*/ 4418722 w 7472601"/>
              <a:gd name="connsiteY313" fmla="*/ 6570886 h 6858000"/>
              <a:gd name="connsiteX314" fmla="*/ 4214944 w 7472601"/>
              <a:gd name="connsiteY314" fmla="*/ 6858000 h 6858000"/>
              <a:gd name="connsiteX315" fmla="*/ 4177898 w 7472601"/>
              <a:gd name="connsiteY315" fmla="*/ 6858000 h 6858000"/>
              <a:gd name="connsiteX316" fmla="*/ 4391597 w 7472601"/>
              <a:gd name="connsiteY316" fmla="*/ 6556370 h 6858000"/>
              <a:gd name="connsiteX317" fmla="*/ 4668889 w 7472601"/>
              <a:gd name="connsiteY317" fmla="*/ 6246399 h 6858000"/>
              <a:gd name="connsiteX318" fmla="*/ 5055427 w 7472601"/>
              <a:gd name="connsiteY318" fmla="*/ 5931476 h 6858000"/>
              <a:gd name="connsiteX319" fmla="*/ 5371814 w 7472601"/>
              <a:gd name="connsiteY319" fmla="*/ 5678975 h 6858000"/>
              <a:gd name="connsiteX320" fmla="*/ 4987918 w 7472601"/>
              <a:gd name="connsiteY320" fmla="*/ 5838701 h 6858000"/>
              <a:gd name="connsiteX321" fmla="*/ 4317146 w 7472601"/>
              <a:gd name="connsiteY321" fmla="*/ 6587716 h 6858000"/>
              <a:gd name="connsiteX322" fmla="*/ 4171627 w 7472601"/>
              <a:gd name="connsiteY322" fmla="*/ 6858000 h 6858000"/>
              <a:gd name="connsiteX323" fmla="*/ 4081585 w 7472601"/>
              <a:gd name="connsiteY323" fmla="*/ 6858000 h 6858000"/>
              <a:gd name="connsiteX324" fmla="*/ 4238603 w 7472601"/>
              <a:gd name="connsiteY324" fmla="*/ 6559341 h 6858000"/>
              <a:gd name="connsiteX325" fmla="*/ 4778333 w 7472601"/>
              <a:gd name="connsiteY325" fmla="*/ 5873626 h 6858000"/>
              <a:gd name="connsiteX326" fmla="*/ 5414185 w 7472601"/>
              <a:gd name="connsiteY326" fmla="*/ 5573882 h 6858000"/>
              <a:gd name="connsiteX327" fmla="*/ 5959648 w 7472601"/>
              <a:gd name="connsiteY327" fmla="*/ 4760797 h 6858000"/>
              <a:gd name="connsiteX328" fmla="*/ 5355019 w 7472601"/>
              <a:gd name="connsiteY328" fmla="*/ 4734672 h 6858000"/>
              <a:gd name="connsiteX329" fmla="*/ 5083565 w 7472601"/>
              <a:gd name="connsiteY329" fmla="*/ 5179121 h 6858000"/>
              <a:gd name="connsiteX330" fmla="*/ 4713577 w 7472601"/>
              <a:gd name="connsiteY330" fmla="*/ 5616803 h 6858000"/>
              <a:gd name="connsiteX331" fmla="*/ 3989559 w 7472601"/>
              <a:gd name="connsiteY331" fmla="*/ 6145945 h 6858000"/>
              <a:gd name="connsiteX332" fmla="*/ 3939824 w 7472601"/>
              <a:gd name="connsiteY332" fmla="*/ 6066900 h 6858000"/>
              <a:gd name="connsiteX333" fmla="*/ 4584537 w 7472601"/>
              <a:gd name="connsiteY333" fmla="*/ 5324826 h 6858000"/>
              <a:gd name="connsiteX334" fmla="*/ 5037105 w 7472601"/>
              <a:gd name="connsiteY334" fmla="*/ 5088765 h 6858000"/>
              <a:gd name="connsiteX335" fmla="*/ 5039930 w 7472601"/>
              <a:gd name="connsiteY335" fmla="*/ 5089585 h 6858000"/>
              <a:gd name="connsiteX336" fmla="*/ 5263764 w 7472601"/>
              <a:gd name="connsiteY336" fmla="*/ 4735525 h 6858000"/>
              <a:gd name="connsiteX337" fmla="*/ 4086300 w 7472601"/>
              <a:gd name="connsiteY337" fmla="*/ 4884599 h 6858000"/>
              <a:gd name="connsiteX338" fmla="*/ 4085485 w 7472601"/>
              <a:gd name="connsiteY338" fmla="*/ 4899070 h 6858000"/>
              <a:gd name="connsiteX339" fmla="*/ 3871915 w 7472601"/>
              <a:gd name="connsiteY339" fmla="*/ 5253645 h 6858000"/>
              <a:gd name="connsiteX340" fmla="*/ 3799374 w 7472601"/>
              <a:gd name="connsiteY340" fmla="*/ 5466127 h 6858000"/>
              <a:gd name="connsiteX341" fmla="*/ 3498850 w 7472601"/>
              <a:gd name="connsiteY341" fmla="*/ 6661888 h 6858000"/>
              <a:gd name="connsiteX342" fmla="*/ 3399216 w 7472601"/>
              <a:gd name="connsiteY342" fmla="*/ 6858000 h 6858000"/>
              <a:gd name="connsiteX343" fmla="*/ 3303688 w 7472601"/>
              <a:gd name="connsiteY343" fmla="*/ 6858000 h 6858000"/>
              <a:gd name="connsiteX344" fmla="*/ 3391774 w 7472601"/>
              <a:gd name="connsiteY344" fmla="*/ 6697181 h 6858000"/>
              <a:gd name="connsiteX345" fmla="*/ 3735540 w 7472601"/>
              <a:gd name="connsiteY345" fmla="*/ 5546923 h 6858000"/>
              <a:gd name="connsiteX346" fmla="*/ 3729438 w 7472601"/>
              <a:gd name="connsiteY346" fmla="*/ 5569058 h 6858000"/>
              <a:gd name="connsiteX347" fmla="*/ 3707782 w 7472601"/>
              <a:gd name="connsiteY347" fmla="*/ 5644908 h 6858000"/>
              <a:gd name="connsiteX348" fmla="*/ 3583827 w 7472601"/>
              <a:gd name="connsiteY348" fmla="*/ 6039215 h 6858000"/>
              <a:gd name="connsiteX349" fmla="*/ 3547861 w 7472601"/>
              <a:gd name="connsiteY349" fmla="*/ 6129609 h 6858000"/>
              <a:gd name="connsiteX350" fmla="*/ 3490905 w 7472601"/>
              <a:gd name="connsiteY350" fmla="*/ 6277660 h 6858000"/>
              <a:gd name="connsiteX351" fmla="*/ 3455859 w 7472601"/>
              <a:gd name="connsiteY351" fmla="*/ 6391301 h 6858000"/>
              <a:gd name="connsiteX352" fmla="*/ 3429112 w 7472601"/>
              <a:gd name="connsiteY352" fmla="*/ 6479469 h 6858000"/>
              <a:gd name="connsiteX353" fmla="*/ 3304862 w 7472601"/>
              <a:gd name="connsiteY353" fmla="*/ 6796476 h 6858000"/>
              <a:gd name="connsiteX354" fmla="*/ 3276071 w 7472601"/>
              <a:gd name="connsiteY354" fmla="*/ 6858000 h 6858000"/>
              <a:gd name="connsiteX355" fmla="*/ 3240805 w 7472601"/>
              <a:gd name="connsiteY355" fmla="*/ 6858000 h 6858000"/>
              <a:gd name="connsiteX356" fmla="*/ 3275917 w 7472601"/>
              <a:gd name="connsiteY356" fmla="*/ 6783192 h 6858000"/>
              <a:gd name="connsiteX357" fmla="*/ 3399358 w 7472601"/>
              <a:gd name="connsiteY357" fmla="*/ 6469011 h 6858000"/>
              <a:gd name="connsiteX358" fmla="*/ 3425650 w 7472601"/>
              <a:gd name="connsiteY358" fmla="*/ 6381333 h 6858000"/>
              <a:gd name="connsiteX359" fmla="*/ 3460661 w 7472601"/>
              <a:gd name="connsiteY359" fmla="*/ 6266763 h 6858000"/>
              <a:gd name="connsiteX360" fmla="*/ 3518021 w 7472601"/>
              <a:gd name="connsiteY360" fmla="*/ 6117298 h 6858000"/>
              <a:gd name="connsiteX361" fmla="*/ 3554035 w 7472601"/>
              <a:gd name="connsiteY361" fmla="*/ 6027832 h 6858000"/>
              <a:gd name="connsiteX362" fmla="*/ 3677174 w 7472601"/>
              <a:gd name="connsiteY362" fmla="*/ 5636351 h 6858000"/>
              <a:gd name="connsiteX363" fmla="*/ 3698819 w 7472601"/>
              <a:gd name="connsiteY363" fmla="*/ 5560503 h 6858000"/>
              <a:gd name="connsiteX364" fmla="*/ 3702094 w 7472601"/>
              <a:gd name="connsiteY364" fmla="*/ 5549194 h 6858000"/>
              <a:gd name="connsiteX365" fmla="*/ 3398355 w 7472601"/>
              <a:gd name="connsiteY365" fmla="*/ 6094603 h 6858000"/>
              <a:gd name="connsiteX366" fmla="*/ 3193941 w 7472601"/>
              <a:gd name="connsiteY366" fmla="*/ 6798775 h 6858000"/>
              <a:gd name="connsiteX367" fmla="*/ 3184140 w 7472601"/>
              <a:gd name="connsiteY367" fmla="*/ 6858000 h 6858000"/>
              <a:gd name="connsiteX368" fmla="*/ 3099978 w 7472601"/>
              <a:gd name="connsiteY368" fmla="*/ 6858000 h 6858000"/>
              <a:gd name="connsiteX369" fmla="*/ 3101556 w 7472601"/>
              <a:gd name="connsiteY369" fmla="*/ 6843337 h 6858000"/>
              <a:gd name="connsiteX370" fmla="*/ 3370162 w 7472601"/>
              <a:gd name="connsiteY370" fmla="*/ 5785550 h 6858000"/>
              <a:gd name="connsiteX371" fmla="*/ 3746477 w 7472601"/>
              <a:gd name="connsiteY371" fmla="*/ 5377889 h 6858000"/>
              <a:gd name="connsiteX372" fmla="*/ 3863399 w 7472601"/>
              <a:gd name="connsiteY372" fmla="*/ 5087257 h 6858000"/>
              <a:gd name="connsiteX373" fmla="*/ 3968712 w 7472601"/>
              <a:gd name="connsiteY373" fmla="*/ 4913989 h 6858000"/>
              <a:gd name="connsiteX374" fmla="*/ 2792390 w 7472601"/>
              <a:gd name="connsiteY374" fmla="*/ 5382974 h 6858000"/>
              <a:gd name="connsiteX375" fmla="*/ 2714982 w 7472601"/>
              <a:gd name="connsiteY375" fmla="*/ 5427051 h 6858000"/>
              <a:gd name="connsiteX376" fmla="*/ 2813361 w 7472601"/>
              <a:gd name="connsiteY376" fmla="*/ 6023912 h 6858000"/>
              <a:gd name="connsiteX377" fmla="*/ 2688430 w 7472601"/>
              <a:gd name="connsiteY377" fmla="*/ 6801564 h 6858000"/>
              <a:gd name="connsiteX378" fmla="*/ 2629626 w 7472601"/>
              <a:gd name="connsiteY378" fmla="*/ 6763394 h 6858000"/>
              <a:gd name="connsiteX379" fmla="*/ 2565328 w 7472601"/>
              <a:gd name="connsiteY379" fmla="*/ 5516399 h 6858000"/>
              <a:gd name="connsiteX380" fmla="*/ 1922999 w 7472601"/>
              <a:gd name="connsiteY380" fmla="*/ 5980343 h 6858000"/>
              <a:gd name="connsiteX381" fmla="*/ 1950261 w 7472601"/>
              <a:gd name="connsiteY381" fmla="*/ 6405858 h 6858000"/>
              <a:gd name="connsiteX382" fmla="*/ 2365554 w 7472601"/>
              <a:gd name="connsiteY382" fmla="*/ 6759107 h 6858000"/>
              <a:gd name="connsiteX383" fmla="*/ 2424142 w 7472601"/>
              <a:gd name="connsiteY383" fmla="*/ 6858000 h 6858000"/>
              <a:gd name="connsiteX384" fmla="*/ 2395994 w 7472601"/>
              <a:gd name="connsiteY384" fmla="*/ 6858000 h 6858000"/>
              <a:gd name="connsiteX385" fmla="*/ 2392863 w 7472601"/>
              <a:gd name="connsiteY385" fmla="*/ 6852964 h 6858000"/>
              <a:gd name="connsiteX386" fmla="*/ 2017589 w 7472601"/>
              <a:gd name="connsiteY386" fmla="*/ 6493982 h 6858000"/>
              <a:gd name="connsiteX387" fmla="*/ 2147336 w 7472601"/>
              <a:gd name="connsiteY387" fmla="*/ 6594052 h 6858000"/>
              <a:gd name="connsiteX388" fmla="*/ 2207047 w 7472601"/>
              <a:gd name="connsiteY388" fmla="*/ 6654540 h 6858000"/>
              <a:gd name="connsiteX389" fmla="*/ 2299106 w 7472601"/>
              <a:gd name="connsiteY389" fmla="*/ 6778931 h 6858000"/>
              <a:gd name="connsiteX390" fmla="*/ 2314430 w 7472601"/>
              <a:gd name="connsiteY390" fmla="*/ 6801144 h 6858000"/>
              <a:gd name="connsiteX391" fmla="*/ 2352406 w 7472601"/>
              <a:gd name="connsiteY391" fmla="*/ 6858000 h 6858000"/>
              <a:gd name="connsiteX392" fmla="*/ 2314492 w 7472601"/>
              <a:gd name="connsiteY392" fmla="*/ 6858000 h 6858000"/>
              <a:gd name="connsiteX393" fmla="*/ 2288095 w 7472601"/>
              <a:gd name="connsiteY393" fmla="*/ 6818030 h 6858000"/>
              <a:gd name="connsiteX394" fmla="*/ 2272768 w 7472601"/>
              <a:gd name="connsiteY394" fmla="*/ 6795822 h 6858000"/>
              <a:gd name="connsiteX395" fmla="*/ 2182715 w 7472601"/>
              <a:gd name="connsiteY395" fmla="*/ 6675071 h 6858000"/>
              <a:gd name="connsiteX396" fmla="*/ 2032061 w 7472601"/>
              <a:gd name="connsiteY396" fmla="*/ 6541380 h 6858000"/>
              <a:gd name="connsiteX397" fmla="*/ 2257220 w 7472601"/>
              <a:gd name="connsiteY397" fmla="*/ 6826257 h 6858000"/>
              <a:gd name="connsiteX398" fmla="*/ 2281324 w 7472601"/>
              <a:gd name="connsiteY398" fmla="*/ 6858000 h 6858000"/>
              <a:gd name="connsiteX399" fmla="*/ 2242860 w 7472601"/>
              <a:gd name="connsiteY399" fmla="*/ 6858000 h 6858000"/>
              <a:gd name="connsiteX400" fmla="*/ 2232818 w 7472601"/>
              <a:gd name="connsiteY400" fmla="*/ 6844926 h 6858000"/>
              <a:gd name="connsiteX401" fmla="*/ 1990172 w 7472601"/>
              <a:gd name="connsiteY401" fmla="*/ 6542121 h 6858000"/>
              <a:gd name="connsiteX402" fmla="*/ 2124090 w 7472601"/>
              <a:gd name="connsiteY402" fmla="*/ 6761017 h 6858000"/>
              <a:gd name="connsiteX403" fmla="*/ 2200380 w 7472601"/>
              <a:gd name="connsiteY403" fmla="*/ 6858000 h 6858000"/>
              <a:gd name="connsiteX404" fmla="*/ 2147507 w 7472601"/>
              <a:gd name="connsiteY404" fmla="*/ 6858000 h 6858000"/>
              <a:gd name="connsiteX405" fmla="*/ 2070668 w 7472601"/>
              <a:gd name="connsiteY405" fmla="*/ 6761520 h 6858000"/>
              <a:gd name="connsiteX406" fmla="*/ 1975142 w 7472601"/>
              <a:gd name="connsiteY406" fmla="*/ 6585570 h 6858000"/>
              <a:gd name="connsiteX407" fmla="*/ 2050035 w 7472601"/>
              <a:gd name="connsiteY407" fmla="*/ 6813345 h 6858000"/>
              <a:gd name="connsiteX408" fmla="*/ 2063025 w 7472601"/>
              <a:gd name="connsiteY408" fmla="*/ 6858000 h 6858000"/>
              <a:gd name="connsiteX409" fmla="*/ 2021675 w 7472601"/>
              <a:gd name="connsiteY409" fmla="*/ 6858000 h 6858000"/>
              <a:gd name="connsiteX410" fmla="*/ 2019308 w 7472601"/>
              <a:gd name="connsiteY410" fmla="*/ 6847118 h 6858000"/>
              <a:gd name="connsiteX411" fmla="*/ 1938835 w 7472601"/>
              <a:gd name="connsiteY411" fmla="*/ 6551160 h 6858000"/>
              <a:gd name="connsiteX412" fmla="*/ 1953230 w 7472601"/>
              <a:gd name="connsiteY412" fmla="*/ 6759699 h 6858000"/>
              <a:gd name="connsiteX413" fmla="*/ 1956763 w 7472601"/>
              <a:gd name="connsiteY413" fmla="*/ 6778191 h 6858000"/>
              <a:gd name="connsiteX414" fmla="*/ 1967925 w 7472601"/>
              <a:gd name="connsiteY414" fmla="*/ 6858000 h 6858000"/>
              <a:gd name="connsiteX415" fmla="*/ 1936622 w 7472601"/>
              <a:gd name="connsiteY415" fmla="*/ 6858000 h 6858000"/>
              <a:gd name="connsiteX416" fmla="*/ 1926261 w 7472601"/>
              <a:gd name="connsiteY416" fmla="*/ 6784064 h 6858000"/>
              <a:gd name="connsiteX417" fmla="*/ 1922724 w 7472601"/>
              <a:gd name="connsiteY417" fmla="*/ 6765577 h 6858000"/>
              <a:gd name="connsiteX418" fmla="*/ 1904650 w 7472601"/>
              <a:gd name="connsiteY418" fmla="*/ 6639616 h 6858000"/>
              <a:gd name="connsiteX419" fmla="*/ 1885273 w 7472601"/>
              <a:gd name="connsiteY419" fmla="*/ 6858000 h 6858000"/>
              <a:gd name="connsiteX420" fmla="*/ 1854363 w 7472601"/>
              <a:gd name="connsiteY420" fmla="*/ 6858000 h 6858000"/>
              <a:gd name="connsiteX421" fmla="*/ 1880391 w 7472601"/>
              <a:gd name="connsiteY421" fmla="*/ 6603796 h 6858000"/>
              <a:gd name="connsiteX422" fmla="*/ 1818273 w 7472601"/>
              <a:gd name="connsiteY422" fmla="*/ 6715729 h 6858000"/>
              <a:gd name="connsiteX423" fmla="*/ 1794691 w 7472601"/>
              <a:gd name="connsiteY423" fmla="*/ 6843239 h 6858000"/>
              <a:gd name="connsiteX424" fmla="*/ 1794914 w 7472601"/>
              <a:gd name="connsiteY424" fmla="*/ 6858000 h 6858000"/>
              <a:gd name="connsiteX425" fmla="*/ 1746128 w 7472601"/>
              <a:gd name="connsiteY425" fmla="*/ 6858000 h 6858000"/>
              <a:gd name="connsiteX426" fmla="*/ 1753934 w 7472601"/>
              <a:gd name="connsiteY426" fmla="*/ 6724796 h 6858000"/>
              <a:gd name="connsiteX427" fmla="*/ 1792053 w 7472601"/>
              <a:gd name="connsiteY427" fmla="*/ 6572396 h 6858000"/>
              <a:gd name="connsiteX428" fmla="*/ 1862248 w 7472601"/>
              <a:gd name="connsiteY428" fmla="*/ 6266397 h 6858000"/>
              <a:gd name="connsiteX429" fmla="*/ 1862250 w 7472601"/>
              <a:gd name="connsiteY429" fmla="*/ 6033531 h 6858000"/>
              <a:gd name="connsiteX430" fmla="*/ 1211999 w 7472601"/>
              <a:gd name="connsiteY430" fmla="*/ 6683610 h 6858000"/>
              <a:gd name="connsiteX431" fmla="*/ 1213266 w 7472601"/>
              <a:gd name="connsiteY431" fmla="*/ 6691947 h 6858000"/>
              <a:gd name="connsiteX432" fmla="*/ 1203370 w 7472601"/>
              <a:gd name="connsiteY432" fmla="*/ 6850676 h 6858000"/>
              <a:gd name="connsiteX433" fmla="*/ 1203671 w 7472601"/>
              <a:gd name="connsiteY433" fmla="*/ 6858000 h 6858000"/>
              <a:gd name="connsiteX434" fmla="*/ 1143180 w 7472601"/>
              <a:gd name="connsiteY434" fmla="*/ 6858000 h 6858000"/>
              <a:gd name="connsiteX435" fmla="*/ 1142176 w 7472601"/>
              <a:gd name="connsiteY435" fmla="*/ 6766045 h 6858000"/>
              <a:gd name="connsiteX436" fmla="*/ 1067484 w 7472601"/>
              <a:gd name="connsiteY436" fmla="*/ 6858000 h 6858000"/>
              <a:gd name="connsiteX437" fmla="*/ 953928 w 7472601"/>
              <a:gd name="connsiteY437" fmla="*/ 6858000 h 6858000"/>
              <a:gd name="connsiteX438" fmla="*/ 959715 w 7472601"/>
              <a:gd name="connsiteY438" fmla="*/ 6850185 h 6858000"/>
              <a:gd name="connsiteX439" fmla="*/ 1483788 w 7472601"/>
              <a:gd name="connsiteY439" fmla="*/ 6259174 h 6858000"/>
              <a:gd name="connsiteX440" fmla="*/ 1100671 w 7472601"/>
              <a:gd name="connsiteY440" fmla="*/ 6252137 h 6858000"/>
              <a:gd name="connsiteX441" fmla="*/ 1090144 w 7472601"/>
              <a:gd name="connsiteY441" fmla="*/ 6256748 h 6858000"/>
              <a:gd name="connsiteX442" fmla="*/ 1095872 w 7472601"/>
              <a:gd name="connsiteY442" fmla="*/ 6271892 h 6858000"/>
              <a:gd name="connsiteX443" fmla="*/ 262785 w 7472601"/>
              <a:gd name="connsiteY443" fmla="*/ 6845450 h 6858000"/>
              <a:gd name="connsiteX444" fmla="*/ 209968 w 7472601"/>
              <a:gd name="connsiteY444" fmla="*/ 6770713 h 6858000"/>
              <a:gd name="connsiteX445" fmla="*/ 873460 w 7472601"/>
              <a:gd name="connsiteY445" fmla="*/ 6253768 h 6858000"/>
              <a:gd name="connsiteX446" fmla="*/ 192686 w 7472601"/>
              <a:gd name="connsiteY446" fmla="*/ 5849257 h 6858000"/>
              <a:gd name="connsiteX447" fmla="*/ 4696 w 7472601"/>
              <a:gd name="connsiteY447" fmla="*/ 5697668 h 6858000"/>
              <a:gd name="connsiteX448" fmla="*/ 0 w 7472601"/>
              <a:gd name="connsiteY448" fmla="*/ 5689984 h 6858000"/>
              <a:gd name="connsiteX449" fmla="*/ 0 w 7472601"/>
              <a:gd name="connsiteY449" fmla="*/ 5513472 h 6858000"/>
              <a:gd name="connsiteX450" fmla="*/ 174101 w 7472601"/>
              <a:gd name="connsiteY450" fmla="*/ 5620277 h 6858000"/>
              <a:gd name="connsiteX451" fmla="*/ 891800 w 7472601"/>
              <a:gd name="connsiteY451" fmla="*/ 6036935 h 6858000"/>
              <a:gd name="connsiteX452" fmla="*/ 1072219 w 7472601"/>
              <a:gd name="connsiteY452" fmla="*/ 6169443 h 6858000"/>
              <a:gd name="connsiteX453" fmla="*/ 1074117 w 7472601"/>
              <a:gd name="connsiteY453" fmla="*/ 6170301 h 6858000"/>
              <a:gd name="connsiteX454" fmla="*/ 1083114 w 7472601"/>
              <a:gd name="connsiteY454" fmla="*/ 6174131 h 6858000"/>
              <a:gd name="connsiteX455" fmla="*/ 1543010 w 7472601"/>
              <a:gd name="connsiteY455" fmla="*/ 6191140 h 6858000"/>
              <a:gd name="connsiteX456" fmla="*/ 1551080 w 7472601"/>
              <a:gd name="connsiteY456" fmla="*/ 6195006 h 6858000"/>
              <a:gd name="connsiteX457" fmla="*/ 2345443 w 7472601"/>
              <a:gd name="connsiteY457" fmla="*/ 5549882 h 6858000"/>
              <a:gd name="connsiteX458" fmla="*/ 1721499 w 7472601"/>
              <a:gd name="connsiteY458" fmla="*/ 5599969 h 6858000"/>
              <a:gd name="connsiteX459" fmla="*/ 767716 w 7472601"/>
              <a:gd name="connsiteY459" fmla="*/ 5472768 h 6858000"/>
              <a:gd name="connsiteX460" fmla="*/ 722147 w 7472601"/>
              <a:gd name="connsiteY460" fmla="*/ 5393091 h 6858000"/>
              <a:gd name="connsiteX461" fmla="*/ 1485552 w 7472601"/>
              <a:gd name="connsiteY461" fmla="*/ 5313202 h 6858000"/>
              <a:gd name="connsiteX462" fmla="*/ 2143004 w 7472601"/>
              <a:gd name="connsiteY462" fmla="*/ 5402420 h 6858000"/>
              <a:gd name="connsiteX463" fmla="*/ 1933391 w 7472601"/>
              <a:gd name="connsiteY463" fmla="*/ 5156971 h 6858000"/>
              <a:gd name="connsiteX464" fmla="*/ 1827118 w 7472601"/>
              <a:gd name="connsiteY464" fmla="*/ 4968410 h 6858000"/>
              <a:gd name="connsiteX465" fmla="*/ 1837349 w 7472601"/>
              <a:gd name="connsiteY465" fmla="*/ 4956357 h 6858000"/>
              <a:gd name="connsiteX466" fmla="*/ 2162835 w 7472601"/>
              <a:gd name="connsiteY466" fmla="*/ 5187853 h 6858000"/>
              <a:gd name="connsiteX467" fmla="*/ 2257167 w 7472601"/>
              <a:gd name="connsiteY467" fmla="*/ 5462123 h 6858000"/>
              <a:gd name="connsiteX468" fmla="*/ 2261598 w 7472601"/>
              <a:gd name="connsiteY468" fmla="*/ 5467998 h 6858000"/>
              <a:gd name="connsiteX469" fmla="*/ 2437177 w 7472601"/>
              <a:gd name="connsiteY469" fmla="*/ 5479608 h 6858000"/>
              <a:gd name="connsiteX470" fmla="*/ 2445247 w 7472601"/>
              <a:gd name="connsiteY470" fmla="*/ 5483476 h 6858000"/>
              <a:gd name="connsiteX471" fmla="*/ 2743626 w 7472601"/>
              <a:gd name="connsiteY471" fmla="*/ 5304819 h 6858000"/>
              <a:gd name="connsiteX472" fmla="*/ 3048102 w 7472601"/>
              <a:gd name="connsiteY472" fmla="*/ 5150595 h 6858000"/>
              <a:gd name="connsiteX473" fmla="*/ 1799414 w 7472601"/>
              <a:gd name="connsiteY473" fmla="*/ 4694732 h 6858000"/>
              <a:gd name="connsiteX474" fmla="*/ 1771735 w 7472601"/>
              <a:gd name="connsiteY474" fmla="*/ 4619929 h 6858000"/>
              <a:gd name="connsiteX475" fmla="*/ 3104273 w 7472601"/>
              <a:gd name="connsiteY475" fmla="*/ 5076159 h 6858000"/>
              <a:gd name="connsiteX476" fmla="*/ 3113245 w 7472601"/>
              <a:gd name="connsiteY476" fmla="*/ 5090705 h 6858000"/>
              <a:gd name="connsiteX477" fmla="*/ 3126294 w 7472601"/>
              <a:gd name="connsiteY477" fmla="*/ 5114400 h 6858000"/>
              <a:gd name="connsiteX478" fmla="*/ 3937433 w 7472601"/>
              <a:gd name="connsiteY478" fmla="*/ 4830473 h 6858000"/>
              <a:gd name="connsiteX479" fmla="*/ 3590475 w 7472601"/>
              <a:gd name="connsiteY479" fmla="*/ 4597974 h 6858000"/>
              <a:gd name="connsiteX480" fmla="*/ 3100264 w 7472601"/>
              <a:gd name="connsiteY480" fmla="*/ 4579845 h 6858000"/>
              <a:gd name="connsiteX481" fmla="*/ 2183576 w 7472601"/>
              <a:gd name="connsiteY481" fmla="*/ 4227150 h 6858000"/>
              <a:gd name="connsiteX482" fmla="*/ 2151029 w 7472601"/>
              <a:gd name="connsiteY482" fmla="*/ 4146947 h 6858000"/>
              <a:gd name="connsiteX483" fmla="*/ 3563434 w 7472601"/>
              <a:gd name="connsiteY483" fmla="*/ 4469115 h 6858000"/>
              <a:gd name="connsiteX484" fmla="*/ 3177952 w 7472601"/>
              <a:gd name="connsiteY484" fmla="*/ 3657386 h 6858000"/>
              <a:gd name="connsiteX485" fmla="*/ 3189263 w 7472601"/>
              <a:gd name="connsiteY485" fmla="*/ 3625726 h 6858000"/>
              <a:gd name="connsiteX486" fmla="*/ 3560912 w 7472601"/>
              <a:gd name="connsiteY486" fmla="*/ 4079863 h 6858000"/>
              <a:gd name="connsiteX487" fmla="*/ 3626636 w 7472601"/>
              <a:gd name="connsiteY487" fmla="*/ 4512230 h 6858000"/>
              <a:gd name="connsiteX488" fmla="*/ 3653088 w 7472601"/>
              <a:gd name="connsiteY488" fmla="*/ 4521417 h 6858000"/>
              <a:gd name="connsiteX489" fmla="*/ 3988128 w 7472601"/>
              <a:gd name="connsiteY489" fmla="*/ 4817267 h 6858000"/>
              <a:gd name="connsiteX490" fmla="*/ 4830582 w 7472601"/>
              <a:gd name="connsiteY490" fmla="*/ 4676000 h 6858000"/>
              <a:gd name="connsiteX491" fmla="*/ 4830100 w 7472601"/>
              <a:gd name="connsiteY491" fmla="*/ 4675554 h 6858000"/>
              <a:gd name="connsiteX492" fmla="*/ 4036318 w 7472601"/>
              <a:gd name="connsiteY492" fmla="*/ 4147013 h 6858000"/>
              <a:gd name="connsiteX493" fmla="*/ 3432098 w 7472601"/>
              <a:gd name="connsiteY493" fmla="*/ 3537312 h 6858000"/>
              <a:gd name="connsiteX494" fmla="*/ 3446761 w 7472601"/>
              <a:gd name="connsiteY494" fmla="*/ 3461278 h 6858000"/>
              <a:gd name="connsiteX495" fmla="*/ 4419733 w 7472601"/>
              <a:gd name="connsiteY495" fmla="*/ 3963555 h 6858000"/>
              <a:gd name="connsiteX496" fmla="*/ 4781371 w 7472601"/>
              <a:gd name="connsiteY496" fmla="*/ 4458604 h 6858000"/>
              <a:gd name="connsiteX497" fmla="*/ 4780440 w 7472601"/>
              <a:gd name="connsiteY497" fmla="*/ 4470290 h 6858000"/>
              <a:gd name="connsiteX498" fmla="*/ 4898954 w 7472601"/>
              <a:gd name="connsiteY498" fmla="*/ 4662092 h 6858000"/>
              <a:gd name="connsiteX499" fmla="*/ 4900699 w 7472601"/>
              <a:gd name="connsiteY499" fmla="*/ 4670867 h 6858000"/>
              <a:gd name="connsiteX500" fmla="*/ 5714511 w 7472601"/>
              <a:gd name="connsiteY500" fmla="*/ 4663483 h 6858000"/>
              <a:gd name="connsiteX501" fmla="*/ 5464793 w 7472601"/>
              <a:gd name="connsiteY501" fmla="*/ 4393556 h 6858000"/>
              <a:gd name="connsiteX502" fmla="*/ 5461897 w 7472601"/>
              <a:gd name="connsiteY502" fmla="*/ 4390879 h 6858000"/>
              <a:gd name="connsiteX503" fmla="*/ 4294126 w 7472601"/>
              <a:gd name="connsiteY503" fmla="*/ 3303048 h 6858000"/>
              <a:gd name="connsiteX504" fmla="*/ 4305321 w 7472601"/>
              <a:gd name="connsiteY504" fmla="*/ 3256953 h 6858000"/>
              <a:gd name="connsiteX505" fmla="*/ 4949299 w 7472601"/>
              <a:gd name="connsiteY505" fmla="*/ 3766336 h 6858000"/>
              <a:gd name="connsiteX506" fmla="*/ 5291452 w 7472601"/>
              <a:gd name="connsiteY506" fmla="*/ 4076801 h 6858000"/>
              <a:gd name="connsiteX507" fmla="*/ 5434998 w 7472601"/>
              <a:gd name="connsiteY507" fmla="*/ 4254100 h 6858000"/>
              <a:gd name="connsiteX508" fmla="*/ 5351015 w 7472601"/>
              <a:gd name="connsiteY508" fmla="*/ 3760989 h 6858000"/>
              <a:gd name="connsiteX509" fmla="*/ 5413780 w 7472601"/>
              <a:gd name="connsiteY509" fmla="*/ 2966265 h 6858000"/>
              <a:gd name="connsiteX510" fmla="*/ 5425627 w 7472601"/>
              <a:gd name="connsiteY510" fmla="*/ 2954192 h 6858000"/>
              <a:gd name="connsiteX511" fmla="*/ 6604735 w 7472601"/>
              <a:gd name="connsiteY511" fmla="*/ 2041381 h 6858000"/>
              <a:gd name="connsiteX512" fmla="*/ 7204487 w 7472601"/>
              <a:gd name="connsiteY512" fmla="*/ 2742112 h 6858000"/>
              <a:gd name="connsiteX513" fmla="*/ 7131592 w 7472601"/>
              <a:gd name="connsiteY513" fmla="*/ 2672096 h 6858000"/>
              <a:gd name="connsiteX514" fmla="*/ 6996344 w 7472601"/>
              <a:gd name="connsiteY514" fmla="*/ 2518310 h 6858000"/>
              <a:gd name="connsiteX515" fmla="*/ 6735495 w 7472601"/>
              <a:gd name="connsiteY515" fmla="*/ 2196890 h 6858000"/>
              <a:gd name="connsiteX516" fmla="*/ 6721901 w 7472601"/>
              <a:gd name="connsiteY516" fmla="*/ 2179274 h 6858000"/>
              <a:gd name="connsiteX517" fmla="*/ 6604735 w 7472601"/>
              <a:gd name="connsiteY517" fmla="*/ 2041381 h 6858000"/>
              <a:gd name="connsiteX518" fmla="*/ 6591670 w 7472601"/>
              <a:gd name="connsiteY518" fmla="*/ 1988277 h 6858000"/>
              <a:gd name="connsiteX519" fmla="*/ 6747349 w 7472601"/>
              <a:gd name="connsiteY519" fmla="*/ 2160069 h 6858000"/>
              <a:gd name="connsiteX520" fmla="*/ 6760943 w 7472601"/>
              <a:gd name="connsiteY520" fmla="*/ 2177686 h 6858000"/>
              <a:gd name="connsiteX521" fmla="*/ 7021065 w 7472601"/>
              <a:gd name="connsiteY521" fmla="*/ 2498102 h 6858000"/>
              <a:gd name="connsiteX522" fmla="*/ 7155223 w 7472601"/>
              <a:gd name="connsiteY522" fmla="*/ 2650386 h 6858000"/>
              <a:gd name="connsiteX523" fmla="*/ 7203167 w 7472601"/>
              <a:gd name="connsiteY523" fmla="*/ 2697288 h 6858000"/>
              <a:gd name="connsiteX524" fmla="*/ 6937703 w 7472601"/>
              <a:gd name="connsiteY524" fmla="*/ 2321981 h 6858000"/>
              <a:gd name="connsiteX525" fmla="*/ 6591670 w 7472601"/>
              <a:gd name="connsiteY525" fmla="*/ 1988277 h 6858000"/>
              <a:gd name="connsiteX526" fmla="*/ 5798671 w 7472601"/>
              <a:gd name="connsiteY526" fmla="*/ 1981601 h 6858000"/>
              <a:gd name="connsiteX527" fmla="*/ 5754709 w 7472601"/>
              <a:gd name="connsiteY527" fmla="*/ 2071454 h 6858000"/>
              <a:gd name="connsiteX528" fmla="*/ 5763044 w 7472601"/>
              <a:gd name="connsiteY528" fmla="*/ 2842206 h 6858000"/>
              <a:gd name="connsiteX529" fmla="*/ 5764974 w 7472601"/>
              <a:gd name="connsiteY529" fmla="*/ 2799609 h 6858000"/>
              <a:gd name="connsiteX530" fmla="*/ 5767665 w 7472601"/>
              <a:gd name="connsiteY530" fmla="*/ 2666409 h 6858000"/>
              <a:gd name="connsiteX531" fmla="*/ 5763055 w 7472601"/>
              <a:gd name="connsiteY531" fmla="*/ 2579705 h 6858000"/>
              <a:gd name="connsiteX532" fmla="*/ 5758079 w 7472601"/>
              <a:gd name="connsiteY532" fmla="*/ 2492508 h 6858000"/>
              <a:gd name="connsiteX533" fmla="*/ 5779325 w 7472601"/>
              <a:gd name="connsiteY533" fmla="*/ 2197069 h 6858000"/>
              <a:gd name="connsiteX534" fmla="*/ 5798671 w 7472601"/>
              <a:gd name="connsiteY534" fmla="*/ 1981601 h 6858000"/>
              <a:gd name="connsiteX535" fmla="*/ 5829202 w 7472601"/>
              <a:gd name="connsiteY535" fmla="*/ 1971679 h 6858000"/>
              <a:gd name="connsiteX536" fmla="*/ 5809558 w 7472601"/>
              <a:gd name="connsiteY536" fmla="*/ 2198043 h 6858000"/>
              <a:gd name="connsiteX537" fmla="*/ 5788653 w 7472601"/>
              <a:gd name="connsiteY537" fmla="*/ 2489430 h 6858000"/>
              <a:gd name="connsiteX538" fmla="*/ 5793439 w 7472601"/>
              <a:gd name="connsiteY538" fmla="*/ 2575235 h 6858000"/>
              <a:gd name="connsiteX539" fmla="*/ 5796837 w 7472601"/>
              <a:gd name="connsiteY539" fmla="*/ 2637633 h 6858000"/>
              <a:gd name="connsiteX540" fmla="*/ 5818614 w 7472601"/>
              <a:gd name="connsiteY540" fmla="*/ 2473055 h 6858000"/>
              <a:gd name="connsiteX541" fmla="*/ 5829202 w 7472601"/>
              <a:gd name="connsiteY541" fmla="*/ 1971679 h 6858000"/>
              <a:gd name="connsiteX542" fmla="*/ 5911389 w 7472601"/>
              <a:gd name="connsiteY542" fmla="*/ 1898371 h 6858000"/>
              <a:gd name="connsiteX543" fmla="*/ 6237627 w 7472601"/>
              <a:gd name="connsiteY543" fmla="*/ 2231921 h 6858000"/>
              <a:gd name="connsiteX544" fmla="*/ 5911389 w 7472601"/>
              <a:gd name="connsiteY544" fmla="*/ 1898371 h 6858000"/>
              <a:gd name="connsiteX545" fmla="*/ 6944437 w 7472601"/>
              <a:gd name="connsiteY545" fmla="*/ 1575402 h 6858000"/>
              <a:gd name="connsiteX546" fmla="*/ 6304730 w 7472601"/>
              <a:gd name="connsiteY546" fmla="*/ 1766654 h 6858000"/>
              <a:gd name="connsiteX547" fmla="*/ 6944437 w 7472601"/>
              <a:gd name="connsiteY547" fmla="*/ 1575402 h 6858000"/>
              <a:gd name="connsiteX548" fmla="*/ 7019523 w 7472601"/>
              <a:gd name="connsiteY548" fmla="*/ 1519450 h 6858000"/>
              <a:gd name="connsiteX549" fmla="*/ 6298091 w 7472601"/>
              <a:gd name="connsiteY549" fmla="*/ 1737122 h 6858000"/>
              <a:gd name="connsiteX550" fmla="*/ 7019523 w 7472601"/>
              <a:gd name="connsiteY550" fmla="*/ 1519450 h 6858000"/>
              <a:gd name="connsiteX551" fmla="*/ 2399523 w 7472601"/>
              <a:gd name="connsiteY551" fmla="*/ 1428234 h 6858000"/>
              <a:gd name="connsiteX552" fmla="*/ 2224982 w 7472601"/>
              <a:gd name="connsiteY552" fmla="*/ 1826201 h 6858000"/>
              <a:gd name="connsiteX553" fmla="*/ 2096099 w 7472601"/>
              <a:gd name="connsiteY553" fmla="*/ 2345900 h 6858000"/>
              <a:gd name="connsiteX554" fmla="*/ 2283317 w 7472601"/>
              <a:gd name="connsiteY554" fmla="*/ 1796925 h 6858000"/>
              <a:gd name="connsiteX555" fmla="*/ 2399523 w 7472601"/>
              <a:gd name="connsiteY555" fmla="*/ 1428234 h 6858000"/>
              <a:gd name="connsiteX556" fmla="*/ 2448558 w 7472601"/>
              <a:gd name="connsiteY556" fmla="*/ 1373435 h 6858000"/>
              <a:gd name="connsiteX557" fmla="*/ 2312521 w 7472601"/>
              <a:gd name="connsiteY557" fmla="*/ 1806140 h 6858000"/>
              <a:gd name="connsiteX558" fmla="*/ 2127533 w 7472601"/>
              <a:gd name="connsiteY558" fmla="*/ 2348380 h 6858000"/>
              <a:gd name="connsiteX559" fmla="*/ 2358080 w 7472601"/>
              <a:gd name="connsiteY559" fmla="*/ 1866134 h 6858000"/>
              <a:gd name="connsiteX560" fmla="*/ 2407436 w 7472601"/>
              <a:gd name="connsiteY560" fmla="*/ 1651070 h 6858000"/>
              <a:gd name="connsiteX561" fmla="*/ 2448558 w 7472601"/>
              <a:gd name="connsiteY561" fmla="*/ 1373435 h 6858000"/>
              <a:gd name="connsiteX562" fmla="*/ 278707 w 7472601"/>
              <a:gd name="connsiteY562" fmla="*/ 1352270 h 6858000"/>
              <a:gd name="connsiteX563" fmla="*/ 321570 w 7472601"/>
              <a:gd name="connsiteY563" fmla="*/ 1861610 h 6858000"/>
              <a:gd name="connsiteX564" fmla="*/ 294281 w 7472601"/>
              <a:gd name="connsiteY564" fmla="*/ 1440658 h 6858000"/>
              <a:gd name="connsiteX565" fmla="*/ 278707 w 7472601"/>
              <a:gd name="connsiteY565" fmla="*/ 1352270 h 6858000"/>
              <a:gd name="connsiteX566" fmla="*/ 1423821 w 7472601"/>
              <a:gd name="connsiteY566" fmla="*/ 1351958 h 6858000"/>
              <a:gd name="connsiteX567" fmla="*/ 1638521 w 7472601"/>
              <a:gd name="connsiteY567" fmla="*/ 1908470 h 6858000"/>
              <a:gd name="connsiteX568" fmla="*/ 1754199 w 7472601"/>
              <a:gd name="connsiteY568" fmla="*/ 2149284 h 6858000"/>
              <a:gd name="connsiteX569" fmla="*/ 1908359 w 7472601"/>
              <a:gd name="connsiteY569" fmla="*/ 2364988 h 6858000"/>
              <a:gd name="connsiteX570" fmla="*/ 1647661 w 7472601"/>
              <a:gd name="connsiteY570" fmla="*/ 1825945 h 6858000"/>
              <a:gd name="connsiteX571" fmla="*/ 1423821 w 7472601"/>
              <a:gd name="connsiteY571" fmla="*/ 1351958 h 6858000"/>
              <a:gd name="connsiteX572" fmla="*/ 1431890 w 7472601"/>
              <a:gd name="connsiteY572" fmla="*/ 1306475 h 6858000"/>
              <a:gd name="connsiteX573" fmla="*/ 1507597 w 7472601"/>
              <a:gd name="connsiteY573" fmla="*/ 1446132 h 6858000"/>
              <a:gd name="connsiteX574" fmla="*/ 1674586 w 7472601"/>
              <a:gd name="connsiteY574" fmla="*/ 1813832 h 6858000"/>
              <a:gd name="connsiteX575" fmla="*/ 1815950 w 7472601"/>
              <a:gd name="connsiteY575" fmla="*/ 2128564 h 6858000"/>
              <a:gd name="connsiteX576" fmla="*/ 1984242 w 7472601"/>
              <a:gd name="connsiteY576" fmla="*/ 2430829 h 6858000"/>
              <a:gd name="connsiteX577" fmla="*/ 2014023 w 7472601"/>
              <a:gd name="connsiteY577" fmla="*/ 2450995 h 6858000"/>
              <a:gd name="connsiteX578" fmla="*/ 1747337 w 7472601"/>
              <a:gd name="connsiteY578" fmla="*/ 1855264 h 6858000"/>
              <a:gd name="connsiteX579" fmla="*/ 1533749 w 7472601"/>
              <a:gd name="connsiteY579" fmla="*/ 1478656 h 6858000"/>
              <a:gd name="connsiteX580" fmla="*/ 1431890 w 7472601"/>
              <a:gd name="connsiteY580" fmla="*/ 1306475 h 6858000"/>
              <a:gd name="connsiteX581" fmla="*/ 5052692 w 7472601"/>
              <a:gd name="connsiteY581" fmla="*/ 1292994 h 6858000"/>
              <a:gd name="connsiteX582" fmla="*/ 5200661 w 7472601"/>
              <a:gd name="connsiteY582" fmla="*/ 1635186 h 6858000"/>
              <a:gd name="connsiteX583" fmla="*/ 5297138 w 7472601"/>
              <a:gd name="connsiteY583" fmla="*/ 1906351 h 6858000"/>
              <a:gd name="connsiteX584" fmla="*/ 5052692 w 7472601"/>
              <a:gd name="connsiteY584" fmla="*/ 1292994 h 6858000"/>
              <a:gd name="connsiteX585" fmla="*/ 5009948 w 7472601"/>
              <a:gd name="connsiteY585" fmla="*/ 1273619 h 6858000"/>
              <a:gd name="connsiteX586" fmla="*/ 5121777 w 7472601"/>
              <a:gd name="connsiteY586" fmla="*/ 1654213 h 6858000"/>
              <a:gd name="connsiteX587" fmla="*/ 5293545 w 7472601"/>
              <a:gd name="connsiteY587" fmla="*/ 2072247 h 6858000"/>
              <a:gd name="connsiteX588" fmla="*/ 5294042 w 7472601"/>
              <a:gd name="connsiteY588" fmla="*/ 2065019 h 6858000"/>
              <a:gd name="connsiteX589" fmla="*/ 5171936 w 7472601"/>
              <a:gd name="connsiteY589" fmla="*/ 1647613 h 6858000"/>
              <a:gd name="connsiteX590" fmla="*/ 5009948 w 7472601"/>
              <a:gd name="connsiteY590" fmla="*/ 1273619 h 6858000"/>
              <a:gd name="connsiteX591" fmla="*/ 655236 w 7472601"/>
              <a:gd name="connsiteY591" fmla="*/ 1268632 h 6858000"/>
              <a:gd name="connsiteX592" fmla="*/ 839521 w 7472601"/>
              <a:gd name="connsiteY592" fmla="*/ 1685315 h 6858000"/>
              <a:gd name="connsiteX593" fmla="*/ 1109416 w 7472601"/>
              <a:gd name="connsiteY593" fmla="*/ 2061663 h 6858000"/>
              <a:gd name="connsiteX594" fmla="*/ 1298300 w 7472601"/>
              <a:gd name="connsiteY594" fmla="*/ 2247742 h 6858000"/>
              <a:gd name="connsiteX595" fmla="*/ 1125871 w 7472601"/>
              <a:gd name="connsiteY595" fmla="*/ 1989513 h 6858000"/>
              <a:gd name="connsiteX596" fmla="*/ 981574 w 7472601"/>
              <a:gd name="connsiteY596" fmla="*/ 1783157 h 6858000"/>
              <a:gd name="connsiteX597" fmla="*/ 922198 w 7472601"/>
              <a:gd name="connsiteY597" fmla="*/ 1677437 h 6858000"/>
              <a:gd name="connsiteX598" fmla="*/ 869293 w 7472601"/>
              <a:gd name="connsiteY598" fmla="*/ 1583214 h 6858000"/>
              <a:gd name="connsiteX599" fmla="*/ 751431 w 7472601"/>
              <a:gd name="connsiteY599" fmla="*/ 1405731 h 6858000"/>
              <a:gd name="connsiteX600" fmla="*/ 655236 w 7472601"/>
              <a:gd name="connsiteY600" fmla="*/ 1268632 h 6858000"/>
              <a:gd name="connsiteX601" fmla="*/ 6516292 w 7472601"/>
              <a:gd name="connsiteY601" fmla="*/ 1263064 h 6858000"/>
              <a:gd name="connsiteX602" fmla="*/ 5736320 w 7472601"/>
              <a:gd name="connsiteY602" fmla="*/ 1501803 h 6858000"/>
              <a:gd name="connsiteX603" fmla="*/ 6516292 w 7472601"/>
              <a:gd name="connsiteY603" fmla="*/ 1263064 h 6858000"/>
              <a:gd name="connsiteX604" fmla="*/ 291466 w 7472601"/>
              <a:gd name="connsiteY604" fmla="*/ 1250369 h 6858000"/>
              <a:gd name="connsiteX605" fmla="*/ 323180 w 7472601"/>
              <a:gd name="connsiteY605" fmla="*/ 1435283 h 6858000"/>
              <a:gd name="connsiteX606" fmla="*/ 349381 w 7472601"/>
              <a:gd name="connsiteY606" fmla="*/ 1875041 h 6858000"/>
              <a:gd name="connsiteX607" fmla="*/ 374363 w 7472601"/>
              <a:gd name="connsiteY607" fmla="*/ 1506494 h 6858000"/>
              <a:gd name="connsiteX608" fmla="*/ 302168 w 7472601"/>
              <a:gd name="connsiteY608" fmla="*/ 1274495 h 6858000"/>
              <a:gd name="connsiteX609" fmla="*/ 291466 w 7472601"/>
              <a:gd name="connsiteY609" fmla="*/ 1250369 h 6858000"/>
              <a:gd name="connsiteX610" fmla="*/ 678222 w 7472601"/>
              <a:gd name="connsiteY610" fmla="*/ 1248670 h 6858000"/>
              <a:gd name="connsiteX611" fmla="*/ 775536 w 7472601"/>
              <a:gd name="connsiteY611" fmla="*/ 1388015 h 6858000"/>
              <a:gd name="connsiteX612" fmla="*/ 894529 w 7472601"/>
              <a:gd name="connsiteY612" fmla="*/ 1567739 h 6858000"/>
              <a:gd name="connsiteX613" fmla="*/ 948000 w 7472601"/>
              <a:gd name="connsiteY613" fmla="*/ 1663088 h 6858000"/>
              <a:gd name="connsiteX614" fmla="*/ 1006812 w 7472601"/>
              <a:gd name="connsiteY614" fmla="*/ 1767683 h 6858000"/>
              <a:gd name="connsiteX615" fmla="*/ 1149133 w 7472601"/>
              <a:gd name="connsiteY615" fmla="*/ 1971513 h 6858000"/>
              <a:gd name="connsiteX616" fmla="*/ 1333952 w 7472601"/>
              <a:gd name="connsiteY616" fmla="*/ 2251620 h 6858000"/>
              <a:gd name="connsiteX617" fmla="*/ 1337329 w 7472601"/>
              <a:gd name="connsiteY617" fmla="*/ 2258350 h 6858000"/>
              <a:gd name="connsiteX618" fmla="*/ 1014726 w 7472601"/>
              <a:gd name="connsiteY618" fmla="*/ 1615556 h 6858000"/>
              <a:gd name="connsiteX619" fmla="*/ 678222 w 7472601"/>
              <a:gd name="connsiteY619" fmla="*/ 1248670 h 6858000"/>
              <a:gd name="connsiteX620" fmla="*/ 6691602 w 7472601"/>
              <a:gd name="connsiteY620" fmla="*/ 1140573 h 6858000"/>
              <a:gd name="connsiteX621" fmla="*/ 6571100 w 7472601"/>
              <a:gd name="connsiteY621" fmla="*/ 1183662 h 6858000"/>
              <a:gd name="connsiteX622" fmla="*/ 6241687 w 7472601"/>
              <a:gd name="connsiteY622" fmla="*/ 1257600 h 6858000"/>
              <a:gd name="connsiteX623" fmla="*/ 5693009 w 7472601"/>
              <a:gd name="connsiteY623" fmla="*/ 1478256 h 6858000"/>
              <a:gd name="connsiteX624" fmla="*/ 6548420 w 7472601"/>
              <a:gd name="connsiteY624" fmla="*/ 1214599 h 6858000"/>
              <a:gd name="connsiteX625" fmla="*/ 6605473 w 7472601"/>
              <a:gd name="connsiteY625" fmla="*/ 1184686 h 6858000"/>
              <a:gd name="connsiteX626" fmla="*/ 6691602 w 7472601"/>
              <a:gd name="connsiteY626" fmla="*/ 1140573 h 6858000"/>
              <a:gd name="connsiteX627" fmla="*/ 4002475 w 7472601"/>
              <a:gd name="connsiteY627" fmla="*/ 1037802 h 6858000"/>
              <a:gd name="connsiteX628" fmla="*/ 4000324 w 7472601"/>
              <a:gd name="connsiteY628" fmla="*/ 1039362 h 6858000"/>
              <a:gd name="connsiteX629" fmla="*/ 4002862 w 7472601"/>
              <a:gd name="connsiteY629" fmla="*/ 1042866 h 6858000"/>
              <a:gd name="connsiteX630" fmla="*/ 4002475 w 7472601"/>
              <a:gd name="connsiteY630" fmla="*/ 1037802 h 6858000"/>
              <a:gd name="connsiteX631" fmla="*/ 506322 w 7472601"/>
              <a:gd name="connsiteY631" fmla="*/ 1020997 h 6858000"/>
              <a:gd name="connsiteX632" fmla="*/ 533068 w 7472601"/>
              <a:gd name="connsiteY632" fmla="*/ 1029409 h 6858000"/>
              <a:gd name="connsiteX633" fmla="*/ 1232525 w 7472601"/>
              <a:gd name="connsiteY633" fmla="*/ 1804675 h 6858000"/>
              <a:gd name="connsiteX634" fmla="*/ 1388858 w 7472601"/>
              <a:gd name="connsiteY634" fmla="*/ 2368011 h 6858000"/>
              <a:gd name="connsiteX635" fmla="*/ 1384098 w 7472601"/>
              <a:gd name="connsiteY635" fmla="*/ 2378125 h 6858000"/>
              <a:gd name="connsiteX636" fmla="*/ 1425393 w 7472601"/>
              <a:gd name="connsiteY636" fmla="*/ 2589124 h 6858000"/>
              <a:gd name="connsiteX637" fmla="*/ 1424001 w 7472601"/>
              <a:gd name="connsiteY637" fmla="*/ 2597541 h 6858000"/>
              <a:gd name="connsiteX638" fmla="*/ 2152729 w 7472601"/>
              <a:gd name="connsiteY638" fmla="*/ 2864487 h 6858000"/>
              <a:gd name="connsiteX639" fmla="*/ 2020609 w 7472601"/>
              <a:gd name="connsiteY639" fmla="*/ 2539671 h 6858000"/>
              <a:gd name="connsiteX640" fmla="*/ 2018920 w 7472601"/>
              <a:gd name="connsiteY640" fmla="*/ 2536309 h 6858000"/>
              <a:gd name="connsiteX641" fmla="*/ 1342441 w 7472601"/>
              <a:gd name="connsiteY641" fmla="*/ 1173017 h 6858000"/>
              <a:gd name="connsiteX642" fmla="*/ 1367925 w 7472601"/>
              <a:gd name="connsiteY642" fmla="*/ 1135648 h 6858000"/>
              <a:gd name="connsiteX643" fmla="*/ 1771401 w 7472601"/>
              <a:gd name="connsiteY643" fmla="*/ 1806673 h 6858000"/>
              <a:gd name="connsiteX644" fmla="*/ 1972385 w 7472601"/>
              <a:gd name="connsiteY644" fmla="*/ 2198735 h 6858000"/>
              <a:gd name="connsiteX645" fmla="*/ 2040892 w 7472601"/>
              <a:gd name="connsiteY645" fmla="*/ 2405205 h 6858000"/>
              <a:gd name="connsiteX646" fmla="*/ 2131689 w 7472601"/>
              <a:gd name="connsiteY646" fmla="*/ 1936926 h 6858000"/>
              <a:gd name="connsiteX647" fmla="*/ 2454820 w 7472601"/>
              <a:gd name="connsiteY647" fmla="*/ 1248808 h 6858000"/>
              <a:gd name="connsiteX648" fmla="*/ 2492512 w 7472601"/>
              <a:gd name="connsiteY648" fmla="*/ 1302920 h 6858000"/>
              <a:gd name="connsiteX649" fmla="*/ 2081216 w 7472601"/>
              <a:gd name="connsiteY649" fmla="*/ 2527513 h 6858000"/>
              <a:gd name="connsiteX650" fmla="*/ 2081211 w 7472601"/>
              <a:gd name="connsiteY650" fmla="*/ 2528916 h 6858000"/>
              <a:gd name="connsiteX651" fmla="*/ 2199067 w 7472601"/>
              <a:gd name="connsiteY651" fmla="*/ 2884061 h 6858000"/>
              <a:gd name="connsiteX652" fmla="*/ 3192586 w 7472601"/>
              <a:gd name="connsiteY652" fmla="*/ 3411496 h 6858000"/>
              <a:gd name="connsiteX653" fmla="*/ 3182620 w 7472601"/>
              <a:gd name="connsiteY653" fmla="*/ 3483279 h 6858000"/>
              <a:gd name="connsiteX654" fmla="*/ 2435119 w 7472601"/>
              <a:gd name="connsiteY654" fmla="*/ 3080173 h 6858000"/>
              <a:gd name="connsiteX655" fmla="*/ 2410152 w 7472601"/>
              <a:gd name="connsiteY655" fmla="*/ 3063751 h 6858000"/>
              <a:gd name="connsiteX656" fmla="*/ 2408099 w 7472601"/>
              <a:gd name="connsiteY656" fmla="*/ 3064403 h 6858000"/>
              <a:gd name="connsiteX657" fmla="*/ 2407218 w 7472601"/>
              <a:gd name="connsiteY657" fmla="*/ 3070324 h 6858000"/>
              <a:gd name="connsiteX658" fmla="*/ 2380138 w 7472601"/>
              <a:gd name="connsiteY658" fmla="*/ 3099341 h 6858000"/>
              <a:gd name="connsiteX659" fmla="*/ 1765923 w 7472601"/>
              <a:gd name="connsiteY659" fmla="*/ 3581043 h 6858000"/>
              <a:gd name="connsiteX660" fmla="*/ 1702258 w 7472601"/>
              <a:gd name="connsiteY660" fmla="*/ 3612286 h 6858000"/>
              <a:gd name="connsiteX661" fmla="*/ 1538370 w 7472601"/>
              <a:gd name="connsiteY661" fmla="*/ 3811804 h 6858000"/>
              <a:gd name="connsiteX662" fmla="*/ 542867 w 7472601"/>
              <a:gd name="connsiteY662" fmla="*/ 4944092 h 6858000"/>
              <a:gd name="connsiteX663" fmla="*/ 515800 w 7472601"/>
              <a:gd name="connsiteY663" fmla="*/ 4862180 h 6858000"/>
              <a:gd name="connsiteX664" fmla="*/ 909145 w 7472601"/>
              <a:gd name="connsiteY664" fmla="*/ 4199225 h 6858000"/>
              <a:gd name="connsiteX665" fmla="*/ 1214067 w 7472601"/>
              <a:gd name="connsiteY665" fmla="*/ 3908561 h 6858000"/>
              <a:gd name="connsiteX666" fmla="*/ 640967 w 7472601"/>
              <a:gd name="connsiteY666" fmla="*/ 4105601 h 6858000"/>
              <a:gd name="connsiteX667" fmla="*/ 112563 w 7472601"/>
              <a:gd name="connsiteY667" fmla="*/ 4396952 h 6858000"/>
              <a:gd name="connsiteX668" fmla="*/ 0 w 7472601"/>
              <a:gd name="connsiteY668" fmla="*/ 4466006 h 6858000"/>
              <a:gd name="connsiteX669" fmla="*/ 0 w 7472601"/>
              <a:gd name="connsiteY669" fmla="*/ 4233763 h 6858000"/>
              <a:gd name="connsiteX670" fmla="*/ 36881 w 7472601"/>
              <a:gd name="connsiteY670" fmla="*/ 4200118 h 6858000"/>
              <a:gd name="connsiteX671" fmla="*/ 910534 w 7472601"/>
              <a:gd name="connsiteY671" fmla="*/ 3629753 h 6858000"/>
              <a:gd name="connsiteX672" fmla="*/ 1578717 w 7472601"/>
              <a:gd name="connsiteY672" fmla="*/ 3575982 h 6858000"/>
              <a:gd name="connsiteX673" fmla="*/ 2338780 w 7472601"/>
              <a:gd name="connsiteY673" fmla="*/ 3033725 h 6858000"/>
              <a:gd name="connsiteX674" fmla="*/ 1807991 w 7472601"/>
              <a:gd name="connsiteY674" fmla="*/ 2807184 h 6858000"/>
              <a:gd name="connsiteX675" fmla="*/ 1416358 w 7472601"/>
              <a:gd name="connsiteY675" fmla="*/ 3112571 h 6858000"/>
              <a:gd name="connsiteX676" fmla="*/ 939066 w 7472601"/>
              <a:gd name="connsiteY676" fmla="*/ 3378798 h 6858000"/>
              <a:gd name="connsiteX677" fmla="*/ 115099 w 7472601"/>
              <a:gd name="connsiteY677" fmla="*/ 3607650 h 6858000"/>
              <a:gd name="connsiteX678" fmla="*/ 97284 w 7472601"/>
              <a:gd name="connsiteY678" fmla="*/ 3520393 h 6858000"/>
              <a:gd name="connsiteX679" fmla="*/ 922050 w 7472601"/>
              <a:gd name="connsiteY679" fmla="*/ 3074867 h 6858000"/>
              <a:gd name="connsiteX680" fmla="*/ 1405265 w 7472601"/>
              <a:gd name="connsiteY680" fmla="*/ 3016319 h 6858000"/>
              <a:gd name="connsiteX681" fmla="*/ 1407512 w 7472601"/>
              <a:gd name="connsiteY681" fmla="*/ 3018001 h 6858000"/>
              <a:gd name="connsiteX682" fmla="*/ 1726266 w 7472601"/>
              <a:gd name="connsiteY682" fmla="*/ 2777274 h 6858000"/>
              <a:gd name="connsiteX683" fmla="*/ 625390 w 7472601"/>
              <a:gd name="connsiteY683" fmla="*/ 2514541 h 6858000"/>
              <a:gd name="connsiteX684" fmla="*/ 619799 w 7472601"/>
              <a:gd name="connsiteY684" fmla="*/ 2527180 h 6858000"/>
              <a:gd name="connsiteX685" fmla="*/ 310030 w 7472601"/>
              <a:gd name="connsiteY685" fmla="*/ 2771818 h 6858000"/>
              <a:gd name="connsiteX686" fmla="*/ 173877 w 7472601"/>
              <a:gd name="connsiteY686" fmla="*/ 2937056 h 6858000"/>
              <a:gd name="connsiteX687" fmla="*/ 77889 w 7472601"/>
              <a:gd name="connsiteY687" fmla="*/ 3138440 h 6858000"/>
              <a:gd name="connsiteX688" fmla="*/ 0 w 7472601"/>
              <a:gd name="connsiteY688" fmla="*/ 3271395 h 6858000"/>
              <a:gd name="connsiteX689" fmla="*/ 0 w 7472601"/>
              <a:gd name="connsiteY689" fmla="*/ 3153002 h 6858000"/>
              <a:gd name="connsiteX690" fmla="*/ 2386 w 7472601"/>
              <a:gd name="connsiteY690" fmla="*/ 3149203 h 6858000"/>
              <a:gd name="connsiteX691" fmla="*/ 89753 w 7472601"/>
              <a:gd name="connsiteY691" fmla="*/ 2987702 h 6858000"/>
              <a:gd name="connsiteX692" fmla="*/ 76869 w 7472601"/>
              <a:gd name="connsiteY692" fmla="*/ 3005404 h 6858000"/>
              <a:gd name="connsiteX693" fmla="*/ 32049 w 7472601"/>
              <a:gd name="connsiteY693" fmla="*/ 3065814 h 6858000"/>
              <a:gd name="connsiteX694" fmla="*/ 0 w 7472601"/>
              <a:gd name="connsiteY694" fmla="*/ 3108744 h 6858000"/>
              <a:gd name="connsiteX695" fmla="*/ 0 w 7472601"/>
              <a:gd name="connsiteY695" fmla="*/ 3058059 h 6858000"/>
              <a:gd name="connsiteX696" fmla="*/ 7610 w 7472601"/>
              <a:gd name="connsiteY696" fmla="*/ 3047889 h 6858000"/>
              <a:gd name="connsiteX697" fmla="*/ 52419 w 7472601"/>
              <a:gd name="connsiteY697" fmla="*/ 2987479 h 6858000"/>
              <a:gd name="connsiteX698" fmla="*/ 59142 w 7472601"/>
              <a:gd name="connsiteY698" fmla="*/ 2978488 h 6858000"/>
              <a:gd name="connsiteX699" fmla="*/ 0 w 7472601"/>
              <a:gd name="connsiteY699" fmla="*/ 3015334 h 6858000"/>
              <a:gd name="connsiteX700" fmla="*/ 0 w 7472601"/>
              <a:gd name="connsiteY700" fmla="*/ 2914286 h 6858000"/>
              <a:gd name="connsiteX701" fmla="*/ 36383 w 7472601"/>
              <a:gd name="connsiteY701" fmla="*/ 2901128 h 6858000"/>
              <a:gd name="connsiteX702" fmla="*/ 156329 w 7472601"/>
              <a:gd name="connsiteY702" fmla="*/ 2840533 h 6858000"/>
              <a:gd name="connsiteX703" fmla="*/ 358355 w 7472601"/>
              <a:gd name="connsiteY703" fmla="*/ 2620471 h 6858000"/>
              <a:gd name="connsiteX704" fmla="*/ 510577 w 7472601"/>
              <a:gd name="connsiteY704" fmla="*/ 2501244 h 6858000"/>
              <a:gd name="connsiteX705" fmla="*/ 211967 w 7472601"/>
              <a:gd name="connsiteY705" fmla="*/ 2479171 h 6858000"/>
              <a:gd name="connsiteX706" fmla="*/ 0 w 7472601"/>
              <a:gd name="connsiteY706" fmla="*/ 2476398 h 6858000"/>
              <a:gd name="connsiteX707" fmla="*/ 0 w 7472601"/>
              <a:gd name="connsiteY707" fmla="*/ 2389189 h 6858000"/>
              <a:gd name="connsiteX708" fmla="*/ 103062 w 7472601"/>
              <a:gd name="connsiteY708" fmla="*/ 2389518 h 6858000"/>
              <a:gd name="connsiteX709" fmla="*/ 510734 w 7472601"/>
              <a:gd name="connsiteY709" fmla="*/ 2416201 h 6858000"/>
              <a:gd name="connsiteX710" fmla="*/ 279257 w 7472601"/>
              <a:gd name="connsiteY710" fmla="*/ 2092102 h 6858000"/>
              <a:gd name="connsiteX711" fmla="*/ 65265 w 7472601"/>
              <a:gd name="connsiteY711" fmla="*/ 2006049 h 6858000"/>
              <a:gd name="connsiteX712" fmla="*/ 0 w 7472601"/>
              <a:gd name="connsiteY712" fmla="*/ 1982532 h 6858000"/>
              <a:gd name="connsiteX713" fmla="*/ 0 w 7472601"/>
              <a:gd name="connsiteY713" fmla="*/ 1912789 h 6858000"/>
              <a:gd name="connsiteX714" fmla="*/ 97460 w 7472601"/>
              <a:gd name="connsiteY714" fmla="*/ 1953725 h 6858000"/>
              <a:gd name="connsiteX715" fmla="*/ 221272 w 7472601"/>
              <a:gd name="connsiteY715" fmla="*/ 1980766 h 6858000"/>
              <a:gd name="connsiteX716" fmla="*/ 116765 w 7472601"/>
              <a:gd name="connsiteY716" fmla="*/ 1911033 h 6858000"/>
              <a:gd name="connsiteX717" fmla="*/ 16405 w 7472601"/>
              <a:gd name="connsiteY717" fmla="*/ 1803412 h 6858000"/>
              <a:gd name="connsiteX718" fmla="*/ 0 w 7472601"/>
              <a:gd name="connsiteY718" fmla="*/ 1784777 h 6858000"/>
              <a:gd name="connsiteX719" fmla="*/ 0 w 7472601"/>
              <a:gd name="connsiteY719" fmla="*/ 1740082 h 6858000"/>
              <a:gd name="connsiteX720" fmla="*/ 39394 w 7472601"/>
              <a:gd name="connsiteY720" fmla="*/ 1784856 h 6858000"/>
              <a:gd name="connsiteX721" fmla="*/ 135813 w 7472601"/>
              <a:gd name="connsiteY721" fmla="*/ 1888838 h 6858000"/>
              <a:gd name="connsiteX722" fmla="*/ 242575 w 7472601"/>
              <a:gd name="connsiteY722" fmla="*/ 1958841 h 6858000"/>
              <a:gd name="connsiteX723" fmla="*/ 82197 w 7472601"/>
              <a:gd name="connsiteY723" fmla="*/ 1754826 h 6858000"/>
              <a:gd name="connsiteX724" fmla="*/ 0 w 7472601"/>
              <a:gd name="connsiteY724" fmla="*/ 1679650 h 6858000"/>
              <a:gd name="connsiteX725" fmla="*/ 0 w 7472601"/>
              <a:gd name="connsiteY725" fmla="*/ 1602463 h 6858000"/>
              <a:gd name="connsiteX726" fmla="*/ 84689 w 7472601"/>
              <a:gd name="connsiteY726" fmla="*/ 1677442 h 6858000"/>
              <a:gd name="connsiteX727" fmla="*/ 298437 w 7472601"/>
              <a:gd name="connsiteY727" fmla="*/ 1968019 h 6858000"/>
              <a:gd name="connsiteX728" fmla="*/ 227269 w 7472601"/>
              <a:gd name="connsiteY728" fmla="*/ 1114064 h 6858000"/>
              <a:gd name="connsiteX729" fmla="*/ 248003 w 7472601"/>
              <a:gd name="connsiteY729" fmla="*/ 1089613 h 6858000"/>
              <a:gd name="connsiteX730" fmla="*/ 427020 w 7472601"/>
              <a:gd name="connsiteY730" fmla="*/ 1619803 h 6858000"/>
              <a:gd name="connsiteX731" fmla="*/ 340345 w 7472601"/>
              <a:gd name="connsiteY731" fmla="*/ 2027739 h 6858000"/>
              <a:gd name="connsiteX732" fmla="*/ 360865 w 7472601"/>
              <a:gd name="connsiteY732" fmla="*/ 2044827 h 6858000"/>
              <a:gd name="connsiteX733" fmla="*/ 560414 w 7472601"/>
              <a:gd name="connsiteY733" fmla="*/ 2421457 h 6858000"/>
              <a:gd name="connsiteX734" fmla="*/ 1359703 w 7472601"/>
              <a:gd name="connsiteY734" fmla="*/ 2578554 h 6858000"/>
              <a:gd name="connsiteX735" fmla="*/ 1359422 w 7472601"/>
              <a:gd name="connsiteY735" fmla="*/ 2577994 h 6858000"/>
              <a:gd name="connsiteX736" fmla="*/ 828701 w 7472601"/>
              <a:gd name="connsiteY736" fmla="*/ 1839520 h 6858000"/>
              <a:gd name="connsiteX737" fmla="*/ 494427 w 7472601"/>
              <a:gd name="connsiteY737" fmla="*/ 1092333 h 6858000"/>
              <a:gd name="connsiteX738" fmla="*/ 506322 w 7472601"/>
              <a:gd name="connsiteY738" fmla="*/ 1020997 h 6858000"/>
              <a:gd name="connsiteX739" fmla="*/ 4570198 w 7472601"/>
              <a:gd name="connsiteY739" fmla="*/ 978081 h 6858000"/>
              <a:gd name="connsiteX740" fmla="*/ 4523691 w 7472601"/>
              <a:gd name="connsiteY740" fmla="*/ 1127776 h 6858000"/>
              <a:gd name="connsiteX741" fmla="*/ 4509875 w 7472601"/>
              <a:gd name="connsiteY741" fmla="*/ 1167552 h 6858000"/>
              <a:gd name="connsiteX742" fmla="*/ 4478168 w 7472601"/>
              <a:gd name="connsiteY742" fmla="*/ 1260735 h 6858000"/>
              <a:gd name="connsiteX743" fmla="*/ 4409309 w 7472601"/>
              <a:gd name="connsiteY743" fmla="*/ 1666996 h 6858000"/>
              <a:gd name="connsiteX744" fmla="*/ 4370031 w 7472601"/>
              <a:gd name="connsiteY744" fmla="*/ 1955666 h 6858000"/>
              <a:gd name="connsiteX745" fmla="*/ 4570198 w 7472601"/>
              <a:gd name="connsiteY745" fmla="*/ 978081 h 6858000"/>
              <a:gd name="connsiteX746" fmla="*/ 4557898 w 7472601"/>
              <a:gd name="connsiteY746" fmla="*/ 900011 h 6858000"/>
              <a:gd name="connsiteX747" fmla="*/ 4344840 w 7472601"/>
              <a:gd name="connsiteY747" fmla="*/ 1922038 h 6858000"/>
              <a:gd name="connsiteX748" fmla="*/ 4378710 w 7472601"/>
              <a:gd name="connsiteY748" fmla="*/ 1665516 h 6858000"/>
              <a:gd name="connsiteX749" fmla="*/ 4448798 w 7472601"/>
              <a:gd name="connsiteY749" fmla="*/ 1253024 h 6858000"/>
              <a:gd name="connsiteX750" fmla="*/ 4480315 w 7472601"/>
              <a:gd name="connsiteY750" fmla="*/ 1158454 h 6858000"/>
              <a:gd name="connsiteX751" fmla="*/ 4494133 w 7472601"/>
              <a:gd name="connsiteY751" fmla="*/ 1118676 h 6858000"/>
              <a:gd name="connsiteX752" fmla="*/ 4557898 w 7472601"/>
              <a:gd name="connsiteY752" fmla="*/ 900011 h 6858000"/>
              <a:gd name="connsiteX753" fmla="*/ 5870151 w 7472601"/>
              <a:gd name="connsiteY753" fmla="*/ 898890 h 6858000"/>
              <a:gd name="connsiteX754" fmla="*/ 5861335 w 7472601"/>
              <a:gd name="connsiteY754" fmla="*/ 899177 h 6858000"/>
              <a:gd name="connsiteX755" fmla="*/ 5843702 w 7472601"/>
              <a:gd name="connsiteY755" fmla="*/ 899748 h 6858000"/>
              <a:gd name="connsiteX756" fmla="*/ 5651107 w 7472601"/>
              <a:gd name="connsiteY756" fmla="*/ 920306 h 6858000"/>
              <a:gd name="connsiteX757" fmla="*/ 5459407 w 7472601"/>
              <a:gd name="connsiteY757" fmla="*/ 940975 h 6858000"/>
              <a:gd name="connsiteX758" fmla="*/ 5374846 w 7472601"/>
              <a:gd name="connsiteY758" fmla="*/ 941988 h 6858000"/>
              <a:gd name="connsiteX759" fmla="*/ 5256105 w 7472601"/>
              <a:gd name="connsiteY759" fmla="*/ 945632 h 6858000"/>
              <a:gd name="connsiteX760" fmla="*/ 5107071 w 7472601"/>
              <a:gd name="connsiteY760" fmla="*/ 969720 h 6858000"/>
              <a:gd name="connsiteX761" fmla="*/ 4998681 w 7472601"/>
              <a:gd name="connsiteY761" fmla="*/ 988771 h 6858000"/>
              <a:gd name="connsiteX762" fmla="*/ 5870151 w 7472601"/>
              <a:gd name="connsiteY762" fmla="*/ 898890 h 6858000"/>
              <a:gd name="connsiteX763" fmla="*/ 5504425 w 7472601"/>
              <a:gd name="connsiteY763" fmla="*/ 848067 h 6858000"/>
              <a:gd name="connsiteX764" fmla="*/ 4968849 w 7472601"/>
              <a:gd name="connsiteY764" fmla="*/ 962318 h 6858000"/>
              <a:gd name="connsiteX765" fmla="*/ 5104039 w 7472601"/>
              <a:gd name="connsiteY765" fmla="*/ 940634 h 6858000"/>
              <a:gd name="connsiteX766" fmla="*/ 5256311 w 7472601"/>
              <a:gd name="connsiteY766" fmla="*/ 916490 h 6858000"/>
              <a:gd name="connsiteX767" fmla="*/ 5377381 w 7472601"/>
              <a:gd name="connsiteY767" fmla="*/ 912671 h 6858000"/>
              <a:gd name="connsiteX768" fmla="*/ 5460148 w 7472601"/>
              <a:gd name="connsiteY768" fmla="*/ 911442 h 6858000"/>
              <a:gd name="connsiteX769" fmla="*/ 5648971 w 7472601"/>
              <a:gd name="connsiteY769" fmla="*/ 891331 h 6858000"/>
              <a:gd name="connsiteX770" fmla="*/ 5844807 w 7472601"/>
              <a:gd name="connsiteY770" fmla="*/ 870718 h 6858000"/>
              <a:gd name="connsiteX771" fmla="*/ 5862975 w 7472601"/>
              <a:gd name="connsiteY771" fmla="*/ 869756 h 6858000"/>
              <a:gd name="connsiteX772" fmla="*/ 5920887 w 7472601"/>
              <a:gd name="connsiteY772" fmla="*/ 865929 h 6858000"/>
              <a:gd name="connsiteX773" fmla="*/ 5504425 w 7472601"/>
              <a:gd name="connsiteY773" fmla="*/ 848067 h 6858000"/>
              <a:gd name="connsiteX774" fmla="*/ 3607114 w 7472601"/>
              <a:gd name="connsiteY774" fmla="*/ 467441 h 6858000"/>
              <a:gd name="connsiteX775" fmla="*/ 3296242 w 7472601"/>
              <a:gd name="connsiteY775" fmla="*/ 807991 h 6858000"/>
              <a:gd name="connsiteX776" fmla="*/ 3174674 w 7472601"/>
              <a:gd name="connsiteY776" fmla="*/ 919759 h 6858000"/>
              <a:gd name="connsiteX777" fmla="*/ 3042978 w 7472601"/>
              <a:gd name="connsiteY777" fmla="*/ 1054894 h 6858000"/>
              <a:gd name="connsiteX778" fmla="*/ 2968914 w 7472601"/>
              <a:gd name="connsiteY778" fmla="*/ 1133756 h 6858000"/>
              <a:gd name="connsiteX779" fmla="*/ 3103823 w 7472601"/>
              <a:gd name="connsiteY779" fmla="*/ 1026814 h 6858000"/>
              <a:gd name="connsiteX780" fmla="*/ 3607114 w 7472601"/>
              <a:gd name="connsiteY780" fmla="*/ 467441 h 6858000"/>
              <a:gd name="connsiteX781" fmla="*/ 3744487 w 7472601"/>
              <a:gd name="connsiteY781" fmla="*/ 383136 h 6858000"/>
              <a:gd name="connsiteX782" fmla="*/ 3970213 w 7472601"/>
              <a:gd name="connsiteY782" fmla="*/ 995559 h 6858000"/>
              <a:gd name="connsiteX783" fmla="*/ 3744487 w 7472601"/>
              <a:gd name="connsiteY783" fmla="*/ 383136 h 6858000"/>
              <a:gd name="connsiteX784" fmla="*/ 3624562 w 7472601"/>
              <a:gd name="connsiteY784" fmla="*/ 367041 h 6858000"/>
              <a:gd name="connsiteX785" fmla="*/ 3489712 w 7472601"/>
              <a:gd name="connsiteY785" fmla="*/ 485386 h 6858000"/>
              <a:gd name="connsiteX786" fmla="*/ 3182994 w 7472601"/>
              <a:gd name="connsiteY786" fmla="*/ 828265 h 6858000"/>
              <a:gd name="connsiteX787" fmla="*/ 2892114 w 7472601"/>
              <a:gd name="connsiteY787" fmla="*/ 1172635 h 6858000"/>
              <a:gd name="connsiteX788" fmla="*/ 3021459 w 7472601"/>
              <a:gd name="connsiteY788" fmla="*/ 1035385 h 6858000"/>
              <a:gd name="connsiteX789" fmla="*/ 3153873 w 7472601"/>
              <a:gd name="connsiteY789" fmla="*/ 898971 h 6858000"/>
              <a:gd name="connsiteX790" fmla="*/ 3276511 w 7472601"/>
              <a:gd name="connsiteY790" fmla="*/ 786423 h 6858000"/>
              <a:gd name="connsiteX791" fmla="*/ 3584154 w 7472601"/>
              <a:gd name="connsiteY791" fmla="*/ 448218 h 6858000"/>
              <a:gd name="connsiteX792" fmla="*/ 3624562 w 7472601"/>
              <a:gd name="connsiteY792" fmla="*/ 367041 h 6858000"/>
              <a:gd name="connsiteX793" fmla="*/ 3766672 w 7472601"/>
              <a:gd name="connsiteY793" fmla="*/ 359429 h 6858000"/>
              <a:gd name="connsiteX794" fmla="*/ 3996338 w 7472601"/>
              <a:gd name="connsiteY794" fmla="*/ 968237 h 6858000"/>
              <a:gd name="connsiteX795" fmla="*/ 3766672 w 7472601"/>
              <a:gd name="connsiteY795" fmla="*/ 359429 h 6858000"/>
              <a:gd name="connsiteX796" fmla="*/ 5805386 w 7472601"/>
              <a:gd name="connsiteY796" fmla="*/ 239240 h 6858000"/>
              <a:gd name="connsiteX797" fmla="*/ 5736947 w 7472601"/>
              <a:gd name="connsiteY797" fmla="*/ 261367 h 6858000"/>
              <a:gd name="connsiteX798" fmla="*/ 5427012 w 7472601"/>
              <a:gd name="connsiteY798" fmla="*/ 311272 h 6858000"/>
              <a:gd name="connsiteX799" fmla="*/ 5147818 w 7472601"/>
              <a:gd name="connsiteY799" fmla="*/ 322112 h 6858000"/>
              <a:gd name="connsiteX800" fmla="*/ 5060854 w 7472601"/>
              <a:gd name="connsiteY800" fmla="*/ 311882 h 6858000"/>
              <a:gd name="connsiteX801" fmla="*/ 4945989 w 7472601"/>
              <a:gd name="connsiteY801" fmla="*/ 300516 h 6858000"/>
              <a:gd name="connsiteX802" fmla="*/ 5410479 w 7472601"/>
              <a:gd name="connsiteY802" fmla="*/ 348434 h 6858000"/>
              <a:gd name="connsiteX803" fmla="*/ 5805386 w 7472601"/>
              <a:gd name="connsiteY803" fmla="*/ 239240 h 6858000"/>
              <a:gd name="connsiteX804" fmla="*/ 5905192 w 7472601"/>
              <a:gd name="connsiteY804" fmla="*/ 163079 h 6858000"/>
              <a:gd name="connsiteX805" fmla="*/ 5865655 w 7472601"/>
              <a:gd name="connsiteY805" fmla="*/ 171901 h 6858000"/>
              <a:gd name="connsiteX806" fmla="*/ 5259740 w 7472601"/>
              <a:gd name="connsiteY806" fmla="*/ 257013 h 6858000"/>
              <a:gd name="connsiteX807" fmla="*/ 5208466 w 7472601"/>
              <a:gd name="connsiteY807" fmla="*/ 257550 h 6858000"/>
              <a:gd name="connsiteX808" fmla="*/ 4980204 w 7472601"/>
              <a:gd name="connsiteY808" fmla="*/ 271903 h 6858000"/>
              <a:gd name="connsiteX809" fmla="*/ 5068068 w 7472601"/>
              <a:gd name="connsiteY809" fmla="*/ 282244 h 6858000"/>
              <a:gd name="connsiteX810" fmla="*/ 5153231 w 7472601"/>
              <a:gd name="connsiteY810" fmla="*/ 292240 h 6858000"/>
              <a:gd name="connsiteX811" fmla="*/ 5426491 w 7472601"/>
              <a:gd name="connsiteY811" fmla="*/ 281128 h 6858000"/>
              <a:gd name="connsiteX812" fmla="*/ 5731212 w 7472601"/>
              <a:gd name="connsiteY812" fmla="*/ 231951 h 6858000"/>
              <a:gd name="connsiteX813" fmla="*/ 5905192 w 7472601"/>
              <a:gd name="connsiteY813" fmla="*/ 163079 h 6858000"/>
              <a:gd name="connsiteX814" fmla="*/ 5944437 w 7472601"/>
              <a:gd name="connsiteY814" fmla="*/ 113829 h 6858000"/>
              <a:gd name="connsiteX815" fmla="*/ 5825032 w 7472601"/>
              <a:gd name="connsiteY815" fmla="*/ 146405 h 6858000"/>
              <a:gd name="connsiteX816" fmla="*/ 4955599 w 7472601"/>
              <a:gd name="connsiteY816" fmla="*/ 247008 h 6858000"/>
              <a:gd name="connsiteX817" fmla="*/ 5210104 w 7472601"/>
              <a:gd name="connsiteY817" fmla="*/ 228123 h 6858000"/>
              <a:gd name="connsiteX818" fmla="*/ 5261015 w 7472601"/>
              <a:gd name="connsiteY818" fmla="*/ 227087 h 6858000"/>
              <a:gd name="connsiteX819" fmla="*/ 5861181 w 7472601"/>
              <a:gd name="connsiteY819" fmla="*/ 143093 h 6858000"/>
              <a:gd name="connsiteX820" fmla="*/ 5961252 w 7472601"/>
              <a:gd name="connsiteY820" fmla="*/ 114820 h 6858000"/>
              <a:gd name="connsiteX821" fmla="*/ 5944437 w 7472601"/>
              <a:gd name="connsiteY821" fmla="*/ 113829 h 6858000"/>
              <a:gd name="connsiteX822" fmla="*/ 3882765 w 7472601"/>
              <a:gd name="connsiteY822" fmla="*/ 0 h 6858000"/>
              <a:gd name="connsiteX823" fmla="*/ 3995099 w 7472601"/>
              <a:gd name="connsiteY823" fmla="*/ 0 h 6858000"/>
              <a:gd name="connsiteX824" fmla="*/ 4163818 w 7472601"/>
              <a:gd name="connsiteY824" fmla="*/ 234104 h 6858000"/>
              <a:gd name="connsiteX825" fmla="*/ 4172099 w 7472601"/>
              <a:gd name="connsiteY825" fmla="*/ 234207 h 6858000"/>
              <a:gd name="connsiteX826" fmla="*/ 4784282 w 7472601"/>
              <a:gd name="connsiteY826" fmla="*/ 276561 h 6858000"/>
              <a:gd name="connsiteX827" fmla="*/ 4801687 w 7472601"/>
              <a:gd name="connsiteY827" fmla="*/ 267764 h 6858000"/>
              <a:gd name="connsiteX828" fmla="*/ 6082788 w 7472601"/>
              <a:gd name="connsiteY828" fmla="*/ 64119 h 6858000"/>
              <a:gd name="connsiteX829" fmla="*/ 6099442 w 7472601"/>
              <a:gd name="connsiteY829" fmla="*/ 82568 h 6858000"/>
              <a:gd name="connsiteX830" fmla="*/ 4804137 w 7472601"/>
              <a:gd name="connsiteY830" fmla="*/ 320931 h 6858000"/>
              <a:gd name="connsiteX831" fmla="*/ 4227047 w 7472601"/>
              <a:gd name="connsiteY831" fmla="*/ 313415 h 6858000"/>
              <a:gd name="connsiteX832" fmla="*/ 4346041 w 7472601"/>
              <a:gd name="connsiteY832" fmla="*/ 456086 h 6858000"/>
              <a:gd name="connsiteX833" fmla="*/ 4870967 w 7472601"/>
              <a:gd name="connsiteY833" fmla="*/ 963061 h 6858000"/>
              <a:gd name="connsiteX834" fmla="*/ 4889647 w 7472601"/>
              <a:gd name="connsiteY834" fmla="*/ 957147 h 6858000"/>
              <a:gd name="connsiteX835" fmla="*/ 5422504 w 7472601"/>
              <a:gd name="connsiteY835" fmla="*/ 805191 h 6858000"/>
              <a:gd name="connsiteX836" fmla="*/ 6087656 w 7472601"/>
              <a:gd name="connsiteY836" fmla="*/ 826703 h 6858000"/>
              <a:gd name="connsiteX837" fmla="*/ 6058717 w 7472601"/>
              <a:gd name="connsiteY837" fmla="*/ 865992 h 6858000"/>
              <a:gd name="connsiteX838" fmla="*/ 4974153 w 7472601"/>
              <a:gd name="connsiteY838" fmla="*/ 1045456 h 6858000"/>
              <a:gd name="connsiteX839" fmla="*/ 5627835 w 7472601"/>
              <a:gd name="connsiteY839" fmla="*/ 1472077 h 6858000"/>
              <a:gd name="connsiteX840" fmla="*/ 5629817 w 7472601"/>
              <a:gd name="connsiteY840" fmla="*/ 1471412 h 6858000"/>
              <a:gd name="connsiteX841" fmla="*/ 5634124 w 7472601"/>
              <a:gd name="connsiteY841" fmla="*/ 1470572 h 6858000"/>
              <a:gd name="connsiteX842" fmla="*/ 5755832 w 7472601"/>
              <a:gd name="connsiteY842" fmla="*/ 1383886 h 6858000"/>
              <a:gd name="connsiteX843" fmla="*/ 6014186 w 7472601"/>
              <a:gd name="connsiteY843" fmla="*/ 1279799 h 6858000"/>
              <a:gd name="connsiteX844" fmla="*/ 6901619 w 7472601"/>
              <a:gd name="connsiteY844" fmla="*/ 1047874 h 6858000"/>
              <a:gd name="connsiteX845" fmla="*/ 6931566 w 7472601"/>
              <a:gd name="connsiteY845" fmla="*/ 1062034 h 6858000"/>
              <a:gd name="connsiteX846" fmla="*/ 5790982 w 7472601"/>
              <a:gd name="connsiteY846" fmla="*/ 1561380 h 6858000"/>
              <a:gd name="connsiteX847" fmla="*/ 6188971 w 7472601"/>
              <a:gd name="connsiteY847" fmla="*/ 1755168 h 6858000"/>
              <a:gd name="connsiteX848" fmla="*/ 6202446 w 7472601"/>
              <a:gd name="connsiteY848" fmla="*/ 1752268 h 6858000"/>
              <a:gd name="connsiteX849" fmla="*/ 7179560 w 7472601"/>
              <a:gd name="connsiteY849" fmla="*/ 1467551 h 6858000"/>
              <a:gd name="connsiteX850" fmla="*/ 7158730 w 7472601"/>
              <a:gd name="connsiteY850" fmla="*/ 1507835 h 6858000"/>
              <a:gd name="connsiteX851" fmla="*/ 6326959 w 7472601"/>
              <a:gd name="connsiteY851" fmla="*/ 1817686 h 6858000"/>
              <a:gd name="connsiteX852" fmla="*/ 6537433 w 7472601"/>
              <a:gd name="connsiteY852" fmla="*/ 1907790 h 6858000"/>
              <a:gd name="connsiteX853" fmla="*/ 6550221 w 7472601"/>
              <a:gd name="connsiteY853" fmla="*/ 1910729 h 6858000"/>
              <a:gd name="connsiteX854" fmla="*/ 6964438 w 7472601"/>
              <a:gd name="connsiteY854" fmla="*/ 2209505 h 6858000"/>
              <a:gd name="connsiteX855" fmla="*/ 7367862 w 7472601"/>
              <a:gd name="connsiteY855" fmla="*/ 2806833 h 6858000"/>
              <a:gd name="connsiteX856" fmla="*/ 7364329 w 7472601"/>
              <a:gd name="connsiteY856" fmla="*/ 2826907 h 6858000"/>
              <a:gd name="connsiteX857" fmla="*/ 7290545 w 7472601"/>
              <a:gd name="connsiteY857" fmla="*/ 2850663 h 6858000"/>
              <a:gd name="connsiteX858" fmla="*/ 6472036 w 7472601"/>
              <a:gd name="connsiteY858" fmla="*/ 1959003 h 6858000"/>
              <a:gd name="connsiteX859" fmla="*/ 5792897 w 7472601"/>
              <a:gd name="connsiteY859" fmla="*/ 1647747 h 6858000"/>
              <a:gd name="connsiteX860" fmla="*/ 5842751 w 7472601"/>
              <a:gd name="connsiteY860" fmla="*/ 1816112 h 6858000"/>
              <a:gd name="connsiteX861" fmla="*/ 5847424 w 7472601"/>
              <a:gd name="connsiteY861" fmla="*/ 1815776 h 6858000"/>
              <a:gd name="connsiteX862" fmla="*/ 6399821 w 7472601"/>
              <a:gd name="connsiteY862" fmla="*/ 2344799 h 6858000"/>
              <a:gd name="connsiteX863" fmla="*/ 6323232 w 7472601"/>
              <a:gd name="connsiteY863" fmla="*/ 2389634 h 6858000"/>
              <a:gd name="connsiteX864" fmla="*/ 5942958 w 7472601"/>
              <a:gd name="connsiteY864" fmla="*/ 2077708 h 6858000"/>
              <a:gd name="connsiteX865" fmla="*/ 5921559 w 7472601"/>
              <a:gd name="connsiteY865" fmla="*/ 2378596 h 6858000"/>
              <a:gd name="connsiteX866" fmla="*/ 5817651 w 7472601"/>
              <a:gd name="connsiteY866" fmla="*/ 3023919 h 6858000"/>
              <a:gd name="connsiteX867" fmla="*/ 5729634 w 7472601"/>
              <a:gd name="connsiteY867" fmla="*/ 3051849 h 6858000"/>
              <a:gd name="connsiteX868" fmla="*/ 5611018 w 7472601"/>
              <a:gd name="connsiteY868" fmla="*/ 2316769 h 6858000"/>
              <a:gd name="connsiteX869" fmla="*/ 5687608 w 7472601"/>
              <a:gd name="connsiteY869" fmla="*/ 2039972 h 6858000"/>
              <a:gd name="connsiteX870" fmla="*/ 5657554 w 7472601"/>
              <a:gd name="connsiteY870" fmla="*/ 1576445 h 6858000"/>
              <a:gd name="connsiteX871" fmla="*/ 5150475 w 7472601"/>
              <a:gd name="connsiteY871" fmla="*/ 1274012 h 6858000"/>
              <a:gd name="connsiteX872" fmla="*/ 5349142 w 7472601"/>
              <a:gd name="connsiteY872" fmla="*/ 2204405 h 6858000"/>
              <a:gd name="connsiteX873" fmla="*/ 5262214 w 7472601"/>
              <a:gd name="connsiteY873" fmla="*/ 2233836 h 6858000"/>
              <a:gd name="connsiteX874" fmla="*/ 4981539 w 7472601"/>
              <a:gd name="connsiteY874" fmla="*/ 1542201 h 6858000"/>
              <a:gd name="connsiteX875" fmla="*/ 4958461 w 7472601"/>
              <a:gd name="connsiteY875" fmla="*/ 1136957 h 6858000"/>
              <a:gd name="connsiteX876" fmla="*/ 4655015 w 7472601"/>
              <a:gd name="connsiteY876" fmla="*/ 891426 h 6858000"/>
              <a:gd name="connsiteX877" fmla="*/ 4348002 w 7472601"/>
              <a:gd name="connsiteY877" fmla="*/ 2205895 h 6858000"/>
              <a:gd name="connsiteX878" fmla="*/ 4262250 w 7472601"/>
              <a:gd name="connsiteY878" fmla="*/ 2219972 h 6858000"/>
              <a:gd name="connsiteX879" fmla="*/ 4550611 w 7472601"/>
              <a:gd name="connsiteY879" fmla="*/ 817540 h 6858000"/>
              <a:gd name="connsiteX880" fmla="*/ 4564418 w 7472601"/>
              <a:gd name="connsiteY880" fmla="*/ 808293 h 6858000"/>
              <a:gd name="connsiteX881" fmla="*/ 4266388 w 7472601"/>
              <a:gd name="connsiteY881" fmla="*/ 500083 h 6858000"/>
              <a:gd name="connsiteX882" fmla="*/ 4032842 w 7472601"/>
              <a:gd name="connsiteY882" fmla="*/ 211809 h 6858000"/>
              <a:gd name="connsiteX883" fmla="*/ 3882765 w 7472601"/>
              <a:gd name="connsiteY883" fmla="*/ 0 h 6858000"/>
              <a:gd name="connsiteX884" fmla="*/ 3721337 w 7472601"/>
              <a:gd name="connsiteY884" fmla="*/ 0 h 6858000"/>
              <a:gd name="connsiteX885" fmla="*/ 3797544 w 7472601"/>
              <a:gd name="connsiteY885" fmla="*/ 0 h 6858000"/>
              <a:gd name="connsiteX886" fmla="*/ 3775734 w 7472601"/>
              <a:gd name="connsiteY886" fmla="*/ 95131 h 6858000"/>
              <a:gd name="connsiteX887" fmla="*/ 3724807 w 7472601"/>
              <a:gd name="connsiteY887" fmla="*/ 272257 h 6858000"/>
              <a:gd name="connsiteX888" fmla="*/ 3726844 w 7472601"/>
              <a:gd name="connsiteY888" fmla="*/ 282988 h 6858000"/>
              <a:gd name="connsiteX889" fmla="*/ 3742664 w 7472601"/>
              <a:gd name="connsiteY889" fmla="*/ 279918 h 6858000"/>
              <a:gd name="connsiteX890" fmla="*/ 4103910 w 7472601"/>
              <a:gd name="connsiteY890" fmla="*/ 1161917 h 6858000"/>
              <a:gd name="connsiteX891" fmla="*/ 4020269 w 7472601"/>
              <a:gd name="connsiteY891" fmla="*/ 1200406 h 6858000"/>
              <a:gd name="connsiteX892" fmla="*/ 3674882 w 7472601"/>
              <a:gd name="connsiteY892" fmla="*/ 488524 h 6858000"/>
              <a:gd name="connsiteX893" fmla="*/ 3132682 w 7472601"/>
              <a:gd name="connsiteY893" fmla="*/ 1072284 h 6858000"/>
              <a:gd name="connsiteX894" fmla="*/ 2716346 w 7472601"/>
              <a:gd name="connsiteY894" fmla="*/ 1276376 h 6858000"/>
              <a:gd name="connsiteX895" fmla="*/ 2716772 w 7472601"/>
              <a:gd name="connsiteY895" fmla="*/ 1255462 h 6858000"/>
              <a:gd name="connsiteX896" fmla="*/ 3471096 w 7472601"/>
              <a:gd name="connsiteY896" fmla="*/ 437072 h 6858000"/>
              <a:gd name="connsiteX897" fmla="*/ 3639057 w 7472601"/>
              <a:gd name="connsiteY897" fmla="*/ 286334 h 6858000"/>
              <a:gd name="connsiteX898" fmla="*/ 3640309 w 7472601"/>
              <a:gd name="connsiteY898" fmla="*/ 284664 h 6858000"/>
              <a:gd name="connsiteX899" fmla="*/ 3646022 w 7472601"/>
              <a:gd name="connsiteY899" fmla="*/ 276711 h 6858000"/>
              <a:gd name="connsiteX900" fmla="*/ 3707943 w 7472601"/>
              <a:gd name="connsiteY900" fmla="*/ 65958 h 6858000"/>
              <a:gd name="connsiteX901" fmla="*/ 3721337 w 7472601"/>
              <a:gd name="connsiteY901" fmla="*/ 0 h 6858000"/>
              <a:gd name="connsiteX902" fmla="*/ 2867960 w 7472601"/>
              <a:gd name="connsiteY902" fmla="*/ 0 h 6858000"/>
              <a:gd name="connsiteX903" fmla="*/ 2926351 w 7472601"/>
              <a:gd name="connsiteY903" fmla="*/ 0 h 6858000"/>
              <a:gd name="connsiteX904" fmla="*/ 2902823 w 7472601"/>
              <a:gd name="connsiteY904" fmla="*/ 262929 h 6858000"/>
              <a:gd name="connsiteX905" fmla="*/ 2940663 w 7472601"/>
              <a:gd name="connsiteY905" fmla="*/ 140884 h 6858000"/>
              <a:gd name="connsiteX906" fmla="*/ 2947039 w 7472601"/>
              <a:gd name="connsiteY906" fmla="*/ 122524 h 6858000"/>
              <a:gd name="connsiteX907" fmla="*/ 2984316 w 7472601"/>
              <a:gd name="connsiteY907" fmla="*/ 0 h 6858000"/>
              <a:gd name="connsiteX908" fmla="*/ 3016114 w 7472601"/>
              <a:gd name="connsiteY908" fmla="*/ 0 h 6858000"/>
              <a:gd name="connsiteX909" fmla="*/ 2979949 w 7472601"/>
              <a:gd name="connsiteY909" fmla="*/ 119274 h 6858000"/>
              <a:gd name="connsiteX910" fmla="*/ 3023879 w 7472601"/>
              <a:gd name="connsiteY910" fmla="*/ 0 h 6858000"/>
              <a:gd name="connsiteX911" fmla="*/ 3105400 w 7472601"/>
              <a:gd name="connsiteY911" fmla="*/ 0 h 6858000"/>
              <a:gd name="connsiteX912" fmla="*/ 3094669 w 7472601"/>
              <a:gd name="connsiteY912" fmla="*/ 30308 h 6858000"/>
              <a:gd name="connsiteX913" fmla="*/ 2901945 w 7472601"/>
              <a:gd name="connsiteY913" fmla="*/ 466538 h 6858000"/>
              <a:gd name="connsiteX914" fmla="*/ 2815209 w 7472601"/>
              <a:gd name="connsiteY914" fmla="*/ 497361 h 6858000"/>
              <a:gd name="connsiteX915" fmla="*/ 2844845 w 7472601"/>
              <a:gd name="connsiteY915" fmla="*/ 127638 h 6858000"/>
              <a:gd name="connsiteX916" fmla="*/ 2867960 w 7472601"/>
              <a:gd name="connsiteY916" fmla="*/ 0 h 6858000"/>
              <a:gd name="connsiteX917" fmla="*/ 1057230 w 7472601"/>
              <a:gd name="connsiteY917" fmla="*/ 0 h 6858000"/>
              <a:gd name="connsiteX918" fmla="*/ 1111003 w 7472601"/>
              <a:gd name="connsiteY918" fmla="*/ 0 h 6858000"/>
              <a:gd name="connsiteX919" fmla="*/ 1125553 w 7472601"/>
              <a:gd name="connsiteY919" fmla="*/ 52588 h 6858000"/>
              <a:gd name="connsiteX920" fmla="*/ 1304276 w 7472601"/>
              <a:gd name="connsiteY920" fmla="*/ 476275 h 6858000"/>
              <a:gd name="connsiteX921" fmla="*/ 1492066 w 7472601"/>
              <a:gd name="connsiteY921" fmla="*/ 886333 h 6858000"/>
              <a:gd name="connsiteX922" fmla="*/ 1423698 w 7472601"/>
              <a:gd name="connsiteY922" fmla="*/ 710817 h 6858000"/>
              <a:gd name="connsiteX923" fmla="*/ 1357609 w 7472601"/>
              <a:gd name="connsiteY923" fmla="*/ 532892 h 6858000"/>
              <a:gd name="connsiteX924" fmla="*/ 1309550 w 7472601"/>
              <a:gd name="connsiteY924" fmla="*/ 374031 h 6858000"/>
              <a:gd name="connsiteX925" fmla="*/ 1193673 w 7472601"/>
              <a:gd name="connsiteY925" fmla="*/ 49533 h 6858000"/>
              <a:gd name="connsiteX926" fmla="*/ 1164391 w 7472601"/>
              <a:gd name="connsiteY926" fmla="*/ 0 h 6858000"/>
              <a:gd name="connsiteX927" fmla="*/ 1200666 w 7472601"/>
              <a:gd name="connsiteY927" fmla="*/ 0 h 6858000"/>
              <a:gd name="connsiteX928" fmla="*/ 1223408 w 7472601"/>
              <a:gd name="connsiteY928" fmla="*/ 38996 h 6858000"/>
              <a:gd name="connsiteX929" fmla="*/ 1339635 w 7472601"/>
              <a:gd name="connsiteY929" fmla="*/ 365517 h 6858000"/>
              <a:gd name="connsiteX930" fmla="*/ 1387469 w 7472601"/>
              <a:gd name="connsiteY930" fmla="*/ 523079 h 6858000"/>
              <a:gd name="connsiteX931" fmla="*/ 1452685 w 7472601"/>
              <a:gd name="connsiteY931" fmla="*/ 699806 h 6858000"/>
              <a:gd name="connsiteX932" fmla="*/ 1492092 w 7472601"/>
              <a:gd name="connsiteY932" fmla="*/ 800424 h 6858000"/>
              <a:gd name="connsiteX933" fmla="*/ 1455302 w 7472601"/>
              <a:gd name="connsiteY933" fmla="*/ 632913 h 6858000"/>
              <a:gd name="connsiteX934" fmla="*/ 1222336 w 7472601"/>
              <a:gd name="connsiteY934" fmla="*/ 9480 h 6858000"/>
              <a:gd name="connsiteX935" fmla="*/ 1214634 w 7472601"/>
              <a:gd name="connsiteY935" fmla="*/ 0 h 6858000"/>
              <a:gd name="connsiteX936" fmla="*/ 1289827 w 7472601"/>
              <a:gd name="connsiteY936" fmla="*/ 0 h 6858000"/>
              <a:gd name="connsiteX937" fmla="*/ 1321076 w 7472601"/>
              <a:gd name="connsiteY937" fmla="*/ 59722 h 6858000"/>
              <a:gd name="connsiteX938" fmla="*/ 1512579 w 7472601"/>
              <a:gd name="connsiteY938" fmla="*/ 626441 h 6858000"/>
              <a:gd name="connsiteX939" fmla="*/ 1506076 w 7472601"/>
              <a:gd name="connsiteY939" fmla="*/ 1089289 h 6858000"/>
              <a:gd name="connsiteX940" fmla="*/ 1486346 w 7472601"/>
              <a:gd name="connsiteY940" fmla="*/ 1079919 h 6858000"/>
              <a:gd name="connsiteX941" fmla="*/ 1070511 w 7472601"/>
              <a:gd name="connsiteY941" fmla="*/ 48609 h 6858000"/>
              <a:gd name="connsiteX942" fmla="*/ 1057230 w 7472601"/>
              <a:gd name="connsiteY942" fmla="*/ 0 h 6858000"/>
              <a:gd name="connsiteX943" fmla="*/ 43151 w 7472601"/>
              <a:gd name="connsiteY943" fmla="*/ 0 h 6858000"/>
              <a:gd name="connsiteX944" fmla="*/ 95283 w 7472601"/>
              <a:gd name="connsiteY944" fmla="*/ 0 h 6858000"/>
              <a:gd name="connsiteX945" fmla="*/ 300708 w 7472601"/>
              <a:gd name="connsiteY945" fmla="*/ 154571 h 6858000"/>
              <a:gd name="connsiteX946" fmla="*/ 530414 w 7472601"/>
              <a:gd name="connsiteY946" fmla="*/ 354673 h 6858000"/>
              <a:gd name="connsiteX947" fmla="*/ 333785 w 7472601"/>
              <a:gd name="connsiteY947" fmla="*/ 161564 h 6858000"/>
              <a:gd name="connsiteX948" fmla="*/ 147005 w 7472601"/>
              <a:gd name="connsiteY948" fmla="*/ 0 h 6858000"/>
              <a:gd name="connsiteX949" fmla="*/ 272509 w 7472601"/>
              <a:gd name="connsiteY949" fmla="*/ 0 h 6858000"/>
              <a:gd name="connsiteX950" fmla="*/ 326276 w 7472601"/>
              <a:gd name="connsiteY950" fmla="*/ 45847 h 6858000"/>
              <a:gd name="connsiteX951" fmla="*/ 823759 w 7472601"/>
              <a:gd name="connsiteY951" fmla="*/ 574145 h 6858000"/>
              <a:gd name="connsiteX952" fmla="*/ 811254 w 7472601"/>
              <a:gd name="connsiteY952" fmla="*/ 665546 h 6858000"/>
              <a:gd name="connsiteX953" fmla="*/ 154042 w 7472601"/>
              <a:gd name="connsiteY953" fmla="*/ 261522 h 6858000"/>
              <a:gd name="connsiteX954" fmla="*/ 13550 w 7472601"/>
              <a:gd name="connsiteY954" fmla="*/ 158423 h 6858000"/>
              <a:gd name="connsiteX955" fmla="*/ 0 w 7472601"/>
              <a:gd name="connsiteY955" fmla="*/ 146618 h 6858000"/>
              <a:gd name="connsiteX956" fmla="*/ 0 w 7472601"/>
              <a:gd name="connsiteY956" fmla="*/ 59161 h 6858000"/>
              <a:gd name="connsiteX957" fmla="*/ 45427 w 7472601"/>
              <a:gd name="connsiteY957" fmla="*/ 101078 h 6858000"/>
              <a:gd name="connsiteX958" fmla="*/ 630103 w 7472601"/>
              <a:gd name="connsiteY958" fmla="*/ 485885 h 6858000"/>
              <a:gd name="connsiteX959" fmla="*/ 532040 w 7472601"/>
              <a:gd name="connsiteY959" fmla="*/ 399359 h 6858000"/>
              <a:gd name="connsiteX960" fmla="*/ 517618 w 7472601"/>
              <a:gd name="connsiteY960" fmla="*/ 385726 h 6858000"/>
              <a:gd name="connsiteX961" fmla="*/ 285074 w 7472601"/>
              <a:gd name="connsiteY961" fmla="*/ 182755 h 6858000"/>
              <a:gd name="connsiteX962" fmla="*/ 43151 w 7472601"/>
              <a:gd name="connsiteY962"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48321 w 7472601"/>
              <a:gd name="connsiteY79" fmla="*/ 6190991 h 6858000"/>
              <a:gd name="connsiteX80" fmla="*/ 7467600 w 7472601"/>
              <a:gd name="connsiteY80" fmla="*/ 6221686 h 6858000"/>
              <a:gd name="connsiteX81" fmla="*/ 7467600 w 7472601"/>
              <a:gd name="connsiteY81" fmla="*/ 6334256 h 6858000"/>
              <a:gd name="connsiteX82" fmla="*/ 7454976 w 7472601"/>
              <a:gd name="connsiteY82" fmla="*/ 6318297 h 6858000"/>
              <a:gd name="connsiteX83" fmla="*/ 1456157 w 7472601"/>
              <a:gd name="connsiteY83" fmla="*/ 5371404 h 6858000"/>
              <a:gd name="connsiteX84" fmla="*/ 1244432 w 7472601"/>
              <a:gd name="connsiteY84" fmla="*/ 5385601 h 6858000"/>
              <a:gd name="connsiteX85" fmla="*/ 973990 w 7472601"/>
              <a:gd name="connsiteY85" fmla="*/ 5424940 h 6858000"/>
              <a:gd name="connsiteX86" fmla="*/ 1103809 w 7472601"/>
              <a:gd name="connsiteY86" fmla="*/ 5433720 h 6858000"/>
              <a:gd name="connsiteX87" fmla="*/ 1123454 w 7472601"/>
              <a:gd name="connsiteY87" fmla="*/ 5435727 h 6858000"/>
              <a:gd name="connsiteX88" fmla="*/ 1737017 w 7472601"/>
              <a:gd name="connsiteY88" fmla="*/ 5452183 h 6858000"/>
              <a:gd name="connsiteX89" fmla="*/ 1824397 w 7472601"/>
              <a:gd name="connsiteY89" fmla="*/ 5447757 h 6858000"/>
              <a:gd name="connsiteX90" fmla="*/ 2070059 w 7472601"/>
              <a:gd name="connsiteY90" fmla="*/ 5441660 h 6858000"/>
              <a:gd name="connsiteX91" fmla="*/ 1456157 w 7472601"/>
              <a:gd name="connsiteY91" fmla="*/ 5371404 h 6858000"/>
              <a:gd name="connsiteX92" fmla="*/ 4988186 w 7472601"/>
              <a:gd name="connsiteY92" fmla="*/ 5216467 h 6858000"/>
              <a:gd name="connsiteX93" fmla="*/ 4777334 w 7472601"/>
              <a:gd name="connsiteY93" fmla="*/ 5406072 h 6858000"/>
              <a:gd name="connsiteX94" fmla="*/ 4718341 w 7472601"/>
              <a:gd name="connsiteY94" fmla="*/ 5468043 h 6858000"/>
              <a:gd name="connsiteX95" fmla="*/ 4604655 w 7472601"/>
              <a:gd name="connsiteY95" fmla="*/ 5583434 h 6858000"/>
              <a:gd name="connsiteX96" fmla="*/ 4565074 w 7472601"/>
              <a:gd name="connsiteY96" fmla="*/ 5618550 h 6858000"/>
              <a:gd name="connsiteX97" fmla="*/ 4988186 w 7472601"/>
              <a:gd name="connsiteY97" fmla="*/ 5216467 h 6858000"/>
              <a:gd name="connsiteX98" fmla="*/ 4978032 w 7472601"/>
              <a:gd name="connsiteY98" fmla="*/ 5183809 h 6858000"/>
              <a:gd name="connsiteX99" fmla="*/ 4463413 w 7472601"/>
              <a:gd name="connsiteY99" fmla="*/ 5615162 h 6858000"/>
              <a:gd name="connsiteX100" fmla="*/ 4358134 w 7472601"/>
              <a:gd name="connsiteY100" fmla="*/ 5742791 h 6858000"/>
              <a:gd name="connsiteX101" fmla="*/ 4376219 w 7472601"/>
              <a:gd name="connsiteY101" fmla="*/ 5729027 h 6858000"/>
              <a:gd name="connsiteX102" fmla="*/ 4582340 w 7472601"/>
              <a:gd name="connsiteY102" fmla="*/ 5561037 h 6858000"/>
              <a:gd name="connsiteX103" fmla="*/ 4694684 w 7472601"/>
              <a:gd name="connsiteY103" fmla="*/ 5447098 h 6858000"/>
              <a:gd name="connsiteX104" fmla="*/ 4754123 w 7472601"/>
              <a:gd name="connsiteY104" fmla="*/ 5384643 h 6858000"/>
              <a:gd name="connsiteX105" fmla="*/ 4978032 w 7472601"/>
              <a:gd name="connsiteY105" fmla="*/ 5183809 h 6858000"/>
              <a:gd name="connsiteX106" fmla="*/ 1903353 w 7472601"/>
              <a:gd name="connsiteY106" fmla="*/ 5044827 h 6858000"/>
              <a:gd name="connsiteX107" fmla="*/ 1936931 w 7472601"/>
              <a:gd name="connsiteY107" fmla="*/ 5093954 h 6858000"/>
              <a:gd name="connsiteX108" fmla="*/ 2195868 w 7472601"/>
              <a:gd name="connsiteY108" fmla="*/ 5396574 h 6858000"/>
              <a:gd name="connsiteX109" fmla="*/ 2088852 w 7472601"/>
              <a:gd name="connsiteY109" fmla="*/ 5166123 h 6858000"/>
              <a:gd name="connsiteX110" fmla="*/ 1958241 w 7472601"/>
              <a:gd name="connsiteY110" fmla="*/ 5067955 h 6858000"/>
              <a:gd name="connsiteX111" fmla="*/ 1903353 w 7472601"/>
              <a:gd name="connsiteY111" fmla="*/ 5044827 h 6858000"/>
              <a:gd name="connsiteX112" fmla="*/ 1979378 w 7472601"/>
              <a:gd name="connsiteY112" fmla="*/ 4769504 h 6858000"/>
              <a:gd name="connsiteX113" fmla="*/ 2882120 w 7472601"/>
              <a:gd name="connsiteY113" fmla="*/ 5064547 h 6858000"/>
              <a:gd name="connsiteX114" fmla="*/ 2793103 w 7472601"/>
              <a:gd name="connsiteY114" fmla="*/ 5039699 h 6858000"/>
              <a:gd name="connsiteX115" fmla="*/ 2770041 w 7472601"/>
              <a:gd name="connsiteY115" fmla="*/ 5033634 h 6858000"/>
              <a:gd name="connsiteX116" fmla="*/ 1979378 w 7472601"/>
              <a:gd name="connsiteY116" fmla="*/ 4769504 h 6858000"/>
              <a:gd name="connsiteX117" fmla="*/ 1927410 w 7472601"/>
              <a:gd name="connsiteY117" fmla="*/ 4716164 h 6858000"/>
              <a:gd name="connsiteX118" fmla="*/ 1959587 w 7472601"/>
              <a:gd name="connsiteY118" fmla="*/ 4728849 h 6858000"/>
              <a:gd name="connsiteX119" fmla="*/ 2777707 w 7472601"/>
              <a:gd name="connsiteY119" fmla="*/ 5003991 h 6858000"/>
              <a:gd name="connsiteX120" fmla="*/ 2800768 w 7472601"/>
              <a:gd name="connsiteY120" fmla="*/ 5010056 h 6858000"/>
              <a:gd name="connsiteX121" fmla="*/ 2879408 w 7472601"/>
              <a:gd name="connsiteY121" fmla="*/ 5031590 h 6858000"/>
              <a:gd name="connsiteX122" fmla="*/ 2862295 w 7472601"/>
              <a:gd name="connsiteY122" fmla="*/ 5022958 h 6858000"/>
              <a:gd name="connsiteX123" fmla="*/ 2813343 w 7472601"/>
              <a:gd name="connsiteY123" fmla="*/ 4998369 h 6858000"/>
              <a:gd name="connsiteX124" fmla="*/ 2646245 w 7472601"/>
              <a:gd name="connsiteY124" fmla="*/ 4930999 h 6858000"/>
              <a:gd name="connsiteX125" fmla="*/ 1999243 w 7472601"/>
              <a:gd name="connsiteY125" fmla="*/ 4730524 h 6858000"/>
              <a:gd name="connsiteX126" fmla="*/ 1979527 w 7472601"/>
              <a:gd name="connsiteY126" fmla="*/ 4726651 h 6858000"/>
              <a:gd name="connsiteX127" fmla="*/ 1927410 w 7472601"/>
              <a:gd name="connsiteY127" fmla="*/ 4716164 h 6858000"/>
              <a:gd name="connsiteX128" fmla="*/ 1997014 w 7472601"/>
              <a:gd name="connsiteY128" fmla="*/ 4698007 h 6858000"/>
              <a:gd name="connsiteX129" fmla="*/ 2005458 w 7472601"/>
              <a:gd name="connsiteY129" fmla="*/ 4699540 h 6858000"/>
              <a:gd name="connsiteX130" fmla="*/ 2657186 w 7472601"/>
              <a:gd name="connsiteY130" fmla="*/ 4901687 h 6858000"/>
              <a:gd name="connsiteX131" fmla="*/ 2826662 w 7472601"/>
              <a:gd name="connsiteY131" fmla="*/ 4970362 h 6858000"/>
              <a:gd name="connsiteX132" fmla="*/ 2876100 w 7472601"/>
              <a:gd name="connsiteY132" fmla="*/ 4995397 h 6858000"/>
              <a:gd name="connsiteX133" fmla="*/ 3042600 w 7472601"/>
              <a:gd name="connsiteY133" fmla="*/ 5059532 h 6858000"/>
              <a:gd name="connsiteX134" fmla="*/ 1997014 w 7472601"/>
              <a:gd name="connsiteY134" fmla="*/ 4698007 h 6858000"/>
              <a:gd name="connsiteX135" fmla="*/ 2305292 w 7472601"/>
              <a:gd name="connsiteY135" fmla="*/ 4219492 h 6858000"/>
              <a:gd name="connsiteX136" fmla="*/ 3360922 w 7472601"/>
              <a:gd name="connsiteY136" fmla="*/ 4529373 h 6858000"/>
              <a:gd name="connsiteX137" fmla="*/ 3492420 w 7472601"/>
              <a:gd name="connsiteY137" fmla="*/ 4510145 h 6858000"/>
              <a:gd name="connsiteX138" fmla="*/ 3364086 w 7472601"/>
              <a:gd name="connsiteY138" fmla="*/ 4480340 h 6858000"/>
              <a:gd name="connsiteX139" fmla="*/ 3225818 w 7472601"/>
              <a:gd name="connsiteY139" fmla="*/ 4411822 h 6858000"/>
              <a:gd name="connsiteX140" fmla="*/ 3129696 w 7472601"/>
              <a:gd name="connsiteY140" fmla="*/ 4360704 h 6858000"/>
              <a:gd name="connsiteX141" fmla="*/ 2814545 w 7472601"/>
              <a:gd name="connsiteY141" fmla="*/ 4282955 h 6858000"/>
              <a:gd name="connsiteX142" fmla="*/ 2305292 w 7472601"/>
              <a:gd name="connsiteY142" fmla="*/ 4219492 h 6858000"/>
              <a:gd name="connsiteX143" fmla="*/ 2626982 w 7472601"/>
              <a:gd name="connsiteY143" fmla="*/ 4206450 h 6858000"/>
              <a:gd name="connsiteX144" fmla="*/ 2490617 w 7472601"/>
              <a:gd name="connsiteY144" fmla="*/ 4206951 h 6858000"/>
              <a:gd name="connsiteX145" fmla="*/ 2819869 w 7472601"/>
              <a:gd name="connsiteY145" fmla="*/ 4252936 h 6858000"/>
              <a:gd name="connsiteX146" fmla="*/ 3143018 w 7472601"/>
              <a:gd name="connsiteY146" fmla="*/ 4332698 h 6858000"/>
              <a:gd name="connsiteX147" fmla="*/ 3241520 w 7472601"/>
              <a:gd name="connsiteY147" fmla="*/ 4385112 h 6858000"/>
              <a:gd name="connsiteX148" fmla="*/ 3374575 w 7472601"/>
              <a:gd name="connsiteY148" fmla="*/ 4451517 h 6858000"/>
              <a:gd name="connsiteX149" fmla="*/ 3505221 w 7472601"/>
              <a:gd name="connsiteY149" fmla="*/ 4480757 h 6858000"/>
              <a:gd name="connsiteX150" fmla="*/ 2626982 w 7472601"/>
              <a:gd name="connsiteY150" fmla="*/ 4206450 h 6858000"/>
              <a:gd name="connsiteX151" fmla="*/ 1310106 w 7472601"/>
              <a:gd name="connsiteY151" fmla="*/ 3943217 h 6858000"/>
              <a:gd name="connsiteX152" fmla="*/ 854994 w 7472601"/>
              <a:gd name="connsiteY152" fmla="*/ 4399136 h 6858000"/>
              <a:gd name="connsiteX153" fmla="*/ 742462 w 7472601"/>
              <a:gd name="connsiteY153" fmla="*/ 4594648 h 6858000"/>
              <a:gd name="connsiteX154" fmla="*/ 820602 w 7472601"/>
              <a:gd name="connsiteY154" fmla="*/ 4485915 h 6858000"/>
              <a:gd name="connsiteX155" fmla="*/ 878295 w 7472601"/>
              <a:gd name="connsiteY155" fmla="*/ 4403594 h 6858000"/>
              <a:gd name="connsiteX156" fmla="*/ 1240607 w 7472601"/>
              <a:gd name="connsiteY156" fmla="*/ 4010401 h 6858000"/>
              <a:gd name="connsiteX157" fmla="*/ 1310106 w 7472601"/>
              <a:gd name="connsiteY157" fmla="*/ 3943217 h 6858000"/>
              <a:gd name="connsiteX158" fmla="*/ 1423113 w 7472601"/>
              <a:gd name="connsiteY158" fmla="*/ 3874565 h 6858000"/>
              <a:gd name="connsiteX159" fmla="*/ 1260565 w 7472601"/>
              <a:gd name="connsiteY159" fmla="*/ 4031982 h 6858000"/>
              <a:gd name="connsiteX160" fmla="*/ 901900 w 7472601"/>
              <a:gd name="connsiteY160" fmla="*/ 4421236 h 6858000"/>
              <a:gd name="connsiteX161" fmla="*/ 845044 w 7472601"/>
              <a:gd name="connsiteY161" fmla="*/ 4502436 h 6858000"/>
              <a:gd name="connsiteX162" fmla="*/ 685926 w 7472601"/>
              <a:gd name="connsiteY162" fmla="*/ 4703069 h 6858000"/>
              <a:gd name="connsiteX163" fmla="*/ 684248 w 7472601"/>
              <a:gd name="connsiteY163" fmla="*/ 4706721 h 6858000"/>
              <a:gd name="connsiteX164" fmla="*/ 1423113 w 7472601"/>
              <a:gd name="connsiteY164" fmla="*/ 3874565 h 6858000"/>
              <a:gd name="connsiteX165" fmla="*/ 3316479 w 7472601"/>
              <a:gd name="connsiteY165" fmla="*/ 3872136 h 6858000"/>
              <a:gd name="connsiteX166" fmla="*/ 3546806 w 7472601"/>
              <a:gd name="connsiteY166" fmla="*/ 4356139 h 6858000"/>
              <a:gd name="connsiteX167" fmla="*/ 3364433 w 7472601"/>
              <a:gd name="connsiteY167" fmla="*/ 3953121 h 6858000"/>
              <a:gd name="connsiteX168" fmla="*/ 3316479 w 7472601"/>
              <a:gd name="connsiteY168" fmla="*/ 3872136 h 6858000"/>
              <a:gd name="connsiteX169" fmla="*/ 3291335 w 7472601"/>
              <a:gd name="connsiteY169" fmla="*/ 3767420 h 6858000"/>
              <a:gd name="connsiteX170" fmla="*/ 3390805 w 7472601"/>
              <a:gd name="connsiteY170" fmla="*/ 3937163 h 6858000"/>
              <a:gd name="connsiteX171" fmla="*/ 3579062 w 7472601"/>
              <a:gd name="connsiteY171" fmla="*/ 4359040 h 6858000"/>
              <a:gd name="connsiteX172" fmla="*/ 3467355 w 7472601"/>
              <a:gd name="connsiteY172" fmla="*/ 3988130 h 6858000"/>
              <a:gd name="connsiteX173" fmla="*/ 3310753 w 7472601"/>
              <a:gd name="connsiteY173" fmla="*/ 3787140 h 6858000"/>
              <a:gd name="connsiteX174" fmla="*/ 3291335 w 7472601"/>
              <a:gd name="connsiteY174" fmla="*/ 3767420 h 6858000"/>
              <a:gd name="connsiteX175" fmla="*/ 1635889 w 7472601"/>
              <a:gd name="connsiteY175" fmla="*/ 3709494 h 6858000"/>
              <a:gd name="connsiteX176" fmla="*/ 1634800 w 7472601"/>
              <a:gd name="connsiteY176" fmla="*/ 3731111 h 6858000"/>
              <a:gd name="connsiteX177" fmla="*/ 1635889 w 7472601"/>
              <a:gd name="connsiteY177" fmla="*/ 3709494 h 6858000"/>
              <a:gd name="connsiteX178" fmla="*/ 1510397 w 7472601"/>
              <a:gd name="connsiteY178" fmla="*/ 3684705 h 6858000"/>
              <a:gd name="connsiteX179" fmla="*/ 1146550 w 7472601"/>
              <a:gd name="connsiteY179" fmla="*/ 3802012 h 6858000"/>
              <a:gd name="connsiteX180" fmla="*/ 698834 w 7472601"/>
              <a:gd name="connsiteY180" fmla="*/ 3952272 h 6858000"/>
              <a:gd name="connsiteX181" fmla="*/ 34256 w 7472601"/>
              <a:gd name="connsiteY181" fmla="*/ 4347603 h 6858000"/>
              <a:gd name="connsiteX182" fmla="*/ 527241 w 7472601"/>
              <a:gd name="connsiteY182" fmla="*/ 4065078 h 6858000"/>
              <a:gd name="connsiteX183" fmla="*/ 1510397 w 7472601"/>
              <a:gd name="connsiteY183" fmla="*/ 3684705 h 6858000"/>
              <a:gd name="connsiteX184" fmla="*/ 1313114 w 7472601"/>
              <a:gd name="connsiteY184" fmla="*/ 3655216 h 6858000"/>
              <a:gd name="connsiteX185" fmla="*/ 1109304 w 7472601"/>
              <a:gd name="connsiteY185" fmla="*/ 3669030 h 6858000"/>
              <a:gd name="connsiteX186" fmla="*/ 8129 w 7472601"/>
              <a:gd name="connsiteY186" fmla="*/ 4330519 h 6858000"/>
              <a:gd name="connsiteX187" fmla="*/ 687572 w 7472601"/>
              <a:gd name="connsiteY187" fmla="*/ 3925629 h 6858000"/>
              <a:gd name="connsiteX188" fmla="*/ 1138365 w 7472601"/>
              <a:gd name="connsiteY188" fmla="*/ 3774515 h 6858000"/>
              <a:gd name="connsiteX189" fmla="*/ 1505579 w 7472601"/>
              <a:gd name="connsiteY189" fmla="*/ 3655526 h 6858000"/>
              <a:gd name="connsiteX190" fmla="*/ 1313114 w 7472601"/>
              <a:gd name="connsiteY190" fmla="*/ 3655216 h 6858000"/>
              <a:gd name="connsiteX191" fmla="*/ 3655073 w 7472601"/>
              <a:gd name="connsiteY191" fmla="*/ 3650884 h 6858000"/>
              <a:gd name="connsiteX192" fmla="*/ 3989938 w 7472601"/>
              <a:gd name="connsiteY192" fmla="*/ 3991685 h 6858000"/>
              <a:gd name="connsiteX193" fmla="*/ 4393907 w 7472601"/>
              <a:gd name="connsiteY193" fmla="*/ 4261258 h 6858000"/>
              <a:gd name="connsiteX194" fmla="*/ 4648051 w 7472601"/>
              <a:gd name="connsiteY194" fmla="*/ 4374051 h 6858000"/>
              <a:gd name="connsiteX195" fmla="*/ 4383389 w 7472601"/>
              <a:gd name="connsiteY195" fmla="*/ 4184369 h 6858000"/>
              <a:gd name="connsiteX196" fmla="*/ 4165508 w 7472601"/>
              <a:gd name="connsiteY196" fmla="*/ 4035196 h 6858000"/>
              <a:gd name="connsiteX197" fmla="*/ 4068162 w 7472601"/>
              <a:gd name="connsiteY197" fmla="*/ 3953394 h 6858000"/>
              <a:gd name="connsiteX198" fmla="*/ 3981416 w 7472601"/>
              <a:gd name="connsiteY198" fmla="*/ 3880482 h 6858000"/>
              <a:gd name="connsiteX199" fmla="*/ 3800147 w 7472601"/>
              <a:gd name="connsiteY199" fmla="*/ 3749872 h 6858000"/>
              <a:gd name="connsiteX200" fmla="*/ 3655073 w 7472601"/>
              <a:gd name="connsiteY200" fmla="*/ 3650884 h 6858000"/>
              <a:gd name="connsiteX201" fmla="*/ 3670252 w 7472601"/>
              <a:gd name="connsiteY201" fmla="*/ 3622798 h 6858000"/>
              <a:gd name="connsiteX202" fmla="*/ 3817258 w 7472601"/>
              <a:gd name="connsiteY202" fmla="*/ 3723577 h 6858000"/>
              <a:gd name="connsiteX203" fmla="*/ 4000461 w 7472601"/>
              <a:gd name="connsiteY203" fmla="*/ 3855966 h 6858000"/>
              <a:gd name="connsiteX204" fmla="*/ 4088180 w 7472601"/>
              <a:gd name="connsiteY204" fmla="*/ 3929774 h 6858000"/>
              <a:gd name="connsiteX205" fmla="*/ 4184555 w 7472601"/>
              <a:gd name="connsiteY205" fmla="*/ 4010683 h 6858000"/>
              <a:gd name="connsiteX206" fmla="*/ 4399563 w 7472601"/>
              <a:gd name="connsiteY206" fmla="*/ 4158106 h 6858000"/>
              <a:gd name="connsiteX207" fmla="*/ 4684469 w 7472601"/>
              <a:gd name="connsiteY207" fmla="*/ 4364680 h 6858000"/>
              <a:gd name="connsiteX208" fmla="*/ 4690271 w 7472601"/>
              <a:gd name="connsiteY208" fmla="*/ 4370034 h 6858000"/>
              <a:gd name="connsiteX209" fmla="*/ 4136093 w 7472601"/>
              <a:gd name="connsiteY209" fmla="*/ 3858466 h 6858000"/>
              <a:gd name="connsiteX210" fmla="*/ 3670252 w 7472601"/>
              <a:gd name="connsiteY210" fmla="*/ 3622798 h 6858000"/>
              <a:gd name="connsiteX211" fmla="*/ 4440129 w 7472601"/>
              <a:gd name="connsiteY211" fmla="*/ 3448571 h 6858000"/>
              <a:gd name="connsiteX212" fmla="*/ 4856525 w 7472601"/>
              <a:gd name="connsiteY212" fmla="*/ 3915351 h 6858000"/>
              <a:gd name="connsiteX213" fmla="*/ 5059055 w 7472601"/>
              <a:gd name="connsiteY213" fmla="*/ 4108918 h 6858000"/>
              <a:gd name="connsiteX214" fmla="*/ 5290070 w 7472601"/>
              <a:gd name="connsiteY214" fmla="*/ 4263619 h 6858000"/>
              <a:gd name="connsiteX215" fmla="*/ 4834991 w 7472601"/>
              <a:gd name="connsiteY215" fmla="*/ 3830985 h 6858000"/>
              <a:gd name="connsiteX216" fmla="*/ 4440129 w 7472601"/>
              <a:gd name="connsiteY216" fmla="*/ 3448571 h 6858000"/>
              <a:gd name="connsiteX217" fmla="*/ 4441737 w 7472601"/>
              <a:gd name="connsiteY217" fmla="*/ 3399734 h 6858000"/>
              <a:gd name="connsiteX218" fmla="*/ 4431236 w 7472601"/>
              <a:gd name="connsiteY218" fmla="*/ 3400954 h 6858000"/>
              <a:gd name="connsiteX219" fmla="*/ 4557150 w 7472601"/>
              <a:gd name="connsiteY219" fmla="*/ 3510023 h 6858000"/>
              <a:gd name="connsiteX220" fmla="*/ 4856936 w 7472601"/>
              <a:gd name="connsiteY220" fmla="*/ 3809146 h 6858000"/>
              <a:gd name="connsiteX221" fmla="*/ 5111996 w 7472601"/>
              <a:gd name="connsiteY221" fmla="*/ 4065759 h 6858000"/>
              <a:gd name="connsiteX222" fmla="*/ 5388878 w 7472601"/>
              <a:gd name="connsiteY222" fmla="*/ 4300185 h 6858000"/>
              <a:gd name="connsiteX223" fmla="*/ 5425556 w 7472601"/>
              <a:gd name="connsiteY223" fmla="*/ 4308967 h 6858000"/>
              <a:gd name="connsiteX224" fmla="*/ 4943646 w 7472601"/>
              <a:gd name="connsiteY224" fmla="*/ 3822916 h 6858000"/>
              <a:gd name="connsiteX225" fmla="*/ 4594837 w 7472601"/>
              <a:gd name="connsiteY225" fmla="*/ 3532274 h 6858000"/>
              <a:gd name="connsiteX226" fmla="*/ 4441737 w 7472601"/>
              <a:gd name="connsiteY226" fmla="*/ 3399734 h 6858000"/>
              <a:gd name="connsiteX227" fmla="*/ 5425834 w 7472601"/>
              <a:gd name="connsiteY227" fmla="*/ 3162785 h 6858000"/>
              <a:gd name="connsiteX228" fmla="*/ 5401644 w 7472601"/>
              <a:gd name="connsiteY228" fmla="*/ 3617847 h 6858000"/>
              <a:gd name="connsiteX229" fmla="*/ 5467256 w 7472601"/>
              <a:gd name="connsiteY229" fmla="*/ 4175494 h 6858000"/>
              <a:gd name="connsiteX230" fmla="*/ 5448069 w 7472601"/>
              <a:gd name="connsiteY230" fmla="*/ 3567554 h 6858000"/>
              <a:gd name="connsiteX231" fmla="*/ 5425834 w 7472601"/>
              <a:gd name="connsiteY231" fmla="*/ 3162785 h 6858000"/>
              <a:gd name="connsiteX232" fmla="*/ 1318687 w 7472601"/>
              <a:gd name="connsiteY232" fmla="*/ 3113840 h 6858000"/>
              <a:gd name="connsiteX233" fmla="*/ 1066793 w 7472601"/>
              <a:gd name="connsiteY233" fmla="*/ 3212171 h 6858000"/>
              <a:gd name="connsiteX234" fmla="*/ 993319 w 7472601"/>
              <a:gd name="connsiteY234" fmla="*/ 3247648 h 6858000"/>
              <a:gd name="connsiteX235" fmla="*/ 853081 w 7472601"/>
              <a:gd name="connsiteY235" fmla="*/ 3312410 h 6858000"/>
              <a:gd name="connsiteX236" fmla="*/ 805957 w 7472601"/>
              <a:gd name="connsiteY236" fmla="*/ 3330443 h 6858000"/>
              <a:gd name="connsiteX237" fmla="*/ 1318687 w 7472601"/>
              <a:gd name="connsiteY237" fmla="*/ 3113840 h 6858000"/>
              <a:gd name="connsiteX238" fmla="*/ 5453702 w 7472601"/>
              <a:gd name="connsiteY238" fmla="*/ 3090882 h 6858000"/>
              <a:gd name="connsiteX239" fmla="*/ 5480135 w 7472601"/>
              <a:gd name="connsiteY239" fmla="*/ 3565802 h 6858000"/>
              <a:gd name="connsiteX240" fmla="*/ 5499023 w 7472601"/>
              <a:gd name="connsiteY240" fmla="*/ 4166310 h 6858000"/>
              <a:gd name="connsiteX241" fmla="*/ 5547022 w 7472601"/>
              <a:gd name="connsiteY241" fmla="*/ 3607838 h 6858000"/>
              <a:gd name="connsiteX242" fmla="*/ 5515964 w 7472601"/>
              <a:gd name="connsiteY242" fmla="*/ 3378541 h 6858000"/>
              <a:gd name="connsiteX243" fmla="*/ 5453702 w 7472601"/>
              <a:gd name="connsiteY243" fmla="*/ 3090882 h 6858000"/>
              <a:gd name="connsiteX244" fmla="*/ 1238695 w 7472601"/>
              <a:gd name="connsiteY244" fmla="*/ 3076820 h 6858000"/>
              <a:gd name="connsiteX245" fmla="*/ 716371 w 7472601"/>
              <a:gd name="connsiteY245" fmla="*/ 3293249 h 6858000"/>
              <a:gd name="connsiteX246" fmla="*/ 579522 w 7472601"/>
              <a:gd name="connsiteY246" fmla="*/ 3371759 h 6858000"/>
              <a:gd name="connsiteX247" fmla="*/ 600288 w 7472601"/>
              <a:gd name="connsiteY247" fmla="*/ 3365555 h 6858000"/>
              <a:gd name="connsiteX248" fmla="*/ 840692 w 7472601"/>
              <a:gd name="connsiteY248" fmla="*/ 3284921 h 6858000"/>
              <a:gd name="connsiteX249" fmla="*/ 979248 w 7472601"/>
              <a:gd name="connsiteY249" fmla="*/ 3221003 h 6858000"/>
              <a:gd name="connsiteX250" fmla="*/ 1053282 w 7472601"/>
              <a:gd name="connsiteY250" fmla="*/ 3185247 h 6858000"/>
              <a:gd name="connsiteX251" fmla="*/ 1320603 w 7472601"/>
              <a:gd name="connsiteY251" fmla="*/ 3081281 h 6858000"/>
              <a:gd name="connsiteX252" fmla="*/ 1238695 w 7472601"/>
              <a:gd name="connsiteY252" fmla="*/ 3076820 h 6858000"/>
              <a:gd name="connsiteX253" fmla="*/ 5425627 w 7472601"/>
              <a:gd name="connsiteY253" fmla="*/ 2954192 h 6858000"/>
              <a:gd name="connsiteX254" fmla="*/ 5470770 w 7472601"/>
              <a:gd name="connsiteY254" fmla="*/ 3005435 h 6858000"/>
              <a:gd name="connsiteX255" fmla="*/ 5519779 w 7472601"/>
              <a:gd name="connsiteY255" fmla="*/ 4359223 h 6858000"/>
              <a:gd name="connsiteX256" fmla="*/ 5520293 w 7472601"/>
              <a:gd name="connsiteY256" fmla="*/ 4360602 h 6858000"/>
              <a:gd name="connsiteX257" fmla="*/ 5767221 w 7472601"/>
              <a:gd name="connsiteY257" fmla="*/ 4665564 h 6858000"/>
              <a:gd name="connsiteX258" fmla="*/ 6937169 w 7472601"/>
              <a:gd name="connsiteY258" fmla="*/ 4815941 h 6858000"/>
              <a:gd name="connsiteX259" fmla="*/ 6953922 w 7472601"/>
              <a:gd name="connsiteY259" fmla="*/ 4890068 h 6858000"/>
              <a:gd name="connsiteX260" fmla="*/ 6071359 w 7472601"/>
              <a:gd name="connsiteY260" fmla="*/ 4770770 h 6858000"/>
              <a:gd name="connsiteX261" fmla="*/ 6038839 w 7472601"/>
              <a:gd name="connsiteY261" fmla="*/ 4764474 h 6858000"/>
              <a:gd name="connsiteX262" fmla="*/ 6038706 w 7472601"/>
              <a:gd name="connsiteY262" fmla="*/ 4763847 h 6858000"/>
              <a:gd name="connsiteX263" fmla="*/ 6037784 w 7472601"/>
              <a:gd name="connsiteY263" fmla="*/ 4764270 h 6858000"/>
              <a:gd name="connsiteX264" fmla="*/ 6038839 w 7472601"/>
              <a:gd name="connsiteY264" fmla="*/ 4764474 h 6858000"/>
              <a:gd name="connsiteX265" fmla="*/ 6040338 w 7472601"/>
              <a:gd name="connsiteY265" fmla="*/ 4771418 h 6858000"/>
              <a:gd name="connsiteX266" fmla="*/ 6024488 w 7472601"/>
              <a:gd name="connsiteY266" fmla="*/ 4809903 h 6858000"/>
              <a:gd name="connsiteX267" fmla="*/ 5599771 w 7472601"/>
              <a:gd name="connsiteY267" fmla="*/ 5509652 h 6858000"/>
              <a:gd name="connsiteX268" fmla="*/ 5548843 w 7472601"/>
              <a:gd name="connsiteY268" fmla="*/ 5563845 h 6858000"/>
              <a:gd name="connsiteX269" fmla="*/ 5940952 w 7472601"/>
              <a:gd name="connsiteY269" fmla="*/ 6250028 h 6858000"/>
              <a:gd name="connsiteX270" fmla="*/ 6043441 w 7472601"/>
              <a:gd name="connsiteY270" fmla="*/ 6665847 h 6858000"/>
              <a:gd name="connsiteX271" fmla="*/ 6093432 w 7472601"/>
              <a:gd name="connsiteY271" fmla="*/ 6858000 h 6858000"/>
              <a:gd name="connsiteX272" fmla="*/ 6034344 w 7472601"/>
              <a:gd name="connsiteY272" fmla="*/ 6858000 h 6858000"/>
              <a:gd name="connsiteX273" fmla="*/ 6026679 w 7472601"/>
              <a:gd name="connsiteY273" fmla="*/ 6836959 h 6858000"/>
              <a:gd name="connsiteX274" fmla="*/ 5800441 w 7472601"/>
              <a:gd name="connsiteY274" fmla="*/ 6335286 h 6858000"/>
              <a:gd name="connsiteX275" fmla="*/ 5526562 w 7472601"/>
              <a:gd name="connsiteY275" fmla="*/ 5705388 h 6858000"/>
              <a:gd name="connsiteX276" fmla="*/ 5519640 w 7472601"/>
              <a:gd name="connsiteY276" fmla="*/ 5683774 h 6858000"/>
              <a:gd name="connsiteX277" fmla="*/ 5844559 w 7472601"/>
              <a:gd name="connsiteY277" fmla="*/ 6553349 h 6858000"/>
              <a:gd name="connsiteX278" fmla="*/ 5975994 w 7472601"/>
              <a:gd name="connsiteY278" fmla="*/ 6858000 h 6858000"/>
              <a:gd name="connsiteX279" fmla="*/ 5898547 w 7472601"/>
              <a:gd name="connsiteY279" fmla="*/ 6858000 h 6858000"/>
              <a:gd name="connsiteX280" fmla="*/ 5682041 w 7472601"/>
              <a:gd name="connsiteY280" fmla="*/ 6355860 h 6858000"/>
              <a:gd name="connsiteX281" fmla="*/ 5461758 w 7472601"/>
              <a:gd name="connsiteY281" fmla="*/ 5820220 h 6858000"/>
              <a:gd name="connsiteX282" fmla="*/ 5237282 w 7472601"/>
              <a:gd name="connsiteY282" fmla="*/ 6579086 h 6858000"/>
              <a:gd name="connsiteX283" fmla="*/ 5115009 w 7472601"/>
              <a:gd name="connsiteY283" fmla="*/ 6858000 h 6858000"/>
              <a:gd name="connsiteX284" fmla="*/ 5028074 w 7472601"/>
              <a:gd name="connsiteY284" fmla="*/ 6858000 h 6858000"/>
              <a:gd name="connsiteX285" fmla="*/ 5079508 w 7472601"/>
              <a:gd name="connsiteY285" fmla="*/ 6749074 h 6858000"/>
              <a:gd name="connsiteX286" fmla="*/ 5371846 w 7472601"/>
              <a:gd name="connsiteY286" fmla="*/ 5924413 h 6858000"/>
              <a:gd name="connsiteX287" fmla="*/ 5270512 w 7472601"/>
              <a:gd name="connsiteY287" fmla="*/ 6138975 h 6858000"/>
              <a:gd name="connsiteX288" fmla="*/ 5062409 w 7472601"/>
              <a:gd name="connsiteY288" fmla="*/ 6653544 h 6858000"/>
              <a:gd name="connsiteX289" fmla="*/ 5036628 w 7472601"/>
              <a:gd name="connsiteY289" fmla="*/ 6754247 h 6858000"/>
              <a:gd name="connsiteX290" fmla="*/ 5009112 w 7472601"/>
              <a:gd name="connsiteY290" fmla="*/ 6858000 h 6858000"/>
              <a:gd name="connsiteX291" fmla="*/ 4976679 w 7472601"/>
              <a:gd name="connsiteY291" fmla="*/ 6858000 h 6858000"/>
              <a:gd name="connsiteX292" fmla="*/ 5006537 w 7472601"/>
              <a:gd name="connsiteY292" fmla="*/ 6747068 h 6858000"/>
              <a:gd name="connsiteX293" fmla="*/ 5032723 w 7472601"/>
              <a:gd name="connsiteY293" fmla="*/ 6644957 h 6858000"/>
              <a:gd name="connsiteX294" fmla="*/ 5242949 w 7472601"/>
              <a:gd name="connsiteY294" fmla="*/ 6125175 h 6858000"/>
              <a:gd name="connsiteX295" fmla="*/ 5286321 w 7472601"/>
              <a:gd name="connsiteY295" fmla="*/ 6033555 h 6858000"/>
              <a:gd name="connsiteX296" fmla="*/ 5008210 w 7472601"/>
              <a:gd name="connsiteY296" fmla="*/ 6649194 h 6858000"/>
              <a:gd name="connsiteX297" fmla="*/ 4986321 w 7472601"/>
              <a:gd name="connsiteY297" fmla="*/ 6765687 h 6858000"/>
              <a:gd name="connsiteX298" fmla="*/ 4973474 w 7472601"/>
              <a:gd name="connsiteY298" fmla="*/ 6858000 h 6858000"/>
              <a:gd name="connsiteX299" fmla="*/ 4907178 w 7472601"/>
              <a:gd name="connsiteY299" fmla="*/ 6858000 h 6858000"/>
              <a:gd name="connsiteX300" fmla="*/ 4910810 w 7472601"/>
              <a:gd name="connsiteY300" fmla="*/ 6829660 h 6858000"/>
              <a:gd name="connsiteX301" fmla="*/ 4987461 w 7472601"/>
              <a:gd name="connsiteY301" fmla="*/ 6432994 h 6858000"/>
              <a:gd name="connsiteX302" fmla="*/ 5179262 w 7472601"/>
              <a:gd name="connsiteY302" fmla="*/ 6035044 h 6858000"/>
              <a:gd name="connsiteX303" fmla="*/ 4689678 w 7472601"/>
              <a:gd name="connsiteY303" fmla="*/ 6440241 h 6858000"/>
              <a:gd name="connsiteX304" fmla="*/ 4477543 w 7472601"/>
              <a:gd name="connsiteY304" fmla="*/ 6674836 h 6858000"/>
              <a:gd name="connsiteX305" fmla="*/ 4329957 w 7472601"/>
              <a:gd name="connsiteY305" fmla="*/ 6858000 h 6858000"/>
              <a:gd name="connsiteX306" fmla="*/ 4218595 w 7472601"/>
              <a:gd name="connsiteY306" fmla="*/ 6858000 h 6858000"/>
              <a:gd name="connsiteX307" fmla="*/ 4368888 w 7472601"/>
              <a:gd name="connsiteY307" fmla="*/ 6668412 h 6858000"/>
              <a:gd name="connsiteX308" fmla="*/ 4563091 w 7472601"/>
              <a:gd name="connsiteY308" fmla="*/ 6442508 h 6858000"/>
              <a:gd name="connsiteX309" fmla="*/ 5387324 w 7472601"/>
              <a:gd name="connsiteY309" fmla="*/ 5705830 h 6858000"/>
              <a:gd name="connsiteX310" fmla="*/ 5073620 w 7472601"/>
              <a:gd name="connsiteY310" fmla="*/ 5955437 h 6858000"/>
              <a:gd name="connsiteX311" fmla="*/ 4689789 w 7472601"/>
              <a:gd name="connsiteY311" fmla="*/ 6268382 h 6858000"/>
              <a:gd name="connsiteX312" fmla="*/ 4418722 w 7472601"/>
              <a:gd name="connsiteY312" fmla="*/ 6570886 h 6858000"/>
              <a:gd name="connsiteX313" fmla="*/ 4214944 w 7472601"/>
              <a:gd name="connsiteY313" fmla="*/ 6858000 h 6858000"/>
              <a:gd name="connsiteX314" fmla="*/ 4177898 w 7472601"/>
              <a:gd name="connsiteY314" fmla="*/ 6858000 h 6858000"/>
              <a:gd name="connsiteX315" fmla="*/ 4391597 w 7472601"/>
              <a:gd name="connsiteY315" fmla="*/ 6556370 h 6858000"/>
              <a:gd name="connsiteX316" fmla="*/ 4668889 w 7472601"/>
              <a:gd name="connsiteY316" fmla="*/ 6246399 h 6858000"/>
              <a:gd name="connsiteX317" fmla="*/ 5055427 w 7472601"/>
              <a:gd name="connsiteY317" fmla="*/ 5931476 h 6858000"/>
              <a:gd name="connsiteX318" fmla="*/ 5371814 w 7472601"/>
              <a:gd name="connsiteY318" fmla="*/ 5678975 h 6858000"/>
              <a:gd name="connsiteX319" fmla="*/ 4987918 w 7472601"/>
              <a:gd name="connsiteY319" fmla="*/ 5838701 h 6858000"/>
              <a:gd name="connsiteX320" fmla="*/ 4317146 w 7472601"/>
              <a:gd name="connsiteY320" fmla="*/ 6587716 h 6858000"/>
              <a:gd name="connsiteX321" fmla="*/ 4171627 w 7472601"/>
              <a:gd name="connsiteY321" fmla="*/ 6858000 h 6858000"/>
              <a:gd name="connsiteX322" fmla="*/ 4081585 w 7472601"/>
              <a:gd name="connsiteY322" fmla="*/ 6858000 h 6858000"/>
              <a:gd name="connsiteX323" fmla="*/ 4238603 w 7472601"/>
              <a:gd name="connsiteY323" fmla="*/ 6559341 h 6858000"/>
              <a:gd name="connsiteX324" fmla="*/ 4778333 w 7472601"/>
              <a:gd name="connsiteY324" fmla="*/ 5873626 h 6858000"/>
              <a:gd name="connsiteX325" fmla="*/ 5414185 w 7472601"/>
              <a:gd name="connsiteY325" fmla="*/ 5573882 h 6858000"/>
              <a:gd name="connsiteX326" fmla="*/ 5959648 w 7472601"/>
              <a:gd name="connsiteY326" fmla="*/ 4760797 h 6858000"/>
              <a:gd name="connsiteX327" fmla="*/ 5355019 w 7472601"/>
              <a:gd name="connsiteY327" fmla="*/ 4734672 h 6858000"/>
              <a:gd name="connsiteX328" fmla="*/ 5083565 w 7472601"/>
              <a:gd name="connsiteY328" fmla="*/ 5179121 h 6858000"/>
              <a:gd name="connsiteX329" fmla="*/ 4713577 w 7472601"/>
              <a:gd name="connsiteY329" fmla="*/ 5616803 h 6858000"/>
              <a:gd name="connsiteX330" fmla="*/ 3989559 w 7472601"/>
              <a:gd name="connsiteY330" fmla="*/ 6145945 h 6858000"/>
              <a:gd name="connsiteX331" fmla="*/ 3939824 w 7472601"/>
              <a:gd name="connsiteY331" fmla="*/ 6066900 h 6858000"/>
              <a:gd name="connsiteX332" fmla="*/ 4584537 w 7472601"/>
              <a:gd name="connsiteY332" fmla="*/ 5324826 h 6858000"/>
              <a:gd name="connsiteX333" fmla="*/ 5037105 w 7472601"/>
              <a:gd name="connsiteY333" fmla="*/ 5088765 h 6858000"/>
              <a:gd name="connsiteX334" fmla="*/ 5039930 w 7472601"/>
              <a:gd name="connsiteY334" fmla="*/ 5089585 h 6858000"/>
              <a:gd name="connsiteX335" fmla="*/ 5263764 w 7472601"/>
              <a:gd name="connsiteY335" fmla="*/ 4735525 h 6858000"/>
              <a:gd name="connsiteX336" fmla="*/ 4086300 w 7472601"/>
              <a:gd name="connsiteY336" fmla="*/ 4884599 h 6858000"/>
              <a:gd name="connsiteX337" fmla="*/ 4085485 w 7472601"/>
              <a:gd name="connsiteY337" fmla="*/ 4899070 h 6858000"/>
              <a:gd name="connsiteX338" fmla="*/ 3871915 w 7472601"/>
              <a:gd name="connsiteY338" fmla="*/ 5253645 h 6858000"/>
              <a:gd name="connsiteX339" fmla="*/ 3799374 w 7472601"/>
              <a:gd name="connsiteY339" fmla="*/ 5466127 h 6858000"/>
              <a:gd name="connsiteX340" fmla="*/ 3498850 w 7472601"/>
              <a:gd name="connsiteY340" fmla="*/ 6661888 h 6858000"/>
              <a:gd name="connsiteX341" fmla="*/ 3399216 w 7472601"/>
              <a:gd name="connsiteY341" fmla="*/ 6858000 h 6858000"/>
              <a:gd name="connsiteX342" fmla="*/ 3303688 w 7472601"/>
              <a:gd name="connsiteY342" fmla="*/ 6858000 h 6858000"/>
              <a:gd name="connsiteX343" fmla="*/ 3391774 w 7472601"/>
              <a:gd name="connsiteY343" fmla="*/ 6697181 h 6858000"/>
              <a:gd name="connsiteX344" fmla="*/ 3735540 w 7472601"/>
              <a:gd name="connsiteY344" fmla="*/ 5546923 h 6858000"/>
              <a:gd name="connsiteX345" fmla="*/ 3729438 w 7472601"/>
              <a:gd name="connsiteY345" fmla="*/ 5569058 h 6858000"/>
              <a:gd name="connsiteX346" fmla="*/ 3707782 w 7472601"/>
              <a:gd name="connsiteY346" fmla="*/ 5644908 h 6858000"/>
              <a:gd name="connsiteX347" fmla="*/ 3583827 w 7472601"/>
              <a:gd name="connsiteY347" fmla="*/ 6039215 h 6858000"/>
              <a:gd name="connsiteX348" fmla="*/ 3547861 w 7472601"/>
              <a:gd name="connsiteY348" fmla="*/ 6129609 h 6858000"/>
              <a:gd name="connsiteX349" fmla="*/ 3490905 w 7472601"/>
              <a:gd name="connsiteY349" fmla="*/ 6277660 h 6858000"/>
              <a:gd name="connsiteX350" fmla="*/ 3455859 w 7472601"/>
              <a:gd name="connsiteY350" fmla="*/ 6391301 h 6858000"/>
              <a:gd name="connsiteX351" fmla="*/ 3429112 w 7472601"/>
              <a:gd name="connsiteY351" fmla="*/ 6479469 h 6858000"/>
              <a:gd name="connsiteX352" fmla="*/ 3304862 w 7472601"/>
              <a:gd name="connsiteY352" fmla="*/ 6796476 h 6858000"/>
              <a:gd name="connsiteX353" fmla="*/ 3276071 w 7472601"/>
              <a:gd name="connsiteY353" fmla="*/ 6858000 h 6858000"/>
              <a:gd name="connsiteX354" fmla="*/ 3240805 w 7472601"/>
              <a:gd name="connsiteY354" fmla="*/ 6858000 h 6858000"/>
              <a:gd name="connsiteX355" fmla="*/ 3275917 w 7472601"/>
              <a:gd name="connsiteY355" fmla="*/ 6783192 h 6858000"/>
              <a:gd name="connsiteX356" fmla="*/ 3399358 w 7472601"/>
              <a:gd name="connsiteY356" fmla="*/ 6469011 h 6858000"/>
              <a:gd name="connsiteX357" fmla="*/ 3425650 w 7472601"/>
              <a:gd name="connsiteY357" fmla="*/ 6381333 h 6858000"/>
              <a:gd name="connsiteX358" fmla="*/ 3460661 w 7472601"/>
              <a:gd name="connsiteY358" fmla="*/ 6266763 h 6858000"/>
              <a:gd name="connsiteX359" fmla="*/ 3518021 w 7472601"/>
              <a:gd name="connsiteY359" fmla="*/ 6117298 h 6858000"/>
              <a:gd name="connsiteX360" fmla="*/ 3554035 w 7472601"/>
              <a:gd name="connsiteY360" fmla="*/ 6027832 h 6858000"/>
              <a:gd name="connsiteX361" fmla="*/ 3677174 w 7472601"/>
              <a:gd name="connsiteY361" fmla="*/ 5636351 h 6858000"/>
              <a:gd name="connsiteX362" fmla="*/ 3698819 w 7472601"/>
              <a:gd name="connsiteY362" fmla="*/ 5560503 h 6858000"/>
              <a:gd name="connsiteX363" fmla="*/ 3702094 w 7472601"/>
              <a:gd name="connsiteY363" fmla="*/ 5549194 h 6858000"/>
              <a:gd name="connsiteX364" fmla="*/ 3398355 w 7472601"/>
              <a:gd name="connsiteY364" fmla="*/ 6094603 h 6858000"/>
              <a:gd name="connsiteX365" fmla="*/ 3193941 w 7472601"/>
              <a:gd name="connsiteY365" fmla="*/ 6798775 h 6858000"/>
              <a:gd name="connsiteX366" fmla="*/ 3184140 w 7472601"/>
              <a:gd name="connsiteY366" fmla="*/ 6858000 h 6858000"/>
              <a:gd name="connsiteX367" fmla="*/ 3099978 w 7472601"/>
              <a:gd name="connsiteY367" fmla="*/ 6858000 h 6858000"/>
              <a:gd name="connsiteX368" fmla="*/ 3101556 w 7472601"/>
              <a:gd name="connsiteY368" fmla="*/ 6843337 h 6858000"/>
              <a:gd name="connsiteX369" fmla="*/ 3370162 w 7472601"/>
              <a:gd name="connsiteY369" fmla="*/ 5785550 h 6858000"/>
              <a:gd name="connsiteX370" fmla="*/ 3746477 w 7472601"/>
              <a:gd name="connsiteY370" fmla="*/ 5377889 h 6858000"/>
              <a:gd name="connsiteX371" fmla="*/ 3863399 w 7472601"/>
              <a:gd name="connsiteY371" fmla="*/ 5087257 h 6858000"/>
              <a:gd name="connsiteX372" fmla="*/ 3968712 w 7472601"/>
              <a:gd name="connsiteY372" fmla="*/ 4913989 h 6858000"/>
              <a:gd name="connsiteX373" fmla="*/ 2792390 w 7472601"/>
              <a:gd name="connsiteY373" fmla="*/ 5382974 h 6858000"/>
              <a:gd name="connsiteX374" fmla="*/ 2714982 w 7472601"/>
              <a:gd name="connsiteY374" fmla="*/ 5427051 h 6858000"/>
              <a:gd name="connsiteX375" fmla="*/ 2813361 w 7472601"/>
              <a:gd name="connsiteY375" fmla="*/ 6023912 h 6858000"/>
              <a:gd name="connsiteX376" fmla="*/ 2688430 w 7472601"/>
              <a:gd name="connsiteY376" fmla="*/ 6801564 h 6858000"/>
              <a:gd name="connsiteX377" fmla="*/ 2629626 w 7472601"/>
              <a:gd name="connsiteY377" fmla="*/ 6763394 h 6858000"/>
              <a:gd name="connsiteX378" fmla="*/ 2565328 w 7472601"/>
              <a:gd name="connsiteY378" fmla="*/ 5516399 h 6858000"/>
              <a:gd name="connsiteX379" fmla="*/ 1922999 w 7472601"/>
              <a:gd name="connsiteY379" fmla="*/ 5980343 h 6858000"/>
              <a:gd name="connsiteX380" fmla="*/ 1950261 w 7472601"/>
              <a:gd name="connsiteY380" fmla="*/ 6405858 h 6858000"/>
              <a:gd name="connsiteX381" fmla="*/ 2365554 w 7472601"/>
              <a:gd name="connsiteY381" fmla="*/ 6759107 h 6858000"/>
              <a:gd name="connsiteX382" fmla="*/ 2424142 w 7472601"/>
              <a:gd name="connsiteY382" fmla="*/ 6858000 h 6858000"/>
              <a:gd name="connsiteX383" fmla="*/ 2395994 w 7472601"/>
              <a:gd name="connsiteY383" fmla="*/ 6858000 h 6858000"/>
              <a:gd name="connsiteX384" fmla="*/ 2392863 w 7472601"/>
              <a:gd name="connsiteY384" fmla="*/ 6852964 h 6858000"/>
              <a:gd name="connsiteX385" fmla="*/ 2017589 w 7472601"/>
              <a:gd name="connsiteY385" fmla="*/ 6493982 h 6858000"/>
              <a:gd name="connsiteX386" fmla="*/ 2147336 w 7472601"/>
              <a:gd name="connsiteY386" fmla="*/ 6594052 h 6858000"/>
              <a:gd name="connsiteX387" fmla="*/ 2207047 w 7472601"/>
              <a:gd name="connsiteY387" fmla="*/ 6654540 h 6858000"/>
              <a:gd name="connsiteX388" fmla="*/ 2299106 w 7472601"/>
              <a:gd name="connsiteY388" fmla="*/ 6778931 h 6858000"/>
              <a:gd name="connsiteX389" fmla="*/ 2314430 w 7472601"/>
              <a:gd name="connsiteY389" fmla="*/ 6801144 h 6858000"/>
              <a:gd name="connsiteX390" fmla="*/ 2352406 w 7472601"/>
              <a:gd name="connsiteY390" fmla="*/ 6858000 h 6858000"/>
              <a:gd name="connsiteX391" fmla="*/ 2314492 w 7472601"/>
              <a:gd name="connsiteY391" fmla="*/ 6858000 h 6858000"/>
              <a:gd name="connsiteX392" fmla="*/ 2288095 w 7472601"/>
              <a:gd name="connsiteY392" fmla="*/ 6818030 h 6858000"/>
              <a:gd name="connsiteX393" fmla="*/ 2272768 w 7472601"/>
              <a:gd name="connsiteY393" fmla="*/ 6795822 h 6858000"/>
              <a:gd name="connsiteX394" fmla="*/ 2182715 w 7472601"/>
              <a:gd name="connsiteY394" fmla="*/ 6675071 h 6858000"/>
              <a:gd name="connsiteX395" fmla="*/ 2032061 w 7472601"/>
              <a:gd name="connsiteY395" fmla="*/ 6541380 h 6858000"/>
              <a:gd name="connsiteX396" fmla="*/ 2257220 w 7472601"/>
              <a:gd name="connsiteY396" fmla="*/ 6826257 h 6858000"/>
              <a:gd name="connsiteX397" fmla="*/ 2281324 w 7472601"/>
              <a:gd name="connsiteY397" fmla="*/ 6858000 h 6858000"/>
              <a:gd name="connsiteX398" fmla="*/ 2242860 w 7472601"/>
              <a:gd name="connsiteY398" fmla="*/ 6858000 h 6858000"/>
              <a:gd name="connsiteX399" fmla="*/ 2232818 w 7472601"/>
              <a:gd name="connsiteY399" fmla="*/ 6844926 h 6858000"/>
              <a:gd name="connsiteX400" fmla="*/ 1990172 w 7472601"/>
              <a:gd name="connsiteY400" fmla="*/ 6542121 h 6858000"/>
              <a:gd name="connsiteX401" fmla="*/ 2124090 w 7472601"/>
              <a:gd name="connsiteY401" fmla="*/ 6761017 h 6858000"/>
              <a:gd name="connsiteX402" fmla="*/ 2200380 w 7472601"/>
              <a:gd name="connsiteY402" fmla="*/ 6858000 h 6858000"/>
              <a:gd name="connsiteX403" fmla="*/ 2147507 w 7472601"/>
              <a:gd name="connsiteY403" fmla="*/ 6858000 h 6858000"/>
              <a:gd name="connsiteX404" fmla="*/ 2070668 w 7472601"/>
              <a:gd name="connsiteY404" fmla="*/ 6761520 h 6858000"/>
              <a:gd name="connsiteX405" fmla="*/ 1975142 w 7472601"/>
              <a:gd name="connsiteY405" fmla="*/ 6585570 h 6858000"/>
              <a:gd name="connsiteX406" fmla="*/ 2050035 w 7472601"/>
              <a:gd name="connsiteY406" fmla="*/ 6813345 h 6858000"/>
              <a:gd name="connsiteX407" fmla="*/ 2063025 w 7472601"/>
              <a:gd name="connsiteY407" fmla="*/ 6858000 h 6858000"/>
              <a:gd name="connsiteX408" fmla="*/ 2021675 w 7472601"/>
              <a:gd name="connsiteY408" fmla="*/ 6858000 h 6858000"/>
              <a:gd name="connsiteX409" fmla="*/ 2019308 w 7472601"/>
              <a:gd name="connsiteY409" fmla="*/ 6847118 h 6858000"/>
              <a:gd name="connsiteX410" fmla="*/ 1938835 w 7472601"/>
              <a:gd name="connsiteY410" fmla="*/ 6551160 h 6858000"/>
              <a:gd name="connsiteX411" fmla="*/ 1953230 w 7472601"/>
              <a:gd name="connsiteY411" fmla="*/ 6759699 h 6858000"/>
              <a:gd name="connsiteX412" fmla="*/ 1956763 w 7472601"/>
              <a:gd name="connsiteY412" fmla="*/ 6778191 h 6858000"/>
              <a:gd name="connsiteX413" fmla="*/ 1967925 w 7472601"/>
              <a:gd name="connsiteY413" fmla="*/ 6858000 h 6858000"/>
              <a:gd name="connsiteX414" fmla="*/ 1936622 w 7472601"/>
              <a:gd name="connsiteY414" fmla="*/ 6858000 h 6858000"/>
              <a:gd name="connsiteX415" fmla="*/ 1926261 w 7472601"/>
              <a:gd name="connsiteY415" fmla="*/ 6784064 h 6858000"/>
              <a:gd name="connsiteX416" fmla="*/ 1922724 w 7472601"/>
              <a:gd name="connsiteY416" fmla="*/ 6765577 h 6858000"/>
              <a:gd name="connsiteX417" fmla="*/ 1904650 w 7472601"/>
              <a:gd name="connsiteY417" fmla="*/ 6639616 h 6858000"/>
              <a:gd name="connsiteX418" fmla="*/ 1885273 w 7472601"/>
              <a:gd name="connsiteY418" fmla="*/ 6858000 h 6858000"/>
              <a:gd name="connsiteX419" fmla="*/ 1854363 w 7472601"/>
              <a:gd name="connsiteY419" fmla="*/ 6858000 h 6858000"/>
              <a:gd name="connsiteX420" fmla="*/ 1880391 w 7472601"/>
              <a:gd name="connsiteY420" fmla="*/ 6603796 h 6858000"/>
              <a:gd name="connsiteX421" fmla="*/ 1818273 w 7472601"/>
              <a:gd name="connsiteY421" fmla="*/ 6715729 h 6858000"/>
              <a:gd name="connsiteX422" fmla="*/ 1794691 w 7472601"/>
              <a:gd name="connsiteY422" fmla="*/ 6843239 h 6858000"/>
              <a:gd name="connsiteX423" fmla="*/ 1794914 w 7472601"/>
              <a:gd name="connsiteY423" fmla="*/ 6858000 h 6858000"/>
              <a:gd name="connsiteX424" fmla="*/ 1746128 w 7472601"/>
              <a:gd name="connsiteY424" fmla="*/ 6858000 h 6858000"/>
              <a:gd name="connsiteX425" fmla="*/ 1753934 w 7472601"/>
              <a:gd name="connsiteY425" fmla="*/ 6724796 h 6858000"/>
              <a:gd name="connsiteX426" fmla="*/ 1792053 w 7472601"/>
              <a:gd name="connsiteY426" fmla="*/ 6572396 h 6858000"/>
              <a:gd name="connsiteX427" fmla="*/ 1862248 w 7472601"/>
              <a:gd name="connsiteY427" fmla="*/ 6266397 h 6858000"/>
              <a:gd name="connsiteX428" fmla="*/ 1862250 w 7472601"/>
              <a:gd name="connsiteY428" fmla="*/ 6033531 h 6858000"/>
              <a:gd name="connsiteX429" fmla="*/ 1211999 w 7472601"/>
              <a:gd name="connsiteY429" fmla="*/ 6683610 h 6858000"/>
              <a:gd name="connsiteX430" fmla="*/ 1213266 w 7472601"/>
              <a:gd name="connsiteY430" fmla="*/ 6691947 h 6858000"/>
              <a:gd name="connsiteX431" fmla="*/ 1203370 w 7472601"/>
              <a:gd name="connsiteY431" fmla="*/ 6850676 h 6858000"/>
              <a:gd name="connsiteX432" fmla="*/ 1203671 w 7472601"/>
              <a:gd name="connsiteY432" fmla="*/ 6858000 h 6858000"/>
              <a:gd name="connsiteX433" fmla="*/ 1143180 w 7472601"/>
              <a:gd name="connsiteY433" fmla="*/ 6858000 h 6858000"/>
              <a:gd name="connsiteX434" fmla="*/ 1142176 w 7472601"/>
              <a:gd name="connsiteY434" fmla="*/ 6766045 h 6858000"/>
              <a:gd name="connsiteX435" fmla="*/ 1067484 w 7472601"/>
              <a:gd name="connsiteY435" fmla="*/ 6858000 h 6858000"/>
              <a:gd name="connsiteX436" fmla="*/ 953928 w 7472601"/>
              <a:gd name="connsiteY436" fmla="*/ 6858000 h 6858000"/>
              <a:gd name="connsiteX437" fmla="*/ 959715 w 7472601"/>
              <a:gd name="connsiteY437" fmla="*/ 6850185 h 6858000"/>
              <a:gd name="connsiteX438" fmla="*/ 1483788 w 7472601"/>
              <a:gd name="connsiteY438" fmla="*/ 6259174 h 6858000"/>
              <a:gd name="connsiteX439" fmla="*/ 1100671 w 7472601"/>
              <a:gd name="connsiteY439" fmla="*/ 6252137 h 6858000"/>
              <a:gd name="connsiteX440" fmla="*/ 1090144 w 7472601"/>
              <a:gd name="connsiteY440" fmla="*/ 6256748 h 6858000"/>
              <a:gd name="connsiteX441" fmla="*/ 1095872 w 7472601"/>
              <a:gd name="connsiteY441" fmla="*/ 6271892 h 6858000"/>
              <a:gd name="connsiteX442" fmla="*/ 262785 w 7472601"/>
              <a:gd name="connsiteY442" fmla="*/ 6845450 h 6858000"/>
              <a:gd name="connsiteX443" fmla="*/ 209968 w 7472601"/>
              <a:gd name="connsiteY443" fmla="*/ 6770713 h 6858000"/>
              <a:gd name="connsiteX444" fmla="*/ 873460 w 7472601"/>
              <a:gd name="connsiteY444" fmla="*/ 6253768 h 6858000"/>
              <a:gd name="connsiteX445" fmla="*/ 192686 w 7472601"/>
              <a:gd name="connsiteY445" fmla="*/ 5849257 h 6858000"/>
              <a:gd name="connsiteX446" fmla="*/ 4696 w 7472601"/>
              <a:gd name="connsiteY446" fmla="*/ 5697668 h 6858000"/>
              <a:gd name="connsiteX447" fmla="*/ 0 w 7472601"/>
              <a:gd name="connsiteY447" fmla="*/ 5689984 h 6858000"/>
              <a:gd name="connsiteX448" fmla="*/ 0 w 7472601"/>
              <a:gd name="connsiteY448" fmla="*/ 5513472 h 6858000"/>
              <a:gd name="connsiteX449" fmla="*/ 174101 w 7472601"/>
              <a:gd name="connsiteY449" fmla="*/ 5620277 h 6858000"/>
              <a:gd name="connsiteX450" fmla="*/ 891800 w 7472601"/>
              <a:gd name="connsiteY450" fmla="*/ 6036935 h 6858000"/>
              <a:gd name="connsiteX451" fmla="*/ 1072219 w 7472601"/>
              <a:gd name="connsiteY451" fmla="*/ 6169443 h 6858000"/>
              <a:gd name="connsiteX452" fmla="*/ 1074117 w 7472601"/>
              <a:gd name="connsiteY452" fmla="*/ 6170301 h 6858000"/>
              <a:gd name="connsiteX453" fmla="*/ 1083114 w 7472601"/>
              <a:gd name="connsiteY453" fmla="*/ 6174131 h 6858000"/>
              <a:gd name="connsiteX454" fmla="*/ 1543010 w 7472601"/>
              <a:gd name="connsiteY454" fmla="*/ 6191140 h 6858000"/>
              <a:gd name="connsiteX455" fmla="*/ 1551080 w 7472601"/>
              <a:gd name="connsiteY455" fmla="*/ 6195006 h 6858000"/>
              <a:gd name="connsiteX456" fmla="*/ 2345443 w 7472601"/>
              <a:gd name="connsiteY456" fmla="*/ 5549882 h 6858000"/>
              <a:gd name="connsiteX457" fmla="*/ 1721499 w 7472601"/>
              <a:gd name="connsiteY457" fmla="*/ 5599969 h 6858000"/>
              <a:gd name="connsiteX458" fmla="*/ 767716 w 7472601"/>
              <a:gd name="connsiteY458" fmla="*/ 5472768 h 6858000"/>
              <a:gd name="connsiteX459" fmla="*/ 722147 w 7472601"/>
              <a:gd name="connsiteY459" fmla="*/ 5393091 h 6858000"/>
              <a:gd name="connsiteX460" fmla="*/ 1485552 w 7472601"/>
              <a:gd name="connsiteY460" fmla="*/ 5313202 h 6858000"/>
              <a:gd name="connsiteX461" fmla="*/ 2143004 w 7472601"/>
              <a:gd name="connsiteY461" fmla="*/ 5402420 h 6858000"/>
              <a:gd name="connsiteX462" fmla="*/ 1933391 w 7472601"/>
              <a:gd name="connsiteY462" fmla="*/ 5156971 h 6858000"/>
              <a:gd name="connsiteX463" fmla="*/ 1827118 w 7472601"/>
              <a:gd name="connsiteY463" fmla="*/ 4968410 h 6858000"/>
              <a:gd name="connsiteX464" fmla="*/ 1837349 w 7472601"/>
              <a:gd name="connsiteY464" fmla="*/ 4956357 h 6858000"/>
              <a:gd name="connsiteX465" fmla="*/ 2162835 w 7472601"/>
              <a:gd name="connsiteY465" fmla="*/ 5187853 h 6858000"/>
              <a:gd name="connsiteX466" fmla="*/ 2257167 w 7472601"/>
              <a:gd name="connsiteY466" fmla="*/ 5462123 h 6858000"/>
              <a:gd name="connsiteX467" fmla="*/ 2261598 w 7472601"/>
              <a:gd name="connsiteY467" fmla="*/ 5467998 h 6858000"/>
              <a:gd name="connsiteX468" fmla="*/ 2437177 w 7472601"/>
              <a:gd name="connsiteY468" fmla="*/ 5479608 h 6858000"/>
              <a:gd name="connsiteX469" fmla="*/ 2445247 w 7472601"/>
              <a:gd name="connsiteY469" fmla="*/ 5483476 h 6858000"/>
              <a:gd name="connsiteX470" fmla="*/ 2743626 w 7472601"/>
              <a:gd name="connsiteY470" fmla="*/ 5304819 h 6858000"/>
              <a:gd name="connsiteX471" fmla="*/ 3048102 w 7472601"/>
              <a:gd name="connsiteY471" fmla="*/ 5150595 h 6858000"/>
              <a:gd name="connsiteX472" fmla="*/ 1799414 w 7472601"/>
              <a:gd name="connsiteY472" fmla="*/ 4694732 h 6858000"/>
              <a:gd name="connsiteX473" fmla="*/ 1771735 w 7472601"/>
              <a:gd name="connsiteY473" fmla="*/ 4619929 h 6858000"/>
              <a:gd name="connsiteX474" fmla="*/ 3104273 w 7472601"/>
              <a:gd name="connsiteY474" fmla="*/ 5076159 h 6858000"/>
              <a:gd name="connsiteX475" fmla="*/ 3113245 w 7472601"/>
              <a:gd name="connsiteY475" fmla="*/ 5090705 h 6858000"/>
              <a:gd name="connsiteX476" fmla="*/ 3126294 w 7472601"/>
              <a:gd name="connsiteY476" fmla="*/ 5114400 h 6858000"/>
              <a:gd name="connsiteX477" fmla="*/ 3937433 w 7472601"/>
              <a:gd name="connsiteY477" fmla="*/ 4830473 h 6858000"/>
              <a:gd name="connsiteX478" fmla="*/ 3590475 w 7472601"/>
              <a:gd name="connsiteY478" fmla="*/ 4597974 h 6858000"/>
              <a:gd name="connsiteX479" fmla="*/ 3100264 w 7472601"/>
              <a:gd name="connsiteY479" fmla="*/ 4579845 h 6858000"/>
              <a:gd name="connsiteX480" fmla="*/ 2183576 w 7472601"/>
              <a:gd name="connsiteY480" fmla="*/ 4227150 h 6858000"/>
              <a:gd name="connsiteX481" fmla="*/ 2151029 w 7472601"/>
              <a:gd name="connsiteY481" fmla="*/ 4146947 h 6858000"/>
              <a:gd name="connsiteX482" fmla="*/ 3563434 w 7472601"/>
              <a:gd name="connsiteY482" fmla="*/ 4469115 h 6858000"/>
              <a:gd name="connsiteX483" fmla="*/ 3177952 w 7472601"/>
              <a:gd name="connsiteY483" fmla="*/ 3657386 h 6858000"/>
              <a:gd name="connsiteX484" fmla="*/ 3189263 w 7472601"/>
              <a:gd name="connsiteY484" fmla="*/ 3625726 h 6858000"/>
              <a:gd name="connsiteX485" fmla="*/ 3560912 w 7472601"/>
              <a:gd name="connsiteY485" fmla="*/ 4079863 h 6858000"/>
              <a:gd name="connsiteX486" fmla="*/ 3626636 w 7472601"/>
              <a:gd name="connsiteY486" fmla="*/ 4512230 h 6858000"/>
              <a:gd name="connsiteX487" fmla="*/ 3653088 w 7472601"/>
              <a:gd name="connsiteY487" fmla="*/ 4521417 h 6858000"/>
              <a:gd name="connsiteX488" fmla="*/ 3988128 w 7472601"/>
              <a:gd name="connsiteY488" fmla="*/ 4817267 h 6858000"/>
              <a:gd name="connsiteX489" fmla="*/ 4830582 w 7472601"/>
              <a:gd name="connsiteY489" fmla="*/ 4676000 h 6858000"/>
              <a:gd name="connsiteX490" fmla="*/ 4830100 w 7472601"/>
              <a:gd name="connsiteY490" fmla="*/ 4675554 h 6858000"/>
              <a:gd name="connsiteX491" fmla="*/ 4036318 w 7472601"/>
              <a:gd name="connsiteY491" fmla="*/ 4147013 h 6858000"/>
              <a:gd name="connsiteX492" fmla="*/ 3432098 w 7472601"/>
              <a:gd name="connsiteY492" fmla="*/ 3537312 h 6858000"/>
              <a:gd name="connsiteX493" fmla="*/ 3446761 w 7472601"/>
              <a:gd name="connsiteY493" fmla="*/ 3461278 h 6858000"/>
              <a:gd name="connsiteX494" fmla="*/ 4419733 w 7472601"/>
              <a:gd name="connsiteY494" fmla="*/ 3963555 h 6858000"/>
              <a:gd name="connsiteX495" fmla="*/ 4781371 w 7472601"/>
              <a:gd name="connsiteY495" fmla="*/ 4458604 h 6858000"/>
              <a:gd name="connsiteX496" fmla="*/ 4780440 w 7472601"/>
              <a:gd name="connsiteY496" fmla="*/ 4470290 h 6858000"/>
              <a:gd name="connsiteX497" fmla="*/ 4898954 w 7472601"/>
              <a:gd name="connsiteY497" fmla="*/ 4662092 h 6858000"/>
              <a:gd name="connsiteX498" fmla="*/ 4900699 w 7472601"/>
              <a:gd name="connsiteY498" fmla="*/ 4670867 h 6858000"/>
              <a:gd name="connsiteX499" fmla="*/ 5714511 w 7472601"/>
              <a:gd name="connsiteY499" fmla="*/ 4663483 h 6858000"/>
              <a:gd name="connsiteX500" fmla="*/ 5464793 w 7472601"/>
              <a:gd name="connsiteY500" fmla="*/ 4393556 h 6858000"/>
              <a:gd name="connsiteX501" fmla="*/ 5461897 w 7472601"/>
              <a:gd name="connsiteY501" fmla="*/ 4390879 h 6858000"/>
              <a:gd name="connsiteX502" fmla="*/ 4294126 w 7472601"/>
              <a:gd name="connsiteY502" fmla="*/ 3303048 h 6858000"/>
              <a:gd name="connsiteX503" fmla="*/ 4305321 w 7472601"/>
              <a:gd name="connsiteY503" fmla="*/ 3256953 h 6858000"/>
              <a:gd name="connsiteX504" fmla="*/ 4949299 w 7472601"/>
              <a:gd name="connsiteY504" fmla="*/ 3766336 h 6858000"/>
              <a:gd name="connsiteX505" fmla="*/ 5291452 w 7472601"/>
              <a:gd name="connsiteY505" fmla="*/ 4076801 h 6858000"/>
              <a:gd name="connsiteX506" fmla="*/ 5434998 w 7472601"/>
              <a:gd name="connsiteY506" fmla="*/ 4254100 h 6858000"/>
              <a:gd name="connsiteX507" fmla="*/ 5351015 w 7472601"/>
              <a:gd name="connsiteY507" fmla="*/ 3760989 h 6858000"/>
              <a:gd name="connsiteX508" fmla="*/ 5413780 w 7472601"/>
              <a:gd name="connsiteY508" fmla="*/ 2966265 h 6858000"/>
              <a:gd name="connsiteX509" fmla="*/ 5425627 w 7472601"/>
              <a:gd name="connsiteY509" fmla="*/ 2954192 h 6858000"/>
              <a:gd name="connsiteX510" fmla="*/ 6604735 w 7472601"/>
              <a:gd name="connsiteY510" fmla="*/ 2041381 h 6858000"/>
              <a:gd name="connsiteX511" fmla="*/ 7204487 w 7472601"/>
              <a:gd name="connsiteY511" fmla="*/ 2742112 h 6858000"/>
              <a:gd name="connsiteX512" fmla="*/ 7131592 w 7472601"/>
              <a:gd name="connsiteY512" fmla="*/ 2672096 h 6858000"/>
              <a:gd name="connsiteX513" fmla="*/ 6996344 w 7472601"/>
              <a:gd name="connsiteY513" fmla="*/ 2518310 h 6858000"/>
              <a:gd name="connsiteX514" fmla="*/ 6735495 w 7472601"/>
              <a:gd name="connsiteY514" fmla="*/ 2196890 h 6858000"/>
              <a:gd name="connsiteX515" fmla="*/ 6721901 w 7472601"/>
              <a:gd name="connsiteY515" fmla="*/ 2179274 h 6858000"/>
              <a:gd name="connsiteX516" fmla="*/ 6604735 w 7472601"/>
              <a:gd name="connsiteY516" fmla="*/ 2041381 h 6858000"/>
              <a:gd name="connsiteX517" fmla="*/ 6591670 w 7472601"/>
              <a:gd name="connsiteY517" fmla="*/ 1988277 h 6858000"/>
              <a:gd name="connsiteX518" fmla="*/ 6747349 w 7472601"/>
              <a:gd name="connsiteY518" fmla="*/ 2160069 h 6858000"/>
              <a:gd name="connsiteX519" fmla="*/ 6760943 w 7472601"/>
              <a:gd name="connsiteY519" fmla="*/ 2177686 h 6858000"/>
              <a:gd name="connsiteX520" fmla="*/ 7021065 w 7472601"/>
              <a:gd name="connsiteY520" fmla="*/ 2498102 h 6858000"/>
              <a:gd name="connsiteX521" fmla="*/ 7155223 w 7472601"/>
              <a:gd name="connsiteY521" fmla="*/ 2650386 h 6858000"/>
              <a:gd name="connsiteX522" fmla="*/ 7203167 w 7472601"/>
              <a:gd name="connsiteY522" fmla="*/ 2697288 h 6858000"/>
              <a:gd name="connsiteX523" fmla="*/ 6937703 w 7472601"/>
              <a:gd name="connsiteY523" fmla="*/ 2321981 h 6858000"/>
              <a:gd name="connsiteX524" fmla="*/ 6591670 w 7472601"/>
              <a:gd name="connsiteY524" fmla="*/ 1988277 h 6858000"/>
              <a:gd name="connsiteX525" fmla="*/ 5798671 w 7472601"/>
              <a:gd name="connsiteY525" fmla="*/ 1981601 h 6858000"/>
              <a:gd name="connsiteX526" fmla="*/ 5754709 w 7472601"/>
              <a:gd name="connsiteY526" fmla="*/ 2071454 h 6858000"/>
              <a:gd name="connsiteX527" fmla="*/ 5763044 w 7472601"/>
              <a:gd name="connsiteY527" fmla="*/ 2842206 h 6858000"/>
              <a:gd name="connsiteX528" fmla="*/ 5764974 w 7472601"/>
              <a:gd name="connsiteY528" fmla="*/ 2799609 h 6858000"/>
              <a:gd name="connsiteX529" fmla="*/ 5767665 w 7472601"/>
              <a:gd name="connsiteY529" fmla="*/ 2666409 h 6858000"/>
              <a:gd name="connsiteX530" fmla="*/ 5763055 w 7472601"/>
              <a:gd name="connsiteY530" fmla="*/ 2579705 h 6858000"/>
              <a:gd name="connsiteX531" fmla="*/ 5758079 w 7472601"/>
              <a:gd name="connsiteY531" fmla="*/ 2492508 h 6858000"/>
              <a:gd name="connsiteX532" fmla="*/ 5779325 w 7472601"/>
              <a:gd name="connsiteY532" fmla="*/ 2197069 h 6858000"/>
              <a:gd name="connsiteX533" fmla="*/ 5798671 w 7472601"/>
              <a:gd name="connsiteY533" fmla="*/ 1981601 h 6858000"/>
              <a:gd name="connsiteX534" fmla="*/ 5829202 w 7472601"/>
              <a:gd name="connsiteY534" fmla="*/ 1971679 h 6858000"/>
              <a:gd name="connsiteX535" fmla="*/ 5809558 w 7472601"/>
              <a:gd name="connsiteY535" fmla="*/ 2198043 h 6858000"/>
              <a:gd name="connsiteX536" fmla="*/ 5788653 w 7472601"/>
              <a:gd name="connsiteY536" fmla="*/ 2489430 h 6858000"/>
              <a:gd name="connsiteX537" fmla="*/ 5793439 w 7472601"/>
              <a:gd name="connsiteY537" fmla="*/ 2575235 h 6858000"/>
              <a:gd name="connsiteX538" fmla="*/ 5796837 w 7472601"/>
              <a:gd name="connsiteY538" fmla="*/ 2637633 h 6858000"/>
              <a:gd name="connsiteX539" fmla="*/ 5818614 w 7472601"/>
              <a:gd name="connsiteY539" fmla="*/ 2473055 h 6858000"/>
              <a:gd name="connsiteX540" fmla="*/ 5829202 w 7472601"/>
              <a:gd name="connsiteY540" fmla="*/ 1971679 h 6858000"/>
              <a:gd name="connsiteX541" fmla="*/ 5911389 w 7472601"/>
              <a:gd name="connsiteY541" fmla="*/ 1898371 h 6858000"/>
              <a:gd name="connsiteX542" fmla="*/ 6237627 w 7472601"/>
              <a:gd name="connsiteY542" fmla="*/ 2231921 h 6858000"/>
              <a:gd name="connsiteX543" fmla="*/ 5911389 w 7472601"/>
              <a:gd name="connsiteY543" fmla="*/ 1898371 h 6858000"/>
              <a:gd name="connsiteX544" fmla="*/ 6944437 w 7472601"/>
              <a:gd name="connsiteY544" fmla="*/ 1575402 h 6858000"/>
              <a:gd name="connsiteX545" fmla="*/ 6304730 w 7472601"/>
              <a:gd name="connsiteY545" fmla="*/ 1766654 h 6858000"/>
              <a:gd name="connsiteX546" fmla="*/ 6944437 w 7472601"/>
              <a:gd name="connsiteY546" fmla="*/ 1575402 h 6858000"/>
              <a:gd name="connsiteX547" fmla="*/ 7019523 w 7472601"/>
              <a:gd name="connsiteY547" fmla="*/ 1519450 h 6858000"/>
              <a:gd name="connsiteX548" fmla="*/ 6298091 w 7472601"/>
              <a:gd name="connsiteY548" fmla="*/ 1737122 h 6858000"/>
              <a:gd name="connsiteX549" fmla="*/ 7019523 w 7472601"/>
              <a:gd name="connsiteY549" fmla="*/ 1519450 h 6858000"/>
              <a:gd name="connsiteX550" fmla="*/ 2399523 w 7472601"/>
              <a:gd name="connsiteY550" fmla="*/ 1428234 h 6858000"/>
              <a:gd name="connsiteX551" fmla="*/ 2224982 w 7472601"/>
              <a:gd name="connsiteY551" fmla="*/ 1826201 h 6858000"/>
              <a:gd name="connsiteX552" fmla="*/ 2096099 w 7472601"/>
              <a:gd name="connsiteY552" fmla="*/ 2345900 h 6858000"/>
              <a:gd name="connsiteX553" fmla="*/ 2283317 w 7472601"/>
              <a:gd name="connsiteY553" fmla="*/ 1796925 h 6858000"/>
              <a:gd name="connsiteX554" fmla="*/ 2399523 w 7472601"/>
              <a:gd name="connsiteY554" fmla="*/ 1428234 h 6858000"/>
              <a:gd name="connsiteX555" fmla="*/ 2448558 w 7472601"/>
              <a:gd name="connsiteY555" fmla="*/ 1373435 h 6858000"/>
              <a:gd name="connsiteX556" fmla="*/ 2312521 w 7472601"/>
              <a:gd name="connsiteY556" fmla="*/ 1806140 h 6858000"/>
              <a:gd name="connsiteX557" fmla="*/ 2127533 w 7472601"/>
              <a:gd name="connsiteY557" fmla="*/ 2348380 h 6858000"/>
              <a:gd name="connsiteX558" fmla="*/ 2358080 w 7472601"/>
              <a:gd name="connsiteY558" fmla="*/ 1866134 h 6858000"/>
              <a:gd name="connsiteX559" fmla="*/ 2407436 w 7472601"/>
              <a:gd name="connsiteY559" fmla="*/ 1651070 h 6858000"/>
              <a:gd name="connsiteX560" fmla="*/ 2448558 w 7472601"/>
              <a:gd name="connsiteY560" fmla="*/ 1373435 h 6858000"/>
              <a:gd name="connsiteX561" fmla="*/ 278707 w 7472601"/>
              <a:gd name="connsiteY561" fmla="*/ 1352270 h 6858000"/>
              <a:gd name="connsiteX562" fmla="*/ 321570 w 7472601"/>
              <a:gd name="connsiteY562" fmla="*/ 1861610 h 6858000"/>
              <a:gd name="connsiteX563" fmla="*/ 294281 w 7472601"/>
              <a:gd name="connsiteY563" fmla="*/ 1440658 h 6858000"/>
              <a:gd name="connsiteX564" fmla="*/ 278707 w 7472601"/>
              <a:gd name="connsiteY564" fmla="*/ 1352270 h 6858000"/>
              <a:gd name="connsiteX565" fmla="*/ 1423821 w 7472601"/>
              <a:gd name="connsiteY565" fmla="*/ 1351958 h 6858000"/>
              <a:gd name="connsiteX566" fmla="*/ 1638521 w 7472601"/>
              <a:gd name="connsiteY566" fmla="*/ 1908470 h 6858000"/>
              <a:gd name="connsiteX567" fmla="*/ 1754199 w 7472601"/>
              <a:gd name="connsiteY567" fmla="*/ 2149284 h 6858000"/>
              <a:gd name="connsiteX568" fmla="*/ 1908359 w 7472601"/>
              <a:gd name="connsiteY568" fmla="*/ 2364988 h 6858000"/>
              <a:gd name="connsiteX569" fmla="*/ 1647661 w 7472601"/>
              <a:gd name="connsiteY569" fmla="*/ 1825945 h 6858000"/>
              <a:gd name="connsiteX570" fmla="*/ 1423821 w 7472601"/>
              <a:gd name="connsiteY570" fmla="*/ 1351958 h 6858000"/>
              <a:gd name="connsiteX571" fmla="*/ 1431890 w 7472601"/>
              <a:gd name="connsiteY571" fmla="*/ 1306475 h 6858000"/>
              <a:gd name="connsiteX572" fmla="*/ 1507597 w 7472601"/>
              <a:gd name="connsiteY572" fmla="*/ 1446132 h 6858000"/>
              <a:gd name="connsiteX573" fmla="*/ 1674586 w 7472601"/>
              <a:gd name="connsiteY573" fmla="*/ 1813832 h 6858000"/>
              <a:gd name="connsiteX574" fmla="*/ 1815950 w 7472601"/>
              <a:gd name="connsiteY574" fmla="*/ 2128564 h 6858000"/>
              <a:gd name="connsiteX575" fmla="*/ 1984242 w 7472601"/>
              <a:gd name="connsiteY575" fmla="*/ 2430829 h 6858000"/>
              <a:gd name="connsiteX576" fmla="*/ 2014023 w 7472601"/>
              <a:gd name="connsiteY576" fmla="*/ 2450995 h 6858000"/>
              <a:gd name="connsiteX577" fmla="*/ 1747337 w 7472601"/>
              <a:gd name="connsiteY577" fmla="*/ 1855264 h 6858000"/>
              <a:gd name="connsiteX578" fmla="*/ 1533749 w 7472601"/>
              <a:gd name="connsiteY578" fmla="*/ 1478656 h 6858000"/>
              <a:gd name="connsiteX579" fmla="*/ 1431890 w 7472601"/>
              <a:gd name="connsiteY579" fmla="*/ 1306475 h 6858000"/>
              <a:gd name="connsiteX580" fmla="*/ 5052692 w 7472601"/>
              <a:gd name="connsiteY580" fmla="*/ 1292994 h 6858000"/>
              <a:gd name="connsiteX581" fmla="*/ 5200661 w 7472601"/>
              <a:gd name="connsiteY581" fmla="*/ 1635186 h 6858000"/>
              <a:gd name="connsiteX582" fmla="*/ 5297138 w 7472601"/>
              <a:gd name="connsiteY582" fmla="*/ 1906351 h 6858000"/>
              <a:gd name="connsiteX583" fmla="*/ 5052692 w 7472601"/>
              <a:gd name="connsiteY583" fmla="*/ 1292994 h 6858000"/>
              <a:gd name="connsiteX584" fmla="*/ 5009948 w 7472601"/>
              <a:gd name="connsiteY584" fmla="*/ 1273619 h 6858000"/>
              <a:gd name="connsiteX585" fmla="*/ 5121777 w 7472601"/>
              <a:gd name="connsiteY585" fmla="*/ 1654213 h 6858000"/>
              <a:gd name="connsiteX586" fmla="*/ 5293545 w 7472601"/>
              <a:gd name="connsiteY586" fmla="*/ 2072247 h 6858000"/>
              <a:gd name="connsiteX587" fmla="*/ 5294042 w 7472601"/>
              <a:gd name="connsiteY587" fmla="*/ 2065019 h 6858000"/>
              <a:gd name="connsiteX588" fmla="*/ 5171936 w 7472601"/>
              <a:gd name="connsiteY588" fmla="*/ 1647613 h 6858000"/>
              <a:gd name="connsiteX589" fmla="*/ 5009948 w 7472601"/>
              <a:gd name="connsiteY589" fmla="*/ 1273619 h 6858000"/>
              <a:gd name="connsiteX590" fmla="*/ 655236 w 7472601"/>
              <a:gd name="connsiteY590" fmla="*/ 1268632 h 6858000"/>
              <a:gd name="connsiteX591" fmla="*/ 839521 w 7472601"/>
              <a:gd name="connsiteY591" fmla="*/ 1685315 h 6858000"/>
              <a:gd name="connsiteX592" fmla="*/ 1109416 w 7472601"/>
              <a:gd name="connsiteY592" fmla="*/ 2061663 h 6858000"/>
              <a:gd name="connsiteX593" fmla="*/ 1298300 w 7472601"/>
              <a:gd name="connsiteY593" fmla="*/ 2247742 h 6858000"/>
              <a:gd name="connsiteX594" fmla="*/ 1125871 w 7472601"/>
              <a:gd name="connsiteY594" fmla="*/ 1989513 h 6858000"/>
              <a:gd name="connsiteX595" fmla="*/ 981574 w 7472601"/>
              <a:gd name="connsiteY595" fmla="*/ 1783157 h 6858000"/>
              <a:gd name="connsiteX596" fmla="*/ 922198 w 7472601"/>
              <a:gd name="connsiteY596" fmla="*/ 1677437 h 6858000"/>
              <a:gd name="connsiteX597" fmla="*/ 869293 w 7472601"/>
              <a:gd name="connsiteY597" fmla="*/ 1583214 h 6858000"/>
              <a:gd name="connsiteX598" fmla="*/ 751431 w 7472601"/>
              <a:gd name="connsiteY598" fmla="*/ 1405731 h 6858000"/>
              <a:gd name="connsiteX599" fmla="*/ 655236 w 7472601"/>
              <a:gd name="connsiteY599" fmla="*/ 1268632 h 6858000"/>
              <a:gd name="connsiteX600" fmla="*/ 6516292 w 7472601"/>
              <a:gd name="connsiteY600" fmla="*/ 1263064 h 6858000"/>
              <a:gd name="connsiteX601" fmla="*/ 5736320 w 7472601"/>
              <a:gd name="connsiteY601" fmla="*/ 1501803 h 6858000"/>
              <a:gd name="connsiteX602" fmla="*/ 6516292 w 7472601"/>
              <a:gd name="connsiteY602" fmla="*/ 1263064 h 6858000"/>
              <a:gd name="connsiteX603" fmla="*/ 291466 w 7472601"/>
              <a:gd name="connsiteY603" fmla="*/ 1250369 h 6858000"/>
              <a:gd name="connsiteX604" fmla="*/ 323180 w 7472601"/>
              <a:gd name="connsiteY604" fmla="*/ 1435283 h 6858000"/>
              <a:gd name="connsiteX605" fmla="*/ 349381 w 7472601"/>
              <a:gd name="connsiteY605" fmla="*/ 1875041 h 6858000"/>
              <a:gd name="connsiteX606" fmla="*/ 374363 w 7472601"/>
              <a:gd name="connsiteY606" fmla="*/ 1506494 h 6858000"/>
              <a:gd name="connsiteX607" fmla="*/ 302168 w 7472601"/>
              <a:gd name="connsiteY607" fmla="*/ 1274495 h 6858000"/>
              <a:gd name="connsiteX608" fmla="*/ 291466 w 7472601"/>
              <a:gd name="connsiteY608" fmla="*/ 1250369 h 6858000"/>
              <a:gd name="connsiteX609" fmla="*/ 678222 w 7472601"/>
              <a:gd name="connsiteY609" fmla="*/ 1248670 h 6858000"/>
              <a:gd name="connsiteX610" fmla="*/ 775536 w 7472601"/>
              <a:gd name="connsiteY610" fmla="*/ 1388015 h 6858000"/>
              <a:gd name="connsiteX611" fmla="*/ 894529 w 7472601"/>
              <a:gd name="connsiteY611" fmla="*/ 1567739 h 6858000"/>
              <a:gd name="connsiteX612" fmla="*/ 948000 w 7472601"/>
              <a:gd name="connsiteY612" fmla="*/ 1663088 h 6858000"/>
              <a:gd name="connsiteX613" fmla="*/ 1006812 w 7472601"/>
              <a:gd name="connsiteY613" fmla="*/ 1767683 h 6858000"/>
              <a:gd name="connsiteX614" fmla="*/ 1149133 w 7472601"/>
              <a:gd name="connsiteY614" fmla="*/ 1971513 h 6858000"/>
              <a:gd name="connsiteX615" fmla="*/ 1333952 w 7472601"/>
              <a:gd name="connsiteY615" fmla="*/ 2251620 h 6858000"/>
              <a:gd name="connsiteX616" fmla="*/ 1337329 w 7472601"/>
              <a:gd name="connsiteY616" fmla="*/ 2258350 h 6858000"/>
              <a:gd name="connsiteX617" fmla="*/ 1014726 w 7472601"/>
              <a:gd name="connsiteY617" fmla="*/ 1615556 h 6858000"/>
              <a:gd name="connsiteX618" fmla="*/ 678222 w 7472601"/>
              <a:gd name="connsiteY618" fmla="*/ 1248670 h 6858000"/>
              <a:gd name="connsiteX619" fmla="*/ 6691602 w 7472601"/>
              <a:gd name="connsiteY619" fmla="*/ 1140573 h 6858000"/>
              <a:gd name="connsiteX620" fmla="*/ 6571100 w 7472601"/>
              <a:gd name="connsiteY620" fmla="*/ 1183662 h 6858000"/>
              <a:gd name="connsiteX621" fmla="*/ 6241687 w 7472601"/>
              <a:gd name="connsiteY621" fmla="*/ 1257600 h 6858000"/>
              <a:gd name="connsiteX622" fmla="*/ 5693009 w 7472601"/>
              <a:gd name="connsiteY622" fmla="*/ 1478256 h 6858000"/>
              <a:gd name="connsiteX623" fmla="*/ 6548420 w 7472601"/>
              <a:gd name="connsiteY623" fmla="*/ 1214599 h 6858000"/>
              <a:gd name="connsiteX624" fmla="*/ 6605473 w 7472601"/>
              <a:gd name="connsiteY624" fmla="*/ 1184686 h 6858000"/>
              <a:gd name="connsiteX625" fmla="*/ 6691602 w 7472601"/>
              <a:gd name="connsiteY625" fmla="*/ 1140573 h 6858000"/>
              <a:gd name="connsiteX626" fmla="*/ 4002475 w 7472601"/>
              <a:gd name="connsiteY626" fmla="*/ 1037802 h 6858000"/>
              <a:gd name="connsiteX627" fmla="*/ 4000324 w 7472601"/>
              <a:gd name="connsiteY627" fmla="*/ 1039362 h 6858000"/>
              <a:gd name="connsiteX628" fmla="*/ 4002862 w 7472601"/>
              <a:gd name="connsiteY628" fmla="*/ 1042866 h 6858000"/>
              <a:gd name="connsiteX629" fmla="*/ 4002475 w 7472601"/>
              <a:gd name="connsiteY629" fmla="*/ 1037802 h 6858000"/>
              <a:gd name="connsiteX630" fmla="*/ 506322 w 7472601"/>
              <a:gd name="connsiteY630" fmla="*/ 1020997 h 6858000"/>
              <a:gd name="connsiteX631" fmla="*/ 533068 w 7472601"/>
              <a:gd name="connsiteY631" fmla="*/ 1029409 h 6858000"/>
              <a:gd name="connsiteX632" fmla="*/ 1232525 w 7472601"/>
              <a:gd name="connsiteY632" fmla="*/ 1804675 h 6858000"/>
              <a:gd name="connsiteX633" fmla="*/ 1388858 w 7472601"/>
              <a:gd name="connsiteY633" fmla="*/ 2368011 h 6858000"/>
              <a:gd name="connsiteX634" fmla="*/ 1384098 w 7472601"/>
              <a:gd name="connsiteY634" fmla="*/ 2378125 h 6858000"/>
              <a:gd name="connsiteX635" fmla="*/ 1425393 w 7472601"/>
              <a:gd name="connsiteY635" fmla="*/ 2589124 h 6858000"/>
              <a:gd name="connsiteX636" fmla="*/ 1424001 w 7472601"/>
              <a:gd name="connsiteY636" fmla="*/ 2597541 h 6858000"/>
              <a:gd name="connsiteX637" fmla="*/ 2152729 w 7472601"/>
              <a:gd name="connsiteY637" fmla="*/ 2864487 h 6858000"/>
              <a:gd name="connsiteX638" fmla="*/ 2020609 w 7472601"/>
              <a:gd name="connsiteY638" fmla="*/ 2539671 h 6858000"/>
              <a:gd name="connsiteX639" fmla="*/ 2018920 w 7472601"/>
              <a:gd name="connsiteY639" fmla="*/ 2536309 h 6858000"/>
              <a:gd name="connsiteX640" fmla="*/ 1342441 w 7472601"/>
              <a:gd name="connsiteY640" fmla="*/ 1173017 h 6858000"/>
              <a:gd name="connsiteX641" fmla="*/ 1367925 w 7472601"/>
              <a:gd name="connsiteY641" fmla="*/ 1135648 h 6858000"/>
              <a:gd name="connsiteX642" fmla="*/ 1771401 w 7472601"/>
              <a:gd name="connsiteY642" fmla="*/ 1806673 h 6858000"/>
              <a:gd name="connsiteX643" fmla="*/ 1972385 w 7472601"/>
              <a:gd name="connsiteY643" fmla="*/ 2198735 h 6858000"/>
              <a:gd name="connsiteX644" fmla="*/ 2040892 w 7472601"/>
              <a:gd name="connsiteY644" fmla="*/ 2405205 h 6858000"/>
              <a:gd name="connsiteX645" fmla="*/ 2131689 w 7472601"/>
              <a:gd name="connsiteY645" fmla="*/ 1936926 h 6858000"/>
              <a:gd name="connsiteX646" fmla="*/ 2454820 w 7472601"/>
              <a:gd name="connsiteY646" fmla="*/ 1248808 h 6858000"/>
              <a:gd name="connsiteX647" fmla="*/ 2492512 w 7472601"/>
              <a:gd name="connsiteY647" fmla="*/ 1302920 h 6858000"/>
              <a:gd name="connsiteX648" fmla="*/ 2081216 w 7472601"/>
              <a:gd name="connsiteY648" fmla="*/ 2527513 h 6858000"/>
              <a:gd name="connsiteX649" fmla="*/ 2081211 w 7472601"/>
              <a:gd name="connsiteY649" fmla="*/ 2528916 h 6858000"/>
              <a:gd name="connsiteX650" fmla="*/ 2199067 w 7472601"/>
              <a:gd name="connsiteY650" fmla="*/ 2884061 h 6858000"/>
              <a:gd name="connsiteX651" fmla="*/ 3192586 w 7472601"/>
              <a:gd name="connsiteY651" fmla="*/ 3411496 h 6858000"/>
              <a:gd name="connsiteX652" fmla="*/ 3182620 w 7472601"/>
              <a:gd name="connsiteY652" fmla="*/ 3483279 h 6858000"/>
              <a:gd name="connsiteX653" fmla="*/ 2435119 w 7472601"/>
              <a:gd name="connsiteY653" fmla="*/ 3080173 h 6858000"/>
              <a:gd name="connsiteX654" fmla="*/ 2410152 w 7472601"/>
              <a:gd name="connsiteY654" fmla="*/ 3063751 h 6858000"/>
              <a:gd name="connsiteX655" fmla="*/ 2408099 w 7472601"/>
              <a:gd name="connsiteY655" fmla="*/ 3064403 h 6858000"/>
              <a:gd name="connsiteX656" fmla="*/ 2407218 w 7472601"/>
              <a:gd name="connsiteY656" fmla="*/ 3070324 h 6858000"/>
              <a:gd name="connsiteX657" fmla="*/ 2380138 w 7472601"/>
              <a:gd name="connsiteY657" fmla="*/ 3099341 h 6858000"/>
              <a:gd name="connsiteX658" fmla="*/ 1765923 w 7472601"/>
              <a:gd name="connsiteY658" fmla="*/ 3581043 h 6858000"/>
              <a:gd name="connsiteX659" fmla="*/ 1702258 w 7472601"/>
              <a:gd name="connsiteY659" fmla="*/ 3612286 h 6858000"/>
              <a:gd name="connsiteX660" fmla="*/ 1538370 w 7472601"/>
              <a:gd name="connsiteY660" fmla="*/ 3811804 h 6858000"/>
              <a:gd name="connsiteX661" fmla="*/ 542867 w 7472601"/>
              <a:gd name="connsiteY661" fmla="*/ 4944092 h 6858000"/>
              <a:gd name="connsiteX662" fmla="*/ 515800 w 7472601"/>
              <a:gd name="connsiteY662" fmla="*/ 4862180 h 6858000"/>
              <a:gd name="connsiteX663" fmla="*/ 909145 w 7472601"/>
              <a:gd name="connsiteY663" fmla="*/ 4199225 h 6858000"/>
              <a:gd name="connsiteX664" fmla="*/ 1214067 w 7472601"/>
              <a:gd name="connsiteY664" fmla="*/ 3908561 h 6858000"/>
              <a:gd name="connsiteX665" fmla="*/ 640967 w 7472601"/>
              <a:gd name="connsiteY665" fmla="*/ 4105601 h 6858000"/>
              <a:gd name="connsiteX666" fmla="*/ 112563 w 7472601"/>
              <a:gd name="connsiteY666" fmla="*/ 4396952 h 6858000"/>
              <a:gd name="connsiteX667" fmla="*/ 0 w 7472601"/>
              <a:gd name="connsiteY667" fmla="*/ 4466006 h 6858000"/>
              <a:gd name="connsiteX668" fmla="*/ 0 w 7472601"/>
              <a:gd name="connsiteY668" fmla="*/ 4233763 h 6858000"/>
              <a:gd name="connsiteX669" fmla="*/ 36881 w 7472601"/>
              <a:gd name="connsiteY669" fmla="*/ 4200118 h 6858000"/>
              <a:gd name="connsiteX670" fmla="*/ 910534 w 7472601"/>
              <a:gd name="connsiteY670" fmla="*/ 3629753 h 6858000"/>
              <a:gd name="connsiteX671" fmla="*/ 1578717 w 7472601"/>
              <a:gd name="connsiteY671" fmla="*/ 3575982 h 6858000"/>
              <a:gd name="connsiteX672" fmla="*/ 2338780 w 7472601"/>
              <a:gd name="connsiteY672" fmla="*/ 3033725 h 6858000"/>
              <a:gd name="connsiteX673" fmla="*/ 1807991 w 7472601"/>
              <a:gd name="connsiteY673" fmla="*/ 2807184 h 6858000"/>
              <a:gd name="connsiteX674" fmla="*/ 1416358 w 7472601"/>
              <a:gd name="connsiteY674" fmla="*/ 3112571 h 6858000"/>
              <a:gd name="connsiteX675" fmla="*/ 939066 w 7472601"/>
              <a:gd name="connsiteY675" fmla="*/ 3378798 h 6858000"/>
              <a:gd name="connsiteX676" fmla="*/ 115099 w 7472601"/>
              <a:gd name="connsiteY676" fmla="*/ 3607650 h 6858000"/>
              <a:gd name="connsiteX677" fmla="*/ 97284 w 7472601"/>
              <a:gd name="connsiteY677" fmla="*/ 3520393 h 6858000"/>
              <a:gd name="connsiteX678" fmla="*/ 922050 w 7472601"/>
              <a:gd name="connsiteY678" fmla="*/ 3074867 h 6858000"/>
              <a:gd name="connsiteX679" fmla="*/ 1405265 w 7472601"/>
              <a:gd name="connsiteY679" fmla="*/ 3016319 h 6858000"/>
              <a:gd name="connsiteX680" fmla="*/ 1407512 w 7472601"/>
              <a:gd name="connsiteY680" fmla="*/ 3018001 h 6858000"/>
              <a:gd name="connsiteX681" fmla="*/ 1726266 w 7472601"/>
              <a:gd name="connsiteY681" fmla="*/ 2777274 h 6858000"/>
              <a:gd name="connsiteX682" fmla="*/ 625390 w 7472601"/>
              <a:gd name="connsiteY682" fmla="*/ 2514541 h 6858000"/>
              <a:gd name="connsiteX683" fmla="*/ 619799 w 7472601"/>
              <a:gd name="connsiteY683" fmla="*/ 2527180 h 6858000"/>
              <a:gd name="connsiteX684" fmla="*/ 310030 w 7472601"/>
              <a:gd name="connsiteY684" fmla="*/ 2771818 h 6858000"/>
              <a:gd name="connsiteX685" fmla="*/ 173877 w 7472601"/>
              <a:gd name="connsiteY685" fmla="*/ 2937056 h 6858000"/>
              <a:gd name="connsiteX686" fmla="*/ 77889 w 7472601"/>
              <a:gd name="connsiteY686" fmla="*/ 3138440 h 6858000"/>
              <a:gd name="connsiteX687" fmla="*/ 0 w 7472601"/>
              <a:gd name="connsiteY687" fmla="*/ 3271395 h 6858000"/>
              <a:gd name="connsiteX688" fmla="*/ 0 w 7472601"/>
              <a:gd name="connsiteY688" fmla="*/ 3153002 h 6858000"/>
              <a:gd name="connsiteX689" fmla="*/ 2386 w 7472601"/>
              <a:gd name="connsiteY689" fmla="*/ 3149203 h 6858000"/>
              <a:gd name="connsiteX690" fmla="*/ 89753 w 7472601"/>
              <a:gd name="connsiteY690" fmla="*/ 2987702 h 6858000"/>
              <a:gd name="connsiteX691" fmla="*/ 76869 w 7472601"/>
              <a:gd name="connsiteY691" fmla="*/ 3005404 h 6858000"/>
              <a:gd name="connsiteX692" fmla="*/ 32049 w 7472601"/>
              <a:gd name="connsiteY692" fmla="*/ 3065814 h 6858000"/>
              <a:gd name="connsiteX693" fmla="*/ 0 w 7472601"/>
              <a:gd name="connsiteY693" fmla="*/ 3108744 h 6858000"/>
              <a:gd name="connsiteX694" fmla="*/ 0 w 7472601"/>
              <a:gd name="connsiteY694" fmla="*/ 3058059 h 6858000"/>
              <a:gd name="connsiteX695" fmla="*/ 7610 w 7472601"/>
              <a:gd name="connsiteY695" fmla="*/ 3047889 h 6858000"/>
              <a:gd name="connsiteX696" fmla="*/ 52419 w 7472601"/>
              <a:gd name="connsiteY696" fmla="*/ 2987479 h 6858000"/>
              <a:gd name="connsiteX697" fmla="*/ 59142 w 7472601"/>
              <a:gd name="connsiteY697" fmla="*/ 2978488 h 6858000"/>
              <a:gd name="connsiteX698" fmla="*/ 0 w 7472601"/>
              <a:gd name="connsiteY698" fmla="*/ 3015334 h 6858000"/>
              <a:gd name="connsiteX699" fmla="*/ 0 w 7472601"/>
              <a:gd name="connsiteY699" fmla="*/ 2914286 h 6858000"/>
              <a:gd name="connsiteX700" fmla="*/ 36383 w 7472601"/>
              <a:gd name="connsiteY700" fmla="*/ 2901128 h 6858000"/>
              <a:gd name="connsiteX701" fmla="*/ 156329 w 7472601"/>
              <a:gd name="connsiteY701" fmla="*/ 2840533 h 6858000"/>
              <a:gd name="connsiteX702" fmla="*/ 358355 w 7472601"/>
              <a:gd name="connsiteY702" fmla="*/ 2620471 h 6858000"/>
              <a:gd name="connsiteX703" fmla="*/ 510577 w 7472601"/>
              <a:gd name="connsiteY703" fmla="*/ 2501244 h 6858000"/>
              <a:gd name="connsiteX704" fmla="*/ 211967 w 7472601"/>
              <a:gd name="connsiteY704" fmla="*/ 2479171 h 6858000"/>
              <a:gd name="connsiteX705" fmla="*/ 0 w 7472601"/>
              <a:gd name="connsiteY705" fmla="*/ 2476398 h 6858000"/>
              <a:gd name="connsiteX706" fmla="*/ 0 w 7472601"/>
              <a:gd name="connsiteY706" fmla="*/ 2389189 h 6858000"/>
              <a:gd name="connsiteX707" fmla="*/ 103062 w 7472601"/>
              <a:gd name="connsiteY707" fmla="*/ 2389518 h 6858000"/>
              <a:gd name="connsiteX708" fmla="*/ 510734 w 7472601"/>
              <a:gd name="connsiteY708" fmla="*/ 2416201 h 6858000"/>
              <a:gd name="connsiteX709" fmla="*/ 279257 w 7472601"/>
              <a:gd name="connsiteY709" fmla="*/ 2092102 h 6858000"/>
              <a:gd name="connsiteX710" fmla="*/ 65265 w 7472601"/>
              <a:gd name="connsiteY710" fmla="*/ 2006049 h 6858000"/>
              <a:gd name="connsiteX711" fmla="*/ 0 w 7472601"/>
              <a:gd name="connsiteY711" fmla="*/ 1982532 h 6858000"/>
              <a:gd name="connsiteX712" fmla="*/ 0 w 7472601"/>
              <a:gd name="connsiteY712" fmla="*/ 1912789 h 6858000"/>
              <a:gd name="connsiteX713" fmla="*/ 97460 w 7472601"/>
              <a:gd name="connsiteY713" fmla="*/ 1953725 h 6858000"/>
              <a:gd name="connsiteX714" fmla="*/ 221272 w 7472601"/>
              <a:gd name="connsiteY714" fmla="*/ 1980766 h 6858000"/>
              <a:gd name="connsiteX715" fmla="*/ 116765 w 7472601"/>
              <a:gd name="connsiteY715" fmla="*/ 1911033 h 6858000"/>
              <a:gd name="connsiteX716" fmla="*/ 16405 w 7472601"/>
              <a:gd name="connsiteY716" fmla="*/ 1803412 h 6858000"/>
              <a:gd name="connsiteX717" fmla="*/ 0 w 7472601"/>
              <a:gd name="connsiteY717" fmla="*/ 1784777 h 6858000"/>
              <a:gd name="connsiteX718" fmla="*/ 0 w 7472601"/>
              <a:gd name="connsiteY718" fmla="*/ 1740082 h 6858000"/>
              <a:gd name="connsiteX719" fmla="*/ 39394 w 7472601"/>
              <a:gd name="connsiteY719" fmla="*/ 1784856 h 6858000"/>
              <a:gd name="connsiteX720" fmla="*/ 135813 w 7472601"/>
              <a:gd name="connsiteY720" fmla="*/ 1888838 h 6858000"/>
              <a:gd name="connsiteX721" fmla="*/ 242575 w 7472601"/>
              <a:gd name="connsiteY721" fmla="*/ 1958841 h 6858000"/>
              <a:gd name="connsiteX722" fmla="*/ 82197 w 7472601"/>
              <a:gd name="connsiteY722" fmla="*/ 1754826 h 6858000"/>
              <a:gd name="connsiteX723" fmla="*/ 0 w 7472601"/>
              <a:gd name="connsiteY723" fmla="*/ 1679650 h 6858000"/>
              <a:gd name="connsiteX724" fmla="*/ 0 w 7472601"/>
              <a:gd name="connsiteY724" fmla="*/ 1602463 h 6858000"/>
              <a:gd name="connsiteX725" fmla="*/ 84689 w 7472601"/>
              <a:gd name="connsiteY725" fmla="*/ 1677442 h 6858000"/>
              <a:gd name="connsiteX726" fmla="*/ 298437 w 7472601"/>
              <a:gd name="connsiteY726" fmla="*/ 1968019 h 6858000"/>
              <a:gd name="connsiteX727" fmla="*/ 227269 w 7472601"/>
              <a:gd name="connsiteY727" fmla="*/ 1114064 h 6858000"/>
              <a:gd name="connsiteX728" fmla="*/ 248003 w 7472601"/>
              <a:gd name="connsiteY728" fmla="*/ 1089613 h 6858000"/>
              <a:gd name="connsiteX729" fmla="*/ 427020 w 7472601"/>
              <a:gd name="connsiteY729" fmla="*/ 1619803 h 6858000"/>
              <a:gd name="connsiteX730" fmla="*/ 340345 w 7472601"/>
              <a:gd name="connsiteY730" fmla="*/ 2027739 h 6858000"/>
              <a:gd name="connsiteX731" fmla="*/ 360865 w 7472601"/>
              <a:gd name="connsiteY731" fmla="*/ 2044827 h 6858000"/>
              <a:gd name="connsiteX732" fmla="*/ 560414 w 7472601"/>
              <a:gd name="connsiteY732" fmla="*/ 2421457 h 6858000"/>
              <a:gd name="connsiteX733" fmla="*/ 1359703 w 7472601"/>
              <a:gd name="connsiteY733" fmla="*/ 2578554 h 6858000"/>
              <a:gd name="connsiteX734" fmla="*/ 1359422 w 7472601"/>
              <a:gd name="connsiteY734" fmla="*/ 2577994 h 6858000"/>
              <a:gd name="connsiteX735" fmla="*/ 828701 w 7472601"/>
              <a:gd name="connsiteY735" fmla="*/ 1839520 h 6858000"/>
              <a:gd name="connsiteX736" fmla="*/ 494427 w 7472601"/>
              <a:gd name="connsiteY736" fmla="*/ 1092333 h 6858000"/>
              <a:gd name="connsiteX737" fmla="*/ 506322 w 7472601"/>
              <a:gd name="connsiteY737" fmla="*/ 1020997 h 6858000"/>
              <a:gd name="connsiteX738" fmla="*/ 4570198 w 7472601"/>
              <a:gd name="connsiteY738" fmla="*/ 978081 h 6858000"/>
              <a:gd name="connsiteX739" fmla="*/ 4523691 w 7472601"/>
              <a:gd name="connsiteY739" fmla="*/ 1127776 h 6858000"/>
              <a:gd name="connsiteX740" fmla="*/ 4509875 w 7472601"/>
              <a:gd name="connsiteY740" fmla="*/ 1167552 h 6858000"/>
              <a:gd name="connsiteX741" fmla="*/ 4478168 w 7472601"/>
              <a:gd name="connsiteY741" fmla="*/ 1260735 h 6858000"/>
              <a:gd name="connsiteX742" fmla="*/ 4409309 w 7472601"/>
              <a:gd name="connsiteY742" fmla="*/ 1666996 h 6858000"/>
              <a:gd name="connsiteX743" fmla="*/ 4370031 w 7472601"/>
              <a:gd name="connsiteY743" fmla="*/ 1955666 h 6858000"/>
              <a:gd name="connsiteX744" fmla="*/ 4570198 w 7472601"/>
              <a:gd name="connsiteY744" fmla="*/ 978081 h 6858000"/>
              <a:gd name="connsiteX745" fmla="*/ 4557898 w 7472601"/>
              <a:gd name="connsiteY745" fmla="*/ 900011 h 6858000"/>
              <a:gd name="connsiteX746" fmla="*/ 4344840 w 7472601"/>
              <a:gd name="connsiteY746" fmla="*/ 1922038 h 6858000"/>
              <a:gd name="connsiteX747" fmla="*/ 4378710 w 7472601"/>
              <a:gd name="connsiteY747" fmla="*/ 1665516 h 6858000"/>
              <a:gd name="connsiteX748" fmla="*/ 4448798 w 7472601"/>
              <a:gd name="connsiteY748" fmla="*/ 1253024 h 6858000"/>
              <a:gd name="connsiteX749" fmla="*/ 4480315 w 7472601"/>
              <a:gd name="connsiteY749" fmla="*/ 1158454 h 6858000"/>
              <a:gd name="connsiteX750" fmla="*/ 4494133 w 7472601"/>
              <a:gd name="connsiteY750" fmla="*/ 1118676 h 6858000"/>
              <a:gd name="connsiteX751" fmla="*/ 4557898 w 7472601"/>
              <a:gd name="connsiteY751" fmla="*/ 900011 h 6858000"/>
              <a:gd name="connsiteX752" fmla="*/ 5870151 w 7472601"/>
              <a:gd name="connsiteY752" fmla="*/ 898890 h 6858000"/>
              <a:gd name="connsiteX753" fmla="*/ 5861335 w 7472601"/>
              <a:gd name="connsiteY753" fmla="*/ 899177 h 6858000"/>
              <a:gd name="connsiteX754" fmla="*/ 5843702 w 7472601"/>
              <a:gd name="connsiteY754" fmla="*/ 899748 h 6858000"/>
              <a:gd name="connsiteX755" fmla="*/ 5651107 w 7472601"/>
              <a:gd name="connsiteY755" fmla="*/ 920306 h 6858000"/>
              <a:gd name="connsiteX756" fmla="*/ 5459407 w 7472601"/>
              <a:gd name="connsiteY756" fmla="*/ 940975 h 6858000"/>
              <a:gd name="connsiteX757" fmla="*/ 5374846 w 7472601"/>
              <a:gd name="connsiteY757" fmla="*/ 941988 h 6858000"/>
              <a:gd name="connsiteX758" fmla="*/ 5256105 w 7472601"/>
              <a:gd name="connsiteY758" fmla="*/ 945632 h 6858000"/>
              <a:gd name="connsiteX759" fmla="*/ 5107071 w 7472601"/>
              <a:gd name="connsiteY759" fmla="*/ 969720 h 6858000"/>
              <a:gd name="connsiteX760" fmla="*/ 4998681 w 7472601"/>
              <a:gd name="connsiteY760" fmla="*/ 988771 h 6858000"/>
              <a:gd name="connsiteX761" fmla="*/ 5870151 w 7472601"/>
              <a:gd name="connsiteY761" fmla="*/ 898890 h 6858000"/>
              <a:gd name="connsiteX762" fmla="*/ 5504425 w 7472601"/>
              <a:gd name="connsiteY762" fmla="*/ 848067 h 6858000"/>
              <a:gd name="connsiteX763" fmla="*/ 4968849 w 7472601"/>
              <a:gd name="connsiteY763" fmla="*/ 962318 h 6858000"/>
              <a:gd name="connsiteX764" fmla="*/ 5104039 w 7472601"/>
              <a:gd name="connsiteY764" fmla="*/ 940634 h 6858000"/>
              <a:gd name="connsiteX765" fmla="*/ 5256311 w 7472601"/>
              <a:gd name="connsiteY765" fmla="*/ 916490 h 6858000"/>
              <a:gd name="connsiteX766" fmla="*/ 5377381 w 7472601"/>
              <a:gd name="connsiteY766" fmla="*/ 912671 h 6858000"/>
              <a:gd name="connsiteX767" fmla="*/ 5460148 w 7472601"/>
              <a:gd name="connsiteY767" fmla="*/ 911442 h 6858000"/>
              <a:gd name="connsiteX768" fmla="*/ 5648971 w 7472601"/>
              <a:gd name="connsiteY768" fmla="*/ 891331 h 6858000"/>
              <a:gd name="connsiteX769" fmla="*/ 5844807 w 7472601"/>
              <a:gd name="connsiteY769" fmla="*/ 870718 h 6858000"/>
              <a:gd name="connsiteX770" fmla="*/ 5862975 w 7472601"/>
              <a:gd name="connsiteY770" fmla="*/ 869756 h 6858000"/>
              <a:gd name="connsiteX771" fmla="*/ 5920887 w 7472601"/>
              <a:gd name="connsiteY771" fmla="*/ 865929 h 6858000"/>
              <a:gd name="connsiteX772" fmla="*/ 5504425 w 7472601"/>
              <a:gd name="connsiteY772" fmla="*/ 848067 h 6858000"/>
              <a:gd name="connsiteX773" fmla="*/ 3607114 w 7472601"/>
              <a:gd name="connsiteY773" fmla="*/ 467441 h 6858000"/>
              <a:gd name="connsiteX774" fmla="*/ 3296242 w 7472601"/>
              <a:gd name="connsiteY774" fmla="*/ 807991 h 6858000"/>
              <a:gd name="connsiteX775" fmla="*/ 3174674 w 7472601"/>
              <a:gd name="connsiteY775" fmla="*/ 919759 h 6858000"/>
              <a:gd name="connsiteX776" fmla="*/ 3042978 w 7472601"/>
              <a:gd name="connsiteY776" fmla="*/ 1054894 h 6858000"/>
              <a:gd name="connsiteX777" fmla="*/ 2968914 w 7472601"/>
              <a:gd name="connsiteY777" fmla="*/ 1133756 h 6858000"/>
              <a:gd name="connsiteX778" fmla="*/ 3103823 w 7472601"/>
              <a:gd name="connsiteY778" fmla="*/ 1026814 h 6858000"/>
              <a:gd name="connsiteX779" fmla="*/ 3607114 w 7472601"/>
              <a:gd name="connsiteY779" fmla="*/ 467441 h 6858000"/>
              <a:gd name="connsiteX780" fmla="*/ 3744487 w 7472601"/>
              <a:gd name="connsiteY780" fmla="*/ 383136 h 6858000"/>
              <a:gd name="connsiteX781" fmla="*/ 3970213 w 7472601"/>
              <a:gd name="connsiteY781" fmla="*/ 995559 h 6858000"/>
              <a:gd name="connsiteX782" fmla="*/ 3744487 w 7472601"/>
              <a:gd name="connsiteY782" fmla="*/ 383136 h 6858000"/>
              <a:gd name="connsiteX783" fmla="*/ 3624562 w 7472601"/>
              <a:gd name="connsiteY783" fmla="*/ 367041 h 6858000"/>
              <a:gd name="connsiteX784" fmla="*/ 3489712 w 7472601"/>
              <a:gd name="connsiteY784" fmla="*/ 485386 h 6858000"/>
              <a:gd name="connsiteX785" fmla="*/ 3182994 w 7472601"/>
              <a:gd name="connsiteY785" fmla="*/ 828265 h 6858000"/>
              <a:gd name="connsiteX786" fmla="*/ 2892114 w 7472601"/>
              <a:gd name="connsiteY786" fmla="*/ 1172635 h 6858000"/>
              <a:gd name="connsiteX787" fmla="*/ 3021459 w 7472601"/>
              <a:gd name="connsiteY787" fmla="*/ 1035385 h 6858000"/>
              <a:gd name="connsiteX788" fmla="*/ 3153873 w 7472601"/>
              <a:gd name="connsiteY788" fmla="*/ 898971 h 6858000"/>
              <a:gd name="connsiteX789" fmla="*/ 3276511 w 7472601"/>
              <a:gd name="connsiteY789" fmla="*/ 786423 h 6858000"/>
              <a:gd name="connsiteX790" fmla="*/ 3584154 w 7472601"/>
              <a:gd name="connsiteY790" fmla="*/ 448218 h 6858000"/>
              <a:gd name="connsiteX791" fmla="*/ 3624562 w 7472601"/>
              <a:gd name="connsiteY791" fmla="*/ 367041 h 6858000"/>
              <a:gd name="connsiteX792" fmla="*/ 3766672 w 7472601"/>
              <a:gd name="connsiteY792" fmla="*/ 359429 h 6858000"/>
              <a:gd name="connsiteX793" fmla="*/ 3996338 w 7472601"/>
              <a:gd name="connsiteY793" fmla="*/ 968237 h 6858000"/>
              <a:gd name="connsiteX794" fmla="*/ 3766672 w 7472601"/>
              <a:gd name="connsiteY794" fmla="*/ 359429 h 6858000"/>
              <a:gd name="connsiteX795" fmla="*/ 5805386 w 7472601"/>
              <a:gd name="connsiteY795" fmla="*/ 239240 h 6858000"/>
              <a:gd name="connsiteX796" fmla="*/ 5736947 w 7472601"/>
              <a:gd name="connsiteY796" fmla="*/ 261367 h 6858000"/>
              <a:gd name="connsiteX797" fmla="*/ 5427012 w 7472601"/>
              <a:gd name="connsiteY797" fmla="*/ 311272 h 6858000"/>
              <a:gd name="connsiteX798" fmla="*/ 5147818 w 7472601"/>
              <a:gd name="connsiteY798" fmla="*/ 322112 h 6858000"/>
              <a:gd name="connsiteX799" fmla="*/ 5060854 w 7472601"/>
              <a:gd name="connsiteY799" fmla="*/ 311882 h 6858000"/>
              <a:gd name="connsiteX800" fmla="*/ 4945989 w 7472601"/>
              <a:gd name="connsiteY800" fmla="*/ 300516 h 6858000"/>
              <a:gd name="connsiteX801" fmla="*/ 5410479 w 7472601"/>
              <a:gd name="connsiteY801" fmla="*/ 348434 h 6858000"/>
              <a:gd name="connsiteX802" fmla="*/ 5805386 w 7472601"/>
              <a:gd name="connsiteY802" fmla="*/ 239240 h 6858000"/>
              <a:gd name="connsiteX803" fmla="*/ 5905192 w 7472601"/>
              <a:gd name="connsiteY803" fmla="*/ 163079 h 6858000"/>
              <a:gd name="connsiteX804" fmla="*/ 5865655 w 7472601"/>
              <a:gd name="connsiteY804" fmla="*/ 171901 h 6858000"/>
              <a:gd name="connsiteX805" fmla="*/ 5259740 w 7472601"/>
              <a:gd name="connsiteY805" fmla="*/ 257013 h 6858000"/>
              <a:gd name="connsiteX806" fmla="*/ 5208466 w 7472601"/>
              <a:gd name="connsiteY806" fmla="*/ 257550 h 6858000"/>
              <a:gd name="connsiteX807" fmla="*/ 4980204 w 7472601"/>
              <a:gd name="connsiteY807" fmla="*/ 271903 h 6858000"/>
              <a:gd name="connsiteX808" fmla="*/ 5068068 w 7472601"/>
              <a:gd name="connsiteY808" fmla="*/ 282244 h 6858000"/>
              <a:gd name="connsiteX809" fmla="*/ 5153231 w 7472601"/>
              <a:gd name="connsiteY809" fmla="*/ 292240 h 6858000"/>
              <a:gd name="connsiteX810" fmla="*/ 5426491 w 7472601"/>
              <a:gd name="connsiteY810" fmla="*/ 281128 h 6858000"/>
              <a:gd name="connsiteX811" fmla="*/ 5731212 w 7472601"/>
              <a:gd name="connsiteY811" fmla="*/ 231951 h 6858000"/>
              <a:gd name="connsiteX812" fmla="*/ 5905192 w 7472601"/>
              <a:gd name="connsiteY812" fmla="*/ 163079 h 6858000"/>
              <a:gd name="connsiteX813" fmla="*/ 5944437 w 7472601"/>
              <a:gd name="connsiteY813" fmla="*/ 113829 h 6858000"/>
              <a:gd name="connsiteX814" fmla="*/ 5825032 w 7472601"/>
              <a:gd name="connsiteY814" fmla="*/ 146405 h 6858000"/>
              <a:gd name="connsiteX815" fmla="*/ 4955599 w 7472601"/>
              <a:gd name="connsiteY815" fmla="*/ 247008 h 6858000"/>
              <a:gd name="connsiteX816" fmla="*/ 5210104 w 7472601"/>
              <a:gd name="connsiteY816" fmla="*/ 228123 h 6858000"/>
              <a:gd name="connsiteX817" fmla="*/ 5261015 w 7472601"/>
              <a:gd name="connsiteY817" fmla="*/ 227087 h 6858000"/>
              <a:gd name="connsiteX818" fmla="*/ 5861181 w 7472601"/>
              <a:gd name="connsiteY818" fmla="*/ 143093 h 6858000"/>
              <a:gd name="connsiteX819" fmla="*/ 5961252 w 7472601"/>
              <a:gd name="connsiteY819" fmla="*/ 114820 h 6858000"/>
              <a:gd name="connsiteX820" fmla="*/ 5944437 w 7472601"/>
              <a:gd name="connsiteY820" fmla="*/ 113829 h 6858000"/>
              <a:gd name="connsiteX821" fmla="*/ 3882765 w 7472601"/>
              <a:gd name="connsiteY821" fmla="*/ 0 h 6858000"/>
              <a:gd name="connsiteX822" fmla="*/ 3995099 w 7472601"/>
              <a:gd name="connsiteY822" fmla="*/ 0 h 6858000"/>
              <a:gd name="connsiteX823" fmla="*/ 4163818 w 7472601"/>
              <a:gd name="connsiteY823" fmla="*/ 234104 h 6858000"/>
              <a:gd name="connsiteX824" fmla="*/ 4172099 w 7472601"/>
              <a:gd name="connsiteY824" fmla="*/ 234207 h 6858000"/>
              <a:gd name="connsiteX825" fmla="*/ 4784282 w 7472601"/>
              <a:gd name="connsiteY825" fmla="*/ 276561 h 6858000"/>
              <a:gd name="connsiteX826" fmla="*/ 4801687 w 7472601"/>
              <a:gd name="connsiteY826" fmla="*/ 267764 h 6858000"/>
              <a:gd name="connsiteX827" fmla="*/ 6082788 w 7472601"/>
              <a:gd name="connsiteY827" fmla="*/ 64119 h 6858000"/>
              <a:gd name="connsiteX828" fmla="*/ 6099442 w 7472601"/>
              <a:gd name="connsiteY828" fmla="*/ 82568 h 6858000"/>
              <a:gd name="connsiteX829" fmla="*/ 4804137 w 7472601"/>
              <a:gd name="connsiteY829" fmla="*/ 320931 h 6858000"/>
              <a:gd name="connsiteX830" fmla="*/ 4227047 w 7472601"/>
              <a:gd name="connsiteY830" fmla="*/ 313415 h 6858000"/>
              <a:gd name="connsiteX831" fmla="*/ 4346041 w 7472601"/>
              <a:gd name="connsiteY831" fmla="*/ 456086 h 6858000"/>
              <a:gd name="connsiteX832" fmla="*/ 4870967 w 7472601"/>
              <a:gd name="connsiteY832" fmla="*/ 963061 h 6858000"/>
              <a:gd name="connsiteX833" fmla="*/ 4889647 w 7472601"/>
              <a:gd name="connsiteY833" fmla="*/ 957147 h 6858000"/>
              <a:gd name="connsiteX834" fmla="*/ 5422504 w 7472601"/>
              <a:gd name="connsiteY834" fmla="*/ 805191 h 6858000"/>
              <a:gd name="connsiteX835" fmla="*/ 6087656 w 7472601"/>
              <a:gd name="connsiteY835" fmla="*/ 826703 h 6858000"/>
              <a:gd name="connsiteX836" fmla="*/ 6058717 w 7472601"/>
              <a:gd name="connsiteY836" fmla="*/ 865992 h 6858000"/>
              <a:gd name="connsiteX837" fmla="*/ 4974153 w 7472601"/>
              <a:gd name="connsiteY837" fmla="*/ 1045456 h 6858000"/>
              <a:gd name="connsiteX838" fmla="*/ 5627835 w 7472601"/>
              <a:gd name="connsiteY838" fmla="*/ 1472077 h 6858000"/>
              <a:gd name="connsiteX839" fmla="*/ 5629817 w 7472601"/>
              <a:gd name="connsiteY839" fmla="*/ 1471412 h 6858000"/>
              <a:gd name="connsiteX840" fmla="*/ 5634124 w 7472601"/>
              <a:gd name="connsiteY840" fmla="*/ 1470572 h 6858000"/>
              <a:gd name="connsiteX841" fmla="*/ 5755832 w 7472601"/>
              <a:gd name="connsiteY841" fmla="*/ 1383886 h 6858000"/>
              <a:gd name="connsiteX842" fmla="*/ 6014186 w 7472601"/>
              <a:gd name="connsiteY842" fmla="*/ 1279799 h 6858000"/>
              <a:gd name="connsiteX843" fmla="*/ 6901619 w 7472601"/>
              <a:gd name="connsiteY843" fmla="*/ 1047874 h 6858000"/>
              <a:gd name="connsiteX844" fmla="*/ 6931566 w 7472601"/>
              <a:gd name="connsiteY844" fmla="*/ 1062034 h 6858000"/>
              <a:gd name="connsiteX845" fmla="*/ 5790982 w 7472601"/>
              <a:gd name="connsiteY845" fmla="*/ 1561380 h 6858000"/>
              <a:gd name="connsiteX846" fmla="*/ 6188971 w 7472601"/>
              <a:gd name="connsiteY846" fmla="*/ 1755168 h 6858000"/>
              <a:gd name="connsiteX847" fmla="*/ 6202446 w 7472601"/>
              <a:gd name="connsiteY847" fmla="*/ 1752268 h 6858000"/>
              <a:gd name="connsiteX848" fmla="*/ 7179560 w 7472601"/>
              <a:gd name="connsiteY848" fmla="*/ 1467551 h 6858000"/>
              <a:gd name="connsiteX849" fmla="*/ 7158730 w 7472601"/>
              <a:gd name="connsiteY849" fmla="*/ 1507835 h 6858000"/>
              <a:gd name="connsiteX850" fmla="*/ 6326959 w 7472601"/>
              <a:gd name="connsiteY850" fmla="*/ 1817686 h 6858000"/>
              <a:gd name="connsiteX851" fmla="*/ 6537433 w 7472601"/>
              <a:gd name="connsiteY851" fmla="*/ 1907790 h 6858000"/>
              <a:gd name="connsiteX852" fmla="*/ 6550221 w 7472601"/>
              <a:gd name="connsiteY852" fmla="*/ 1910729 h 6858000"/>
              <a:gd name="connsiteX853" fmla="*/ 6964438 w 7472601"/>
              <a:gd name="connsiteY853" fmla="*/ 2209505 h 6858000"/>
              <a:gd name="connsiteX854" fmla="*/ 7367862 w 7472601"/>
              <a:gd name="connsiteY854" fmla="*/ 2806833 h 6858000"/>
              <a:gd name="connsiteX855" fmla="*/ 7364329 w 7472601"/>
              <a:gd name="connsiteY855" fmla="*/ 2826907 h 6858000"/>
              <a:gd name="connsiteX856" fmla="*/ 7290545 w 7472601"/>
              <a:gd name="connsiteY856" fmla="*/ 2850663 h 6858000"/>
              <a:gd name="connsiteX857" fmla="*/ 6472036 w 7472601"/>
              <a:gd name="connsiteY857" fmla="*/ 1959003 h 6858000"/>
              <a:gd name="connsiteX858" fmla="*/ 5792897 w 7472601"/>
              <a:gd name="connsiteY858" fmla="*/ 1647747 h 6858000"/>
              <a:gd name="connsiteX859" fmla="*/ 5842751 w 7472601"/>
              <a:gd name="connsiteY859" fmla="*/ 1816112 h 6858000"/>
              <a:gd name="connsiteX860" fmla="*/ 5847424 w 7472601"/>
              <a:gd name="connsiteY860" fmla="*/ 1815776 h 6858000"/>
              <a:gd name="connsiteX861" fmla="*/ 6399821 w 7472601"/>
              <a:gd name="connsiteY861" fmla="*/ 2344799 h 6858000"/>
              <a:gd name="connsiteX862" fmla="*/ 6323232 w 7472601"/>
              <a:gd name="connsiteY862" fmla="*/ 2389634 h 6858000"/>
              <a:gd name="connsiteX863" fmla="*/ 5942958 w 7472601"/>
              <a:gd name="connsiteY863" fmla="*/ 2077708 h 6858000"/>
              <a:gd name="connsiteX864" fmla="*/ 5921559 w 7472601"/>
              <a:gd name="connsiteY864" fmla="*/ 2378596 h 6858000"/>
              <a:gd name="connsiteX865" fmla="*/ 5817651 w 7472601"/>
              <a:gd name="connsiteY865" fmla="*/ 3023919 h 6858000"/>
              <a:gd name="connsiteX866" fmla="*/ 5729634 w 7472601"/>
              <a:gd name="connsiteY866" fmla="*/ 3051849 h 6858000"/>
              <a:gd name="connsiteX867" fmla="*/ 5611018 w 7472601"/>
              <a:gd name="connsiteY867" fmla="*/ 2316769 h 6858000"/>
              <a:gd name="connsiteX868" fmla="*/ 5687608 w 7472601"/>
              <a:gd name="connsiteY868" fmla="*/ 2039972 h 6858000"/>
              <a:gd name="connsiteX869" fmla="*/ 5657554 w 7472601"/>
              <a:gd name="connsiteY869" fmla="*/ 1576445 h 6858000"/>
              <a:gd name="connsiteX870" fmla="*/ 5150475 w 7472601"/>
              <a:gd name="connsiteY870" fmla="*/ 1274012 h 6858000"/>
              <a:gd name="connsiteX871" fmla="*/ 5349142 w 7472601"/>
              <a:gd name="connsiteY871" fmla="*/ 2204405 h 6858000"/>
              <a:gd name="connsiteX872" fmla="*/ 5262214 w 7472601"/>
              <a:gd name="connsiteY872" fmla="*/ 2233836 h 6858000"/>
              <a:gd name="connsiteX873" fmla="*/ 4981539 w 7472601"/>
              <a:gd name="connsiteY873" fmla="*/ 1542201 h 6858000"/>
              <a:gd name="connsiteX874" fmla="*/ 4958461 w 7472601"/>
              <a:gd name="connsiteY874" fmla="*/ 1136957 h 6858000"/>
              <a:gd name="connsiteX875" fmla="*/ 4655015 w 7472601"/>
              <a:gd name="connsiteY875" fmla="*/ 891426 h 6858000"/>
              <a:gd name="connsiteX876" fmla="*/ 4348002 w 7472601"/>
              <a:gd name="connsiteY876" fmla="*/ 2205895 h 6858000"/>
              <a:gd name="connsiteX877" fmla="*/ 4262250 w 7472601"/>
              <a:gd name="connsiteY877" fmla="*/ 2219972 h 6858000"/>
              <a:gd name="connsiteX878" fmla="*/ 4550611 w 7472601"/>
              <a:gd name="connsiteY878" fmla="*/ 817540 h 6858000"/>
              <a:gd name="connsiteX879" fmla="*/ 4564418 w 7472601"/>
              <a:gd name="connsiteY879" fmla="*/ 808293 h 6858000"/>
              <a:gd name="connsiteX880" fmla="*/ 4266388 w 7472601"/>
              <a:gd name="connsiteY880" fmla="*/ 500083 h 6858000"/>
              <a:gd name="connsiteX881" fmla="*/ 4032842 w 7472601"/>
              <a:gd name="connsiteY881" fmla="*/ 211809 h 6858000"/>
              <a:gd name="connsiteX882" fmla="*/ 3882765 w 7472601"/>
              <a:gd name="connsiteY882" fmla="*/ 0 h 6858000"/>
              <a:gd name="connsiteX883" fmla="*/ 3721337 w 7472601"/>
              <a:gd name="connsiteY883" fmla="*/ 0 h 6858000"/>
              <a:gd name="connsiteX884" fmla="*/ 3797544 w 7472601"/>
              <a:gd name="connsiteY884" fmla="*/ 0 h 6858000"/>
              <a:gd name="connsiteX885" fmla="*/ 3775734 w 7472601"/>
              <a:gd name="connsiteY885" fmla="*/ 95131 h 6858000"/>
              <a:gd name="connsiteX886" fmla="*/ 3724807 w 7472601"/>
              <a:gd name="connsiteY886" fmla="*/ 272257 h 6858000"/>
              <a:gd name="connsiteX887" fmla="*/ 3726844 w 7472601"/>
              <a:gd name="connsiteY887" fmla="*/ 282988 h 6858000"/>
              <a:gd name="connsiteX888" fmla="*/ 3742664 w 7472601"/>
              <a:gd name="connsiteY888" fmla="*/ 279918 h 6858000"/>
              <a:gd name="connsiteX889" fmla="*/ 4103910 w 7472601"/>
              <a:gd name="connsiteY889" fmla="*/ 1161917 h 6858000"/>
              <a:gd name="connsiteX890" fmla="*/ 4020269 w 7472601"/>
              <a:gd name="connsiteY890" fmla="*/ 1200406 h 6858000"/>
              <a:gd name="connsiteX891" fmla="*/ 3674882 w 7472601"/>
              <a:gd name="connsiteY891" fmla="*/ 488524 h 6858000"/>
              <a:gd name="connsiteX892" fmla="*/ 3132682 w 7472601"/>
              <a:gd name="connsiteY892" fmla="*/ 1072284 h 6858000"/>
              <a:gd name="connsiteX893" fmla="*/ 2716346 w 7472601"/>
              <a:gd name="connsiteY893" fmla="*/ 1276376 h 6858000"/>
              <a:gd name="connsiteX894" fmla="*/ 2716772 w 7472601"/>
              <a:gd name="connsiteY894" fmla="*/ 1255462 h 6858000"/>
              <a:gd name="connsiteX895" fmla="*/ 3471096 w 7472601"/>
              <a:gd name="connsiteY895" fmla="*/ 437072 h 6858000"/>
              <a:gd name="connsiteX896" fmla="*/ 3639057 w 7472601"/>
              <a:gd name="connsiteY896" fmla="*/ 286334 h 6858000"/>
              <a:gd name="connsiteX897" fmla="*/ 3640309 w 7472601"/>
              <a:gd name="connsiteY897" fmla="*/ 284664 h 6858000"/>
              <a:gd name="connsiteX898" fmla="*/ 3646022 w 7472601"/>
              <a:gd name="connsiteY898" fmla="*/ 276711 h 6858000"/>
              <a:gd name="connsiteX899" fmla="*/ 3707943 w 7472601"/>
              <a:gd name="connsiteY899" fmla="*/ 65958 h 6858000"/>
              <a:gd name="connsiteX900" fmla="*/ 3721337 w 7472601"/>
              <a:gd name="connsiteY900" fmla="*/ 0 h 6858000"/>
              <a:gd name="connsiteX901" fmla="*/ 2867960 w 7472601"/>
              <a:gd name="connsiteY901" fmla="*/ 0 h 6858000"/>
              <a:gd name="connsiteX902" fmla="*/ 2926351 w 7472601"/>
              <a:gd name="connsiteY902" fmla="*/ 0 h 6858000"/>
              <a:gd name="connsiteX903" fmla="*/ 2902823 w 7472601"/>
              <a:gd name="connsiteY903" fmla="*/ 262929 h 6858000"/>
              <a:gd name="connsiteX904" fmla="*/ 2940663 w 7472601"/>
              <a:gd name="connsiteY904" fmla="*/ 140884 h 6858000"/>
              <a:gd name="connsiteX905" fmla="*/ 2947039 w 7472601"/>
              <a:gd name="connsiteY905" fmla="*/ 122524 h 6858000"/>
              <a:gd name="connsiteX906" fmla="*/ 2984316 w 7472601"/>
              <a:gd name="connsiteY906" fmla="*/ 0 h 6858000"/>
              <a:gd name="connsiteX907" fmla="*/ 3016114 w 7472601"/>
              <a:gd name="connsiteY907" fmla="*/ 0 h 6858000"/>
              <a:gd name="connsiteX908" fmla="*/ 2979949 w 7472601"/>
              <a:gd name="connsiteY908" fmla="*/ 119274 h 6858000"/>
              <a:gd name="connsiteX909" fmla="*/ 3023879 w 7472601"/>
              <a:gd name="connsiteY909" fmla="*/ 0 h 6858000"/>
              <a:gd name="connsiteX910" fmla="*/ 3105400 w 7472601"/>
              <a:gd name="connsiteY910" fmla="*/ 0 h 6858000"/>
              <a:gd name="connsiteX911" fmla="*/ 3094669 w 7472601"/>
              <a:gd name="connsiteY911" fmla="*/ 30308 h 6858000"/>
              <a:gd name="connsiteX912" fmla="*/ 2901945 w 7472601"/>
              <a:gd name="connsiteY912" fmla="*/ 466538 h 6858000"/>
              <a:gd name="connsiteX913" fmla="*/ 2815209 w 7472601"/>
              <a:gd name="connsiteY913" fmla="*/ 497361 h 6858000"/>
              <a:gd name="connsiteX914" fmla="*/ 2844845 w 7472601"/>
              <a:gd name="connsiteY914" fmla="*/ 127638 h 6858000"/>
              <a:gd name="connsiteX915" fmla="*/ 2867960 w 7472601"/>
              <a:gd name="connsiteY915" fmla="*/ 0 h 6858000"/>
              <a:gd name="connsiteX916" fmla="*/ 1057230 w 7472601"/>
              <a:gd name="connsiteY916" fmla="*/ 0 h 6858000"/>
              <a:gd name="connsiteX917" fmla="*/ 1111003 w 7472601"/>
              <a:gd name="connsiteY917" fmla="*/ 0 h 6858000"/>
              <a:gd name="connsiteX918" fmla="*/ 1125553 w 7472601"/>
              <a:gd name="connsiteY918" fmla="*/ 52588 h 6858000"/>
              <a:gd name="connsiteX919" fmla="*/ 1304276 w 7472601"/>
              <a:gd name="connsiteY919" fmla="*/ 476275 h 6858000"/>
              <a:gd name="connsiteX920" fmla="*/ 1492066 w 7472601"/>
              <a:gd name="connsiteY920" fmla="*/ 886333 h 6858000"/>
              <a:gd name="connsiteX921" fmla="*/ 1423698 w 7472601"/>
              <a:gd name="connsiteY921" fmla="*/ 710817 h 6858000"/>
              <a:gd name="connsiteX922" fmla="*/ 1357609 w 7472601"/>
              <a:gd name="connsiteY922" fmla="*/ 532892 h 6858000"/>
              <a:gd name="connsiteX923" fmla="*/ 1309550 w 7472601"/>
              <a:gd name="connsiteY923" fmla="*/ 374031 h 6858000"/>
              <a:gd name="connsiteX924" fmla="*/ 1193673 w 7472601"/>
              <a:gd name="connsiteY924" fmla="*/ 49533 h 6858000"/>
              <a:gd name="connsiteX925" fmla="*/ 1164391 w 7472601"/>
              <a:gd name="connsiteY925" fmla="*/ 0 h 6858000"/>
              <a:gd name="connsiteX926" fmla="*/ 1200666 w 7472601"/>
              <a:gd name="connsiteY926" fmla="*/ 0 h 6858000"/>
              <a:gd name="connsiteX927" fmla="*/ 1223408 w 7472601"/>
              <a:gd name="connsiteY927" fmla="*/ 38996 h 6858000"/>
              <a:gd name="connsiteX928" fmla="*/ 1339635 w 7472601"/>
              <a:gd name="connsiteY928" fmla="*/ 365517 h 6858000"/>
              <a:gd name="connsiteX929" fmla="*/ 1387469 w 7472601"/>
              <a:gd name="connsiteY929" fmla="*/ 523079 h 6858000"/>
              <a:gd name="connsiteX930" fmla="*/ 1452685 w 7472601"/>
              <a:gd name="connsiteY930" fmla="*/ 699806 h 6858000"/>
              <a:gd name="connsiteX931" fmla="*/ 1492092 w 7472601"/>
              <a:gd name="connsiteY931" fmla="*/ 800424 h 6858000"/>
              <a:gd name="connsiteX932" fmla="*/ 1455302 w 7472601"/>
              <a:gd name="connsiteY932" fmla="*/ 632913 h 6858000"/>
              <a:gd name="connsiteX933" fmla="*/ 1222336 w 7472601"/>
              <a:gd name="connsiteY933" fmla="*/ 9480 h 6858000"/>
              <a:gd name="connsiteX934" fmla="*/ 1214634 w 7472601"/>
              <a:gd name="connsiteY934" fmla="*/ 0 h 6858000"/>
              <a:gd name="connsiteX935" fmla="*/ 1289827 w 7472601"/>
              <a:gd name="connsiteY935" fmla="*/ 0 h 6858000"/>
              <a:gd name="connsiteX936" fmla="*/ 1321076 w 7472601"/>
              <a:gd name="connsiteY936" fmla="*/ 59722 h 6858000"/>
              <a:gd name="connsiteX937" fmla="*/ 1512579 w 7472601"/>
              <a:gd name="connsiteY937" fmla="*/ 626441 h 6858000"/>
              <a:gd name="connsiteX938" fmla="*/ 1506076 w 7472601"/>
              <a:gd name="connsiteY938" fmla="*/ 1089289 h 6858000"/>
              <a:gd name="connsiteX939" fmla="*/ 1486346 w 7472601"/>
              <a:gd name="connsiteY939" fmla="*/ 1079919 h 6858000"/>
              <a:gd name="connsiteX940" fmla="*/ 1070511 w 7472601"/>
              <a:gd name="connsiteY940" fmla="*/ 48609 h 6858000"/>
              <a:gd name="connsiteX941" fmla="*/ 1057230 w 7472601"/>
              <a:gd name="connsiteY941" fmla="*/ 0 h 6858000"/>
              <a:gd name="connsiteX942" fmla="*/ 43151 w 7472601"/>
              <a:gd name="connsiteY942" fmla="*/ 0 h 6858000"/>
              <a:gd name="connsiteX943" fmla="*/ 95283 w 7472601"/>
              <a:gd name="connsiteY943" fmla="*/ 0 h 6858000"/>
              <a:gd name="connsiteX944" fmla="*/ 300708 w 7472601"/>
              <a:gd name="connsiteY944" fmla="*/ 154571 h 6858000"/>
              <a:gd name="connsiteX945" fmla="*/ 530414 w 7472601"/>
              <a:gd name="connsiteY945" fmla="*/ 354673 h 6858000"/>
              <a:gd name="connsiteX946" fmla="*/ 333785 w 7472601"/>
              <a:gd name="connsiteY946" fmla="*/ 161564 h 6858000"/>
              <a:gd name="connsiteX947" fmla="*/ 147005 w 7472601"/>
              <a:gd name="connsiteY947" fmla="*/ 0 h 6858000"/>
              <a:gd name="connsiteX948" fmla="*/ 272509 w 7472601"/>
              <a:gd name="connsiteY948" fmla="*/ 0 h 6858000"/>
              <a:gd name="connsiteX949" fmla="*/ 326276 w 7472601"/>
              <a:gd name="connsiteY949" fmla="*/ 45847 h 6858000"/>
              <a:gd name="connsiteX950" fmla="*/ 823759 w 7472601"/>
              <a:gd name="connsiteY950" fmla="*/ 574145 h 6858000"/>
              <a:gd name="connsiteX951" fmla="*/ 811254 w 7472601"/>
              <a:gd name="connsiteY951" fmla="*/ 665546 h 6858000"/>
              <a:gd name="connsiteX952" fmla="*/ 154042 w 7472601"/>
              <a:gd name="connsiteY952" fmla="*/ 261522 h 6858000"/>
              <a:gd name="connsiteX953" fmla="*/ 13550 w 7472601"/>
              <a:gd name="connsiteY953" fmla="*/ 158423 h 6858000"/>
              <a:gd name="connsiteX954" fmla="*/ 0 w 7472601"/>
              <a:gd name="connsiteY954" fmla="*/ 146618 h 6858000"/>
              <a:gd name="connsiteX955" fmla="*/ 0 w 7472601"/>
              <a:gd name="connsiteY955" fmla="*/ 59161 h 6858000"/>
              <a:gd name="connsiteX956" fmla="*/ 45427 w 7472601"/>
              <a:gd name="connsiteY956" fmla="*/ 101078 h 6858000"/>
              <a:gd name="connsiteX957" fmla="*/ 630103 w 7472601"/>
              <a:gd name="connsiteY957" fmla="*/ 485885 h 6858000"/>
              <a:gd name="connsiteX958" fmla="*/ 532040 w 7472601"/>
              <a:gd name="connsiteY958" fmla="*/ 399359 h 6858000"/>
              <a:gd name="connsiteX959" fmla="*/ 517618 w 7472601"/>
              <a:gd name="connsiteY959" fmla="*/ 385726 h 6858000"/>
              <a:gd name="connsiteX960" fmla="*/ 285074 w 7472601"/>
              <a:gd name="connsiteY960" fmla="*/ 182755 h 6858000"/>
              <a:gd name="connsiteX961" fmla="*/ 43151 w 7472601"/>
              <a:gd name="connsiteY961"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63634 h 6858000"/>
              <a:gd name="connsiteX78" fmla="*/ 7448321 w 7472601"/>
              <a:gd name="connsiteY78" fmla="*/ 6190991 h 6858000"/>
              <a:gd name="connsiteX79" fmla="*/ 7467600 w 7472601"/>
              <a:gd name="connsiteY79" fmla="*/ 6221686 h 6858000"/>
              <a:gd name="connsiteX80" fmla="*/ 7467600 w 7472601"/>
              <a:gd name="connsiteY80" fmla="*/ 6334256 h 6858000"/>
              <a:gd name="connsiteX81" fmla="*/ 7454976 w 7472601"/>
              <a:gd name="connsiteY81" fmla="*/ 6318297 h 6858000"/>
              <a:gd name="connsiteX82" fmla="*/ 1456157 w 7472601"/>
              <a:gd name="connsiteY82" fmla="*/ 5371404 h 6858000"/>
              <a:gd name="connsiteX83" fmla="*/ 1244432 w 7472601"/>
              <a:gd name="connsiteY83" fmla="*/ 5385601 h 6858000"/>
              <a:gd name="connsiteX84" fmla="*/ 973990 w 7472601"/>
              <a:gd name="connsiteY84" fmla="*/ 5424940 h 6858000"/>
              <a:gd name="connsiteX85" fmla="*/ 1103809 w 7472601"/>
              <a:gd name="connsiteY85" fmla="*/ 5433720 h 6858000"/>
              <a:gd name="connsiteX86" fmla="*/ 1123454 w 7472601"/>
              <a:gd name="connsiteY86" fmla="*/ 5435727 h 6858000"/>
              <a:gd name="connsiteX87" fmla="*/ 1737017 w 7472601"/>
              <a:gd name="connsiteY87" fmla="*/ 5452183 h 6858000"/>
              <a:gd name="connsiteX88" fmla="*/ 1824397 w 7472601"/>
              <a:gd name="connsiteY88" fmla="*/ 5447757 h 6858000"/>
              <a:gd name="connsiteX89" fmla="*/ 2070059 w 7472601"/>
              <a:gd name="connsiteY89" fmla="*/ 5441660 h 6858000"/>
              <a:gd name="connsiteX90" fmla="*/ 1456157 w 7472601"/>
              <a:gd name="connsiteY90" fmla="*/ 5371404 h 6858000"/>
              <a:gd name="connsiteX91" fmla="*/ 4988186 w 7472601"/>
              <a:gd name="connsiteY91" fmla="*/ 5216467 h 6858000"/>
              <a:gd name="connsiteX92" fmla="*/ 4777334 w 7472601"/>
              <a:gd name="connsiteY92" fmla="*/ 5406072 h 6858000"/>
              <a:gd name="connsiteX93" fmla="*/ 4718341 w 7472601"/>
              <a:gd name="connsiteY93" fmla="*/ 5468043 h 6858000"/>
              <a:gd name="connsiteX94" fmla="*/ 4604655 w 7472601"/>
              <a:gd name="connsiteY94" fmla="*/ 5583434 h 6858000"/>
              <a:gd name="connsiteX95" fmla="*/ 4565074 w 7472601"/>
              <a:gd name="connsiteY95" fmla="*/ 5618550 h 6858000"/>
              <a:gd name="connsiteX96" fmla="*/ 4988186 w 7472601"/>
              <a:gd name="connsiteY96" fmla="*/ 5216467 h 6858000"/>
              <a:gd name="connsiteX97" fmla="*/ 4978032 w 7472601"/>
              <a:gd name="connsiteY97" fmla="*/ 5183809 h 6858000"/>
              <a:gd name="connsiteX98" fmla="*/ 4463413 w 7472601"/>
              <a:gd name="connsiteY98" fmla="*/ 5615162 h 6858000"/>
              <a:gd name="connsiteX99" fmla="*/ 4358134 w 7472601"/>
              <a:gd name="connsiteY99" fmla="*/ 5742791 h 6858000"/>
              <a:gd name="connsiteX100" fmla="*/ 4376219 w 7472601"/>
              <a:gd name="connsiteY100" fmla="*/ 5729027 h 6858000"/>
              <a:gd name="connsiteX101" fmla="*/ 4582340 w 7472601"/>
              <a:gd name="connsiteY101" fmla="*/ 5561037 h 6858000"/>
              <a:gd name="connsiteX102" fmla="*/ 4694684 w 7472601"/>
              <a:gd name="connsiteY102" fmla="*/ 5447098 h 6858000"/>
              <a:gd name="connsiteX103" fmla="*/ 4754123 w 7472601"/>
              <a:gd name="connsiteY103" fmla="*/ 5384643 h 6858000"/>
              <a:gd name="connsiteX104" fmla="*/ 4978032 w 7472601"/>
              <a:gd name="connsiteY104" fmla="*/ 5183809 h 6858000"/>
              <a:gd name="connsiteX105" fmla="*/ 1903353 w 7472601"/>
              <a:gd name="connsiteY105" fmla="*/ 5044827 h 6858000"/>
              <a:gd name="connsiteX106" fmla="*/ 1936931 w 7472601"/>
              <a:gd name="connsiteY106" fmla="*/ 5093954 h 6858000"/>
              <a:gd name="connsiteX107" fmla="*/ 2195868 w 7472601"/>
              <a:gd name="connsiteY107" fmla="*/ 5396574 h 6858000"/>
              <a:gd name="connsiteX108" fmla="*/ 2088852 w 7472601"/>
              <a:gd name="connsiteY108" fmla="*/ 5166123 h 6858000"/>
              <a:gd name="connsiteX109" fmla="*/ 1958241 w 7472601"/>
              <a:gd name="connsiteY109" fmla="*/ 5067955 h 6858000"/>
              <a:gd name="connsiteX110" fmla="*/ 1903353 w 7472601"/>
              <a:gd name="connsiteY110" fmla="*/ 5044827 h 6858000"/>
              <a:gd name="connsiteX111" fmla="*/ 1979378 w 7472601"/>
              <a:gd name="connsiteY111" fmla="*/ 4769504 h 6858000"/>
              <a:gd name="connsiteX112" fmla="*/ 2882120 w 7472601"/>
              <a:gd name="connsiteY112" fmla="*/ 5064547 h 6858000"/>
              <a:gd name="connsiteX113" fmla="*/ 2793103 w 7472601"/>
              <a:gd name="connsiteY113" fmla="*/ 5039699 h 6858000"/>
              <a:gd name="connsiteX114" fmla="*/ 2770041 w 7472601"/>
              <a:gd name="connsiteY114" fmla="*/ 5033634 h 6858000"/>
              <a:gd name="connsiteX115" fmla="*/ 1979378 w 7472601"/>
              <a:gd name="connsiteY115" fmla="*/ 4769504 h 6858000"/>
              <a:gd name="connsiteX116" fmla="*/ 1927410 w 7472601"/>
              <a:gd name="connsiteY116" fmla="*/ 4716164 h 6858000"/>
              <a:gd name="connsiteX117" fmla="*/ 1959587 w 7472601"/>
              <a:gd name="connsiteY117" fmla="*/ 4728849 h 6858000"/>
              <a:gd name="connsiteX118" fmla="*/ 2777707 w 7472601"/>
              <a:gd name="connsiteY118" fmla="*/ 5003991 h 6858000"/>
              <a:gd name="connsiteX119" fmla="*/ 2800768 w 7472601"/>
              <a:gd name="connsiteY119" fmla="*/ 5010056 h 6858000"/>
              <a:gd name="connsiteX120" fmla="*/ 2879408 w 7472601"/>
              <a:gd name="connsiteY120" fmla="*/ 5031590 h 6858000"/>
              <a:gd name="connsiteX121" fmla="*/ 2862295 w 7472601"/>
              <a:gd name="connsiteY121" fmla="*/ 5022958 h 6858000"/>
              <a:gd name="connsiteX122" fmla="*/ 2813343 w 7472601"/>
              <a:gd name="connsiteY122" fmla="*/ 4998369 h 6858000"/>
              <a:gd name="connsiteX123" fmla="*/ 2646245 w 7472601"/>
              <a:gd name="connsiteY123" fmla="*/ 4930999 h 6858000"/>
              <a:gd name="connsiteX124" fmla="*/ 1999243 w 7472601"/>
              <a:gd name="connsiteY124" fmla="*/ 4730524 h 6858000"/>
              <a:gd name="connsiteX125" fmla="*/ 1979527 w 7472601"/>
              <a:gd name="connsiteY125" fmla="*/ 4726651 h 6858000"/>
              <a:gd name="connsiteX126" fmla="*/ 1927410 w 7472601"/>
              <a:gd name="connsiteY126" fmla="*/ 4716164 h 6858000"/>
              <a:gd name="connsiteX127" fmla="*/ 1997014 w 7472601"/>
              <a:gd name="connsiteY127" fmla="*/ 4698007 h 6858000"/>
              <a:gd name="connsiteX128" fmla="*/ 2005458 w 7472601"/>
              <a:gd name="connsiteY128" fmla="*/ 4699540 h 6858000"/>
              <a:gd name="connsiteX129" fmla="*/ 2657186 w 7472601"/>
              <a:gd name="connsiteY129" fmla="*/ 4901687 h 6858000"/>
              <a:gd name="connsiteX130" fmla="*/ 2826662 w 7472601"/>
              <a:gd name="connsiteY130" fmla="*/ 4970362 h 6858000"/>
              <a:gd name="connsiteX131" fmla="*/ 2876100 w 7472601"/>
              <a:gd name="connsiteY131" fmla="*/ 4995397 h 6858000"/>
              <a:gd name="connsiteX132" fmla="*/ 3042600 w 7472601"/>
              <a:gd name="connsiteY132" fmla="*/ 5059532 h 6858000"/>
              <a:gd name="connsiteX133" fmla="*/ 1997014 w 7472601"/>
              <a:gd name="connsiteY133" fmla="*/ 4698007 h 6858000"/>
              <a:gd name="connsiteX134" fmla="*/ 2305292 w 7472601"/>
              <a:gd name="connsiteY134" fmla="*/ 4219492 h 6858000"/>
              <a:gd name="connsiteX135" fmla="*/ 3360922 w 7472601"/>
              <a:gd name="connsiteY135" fmla="*/ 4529373 h 6858000"/>
              <a:gd name="connsiteX136" fmla="*/ 3492420 w 7472601"/>
              <a:gd name="connsiteY136" fmla="*/ 4510145 h 6858000"/>
              <a:gd name="connsiteX137" fmla="*/ 3364086 w 7472601"/>
              <a:gd name="connsiteY137" fmla="*/ 4480340 h 6858000"/>
              <a:gd name="connsiteX138" fmla="*/ 3225818 w 7472601"/>
              <a:gd name="connsiteY138" fmla="*/ 4411822 h 6858000"/>
              <a:gd name="connsiteX139" fmla="*/ 3129696 w 7472601"/>
              <a:gd name="connsiteY139" fmla="*/ 4360704 h 6858000"/>
              <a:gd name="connsiteX140" fmla="*/ 2814545 w 7472601"/>
              <a:gd name="connsiteY140" fmla="*/ 4282955 h 6858000"/>
              <a:gd name="connsiteX141" fmla="*/ 2305292 w 7472601"/>
              <a:gd name="connsiteY141" fmla="*/ 4219492 h 6858000"/>
              <a:gd name="connsiteX142" fmla="*/ 2626982 w 7472601"/>
              <a:gd name="connsiteY142" fmla="*/ 4206450 h 6858000"/>
              <a:gd name="connsiteX143" fmla="*/ 2490617 w 7472601"/>
              <a:gd name="connsiteY143" fmla="*/ 4206951 h 6858000"/>
              <a:gd name="connsiteX144" fmla="*/ 2819869 w 7472601"/>
              <a:gd name="connsiteY144" fmla="*/ 4252936 h 6858000"/>
              <a:gd name="connsiteX145" fmla="*/ 3143018 w 7472601"/>
              <a:gd name="connsiteY145" fmla="*/ 4332698 h 6858000"/>
              <a:gd name="connsiteX146" fmla="*/ 3241520 w 7472601"/>
              <a:gd name="connsiteY146" fmla="*/ 4385112 h 6858000"/>
              <a:gd name="connsiteX147" fmla="*/ 3374575 w 7472601"/>
              <a:gd name="connsiteY147" fmla="*/ 4451517 h 6858000"/>
              <a:gd name="connsiteX148" fmla="*/ 3505221 w 7472601"/>
              <a:gd name="connsiteY148" fmla="*/ 4480757 h 6858000"/>
              <a:gd name="connsiteX149" fmla="*/ 2626982 w 7472601"/>
              <a:gd name="connsiteY149" fmla="*/ 4206450 h 6858000"/>
              <a:gd name="connsiteX150" fmla="*/ 1310106 w 7472601"/>
              <a:gd name="connsiteY150" fmla="*/ 3943217 h 6858000"/>
              <a:gd name="connsiteX151" fmla="*/ 854994 w 7472601"/>
              <a:gd name="connsiteY151" fmla="*/ 4399136 h 6858000"/>
              <a:gd name="connsiteX152" fmla="*/ 742462 w 7472601"/>
              <a:gd name="connsiteY152" fmla="*/ 4594648 h 6858000"/>
              <a:gd name="connsiteX153" fmla="*/ 820602 w 7472601"/>
              <a:gd name="connsiteY153" fmla="*/ 4485915 h 6858000"/>
              <a:gd name="connsiteX154" fmla="*/ 878295 w 7472601"/>
              <a:gd name="connsiteY154" fmla="*/ 4403594 h 6858000"/>
              <a:gd name="connsiteX155" fmla="*/ 1240607 w 7472601"/>
              <a:gd name="connsiteY155" fmla="*/ 4010401 h 6858000"/>
              <a:gd name="connsiteX156" fmla="*/ 1310106 w 7472601"/>
              <a:gd name="connsiteY156" fmla="*/ 3943217 h 6858000"/>
              <a:gd name="connsiteX157" fmla="*/ 1423113 w 7472601"/>
              <a:gd name="connsiteY157" fmla="*/ 3874565 h 6858000"/>
              <a:gd name="connsiteX158" fmla="*/ 1260565 w 7472601"/>
              <a:gd name="connsiteY158" fmla="*/ 4031982 h 6858000"/>
              <a:gd name="connsiteX159" fmla="*/ 901900 w 7472601"/>
              <a:gd name="connsiteY159" fmla="*/ 4421236 h 6858000"/>
              <a:gd name="connsiteX160" fmla="*/ 845044 w 7472601"/>
              <a:gd name="connsiteY160" fmla="*/ 4502436 h 6858000"/>
              <a:gd name="connsiteX161" fmla="*/ 685926 w 7472601"/>
              <a:gd name="connsiteY161" fmla="*/ 4703069 h 6858000"/>
              <a:gd name="connsiteX162" fmla="*/ 684248 w 7472601"/>
              <a:gd name="connsiteY162" fmla="*/ 4706721 h 6858000"/>
              <a:gd name="connsiteX163" fmla="*/ 1423113 w 7472601"/>
              <a:gd name="connsiteY163" fmla="*/ 3874565 h 6858000"/>
              <a:gd name="connsiteX164" fmla="*/ 3316479 w 7472601"/>
              <a:gd name="connsiteY164" fmla="*/ 3872136 h 6858000"/>
              <a:gd name="connsiteX165" fmla="*/ 3546806 w 7472601"/>
              <a:gd name="connsiteY165" fmla="*/ 4356139 h 6858000"/>
              <a:gd name="connsiteX166" fmla="*/ 3364433 w 7472601"/>
              <a:gd name="connsiteY166" fmla="*/ 3953121 h 6858000"/>
              <a:gd name="connsiteX167" fmla="*/ 3316479 w 7472601"/>
              <a:gd name="connsiteY167" fmla="*/ 3872136 h 6858000"/>
              <a:gd name="connsiteX168" fmla="*/ 3291335 w 7472601"/>
              <a:gd name="connsiteY168" fmla="*/ 3767420 h 6858000"/>
              <a:gd name="connsiteX169" fmla="*/ 3390805 w 7472601"/>
              <a:gd name="connsiteY169" fmla="*/ 3937163 h 6858000"/>
              <a:gd name="connsiteX170" fmla="*/ 3579062 w 7472601"/>
              <a:gd name="connsiteY170" fmla="*/ 4359040 h 6858000"/>
              <a:gd name="connsiteX171" fmla="*/ 3467355 w 7472601"/>
              <a:gd name="connsiteY171" fmla="*/ 3988130 h 6858000"/>
              <a:gd name="connsiteX172" fmla="*/ 3310753 w 7472601"/>
              <a:gd name="connsiteY172" fmla="*/ 3787140 h 6858000"/>
              <a:gd name="connsiteX173" fmla="*/ 3291335 w 7472601"/>
              <a:gd name="connsiteY173" fmla="*/ 3767420 h 6858000"/>
              <a:gd name="connsiteX174" fmla="*/ 1635889 w 7472601"/>
              <a:gd name="connsiteY174" fmla="*/ 3709494 h 6858000"/>
              <a:gd name="connsiteX175" fmla="*/ 1634800 w 7472601"/>
              <a:gd name="connsiteY175" fmla="*/ 3731111 h 6858000"/>
              <a:gd name="connsiteX176" fmla="*/ 1635889 w 7472601"/>
              <a:gd name="connsiteY176" fmla="*/ 3709494 h 6858000"/>
              <a:gd name="connsiteX177" fmla="*/ 1510397 w 7472601"/>
              <a:gd name="connsiteY177" fmla="*/ 3684705 h 6858000"/>
              <a:gd name="connsiteX178" fmla="*/ 1146550 w 7472601"/>
              <a:gd name="connsiteY178" fmla="*/ 3802012 h 6858000"/>
              <a:gd name="connsiteX179" fmla="*/ 698834 w 7472601"/>
              <a:gd name="connsiteY179" fmla="*/ 3952272 h 6858000"/>
              <a:gd name="connsiteX180" fmla="*/ 34256 w 7472601"/>
              <a:gd name="connsiteY180" fmla="*/ 4347603 h 6858000"/>
              <a:gd name="connsiteX181" fmla="*/ 527241 w 7472601"/>
              <a:gd name="connsiteY181" fmla="*/ 4065078 h 6858000"/>
              <a:gd name="connsiteX182" fmla="*/ 1510397 w 7472601"/>
              <a:gd name="connsiteY182" fmla="*/ 3684705 h 6858000"/>
              <a:gd name="connsiteX183" fmla="*/ 1313114 w 7472601"/>
              <a:gd name="connsiteY183" fmla="*/ 3655216 h 6858000"/>
              <a:gd name="connsiteX184" fmla="*/ 1109304 w 7472601"/>
              <a:gd name="connsiteY184" fmla="*/ 3669030 h 6858000"/>
              <a:gd name="connsiteX185" fmla="*/ 8129 w 7472601"/>
              <a:gd name="connsiteY185" fmla="*/ 4330519 h 6858000"/>
              <a:gd name="connsiteX186" fmla="*/ 687572 w 7472601"/>
              <a:gd name="connsiteY186" fmla="*/ 3925629 h 6858000"/>
              <a:gd name="connsiteX187" fmla="*/ 1138365 w 7472601"/>
              <a:gd name="connsiteY187" fmla="*/ 3774515 h 6858000"/>
              <a:gd name="connsiteX188" fmla="*/ 1505579 w 7472601"/>
              <a:gd name="connsiteY188" fmla="*/ 3655526 h 6858000"/>
              <a:gd name="connsiteX189" fmla="*/ 1313114 w 7472601"/>
              <a:gd name="connsiteY189" fmla="*/ 3655216 h 6858000"/>
              <a:gd name="connsiteX190" fmla="*/ 3655073 w 7472601"/>
              <a:gd name="connsiteY190" fmla="*/ 3650884 h 6858000"/>
              <a:gd name="connsiteX191" fmla="*/ 3989938 w 7472601"/>
              <a:gd name="connsiteY191" fmla="*/ 3991685 h 6858000"/>
              <a:gd name="connsiteX192" fmla="*/ 4393907 w 7472601"/>
              <a:gd name="connsiteY192" fmla="*/ 4261258 h 6858000"/>
              <a:gd name="connsiteX193" fmla="*/ 4648051 w 7472601"/>
              <a:gd name="connsiteY193" fmla="*/ 4374051 h 6858000"/>
              <a:gd name="connsiteX194" fmla="*/ 4383389 w 7472601"/>
              <a:gd name="connsiteY194" fmla="*/ 4184369 h 6858000"/>
              <a:gd name="connsiteX195" fmla="*/ 4165508 w 7472601"/>
              <a:gd name="connsiteY195" fmla="*/ 4035196 h 6858000"/>
              <a:gd name="connsiteX196" fmla="*/ 4068162 w 7472601"/>
              <a:gd name="connsiteY196" fmla="*/ 3953394 h 6858000"/>
              <a:gd name="connsiteX197" fmla="*/ 3981416 w 7472601"/>
              <a:gd name="connsiteY197" fmla="*/ 3880482 h 6858000"/>
              <a:gd name="connsiteX198" fmla="*/ 3800147 w 7472601"/>
              <a:gd name="connsiteY198" fmla="*/ 3749872 h 6858000"/>
              <a:gd name="connsiteX199" fmla="*/ 3655073 w 7472601"/>
              <a:gd name="connsiteY199" fmla="*/ 3650884 h 6858000"/>
              <a:gd name="connsiteX200" fmla="*/ 3670252 w 7472601"/>
              <a:gd name="connsiteY200" fmla="*/ 3622798 h 6858000"/>
              <a:gd name="connsiteX201" fmla="*/ 3817258 w 7472601"/>
              <a:gd name="connsiteY201" fmla="*/ 3723577 h 6858000"/>
              <a:gd name="connsiteX202" fmla="*/ 4000461 w 7472601"/>
              <a:gd name="connsiteY202" fmla="*/ 3855966 h 6858000"/>
              <a:gd name="connsiteX203" fmla="*/ 4088180 w 7472601"/>
              <a:gd name="connsiteY203" fmla="*/ 3929774 h 6858000"/>
              <a:gd name="connsiteX204" fmla="*/ 4184555 w 7472601"/>
              <a:gd name="connsiteY204" fmla="*/ 4010683 h 6858000"/>
              <a:gd name="connsiteX205" fmla="*/ 4399563 w 7472601"/>
              <a:gd name="connsiteY205" fmla="*/ 4158106 h 6858000"/>
              <a:gd name="connsiteX206" fmla="*/ 4684469 w 7472601"/>
              <a:gd name="connsiteY206" fmla="*/ 4364680 h 6858000"/>
              <a:gd name="connsiteX207" fmla="*/ 4690271 w 7472601"/>
              <a:gd name="connsiteY207" fmla="*/ 4370034 h 6858000"/>
              <a:gd name="connsiteX208" fmla="*/ 4136093 w 7472601"/>
              <a:gd name="connsiteY208" fmla="*/ 3858466 h 6858000"/>
              <a:gd name="connsiteX209" fmla="*/ 3670252 w 7472601"/>
              <a:gd name="connsiteY209" fmla="*/ 3622798 h 6858000"/>
              <a:gd name="connsiteX210" fmla="*/ 4440129 w 7472601"/>
              <a:gd name="connsiteY210" fmla="*/ 3448571 h 6858000"/>
              <a:gd name="connsiteX211" fmla="*/ 4856525 w 7472601"/>
              <a:gd name="connsiteY211" fmla="*/ 3915351 h 6858000"/>
              <a:gd name="connsiteX212" fmla="*/ 5059055 w 7472601"/>
              <a:gd name="connsiteY212" fmla="*/ 4108918 h 6858000"/>
              <a:gd name="connsiteX213" fmla="*/ 5290070 w 7472601"/>
              <a:gd name="connsiteY213" fmla="*/ 4263619 h 6858000"/>
              <a:gd name="connsiteX214" fmla="*/ 4834991 w 7472601"/>
              <a:gd name="connsiteY214" fmla="*/ 3830985 h 6858000"/>
              <a:gd name="connsiteX215" fmla="*/ 4440129 w 7472601"/>
              <a:gd name="connsiteY215" fmla="*/ 3448571 h 6858000"/>
              <a:gd name="connsiteX216" fmla="*/ 4441737 w 7472601"/>
              <a:gd name="connsiteY216" fmla="*/ 3399734 h 6858000"/>
              <a:gd name="connsiteX217" fmla="*/ 4431236 w 7472601"/>
              <a:gd name="connsiteY217" fmla="*/ 3400954 h 6858000"/>
              <a:gd name="connsiteX218" fmla="*/ 4557150 w 7472601"/>
              <a:gd name="connsiteY218" fmla="*/ 3510023 h 6858000"/>
              <a:gd name="connsiteX219" fmla="*/ 4856936 w 7472601"/>
              <a:gd name="connsiteY219" fmla="*/ 3809146 h 6858000"/>
              <a:gd name="connsiteX220" fmla="*/ 5111996 w 7472601"/>
              <a:gd name="connsiteY220" fmla="*/ 4065759 h 6858000"/>
              <a:gd name="connsiteX221" fmla="*/ 5388878 w 7472601"/>
              <a:gd name="connsiteY221" fmla="*/ 4300185 h 6858000"/>
              <a:gd name="connsiteX222" fmla="*/ 5425556 w 7472601"/>
              <a:gd name="connsiteY222" fmla="*/ 4308967 h 6858000"/>
              <a:gd name="connsiteX223" fmla="*/ 4943646 w 7472601"/>
              <a:gd name="connsiteY223" fmla="*/ 3822916 h 6858000"/>
              <a:gd name="connsiteX224" fmla="*/ 4594837 w 7472601"/>
              <a:gd name="connsiteY224" fmla="*/ 3532274 h 6858000"/>
              <a:gd name="connsiteX225" fmla="*/ 4441737 w 7472601"/>
              <a:gd name="connsiteY225" fmla="*/ 3399734 h 6858000"/>
              <a:gd name="connsiteX226" fmla="*/ 5425834 w 7472601"/>
              <a:gd name="connsiteY226" fmla="*/ 3162785 h 6858000"/>
              <a:gd name="connsiteX227" fmla="*/ 5401644 w 7472601"/>
              <a:gd name="connsiteY227" fmla="*/ 3617847 h 6858000"/>
              <a:gd name="connsiteX228" fmla="*/ 5467256 w 7472601"/>
              <a:gd name="connsiteY228" fmla="*/ 4175494 h 6858000"/>
              <a:gd name="connsiteX229" fmla="*/ 5448069 w 7472601"/>
              <a:gd name="connsiteY229" fmla="*/ 3567554 h 6858000"/>
              <a:gd name="connsiteX230" fmla="*/ 5425834 w 7472601"/>
              <a:gd name="connsiteY230" fmla="*/ 3162785 h 6858000"/>
              <a:gd name="connsiteX231" fmla="*/ 1318687 w 7472601"/>
              <a:gd name="connsiteY231" fmla="*/ 3113840 h 6858000"/>
              <a:gd name="connsiteX232" fmla="*/ 1066793 w 7472601"/>
              <a:gd name="connsiteY232" fmla="*/ 3212171 h 6858000"/>
              <a:gd name="connsiteX233" fmla="*/ 993319 w 7472601"/>
              <a:gd name="connsiteY233" fmla="*/ 3247648 h 6858000"/>
              <a:gd name="connsiteX234" fmla="*/ 853081 w 7472601"/>
              <a:gd name="connsiteY234" fmla="*/ 3312410 h 6858000"/>
              <a:gd name="connsiteX235" fmla="*/ 805957 w 7472601"/>
              <a:gd name="connsiteY235" fmla="*/ 3330443 h 6858000"/>
              <a:gd name="connsiteX236" fmla="*/ 1318687 w 7472601"/>
              <a:gd name="connsiteY236" fmla="*/ 3113840 h 6858000"/>
              <a:gd name="connsiteX237" fmla="*/ 5453702 w 7472601"/>
              <a:gd name="connsiteY237" fmla="*/ 3090882 h 6858000"/>
              <a:gd name="connsiteX238" fmla="*/ 5480135 w 7472601"/>
              <a:gd name="connsiteY238" fmla="*/ 3565802 h 6858000"/>
              <a:gd name="connsiteX239" fmla="*/ 5499023 w 7472601"/>
              <a:gd name="connsiteY239" fmla="*/ 4166310 h 6858000"/>
              <a:gd name="connsiteX240" fmla="*/ 5547022 w 7472601"/>
              <a:gd name="connsiteY240" fmla="*/ 3607838 h 6858000"/>
              <a:gd name="connsiteX241" fmla="*/ 5515964 w 7472601"/>
              <a:gd name="connsiteY241" fmla="*/ 3378541 h 6858000"/>
              <a:gd name="connsiteX242" fmla="*/ 5453702 w 7472601"/>
              <a:gd name="connsiteY242" fmla="*/ 3090882 h 6858000"/>
              <a:gd name="connsiteX243" fmla="*/ 1238695 w 7472601"/>
              <a:gd name="connsiteY243" fmla="*/ 3076820 h 6858000"/>
              <a:gd name="connsiteX244" fmla="*/ 716371 w 7472601"/>
              <a:gd name="connsiteY244" fmla="*/ 3293249 h 6858000"/>
              <a:gd name="connsiteX245" fmla="*/ 579522 w 7472601"/>
              <a:gd name="connsiteY245" fmla="*/ 3371759 h 6858000"/>
              <a:gd name="connsiteX246" fmla="*/ 600288 w 7472601"/>
              <a:gd name="connsiteY246" fmla="*/ 3365555 h 6858000"/>
              <a:gd name="connsiteX247" fmla="*/ 840692 w 7472601"/>
              <a:gd name="connsiteY247" fmla="*/ 3284921 h 6858000"/>
              <a:gd name="connsiteX248" fmla="*/ 979248 w 7472601"/>
              <a:gd name="connsiteY248" fmla="*/ 3221003 h 6858000"/>
              <a:gd name="connsiteX249" fmla="*/ 1053282 w 7472601"/>
              <a:gd name="connsiteY249" fmla="*/ 3185247 h 6858000"/>
              <a:gd name="connsiteX250" fmla="*/ 1320603 w 7472601"/>
              <a:gd name="connsiteY250" fmla="*/ 3081281 h 6858000"/>
              <a:gd name="connsiteX251" fmla="*/ 1238695 w 7472601"/>
              <a:gd name="connsiteY251" fmla="*/ 3076820 h 6858000"/>
              <a:gd name="connsiteX252" fmla="*/ 5425627 w 7472601"/>
              <a:gd name="connsiteY252" fmla="*/ 2954192 h 6858000"/>
              <a:gd name="connsiteX253" fmla="*/ 5470770 w 7472601"/>
              <a:gd name="connsiteY253" fmla="*/ 3005435 h 6858000"/>
              <a:gd name="connsiteX254" fmla="*/ 5519779 w 7472601"/>
              <a:gd name="connsiteY254" fmla="*/ 4359223 h 6858000"/>
              <a:gd name="connsiteX255" fmla="*/ 5520293 w 7472601"/>
              <a:gd name="connsiteY255" fmla="*/ 4360602 h 6858000"/>
              <a:gd name="connsiteX256" fmla="*/ 5767221 w 7472601"/>
              <a:gd name="connsiteY256" fmla="*/ 4665564 h 6858000"/>
              <a:gd name="connsiteX257" fmla="*/ 6937169 w 7472601"/>
              <a:gd name="connsiteY257" fmla="*/ 4815941 h 6858000"/>
              <a:gd name="connsiteX258" fmla="*/ 6953922 w 7472601"/>
              <a:gd name="connsiteY258" fmla="*/ 4890068 h 6858000"/>
              <a:gd name="connsiteX259" fmla="*/ 6071359 w 7472601"/>
              <a:gd name="connsiteY259" fmla="*/ 4770770 h 6858000"/>
              <a:gd name="connsiteX260" fmla="*/ 6038839 w 7472601"/>
              <a:gd name="connsiteY260" fmla="*/ 4764474 h 6858000"/>
              <a:gd name="connsiteX261" fmla="*/ 6038706 w 7472601"/>
              <a:gd name="connsiteY261" fmla="*/ 4763847 h 6858000"/>
              <a:gd name="connsiteX262" fmla="*/ 6037784 w 7472601"/>
              <a:gd name="connsiteY262" fmla="*/ 4764270 h 6858000"/>
              <a:gd name="connsiteX263" fmla="*/ 6038839 w 7472601"/>
              <a:gd name="connsiteY263" fmla="*/ 4764474 h 6858000"/>
              <a:gd name="connsiteX264" fmla="*/ 6040338 w 7472601"/>
              <a:gd name="connsiteY264" fmla="*/ 4771418 h 6858000"/>
              <a:gd name="connsiteX265" fmla="*/ 6024488 w 7472601"/>
              <a:gd name="connsiteY265" fmla="*/ 4809903 h 6858000"/>
              <a:gd name="connsiteX266" fmla="*/ 5599771 w 7472601"/>
              <a:gd name="connsiteY266" fmla="*/ 5509652 h 6858000"/>
              <a:gd name="connsiteX267" fmla="*/ 5548843 w 7472601"/>
              <a:gd name="connsiteY267" fmla="*/ 5563845 h 6858000"/>
              <a:gd name="connsiteX268" fmla="*/ 5940952 w 7472601"/>
              <a:gd name="connsiteY268" fmla="*/ 6250028 h 6858000"/>
              <a:gd name="connsiteX269" fmla="*/ 6043441 w 7472601"/>
              <a:gd name="connsiteY269" fmla="*/ 6665847 h 6858000"/>
              <a:gd name="connsiteX270" fmla="*/ 6093432 w 7472601"/>
              <a:gd name="connsiteY270" fmla="*/ 6858000 h 6858000"/>
              <a:gd name="connsiteX271" fmla="*/ 6034344 w 7472601"/>
              <a:gd name="connsiteY271" fmla="*/ 6858000 h 6858000"/>
              <a:gd name="connsiteX272" fmla="*/ 6026679 w 7472601"/>
              <a:gd name="connsiteY272" fmla="*/ 6836959 h 6858000"/>
              <a:gd name="connsiteX273" fmla="*/ 5800441 w 7472601"/>
              <a:gd name="connsiteY273" fmla="*/ 6335286 h 6858000"/>
              <a:gd name="connsiteX274" fmla="*/ 5526562 w 7472601"/>
              <a:gd name="connsiteY274" fmla="*/ 5705388 h 6858000"/>
              <a:gd name="connsiteX275" fmla="*/ 5519640 w 7472601"/>
              <a:gd name="connsiteY275" fmla="*/ 5683774 h 6858000"/>
              <a:gd name="connsiteX276" fmla="*/ 5844559 w 7472601"/>
              <a:gd name="connsiteY276" fmla="*/ 6553349 h 6858000"/>
              <a:gd name="connsiteX277" fmla="*/ 5975994 w 7472601"/>
              <a:gd name="connsiteY277" fmla="*/ 6858000 h 6858000"/>
              <a:gd name="connsiteX278" fmla="*/ 5898547 w 7472601"/>
              <a:gd name="connsiteY278" fmla="*/ 6858000 h 6858000"/>
              <a:gd name="connsiteX279" fmla="*/ 5682041 w 7472601"/>
              <a:gd name="connsiteY279" fmla="*/ 6355860 h 6858000"/>
              <a:gd name="connsiteX280" fmla="*/ 5461758 w 7472601"/>
              <a:gd name="connsiteY280" fmla="*/ 5820220 h 6858000"/>
              <a:gd name="connsiteX281" fmla="*/ 5237282 w 7472601"/>
              <a:gd name="connsiteY281" fmla="*/ 6579086 h 6858000"/>
              <a:gd name="connsiteX282" fmla="*/ 5115009 w 7472601"/>
              <a:gd name="connsiteY282" fmla="*/ 6858000 h 6858000"/>
              <a:gd name="connsiteX283" fmla="*/ 5028074 w 7472601"/>
              <a:gd name="connsiteY283" fmla="*/ 6858000 h 6858000"/>
              <a:gd name="connsiteX284" fmla="*/ 5079508 w 7472601"/>
              <a:gd name="connsiteY284" fmla="*/ 6749074 h 6858000"/>
              <a:gd name="connsiteX285" fmla="*/ 5371846 w 7472601"/>
              <a:gd name="connsiteY285" fmla="*/ 5924413 h 6858000"/>
              <a:gd name="connsiteX286" fmla="*/ 5270512 w 7472601"/>
              <a:gd name="connsiteY286" fmla="*/ 6138975 h 6858000"/>
              <a:gd name="connsiteX287" fmla="*/ 5062409 w 7472601"/>
              <a:gd name="connsiteY287" fmla="*/ 6653544 h 6858000"/>
              <a:gd name="connsiteX288" fmla="*/ 5036628 w 7472601"/>
              <a:gd name="connsiteY288" fmla="*/ 6754247 h 6858000"/>
              <a:gd name="connsiteX289" fmla="*/ 5009112 w 7472601"/>
              <a:gd name="connsiteY289" fmla="*/ 6858000 h 6858000"/>
              <a:gd name="connsiteX290" fmla="*/ 4976679 w 7472601"/>
              <a:gd name="connsiteY290" fmla="*/ 6858000 h 6858000"/>
              <a:gd name="connsiteX291" fmla="*/ 5006537 w 7472601"/>
              <a:gd name="connsiteY291" fmla="*/ 6747068 h 6858000"/>
              <a:gd name="connsiteX292" fmla="*/ 5032723 w 7472601"/>
              <a:gd name="connsiteY292" fmla="*/ 6644957 h 6858000"/>
              <a:gd name="connsiteX293" fmla="*/ 5242949 w 7472601"/>
              <a:gd name="connsiteY293" fmla="*/ 6125175 h 6858000"/>
              <a:gd name="connsiteX294" fmla="*/ 5286321 w 7472601"/>
              <a:gd name="connsiteY294" fmla="*/ 6033555 h 6858000"/>
              <a:gd name="connsiteX295" fmla="*/ 5008210 w 7472601"/>
              <a:gd name="connsiteY295" fmla="*/ 6649194 h 6858000"/>
              <a:gd name="connsiteX296" fmla="*/ 4986321 w 7472601"/>
              <a:gd name="connsiteY296" fmla="*/ 6765687 h 6858000"/>
              <a:gd name="connsiteX297" fmla="*/ 4973474 w 7472601"/>
              <a:gd name="connsiteY297" fmla="*/ 6858000 h 6858000"/>
              <a:gd name="connsiteX298" fmla="*/ 4907178 w 7472601"/>
              <a:gd name="connsiteY298" fmla="*/ 6858000 h 6858000"/>
              <a:gd name="connsiteX299" fmla="*/ 4910810 w 7472601"/>
              <a:gd name="connsiteY299" fmla="*/ 6829660 h 6858000"/>
              <a:gd name="connsiteX300" fmla="*/ 4987461 w 7472601"/>
              <a:gd name="connsiteY300" fmla="*/ 6432994 h 6858000"/>
              <a:gd name="connsiteX301" fmla="*/ 5179262 w 7472601"/>
              <a:gd name="connsiteY301" fmla="*/ 6035044 h 6858000"/>
              <a:gd name="connsiteX302" fmla="*/ 4689678 w 7472601"/>
              <a:gd name="connsiteY302" fmla="*/ 6440241 h 6858000"/>
              <a:gd name="connsiteX303" fmla="*/ 4477543 w 7472601"/>
              <a:gd name="connsiteY303" fmla="*/ 6674836 h 6858000"/>
              <a:gd name="connsiteX304" fmla="*/ 4329957 w 7472601"/>
              <a:gd name="connsiteY304" fmla="*/ 6858000 h 6858000"/>
              <a:gd name="connsiteX305" fmla="*/ 4218595 w 7472601"/>
              <a:gd name="connsiteY305" fmla="*/ 6858000 h 6858000"/>
              <a:gd name="connsiteX306" fmla="*/ 4368888 w 7472601"/>
              <a:gd name="connsiteY306" fmla="*/ 6668412 h 6858000"/>
              <a:gd name="connsiteX307" fmla="*/ 4563091 w 7472601"/>
              <a:gd name="connsiteY307" fmla="*/ 6442508 h 6858000"/>
              <a:gd name="connsiteX308" fmla="*/ 5387324 w 7472601"/>
              <a:gd name="connsiteY308" fmla="*/ 5705830 h 6858000"/>
              <a:gd name="connsiteX309" fmla="*/ 5073620 w 7472601"/>
              <a:gd name="connsiteY309" fmla="*/ 5955437 h 6858000"/>
              <a:gd name="connsiteX310" fmla="*/ 4689789 w 7472601"/>
              <a:gd name="connsiteY310" fmla="*/ 6268382 h 6858000"/>
              <a:gd name="connsiteX311" fmla="*/ 4418722 w 7472601"/>
              <a:gd name="connsiteY311" fmla="*/ 6570886 h 6858000"/>
              <a:gd name="connsiteX312" fmla="*/ 4214944 w 7472601"/>
              <a:gd name="connsiteY312" fmla="*/ 6858000 h 6858000"/>
              <a:gd name="connsiteX313" fmla="*/ 4177898 w 7472601"/>
              <a:gd name="connsiteY313" fmla="*/ 6858000 h 6858000"/>
              <a:gd name="connsiteX314" fmla="*/ 4391597 w 7472601"/>
              <a:gd name="connsiteY314" fmla="*/ 6556370 h 6858000"/>
              <a:gd name="connsiteX315" fmla="*/ 4668889 w 7472601"/>
              <a:gd name="connsiteY315" fmla="*/ 6246399 h 6858000"/>
              <a:gd name="connsiteX316" fmla="*/ 5055427 w 7472601"/>
              <a:gd name="connsiteY316" fmla="*/ 5931476 h 6858000"/>
              <a:gd name="connsiteX317" fmla="*/ 5371814 w 7472601"/>
              <a:gd name="connsiteY317" fmla="*/ 5678975 h 6858000"/>
              <a:gd name="connsiteX318" fmla="*/ 4987918 w 7472601"/>
              <a:gd name="connsiteY318" fmla="*/ 5838701 h 6858000"/>
              <a:gd name="connsiteX319" fmla="*/ 4317146 w 7472601"/>
              <a:gd name="connsiteY319" fmla="*/ 6587716 h 6858000"/>
              <a:gd name="connsiteX320" fmla="*/ 4171627 w 7472601"/>
              <a:gd name="connsiteY320" fmla="*/ 6858000 h 6858000"/>
              <a:gd name="connsiteX321" fmla="*/ 4081585 w 7472601"/>
              <a:gd name="connsiteY321" fmla="*/ 6858000 h 6858000"/>
              <a:gd name="connsiteX322" fmla="*/ 4238603 w 7472601"/>
              <a:gd name="connsiteY322" fmla="*/ 6559341 h 6858000"/>
              <a:gd name="connsiteX323" fmla="*/ 4778333 w 7472601"/>
              <a:gd name="connsiteY323" fmla="*/ 5873626 h 6858000"/>
              <a:gd name="connsiteX324" fmla="*/ 5414185 w 7472601"/>
              <a:gd name="connsiteY324" fmla="*/ 5573882 h 6858000"/>
              <a:gd name="connsiteX325" fmla="*/ 5959648 w 7472601"/>
              <a:gd name="connsiteY325" fmla="*/ 4760797 h 6858000"/>
              <a:gd name="connsiteX326" fmla="*/ 5355019 w 7472601"/>
              <a:gd name="connsiteY326" fmla="*/ 4734672 h 6858000"/>
              <a:gd name="connsiteX327" fmla="*/ 5083565 w 7472601"/>
              <a:gd name="connsiteY327" fmla="*/ 5179121 h 6858000"/>
              <a:gd name="connsiteX328" fmla="*/ 4713577 w 7472601"/>
              <a:gd name="connsiteY328" fmla="*/ 5616803 h 6858000"/>
              <a:gd name="connsiteX329" fmla="*/ 3989559 w 7472601"/>
              <a:gd name="connsiteY329" fmla="*/ 6145945 h 6858000"/>
              <a:gd name="connsiteX330" fmla="*/ 3939824 w 7472601"/>
              <a:gd name="connsiteY330" fmla="*/ 6066900 h 6858000"/>
              <a:gd name="connsiteX331" fmla="*/ 4584537 w 7472601"/>
              <a:gd name="connsiteY331" fmla="*/ 5324826 h 6858000"/>
              <a:gd name="connsiteX332" fmla="*/ 5037105 w 7472601"/>
              <a:gd name="connsiteY332" fmla="*/ 5088765 h 6858000"/>
              <a:gd name="connsiteX333" fmla="*/ 5039930 w 7472601"/>
              <a:gd name="connsiteY333" fmla="*/ 5089585 h 6858000"/>
              <a:gd name="connsiteX334" fmla="*/ 5263764 w 7472601"/>
              <a:gd name="connsiteY334" fmla="*/ 4735525 h 6858000"/>
              <a:gd name="connsiteX335" fmla="*/ 4086300 w 7472601"/>
              <a:gd name="connsiteY335" fmla="*/ 4884599 h 6858000"/>
              <a:gd name="connsiteX336" fmla="*/ 4085485 w 7472601"/>
              <a:gd name="connsiteY336" fmla="*/ 4899070 h 6858000"/>
              <a:gd name="connsiteX337" fmla="*/ 3871915 w 7472601"/>
              <a:gd name="connsiteY337" fmla="*/ 5253645 h 6858000"/>
              <a:gd name="connsiteX338" fmla="*/ 3799374 w 7472601"/>
              <a:gd name="connsiteY338" fmla="*/ 5466127 h 6858000"/>
              <a:gd name="connsiteX339" fmla="*/ 3498850 w 7472601"/>
              <a:gd name="connsiteY339" fmla="*/ 6661888 h 6858000"/>
              <a:gd name="connsiteX340" fmla="*/ 3399216 w 7472601"/>
              <a:gd name="connsiteY340" fmla="*/ 6858000 h 6858000"/>
              <a:gd name="connsiteX341" fmla="*/ 3303688 w 7472601"/>
              <a:gd name="connsiteY341" fmla="*/ 6858000 h 6858000"/>
              <a:gd name="connsiteX342" fmla="*/ 3391774 w 7472601"/>
              <a:gd name="connsiteY342" fmla="*/ 6697181 h 6858000"/>
              <a:gd name="connsiteX343" fmla="*/ 3735540 w 7472601"/>
              <a:gd name="connsiteY343" fmla="*/ 5546923 h 6858000"/>
              <a:gd name="connsiteX344" fmla="*/ 3729438 w 7472601"/>
              <a:gd name="connsiteY344" fmla="*/ 5569058 h 6858000"/>
              <a:gd name="connsiteX345" fmla="*/ 3707782 w 7472601"/>
              <a:gd name="connsiteY345" fmla="*/ 5644908 h 6858000"/>
              <a:gd name="connsiteX346" fmla="*/ 3583827 w 7472601"/>
              <a:gd name="connsiteY346" fmla="*/ 6039215 h 6858000"/>
              <a:gd name="connsiteX347" fmla="*/ 3547861 w 7472601"/>
              <a:gd name="connsiteY347" fmla="*/ 6129609 h 6858000"/>
              <a:gd name="connsiteX348" fmla="*/ 3490905 w 7472601"/>
              <a:gd name="connsiteY348" fmla="*/ 6277660 h 6858000"/>
              <a:gd name="connsiteX349" fmla="*/ 3455859 w 7472601"/>
              <a:gd name="connsiteY349" fmla="*/ 6391301 h 6858000"/>
              <a:gd name="connsiteX350" fmla="*/ 3429112 w 7472601"/>
              <a:gd name="connsiteY350" fmla="*/ 6479469 h 6858000"/>
              <a:gd name="connsiteX351" fmla="*/ 3304862 w 7472601"/>
              <a:gd name="connsiteY351" fmla="*/ 6796476 h 6858000"/>
              <a:gd name="connsiteX352" fmla="*/ 3276071 w 7472601"/>
              <a:gd name="connsiteY352" fmla="*/ 6858000 h 6858000"/>
              <a:gd name="connsiteX353" fmla="*/ 3240805 w 7472601"/>
              <a:gd name="connsiteY353" fmla="*/ 6858000 h 6858000"/>
              <a:gd name="connsiteX354" fmla="*/ 3275917 w 7472601"/>
              <a:gd name="connsiteY354" fmla="*/ 6783192 h 6858000"/>
              <a:gd name="connsiteX355" fmla="*/ 3399358 w 7472601"/>
              <a:gd name="connsiteY355" fmla="*/ 6469011 h 6858000"/>
              <a:gd name="connsiteX356" fmla="*/ 3425650 w 7472601"/>
              <a:gd name="connsiteY356" fmla="*/ 6381333 h 6858000"/>
              <a:gd name="connsiteX357" fmla="*/ 3460661 w 7472601"/>
              <a:gd name="connsiteY357" fmla="*/ 6266763 h 6858000"/>
              <a:gd name="connsiteX358" fmla="*/ 3518021 w 7472601"/>
              <a:gd name="connsiteY358" fmla="*/ 6117298 h 6858000"/>
              <a:gd name="connsiteX359" fmla="*/ 3554035 w 7472601"/>
              <a:gd name="connsiteY359" fmla="*/ 6027832 h 6858000"/>
              <a:gd name="connsiteX360" fmla="*/ 3677174 w 7472601"/>
              <a:gd name="connsiteY360" fmla="*/ 5636351 h 6858000"/>
              <a:gd name="connsiteX361" fmla="*/ 3698819 w 7472601"/>
              <a:gd name="connsiteY361" fmla="*/ 5560503 h 6858000"/>
              <a:gd name="connsiteX362" fmla="*/ 3702094 w 7472601"/>
              <a:gd name="connsiteY362" fmla="*/ 5549194 h 6858000"/>
              <a:gd name="connsiteX363" fmla="*/ 3398355 w 7472601"/>
              <a:gd name="connsiteY363" fmla="*/ 6094603 h 6858000"/>
              <a:gd name="connsiteX364" fmla="*/ 3193941 w 7472601"/>
              <a:gd name="connsiteY364" fmla="*/ 6798775 h 6858000"/>
              <a:gd name="connsiteX365" fmla="*/ 3184140 w 7472601"/>
              <a:gd name="connsiteY365" fmla="*/ 6858000 h 6858000"/>
              <a:gd name="connsiteX366" fmla="*/ 3099978 w 7472601"/>
              <a:gd name="connsiteY366" fmla="*/ 6858000 h 6858000"/>
              <a:gd name="connsiteX367" fmla="*/ 3101556 w 7472601"/>
              <a:gd name="connsiteY367" fmla="*/ 6843337 h 6858000"/>
              <a:gd name="connsiteX368" fmla="*/ 3370162 w 7472601"/>
              <a:gd name="connsiteY368" fmla="*/ 5785550 h 6858000"/>
              <a:gd name="connsiteX369" fmla="*/ 3746477 w 7472601"/>
              <a:gd name="connsiteY369" fmla="*/ 5377889 h 6858000"/>
              <a:gd name="connsiteX370" fmla="*/ 3863399 w 7472601"/>
              <a:gd name="connsiteY370" fmla="*/ 5087257 h 6858000"/>
              <a:gd name="connsiteX371" fmla="*/ 3968712 w 7472601"/>
              <a:gd name="connsiteY371" fmla="*/ 4913989 h 6858000"/>
              <a:gd name="connsiteX372" fmla="*/ 2792390 w 7472601"/>
              <a:gd name="connsiteY372" fmla="*/ 5382974 h 6858000"/>
              <a:gd name="connsiteX373" fmla="*/ 2714982 w 7472601"/>
              <a:gd name="connsiteY373" fmla="*/ 5427051 h 6858000"/>
              <a:gd name="connsiteX374" fmla="*/ 2813361 w 7472601"/>
              <a:gd name="connsiteY374" fmla="*/ 6023912 h 6858000"/>
              <a:gd name="connsiteX375" fmla="*/ 2688430 w 7472601"/>
              <a:gd name="connsiteY375" fmla="*/ 6801564 h 6858000"/>
              <a:gd name="connsiteX376" fmla="*/ 2629626 w 7472601"/>
              <a:gd name="connsiteY376" fmla="*/ 6763394 h 6858000"/>
              <a:gd name="connsiteX377" fmla="*/ 2565328 w 7472601"/>
              <a:gd name="connsiteY377" fmla="*/ 5516399 h 6858000"/>
              <a:gd name="connsiteX378" fmla="*/ 1922999 w 7472601"/>
              <a:gd name="connsiteY378" fmla="*/ 5980343 h 6858000"/>
              <a:gd name="connsiteX379" fmla="*/ 1950261 w 7472601"/>
              <a:gd name="connsiteY379" fmla="*/ 6405858 h 6858000"/>
              <a:gd name="connsiteX380" fmla="*/ 2365554 w 7472601"/>
              <a:gd name="connsiteY380" fmla="*/ 6759107 h 6858000"/>
              <a:gd name="connsiteX381" fmla="*/ 2424142 w 7472601"/>
              <a:gd name="connsiteY381" fmla="*/ 6858000 h 6858000"/>
              <a:gd name="connsiteX382" fmla="*/ 2395994 w 7472601"/>
              <a:gd name="connsiteY382" fmla="*/ 6858000 h 6858000"/>
              <a:gd name="connsiteX383" fmla="*/ 2392863 w 7472601"/>
              <a:gd name="connsiteY383" fmla="*/ 6852964 h 6858000"/>
              <a:gd name="connsiteX384" fmla="*/ 2017589 w 7472601"/>
              <a:gd name="connsiteY384" fmla="*/ 6493982 h 6858000"/>
              <a:gd name="connsiteX385" fmla="*/ 2147336 w 7472601"/>
              <a:gd name="connsiteY385" fmla="*/ 6594052 h 6858000"/>
              <a:gd name="connsiteX386" fmla="*/ 2207047 w 7472601"/>
              <a:gd name="connsiteY386" fmla="*/ 6654540 h 6858000"/>
              <a:gd name="connsiteX387" fmla="*/ 2299106 w 7472601"/>
              <a:gd name="connsiteY387" fmla="*/ 6778931 h 6858000"/>
              <a:gd name="connsiteX388" fmla="*/ 2314430 w 7472601"/>
              <a:gd name="connsiteY388" fmla="*/ 6801144 h 6858000"/>
              <a:gd name="connsiteX389" fmla="*/ 2352406 w 7472601"/>
              <a:gd name="connsiteY389" fmla="*/ 6858000 h 6858000"/>
              <a:gd name="connsiteX390" fmla="*/ 2314492 w 7472601"/>
              <a:gd name="connsiteY390" fmla="*/ 6858000 h 6858000"/>
              <a:gd name="connsiteX391" fmla="*/ 2288095 w 7472601"/>
              <a:gd name="connsiteY391" fmla="*/ 6818030 h 6858000"/>
              <a:gd name="connsiteX392" fmla="*/ 2272768 w 7472601"/>
              <a:gd name="connsiteY392" fmla="*/ 6795822 h 6858000"/>
              <a:gd name="connsiteX393" fmla="*/ 2182715 w 7472601"/>
              <a:gd name="connsiteY393" fmla="*/ 6675071 h 6858000"/>
              <a:gd name="connsiteX394" fmla="*/ 2032061 w 7472601"/>
              <a:gd name="connsiteY394" fmla="*/ 6541380 h 6858000"/>
              <a:gd name="connsiteX395" fmla="*/ 2257220 w 7472601"/>
              <a:gd name="connsiteY395" fmla="*/ 6826257 h 6858000"/>
              <a:gd name="connsiteX396" fmla="*/ 2281324 w 7472601"/>
              <a:gd name="connsiteY396" fmla="*/ 6858000 h 6858000"/>
              <a:gd name="connsiteX397" fmla="*/ 2242860 w 7472601"/>
              <a:gd name="connsiteY397" fmla="*/ 6858000 h 6858000"/>
              <a:gd name="connsiteX398" fmla="*/ 2232818 w 7472601"/>
              <a:gd name="connsiteY398" fmla="*/ 6844926 h 6858000"/>
              <a:gd name="connsiteX399" fmla="*/ 1990172 w 7472601"/>
              <a:gd name="connsiteY399" fmla="*/ 6542121 h 6858000"/>
              <a:gd name="connsiteX400" fmla="*/ 2124090 w 7472601"/>
              <a:gd name="connsiteY400" fmla="*/ 6761017 h 6858000"/>
              <a:gd name="connsiteX401" fmla="*/ 2200380 w 7472601"/>
              <a:gd name="connsiteY401" fmla="*/ 6858000 h 6858000"/>
              <a:gd name="connsiteX402" fmla="*/ 2147507 w 7472601"/>
              <a:gd name="connsiteY402" fmla="*/ 6858000 h 6858000"/>
              <a:gd name="connsiteX403" fmla="*/ 2070668 w 7472601"/>
              <a:gd name="connsiteY403" fmla="*/ 6761520 h 6858000"/>
              <a:gd name="connsiteX404" fmla="*/ 1975142 w 7472601"/>
              <a:gd name="connsiteY404" fmla="*/ 6585570 h 6858000"/>
              <a:gd name="connsiteX405" fmla="*/ 2050035 w 7472601"/>
              <a:gd name="connsiteY405" fmla="*/ 6813345 h 6858000"/>
              <a:gd name="connsiteX406" fmla="*/ 2063025 w 7472601"/>
              <a:gd name="connsiteY406" fmla="*/ 6858000 h 6858000"/>
              <a:gd name="connsiteX407" fmla="*/ 2021675 w 7472601"/>
              <a:gd name="connsiteY407" fmla="*/ 6858000 h 6858000"/>
              <a:gd name="connsiteX408" fmla="*/ 2019308 w 7472601"/>
              <a:gd name="connsiteY408" fmla="*/ 6847118 h 6858000"/>
              <a:gd name="connsiteX409" fmla="*/ 1938835 w 7472601"/>
              <a:gd name="connsiteY409" fmla="*/ 6551160 h 6858000"/>
              <a:gd name="connsiteX410" fmla="*/ 1953230 w 7472601"/>
              <a:gd name="connsiteY410" fmla="*/ 6759699 h 6858000"/>
              <a:gd name="connsiteX411" fmla="*/ 1956763 w 7472601"/>
              <a:gd name="connsiteY411" fmla="*/ 6778191 h 6858000"/>
              <a:gd name="connsiteX412" fmla="*/ 1967925 w 7472601"/>
              <a:gd name="connsiteY412" fmla="*/ 6858000 h 6858000"/>
              <a:gd name="connsiteX413" fmla="*/ 1936622 w 7472601"/>
              <a:gd name="connsiteY413" fmla="*/ 6858000 h 6858000"/>
              <a:gd name="connsiteX414" fmla="*/ 1926261 w 7472601"/>
              <a:gd name="connsiteY414" fmla="*/ 6784064 h 6858000"/>
              <a:gd name="connsiteX415" fmla="*/ 1922724 w 7472601"/>
              <a:gd name="connsiteY415" fmla="*/ 6765577 h 6858000"/>
              <a:gd name="connsiteX416" fmla="*/ 1904650 w 7472601"/>
              <a:gd name="connsiteY416" fmla="*/ 6639616 h 6858000"/>
              <a:gd name="connsiteX417" fmla="*/ 1885273 w 7472601"/>
              <a:gd name="connsiteY417" fmla="*/ 6858000 h 6858000"/>
              <a:gd name="connsiteX418" fmla="*/ 1854363 w 7472601"/>
              <a:gd name="connsiteY418" fmla="*/ 6858000 h 6858000"/>
              <a:gd name="connsiteX419" fmla="*/ 1880391 w 7472601"/>
              <a:gd name="connsiteY419" fmla="*/ 6603796 h 6858000"/>
              <a:gd name="connsiteX420" fmla="*/ 1818273 w 7472601"/>
              <a:gd name="connsiteY420" fmla="*/ 6715729 h 6858000"/>
              <a:gd name="connsiteX421" fmla="*/ 1794691 w 7472601"/>
              <a:gd name="connsiteY421" fmla="*/ 6843239 h 6858000"/>
              <a:gd name="connsiteX422" fmla="*/ 1794914 w 7472601"/>
              <a:gd name="connsiteY422" fmla="*/ 6858000 h 6858000"/>
              <a:gd name="connsiteX423" fmla="*/ 1746128 w 7472601"/>
              <a:gd name="connsiteY423" fmla="*/ 6858000 h 6858000"/>
              <a:gd name="connsiteX424" fmla="*/ 1753934 w 7472601"/>
              <a:gd name="connsiteY424" fmla="*/ 6724796 h 6858000"/>
              <a:gd name="connsiteX425" fmla="*/ 1792053 w 7472601"/>
              <a:gd name="connsiteY425" fmla="*/ 6572396 h 6858000"/>
              <a:gd name="connsiteX426" fmla="*/ 1862248 w 7472601"/>
              <a:gd name="connsiteY426" fmla="*/ 6266397 h 6858000"/>
              <a:gd name="connsiteX427" fmla="*/ 1862250 w 7472601"/>
              <a:gd name="connsiteY427" fmla="*/ 6033531 h 6858000"/>
              <a:gd name="connsiteX428" fmla="*/ 1211999 w 7472601"/>
              <a:gd name="connsiteY428" fmla="*/ 6683610 h 6858000"/>
              <a:gd name="connsiteX429" fmla="*/ 1213266 w 7472601"/>
              <a:gd name="connsiteY429" fmla="*/ 6691947 h 6858000"/>
              <a:gd name="connsiteX430" fmla="*/ 1203370 w 7472601"/>
              <a:gd name="connsiteY430" fmla="*/ 6850676 h 6858000"/>
              <a:gd name="connsiteX431" fmla="*/ 1203671 w 7472601"/>
              <a:gd name="connsiteY431" fmla="*/ 6858000 h 6858000"/>
              <a:gd name="connsiteX432" fmla="*/ 1143180 w 7472601"/>
              <a:gd name="connsiteY432" fmla="*/ 6858000 h 6858000"/>
              <a:gd name="connsiteX433" fmla="*/ 1142176 w 7472601"/>
              <a:gd name="connsiteY433" fmla="*/ 6766045 h 6858000"/>
              <a:gd name="connsiteX434" fmla="*/ 1067484 w 7472601"/>
              <a:gd name="connsiteY434" fmla="*/ 6858000 h 6858000"/>
              <a:gd name="connsiteX435" fmla="*/ 953928 w 7472601"/>
              <a:gd name="connsiteY435" fmla="*/ 6858000 h 6858000"/>
              <a:gd name="connsiteX436" fmla="*/ 959715 w 7472601"/>
              <a:gd name="connsiteY436" fmla="*/ 6850185 h 6858000"/>
              <a:gd name="connsiteX437" fmla="*/ 1483788 w 7472601"/>
              <a:gd name="connsiteY437" fmla="*/ 6259174 h 6858000"/>
              <a:gd name="connsiteX438" fmla="*/ 1100671 w 7472601"/>
              <a:gd name="connsiteY438" fmla="*/ 6252137 h 6858000"/>
              <a:gd name="connsiteX439" fmla="*/ 1090144 w 7472601"/>
              <a:gd name="connsiteY439" fmla="*/ 6256748 h 6858000"/>
              <a:gd name="connsiteX440" fmla="*/ 1095872 w 7472601"/>
              <a:gd name="connsiteY440" fmla="*/ 6271892 h 6858000"/>
              <a:gd name="connsiteX441" fmla="*/ 262785 w 7472601"/>
              <a:gd name="connsiteY441" fmla="*/ 6845450 h 6858000"/>
              <a:gd name="connsiteX442" fmla="*/ 209968 w 7472601"/>
              <a:gd name="connsiteY442" fmla="*/ 6770713 h 6858000"/>
              <a:gd name="connsiteX443" fmla="*/ 873460 w 7472601"/>
              <a:gd name="connsiteY443" fmla="*/ 6253768 h 6858000"/>
              <a:gd name="connsiteX444" fmla="*/ 192686 w 7472601"/>
              <a:gd name="connsiteY444" fmla="*/ 5849257 h 6858000"/>
              <a:gd name="connsiteX445" fmla="*/ 4696 w 7472601"/>
              <a:gd name="connsiteY445" fmla="*/ 5697668 h 6858000"/>
              <a:gd name="connsiteX446" fmla="*/ 0 w 7472601"/>
              <a:gd name="connsiteY446" fmla="*/ 5689984 h 6858000"/>
              <a:gd name="connsiteX447" fmla="*/ 0 w 7472601"/>
              <a:gd name="connsiteY447" fmla="*/ 5513472 h 6858000"/>
              <a:gd name="connsiteX448" fmla="*/ 174101 w 7472601"/>
              <a:gd name="connsiteY448" fmla="*/ 5620277 h 6858000"/>
              <a:gd name="connsiteX449" fmla="*/ 891800 w 7472601"/>
              <a:gd name="connsiteY449" fmla="*/ 6036935 h 6858000"/>
              <a:gd name="connsiteX450" fmla="*/ 1072219 w 7472601"/>
              <a:gd name="connsiteY450" fmla="*/ 6169443 h 6858000"/>
              <a:gd name="connsiteX451" fmla="*/ 1074117 w 7472601"/>
              <a:gd name="connsiteY451" fmla="*/ 6170301 h 6858000"/>
              <a:gd name="connsiteX452" fmla="*/ 1083114 w 7472601"/>
              <a:gd name="connsiteY452" fmla="*/ 6174131 h 6858000"/>
              <a:gd name="connsiteX453" fmla="*/ 1543010 w 7472601"/>
              <a:gd name="connsiteY453" fmla="*/ 6191140 h 6858000"/>
              <a:gd name="connsiteX454" fmla="*/ 1551080 w 7472601"/>
              <a:gd name="connsiteY454" fmla="*/ 6195006 h 6858000"/>
              <a:gd name="connsiteX455" fmla="*/ 2345443 w 7472601"/>
              <a:gd name="connsiteY455" fmla="*/ 5549882 h 6858000"/>
              <a:gd name="connsiteX456" fmla="*/ 1721499 w 7472601"/>
              <a:gd name="connsiteY456" fmla="*/ 5599969 h 6858000"/>
              <a:gd name="connsiteX457" fmla="*/ 767716 w 7472601"/>
              <a:gd name="connsiteY457" fmla="*/ 5472768 h 6858000"/>
              <a:gd name="connsiteX458" fmla="*/ 722147 w 7472601"/>
              <a:gd name="connsiteY458" fmla="*/ 5393091 h 6858000"/>
              <a:gd name="connsiteX459" fmla="*/ 1485552 w 7472601"/>
              <a:gd name="connsiteY459" fmla="*/ 5313202 h 6858000"/>
              <a:gd name="connsiteX460" fmla="*/ 2143004 w 7472601"/>
              <a:gd name="connsiteY460" fmla="*/ 5402420 h 6858000"/>
              <a:gd name="connsiteX461" fmla="*/ 1933391 w 7472601"/>
              <a:gd name="connsiteY461" fmla="*/ 5156971 h 6858000"/>
              <a:gd name="connsiteX462" fmla="*/ 1827118 w 7472601"/>
              <a:gd name="connsiteY462" fmla="*/ 4968410 h 6858000"/>
              <a:gd name="connsiteX463" fmla="*/ 1837349 w 7472601"/>
              <a:gd name="connsiteY463" fmla="*/ 4956357 h 6858000"/>
              <a:gd name="connsiteX464" fmla="*/ 2162835 w 7472601"/>
              <a:gd name="connsiteY464" fmla="*/ 5187853 h 6858000"/>
              <a:gd name="connsiteX465" fmla="*/ 2257167 w 7472601"/>
              <a:gd name="connsiteY465" fmla="*/ 5462123 h 6858000"/>
              <a:gd name="connsiteX466" fmla="*/ 2261598 w 7472601"/>
              <a:gd name="connsiteY466" fmla="*/ 5467998 h 6858000"/>
              <a:gd name="connsiteX467" fmla="*/ 2437177 w 7472601"/>
              <a:gd name="connsiteY467" fmla="*/ 5479608 h 6858000"/>
              <a:gd name="connsiteX468" fmla="*/ 2445247 w 7472601"/>
              <a:gd name="connsiteY468" fmla="*/ 5483476 h 6858000"/>
              <a:gd name="connsiteX469" fmla="*/ 2743626 w 7472601"/>
              <a:gd name="connsiteY469" fmla="*/ 5304819 h 6858000"/>
              <a:gd name="connsiteX470" fmla="*/ 3048102 w 7472601"/>
              <a:gd name="connsiteY470" fmla="*/ 5150595 h 6858000"/>
              <a:gd name="connsiteX471" fmla="*/ 1799414 w 7472601"/>
              <a:gd name="connsiteY471" fmla="*/ 4694732 h 6858000"/>
              <a:gd name="connsiteX472" fmla="*/ 1771735 w 7472601"/>
              <a:gd name="connsiteY472" fmla="*/ 4619929 h 6858000"/>
              <a:gd name="connsiteX473" fmla="*/ 3104273 w 7472601"/>
              <a:gd name="connsiteY473" fmla="*/ 5076159 h 6858000"/>
              <a:gd name="connsiteX474" fmla="*/ 3113245 w 7472601"/>
              <a:gd name="connsiteY474" fmla="*/ 5090705 h 6858000"/>
              <a:gd name="connsiteX475" fmla="*/ 3126294 w 7472601"/>
              <a:gd name="connsiteY475" fmla="*/ 5114400 h 6858000"/>
              <a:gd name="connsiteX476" fmla="*/ 3937433 w 7472601"/>
              <a:gd name="connsiteY476" fmla="*/ 4830473 h 6858000"/>
              <a:gd name="connsiteX477" fmla="*/ 3590475 w 7472601"/>
              <a:gd name="connsiteY477" fmla="*/ 4597974 h 6858000"/>
              <a:gd name="connsiteX478" fmla="*/ 3100264 w 7472601"/>
              <a:gd name="connsiteY478" fmla="*/ 4579845 h 6858000"/>
              <a:gd name="connsiteX479" fmla="*/ 2183576 w 7472601"/>
              <a:gd name="connsiteY479" fmla="*/ 4227150 h 6858000"/>
              <a:gd name="connsiteX480" fmla="*/ 2151029 w 7472601"/>
              <a:gd name="connsiteY480" fmla="*/ 4146947 h 6858000"/>
              <a:gd name="connsiteX481" fmla="*/ 3563434 w 7472601"/>
              <a:gd name="connsiteY481" fmla="*/ 4469115 h 6858000"/>
              <a:gd name="connsiteX482" fmla="*/ 3177952 w 7472601"/>
              <a:gd name="connsiteY482" fmla="*/ 3657386 h 6858000"/>
              <a:gd name="connsiteX483" fmla="*/ 3189263 w 7472601"/>
              <a:gd name="connsiteY483" fmla="*/ 3625726 h 6858000"/>
              <a:gd name="connsiteX484" fmla="*/ 3560912 w 7472601"/>
              <a:gd name="connsiteY484" fmla="*/ 4079863 h 6858000"/>
              <a:gd name="connsiteX485" fmla="*/ 3626636 w 7472601"/>
              <a:gd name="connsiteY485" fmla="*/ 4512230 h 6858000"/>
              <a:gd name="connsiteX486" fmla="*/ 3653088 w 7472601"/>
              <a:gd name="connsiteY486" fmla="*/ 4521417 h 6858000"/>
              <a:gd name="connsiteX487" fmla="*/ 3988128 w 7472601"/>
              <a:gd name="connsiteY487" fmla="*/ 4817267 h 6858000"/>
              <a:gd name="connsiteX488" fmla="*/ 4830582 w 7472601"/>
              <a:gd name="connsiteY488" fmla="*/ 4676000 h 6858000"/>
              <a:gd name="connsiteX489" fmla="*/ 4830100 w 7472601"/>
              <a:gd name="connsiteY489" fmla="*/ 4675554 h 6858000"/>
              <a:gd name="connsiteX490" fmla="*/ 4036318 w 7472601"/>
              <a:gd name="connsiteY490" fmla="*/ 4147013 h 6858000"/>
              <a:gd name="connsiteX491" fmla="*/ 3432098 w 7472601"/>
              <a:gd name="connsiteY491" fmla="*/ 3537312 h 6858000"/>
              <a:gd name="connsiteX492" fmla="*/ 3446761 w 7472601"/>
              <a:gd name="connsiteY492" fmla="*/ 3461278 h 6858000"/>
              <a:gd name="connsiteX493" fmla="*/ 4419733 w 7472601"/>
              <a:gd name="connsiteY493" fmla="*/ 3963555 h 6858000"/>
              <a:gd name="connsiteX494" fmla="*/ 4781371 w 7472601"/>
              <a:gd name="connsiteY494" fmla="*/ 4458604 h 6858000"/>
              <a:gd name="connsiteX495" fmla="*/ 4780440 w 7472601"/>
              <a:gd name="connsiteY495" fmla="*/ 4470290 h 6858000"/>
              <a:gd name="connsiteX496" fmla="*/ 4898954 w 7472601"/>
              <a:gd name="connsiteY496" fmla="*/ 4662092 h 6858000"/>
              <a:gd name="connsiteX497" fmla="*/ 4900699 w 7472601"/>
              <a:gd name="connsiteY497" fmla="*/ 4670867 h 6858000"/>
              <a:gd name="connsiteX498" fmla="*/ 5714511 w 7472601"/>
              <a:gd name="connsiteY498" fmla="*/ 4663483 h 6858000"/>
              <a:gd name="connsiteX499" fmla="*/ 5464793 w 7472601"/>
              <a:gd name="connsiteY499" fmla="*/ 4393556 h 6858000"/>
              <a:gd name="connsiteX500" fmla="*/ 5461897 w 7472601"/>
              <a:gd name="connsiteY500" fmla="*/ 4390879 h 6858000"/>
              <a:gd name="connsiteX501" fmla="*/ 4294126 w 7472601"/>
              <a:gd name="connsiteY501" fmla="*/ 3303048 h 6858000"/>
              <a:gd name="connsiteX502" fmla="*/ 4305321 w 7472601"/>
              <a:gd name="connsiteY502" fmla="*/ 3256953 h 6858000"/>
              <a:gd name="connsiteX503" fmla="*/ 4949299 w 7472601"/>
              <a:gd name="connsiteY503" fmla="*/ 3766336 h 6858000"/>
              <a:gd name="connsiteX504" fmla="*/ 5291452 w 7472601"/>
              <a:gd name="connsiteY504" fmla="*/ 4076801 h 6858000"/>
              <a:gd name="connsiteX505" fmla="*/ 5434998 w 7472601"/>
              <a:gd name="connsiteY505" fmla="*/ 4254100 h 6858000"/>
              <a:gd name="connsiteX506" fmla="*/ 5351015 w 7472601"/>
              <a:gd name="connsiteY506" fmla="*/ 3760989 h 6858000"/>
              <a:gd name="connsiteX507" fmla="*/ 5413780 w 7472601"/>
              <a:gd name="connsiteY507" fmla="*/ 2966265 h 6858000"/>
              <a:gd name="connsiteX508" fmla="*/ 5425627 w 7472601"/>
              <a:gd name="connsiteY508" fmla="*/ 2954192 h 6858000"/>
              <a:gd name="connsiteX509" fmla="*/ 6604735 w 7472601"/>
              <a:gd name="connsiteY509" fmla="*/ 2041381 h 6858000"/>
              <a:gd name="connsiteX510" fmla="*/ 7204487 w 7472601"/>
              <a:gd name="connsiteY510" fmla="*/ 2742112 h 6858000"/>
              <a:gd name="connsiteX511" fmla="*/ 7131592 w 7472601"/>
              <a:gd name="connsiteY511" fmla="*/ 2672096 h 6858000"/>
              <a:gd name="connsiteX512" fmla="*/ 6996344 w 7472601"/>
              <a:gd name="connsiteY512" fmla="*/ 2518310 h 6858000"/>
              <a:gd name="connsiteX513" fmla="*/ 6735495 w 7472601"/>
              <a:gd name="connsiteY513" fmla="*/ 2196890 h 6858000"/>
              <a:gd name="connsiteX514" fmla="*/ 6721901 w 7472601"/>
              <a:gd name="connsiteY514" fmla="*/ 2179274 h 6858000"/>
              <a:gd name="connsiteX515" fmla="*/ 6604735 w 7472601"/>
              <a:gd name="connsiteY515" fmla="*/ 2041381 h 6858000"/>
              <a:gd name="connsiteX516" fmla="*/ 6591670 w 7472601"/>
              <a:gd name="connsiteY516" fmla="*/ 1988277 h 6858000"/>
              <a:gd name="connsiteX517" fmla="*/ 6747349 w 7472601"/>
              <a:gd name="connsiteY517" fmla="*/ 2160069 h 6858000"/>
              <a:gd name="connsiteX518" fmla="*/ 6760943 w 7472601"/>
              <a:gd name="connsiteY518" fmla="*/ 2177686 h 6858000"/>
              <a:gd name="connsiteX519" fmla="*/ 7021065 w 7472601"/>
              <a:gd name="connsiteY519" fmla="*/ 2498102 h 6858000"/>
              <a:gd name="connsiteX520" fmla="*/ 7155223 w 7472601"/>
              <a:gd name="connsiteY520" fmla="*/ 2650386 h 6858000"/>
              <a:gd name="connsiteX521" fmla="*/ 7203167 w 7472601"/>
              <a:gd name="connsiteY521" fmla="*/ 2697288 h 6858000"/>
              <a:gd name="connsiteX522" fmla="*/ 6937703 w 7472601"/>
              <a:gd name="connsiteY522" fmla="*/ 2321981 h 6858000"/>
              <a:gd name="connsiteX523" fmla="*/ 6591670 w 7472601"/>
              <a:gd name="connsiteY523" fmla="*/ 1988277 h 6858000"/>
              <a:gd name="connsiteX524" fmla="*/ 5798671 w 7472601"/>
              <a:gd name="connsiteY524" fmla="*/ 1981601 h 6858000"/>
              <a:gd name="connsiteX525" fmla="*/ 5754709 w 7472601"/>
              <a:gd name="connsiteY525" fmla="*/ 2071454 h 6858000"/>
              <a:gd name="connsiteX526" fmla="*/ 5763044 w 7472601"/>
              <a:gd name="connsiteY526" fmla="*/ 2842206 h 6858000"/>
              <a:gd name="connsiteX527" fmla="*/ 5764974 w 7472601"/>
              <a:gd name="connsiteY527" fmla="*/ 2799609 h 6858000"/>
              <a:gd name="connsiteX528" fmla="*/ 5767665 w 7472601"/>
              <a:gd name="connsiteY528" fmla="*/ 2666409 h 6858000"/>
              <a:gd name="connsiteX529" fmla="*/ 5763055 w 7472601"/>
              <a:gd name="connsiteY529" fmla="*/ 2579705 h 6858000"/>
              <a:gd name="connsiteX530" fmla="*/ 5758079 w 7472601"/>
              <a:gd name="connsiteY530" fmla="*/ 2492508 h 6858000"/>
              <a:gd name="connsiteX531" fmla="*/ 5779325 w 7472601"/>
              <a:gd name="connsiteY531" fmla="*/ 2197069 h 6858000"/>
              <a:gd name="connsiteX532" fmla="*/ 5798671 w 7472601"/>
              <a:gd name="connsiteY532" fmla="*/ 1981601 h 6858000"/>
              <a:gd name="connsiteX533" fmla="*/ 5829202 w 7472601"/>
              <a:gd name="connsiteY533" fmla="*/ 1971679 h 6858000"/>
              <a:gd name="connsiteX534" fmla="*/ 5809558 w 7472601"/>
              <a:gd name="connsiteY534" fmla="*/ 2198043 h 6858000"/>
              <a:gd name="connsiteX535" fmla="*/ 5788653 w 7472601"/>
              <a:gd name="connsiteY535" fmla="*/ 2489430 h 6858000"/>
              <a:gd name="connsiteX536" fmla="*/ 5793439 w 7472601"/>
              <a:gd name="connsiteY536" fmla="*/ 2575235 h 6858000"/>
              <a:gd name="connsiteX537" fmla="*/ 5796837 w 7472601"/>
              <a:gd name="connsiteY537" fmla="*/ 2637633 h 6858000"/>
              <a:gd name="connsiteX538" fmla="*/ 5818614 w 7472601"/>
              <a:gd name="connsiteY538" fmla="*/ 2473055 h 6858000"/>
              <a:gd name="connsiteX539" fmla="*/ 5829202 w 7472601"/>
              <a:gd name="connsiteY539" fmla="*/ 1971679 h 6858000"/>
              <a:gd name="connsiteX540" fmla="*/ 5911389 w 7472601"/>
              <a:gd name="connsiteY540" fmla="*/ 1898371 h 6858000"/>
              <a:gd name="connsiteX541" fmla="*/ 6237627 w 7472601"/>
              <a:gd name="connsiteY541" fmla="*/ 2231921 h 6858000"/>
              <a:gd name="connsiteX542" fmla="*/ 5911389 w 7472601"/>
              <a:gd name="connsiteY542" fmla="*/ 1898371 h 6858000"/>
              <a:gd name="connsiteX543" fmla="*/ 6944437 w 7472601"/>
              <a:gd name="connsiteY543" fmla="*/ 1575402 h 6858000"/>
              <a:gd name="connsiteX544" fmla="*/ 6304730 w 7472601"/>
              <a:gd name="connsiteY544" fmla="*/ 1766654 h 6858000"/>
              <a:gd name="connsiteX545" fmla="*/ 6944437 w 7472601"/>
              <a:gd name="connsiteY545" fmla="*/ 1575402 h 6858000"/>
              <a:gd name="connsiteX546" fmla="*/ 7019523 w 7472601"/>
              <a:gd name="connsiteY546" fmla="*/ 1519450 h 6858000"/>
              <a:gd name="connsiteX547" fmla="*/ 6298091 w 7472601"/>
              <a:gd name="connsiteY547" fmla="*/ 1737122 h 6858000"/>
              <a:gd name="connsiteX548" fmla="*/ 7019523 w 7472601"/>
              <a:gd name="connsiteY548" fmla="*/ 1519450 h 6858000"/>
              <a:gd name="connsiteX549" fmla="*/ 2399523 w 7472601"/>
              <a:gd name="connsiteY549" fmla="*/ 1428234 h 6858000"/>
              <a:gd name="connsiteX550" fmla="*/ 2224982 w 7472601"/>
              <a:gd name="connsiteY550" fmla="*/ 1826201 h 6858000"/>
              <a:gd name="connsiteX551" fmla="*/ 2096099 w 7472601"/>
              <a:gd name="connsiteY551" fmla="*/ 2345900 h 6858000"/>
              <a:gd name="connsiteX552" fmla="*/ 2283317 w 7472601"/>
              <a:gd name="connsiteY552" fmla="*/ 1796925 h 6858000"/>
              <a:gd name="connsiteX553" fmla="*/ 2399523 w 7472601"/>
              <a:gd name="connsiteY553" fmla="*/ 1428234 h 6858000"/>
              <a:gd name="connsiteX554" fmla="*/ 2448558 w 7472601"/>
              <a:gd name="connsiteY554" fmla="*/ 1373435 h 6858000"/>
              <a:gd name="connsiteX555" fmla="*/ 2312521 w 7472601"/>
              <a:gd name="connsiteY555" fmla="*/ 1806140 h 6858000"/>
              <a:gd name="connsiteX556" fmla="*/ 2127533 w 7472601"/>
              <a:gd name="connsiteY556" fmla="*/ 2348380 h 6858000"/>
              <a:gd name="connsiteX557" fmla="*/ 2358080 w 7472601"/>
              <a:gd name="connsiteY557" fmla="*/ 1866134 h 6858000"/>
              <a:gd name="connsiteX558" fmla="*/ 2407436 w 7472601"/>
              <a:gd name="connsiteY558" fmla="*/ 1651070 h 6858000"/>
              <a:gd name="connsiteX559" fmla="*/ 2448558 w 7472601"/>
              <a:gd name="connsiteY559" fmla="*/ 1373435 h 6858000"/>
              <a:gd name="connsiteX560" fmla="*/ 278707 w 7472601"/>
              <a:gd name="connsiteY560" fmla="*/ 1352270 h 6858000"/>
              <a:gd name="connsiteX561" fmla="*/ 321570 w 7472601"/>
              <a:gd name="connsiteY561" fmla="*/ 1861610 h 6858000"/>
              <a:gd name="connsiteX562" fmla="*/ 294281 w 7472601"/>
              <a:gd name="connsiteY562" fmla="*/ 1440658 h 6858000"/>
              <a:gd name="connsiteX563" fmla="*/ 278707 w 7472601"/>
              <a:gd name="connsiteY563" fmla="*/ 1352270 h 6858000"/>
              <a:gd name="connsiteX564" fmla="*/ 1423821 w 7472601"/>
              <a:gd name="connsiteY564" fmla="*/ 1351958 h 6858000"/>
              <a:gd name="connsiteX565" fmla="*/ 1638521 w 7472601"/>
              <a:gd name="connsiteY565" fmla="*/ 1908470 h 6858000"/>
              <a:gd name="connsiteX566" fmla="*/ 1754199 w 7472601"/>
              <a:gd name="connsiteY566" fmla="*/ 2149284 h 6858000"/>
              <a:gd name="connsiteX567" fmla="*/ 1908359 w 7472601"/>
              <a:gd name="connsiteY567" fmla="*/ 2364988 h 6858000"/>
              <a:gd name="connsiteX568" fmla="*/ 1647661 w 7472601"/>
              <a:gd name="connsiteY568" fmla="*/ 1825945 h 6858000"/>
              <a:gd name="connsiteX569" fmla="*/ 1423821 w 7472601"/>
              <a:gd name="connsiteY569" fmla="*/ 1351958 h 6858000"/>
              <a:gd name="connsiteX570" fmla="*/ 1431890 w 7472601"/>
              <a:gd name="connsiteY570" fmla="*/ 1306475 h 6858000"/>
              <a:gd name="connsiteX571" fmla="*/ 1507597 w 7472601"/>
              <a:gd name="connsiteY571" fmla="*/ 1446132 h 6858000"/>
              <a:gd name="connsiteX572" fmla="*/ 1674586 w 7472601"/>
              <a:gd name="connsiteY572" fmla="*/ 1813832 h 6858000"/>
              <a:gd name="connsiteX573" fmla="*/ 1815950 w 7472601"/>
              <a:gd name="connsiteY573" fmla="*/ 2128564 h 6858000"/>
              <a:gd name="connsiteX574" fmla="*/ 1984242 w 7472601"/>
              <a:gd name="connsiteY574" fmla="*/ 2430829 h 6858000"/>
              <a:gd name="connsiteX575" fmla="*/ 2014023 w 7472601"/>
              <a:gd name="connsiteY575" fmla="*/ 2450995 h 6858000"/>
              <a:gd name="connsiteX576" fmla="*/ 1747337 w 7472601"/>
              <a:gd name="connsiteY576" fmla="*/ 1855264 h 6858000"/>
              <a:gd name="connsiteX577" fmla="*/ 1533749 w 7472601"/>
              <a:gd name="connsiteY577" fmla="*/ 1478656 h 6858000"/>
              <a:gd name="connsiteX578" fmla="*/ 1431890 w 7472601"/>
              <a:gd name="connsiteY578" fmla="*/ 1306475 h 6858000"/>
              <a:gd name="connsiteX579" fmla="*/ 5052692 w 7472601"/>
              <a:gd name="connsiteY579" fmla="*/ 1292994 h 6858000"/>
              <a:gd name="connsiteX580" fmla="*/ 5200661 w 7472601"/>
              <a:gd name="connsiteY580" fmla="*/ 1635186 h 6858000"/>
              <a:gd name="connsiteX581" fmla="*/ 5297138 w 7472601"/>
              <a:gd name="connsiteY581" fmla="*/ 1906351 h 6858000"/>
              <a:gd name="connsiteX582" fmla="*/ 5052692 w 7472601"/>
              <a:gd name="connsiteY582" fmla="*/ 1292994 h 6858000"/>
              <a:gd name="connsiteX583" fmla="*/ 5009948 w 7472601"/>
              <a:gd name="connsiteY583" fmla="*/ 1273619 h 6858000"/>
              <a:gd name="connsiteX584" fmla="*/ 5121777 w 7472601"/>
              <a:gd name="connsiteY584" fmla="*/ 1654213 h 6858000"/>
              <a:gd name="connsiteX585" fmla="*/ 5293545 w 7472601"/>
              <a:gd name="connsiteY585" fmla="*/ 2072247 h 6858000"/>
              <a:gd name="connsiteX586" fmla="*/ 5294042 w 7472601"/>
              <a:gd name="connsiteY586" fmla="*/ 2065019 h 6858000"/>
              <a:gd name="connsiteX587" fmla="*/ 5171936 w 7472601"/>
              <a:gd name="connsiteY587" fmla="*/ 1647613 h 6858000"/>
              <a:gd name="connsiteX588" fmla="*/ 5009948 w 7472601"/>
              <a:gd name="connsiteY588" fmla="*/ 1273619 h 6858000"/>
              <a:gd name="connsiteX589" fmla="*/ 655236 w 7472601"/>
              <a:gd name="connsiteY589" fmla="*/ 1268632 h 6858000"/>
              <a:gd name="connsiteX590" fmla="*/ 839521 w 7472601"/>
              <a:gd name="connsiteY590" fmla="*/ 1685315 h 6858000"/>
              <a:gd name="connsiteX591" fmla="*/ 1109416 w 7472601"/>
              <a:gd name="connsiteY591" fmla="*/ 2061663 h 6858000"/>
              <a:gd name="connsiteX592" fmla="*/ 1298300 w 7472601"/>
              <a:gd name="connsiteY592" fmla="*/ 2247742 h 6858000"/>
              <a:gd name="connsiteX593" fmla="*/ 1125871 w 7472601"/>
              <a:gd name="connsiteY593" fmla="*/ 1989513 h 6858000"/>
              <a:gd name="connsiteX594" fmla="*/ 981574 w 7472601"/>
              <a:gd name="connsiteY594" fmla="*/ 1783157 h 6858000"/>
              <a:gd name="connsiteX595" fmla="*/ 922198 w 7472601"/>
              <a:gd name="connsiteY595" fmla="*/ 1677437 h 6858000"/>
              <a:gd name="connsiteX596" fmla="*/ 869293 w 7472601"/>
              <a:gd name="connsiteY596" fmla="*/ 1583214 h 6858000"/>
              <a:gd name="connsiteX597" fmla="*/ 751431 w 7472601"/>
              <a:gd name="connsiteY597" fmla="*/ 1405731 h 6858000"/>
              <a:gd name="connsiteX598" fmla="*/ 655236 w 7472601"/>
              <a:gd name="connsiteY598" fmla="*/ 1268632 h 6858000"/>
              <a:gd name="connsiteX599" fmla="*/ 6516292 w 7472601"/>
              <a:gd name="connsiteY599" fmla="*/ 1263064 h 6858000"/>
              <a:gd name="connsiteX600" fmla="*/ 5736320 w 7472601"/>
              <a:gd name="connsiteY600" fmla="*/ 1501803 h 6858000"/>
              <a:gd name="connsiteX601" fmla="*/ 6516292 w 7472601"/>
              <a:gd name="connsiteY601" fmla="*/ 1263064 h 6858000"/>
              <a:gd name="connsiteX602" fmla="*/ 291466 w 7472601"/>
              <a:gd name="connsiteY602" fmla="*/ 1250369 h 6858000"/>
              <a:gd name="connsiteX603" fmla="*/ 323180 w 7472601"/>
              <a:gd name="connsiteY603" fmla="*/ 1435283 h 6858000"/>
              <a:gd name="connsiteX604" fmla="*/ 349381 w 7472601"/>
              <a:gd name="connsiteY604" fmla="*/ 1875041 h 6858000"/>
              <a:gd name="connsiteX605" fmla="*/ 374363 w 7472601"/>
              <a:gd name="connsiteY605" fmla="*/ 1506494 h 6858000"/>
              <a:gd name="connsiteX606" fmla="*/ 302168 w 7472601"/>
              <a:gd name="connsiteY606" fmla="*/ 1274495 h 6858000"/>
              <a:gd name="connsiteX607" fmla="*/ 291466 w 7472601"/>
              <a:gd name="connsiteY607" fmla="*/ 1250369 h 6858000"/>
              <a:gd name="connsiteX608" fmla="*/ 678222 w 7472601"/>
              <a:gd name="connsiteY608" fmla="*/ 1248670 h 6858000"/>
              <a:gd name="connsiteX609" fmla="*/ 775536 w 7472601"/>
              <a:gd name="connsiteY609" fmla="*/ 1388015 h 6858000"/>
              <a:gd name="connsiteX610" fmla="*/ 894529 w 7472601"/>
              <a:gd name="connsiteY610" fmla="*/ 1567739 h 6858000"/>
              <a:gd name="connsiteX611" fmla="*/ 948000 w 7472601"/>
              <a:gd name="connsiteY611" fmla="*/ 1663088 h 6858000"/>
              <a:gd name="connsiteX612" fmla="*/ 1006812 w 7472601"/>
              <a:gd name="connsiteY612" fmla="*/ 1767683 h 6858000"/>
              <a:gd name="connsiteX613" fmla="*/ 1149133 w 7472601"/>
              <a:gd name="connsiteY613" fmla="*/ 1971513 h 6858000"/>
              <a:gd name="connsiteX614" fmla="*/ 1333952 w 7472601"/>
              <a:gd name="connsiteY614" fmla="*/ 2251620 h 6858000"/>
              <a:gd name="connsiteX615" fmla="*/ 1337329 w 7472601"/>
              <a:gd name="connsiteY615" fmla="*/ 2258350 h 6858000"/>
              <a:gd name="connsiteX616" fmla="*/ 1014726 w 7472601"/>
              <a:gd name="connsiteY616" fmla="*/ 1615556 h 6858000"/>
              <a:gd name="connsiteX617" fmla="*/ 678222 w 7472601"/>
              <a:gd name="connsiteY617" fmla="*/ 1248670 h 6858000"/>
              <a:gd name="connsiteX618" fmla="*/ 6691602 w 7472601"/>
              <a:gd name="connsiteY618" fmla="*/ 1140573 h 6858000"/>
              <a:gd name="connsiteX619" fmla="*/ 6571100 w 7472601"/>
              <a:gd name="connsiteY619" fmla="*/ 1183662 h 6858000"/>
              <a:gd name="connsiteX620" fmla="*/ 6241687 w 7472601"/>
              <a:gd name="connsiteY620" fmla="*/ 1257600 h 6858000"/>
              <a:gd name="connsiteX621" fmla="*/ 5693009 w 7472601"/>
              <a:gd name="connsiteY621" fmla="*/ 1478256 h 6858000"/>
              <a:gd name="connsiteX622" fmla="*/ 6548420 w 7472601"/>
              <a:gd name="connsiteY622" fmla="*/ 1214599 h 6858000"/>
              <a:gd name="connsiteX623" fmla="*/ 6605473 w 7472601"/>
              <a:gd name="connsiteY623" fmla="*/ 1184686 h 6858000"/>
              <a:gd name="connsiteX624" fmla="*/ 6691602 w 7472601"/>
              <a:gd name="connsiteY624" fmla="*/ 1140573 h 6858000"/>
              <a:gd name="connsiteX625" fmla="*/ 4002475 w 7472601"/>
              <a:gd name="connsiteY625" fmla="*/ 1037802 h 6858000"/>
              <a:gd name="connsiteX626" fmla="*/ 4000324 w 7472601"/>
              <a:gd name="connsiteY626" fmla="*/ 1039362 h 6858000"/>
              <a:gd name="connsiteX627" fmla="*/ 4002862 w 7472601"/>
              <a:gd name="connsiteY627" fmla="*/ 1042866 h 6858000"/>
              <a:gd name="connsiteX628" fmla="*/ 4002475 w 7472601"/>
              <a:gd name="connsiteY628" fmla="*/ 1037802 h 6858000"/>
              <a:gd name="connsiteX629" fmla="*/ 506322 w 7472601"/>
              <a:gd name="connsiteY629" fmla="*/ 1020997 h 6858000"/>
              <a:gd name="connsiteX630" fmla="*/ 533068 w 7472601"/>
              <a:gd name="connsiteY630" fmla="*/ 1029409 h 6858000"/>
              <a:gd name="connsiteX631" fmla="*/ 1232525 w 7472601"/>
              <a:gd name="connsiteY631" fmla="*/ 1804675 h 6858000"/>
              <a:gd name="connsiteX632" fmla="*/ 1388858 w 7472601"/>
              <a:gd name="connsiteY632" fmla="*/ 2368011 h 6858000"/>
              <a:gd name="connsiteX633" fmla="*/ 1384098 w 7472601"/>
              <a:gd name="connsiteY633" fmla="*/ 2378125 h 6858000"/>
              <a:gd name="connsiteX634" fmla="*/ 1425393 w 7472601"/>
              <a:gd name="connsiteY634" fmla="*/ 2589124 h 6858000"/>
              <a:gd name="connsiteX635" fmla="*/ 1424001 w 7472601"/>
              <a:gd name="connsiteY635" fmla="*/ 2597541 h 6858000"/>
              <a:gd name="connsiteX636" fmla="*/ 2152729 w 7472601"/>
              <a:gd name="connsiteY636" fmla="*/ 2864487 h 6858000"/>
              <a:gd name="connsiteX637" fmla="*/ 2020609 w 7472601"/>
              <a:gd name="connsiteY637" fmla="*/ 2539671 h 6858000"/>
              <a:gd name="connsiteX638" fmla="*/ 2018920 w 7472601"/>
              <a:gd name="connsiteY638" fmla="*/ 2536309 h 6858000"/>
              <a:gd name="connsiteX639" fmla="*/ 1342441 w 7472601"/>
              <a:gd name="connsiteY639" fmla="*/ 1173017 h 6858000"/>
              <a:gd name="connsiteX640" fmla="*/ 1367925 w 7472601"/>
              <a:gd name="connsiteY640" fmla="*/ 1135648 h 6858000"/>
              <a:gd name="connsiteX641" fmla="*/ 1771401 w 7472601"/>
              <a:gd name="connsiteY641" fmla="*/ 1806673 h 6858000"/>
              <a:gd name="connsiteX642" fmla="*/ 1972385 w 7472601"/>
              <a:gd name="connsiteY642" fmla="*/ 2198735 h 6858000"/>
              <a:gd name="connsiteX643" fmla="*/ 2040892 w 7472601"/>
              <a:gd name="connsiteY643" fmla="*/ 2405205 h 6858000"/>
              <a:gd name="connsiteX644" fmla="*/ 2131689 w 7472601"/>
              <a:gd name="connsiteY644" fmla="*/ 1936926 h 6858000"/>
              <a:gd name="connsiteX645" fmla="*/ 2454820 w 7472601"/>
              <a:gd name="connsiteY645" fmla="*/ 1248808 h 6858000"/>
              <a:gd name="connsiteX646" fmla="*/ 2492512 w 7472601"/>
              <a:gd name="connsiteY646" fmla="*/ 1302920 h 6858000"/>
              <a:gd name="connsiteX647" fmla="*/ 2081216 w 7472601"/>
              <a:gd name="connsiteY647" fmla="*/ 2527513 h 6858000"/>
              <a:gd name="connsiteX648" fmla="*/ 2081211 w 7472601"/>
              <a:gd name="connsiteY648" fmla="*/ 2528916 h 6858000"/>
              <a:gd name="connsiteX649" fmla="*/ 2199067 w 7472601"/>
              <a:gd name="connsiteY649" fmla="*/ 2884061 h 6858000"/>
              <a:gd name="connsiteX650" fmla="*/ 3192586 w 7472601"/>
              <a:gd name="connsiteY650" fmla="*/ 3411496 h 6858000"/>
              <a:gd name="connsiteX651" fmla="*/ 3182620 w 7472601"/>
              <a:gd name="connsiteY651" fmla="*/ 3483279 h 6858000"/>
              <a:gd name="connsiteX652" fmla="*/ 2435119 w 7472601"/>
              <a:gd name="connsiteY652" fmla="*/ 3080173 h 6858000"/>
              <a:gd name="connsiteX653" fmla="*/ 2410152 w 7472601"/>
              <a:gd name="connsiteY653" fmla="*/ 3063751 h 6858000"/>
              <a:gd name="connsiteX654" fmla="*/ 2408099 w 7472601"/>
              <a:gd name="connsiteY654" fmla="*/ 3064403 h 6858000"/>
              <a:gd name="connsiteX655" fmla="*/ 2407218 w 7472601"/>
              <a:gd name="connsiteY655" fmla="*/ 3070324 h 6858000"/>
              <a:gd name="connsiteX656" fmla="*/ 2380138 w 7472601"/>
              <a:gd name="connsiteY656" fmla="*/ 3099341 h 6858000"/>
              <a:gd name="connsiteX657" fmla="*/ 1765923 w 7472601"/>
              <a:gd name="connsiteY657" fmla="*/ 3581043 h 6858000"/>
              <a:gd name="connsiteX658" fmla="*/ 1702258 w 7472601"/>
              <a:gd name="connsiteY658" fmla="*/ 3612286 h 6858000"/>
              <a:gd name="connsiteX659" fmla="*/ 1538370 w 7472601"/>
              <a:gd name="connsiteY659" fmla="*/ 3811804 h 6858000"/>
              <a:gd name="connsiteX660" fmla="*/ 542867 w 7472601"/>
              <a:gd name="connsiteY660" fmla="*/ 4944092 h 6858000"/>
              <a:gd name="connsiteX661" fmla="*/ 515800 w 7472601"/>
              <a:gd name="connsiteY661" fmla="*/ 4862180 h 6858000"/>
              <a:gd name="connsiteX662" fmla="*/ 909145 w 7472601"/>
              <a:gd name="connsiteY662" fmla="*/ 4199225 h 6858000"/>
              <a:gd name="connsiteX663" fmla="*/ 1214067 w 7472601"/>
              <a:gd name="connsiteY663" fmla="*/ 3908561 h 6858000"/>
              <a:gd name="connsiteX664" fmla="*/ 640967 w 7472601"/>
              <a:gd name="connsiteY664" fmla="*/ 4105601 h 6858000"/>
              <a:gd name="connsiteX665" fmla="*/ 112563 w 7472601"/>
              <a:gd name="connsiteY665" fmla="*/ 4396952 h 6858000"/>
              <a:gd name="connsiteX666" fmla="*/ 0 w 7472601"/>
              <a:gd name="connsiteY666" fmla="*/ 4466006 h 6858000"/>
              <a:gd name="connsiteX667" fmla="*/ 0 w 7472601"/>
              <a:gd name="connsiteY667" fmla="*/ 4233763 h 6858000"/>
              <a:gd name="connsiteX668" fmla="*/ 36881 w 7472601"/>
              <a:gd name="connsiteY668" fmla="*/ 4200118 h 6858000"/>
              <a:gd name="connsiteX669" fmla="*/ 910534 w 7472601"/>
              <a:gd name="connsiteY669" fmla="*/ 3629753 h 6858000"/>
              <a:gd name="connsiteX670" fmla="*/ 1578717 w 7472601"/>
              <a:gd name="connsiteY670" fmla="*/ 3575982 h 6858000"/>
              <a:gd name="connsiteX671" fmla="*/ 2338780 w 7472601"/>
              <a:gd name="connsiteY671" fmla="*/ 3033725 h 6858000"/>
              <a:gd name="connsiteX672" fmla="*/ 1807991 w 7472601"/>
              <a:gd name="connsiteY672" fmla="*/ 2807184 h 6858000"/>
              <a:gd name="connsiteX673" fmla="*/ 1416358 w 7472601"/>
              <a:gd name="connsiteY673" fmla="*/ 3112571 h 6858000"/>
              <a:gd name="connsiteX674" fmla="*/ 939066 w 7472601"/>
              <a:gd name="connsiteY674" fmla="*/ 3378798 h 6858000"/>
              <a:gd name="connsiteX675" fmla="*/ 115099 w 7472601"/>
              <a:gd name="connsiteY675" fmla="*/ 3607650 h 6858000"/>
              <a:gd name="connsiteX676" fmla="*/ 97284 w 7472601"/>
              <a:gd name="connsiteY676" fmla="*/ 3520393 h 6858000"/>
              <a:gd name="connsiteX677" fmla="*/ 922050 w 7472601"/>
              <a:gd name="connsiteY677" fmla="*/ 3074867 h 6858000"/>
              <a:gd name="connsiteX678" fmla="*/ 1405265 w 7472601"/>
              <a:gd name="connsiteY678" fmla="*/ 3016319 h 6858000"/>
              <a:gd name="connsiteX679" fmla="*/ 1407512 w 7472601"/>
              <a:gd name="connsiteY679" fmla="*/ 3018001 h 6858000"/>
              <a:gd name="connsiteX680" fmla="*/ 1726266 w 7472601"/>
              <a:gd name="connsiteY680" fmla="*/ 2777274 h 6858000"/>
              <a:gd name="connsiteX681" fmla="*/ 625390 w 7472601"/>
              <a:gd name="connsiteY681" fmla="*/ 2514541 h 6858000"/>
              <a:gd name="connsiteX682" fmla="*/ 619799 w 7472601"/>
              <a:gd name="connsiteY682" fmla="*/ 2527180 h 6858000"/>
              <a:gd name="connsiteX683" fmla="*/ 310030 w 7472601"/>
              <a:gd name="connsiteY683" fmla="*/ 2771818 h 6858000"/>
              <a:gd name="connsiteX684" fmla="*/ 173877 w 7472601"/>
              <a:gd name="connsiteY684" fmla="*/ 2937056 h 6858000"/>
              <a:gd name="connsiteX685" fmla="*/ 77889 w 7472601"/>
              <a:gd name="connsiteY685" fmla="*/ 3138440 h 6858000"/>
              <a:gd name="connsiteX686" fmla="*/ 0 w 7472601"/>
              <a:gd name="connsiteY686" fmla="*/ 3271395 h 6858000"/>
              <a:gd name="connsiteX687" fmla="*/ 0 w 7472601"/>
              <a:gd name="connsiteY687" fmla="*/ 3153002 h 6858000"/>
              <a:gd name="connsiteX688" fmla="*/ 2386 w 7472601"/>
              <a:gd name="connsiteY688" fmla="*/ 3149203 h 6858000"/>
              <a:gd name="connsiteX689" fmla="*/ 89753 w 7472601"/>
              <a:gd name="connsiteY689" fmla="*/ 2987702 h 6858000"/>
              <a:gd name="connsiteX690" fmla="*/ 76869 w 7472601"/>
              <a:gd name="connsiteY690" fmla="*/ 3005404 h 6858000"/>
              <a:gd name="connsiteX691" fmla="*/ 32049 w 7472601"/>
              <a:gd name="connsiteY691" fmla="*/ 3065814 h 6858000"/>
              <a:gd name="connsiteX692" fmla="*/ 0 w 7472601"/>
              <a:gd name="connsiteY692" fmla="*/ 3108744 h 6858000"/>
              <a:gd name="connsiteX693" fmla="*/ 0 w 7472601"/>
              <a:gd name="connsiteY693" fmla="*/ 3058059 h 6858000"/>
              <a:gd name="connsiteX694" fmla="*/ 7610 w 7472601"/>
              <a:gd name="connsiteY694" fmla="*/ 3047889 h 6858000"/>
              <a:gd name="connsiteX695" fmla="*/ 52419 w 7472601"/>
              <a:gd name="connsiteY695" fmla="*/ 2987479 h 6858000"/>
              <a:gd name="connsiteX696" fmla="*/ 59142 w 7472601"/>
              <a:gd name="connsiteY696" fmla="*/ 2978488 h 6858000"/>
              <a:gd name="connsiteX697" fmla="*/ 0 w 7472601"/>
              <a:gd name="connsiteY697" fmla="*/ 3015334 h 6858000"/>
              <a:gd name="connsiteX698" fmla="*/ 0 w 7472601"/>
              <a:gd name="connsiteY698" fmla="*/ 2914286 h 6858000"/>
              <a:gd name="connsiteX699" fmla="*/ 36383 w 7472601"/>
              <a:gd name="connsiteY699" fmla="*/ 2901128 h 6858000"/>
              <a:gd name="connsiteX700" fmla="*/ 156329 w 7472601"/>
              <a:gd name="connsiteY700" fmla="*/ 2840533 h 6858000"/>
              <a:gd name="connsiteX701" fmla="*/ 358355 w 7472601"/>
              <a:gd name="connsiteY701" fmla="*/ 2620471 h 6858000"/>
              <a:gd name="connsiteX702" fmla="*/ 510577 w 7472601"/>
              <a:gd name="connsiteY702" fmla="*/ 2501244 h 6858000"/>
              <a:gd name="connsiteX703" fmla="*/ 211967 w 7472601"/>
              <a:gd name="connsiteY703" fmla="*/ 2479171 h 6858000"/>
              <a:gd name="connsiteX704" fmla="*/ 0 w 7472601"/>
              <a:gd name="connsiteY704" fmla="*/ 2476398 h 6858000"/>
              <a:gd name="connsiteX705" fmla="*/ 0 w 7472601"/>
              <a:gd name="connsiteY705" fmla="*/ 2389189 h 6858000"/>
              <a:gd name="connsiteX706" fmla="*/ 103062 w 7472601"/>
              <a:gd name="connsiteY706" fmla="*/ 2389518 h 6858000"/>
              <a:gd name="connsiteX707" fmla="*/ 510734 w 7472601"/>
              <a:gd name="connsiteY707" fmla="*/ 2416201 h 6858000"/>
              <a:gd name="connsiteX708" fmla="*/ 279257 w 7472601"/>
              <a:gd name="connsiteY708" fmla="*/ 2092102 h 6858000"/>
              <a:gd name="connsiteX709" fmla="*/ 65265 w 7472601"/>
              <a:gd name="connsiteY709" fmla="*/ 2006049 h 6858000"/>
              <a:gd name="connsiteX710" fmla="*/ 0 w 7472601"/>
              <a:gd name="connsiteY710" fmla="*/ 1982532 h 6858000"/>
              <a:gd name="connsiteX711" fmla="*/ 0 w 7472601"/>
              <a:gd name="connsiteY711" fmla="*/ 1912789 h 6858000"/>
              <a:gd name="connsiteX712" fmla="*/ 97460 w 7472601"/>
              <a:gd name="connsiteY712" fmla="*/ 1953725 h 6858000"/>
              <a:gd name="connsiteX713" fmla="*/ 221272 w 7472601"/>
              <a:gd name="connsiteY713" fmla="*/ 1980766 h 6858000"/>
              <a:gd name="connsiteX714" fmla="*/ 116765 w 7472601"/>
              <a:gd name="connsiteY714" fmla="*/ 1911033 h 6858000"/>
              <a:gd name="connsiteX715" fmla="*/ 16405 w 7472601"/>
              <a:gd name="connsiteY715" fmla="*/ 1803412 h 6858000"/>
              <a:gd name="connsiteX716" fmla="*/ 0 w 7472601"/>
              <a:gd name="connsiteY716" fmla="*/ 1784777 h 6858000"/>
              <a:gd name="connsiteX717" fmla="*/ 0 w 7472601"/>
              <a:gd name="connsiteY717" fmla="*/ 1740082 h 6858000"/>
              <a:gd name="connsiteX718" fmla="*/ 39394 w 7472601"/>
              <a:gd name="connsiteY718" fmla="*/ 1784856 h 6858000"/>
              <a:gd name="connsiteX719" fmla="*/ 135813 w 7472601"/>
              <a:gd name="connsiteY719" fmla="*/ 1888838 h 6858000"/>
              <a:gd name="connsiteX720" fmla="*/ 242575 w 7472601"/>
              <a:gd name="connsiteY720" fmla="*/ 1958841 h 6858000"/>
              <a:gd name="connsiteX721" fmla="*/ 82197 w 7472601"/>
              <a:gd name="connsiteY721" fmla="*/ 1754826 h 6858000"/>
              <a:gd name="connsiteX722" fmla="*/ 0 w 7472601"/>
              <a:gd name="connsiteY722" fmla="*/ 1679650 h 6858000"/>
              <a:gd name="connsiteX723" fmla="*/ 0 w 7472601"/>
              <a:gd name="connsiteY723" fmla="*/ 1602463 h 6858000"/>
              <a:gd name="connsiteX724" fmla="*/ 84689 w 7472601"/>
              <a:gd name="connsiteY724" fmla="*/ 1677442 h 6858000"/>
              <a:gd name="connsiteX725" fmla="*/ 298437 w 7472601"/>
              <a:gd name="connsiteY725" fmla="*/ 1968019 h 6858000"/>
              <a:gd name="connsiteX726" fmla="*/ 227269 w 7472601"/>
              <a:gd name="connsiteY726" fmla="*/ 1114064 h 6858000"/>
              <a:gd name="connsiteX727" fmla="*/ 248003 w 7472601"/>
              <a:gd name="connsiteY727" fmla="*/ 1089613 h 6858000"/>
              <a:gd name="connsiteX728" fmla="*/ 427020 w 7472601"/>
              <a:gd name="connsiteY728" fmla="*/ 1619803 h 6858000"/>
              <a:gd name="connsiteX729" fmla="*/ 340345 w 7472601"/>
              <a:gd name="connsiteY729" fmla="*/ 2027739 h 6858000"/>
              <a:gd name="connsiteX730" fmla="*/ 360865 w 7472601"/>
              <a:gd name="connsiteY730" fmla="*/ 2044827 h 6858000"/>
              <a:gd name="connsiteX731" fmla="*/ 560414 w 7472601"/>
              <a:gd name="connsiteY731" fmla="*/ 2421457 h 6858000"/>
              <a:gd name="connsiteX732" fmla="*/ 1359703 w 7472601"/>
              <a:gd name="connsiteY732" fmla="*/ 2578554 h 6858000"/>
              <a:gd name="connsiteX733" fmla="*/ 1359422 w 7472601"/>
              <a:gd name="connsiteY733" fmla="*/ 2577994 h 6858000"/>
              <a:gd name="connsiteX734" fmla="*/ 828701 w 7472601"/>
              <a:gd name="connsiteY734" fmla="*/ 1839520 h 6858000"/>
              <a:gd name="connsiteX735" fmla="*/ 494427 w 7472601"/>
              <a:gd name="connsiteY735" fmla="*/ 1092333 h 6858000"/>
              <a:gd name="connsiteX736" fmla="*/ 506322 w 7472601"/>
              <a:gd name="connsiteY736" fmla="*/ 1020997 h 6858000"/>
              <a:gd name="connsiteX737" fmla="*/ 4570198 w 7472601"/>
              <a:gd name="connsiteY737" fmla="*/ 978081 h 6858000"/>
              <a:gd name="connsiteX738" fmla="*/ 4523691 w 7472601"/>
              <a:gd name="connsiteY738" fmla="*/ 1127776 h 6858000"/>
              <a:gd name="connsiteX739" fmla="*/ 4509875 w 7472601"/>
              <a:gd name="connsiteY739" fmla="*/ 1167552 h 6858000"/>
              <a:gd name="connsiteX740" fmla="*/ 4478168 w 7472601"/>
              <a:gd name="connsiteY740" fmla="*/ 1260735 h 6858000"/>
              <a:gd name="connsiteX741" fmla="*/ 4409309 w 7472601"/>
              <a:gd name="connsiteY741" fmla="*/ 1666996 h 6858000"/>
              <a:gd name="connsiteX742" fmla="*/ 4370031 w 7472601"/>
              <a:gd name="connsiteY742" fmla="*/ 1955666 h 6858000"/>
              <a:gd name="connsiteX743" fmla="*/ 4570198 w 7472601"/>
              <a:gd name="connsiteY743" fmla="*/ 978081 h 6858000"/>
              <a:gd name="connsiteX744" fmla="*/ 4557898 w 7472601"/>
              <a:gd name="connsiteY744" fmla="*/ 900011 h 6858000"/>
              <a:gd name="connsiteX745" fmla="*/ 4344840 w 7472601"/>
              <a:gd name="connsiteY745" fmla="*/ 1922038 h 6858000"/>
              <a:gd name="connsiteX746" fmla="*/ 4378710 w 7472601"/>
              <a:gd name="connsiteY746" fmla="*/ 1665516 h 6858000"/>
              <a:gd name="connsiteX747" fmla="*/ 4448798 w 7472601"/>
              <a:gd name="connsiteY747" fmla="*/ 1253024 h 6858000"/>
              <a:gd name="connsiteX748" fmla="*/ 4480315 w 7472601"/>
              <a:gd name="connsiteY748" fmla="*/ 1158454 h 6858000"/>
              <a:gd name="connsiteX749" fmla="*/ 4494133 w 7472601"/>
              <a:gd name="connsiteY749" fmla="*/ 1118676 h 6858000"/>
              <a:gd name="connsiteX750" fmla="*/ 4557898 w 7472601"/>
              <a:gd name="connsiteY750" fmla="*/ 900011 h 6858000"/>
              <a:gd name="connsiteX751" fmla="*/ 5870151 w 7472601"/>
              <a:gd name="connsiteY751" fmla="*/ 898890 h 6858000"/>
              <a:gd name="connsiteX752" fmla="*/ 5861335 w 7472601"/>
              <a:gd name="connsiteY752" fmla="*/ 899177 h 6858000"/>
              <a:gd name="connsiteX753" fmla="*/ 5843702 w 7472601"/>
              <a:gd name="connsiteY753" fmla="*/ 899748 h 6858000"/>
              <a:gd name="connsiteX754" fmla="*/ 5651107 w 7472601"/>
              <a:gd name="connsiteY754" fmla="*/ 920306 h 6858000"/>
              <a:gd name="connsiteX755" fmla="*/ 5459407 w 7472601"/>
              <a:gd name="connsiteY755" fmla="*/ 940975 h 6858000"/>
              <a:gd name="connsiteX756" fmla="*/ 5374846 w 7472601"/>
              <a:gd name="connsiteY756" fmla="*/ 941988 h 6858000"/>
              <a:gd name="connsiteX757" fmla="*/ 5256105 w 7472601"/>
              <a:gd name="connsiteY757" fmla="*/ 945632 h 6858000"/>
              <a:gd name="connsiteX758" fmla="*/ 5107071 w 7472601"/>
              <a:gd name="connsiteY758" fmla="*/ 969720 h 6858000"/>
              <a:gd name="connsiteX759" fmla="*/ 4998681 w 7472601"/>
              <a:gd name="connsiteY759" fmla="*/ 988771 h 6858000"/>
              <a:gd name="connsiteX760" fmla="*/ 5870151 w 7472601"/>
              <a:gd name="connsiteY760" fmla="*/ 898890 h 6858000"/>
              <a:gd name="connsiteX761" fmla="*/ 5504425 w 7472601"/>
              <a:gd name="connsiteY761" fmla="*/ 848067 h 6858000"/>
              <a:gd name="connsiteX762" fmla="*/ 4968849 w 7472601"/>
              <a:gd name="connsiteY762" fmla="*/ 962318 h 6858000"/>
              <a:gd name="connsiteX763" fmla="*/ 5104039 w 7472601"/>
              <a:gd name="connsiteY763" fmla="*/ 940634 h 6858000"/>
              <a:gd name="connsiteX764" fmla="*/ 5256311 w 7472601"/>
              <a:gd name="connsiteY764" fmla="*/ 916490 h 6858000"/>
              <a:gd name="connsiteX765" fmla="*/ 5377381 w 7472601"/>
              <a:gd name="connsiteY765" fmla="*/ 912671 h 6858000"/>
              <a:gd name="connsiteX766" fmla="*/ 5460148 w 7472601"/>
              <a:gd name="connsiteY766" fmla="*/ 911442 h 6858000"/>
              <a:gd name="connsiteX767" fmla="*/ 5648971 w 7472601"/>
              <a:gd name="connsiteY767" fmla="*/ 891331 h 6858000"/>
              <a:gd name="connsiteX768" fmla="*/ 5844807 w 7472601"/>
              <a:gd name="connsiteY768" fmla="*/ 870718 h 6858000"/>
              <a:gd name="connsiteX769" fmla="*/ 5862975 w 7472601"/>
              <a:gd name="connsiteY769" fmla="*/ 869756 h 6858000"/>
              <a:gd name="connsiteX770" fmla="*/ 5920887 w 7472601"/>
              <a:gd name="connsiteY770" fmla="*/ 865929 h 6858000"/>
              <a:gd name="connsiteX771" fmla="*/ 5504425 w 7472601"/>
              <a:gd name="connsiteY771" fmla="*/ 848067 h 6858000"/>
              <a:gd name="connsiteX772" fmla="*/ 3607114 w 7472601"/>
              <a:gd name="connsiteY772" fmla="*/ 467441 h 6858000"/>
              <a:gd name="connsiteX773" fmla="*/ 3296242 w 7472601"/>
              <a:gd name="connsiteY773" fmla="*/ 807991 h 6858000"/>
              <a:gd name="connsiteX774" fmla="*/ 3174674 w 7472601"/>
              <a:gd name="connsiteY774" fmla="*/ 919759 h 6858000"/>
              <a:gd name="connsiteX775" fmla="*/ 3042978 w 7472601"/>
              <a:gd name="connsiteY775" fmla="*/ 1054894 h 6858000"/>
              <a:gd name="connsiteX776" fmla="*/ 2968914 w 7472601"/>
              <a:gd name="connsiteY776" fmla="*/ 1133756 h 6858000"/>
              <a:gd name="connsiteX777" fmla="*/ 3103823 w 7472601"/>
              <a:gd name="connsiteY777" fmla="*/ 1026814 h 6858000"/>
              <a:gd name="connsiteX778" fmla="*/ 3607114 w 7472601"/>
              <a:gd name="connsiteY778" fmla="*/ 467441 h 6858000"/>
              <a:gd name="connsiteX779" fmla="*/ 3744487 w 7472601"/>
              <a:gd name="connsiteY779" fmla="*/ 383136 h 6858000"/>
              <a:gd name="connsiteX780" fmla="*/ 3970213 w 7472601"/>
              <a:gd name="connsiteY780" fmla="*/ 995559 h 6858000"/>
              <a:gd name="connsiteX781" fmla="*/ 3744487 w 7472601"/>
              <a:gd name="connsiteY781" fmla="*/ 383136 h 6858000"/>
              <a:gd name="connsiteX782" fmla="*/ 3624562 w 7472601"/>
              <a:gd name="connsiteY782" fmla="*/ 367041 h 6858000"/>
              <a:gd name="connsiteX783" fmla="*/ 3489712 w 7472601"/>
              <a:gd name="connsiteY783" fmla="*/ 485386 h 6858000"/>
              <a:gd name="connsiteX784" fmla="*/ 3182994 w 7472601"/>
              <a:gd name="connsiteY784" fmla="*/ 828265 h 6858000"/>
              <a:gd name="connsiteX785" fmla="*/ 2892114 w 7472601"/>
              <a:gd name="connsiteY785" fmla="*/ 1172635 h 6858000"/>
              <a:gd name="connsiteX786" fmla="*/ 3021459 w 7472601"/>
              <a:gd name="connsiteY786" fmla="*/ 1035385 h 6858000"/>
              <a:gd name="connsiteX787" fmla="*/ 3153873 w 7472601"/>
              <a:gd name="connsiteY787" fmla="*/ 898971 h 6858000"/>
              <a:gd name="connsiteX788" fmla="*/ 3276511 w 7472601"/>
              <a:gd name="connsiteY788" fmla="*/ 786423 h 6858000"/>
              <a:gd name="connsiteX789" fmla="*/ 3584154 w 7472601"/>
              <a:gd name="connsiteY789" fmla="*/ 448218 h 6858000"/>
              <a:gd name="connsiteX790" fmla="*/ 3624562 w 7472601"/>
              <a:gd name="connsiteY790" fmla="*/ 367041 h 6858000"/>
              <a:gd name="connsiteX791" fmla="*/ 3766672 w 7472601"/>
              <a:gd name="connsiteY791" fmla="*/ 359429 h 6858000"/>
              <a:gd name="connsiteX792" fmla="*/ 3996338 w 7472601"/>
              <a:gd name="connsiteY792" fmla="*/ 968237 h 6858000"/>
              <a:gd name="connsiteX793" fmla="*/ 3766672 w 7472601"/>
              <a:gd name="connsiteY793" fmla="*/ 359429 h 6858000"/>
              <a:gd name="connsiteX794" fmla="*/ 5805386 w 7472601"/>
              <a:gd name="connsiteY794" fmla="*/ 239240 h 6858000"/>
              <a:gd name="connsiteX795" fmla="*/ 5736947 w 7472601"/>
              <a:gd name="connsiteY795" fmla="*/ 261367 h 6858000"/>
              <a:gd name="connsiteX796" fmla="*/ 5427012 w 7472601"/>
              <a:gd name="connsiteY796" fmla="*/ 311272 h 6858000"/>
              <a:gd name="connsiteX797" fmla="*/ 5147818 w 7472601"/>
              <a:gd name="connsiteY797" fmla="*/ 322112 h 6858000"/>
              <a:gd name="connsiteX798" fmla="*/ 5060854 w 7472601"/>
              <a:gd name="connsiteY798" fmla="*/ 311882 h 6858000"/>
              <a:gd name="connsiteX799" fmla="*/ 4945989 w 7472601"/>
              <a:gd name="connsiteY799" fmla="*/ 300516 h 6858000"/>
              <a:gd name="connsiteX800" fmla="*/ 5410479 w 7472601"/>
              <a:gd name="connsiteY800" fmla="*/ 348434 h 6858000"/>
              <a:gd name="connsiteX801" fmla="*/ 5805386 w 7472601"/>
              <a:gd name="connsiteY801" fmla="*/ 239240 h 6858000"/>
              <a:gd name="connsiteX802" fmla="*/ 5905192 w 7472601"/>
              <a:gd name="connsiteY802" fmla="*/ 163079 h 6858000"/>
              <a:gd name="connsiteX803" fmla="*/ 5865655 w 7472601"/>
              <a:gd name="connsiteY803" fmla="*/ 171901 h 6858000"/>
              <a:gd name="connsiteX804" fmla="*/ 5259740 w 7472601"/>
              <a:gd name="connsiteY804" fmla="*/ 257013 h 6858000"/>
              <a:gd name="connsiteX805" fmla="*/ 5208466 w 7472601"/>
              <a:gd name="connsiteY805" fmla="*/ 257550 h 6858000"/>
              <a:gd name="connsiteX806" fmla="*/ 4980204 w 7472601"/>
              <a:gd name="connsiteY806" fmla="*/ 271903 h 6858000"/>
              <a:gd name="connsiteX807" fmla="*/ 5068068 w 7472601"/>
              <a:gd name="connsiteY807" fmla="*/ 282244 h 6858000"/>
              <a:gd name="connsiteX808" fmla="*/ 5153231 w 7472601"/>
              <a:gd name="connsiteY808" fmla="*/ 292240 h 6858000"/>
              <a:gd name="connsiteX809" fmla="*/ 5426491 w 7472601"/>
              <a:gd name="connsiteY809" fmla="*/ 281128 h 6858000"/>
              <a:gd name="connsiteX810" fmla="*/ 5731212 w 7472601"/>
              <a:gd name="connsiteY810" fmla="*/ 231951 h 6858000"/>
              <a:gd name="connsiteX811" fmla="*/ 5905192 w 7472601"/>
              <a:gd name="connsiteY811" fmla="*/ 163079 h 6858000"/>
              <a:gd name="connsiteX812" fmla="*/ 5944437 w 7472601"/>
              <a:gd name="connsiteY812" fmla="*/ 113829 h 6858000"/>
              <a:gd name="connsiteX813" fmla="*/ 5825032 w 7472601"/>
              <a:gd name="connsiteY813" fmla="*/ 146405 h 6858000"/>
              <a:gd name="connsiteX814" fmla="*/ 4955599 w 7472601"/>
              <a:gd name="connsiteY814" fmla="*/ 247008 h 6858000"/>
              <a:gd name="connsiteX815" fmla="*/ 5210104 w 7472601"/>
              <a:gd name="connsiteY815" fmla="*/ 228123 h 6858000"/>
              <a:gd name="connsiteX816" fmla="*/ 5261015 w 7472601"/>
              <a:gd name="connsiteY816" fmla="*/ 227087 h 6858000"/>
              <a:gd name="connsiteX817" fmla="*/ 5861181 w 7472601"/>
              <a:gd name="connsiteY817" fmla="*/ 143093 h 6858000"/>
              <a:gd name="connsiteX818" fmla="*/ 5961252 w 7472601"/>
              <a:gd name="connsiteY818" fmla="*/ 114820 h 6858000"/>
              <a:gd name="connsiteX819" fmla="*/ 5944437 w 7472601"/>
              <a:gd name="connsiteY819" fmla="*/ 113829 h 6858000"/>
              <a:gd name="connsiteX820" fmla="*/ 3882765 w 7472601"/>
              <a:gd name="connsiteY820" fmla="*/ 0 h 6858000"/>
              <a:gd name="connsiteX821" fmla="*/ 3995099 w 7472601"/>
              <a:gd name="connsiteY821" fmla="*/ 0 h 6858000"/>
              <a:gd name="connsiteX822" fmla="*/ 4163818 w 7472601"/>
              <a:gd name="connsiteY822" fmla="*/ 234104 h 6858000"/>
              <a:gd name="connsiteX823" fmla="*/ 4172099 w 7472601"/>
              <a:gd name="connsiteY823" fmla="*/ 234207 h 6858000"/>
              <a:gd name="connsiteX824" fmla="*/ 4784282 w 7472601"/>
              <a:gd name="connsiteY824" fmla="*/ 276561 h 6858000"/>
              <a:gd name="connsiteX825" fmla="*/ 4801687 w 7472601"/>
              <a:gd name="connsiteY825" fmla="*/ 267764 h 6858000"/>
              <a:gd name="connsiteX826" fmla="*/ 6082788 w 7472601"/>
              <a:gd name="connsiteY826" fmla="*/ 64119 h 6858000"/>
              <a:gd name="connsiteX827" fmla="*/ 6099442 w 7472601"/>
              <a:gd name="connsiteY827" fmla="*/ 82568 h 6858000"/>
              <a:gd name="connsiteX828" fmla="*/ 4804137 w 7472601"/>
              <a:gd name="connsiteY828" fmla="*/ 320931 h 6858000"/>
              <a:gd name="connsiteX829" fmla="*/ 4227047 w 7472601"/>
              <a:gd name="connsiteY829" fmla="*/ 313415 h 6858000"/>
              <a:gd name="connsiteX830" fmla="*/ 4346041 w 7472601"/>
              <a:gd name="connsiteY830" fmla="*/ 456086 h 6858000"/>
              <a:gd name="connsiteX831" fmla="*/ 4870967 w 7472601"/>
              <a:gd name="connsiteY831" fmla="*/ 963061 h 6858000"/>
              <a:gd name="connsiteX832" fmla="*/ 4889647 w 7472601"/>
              <a:gd name="connsiteY832" fmla="*/ 957147 h 6858000"/>
              <a:gd name="connsiteX833" fmla="*/ 5422504 w 7472601"/>
              <a:gd name="connsiteY833" fmla="*/ 805191 h 6858000"/>
              <a:gd name="connsiteX834" fmla="*/ 6087656 w 7472601"/>
              <a:gd name="connsiteY834" fmla="*/ 826703 h 6858000"/>
              <a:gd name="connsiteX835" fmla="*/ 6058717 w 7472601"/>
              <a:gd name="connsiteY835" fmla="*/ 865992 h 6858000"/>
              <a:gd name="connsiteX836" fmla="*/ 4974153 w 7472601"/>
              <a:gd name="connsiteY836" fmla="*/ 1045456 h 6858000"/>
              <a:gd name="connsiteX837" fmla="*/ 5627835 w 7472601"/>
              <a:gd name="connsiteY837" fmla="*/ 1472077 h 6858000"/>
              <a:gd name="connsiteX838" fmla="*/ 5629817 w 7472601"/>
              <a:gd name="connsiteY838" fmla="*/ 1471412 h 6858000"/>
              <a:gd name="connsiteX839" fmla="*/ 5634124 w 7472601"/>
              <a:gd name="connsiteY839" fmla="*/ 1470572 h 6858000"/>
              <a:gd name="connsiteX840" fmla="*/ 5755832 w 7472601"/>
              <a:gd name="connsiteY840" fmla="*/ 1383886 h 6858000"/>
              <a:gd name="connsiteX841" fmla="*/ 6014186 w 7472601"/>
              <a:gd name="connsiteY841" fmla="*/ 1279799 h 6858000"/>
              <a:gd name="connsiteX842" fmla="*/ 6901619 w 7472601"/>
              <a:gd name="connsiteY842" fmla="*/ 1047874 h 6858000"/>
              <a:gd name="connsiteX843" fmla="*/ 6931566 w 7472601"/>
              <a:gd name="connsiteY843" fmla="*/ 1062034 h 6858000"/>
              <a:gd name="connsiteX844" fmla="*/ 5790982 w 7472601"/>
              <a:gd name="connsiteY844" fmla="*/ 1561380 h 6858000"/>
              <a:gd name="connsiteX845" fmla="*/ 6188971 w 7472601"/>
              <a:gd name="connsiteY845" fmla="*/ 1755168 h 6858000"/>
              <a:gd name="connsiteX846" fmla="*/ 6202446 w 7472601"/>
              <a:gd name="connsiteY846" fmla="*/ 1752268 h 6858000"/>
              <a:gd name="connsiteX847" fmla="*/ 7179560 w 7472601"/>
              <a:gd name="connsiteY847" fmla="*/ 1467551 h 6858000"/>
              <a:gd name="connsiteX848" fmla="*/ 7158730 w 7472601"/>
              <a:gd name="connsiteY848" fmla="*/ 1507835 h 6858000"/>
              <a:gd name="connsiteX849" fmla="*/ 6326959 w 7472601"/>
              <a:gd name="connsiteY849" fmla="*/ 1817686 h 6858000"/>
              <a:gd name="connsiteX850" fmla="*/ 6537433 w 7472601"/>
              <a:gd name="connsiteY850" fmla="*/ 1907790 h 6858000"/>
              <a:gd name="connsiteX851" fmla="*/ 6550221 w 7472601"/>
              <a:gd name="connsiteY851" fmla="*/ 1910729 h 6858000"/>
              <a:gd name="connsiteX852" fmla="*/ 6964438 w 7472601"/>
              <a:gd name="connsiteY852" fmla="*/ 2209505 h 6858000"/>
              <a:gd name="connsiteX853" fmla="*/ 7367862 w 7472601"/>
              <a:gd name="connsiteY853" fmla="*/ 2806833 h 6858000"/>
              <a:gd name="connsiteX854" fmla="*/ 7364329 w 7472601"/>
              <a:gd name="connsiteY854" fmla="*/ 2826907 h 6858000"/>
              <a:gd name="connsiteX855" fmla="*/ 7290545 w 7472601"/>
              <a:gd name="connsiteY855" fmla="*/ 2850663 h 6858000"/>
              <a:gd name="connsiteX856" fmla="*/ 6472036 w 7472601"/>
              <a:gd name="connsiteY856" fmla="*/ 1959003 h 6858000"/>
              <a:gd name="connsiteX857" fmla="*/ 5792897 w 7472601"/>
              <a:gd name="connsiteY857" fmla="*/ 1647747 h 6858000"/>
              <a:gd name="connsiteX858" fmla="*/ 5842751 w 7472601"/>
              <a:gd name="connsiteY858" fmla="*/ 1816112 h 6858000"/>
              <a:gd name="connsiteX859" fmla="*/ 5847424 w 7472601"/>
              <a:gd name="connsiteY859" fmla="*/ 1815776 h 6858000"/>
              <a:gd name="connsiteX860" fmla="*/ 6399821 w 7472601"/>
              <a:gd name="connsiteY860" fmla="*/ 2344799 h 6858000"/>
              <a:gd name="connsiteX861" fmla="*/ 6323232 w 7472601"/>
              <a:gd name="connsiteY861" fmla="*/ 2389634 h 6858000"/>
              <a:gd name="connsiteX862" fmla="*/ 5942958 w 7472601"/>
              <a:gd name="connsiteY862" fmla="*/ 2077708 h 6858000"/>
              <a:gd name="connsiteX863" fmla="*/ 5921559 w 7472601"/>
              <a:gd name="connsiteY863" fmla="*/ 2378596 h 6858000"/>
              <a:gd name="connsiteX864" fmla="*/ 5817651 w 7472601"/>
              <a:gd name="connsiteY864" fmla="*/ 3023919 h 6858000"/>
              <a:gd name="connsiteX865" fmla="*/ 5729634 w 7472601"/>
              <a:gd name="connsiteY865" fmla="*/ 3051849 h 6858000"/>
              <a:gd name="connsiteX866" fmla="*/ 5611018 w 7472601"/>
              <a:gd name="connsiteY866" fmla="*/ 2316769 h 6858000"/>
              <a:gd name="connsiteX867" fmla="*/ 5687608 w 7472601"/>
              <a:gd name="connsiteY867" fmla="*/ 2039972 h 6858000"/>
              <a:gd name="connsiteX868" fmla="*/ 5657554 w 7472601"/>
              <a:gd name="connsiteY868" fmla="*/ 1576445 h 6858000"/>
              <a:gd name="connsiteX869" fmla="*/ 5150475 w 7472601"/>
              <a:gd name="connsiteY869" fmla="*/ 1274012 h 6858000"/>
              <a:gd name="connsiteX870" fmla="*/ 5349142 w 7472601"/>
              <a:gd name="connsiteY870" fmla="*/ 2204405 h 6858000"/>
              <a:gd name="connsiteX871" fmla="*/ 5262214 w 7472601"/>
              <a:gd name="connsiteY871" fmla="*/ 2233836 h 6858000"/>
              <a:gd name="connsiteX872" fmla="*/ 4981539 w 7472601"/>
              <a:gd name="connsiteY872" fmla="*/ 1542201 h 6858000"/>
              <a:gd name="connsiteX873" fmla="*/ 4958461 w 7472601"/>
              <a:gd name="connsiteY873" fmla="*/ 1136957 h 6858000"/>
              <a:gd name="connsiteX874" fmla="*/ 4655015 w 7472601"/>
              <a:gd name="connsiteY874" fmla="*/ 891426 h 6858000"/>
              <a:gd name="connsiteX875" fmla="*/ 4348002 w 7472601"/>
              <a:gd name="connsiteY875" fmla="*/ 2205895 h 6858000"/>
              <a:gd name="connsiteX876" fmla="*/ 4262250 w 7472601"/>
              <a:gd name="connsiteY876" fmla="*/ 2219972 h 6858000"/>
              <a:gd name="connsiteX877" fmla="*/ 4550611 w 7472601"/>
              <a:gd name="connsiteY877" fmla="*/ 817540 h 6858000"/>
              <a:gd name="connsiteX878" fmla="*/ 4564418 w 7472601"/>
              <a:gd name="connsiteY878" fmla="*/ 808293 h 6858000"/>
              <a:gd name="connsiteX879" fmla="*/ 4266388 w 7472601"/>
              <a:gd name="connsiteY879" fmla="*/ 500083 h 6858000"/>
              <a:gd name="connsiteX880" fmla="*/ 4032842 w 7472601"/>
              <a:gd name="connsiteY880" fmla="*/ 211809 h 6858000"/>
              <a:gd name="connsiteX881" fmla="*/ 3882765 w 7472601"/>
              <a:gd name="connsiteY881" fmla="*/ 0 h 6858000"/>
              <a:gd name="connsiteX882" fmla="*/ 3721337 w 7472601"/>
              <a:gd name="connsiteY882" fmla="*/ 0 h 6858000"/>
              <a:gd name="connsiteX883" fmla="*/ 3797544 w 7472601"/>
              <a:gd name="connsiteY883" fmla="*/ 0 h 6858000"/>
              <a:gd name="connsiteX884" fmla="*/ 3775734 w 7472601"/>
              <a:gd name="connsiteY884" fmla="*/ 95131 h 6858000"/>
              <a:gd name="connsiteX885" fmla="*/ 3724807 w 7472601"/>
              <a:gd name="connsiteY885" fmla="*/ 272257 h 6858000"/>
              <a:gd name="connsiteX886" fmla="*/ 3726844 w 7472601"/>
              <a:gd name="connsiteY886" fmla="*/ 282988 h 6858000"/>
              <a:gd name="connsiteX887" fmla="*/ 3742664 w 7472601"/>
              <a:gd name="connsiteY887" fmla="*/ 279918 h 6858000"/>
              <a:gd name="connsiteX888" fmla="*/ 4103910 w 7472601"/>
              <a:gd name="connsiteY888" fmla="*/ 1161917 h 6858000"/>
              <a:gd name="connsiteX889" fmla="*/ 4020269 w 7472601"/>
              <a:gd name="connsiteY889" fmla="*/ 1200406 h 6858000"/>
              <a:gd name="connsiteX890" fmla="*/ 3674882 w 7472601"/>
              <a:gd name="connsiteY890" fmla="*/ 488524 h 6858000"/>
              <a:gd name="connsiteX891" fmla="*/ 3132682 w 7472601"/>
              <a:gd name="connsiteY891" fmla="*/ 1072284 h 6858000"/>
              <a:gd name="connsiteX892" fmla="*/ 2716346 w 7472601"/>
              <a:gd name="connsiteY892" fmla="*/ 1276376 h 6858000"/>
              <a:gd name="connsiteX893" fmla="*/ 2716772 w 7472601"/>
              <a:gd name="connsiteY893" fmla="*/ 1255462 h 6858000"/>
              <a:gd name="connsiteX894" fmla="*/ 3471096 w 7472601"/>
              <a:gd name="connsiteY894" fmla="*/ 437072 h 6858000"/>
              <a:gd name="connsiteX895" fmla="*/ 3639057 w 7472601"/>
              <a:gd name="connsiteY895" fmla="*/ 286334 h 6858000"/>
              <a:gd name="connsiteX896" fmla="*/ 3640309 w 7472601"/>
              <a:gd name="connsiteY896" fmla="*/ 284664 h 6858000"/>
              <a:gd name="connsiteX897" fmla="*/ 3646022 w 7472601"/>
              <a:gd name="connsiteY897" fmla="*/ 276711 h 6858000"/>
              <a:gd name="connsiteX898" fmla="*/ 3707943 w 7472601"/>
              <a:gd name="connsiteY898" fmla="*/ 65958 h 6858000"/>
              <a:gd name="connsiteX899" fmla="*/ 3721337 w 7472601"/>
              <a:gd name="connsiteY899" fmla="*/ 0 h 6858000"/>
              <a:gd name="connsiteX900" fmla="*/ 2867960 w 7472601"/>
              <a:gd name="connsiteY900" fmla="*/ 0 h 6858000"/>
              <a:gd name="connsiteX901" fmla="*/ 2926351 w 7472601"/>
              <a:gd name="connsiteY901" fmla="*/ 0 h 6858000"/>
              <a:gd name="connsiteX902" fmla="*/ 2902823 w 7472601"/>
              <a:gd name="connsiteY902" fmla="*/ 262929 h 6858000"/>
              <a:gd name="connsiteX903" fmla="*/ 2940663 w 7472601"/>
              <a:gd name="connsiteY903" fmla="*/ 140884 h 6858000"/>
              <a:gd name="connsiteX904" fmla="*/ 2947039 w 7472601"/>
              <a:gd name="connsiteY904" fmla="*/ 122524 h 6858000"/>
              <a:gd name="connsiteX905" fmla="*/ 2984316 w 7472601"/>
              <a:gd name="connsiteY905" fmla="*/ 0 h 6858000"/>
              <a:gd name="connsiteX906" fmla="*/ 3016114 w 7472601"/>
              <a:gd name="connsiteY906" fmla="*/ 0 h 6858000"/>
              <a:gd name="connsiteX907" fmla="*/ 2979949 w 7472601"/>
              <a:gd name="connsiteY907" fmla="*/ 119274 h 6858000"/>
              <a:gd name="connsiteX908" fmla="*/ 3023879 w 7472601"/>
              <a:gd name="connsiteY908" fmla="*/ 0 h 6858000"/>
              <a:gd name="connsiteX909" fmla="*/ 3105400 w 7472601"/>
              <a:gd name="connsiteY909" fmla="*/ 0 h 6858000"/>
              <a:gd name="connsiteX910" fmla="*/ 3094669 w 7472601"/>
              <a:gd name="connsiteY910" fmla="*/ 30308 h 6858000"/>
              <a:gd name="connsiteX911" fmla="*/ 2901945 w 7472601"/>
              <a:gd name="connsiteY911" fmla="*/ 466538 h 6858000"/>
              <a:gd name="connsiteX912" fmla="*/ 2815209 w 7472601"/>
              <a:gd name="connsiteY912" fmla="*/ 497361 h 6858000"/>
              <a:gd name="connsiteX913" fmla="*/ 2844845 w 7472601"/>
              <a:gd name="connsiteY913" fmla="*/ 127638 h 6858000"/>
              <a:gd name="connsiteX914" fmla="*/ 2867960 w 7472601"/>
              <a:gd name="connsiteY914" fmla="*/ 0 h 6858000"/>
              <a:gd name="connsiteX915" fmla="*/ 1057230 w 7472601"/>
              <a:gd name="connsiteY915" fmla="*/ 0 h 6858000"/>
              <a:gd name="connsiteX916" fmla="*/ 1111003 w 7472601"/>
              <a:gd name="connsiteY916" fmla="*/ 0 h 6858000"/>
              <a:gd name="connsiteX917" fmla="*/ 1125553 w 7472601"/>
              <a:gd name="connsiteY917" fmla="*/ 52588 h 6858000"/>
              <a:gd name="connsiteX918" fmla="*/ 1304276 w 7472601"/>
              <a:gd name="connsiteY918" fmla="*/ 476275 h 6858000"/>
              <a:gd name="connsiteX919" fmla="*/ 1492066 w 7472601"/>
              <a:gd name="connsiteY919" fmla="*/ 886333 h 6858000"/>
              <a:gd name="connsiteX920" fmla="*/ 1423698 w 7472601"/>
              <a:gd name="connsiteY920" fmla="*/ 710817 h 6858000"/>
              <a:gd name="connsiteX921" fmla="*/ 1357609 w 7472601"/>
              <a:gd name="connsiteY921" fmla="*/ 532892 h 6858000"/>
              <a:gd name="connsiteX922" fmla="*/ 1309550 w 7472601"/>
              <a:gd name="connsiteY922" fmla="*/ 374031 h 6858000"/>
              <a:gd name="connsiteX923" fmla="*/ 1193673 w 7472601"/>
              <a:gd name="connsiteY923" fmla="*/ 49533 h 6858000"/>
              <a:gd name="connsiteX924" fmla="*/ 1164391 w 7472601"/>
              <a:gd name="connsiteY924" fmla="*/ 0 h 6858000"/>
              <a:gd name="connsiteX925" fmla="*/ 1200666 w 7472601"/>
              <a:gd name="connsiteY925" fmla="*/ 0 h 6858000"/>
              <a:gd name="connsiteX926" fmla="*/ 1223408 w 7472601"/>
              <a:gd name="connsiteY926" fmla="*/ 38996 h 6858000"/>
              <a:gd name="connsiteX927" fmla="*/ 1339635 w 7472601"/>
              <a:gd name="connsiteY927" fmla="*/ 365517 h 6858000"/>
              <a:gd name="connsiteX928" fmla="*/ 1387469 w 7472601"/>
              <a:gd name="connsiteY928" fmla="*/ 523079 h 6858000"/>
              <a:gd name="connsiteX929" fmla="*/ 1452685 w 7472601"/>
              <a:gd name="connsiteY929" fmla="*/ 699806 h 6858000"/>
              <a:gd name="connsiteX930" fmla="*/ 1492092 w 7472601"/>
              <a:gd name="connsiteY930" fmla="*/ 800424 h 6858000"/>
              <a:gd name="connsiteX931" fmla="*/ 1455302 w 7472601"/>
              <a:gd name="connsiteY931" fmla="*/ 632913 h 6858000"/>
              <a:gd name="connsiteX932" fmla="*/ 1222336 w 7472601"/>
              <a:gd name="connsiteY932" fmla="*/ 9480 h 6858000"/>
              <a:gd name="connsiteX933" fmla="*/ 1214634 w 7472601"/>
              <a:gd name="connsiteY933" fmla="*/ 0 h 6858000"/>
              <a:gd name="connsiteX934" fmla="*/ 1289827 w 7472601"/>
              <a:gd name="connsiteY934" fmla="*/ 0 h 6858000"/>
              <a:gd name="connsiteX935" fmla="*/ 1321076 w 7472601"/>
              <a:gd name="connsiteY935" fmla="*/ 59722 h 6858000"/>
              <a:gd name="connsiteX936" fmla="*/ 1512579 w 7472601"/>
              <a:gd name="connsiteY936" fmla="*/ 626441 h 6858000"/>
              <a:gd name="connsiteX937" fmla="*/ 1506076 w 7472601"/>
              <a:gd name="connsiteY937" fmla="*/ 1089289 h 6858000"/>
              <a:gd name="connsiteX938" fmla="*/ 1486346 w 7472601"/>
              <a:gd name="connsiteY938" fmla="*/ 1079919 h 6858000"/>
              <a:gd name="connsiteX939" fmla="*/ 1070511 w 7472601"/>
              <a:gd name="connsiteY939" fmla="*/ 48609 h 6858000"/>
              <a:gd name="connsiteX940" fmla="*/ 1057230 w 7472601"/>
              <a:gd name="connsiteY940" fmla="*/ 0 h 6858000"/>
              <a:gd name="connsiteX941" fmla="*/ 43151 w 7472601"/>
              <a:gd name="connsiteY941" fmla="*/ 0 h 6858000"/>
              <a:gd name="connsiteX942" fmla="*/ 95283 w 7472601"/>
              <a:gd name="connsiteY942" fmla="*/ 0 h 6858000"/>
              <a:gd name="connsiteX943" fmla="*/ 300708 w 7472601"/>
              <a:gd name="connsiteY943" fmla="*/ 154571 h 6858000"/>
              <a:gd name="connsiteX944" fmla="*/ 530414 w 7472601"/>
              <a:gd name="connsiteY944" fmla="*/ 354673 h 6858000"/>
              <a:gd name="connsiteX945" fmla="*/ 333785 w 7472601"/>
              <a:gd name="connsiteY945" fmla="*/ 161564 h 6858000"/>
              <a:gd name="connsiteX946" fmla="*/ 147005 w 7472601"/>
              <a:gd name="connsiteY946" fmla="*/ 0 h 6858000"/>
              <a:gd name="connsiteX947" fmla="*/ 272509 w 7472601"/>
              <a:gd name="connsiteY947" fmla="*/ 0 h 6858000"/>
              <a:gd name="connsiteX948" fmla="*/ 326276 w 7472601"/>
              <a:gd name="connsiteY948" fmla="*/ 45847 h 6858000"/>
              <a:gd name="connsiteX949" fmla="*/ 823759 w 7472601"/>
              <a:gd name="connsiteY949" fmla="*/ 574145 h 6858000"/>
              <a:gd name="connsiteX950" fmla="*/ 811254 w 7472601"/>
              <a:gd name="connsiteY950" fmla="*/ 665546 h 6858000"/>
              <a:gd name="connsiteX951" fmla="*/ 154042 w 7472601"/>
              <a:gd name="connsiteY951" fmla="*/ 261522 h 6858000"/>
              <a:gd name="connsiteX952" fmla="*/ 13550 w 7472601"/>
              <a:gd name="connsiteY952" fmla="*/ 158423 h 6858000"/>
              <a:gd name="connsiteX953" fmla="*/ 0 w 7472601"/>
              <a:gd name="connsiteY953" fmla="*/ 146618 h 6858000"/>
              <a:gd name="connsiteX954" fmla="*/ 0 w 7472601"/>
              <a:gd name="connsiteY954" fmla="*/ 59161 h 6858000"/>
              <a:gd name="connsiteX955" fmla="*/ 45427 w 7472601"/>
              <a:gd name="connsiteY955" fmla="*/ 101078 h 6858000"/>
              <a:gd name="connsiteX956" fmla="*/ 630103 w 7472601"/>
              <a:gd name="connsiteY956" fmla="*/ 485885 h 6858000"/>
              <a:gd name="connsiteX957" fmla="*/ 532040 w 7472601"/>
              <a:gd name="connsiteY957" fmla="*/ 399359 h 6858000"/>
              <a:gd name="connsiteX958" fmla="*/ 517618 w 7472601"/>
              <a:gd name="connsiteY958" fmla="*/ 385726 h 6858000"/>
              <a:gd name="connsiteX959" fmla="*/ 285074 w 7472601"/>
              <a:gd name="connsiteY959" fmla="*/ 182755 h 6858000"/>
              <a:gd name="connsiteX960" fmla="*/ 43151 w 7472601"/>
              <a:gd name="connsiteY960"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467600 w 7472601"/>
              <a:gd name="connsiteY76" fmla="*/ 6163634 h 6858000"/>
              <a:gd name="connsiteX77" fmla="*/ 7448321 w 7472601"/>
              <a:gd name="connsiteY77" fmla="*/ 6190991 h 6858000"/>
              <a:gd name="connsiteX78" fmla="*/ 7467600 w 7472601"/>
              <a:gd name="connsiteY78" fmla="*/ 6221686 h 6858000"/>
              <a:gd name="connsiteX79" fmla="*/ 7467600 w 7472601"/>
              <a:gd name="connsiteY79" fmla="*/ 6334256 h 6858000"/>
              <a:gd name="connsiteX80" fmla="*/ 7454976 w 7472601"/>
              <a:gd name="connsiteY80" fmla="*/ 6318297 h 6858000"/>
              <a:gd name="connsiteX81" fmla="*/ 1456157 w 7472601"/>
              <a:gd name="connsiteY81" fmla="*/ 5371404 h 6858000"/>
              <a:gd name="connsiteX82" fmla="*/ 1244432 w 7472601"/>
              <a:gd name="connsiteY82" fmla="*/ 5385601 h 6858000"/>
              <a:gd name="connsiteX83" fmla="*/ 973990 w 7472601"/>
              <a:gd name="connsiteY83" fmla="*/ 5424940 h 6858000"/>
              <a:gd name="connsiteX84" fmla="*/ 1103809 w 7472601"/>
              <a:gd name="connsiteY84" fmla="*/ 5433720 h 6858000"/>
              <a:gd name="connsiteX85" fmla="*/ 1123454 w 7472601"/>
              <a:gd name="connsiteY85" fmla="*/ 5435727 h 6858000"/>
              <a:gd name="connsiteX86" fmla="*/ 1737017 w 7472601"/>
              <a:gd name="connsiteY86" fmla="*/ 5452183 h 6858000"/>
              <a:gd name="connsiteX87" fmla="*/ 1824397 w 7472601"/>
              <a:gd name="connsiteY87" fmla="*/ 5447757 h 6858000"/>
              <a:gd name="connsiteX88" fmla="*/ 2070059 w 7472601"/>
              <a:gd name="connsiteY88" fmla="*/ 5441660 h 6858000"/>
              <a:gd name="connsiteX89" fmla="*/ 1456157 w 7472601"/>
              <a:gd name="connsiteY89" fmla="*/ 5371404 h 6858000"/>
              <a:gd name="connsiteX90" fmla="*/ 4988186 w 7472601"/>
              <a:gd name="connsiteY90" fmla="*/ 5216467 h 6858000"/>
              <a:gd name="connsiteX91" fmla="*/ 4777334 w 7472601"/>
              <a:gd name="connsiteY91" fmla="*/ 5406072 h 6858000"/>
              <a:gd name="connsiteX92" fmla="*/ 4718341 w 7472601"/>
              <a:gd name="connsiteY92" fmla="*/ 5468043 h 6858000"/>
              <a:gd name="connsiteX93" fmla="*/ 4604655 w 7472601"/>
              <a:gd name="connsiteY93" fmla="*/ 5583434 h 6858000"/>
              <a:gd name="connsiteX94" fmla="*/ 4565074 w 7472601"/>
              <a:gd name="connsiteY94" fmla="*/ 5618550 h 6858000"/>
              <a:gd name="connsiteX95" fmla="*/ 4988186 w 7472601"/>
              <a:gd name="connsiteY95" fmla="*/ 5216467 h 6858000"/>
              <a:gd name="connsiteX96" fmla="*/ 4978032 w 7472601"/>
              <a:gd name="connsiteY96" fmla="*/ 5183809 h 6858000"/>
              <a:gd name="connsiteX97" fmla="*/ 4463413 w 7472601"/>
              <a:gd name="connsiteY97" fmla="*/ 5615162 h 6858000"/>
              <a:gd name="connsiteX98" fmla="*/ 4358134 w 7472601"/>
              <a:gd name="connsiteY98" fmla="*/ 5742791 h 6858000"/>
              <a:gd name="connsiteX99" fmla="*/ 4376219 w 7472601"/>
              <a:gd name="connsiteY99" fmla="*/ 5729027 h 6858000"/>
              <a:gd name="connsiteX100" fmla="*/ 4582340 w 7472601"/>
              <a:gd name="connsiteY100" fmla="*/ 5561037 h 6858000"/>
              <a:gd name="connsiteX101" fmla="*/ 4694684 w 7472601"/>
              <a:gd name="connsiteY101" fmla="*/ 5447098 h 6858000"/>
              <a:gd name="connsiteX102" fmla="*/ 4754123 w 7472601"/>
              <a:gd name="connsiteY102" fmla="*/ 5384643 h 6858000"/>
              <a:gd name="connsiteX103" fmla="*/ 4978032 w 7472601"/>
              <a:gd name="connsiteY103" fmla="*/ 5183809 h 6858000"/>
              <a:gd name="connsiteX104" fmla="*/ 1903353 w 7472601"/>
              <a:gd name="connsiteY104" fmla="*/ 5044827 h 6858000"/>
              <a:gd name="connsiteX105" fmla="*/ 1936931 w 7472601"/>
              <a:gd name="connsiteY105" fmla="*/ 5093954 h 6858000"/>
              <a:gd name="connsiteX106" fmla="*/ 2195868 w 7472601"/>
              <a:gd name="connsiteY106" fmla="*/ 5396574 h 6858000"/>
              <a:gd name="connsiteX107" fmla="*/ 2088852 w 7472601"/>
              <a:gd name="connsiteY107" fmla="*/ 5166123 h 6858000"/>
              <a:gd name="connsiteX108" fmla="*/ 1958241 w 7472601"/>
              <a:gd name="connsiteY108" fmla="*/ 5067955 h 6858000"/>
              <a:gd name="connsiteX109" fmla="*/ 1903353 w 7472601"/>
              <a:gd name="connsiteY109" fmla="*/ 5044827 h 6858000"/>
              <a:gd name="connsiteX110" fmla="*/ 1979378 w 7472601"/>
              <a:gd name="connsiteY110" fmla="*/ 4769504 h 6858000"/>
              <a:gd name="connsiteX111" fmla="*/ 2882120 w 7472601"/>
              <a:gd name="connsiteY111" fmla="*/ 5064547 h 6858000"/>
              <a:gd name="connsiteX112" fmla="*/ 2793103 w 7472601"/>
              <a:gd name="connsiteY112" fmla="*/ 5039699 h 6858000"/>
              <a:gd name="connsiteX113" fmla="*/ 2770041 w 7472601"/>
              <a:gd name="connsiteY113" fmla="*/ 5033634 h 6858000"/>
              <a:gd name="connsiteX114" fmla="*/ 1979378 w 7472601"/>
              <a:gd name="connsiteY114" fmla="*/ 4769504 h 6858000"/>
              <a:gd name="connsiteX115" fmla="*/ 1927410 w 7472601"/>
              <a:gd name="connsiteY115" fmla="*/ 4716164 h 6858000"/>
              <a:gd name="connsiteX116" fmla="*/ 1959587 w 7472601"/>
              <a:gd name="connsiteY116" fmla="*/ 4728849 h 6858000"/>
              <a:gd name="connsiteX117" fmla="*/ 2777707 w 7472601"/>
              <a:gd name="connsiteY117" fmla="*/ 5003991 h 6858000"/>
              <a:gd name="connsiteX118" fmla="*/ 2800768 w 7472601"/>
              <a:gd name="connsiteY118" fmla="*/ 5010056 h 6858000"/>
              <a:gd name="connsiteX119" fmla="*/ 2879408 w 7472601"/>
              <a:gd name="connsiteY119" fmla="*/ 5031590 h 6858000"/>
              <a:gd name="connsiteX120" fmla="*/ 2862295 w 7472601"/>
              <a:gd name="connsiteY120" fmla="*/ 5022958 h 6858000"/>
              <a:gd name="connsiteX121" fmla="*/ 2813343 w 7472601"/>
              <a:gd name="connsiteY121" fmla="*/ 4998369 h 6858000"/>
              <a:gd name="connsiteX122" fmla="*/ 2646245 w 7472601"/>
              <a:gd name="connsiteY122" fmla="*/ 4930999 h 6858000"/>
              <a:gd name="connsiteX123" fmla="*/ 1999243 w 7472601"/>
              <a:gd name="connsiteY123" fmla="*/ 4730524 h 6858000"/>
              <a:gd name="connsiteX124" fmla="*/ 1979527 w 7472601"/>
              <a:gd name="connsiteY124" fmla="*/ 4726651 h 6858000"/>
              <a:gd name="connsiteX125" fmla="*/ 1927410 w 7472601"/>
              <a:gd name="connsiteY125" fmla="*/ 4716164 h 6858000"/>
              <a:gd name="connsiteX126" fmla="*/ 1997014 w 7472601"/>
              <a:gd name="connsiteY126" fmla="*/ 4698007 h 6858000"/>
              <a:gd name="connsiteX127" fmla="*/ 2005458 w 7472601"/>
              <a:gd name="connsiteY127" fmla="*/ 4699540 h 6858000"/>
              <a:gd name="connsiteX128" fmla="*/ 2657186 w 7472601"/>
              <a:gd name="connsiteY128" fmla="*/ 4901687 h 6858000"/>
              <a:gd name="connsiteX129" fmla="*/ 2826662 w 7472601"/>
              <a:gd name="connsiteY129" fmla="*/ 4970362 h 6858000"/>
              <a:gd name="connsiteX130" fmla="*/ 2876100 w 7472601"/>
              <a:gd name="connsiteY130" fmla="*/ 4995397 h 6858000"/>
              <a:gd name="connsiteX131" fmla="*/ 3042600 w 7472601"/>
              <a:gd name="connsiteY131" fmla="*/ 5059532 h 6858000"/>
              <a:gd name="connsiteX132" fmla="*/ 1997014 w 7472601"/>
              <a:gd name="connsiteY132" fmla="*/ 4698007 h 6858000"/>
              <a:gd name="connsiteX133" fmla="*/ 2305292 w 7472601"/>
              <a:gd name="connsiteY133" fmla="*/ 4219492 h 6858000"/>
              <a:gd name="connsiteX134" fmla="*/ 3360922 w 7472601"/>
              <a:gd name="connsiteY134" fmla="*/ 4529373 h 6858000"/>
              <a:gd name="connsiteX135" fmla="*/ 3492420 w 7472601"/>
              <a:gd name="connsiteY135" fmla="*/ 4510145 h 6858000"/>
              <a:gd name="connsiteX136" fmla="*/ 3364086 w 7472601"/>
              <a:gd name="connsiteY136" fmla="*/ 4480340 h 6858000"/>
              <a:gd name="connsiteX137" fmla="*/ 3225818 w 7472601"/>
              <a:gd name="connsiteY137" fmla="*/ 4411822 h 6858000"/>
              <a:gd name="connsiteX138" fmla="*/ 3129696 w 7472601"/>
              <a:gd name="connsiteY138" fmla="*/ 4360704 h 6858000"/>
              <a:gd name="connsiteX139" fmla="*/ 2814545 w 7472601"/>
              <a:gd name="connsiteY139" fmla="*/ 4282955 h 6858000"/>
              <a:gd name="connsiteX140" fmla="*/ 2305292 w 7472601"/>
              <a:gd name="connsiteY140" fmla="*/ 4219492 h 6858000"/>
              <a:gd name="connsiteX141" fmla="*/ 2626982 w 7472601"/>
              <a:gd name="connsiteY141" fmla="*/ 4206450 h 6858000"/>
              <a:gd name="connsiteX142" fmla="*/ 2490617 w 7472601"/>
              <a:gd name="connsiteY142" fmla="*/ 4206951 h 6858000"/>
              <a:gd name="connsiteX143" fmla="*/ 2819869 w 7472601"/>
              <a:gd name="connsiteY143" fmla="*/ 4252936 h 6858000"/>
              <a:gd name="connsiteX144" fmla="*/ 3143018 w 7472601"/>
              <a:gd name="connsiteY144" fmla="*/ 4332698 h 6858000"/>
              <a:gd name="connsiteX145" fmla="*/ 3241520 w 7472601"/>
              <a:gd name="connsiteY145" fmla="*/ 4385112 h 6858000"/>
              <a:gd name="connsiteX146" fmla="*/ 3374575 w 7472601"/>
              <a:gd name="connsiteY146" fmla="*/ 4451517 h 6858000"/>
              <a:gd name="connsiteX147" fmla="*/ 3505221 w 7472601"/>
              <a:gd name="connsiteY147" fmla="*/ 4480757 h 6858000"/>
              <a:gd name="connsiteX148" fmla="*/ 2626982 w 7472601"/>
              <a:gd name="connsiteY148" fmla="*/ 4206450 h 6858000"/>
              <a:gd name="connsiteX149" fmla="*/ 1310106 w 7472601"/>
              <a:gd name="connsiteY149" fmla="*/ 3943217 h 6858000"/>
              <a:gd name="connsiteX150" fmla="*/ 854994 w 7472601"/>
              <a:gd name="connsiteY150" fmla="*/ 4399136 h 6858000"/>
              <a:gd name="connsiteX151" fmla="*/ 742462 w 7472601"/>
              <a:gd name="connsiteY151" fmla="*/ 4594648 h 6858000"/>
              <a:gd name="connsiteX152" fmla="*/ 820602 w 7472601"/>
              <a:gd name="connsiteY152" fmla="*/ 4485915 h 6858000"/>
              <a:gd name="connsiteX153" fmla="*/ 878295 w 7472601"/>
              <a:gd name="connsiteY153" fmla="*/ 4403594 h 6858000"/>
              <a:gd name="connsiteX154" fmla="*/ 1240607 w 7472601"/>
              <a:gd name="connsiteY154" fmla="*/ 4010401 h 6858000"/>
              <a:gd name="connsiteX155" fmla="*/ 1310106 w 7472601"/>
              <a:gd name="connsiteY155" fmla="*/ 3943217 h 6858000"/>
              <a:gd name="connsiteX156" fmla="*/ 1423113 w 7472601"/>
              <a:gd name="connsiteY156" fmla="*/ 3874565 h 6858000"/>
              <a:gd name="connsiteX157" fmla="*/ 1260565 w 7472601"/>
              <a:gd name="connsiteY157" fmla="*/ 4031982 h 6858000"/>
              <a:gd name="connsiteX158" fmla="*/ 901900 w 7472601"/>
              <a:gd name="connsiteY158" fmla="*/ 4421236 h 6858000"/>
              <a:gd name="connsiteX159" fmla="*/ 845044 w 7472601"/>
              <a:gd name="connsiteY159" fmla="*/ 4502436 h 6858000"/>
              <a:gd name="connsiteX160" fmla="*/ 685926 w 7472601"/>
              <a:gd name="connsiteY160" fmla="*/ 4703069 h 6858000"/>
              <a:gd name="connsiteX161" fmla="*/ 684248 w 7472601"/>
              <a:gd name="connsiteY161" fmla="*/ 4706721 h 6858000"/>
              <a:gd name="connsiteX162" fmla="*/ 1423113 w 7472601"/>
              <a:gd name="connsiteY162" fmla="*/ 3874565 h 6858000"/>
              <a:gd name="connsiteX163" fmla="*/ 3316479 w 7472601"/>
              <a:gd name="connsiteY163" fmla="*/ 3872136 h 6858000"/>
              <a:gd name="connsiteX164" fmla="*/ 3546806 w 7472601"/>
              <a:gd name="connsiteY164" fmla="*/ 4356139 h 6858000"/>
              <a:gd name="connsiteX165" fmla="*/ 3364433 w 7472601"/>
              <a:gd name="connsiteY165" fmla="*/ 3953121 h 6858000"/>
              <a:gd name="connsiteX166" fmla="*/ 3316479 w 7472601"/>
              <a:gd name="connsiteY166" fmla="*/ 3872136 h 6858000"/>
              <a:gd name="connsiteX167" fmla="*/ 3291335 w 7472601"/>
              <a:gd name="connsiteY167" fmla="*/ 3767420 h 6858000"/>
              <a:gd name="connsiteX168" fmla="*/ 3390805 w 7472601"/>
              <a:gd name="connsiteY168" fmla="*/ 3937163 h 6858000"/>
              <a:gd name="connsiteX169" fmla="*/ 3579062 w 7472601"/>
              <a:gd name="connsiteY169" fmla="*/ 4359040 h 6858000"/>
              <a:gd name="connsiteX170" fmla="*/ 3467355 w 7472601"/>
              <a:gd name="connsiteY170" fmla="*/ 3988130 h 6858000"/>
              <a:gd name="connsiteX171" fmla="*/ 3310753 w 7472601"/>
              <a:gd name="connsiteY171" fmla="*/ 3787140 h 6858000"/>
              <a:gd name="connsiteX172" fmla="*/ 3291335 w 7472601"/>
              <a:gd name="connsiteY172" fmla="*/ 3767420 h 6858000"/>
              <a:gd name="connsiteX173" fmla="*/ 1635889 w 7472601"/>
              <a:gd name="connsiteY173" fmla="*/ 3709494 h 6858000"/>
              <a:gd name="connsiteX174" fmla="*/ 1634800 w 7472601"/>
              <a:gd name="connsiteY174" fmla="*/ 3731111 h 6858000"/>
              <a:gd name="connsiteX175" fmla="*/ 1635889 w 7472601"/>
              <a:gd name="connsiteY175" fmla="*/ 3709494 h 6858000"/>
              <a:gd name="connsiteX176" fmla="*/ 1510397 w 7472601"/>
              <a:gd name="connsiteY176" fmla="*/ 3684705 h 6858000"/>
              <a:gd name="connsiteX177" fmla="*/ 1146550 w 7472601"/>
              <a:gd name="connsiteY177" fmla="*/ 3802012 h 6858000"/>
              <a:gd name="connsiteX178" fmla="*/ 698834 w 7472601"/>
              <a:gd name="connsiteY178" fmla="*/ 3952272 h 6858000"/>
              <a:gd name="connsiteX179" fmla="*/ 34256 w 7472601"/>
              <a:gd name="connsiteY179" fmla="*/ 4347603 h 6858000"/>
              <a:gd name="connsiteX180" fmla="*/ 527241 w 7472601"/>
              <a:gd name="connsiteY180" fmla="*/ 4065078 h 6858000"/>
              <a:gd name="connsiteX181" fmla="*/ 1510397 w 7472601"/>
              <a:gd name="connsiteY181" fmla="*/ 3684705 h 6858000"/>
              <a:gd name="connsiteX182" fmla="*/ 1313114 w 7472601"/>
              <a:gd name="connsiteY182" fmla="*/ 3655216 h 6858000"/>
              <a:gd name="connsiteX183" fmla="*/ 1109304 w 7472601"/>
              <a:gd name="connsiteY183" fmla="*/ 3669030 h 6858000"/>
              <a:gd name="connsiteX184" fmla="*/ 8129 w 7472601"/>
              <a:gd name="connsiteY184" fmla="*/ 4330519 h 6858000"/>
              <a:gd name="connsiteX185" fmla="*/ 687572 w 7472601"/>
              <a:gd name="connsiteY185" fmla="*/ 3925629 h 6858000"/>
              <a:gd name="connsiteX186" fmla="*/ 1138365 w 7472601"/>
              <a:gd name="connsiteY186" fmla="*/ 3774515 h 6858000"/>
              <a:gd name="connsiteX187" fmla="*/ 1505579 w 7472601"/>
              <a:gd name="connsiteY187" fmla="*/ 3655526 h 6858000"/>
              <a:gd name="connsiteX188" fmla="*/ 1313114 w 7472601"/>
              <a:gd name="connsiteY188" fmla="*/ 3655216 h 6858000"/>
              <a:gd name="connsiteX189" fmla="*/ 3655073 w 7472601"/>
              <a:gd name="connsiteY189" fmla="*/ 3650884 h 6858000"/>
              <a:gd name="connsiteX190" fmla="*/ 3989938 w 7472601"/>
              <a:gd name="connsiteY190" fmla="*/ 3991685 h 6858000"/>
              <a:gd name="connsiteX191" fmla="*/ 4393907 w 7472601"/>
              <a:gd name="connsiteY191" fmla="*/ 4261258 h 6858000"/>
              <a:gd name="connsiteX192" fmla="*/ 4648051 w 7472601"/>
              <a:gd name="connsiteY192" fmla="*/ 4374051 h 6858000"/>
              <a:gd name="connsiteX193" fmla="*/ 4383389 w 7472601"/>
              <a:gd name="connsiteY193" fmla="*/ 4184369 h 6858000"/>
              <a:gd name="connsiteX194" fmla="*/ 4165508 w 7472601"/>
              <a:gd name="connsiteY194" fmla="*/ 4035196 h 6858000"/>
              <a:gd name="connsiteX195" fmla="*/ 4068162 w 7472601"/>
              <a:gd name="connsiteY195" fmla="*/ 3953394 h 6858000"/>
              <a:gd name="connsiteX196" fmla="*/ 3981416 w 7472601"/>
              <a:gd name="connsiteY196" fmla="*/ 3880482 h 6858000"/>
              <a:gd name="connsiteX197" fmla="*/ 3800147 w 7472601"/>
              <a:gd name="connsiteY197" fmla="*/ 3749872 h 6858000"/>
              <a:gd name="connsiteX198" fmla="*/ 3655073 w 7472601"/>
              <a:gd name="connsiteY198" fmla="*/ 3650884 h 6858000"/>
              <a:gd name="connsiteX199" fmla="*/ 3670252 w 7472601"/>
              <a:gd name="connsiteY199" fmla="*/ 3622798 h 6858000"/>
              <a:gd name="connsiteX200" fmla="*/ 3817258 w 7472601"/>
              <a:gd name="connsiteY200" fmla="*/ 3723577 h 6858000"/>
              <a:gd name="connsiteX201" fmla="*/ 4000461 w 7472601"/>
              <a:gd name="connsiteY201" fmla="*/ 3855966 h 6858000"/>
              <a:gd name="connsiteX202" fmla="*/ 4088180 w 7472601"/>
              <a:gd name="connsiteY202" fmla="*/ 3929774 h 6858000"/>
              <a:gd name="connsiteX203" fmla="*/ 4184555 w 7472601"/>
              <a:gd name="connsiteY203" fmla="*/ 4010683 h 6858000"/>
              <a:gd name="connsiteX204" fmla="*/ 4399563 w 7472601"/>
              <a:gd name="connsiteY204" fmla="*/ 4158106 h 6858000"/>
              <a:gd name="connsiteX205" fmla="*/ 4684469 w 7472601"/>
              <a:gd name="connsiteY205" fmla="*/ 4364680 h 6858000"/>
              <a:gd name="connsiteX206" fmla="*/ 4690271 w 7472601"/>
              <a:gd name="connsiteY206" fmla="*/ 4370034 h 6858000"/>
              <a:gd name="connsiteX207" fmla="*/ 4136093 w 7472601"/>
              <a:gd name="connsiteY207" fmla="*/ 3858466 h 6858000"/>
              <a:gd name="connsiteX208" fmla="*/ 3670252 w 7472601"/>
              <a:gd name="connsiteY208" fmla="*/ 3622798 h 6858000"/>
              <a:gd name="connsiteX209" fmla="*/ 4440129 w 7472601"/>
              <a:gd name="connsiteY209" fmla="*/ 3448571 h 6858000"/>
              <a:gd name="connsiteX210" fmla="*/ 4856525 w 7472601"/>
              <a:gd name="connsiteY210" fmla="*/ 3915351 h 6858000"/>
              <a:gd name="connsiteX211" fmla="*/ 5059055 w 7472601"/>
              <a:gd name="connsiteY211" fmla="*/ 4108918 h 6858000"/>
              <a:gd name="connsiteX212" fmla="*/ 5290070 w 7472601"/>
              <a:gd name="connsiteY212" fmla="*/ 4263619 h 6858000"/>
              <a:gd name="connsiteX213" fmla="*/ 4834991 w 7472601"/>
              <a:gd name="connsiteY213" fmla="*/ 3830985 h 6858000"/>
              <a:gd name="connsiteX214" fmla="*/ 4440129 w 7472601"/>
              <a:gd name="connsiteY214" fmla="*/ 3448571 h 6858000"/>
              <a:gd name="connsiteX215" fmla="*/ 4441737 w 7472601"/>
              <a:gd name="connsiteY215" fmla="*/ 3399734 h 6858000"/>
              <a:gd name="connsiteX216" fmla="*/ 4431236 w 7472601"/>
              <a:gd name="connsiteY216" fmla="*/ 3400954 h 6858000"/>
              <a:gd name="connsiteX217" fmla="*/ 4557150 w 7472601"/>
              <a:gd name="connsiteY217" fmla="*/ 3510023 h 6858000"/>
              <a:gd name="connsiteX218" fmla="*/ 4856936 w 7472601"/>
              <a:gd name="connsiteY218" fmla="*/ 3809146 h 6858000"/>
              <a:gd name="connsiteX219" fmla="*/ 5111996 w 7472601"/>
              <a:gd name="connsiteY219" fmla="*/ 4065759 h 6858000"/>
              <a:gd name="connsiteX220" fmla="*/ 5388878 w 7472601"/>
              <a:gd name="connsiteY220" fmla="*/ 4300185 h 6858000"/>
              <a:gd name="connsiteX221" fmla="*/ 5425556 w 7472601"/>
              <a:gd name="connsiteY221" fmla="*/ 4308967 h 6858000"/>
              <a:gd name="connsiteX222" fmla="*/ 4943646 w 7472601"/>
              <a:gd name="connsiteY222" fmla="*/ 3822916 h 6858000"/>
              <a:gd name="connsiteX223" fmla="*/ 4594837 w 7472601"/>
              <a:gd name="connsiteY223" fmla="*/ 3532274 h 6858000"/>
              <a:gd name="connsiteX224" fmla="*/ 4441737 w 7472601"/>
              <a:gd name="connsiteY224" fmla="*/ 3399734 h 6858000"/>
              <a:gd name="connsiteX225" fmla="*/ 5425834 w 7472601"/>
              <a:gd name="connsiteY225" fmla="*/ 3162785 h 6858000"/>
              <a:gd name="connsiteX226" fmla="*/ 5401644 w 7472601"/>
              <a:gd name="connsiteY226" fmla="*/ 3617847 h 6858000"/>
              <a:gd name="connsiteX227" fmla="*/ 5467256 w 7472601"/>
              <a:gd name="connsiteY227" fmla="*/ 4175494 h 6858000"/>
              <a:gd name="connsiteX228" fmla="*/ 5448069 w 7472601"/>
              <a:gd name="connsiteY228" fmla="*/ 3567554 h 6858000"/>
              <a:gd name="connsiteX229" fmla="*/ 5425834 w 7472601"/>
              <a:gd name="connsiteY229" fmla="*/ 3162785 h 6858000"/>
              <a:gd name="connsiteX230" fmla="*/ 1318687 w 7472601"/>
              <a:gd name="connsiteY230" fmla="*/ 3113840 h 6858000"/>
              <a:gd name="connsiteX231" fmla="*/ 1066793 w 7472601"/>
              <a:gd name="connsiteY231" fmla="*/ 3212171 h 6858000"/>
              <a:gd name="connsiteX232" fmla="*/ 993319 w 7472601"/>
              <a:gd name="connsiteY232" fmla="*/ 3247648 h 6858000"/>
              <a:gd name="connsiteX233" fmla="*/ 853081 w 7472601"/>
              <a:gd name="connsiteY233" fmla="*/ 3312410 h 6858000"/>
              <a:gd name="connsiteX234" fmla="*/ 805957 w 7472601"/>
              <a:gd name="connsiteY234" fmla="*/ 3330443 h 6858000"/>
              <a:gd name="connsiteX235" fmla="*/ 1318687 w 7472601"/>
              <a:gd name="connsiteY235" fmla="*/ 3113840 h 6858000"/>
              <a:gd name="connsiteX236" fmla="*/ 5453702 w 7472601"/>
              <a:gd name="connsiteY236" fmla="*/ 3090882 h 6858000"/>
              <a:gd name="connsiteX237" fmla="*/ 5480135 w 7472601"/>
              <a:gd name="connsiteY237" fmla="*/ 3565802 h 6858000"/>
              <a:gd name="connsiteX238" fmla="*/ 5499023 w 7472601"/>
              <a:gd name="connsiteY238" fmla="*/ 4166310 h 6858000"/>
              <a:gd name="connsiteX239" fmla="*/ 5547022 w 7472601"/>
              <a:gd name="connsiteY239" fmla="*/ 3607838 h 6858000"/>
              <a:gd name="connsiteX240" fmla="*/ 5515964 w 7472601"/>
              <a:gd name="connsiteY240" fmla="*/ 3378541 h 6858000"/>
              <a:gd name="connsiteX241" fmla="*/ 5453702 w 7472601"/>
              <a:gd name="connsiteY241" fmla="*/ 3090882 h 6858000"/>
              <a:gd name="connsiteX242" fmla="*/ 1238695 w 7472601"/>
              <a:gd name="connsiteY242" fmla="*/ 3076820 h 6858000"/>
              <a:gd name="connsiteX243" fmla="*/ 716371 w 7472601"/>
              <a:gd name="connsiteY243" fmla="*/ 3293249 h 6858000"/>
              <a:gd name="connsiteX244" fmla="*/ 579522 w 7472601"/>
              <a:gd name="connsiteY244" fmla="*/ 3371759 h 6858000"/>
              <a:gd name="connsiteX245" fmla="*/ 600288 w 7472601"/>
              <a:gd name="connsiteY245" fmla="*/ 3365555 h 6858000"/>
              <a:gd name="connsiteX246" fmla="*/ 840692 w 7472601"/>
              <a:gd name="connsiteY246" fmla="*/ 3284921 h 6858000"/>
              <a:gd name="connsiteX247" fmla="*/ 979248 w 7472601"/>
              <a:gd name="connsiteY247" fmla="*/ 3221003 h 6858000"/>
              <a:gd name="connsiteX248" fmla="*/ 1053282 w 7472601"/>
              <a:gd name="connsiteY248" fmla="*/ 3185247 h 6858000"/>
              <a:gd name="connsiteX249" fmla="*/ 1320603 w 7472601"/>
              <a:gd name="connsiteY249" fmla="*/ 3081281 h 6858000"/>
              <a:gd name="connsiteX250" fmla="*/ 1238695 w 7472601"/>
              <a:gd name="connsiteY250" fmla="*/ 3076820 h 6858000"/>
              <a:gd name="connsiteX251" fmla="*/ 5425627 w 7472601"/>
              <a:gd name="connsiteY251" fmla="*/ 2954192 h 6858000"/>
              <a:gd name="connsiteX252" fmla="*/ 5470770 w 7472601"/>
              <a:gd name="connsiteY252" fmla="*/ 3005435 h 6858000"/>
              <a:gd name="connsiteX253" fmla="*/ 5519779 w 7472601"/>
              <a:gd name="connsiteY253" fmla="*/ 4359223 h 6858000"/>
              <a:gd name="connsiteX254" fmla="*/ 5520293 w 7472601"/>
              <a:gd name="connsiteY254" fmla="*/ 4360602 h 6858000"/>
              <a:gd name="connsiteX255" fmla="*/ 5767221 w 7472601"/>
              <a:gd name="connsiteY255" fmla="*/ 4665564 h 6858000"/>
              <a:gd name="connsiteX256" fmla="*/ 6937169 w 7472601"/>
              <a:gd name="connsiteY256" fmla="*/ 4815941 h 6858000"/>
              <a:gd name="connsiteX257" fmla="*/ 6953922 w 7472601"/>
              <a:gd name="connsiteY257" fmla="*/ 4890068 h 6858000"/>
              <a:gd name="connsiteX258" fmla="*/ 6071359 w 7472601"/>
              <a:gd name="connsiteY258" fmla="*/ 4770770 h 6858000"/>
              <a:gd name="connsiteX259" fmla="*/ 6038839 w 7472601"/>
              <a:gd name="connsiteY259" fmla="*/ 4764474 h 6858000"/>
              <a:gd name="connsiteX260" fmla="*/ 6038706 w 7472601"/>
              <a:gd name="connsiteY260" fmla="*/ 4763847 h 6858000"/>
              <a:gd name="connsiteX261" fmla="*/ 6037784 w 7472601"/>
              <a:gd name="connsiteY261" fmla="*/ 4764270 h 6858000"/>
              <a:gd name="connsiteX262" fmla="*/ 6038839 w 7472601"/>
              <a:gd name="connsiteY262" fmla="*/ 4764474 h 6858000"/>
              <a:gd name="connsiteX263" fmla="*/ 6040338 w 7472601"/>
              <a:gd name="connsiteY263" fmla="*/ 4771418 h 6858000"/>
              <a:gd name="connsiteX264" fmla="*/ 6024488 w 7472601"/>
              <a:gd name="connsiteY264" fmla="*/ 4809903 h 6858000"/>
              <a:gd name="connsiteX265" fmla="*/ 5599771 w 7472601"/>
              <a:gd name="connsiteY265" fmla="*/ 5509652 h 6858000"/>
              <a:gd name="connsiteX266" fmla="*/ 5548843 w 7472601"/>
              <a:gd name="connsiteY266" fmla="*/ 5563845 h 6858000"/>
              <a:gd name="connsiteX267" fmla="*/ 5940952 w 7472601"/>
              <a:gd name="connsiteY267" fmla="*/ 6250028 h 6858000"/>
              <a:gd name="connsiteX268" fmla="*/ 6043441 w 7472601"/>
              <a:gd name="connsiteY268" fmla="*/ 6665847 h 6858000"/>
              <a:gd name="connsiteX269" fmla="*/ 6093432 w 7472601"/>
              <a:gd name="connsiteY269" fmla="*/ 6858000 h 6858000"/>
              <a:gd name="connsiteX270" fmla="*/ 6034344 w 7472601"/>
              <a:gd name="connsiteY270" fmla="*/ 6858000 h 6858000"/>
              <a:gd name="connsiteX271" fmla="*/ 6026679 w 7472601"/>
              <a:gd name="connsiteY271" fmla="*/ 6836959 h 6858000"/>
              <a:gd name="connsiteX272" fmla="*/ 5800441 w 7472601"/>
              <a:gd name="connsiteY272" fmla="*/ 6335286 h 6858000"/>
              <a:gd name="connsiteX273" fmla="*/ 5526562 w 7472601"/>
              <a:gd name="connsiteY273" fmla="*/ 5705388 h 6858000"/>
              <a:gd name="connsiteX274" fmla="*/ 5519640 w 7472601"/>
              <a:gd name="connsiteY274" fmla="*/ 5683774 h 6858000"/>
              <a:gd name="connsiteX275" fmla="*/ 5844559 w 7472601"/>
              <a:gd name="connsiteY275" fmla="*/ 6553349 h 6858000"/>
              <a:gd name="connsiteX276" fmla="*/ 5975994 w 7472601"/>
              <a:gd name="connsiteY276" fmla="*/ 6858000 h 6858000"/>
              <a:gd name="connsiteX277" fmla="*/ 5898547 w 7472601"/>
              <a:gd name="connsiteY277" fmla="*/ 6858000 h 6858000"/>
              <a:gd name="connsiteX278" fmla="*/ 5682041 w 7472601"/>
              <a:gd name="connsiteY278" fmla="*/ 6355860 h 6858000"/>
              <a:gd name="connsiteX279" fmla="*/ 5461758 w 7472601"/>
              <a:gd name="connsiteY279" fmla="*/ 5820220 h 6858000"/>
              <a:gd name="connsiteX280" fmla="*/ 5237282 w 7472601"/>
              <a:gd name="connsiteY280" fmla="*/ 6579086 h 6858000"/>
              <a:gd name="connsiteX281" fmla="*/ 5115009 w 7472601"/>
              <a:gd name="connsiteY281" fmla="*/ 6858000 h 6858000"/>
              <a:gd name="connsiteX282" fmla="*/ 5028074 w 7472601"/>
              <a:gd name="connsiteY282" fmla="*/ 6858000 h 6858000"/>
              <a:gd name="connsiteX283" fmla="*/ 5079508 w 7472601"/>
              <a:gd name="connsiteY283" fmla="*/ 6749074 h 6858000"/>
              <a:gd name="connsiteX284" fmla="*/ 5371846 w 7472601"/>
              <a:gd name="connsiteY284" fmla="*/ 5924413 h 6858000"/>
              <a:gd name="connsiteX285" fmla="*/ 5270512 w 7472601"/>
              <a:gd name="connsiteY285" fmla="*/ 6138975 h 6858000"/>
              <a:gd name="connsiteX286" fmla="*/ 5062409 w 7472601"/>
              <a:gd name="connsiteY286" fmla="*/ 6653544 h 6858000"/>
              <a:gd name="connsiteX287" fmla="*/ 5036628 w 7472601"/>
              <a:gd name="connsiteY287" fmla="*/ 6754247 h 6858000"/>
              <a:gd name="connsiteX288" fmla="*/ 5009112 w 7472601"/>
              <a:gd name="connsiteY288" fmla="*/ 6858000 h 6858000"/>
              <a:gd name="connsiteX289" fmla="*/ 4976679 w 7472601"/>
              <a:gd name="connsiteY289" fmla="*/ 6858000 h 6858000"/>
              <a:gd name="connsiteX290" fmla="*/ 5006537 w 7472601"/>
              <a:gd name="connsiteY290" fmla="*/ 6747068 h 6858000"/>
              <a:gd name="connsiteX291" fmla="*/ 5032723 w 7472601"/>
              <a:gd name="connsiteY291" fmla="*/ 6644957 h 6858000"/>
              <a:gd name="connsiteX292" fmla="*/ 5242949 w 7472601"/>
              <a:gd name="connsiteY292" fmla="*/ 6125175 h 6858000"/>
              <a:gd name="connsiteX293" fmla="*/ 5286321 w 7472601"/>
              <a:gd name="connsiteY293" fmla="*/ 6033555 h 6858000"/>
              <a:gd name="connsiteX294" fmla="*/ 5008210 w 7472601"/>
              <a:gd name="connsiteY294" fmla="*/ 6649194 h 6858000"/>
              <a:gd name="connsiteX295" fmla="*/ 4986321 w 7472601"/>
              <a:gd name="connsiteY295" fmla="*/ 6765687 h 6858000"/>
              <a:gd name="connsiteX296" fmla="*/ 4973474 w 7472601"/>
              <a:gd name="connsiteY296" fmla="*/ 6858000 h 6858000"/>
              <a:gd name="connsiteX297" fmla="*/ 4907178 w 7472601"/>
              <a:gd name="connsiteY297" fmla="*/ 6858000 h 6858000"/>
              <a:gd name="connsiteX298" fmla="*/ 4910810 w 7472601"/>
              <a:gd name="connsiteY298" fmla="*/ 6829660 h 6858000"/>
              <a:gd name="connsiteX299" fmla="*/ 4987461 w 7472601"/>
              <a:gd name="connsiteY299" fmla="*/ 6432994 h 6858000"/>
              <a:gd name="connsiteX300" fmla="*/ 5179262 w 7472601"/>
              <a:gd name="connsiteY300" fmla="*/ 6035044 h 6858000"/>
              <a:gd name="connsiteX301" fmla="*/ 4689678 w 7472601"/>
              <a:gd name="connsiteY301" fmla="*/ 6440241 h 6858000"/>
              <a:gd name="connsiteX302" fmla="*/ 4477543 w 7472601"/>
              <a:gd name="connsiteY302" fmla="*/ 6674836 h 6858000"/>
              <a:gd name="connsiteX303" fmla="*/ 4329957 w 7472601"/>
              <a:gd name="connsiteY303" fmla="*/ 6858000 h 6858000"/>
              <a:gd name="connsiteX304" fmla="*/ 4218595 w 7472601"/>
              <a:gd name="connsiteY304" fmla="*/ 6858000 h 6858000"/>
              <a:gd name="connsiteX305" fmla="*/ 4368888 w 7472601"/>
              <a:gd name="connsiteY305" fmla="*/ 6668412 h 6858000"/>
              <a:gd name="connsiteX306" fmla="*/ 4563091 w 7472601"/>
              <a:gd name="connsiteY306" fmla="*/ 6442508 h 6858000"/>
              <a:gd name="connsiteX307" fmla="*/ 5387324 w 7472601"/>
              <a:gd name="connsiteY307" fmla="*/ 5705830 h 6858000"/>
              <a:gd name="connsiteX308" fmla="*/ 5073620 w 7472601"/>
              <a:gd name="connsiteY308" fmla="*/ 5955437 h 6858000"/>
              <a:gd name="connsiteX309" fmla="*/ 4689789 w 7472601"/>
              <a:gd name="connsiteY309" fmla="*/ 6268382 h 6858000"/>
              <a:gd name="connsiteX310" fmla="*/ 4418722 w 7472601"/>
              <a:gd name="connsiteY310" fmla="*/ 6570886 h 6858000"/>
              <a:gd name="connsiteX311" fmla="*/ 4214944 w 7472601"/>
              <a:gd name="connsiteY311" fmla="*/ 6858000 h 6858000"/>
              <a:gd name="connsiteX312" fmla="*/ 4177898 w 7472601"/>
              <a:gd name="connsiteY312" fmla="*/ 6858000 h 6858000"/>
              <a:gd name="connsiteX313" fmla="*/ 4391597 w 7472601"/>
              <a:gd name="connsiteY313" fmla="*/ 6556370 h 6858000"/>
              <a:gd name="connsiteX314" fmla="*/ 4668889 w 7472601"/>
              <a:gd name="connsiteY314" fmla="*/ 6246399 h 6858000"/>
              <a:gd name="connsiteX315" fmla="*/ 5055427 w 7472601"/>
              <a:gd name="connsiteY315" fmla="*/ 5931476 h 6858000"/>
              <a:gd name="connsiteX316" fmla="*/ 5371814 w 7472601"/>
              <a:gd name="connsiteY316" fmla="*/ 5678975 h 6858000"/>
              <a:gd name="connsiteX317" fmla="*/ 4987918 w 7472601"/>
              <a:gd name="connsiteY317" fmla="*/ 5838701 h 6858000"/>
              <a:gd name="connsiteX318" fmla="*/ 4317146 w 7472601"/>
              <a:gd name="connsiteY318" fmla="*/ 6587716 h 6858000"/>
              <a:gd name="connsiteX319" fmla="*/ 4171627 w 7472601"/>
              <a:gd name="connsiteY319" fmla="*/ 6858000 h 6858000"/>
              <a:gd name="connsiteX320" fmla="*/ 4081585 w 7472601"/>
              <a:gd name="connsiteY320" fmla="*/ 6858000 h 6858000"/>
              <a:gd name="connsiteX321" fmla="*/ 4238603 w 7472601"/>
              <a:gd name="connsiteY321" fmla="*/ 6559341 h 6858000"/>
              <a:gd name="connsiteX322" fmla="*/ 4778333 w 7472601"/>
              <a:gd name="connsiteY322" fmla="*/ 5873626 h 6858000"/>
              <a:gd name="connsiteX323" fmla="*/ 5414185 w 7472601"/>
              <a:gd name="connsiteY323" fmla="*/ 5573882 h 6858000"/>
              <a:gd name="connsiteX324" fmla="*/ 5959648 w 7472601"/>
              <a:gd name="connsiteY324" fmla="*/ 4760797 h 6858000"/>
              <a:gd name="connsiteX325" fmla="*/ 5355019 w 7472601"/>
              <a:gd name="connsiteY325" fmla="*/ 4734672 h 6858000"/>
              <a:gd name="connsiteX326" fmla="*/ 5083565 w 7472601"/>
              <a:gd name="connsiteY326" fmla="*/ 5179121 h 6858000"/>
              <a:gd name="connsiteX327" fmla="*/ 4713577 w 7472601"/>
              <a:gd name="connsiteY327" fmla="*/ 5616803 h 6858000"/>
              <a:gd name="connsiteX328" fmla="*/ 3989559 w 7472601"/>
              <a:gd name="connsiteY328" fmla="*/ 6145945 h 6858000"/>
              <a:gd name="connsiteX329" fmla="*/ 3939824 w 7472601"/>
              <a:gd name="connsiteY329" fmla="*/ 6066900 h 6858000"/>
              <a:gd name="connsiteX330" fmla="*/ 4584537 w 7472601"/>
              <a:gd name="connsiteY330" fmla="*/ 5324826 h 6858000"/>
              <a:gd name="connsiteX331" fmla="*/ 5037105 w 7472601"/>
              <a:gd name="connsiteY331" fmla="*/ 5088765 h 6858000"/>
              <a:gd name="connsiteX332" fmla="*/ 5039930 w 7472601"/>
              <a:gd name="connsiteY332" fmla="*/ 5089585 h 6858000"/>
              <a:gd name="connsiteX333" fmla="*/ 5263764 w 7472601"/>
              <a:gd name="connsiteY333" fmla="*/ 4735525 h 6858000"/>
              <a:gd name="connsiteX334" fmla="*/ 4086300 w 7472601"/>
              <a:gd name="connsiteY334" fmla="*/ 4884599 h 6858000"/>
              <a:gd name="connsiteX335" fmla="*/ 4085485 w 7472601"/>
              <a:gd name="connsiteY335" fmla="*/ 4899070 h 6858000"/>
              <a:gd name="connsiteX336" fmla="*/ 3871915 w 7472601"/>
              <a:gd name="connsiteY336" fmla="*/ 5253645 h 6858000"/>
              <a:gd name="connsiteX337" fmla="*/ 3799374 w 7472601"/>
              <a:gd name="connsiteY337" fmla="*/ 5466127 h 6858000"/>
              <a:gd name="connsiteX338" fmla="*/ 3498850 w 7472601"/>
              <a:gd name="connsiteY338" fmla="*/ 6661888 h 6858000"/>
              <a:gd name="connsiteX339" fmla="*/ 3399216 w 7472601"/>
              <a:gd name="connsiteY339" fmla="*/ 6858000 h 6858000"/>
              <a:gd name="connsiteX340" fmla="*/ 3303688 w 7472601"/>
              <a:gd name="connsiteY340" fmla="*/ 6858000 h 6858000"/>
              <a:gd name="connsiteX341" fmla="*/ 3391774 w 7472601"/>
              <a:gd name="connsiteY341" fmla="*/ 6697181 h 6858000"/>
              <a:gd name="connsiteX342" fmla="*/ 3735540 w 7472601"/>
              <a:gd name="connsiteY342" fmla="*/ 5546923 h 6858000"/>
              <a:gd name="connsiteX343" fmla="*/ 3729438 w 7472601"/>
              <a:gd name="connsiteY343" fmla="*/ 5569058 h 6858000"/>
              <a:gd name="connsiteX344" fmla="*/ 3707782 w 7472601"/>
              <a:gd name="connsiteY344" fmla="*/ 5644908 h 6858000"/>
              <a:gd name="connsiteX345" fmla="*/ 3583827 w 7472601"/>
              <a:gd name="connsiteY345" fmla="*/ 6039215 h 6858000"/>
              <a:gd name="connsiteX346" fmla="*/ 3547861 w 7472601"/>
              <a:gd name="connsiteY346" fmla="*/ 6129609 h 6858000"/>
              <a:gd name="connsiteX347" fmla="*/ 3490905 w 7472601"/>
              <a:gd name="connsiteY347" fmla="*/ 6277660 h 6858000"/>
              <a:gd name="connsiteX348" fmla="*/ 3455859 w 7472601"/>
              <a:gd name="connsiteY348" fmla="*/ 6391301 h 6858000"/>
              <a:gd name="connsiteX349" fmla="*/ 3429112 w 7472601"/>
              <a:gd name="connsiteY349" fmla="*/ 6479469 h 6858000"/>
              <a:gd name="connsiteX350" fmla="*/ 3304862 w 7472601"/>
              <a:gd name="connsiteY350" fmla="*/ 6796476 h 6858000"/>
              <a:gd name="connsiteX351" fmla="*/ 3276071 w 7472601"/>
              <a:gd name="connsiteY351" fmla="*/ 6858000 h 6858000"/>
              <a:gd name="connsiteX352" fmla="*/ 3240805 w 7472601"/>
              <a:gd name="connsiteY352" fmla="*/ 6858000 h 6858000"/>
              <a:gd name="connsiteX353" fmla="*/ 3275917 w 7472601"/>
              <a:gd name="connsiteY353" fmla="*/ 6783192 h 6858000"/>
              <a:gd name="connsiteX354" fmla="*/ 3399358 w 7472601"/>
              <a:gd name="connsiteY354" fmla="*/ 6469011 h 6858000"/>
              <a:gd name="connsiteX355" fmla="*/ 3425650 w 7472601"/>
              <a:gd name="connsiteY355" fmla="*/ 6381333 h 6858000"/>
              <a:gd name="connsiteX356" fmla="*/ 3460661 w 7472601"/>
              <a:gd name="connsiteY356" fmla="*/ 6266763 h 6858000"/>
              <a:gd name="connsiteX357" fmla="*/ 3518021 w 7472601"/>
              <a:gd name="connsiteY357" fmla="*/ 6117298 h 6858000"/>
              <a:gd name="connsiteX358" fmla="*/ 3554035 w 7472601"/>
              <a:gd name="connsiteY358" fmla="*/ 6027832 h 6858000"/>
              <a:gd name="connsiteX359" fmla="*/ 3677174 w 7472601"/>
              <a:gd name="connsiteY359" fmla="*/ 5636351 h 6858000"/>
              <a:gd name="connsiteX360" fmla="*/ 3698819 w 7472601"/>
              <a:gd name="connsiteY360" fmla="*/ 5560503 h 6858000"/>
              <a:gd name="connsiteX361" fmla="*/ 3702094 w 7472601"/>
              <a:gd name="connsiteY361" fmla="*/ 5549194 h 6858000"/>
              <a:gd name="connsiteX362" fmla="*/ 3398355 w 7472601"/>
              <a:gd name="connsiteY362" fmla="*/ 6094603 h 6858000"/>
              <a:gd name="connsiteX363" fmla="*/ 3193941 w 7472601"/>
              <a:gd name="connsiteY363" fmla="*/ 6798775 h 6858000"/>
              <a:gd name="connsiteX364" fmla="*/ 3184140 w 7472601"/>
              <a:gd name="connsiteY364" fmla="*/ 6858000 h 6858000"/>
              <a:gd name="connsiteX365" fmla="*/ 3099978 w 7472601"/>
              <a:gd name="connsiteY365" fmla="*/ 6858000 h 6858000"/>
              <a:gd name="connsiteX366" fmla="*/ 3101556 w 7472601"/>
              <a:gd name="connsiteY366" fmla="*/ 6843337 h 6858000"/>
              <a:gd name="connsiteX367" fmla="*/ 3370162 w 7472601"/>
              <a:gd name="connsiteY367" fmla="*/ 5785550 h 6858000"/>
              <a:gd name="connsiteX368" fmla="*/ 3746477 w 7472601"/>
              <a:gd name="connsiteY368" fmla="*/ 5377889 h 6858000"/>
              <a:gd name="connsiteX369" fmla="*/ 3863399 w 7472601"/>
              <a:gd name="connsiteY369" fmla="*/ 5087257 h 6858000"/>
              <a:gd name="connsiteX370" fmla="*/ 3968712 w 7472601"/>
              <a:gd name="connsiteY370" fmla="*/ 4913989 h 6858000"/>
              <a:gd name="connsiteX371" fmla="*/ 2792390 w 7472601"/>
              <a:gd name="connsiteY371" fmla="*/ 5382974 h 6858000"/>
              <a:gd name="connsiteX372" fmla="*/ 2714982 w 7472601"/>
              <a:gd name="connsiteY372" fmla="*/ 5427051 h 6858000"/>
              <a:gd name="connsiteX373" fmla="*/ 2813361 w 7472601"/>
              <a:gd name="connsiteY373" fmla="*/ 6023912 h 6858000"/>
              <a:gd name="connsiteX374" fmla="*/ 2688430 w 7472601"/>
              <a:gd name="connsiteY374" fmla="*/ 6801564 h 6858000"/>
              <a:gd name="connsiteX375" fmla="*/ 2629626 w 7472601"/>
              <a:gd name="connsiteY375" fmla="*/ 6763394 h 6858000"/>
              <a:gd name="connsiteX376" fmla="*/ 2565328 w 7472601"/>
              <a:gd name="connsiteY376" fmla="*/ 5516399 h 6858000"/>
              <a:gd name="connsiteX377" fmla="*/ 1922999 w 7472601"/>
              <a:gd name="connsiteY377" fmla="*/ 5980343 h 6858000"/>
              <a:gd name="connsiteX378" fmla="*/ 1950261 w 7472601"/>
              <a:gd name="connsiteY378" fmla="*/ 6405858 h 6858000"/>
              <a:gd name="connsiteX379" fmla="*/ 2365554 w 7472601"/>
              <a:gd name="connsiteY379" fmla="*/ 6759107 h 6858000"/>
              <a:gd name="connsiteX380" fmla="*/ 2424142 w 7472601"/>
              <a:gd name="connsiteY380" fmla="*/ 6858000 h 6858000"/>
              <a:gd name="connsiteX381" fmla="*/ 2395994 w 7472601"/>
              <a:gd name="connsiteY381" fmla="*/ 6858000 h 6858000"/>
              <a:gd name="connsiteX382" fmla="*/ 2392863 w 7472601"/>
              <a:gd name="connsiteY382" fmla="*/ 6852964 h 6858000"/>
              <a:gd name="connsiteX383" fmla="*/ 2017589 w 7472601"/>
              <a:gd name="connsiteY383" fmla="*/ 6493982 h 6858000"/>
              <a:gd name="connsiteX384" fmla="*/ 2147336 w 7472601"/>
              <a:gd name="connsiteY384" fmla="*/ 6594052 h 6858000"/>
              <a:gd name="connsiteX385" fmla="*/ 2207047 w 7472601"/>
              <a:gd name="connsiteY385" fmla="*/ 6654540 h 6858000"/>
              <a:gd name="connsiteX386" fmla="*/ 2299106 w 7472601"/>
              <a:gd name="connsiteY386" fmla="*/ 6778931 h 6858000"/>
              <a:gd name="connsiteX387" fmla="*/ 2314430 w 7472601"/>
              <a:gd name="connsiteY387" fmla="*/ 6801144 h 6858000"/>
              <a:gd name="connsiteX388" fmla="*/ 2352406 w 7472601"/>
              <a:gd name="connsiteY388" fmla="*/ 6858000 h 6858000"/>
              <a:gd name="connsiteX389" fmla="*/ 2314492 w 7472601"/>
              <a:gd name="connsiteY389" fmla="*/ 6858000 h 6858000"/>
              <a:gd name="connsiteX390" fmla="*/ 2288095 w 7472601"/>
              <a:gd name="connsiteY390" fmla="*/ 6818030 h 6858000"/>
              <a:gd name="connsiteX391" fmla="*/ 2272768 w 7472601"/>
              <a:gd name="connsiteY391" fmla="*/ 6795822 h 6858000"/>
              <a:gd name="connsiteX392" fmla="*/ 2182715 w 7472601"/>
              <a:gd name="connsiteY392" fmla="*/ 6675071 h 6858000"/>
              <a:gd name="connsiteX393" fmla="*/ 2032061 w 7472601"/>
              <a:gd name="connsiteY393" fmla="*/ 6541380 h 6858000"/>
              <a:gd name="connsiteX394" fmla="*/ 2257220 w 7472601"/>
              <a:gd name="connsiteY394" fmla="*/ 6826257 h 6858000"/>
              <a:gd name="connsiteX395" fmla="*/ 2281324 w 7472601"/>
              <a:gd name="connsiteY395" fmla="*/ 6858000 h 6858000"/>
              <a:gd name="connsiteX396" fmla="*/ 2242860 w 7472601"/>
              <a:gd name="connsiteY396" fmla="*/ 6858000 h 6858000"/>
              <a:gd name="connsiteX397" fmla="*/ 2232818 w 7472601"/>
              <a:gd name="connsiteY397" fmla="*/ 6844926 h 6858000"/>
              <a:gd name="connsiteX398" fmla="*/ 1990172 w 7472601"/>
              <a:gd name="connsiteY398" fmla="*/ 6542121 h 6858000"/>
              <a:gd name="connsiteX399" fmla="*/ 2124090 w 7472601"/>
              <a:gd name="connsiteY399" fmla="*/ 6761017 h 6858000"/>
              <a:gd name="connsiteX400" fmla="*/ 2200380 w 7472601"/>
              <a:gd name="connsiteY400" fmla="*/ 6858000 h 6858000"/>
              <a:gd name="connsiteX401" fmla="*/ 2147507 w 7472601"/>
              <a:gd name="connsiteY401" fmla="*/ 6858000 h 6858000"/>
              <a:gd name="connsiteX402" fmla="*/ 2070668 w 7472601"/>
              <a:gd name="connsiteY402" fmla="*/ 6761520 h 6858000"/>
              <a:gd name="connsiteX403" fmla="*/ 1975142 w 7472601"/>
              <a:gd name="connsiteY403" fmla="*/ 6585570 h 6858000"/>
              <a:gd name="connsiteX404" fmla="*/ 2050035 w 7472601"/>
              <a:gd name="connsiteY404" fmla="*/ 6813345 h 6858000"/>
              <a:gd name="connsiteX405" fmla="*/ 2063025 w 7472601"/>
              <a:gd name="connsiteY405" fmla="*/ 6858000 h 6858000"/>
              <a:gd name="connsiteX406" fmla="*/ 2021675 w 7472601"/>
              <a:gd name="connsiteY406" fmla="*/ 6858000 h 6858000"/>
              <a:gd name="connsiteX407" fmla="*/ 2019308 w 7472601"/>
              <a:gd name="connsiteY407" fmla="*/ 6847118 h 6858000"/>
              <a:gd name="connsiteX408" fmla="*/ 1938835 w 7472601"/>
              <a:gd name="connsiteY408" fmla="*/ 6551160 h 6858000"/>
              <a:gd name="connsiteX409" fmla="*/ 1953230 w 7472601"/>
              <a:gd name="connsiteY409" fmla="*/ 6759699 h 6858000"/>
              <a:gd name="connsiteX410" fmla="*/ 1956763 w 7472601"/>
              <a:gd name="connsiteY410" fmla="*/ 6778191 h 6858000"/>
              <a:gd name="connsiteX411" fmla="*/ 1967925 w 7472601"/>
              <a:gd name="connsiteY411" fmla="*/ 6858000 h 6858000"/>
              <a:gd name="connsiteX412" fmla="*/ 1936622 w 7472601"/>
              <a:gd name="connsiteY412" fmla="*/ 6858000 h 6858000"/>
              <a:gd name="connsiteX413" fmla="*/ 1926261 w 7472601"/>
              <a:gd name="connsiteY413" fmla="*/ 6784064 h 6858000"/>
              <a:gd name="connsiteX414" fmla="*/ 1922724 w 7472601"/>
              <a:gd name="connsiteY414" fmla="*/ 6765577 h 6858000"/>
              <a:gd name="connsiteX415" fmla="*/ 1904650 w 7472601"/>
              <a:gd name="connsiteY415" fmla="*/ 6639616 h 6858000"/>
              <a:gd name="connsiteX416" fmla="*/ 1885273 w 7472601"/>
              <a:gd name="connsiteY416" fmla="*/ 6858000 h 6858000"/>
              <a:gd name="connsiteX417" fmla="*/ 1854363 w 7472601"/>
              <a:gd name="connsiteY417" fmla="*/ 6858000 h 6858000"/>
              <a:gd name="connsiteX418" fmla="*/ 1880391 w 7472601"/>
              <a:gd name="connsiteY418" fmla="*/ 6603796 h 6858000"/>
              <a:gd name="connsiteX419" fmla="*/ 1818273 w 7472601"/>
              <a:gd name="connsiteY419" fmla="*/ 6715729 h 6858000"/>
              <a:gd name="connsiteX420" fmla="*/ 1794691 w 7472601"/>
              <a:gd name="connsiteY420" fmla="*/ 6843239 h 6858000"/>
              <a:gd name="connsiteX421" fmla="*/ 1794914 w 7472601"/>
              <a:gd name="connsiteY421" fmla="*/ 6858000 h 6858000"/>
              <a:gd name="connsiteX422" fmla="*/ 1746128 w 7472601"/>
              <a:gd name="connsiteY422" fmla="*/ 6858000 h 6858000"/>
              <a:gd name="connsiteX423" fmla="*/ 1753934 w 7472601"/>
              <a:gd name="connsiteY423" fmla="*/ 6724796 h 6858000"/>
              <a:gd name="connsiteX424" fmla="*/ 1792053 w 7472601"/>
              <a:gd name="connsiteY424" fmla="*/ 6572396 h 6858000"/>
              <a:gd name="connsiteX425" fmla="*/ 1862248 w 7472601"/>
              <a:gd name="connsiteY425" fmla="*/ 6266397 h 6858000"/>
              <a:gd name="connsiteX426" fmla="*/ 1862250 w 7472601"/>
              <a:gd name="connsiteY426" fmla="*/ 6033531 h 6858000"/>
              <a:gd name="connsiteX427" fmla="*/ 1211999 w 7472601"/>
              <a:gd name="connsiteY427" fmla="*/ 6683610 h 6858000"/>
              <a:gd name="connsiteX428" fmla="*/ 1213266 w 7472601"/>
              <a:gd name="connsiteY428" fmla="*/ 6691947 h 6858000"/>
              <a:gd name="connsiteX429" fmla="*/ 1203370 w 7472601"/>
              <a:gd name="connsiteY429" fmla="*/ 6850676 h 6858000"/>
              <a:gd name="connsiteX430" fmla="*/ 1203671 w 7472601"/>
              <a:gd name="connsiteY430" fmla="*/ 6858000 h 6858000"/>
              <a:gd name="connsiteX431" fmla="*/ 1143180 w 7472601"/>
              <a:gd name="connsiteY431" fmla="*/ 6858000 h 6858000"/>
              <a:gd name="connsiteX432" fmla="*/ 1142176 w 7472601"/>
              <a:gd name="connsiteY432" fmla="*/ 6766045 h 6858000"/>
              <a:gd name="connsiteX433" fmla="*/ 1067484 w 7472601"/>
              <a:gd name="connsiteY433" fmla="*/ 6858000 h 6858000"/>
              <a:gd name="connsiteX434" fmla="*/ 953928 w 7472601"/>
              <a:gd name="connsiteY434" fmla="*/ 6858000 h 6858000"/>
              <a:gd name="connsiteX435" fmla="*/ 959715 w 7472601"/>
              <a:gd name="connsiteY435" fmla="*/ 6850185 h 6858000"/>
              <a:gd name="connsiteX436" fmla="*/ 1483788 w 7472601"/>
              <a:gd name="connsiteY436" fmla="*/ 6259174 h 6858000"/>
              <a:gd name="connsiteX437" fmla="*/ 1100671 w 7472601"/>
              <a:gd name="connsiteY437" fmla="*/ 6252137 h 6858000"/>
              <a:gd name="connsiteX438" fmla="*/ 1090144 w 7472601"/>
              <a:gd name="connsiteY438" fmla="*/ 6256748 h 6858000"/>
              <a:gd name="connsiteX439" fmla="*/ 1095872 w 7472601"/>
              <a:gd name="connsiteY439" fmla="*/ 6271892 h 6858000"/>
              <a:gd name="connsiteX440" fmla="*/ 262785 w 7472601"/>
              <a:gd name="connsiteY440" fmla="*/ 6845450 h 6858000"/>
              <a:gd name="connsiteX441" fmla="*/ 209968 w 7472601"/>
              <a:gd name="connsiteY441" fmla="*/ 6770713 h 6858000"/>
              <a:gd name="connsiteX442" fmla="*/ 873460 w 7472601"/>
              <a:gd name="connsiteY442" fmla="*/ 6253768 h 6858000"/>
              <a:gd name="connsiteX443" fmla="*/ 192686 w 7472601"/>
              <a:gd name="connsiteY443" fmla="*/ 5849257 h 6858000"/>
              <a:gd name="connsiteX444" fmla="*/ 4696 w 7472601"/>
              <a:gd name="connsiteY444" fmla="*/ 5697668 h 6858000"/>
              <a:gd name="connsiteX445" fmla="*/ 0 w 7472601"/>
              <a:gd name="connsiteY445" fmla="*/ 5689984 h 6858000"/>
              <a:gd name="connsiteX446" fmla="*/ 0 w 7472601"/>
              <a:gd name="connsiteY446" fmla="*/ 5513472 h 6858000"/>
              <a:gd name="connsiteX447" fmla="*/ 174101 w 7472601"/>
              <a:gd name="connsiteY447" fmla="*/ 5620277 h 6858000"/>
              <a:gd name="connsiteX448" fmla="*/ 891800 w 7472601"/>
              <a:gd name="connsiteY448" fmla="*/ 6036935 h 6858000"/>
              <a:gd name="connsiteX449" fmla="*/ 1072219 w 7472601"/>
              <a:gd name="connsiteY449" fmla="*/ 6169443 h 6858000"/>
              <a:gd name="connsiteX450" fmla="*/ 1074117 w 7472601"/>
              <a:gd name="connsiteY450" fmla="*/ 6170301 h 6858000"/>
              <a:gd name="connsiteX451" fmla="*/ 1083114 w 7472601"/>
              <a:gd name="connsiteY451" fmla="*/ 6174131 h 6858000"/>
              <a:gd name="connsiteX452" fmla="*/ 1543010 w 7472601"/>
              <a:gd name="connsiteY452" fmla="*/ 6191140 h 6858000"/>
              <a:gd name="connsiteX453" fmla="*/ 1551080 w 7472601"/>
              <a:gd name="connsiteY453" fmla="*/ 6195006 h 6858000"/>
              <a:gd name="connsiteX454" fmla="*/ 2345443 w 7472601"/>
              <a:gd name="connsiteY454" fmla="*/ 5549882 h 6858000"/>
              <a:gd name="connsiteX455" fmla="*/ 1721499 w 7472601"/>
              <a:gd name="connsiteY455" fmla="*/ 5599969 h 6858000"/>
              <a:gd name="connsiteX456" fmla="*/ 767716 w 7472601"/>
              <a:gd name="connsiteY456" fmla="*/ 5472768 h 6858000"/>
              <a:gd name="connsiteX457" fmla="*/ 722147 w 7472601"/>
              <a:gd name="connsiteY457" fmla="*/ 5393091 h 6858000"/>
              <a:gd name="connsiteX458" fmla="*/ 1485552 w 7472601"/>
              <a:gd name="connsiteY458" fmla="*/ 5313202 h 6858000"/>
              <a:gd name="connsiteX459" fmla="*/ 2143004 w 7472601"/>
              <a:gd name="connsiteY459" fmla="*/ 5402420 h 6858000"/>
              <a:gd name="connsiteX460" fmla="*/ 1933391 w 7472601"/>
              <a:gd name="connsiteY460" fmla="*/ 5156971 h 6858000"/>
              <a:gd name="connsiteX461" fmla="*/ 1827118 w 7472601"/>
              <a:gd name="connsiteY461" fmla="*/ 4968410 h 6858000"/>
              <a:gd name="connsiteX462" fmla="*/ 1837349 w 7472601"/>
              <a:gd name="connsiteY462" fmla="*/ 4956357 h 6858000"/>
              <a:gd name="connsiteX463" fmla="*/ 2162835 w 7472601"/>
              <a:gd name="connsiteY463" fmla="*/ 5187853 h 6858000"/>
              <a:gd name="connsiteX464" fmla="*/ 2257167 w 7472601"/>
              <a:gd name="connsiteY464" fmla="*/ 5462123 h 6858000"/>
              <a:gd name="connsiteX465" fmla="*/ 2261598 w 7472601"/>
              <a:gd name="connsiteY465" fmla="*/ 5467998 h 6858000"/>
              <a:gd name="connsiteX466" fmla="*/ 2437177 w 7472601"/>
              <a:gd name="connsiteY466" fmla="*/ 5479608 h 6858000"/>
              <a:gd name="connsiteX467" fmla="*/ 2445247 w 7472601"/>
              <a:gd name="connsiteY467" fmla="*/ 5483476 h 6858000"/>
              <a:gd name="connsiteX468" fmla="*/ 2743626 w 7472601"/>
              <a:gd name="connsiteY468" fmla="*/ 5304819 h 6858000"/>
              <a:gd name="connsiteX469" fmla="*/ 3048102 w 7472601"/>
              <a:gd name="connsiteY469" fmla="*/ 5150595 h 6858000"/>
              <a:gd name="connsiteX470" fmla="*/ 1799414 w 7472601"/>
              <a:gd name="connsiteY470" fmla="*/ 4694732 h 6858000"/>
              <a:gd name="connsiteX471" fmla="*/ 1771735 w 7472601"/>
              <a:gd name="connsiteY471" fmla="*/ 4619929 h 6858000"/>
              <a:gd name="connsiteX472" fmla="*/ 3104273 w 7472601"/>
              <a:gd name="connsiteY472" fmla="*/ 5076159 h 6858000"/>
              <a:gd name="connsiteX473" fmla="*/ 3113245 w 7472601"/>
              <a:gd name="connsiteY473" fmla="*/ 5090705 h 6858000"/>
              <a:gd name="connsiteX474" fmla="*/ 3126294 w 7472601"/>
              <a:gd name="connsiteY474" fmla="*/ 5114400 h 6858000"/>
              <a:gd name="connsiteX475" fmla="*/ 3937433 w 7472601"/>
              <a:gd name="connsiteY475" fmla="*/ 4830473 h 6858000"/>
              <a:gd name="connsiteX476" fmla="*/ 3590475 w 7472601"/>
              <a:gd name="connsiteY476" fmla="*/ 4597974 h 6858000"/>
              <a:gd name="connsiteX477" fmla="*/ 3100264 w 7472601"/>
              <a:gd name="connsiteY477" fmla="*/ 4579845 h 6858000"/>
              <a:gd name="connsiteX478" fmla="*/ 2183576 w 7472601"/>
              <a:gd name="connsiteY478" fmla="*/ 4227150 h 6858000"/>
              <a:gd name="connsiteX479" fmla="*/ 2151029 w 7472601"/>
              <a:gd name="connsiteY479" fmla="*/ 4146947 h 6858000"/>
              <a:gd name="connsiteX480" fmla="*/ 3563434 w 7472601"/>
              <a:gd name="connsiteY480" fmla="*/ 4469115 h 6858000"/>
              <a:gd name="connsiteX481" fmla="*/ 3177952 w 7472601"/>
              <a:gd name="connsiteY481" fmla="*/ 3657386 h 6858000"/>
              <a:gd name="connsiteX482" fmla="*/ 3189263 w 7472601"/>
              <a:gd name="connsiteY482" fmla="*/ 3625726 h 6858000"/>
              <a:gd name="connsiteX483" fmla="*/ 3560912 w 7472601"/>
              <a:gd name="connsiteY483" fmla="*/ 4079863 h 6858000"/>
              <a:gd name="connsiteX484" fmla="*/ 3626636 w 7472601"/>
              <a:gd name="connsiteY484" fmla="*/ 4512230 h 6858000"/>
              <a:gd name="connsiteX485" fmla="*/ 3653088 w 7472601"/>
              <a:gd name="connsiteY485" fmla="*/ 4521417 h 6858000"/>
              <a:gd name="connsiteX486" fmla="*/ 3988128 w 7472601"/>
              <a:gd name="connsiteY486" fmla="*/ 4817267 h 6858000"/>
              <a:gd name="connsiteX487" fmla="*/ 4830582 w 7472601"/>
              <a:gd name="connsiteY487" fmla="*/ 4676000 h 6858000"/>
              <a:gd name="connsiteX488" fmla="*/ 4830100 w 7472601"/>
              <a:gd name="connsiteY488" fmla="*/ 4675554 h 6858000"/>
              <a:gd name="connsiteX489" fmla="*/ 4036318 w 7472601"/>
              <a:gd name="connsiteY489" fmla="*/ 4147013 h 6858000"/>
              <a:gd name="connsiteX490" fmla="*/ 3432098 w 7472601"/>
              <a:gd name="connsiteY490" fmla="*/ 3537312 h 6858000"/>
              <a:gd name="connsiteX491" fmla="*/ 3446761 w 7472601"/>
              <a:gd name="connsiteY491" fmla="*/ 3461278 h 6858000"/>
              <a:gd name="connsiteX492" fmla="*/ 4419733 w 7472601"/>
              <a:gd name="connsiteY492" fmla="*/ 3963555 h 6858000"/>
              <a:gd name="connsiteX493" fmla="*/ 4781371 w 7472601"/>
              <a:gd name="connsiteY493" fmla="*/ 4458604 h 6858000"/>
              <a:gd name="connsiteX494" fmla="*/ 4780440 w 7472601"/>
              <a:gd name="connsiteY494" fmla="*/ 4470290 h 6858000"/>
              <a:gd name="connsiteX495" fmla="*/ 4898954 w 7472601"/>
              <a:gd name="connsiteY495" fmla="*/ 4662092 h 6858000"/>
              <a:gd name="connsiteX496" fmla="*/ 4900699 w 7472601"/>
              <a:gd name="connsiteY496" fmla="*/ 4670867 h 6858000"/>
              <a:gd name="connsiteX497" fmla="*/ 5714511 w 7472601"/>
              <a:gd name="connsiteY497" fmla="*/ 4663483 h 6858000"/>
              <a:gd name="connsiteX498" fmla="*/ 5464793 w 7472601"/>
              <a:gd name="connsiteY498" fmla="*/ 4393556 h 6858000"/>
              <a:gd name="connsiteX499" fmla="*/ 5461897 w 7472601"/>
              <a:gd name="connsiteY499" fmla="*/ 4390879 h 6858000"/>
              <a:gd name="connsiteX500" fmla="*/ 4294126 w 7472601"/>
              <a:gd name="connsiteY500" fmla="*/ 3303048 h 6858000"/>
              <a:gd name="connsiteX501" fmla="*/ 4305321 w 7472601"/>
              <a:gd name="connsiteY501" fmla="*/ 3256953 h 6858000"/>
              <a:gd name="connsiteX502" fmla="*/ 4949299 w 7472601"/>
              <a:gd name="connsiteY502" fmla="*/ 3766336 h 6858000"/>
              <a:gd name="connsiteX503" fmla="*/ 5291452 w 7472601"/>
              <a:gd name="connsiteY503" fmla="*/ 4076801 h 6858000"/>
              <a:gd name="connsiteX504" fmla="*/ 5434998 w 7472601"/>
              <a:gd name="connsiteY504" fmla="*/ 4254100 h 6858000"/>
              <a:gd name="connsiteX505" fmla="*/ 5351015 w 7472601"/>
              <a:gd name="connsiteY505" fmla="*/ 3760989 h 6858000"/>
              <a:gd name="connsiteX506" fmla="*/ 5413780 w 7472601"/>
              <a:gd name="connsiteY506" fmla="*/ 2966265 h 6858000"/>
              <a:gd name="connsiteX507" fmla="*/ 5425627 w 7472601"/>
              <a:gd name="connsiteY507" fmla="*/ 2954192 h 6858000"/>
              <a:gd name="connsiteX508" fmla="*/ 6604735 w 7472601"/>
              <a:gd name="connsiteY508" fmla="*/ 2041381 h 6858000"/>
              <a:gd name="connsiteX509" fmla="*/ 7204487 w 7472601"/>
              <a:gd name="connsiteY509" fmla="*/ 2742112 h 6858000"/>
              <a:gd name="connsiteX510" fmla="*/ 7131592 w 7472601"/>
              <a:gd name="connsiteY510" fmla="*/ 2672096 h 6858000"/>
              <a:gd name="connsiteX511" fmla="*/ 6996344 w 7472601"/>
              <a:gd name="connsiteY511" fmla="*/ 2518310 h 6858000"/>
              <a:gd name="connsiteX512" fmla="*/ 6735495 w 7472601"/>
              <a:gd name="connsiteY512" fmla="*/ 2196890 h 6858000"/>
              <a:gd name="connsiteX513" fmla="*/ 6721901 w 7472601"/>
              <a:gd name="connsiteY513" fmla="*/ 2179274 h 6858000"/>
              <a:gd name="connsiteX514" fmla="*/ 6604735 w 7472601"/>
              <a:gd name="connsiteY514" fmla="*/ 2041381 h 6858000"/>
              <a:gd name="connsiteX515" fmla="*/ 6591670 w 7472601"/>
              <a:gd name="connsiteY515" fmla="*/ 1988277 h 6858000"/>
              <a:gd name="connsiteX516" fmla="*/ 6747349 w 7472601"/>
              <a:gd name="connsiteY516" fmla="*/ 2160069 h 6858000"/>
              <a:gd name="connsiteX517" fmla="*/ 6760943 w 7472601"/>
              <a:gd name="connsiteY517" fmla="*/ 2177686 h 6858000"/>
              <a:gd name="connsiteX518" fmla="*/ 7021065 w 7472601"/>
              <a:gd name="connsiteY518" fmla="*/ 2498102 h 6858000"/>
              <a:gd name="connsiteX519" fmla="*/ 7155223 w 7472601"/>
              <a:gd name="connsiteY519" fmla="*/ 2650386 h 6858000"/>
              <a:gd name="connsiteX520" fmla="*/ 7203167 w 7472601"/>
              <a:gd name="connsiteY520" fmla="*/ 2697288 h 6858000"/>
              <a:gd name="connsiteX521" fmla="*/ 6937703 w 7472601"/>
              <a:gd name="connsiteY521" fmla="*/ 2321981 h 6858000"/>
              <a:gd name="connsiteX522" fmla="*/ 6591670 w 7472601"/>
              <a:gd name="connsiteY522" fmla="*/ 1988277 h 6858000"/>
              <a:gd name="connsiteX523" fmla="*/ 5798671 w 7472601"/>
              <a:gd name="connsiteY523" fmla="*/ 1981601 h 6858000"/>
              <a:gd name="connsiteX524" fmla="*/ 5754709 w 7472601"/>
              <a:gd name="connsiteY524" fmla="*/ 2071454 h 6858000"/>
              <a:gd name="connsiteX525" fmla="*/ 5763044 w 7472601"/>
              <a:gd name="connsiteY525" fmla="*/ 2842206 h 6858000"/>
              <a:gd name="connsiteX526" fmla="*/ 5764974 w 7472601"/>
              <a:gd name="connsiteY526" fmla="*/ 2799609 h 6858000"/>
              <a:gd name="connsiteX527" fmla="*/ 5767665 w 7472601"/>
              <a:gd name="connsiteY527" fmla="*/ 2666409 h 6858000"/>
              <a:gd name="connsiteX528" fmla="*/ 5763055 w 7472601"/>
              <a:gd name="connsiteY528" fmla="*/ 2579705 h 6858000"/>
              <a:gd name="connsiteX529" fmla="*/ 5758079 w 7472601"/>
              <a:gd name="connsiteY529" fmla="*/ 2492508 h 6858000"/>
              <a:gd name="connsiteX530" fmla="*/ 5779325 w 7472601"/>
              <a:gd name="connsiteY530" fmla="*/ 2197069 h 6858000"/>
              <a:gd name="connsiteX531" fmla="*/ 5798671 w 7472601"/>
              <a:gd name="connsiteY531" fmla="*/ 1981601 h 6858000"/>
              <a:gd name="connsiteX532" fmla="*/ 5829202 w 7472601"/>
              <a:gd name="connsiteY532" fmla="*/ 1971679 h 6858000"/>
              <a:gd name="connsiteX533" fmla="*/ 5809558 w 7472601"/>
              <a:gd name="connsiteY533" fmla="*/ 2198043 h 6858000"/>
              <a:gd name="connsiteX534" fmla="*/ 5788653 w 7472601"/>
              <a:gd name="connsiteY534" fmla="*/ 2489430 h 6858000"/>
              <a:gd name="connsiteX535" fmla="*/ 5793439 w 7472601"/>
              <a:gd name="connsiteY535" fmla="*/ 2575235 h 6858000"/>
              <a:gd name="connsiteX536" fmla="*/ 5796837 w 7472601"/>
              <a:gd name="connsiteY536" fmla="*/ 2637633 h 6858000"/>
              <a:gd name="connsiteX537" fmla="*/ 5818614 w 7472601"/>
              <a:gd name="connsiteY537" fmla="*/ 2473055 h 6858000"/>
              <a:gd name="connsiteX538" fmla="*/ 5829202 w 7472601"/>
              <a:gd name="connsiteY538" fmla="*/ 1971679 h 6858000"/>
              <a:gd name="connsiteX539" fmla="*/ 5911389 w 7472601"/>
              <a:gd name="connsiteY539" fmla="*/ 1898371 h 6858000"/>
              <a:gd name="connsiteX540" fmla="*/ 6237627 w 7472601"/>
              <a:gd name="connsiteY540" fmla="*/ 2231921 h 6858000"/>
              <a:gd name="connsiteX541" fmla="*/ 5911389 w 7472601"/>
              <a:gd name="connsiteY541" fmla="*/ 1898371 h 6858000"/>
              <a:gd name="connsiteX542" fmla="*/ 6944437 w 7472601"/>
              <a:gd name="connsiteY542" fmla="*/ 1575402 h 6858000"/>
              <a:gd name="connsiteX543" fmla="*/ 6304730 w 7472601"/>
              <a:gd name="connsiteY543" fmla="*/ 1766654 h 6858000"/>
              <a:gd name="connsiteX544" fmla="*/ 6944437 w 7472601"/>
              <a:gd name="connsiteY544" fmla="*/ 1575402 h 6858000"/>
              <a:gd name="connsiteX545" fmla="*/ 7019523 w 7472601"/>
              <a:gd name="connsiteY545" fmla="*/ 1519450 h 6858000"/>
              <a:gd name="connsiteX546" fmla="*/ 6298091 w 7472601"/>
              <a:gd name="connsiteY546" fmla="*/ 1737122 h 6858000"/>
              <a:gd name="connsiteX547" fmla="*/ 7019523 w 7472601"/>
              <a:gd name="connsiteY547" fmla="*/ 1519450 h 6858000"/>
              <a:gd name="connsiteX548" fmla="*/ 2399523 w 7472601"/>
              <a:gd name="connsiteY548" fmla="*/ 1428234 h 6858000"/>
              <a:gd name="connsiteX549" fmla="*/ 2224982 w 7472601"/>
              <a:gd name="connsiteY549" fmla="*/ 1826201 h 6858000"/>
              <a:gd name="connsiteX550" fmla="*/ 2096099 w 7472601"/>
              <a:gd name="connsiteY550" fmla="*/ 2345900 h 6858000"/>
              <a:gd name="connsiteX551" fmla="*/ 2283317 w 7472601"/>
              <a:gd name="connsiteY551" fmla="*/ 1796925 h 6858000"/>
              <a:gd name="connsiteX552" fmla="*/ 2399523 w 7472601"/>
              <a:gd name="connsiteY552" fmla="*/ 1428234 h 6858000"/>
              <a:gd name="connsiteX553" fmla="*/ 2448558 w 7472601"/>
              <a:gd name="connsiteY553" fmla="*/ 1373435 h 6858000"/>
              <a:gd name="connsiteX554" fmla="*/ 2312521 w 7472601"/>
              <a:gd name="connsiteY554" fmla="*/ 1806140 h 6858000"/>
              <a:gd name="connsiteX555" fmla="*/ 2127533 w 7472601"/>
              <a:gd name="connsiteY555" fmla="*/ 2348380 h 6858000"/>
              <a:gd name="connsiteX556" fmla="*/ 2358080 w 7472601"/>
              <a:gd name="connsiteY556" fmla="*/ 1866134 h 6858000"/>
              <a:gd name="connsiteX557" fmla="*/ 2407436 w 7472601"/>
              <a:gd name="connsiteY557" fmla="*/ 1651070 h 6858000"/>
              <a:gd name="connsiteX558" fmla="*/ 2448558 w 7472601"/>
              <a:gd name="connsiteY558" fmla="*/ 1373435 h 6858000"/>
              <a:gd name="connsiteX559" fmla="*/ 278707 w 7472601"/>
              <a:gd name="connsiteY559" fmla="*/ 1352270 h 6858000"/>
              <a:gd name="connsiteX560" fmla="*/ 321570 w 7472601"/>
              <a:gd name="connsiteY560" fmla="*/ 1861610 h 6858000"/>
              <a:gd name="connsiteX561" fmla="*/ 294281 w 7472601"/>
              <a:gd name="connsiteY561" fmla="*/ 1440658 h 6858000"/>
              <a:gd name="connsiteX562" fmla="*/ 278707 w 7472601"/>
              <a:gd name="connsiteY562" fmla="*/ 1352270 h 6858000"/>
              <a:gd name="connsiteX563" fmla="*/ 1423821 w 7472601"/>
              <a:gd name="connsiteY563" fmla="*/ 1351958 h 6858000"/>
              <a:gd name="connsiteX564" fmla="*/ 1638521 w 7472601"/>
              <a:gd name="connsiteY564" fmla="*/ 1908470 h 6858000"/>
              <a:gd name="connsiteX565" fmla="*/ 1754199 w 7472601"/>
              <a:gd name="connsiteY565" fmla="*/ 2149284 h 6858000"/>
              <a:gd name="connsiteX566" fmla="*/ 1908359 w 7472601"/>
              <a:gd name="connsiteY566" fmla="*/ 2364988 h 6858000"/>
              <a:gd name="connsiteX567" fmla="*/ 1647661 w 7472601"/>
              <a:gd name="connsiteY567" fmla="*/ 1825945 h 6858000"/>
              <a:gd name="connsiteX568" fmla="*/ 1423821 w 7472601"/>
              <a:gd name="connsiteY568" fmla="*/ 1351958 h 6858000"/>
              <a:gd name="connsiteX569" fmla="*/ 1431890 w 7472601"/>
              <a:gd name="connsiteY569" fmla="*/ 1306475 h 6858000"/>
              <a:gd name="connsiteX570" fmla="*/ 1507597 w 7472601"/>
              <a:gd name="connsiteY570" fmla="*/ 1446132 h 6858000"/>
              <a:gd name="connsiteX571" fmla="*/ 1674586 w 7472601"/>
              <a:gd name="connsiteY571" fmla="*/ 1813832 h 6858000"/>
              <a:gd name="connsiteX572" fmla="*/ 1815950 w 7472601"/>
              <a:gd name="connsiteY572" fmla="*/ 2128564 h 6858000"/>
              <a:gd name="connsiteX573" fmla="*/ 1984242 w 7472601"/>
              <a:gd name="connsiteY573" fmla="*/ 2430829 h 6858000"/>
              <a:gd name="connsiteX574" fmla="*/ 2014023 w 7472601"/>
              <a:gd name="connsiteY574" fmla="*/ 2450995 h 6858000"/>
              <a:gd name="connsiteX575" fmla="*/ 1747337 w 7472601"/>
              <a:gd name="connsiteY575" fmla="*/ 1855264 h 6858000"/>
              <a:gd name="connsiteX576" fmla="*/ 1533749 w 7472601"/>
              <a:gd name="connsiteY576" fmla="*/ 1478656 h 6858000"/>
              <a:gd name="connsiteX577" fmla="*/ 1431890 w 7472601"/>
              <a:gd name="connsiteY577" fmla="*/ 1306475 h 6858000"/>
              <a:gd name="connsiteX578" fmla="*/ 5052692 w 7472601"/>
              <a:gd name="connsiteY578" fmla="*/ 1292994 h 6858000"/>
              <a:gd name="connsiteX579" fmla="*/ 5200661 w 7472601"/>
              <a:gd name="connsiteY579" fmla="*/ 1635186 h 6858000"/>
              <a:gd name="connsiteX580" fmla="*/ 5297138 w 7472601"/>
              <a:gd name="connsiteY580" fmla="*/ 1906351 h 6858000"/>
              <a:gd name="connsiteX581" fmla="*/ 5052692 w 7472601"/>
              <a:gd name="connsiteY581" fmla="*/ 1292994 h 6858000"/>
              <a:gd name="connsiteX582" fmla="*/ 5009948 w 7472601"/>
              <a:gd name="connsiteY582" fmla="*/ 1273619 h 6858000"/>
              <a:gd name="connsiteX583" fmla="*/ 5121777 w 7472601"/>
              <a:gd name="connsiteY583" fmla="*/ 1654213 h 6858000"/>
              <a:gd name="connsiteX584" fmla="*/ 5293545 w 7472601"/>
              <a:gd name="connsiteY584" fmla="*/ 2072247 h 6858000"/>
              <a:gd name="connsiteX585" fmla="*/ 5294042 w 7472601"/>
              <a:gd name="connsiteY585" fmla="*/ 2065019 h 6858000"/>
              <a:gd name="connsiteX586" fmla="*/ 5171936 w 7472601"/>
              <a:gd name="connsiteY586" fmla="*/ 1647613 h 6858000"/>
              <a:gd name="connsiteX587" fmla="*/ 5009948 w 7472601"/>
              <a:gd name="connsiteY587" fmla="*/ 1273619 h 6858000"/>
              <a:gd name="connsiteX588" fmla="*/ 655236 w 7472601"/>
              <a:gd name="connsiteY588" fmla="*/ 1268632 h 6858000"/>
              <a:gd name="connsiteX589" fmla="*/ 839521 w 7472601"/>
              <a:gd name="connsiteY589" fmla="*/ 1685315 h 6858000"/>
              <a:gd name="connsiteX590" fmla="*/ 1109416 w 7472601"/>
              <a:gd name="connsiteY590" fmla="*/ 2061663 h 6858000"/>
              <a:gd name="connsiteX591" fmla="*/ 1298300 w 7472601"/>
              <a:gd name="connsiteY591" fmla="*/ 2247742 h 6858000"/>
              <a:gd name="connsiteX592" fmla="*/ 1125871 w 7472601"/>
              <a:gd name="connsiteY592" fmla="*/ 1989513 h 6858000"/>
              <a:gd name="connsiteX593" fmla="*/ 981574 w 7472601"/>
              <a:gd name="connsiteY593" fmla="*/ 1783157 h 6858000"/>
              <a:gd name="connsiteX594" fmla="*/ 922198 w 7472601"/>
              <a:gd name="connsiteY594" fmla="*/ 1677437 h 6858000"/>
              <a:gd name="connsiteX595" fmla="*/ 869293 w 7472601"/>
              <a:gd name="connsiteY595" fmla="*/ 1583214 h 6858000"/>
              <a:gd name="connsiteX596" fmla="*/ 751431 w 7472601"/>
              <a:gd name="connsiteY596" fmla="*/ 1405731 h 6858000"/>
              <a:gd name="connsiteX597" fmla="*/ 655236 w 7472601"/>
              <a:gd name="connsiteY597" fmla="*/ 1268632 h 6858000"/>
              <a:gd name="connsiteX598" fmla="*/ 6516292 w 7472601"/>
              <a:gd name="connsiteY598" fmla="*/ 1263064 h 6858000"/>
              <a:gd name="connsiteX599" fmla="*/ 5736320 w 7472601"/>
              <a:gd name="connsiteY599" fmla="*/ 1501803 h 6858000"/>
              <a:gd name="connsiteX600" fmla="*/ 6516292 w 7472601"/>
              <a:gd name="connsiteY600" fmla="*/ 1263064 h 6858000"/>
              <a:gd name="connsiteX601" fmla="*/ 291466 w 7472601"/>
              <a:gd name="connsiteY601" fmla="*/ 1250369 h 6858000"/>
              <a:gd name="connsiteX602" fmla="*/ 323180 w 7472601"/>
              <a:gd name="connsiteY602" fmla="*/ 1435283 h 6858000"/>
              <a:gd name="connsiteX603" fmla="*/ 349381 w 7472601"/>
              <a:gd name="connsiteY603" fmla="*/ 1875041 h 6858000"/>
              <a:gd name="connsiteX604" fmla="*/ 374363 w 7472601"/>
              <a:gd name="connsiteY604" fmla="*/ 1506494 h 6858000"/>
              <a:gd name="connsiteX605" fmla="*/ 302168 w 7472601"/>
              <a:gd name="connsiteY605" fmla="*/ 1274495 h 6858000"/>
              <a:gd name="connsiteX606" fmla="*/ 291466 w 7472601"/>
              <a:gd name="connsiteY606" fmla="*/ 1250369 h 6858000"/>
              <a:gd name="connsiteX607" fmla="*/ 678222 w 7472601"/>
              <a:gd name="connsiteY607" fmla="*/ 1248670 h 6858000"/>
              <a:gd name="connsiteX608" fmla="*/ 775536 w 7472601"/>
              <a:gd name="connsiteY608" fmla="*/ 1388015 h 6858000"/>
              <a:gd name="connsiteX609" fmla="*/ 894529 w 7472601"/>
              <a:gd name="connsiteY609" fmla="*/ 1567739 h 6858000"/>
              <a:gd name="connsiteX610" fmla="*/ 948000 w 7472601"/>
              <a:gd name="connsiteY610" fmla="*/ 1663088 h 6858000"/>
              <a:gd name="connsiteX611" fmla="*/ 1006812 w 7472601"/>
              <a:gd name="connsiteY611" fmla="*/ 1767683 h 6858000"/>
              <a:gd name="connsiteX612" fmla="*/ 1149133 w 7472601"/>
              <a:gd name="connsiteY612" fmla="*/ 1971513 h 6858000"/>
              <a:gd name="connsiteX613" fmla="*/ 1333952 w 7472601"/>
              <a:gd name="connsiteY613" fmla="*/ 2251620 h 6858000"/>
              <a:gd name="connsiteX614" fmla="*/ 1337329 w 7472601"/>
              <a:gd name="connsiteY614" fmla="*/ 2258350 h 6858000"/>
              <a:gd name="connsiteX615" fmla="*/ 1014726 w 7472601"/>
              <a:gd name="connsiteY615" fmla="*/ 1615556 h 6858000"/>
              <a:gd name="connsiteX616" fmla="*/ 678222 w 7472601"/>
              <a:gd name="connsiteY616" fmla="*/ 1248670 h 6858000"/>
              <a:gd name="connsiteX617" fmla="*/ 6691602 w 7472601"/>
              <a:gd name="connsiteY617" fmla="*/ 1140573 h 6858000"/>
              <a:gd name="connsiteX618" fmla="*/ 6571100 w 7472601"/>
              <a:gd name="connsiteY618" fmla="*/ 1183662 h 6858000"/>
              <a:gd name="connsiteX619" fmla="*/ 6241687 w 7472601"/>
              <a:gd name="connsiteY619" fmla="*/ 1257600 h 6858000"/>
              <a:gd name="connsiteX620" fmla="*/ 5693009 w 7472601"/>
              <a:gd name="connsiteY620" fmla="*/ 1478256 h 6858000"/>
              <a:gd name="connsiteX621" fmla="*/ 6548420 w 7472601"/>
              <a:gd name="connsiteY621" fmla="*/ 1214599 h 6858000"/>
              <a:gd name="connsiteX622" fmla="*/ 6605473 w 7472601"/>
              <a:gd name="connsiteY622" fmla="*/ 1184686 h 6858000"/>
              <a:gd name="connsiteX623" fmla="*/ 6691602 w 7472601"/>
              <a:gd name="connsiteY623" fmla="*/ 1140573 h 6858000"/>
              <a:gd name="connsiteX624" fmla="*/ 4002475 w 7472601"/>
              <a:gd name="connsiteY624" fmla="*/ 1037802 h 6858000"/>
              <a:gd name="connsiteX625" fmla="*/ 4000324 w 7472601"/>
              <a:gd name="connsiteY625" fmla="*/ 1039362 h 6858000"/>
              <a:gd name="connsiteX626" fmla="*/ 4002862 w 7472601"/>
              <a:gd name="connsiteY626" fmla="*/ 1042866 h 6858000"/>
              <a:gd name="connsiteX627" fmla="*/ 4002475 w 7472601"/>
              <a:gd name="connsiteY627" fmla="*/ 1037802 h 6858000"/>
              <a:gd name="connsiteX628" fmla="*/ 506322 w 7472601"/>
              <a:gd name="connsiteY628" fmla="*/ 1020997 h 6858000"/>
              <a:gd name="connsiteX629" fmla="*/ 533068 w 7472601"/>
              <a:gd name="connsiteY629" fmla="*/ 1029409 h 6858000"/>
              <a:gd name="connsiteX630" fmla="*/ 1232525 w 7472601"/>
              <a:gd name="connsiteY630" fmla="*/ 1804675 h 6858000"/>
              <a:gd name="connsiteX631" fmla="*/ 1388858 w 7472601"/>
              <a:gd name="connsiteY631" fmla="*/ 2368011 h 6858000"/>
              <a:gd name="connsiteX632" fmla="*/ 1384098 w 7472601"/>
              <a:gd name="connsiteY632" fmla="*/ 2378125 h 6858000"/>
              <a:gd name="connsiteX633" fmla="*/ 1425393 w 7472601"/>
              <a:gd name="connsiteY633" fmla="*/ 2589124 h 6858000"/>
              <a:gd name="connsiteX634" fmla="*/ 1424001 w 7472601"/>
              <a:gd name="connsiteY634" fmla="*/ 2597541 h 6858000"/>
              <a:gd name="connsiteX635" fmla="*/ 2152729 w 7472601"/>
              <a:gd name="connsiteY635" fmla="*/ 2864487 h 6858000"/>
              <a:gd name="connsiteX636" fmla="*/ 2020609 w 7472601"/>
              <a:gd name="connsiteY636" fmla="*/ 2539671 h 6858000"/>
              <a:gd name="connsiteX637" fmla="*/ 2018920 w 7472601"/>
              <a:gd name="connsiteY637" fmla="*/ 2536309 h 6858000"/>
              <a:gd name="connsiteX638" fmla="*/ 1342441 w 7472601"/>
              <a:gd name="connsiteY638" fmla="*/ 1173017 h 6858000"/>
              <a:gd name="connsiteX639" fmla="*/ 1367925 w 7472601"/>
              <a:gd name="connsiteY639" fmla="*/ 1135648 h 6858000"/>
              <a:gd name="connsiteX640" fmla="*/ 1771401 w 7472601"/>
              <a:gd name="connsiteY640" fmla="*/ 1806673 h 6858000"/>
              <a:gd name="connsiteX641" fmla="*/ 1972385 w 7472601"/>
              <a:gd name="connsiteY641" fmla="*/ 2198735 h 6858000"/>
              <a:gd name="connsiteX642" fmla="*/ 2040892 w 7472601"/>
              <a:gd name="connsiteY642" fmla="*/ 2405205 h 6858000"/>
              <a:gd name="connsiteX643" fmla="*/ 2131689 w 7472601"/>
              <a:gd name="connsiteY643" fmla="*/ 1936926 h 6858000"/>
              <a:gd name="connsiteX644" fmla="*/ 2454820 w 7472601"/>
              <a:gd name="connsiteY644" fmla="*/ 1248808 h 6858000"/>
              <a:gd name="connsiteX645" fmla="*/ 2492512 w 7472601"/>
              <a:gd name="connsiteY645" fmla="*/ 1302920 h 6858000"/>
              <a:gd name="connsiteX646" fmla="*/ 2081216 w 7472601"/>
              <a:gd name="connsiteY646" fmla="*/ 2527513 h 6858000"/>
              <a:gd name="connsiteX647" fmla="*/ 2081211 w 7472601"/>
              <a:gd name="connsiteY647" fmla="*/ 2528916 h 6858000"/>
              <a:gd name="connsiteX648" fmla="*/ 2199067 w 7472601"/>
              <a:gd name="connsiteY648" fmla="*/ 2884061 h 6858000"/>
              <a:gd name="connsiteX649" fmla="*/ 3192586 w 7472601"/>
              <a:gd name="connsiteY649" fmla="*/ 3411496 h 6858000"/>
              <a:gd name="connsiteX650" fmla="*/ 3182620 w 7472601"/>
              <a:gd name="connsiteY650" fmla="*/ 3483279 h 6858000"/>
              <a:gd name="connsiteX651" fmla="*/ 2435119 w 7472601"/>
              <a:gd name="connsiteY651" fmla="*/ 3080173 h 6858000"/>
              <a:gd name="connsiteX652" fmla="*/ 2410152 w 7472601"/>
              <a:gd name="connsiteY652" fmla="*/ 3063751 h 6858000"/>
              <a:gd name="connsiteX653" fmla="*/ 2408099 w 7472601"/>
              <a:gd name="connsiteY653" fmla="*/ 3064403 h 6858000"/>
              <a:gd name="connsiteX654" fmla="*/ 2407218 w 7472601"/>
              <a:gd name="connsiteY654" fmla="*/ 3070324 h 6858000"/>
              <a:gd name="connsiteX655" fmla="*/ 2380138 w 7472601"/>
              <a:gd name="connsiteY655" fmla="*/ 3099341 h 6858000"/>
              <a:gd name="connsiteX656" fmla="*/ 1765923 w 7472601"/>
              <a:gd name="connsiteY656" fmla="*/ 3581043 h 6858000"/>
              <a:gd name="connsiteX657" fmla="*/ 1702258 w 7472601"/>
              <a:gd name="connsiteY657" fmla="*/ 3612286 h 6858000"/>
              <a:gd name="connsiteX658" fmla="*/ 1538370 w 7472601"/>
              <a:gd name="connsiteY658" fmla="*/ 3811804 h 6858000"/>
              <a:gd name="connsiteX659" fmla="*/ 542867 w 7472601"/>
              <a:gd name="connsiteY659" fmla="*/ 4944092 h 6858000"/>
              <a:gd name="connsiteX660" fmla="*/ 515800 w 7472601"/>
              <a:gd name="connsiteY660" fmla="*/ 4862180 h 6858000"/>
              <a:gd name="connsiteX661" fmla="*/ 909145 w 7472601"/>
              <a:gd name="connsiteY661" fmla="*/ 4199225 h 6858000"/>
              <a:gd name="connsiteX662" fmla="*/ 1214067 w 7472601"/>
              <a:gd name="connsiteY662" fmla="*/ 3908561 h 6858000"/>
              <a:gd name="connsiteX663" fmla="*/ 640967 w 7472601"/>
              <a:gd name="connsiteY663" fmla="*/ 4105601 h 6858000"/>
              <a:gd name="connsiteX664" fmla="*/ 112563 w 7472601"/>
              <a:gd name="connsiteY664" fmla="*/ 4396952 h 6858000"/>
              <a:gd name="connsiteX665" fmla="*/ 0 w 7472601"/>
              <a:gd name="connsiteY665" fmla="*/ 4466006 h 6858000"/>
              <a:gd name="connsiteX666" fmla="*/ 0 w 7472601"/>
              <a:gd name="connsiteY666" fmla="*/ 4233763 h 6858000"/>
              <a:gd name="connsiteX667" fmla="*/ 36881 w 7472601"/>
              <a:gd name="connsiteY667" fmla="*/ 4200118 h 6858000"/>
              <a:gd name="connsiteX668" fmla="*/ 910534 w 7472601"/>
              <a:gd name="connsiteY668" fmla="*/ 3629753 h 6858000"/>
              <a:gd name="connsiteX669" fmla="*/ 1578717 w 7472601"/>
              <a:gd name="connsiteY669" fmla="*/ 3575982 h 6858000"/>
              <a:gd name="connsiteX670" fmla="*/ 2338780 w 7472601"/>
              <a:gd name="connsiteY670" fmla="*/ 3033725 h 6858000"/>
              <a:gd name="connsiteX671" fmla="*/ 1807991 w 7472601"/>
              <a:gd name="connsiteY671" fmla="*/ 2807184 h 6858000"/>
              <a:gd name="connsiteX672" fmla="*/ 1416358 w 7472601"/>
              <a:gd name="connsiteY672" fmla="*/ 3112571 h 6858000"/>
              <a:gd name="connsiteX673" fmla="*/ 939066 w 7472601"/>
              <a:gd name="connsiteY673" fmla="*/ 3378798 h 6858000"/>
              <a:gd name="connsiteX674" fmla="*/ 115099 w 7472601"/>
              <a:gd name="connsiteY674" fmla="*/ 3607650 h 6858000"/>
              <a:gd name="connsiteX675" fmla="*/ 97284 w 7472601"/>
              <a:gd name="connsiteY675" fmla="*/ 3520393 h 6858000"/>
              <a:gd name="connsiteX676" fmla="*/ 922050 w 7472601"/>
              <a:gd name="connsiteY676" fmla="*/ 3074867 h 6858000"/>
              <a:gd name="connsiteX677" fmla="*/ 1405265 w 7472601"/>
              <a:gd name="connsiteY677" fmla="*/ 3016319 h 6858000"/>
              <a:gd name="connsiteX678" fmla="*/ 1407512 w 7472601"/>
              <a:gd name="connsiteY678" fmla="*/ 3018001 h 6858000"/>
              <a:gd name="connsiteX679" fmla="*/ 1726266 w 7472601"/>
              <a:gd name="connsiteY679" fmla="*/ 2777274 h 6858000"/>
              <a:gd name="connsiteX680" fmla="*/ 625390 w 7472601"/>
              <a:gd name="connsiteY680" fmla="*/ 2514541 h 6858000"/>
              <a:gd name="connsiteX681" fmla="*/ 619799 w 7472601"/>
              <a:gd name="connsiteY681" fmla="*/ 2527180 h 6858000"/>
              <a:gd name="connsiteX682" fmla="*/ 310030 w 7472601"/>
              <a:gd name="connsiteY682" fmla="*/ 2771818 h 6858000"/>
              <a:gd name="connsiteX683" fmla="*/ 173877 w 7472601"/>
              <a:gd name="connsiteY683" fmla="*/ 2937056 h 6858000"/>
              <a:gd name="connsiteX684" fmla="*/ 77889 w 7472601"/>
              <a:gd name="connsiteY684" fmla="*/ 3138440 h 6858000"/>
              <a:gd name="connsiteX685" fmla="*/ 0 w 7472601"/>
              <a:gd name="connsiteY685" fmla="*/ 3271395 h 6858000"/>
              <a:gd name="connsiteX686" fmla="*/ 0 w 7472601"/>
              <a:gd name="connsiteY686" fmla="*/ 3153002 h 6858000"/>
              <a:gd name="connsiteX687" fmla="*/ 2386 w 7472601"/>
              <a:gd name="connsiteY687" fmla="*/ 3149203 h 6858000"/>
              <a:gd name="connsiteX688" fmla="*/ 89753 w 7472601"/>
              <a:gd name="connsiteY688" fmla="*/ 2987702 h 6858000"/>
              <a:gd name="connsiteX689" fmla="*/ 76869 w 7472601"/>
              <a:gd name="connsiteY689" fmla="*/ 3005404 h 6858000"/>
              <a:gd name="connsiteX690" fmla="*/ 32049 w 7472601"/>
              <a:gd name="connsiteY690" fmla="*/ 3065814 h 6858000"/>
              <a:gd name="connsiteX691" fmla="*/ 0 w 7472601"/>
              <a:gd name="connsiteY691" fmla="*/ 3108744 h 6858000"/>
              <a:gd name="connsiteX692" fmla="*/ 0 w 7472601"/>
              <a:gd name="connsiteY692" fmla="*/ 3058059 h 6858000"/>
              <a:gd name="connsiteX693" fmla="*/ 7610 w 7472601"/>
              <a:gd name="connsiteY693" fmla="*/ 3047889 h 6858000"/>
              <a:gd name="connsiteX694" fmla="*/ 52419 w 7472601"/>
              <a:gd name="connsiteY694" fmla="*/ 2987479 h 6858000"/>
              <a:gd name="connsiteX695" fmla="*/ 59142 w 7472601"/>
              <a:gd name="connsiteY695" fmla="*/ 2978488 h 6858000"/>
              <a:gd name="connsiteX696" fmla="*/ 0 w 7472601"/>
              <a:gd name="connsiteY696" fmla="*/ 3015334 h 6858000"/>
              <a:gd name="connsiteX697" fmla="*/ 0 w 7472601"/>
              <a:gd name="connsiteY697" fmla="*/ 2914286 h 6858000"/>
              <a:gd name="connsiteX698" fmla="*/ 36383 w 7472601"/>
              <a:gd name="connsiteY698" fmla="*/ 2901128 h 6858000"/>
              <a:gd name="connsiteX699" fmla="*/ 156329 w 7472601"/>
              <a:gd name="connsiteY699" fmla="*/ 2840533 h 6858000"/>
              <a:gd name="connsiteX700" fmla="*/ 358355 w 7472601"/>
              <a:gd name="connsiteY700" fmla="*/ 2620471 h 6858000"/>
              <a:gd name="connsiteX701" fmla="*/ 510577 w 7472601"/>
              <a:gd name="connsiteY701" fmla="*/ 2501244 h 6858000"/>
              <a:gd name="connsiteX702" fmla="*/ 211967 w 7472601"/>
              <a:gd name="connsiteY702" fmla="*/ 2479171 h 6858000"/>
              <a:gd name="connsiteX703" fmla="*/ 0 w 7472601"/>
              <a:gd name="connsiteY703" fmla="*/ 2476398 h 6858000"/>
              <a:gd name="connsiteX704" fmla="*/ 0 w 7472601"/>
              <a:gd name="connsiteY704" fmla="*/ 2389189 h 6858000"/>
              <a:gd name="connsiteX705" fmla="*/ 103062 w 7472601"/>
              <a:gd name="connsiteY705" fmla="*/ 2389518 h 6858000"/>
              <a:gd name="connsiteX706" fmla="*/ 510734 w 7472601"/>
              <a:gd name="connsiteY706" fmla="*/ 2416201 h 6858000"/>
              <a:gd name="connsiteX707" fmla="*/ 279257 w 7472601"/>
              <a:gd name="connsiteY707" fmla="*/ 2092102 h 6858000"/>
              <a:gd name="connsiteX708" fmla="*/ 65265 w 7472601"/>
              <a:gd name="connsiteY708" fmla="*/ 2006049 h 6858000"/>
              <a:gd name="connsiteX709" fmla="*/ 0 w 7472601"/>
              <a:gd name="connsiteY709" fmla="*/ 1982532 h 6858000"/>
              <a:gd name="connsiteX710" fmla="*/ 0 w 7472601"/>
              <a:gd name="connsiteY710" fmla="*/ 1912789 h 6858000"/>
              <a:gd name="connsiteX711" fmla="*/ 97460 w 7472601"/>
              <a:gd name="connsiteY711" fmla="*/ 1953725 h 6858000"/>
              <a:gd name="connsiteX712" fmla="*/ 221272 w 7472601"/>
              <a:gd name="connsiteY712" fmla="*/ 1980766 h 6858000"/>
              <a:gd name="connsiteX713" fmla="*/ 116765 w 7472601"/>
              <a:gd name="connsiteY713" fmla="*/ 1911033 h 6858000"/>
              <a:gd name="connsiteX714" fmla="*/ 16405 w 7472601"/>
              <a:gd name="connsiteY714" fmla="*/ 1803412 h 6858000"/>
              <a:gd name="connsiteX715" fmla="*/ 0 w 7472601"/>
              <a:gd name="connsiteY715" fmla="*/ 1784777 h 6858000"/>
              <a:gd name="connsiteX716" fmla="*/ 0 w 7472601"/>
              <a:gd name="connsiteY716" fmla="*/ 1740082 h 6858000"/>
              <a:gd name="connsiteX717" fmla="*/ 39394 w 7472601"/>
              <a:gd name="connsiteY717" fmla="*/ 1784856 h 6858000"/>
              <a:gd name="connsiteX718" fmla="*/ 135813 w 7472601"/>
              <a:gd name="connsiteY718" fmla="*/ 1888838 h 6858000"/>
              <a:gd name="connsiteX719" fmla="*/ 242575 w 7472601"/>
              <a:gd name="connsiteY719" fmla="*/ 1958841 h 6858000"/>
              <a:gd name="connsiteX720" fmla="*/ 82197 w 7472601"/>
              <a:gd name="connsiteY720" fmla="*/ 1754826 h 6858000"/>
              <a:gd name="connsiteX721" fmla="*/ 0 w 7472601"/>
              <a:gd name="connsiteY721" fmla="*/ 1679650 h 6858000"/>
              <a:gd name="connsiteX722" fmla="*/ 0 w 7472601"/>
              <a:gd name="connsiteY722" fmla="*/ 1602463 h 6858000"/>
              <a:gd name="connsiteX723" fmla="*/ 84689 w 7472601"/>
              <a:gd name="connsiteY723" fmla="*/ 1677442 h 6858000"/>
              <a:gd name="connsiteX724" fmla="*/ 298437 w 7472601"/>
              <a:gd name="connsiteY724" fmla="*/ 1968019 h 6858000"/>
              <a:gd name="connsiteX725" fmla="*/ 227269 w 7472601"/>
              <a:gd name="connsiteY725" fmla="*/ 1114064 h 6858000"/>
              <a:gd name="connsiteX726" fmla="*/ 248003 w 7472601"/>
              <a:gd name="connsiteY726" fmla="*/ 1089613 h 6858000"/>
              <a:gd name="connsiteX727" fmla="*/ 427020 w 7472601"/>
              <a:gd name="connsiteY727" fmla="*/ 1619803 h 6858000"/>
              <a:gd name="connsiteX728" fmla="*/ 340345 w 7472601"/>
              <a:gd name="connsiteY728" fmla="*/ 2027739 h 6858000"/>
              <a:gd name="connsiteX729" fmla="*/ 360865 w 7472601"/>
              <a:gd name="connsiteY729" fmla="*/ 2044827 h 6858000"/>
              <a:gd name="connsiteX730" fmla="*/ 560414 w 7472601"/>
              <a:gd name="connsiteY730" fmla="*/ 2421457 h 6858000"/>
              <a:gd name="connsiteX731" fmla="*/ 1359703 w 7472601"/>
              <a:gd name="connsiteY731" fmla="*/ 2578554 h 6858000"/>
              <a:gd name="connsiteX732" fmla="*/ 1359422 w 7472601"/>
              <a:gd name="connsiteY732" fmla="*/ 2577994 h 6858000"/>
              <a:gd name="connsiteX733" fmla="*/ 828701 w 7472601"/>
              <a:gd name="connsiteY733" fmla="*/ 1839520 h 6858000"/>
              <a:gd name="connsiteX734" fmla="*/ 494427 w 7472601"/>
              <a:gd name="connsiteY734" fmla="*/ 1092333 h 6858000"/>
              <a:gd name="connsiteX735" fmla="*/ 506322 w 7472601"/>
              <a:gd name="connsiteY735" fmla="*/ 1020997 h 6858000"/>
              <a:gd name="connsiteX736" fmla="*/ 4570198 w 7472601"/>
              <a:gd name="connsiteY736" fmla="*/ 978081 h 6858000"/>
              <a:gd name="connsiteX737" fmla="*/ 4523691 w 7472601"/>
              <a:gd name="connsiteY737" fmla="*/ 1127776 h 6858000"/>
              <a:gd name="connsiteX738" fmla="*/ 4509875 w 7472601"/>
              <a:gd name="connsiteY738" fmla="*/ 1167552 h 6858000"/>
              <a:gd name="connsiteX739" fmla="*/ 4478168 w 7472601"/>
              <a:gd name="connsiteY739" fmla="*/ 1260735 h 6858000"/>
              <a:gd name="connsiteX740" fmla="*/ 4409309 w 7472601"/>
              <a:gd name="connsiteY740" fmla="*/ 1666996 h 6858000"/>
              <a:gd name="connsiteX741" fmla="*/ 4370031 w 7472601"/>
              <a:gd name="connsiteY741" fmla="*/ 1955666 h 6858000"/>
              <a:gd name="connsiteX742" fmla="*/ 4570198 w 7472601"/>
              <a:gd name="connsiteY742" fmla="*/ 978081 h 6858000"/>
              <a:gd name="connsiteX743" fmla="*/ 4557898 w 7472601"/>
              <a:gd name="connsiteY743" fmla="*/ 900011 h 6858000"/>
              <a:gd name="connsiteX744" fmla="*/ 4344840 w 7472601"/>
              <a:gd name="connsiteY744" fmla="*/ 1922038 h 6858000"/>
              <a:gd name="connsiteX745" fmla="*/ 4378710 w 7472601"/>
              <a:gd name="connsiteY745" fmla="*/ 1665516 h 6858000"/>
              <a:gd name="connsiteX746" fmla="*/ 4448798 w 7472601"/>
              <a:gd name="connsiteY746" fmla="*/ 1253024 h 6858000"/>
              <a:gd name="connsiteX747" fmla="*/ 4480315 w 7472601"/>
              <a:gd name="connsiteY747" fmla="*/ 1158454 h 6858000"/>
              <a:gd name="connsiteX748" fmla="*/ 4494133 w 7472601"/>
              <a:gd name="connsiteY748" fmla="*/ 1118676 h 6858000"/>
              <a:gd name="connsiteX749" fmla="*/ 4557898 w 7472601"/>
              <a:gd name="connsiteY749" fmla="*/ 900011 h 6858000"/>
              <a:gd name="connsiteX750" fmla="*/ 5870151 w 7472601"/>
              <a:gd name="connsiteY750" fmla="*/ 898890 h 6858000"/>
              <a:gd name="connsiteX751" fmla="*/ 5861335 w 7472601"/>
              <a:gd name="connsiteY751" fmla="*/ 899177 h 6858000"/>
              <a:gd name="connsiteX752" fmla="*/ 5843702 w 7472601"/>
              <a:gd name="connsiteY752" fmla="*/ 899748 h 6858000"/>
              <a:gd name="connsiteX753" fmla="*/ 5651107 w 7472601"/>
              <a:gd name="connsiteY753" fmla="*/ 920306 h 6858000"/>
              <a:gd name="connsiteX754" fmla="*/ 5459407 w 7472601"/>
              <a:gd name="connsiteY754" fmla="*/ 940975 h 6858000"/>
              <a:gd name="connsiteX755" fmla="*/ 5374846 w 7472601"/>
              <a:gd name="connsiteY755" fmla="*/ 941988 h 6858000"/>
              <a:gd name="connsiteX756" fmla="*/ 5256105 w 7472601"/>
              <a:gd name="connsiteY756" fmla="*/ 945632 h 6858000"/>
              <a:gd name="connsiteX757" fmla="*/ 5107071 w 7472601"/>
              <a:gd name="connsiteY757" fmla="*/ 969720 h 6858000"/>
              <a:gd name="connsiteX758" fmla="*/ 4998681 w 7472601"/>
              <a:gd name="connsiteY758" fmla="*/ 988771 h 6858000"/>
              <a:gd name="connsiteX759" fmla="*/ 5870151 w 7472601"/>
              <a:gd name="connsiteY759" fmla="*/ 898890 h 6858000"/>
              <a:gd name="connsiteX760" fmla="*/ 5504425 w 7472601"/>
              <a:gd name="connsiteY760" fmla="*/ 848067 h 6858000"/>
              <a:gd name="connsiteX761" fmla="*/ 4968849 w 7472601"/>
              <a:gd name="connsiteY761" fmla="*/ 962318 h 6858000"/>
              <a:gd name="connsiteX762" fmla="*/ 5104039 w 7472601"/>
              <a:gd name="connsiteY762" fmla="*/ 940634 h 6858000"/>
              <a:gd name="connsiteX763" fmla="*/ 5256311 w 7472601"/>
              <a:gd name="connsiteY763" fmla="*/ 916490 h 6858000"/>
              <a:gd name="connsiteX764" fmla="*/ 5377381 w 7472601"/>
              <a:gd name="connsiteY764" fmla="*/ 912671 h 6858000"/>
              <a:gd name="connsiteX765" fmla="*/ 5460148 w 7472601"/>
              <a:gd name="connsiteY765" fmla="*/ 911442 h 6858000"/>
              <a:gd name="connsiteX766" fmla="*/ 5648971 w 7472601"/>
              <a:gd name="connsiteY766" fmla="*/ 891331 h 6858000"/>
              <a:gd name="connsiteX767" fmla="*/ 5844807 w 7472601"/>
              <a:gd name="connsiteY767" fmla="*/ 870718 h 6858000"/>
              <a:gd name="connsiteX768" fmla="*/ 5862975 w 7472601"/>
              <a:gd name="connsiteY768" fmla="*/ 869756 h 6858000"/>
              <a:gd name="connsiteX769" fmla="*/ 5920887 w 7472601"/>
              <a:gd name="connsiteY769" fmla="*/ 865929 h 6858000"/>
              <a:gd name="connsiteX770" fmla="*/ 5504425 w 7472601"/>
              <a:gd name="connsiteY770" fmla="*/ 848067 h 6858000"/>
              <a:gd name="connsiteX771" fmla="*/ 3607114 w 7472601"/>
              <a:gd name="connsiteY771" fmla="*/ 467441 h 6858000"/>
              <a:gd name="connsiteX772" fmla="*/ 3296242 w 7472601"/>
              <a:gd name="connsiteY772" fmla="*/ 807991 h 6858000"/>
              <a:gd name="connsiteX773" fmla="*/ 3174674 w 7472601"/>
              <a:gd name="connsiteY773" fmla="*/ 919759 h 6858000"/>
              <a:gd name="connsiteX774" fmla="*/ 3042978 w 7472601"/>
              <a:gd name="connsiteY774" fmla="*/ 1054894 h 6858000"/>
              <a:gd name="connsiteX775" fmla="*/ 2968914 w 7472601"/>
              <a:gd name="connsiteY775" fmla="*/ 1133756 h 6858000"/>
              <a:gd name="connsiteX776" fmla="*/ 3103823 w 7472601"/>
              <a:gd name="connsiteY776" fmla="*/ 1026814 h 6858000"/>
              <a:gd name="connsiteX777" fmla="*/ 3607114 w 7472601"/>
              <a:gd name="connsiteY777" fmla="*/ 467441 h 6858000"/>
              <a:gd name="connsiteX778" fmla="*/ 3744487 w 7472601"/>
              <a:gd name="connsiteY778" fmla="*/ 383136 h 6858000"/>
              <a:gd name="connsiteX779" fmla="*/ 3970213 w 7472601"/>
              <a:gd name="connsiteY779" fmla="*/ 995559 h 6858000"/>
              <a:gd name="connsiteX780" fmla="*/ 3744487 w 7472601"/>
              <a:gd name="connsiteY780" fmla="*/ 383136 h 6858000"/>
              <a:gd name="connsiteX781" fmla="*/ 3624562 w 7472601"/>
              <a:gd name="connsiteY781" fmla="*/ 367041 h 6858000"/>
              <a:gd name="connsiteX782" fmla="*/ 3489712 w 7472601"/>
              <a:gd name="connsiteY782" fmla="*/ 485386 h 6858000"/>
              <a:gd name="connsiteX783" fmla="*/ 3182994 w 7472601"/>
              <a:gd name="connsiteY783" fmla="*/ 828265 h 6858000"/>
              <a:gd name="connsiteX784" fmla="*/ 2892114 w 7472601"/>
              <a:gd name="connsiteY784" fmla="*/ 1172635 h 6858000"/>
              <a:gd name="connsiteX785" fmla="*/ 3021459 w 7472601"/>
              <a:gd name="connsiteY785" fmla="*/ 1035385 h 6858000"/>
              <a:gd name="connsiteX786" fmla="*/ 3153873 w 7472601"/>
              <a:gd name="connsiteY786" fmla="*/ 898971 h 6858000"/>
              <a:gd name="connsiteX787" fmla="*/ 3276511 w 7472601"/>
              <a:gd name="connsiteY787" fmla="*/ 786423 h 6858000"/>
              <a:gd name="connsiteX788" fmla="*/ 3584154 w 7472601"/>
              <a:gd name="connsiteY788" fmla="*/ 448218 h 6858000"/>
              <a:gd name="connsiteX789" fmla="*/ 3624562 w 7472601"/>
              <a:gd name="connsiteY789" fmla="*/ 367041 h 6858000"/>
              <a:gd name="connsiteX790" fmla="*/ 3766672 w 7472601"/>
              <a:gd name="connsiteY790" fmla="*/ 359429 h 6858000"/>
              <a:gd name="connsiteX791" fmla="*/ 3996338 w 7472601"/>
              <a:gd name="connsiteY791" fmla="*/ 968237 h 6858000"/>
              <a:gd name="connsiteX792" fmla="*/ 3766672 w 7472601"/>
              <a:gd name="connsiteY792" fmla="*/ 359429 h 6858000"/>
              <a:gd name="connsiteX793" fmla="*/ 5805386 w 7472601"/>
              <a:gd name="connsiteY793" fmla="*/ 239240 h 6858000"/>
              <a:gd name="connsiteX794" fmla="*/ 5736947 w 7472601"/>
              <a:gd name="connsiteY794" fmla="*/ 261367 h 6858000"/>
              <a:gd name="connsiteX795" fmla="*/ 5427012 w 7472601"/>
              <a:gd name="connsiteY795" fmla="*/ 311272 h 6858000"/>
              <a:gd name="connsiteX796" fmla="*/ 5147818 w 7472601"/>
              <a:gd name="connsiteY796" fmla="*/ 322112 h 6858000"/>
              <a:gd name="connsiteX797" fmla="*/ 5060854 w 7472601"/>
              <a:gd name="connsiteY797" fmla="*/ 311882 h 6858000"/>
              <a:gd name="connsiteX798" fmla="*/ 4945989 w 7472601"/>
              <a:gd name="connsiteY798" fmla="*/ 300516 h 6858000"/>
              <a:gd name="connsiteX799" fmla="*/ 5410479 w 7472601"/>
              <a:gd name="connsiteY799" fmla="*/ 348434 h 6858000"/>
              <a:gd name="connsiteX800" fmla="*/ 5805386 w 7472601"/>
              <a:gd name="connsiteY800" fmla="*/ 239240 h 6858000"/>
              <a:gd name="connsiteX801" fmla="*/ 5905192 w 7472601"/>
              <a:gd name="connsiteY801" fmla="*/ 163079 h 6858000"/>
              <a:gd name="connsiteX802" fmla="*/ 5865655 w 7472601"/>
              <a:gd name="connsiteY802" fmla="*/ 171901 h 6858000"/>
              <a:gd name="connsiteX803" fmla="*/ 5259740 w 7472601"/>
              <a:gd name="connsiteY803" fmla="*/ 257013 h 6858000"/>
              <a:gd name="connsiteX804" fmla="*/ 5208466 w 7472601"/>
              <a:gd name="connsiteY804" fmla="*/ 257550 h 6858000"/>
              <a:gd name="connsiteX805" fmla="*/ 4980204 w 7472601"/>
              <a:gd name="connsiteY805" fmla="*/ 271903 h 6858000"/>
              <a:gd name="connsiteX806" fmla="*/ 5068068 w 7472601"/>
              <a:gd name="connsiteY806" fmla="*/ 282244 h 6858000"/>
              <a:gd name="connsiteX807" fmla="*/ 5153231 w 7472601"/>
              <a:gd name="connsiteY807" fmla="*/ 292240 h 6858000"/>
              <a:gd name="connsiteX808" fmla="*/ 5426491 w 7472601"/>
              <a:gd name="connsiteY808" fmla="*/ 281128 h 6858000"/>
              <a:gd name="connsiteX809" fmla="*/ 5731212 w 7472601"/>
              <a:gd name="connsiteY809" fmla="*/ 231951 h 6858000"/>
              <a:gd name="connsiteX810" fmla="*/ 5905192 w 7472601"/>
              <a:gd name="connsiteY810" fmla="*/ 163079 h 6858000"/>
              <a:gd name="connsiteX811" fmla="*/ 5944437 w 7472601"/>
              <a:gd name="connsiteY811" fmla="*/ 113829 h 6858000"/>
              <a:gd name="connsiteX812" fmla="*/ 5825032 w 7472601"/>
              <a:gd name="connsiteY812" fmla="*/ 146405 h 6858000"/>
              <a:gd name="connsiteX813" fmla="*/ 4955599 w 7472601"/>
              <a:gd name="connsiteY813" fmla="*/ 247008 h 6858000"/>
              <a:gd name="connsiteX814" fmla="*/ 5210104 w 7472601"/>
              <a:gd name="connsiteY814" fmla="*/ 228123 h 6858000"/>
              <a:gd name="connsiteX815" fmla="*/ 5261015 w 7472601"/>
              <a:gd name="connsiteY815" fmla="*/ 227087 h 6858000"/>
              <a:gd name="connsiteX816" fmla="*/ 5861181 w 7472601"/>
              <a:gd name="connsiteY816" fmla="*/ 143093 h 6858000"/>
              <a:gd name="connsiteX817" fmla="*/ 5961252 w 7472601"/>
              <a:gd name="connsiteY817" fmla="*/ 114820 h 6858000"/>
              <a:gd name="connsiteX818" fmla="*/ 5944437 w 7472601"/>
              <a:gd name="connsiteY818" fmla="*/ 113829 h 6858000"/>
              <a:gd name="connsiteX819" fmla="*/ 3882765 w 7472601"/>
              <a:gd name="connsiteY819" fmla="*/ 0 h 6858000"/>
              <a:gd name="connsiteX820" fmla="*/ 3995099 w 7472601"/>
              <a:gd name="connsiteY820" fmla="*/ 0 h 6858000"/>
              <a:gd name="connsiteX821" fmla="*/ 4163818 w 7472601"/>
              <a:gd name="connsiteY821" fmla="*/ 234104 h 6858000"/>
              <a:gd name="connsiteX822" fmla="*/ 4172099 w 7472601"/>
              <a:gd name="connsiteY822" fmla="*/ 234207 h 6858000"/>
              <a:gd name="connsiteX823" fmla="*/ 4784282 w 7472601"/>
              <a:gd name="connsiteY823" fmla="*/ 276561 h 6858000"/>
              <a:gd name="connsiteX824" fmla="*/ 4801687 w 7472601"/>
              <a:gd name="connsiteY824" fmla="*/ 267764 h 6858000"/>
              <a:gd name="connsiteX825" fmla="*/ 6082788 w 7472601"/>
              <a:gd name="connsiteY825" fmla="*/ 64119 h 6858000"/>
              <a:gd name="connsiteX826" fmla="*/ 6099442 w 7472601"/>
              <a:gd name="connsiteY826" fmla="*/ 82568 h 6858000"/>
              <a:gd name="connsiteX827" fmla="*/ 4804137 w 7472601"/>
              <a:gd name="connsiteY827" fmla="*/ 320931 h 6858000"/>
              <a:gd name="connsiteX828" fmla="*/ 4227047 w 7472601"/>
              <a:gd name="connsiteY828" fmla="*/ 313415 h 6858000"/>
              <a:gd name="connsiteX829" fmla="*/ 4346041 w 7472601"/>
              <a:gd name="connsiteY829" fmla="*/ 456086 h 6858000"/>
              <a:gd name="connsiteX830" fmla="*/ 4870967 w 7472601"/>
              <a:gd name="connsiteY830" fmla="*/ 963061 h 6858000"/>
              <a:gd name="connsiteX831" fmla="*/ 4889647 w 7472601"/>
              <a:gd name="connsiteY831" fmla="*/ 957147 h 6858000"/>
              <a:gd name="connsiteX832" fmla="*/ 5422504 w 7472601"/>
              <a:gd name="connsiteY832" fmla="*/ 805191 h 6858000"/>
              <a:gd name="connsiteX833" fmla="*/ 6087656 w 7472601"/>
              <a:gd name="connsiteY833" fmla="*/ 826703 h 6858000"/>
              <a:gd name="connsiteX834" fmla="*/ 6058717 w 7472601"/>
              <a:gd name="connsiteY834" fmla="*/ 865992 h 6858000"/>
              <a:gd name="connsiteX835" fmla="*/ 4974153 w 7472601"/>
              <a:gd name="connsiteY835" fmla="*/ 1045456 h 6858000"/>
              <a:gd name="connsiteX836" fmla="*/ 5627835 w 7472601"/>
              <a:gd name="connsiteY836" fmla="*/ 1472077 h 6858000"/>
              <a:gd name="connsiteX837" fmla="*/ 5629817 w 7472601"/>
              <a:gd name="connsiteY837" fmla="*/ 1471412 h 6858000"/>
              <a:gd name="connsiteX838" fmla="*/ 5634124 w 7472601"/>
              <a:gd name="connsiteY838" fmla="*/ 1470572 h 6858000"/>
              <a:gd name="connsiteX839" fmla="*/ 5755832 w 7472601"/>
              <a:gd name="connsiteY839" fmla="*/ 1383886 h 6858000"/>
              <a:gd name="connsiteX840" fmla="*/ 6014186 w 7472601"/>
              <a:gd name="connsiteY840" fmla="*/ 1279799 h 6858000"/>
              <a:gd name="connsiteX841" fmla="*/ 6901619 w 7472601"/>
              <a:gd name="connsiteY841" fmla="*/ 1047874 h 6858000"/>
              <a:gd name="connsiteX842" fmla="*/ 6931566 w 7472601"/>
              <a:gd name="connsiteY842" fmla="*/ 1062034 h 6858000"/>
              <a:gd name="connsiteX843" fmla="*/ 5790982 w 7472601"/>
              <a:gd name="connsiteY843" fmla="*/ 1561380 h 6858000"/>
              <a:gd name="connsiteX844" fmla="*/ 6188971 w 7472601"/>
              <a:gd name="connsiteY844" fmla="*/ 1755168 h 6858000"/>
              <a:gd name="connsiteX845" fmla="*/ 6202446 w 7472601"/>
              <a:gd name="connsiteY845" fmla="*/ 1752268 h 6858000"/>
              <a:gd name="connsiteX846" fmla="*/ 7179560 w 7472601"/>
              <a:gd name="connsiteY846" fmla="*/ 1467551 h 6858000"/>
              <a:gd name="connsiteX847" fmla="*/ 7158730 w 7472601"/>
              <a:gd name="connsiteY847" fmla="*/ 1507835 h 6858000"/>
              <a:gd name="connsiteX848" fmla="*/ 6326959 w 7472601"/>
              <a:gd name="connsiteY848" fmla="*/ 1817686 h 6858000"/>
              <a:gd name="connsiteX849" fmla="*/ 6537433 w 7472601"/>
              <a:gd name="connsiteY849" fmla="*/ 1907790 h 6858000"/>
              <a:gd name="connsiteX850" fmla="*/ 6550221 w 7472601"/>
              <a:gd name="connsiteY850" fmla="*/ 1910729 h 6858000"/>
              <a:gd name="connsiteX851" fmla="*/ 6964438 w 7472601"/>
              <a:gd name="connsiteY851" fmla="*/ 2209505 h 6858000"/>
              <a:gd name="connsiteX852" fmla="*/ 7367862 w 7472601"/>
              <a:gd name="connsiteY852" fmla="*/ 2806833 h 6858000"/>
              <a:gd name="connsiteX853" fmla="*/ 7364329 w 7472601"/>
              <a:gd name="connsiteY853" fmla="*/ 2826907 h 6858000"/>
              <a:gd name="connsiteX854" fmla="*/ 7290545 w 7472601"/>
              <a:gd name="connsiteY854" fmla="*/ 2850663 h 6858000"/>
              <a:gd name="connsiteX855" fmla="*/ 6472036 w 7472601"/>
              <a:gd name="connsiteY855" fmla="*/ 1959003 h 6858000"/>
              <a:gd name="connsiteX856" fmla="*/ 5792897 w 7472601"/>
              <a:gd name="connsiteY856" fmla="*/ 1647747 h 6858000"/>
              <a:gd name="connsiteX857" fmla="*/ 5842751 w 7472601"/>
              <a:gd name="connsiteY857" fmla="*/ 1816112 h 6858000"/>
              <a:gd name="connsiteX858" fmla="*/ 5847424 w 7472601"/>
              <a:gd name="connsiteY858" fmla="*/ 1815776 h 6858000"/>
              <a:gd name="connsiteX859" fmla="*/ 6399821 w 7472601"/>
              <a:gd name="connsiteY859" fmla="*/ 2344799 h 6858000"/>
              <a:gd name="connsiteX860" fmla="*/ 6323232 w 7472601"/>
              <a:gd name="connsiteY860" fmla="*/ 2389634 h 6858000"/>
              <a:gd name="connsiteX861" fmla="*/ 5942958 w 7472601"/>
              <a:gd name="connsiteY861" fmla="*/ 2077708 h 6858000"/>
              <a:gd name="connsiteX862" fmla="*/ 5921559 w 7472601"/>
              <a:gd name="connsiteY862" fmla="*/ 2378596 h 6858000"/>
              <a:gd name="connsiteX863" fmla="*/ 5817651 w 7472601"/>
              <a:gd name="connsiteY863" fmla="*/ 3023919 h 6858000"/>
              <a:gd name="connsiteX864" fmla="*/ 5729634 w 7472601"/>
              <a:gd name="connsiteY864" fmla="*/ 3051849 h 6858000"/>
              <a:gd name="connsiteX865" fmla="*/ 5611018 w 7472601"/>
              <a:gd name="connsiteY865" fmla="*/ 2316769 h 6858000"/>
              <a:gd name="connsiteX866" fmla="*/ 5687608 w 7472601"/>
              <a:gd name="connsiteY866" fmla="*/ 2039972 h 6858000"/>
              <a:gd name="connsiteX867" fmla="*/ 5657554 w 7472601"/>
              <a:gd name="connsiteY867" fmla="*/ 1576445 h 6858000"/>
              <a:gd name="connsiteX868" fmla="*/ 5150475 w 7472601"/>
              <a:gd name="connsiteY868" fmla="*/ 1274012 h 6858000"/>
              <a:gd name="connsiteX869" fmla="*/ 5349142 w 7472601"/>
              <a:gd name="connsiteY869" fmla="*/ 2204405 h 6858000"/>
              <a:gd name="connsiteX870" fmla="*/ 5262214 w 7472601"/>
              <a:gd name="connsiteY870" fmla="*/ 2233836 h 6858000"/>
              <a:gd name="connsiteX871" fmla="*/ 4981539 w 7472601"/>
              <a:gd name="connsiteY871" fmla="*/ 1542201 h 6858000"/>
              <a:gd name="connsiteX872" fmla="*/ 4958461 w 7472601"/>
              <a:gd name="connsiteY872" fmla="*/ 1136957 h 6858000"/>
              <a:gd name="connsiteX873" fmla="*/ 4655015 w 7472601"/>
              <a:gd name="connsiteY873" fmla="*/ 891426 h 6858000"/>
              <a:gd name="connsiteX874" fmla="*/ 4348002 w 7472601"/>
              <a:gd name="connsiteY874" fmla="*/ 2205895 h 6858000"/>
              <a:gd name="connsiteX875" fmla="*/ 4262250 w 7472601"/>
              <a:gd name="connsiteY875" fmla="*/ 2219972 h 6858000"/>
              <a:gd name="connsiteX876" fmla="*/ 4550611 w 7472601"/>
              <a:gd name="connsiteY876" fmla="*/ 817540 h 6858000"/>
              <a:gd name="connsiteX877" fmla="*/ 4564418 w 7472601"/>
              <a:gd name="connsiteY877" fmla="*/ 808293 h 6858000"/>
              <a:gd name="connsiteX878" fmla="*/ 4266388 w 7472601"/>
              <a:gd name="connsiteY878" fmla="*/ 500083 h 6858000"/>
              <a:gd name="connsiteX879" fmla="*/ 4032842 w 7472601"/>
              <a:gd name="connsiteY879" fmla="*/ 211809 h 6858000"/>
              <a:gd name="connsiteX880" fmla="*/ 3882765 w 7472601"/>
              <a:gd name="connsiteY880" fmla="*/ 0 h 6858000"/>
              <a:gd name="connsiteX881" fmla="*/ 3721337 w 7472601"/>
              <a:gd name="connsiteY881" fmla="*/ 0 h 6858000"/>
              <a:gd name="connsiteX882" fmla="*/ 3797544 w 7472601"/>
              <a:gd name="connsiteY882" fmla="*/ 0 h 6858000"/>
              <a:gd name="connsiteX883" fmla="*/ 3775734 w 7472601"/>
              <a:gd name="connsiteY883" fmla="*/ 95131 h 6858000"/>
              <a:gd name="connsiteX884" fmla="*/ 3724807 w 7472601"/>
              <a:gd name="connsiteY884" fmla="*/ 272257 h 6858000"/>
              <a:gd name="connsiteX885" fmla="*/ 3726844 w 7472601"/>
              <a:gd name="connsiteY885" fmla="*/ 282988 h 6858000"/>
              <a:gd name="connsiteX886" fmla="*/ 3742664 w 7472601"/>
              <a:gd name="connsiteY886" fmla="*/ 279918 h 6858000"/>
              <a:gd name="connsiteX887" fmla="*/ 4103910 w 7472601"/>
              <a:gd name="connsiteY887" fmla="*/ 1161917 h 6858000"/>
              <a:gd name="connsiteX888" fmla="*/ 4020269 w 7472601"/>
              <a:gd name="connsiteY888" fmla="*/ 1200406 h 6858000"/>
              <a:gd name="connsiteX889" fmla="*/ 3674882 w 7472601"/>
              <a:gd name="connsiteY889" fmla="*/ 488524 h 6858000"/>
              <a:gd name="connsiteX890" fmla="*/ 3132682 w 7472601"/>
              <a:gd name="connsiteY890" fmla="*/ 1072284 h 6858000"/>
              <a:gd name="connsiteX891" fmla="*/ 2716346 w 7472601"/>
              <a:gd name="connsiteY891" fmla="*/ 1276376 h 6858000"/>
              <a:gd name="connsiteX892" fmla="*/ 2716772 w 7472601"/>
              <a:gd name="connsiteY892" fmla="*/ 1255462 h 6858000"/>
              <a:gd name="connsiteX893" fmla="*/ 3471096 w 7472601"/>
              <a:gd name="connsiteY893" fmla="*/ 437072 h 6858000"/>
              <a:gd name="connsiteX894" fmla="*/ 3639057 w 7472601"/>
              <a:gd name="connsiteY894" fmla="*/ 286334 h 6858000"/>
              <a:gd name="connsiteX895" fmla="*/ 3640309 w 7472601"/>
              <a:gd name="connsiteY895" fmla="*/ 284664 h 6858000"/>
              <a:gd name="connsiteX896" fmla="*/ 3646022 w 7472601"/>
              <a:gd name="connsiteY896" fmla="*/ 276711 h 6858000"/>
              <a:gd name="connsiteX897" fmla="*/ 3707943 w 7472601"/>
              <a:gd name="connsiteY897" fmla="*/ 65958 h 6858000"/>
              <a:gd name="connsiteX898" fmla="*/ 3721337 w 7472601"/>
              <a:gd name="connsiteY898" fmla="*/ 0 h 6858000"/>
              <a:gd name="connsiteX899" fmla="*/ 2867960 w 7472601"/>
              <a:gd name="connsiteY899" fmla="*/ 0 h 6858000"/>
              <a:gd name="connsiteX900" fmla="*/ 2926351 w 7472601"/>
              <a:gd name="connsiteY900" fmla="*/ 0 h 6858000"/>
              <a:gd name="connsiteX901" fmla="*/ 2902823 w 7472601"/>
              <a:gd name="connsiteY901" fmla="*/ 262929 h 6858000"/>
              <a:gd name="connsiteX902" fmla="*/ 2940663 w 7472601"/>
              <a:gd name="connsiteY902" fmla="*/ 140884 h 6858000"/>
              <a:gd name="connsiteX903" fmla="*/ 2947039 w 7472601"/>
              <a:gd name="connsiteY903" fmla="*/ 122524 h 6858000"/>
              <a:gd name="connsiteX904" fmla="*/ 2984316 w 7472601"/>
              <a:gd name="connsiteY904" fmla="*/ 0 h 6858000"/>
              <a:gd name="connsiteX905" fmla="*/ 3016114 w 7472601"/>
              <a:gd name="connsiteY905" fmla="*/ 0 h 6858000"/>
              <a:gd name="connsiteX906" fmla="*/ 2979949 w 7472601"/>
              <a:gd name="connsiteY906" fmla="*/ 119274 h 6858000"/>
              <a:gd name="connsiteX907" fmla="*/ 3023879 w 7472601"/>
              <a:gd name="connsiteY907" fmla="*/ 0 h 6858000"/>
              <a:gd name="connsiteX908" fmla="*/ 3105400 w 7472601"/>
              <a:gd name="connsiteY908" fmla="*/ 0 h 6858000"/>
              <a:gd name="connsiteX909" fmla="*/ 3094669 w 7472601"/>
              <a:gd name="connsiteY909" fmla="*/ 30308 h 6858000"/>
              <a:gd name="connsiteX910" fmla="*/ 2901945 w 7472601"/>
              <a:gd name="connsiteY910" fmla="*/ 466538 h 6858000"/>
              <a:gd name="connsiteX911" fmla="*/ 2815209 w 7472601"/>
              <a:gd name="connsiteY911" fmla="*/ 497361 h 6858000"/>
              <a:gd name="connsiteX912" fmla="*/ 2844845 w 7472601"/>
              <a:gd name="connsiteY912" fmla="*/ 127638 h 6858000"/>
              <a:gd name="connsiteX913" fmla="*/ 2867960 w 7472601"/>
              <a:gd name="connsiteY913" fmla="*/ 0 h 6858000"/>
              <a:gd name="connsiteX914" fmla="*/ 1057230 w 7472601"/>
              <a:gd name="connsiteY914" fmla="*/ 0 h 6858000"/>
              <a:gd name="connsiteX915" fmla="*/ 1111003 w 7472601"/>
              <a:gd name="connsiteY915" fmla="*/ 0 h 6858000"/>
              <a:gd name="connsiteX916" fmla="*/ 1125553 w 7472601"/>
              <a:gd name="connsiteY916" fmla="*/ 52588 h 6858000"/>
              <a:gd name="connsiteX917" fmla="*/ 1304276 w 7472601"/>
              <a:gd name="connsiteY917" fmla="*/ 476275 h 6858000"/>
              <a:gd name="connsiteX918" fmla="*/ 1492066 w 7472601"/>
              <a:gd name="connsiteY918" fmla="*/ 886333 h 6858000"/>
              <a:gd name="connsiteX919" fmla="*/ 1423698 w 7472601"/>
              <a:gd name="connsiteY919" fmla="*/ 710817 h 6858000"/>
              <a:gd name="connsiteX920" fmla="*/ 1357609 w 7472601"/>
              <a:gd name="connsiteY920" fmla="*/ 532892 h 6858000"/>
              <a:gd name="connsiteX921" fmla="*/ 1309550 w 7472601"/>
              <a:gd name="connsiteY921" fmla="*/ 374031 h 6858000"/>
              <a:gd name="connsiteX922" fmla="*/ 1193673 w 7472601"/>
              <a:gd name="connsiteY922" fmla="*/ 49533 h 6858000"/>
              <a:gd name="connsiteX923" fmla="*/ 1164391 w 7472601"/>
              <a:gd name="connsiteY923" fmla="*/ 0 h 6858000"/>
              <a:gd name="connsiteX924" fmla="*/ 1200666 w 7472601"/>
              <a:gd name="connsiteY924" fmla="*/ 0 h 6858000"/>
              <a:gd name="connsiteX925" fmla="*/ 1223408 w 7472601"/>
              <a:gd name="connsiteY925" fmla="*/ 38996 h 6858000"/>
              <a:gd name="connsiteX926" fmla="*/ 1339635 w 7472601"/>
              <a:gd name="connsiteY926" fmla="*/ 365517 h 6858000"/>
              <a:gd name="connsiteX927" fmla="*/ 1387469 w 7472601"/>
              <a:gd name="connsiteY927" fmla="*/ 523079 h 6858000"/>
              <a:gd name="connsiteX928" fmla="*/ 1452685 w 7472601"/>
              <a:gd name="connsiteY928" fmla="*/ 699806 h 6858000"/>
              <a:gd name="connsiteX929" fmla="*/ 1492092 w 7472601"/>
              <a:gd name="connsiteY929" fmla="*/ 800424 h 6858000"/>
              <a:gd name="connsiteX930" fmla="*/ 1455302 w 7472601"/>
              <a:gd name="connsiteY930" fmla="*/ 632913 h 6858000"/>
              <a:gd name="connsiteX931" fmla="*/ 1222336 w 7472601"/>
              <a:gd name="connsiteY931" fmla="*/ 9480 h 6858000"/>
              <a:gd name="connsiteX932" fmla="*/ 1214634 w 7472601"/>
              <a:gd name="connsiteY932" fmla="*/ 0 h 6858000"/>
              <a:gd name="connsiteX933" fmla="*/ 1289827 w 7472601"/>
              <a:gd name="connsiteY933" fmla="*/ 0 h 6858000"/>
              <a:gd name="connsiteX934" fmla="*/ 1321076 w 7472601"/>
              <a:gd name="connsiteY934" fmla="*/ 59722 h 6858000"/>
              <a:gd name="connsiteX935" fmla="*/ 1512579 w 7472601"/>
              <a:gd name="connsiteY935" fmla="*/ 626441 h 6858000"/>
              <a:gd name="connsiteX936" fmla="*/ 1506076 w 7472601"/>
              <a:gd name="connsiteY936" fmla="*/ 1089289 h 6858000"/>
              <a:gd name="connsiteX937" fmla="*/ 1486346 w 7472601"/>
              <a:gd name="connsiteY937" fmla="*/ 1079919 h 6858000"/>
              <a:gd name="connsiteX938" fmla="*/ 1070511 w 7472601"/>
              <a:gd name="connsiteY938" fmla="*/ 48609 h 6858000"/>
              <a:gd name="connsiteX939" fmla="*/ 1057230 w 7472601"/>
              <a:gd name="connsiteY939" fmla="*/ 0 h 6858000"/>
              <a:gd name="connsiteX940" fmla="*/ 43151 w 7472601"/>
              <a:gd name="connsiteY940" fmla="*/ 0 h 6858000"/>
              <a:gd name="connsiteX941" fmla="*/ 95283 w 7472601"/>
              <a:gd name="connsiteY941" fmla="*/ 0 h 6858000"/>
              <a:gd name="connsiteX942" fmla="*/ 300708 w 7472601"/>
              <a:gd name="connsiteY942" fmla="*/ 154571 h 6858000"/>
              <a:gd name="connsiteX943" fmla="*/ 530414 w 7472601"/>
              <a:gd name="connsiteY943" fmla="*/ 354673 h 6858000"/>
              <a:gd name="connsiteX944" fmla="*/ 333785 w 7472601"/>
              <a:gd name="connsiteY944" fmla="*/ 161564 h 6858000"/>
              <a:gd name="connsiteX945" fmla="*/ 147005 w 7472601"/>
              <a:gd name="connsiteY945" fmla="*/ 0 h 6858000"/>
              <a:gd name="connsiteX946" fmla="*/ 272509 w 7472601"/>
              <a:gd name="connsiteY946" fmla="*/ 0 h 6858000"/>
              <a:gd name="connsiteX947" fmla="*/ 326276 w 7472601"/>
              <a:gd name="connsiteY947" fmla="*/ 45847 h 6858000"/>
              <a:gd name="connsiteX948" fmla="*/ 823759 w 7472601"/>
              <a:gd name="connsiteY948" fmla="*/ 574145 h 6858000"/>
              <a:gd name="connsiteX949" fmla="*/ 811254 w 7472601"/>
              <a:gd name="connsiteY949" fmla="*/ 665546 h 6858000"/>
              <a:gd name="connsiteX950" fmla="*/ 154042 w 7472601"/>
              <a:gd name="connsiteY950" fmla="*/ 261522 h 6858000"/>
              <a:gd name="connsiteX951" fmla="*/ 13550 w 7472601"/>
              <a:gd name="connsiteY951" fmla="*/ 158423 h 6858000"/>
              <a:gd name="connsiteX952" fmla="*/ 0 w 7472601"/>
              <a:gd name="connsiteY952" fmla="*/ 146618 h 6858000"/>
              <a:gd name="connsiteX953" fmla="*/ 0 w 7472601"/>
              <a:gd name="connsiteY953" fmla="*/ 59161 h 6858000"/>
              <a:gd name="connsiteX954" fmla="*/ 45427 w 7472601"/>
              <a:gd name="connsiteY954" fmla="*/ 101078 h 6858000"/>
              <a:gd name="connsiteX955" fmla="*/ 630103 w 7472601"/>
              <a:gd name="connsiteY955" fmla="*/ 485885 h 6858000"/>
              <a:gd name="connsiteX956" fmla="*/ 532040 w 7472601"/>
              <a:gd name="connsiteY956" fmla="*/ 399359 h 6858000"/>
              <a:gd name="connsiteX957" fmla="*/ 517618 w 7472601"/>
              <a:gd name="connsiteY957" fmla="*/ 385726 h 6858000"/>
              <a:gd name="connsiteX958" fmla="*/ 285074 w 7472601"/>
              <a:gd name="connsiteY958" fmla="*/ 182755 h 6858000"/>
              <a:gd name="connsiteX959" fmla="*/ 43151 w 7472601"/>
              <a:gd name="connsiteY959"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221686 h 6858000"/>
              <a:gd name="connsiteX78" fmla="*/ 7467600 w 7467663"/>
              <a:gd name="connsiteY78" fmla="*/ 6334256 h 6858000"/>
              <a:gd name="connsiteX79" fmla="*/ 7454976 w 7467663"/>
              <a:gd name="connsiteY79" fmla="*/ 6318297 h 6858000"/>
              <a:gd name="connsiteX80" fmla="*/ 1456157 w 7467663"/>
              <a:gd name="connsiteY80" fmla="*/ 5371404 h 6858000"/>
              <a:gd name="connsiteX81" fmla="*/ 1244432 w 7467663"/>
              <a:gd name="connsiteY81" fmla="*/ 5385601 h 6858000"/>
              <a:gd name="connsiteX82" fmla="*/ 973990 w 7467663"/>
              <a:gd name="connsiteY82" fmla="*/ 5424940 h 6858000"/>
              <a:gd name="connsiteX83" fmla="*/ 1103809 w 7467663"/>
              <a:gd name="connsiteY83" fmla="*/ 5433720 h 6858000"/>
              <a:gd name="connsiteX84" fmla="*/ 1123454 w 7467663"/>
              <a:gd name="connsiteY84" fmla="*/ 5435727 h 6858000"/>
              <a:gd name="connsiteX85" fmla="*/ 1737017 w 7467663"/>
              <a:gd name="connsiteY85" fmla="*/ 5452183 h 6858000"/>
              <a:gd name="connsiteX86" fmla="*/ 1824397 w 7467663"/>
              <a:gd name="connsiteY86" fmla="*/ 5447757 h 6858000"/>
              <a:gd name="connsiteX87" fmla="*/ 2070059 w 7467663"/>
              <a:gd name="connsiteY87" fmla="*/ 5441660 h 6858000"/>
              <a:gd name="connsiteX88" fmla="*/ 1456157 w 7467663"/>
              <a:gd name="connsiteY88" fmla="*/ 5371404 h 6858000"/>
              <a:gd name="connsiteX89" fmla="*/ 4988186 w 7467663"/>
              <a:gd name="connsiteY89" fmla="*/ 5216467 h 6858000"/>
              <a:gd name="connsiteX90" fmla="*/ 4777334 w 7467663"/>
              <a:gd name="connsiteY90" fmla="*/ 5406072 h 6858000"/>
              <a:gd name="connsiteX91" fmla="*/ 4718341 w 7467663"/>
              <a:gd name="connsiteY91" fmla="*/ 5468043 h 6858000"/>
              <a:gd name="connsiteX92" fmla="*/ 4604655 w 7467663"/>
              <a:gd name="connsiteY92" fmla="*/ 5583434 h 6858000"/>
              <a:gd name="connsiteX93" fmla="*/ 4565074 w 7467663"/>
              <a:gd name="connsiteY93" fmla="*/ 5618550 h 6858000"/>
              <a:gd name="connsiteX94" fmla="*/ 4988186 w 7467663"/>
              <a:gd name="connsiteY94" fmla="*/ 5216467 h 6858000"/>
              <a:gd name="connsiteX95" fmla="*/ 4978032 w 7467663"/>
              <a:gd name="connsiteY95" fmla="*/ 5183809 h 6858000"/>
              <a:gd name="connsiteX96" fmla="*/ 4463413 w 7467663"/>
              <a:gd name="connsiteY96" fmla="*/ 5615162 h 6858000"/>
              <a:gd name="connsiteX97" fmla="*/ 4358134 w 7467663"/>
              <a:gd name="connsiteY97" fmla="*/ 5742791 h 6858000"/>
              <a:gd name="connsiteX98" fmla="*/ 4376219 w 7467663"/>
              <a:gd name="connsiteY98" fmla="*/ 5729027 h 6858000"/>
              <a:gd name="connsiteX99" fmla="*/ 4582340 w 7467663"/>
              <a:gd name="connsiteY99" fmla="*/ 5561037 h 6858000"/>
              <a:gd name="connsiteX100" fmla="*/ 4694684 w 7467663"/>
              <a:gd name="connsiteY100" fmla="*/ 5447098 h 6858000"/>
              <a:gd name="connsiteX101" fmla="*/ 4754123 w 7467663"/>
              <a:gd name="connsiteY101" fmla="*/ 5384643 h 6858000"/>
              <a:gd name="connsiteX102" fmla="*/ 4978032 w 7467663"/>
              <a:gd name="connsiteY102" fmla="*/ 5183809 h 6858000"/>
              <a:gd name="connsiteX103" fmla="*/ 1903353 w 7467663"/>
              <a:gd name="connsiteY103" fmla="*/ 5044827 h 6858000"/>
              <a:gd name="connsiteX104" fmla="*/ 1936931 w 7467663"/>
              <a:gd name="connsiteY104" fmla="*/ 5093954 h 6858000"/>
              <a:gd name="connsiteX105" fmla="*/ 2195868 w 7467663"/>
              <a:gd name="connsiteY105" fmla="*/ 5396574 h 6858000"/>
              <a:gd name="connsiteX106" fmla="*/ 2088852 w 7467663"/>
              <a:gd name="connsiteY106" fmla="*/ 5166123 h 6858000"/>
              <a:gd name="connsiteX107" fmla="*/ 1958241 w 7467663"/>
              <a:gd name="connsiteY107" fmla="*/ 5067955 h 6858000"/>
              <a:gd name="connsiteX108" fmla="*/ 1903353 w 7467663"/>
              <a:gd name="connsiteY108" fmla="*/ 5044827 h 6858000"/>
              <a:gd name="connsiteX109" fmla="*/ 1979378 w 7467663"/>
              <a:gd name="connsiteY109" fmla="*/ 4769504 h 6858000"/>
              <a:gd name="connsiteX110" fmla="*/ 2882120 w 7467663"/>
              <a:gd name="connsiteY110" fmla="*/ 5064547 h 6858000"/>
              <a:gd name="connsiteX111" fmla="*/ 2793103 w 7467663"/>
              <a:gd name="connsiteY111" fmla="*/ 5039699 h 6858000"/>
              <a:gd name="connsiteX112" fmla="*/ 2770041 w 7467663"/>
              <a:gd name="connsiteY112" fmla="*/ 5033634 h 6858000"/>
              <a:gd name="connsiteX113" fmla="*/ 1979378 w 7467663"/>
              <a:gd name="connsiteY113" fmla="*/ 4769504 h 6858000"/>
              <a:gd name="connsiteX114" fmla="*/ 1927410 w 7467663"/>
              <a:gd name="connsiteY114" fmla="*/ 4716164 h 6858000"/>
              <a:gd name="connsiteX115" fmla="*/ 1959587 w 7467663"/>
              <a:gd name="connsiteY115" fmla="*/ 4728849 h 6858000"/>
              <a:gd name="connsiteX116" fmla="*/ 2777707 w 7467663"/>
              <a:gd name="connsiteY116" fmla="*/ 5003991 h 6858000"/>
              <a:gd name="connsiteX117" fmla="*/ 2800768 w 7467663"/>
              <a:gd name="connsiteY117" fmla="*/ 5010056 h 6858000"/>
              <a:gd name="connsiteX118" fmla="*/ 2879408 w 7467663"/>
              <a:gd name="connsiteY118" fmla="*/ 5031590 h 6858000"/>
              <a:gd name="connsiteX119" fmla="*/ 2862295 w 7467663"/>
              <a:gd name="connsiteY119" fmla="*/ 5022958 h 6858000"/>
              <a:gd name="connsiteX120" fmla="*/ 2813343 w 7467663"/>
              <a:gd name="connsiteY120" fmla="*/ 4998369 h 6858000"/>
              <a:gd name="connsiteX121" fmla="*/ 2646245 w 7467663"/>
              <a:gd name="connsiteY121" fmla="*/ 4930999 h 6858000"/>
              <a:gd name="connsiteX122" fmla="*/ 1999243 w 7467663"/>
              <a:gd name="connsiteY122" fmla="*/ 4730524 h 6858000"/>
              <a:gd name="connsiteX123" fmla="*/ 1979527 w 7467663"/>
              <a:gd name="connsiteY123" fmla="*/ 4726651 h 6858000"/>
              <a:gd name="connsiteX124" fmla="*/ 1927410 w 7467663"/>
              <a:gd name="connsiteY124" fmla="*/ 4716164 h 6858000"/>
              <a:gd name="connsiteX125" fmla="*/ 1997014 w 7467663"/>
              <a:gd name="connsiteY125" fmla="*/ 4698007 h 6858000"/>
              <a:gd name="connsiteX126" fmla="*/ 2005458 w 7467663"/>
              <a:gd name="connsiteY126" fmla="*/ 4699540 h 6858000"/>
              <a:gd name="connsiteX127" fmla="*/ 2657186 w 7467663"/>
              <a:gd name="connsiteY127" fmla="*/ 4901687 h 6858000"/>
              <a:gd name="connsiteX128" fmla="*/ 2826662 w 7467663"/>
              <a:gd name="connsiteY128" fmla="*/ 4970362 h 6858000"/>
              <a:gd name="connsiteX129" fmla="*/ 2876100 w 7467663"/>
              <a:gd name="connsiteY129" fmla="*/ 4995397 h 6858000"/>
              <a:gd name="connsiteX130" fmla="*/ 3042600 w 7467663"/>
              <a:gd name="connsiteY130" fmla="*/ 5059532 h 6858000"/>
              <a:gd name="connsiteX131" fmla="*/ 1997014 w 7467663"/>
              <a:gd name="connsiteY131" fmla="*/ 4698007 h 6858000"/>
              <a:gd name="connsiteX132" fmla="*/ 2305292 w 7467663"/>
              <a:gd name="connsiteY132" fmla="*/ 4219492 h 6858000"/>
              <a:gd name="connsiteX133" fmla="*/ 3360922 w 7467663"/>
              <a:gd name="connsiteY133" fmla="*/ 4529373 h 6858000"/>
              <a:gd name="connsiteX134" fmla="*/ 3492420 w 7467663"/>
              <a:gd name="connsiteY134" fmla="*/ 4510145 h 6858000"/>
              <a:gd name="connsiteX135" fmla="*/ 3364086 w 7467663"/>
              <a:gd name="connsiteY135" fmla="*/ 4480340 h 6858000"/>
              <a:gd name="connsiteX136" fmla="*/ 3225818 w 7467663"/>
              <a:gd name="connsiteY136" fmla="*/ 4411822 h 6858000"/>
              <a:gd name="connsiteX137" fmla="*/ 3129696 w 7467663"/>
              <a:gd name="connsiteY137" fmla="*/ 4360704 h 6858000"/>
              <a:gd name="connsiteX138" fmla="*/ 2814545 w 7467663"/>
              <a:gd name="connsiteY138" fmla="*/ 4282955 h 6858000"/>
              <a:gd name="connsiteX139" fmla="*/ 2305292 w 7467663"/>
              <a:gd name="connsiteY139" fmla="*/ 4219492 h 6858000"/>
              <a:gd name="connsiteX140" fmla="*/ 2626982 w 7467663"/>
              <a:gd name="connsiteY140" fmla="*/ 4206450 h 6858000"/>
              <a:gd name="connsiteX141" fmla="*/ 2490617 w 7467663"/>
              <a:gd name="connsiteY141" fmla="*/ 4206951 h 6858000"/>
              <a:gd name="connsiteX142" fmla="*/ 2819869 w 7467663"/>
              <a:gd name="connsiteY142" fmla="*/ 4252936 h 6858000"/>
              <a:gd name="connsiteX143" fmla="*/ 3143018 w 7467663"/>
              <a:gd name="connsiteY143" fmla="*/ 4332698 h 6858000"/>
              <a:gd name="connsiteX144" fmla="*/ 3241520 w 7467663"/>
              <a:gd name="connsiteY144" fmla="*/ 4385112 h 6858000"/>
              <a:gd name="connsiteX145" fmla="*/ 3374575 w 7467663"/>
              <a:gd name="connsiteY145" fmla="*/ 4451517 h 6858000"/>
              <a:gd name="connsiteX146" fmla="*/ 3505221 w 7467663"/>
              <a:gd name="connsiteY146" fmla="*/ 4480757 h 6858000"/>
              <a:gd name="connsiteX147" fmla="*/ 2626982 w 7467663"/>
              <a:gd name="connsiteY147" fmla="*/ 4206450 h 6858000"/>
              <a:gd name="connsiteX148" fmla="*/ 1310106 w 7467663"/>
              <a:gd name="connsiteY148" fmla="*/ 3943217 h 6858000"/>
              <a:gd name="connsiteX149" fmla="*/ 854994 w 7467663"/>
              <a:gd name="connsiteY149" fmla="*/ 4399136 h 6858000"/>
              <a:gd name="connsiteX150" fmla="*/ 742462 w 7467663"/>
              <a:gd name="connsiteY150" fmla="*/ 4594648 h 6858000"/>
              <a:gd name="connsiteX151" fmla="*/ 820602 w 7467663"/>
              <a:gd name="connsiteY151" fmla="*/ 4485915 h 6858000"/>
              <a:gd name="connsiteX152" fmla="*/ 878295 w 7467663"/>
              <a:gd name="connsiteY152" fmla="*/ 4403594 h 6858000"/>
              <a:gd name="connsiteX153" fmla="*/ 1240607 w 7467663"/>
              <a:gd name="connsiteY153" fmla="*/ 4010401 h 6858000"/>
              <a:gd name="connsiteX154" fmla="*/ 1310106 w 7467663"/>
              <a:gd name="connsiteY154" fmla="*/ 3943217 h 6858000"/>
              <a:gd name="connsiteX155" fmla="*/ 1423113 w 7467663"/>
              <a:gd name="connsiteY155" fmla="*/ 3874565 h 6858000"/>
              <a:gd name="connsiteX156" fmla="*/ 1260565 w 7467663"/>
              <a:gd name="connsiteY156" fmla="*/ 4031982 h 6858000"/>
              <a:gd name="connsiteX157" fmla="*/ 901900 w 7467663"/>
              <a:gd name="connsiteY157" fmla="*/ 4421236 h 6858000"/>
              <a:gd name="connsiteX158" fmla="*/ 845044 w 7467663"/>
              <a:gd name="connsiteY158" fmla="*/ 4502436 h 6858000"/>
              <a:gd name="connsiteX159" fmla="*/ 685926 w 7467663"/>
              <a:gd name="connsiteY159" fmla="*/ 4703069 h 6858000"/>
              <a:gd name="connsiteX160" fmla="*/ 684248 w 7467663"/>
              <a:gd name="connsiteY160" fmla="*/ 4706721 h 6858000"/>
              <a:gd name="connsiteX161" fmla="*/ 1423113 w 7467663"/>
              <a:gd name="connsiteY161" fmla="*/ 3874565 h 6858000"/>
              <a:gd name="connsiteX162" fmla="*/ 3316479 w 7467663"/>
              <a:gd name="connsiteY162" fmla="*/ 3872136 h 6858000"/>
              <a:gd name="connsiteX163" fmla="*/ 3546806 w 7467663"/>
              <a:gd name="connsiteY163" fmla="*/ 4356139 h 6858000"/>
              <a:gd name="connsiteX164" fmla="*/ 3364433 w 7467663"/>
              <a:gd name="connsiteY164" fmla="*/ 3953121 h 6858000"/>
              <a:gd name="connsiteX165" fmla="*/ 3316479 w 7467663"/>
              <a:gd name="connsiteY165" fmla="*/ 3872136 h 6858000"/>
              <a:gd name="connsiteX166" fmla="*/ 3291335 w 7467663"/>
              <a:gd name="connsiteY166" fmla="*/ 3767420 h 6858000"/>
              <a:gd name="connsiteX167" fmla="*/ 3390805 w 7467663"/>
              <a:gd name="connsiteY167" fmla="*/ 3937163 h 6858000"/>
              <a:gd name="connsiteX168" fmla="*/ 3579062 w 7467663"/>
              <a:gd name="connsiteY168" fmla="*/ 4359040 h 6858000"/>
              <a:gd name="connsiteX169" fmla="*/ 3467355 w 7467663"/>
              <a:gd name="connsiteY169" fmla="*/ 3988130 h 6858000"/>
              <a:gd name="connsiteX170" fmla="*/ 3310753 w 7467663"/>
              <a:gd name="connsiteY170" fmla="*/ 3787140 h 6858000"/>
              <a:gd name="connsiteX171" fmla="*/ 3291335 w 7467663"/>
              <a:gd name="connsiteY171" fmla="*/ 3767420 h 6858000"/>
              <a:gd name="connsiteX172" fmla="*/ 1635889 w 7467663"/>
              <a:gd name="connsiteY172" fmla="*/ 3709494 h 6858000"/>
              <a:gd name="connsiteX173" fmla="*/ 1634800 w 7467663"/>
              <a:gd name="connsiteY173" fmla="*/ 3731111 h 6858000"/>
              <a:gd name="connsiteX174" fmla="*/ 1635889 w 7467663"/>
              <a:gd name="connsiteY174" fmla="*/ 3709494 h 6858000"/>
              <a:gd name="connsiteX175" fmla="*/ 1510397 w 7467663"/>
              <a:gd name="connsiteY175" fmla="*/ 3684705 h 6858000"/>
              <a:gd name="connsiteX176" fmla="*/ 1146550 w 7467663"/>
              <a:gd name="connsiteY176" fmla="*/ 3802012 h 6858000"/>
              <a:gd name="connsiteX177" fmla="*/ 698834 w 7467663"/>
              <a:gd name="connsiteY177" fmla="*/ 3952272 h 6858000"/>
              <a:gd name="connsiteX178" fmla="*/ 34256 w 7467663"/>
              <a:gd name="connsiteY178" fmla="*/ 4347603 h 6858000"/>
              <a:gd name="connsiteX179" fmla="*/ 527241 w 7467663"/>
              <a:gd name="connsiteY179" fmla="*/ 4065078 h 6858000"/>
              <a:gd name="connsiteX180" fmla="*/ 1510397 w 7467663"/>
              <a:gd name="connsiteY180" fmla="*/ 3684705 h 6858000"/>
              <a:gd name="connsiteX181" fmla="*/ 1313114 w 7467663"/>
              <a:gd name="connsiteY181" fmla="*/ 3655216 h 6858000"/>
              <a:gd name="connsiteX182" fmla="*/ 1109304 w 7467663"/>
              <a:gd name="connsiteY182" fmla="*/ 3669030 h 6858000"/>
              <a:gd name="connsiteX183" fmla="*/ 8129 w 7467663"/>
              <a:gd name="connsiteY183" fmla="*/ 4330519 h 6858000"/>
              <a:gd name="connsiteX184" fmla="*/ 687572 w 7467663"/>
              <a:gd name="connsiteY184" fmla="*/ 3925629 h 6858000"/>
              <a:gd name="connsiteX185" fmla="*/ 1138365 w 7467663"/>
              <a:gd name="connsiteY185" fmla="*/ 3774515 h 6858000"/>
              <a:gd name="connsiteX186" fmla="*/ 1505579 w 7467663"/>
              <a:gd name="connsiteY186" fmla="*/ 3655526 h 6858000"/>
              <a:gd name="connsiteX187" fmla="*/ 1313114 w 7467663"/>
              <a:gd name="connsiteY187" fmla="*/ 3655216 h 6858000"/>
              <a:gd name="connsiteX188" fmla="*/ 3655073 w 7467663"/>
              <a:gd name="connsiteY188" fmla="*/ 3650884 h 6858000"/>
              <a:gd name="connsiteX189" fmla="*/ 3989938 w 7467663"/>
              <a:gd name="connsiteY189" fmla="*/ 3991685 h 6858000"/>
              <a:gd name="connsiteX190" fmla="*/ 4393907 w 7467663"/>
              <a:gd name="connsiteY190" fmla="*/ 4261258 h 6858000"/>
              <a:gd name="connsiteX191" fmla="*/ 4648051 w 7467663"/>
              <a:gd name="connsiteY191" fmla="*/ 4374051 h 6858000"/>
              <a:gd name="connsiteX192" fmla="*/ 4383389 w 7467663"/>
              <a:gd name="connsiteY192" fmla="*/ 4184369 h 6858000"/>
              <a:gd name="connsiteX193" fmla="*/ 4165508 w 7467663"/>
              <a:gd name="connsiteY193" fmla="*/ 4035196 h 6858000"/>
              <a:gd name="connsiteX194" fmla="*/ 4068162 w 7467663"/>
              <a:gd name="connsiteY194" fmla="*/ 3953394 h 6858000"/>
              <a:gd name="connsiteX195" fmla="*/ 3981416 w 7467663"/>
              <a:gd name="connsiteY195" fmla="*/ 3880482 h 6858000"/>
              <a:gd name="connsiteX196" fmla="*/ 3800147 w 7467663"/>
              <a:gd name="connsiteY196" fmla="*/ 3749872 h 6858000"/>
              <a:gd name="connsiteX197" fmla="*/ 3655073 w 7467663"/>
              <a:gd name="connsiteY197" fmla="*/ 3650884 h 6858000"/>
              <a:gd name="connsiteX198" fmla="*/ 3670252 w 7467663"/>
              <a:gd name="connsiteY198" fmla="*/ 3622798 h 6858000"/>
              <a:gd name="connsiteX199" fmla="*/ 3817258 w 7467663"/>
              <a:gd name="connsiteY199" fmla="*/ 3723577 h 6858000"/>
              <a:gd name="connsiteX200" fmla="*/ 4000461 w 7467663"/>
              <a:gd name="connsiteY200" fmla="*/ 3855966 h 6858000"/>
              <a:gd name="connsiteX201" fmla="*/ 4088180 w 7467663"/>
              <a:gd name="connsiteY201" fmla="*/ 3929774 h 6858000"/>
              <a:gd name="connsiteX202" fmla="*/ 4184555 w 7467663"/>
              <a:gd name="connsiteY202" fmla="*/ 4010683 h 6858000"/>
              <a:gd name="connsiteX203" fmla="*/ 4399563 w 7467663"/>
              <a:gd name="connsiteY203" fmla="*/ 4158106 h 6858000"/>
              <a:gd name="connsiteX204" fmla="*/ 4684469 w 7467663"/>
              <a:gd name="connsiteY204" fmla="*/ 4364680 h 6858000"/>
              <a:gd name="connsiteX205" fmla="*/ 4690271 w 7467663"/>
              <a:gd name="connsiteY205" fmla="*/ 4370034 h 6858000"/>
              <a:gd name="connsiteX206" fmla="*/ 4136093 w 7467663"/>
              <a:gd name="connsiteY206" fmla="*/ 3858466 h 6858000"/>
              <a:gd name="connsiteX207" fmla="*/ 3670252 w 7467663"/>
              <a:gd name="connsiteY207" fmla="*/ 3622798 h 6858000"/>
              <a:gd name="connsiteX208" fmla="*/ 4440129 w 7467663"/>
              <a:gd name="connsiteY208" fmla="*/ 3448571 h 6858000"/>
              <a:gd name="connsiteX209" fmla="*/ 4856525 w 7467663"/>
              <a:gd name="connsiteY209" fmla="*/ 3915351 h 6858000"/>
              <a:gd name="connsiteX210" fmla="*/ 5059055 w 7467663"/>
              <a:gd name="connsiteY210" fmla="*/ 4108918 h 6858000"/>
              <a:gd name="connsiteX211" fmla="*/ 5290070 w 7467663"/>
              <a:gd name="connsiteY211" fmla="*/ 4263619 h 6858000"/>
              <a:gd name="connsiteX212" fmla="*/ 4834991 w 7467663"/>
              <a:gd name="connsiteY212" fmla="*/ 3830985 h 6858000"/>
              <a:gd name="connsiteX213" fmla="*/ 4440129 w 7467663"/>
              <a:gd name="connsiteY213" fmla="*/ 3448571 h 6858000"/>
              <a:gd name="connsiteX214" fmla="*/ 4441737 w 7467663"/>
              <a:gd name="connsiteY214" fmla="*/ 3399734 h 6858000"/>
              <a:gd name="connsiteX215" fmla="*/ 4431236 w 7467663"/>
              <a:gd name="connsiteY215" fmla="*/ 3400954 h 6858000"/>
              <a:gd name="connsiteX216" fmla="*/ 4557150 w 7467663"/>
              <a:gd name="connsiteY216" fmla="*/ 3510023 h 6858000"/>
              <a:gd name="connsiteX217" fmla="*/ 4856936 w 7467663"/>
              <a:gd name="connsiteY217" fmla="*/ 3809146 h 6858000"/>
              <a:gd name="connsiteX218" fmla="*/ 5111996 w 7467663"/>
              <a:gd name="connsiteY218" fmla="*/ 4065759 h 6858000"/>
              <a:gd name="connsiteX219" fmla="*/ 5388878 w 7467663"/>
              <a:gd name="connsiteY219" fmla="*/ 4300185 h 6858000"/>
              <a:gd name="connsiteX220" fmla="*/ 5425556 w 7467663"/>
              <a:gd name="connsiteY220" fmla="*/ 4308967 h 6858000"/>
              <a:gd name="connsiteX221" fmla="*/ 4943646 w 7467663"/>
              <a:gd name="connsiteY221" fmla="*/ 3822916 h 6858000"/>
              <a:gd name="connsiteX222" fmla="*/ 4594837 w 7467663"/>
              <a:gd name="connsiteY222" fmla="*/ 3532274 h 6858000"/>
              <a:gd name="connsiteX223" fmla="*/ 4441737 w 7467663"/>
              <a:gd name="connsiteY223" fmla="*/ 3399734 h 6858000"/>
              <a:gd name="connsiteX224" fmla="*/ 5425834 w 7467663"/>
              <a:gd name="connsiteY224" fmla="*/ 3162785 h 6858000"/>
              <a:gd name="connsiteX225" fmla="*/ 5401644 w 7467663"/>
              <a:gd name="connsiteY225" fmla="*/ 3617847 h 6858000"/>
              <a:gd name="connsiteX226" fmla="*/ 5467256 w 7467663"/>
              <a:gd name="connsiteY226" fmla="*/ 4175494 h 6858000"/>
              <a:gd name="connsiteX227" fmla="*/ 5448069 w 7467663"/>
              <a:gd name="connsiteY227" fmla="*/ 3567554 h 6858000"/>
              <a:gd name="connsiteX228" fmla="*/ 5425834 w 7467663"/>
              <a:gd name="connsiteY228" fmla="*/ 3162785 h 6858000"/>
              <a:gd name="connsiteX229" fmla="*/ 1318687 w 7467663"/>
              <a:gd name="connsiteY229" fmla="*/ 3113840 h 6858000"/>
              <a:gd name="connsiteX230" fmla="*/ 1066793 w 7467663"/>
              <a:gd name="connsiteY230" fmla="*/ 3212171 h 6858000"/>
              <a:gd name="connsiteX231" fmla="*/ 993319 w 7467663"/>
              <a:gd name="connsiteY231" fmla="*/ 3247648 h 6858000"/>
              <a:gd name="connsiteX232" fmla="*/ 853081 w 7467663"/>
              <a:gd name="connsiteY232" fmla="*/ 3312410 h 6858000"/>
              <a:gd name="connsiteX233" fmla="*/ 805957 w 7467663"/>
              <a:gd name="connsiteY233" fmla="*/ 3330443 h 6858000"/>
              <a:gd name="connsiteX234" fmla="*/ 1318687 w 7467663"/>
              <a:gd name="connsiteY234" fmla="*/ 3113840 h 6858000"/>
              <a:gd name="connsiteX235" fmla="*/ 5453702 w 7467663"/>
              <a:gd name="connsiteY235" fmla="*/ 3090882 h 6858000"/>
              <a:gd name="connsiteX236" fmla="*/ 5480135 w 7467663"/>
              <a:gd name="connsiteY236" fmla="*/ 3565802 h 6858000"/>
              <a:gd name="connsiteX237" fmla="*/ 5499023 w 7467663"/>
              <a:gd name="connsiteY237" fmla="*/ 4166310 h 6858000"/>
              <a:gd name="connsiteX238" fmla="*/ 5547022 w 7467663"/>
              <a:gd name="connsiteY238" fmla="*/ 3607838 h 6858000"/>
              <a:gd name="connsiteX239" fmla="*/ 5515964 w 7467663"/>
              <a:gd name="connsiteY239" fmla="*/ 3378541 h 6858000"/>
              <a:gd name="connsiteX240" fmla="*/ 5453702 w 7467663"/>
              <a:gd name="connsiteY240" fmla="*/ 3090882 h 6858000"/>
              <a:gd name="connsiteX241" fmla="*/ 1238695 w 7467663"/>
              <a:gd name="connsiteY241" fmla="*/ 3076820 h 6858000"/>
              <a:gd name="connsiteX242" fmla="*/ 716371 w 7467663"/>
              <a:gd name="connsiteY242" fmla="*/ 3293249 h 6858000"/>
              <a:gd name="connsiteX243" fmla="*/ 579522 w 7467663"/>
              <a:gd name="connsiteY243" fmla="*/ 3371759 h 6858000"/>
              <a:gd name="connsiteX244" fmla="*/ 600288 w 7467663"/>
              <a:gd name="connsiteY244" fmla="*/ 3365555 h 6858000"/>
              <a:gd name="connsiteX245" fmla="*/ 840692 w 7467663"/>
              <a:gd name="connsiteY245" fmla="*/ 3284921 h 6858000"/>
              <a:gd name="connsiteX246" fmla="*/ 979248 w 7467663"/>
              <a:gd name="connsiteY246" fmla="*/ 3221003 h 6858000"/>
              <a:gd name="connsiteX247" fmla="*/ 1053282 w 7467663"/>
              <a:gd name="connsiteY247" fmla="*/ 3185247 h 6858000"/>
              <a:gd name="connsiteX248" fmla="*/ 1320603 w 7467663"/>
              <a:gd name="connsiteY248" fmla="*/ 3081281 h 6858000"/>
              <a:gd name="connsiteX249" fmla="*/ 1238695 w 7467663"/>
              <a:gd name="connsiteY249" fmla="*/ 3076820 h 6858000"/>
              <a:gd name="connsiteX250" fmla="*/ 5425627 w 7467663"/>
              <a:gd name="connsiteY250" fmla="*/ 2954192 h 6858000"/>
              <a:gd name="connsiteX251" fmla="*/ 5470770 w 7467663"/>
              <a:gd name="connsiteY251" fmla="*/ 3005435 h 6858000"/>
              <a:gd name="connsiteX252" fmla="*/ 5519779 w 7467663"/>
              <a:gd name="connsiteY252" fmla="*/ 4359223 h 6858000"/>
              <a:gd name="connsiteX253" fmla="*/ 5520293 w 7467663"/>
              <a:gd name="connsiteY253" fmla="*/ 4360602 h 6858000"/>
              <a:gd name="connsiteX254" fmla="*/ 5767221 w 7467663"/>
              <a:gd name="connsiteY254" fmla="*/ 4665564 h 6858000"/>
              <a:gd name="connsiteX255" fmla="*/ 6937169 w 7467663"/>
              <a:gd name="connsiteY255" fmla="*/ 4815941 h 6858000"/>
              <a:gd name="connsiteX256" fmla="*/ 6953922 w 7467663"/>
              <a:gd name="connsiteY256" fmla="*/ 4890068 h 6858000"/>
              <a:gd name="connsiteX257" fmla="*/ 6071359 w 7467663"/>
              <a:gd name="connsiteY257" fmla="*/ 4770770 h 6858000"/>
              <a:gd name="connsiteX258" fmla="*/ 6038839 w 7467663"/>
              <a:gd name="connsiteY258" fmla="*/ 4764474 h 6858000"/>
              <a:gd name="connsiteX259" fmla="*/ 6038706 w 7467663"/>
              <a:gd name="connsiteY259" fmla="*/ 4763847 h 6858000"/>
              <a:gd name="connsiteX260" fmla="*/ 6037784 w 7467663"/>
              <a:gd name="connsiteY260" fmla="*/ 4764270 h 6858000"/>
              <a:gd name="connsiteX261" fmla="*/ 6038839 w 7467663"/>
              <a:gd name="connsiteY261" fmla="*/ 4764474 h 6858000"/>
              <a:gd name="connsiteX262" fmla="*/ 6040338 w 7467663"/>
              <a:gd name="connsiteY262" fmla="*/ 4771418 h 6858000"/>
              <a:gd name="connsiteX263" fmla="*/ 6024488 w 7467663"/>
              <a:gd name="connsiteY263" fmla="*/ 4809903 h 6858000"/>
              <a:gd name="connsiteX264" fmla="*/ 5599771 w 7467663"/>
              <a:gd name="connsiteY264" fmla="*/ 5509652 h 6858000"/>
              <a:gd name="connsiteX265" fmla="*/ 5548843 w 7467663"/>
              <a:gd name="connsiteY265" fmla="*/ 5563845 h 6858000"/>
              <a:gd name="connsiteX266" fmla="*/ 5940952 w 7467663"/>
              <a:gd name="connsiteY266" fmla="*/ 6250028 h 6858000"/>
              <a:gd name="connsiteX267" fmla="*/ 6043441 w 7467663"/>
              <a:gd name="connsiteY267" fmla="*/ 6665847 h 6858000"/>
              <a:gd name="connsiteX268" fmla="*/ 6093432 w 7467663"/>
              <a:gd name="connsiteY268" fmla="*/ 6858000 h 6858000"/>
              <a:gd name="connsiteX269" fmla="*/ 6034344 w 7467663"/>
              <a:gd name="connsiteY269" fmla="*/ 6858000 h 6858000"/>
              <a:gd name="connsiteX270" fmla="*/ 6026679 w 7467663"/>
              <a:gd name="connsiteY270" fmla="*/ 6836959 h 6858000"/>
              <a:gd name="connsiteX271" fmla="*/ 5800441 w 7467663"/>
              <a:gd name="connsiteY271" fmla="*/ 6335286 h 6858000"/>
              <a:gd name="connsiteX272" fmla="*/ 5526562 w 7467663"/>
              <a:gd name="connsiteY272" fmla="*/ 5705388 h 6858000"/>
              <a:gd name="connsiteX273" fmla="*/ 5519640 w 7467663"/>
              <a:gd name="connsiteY273" fmla="*/ 5683774 h 6858000"/>
              <a:gd name="connsiteX274" fmla="*/ 5844559 w 7467663"/>
              <a:gd name="connsiteY274" fmla="*/ 6553349 h 6858000"/>
              <a:gd name="connsiteX275" fmla="*/ 5975994 w 7467663"/>
              <a:gd name="connsiteY275" fmla="*/ 6858000 h 6858000"/>
              <a:gd name="connsiteX276" fmla="*/ 5898547 w 7467663"/>
              <a:gd name="connsiteY276" fmla="*/ 6858000 h 6858000"/>
              <a:gd name="connsiteX277" fmla="*/ 5682041 w 7467663"/>
              <a:gd name="connsiteY277" fmla="*/ 6355860 h 6858000"/>
              <a:gd name="connsiteX278" fmla="*/ 5461758 w 7467663"/>
              <a:gd name="connsiteY278" fmla="*/ 5820220 h 6858000"/>
              <a:gd name="connsiteX279" fmla="*/ 5237282 w 7467663"/>
              <a:gd name="connsiteY279" fmla="*/ 6579086 h 6858000"/>
              <a:gd name="connsiteX280" fmla="*/ 5115009 w 7467663"/>
              <a:gd name="connsiteY280" fmla="*/ 6858000 h 6858000"/>
              <a:gd name="connsiteX281" fmla="*/ 5028074 w 7467663"/>
              <a:gd name="connsiteY281" fmla="*/ 6858000 h 6858000"/>
              <a:gd name="connsiteX282" fmla="*/ 5079508 w 7467663"/>
              <a:gd name="connsiteY282" fmla="*/ 6749074 h 6858000"/>
              <a:gd name="connsiteX283" fmla="*/ 5371846 w 7467663"/>
              <a:gd name="connsiteY283" fmla="*/ 5924413 h 6858000"/>
              <a:gd name="connsiteX284" fmla="*/ 5270512 w 7467663"/>
              <a:gd name="connsiteY284" fmla="*/ 6138975 h 6858000"/>
              <a:gd name="connsiteX285" fmla="*/ 5062409 w 7467663"/>
              <a:gd name="connsiteY285" fmla="*/ 6653544 h 6858000"/>
              <a:gd name="connsiteX286" fmla="*/ 5036628 w 7467663"/>
              <a:gd name="connsiteY286" fmla="*/ 6754247 h 6858000"/>
              <a:gd name="connsiteX287" fmla="*/ 5009112 w 7467663"/>
              <a:gd name="connsiteY287" fmla="*/ 6858000 h 6858000"/>
              <a:gd name="connsiteX288" fmla="*/ 4976679 w 7467663"/>
              <a:gd name="connsiteY288" fmla="*/ 6858000 h 6858000"/>
              <a:gd name="connsiteX289" fmla="*/ 5006537 w 7467663"/>
              <a:gd name="connsiteY289" fmla="*/ 6747068 h 6858000"/>
              <a:gd name="connsiteX290" fmla="*/ 5032723 w 7467663"/>
              <a:gd name="connsiteY290" fmla="*/ 6644957 h 6858000"/>
              <a:gd name="connsiteX291" fmla="*/ 5242949 w 7467663"/>
              <a:gd name="connsiteY291" fmla="*/ 6125175 h 6858000"/>
              <a:gd name="connsiteX292" fmla="*/ 5286321 w 7467663"/>
              <a:gd name="connsiteY292" fmla="*/ 6033555 h 6858000"/>
              <a:gd name="connsiteX293" fmla="*/ 5008210 w 7467663"/>
              <a:gd name="connsiteY293" fmla="*/ 6649194 h 6858000"/>
              <a:gd name="connsiteX294" fmla="*/ 4986321 w 7467663"/>
              <a:gd name="connsiteY294" fmla="*/ 6765687 h 6858000"/>
              <a:gd name="connsiteX295" fmla="*/ 4973474 w 7467663"/>
              <a:gd name="connsiteY295" fmla="*/ 6858000 h 6858000"/>
              <a:gd name="connsiteX296" fmla="*/ 4907178 w 7467663"/>
              <a:gd name="connsiteY296" fmla="*/ 6858000 h 6858000"/>
              <a:gd name="connsiteX297" fmla="*/ 4910810 w 7467663"/>
              <a:gd name="connsiteY297" fmla="*/ 6829660 h 6858000"/>
              <a:gd name="connsiteX298" fmla="*/ 4987461 w 7467663"/>
              <a:gd name="connsiteY298" fmla="*/ 6432994 h 6858000"/>
              <a:gd name="connsiteX299" fmla="*/ 5179262 w 7467663"/>
              <a:gd name="connsiteY299" fmla="*/ 6035044 h 6858000"/>
              <a:gd name="connsiteX300" fmla="*/ 4689678 w 7467663"/>
              <a:gd name="connsiteY300" fmla="*/ 6440241 h 6858000"/>
              <a:gd name="connsiteX301" fmla="*/ 4477543 w 7467663"/>
              <a:gd name="connsiteY301" fmla="*/ 6674836 h 6858000"/>
              <a:gd name="connsiteX302" fmla="*/ 4329957 w 7467663"/>
              <a:gd name="connsiteY302" fmla="*/ 6858000 h 6858000"/>
              <a:gd name="connsiteX303" fmla="*/ 4218595 w 7467663"/>
              <a:gd name="connsiteY303" fmla="*/ 6858000 h 6858000"/>
              <a:gd name="connsiteX304" fmla="*/ 4368888 w 7467663"/>
              <a:gd name="connsiteY304" fmla="*/ 6668412 h 6858000"/>
              <a:gd name="connsiteX305" fmla="*/ 4563091 w 7467663"/>
              <a:gd name="connsiteY305" fmla="*/ 6442508 h 6858000"/>
              <a:gd name="connsiteX306" fmla="*/ 5387324 w 7467663"/>
              <a:gd name="connsiteY306" fmla="*/ 5705830 h 6858000"/>
              <a:gd name="connsiteX307" fmla="*/ 5073620 w 7467663"/>
              <a:gd name="connsiteY307" fmla="*/ 5955437 h 6858000"/>
              <a:gd name="connsiteX308" fmla="*/ 4689789 w 7467663"/>
              <a:gd name="connsiteY308" fmla="*/ 6268382 h 6858000"/>
              <a:gd name="connsiteX309" fmla="*/ 4418722 w 7467663"/>
              <a:gd name="connsiteY309" fmla="*/ 6570886 h 6858000"/>
              <a:gd name="connsiteX310" fmla="*/ 4214944 w 7467663"/>
              <a:gd name="connsiteY310" fmla="*/ 6858000 h 6858000"/>
              <a:gd name="connsiteX311" fmla="*/ 4177898 w 7467663"/>
              <a:gd name="connsiteY311" fmla="*/ 6858000 h 6858000"/>
              <a:gd name="connsiteX312" fmla="*/ 4391597 w 7467663"/>
              <a:gd name="connsiteY312" fmla="*/ 6556370 h 6858000"/>
              <a:gd name="connsiteX313" fmla="*/ 4668889 w 7467663"/>
              <a:gd name="connsiteY313" fmla="*/ 6246399 h 6858000"/>
              <a:gd name="connsiteX314" fmla="*/ 5055427 w 7467663"/>
              <a:gd name="connsiteY314" fmla="*/ 5931476 h 6858000"/>
              <a:gd name="connsiteX315" fmla="*/ 5371814 w 7467663"/>
              <a:gd name="connsiteY315" fmla="*/ 5678975 h 6858000"/>
              <a:gd name="connsiteX316" fmla="*/ 4987918 w 7467663"/>
              <a:gd name="connsiteY316" fmla="*/ 5838701 h 6858000"/>
              <a:gd name="connsiteX317" fmla="*/ 4317146 w 7467663"/>
              <a:gd name="connsiteY317" fmla="*/ 6587716 h 6858000"/>
              <a:gd name="connsiteX318" fmla="*/ 4171627 w 7467663"/>
              <a:gd name="connsiteY318" fmla="*/ 6858000 h 6858000"/>
              <a:gd name="connsiteX319" fmla="*/ 4081585 w 7467663"/>
              <a:gd name="connsiteY319" fmla="*/ 6858000 h 6858000"/>
              <a:gd name="connsiteX320" fmla="*/ 4238603 w 7467663"/>
              <a:gd name="connsiteY320" fmla="*/ 6559341 h 6858000"/>
              <a:gd name="connsiteX321" fmla="*/ 4778333 w 7467663"/>
              <a:gd name="connsiteY321" fmla="*/ 5873626 h 6858000"/>
              <a:gd name="connsiteX322" fmla="*/ 5414185 w 7467663"/>
              <a:gd name="connsiteY322" fmla="*/ 5573882 h 6858000"/>
              <a:gd name="connsiteX323" fmla="*/ 5959648 w 7467663"/>
              <a:gd name="connsiteY323" fmla="*/ 4760797 h 6858000"/>
              <a:gd name="connsiteX324" fmla="*/ 5355019 w 7467663"/>
              <a:gd name="connsiteY324" fmla="*/ 4734672 h 6858000"/>
              <a:gd name="connsiteX325" fmla="*/ 5083565 w 7467663"/>
              <a:gd name="connsiteY325" fmla="*/ 5179121 h 6858000"/>
              <a:gd name="connsiteX326" fmla="*/ 4713577 w 7467663"/>
              <a:gd name="connsiteY326" fmla="*/ 5616803 h 6858000"/>
              <a:gd name="connsiteX327" fmla="*/ 3989559 w 7467663"/>
              <a:gd name="connsiteY327" fmla="*/ 6145945 h 6858000"/>
              <a:gd name="connsiteX328" fmla="*/ 3939824 w 7467663"/>
              <a:gd name="connsiteY328" fmla="*/ 6066900 h 6858000"/>
              <a:gd name="connsiteX329" fmla="*/ 4584537 w 7467663"/>
              <a:gd name="connsiteY329" fmla="*/ 5324826 h 6858000"/>
              <a:gd name="connsiteX330" fmla="*/ 5037105 w 7467663"/>
              <a:gd name="connsiteY330" fmla="*/ 5088765 h 6858000"/>
              <a:gd name="connsiteX331" fmla="*/ 5039930 w 7467663"/>
              <a:gd name="connsiteY331" fmla="*/ 5089585 h 6858000"/>
              <a:gd name="connsiteX332" fmla="*/ 5263764 w 7467663"/>
              <a:gd name="connsiteY332" fmla="*/ 4735525 h 6858000"/>
              <a:gd name="connsiteX333" fmla="*/ 4086300 w 7467663"/>
              <a:gd name="connsiteY333" fmla="*/ 4884599 h 6858000"/>
              <a:gd name="connsiteX334" fmla="*/ 4085485 w 7467663"/>
              <a:gd name="connsiteY334" fmla="*/ 4899070 h 6858000"/>
              <a:gd name="connsiteX335" fmla="*/ 3871915 w 7467663"/>
              <a:gd name="connsiteY335" fmla="*/ 5253645 h 6858000"/>
              <a:gd name="connsiteX336" fmla="*/ 3799374 w 7467663"/>
              <a:gd name="connsiteY336" fmla="*/ 5466127 h 6858000"/>
              <a:gd name="connsiteX337" fmla="*/ 3498850 w 7467663"/>
              <a:gd name="connsiteY337" fmla="*/ 6661888 h 6858000"/>
              <a:gd name="connsiteX338" fmla="*/ 3399216 w 7467663"/>
              <a:gd name="connsiteY338" fmla="*/ 6858000 h 6858000"/>
              <a:gd name="connsiteX339" fmla="*/ 3303688 w 7467663"/>
              <a:gd name="connsiteY339" fmla="*/ 6858000 h 6858000"/>
              <a:gd name="connsiteX340" fmla="*/ 3391774 w 7467663"/>
              <a:gd name="connsiteY340" fmla="*/ 6697181 h 6858000"/>
              <a:gd name="connsiteX341" fmla="*/ 3735540 w 7467663"/>
              <a:gd name="connsiteY341" fmla="*/ 5546923 h 6858000"/>
              <a:gd name="connsiteX342" fmla="*/ 3729438 w 7467663"/>
              <a:gd name="connsiteY342" fmla="*/ 5569058 h 6858000"/>
              <a:gd name="connsiteX343" fmla="*/ 3707782 w 7467663"/>
              <a:gd name="connsiteY343" fmla="*/ 5644908 h 6858000"/>
              <a:gd name="connsiteX344" fmla="*/ 3583827 w 7467663"/>
              <a:gd name="connsiteY344" fmla="*/ 6039215 h 6858000"/>
              <a:gd name="connsiteX345" fmla="*/ 3547861 w 7467663"/>
              <a:gd name="connsiteY345" fmla="*/ 6129609 h 6858000"/>
              <a:gd name="connsiteX346" fmla="*/ 3490905 w 7467663"/>
              <a:gd name="connsiteY346" fmla="*/ 6277660 h 6858000"/>
              <a:gd name="connsiteX347" fmla="*/ 3455859 w 7467663"/>
              <a:gd name="connsiteY347" fmla="*/ 6391301 h 6858000"/>
              <a:gd name="connsiteX348" fmla="*/ 3429112 w 7467663"/>
              <a:gd name="connsiteY348" fmla="*/ 6479469 h 6858000"/>
              <a:gd name="connsiteX349" fmla="*/ 3304862 w 7467663"/>
              <a:gd name="connsiteY349" fmla="*/ 6796476 h 6858000"/>
              <a:gd name="connsiteX350" fmla="*/ 3276071 w 7467663"/>
              <a:gd name="connsiteY350" fmla="*/ 6858000 h 6858000"/>
              <a:gd name="connsiteX351" fmla="*/ 3240805 w 7467663"/>
              <a:gd name="connsiteY351" fmla="*/ 6858000 h 6858000"/>
              <a:gd name="connsiteX352" fmla="*/ 3275917 w 7467663"/>
              <a:gd name="connsiteY352" fmla="*/ 6783192 h 6858000"/>
              <a:gd name="connsiteX353" fmla="*/ 3399358 w 7467663"/>
              <a:gd name="connsiteY353" fmla="*/ 6469011 h 6858000"/>
              <a:gd name="connsiteX354" fmla="*/ 3425650 w 7467663"/>
              <a:gd name="connsiteY354" fmla="*/ 6381333 h 6858000"/>
              <a:gd name="connsiteX355" fmla="*/ 3460661 w 7467663"/>
              <a:gd name="connsiteY355" fmla="*/ 6266763 h 6858000"/>
              <a:gd name="connsiteX356" fmla="*/ 3518021 w 7467663"/>
              <a:gd name="connsiteY356" fmla="*/ 6117298 h 6858000"/>
              <a:gd name="connsiteX357" fmla="*/ 3554035 w 7467663"/>
              <a:gd name="connsiteY357" fmla="*/ 6027832 h 6858000"/>
              <a:gd name="connsiteX358" fmla="*/ 3677174 w 7467663"/>
              <a:gd name="connsiteY358" fmla="*/ 5636351 h 6858000"/>
              <a:gd name="connsiteX359" fmla="*/ 3698819 w 7467663"/>
              <a:gd name="connsiteY359" fmla="*/ 5560503 h 6858000"/>
              <a:gd name="connsiteX360" fmla="*/ 3702094 w 7467663"/>
              <a:gd name="connsiteY360" fmla="*/ 5549194 h 6858000"/>
              <a:gd name="connsiteX361" fmla="*/ 3398355 w 7467663"/>
              <a:gd name="connsiteY361" fmla="*/ 6094603 h 6858000"/>
              <a:gd name="connsiteX362" fmla="*/ 3193941 w 7467663"/>
              <a:gd name="connsiteY362" fmla="*/ 6798775 h 6858000"/>
              <a:gd name="connsiteX363" fmla="*/ 3184140 w 7467663"/>
              <a:gd name="connsiteY363" fmla="*/ 6858000 h 6858000"/>
              <a:gd name="connsiteX364" fmla="*/ 3099978 w 7467663"/>
              <a:gd name="connsiteY364" fmla="*/ 6858000 h 6858000"/>
              <a:gd name="connsiteX365" fmla="*/ 3101556 w 7467663"/>
              <a:gd name="connsiteY365" fmla="*/ 6843337 h 6858000"/>
              <a:gd name="connsiteX366" fmla="*/ 3370162 w 7467663"/>
              <a:gd name="connsiteY366" fmla="*/ 5785550 h 6858000"/>
              <a:gd name="connsiteX367" fmla="*/ 3746477 w 7467663"/>
              <a:gd name="connsiteY367" fmla="*/ 5377889 h 6858000"/>
              <a:gd name="connsiteX368" fmla="*/ 3863399 w 7467663"/>
              <a:gd name="connsiteY368" fmla="*/ 5087257 h 6858000"/>
              <a:gd name="connsiteX369" fmla="*/ 3968712 w 7467663"/>
              <a:gd name="connsiteY369" fmla="*/ 4913989 h 6858000"/>
              <a:gd name="connsiteX370" fmla="*/ 2792390 w 7467663"/>
              <a:gd name="connsiteY370" fmla="*/ 5382974 h 6858000"/>
              <a:gd name="connsiteX371" fmla="*/ 2714982 w 7467663"/>
              <a:gd name="connsiteY371" fmla="*/ 5427051 h 6858000"/>
              <a:gd name="connsiteX372" fmla="*/ 2813361 w 7467663"/>
              <a:gd name="connsiteY372" fmla="*/ 6023912 h 6858000"/>
              <a:gd name="connsiteX373" fmla="*/ 2688430 w 7467663"/>
              <a:gd name="connsiteY373" fmla="*/ 6801564 h 6858000"/>
              <a:gd name="connsiteX374" fmla="*/ 2629626 w 7467663"/>
              <a:gd name="connsiteY374" fmla="*/ 6763394 h 6858000"/>
              <a:gd name="connsiteX375" fmla="*/ 2565328 w 7467663"/>
              <a:gd name="connsiteY375" fmla="*/ 5516399 h 6858000"/>
              <a:gd name="connsiteX376" fmla="*/ 1922999 w 7467663"/>
              <a:gd name="connsiteY376" fmla="*/ 5980343 h 6858000"/>
              <a:gd name="connsiteX377" fmla="*/ 1950261 w 7467663"/>
              <a:gd name="connsiteY377" fmla="*/ 6405858 h 6858000"/>
              <a:gd name="connsiteX378" fmla="*/ 2365554 w 7467663"/>
              <a:gd name="connsiteY378" fmla="*/ 6759107 h 6858000"/>
              <a:gd name="connsiteX379" fmla="*/ 2424142 w 7467663"/>
              <a:gd name="connsiteY379" fmla="*/ 6858000 h 6858000"/>
              <a:gd name="connsiteX380" fmla="*/ 2395994 w 7467663"/>
              <a:gd name="connsiteY380" fmla="*/ 6858000 h 6858000"/>
              <a:gd name="connsiteX381" fmla="*/ 2392863 w 7467663"/>
              <a:gd name="connsiteY381" fmla="*/ 6852964 h 6858000"/>
              <a:gd name="connsiteX382" fmla="*/ 2017589 w 7467663"/>
              <a:gd name="connsiteY382" fmla="*/ 6493982 h 6858000"/>
              <a:gd name="connsiteX383" fmla="*/ 2147336 w 7467663"/>
              <a:gd name="connsiteY383" fmla="*/ 6594052 h 6858000"/>
              <a:gd name="connsiteX384" fmla="*/ 2207047 w 7467663"/>
              <a:gd name="connsiteY384" fmla="*/ 6654540 h 6858000"/>
              <a:gd name="connsiteX385" fmla="*/ 2299106 w 7467663"/>
              <a:gd name="connsiteY385" fmla="*/ 6778931 h 6858000"/>
              <a:gd name="connsiteX386" fmla="*/ 2314430 w 7467663"/>
              <a:gd name="connsiteY386" fmla="*/ 6801144 h 6858000"/>
              <a:gd name="connsiteX387" fmla="*/ 2352406 w 7467663"/>
              <a:gd name="connsiteY387" fmla="*/ 6858000 h 6858000"/>
              <a:gd name="connsiteX388" fmla="*/ 2314492 w 7467663"/>
              <a:gd name="connsiteY388" fmla="*/ 6858000 h 6858000"/>
              <a:gd name="connsiteX389" fmla="*/ 2288095 w 7467663"/>
              <a:gd name="connsiteY389" fmla="*/ 6818030 h 6858000"/>
              <a:gd name="connsiteX390" fmla="*/ 2272768 w 7467663"/>
              <a:gd name="connsiteY390" fmla="*/ 6795822 h 6858000"/>
              <a:gd name="connsiteX391" fmla="*/ 2182715 w 7467663"/>
              <a:gd name="connsiteY391" fmla="*/ 6675071 h 6858000"/>
              <a:gd name="connsiteX392" fmla="*/ 2032061 w 7467663"/>
              <a:gd name="connsiteY392" fmla="*/ 6541380 h 6858000"/>
              <a:gd name="connsiteX393" fmla="*/ 2257220 w 7467663"/>
              <a:gd name="connsiteY393" fmla="*/ 6826257 h 6858000"/>
              <a:gd name="connsiteX394" fmla="*/ 2281324 w 7467663"/>
              <a:gd name="connsiteY394" fmla="*/ 6858000 h 6858000"/>
              <a:gd name="connsiteX395" fmla="*/ 2242860 w 7467663"/>
              <a:gd name="connsiteY395" fmla="*/ 6858000 h 6858000"/>
              <a:gd name="connsiteX396" fmla="*/ 2232818 w 7467663"/>
              <a:gd name="connsiteY396" fmla="*/ 6844926 h 6858000"/>
              <a:gd name="connsiteX397" fmla="*/ 1990172 w 7467663"/>
              <a:gd name="connsiteY397" fmla="*/ 6542121 h 6858000"/>
              <a:gd name="connsiteX398" fmla="*/ 2124090 w 7467663"/>
              <a:gd name="connsiteY398" fmla="*/ 6761017 h 6858000"/>
              <a:gd name="connsiteX399" fmla="*/ 2200380 w 7467663"/>
              <a:gd name="connsiteY399" fmla="*/ 6858000 h 6858000"/>
              <a:gd name="connsiteX400" fmla="*/ 2147507 w 7467663"/>
              <a:gd name="connsiteY400" fmla="*/ 6858000 h 6858000"/>
              <a:gd name="connsiteX401" fmla="*/ 2070668 w 7467663"/>
              <a:gd name="connsiteY401" fmla="*/ 6761520 h 6858000"/>
              <a:gd name="connsiteX402" fmla="*/ 1975142 w 7467663"/>
              <a:gd name="connsiteY402" fmla="*/ 6585570 h 6858000"/>
              <a:gd name="connsiteX403" fmla="*/ 2050035 w 7467663"/>
              <a:gd name="connsiteY403" fmla="*/ 6813345 h 6858000"/>
              <a:gd name="connsiteX404" fmla="*/ 2063025 w 7467663"/>
              <a:gd name="connsiteY404" fmla="*/ 6858000 h 6858000"/>
              <a:gd name="connsiteX405" fmla="*/ 2021675 w 7467663"/>
              <a:gd name="connsiteY405" fmla="*/ 6858000 h 6858000"/>
              <a:gd name="connsiteX406" fmla="*/ 2019308 w 7467663"/>
              <a:gd name="connsiteY406" fmla="*/ 6847118 h 6858000"/>
              <a:gd name="connsiteX407" fmla="*/ 1938835 w 7467663"/>
              <a:gd name="connsiteY407" fmla="*/ 6551160 h 6858000"/>
              <a:gd name="connsiteX408" fmla="*/ 1953230 w 7467663"/>
              <a:gd name="connsiteY408" fmla="*/ 6759699 h 6858000"/>
              <a:gd name="connsiteX409" fmla="*/ 1956763 w 7467663"/>
              <a:gd name="connsiteY409" fmla="*/ 6778191 h 6858000"/>
              <a:gd name="connsiteX410" fmla="*/ 1967925 w 7467663"/>
              <a:gd name="connsiteY410" fmla="*/ 6858000 h 6858000"/>
              <a:gd name="connsiteX411" fmla="*/ 1936622 w 7467663"/>
              <a:gd name="connsiteY411" fmla="*/ 6858000 h 6858000"/>
              <a:gd name="connsiteX412" fmla="*/ 1926261 w 7467663"/>
              <a:gd name="connsiteY412" fmla="*/ 6784064 h 6858000"/>
              <a:gd name="connsiteX413" fmla="*/ 1922724 w 7467663"/>
              <a:gd name="connsiteY413" fmla="*/ 6765577 h 6858000"/>
              <a:gd name="connsiteX414" fmla="*/ 1904650 w 7467663"/>
              <a:gd name="connsiteY414" fmla="*/ 6639616 h 6858000"/>
              <a:gd name="connsiteX415" fmla="*/ 1885273 w 7467663"/>
              <a:gd name="connsiteY415" fmla="*/ 6858000 h 6858000"/>
              <a:gd name="connsiteX416" fmla="*/ 1854363 w 7467663"/>
              <a:gd name="connsiteY416" fmla="*/ 6858000 h 6858000"/>
              <a:gd name="connsiteX417" fmla="*/ 1880391 w 7467663"/>
              <a:gd name="connsiteY417" fmla="*/ 6603796 h 6858000"/>
              <a:gd name="connsiteX418" fmla="*/ 1818273 w 7467663"/>
              <a:gd name="connsiteY418" fmla="*/ 6715729 h 6858000"/>
              <a:gd name="connsiteX419" fmla="*/ 1794691 w 7467663"/>
              <a:gd name="connsiteY419" fmla="*/ 6843239 h 6858000"/>
              <a:gd name="connsiteX420" fmla="*/ 1794914 w 7467663"/>
              <a:gd name="connsiteY420" fmla="*/ 6858000 h 6858000"/>
              <a:gd name="connsiteX421" fmla="*/ 1746128 w 7467663"/>
              <a:gd name="connsiteY421" fmla="*/ 6858000 h 6858000"/>
              <a:gd name="connsiteX422" fmla="*/ 1753934 w 7467663"/>
              <a:gd name="connsiteY422" fmla="*/ 6724796 h 6858000"/>
              <a:gd name="connsiteX423" fmla="*/ 1792053 w 7467663"/>
              <a:gd name="connsiteY423" fmla="*/ 6572396 h 6858000"/>
              <a:gd name="connsiteX424" fmla="*/ 1862248 w 7467663"/>
              <a:gd name="connsiteY424" fmla="*/ 6266397 h 6858000"/>
              <a:gd name="connsiteX425" fmla="*/ 1862250 w 7467663"/>
              <a:gd name="connsiteY425" fmla="*/ 6033531 h 6858000"/>
              <a:gd name="connsiteX426" fmla="*/ 1211999 w 7467663"/>
              <a:gd name="connsiteY426" fmla="*/ 6683610 h 6858000"/>
              <a:gd name="connsiteX427" fmla="*/ 1213266 w 7467663"/>
              <a:gd name="connsiteY427" fmla="*/ 6691947 h 6858000"/>
              <a:gd name="connsiteX428" fmla="*/ 1203370 w 7467663"/>
              <a:gd name="connsiteY428" fmla="*/ 6850676 h 6858000"/>
              <a:gd name="connsiteX429" fmla="*/ 1203671 w 7467663"/>
              <a:gd name="connsiteY429" fmla="*/ 6858000 h 6858000"/>
              <a:gd name="connsiteX430" fmla="*/ 1143180 w 7467663"/>
              <a:gd name="connsiteY430" fmla="*/ 6858000 h 6858000"/>
              <a:gd name="connsiteX431" fmla="*/ 1142176 w 7467663"/>
              <a:gd name="connsiteY431" fmla="*/ 6766045 h 6858000"/>
              <a:gd name="connsiteX432" fmla="*/ 1067484 w 7467663"/>
              <a:gd name="connsiteY432" fmla="*/ 6858000 h 6858000"/>
              <a:gd name="connsiteX433" fmla="*/ 953928 w 7467663"/>
              <a:gd name="connsiteY433" fmla="*/ 6858000 h 6858000"/>
              <a:gd name="connsiteX434" fmla="*/ 959715 w 7467663"/>
              <a:gd name="connsiteY434" fmla="*/ 6850185 h 6858000"/>
              <a:gd name="connsiteX435" fmla="*/ 1483788 w 7467663"/>
              <a:gd name="connsiteY435" fmla="*/ 6259174 h 6858000"/>
              <a:gd name="connsiteX436" fmla="*/ 1100671 w 7467663"/>
              <a:gd name="connsiteY436" fmla="*/ 6252137 h 6858000"/>
              <a:gd name="connsiteX437" fmla="*/ 1090144 w 7467663"/>
              <a:gd name="connsiteY437" fmla="*/ 6256748 h 6858000"/>
              <a:gd name="connsiteX438" fmla="*/ 1095872 w 7467663"/>
              <a:gd name="connsiteY438" fmla="*/ 6271892 h 6858000"/>
              <a:gd name="connsiteX439" fmla="*/ 262785 w 7467663"/>
              <a:gd name="connsiteY439" fmla="*/ 6845450 h 6858000"/>
              <a:gd name="connsiteX440" fmla="*/ 209968 w 7467663"/>
              <a:gd name="connsiteY440" fmla="*/ 6770713 h 6858000"/>
              <a:gd name="connsiteX441" fmla="*/ 873460 w 7467663"/>
              <a:gd name="connsiteY441" fmla="*/ 6253768 h 6858000"/>
              <a:gd name="connsiteX442" fmla="*/ 192686 w 7467663"/>
              <a:gd name="connsiteY442" fmla="*/ 5849257 h 6858000"/>
              <a:gd name="connsiteX443" fmla="*/ 4696 w 7467663"/>
              <a:gd name="connsiteY443" fmla="*/ 5697668 h 6858000"/>
              <a:gd name="connsiteX444" fmla="*/ 0 w 7467663"/>
              <a:gd name="connsiteY444" fmla="*/ 5689984 h 6858000"/>
              <a:gd name="connsiteX445" fmla="*/ 0 w 7467663"/>
              <a:gd name="connsiteY445" fmla="*/ 5513472 h 6858000"/>
              <a:gd name="connsiteX446" fmla="*/ 174101 w 7467663"/>
              <a:gd name="connsiteY446" fmla="*/ 5620277 h 6858000"/>
              <a:gd name="connsiteX447" fmla="*/ 891800 w 7467663"/>
              <a:gd name="connsiteY447" fmla="*/ 6036935 h 6858000"/>
              <a:gd name="connsiteX448" fmla="*/ 1072219 w 7467663"/>
              <a:gd name="connsiteY448" fmla="*/ 6169443 h 6858000"/>
              <a:gd name="connsiteX449" fmla="*/ 1074117 w 7467663"/>
              <a:gd name="connsiteY449" fmla="*/ 6170301 h 6858000"/>
              <a:gd name="connsiteX450" fmla="*/ 1083114 w 7467663"/>
              <a:gd name="connsiteY450" fmla="*/ 6174131 h 6858000"/>
              <a:gd name="connsiteX451" fmla="*/ 1543010 w 7467663"/>
              <a:gd name="connsiteY451" fmla="*/ 6191140 h 6858000"/>
              <a:gd name="connsiteX452" fmla="*/ 1551080 w 7467663"/>
              <a:gd name="connsiteY452" fmla="*/ 6195006 h 6858000"/>
              <a:gd name="connsiteX453" fmla="*/ 2345443 w 7467663"/>
              <a:gd name="connsiteY453" fmla="*/ 5549882 h 6858000"/>
              <a:gd name="connsiteX454" fmla="*/ 1721499 w 7467663"/>
              <a:gd name="connsiteY454" fmla="*/ 5599969 h 6858000"/>
              <a:gd name="connsiteX455" fmla="*/ 767716 w 7467663"/>
              <a:gd name="connsiteY455" fmla="*/ 5472768 h 6858000"/>
              <a:gd name="connsiteX456" fmla="*/ 722147 w 7467663"/>
              <a:gd name="connsiteY456" fmla="*/ 5393091 h 6858000"/>
              <a:gd name="connsiteX457" fmla="*/ 1485552 w 7467663"/>
              <a:gd name="connsiteY457" fmla="*/ 5313202 h 6858000"/>
              <a:gd name="connsiteX458" fmla="*/ 2143004 w 7467663"/>
              <a:gd name="connsiteY458" fmla="*/ 5402420 h 6858000"/>
              <a:gd name="connsiteX459" fmla="*/ 1933391 w 7467663"/>
              <a:gd name="connsiteY459" fmla="*/ 5156971 h 6858000"/>
              <a:gd name="connsiteX460" fmla="*/ 1827118 w 7467663"/>
              <a:gd name="connsiteY460" fmla="*/ 4968410 h 6858000"/>
              <a:gd name="connsiteX461" fmla="*/ 1837349 w 7467663"/>
              <a:gd name="connsiteY461" fmla="*/ 4956357 h 6858000"/>
              <a:gd name="connsiteX462" fmla="*/ 2162835 w 7467663"/>
              <a:gd name="connsiteY462" fmla="*/ 5187853 h 6858000"/>
              <a:gd name="connsiteX463" fmla="*/ 2257167 w 7467663"/>
              <a:gd name="connsiteY463" fmla="*/ 5462123 h 6858000"/>
              <a:gd name="connsiteX464" fmla="*/ 2261598 w 7467663"/>
              <a:gd name="connsiteY464" fmla="*/ 5467998 h 6858000"/>
              <a:gd name="connsiteX465" fmla="*/ 2437177 w 7467663"/>
              <a:gd name="connsiteY465" fmla="*/ 5479608 h 6858000"/>
              <a:gd name="connsiteX466" fmla="*/ 2445247 w 7467663"/>
              <a:gd name="connsiteY466" fmla="*/ 5483476 h 6858000"/>
              <a:gd name="connsiteX467" fmla="*/ 2743626 w 7467663"/>
              <a:gd name="connsiteY467" fmla="*/ 5304819 h 6858000"/>
              <a:gd name="connsiteX468" fmla="*/ 3048102 w 7467663"/>
              <a:gd name="connsiteY468" fmla="*/ 5150595 h 6858000"/>
              <a:gd name="connsiteX469" fmla="*/ 1799414 w 7467663"/>
              <a:gd name="connsiteY469" fmla="*/ 4694732 h 6858000"/>
              <a:gd name="connsiteX470" fmla="*/ 1771735 w 7467663"/>
              <a:gd name="connsiteY470" fmla="*/ 4619929 h 6858000"/>
              <a:gd name="connsiteX471" fmla="*/ 3104273 w 7467663"/>
              <a:gd name="connsiteY471" fmla="*/ 5076159 h 6858000"/>
              <a:gd name="connsiteX472" fmla="*/ 3113245 w 7467663"/>
              <a:gd name="connsiteY472" fmla="*/ 5090705 h 6858000"/>
              <a:gd name="connsiteX473" fmla="*/ 3126294 w 7467663"/>
              <a:gd name="connsiteY473" fmla="*/ 5114400 h 6858000"/>
              <a:gd name="connsiteX474" fmla="*/ 3937433 w 7467663"/>
              <a:gd name="connsiteY474" fmla="*/ 4830473 h 6858000"/>
              <a:gd name="connsiteX475" fmla="*/ 3590475 w 7467663"/>
              <a:gd name="connsiteY475" fmla="*/ 4597974 h 6858000"/>
              <a:gd name="connsiteX476" fmla="*/ 3100264 w 7467663"/>
              <a:gd name="connsiteY476" fmla="*/ 4579845 h 6858000"/>
              <a:gd name="connsiteX477" fmla="*/ 2183576 w 7467663"/>
              <a:gd name="connsiteY477" fmla="*/ 4227150 h 6858000"/>
              <a:gd name="connsiteX478" fmla="*/ 2151029 w 7467663"/>
              <a:gd name="connsiteY478" fmla="*/ 4146947 h 6858000"/>
              <a:gd name="connsiteX479" fmla="*/ 3563434 w 7467663"/>
              <a:gd name="connsiteY479" fmla="*/ 4469115 h 6858000"/>
              <a:gd name="connsiteX480" fmla="*/ 3177952 w 7467663"/>
              <a:gd name="connsiteY480" fmla="*/ 3657386 h 6858000"/>
              <a:gd name="connsiteX481" fmla="*/ 3189263 w 7467663"/>
              <a:gd name="connsiteY481" fmla="*/ 3625726 h 6858000"/>
              <a:gd name="connsiteX482" fmla="*/ 3560912 w 7467663"/>
              <a:gd name="connsiteY482" fmla="*/ 4079863 h 6858000"/>
              <a:gd name="connsiteX483" fmla="*/ 3626636 w 7467663"/>
              <a:gd name="connsiteY483" fmla="*/ 4512230 h 6858000"/>
              <a:gd name="connsiteX484" fmla="*/ 3653088 w 7467663"/>
              <a:gd name="connsiteY484" fmla="*/ 4521417 h 6858000"/>
              <a:gd name="connsiteX485" fmla="*/ 3988128 w 7467663"/>
              <a:gd name="connsiteY485" fmla="*/ 4817267 h 6858000"/>
              <a:gd name="connsiteX486" fmla="*/ 4830582 w 7467663"/>
              <a:gd name="connsiteY486" fmla="*/ 4676000 h 6858000"/>
              <a:gd name="connsiteX487" fmla="*/ 4830100 w 7467663"/>
              <a:gd name="connsiteY487" fmla="*/ 4675554 h 6858000"/>
              <a:gd name="connsiteX488" fmla="*/ 4036318 w 7467663"/>
              <a:gd name="connsiteY488" fmla="*/ 4147013 h 6858000"/>
              <a:gd name="connsiteX489" fmla="*/ 3432098 w 7467663"/>
              <a:gd name="connsiteY489" fmla="*/ 3537312 h 6858000"/>
              <a:gd name="connsiteX490" fmla="*/ 3446761 w 7467663"/>
              <a:gd name="connsiteY490" fmla="*/ 3461278 h 6858000"/>
              <a:gd name="connsiteX491" fmla="*/ 4419733 w 7467663"/>
              <a:gd name="connsiteY491" fmla="*/ 3963555 h 6858000"/>
              <a:gd name="connsiteX492" fmla="*/ 4781371 w 7467663"/>
              <a:gd name="connsiteY492" fmla="*/ 4458604 h 6858000"/>
              <a:gd name="connsiteX493" fmla="*/ 4780440 w 7467663"/>
              <a:gd name="connsiteY493" fmla="*/ 4470290 h 6858000"/>
              <a:gd name="connsiteX494" fmla="*/ 4898954 w 7467663"/>
              <a:gd name="connsiteY494" fmla="*/ 4662092 h 6858000"/>
              <a:gd name="connsiteX495" fmla="*/ 4900699 w 7467663"/>
              <a:gd name="connsiteY495" fmla="*/ 4670867 h 6858000"/>
              <a:gd name="connsiteX496" fmla="*/ 5714511 w 7467663"/>
              <a:gd name="connsiteY496" fmla="*/ 4663483 h 6858000"/>
              <a:gd name="connsiteX497" fmla="*/ 5464793 w 7467663"/>
              <a:gd name="connsiteY497" fmla="*/ 4393556 h 6858000"/>
              <a:gd name="connsiteX498" fmla="*/ 5461897 w 7467663"/>
              <a:gd name="connsiteY498" fmla="*/ 4390879 h 6858000"/>
              <a:gd name="connsiteX499" fmla="*/ 4294126 w 7467663"/>
              <a:gd name="connsiteY499" fmla="*/ 3303048 h 6858000"/>
              <a:gd name="connsiteX500" fmla="*/ 4305321 w 7467663"/>
              <a:gd name="connsiteY500" fmla="*/ 3256953 h 6858000"/>
              <a:gd name="connsiteX501" fmla="*/ 4949299 w 7467663"/>
              <a:gd name="connsiteY501" fmla="*/ 3766336 h 6858000"/>
              <a:gd name="connsiteX502" fmla="*/ 5291452 w 7467663"/>
              <a:gd name="connsiteY502" fmla="*/ 4076801 h 6858000"/>
              <a:gd name="connsiteX503" fmla="*/ 5434998 w 7467663"/>
              <a:gd name="connsiteY503" fmla="*/ 4254100 h 6858000"/>
              <a:gd name="connsiteX504" fmla="*/ 5351015 w 7467663"/>
              <a:gd name="connsiteY504" fmla="*/ 3760989 h 6858000"/>
              <a:gd name="connsiteX505" fmla="*/ 5413780 w 7467663"/>
              <a:gd name="connsiteY505" fmla="*/ 2966265 h 6858000"/>
              <a:gd name="connsiteX506" fmla="*/ 5425627 w 7467663"/>
              <a:gd name="connsiteY506" fmla="*/ 2954192 h 6858000"/>
              <a:gd name="connsiteX507" fmla="*/ 6604735 w 7467663"/>
              <a:gd name="connsiteY507" fmla="*/ 2041381 h 6858000"/>
              <a:gd name="connsiteX508" fmla="*/ 7204487 w 7467663"/>
              <a:gd name="connsiteY508" fmla="*/ 2742112 h 6858000"/>
              <a:gd name="connsiteX509" fmla="*/ 7131592 w 7467663"/>
              <a:gd name="connsiteY509" fmla="*/ 2672096 h 6858000"/>
              <a:gd name="connsiteX510" fmla="*/ 6996344 w 7467663"/>
              <a:gd name="connsiteY510" fmla="*/ 2518310 h 6858000"/>
              <a:gd name="connsiteX511" fmla="*/ 6735495 w 7467663"/>
              <a:gd name="connsiteY511" fmla="*/ 2196890 h 6858000"/>
              <a:gd name="connsiteX512" fmla="*/ 6721901 w 7467663"/>
              <a:gd name="connsiteY512" fmla="*/ 2179274 h 6858000"/>
              <a:gd name="connsiteX513" fmla="*/ 6604735 w 7467663"/>
              <a:gd name="connsiteY513" fmla="*/ 2041381 h 6858000"/>
              <a:gd name="connsiteX514" fmla="*/ 6591670 w 7467663"/>
              <a:gd name="connsiteY514" fmla="*/ 1988277 h 6858000"/>
              <a:gd name="connsiteX515" fmla="*/ 6747349 w 7467663"/>
              <a:gd name="connsiteY515" fmla="*/ 2160069 h 6858000"/>
              <a:gd name="connsiteX516" fmla="*/ 6760943 w 7467663"/>
              <a:gd name="connsiteY516" fmla="*/ 2177686 h 6858000"/>
              <a:gd name="connsiteX517" fmla="*/ 7021065 w 7467663"/>
              <a:gd name="connsiteY517" fmla="*/ 2498102 h 6858000"/>
              <a:gd name="connsiteX518" fmla="*/ 7155223 w 7467663"/>
              <a:gd name="connsiteY518" fmla="*/ 2650386 h 6858000"/>
              <a:gd name="connsiteX519" fmla="*/ 7203167 w 7467663"/>
              <a:gd name="connsiteY519" fmla="*/ 2697288 h 6858000"/>
              <a:gd name="connsiteX520" fmla="*/ 6937703 w 7467663"/>
              <a:gd name="connsiteY520" fmla="*/ 2321981 h 6858000"/>
              <a:gd name="connsiteX521" fmla="*/ 6591670 w 7467663"/>
              <a:gd name="connsiteY521" fmla="*/ 1988277 h 6858000"/>
              <a:gd name="connsiteX522" fmla="*/ 5798671 w 7467663"/>
              <a:gd name="connsiteY522" fmla="*/ 1981601 h 6858000"/>
              <a:gd name="connsiteX523" fmla="*/ 5754709 w 7467663"/>
              <a:gd name="connsiteY523" fmla="*/ 2071454 h 6858000"/>
              <a:gd name="connsiteX524" fmla="*/ 5763044 w 7467663"/>
              <a:gd name="connsiteY524" fmla="*/ 2842206 h 6858000"/>
              <a:gd name="connsiteX525" fmla="*/ 5764974 w 7467663"/>
              <a:gd name="connsiteY525" fmla="*/ 2799609 h 6858000"/>
              <a:gd name="connsiteX526" fmla="*/ 5767665 w 7467663"/>
              <a:gd name="connsiteY526" fmla="*/ 2666409 h 6858000"/>
              <a:gd name="connsiteX527" fmla="*/ 5763055 w 7467663"/>
              <a:gd name="connsiteY527" fmla="*/ 2579705 h 6858000"/>
              <a:gd name="connsiteX528" fmla="*/ 5758079 w 7467663"/>
              <a:gd name="connsiteY528" fmla="*/ 2492508 h 6858000"/>
              <a:gd name="connsiteX529" fmla="*/ 5779325 w 7467663"/>
              <a:gd name="connsiteY529" fmla="*/ 2197069 h 6858000"/>
              <a:gd name="connsiteX530" fmla="*/ 5798671 w 7467663"/>
              <a:gd name="connsiteY530" fmla="*/ 1981601 h 6858000"/>
              <a:gd name="connsiteX531" fmla="*/ 5829202 w 7467663"/>
              <a:gd name="connsiteY531" fmla="*/ 1971679 h 6858000"/>
              <a:gd name="connsiteX532" fmla="*/ 5809558 w 7467663"/>
              <a:gd name="connsiteY532" fmla="*/ 2198043 h 6858000"/>
              <a:gd name="connsiteX533" fmla="*/ 5788653 w 7467663"/>
              <a:gd name="connsiteY533" fmla="*/ 2489430 h 6858000"/>
              <a:gd name="connsiteX534" fmla="*/ 5793439 w 7467663"/>
              <a:gd name="connsiteY534" fmla="*/ 2575235 h 6858000"/>
              <a:gd name="connsiteX535" fmla="*/ 5796837 w 7467663"/>
              <a:gd name="connsiteY535" fmla="*/ 2637633 h 6858000"/>
              <a:gd name="connsiteX536" fmla="*/ 5818614 w 7467663"/>
              <a:gd name="connsiteY536" fmla="*/ 2473055 h 6858000"/>
              <a:gd name="connsiteX537" fmla="*/ 5829202 w 7467663"/>
              <a:gd name="connsiteY537" fmla="*/ 1971679 h 6858000"/>
              <a:gd name="connsiteX538" fmla="*/ 5911389 w 7467663"/>
              <a:gd name="connsiteY538" fmla="*/ 1898371 h 6858000"/>
              <a:gd name="connsiteX539" fmla="*/ 6237627 w 7467663"/>
              <a:gd name="connsiteY539" fmla="*/ 2231921 h 6858000"/>
              <a:gd name="connsiteX540" fmla="*/ 5911389 w 7467663"/>
              <a:gd name="connsiteY540" fmla="*/ 1898371 h 6858000"/>
              <a:gd name="connsiteX541" fmla="*/ 6944437 w 7467663"/>
              <a:gd name="connsiteY541" fmla="*/ 1575402 h 6858000"/>
              <a:gd name="connsiteX542" fmla="*/ 6304730 w 7467663"/>
              <a:gd name="connsiteY542" fmla="*/ 1766654 h 6858000"/>
              <a:gd name="connsiteX543" fmla="*/ 6944437 w 7467663"/>
              <a:gd name="connsiteY543" fmla="*/ 1575402 h 6858000"/>
              <a:gd name="connsiteX544" fmla="*/ 7019523 w 7467663"/>
              <a:gd name="connsiteY544" fmla="*/ 1519450 h 6858000"/>
              <a:gd name="connsiteX545" fmla="*/ 6298091 w 7467663"/>
              <a:gd name="connsiteY545" fmla="*/ 1737122 h 6858000"/>
              <a:gd name="connsiteX546" fmla="*/ 7019523 w 7467663"/>
              <a:gd name="connsiteY546" fmla="*/ 1519450 h 6858000"/>
              <a:gd name="connsiteX547" fmla="*/ 2399523 w 7467663"/>
              <a:gd name="connsiteY547" fmla="*/ 1428234 h 6858000"/>
              <a:gd name="connsiteX548" fmla="*/ 2224982 w 7467663"/>
              <a:gd name="connsiteY548" fmla="*/ 1826201 h 6858000"/>
              <a:gd name="connsiteX549" fmla="*/ 2096099 w 7467663"/>
              <a:gd name="connsiteY549" fmla="*/ 2345900 h 6858000"/>
              <a:gd name="connsiteX550" fmla="*/ 2283317 w 7467663"/>
              <a:gd name="connsiteY550" fmla="*/ 1796925 h 6858000"/>
              <a:gd name="connsiteX551" fmla="*/ 2399523 w 7467663"/>
              <a:gd name="connsiteY551" fmla="*/ 1428234 h 6858000"/>
              <a:gd name="connsiteX552" fmla="*/ 2448558 w 7467663"/>
              <a:gd name="connsiteY552" fmla="*/ 1373435 h 6858000"/>
              <a:gd name="connsiteX553" fmla="*/ 2312521 w 7467663"/>
              <a:gd name="connsiteY553" fmla="*/ 1806140 h 6858000"/>
              <a:gd name="connsiteX554" fmla="*/ 2127533 w 7467663"/>
              <a:gd name="connsiteY554" fmla="*/ 2348380 h 6858000"/>
              <a:gd name="connsiteX555" fmla="*/ 2358080 w 7467663"/>
              <a:gd name="connsiteY555" fmla="*/ 1866134 h 6858000"/>
              <a:gd name="connsiteX556" fmla="*/ 2407436 w 7467663"/>
              <a:gd name="connsiteY556" fmla="*/ 1651070 h 6858000"/>
              <a:gd name="connsiteX557" fmla="*/ 2448558 w 7467663"/>
              <a:gd name="connsiteY557" fmla="*/ 1373435 h 6858000"/>
              <a:gd name="connsiteX558" fmla="*/ 278707 w 7467663"/>
              <a:gd name="connsiteY558" fmla="*/ 1352270 h 6858000"/>
              <a:gd name="connsiteX559" fmla="*/ 321570 w 7467663"/>
              <a:gd name="connsiteY559" fmla="*/ 1861610 h 6858000"/>
              <a:gd name="connsiteX560" fmla="*/ 294281 w 7467663"/>
              <a:gd name="connsiteY560" fmla="*/ 1440658 h 6858000"/>
              <a:gd name="connsiteX561" fmla="*/ 278707 w 7467663"/>
              <a:gd name="connsiteY561" fmla="*/ 1352270 h 6858000"/>
              <a:gd name="connsiteX562" fmla="*/ 1423821 w 7467663"/>
              <a:gd name="connsiteY562" fmla="*/ 1351958 h 6858000"/>
              <a:gd name="connsiteX563" fmla="*/ 1638521 w 7467663"/>
              <a:gd name="connsiteY563" fmla="*/ 1908470 h 6858000"/>
              <a:gd name="connsiteX564" fmla="*/ 1754199 w 7467663"/>
              <a:gd name="connsiteY564" fmla="*/ 2149284 h 6858000"/>
              <a:gd name="connsiteX565" fmla="*/ 1908359 w 7467663"/>
              <a:gd name="connsiteY565" fmla="*/ 2364988 h 6858000"/>
              <a:gd name="connsiteX566" fmla="*/ 1647661 w 7467663"/>
              <a:gd name="connsiteY566" fmla="*/ 1825945 h 6858000"/>
              <a:gd name="connsiteX567" fmla="*/ 1423821 w 7467663"/>
              <a:gd name="connsiteY567" fmla="*/ 1351958 h 6858000"/>
              <a:gd name="connsiteX568" fmla="*/ 1431890 w 7467663"/>
              <a:gd name="connsiteY568" fmla="*/ 1306475 h 6858000"/>
              <a:gd name="connsiteX569" fmla="*/ 1507597 w 7467663"/>
              <a:gd name="connsiteY569" fmla="*/ 1446132 h 6858000"/>
              <a:gd name="connsiteX570" fmla="*/ 1674586 w 7467663"/>
              <a:gd name="connsiteY570" fmla="*/ 1813832 h 6858000"/>
              <a:gd name="connsiteX571" fmla="*/ 1815950 w 7467663"/>
              <a:gd name="connsiteY571" fmla="*/ 2128564 h 6858000"/>
              <a:gd name="connsiteX572" fmla="*/ 1984242 w 7467663"/>
              <a:gd name="connsiteY572" fmla="*/ 2430829 h 6858000"/>
              <a:gd name="connsiteX573" fmla="*/ 2014023 w 7467663"/>
              <a:gd name="connsiteY573" fmla="*/ 2450995 h 6858000"/>
              <a:gd name="connsiteX574" fmla="*/ 1747337 w 7467663"/>
              <a:gd name="connsiteY574" fmla="*/ 1855264 h 6858000"/>
              <a:gd name="connsiteX575" fmla="*/ 1533749 w 7467663"/>
              <a:gd name="connsiteY575" fmla="*/ 1478656 h 6858000"/>
              <a:gd name="connsiteX576" fmla="*/ 1431890 w 7467663"/>
              <a:gd name="connsiteY576" fmla="*/ 1306475 h 6858000"/>
              <a:gd name="connsiteX577" fmla="*/ 5052692 w 7467663"/>
              <a:gd name="connsiteY577" fmla="*/ 1292994 h 6858000"/>
              <a:gd name="connsiteX578" fmla="*/ 5200661 w 7467663"/>
              <a:gd name="connsiteY578" fmla="*/ 1635186 h 6858000"/>
              <a:gd name="connsiteX579" fmla="*/ 5297138 w 7467663"/>
              <a:gd name="connsiteY579" fmla="*/ 1906351 h 6858000"/>
              <a:gd name="connsiteX580" fmla="*/ 5052692 w 7467663"/>
              <a:gd name="connsiteY580" fmla="*/ 1292994 h 6858000"/>
              <a:gd name="connsiteX581" fmla="*/ 5009948 w 7467663"/>
              <a:gd name="connsiteY581" fmla="*/ 1273619 h 6858000"/>
              <a:gd name="connsiteX582" fmla="*/ 5121777 w 7467663"/>
              <a:gd name="connsiteY582" fmla="*/ 1654213 h 6858000"/>
              <a:gd name="connsiteX583" fmla="*/ 5293545 w 7467663"/>
              <a:gd name="connsiteY583" fmla="*/ 2072247 h 6858000"/>
              <a:gd name="connsiteX584" fmla="*/ 5294042 w 7467663"/>
              <a:gd name="connsiteY584" fmla="*/ 2065019 h 6858000"/>
              <a:gd name="connsiteX585" fmla="*/ 5171936 w 7467663"/>
              <a:gd name="connsiteY585" fmla="*/ 1647613 h 6858000"/>
              <a:gd name="connsiteX586" fmla="*/ 5009948 w 7467663"/>
              <a:gd name="connsiteY586" fmla="*/ 1273619 h 6858000"/>
              <a:gd name="connsiteX587" fmla="*/ 655236 w 7467663"/>
              <a:gd name="connsiteY587" fmla="*/ 1268632 h 6858000"/>
              <a:gd name="connsiteX588" fmla="*/ 839521 w 7467663"/>
              <a:gd name="connsiteY588" fmla="*/ 1685315 h 6858000"/>
              <a:gd name="connsiteX589" fmla="*/ 1109416 w 7467663"/>
              <a:gd name="connsiteY589" fmla="*/ 2061663 h 6858000"/>
              <a:gd name="connsiteX590" fmla="*/ 1298300 w 7467663"/>
              <a:gd name="connsiteY590" fmla="*/ 2247742 h 6858000"/>
              <a:gd name="connsiteX591" fmla="*/ 1125871 w 7467663"/>
              <a:gd name="connsiteY591" fmla="*/ 1989513 h 6858000"/>
              <a:gd name="connsiteX592" fmla="*/ 981574 w 7467663"/>
              <a:gd name="connsiteY592" fmla="*/ 1783157 h 6858000"/>
              <a:gd name="connsiteX593" fmla="*/ 922198 w 7467663"/>
              <a:gd name="connsiteY593" fmla="*/ 1677437 h 6858000"/>
              <a:gd name="connsiteX594" fmla="*/ 869293 w 7467663"/>
              <a:gd name="connsiteY594" fmla="*/ 1583214 h 6858000"/>
              <a:gd name="connsiteX595" fmla="*/ 751431 w 7467663"/>
              <a:gd name="connsiteY595" fmla="*/ 1405731 h 6858000"/>
              <a:gd name="connsiteX596" fmla="*/ 655236 w 7467663"/>
              <a:gd name="connsiteY596" fmla="*/ 1268632 h 6858000"/>
              <a:gd name="connsiteX597" fmla="*/ 6516292 w 7467663"/>
              <a:gd name="connsiteY597" fmla="*/ 1263064 h 6858000"/>
              <a:gd name="connsiteX598" fmla="*/ 5736320 w 7467663"/>
              <a:gd name="connsiteY598" fmla="*/ 1501803 h 6858000"/>
              <a:gd name="connsiteX599" fmla="*/ 6516292 w 7467663"/>
              <a:gd name="connsiteY599" fmla="*/ 1263064 h 6858000"/>
              <a:gd name="connsiteX600" fmla="*/ 291466 w 7467663"/>
              <a:gd name="connsiteY600" fmla="*/ 1250369 h 6858000"/>
              <a:gd name="connsiteX601" fmla="*/ 323180 w 7467663"/>
              <a:gd name="connsiteY601" fmla="*/ 1435283 h 6858000"/>
              <a:gd name="connsiteX602" fmla="*/ 349381 w 7467663"/>
              <a:gd name="connsiteY602" fmla="*/ 1875041 h 6858000"/>
              <a:gd name="connsiteX603" fmla="*/ 374363 w 7467663"/>
              <a:gd name="connsiteY603" fmla="*/ 1506494 h 6858000"/>
              <a:gd name="connsiteX604" fmla="*/ 302168 w 7467663"/>
              <a:gd name="connsiteY604" fmla="*/ 1274495 h 6858000"/>
              <a:gd name="connsiteX605" fmla="*/ 291466 w 7467663"/>
              <a:gd name="connsiteY605" fmla="*/ 1250369 h 6858000"/>
              <a:gd name="connsiteX606" fmla="*/ 678222 w 7467663"/>
              <a:gd name="connsiteY606" fmla="*/ 1248670 h 6858000"/>
              <a:gd name="connsiteX607" fmla="*/ 775536 w 7467663"/>
              <a:gd name="connsiteY607" fmla="*/ 1388015 h 6858000"/>
              <a:gd name="connsiteX608" fmla="*/ 894529 w 7467663"/>
              <a:gd name="connsiteY608" fmla="*/ 1567739 h 6858000"/>
              <a:gd name="connsiteX609" fmla="*/ 948000 w 7467663"/>
              <a:gd name="connsiteY609" fmla="*/ 1663088 h 6858000"/>
              <a:gd name="connsiteX610" fmla="*/ 1006812 w 7467663"/>
              <a:gd name="connsiteY610" fmla="*/ 1767683 h 6858000"/>
              <a:gd name="connsiteX611" fmla="*/ 1149133 w 7467663"/>
              <a:gd name="connsiteY611" fmla="*/ 1971513 h 6858000"/>
              <a:gd name="connsiteX612" fmla="*/ 1333952 w 7467663"/>
              <a:gd name="connsiteY612" fmla="*/ 2251620 h 6858000"/>
              <a:gd name="connsiteX613" fmla="*/ 1337329 w 7467663"/>
              <a:gd name="connsiteY613" fmla="*/ 2258350 h 6858000"/>
              <a:gd name="connsiteX614" fmla="*/ 1014726 w 7467663"/>
              <a:gd name="connsiteY614" fmla="*/ 1615556 h 6858000"/>
              <a:gd name="connsiteX615" fmla="*/ 678222 w 7467663"/>
              <a:gd name="connsiteY615" fmla="*/ 1248670 h 6858000"/>
              <a:gd name="connsiteX616" fmla="*/ 6691602 w 7467663"/>
              <a:gd name="connsiteY616" fmla="*/ 1140573 h 6858000"/>
              <a:gd name="connsiteX617" fmla="*/ 6571100 w 7467663"/>
              <a:gd name="connsiteY617" fmla="*/ 1183662 h 6858000"/>
              <a:gd name="connsiteX618" fmla="*/ 6241687 w 7467663"/>
              <a:gd name="connsiteY618" fmla="*/ 1257600 h 6858000"/>
              <a:gd name="connsiteX619" fmla="*/ 5693009 w 7467663"/>
              <a:gd name="connsiteY619" fmla="*/ 1478256 h 6858000"/>
              <a:gd name="connsiteX620" fmla="*/ 6548420 w 7467663"/>
              <a:gd name="connsiteY620" fmla="*/ 1214599 h 6858000"/>
              <a:gd name="connsiteX621" fmla="*/ 6605473 w 7467663"/>
              <a:gd name="connsiteY621" fmla="*/ 1184686 h 6858000"/>
              <a:gd name="connsiteX622" fmla="*/ 6691602 w 7467663"/>
              <a:gd name="connsiteY622" fmla="*/ 1140573 h 6858000"/>
              <a:gd name="connsiteX623" fmla="*/ 4002475 w 7467663"/>
              <a:gd name="connsiteY623" fmla="*/ 1037802 h 6858000"/>
              <a:gd name="connsiteX624" fmla="*/ 4000324 w 7467663"/>
              <a:gd name="connsiteY624" fmla="*/ 1039362 h 6858000"/>
              <a:gd name="connsiteX625" fmla="*/ 4002862 w 7467663"/>
              <a:gd name="connsiteY625" fmla="*/ 1042866 h 6858000"/>
              <a:gd name="connsiteX626" fmla="*/ 4002475 w 7467663"/>
              <a:gd name="connsiteY626" fmla="*/ 1037802 h 6858000"/>
              <a:gd name="connsiteX627" fmla="*/ 506322 w 7467663"/>
              <a:gd name="connsiteY627" fmla="*/ 1020997 h 6858000"/>
              <a:gd name="connsiteX628" fmla="*/ 533068 w 7467663"/>
              <a:gd name="connsiteY628" fmla="*/ 1029409 h 6858000"/>
              <a:gd name="connsiteX629" fmla="*/ 1232525 w 7467663"/>
              <a:gd name="connsiteY629" fmla="*/ 1804675 h 6858000"/>
              <a:gd name="connsiteX630" fmla="*/ 1388858 w 7467663"/>
              <a:gd name="connsiteY630" fmla="*/ 2368011 h 6858000"/>
              <a:gd name="connsiteX631" fmla="*/ 1384098 w 7467663"/>
              <a:gd name="connsiteY631" fmla="*/ 2378125 h 6858000"/>
              <a:gd name="connsiteX632" fmla="*/ 1425393 w 7467663"/>
              <a:gd name="connsiteY632" fmla="*/ 2589124 h 6858000"/>
              <a:gd name="connsiteX633" fmla="*/ 1424001 w 7467663"/>
              <a:gd name="connsiteY633" fmla="*/ 2597541 h 6858000"/>
              <a:gd name="connsiteX634" fmla="*/ 2152729 w 7467663"/>
              <a:gd name="connsiteY634" fmla="*/ 2864487 h 6858000"/>
              <a:gd name="connsiteX635" fmla="*/ 2020609 w 7467663"/>
              <a:gd name="connsiteY635" fmla="*/ 2539671 h 6858000"/>
              <a:gd name="connsiteX636" fmla="*/ 2018920 w 7467663"/>
              <a:gd name="connsiteY636" fmla="*/ 2536309 h 6858000"/>
              <a:gd name="connsiteX637" fmla="*/ 1342441 w 7467663"/>
              <a:gd name="connsiteY637" fmla="*/ 1173017 h 6858000"/>
              <a:gd name="connsiteX638" fmla="*/ 1367925 w 7467663"/>
              <a:gd name="connsiteY638" fmla="*/ 1135648 h 6858000"/>
              <a:gd name="connsiteX639" fmla="*/ 1771401 w 7467663"/>
              <a:gd name="connsiteY639" fmla="*/ 1806673 h 6858000"/>
              <a:gd name="connsiteX640" fmla="*/ 1972385 w 7467663"/>
              <a:gd name="connsiteY640" fmla="*/ 2198735 h 6858000"/>
              <a:gd name="connsiteX641" fmla="*/ 2040892 w 7467663"/>
              <a:gd name="connsiteY641" fmla="*/ 2405205 h 6858000"/>
              <a:gd name="connsiteX642" fmla="*/ 2131689 w 7467663"/>
              <a:gd name="connsiteY642" fmla="*/ 1936926 h 6858000"/>
              <a:gd name="connsiteX643" fmla="*/ 2454820 w 7467663"/>
              <a:gd name="connsiteY643" fmla="*/ 1248808 h 6858000"/>
              <a:gd name="connsiteX644" fmla="*/ 2492512 w 7467663"/>
              <a:gd name="connsiteY644" fmla="*/ 1302920 h 6858000"/>
              <a:gd name="connsiteX645" fmla="*/ 2081216 w 7467663"/>
              <a:gd name="connsiteY645" fmla="*/ 2527513 h 6858000"/>
              <a:gd name="connsiteX646" fmla="*/ 2081211 w 7467663"/>
              <a:gd name="connsiteY646" fmla="*/ 2528916 h 6858000"/>
              <a:gd name="connsiteX647" fmla="*/ 2199067 w 7467663"/>
              <a:gd name="connsiteY647" fmla="*/ 2884061 h 6858000"/>
              <a:gd name="connsiteX648" fmla="*/ 3192586 w 7467663"/>
              <a:gd name="connsiteY648" fmla="*/ 3411496 h 6858000"/>
              <a:gd name="connsiteX649" fmla="*/ 3182620 w 7467663"/>
              <a:gd name="connsiteY649" fmla="*/ 3483279 h 6858000"/>
              <a:gd name="connsiteX650" fmla="*/ 2435119 w 7467663"/>
              <a:gd name="connsiteY650" fmla="*/ 3080173 h 6858000"/>
              <a:gd name="connsiteX651" fmla="*/ 2410152 w 7467663"/>
              <a:gd name="connsiteY651" fmla="*/ 3063751 h 6858000"/>
              <a:gd name="connsiteX652" fmla="*/ 2408099 w 7467663"/>
              <a:gd name="connsiteY652" fmla="*/ 3064403 h 6858000"/>
              <a:gd name="connsiteX653" fmla="*/ 2407218 w 7467663"/>
              <a:gd name="connsiteY653" fmla="*/ 3070324 h 6858000"/>
              <a:gd name="connsiteX654" fmla="*/ 2380138 w 7467663"/>
              <a:gd name="connsiteY654" fmla="*/ 3099341 h 6858000"/>
              <a:gd name="connsiteX655" fmla="*/ 1765923 w 7467663"/>
              <a:gd name="connsiteY655" fmla="*/ 3581043 h 6858000"/>
              <a:gd name="connsiteX656" fmla="*/ 1702258 w 7467663"/>
              <a:gd name="connsiteY656" fmla="*/ 3612286 h 6858000"/>
              <a:gd name="connsiteX657" fmla="*/ 1538370 w 7467663"/>
              <a:gd name="connsiteY657" fmla="*/ 3811804 h 6858000"/>
              <a:gd name="connsiteX658" fmla="*/ 542867 w 7467663"/>
              <a:gd name="connsiteY658" fmla="*/ 4944092 h 6858000"/>
              <a:gd name="connsiteX659" fmla="*/ 515800 w 7467663"/>
              <a:gd name="connsiteY659" fmla="*/ 4862180 h 6858000"/>
              <a:gd name="connsiteX660" fmla="*/ 909145 w 7467663"/>
              <a:gd name="connsiteY660" fmla="*/ 4199225 h 6858000"/>
              <a:gd name="connsiteX661" fmla="*/ 1214067 w 7467663"/>
              <a:gd name="connsiteY661" fmla="*/ 3908561 h 6858000"/>
              <a:gd name="connsiteX662" fmla="*/ 640967 w 7467663"/>
              <a:gd name="connsiteY662" fmla="*/ 4105601 h 6858000"/>
              <a:gd name="connsiteX663" fmla="*/ 112563 w 7467663"/>
              <a:gd name="connsiteY663" fmla="*/ 4396952 h 6858000"/>
              <a:gd name="connsiteX664" fmla="*/ 0 w 7467663"/>
              <a:gd name="connsiteY664" fmla="*/ 4466006 h 6858000"/>
              <a:gd name="connsiteX665" fmla="*/ 0 w 7467663"/>
              <a:gd name="connsiteY665" fmla="*/ 4233763 h 6858000"/>
              <a:gd name="connsiteX666" fmla="*/ 36881 w 7467663"/>
              <a:gd name="connsiteY666" fmla="*/ 4200118 h 6858000"/>
              <a:gd name="connsiteX667" fmla="*/ 910534 w 7467663"/>
              <a:gd name="connsiteY667" fmla="*/ 3629753 h 6858000"/>
              <a:gd name="connsiteX668" fmla="*/ 1578717 w 7467663"/>
              <a:gd name="connsiteY668" fmla="*/ 3575982 h 6858000"/>
              <a:gd name="connsiteX669" fmla="*/ 2338780 w 7467663"/>
              <a:gd name="connsiteY669" fmla="*/ 3033725 h 6858000"/>
              <a:gd name="connsiteX670" fmla="*/ 1807991 w 7467663"/>
              <a:gd name="connsiteY670" fmla="*/ 2807184 h 6858000"/>
              <a:gd name="connsiteX671" fmla="*/ 1416358 w 7467663"/>
              <a:gd name="connsiteY671" fmla="*/ 3112571 h 6858000"/>
              <a:gd name="connsiteX672" fmla="*/ 939066 w 7467663"/>
              <a:gd name="connsiteY672" fmla="*/ 3378798 h 6858000"/>
              <a:gd name="connsiteX673" fmla="*/ 115099 w 7467663"/>
              <a:gd name="connsiteY673" fmla="*/ 3607650 h 6858000"/>
              <a:gd name="connsiteX674" fmla="*/ 97284 w 7467663"/>
              <a:gd name="connsiteY674" fmla="*/ 3520393 h 6858000"/>
              <a:gd name="connsiteX675" fmla="*/ 922050 w 7467663"/>
              <a:gd name="connsiteY675" fmla="*/ 3074867 h 6858000"/>
              <a:gd name="connsiteX676" fmla="*/ 1405265 w 7467663"/>
              <a:gd name="connsiteY676" fmla="*/ 3016319 h 6858000"/>
              <a:gd name="connsiteX677" fmla="*/ 1407512 w 7467663"/>
              <a:gd name="connsiteY677" fmla="*/ 3018001 h 6858000"/>
              <a:gd name="connsiteX678" fmla="*/ 1726266 w 7467663"/>
              <a:gd name="connsiteY678" fmla="*/ 2777274 h 6858000"/>
              <a:gd name="connsiteX679" fmla="*/ 625390 w 7467663"/>
              <a:gd name="connsiteY679" fmla="*/ 2514541 h 6858000"/>
              <a:gd name="connsiteX680" fmla="*/ 619799 w 7467663"/>
              <a:gd name="connsiteY680" fmla="*/ 2527180 h 6858000"/>
              <a:gd name="connsiteX681" fmla="*/ 310030 w 7467663"/>
              <a:gd name="connsiteY681" fmla="*/ 2771818 h 6858000"/>
              <a:gd name="connsiteX682" fmla="*/ 173877 w 7467663"/>
              <a:gd name="connsiteY682" fmla="*/ 2937056 h 6858000"/>
              <a:gd name="connsiteX683" fmla="*/ 77889 w 7467663"/>
              <a:gd name="connsiteY683" fmla="*/ 3138440 h 6858000"/>
              <a:gd name="connsiteX684" fmla="*/ 0 w 7467663"/>
              <a:gd name="connsiteY684" fmla="*/ 3271395 h 6858000"/>
              <a:gd name="connsiteX685" fmla="*/ 0 w 7467663"/>
              <a:gd name="connsiteY685" fmla="*/ 3153002 h 6858000"/>
              <a:gd name="connsiteX686" fmla="*/ 2386 w 7467663"/>
              <a:gd name="connsiteY686" fmla="*/ 3149203 h 6858000"/>
              <a:gd name="connsiteX687" fmla="*/ 89753 w 7467663"/>
              <a:gd name="connsiteY687" fmla="*/ 2987702 h 6858000"/>
              <a:gd name="connsiteX688" fmla="*/ 76869 w 7467663"/>
              <a:gd name="connsiteY688" fmla="*/ 3005404 h 6858000"/>
              <a:gd name="connsiteX689" fmla="*/ 32049 w 7467663"/>
              <a:gd name="connsiteY689" fmla="*/ 3065814 h 6858000"/>
              <a:gd name="connsiteX690" fmla="*/ 0 w 7467663"/>
              <a:gd name="connsiteY690" fmla="*/ 3108744 h 6858000"/>
              <a:gd name="connsiteX691" fmla="*/ 0 w 7467663"/>
              <a:gd name="connsiteY691" fmla="*/ 3058059 h 6858000"/>
              <a:gd name="connsiteX692" fmla="*/ 7610 w 7467663"/>
              <a:gd name="connsiteY692" fmla="*/ 3047889 h 6858000"/>
              <a:gd name="connsiteX693" fmla="*/ 52419 w 7467663"/>
              <a:gd name="connsiteY693" fmla="*/ 2987479 h 6858000"/>
              <a:gd name="connsiteX694" fmla="*/ 59142 w 7467663"/>
              <a:gd name="connsiteY694" fmla="*/ 2978488 h 6858000"/>
              <a:gd name="connsiteX695" fmla="*/ 0 w 7467663"/>
              <a:gd name="connsiteY695" fmla="*/ 3015334 h 6858000"/>
              <a:gd name="connsiteX696" fmla="*/ 0 w 7467663"/>
              <a:gd name="connsiteY696" fmla="*/ 2914286 h 6858000"/>
              <a:gd name="connsiteX697" fmla="*/ 36383 w 7467663"/>
              <a:gd name="connsiteY697" fmla="*/ 2901128 h 6858000"/>
              <a:gd name="connsiteX698" fmla="*/ 156329 w 7467663"/>
              <a:gd name="connsiteY698" fmla="*/ 2840533 h 6858000"/>
              <a:gd name="connsiteX699" fmla="*/ 358355 w 7467663"/>
              <a:gd name="connsiteY699" fmla="*/ 2620471 h 6858000"/>
              <a:gd name="connsiteX700" fmla="*/ 510577 w 7467663"/>
              <a:gd name="connsiteY700" fmla="*/ 2501244 h 6858000"/>
              <a:gd name="connsiteX701" fmla="*/ 211967 w 7467663"/>
              <a:gd name="connsiteY701" fmla="*/ 2479171 h 6858000"/>
              <a:gd name="connsiteX702" fmla="*/ 0 w 7467663"/>
              <a:gd name="connsiteY702" fmla="*/ 2476398 h 6858000"/>
              <a:gd name="connsiteX703" fmla="*/ 0 w 7467663"/>
              <a:gd name="connsiteY703" fmla="*/ 2389189 h 6858000"/>
              <a:gd name="connsiteX704" fmla="*/ 103062 w 7467663"/>
              <a:gd name="connsiteY704" fmla="*/ 2389518 h 6858000"/>
              <a:gd name="connsiteX705" fmla="*/ 510734 w 7467663"/>
              <a:gd name="connsiteY705" fmla="*/ 2416201 h 6858000"/>
              <a:gd name="connsiteX706" fmla="*/ 279257 w 7467663"/>
              <a:gd name="connsiteY706" fmla="*/ 2092102 h 6858000"/>
              <a:gd name="connsiteX707" fmla="*/ 65265 w 7467663"/>
              <a:gd name="connsiteY707" fmla="*/ 2006049 h 6858000"/>
              <a:gd name="connsiteX708" fmla="*/ 0 w 7467663"/>
              <a:gd name="connsiteY708" fmla="*/ 1982532 h 6858000"/>
              <a:gd name="connsiteX709" fmla="*/ 0 w 7467663"/>
              <a:gd name="connsiteY709" fmla="*/ 1912789 h 6858000"/>
              <a:gd name="connsiteX710" fmla="*/ 97460 w 7467663"/>
              <a:gd name="connsiteY710" fmla="*/ 1953725 h 6858000"/>
              <a:gd name="connsiteX711" fmla="*/ 221272 w 7467663"/>
              <a:gd name="connsiteY711" fmla="*/ 1980766 h 6858000"/>
              <a:gd name="connsiteX712" fmla="*/ 116765 w 7467663"/>
              <a:gd name="connsiteY712" fmla="*/ 1911033 h 6858000"/>
              <a:gd name="connsiteX713" fmla="*/ 16405 w 7467663"/>
              <a:gd name="connsiteY713" fmla="*/ 1803412 h 6858000"/>
              <a:gd name="connsiteX714" fmla="*/ 0 w 7467663"/>
              <a:gd name="connsiteY714" fmla="*/ 1784777 h 6858000"/>
              <a:gd name="connsiteX715" fmla="*/ 0 w 7467663"/>
              <a:gd name="connsiteY715" fmla="*/ 1740082 h 6858000"/>
              <a:gd name="connsiteX716" fmla="*/ 39394 w 7467663"/>
              <a:gd name="connsiteY716" fmla="*/ 1784856 h 6858000"/>
              <a:gd name="connsiteX717" fmla="*/ 135813 w 7467663"/>
              <a:gd name="connsiteY717" fmla="*/ 1888838 h 6858000"/>
              <a:gd name="connsiteX718" fmla="*/ 242575 w 7467663"/>
              <a:gd name="connsiteY718" fmla="*/ 1958841 h 6858000"/>
              <a:gd name="connsiteX719" fmla="*/ 82197 w 7467663"/>
              <a:gd name="connsiteY719" fmla="*/ 1754826 h 6858000"/>
              <a:gd name="connsiteX720" fmla="*/ 0 w 7467663"/>
              <a:gd name="connsiteY720" fmla="*/ 1679650 h 6858000"/>
              <a:gd name="connsiteX721" fmla="*/ 0 w 7467663"/>
              <a:gd name="connsiteY721" fmla="*/ 1602463 h 6858000"/>
              <a:gd name="connsiteX722" fmla="*/ 84689 w 7467663"/>
              <a:gd name="connsiteY722" fmla="*/ 1677442 h 6858000"/>
              <a:gd name="connsiteX723" fmla="*/ 298437 w 7467663"/>
              <a:gd name="connsiteY723" fmla="*/ 1968019 h 6858000"/>
              <a:gd name="connsiteX724" fmla="*/ 227269 w 7467663"/>
              <a:gd name="connsiteY724" fmla="*/ 1114064 h 6858000"/>
              <a:gd name="connsiteX725" fmla="*/ 248003 w 7467663"/>
              <a:gd name="connsiteY725" fmla="*/ 1089613 h 6858000"/>
              <a:gd name="connsiteX726" fmla="*/ 427020 w 7467663"/>
              <a:gd name="connsiteY726" fmla="*/ 1619803 h 6858000"/>
              <a:gd name="connsiteX727" fmla="*/ 340345 w 7467663"/>
              <a:gd name="connsiteY727" fmla="*/ 2027739 h 6858000"/>
              <a:gd name="connsiteX728" fmla="*/ 360865 w 7467663"/>
              <a:gd name="connsiteY728" fmla="*/ 2044827 h 6858000"/>
              <a:gd name="connsiteX729" fmla="*/ 560414 w 7467663"/>
              <a:gd name="connsiteY729" fmla="*/ 2421457 h 6858000"/>
              <a:gd name="connsiteX730" fmla="*/ 1359703 w 7467663"/>
              <a:gd name="connsiteY730" fmla="*/ 2578554 h 6858000"/>
              <a:gd name="connsiteX731" fmla="*/ 1359422 w 7467663"/>
              <a:gd name="connsiteY731" fmla="*/ 2577994 h 6858000"/>
              <a:gd name="connsiteX732" fmla="*/ 828701 w 7467663"/>
              <a:gd name="connsiteY732" fmla="*/ 1839520 h 6858000"/>
              <a:gd name="connsiteX733" fmla="*/ 494427 w 7467663"/>
              <a:gd name="connsiteY733" fmla="*/ 1092333 h 6858000"/>
              <a:gd name="connsiteX734" fmla="*/ 506322 w 7467663"/>
              <a:gd name="connsiteY734" fmla="*/ 1020997 h 6858000"/>
              <a:gd name="connsiteX735" fmla="*/ 4570198 w 7467663"/>
              <a:gd name="connsiteY735" fmla="*/ 978081 h 6858000"/>
              <a:gd name="connsiteX736" fmla="*/ 4523691 w 7467663"/>
              <a:gd name="connsiteY736" fmla="*/ 1127776 h 6858000"/>
              <a:gd name="connsiteX737" fmla="*/ 4509875 w 7467663"/>
              <a:gd name="connsiteY737" fmla="*/ 1167552 h 6858000"/>
              <a:gd name="connsiteX738" fmla="*/ 4478168 w 7467663"/>
              <a:gd name="connsiteY738" fmla="*/ 1260735 h 6858000"/>
              <a:gd name="connsiteX739" fmla="*/ 4409309 w 7467663"/>
              <a:gd name="connsiteY739" fmla="*/ 1666996 h 6858000"/>
              <a:gd name="connsiteX740" fmla="*/ 4370031 w 7467663"/>
              <a:gd name="connsiteY740" fmla="*/ 1955666 h 6858000"/>
              <a:gd name="connsiteX741" fmla="*/ 4570198 w 7467663"/>
              <a:gd name="connsiteY741" fmla="*/ 978081 h 6858000"/>
              <a:gd name="connsiteX742" fmla="*/ 4557898 w 7467663"/>
              <a:gd name="connsiteY742" fmla="*/ 900011 h 6858000"/>
              <a:gd name="connsiteX743" fmla="*/ 4344840 w 7467663"/>
              <a:gd name="connsiteY743" fmla="*/ 1922038 h 6858000"/>
              <a:gd name="connsiteX744" fmla="*/ 4378710 w 7467663"/>
              <a:gd name="connsiteY744" fmla="*/ 1665516 h 6858000"/>
              <a:gd name="connsiteX745" fmla="*/ 4448798 w 7467663"/>
              <a:gd name="connsiteY745" fmla="*/ 1253024 h 6858000"/>
              <a:gd name="connsiteX746" fmla="*/ 4480315 w 7467663"/>
              <a:gd name="connsiteY746" fmla="*/ 1158454 h 6858000"/>
              <a:gd name="connsiteX747" fmla="*/ 4494133 w 7467663"/>
              <a:gd name="connsiteY747" fmla="*/ 1118676 h 6858000"/>
              <a:gd name="connsiteX748" fmla="*/ 4557898 w 7467663"/>
              <a:gd name="connsiteY748" fmla="*/ 900011 h 6858000"/>
              <a:gd name="connsiteX749" fmla="*/ 5870151 w 7467663"/>
              <a:gd name="connsiteY749" fmla="*/ 898890 h 6858000"/>
              <a:gd name="connsiteX750" fmla="*/ 5861335 w 7467663"/>
              <a:gd name="connsiteY750" fmla="*/ 899177 h 6858000"/>
              <a:gd name="connsiteX751" fmla="*/ 5843702 w 7467663"/>
              <a:gd name="connsiteY751" fmla="*/ 899748 h 6858000"/>
              <a:gd name="connsiteX752" fmla="*/ 5651107 w 7467663"/>
              <a:gd name="connsiteY752" fmla="*/ 920306 h 6858000"/>
              <a:gd name="connsiteX753" fmla="*/ 5459407 w 7467663"/>
              <a:gd name="connsiteY753" fmla="*/ 940975 h 6858000"/>
              <a:gd name="connsiteX754" fmla="*/ 5374846 w 7467663"/>
              <a:gd name="connsiteY754" fmla="*/ 941988 h 6858000"/>
              <a:gd name="connsiteX755" fmla="*/ 5256105 w 7467663"/>
              <a:gd name="connsiteY755" fmla="*/ 945632 h 6858000"/>
              <a:gd name="connsiteX756" fmla="*/ 5107071 w 7467663"/>
              <a:gd name="connsiteY756" fmla="*/ 969720 h 6858000"/>
              <a:gd name="connsiteX757" fmla="*/ 4998681 w 7467663"/>
              <a:gd name="connsiteY757" fmla="*/ 988771 h 6858000"/>
              <a:gd name="connsiteX758" fmla="*/ 5870151 w 7467663"/>
              <a:gd name="connsiteY758" fmla="*/ 898890 h 6858000"/>
              <a:gd name="connsiteX759" fmla="*/ 5504425 w 7467663"/>
              <a:gd name="connsiteY759" fmla="*/ 848067 h 6858000"/>
              <a:gd name="connsiteX760" fmla="*/ 4968849 w 7467663"/>
              <a:gd name="connsiteY760" fmla="*/ 962318 h 6858000"/>
              <a:gd name="connsiteX761" fmla="*/ 5104039 w 7467663"/>
              <a:gd name="connsiteY761" fmla="*/ 940634 h 6858000"/>
              <a:gd name="connsiteX762" fmla="*/ 5256311 w 7467663"/>
              <a:gd name="connsiteY762" fmla="*/ 916490 h 6858000"/>
              <a:gd name="connsiteX763" fmla="*/ 5377381 w 7467663"/>
              <a:gd name="connsiteY763" fmla="*/ 912671 h 6858000"/>
              <a:gd name="connsiteX764" fmla="*/ 5460148 w 7467663"/>
              <a:gd name="connsiteY764" fmla="*/ 911442 h 6858000"/>
              <a:gd name="connsiteX765" fmla="*/ 5648971 w 7467663"/>
              <a:gd name="connsiteY765" fmla="*/ 891331 h 6858000"/>
              <a:gd name="connsiteX766" fmla="*/ 5844807 w 7467663"/>
              <a:gd name="connsiteY766" fmla="*/ 870718 h 6858000"/>
              <a:gd name="connsiteX767" fmla="*/ 5862975 w 7467663"/>
              <a:gd name="connsiteY767" fmla="*/ 869756 h 6858000"/>
              <a:gd name="connsiteX768" fmla="*/ 5920887 w 7467663"/>
              <a:gd name="connsiteY768" fmla="*/ 865929 h 6858000"/>
              <a:gd name="connsiteX769" fmla="*/ 5504425 w 7467663"/>
              <a:gd name="connsiteY769" fmla="*/ 848067 h 6858000"/>
              <a:gd name="connsiteX770" fmla="*/ 3607114 w 7467663"/>
              <a:gd name="connsiteY770" fmla="*/ 467441 h 6858000"/>
              <a:gd name="connsiteX771" fmla="*/ 3296242 w 7467663"/>
              <a:gd name="connsiteY771" fmla="*/ 807991 h 6858000"/>
              <a:gd name="connsiteX772" fmla="*/ 3174674 w 7467663"/>
              <a:gd name="connsiteY772" fmla="*/ 919759 h 6858000"/>
              <a:gd name="connsiteX773" fmla="*/ 3042978 w 7467663"/>
              <a:gd name="connsiteY773" fmla="*/ 1054894 h 6858000"/>
              <a:gd name="connsiteX774" fmla="*/ 2968914 w 7467663"/>
              <a:gd name="connsiteY774" fmla="*/ 1133756 h 6858000"/>
              <a:gd name="connsiteX775" fmla="*/ 3103823 w 7467663"/>
              <a:gd name="connsiteY775" fmla="*/ 1026814 h 6858000"/>
              <a:gd name="connsiteX776" fmla="*/ 3607114 w 7467663"/>
              <a:gd name="connsiteY776" fmla="*/ 467441 h 6858000"/>
              <a:gd name="connsiteX777" fmla="*/ 3744487 w 7467663"/>
              <a:gd name="connsiteY777" fmla="*/ 383136 h 6858000"/>
              <a:gd name="connsiteX778" fmla="*/ 3970213 w 7467663"/>
              <a:gd name="connsiteY778" fmla="*/ 995559 h 6858000"/>
              <a:gd name="connsiteX779" fmla="*/ 3744487 w 7467663"/>
              <a:gd name="connsiteY779" fmla="*/ 383136 h 6858000"/>
              <a:gd name="connsiteX780" fmla="*/ 3624562 w 7467663"/>
              <a:gd name="connsiteY780" fmla="*/ 367041 h 6858000"/>
              <a:gd name="connsiteX781" fmla="*/ 3489712 w 7467663"/>
              <a:gd name="connsiteY781" fmla="*/ 485386 h 6858000"/>
              <a:gd name="connsiteX782" fmla="*/ 3182994 w 7467663"/>
              <a:gd name="connsiteY782" fmla="*/ 828265 h 6858000"/>
              <a:gd name="connsiteX783" fmla="*/ 2892114 w 7467663"/>
              <a:gd name="connsiteY783" fmla="*/ 1172635 h 6858000"/>
              <a:gd name="connsiteX784" fmla="*/ 3021459 w 7467663"/>
              <a:gd name="connsiteY784" fmla="*/ 1035385 h 6858000"/>
              <a:gd name="connsiteX785" fmla="*/ 3153873 w 7467663"/>
              <a:gd name="connsiteY785" fmla="*/ 898971 h 6858000"/>
              <a:gd name="connsiteX786" fmla="*/ 3276511 w 7467663"/>
              <a:gd name="connsiteY786" fmla="*/ 786423 h 6858000"/>
              <a:gd name="connsiteX787" fmla="*/ 3584154 w 7467663"/>
              <a:gd name="connsiteY787" fmla="*/ 448218 h 6858000"/>
              <a:gd name="connsiteX788" fmla="*/ 3624562 w 7467663"/>
              <a:gd name="connsiteY788" fmla="*/ 367041 h 6858000"/>
              <a:gd name="connsiteX789" fmla="*/ 3766672 w 7467663"/>
              <a:gd name="connsiteY789" fmla="*/ 359429 h 6858000"/>
              <a:gd name="connsiteX790" fmla="*/ 3996338 w 7467663"/>
              <a:gd name="connsiteY790" fmla="*/ 968237 h 6858000"/>
              <a:gd name="connsiteX791" fmla="*/ 3766672 w 7467663"/>
              <a:gd name="connsiteY791" fmla="*/ 359429 h 6858000"/>
              <a:gd name="connsiteX792" fmla="*/ 5805386 w 7467663"/>
              <a:gd name="connsiteY792" fmla="*/ 239240 h 6858000"/>
              <a:gd name="connsiteX793" fmla="*/ 5736947 w 7467663"/>
              <a:gd name="connsiteY793" fmla="*/ 261367 h 6858000"/>
              <a:gd name="connsiteX794" fmla="*/ 5427012 w 7467663"/>
              <a:gd name="connsiteY794" fmla="*/ 311272 h 6858000"/>
              <a:gd name="connsiteX795" fmla="*/ 5147818 w 7467663"/>
              <a:gd name="connsiteY795" fmla="*/ 322112 h 6858000"/>
              <a:gd name="connsiteX796" fmla="*/ 5060854 w 7467663"/>
              <a:gd name="connsiteY796" fmla="*/ 311882 h 6858000"/>
              <a:gd name="connsiteX797" fmla="*/ 4945989 w 7467663"/>
              <a:gd name="connsiteY797" fmla="*/ 300516 h 6858000"/>
              <a:gd name="connsiteX798" fmla="*/ 5410479 w 7467663"/>
              <a:gd name="connsiteY798" fmla="*/ 348434 h 6858000"/>
              <a:gd name="connsiteX799" fmla="*/ 5805386 w 7467663"/>
              <a:gd name="connsiteY799" fmla="*/ 239240 h 6858000"/>
              <a:gd name="connsiteX800" fmla="*/ 5905192 w 7467663"/>
              <a:gd name="connsiteY800" fmla="*/ 163079 h 6858000"/>
              <a:gd name="connsiteX801" fmla="*/ 5865655 w 7467663"/>
              <a:gd name="connsiteY801" fmla="*/ 171901 h 6858000"/>
              <a:gd name="connsiteX802" fmla="*/ 5259740 w 7467663"/>
              <a:gd name="connsiteY802" fmla="*/ 257013 h 6858000"/>
              <a:gd name="connsiteX803" fmla="*/ 5208466 w 7467663"/>
              <a:gd name="connsiteY803" fmla="*/ 257550 h 6858000"/>
              <a:gd name="connsiteX804" fmla="*/ 4980204 w 7467663"/>
              <a:gd name="connsiteY804" fmla="*/ 271903 h 6858000"/>
              <a:gd name="connsiteX805" fmla="*/ 5068068 w 7467663"/>
              <a:gd name="connsiteY805" fmla="*/ 282244 h 6858000"/>
              <a:gd name="connsiteX806" fmla="*/ 5153231 w 7467663"/>
              <a:gd name="connsiteY806" fmla="*/ 292240 h 6858000"/>
              <a:gd name="connsiteX807" fmla="*/ 5426491 w 7467663"/>
              <a:gd name="connsiteY807" fmla="*/ 281128 h 6858000"/>
              <a:gd name="connsiteX808" fmla="*/ 5731212 w 7467663"/>
              <a:gd name="connsiteY808" fmla="*/ 231951 h 6858000"/>
              <a:gd name="connsiteX809" fmla="*/ 5905192 w 7467663"/>
              <a:gd name="connsiteY809" fmla="*/ 163079 h 6858000"/>
              <a:gd name="connsiteX810" fmla="*/ 5944437 w 7467663"/>
              <a:gd name="connsiteY810" fmla="*/ 113829 h 6858000"/>
              <a:gd name="connsiteX811" fmla="*/ 5825032 w 7467663"/>
              <a:gd name="connsiteY811" fmla="*/ 146405 h 6858000"/>
              <a:gd name="connsiteX812" fmla="*/ 4955599 w 7467663"/>
              <a:gd name="connsiteY812" fmla="*/ 247008 h 6858000"/>
              <a:gd name="connsiteX813" fmla="*/ 5210104 w 7467663"/>
              <a:gd name="connsiteY813" fmla="*/ 228123 h 6858000"/>
              <a:gd name="connsiteX814" fmla="*/ 5261015 w 7467663"/>
              <a:gd name="connsiteY814" fmla="*/ 227087 h 6858000"/>
              <a:gd name="connsiteX815" fmla="*/ 5861181 w 7467663"/>
              <a:gd name="connsiteY815" fmla="*/ 143093 h 6858000"/>
              <a:gd name="connsiteX816" fmla="*/ 5961252 w 7467663"/>
              <a:gd name="connsiteY816" fmla="*/ 114820 h 6858000"/>
              <a:gd name="connsiteX817" fmla="*/ 5944437 w 7467663"/>
              <a:gd name="connsiteY817" fmla="*/ 113829 h 6858000"/>
              <a:gd name="connsiteX818" fmla="*/ 3882765 w 7467663"/>
              <a:gd name="connsiteY818" fmla="*/ 0 h 6858000"/>
              <a:gd name="connsiteX819" fmla="*/ 3995099 w 7467663"/>
              <a:gd name="connsiteY819" fmla="*/ 0 h 6858000"/>
              <a:gd name="connsiteX820" fmla="*/ 4163818 w 7467663"/>
              <a:gd name="connsiteY820" fmla="*/ 234104 h 6858000"/>
              <a:gd name="connsiteX821" fmla="*/ 4172099 w 7467663"/>
              <a:gd name="connsiteY821" fmla="*/ 234207 h 6858000"/>
              <a:gd name="connsiteX822" fmla="*/ 4784282 w 7467663"/>
              <a:gd name="connsiteY822" fmla="*/ 276561 h 6858000"/>
              <a:gd name="connsiteX823" fmla="*/ 4801687 w 7467663"/>
              <a:gd name="connsiteY823" fmla="*/ 267764 h 6858000"/>
              <a:gd name="connsiteX824" fmla="*/ 6082788 w 7467663"/>
              <a:gd name="connsiteY824" fmla="*/ 64119 h 6858000"/>
              <a:gd name="connsiteX825" fmla="*/ 6099442 w 7467663"/>
              <a:gd name="connsiteY825" fmla="*/ 82568 h 6858000"/>
              <a:gd name="connsiteX826" fmla="*/ 4804137 w 7467663"/>
              <a:gd name="connsiteY826" fmla="*/ 320931 h 6858000"/>
              <a:gd name="connsiteX827" fmla="*/ 4227047 w 7467663"/>
              <a:gd name="connsiteY827" fmla="*/ 313415 h 6858000"/>
              <a:gd name="connsiteX828" fmla="*/ 4346041 w 7467663"/>
              <a:gd name="connsiteY828" fmla="*/ 456086 h 6858000"/>
              <a:gd name="connsiteX829" fmla="*/ 4870967 w 7467663"/>
              <a:gd name="connsiteY829" fmla="*/ 963061 h 6858000"/>
              <a:gd name="connsiteX830" fmla="*/ 4889647 w 7467663"/>
              <a:gd name="connsiteY830" fmla="*/ 957147 h 6858000"/>
              <a:gd name="connsiteX831" fmla="*/ 5422504 w 7467663"/>
              <a:gd name="connsiteY831" fmla="*/ 805191 h 6858000"/>
              <a:gd name="connsiteX832" fmla="*/ 6087656 w 7467663"/>
              <a:gd name="connsiteY832" fmla="*/ 826703 h 6858000"/>
              <a:gd name="connsiteX833" fmla="*/ 6058717 w 7467663"/>
              <a:gd name="connsiteY833" fmla="*/ 865992 h 6858000"/>
              <a:gd name="connsiteX834" fmla="*/ 4974153 w 7467663"/>
              <a:gd name="connsiteY834" fmla="*/ 1045456 h 6858000"/>
              <a:gd name="connsiteX835" fmla="*/ 5627835 w 7467663"/>
              <a:gd name="connsiteY835" fmla="*/ 1472077 h 6858000"/>
              <a:gd name="connsiteX836" fmla="*/ 5629817 w 7467663"/>
              <a:gd name="connsiteY836" fmla="*/ 1471412 h 6858000"/>
              <a:gd name="connsiteX837" fmla="*/ 5634124 w 7467663"/>
              <a:gd name="connsiteY837" fmla="*/ 1470572 h 6858000"/>
              <a:gd name="connsiteX838" fmla="*/ 5755832 w 7467663"/>
              <a:gd name="connsiteY838" fmla="*/ 1383886 h 6858000"/>
              <a:gd name="connsiteX839" fmla="*/ 6014186 w 7467663"/>
              <a:gd name="connsiteY839" fmla="*/ 1279799 h 6858000"/>
              <a:gd name="connsiteX840" fmla="*/ 6901619 w 7467663"/>
              <a:gd name="connsiteY840" fmla="*/ 1047874 h 6858000"/>
              <a:gd name="connsiteX841" fmla="*/ 6931566 w 7467663"/>
              <a:gd name="connsiteY841" fmla="*/ 1062034 h 6858000"/>
              <a:gd name="connsiteX842" fmla="*/ 5790982 w 7467663"/>
              <a:gd name="connsiteY842" fmla="*/ 1561380 h 6858000"/>
              <a:gd name="connsiteX843" fmla="*/ 6188971 w 7467663"/>
              <a:gd name="connsiteY843" fmla="*/ 1755168 h 6858000"/>
              <a:gd name="connsiteX844" fmla="*/ 6202446 w 7467663"/>
              <a:gd name="connsiteY844" fmla="*/ 1752268 h 6858000"/>
              <a:gd name="connsiteX845" fmla="*/ 7179560 w 7467663"/>
              <a:gd name="connsiteY845" fmla="*/ 1467551 h 6858000"/>
              <a:gd name="connsiteX846" fmla="*/ 7158730 w 7467663"/>
              <a:gd name="connsiteY846" fmla="*/ 1507835 h 6858000"/>
              <a:gd name="connsiteX847" fmla="*/ 6326959 w 7467663"/>
              <a:gd name="connsiteY847" fmla="*/ 1817686 h 6858000"/>
              <a:gd name="connsiteX848" fmla="*/ 6537433 w 7467663"/>
              <a:gd name="connsiteY848" fmla="*/ 1907790 h 6858000"/>
              <a:gd name="connsiteX849" fmla="*/ 6550221 w 7467663"/>
              <a:gd name="connsiteY849" fmla="*/ 1910729 h 6858000"/>
              <a:gd name="connsiteX850" fmla="*/ 6964438 w 7467663"/>
              <a:gd name="connsiteY850" fmla="*/ 2209505 h 6858000"/>
              <a:gd name="connsiteX851" fmla="*/ 7367862 w 7467663"/>
              <a:gd name="connsiteY851" fmla="*/ 2806833 h 6858000"/>
              <a:gd name="connsiteX852" fmla="*/ 7364329 w 7467663"/>
              <a:gd name="connsiteY852" fmla="*/ 2826907 h 6858000"/>
              <a:gd name="connsiteX853" fmla="*/ 7290545 w 7467663"/>
              <a:gd name="connsiteY853" fmla="*/ 2850663 h 6858000"/>
              <a:gd name="connsiteX854" fmla="*/ 6472036 w 7467663"/>
              <a:gd name="connsiteY854" fmla="*/ 1959003 h 6858000"/>
              <a:gd name="connsiteX855" fmla="*/ 5792897 w 7467663"/>
              <a:gd name="connsiteY855" fmla="*/ 1647747 h 6858000"/>
              <a:gd name="connsiteX856" fmla="*/ 5842751 w 7467663"/>
              <a:gd name="connsiteY856" fmla="*/ 1816112 h 6858000"/>
              <a:gd name="connsiteX857" fmla="*/ 5847424 w 7467663"/>
              <a:gd name="connsiteY857" fmla="*/ 1815776 h 6858000"/>
              <a:gd name="connsiteX858" fmla="*/ 6399821 w 7467663"/>
              <a:gd name="connsiteY858" fmla="*/ 2344799 h 6858000"/>
              <a:gd name="connsiteX859" fmla="*/ 6323232 w 7467663"/>
              <a:gd name="connsiteY859" fmla="*/ 2389634 h 6858000"/>
              <a:gd name="connsiteX860" fmla="*/ 5942958 w 7467663"/>
              <a:gd name="connsiteY860" fmla="*/ 2077708 h 6858000"/>
              <a:gd name="connsiteX861" fmla="*/ 5921559 w 7467663"/>
              <a:gd name="connsiteY861" fmla="*/ 2378596 h 6858000"/>
              <a:gd name="connsiteX862" fmla="*/ 5817651 w 7467663"/>
              <a:gd name="connsiteY862" fmla="*/ 3023919 h 6858000"/>
              <a:gd name="connsiteX863" fmla="*/ 5729634 w 7467663"/>
              <a:gd name="connsiteY863" fmla="*/ 3051849 h 6858000"/>
              <a:gd name="connsiteX864" fmla="*/ 5611018 w 7467663"/>
              <a:gd name="connsiteY864" fmla="*/ 2316769 h 6858000"/>
              <a:gd name="connsiteX865" fmla="*/ 5687608 w 7467663"/>
              <a:gd name="connsiteY865" fmla="*/ 2039972 h 6858000"/>
              <a:gd name="connsiteX866" fmla="*/ 5657554 w 7467663"/>
              <a:gd name="connsiteY866" fmla="*/ 1576445 h 6858000"/>
              <a:gd name="connsiteX867" fmla="*/ 5150475 w 7467663"/>
              <a:gd name="connsiteY867" fmla="*/ 1274012 h 6858000"/>
              <a:gd name="connsiteX868" fmla="*/ 5349142 w 7467663"/>
              <a:gd name="connsiteY868" fmla="*/ 2204405 h 6858000"/>
              <a:gd name="connsiteX869" fmla="*/ 5262214 w 7467663"/>
              <a:gd name="connsiteY869" fmla="*/ 2233836 h 6858000"/>
              <a:gd name="connsiteX870" fmla="*/ 4981539 w 7467663"/>
              <a:gd name="connsiteY870" fmla="*/ 1542201 h 6858000"/>
              <a:gd name="connsiteX871" fmla="*/ 4958461 w 7467663"/>
              <a:gd name="connsiteY871" fmla="*/ 1136957 h 6858000"/>
              <a:gd name="connsiteX872" fmla="*/ 4655015 w 7467663"/>
              <a:gd name="connsiteY872" fmla="*/ 891426 h 6858000"/>
              <a:gd name="connsiteX873" fmla="*/ 4348002 w 7467663"/>
              <a:gd name="connsiteY873" fmla="*/ 2205895 h 6858000"/>
              <a:gd name="connsiteX874" fmla="*/ 4262250 w 7467663"/>
              <a:gd name="connsiteY874" fmla="*/ 2219972 h 6858000"/>
              <a:gd name="connsiteX875" fmla="*/ 4550611 w 7467663"/>
              <a:gd name="connsiteY875" fmla="*/ 817540 h 6858000"/>
              <a:gd name="connsiteX876" fmla="*/ 4564418 w 7467663"/>
              <a:gd name="connsiteY876" fmla="*/ 808293 h 6858000"/>
              <a:gd name="connsiteX877" fmla="*/ 4266388 w 7467663"/>
              <a:gd name="connsiteY877" fmla="*/ 500083 h 6858000"/>
              <a:gd name="connsiteX878" fmla="*/ 4032842 w 7467663"/>
              <a:gd name="connsiteY878" fmla="*/ 211809 h 6858000"/>
              <a:gd name="connsiteX879" fmla="*/ 3882765 w 7467663"/>
              <a:gd name="connsiteY879" fmla="*/ 0 h 6858000"/>
              <a:gd name="connsiteX880" fmla="*/ 3721337 w 7467663"/>
              <a:gd name="connsiteY880" fmla="*/ 0 h 6858000"/>
              <a:gd name="connsiteX881" fmla="*/ 3797544 w 7467663"/>
              <a:gd name="connsiteY881" fmla="*/ 0 h 6858000"/>
              <a:gd name="connsiteX882" fmla="*/ 3775734 w 7467663"/>
              <a:gd name="connsiteY882" fmla="*/ 95131 h 6858000"/>
              <a:gd name="connsiteX883" fmla="*/ 3724807 w 7467663"/>
              <a:gd name="connsiteY883" fmla="*/ 272257 h 6858000"/>
              <a:gd name="connsiteX884" fmla="*/ 3726844 w 7467663"/>
              <a:gd name="connsiteY884" fmla="*/ 282988 h 6858000"/>
              <a:gd name="connsiteX885" fmla="*/ 3742664 w 7467663"/>
              <a:gd name="connsiteY885" fmla="*/ 279918 h 6858000"/>
              <a:gd name="connsiteX886" fmla="*/ 4103910 w 7467663"/>
              <a:gd name="connsiteY886" fmla="*/ 1161917 h 6858000"/>
              <a:gd name="connsiteX887" fmla="*/ 4020269 w 7467663"/>
              <a:gd name="connsiteY887" fmla="*/ 1200406 h 6858000"/>
              <a:gd name="connsiteX888" fmla="*/ 3674882 w 7467663"/>
              <a:gd name="connsiteY888" fmla="*/ 488524 h 6858000"/>
              <a:gd name="connsiteX889" fmla="*/ 3132682 w 7467663"/>
              <a:gd name="connsiteY889" fmla="*/ 1072284 h 6858000"/>
              <a:gd name="connsiteX890" fmla="*/ 2716346 w 7467663"/>
              <a:gd name="connsiteY890" fmla="*/ 1276376 h 6858000"/>
              <a:gd name="connsiteX891" fmla="*/ 2716772 w 7467663"/>
              <a:gd name="connsiteY891" fmla="*/ 1255462 h 6858000"/>
              <a:gd name="connsiteX892" fmla="*/ 3471096 w 7467663"/>
              <a:gd name="connsiteY892" fmla="*/ 437072 h 6858000"/>
              <a:gd name="connsiteX893" fmla="*/ 3639057 w 7467663"/>
              <a:gd name="connsiteY893" fmla="*/ 286334 h 6858000"/>
              <a:gd name="connsiteX894" fmla="*/ 3640309 w 7467663"/>
              <a:gd name="connsiteY894" fmla="*/ 284664 h 6858000"/>
              <a:gd name="connsiteX895" fmla="*/ 3646022 w 7467663"/>
              <a:gd name="connsiteY895" fmla="*/ 276711 h 6858000"/>
              <a:gd name="connsiteX896" fmla="*/ 3707943 w 7467663"/>
              <a:gd name="connsiteY896" fmla="*/ 65958 h 6858000"/>
              <a:gd name="connsiteX897" fmla="*/ 3721337 w 7467663"/>
              <a:gd name="connsiteY897" fmla="*/ 0 h 6858000"/>
              <a:gd name="connsiteX898" fmla="*/ 2867960 w 7467663"/>
              <a:gd name="connsiteY898" fmla="*/ 0 h 6858000"/>
              <a:gd name="connsiteX899" fmla="*/ 2926351 w 7467663"/>
              <a:gd name="connsiteY899" fmla="*/ 0 h 6858000"/>
              <a:gd name="connsiteX900" fmla="*/ 2902823 w 7467663"/>
              <a:gd name="connsiteY900" fmla="*/ 262929 h 6858000"/>
              <a:gd name="connsiteX901" fmla="*/ 2940663 w 7467663"/>
              <a:gd name="connsiteY901" fmla="*/ 140884 h 6858000"/>
              <a:gd name="connsiteX902" fmla="*/ 2947039 w 7467663"/>
              <a:gd name="connsiteY902" fmla="*/ 122524 h 6858000"/>
              <a:gd name="connsiteX903" fmla="*/ 2984316 w 7467663"/>
              <a:gd name="connsiteY903" fmla="*/ 0 h 6858000"/>
              <a:gd name="connsiteX904" fmla="*/ 3016114 w 7467663"/>
              <a:gd name="connsiteY904" fmla="*/ 0 h 6858000"/>
              <a:gd name="connsiteX905" fmla="*/ 2979949 w 7467663"/>
              <a:gd name="connsiteY905" fmla="*/ 119274 h 6858000"/>
              <a:gd name="connsiteX906" fmla="*/ 3023879 w 7467663"/>
              <a:gd name="connsiteY906" fmla="*/ 0 h 6858000"/>
              <a:gd name="connsiteX907" fmla="*/ 3105400 w 7467663"/>
              <a:gd name="connsiteY907" fmla="*/ 0 h 6858000"/>
              <a:gd name="connsiteX908" fmla="*/ 3094669 w 7467663"/>
              <a:gd name="connsiteY908" fmla="*/ 30308 h 6858000"/>
              <a:gd name="connsiteX909" fmla="*/ 2901945 w 7467663"/>
              <a:gd name="connsiteY909" fmla="*/ 466538 h 6858000"/>
              <a:gd name="connsiteX910" fmla="*/ 2815209 w 7467663"/>
              <a:gd name="connsiteY910" fmla="*/ 497361 h 6858000"/>
              <a:gd name="connsiteX911" fmla="*/ 2844845 w 7467663"/>
              <a:gd name="connsiteY911" fmla="*/ 127638 h 6858000"/>
              <a:gd name="connsiteX912" fmla="*/ 2867960 w 7467663"/>
              <a:gd name="connsiteY912" fmla="*/ 0 h 6858000"/>
              <a:gd name="connsiteX913" fmla="*/ 1057230 w 7467663"/>
              <a:gd name="connsiteY913" fmla="*/ 0 h 6858000"/>
              <a:gd name="connsiteX914" fmla="*/ 1111003 w 7467663"/>
              <a:gd name="connsiteY914" fmla="*/ 0 h 6858000"/>
              <a:gd name="connsiteX915" fmla="*/ 1125553 w 7467663"/>
              <a:gd name="connsiteY915" fmla="*/ 52588 h 6858000"/>
              <a:gd name="connsiteX916" fmla="*/ 1304276 w 7467663"/>
              <a:gd name="connsiteY916" fmla="*/ 476275 h 6858000"/>
              <a:gd name="connsiteX917" fmla="*/ 1492066 w 7467663"/>
              <a:gd name="connsiteY917" fmla="*/ 886333 h 6858000"/>
              <a:gd name="connsiteX918" fmla="*/ 1423698 w 7467663"/>
              <a:gd name="connsiteY918" fmla="*/ 710817 h 6858000"/>
              <a:gd name="connsiteX919" fmla="*/ 1357609 w 7467663"/>
              <a:gd name="connsiteY919" fmla="*/ 532892 h 6858000"/>
              <a:gd name="connsiteX920" fmla="*/ 1309550 w 7467663"/>
              <a:gd name="connsiteY920" fmla="*/ 374031 h 6858000"/>
              <a:gd name="connsiteX921" fmla="*/ 1193673 w 7467663"/>
              <a:gd name="connsiteY921" fmla="*/ 49533 h 6858000"/>
              <a:gd name="connsiteX922" fmla="*/ 1164391 w 7467663"/>
              <a:gd name="connsiteY922" fmla="*/ 0 h 6858000"/>
              <a:gd name="connsiteX923" fmla="*/ 1200666 w 7467663"/>
              <a:gd name="connsiteY923" fmla="*/ 0 h 6858000"/>
              <a:gd name="connsiteX924" fmla="*/ 1223408 w 7467663"/>
              <a:gd name="connsiteY924" fmla="*/ 38996 h 6858000"/>
              <a:gd name="connsiteX925" fmla="*/ 1339635 w 7467663"/>
              <a:gd name="connsiteY925" fmla="*/ 365517 h 6858000"/>
              <a:gd name="connsiteX926" fmla="*/ 1387469 w 7467663"/>
              <a:gd name="connsiteY926" fmla="*/ 523079 h 6858000"/>
              <a:gd name="connsiteX927" fmla="*/ 1452685 w 7467663"/>
              <a:gd name="connsiteY927" fmla="*/ 699806 h 6858000"/>
              <a:gd name="connsiteX928" fmla="*/ 1492092 w 7467663"/>
              <a:gd name="connsiteY928" fmla="*/ 800424 h 6858000"/>
              <a:gd name="connsiteX929" fmla="*/ 1455302 w 7467663"/>
              <a:gd name="connsiteY929" fmla="*/ 632913 h 6858000"/>
              <a:gd name="connsiteX930" fmla="*/ 1222336 w 7467663"/>
              <a:gd name="connsiteY930" fmla="*/ 9480 h 6858000"/>
              <a:gd name="connsiteX931" fmla="*/ 1214634 w 7467663"/>
              <a:gd name="connsiteY931" fmla="*/ 0 h 6858000"/>
              <a:gd name="connsiteX932" fmla="*/ 1289827 w 7467663"/>
              <a:gd name="connsiteY932" fmla="*/ 0 h 6858000"/>
              <a:gd name="connsiteX933" fmla="*/ 1321076 w 7467663"/>
              <a:gd name="connsiteY933" fmla="*/ 59722 h 6858000"/>
              <a:gd name="connsiteX934" fmla="*/ 1512579 w 7467663"/>
              <a:gd name="connsiteY934" fmla="*/ 626441 h 6858000"/>
              <a:gd name="connsiteX935" fmla="*/ 1506076 w 7467663"/>
              <a:gd name="connsiteY935" fmla="*/ 1089289 h 6858000"/>
              <a:gd name="connsiteX936" fmla="*/ 1486346 w 7467663"/>
              <a:gd name="connsiteY936" fmla="*/ 1079919 h 6858000"/>
              <a:gd name="connsiteX937" fmla="*/ 1070511 w 7467663"/>
              <a:gd name="connsiteY937" fmla="*/ 48609 h 6858000"/>
              <a:gd name="connsiteX938" fmla="*/ 1057230 w 7467663"/>
              <a:gd name="connsiteY938" fmla="*/ 0 h 6858000"/>
              <a:gd name="connsiteX939" fmla="*/ 43151 w 7467663"/>
              <a:gd name="connsiteY939" fmla="*/ 0 h 6858000"/>
              <a:gd name="connsiteX940" fmla="*/ 95283 w 7467663"/>
              <a:gd name="connsiteY940" fmla="*/ 0 h 6858000"/>
              <a:gd name="connsiteX941" fmla="*/ 300708 w 7467663"/>
              <a:gd name="connsiteY941" fmla="*/ 154571 h 6858000"/>
              <a:gd name="connsiteX942" fmla="*/ 530414 w 7467663"/>
              <a:gd name="connsiteY942" fmla="*/ 354673 h 6858000"/>
              <a:gd name="connsiteX943" fmla="*/ 333785 w 7467663"/>
              <a:gd name="connsiteY943" fmla="*/ 161564 h 6858000"/>
              <a:gd name="connsiteX944" fmla="*/ 147005 w 7467663"/>
              <a:gd name="connsiteY944" fmla="*/ 0 h 6858000"/>
              <a:gd name="connsiteX945" fmla="*/ 272509 w 7467663"/>
              <a:gd name="connsiteY945" fmla="*/ 0 h 6858000"/>
              <a:gd name="connsiteX946" fmla="*/ 326276 w 7467663"/>
              <a:gd name="connsiteY946" fmla="*/ 45847 h 6858000"/>
              <a:gd name="connsiteX947" fmla="*/ 823759 w 7467663"/>
              <a:gd name="connsiteY947" fmla="*/ 574145 h 6858000"/>
              <a:gd name="connsiteX948" fmla="*/ 811254 w 7467663"/>
              <a:gd name="connsiteY948" fmla="*/ 665546 h 6858000"/>
              <a:gd name="connsiteX949" fmla="*/ 154042 w 7467663"/>
              <a:gd name="connsiteY949" fmla="*/ 261522 h 6858000"/>
              <a:gd name="connsiteX950" fmla="*/ 13550 w 7467663"/>
              <a:gd name="connsiteY950" fmla="*/ 158423 h 6858000"/>
              <a:gd name="connsiteX951" fmla="*/ 0 w 7467663"/>
              <a:gd name="connsiteY951" fmla="*/ 146618 h 6858000"/>
              <a:gd name="connsiteX952" fmla="*/ 0 w 7467663"/>
              <a:gd name="connsiteY952" fmla="*/ 59161 h 6858000"/>
              <a:gd name="connsiteX953" fmla="*/ 45427 w 7467663"/>
              <a:gd name="connsiteY953" fmla="*/ 101078 h 6858000"/>
              <a:gd name="connsiteX954" fmla="*/ 630103 w 7467663"/>
              <a:gd name="connsiteY954" fmla="*/ 485885 h 6858000"/>
              <a:gd name="connsiteX955" fmla="*/ 532040 w 7467663"/>
              <a:gd name="connsiteY955" fmla="*/ 399359 h 6858000"/>
              <a:gd name="connsiteX956" fmla="*/ 517618 w 7467663"/>
              <a:gd name="connsiteY956" fmla="*/ 385726 h 6858000"/>
              <a:gd name="connsiteX957" fmla="*/ 285074 w 7467663"/>
              <a:gd name="connsiteY957" fmla="*/ 182755 h 6858000"/>
              <a:gd name="connsiteX958" fmla="*/ 43151 w 7467663"/>
              <a:gd name="connsiteY958"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334256 h 6858000"/>
              <a:gd name="connsiteX78" fmla="*/ 7454976 w 7467663"/>
              <a:gd name="connsiteY78" fmla="*/ 6318297 h 6858000"/>
              <a:gd name="connsiteX79" fmla="*/ 1456157 w 7467663"/>
              <a:gd name="connsiteY79" fmla="*/ 5371404 h 6858000"/>
              <a:gd name="connsiteX80" fmla="*/ 1244432 w 7467663"/>
              <a:gd name="connsiteY80" fmla="*/ 5385601 h 6858000"/>
              <a:gd name="connsiteX81" fmla="*/ 973990 w 7467663"/>
              <a:gd name="connsiteY81" fmla="*/ 5424940 h 6858000"/>
              <a:gd name="connsiteX82" fmla="*/ 1103809 w 7467663"/>
              <a:gd name="connsiteY82" fmla="*/ 5433720 h 6858000"/>
              <a:gd name="connsiteX83" fmla="*/ 1123454 w 7467663"/>
              <a:gd name="connsiteY83" fmla="*/ 5435727 h 6858000"/>
              <a:gd name="connsiteX84" fmla="*/ 1737017 w 7467663"/>
              <a:gd name="connsiteY84" fmla="*/ 5452183 h 6858000"/>
              <a:gd name="connsiteX85" fmla="*/ 1824397 w 7467663"/>
              <a:gd name="connsiteY85" fmla="*/ 5447757 h 6858000"/>
              <a:gd name="connsiteX86" fmla="*/ 2070059 w 7467663"/>
              <a:gd name="connsiteY86" fmla="*/ 5441660 h 6858000"/>
              <a:gd name="connsiteX87" fmla="*/ 1456157 w 7467663"/>
              <a:gd name="connsiteY87" fmla="*/ 5371404 h 6858000"/>
              <a:gd name="connsiteX88" fmla="*/ 4988186 w 7467663"/>
              <a:gd name="connsiteY88" fmla="*/ 5216467 h 6858000"/>
              <a:gd name="connsiteX89" fmla="*/ 4777334 w 7467663"/>
              <a:gd name="connsiteY89" fmla="*/ 5406072 h 6858000"/>
              <a:gd name="connsiteX90" fmla="*/ 4718341 w 7467663"/>
              <a:gd name="connsiteY90" fmla="*/ 5468043 h 6858000"/>
              <a:gd name="connsiteX91" fmla="*/ 4604655 w 7467663"/>
              <a:gd name="connsiteY91" fmla="*/ 5583434 h 6858000"/>
              <a:gd name="connsiteX92" fmla="*/ 4565074 w 7467663"/>
              <a:gd name="connsiteY92" fmla="*/ 5618550 h 6858000"/>
              <a:gd name="connsiteX93" fmla="*/ 4988186 w 7467663"/>
              <a:gd name="connsiteY93" fmla="*/ 5216467 h 6858000"/>
              <a:gd name="connsiteX94" fmla="*/ 4978032 w 7467663"/>
              <a:gd name="connsiteY94" fmla="*/ 5183809 h 6858000"/>
              <a:gd name="connsiteX95" fmla="*/ 4463413 w 7467663"/>
              <a:gd name="connsiteY95" fmla="*/ 5615162 h 6858000"/>
              <a:gd name="connsiteX96" fmla="*/ 4358134 w 7467663"/>
              <a:gd name="connsiteY96" fmla="*/ 5742791 h 6858000"/>
              <a:gd name="connsiteX97" fmla="*/ 4376219 w 7467663"/>
              <a:gd name="connsiteY97" fmla="*/ 5729027 h 6858000"/>
              <a:gd name="connsiteX98" fmla="*/ 4582340 w 7467663"/>
              <a:gd name="connsiteY98" fmla="*/ 5561037 h 6858000"/>
              <a:gd name="connsiteX99" fmla="*/ 4694684 w 7467663"/>
              <a:gd name="connsiteY99" fmla="*/ 5447098 h 6858000"/>
              <a:gd name="connsiteX100" fmla="*/ 4754123 w 7467663"/>
              <a:gd name="connsiteY100" fmla="*/ 5384643 h 6858000"/>
              <a:gd name="connsiteX101" fmla="*/ 4978032 w 7467663"/>
              <a:gd name="connsiteY101" fmla="*/ 5183809 h 6858000"/>
              <a:gd name="connsiteX102" fmla="*/ 1903353 w 7467663"/>
              <a:gd name="connsiteY102" fmla="*/ 5044827 h 6858000"/>
              <a:gd name="connsiteX103" fmla="*/ 1936931 w 7467663"/>
              <a:gd name="connsiteY103" fmla="*/ 5093954 h 6858000"/>
              <a:gd name="connsiteX104" fmla="*/ 2195868 w 7467663"/>
              <a:gd name="connsiteY104" fmla="*/ 5396574 h 6858000"/>
              <a:gd name="connsiteX105" fmla="*/ 2088852 w 7467663"/>
              <a:gd name="connsiteY105" fmla="*/ 5166123 h 6858000"/>
              <a:gd name="connsiteX106" fmla="*/ 1958241 w 7467663"/>
              <a:gd name="connsiteY106" fmla="*/ 5067955 h 6858000"/>
              <a:gd name="connsiteX107" fmla="*/ 1903353 w 7467663"/>
              <a:gd name="connsiteY107" fmla="*/ 5044827 h 6858000"/>
              <a:gd name="connsiteX108" fmla="*/ 1979378 w 7467663"/>
              <a:gd name="connsiteY108" fmla="*/ 4769504 h 6858000"/>
              <a:gd name="connsiteX109" fmla="*/ 2882120 w 7467663"/>
              <a:gd name="connsiteY109" fmla="*/ 5064547 h 6858000"/>
              <a:gd name="connsiteX110" fmla="*/ 2793103 w 7467663"/>
              <a:gd name="connsiteY110" fmla="*/ 5039699 h 6858000"/>
              <a:gd name="connsiteX111" fmla="*/ 2770041 w 7467663"/>
              <a:gd name="connsiteY111" fmla="*/ 5033634 h 6858000"/>
              <a:gd name="connsiteX112" fmla="*/ 1979378 w 7467663"/>
              <a:gd name="connsiteY112" fmla="*/ 4769504 h 6858000"/>
              <a:gd name="connsiteX113" fmla="*/ 1927410 w 7467663"/>
              <a:gd name="connsiteY113" fmla="*/ 4716164 h 6858000"/>
              <a:gd name="connsiteX114" fmla="*/ 1959587 w 7467663"/>
              <a:gd name="connsiteY114" fmla="*/ 4728849 h 6858000"/>
              <a:gd name="connsiteX115" fmla="*/ 2777707 w 7467663"/>
              <a:gd name="connsiteY115" fmla="*/ 5003991 h 6858000"/>
              <a:gd name="connsiteX116" fmla="*/ 2800768 w 7467663"/>
              <a:gd name="connsiteY116" fmla="*/ 5010056 h 6858000"/>
              <a:gd name="connsiteX117" fmla="*/ 2879408 w 7467663"/>
              <a:gd name="connsiteY117" fmla="*/ 5031590 h 6858000"/>
              <a:gd name="connsiteX118" fmla="*/ 2862295 w 7467663"/>
              <a:gd name="connsiteY118" fmla="*/ 5022958 h 6858000"/>
              <a:gd name="connsiteX119" fmla="*/ 2813343 w 7467663"/>
              <a:gd name="connsiteY119" fmla="*/ 4998369 h 6858000"/>
              <a:gd name="connsiteX120" fmla="*/ 2646245 w 7467663"/>
              <a:gd name="connsiteY120" fmla="*/ 4930999 h 6858000"/>
              <a:gd name="connsiteX121" fmla="*/ 1999243 w 7467663"/>
              <a:gd name="connsiteY121" fmla="*/ 4730524 h 6858000"/>
              <a:gd name="connsiteX122" fmla="*/ 1979527 w 7467663"/>
              <a:gd name="connsiteY122" fmla="*/ 4726651 h 6858000"/>
              <a:gd name="connsiteX123" fmla="*/ 1927410 w 7467663"/>
              <a:gd name="connsiteY123" fmla="*/ 4716164 h 6858000"/>
              <a:gd name="connsiteX124" fmla="*/ 1997014 w 7467663"/>
              <a:gd name="connsiteY124" fmla="*/ 4698007 h 6858000"/>
              <a:gd name="connsiteX125" fmla="*/ 2005458 w 7467663"/>
              <a:gd name="connsiteY125" fmla="*/ 4699540 h 6858000"/>
              <a:gd name="connsiteX126" fmla="*/ 2657186 w 7467663"/>
              <a:gd name="connsiteY126" fmla="*/ 4901687 h 6858000"/>
              <a:gd name="connsiteX127" fmla="*/ 2826662 w 7467663"/>
              <a:gd name="connsiteY127" fmla="*/ 4970362 h 6858000"/>
              <a:gd name="connsiteX128" fmla="*/ 2876100 w 7467663"/>
              <a:gd name="connsiteY128" fmla="*/ 4995397 h 6858000"/>
              <a:gd name="connsiteX129" fmla="*/ 3042600 w 7467663"/>
              <a:gd name="connsiteY129" fmla="*/ 5059532 h 6858000"/>
              <a:gd name="connsiteX130" fmla="*/ 1997014 w 7467663"/>
              <a:gd name="connsiteY130" fmla="*/ 4698007 h 6858000"/>
              <a:gd name="connsiteX131" fmla="*/ 2305292 w 7467663"/>
              <a:gd name="connsiteY131" fmla="*/ 4219492 h 6858000"/>
              <a:gd name="connsiteX132" fmla="*/ 3360922 w 7467663"/>
              <a:gd name="connsiteY132" fmla="*/ 4529373 h 6858000"/>
              <a:gd name="connsiteX133" fmla="*/ 3492420 w 7467663"/>
              <a:gd name="connsiteY133" fmla="*/ 4510145 h 6858000"/>
              <a:gd name="connsiteX134" fmla="*/ 3364086 w 7467663"/>
              <a:gd name="connsiteY134" fmla="*/ 4480340 h 6858000"/>
              <a:gd name="connsiteX135" fmla="*/ 3225818 w 7467663"/>
              <a:gd name="connsiteY135" fmla="*/ 4411822 h 6858000"/>
              <a:gd name="connsiteX136" fmla="*/ 3129696 w 7467663"/>
              <a:gd name="connsiteY136" fmla="*/ 4360704 h 6858000"/>
              <a:gd name="connsiteX137" fmla="*/ 2814545 w 7467663"/>
              <a:gd name="connsiteY137" fmla="*/ 4282955 h 6858000"/>
              <a:gd name="connsiteX138" fmla="*/ 2305292 w 7467663"/>
              <a:gd name="connsiteY138" fmla="*/ 4219492 h 6858000"/>
              <a:gd name="connsiteX139" fmla="*/ 2626982 w 7467663"/>
              <a:gd name="connsiteY139" fmla="*/ 4206450 h 6858000"/>
              <a:gd name="connsiteX140" fmla="*/ 2490617 w 7467663"/>
              <a:gd name="connsiteY140" fmla="*/ 4206951 h 6858000"/>
              <a:gd name="connsiteX141" fmla="*/ 2819869 w 7467663"/>
              <a:gd name="connsiteY141" fmla="*/ 4252936 h 6858000"/>
              <a:gd name="connsiteX142" fmla="*/ 3143018 w 7467663"/>
              <a:gd name="connsiteY142" fmla="*/ 4332698 h 6858000"/>
              <a:gd name="connsiteX143" fmla="*/ 3241520 w 7467663"/>
              <a:gd name="connsiteY143" fmla="*/ 4385112 h 6858000"/>
              <a:gd name="connsiteX144" fmla="*/ 3374575 w 7467663"/>
              <a:gd name="connsiteY144" fmla="*/ 4451517 h 6858000"/>
              <a:gd name="connsiteX145" fmla="*/ 3505221 w 7467663"/>
              <a:gd name="connsiteY145" fmla="*/ 4480757 h 6858000"/>
              <a:gd name="connsiteX146" fmla="*/ 2626982 w 7467663"/>
              <a:gd name="connsiteY146" fmla="*/ 4206450 h 6858000"/>
              <a:gd name="connsiteX147" fmla="*/ 1310106 w 7467663"/>
              <a:gd name="connsiteY147" fmla="*/ 3943217 h 6858000"/>
              <a:gd name="connsiteX148" fmla="*/ 854994 w 7467663"/>
              <a:gd name="connsiteY148" fmla="*/ 4399136 h 6858000"/>
              <a:gd name="connsiteX149" fmla="*/ 742462 w 7467663"/>
              <a:gd name="connsiteY149" fmla="*/ 4594648 h 6858000"/>
              <a:gd name="connsiteX150" fmla="*/ 820602 w 7467663"/>
              <a:gd name="connsiteY150" fmla="*/ 4485915 h 6858000"/>
              <a:gd name="connsiteX151" fmla="*/ 878295 w 7467663"/>
              <a:gd name="connsiteY151" fmla="*/ 4403594 h 6858000"/>
              <a:gd name="connsiteX152" fmla="*/ 1240607 w 7467663"/>
              <a:gd name="connsiteY152" fmla="*/ 4010401 h 6858000"/>
              <a:gd name="connsiteX153" fmla="*/ 1310106 w 7467663"/>
              <a:gd name="connsiteY153" fmla="*/ 3943217 h 6858000"/>
              <a:gd name="connsiteX154" fmla="*/ 1423113 w 7467663"/>
              <a:gd name="connsiteY154" fmla="*/ 3874565 h 6858000"/>
              <a:gd name="connsiteX155" fmla="*/ 1260565 w 7467663"/>
              <a:gd name="connsiteY155" fmla="*/ 4031982 h 6858000"/>
              <a:gd name="connsiteX156" fmla="*/ 901900 w 7467663"/>
              <a:gd name="connsiteY156" fmla="*/ 4421236 h 6858000"/>
              <a:gd name="connsiteX157" fmla="*/ 845044 w 7467663"/>
              <a:gd name="connsiteY157" fmla="*/ 4502436 h 6858000"/>
              <a:gd name="connsiteX158" fmla="*/ 685926 w 7467663"/>
              <a:gd name="connsiteY158" fmla="*/ 4703069 h 6858000"/>
              <a:gd name="connsiteX159" fmla="*/ 684248 w 7467663"/>
              <a:gd name="connsiteY159" fmla="*/ 4706721 h 6858000"/>
              <a:gd name="connsiteX160" fmla="*/ 1423113 w 7467663"/>
              <a:gd name="connsiteY160" fmla="*/ 3874565 h 6858000"/>
              <a:gd name="connsiteX161" fmla="*/ 3316479 w 7467663"/>
              <a:gd name="connsiteY161" fmla="*/ 3872136 h 6858000"/>
              <a:gd name="connsiteX162" fmla="*/ 3546806 w 7467663"/>
              <a:gd name="connsiteY162" fmla="*/ 4356139 h 6858000"/>
              <a:gd name="connsiteX163" fmla="*/ 3364433 w 7467663"/>
              <a:gd name="connsiteY163" fmla="*/ 3953121 h 6858000"/>
              <a:gd name="connsiteX164" fmla="*/ 3316479 w 7467663"/>
              <a:gd name="connsiteY164" fmla="*/ 3872136 h 6858000"/>
              <a:gd name="connsiteX165" fmla="*/ 3291335 w 7467663"/>
              <a:gd name="connsiteY165" fmla="*/ 3767420 h 6858000"/>
              <a:gd name="connsiteX166" fmla="*/ 3390805 w 7467663"/>
              <a:gd name="connsiteY166" fmla="*/ 3937163 h 6858000"/>
              <a:gd name="connsiteX167" fmla="*/ 3579062 w 7467663"/>
              <a:gd name="connsiteY167" fmla="*/ 4359040 h 6858000"/>
              <a:gd name="connsiteX168" fmla="*/ 3467355 w 7467663"/>
              <a:gd name="connsiteY168" fmla="*/ 3988130 h 6858000"/>
              <a:gd name="connsiteX169" fmla="*/ 3310753 w 7467663"/>
              <a:gd name="connsiteY169" fmla="*/ 3787140 h 6858000"/>
              <a:gd name="connsiteX170" fmla="*/ 3291335 w 7467663"/>
              <a:gd name="connsiteY170" fmla="*/ 3767420 h 6858000"/>
              <a:gd name="connsiteX171" fmla="*/ 1635889 w 7467663"/>
              <a:gd name="connsiteY171" fmla="*/ 3709494 h 6858000"/>
              <a:gd name="connsiteX172" fmla="*/ 1634800 w 7467663"/>
              <a:gd name="connsiteY172" fmla="*/ 3731111 h 6858000"/>
              <a:gd name="connsiteX173" fmla="*/ 1635889 w 7467663"/>
              <a:gd name="connsiteY173" fmla="*/ 3709494 h 6858000"/>
              <a:gd name="connsiteX174" fmla="*/ 1510397 w 7467663"/>
              <a:gd name="connsiteY174" fmla="*/ 3684705 h 6858000"/>
              <a:gd name="connsiteX175" fmla="*/ 1146550 w 7467663"/>
              <a:gd name="connsiteY175" fmla="*/ 3802012 h 6858000"/>
              <a:gd name="connsiteX176" fmla="*/ 698834 w 7467663"/>
              <a:gd name="connsiteY176" fmla="*/ 3952272 h 6858000"/>
              <a:gd name="connsiteX177" fmla="*/ 34256 w 7467663"/>
              <a:gd name="connsiteY177" fmla="*/ 4347603 h 6858000"/>
              <a:gd name="connsiteX178" fmla="*/ 527241 w 7467663"/>
              <a:gd name="connsiteY178" fmla="*/ 4065078 h 6858000"/>
              <a:gd name="connsiteX179" fmla="*/ 1510397 w 7467663"/>
              <a:gd name="connsiteY179" fmla="*/ 3684705 h 6858000"/>
              <a:gd name="connsiteX180" fmla="*/ 1313114 w 7467663"/>
              <a:gd name="connsiteY180" fmla="*/ 3655216 h 6858000"/>
              <a:gd name="connsiteX181" fmla="*/ 1109304 w 7467663"/>
              <a:gd name="connsiteY181" fmla="*/ 3669030 h 6858000"/>
              <a:gd name="connsiteX182" fmla="*/ 8129 w 7467663"/>
              <a:gd name="connsiteY182" fmla="*/ 4330519 h 6858000"/>
              <a:gd name="connsiteX183" fmla="*/ 687572 w 7467663"/>
              <a:gd name="connsiteY183" fmla="*/ 3925629 h 6858000"/>
              <a:gd name="connsiteX184" fmla="*/ 1138365 w 7467663"/>
              <a:gd name="connsiteY184" fmla="*/ 3774515 h 6858000"/>
              <a:gd name="connsiteX185" fmla="*/ 1505579 w 7467663"/>
              <a:gd name="connsiteY185" fmla="*/ 3655526 h 6858000"/>
              <a:gd name="connsiteX186" fmla="*/ 1313114 w 7467663"/>
              <a:gd name="connsiteY186" fmla="*/ 3655216 h 6858000"/>
              <a:gd name="connsiteX187" fmla="*/ 3655073 w 7467663"/>
              <a:gd name="connsiteY187" fmla="*/ 3650884 h 6858000"/>
              <a:gd name="connsiteX188" fmla="*/ 3989938 w 7467663"/>
              <a:gd name="connsiteY188" fmla="*/ 3991685 h 6858000"/>
              <a:gd name="connsiteX189" fmla="*/ 4393907 w 7467663"/>
              <a:gd name="connsiteY189" fmla="*/ 4261258 h 6858000"/>
              <a:gd name="connsiteX190" fmla="*/ 4648051 w 7467663"/>
              <a:gd name="connsiteY190" fmla="*/ 4374051 h 6858000"/>
              <a:gd name="connsiteX191" fmla="*/ 4383389 w 7467663"/>
              <a:gd name="connsiteY191" fmla="*/ 4184369 h 6858000"/>
              <a:gd name="connsiteX192" fmla="*/ 4165508 w 7467663"/>
              <a:gd name="connsiteY192" fmla="*/ 4035196 h 6858000"/>
              <a:gd name="connsiteX193" fmla="*/ 4068162 w 7467663"/>
              <a:gd name="connsiteY193" fmla="*/ 3953394 h 6858000"/>
              <a:gd name="connsiteX194" fmla="*/ 3981416 w 7467663"/>
              <a:gd name="connsiteY194" fmla="*/ 3880482 h 6858000"/>
              <a:gd name="connsiteX195" fmla="*/ 3800147 w 7467663"/>
              <a:gd name="connsiteY195" fmla="*/ 3749872 h 6858000"/>
              <a:gd name="connsiteX196" fmla="*/ 3655073 w 7467663"/>
              <a:gd name="connsiteY196" fmla="*/ 3650884 h 6858000"/>
              <a:gd name="connsiteX197" fmla="*/ 3670252 w 7467663"/>
              <a:gd name="connsiteY197" fmla="*/ 3622798 h 6858000"/>
              <a:gd name="connsiteX198" fmla="*/ 3817258 w 7467663"/>
              <a:gd name="connsiteY198" fmla="*/ 3723577 h 6858000"/>
              <a:gd name="connsiteX199" fmla="*/ 4000461 w 7467663"/>
              <a:gd name="connsiteY199" fmla="*/ 3855966 h 6858000"/>
              <a:gd name="connsiteX200" fmla="*/ 4088180 w 7467663"/>
              <a:gd name="connsiteY200" fmla="*/ 3929774 h 6858000"/>
              <a:gd name="connsiteX201" fmla="*/ 4184555 w 7467663"/>
              <a:gd name="connsiteY201" fmla="*/ 4010683 h 6858000"/>
              <a:gd name="connsiteX202" fmla="*/ 4399563 w 7467663"/>
              <a:gd name="connsiteY202" fmla="*/ 4158106 h 6858000"/>
              <a:gd name="connsiteX203" fmla="*/ 4684469 w 7467663"/>
              <a:gd name="connsiteY203" fmla="*/ 4364680 h 6858000"/>
              <a:gd name="connsiteX204" fmla="*/ 4690271 w 7467663"/>
              <a:gd name="connsiteY204" fmla="*/ 4370034 h 6858000"/>
              <a:gd name="connsiteX205" fmla="*/ 4136093 w 7467663"/>
              <a:gd name="connsiteY205" fmla="*/ 3858466 h 6858000"/>
              <a:gd name="connsiteX206" fmla="*/ 3670252 w 7467663"/>
              <a:gd name="connsiteY206" fmla="*/ 3622798 h 6858000"/>
              <a:gd name="connsiteX207" fmla="*/ 4440129 w 7467663"/>
              <a:gd name="connsiteY207" fmla="*/ 3448571 h 6858000"/>
              <a:gd name="connsiteX208" fmla="*/ 4856525 w 7467663"/>
              <a:gd name="connsiteY208" fmla="*/ 3915351 h 6858000"/>
              <a:gd name="connsiteX209" fmla="*/ 5059055 w 7467663"/>
              <a:gd name="connsiteY209" fmla="*/ 4108918 h 6858000"/>
              <a:gd name="connsiteX210" fmla="*/ 5290070 w 7467663"/>
              <a:gd name="connsiteY210" fmla="*/ 4263619 h 6858000"/>
              <a:gd name="connsiteX211" fmla="*/ 4834991 w 7467663"/>
              <a:gd name="connsiteY211" fmla="*/ 3830985 h 6858000"/>
              <a:gd name="connsiteX212" fmla="*/ 4440129 w 7467663"/>
              <a:gd name="connsiteY212" fmla="*/ 3448571 h 6858000"/>
              <a:gd name="connsiteX213" fmla="*/ 4441737 w 7467663"/>
              <a:gd name="connsiteY213" fmla="*/ 3399734 h 6858000"/>
              <a:gd name="connsiteX214" fmla="*/ 4431236 w 7467663"/>
              <a:gd name="connsiteY214" fmla="*/ 3400954 h 6858000"/>
              <a:gd name="connsiteX215" fmla="*/ 4557150 w 7467663"/>
              <a:gd name="connsiteY215" fmla="*/ 3510023 h 6858000"/>
              <a:gd name="connsiteX216" fmla="*/ 4856936 w 7467663"/>
              <a:gd name="connsiteY216" fmla="*/ 3809146 h 6858000"/>
              <a:gd name="connsiteX217" fmla="*/ 5111996 w 7467663"/>
              <a:gd name="connsiteY217" fmla="*/ 4065759 h 6858000"/>
              <a:gd name="connsiteX218" fmla="*/ 5388878 w 7467663"/>
              <a:gd name="connsiteY218" fmla="*/ 4300185 h 6858000"/>
              <a:gd name="connsiteX219" fmla="*/ 5425556 w 7467663"/>
              <a:gd name="connsiteY219" fmla="*/ 4308967 h 6858000"/>
              <a:gd name="connsiteX220" fmla="*/ 4943646 w 7467663"/>
              <a:gd name="connsiteY220" fmla="*/ 3822916 h 6858000"/>
              <a:gd name="connsiteX221" fmla="*/ 4594837 w 7467663"/>
              <a:gd name="connsiteY221" fmla="*/ 3532274 h 6858000"/>
              <a:gd name="connsiteX222" fmla="*/ 4441737 w 7467663"/>
              <a:gd name="connsiteY222" fmla="*/ 3399734 h 6858000"/>
              <a:gd name="connsiteX223" fmla="*/ 5425834 w 7467663"/>
              <a:gd name="connsiteY223" fmla="*/ 3162785 h 6858000"/>
              <a:gd name="connsiteX224" fmla="*/ 5401644 w 7467663"/>
              <a:gd name="connsiteY224" fmla="*/ 3617847 h 6858000"/>
              <a:gd name="connsiteX225" fmla="*/ 5467256 w 7467663"/>
              <a:gd name="connsiteY225" fmla="*/ 4175494 h 6858000"/>
              <a:gd name="connsiteX226" fmla="*/ 5448069 w 7467663"/>
              <a:gd name="connsiteY226" fmla="*/ 3567554 h 6858000"/>
              <a:gd name="connsiteX227" fmla="*/ 5425834 w 7467663"/>
              <a:gd name="connsiteY227" fmla="*/ 3162785 h 6858000"/>
              <a:gd name="connsiteX228" fmla="*/ 1318687 w 7467663"/>
              <a:gd name="connsiteY228" fmla="*/ 3113840 h 6858000"/>
              <a:gd name="connsiteX229" fmla="*/ 1066793 w 7467663"/>
              <a:gd name="connsiteY229" fmla="*/ 3212171 h 6858000"/>
              <a:gd name="connsiteX230" fmla="*/ 993319 w 7467663"/>
              <a:gd name="connsiteY230" fmla="*/ 3247648 h 6858000"/>
              <a:gd name="connsiteX231" fmla="*/ 853081 w 7467663"/>
              <a:gd name="connsiteY231" fmla="*/ 3312410 h 6858000"/>
              <a:gd name="connsiteX232" fmla="*/ 805957 w 7467663"/>
              <a:gd name="connsiteY232" fmla="*/ 3330443 h 6858000"/>
              <a:gd name="connsiteX233" fmla="*/ 1318687 w 7467663"/>
              <a:gd name="connsiteY233" fmla="*/ 3113840 h 6858000"/>
              <a:gd name="connsiteX234" fmla="*/ 5453702 w 7467663"/>
              <a:gd name="connsiteY234" fmla="*/ 3090882 h 6858000"/>
              <a:gd name="connsiteX235" fmla="*/ 5480135 w 7467663"/>
              <a:gd name="connsiteY235" fmla="*/ 3565802 h 6858000"/>
              <a:gd name="connsiteX236" fmla="*/ 5499023 w 7467663"/>
              <a:gd name="connsiteY236" fmla="*/ 4166310 h 6858000"/>
              <a:gd name="connsiteX237" fmla="*/ 5547022 w 7467663"/>
              <a:gd name="connsiteY237" fmla="*/ 3607838 h 6858000"/>
              <a:gd name="connsiteX238" fmla="*/ 5515964 w 7467663"/>
              <a:gd name="connsiteY238" fmla="*/ 3378541 h 6858000"/>
              <a:gd name="connsiteX239" fmla="*/ 5453702 w 7467663"/>
              <a:gd name="connsiteY239" fmla="*/ 3090882 h 6858000"/>
              <a:gd name="connsiteX240" fmla="*/ 1238695 w 7467663"/>
              <a:gd name="connsiteY240" fmla="*/ 3076820 h 6858000"/>
              <a:gd name="connsiteX241" fmla="*/ 716371 w 7467663"/>
              <a:gd name="connsiteY241" fmla="*/ 3293249 h 6858000"/>
              <a:gd name="connsiteX242" fmla="*/ 579522 w 7467663"/>
              <a:gd name="connsiteY242" fmla="*/ 3371759 h 6858000"/>
              <a:gd name="connsiteX243" fmla="*/ 600288 w 7467663"/>
              <a:gd name="connsiteY243" fmla="*/ 3365555 h 6858000"/>
              <a:gd name="connsiteX244" fmla="*/ 840692 w 7467663"/>
              <a:gd name="connsiteY244" fmla="*/ 3284921 h 6858000"/>
              <a:gd name="connsiteX245" fmla="*/ 979248 w 7467663"/>
              <a:gd name="connsiteY245" fmla="*/ 3221003 h 6858000"/>
              <a:gd name="connsiteX246" fmla="*/ 1053282 w 7467663"/>
              <a:gd name="connsiteY246" fmla="*/ 3185247 h 6858000"/>
              <a:gd name="connsiteX247" fmla="*/ 1320603 w 7467663"/>
              <a:gd name="connsiteY247" fmla="*/ 3081281 h 6858000"/>
              <a:gd name="connsiteX248" fmla="*/ 1238695 w 7467663"/>
              <a:gd name="connsiteY248" fmla="*/ 3076820 h 6858000"/>
              <a:gd name="connsiteX249" fmla="*/ 5425627 w 7467663"/>
              <a:gd name="connsiteY249" fmla="*/ 2954192 h 6858000"/>
              <a:gd name="connsiteX250" fmla="*/ 5470770 w 7467663"/>
              <a:gd name="connsiteY250" fmla="*/ 3005435 h 6858000"/>
              <a:gd name="connsiteX251" fmla="*/ 5519779 w 7467663"/>
              <a:gd name="connsiteY251" fmla="*/ 4359223 h 6858000"/>
              <a:gd name="connsiteX252" fmla="*/ 5520293 w 7467663"/>
              <a:gd name="connsiteY252" fmla="*/ 4360602 h 6858000"/>
              <a:gd name="connsiteX253" fmla="*/ 5767221 w 7467663"/>
              <a:gd name="connsiteY253" fmla="*/ 4665564 h 6858000"/>
              <a:gd name="connsiteX254" fmla="*/ 6937169 w 7467663"/>
              <a:gd name="connsiteY254" fmla="*/ 4815941 h 6858000"/>
              <a:gd name="connsiteX255" fmla="*/ 6953922 w 7467663"/>
              <a:gd name="connsiteY255" fmla="*/ 4890068 h 6858000"/>
              <a:gd name="connsiteX256" fmla="*/ 6071359 w 7467663"/>
              <a:gd name="connsiteY256" fmla="*/ 4770770 h 6858000"/>
              <a:gd name="connsiteX257" fmla="*/ 6038839 w 7467663"/>
              <a:gd name="connsiteY257" fmla="*/ 4764474 h 6858000"/>
              <a:gd name="connsiteX258" fmla="*/ 6038706 w 7467663"/>
              <a:gd name="connsiteY258" fmla="*/ 4763847 h 6858000"/>
              <a:gd name="connsiteX259" fmla="*/ 6037784 w 7467663"/>
              <a:gd name="connsiteY259" fmla="*/ 4764270 h 6858000"/>
              <a:gd name="connsiteX260" fmla="*/ 6038839 w 7467663"/>
              <a:gd name="connsiteY260" fmla="*/ 4764474 h 6858000"/>
              <a:gd name="connsiteX261" fmla="*/ 6040338 w 7467663"/>
              <a:gd name="connsiteY261" fmla="*/ 4771418 h 6858000"/>
              <a:gd name="connsiteX262" fmla="*/ 6024488 w 7467663"/>
              <a:gd name="connsiteY262" fmla="*/ 4809903 h 6858000"/>
              <a:gd name="connsiteX263" fmla="*/ 5599771 w 7467663"/>
              <a:gd name="connsiteY263" fmla="*/ 5509652 h 6858000"/>
              <a:gd name="connsiteX264" fmla="*/ 5548843 w 7467663"/>
              <a:gd name="connsiteY264" fmla="*/ 5563845 h 6858000"/>
              <a:gd name="connsiteX265" fmla="*/ 5940952 w 7467663"/>
              <a:gd name="connsiteY265" fmla="*/ 6250028 h 6858000"/>
              <a:gd name="connsiteX266" fmla="*/ 6043441 w 7467663"/>
              <a:gd name="connsiteY266" fmla="*/ 6665847 h 6858000"/>
              <a:gd name="connsiteX267" fmla="*/ 6093432 w 7467663"/>
              <a:gd name="connsiteY267" fmla="*/ 6858000 h 6858000"/>
              <a:gd name="connsiteX268" fmla="*/ 6034344 w 7467663"/>
              <a:gd name="connsiteY268" fmla="*/ 6858000 h 6858000"/>
              <a:gd name="connsiteX269" fmla="*/ 6026679 w 7467663"/>
              <a:gd name="connsiteY269" fmla="*/ 6836959 h 6858000"/>
              <a:gd name="connsiteX270" fmla="*/ 5800441 w 7467663"/>
              <a:gd name="connsiteY270" fmla="*/ 6335286 h 6858000"/>
              <a:gd name="connsiteX271" fmla="*/ 5526562 w 7467663"/>
              <a:gd name="connsiteY271" fmla="*/ 5705388 h 6858000"/>
              <a:gd name="connsiteX272" fmla="*/ 5519640 w 7467663"/>
              <a:gd name="connsiteY272" fmla="*/ 5683774 h 6858000"/>
              <a:gd name="connsiteX273" fmla="*/ 5844559 w 7467663"/>
              <a:gd name="connsiteY273" fmla="*/ 6553349 h 6858000"/>
              <a:gd name="connsiteX274" fmla="*/ 5975994 w 7467663"/>
              <a:gd name="connsiteY274" fmla="*/ 6858000 h 6858000"/>
              <a:gd name="connsiteX275" fmla="*/ 5898547 w 7467663"/>
              <a:gd name="connsiteY275" fmla="*/ 6858000 h 6858000"/>
              <a:gd name="connsiteX276" fmla="*/ 5682041 w 7467663"/>
              <a:gd name="connsiteY276" fmla="*/ 6355860 h 6858000"/>
              <a:gd name="connsiteX277" fmla="*/ 5461758 w 7467663"/>
              <a:gd name="connsiteY277" fmla="*/ 5820220 h 6858000"/>
              <a:gd name="connsiteX278" fmla="*/ 5237282 w 7467663"/>
              <a:gd name="connsiteY278" fmla="*/ 6579086 h 6858000"/>
              <a:gd name="connsiteX279" fmla="*/ 5115009 w 7467663"/>
              <a:gd name="connsiteY279" fmla="*/ 6858000 h 6858000"/>
              <a:gd name="connsiteX280" fmla="*/ 5028074 w 7467663"/>
              <a:gd name="connsiteY280" fmla="*/ 6858000 h 6858000"/>
              <a:gd name="connsiteX281" fmla="*/ 5079508 w 7467663"/>
              <a:gd name="connsiteY281" fmla="*/ 6749074 h 6858000"/>
              <a:gd name="connsiteX282" fmla="*/ 5371846 w 7467663"/>
              <a:gd name="connsiteY282" fmla="*/ 5924413 h 6858000"/>
              <a:gd name="connsiteX283" fmla="*/ 5270512 w 7467663"/>
              <a:gd name="connsiteY283" fmla="*/ 6138975 h 6858000"/>
              <a:gd name="connsiteX284" fmla="*/ 5062409 w 7467663"/>
              <a:gd name="connsiteY284" fmla="*/ 6653544 h 6858000"/>
              <a:gd name="connsiteX285" fmla="*/ 5036628 w 7467663"/>
              <a:gd name="connsiteY285" fmla="*/ 6754247 h 6858000"/>
              <a:gd name="connsiteX286" fmla="*/ 5009112 w 7467663"/>
              <a:gd name="connsiteY286" fmla="*/ 6858000 h 6858000"/>
              <a:gd name="connsiteX287" fmla="*/ 4976679 w 7467663"/>
              <a:gd name="connsiteY287" fmla="*/ 6858000 h 6858000"/>
              <a:gd name="connsiteX288" fmla="*/ 5006537 w 7467663"/>
              <a:gd name="connsiteY288" fmla="*/ 6747068 h 6858000"/>
              <a:gd name="connsiteX289" fmla="*/ 5032723 w 7467663"/>
              <a:gd name="connsiteY289" fmla="*/ 6644957 h 6858000"/>
              <a:gd name="connsiteX290" fmla="*/ 5242949 w 7467663"/>
              <a:gd name="connsiteY290" fmla="*/ 6125175 h 6858000"/>
              <a:gd name="connsiteX291" fmla="*/ 5286321 w 7467663"/>
              <a:gd name="connsiteY291" fmla="*/ 6033555 h 6858000"/>
              <a:gd name="connsiteX292" fmla="*/ 5008210 w 7467663"/>
              <a:gd name="connsiteY292" fmla="*/ 6649194 h 6858000"/>
              <a:gd name="connsiteX293" fmla="*/ 4986321 w 7467663"/>
              <a:gd name="connsiteY293" fmla="*/ 6765687 h 6858000"/>
              <a:gd name="connsiteX294" fmla="*/ 4973474 w 7467663"/>
              <a:gd name="connsiteY294" fmla="*/ 6858000 h 6858000"/>
              <a:gd name="connsiteX295" fmla="*/ 4907178 w 7467663"/>
              <a:gd name="connsiteY295" fmla="*/ 6858000 h 6858000"/>
              <a:gd name="connsiteX296" fmla="*/ 4910810 w 7467663"/>
              <a:gd name="connsiteY296" fmla="*/ 6829660 h 6858000"/>
              <a:gd name="connsiteX297" fmla="*/ 4987461 w 7467663"/>
              <a:gd name="connsiteY297" fmla="*/ 6432994 h 6858000"/>
              <a:gd name="connsiteX298" fmla="*/ 5179262 w 7467663"/>
              <a:gd name="connsiteY298" fmla="*/ 6035044 h 6858000"/>
              <a:gd name="connsiteX299" fmla="*/ 4689678 w 7467663"/>
              <a:gd name="connsiteY299" fmla="*/ 6440241 h 6858000"/>
              <a:gd name="connsiteX300" fmla="*/ 4477543 w 7467663"/>
              <a:gd name="connsiteY300" fmla="*/ 6674836 h 6858000"/>
              <a:gd name="connsiteX301" fmla="*/ 4329957 w 7467663"/>
              <a:gd name="connsiteY301" fmla="*/ 6858000 h 6858000"/>
              <a:gd name="connsiteX302" fmla="*/ 4218595 w 7467663"/>
              <a:gd name="connsiteY302" fmla="*/ 6858000 h 6858000"/>
              <a:gd name="connsiteX303" fmla="*/ 4368888 w 7467663"/>
              <a:gd name="connsiteY303" fmla="*/ 6668412 h 6858000"/>
              <a:gd name="connsiteX304" fmla="*/ 4563091 w 7467663"/>
              <a:gd name="connsiteY304" fmla="*/ 6442508 h 6858000"/>
              <a:gd name="connsiteX305" fmla="*/ 5387324 w 7467663"/>
              <a:gd name="connsiteY305" fmla="*/ 5705830 h 6858000"/>
              <a:gd name="connsiteX306" fmla="*/ 5073620 w 7467663"/>
              <a:gd name="connsiteY306" fmla="*/ 5955437 h 6858000"/>
              <a:gd name="connsiteX307" fmla="*/ 4689789 w 7467663"/>
              <a:gd name="connsiteY307" fmla="*/ 6268382 h 6858000"/>
              <a:gd name="connsiteX308" fmla="*/ 4418722 w 7467663"/>
              <a:gd name="connsiteY308" fmla="*/ 6570886 h 6858000"/>
              <a:gd name="connsiteX309" fmla="*/ 4214944 w 7467663"/>
              <a:gd name="connsiteY309" fmla="*/ 6858000 h 6858000"/>
              <a:gd name="connsiteX310" fmla="*/ 4177898 w 7467663"/>
              <a:gd name="connsiteY310" fmla="*/ 6858000 h 6858000"/>
              <a:gd name="connsiteX311" fmla="*/ 4391597 w 7467663"/>
              <a:gd name="connsiteY311" fmla="*/ 6556370 h 6858000"/>
              <a:gd name="connsiteX312" fmla="*/ 4668889 w 7467663"/>
              <a:gd name="connsiteY312" fmla="*/ 6246399 h 6858000"/>
              <a:gd name="connsiteX313" fmla="*/ 5055427 w 7467663"/>
              <a:gd name="connsiteY313" fmla="*/ 5931476 h 6858000"/>
              <a:gd name="connsiteX314" fmla="*/ 5371814 w 7467663"/>
              <a:gd name="connsiteY314" fmla="*/ 5678975 h 6858000"/>
              <a:gd name="connsiteX315" fmla="*/ 4987918 w 7467663"/>
              <a:gd name="connsiteY315" fmla="*/ 5838701 h 6858000"/>
              <a:gd name="connsiteX316" fmla="*/ 4317146 w 7467663"/>
              <a:gd name="connsiteY316" fmla="*/ 6587716 h 6858000"/>
              <a:gd name="connsiteX317" fmla="*/ 4171627 w 7467663"/>
              <a:gd name="connsiteY317" fmla="*/ 6858000 h 6858000"/>
              <a:gd name="connsiteX318" fmla="*/ 4081585 w 7467663"/>
              <a:gd name="connsiteY318" fmla="*/ 6858000 h 6858000"/>
              <a:gd name="connsiteX319" fmla="*/ 4238603 w 7467663"/>
              <a:gd name="connsiteY319" fmla="*/ 6559341 h 6858000"/>
              <a:gd name="connsiteX320" fmla="*/ 4778333 w 7467663"/>
              <a:gd name="connsiteY320" fmla="*/ 5873626 h 6858000"/>
              <a:gd name="connsiteX321" fmla="*/ 5414185 w 7467663"/>
              <a:gd name="connsiteY321" fmla="*/ 5573882 h 6858000"/>
              <a:gd name="connsiteX322" fmla="*/ 5959648 w 7467663"/>
              <a:gd name="connsiteY322" fmla="*/ 4760797 h 6858000"/>
              <a:gd name="connsiteX323" fmla="*/ 5355019 w 7467663"/>
              <a:gd name="connsiteY323" fmla="*/ 4734672 h 6858000"/>
              <a:gd name="connsiteX324" fmla="*/ 5083565 w 7467663"/>
              <a:gd name="connsiteY324" fmla="*/ 5179121 h 6858000"/>
              <a:gd name="connsiteX325" fmla="*/ 4713577 w 7467663"/>
              <a:gd name="connsiteY325" fmla="*/ 5616803 h 6858000"/>
              <a:gd name="connsiteX326" fmla="*/ 3989559 w 7467663"/>
              <a:gd name="connsiteY326" fmla="*/ 6145945 h 6858000"/>
              <a:gd name="connsiteX327" fmla="*/ 3939824 w 7467663"/>
              <a:gd name="connsiteY327" fmla="*/ 6066900 h 6858000"/>
              <a:gd name="connsiteX328" fmla="*/ 4584537 w 7467663"/>
              <a:gd name="connsiteY328" fmla="*/ 5324826 h 6858000"/>
              <a:gd name="connsiteX329" fmla="*/ 5037105 w 7467663"/>
              <a:gd name="connsiteY329" fmla="*/ 5088765 h 6858000"/>
              <a:gd name="connsiteX330" fmla="*/ 5039930 w 7467663"/>
              <a:gd name="connsiteY330" fmla="*/ 5089585 h 6858000"/>
              <a:gd name="connsiteX331" fmla="*/ 5263764 w 7467663"/>
              <a:gd name="connsiteY331" fmla="*/ 4735525 h 6858000"/>
              <a:gd name="connsiteX332" fmla="*/ 4086300 w 7467663"/>
              <a:gd name="connsiteY332" fmla="*/ 4884599 h 6858000"/>
              <a:gd name="connsiteX333" fmla="*/ 4085485 w 7467663"/>
              <a:gd name="connsiteY333" fmla="*/ 4899070 h 6858000"/>
              <a:gd name="connsiteX334" fmla="*/ 3871915 w 7467663"/>
              <a:gd name="connsiteY334" fmla="*/ 5253645 h 6858000"/>
              <a:gd name="connsiteX335" fmla="*/ 3799374 w 7467663"/>
              <a:gd name="connsiteY335" fmla="*/ 5466127 h 6858000"/>
              <a:gd name="connsiteX336" fmla="*/ 3498850 w 7467663"/>
              <a:gd name="connsiteY336" fmla="*/ 6661888 h 6858000"/>
              <a:gd name="connsiteX337" fmla="*/ 3399216 w 7467663"/>
              <a:gd name="connsiteY337" fmla="*/ 6858000 h 6858000"/>
              <a:gd name="connsiteX338" fmla="*/ 3303688 w 7467663"/>
              <a:gd name="connsiteY338" fmla="*/ 6858000 h 6858000"/>
              <a:gd name="connsiteX339" fmla="*/ 3391774 w 7467663"/>
              <a:gd name="connsiteY339" fmla="*/ 6697181 h 6858000"/>
              <a:gd name="connsiteX340" fmla="*/ 3735540 w 7467663"/>
              <a:gd name="connsiteY340" fmla="*/ 5546923 h 6858000"/>
              <a:gd name="connsiteX341" fmla="*/ 3729438 w 7467663"/>
              <a:gd name="connsiteY341" fmla="*/ 5569058 h 6858000"/>
              <a:gd name="connsiteX342" fmla="*/ 3707782 w 7467663"/>
              <a:gd name="connsiteY342" fmla="*/ 5644908 h 6858000"/>
              <a:gd name="connsiteX343" fmla="*/ 3583827 w 7467663"/>
              <a:gd name="connsiteY343" fmla="*/ 6039215 h 6858000"/>
              <a:gd name="connsiteX344" fmla="*/ 3547861 w 7467663"/>
              <a:gd name="connsiteY344" fmla="*/ 6129609 h 6858000"/>
              <a:gd name="connsiteX345" fmla="*/ 3490905 w 7467663"/>
              <a:gd name="connsiteY345" fmla="*/ 6277660 h 6858000"/>
              <a:gd name="connsiteX346" fmla="*/ 3455859 w 7467663"/>
              <a:gd name="connsiteY346" fmla="*/ 6391301 h 6858000"/>
              <a:gd name="connsiteX347" fmla="*/ 3429112 w 7467663"/>
              <a:gd name="connsiteY347" fmla="*/ 6479469 h 6858000"/>
              <a:gd name="connsiteX348" fmla="*/ 3304862 w 7467663"/>
              <a:gd name="connsiteY348" fmla="*/ 6796476 h 6858000"/>
              <a:gd name="connsiteX349" fmla="*/ 3276071 w 7467663"/>
              <a:gd name="connsiteY349" fmla="*/ 6858000 h 6858000"/>
              <a:gd name="connsiteX350" fmla="*/ 3240805 w 7467663"/>
              <a:gd name="connsiteY350" fmla="*/ 6858000 h 6858000"/>
              <a:gd name="connsiteX351" fmla="*/ 3275917 w 7467663"/>
              <a:gd name="connsiteY351" fmla="*/ 6783192 h 6858000"/>
              <a:gd name="connsiteX352" fmla="*/ 3399358 w 7467663"/>
              <a:gd name="connsiteY352" fmla="*/ 6469011 h 6858000"/>
              <a:gd name="connsiteX353" fmla="*/ 3425650 w 7467663"/>
              <a:gd name="connsiteY353" fmla="*/ 6381333 h 6858000"/>
              <a:gd name="connsiteX354" fmla="*/ 3460661 w 7467663"/>
              <a:gd name="connsiteY354" fmla="*/ 6266763 h 6858000"/>
              <a:gd name="connsiteX355" fmla="*/ 3518021 w 7467663"/>
              <a:gd name="connsiteY355" fmla="*/ 6117298 h 6858000"/>
              <a:gd name="connsiteX356" fmla="*/ 3554035 w 7467663"/>
              <a:gd name="connsiteY356" fmla="*/ 6027832 h 6858000"/>
              <a:gd name="connsiteX357" fmla="*/ 3677174 w 7467663"/>
              <a:gd name="connsiteY357" fmla="*/ 5636351 h 6858000"/>
              <a:gd name="connsiteX358" fmla="*/ 3698819 w 7467663"/>
              <a:gd name="connsiteY358" fmla="*/ 5560503 h 6858000"/>
              <a:gd name="connsiteX359" fmla="*/ 3702094 w 7467663"/>
              <a:gd name="connsiteY359" fmla="*/ 5549194 h 6858000"/>
              <a:gd name="connsiteX360" fmla="*/ 3398355 w 7467663"/>
              <a:gd name="connsiteY360" fmla="*/ 6094603 h 6858000"/>
              <a:gd name="connsiteX361" fmla="*/ 3193941 w 7467663"/>
              <a:gd name="connsiteY361" fmla="*/ 6798775 h 6858000"/>
              <a:gd name="connsiteX362" fmla="*/ 3184140 w 7467663"/>
              <a:gd name="connsiteY362" fmla="*/ 6858000 h 6858000"/>
              <a:gd name="connsiteX363" fmla="*/ 3099978 w 7467663"/>
              <a:gd name="connsiteY363" fmla="*/ 6858000 h 6858000"/>
              <a:gd name="connsiteX364" fmla="*/ 3101556 w 7467663"/>
              <a:gd name="connsiteY364" fmla="*/ 6843337 h 6858000"/>
              <a:gd name="connsiteX365" fmla="*/ 3370162 w 7467663"/>
              <a:gd name="connsiteY365" fmla="*/ 5785550 h 6858000"/>
              <a:gd name="connsiteX366" fmla="*/ 3746477 w 7467663"/>
              <a:gd name="connsiteY366" fmla="*/ 5377889 h 6858000"/>
              <a:gd name="connsiteX367" fmla="*/ 3863399 w 7467663"/>
              <a:gd name="connsiteY367" fmla="*/ 5087257 h 6858000"/>
              <a:gd name="connsiteX368" fmla="*/ 3968712 w 7467663"/>
              <a:gd name="connsiteY368" fmla="*/ 4913989 h 6858000"/>
              <a:gd name="connsiteX369" fmla="*/ 2792390 w 7467663"/>
              <a:gd name="connsiteY369" fmla="*/ 5382974 h 6858000"/>
              <a:gd name="connsiteX370" fmla="*/ 2714982 w 7467663"/>
              <a:gd name="connsiteY370" fmla="*/ 5427051 h 6858000"/>
              <a:gd name="connsiteX371" fmla="*/ 2813361 w 7467663"/>
              <a:gd name="connsiteY371" fmla="*/ 6023912 h 6858000"/>
              <a:gd name="connsiteX372" fmla="*/ 2688430 w 7467663"/>
              <a:gd name="connsiteY372" fmla="*/ 6801564 h 6858000"/>
              <a:gd name="connsiteX373" fmla="*/ 2629626 w 7467663"/>
              <a:gd name="connsiteY373" fmla="*/ 6763394 h 6858000"/>
              <a:gd name="connsiteX374" fmla="*/ 2565328 w 7467663"/>
              <a:gd name="connsiteY374" fmla="*/ 5516399 h 6858000"/>
              <a:gd name="connsiteX375" fmla="*/ 1922999 w 7467663"/>
              <a:gd name="connsiteY375" fmla="*/ 5980343 h 6858000"/>
              <a:gd name="connsiteX376" fmla="*/ 1950261 w 7467663"/>
              <a:gd name="connsiteY376" fmla="*/ 6405858 h 6858000"/>
              <a:gd name="connsiteX377" fmla="*/ 2365554 w 7467663"/>
              <a:gd name="connsiteY377" fmla="*/ 6759107 h 6858000"/>
              <a:gd name="connsiteX378" fmla="*/ 2424142 w 7467663"/>
              <a:gd name="connsiteY378" fmla="*/ 6858000 h 6858000"/>
              <a:gd name="connsiteX379" fmla="*/ 2395994 w 7467663"/>
              <a:gd name="connsiteY379" fmla="*/ 6858000 h 6858000"/>
              <a:gd name="connsiteX380" fmla="*/ 2392863 w 7467663"/>
              <a:gd name="connsiteY380" fmla="*/ 6852964 h 6858000"/>
              <a:gd name="connsiteX381" fmla="*/ 2017589 w 7467663"/>
              <a:gd name="connsiteY381" fmla="*/ 6493982 h 6858000"/>
              <a:gd name="connsiteX382" fmla="*/ 2147336 w 7467663"/>
              <a:gd name="connsiteY382" fmla="*/ 6594052 h 6858000"/>
              <a:gd name="connsiteX383" fmla="*/ 2207047 w 7467663"/>
              <a:gd name="connsiteY383" fmla="*/ 6654540 h 6858000"/>
              <a:gd name="connsiteX384" fmla="*/ 2299106 w 7467663"/>
              <a:gd name="connsiteY384" fmla="*/ 6778931 h 6858000"/>
              <a:gd name="connsiteX385" fmla="*/ 2314430 w 7467663"/>
              <a:gd name="connsiteY385" fmla="*/ 6801144 h 6858000"/>
              <a:gd name="connsiteX386" fmla="*/ 2352406 w 7467663"/>
              <a:gd name="connsiteY386" fmla="*/ 6858000 h 6858000"/>
              <a:gd name="connsiteX387" fmla="*/ 2314492 w 7467663"/>
              <a:gd name="connsiteY387" fmla="*/ 6858000 h 6858000"/>
              <a:gd name="connsiteX388" fmla="*/ 2288095 w 7467663"/>
              <a:gd name="connsiteY388" fmla="*/ 6818030 h 6858000"/>
              <a:gd name="connsiteX389" fmla="*/ 2272768 w 7467663"/>
              <a:gd name="connsiteY389" fmla="*/ 6795822 h 6858000"/>
              <a:gd name="connsiteX390" fmla="*/ 2182715 w 7467663"/>
              <a:gd name="connsiteY390" fmla="*/ 6675071 h 6858000"/>
              <a:gd name="connsiteX391" fmla="*/ 2032061 w 7467663"/>
              <a:gd name="connsiteY391" fmla="*/ 6541380 h 6858000"/>
              <a:gd name="connsiteX392" fmla="*/ 2257220 w 7467663"/>
              <a:gd name="connsiteY392" fmla="*/ 6826257 h 6858000"/>
              <a:gd name="connsiteX393" fmla="*/ 2281324 w 7467663"/>
              <a:gd name="connsiteY393" fmla="*/ 6858000 h 6858000"/>
              <a:gd name="connsiteX394" fmla="*/ 2242860 w 7467663"/>
              <a:gd name="connsiteY394" fmla="*/ 6858000 h 6858000"/>
              <a:gd name="connsiteX395" fmla="*/ 2232818 w 7467663"/>
              <a:gd name="connsiteY395" fmla="*/ 6844926 h 6858000"/>
              <a:gd name="connsiteX396" fmla="*/ 1990172 w 7467663"/>
              <a:gd name="connsiteY396" fmla="*/ 6542121 h 6858000"/>
              <a:gd name="connsiteX397" fmla="*/ 2124090 w 7467663"/>
              <a:gd name="connsiteY397" fmla="*/ 6761017 h 6858000"/>
              <a:gd name="connsiteX398" fmla="*/ 2200380 w 7467663"/>
              <a:gd name="connsiteY398" fmla="*/ 6858000 h 6858000"/>
              <a:gd name="connsiteX399" fmla="*/ 2147507 w 7467663"/>
              <a:gd name="connsiteY399" fmla="*/ 6858000 h 6858000"/>
              <a:gd name="connsiteX400" fmla="*/ 2070668 w 7467663"/>
              <a:gd name="connsiteY400" fmla="*/ 6761520 h 6858000"/>
              <a:gd name="connsiteX401" fmla="*/ 1975142 w 7467663"/>
              <a:gd name="connsiteY401" fmla="*/ 6585570 h 6858000"/>
              <a:gd name="connsiteX402" fmla="*/ 2050035 w 7467663"/>
              <a:gd name="connsiteY402" fmla="*/ 6813345 h 6858000"/>
              <a:gd name="connsiteX403" fmla="*/ 2063025 w 7467663"/>
              <a:gd name="connsiteY403" fmla="*/ 6858000 h 6858000"/>
              <a:gd name="connsiteX404" fmla="*/ 2021675 w 7467663"/>
              <a:gd name="connsiteY404" fmla="*/ 6858000 h 6858000"/>
              <a:gd name="connsiteX405" fmla="*/ 2019308 w 7467663"/>
              <a:gd name="connsiteY405" fmla="*/ 6847118 h 6858000"/>
              <a:gd name="connsiteX406" fmla="*/ 1938835 w 7467663"/>
              <a:gd name="connsiteY406" fmla="*/ 6551160 h 6858000"/>
              <a:gd name="connsiteX407" fmla="*/ 1953230 w 7467663"/>
              <a:gd name="connsiteY407" fmla="*/ 6759699 h 6858000"/>
              <a:gd name="connsiteX408" fmla="*/ 1956763 w 7467663"/>
              <a:gd name="connsiteY408" fmla="*/ 6778191 h 6858000"/>
              <a:gd name="connsiteX409" fmla="*/ 1967925 w 7467663"/>
              <a:gd name="connsiteY409" fmla="*/ 6858000 h 6858000"/>
              <a:gd name="connsiteX410" fmla="*/ 1936622 w 7467663"/>
              <a:gd name="connsiteY410" fmla="*/ 6858000 h 6858000"/>
              <a:gd name="connsiteX411" fmla="*/ 1926261 w 7467663"/>
              <a:gd name="connsiteY411" fmla="*/ 6784064 h 6858000"/>
              <a:gd name="connsiteX412" fmla="*/ 1922724 w 7467663"/>
              <a:gd name="connsiteY412" fmla="*/ 6765577 h 6858000"/>
              <a:gd name="connsiteX413" fmla="*/ 1904650 w 7467663"/>
              <a:gd name="connsiteY413" fmla="*/ 6639616 h 6858000"/>
              <a:gd name="connsiteX414" fmla="*/ 1885273 w 7467663"/>
              <a:gd name="connsiteY414" fmla="*/ 6858000 h 6858000"/>
              <a:gd name="connsiteX415" fmla="*/ 1854363 w 7467663"/>
              <a:gd name="connsiteY415" fmla="*/ 6858000 h 6858000"/>
              <a:gd name="connsiteX416" fmla="*/ 1880391 w 7467663"/>
              <a:gd name="connsiteY416" fmla="*/ 6603796 h 6858000"/>
              <a:gd name="connsiteX417" fmla="*/ 1818273 w 7467663"/>
              <a:gd name="connsiteY417" fmla="*/ 6715729 h 6858000"/>
              <a:gd name="connsiteX418" fmla="*/ 1794691 w 7467663"/>
              <a:gd name="connsiteY418" fmla="*/ 6843239 h 6858000"/>
              <a:gd name="connsiteX419" fmla="*/ 1794914 w 7467663"/>
              <a:gd name="connsiteY419" fmla="*/ 6858000 h 6858000"/>
              <a:gd name="connsiteX420" fmla="*/ 1746128 w 7467663"/>
              <a:gd name="connsiteY420" fmla="*/ 6858000 h 6858000"/>
              <a:gd name="connsiteX421" fmla="*/ 1753934 w 7467663"/>
              <a:gd name="connsiteY421" fmla="*/ 6724796 h 6858000"/>
              <a:gd name="connsiteX422" fmla="*/ 1792053 w 7467663"/>
              <a:gd name="connsiteY422" fmla="*/ 6572396 h 6858000"/>
              <a:gd name="connsiteX423" fmla="*/ 1862248 w 7467663"/>
              <a:gd name="connsiteY423" fmla="*/ 6266397 h 6858000"/>
              <a:gd name="connsiteX424" fmla="*/ 1862250 w 7467663"/>
              <a:gd name="connsiteY424" fmla="*/ 6033531 h 6858000"/>
              <a:gd name="connsiteX425" fmla="*/ 1211999 w 7467663"/>
              <a:gd name="connsiteY425" fmla="*/ 6683610 h 6858000"/>
              <a:gd name="connsiteX426" fmla="*/ 1213266 w 7467663"/>
              <a:gd name="connsiteY426" fmla="*/ 6691947 h 6858000"/>
              <a:gd name="connsiteX427" fmla="*/ 1203370 w 7467663"/>
              <a:gd name="connsiteY427" fmla="*/ 6850676 h 6858000"/>
              <a:gd name="connsiteX428" fmla="*/ 1203671 w 7467663"/>
              <a:gd name="connsiteY428" fmla="*/ 6858000 h 6858000"/>
              <a:gd name="connsiteX429" fmla="*/ 1143180 w 7467663"/>
              <a:gd name="connsiteY429" fmla="*/ 6858000 h 6858000"/>
              <a:gd name="connsiteX430" fmla="*/ 1142176 w 7467663"/>
              <a:gd name="connsiteY430" fmla="*/ 6766045 h 6858000"/>
              <a:gd name="connsiteX431" fmla="*/ 1067484 w 7467663"/>
              <a:gd name="connsiteY431" fmla="*/ 6858000 h 6858000"/>
              <a:gd name="connsiteX432" fmla="*/ 953928 w 7467663"/>
              <a:gd name="connsiteY432" fmla="*/ 6858000 h 6858000"/>
              <a:gd name="connsiteX433" fmla="*/ 959715 w 7467663"/>
              <a:gd name="connsiteY433" fmla="*/ 6850185 h 6858000"/>
              <a:gd name="connsiteX434" fmla="*/ 1483788 w 7467663"/>
              <a:gd name="connsiteY434" fmla="*/ 6259174 h 6858000"/>
              <a:gd name="connsiteX435" fmla="*/ 1100671 w 7467663"/>
              <a:gd name="connsiteY435" fmla="*/ 6252137 h 6858000"/>
              <a:gd name="connsiteX436" fmla="*/ 1090144 w 7467663"/>
              <a:gd name="connsiteY436" fmla="*/ 6256748 h 6858000"/>
              <a:gd name="connsiteX437" fmla="*/ 1095872 w 7467663"/>
              <a:gd name="connsiteY437" fmla="*/ 6271892 h 6858000"/>
              <a:gd name="connsiteX438" fmla="*/ 262785 w 7467663"/>
              <a:gd name="connsiteY438" fmla="*/ 6845450 h 6858000"/>
              <a:gd name="connsiteX439" fmla="*/ 209968 w 7467663"/>
              <a:gd name="connsiteY439" fmla="*/ 6770713 h 6858000"/>
              <a:gd name="connsiteX440" fmla="*/ 873460 w 7467663"/>
              <a:gd name="connsiteY440" fmla="*/ 6253768 h 6858000"/>
              <a:gd name="connsiteX441" fmla="*/ 192686 w 7467663"/>
              <a:gd name="connsiteY441" fmla="*/ 5849257 h 6858000"/>
              <a:gd name="connsiteX442" fmla="*/ 4696 w 7467663"/>
              <a:gd name="connsiteY442" fmla="*/ 5697668 h 6858000"/>
              <a:gd name="connsiteX443" fmla="*/ 0 w 7467663"/>
              <a:gd name="connsiteY443" fmla="*/ 5689984 h 6858000"/>
              <a:gd name="connsiteX444" fmla="*/ 0 w 7467663"/>
              <a:gd name="connsiteY444" fmla="*/ 5513472 h 6858000"/>
              <a:gd name="connsiteX445" fmla="*/ 174101 w 7467663"/>
              <a:gd name="connsiteY445" fmla="*/ 5620277 h 6858000"/>
              <a:gd name="connsiteX446" fmla="*/ 891800 w 7467663"/>
              <a:gd name="connsiteY446" fmla="*/ 6036935 h 6858000"/>
              <a:gd name="connsiteX447" fmla="*/ 1072219 w 7467663"/>
              <a:gd name="connsiteY447" fmla="*/ 6169443 h 6858000"/>
              <a:gd name="connsiteX448" fmla="*/ 1074117 w 7467663"/>
              <a:gd name="connsiteY448" fmla="*/ 6170301 h 6858000"/>
              <a:gd name="connsiteX449" fmla="*/ 1083114 w 7467663"/>
              <a:gd name="connsiteY449" fmla="*/ 6174131 h 6858000"/>
              <a:gd name="connsiteX450" fmla="*/ 1543010 w 7467663"/>
              <a:gd name="connsiteY450" fmla="*/ 6191140 h 6858000"/>
              <a:gd name="connsiteX451" fmla="*/ 1551080 w 7467663"/>
              <a:gd name="connsiteY451" fmla="*/ 6195006 h 6858000"/>
              <a:gd name="connsiteX452" fmla="*/ 2345443 w 7467663"/>
              <a:gd name="connsiteY452" fmla="*/ 5549882 h 6858000"/>
              <a:gd name="connsiteX453" fmla="*/ 1721499 w 7467663"/>
              <a:gd name="connsiteY453" fmla="*/ 5599969 h 6858000"/>
              <a:gd name="connsiteX454" fmla="*/ 767716 w 7467663"/>
              <a:gd name="connsiteY454" fmla="*/ 5472768 h 6858000"/>
              <a:gd name="connsiteX455" fmla="*/ 722147 w 7467663"/>
              <a:gd name="connsiteY455" fmla="*/ 5393091 h 6858000"/>
              <a:gd name="connsiteX456" fmla="*/ 1485552 w 7467663"/>
              <a:gd name="connsiteY456" fmla="*/ 5313202 h 6858000"/>
              <a:gd name="connsiteX457" fmla="*/ 2143004 w 7467663"/>
              <a:gd name="connsiteY457" fmla="*/ 5402420 h 6858000"/>
              <a:gd name="connsiteX458" fmla="*/ 1933391 w 7467663"/>
              <a:gd name="connsiteY458" fmla="*/ 5156971 h 6858000"/>
              <a:gd name="connsiteX459" fmla="*/ 1827118 w 7467663"/>
              <a:gd name="connsiteY459" fmla="*/ 4968410 h 6858000"/>
              <a:gd name="connsiteX460" fmla="*/ 1837349 w 7467663"/>
              <a:gd name="connsiteY460" fmla="*/ 4956357 h 6858000"/>
              <a:gd name="connsiteX461" fmla="*/ 2162835 w 7467663"/>
              <a:gd name="connsiteY461" fmla="*/ 5187853 h 6858000"/>
              <a:gd name="connsiteX462" fmla="*/ 2257167 w 7467663"/>
              <a:gd name="connsiteY462" fmla="*/ 5462123 h 6858000"/>
              <a:gd name="connsiteX463" fmla="*/ 2261598 w 7467663"/>
              <a:gd name="connsiteY463" fmla="*/ 5467998 h 6858000"/>
              <a:gd name="connsiteX464" fmla="*/ 2437177 w 7467663"/>
              <a:gd name="connsiteY464" fmla="*/ 5479608 h 6858000"/>
              <a:gd name="connsiteX465" fmla="*/ 2445247 w 7467663"/>
              <a:gd name="connsiteY465" fmla="*/ 5483476 h 6858000"/>
              <a:gd name="connsiteX466" fmla="*/ 2743626 w 7467663"/>
              <a:gd name="connsiteY466" fmla="*/ 5304819 h 6858000"/>
              <a:gd name="connsiteX467" fmla="*/ 3048102 w 7467663"/>
              <a:gd name="connsiteY467" fmla="*/ 5150595 h 6858000"/>
              <a:gd name="connsiteX468" fmla="*/ 1799414 w 7467663"/>
              <a:gd name="connsiteY468" fmla="*/ 4694732 h 6858000"/>
              <a:gd name="connsiteX469" fmla="*/ 1771735 w 7467663"/>
              <a:gd name="connsiteY469" fmla="*/ 4619929 h 6858000"/>
              <a:gd name="connsiteX470" fmla="*/ 3104273 w 7467663"/>
              <a:gd name="connsiteY470" fmla="*/ 5076159 h 6858000"/>
              <a:gd name="connsiteX471" fmla="*/ 3113245 w 7467663"/>
              <a:gd name="connsiteY471" fmla="*/ 5090705 h 6858000"/>
              <a:gd name="connsiteX472" fmla="*/ 3126294 w 7467663"/>
              <a:gd name="connsiteY472" fmla="*/ 5114400 h 6858000"/>
              <a:gd name="connsiteX473" fmla="*/ 3937433 w 7467663"/>
              <a:gd name="connsiteY473" fmla="*/ 4830473 h 6858000"/>
              <a:gd name="connsiteX474" fmla="*/ 3590475 w 7467663"/>
              <a:gd name="connsiteY474" fmla="*/ 4597974 h 6858000"/>
              <a:gd name="connsiteX475" fmla="*/ 3100264 w 7467663"/>
              <a:gd name="connsiteY475" fmla="*/ 4579845 h 6858000"/>
              <a:gd name="connsiteX476" fmla="*/ 2183576 w 7467663"/>
              <a:gd name="connsiteY476" fmla="*/ 4227150 h 6858000"/>
              <a:gd name="connsiteX477" fmla="*/ 2151029 w 7467663"/>
              <a:gd name="connsiteY477" fmla="*/ 4146947 h 6858000"/>
              <a:gd name="connsiteX478" fmla="*/ 3563434 w 7467663"/>
              <a:gd name="connsiteY478" fmla="*/ 4469115 h 6858000"/>
              <a:gd name="connsiteX479" fmla="*/ 3177952 w 7467663"/>
              <a:gd name="connsiteY479" fmla="*/ 3657386 h 6858000"/>
              <a:gd name="connsiteX480" fmla="*/ 3189263 w 7467663"/>
              <a:gd name="connsiteY480" fmla="*/ 3625726 h 6858000"/>
              <a:gd name="connsiteX481" fmla="*/ 3560912 w 7467663"/>
              <a:gd name="connsiteY481" fmla="*/ 4079863 h 6858000"/>
              <a:gd name="connsiteX482" fmla="*/ 3626636 w 7467663"/>
              <a:gd name="connsiteY482" fmla="*/ 4512230 h 6858000"/>
              <a:gd name="connsiteX483" fmla="*/ 3653088 w 7467663"/>
              <a:gd name="connsiteY483" fmla="*/ 4521417 h 6858000"/>
              <a:gd name="connsiteX484" fmla="*/ 3988128 w 7467663"/>
              <a:gd name="connsiteY484" fmla="*/ 4817267 h 6858000"/>
              <a:gd name="connsiteX485" fmla="*/ 4830582 w 7467663"/>
              <a:gd name="connsiteY485" fmla="*/ 4676000 h 6858000"/>
              <a:gd name="connsiteX486" fmla="*/ 4830100 w 7467663"/>
              <a:gd name="connsiteY486" fmla="*/ 4675554 h 6858000"/>
              <a:gd name="connsiteX487" fmla="*/ 4036318 w 7467663"/>
              <a:gd name="connsiteY487" fmla="*/ 4147013 h 6858000"/>
              <a:gd name="connsiteX488" fmla="*/ 3432098 w 7467663"/>
              <a:gd name="connsiteY488" fmla="*/ 3537312 h 6858000"/>
              <a:gd name="connsiteX489" fmla="*/ 3446761 w 7467663"/>
              <a:gd name="connsiteY489" fmla="*/ 3461278 h 6858000"/>
              <a:gd name="connsiteX490" fmla="*/ 4419733 w 7467663"/>
              <a:gd name="connsiteY490" fmla="*/ 3963555 h 6858000"/>
              <a:gd name="connsiteX491" fmla="*/ 4781371 w 7467663"/>
              <a:gd name="connsiteY491" fmla="*/ 4458604 h 6858000"/>
              <a:gd name="connsiteX492" fmla="*/ 4780440 w 7467663"/>
              <a:gd name="connsiteY492" fmla="*/ 4470290 h 6858000"/>
              <a:gd name="connsiteX493" fmla="*/ 4898954 w 7467663"/>
              <a:gd name="connsiteY493" fmla="*/ 4662092 h 6858000"/>
              <a:gd name="connsiteX494" fmla="*/ 4900699 w 7467663"/>
              <a:gd name="connsiteY494" fmla="*/ 4670867 h 6858000"/>
              <a:gd name="connsiteX495" fmla="*/ 5714511 w 7467663"/>
              <a:gd name="connsiteY495" fmla="*/ 4663483 h 6858000"/>
              <a:gd name="connsiteX496" fmla="*/ 5464793 w 7467663"/>
              <a:gd name="connsiteY496" fmla="*/ 4393556 h 6858000"/>
              <a:gd name="connsiteX497" fmla="*/ 5461897 w 7467663"/>
              <a:gd name="connsiteY497" fmla="*/ 4390879 h 6858000"/>
              <a:gd name="connsiteX498" fmla="*/ 4294126 w 7467663"/>
              <a:gd name="connsiteY498" fmla="*/ 3303048 h 6858000"/>
              <a:gd name="connsiteX499" fmla="*/ 4305321 w 7467663"/>
              <a:gd name="connsiteY499" fmla="*/ 3256953 h 6858000"/>
              <a:gd name="connsiteX500" fmla="*/ 4949299 w 7467663"/>
              <a:gd name="connsiteY500" fmla="*/ 3766336 h 6858000"/>
              <a:gd name="connsiteX501" fmla="*/ 5291452 w 7467663"/>
              <a:gd name="connsiteY501" fmla="*/ 4076801 h 6858000"/>
              <a:gd name="connsiteX502" fmla="*/ 5434998 w 7467663"/>
              <a:gd name="connsiteY502" fmla="*/ 4254100 h 6858000"/>
              <a:gd name="connsiteX503" fmla="*/ 5351015 w 7467663"/>
              <a:gd name="connsiteY503" fmla="*/ 3760989 h 6858000"/>
              <a:gd name="connsiteX504" fmla="*/ 5413780 w 7467663"/>
              <a:gd name="connsiteY504" fmla="*/ 2966265 h 6858000"/>
              <a:gd name="connsiteX505" fmla="*/ 5425627 w 7467663"/>
              <a:gd name="connsiteY505" fmla="*/ 2954192 h 6858000"/>
              <a:gd name="connsiteX506" fmla="*/ 6604735 w 7467663"/>
              <a:gd name="connsiteY506" fmla="*/ 2041381 h 6858000"/>
              <a:gd name="connsiteX507" fmla="*/ 7204487 w 7467663"/>
              <a:gd name="connsiteY507" fmla="*/ 2742112 h 6858000"/>
              <a:gd name="connsiteX508" fmla="*/ 7131592 w 7467663"/>
              <a:gd name="connsiteY508" fmla="*/ 2672096 h 6858000"/>
              <a:gd name="connsiteX509" fmla="*/ 6996344 w 7467663"/>
              <a:gd name="connsiteY509" fmla="*/ 2518310 h 6858000"/>
              <a:gd name="connsiteX510" fmla="*/ 6735495 w 7467663"/>
              <a:gd name="connsiteY510" fmla="*/ 2196890 h 6858000"/>
              <a:gd name="connsiteX511" fmla="*/ 6721901 w 7467663"/>
              <a:gd name="connsiteY511" fmla="*/ 2179274 h 6858000"/>
              <a:gd name="connsiteX512" fmla="*/ 6604735 w 7467663"/>
              <a:gd name="connsiteY512" fmla="*/ 2041381 h 6858000"/>
              <a:gd name="connsiteX513" fmla="*/ 6591670 w 7467663"/>
              <a:gd name="connsiteY513" fmla="*/ 1988277 h 6858000"/>
              <a:gd name="connsiteX514" fmla="*/ 6747349 w 7467663"/>
              <a:gd name="connsiteY514" fmla="*/ 2160069 h 6858000"/>
              <a:gd name="connsiteX515" fmla="*/ 6760943 w 7467663"/>
              <a:gd name="connsiteY515" fmla="*/ 2177686 h 6858000"/>
              <a:gd name="connsiteX516" fmla="*/ 7021065 w 7467663"/>
              <a:gd name="connsiteY516" fmla="*/ 2498102 h 6858000"/>
              <a:gd name="connsiteX517" fmla="*/ 7155223 w 7467663"/>
              <a:gd name="connsiteY517" fmla="*/ 2650386 h 6858000"/>
              <a:gd name="connsiteX518" fmla="*/ 7203167 w 7467663"/>
              <a:gd name="connsiteY518" fmla="*/ 2697288 h 6858000"/>
              <a:gd name="connsiteX519" fmla="*/ 6937703 w 7467663"/>
              <a:gd name="connsiteY519" fmla="*/ 2321981 h 6858000"/>
              <a:gd name="connsiteX520" fmla="*/ 6591670 w 7467663"/>
              <a:gd name="connsiteY520" fmla="*/ 1988277 h 6858000"/>
              <a:gd name="connsiteX521" fmla="*/ 5798671 w 7467663"/>
              <a:gd name="connsiteY521" fmla="*/ 1981601 h 6858000"/>
              <a:gd name="connsiteX522" fmla="*/ 5754709 w 7467663"/>
              <a:gd name="connsiteY522" fmla="*/ 2071454 h 6858000"/>
              <a:gd name="connsiteX523" fmla="*/ 5763044 w 7467663"/>
              <a:gd name="connsiteY523" fmla="*/ 2842206 h 6858000"/>
              <a:gd name="connsiteX524" fmla="*/ 5764974 w 7467663"/>
              <a:gd name="connsiteY524" fmla="*/ 2799609 h 6858000"/>
              <a:gd name="connsiteX525" fmla="*/ 5767665 w 7467663"/>
              <a:gd name="connsiteY525" fmla="*/ 2666409 h 6858000"/>
              <a:gd name="connsiteX526" fmla="*/ 5763055 w 7467663"/>
              <a:gd name="connsiteY526" fmla="*/ 2579705 h 6858000"/>
              <a:gd name="connsiteX527" fmla="*/ 5758079 w 7467663"/>
              <a:gd name="connsiteY527" fmla="*/ 2492508 h 6858000"/>
              <a:gd name="connsiteX528" fmla="*/ 5779325 w 7467663"/>
              <a:gd name="connsiteY528" fmla="*/ 2197069 h 6858000"/>
              <a:gd name="connsiteX529" fmla="*/ 5798671 w 7467663"/>
              <a:gd name="connsiteY529" fmla="*/ 1981601 h 6858000"/>
              <a:gd name="connsiteX530" fmla="*/ 5829202 w 7467663"/>
              <a:gd name="connsiteY530" fmla="*/ 1971679 h 6858000"/>
              <a:gd name="connsiteX531" fmla="*/ 5809558 w 7467663"/>
              <a:gd name="connsiteY531" fmla="*/ 2198043 h 6858000"/>
              <a:gd name="connsiteX532" fmla="*/ 5788653 w 7467663"/>
              <a:gd name="connsiteY532" fmla="*/ 2489430 h 6858000"/>
              <a:gd name="connsiteX533" fmla="*/ 5793439 w 7467663"/>
              <a:gd name="connsiteY533" fmla="*/ 2575235 h 6858000"/>
              <a:gd name="connsiteX534" fmla="*/ 5796837 w 7467663"/>
              <a:gd name="connsiteY534" fmla="*/ 2637633 h 6858000"/>
              <a:gd name="connsiteX535" fmla="*/ 5818614 w 7467663"/>
              <a:gd name="connsiteY535" fmla="*/ 2473055 h 6858000"/>
              <a:gd name="connsiteX536" fmla="*/ 5829202 w 7467663"/>
              <a:gd name="connsiteY536" fmla="*/ 1971679 h 6858000"/>
              <a:gd name="connsiteX537" fmla="*/ 5911389 w 7467663"/>
              <a:gd name="connsiteY537" fmla="*/ 1898371 h 6858000"/>
              <a:gd name="connsiteX538" fmla="*/ 6237627 w 7467663"/>
              <a:gd name="connsiteY538" fmla="*/ 2231921 h 6858000"/>
              <a:gd name="connsiteX539" fmla="*/ 5911389 w 7467663"/>
              <a:gd name="connsiteY539" fmla="*/ 1898371 h 6858000"/>
              <a:gd name="connsiteX540" fmla="*/ 6944437 w 7467663"/>
              <a:gd name="connsiteY540" fmla="*/ 1575402 h 6858000"/>
              <a:gd name="connsiteX541" fmla="*/ 6304730 w 7467663"/>
              <a:gd name="connsiteY541" fmla="*/ 1766654 h 6858000"/>
              <a:gd name="connsiteX542" fmla="*/ 6944437 w 7467663"/>
              <a:gd name="connsiteY542" fmla="*/ 1575402 h 6858000"/>
              <a:gd name="connsiteX543" fmla="*/ 7019523 w 7467663"/>
              <a:gd name="connsiteY543" fmla="*/ 1519450 h 6858000"/>
              <a:gd name="connsiteX544" fmla="*/ 6298091 w 7467663"/>
              <a:gd name="connsiteY544" fmla="*/ 1737122 h 6858000"/>
              <a:gd name="connsiteX545" fmla="*/ 7019523 w 7467663"/>
              <a:gd name="connsiteY545" fmla="*/ 1519450 h 6858000"/>
              <a:gd name="connsiteX546" fmla="*/ 2399523 w 7467663"/>
              <a:gd name="connsiteY546" fmla="*/ 1428234 h 6858000"/>
              <a:gd name="connsiteX547" fmla="*/ 2224982 w 7467663"/>
              <a:gd name="connsiteY547" fmla="*/ 1826201 h 6858000"/>
              <a:gd name="connsiteX548" fmla="*/ 2096099 w 7467663"/>
              <a:gd name="connsiteY548" fmla="*/ 2345900 h 6858000"/>
              <a:gd name="connsiteX549" fmla="*/ 2283317 w 7467663"/>
              <a:gd name="connsiteY549" fmla="*/ 1796925 h 6858000"/>
              <a:gd name="connsiteX550" fmla="*/ 2399523 w 7467663"/>
              <a:gd name="connsiteY550" fmla="*/ 1428234 h 6858000"/>
              <a:gd name="connsiteX551" fmla="*/ 2448558 w 7467663"/>
              <a:gd name="connsiteY551" fmla="*/ 1373435 h 6858000"/>
              <a:gd name="connsiteX552" fmla="*/ 2312521 w 7467663"/>
              <a:gd name="connsiteY552" fmla="*/ 1806140 h 6858000"/>
              <a:gd name="connsiteX553" fmla="*/ 2127533 w 7467663"/>
              <a:gd name="connsiteY553" fmla="*/ 2348380 h 6858000"/>
              <a:gd name="connsiteX554" fmla="*/ 2358080 w 7467663"/>
              <a:gd name="connsiteY554" fmla="*/ 1866134 h 6858000"/>
              <a:gd name="connsiteX555" fmla="*/ 2407436 w 7467663"/>
              <a:gd name="connsiteY555" fmla="*/ 1651070 h 6858000"/>
              <a:gd name="connsiteX556" fmla="*/ 2448558 w 7467663"/>
              <a:gd name="connsiteY556" fmla="*/ 1373435 h 6858000"/>
              <a:gd name="connsiteX557" fmla="*/ 278707 w 7467663"/>
              <a:gd name="connsiteY557" fmla="*/ 1352270 h 6858000"/>
              <a:gd name="connsiteX558" fmla="*/ 321570 w 7467663"/>
              <a:gd name="connsiteY558" fmla="*/ 1861610 h 6858000"/>
              <a:gd name="connsiteX559" fmla="*/ 294281 w 7467663"/>
              <a:gd name="connsiteY559" fmla="*/ 1440658 h 6858000"/>
              <a:gd name="connsiteX560" fmla="*/ 278707 w 7467663"/>
              <a:gd name="connsiteY560" fmla="*/ 1352270 h 6858000"/>
              <a:gd name="connsiteX561" fmla="*/ 1423821 w 7467663"/>
              <a:gd name="connsiteY561" fmla="*/ 1351958 h 6858000"/>
              <a:gd name="connsiteX562" fmla="*/ 1638521 w 7467663"/>
              <a:gd name="connsiteY562" fmla="*/ 1908470 h 6858000"/>
              <a:gd name="connsiteX563" fmla="*/ 1754199 w 7467663"/>
              <a:gd name="connsiteY563" fmla="*/ 2149284 h 6858000"/>
              <a:gd name="connsiteX564" fmla="*/ 1908359 w 7467663"/>
              <a:gd name="connsiteY564" fmla="*/ 2364988 h 6858000"/>
              <a:gd name="connsiteX565" fmla="*/ 1647661 w 7467663"/>
              <a:gd name="connsiteY565" fmla="*/ 1825945 h 6858000"/>
              <a:gd name="connsiteX566" fmla="*/ 1423821 w 7467663"/>
              <a:gd name="connsiteY566" fmla="*/ 1351958 h 6858000"/>
              <a:gd name="connsiteX567" fmla="*/ 1431890 w 7467663"/>
              <a:gd name="connsiteY567" fmla="*/ 1306475 h 6858000"/>
              <a:gd name="connsiteX568" fmla="*/ 1507597 w 7467663"/>
              <a:gd name="connsiteY568" fmla="*/ 1446132 h 6858000"/>
              <a:gd name="connsiteX569" fmla="*/ 1674586 w 7467663"/>
              <a:gd name="connsiteY569" fmla="*/ 1813832 h 6858000"/>
              <a:gd name="connsiteX570" fmla="*/ 1815950 w 7467663"/>
              <a:gd name="connsiteY570" fmla="*/ 2128564 h 6858000"/>
              <a:gd name="connsiteX571" fmla="*/ 1984242 w 7467663"/>
              <a:gd name="connsiteY571" fmla="*/ 2430829 h 6858000"/>
              <a:gd name="connsiteX572" fmla="*/ 2014023 w 7467663"/>
              <a:gd name="connsiteY572" fmla="*/ 2450995 h 6858000"/>
              <a:gd name="connsiteX573" fmla="*/ 1747337 w 7467663"/>
              <a:gd name="connsiteY573" fmla="*/ 1855264 h 6858000"/>
              <a:gd name="connsiteX574" fmla="*/ 1533749 w 7467663"/>
              <a:gd name="connsiteY574" fmla="*/ 1478656 h 6858000"/>
              <a:gd name="connsiteX575" fmla="*/ 1431890 w 7467663"/>
              <a:gd name="connsiteY575" fmla="*/ 1306475 h 6858000"/>
              <a:gd name="connsiteX576" fmla="*/ 5052692 w 7467663"/>
              <a:gd name="connsiteY576" fmla="*/ 1292994 h 6858000"/>
              <a:gd name="connsiteX577" fmla="*/ 5200661 w 7467663"/>
              <a:gd name="connsiteY577" fmla="*/ 1635186 h 6858000"/>
              <a:gd name="connsiteX578" fmla="*/ 5297138 w 7467663"/>
              <a:gd name="connsiteY578" fmla="*/ 1906351 h 6858000"/>
              <a:gd name="connsiteX579" fmla="*/ 5052692 w 7467663"/>
              <a:gd name="connsiteY579" fmla="*/ 1292994 h 6858000"/>
              <a:gd name="connsiteX580" fmla="*/ 5009948 w 7467663"/>
              <a:gd name="connsiteY580" fmla="*/ 1273619 h 6858000"/>
              <a:gd name="connsiteX581" fmla="*/ 5121777 w 7467663"/>
              <a:gd name="connsiteY581" fmla="*/ 1654213 h 6858000"/>
              <a:gd name="connsiteX582" fmla="*/ 5293545 w 7467663"/>
              <a:gd name="connsiteY582" fmla="*/ 2072247 h 6858000"/>
              <a:gd name="connsiteX583" fmla="*/ 5294042 w 7467663"/>
              <a:gd name="connsiteY583" fmla="*/ 2065019 h 6858000"/>
              <a:gd name="connsiteX584" fmla="*/ 5171936 w 7467663"/>
              <a:gd name="connsiteY584" fmla="*/ 1647613 h 6858000"/>
              <a:gd name="connsiteX585" fmla="*/ 5009948 w 7467663"/>
              <a:gd name="connsiteY585" fmla="*/ 1273619 h 6858000"/>
              <a:gd name="connsiteX586" fmla="*/ 655236 w 7467663"/>
              <a:gd name="connsiteY586" fmla="*/ 1268632 h 6858000"/>
              <a:gd name="connsiteX587" fmla="*/ 839521 w 7467663"/>
              <a:gd name="connsiteY587" fmla="*/ 1685315 h 6858000"/>
              <a:gd name="connsiteX588" fmla="*/ 1109416 w 7467663"/>
              <a:gd name="connsiteY588" fmla="*/ 2061663 h 6858000"/>
              <a:gd name="connsiteX589" fmla="*/ 1298300 w 7467663"/>
              <a:gd name="connsiteY589" fmla="*/ 2247742 h 6858000"/>
              <a:gd name="connsiteX590" fmla="*/ 1125871 w 7467663"/>
              <a:gd name="connsiteY590" fmla="*/ 1989513 h 6858000"/>
              <a:gd name="connsiteX591" fmla="*/ 981574 w 7467663"/>
              <a:gd name="connsiteY591" fmla="*/ 1783157 h 6858000"/>
              <a:gd name="connsiteX592" fmla="*/ 922198 w 7467663"/>
              <a:gd name="connsiteY592" fmla="*/ 1677437 h 6858000"/>
              <a:gd name="connsiteX593" fmla="*/ 869293 w 7467663"/>
              <a:gd name="connsiteY593" fmla="*/ 1583214 h 6858000"/>
              <a:gd name="connsiteX594" fmla="*/ 751431 w 7467663"/>
              <a:gd name="connsiteY594" fmla="*/ 1405731 h 6858000"/>
              <a:gd name="connsiteX595" fmla="*/ 655236 w 7467663"/>
              <a:gd name="connsiteY595" fmla="*/ 1268632 h 6858000"/>
              <a:gd name="connsiteX596" fmla="*/ 6516292 w 7467663"/>
              <a:gd name="connsiteY596" fmla="*/ 1263064 h 6858000"/>
              <a:gd name="connsiteX597" fmla="*/ 5736320 w 7467663"/>
              <a:gd name="connsiteY597" fmla="*/ 1501803 h 6858000"/>
              <a:gd name="connsiteX598" fmla="*/ 6516292 w 7467663"/>
              <a:gd name="connsiteY598" fmla="*/ 1263064 h 6858000"/>
              <a:gd name="connsiteX599" fmla="*/ 291466 w 7467663"/>
              <a:gd name="connsiteY599" fmla="*/ 1250369 h 6858000"/>
              <a:gd name="connsiteX600" fmla="*/ 323180 w 7467663"/>
              <a:gd name="connsiteY600" fmla="*/ 1435283 h 6858000"/>
              <a:gd name="connsiteX601" fmla="*/ 349381 w 7467663"/>
              <a:gd name="connsiteY601" fmla="*/ 1875041 h 6858000"/>
              <a:gd name="connsiteX602" fmla="*/ 374363 w 7467663"/>
              <a:gd name="connsiteY602" fmla="*/ 1506494 h 6858000"/>
              <a:gd name="connsiteX603" fmla="*/ 302168 w 7467663"/>
              <a:gd name="connsiteY603" fmla="*/ 1274495 h 6858000"/>
              <a:gd name="connsiteX604" fmla="*/ 291466 w 7467663"/>
              <a:gd name="connsiteY604" fmla="*/ 1250369 h 6858000"/>
              <a:gd name="connsiteX605" fmla="*/ 678222 w 7467663"/>
              <a:gd name="connsiteY605" fmla="*/ 1248670 h 6858000"/>
              <a:gd name="connsiteX606" fmla="*/ 775536 w 7467663"/>
              <a:gd name="connsiteY606" fmla="*/ 1388015 h 6858000"/>
              <a:gd name="connsiteX607" fmla="*/ 894529 w 7467663"/>
              <a:gd name="connsiteY607" fmla="*/ 1567739 h 6858000"/>
              <a:gd name="connsiteX608" fmla="*/ 948000 w 7467663"/>
              <a:gd name="connsiteY608" fmla="*/ 1663088 h 6858000"/>
              <a:gd name="connsiteX609" fmla="*/ 1006812 w 7467663"/>
              <a:gd name="connsiteY609" fmla="*/ 1767683 h 6858000"/>
              <a:gd name="connsiteX610" fmla="*/ 1149133 w 7467663"/>
              <a:gd name="connsiteY610" fmla="*/ 1971513 h 6858000"/>
              <a:gd name="connsiteX611" fmla="*/ 1333952 w 7467663"/>
              <a:gd name="connsiteY611" fmla="*/ 2251620 h 6858000"/>
              <a:gd name="connsiteX612" fmla="*/ 1337329 w 7467663"/>
              <a:gd name="connsiteY612" fmla="*/ 2258350 h 6858000"/>
              <a:gd name="connsiteX613" fmla="*/ 1014726 w 7467663"/>
              <a:gd name="connsiteY613" fmla="*/ 1615556 h 6858000"/>
              <a:gd name="connsiteX614" fmla="*/ 678222 w 7467663"/>
              <a:gd name="connsiteY614" fmla="*/ 1248670 h 6858000"/>
              <a:gd name="connsiteX615" fmla="*/ 6691602 w 7467663"/>
              <a:gd name="connsiteY615" fmla="*/ 1140573 h 6858000"/>
              <a:gd name="connsiteX616" fmla="*/ 6571100 w 7467663"/>
              <a:gd name="connsiteY616" fmla="*/ 1183662 h 6858000"/>
              <a:gd name="connsiteX617" fmla="*/ 6241687 w 7467663"/>
              <a:gd name="connsiteY617" fmla="*/ 1257600 h 6858000"/>
              <a:gd name="connsiteX618" fmla="*/ 5693009 w 7467663"/>
              <a:gd name="connsiteY618" fmla="*/ 1478256 h 6858000"/>
              <a:gd name="connsiteX619" fmla="*/ 6548420 w 7467663"/>
              <a:gd name="connsiteY619" fmla="*/ 1214599 h 6858000"/>
              <a:gd name="connsiteX620" fmla="*/ 6605473 w 7467663"/>
              <a:gd name="connsiteY620" fmla="*/ 1184686 h 6858000"/>
              <a:gd name="connsiteX621" fmla="*/ 6691602 w 7467663"/>
              <a:gd name="connsiteY621" fmla="*/ 1140573 h 6858000"/>
              <a:gd name="connsiteX622" fmla="*/ 4002475 w 7467663"/>
              <a:gd name="connsiteY622" fmla="*/ 1037802 h 6858000"/>
              <a:gd name="connsiteX623" fmla="*/ 4000324 w 7467663"/>
              <a:gd name="connsiteY623" fmla="*/ 1039362 h 6858000"/>
              <a:gd name="connsiteX624" fmla="*/ 4002862 w 7467663"/>
              <a:gd name="connsiteY624" fmla="*/ 1042866 h 6858000"/>
              <a:gd name="connsiteX625" fmla="*/ 4002475 w 7467663"/>
              <a:gd name="connsiteY625" fmla="*/ 1037802 h 6858000"/>
              <a:gd name="connsiteX626" fmla="*/ 506322 w 7467663"/>
              <a:gd name="connsiteY626" fmla="*/ 1020997 h 6858000"/>
              <a:gd name="connsiteX627" fmla="*/ 533068 w 7467663"/>
              <a:gd name="connsiteY627" fmla="*/ 1029409 h 6858000"/>
              <a:gd name="connsiteX628" fmla="*/ 1232525 w 7467663"/>
              <a:gd name="connsiteY628" fmla="*/ 1804675 h 6858000"/>
              <a:gd name="connsiteX629" fmla="*/ 1388858 w 7467663"/>
              <a:gd name="connsiteY629" fmla="*/ 2368011 h 6858000"/>
              <a:gd name="connsiteX630" fmla="*/ 1384098 w 7467663"/>
              <a:gd name="connsiteY630" fmla="*/ 2378125 h 6858000"/>
              <a:gd name="connsiteX631" fmla="*/ 1425393 w 7467663"/>
              <a:gd name="connsiteY631" fmla="*/ 2589124 h 6858000"/>
              <a:gd name="connsiteX632" fmla="*/ 1424001 w 7467663"/>
              <a:gd name="connsiteY632" fmla="*/ 2597541 h 6858000"/>
              <a:gd name="connsiteX633" fmla="*/ 2152729 w 7467663"/>
              <a:gd name="connsiteY633" fmla="*/ 2864487 h 6858000"/>
              <a:gd name="connsiteX634" fmla="*/ 2020609 w 7467663"/>
              <a:gd name="connsiteY634" fmla="*/ 2539671 h 6858000"/>
              <a:gd name="connsiteX635" fmla="*/ 2018920 w 7467663"/>
              <a:gd name="connsiteY635" fmla="*/ 2536309 h 6858000"/>
              <a:gd name="connsiteX636" fmla="*/ 1342441 w 7467663"/>
              <a:gd name="connsiteY636" fmla="*/ 1173017 h 6858000"/>
              <a:gd name="connsiteX637" fmla="*/ 1367925 w 7467663"/>
              <a:gd name="connsiteY637" fmla="*/ 1135648 h 6858000"/>
              <a:gd name="connsiteX638" fmla="*/ 1771401 w 7467663"/>
              <a:gd name="connsiteY638" fmla="*/ 1806673 h 6858000"/>
              <a:gd name="connsiteX639" fmla="*/ 1972385 w 7467663"/>
              <a:gd name="connsiteY639" fmla="*/ 2198735 h 6858000"/>
              <a:gd name="connsiteX640" fmla="*/ 2040892 w 7467663"/>
              <a:gd name="connsiteY640" fmla="*/ 2405205 h 6858000"/>
              <a:gd name="connsiteX641" fmla="*/ 2131689 w 7467663"/>
              <a:gd name="connsiteY641" fmla="*/ 1936926 h 6858000"/>
              <a:gd name="connsiteX642" fmla="*/ 2454820 w 7467663"/>
              <a:gd name="connsiteY642" fmla="*/ 1248808 h 6858000"/>
              <a:gd name="connsiteX643" fmla="*/ 2492512 w 7467663"/>
              <a:gd name="connsiteY643" fmla="*/ 1302920 h 6858000"/>
              <a:gd name="connsiteX644" fmla="*/ 2081216 w 7467663"/>
              <a:gd name="connsiteY644" fmla="*/ 2527513 h 6858000"/>
              <a:gd name="connsiteX645" fmla="*/ 2081211 w 7467663"/>
              <a:gd name="connsiteY645" fmla="*/ 2528916 h 6858000"/>
              <a:gd name="connsiteX646" fmla="*/ 2199067 w 7467663"/>
              <a:gd name="connsiteY646" fmla="*/ 2884061 h 6858000"/>
              <a:gd name="connsiteX647" fmla="*/ 3192586 w 7467663"/>
              <a:gd name="connsiteY647" fmla="*/ 3411496 h 6858000"/>
              <a:gd name="connsiteX648" fmla="*/ 3182620 w 7467663"/>
              <a:gd name="connsiteY648" fmla="*/ 3483279 h 6858000"/>
              <a:gd name="connsiteX649" fmla="*/ 2435119 w 7467663"/>
              <a:gd name="connsiteY649" fmla="*/ 3080173 h 6858000"/>
              <a:gd name="connsiteX650" fmla="*/ 2410152 w 7467663"/>
              <a:gd name="connsiteY650" fmla="*/ 3063751 h 6858000"/>
              <a:gd name="connsiteX651" fmla="*/ 2408099 w 7467663"/>
              <a:gd name="connsiteY651" fmla="*/ 3064403 h 6858000"/>
              <a:gd name="connsiteX652" fmla="*/ 2407218 w 7467663"/>
              <a:gd name="connsiteY652" fmla="*/ 3070324 h 6858000"/>
              <a:gd name="connsiteX653" fmla="*/ 2380138 w 7467663"/>
              <a:gd name="connsiteY653" fmla="*/ 3099341 h 6858000"/>
              <a:gd name="connsiteX654" fmla="*/ 1765923 w 7467663"/>
              <a:gd name="connsiteY654" fmla="*/ 3581043 h 6858000"/>
              <a:gd name="connsiteX655" fmla="*/ 1702258 w 7467663"/>
              <a:gd name="connsiteY655" fmla="*/ 3612286 h 6858000"/>
              <a:gd name="connsiteX656" fmla="*/ 1538370 w 7467663"/>
              <a:gd name="connsiteY656" fmla="*/ 3811804 h 6858000"/>
              <a:gd name="connsiteX657" fmla="*/ 542867 w 7467663"/>
              <a:gd name="connsiteY657" fmla="*/ 4944092 h 6858000"/>
              <a:gd name="connsiteX658" fmla="*/ 515800 w 7467663"/>
              <a:gd name="connsiteY658" fmla="*/ 4862180 h 6858000"/>
              <a:gd name="connsiteX659" fmla="*/ 909145 w 7467663"/>
              <a:gd name="connsiteY659" fmla="*/ 4199225 h 6858000"/>
              <a:gd name="connsiteX660" fmla="*/ 1214067 w 7467663"/>
              <a:gd name="connsiteY660" fmla="*/ 3908561 h 6858000"/>
              <a:gd name="connsiteX661" fmla="*/ 640967 w 7467663"/>
              <a:gd name="connsiteY661" fmla="*/ 4105601 h 6858000"/>
              <a:gd name="connsiteX662" fmla="*/ 112563 w 7467663"/>
              <a:gd name="connsiteY662" fmla="*/ 4396952 h 6858000"/>
              <a:gd name="connsiteX663" fmla="*/ 0 w 7467663"/>
              <a:gd name="connsiteY663" fmla="*/ 4466006 h 6858000"/>
              <a:gd name="connsiteX664" fmla="*/ 0 w 7467663"/>
              <a:gd name="connsiteY664" fmla="*/ 4233763 h 6858000"/>
              <a:gd name="connsiteX665" fmla="*/ 36881 w 7467663"/>
              <a:gd name="connsiteY665" fmla="*/ 4200118 h 6858000"/>
              <a:gd name="connsiteX666" fmla="*/ 910534 w 7467663"/>
              <a:gd name="connsiteY666" fmla="*/ 3629753 h 6858000"/>
              <a:gd name="connsiteX667" fmla="*/ 1578717 w 7467663"/>
              <a:gd name="connsiteY667" fmla="*/ 3575982 h 6858000"/>
              <a:gd name="connsiteX668" fmla="*/ 2338780 w 7467663"/>
              <a:gd name="connsiteY668" fmla="*/ 3033725 h 6858000"/>
              <a:gd name="connsiteX669" fmla="*/ 1807991 w 7467663"/>
              <a:gd name="connsiteY669" fmla="*/ 2807184 h 6858000"/>
              <a:gd name="connsiteX670" fmla="*/ 1416358 w 7467663"/>
              <a:gd name="connsiteY670" fmla="*/ 3112571 h 6858000"/>
              <a:gd name="connsiteX671" fmla="*/ 939066 w 7467663"/>
              <a:gd name="connsiteY671" fmla="*/ 3378798 h 6858000"/>
              <a:gd name="connsiteX672" fmla="*/ 115099 w 7467663"/>
              <a:gd name="connsiteY672" fmla="*/ 3607650 h 6858000"/>
              <a:gd name="connsiteX673" fmla="*/ 97284 w 7467663"/>
              <a:gd name="connsiteY673" fmla="*/ 3520393 h 6858000"/>
              <a:gd name="connsiteX674" fmla="*/ 922050 w 7467663"/>
              <a:gd name="connsiteY674" fmla="*/ 3074867 h 6858000"/>
              <a:gd name="connsiteX675" fmla="*/ 1405265 w 7467663"/>
              <a:gd name="connsiteY675" fmla="*/ 3016319 h 6858000"/>
              <a:gd name="connsiteX676" fmla="*/ 1407512 w 7467663"/>
              <a:gd name="connsiteY676" fmla="*/ 3018001 h 6858000"/>
              <a:gd name="connsiteX677" fmla="*/ 1726266 w 7467663"/>
              <a:gd name="connsiteY677" fmla="*/ 2777274 h 6858000"/>
              <a:gd name="connsiteX678" fmla="*/ 625390 w 7467663"/>
              <a:gd name="connsiteY678" fmla="*/ 2514541 h 6858000"/>
              <a:gd name="connsiteX679" fmla="*/ 619799 w 7467663"/>
              <a:gd name="connsiteY679" fmla="*/ 2527180 h 6858000"/>
              <a:gd name="connsiteX680" fmla="*/ 310030 w 7467663"/>
              <a:gd name="connsiteY680" fmla="*/ 2771818 h 6858000"/>
              <a:gd name="connsiteX681" fmla="*/ 173877 w 7467663"/>
              <a:gd name="connsiteY681" fmla="*/ 2937056 h 6858000"/>
              <a:gd name="connsiteX682" fmla="*/ 77889 w 7467663"/>
              <a:gd name="connsiteY682" fmla="*/ 3138440 h 6858000"/>
              <a:gd name="connsiteX683" fmla="*/ 0 w 7467663"/>
              <a:gd name="connsiteY683" fmla="*/ 3271395 h 6858000"/>
              <a:gd name="connsiteX684" fmla="*/ 0 w 7467663"/>
              <a:gd name="connsiteY684" fmla="*/ 3153002 h 6858000"/>
              <a:gd name="connsiteX685" fmla="*/ 2386 w 7467663"/>
              <a:gd name="connsiteY685" fmla="*/ 3149203 h 6858000"/>
              <a:gd name="connsiteX686" fmla="*/ 89753 w 7467663"/>
              <a:gd name="connsiteY686" fmla="*/ 2987702 h 6858000"/>
              <a:gd name="connsiteX687" fmla="*/ 76869 w 7467663"/>
              <a:gd name="connsiteY687" fmla="*/ 3005404 h 6858000"/>
              <a:gd name="connsiteX688" fmla="*/ 32049 w 7467663"/>
              <a:gd name="connsiteY688" fmla="*/ 3065814 h 6858000"/>
              <a:gd name="connsiteX689" fmla="*/ 0 w 7467663"/>
              <a:gd name="connsiteY689" fmla="*/ 3108744 h 6858000"/>
              <a:gd name="connsiteX690" fmla="*/ 0 w 7467663"/>
              <a:gd name="connsiteY690" fmla="*/ 3058059 h 6858000"/>
              <a:gd name="connsiteX691" fmla="*/ 7610 w 7467663"/>
              <a:gd name="connsiteY691" fmla="*/ 3047889 h 6858000"/>
              <a:gd name="connsiteX692" fmla="*/ 52419 w 7467663"/>
              <a:gd name="connsiteY692" fmla="*/ 2987479 h 6858000"/>
              <a:gd name="connsiteX693" fmla="*/ 59142 w 7467663"/>
              <a:gd name="connsiteY693" fmla="*/ 2978488 h 6858000"/>
              <a:gd name="connsiteX694" fmla="*/ 0 w 7467663"/>
              <a:gd name="connsiteY694" fmla="*/ 3015334 h 6858000"/>
              <a:gd name="connsiteX695" fmla="*/ 0 w 7467663"/>
              <a:gd name="connsiteY695" fmla="*/ 2914286 h 6858000"/>
              <a:gd name="connsiteX696" fmla="*/ 36383 w 7467663"/>
              <a:gd name="connsiteY696" fmla="*/ 2901128 h 6858000"/>
              <a:gd name="connsiteX697" fmla="*/ 156329 w 7467663"/>
              <a:gd name="connsiteY697" fmla="*/ 2840533 h 6858000"/>
              <a:gd name="connsiteX698" fmla="*/ 358355 w 7467663"/>
              <a:gd name="connsiteY698" fmla="*/ 2620471 h 6858000"/>
              <a:gd name="connsiteX699" fmla="*/ 510577 w 7467663"/>
              <a:gd name="connsiteY699" fmla="*/ 2501244 h 6858000"/>
              <a:gd name="connsiteX700" fmla="*/ 211967 w 7467663"/>
              <a:gd name="connsiteY700" fmla="*/ 2479171 h 6858000"/>
              <a:gd name="connsiteX701" fmla="*/ 0 w 7467663"/>
              <a:gd name="connsiteY701" fmla="*/ 2476398 h 6858000"/>
              <a:gd name="connsiteX702" fmla="*/ 0 w 7467663"/>
              <a:gd name="connsiteY702" fmla="*/ 2389189 h 6858000"/>
              <a:gd name="connsiteX703" fmla="*/ 103062 w 7467663"/>
              <a:gd name="connsiteY703" fmla="*/ 2389518 h 6858000"/>
              <a:gd name="connsiteX704" fmla="*/ 510734 w 7467663"/>
              <a:gd name="connsiteY704" fmla="*/ 2416201 h 6858000"/>
              <a:gd name="connsiteX705" fmla="*/ 279257 w 7467663"/>
              <a:gd name="connsiteY705" fmla="*/ 2092102 h 6858000"/>
              <a:gd name="connsiteX706" fmla="*/ 65265 w 7467663"/>
              <a:gd name="connsiteY706" fmla="*/ 2006049 h 6858000"/>
              <a:gd name="connsiteX707" fmla="*/ 0 w 7467663"/>
              <a:gd name="connsiteY707" fmla="*/ 1982532 h 6858000"/>
              <a:gd name="connsiteX708" fmla="*/ 0 w 7467663"/>
              <a:gd name="connsiteY708" fmla="*/ 1912789 h 6858000"/>
              <a:gd name="connsiteX709" fmla="*/ 97460 w 7467663"/>
              <a:gd name="connsiteY709" fmla="*/ 1953725 h 6858000"/>
              <a:gd name="connsiteX710" fmla="*/ 221272 w 7467663"/>
              <a:gd name="connsiteY710" fmla="*/ 1980766 h 6858000"/>
              <a:gd name="connsiteX711" fmla="*/ 116765 w 7467663"/>
              <a:gd name="connsiteY711" fmla="*/ 1911033 h 6858000"/>
              <a:gd name="connsiteX712" fmla="*/ 16405 w 7467663"/>
              <a:gd name="connsiteY712" fmla="*/ 1803412 h 6858000"/>
              <a:gd name="connsiteX713" fmla="*/ 0 w 7467663"/>
              <a:gd name="connsiteY713" fmla="*/ 1784777 h 6858000"/>
              <a:gd name="connsiteX714" fmla="*/ 0 w 7467663"/>
              <a:gd name="connsiteY714" fmla="*/ 1740082 h 6858000"/>
              <a:gd name="connsiteX715" fmla="*/ 39394 w 7467663"/>
              <a:gd name="connsiteY715" fmla="*/ 1784856 h 6858000"/>
              <a:gd name="connsiteX716" fmla="*/ 135813 w 7467663"/>
              <a:gd name="connsiteY716" fmla="*/ 1888838 h 6858000"/>
              <a:gd name="connsiteX717" fmla="*/ 242575 w 7467663"/>
              <a:gd name="connsiteY717" fmla="*/ 1958841 h 6858000"/>
              <a:gd name="connsiteX718" fmla="*/ 82197 w 7467663"/>
              <a:gd name="connsiteY718" fmla="*/ 1754826 h 6858000"/>
              <a:gd name="connsiteX719" fmla="*/ 0 w 7467663"/>
              <a:gd name="connsiteY719" fmla="*/ 1679650 h 6858000"/>
              <a:gd name="connsiteX720" fmla="*/ 0 w 7467663"/>
              <a:gd name="connsiteY720" fmla="*/ 1602463 h 6858000"/>
              <a:gd name="connsiteX721" fmla="*/ 84689 w 7467663"/>
              <a:gd name="connsiteY721" fmla="*/ 1677442 h 6858000"/>
              <a:gd name="connsiteX722" fmla="*/ 298437 w 7467663"/>
              <a:gd name="connsiteY722" fmla="*/ 1968019 h 6858000"/>
              <a:gd name="connsiteX723" fmla="*/ 227269 w 7467663"/>
              <a:gd name="connsiteY723" fmla="*/ 1114064 h 6858000"/>
              <a:gd name="connsiteX724" fmla="*/ 248003 w 7467663"/>
              <a:gd name="connsiteY724" fmla="*/ 1089613 h 6858000"/>
              <a:gd name="connsiteX725" fmla="*/ 427020 w 7467663"/>
              <a:gd name="connsiteY725" fmla="*/ 1619803 h 6858000"/>
              <a:gd name="connsiteX726" fmla="*/ 340345 w 7467663"/>
              <a:gd name="connsiteY726" fmla="*/ 2027739 h 6858000"/>
              <a:gd name="connsiteX727" fmla="*/ 360865 w 7467663"/>
              <a:gd name="connsiteY727" fmla="*/ 2044827 h 6858000"/>
              <a:gd name="connsiteX728" fmla="*/ 560414 w 7467663"/>
              <a:gd name="connsiteY728" fmla="*/ 2421457 h 6858000"/>
              <a:gd name="connsiteX729" fmla="*/ 1359703 w 7467663"/>
              <a:gd name="connsiteY729" fmla="*/ 2578554 h 6858000"/>
              <a:gd name="connsiteX730" fmla="*/ 1359422 w 7467663"/>
              <a:gd name="connsiteY730" fmla="*/ 2577994 h 6858000"/>
              <a:gd name="connsiteX731" fmla="*/ 828701 w 7467663"/>
              <a:gd name="connsiteY731" fmla="*/ 1839520 h 6858000"/>
              <a:gd name="connsiteX732" fmla="*/ 494427 w 7467663"/>
              <a:gd name="connsiteY732" fmla="*/ 1092333 h 6858000"/>
              <a:gd name="connsiteX733" fmla="*/ 506322 w 7467663"/>
              <a:gd name="connsiteY733" fmla="*/ 1020997 h 6858000"/>
              <a:gd name="connsiteX734" fmla="*/ 4570198 w 7467663"/>
              <a:gd name="connsiteY734" fmla="*/ 978081 h 6858000"/>
              <a:gd name="connsiteX735" fmla="*/ 4523691 w 7467663"/>
              <a:gd name="connsiteY735" fmla="*/ 1127776 h 6858000"/>
              <a:gd name="connsiteX736" fmla="*/ 4509875 w 7467663"/>
              <a:gd name="connsiteY736" fmla="*/ 1167552 h 6858000"/>
              <a:gd name="connsiteX737" fmla="*/ 4478168 w 7467663"/>
              <a:gd name="connsiteY737" fmla="*/ 1260735 h 6858000"/>
              <a:gd name="connsiteX738" fmla="*/ 4409309 w 7467663"/>
              <a:gd name="connsiteY738" fmla="*/ 1666996 h 6858000"/>
              <a:gd name="connsiteX739" fmla="*/ 4370031 w 7467663"/>
              <a:gd name="connsiteY739" fmla="*/ 1955666 h 6858000"/>
              <a:gd name="connsiteX740" fmla="*/ 4570198 w 7467663"/>
              <a:gd name="connsiteY740" fmla="*/ 978081 h 6858000"/>
              <a:gd name="connsiteX741" fmla="*/ 4557898 w 7467663"/>
              <a:gd name="connsiteY741" fmla="*/ 900011 h 6858000"/>
              <a:gd name="connsiteX742" fmla="*/ 4344840 w 7467663"/>
              <a:gd name="connsiteY742" fmla="*/ 1922038 h 6858000"/>
              <a:gd name="connsiteX743" fmla="*/ 4378710 w 7467663"/>
              <a:gd name="connsiteY743" fmla="*/ 1665516 h 6858000"/>
              <a:gd name="connsiteX744" fmla="*/ 4448798 w 7467663"/>
              <a:gd name="connsiteY744" fmla="*/ 1253024 h 6858000"/>
              <a:gd name="connsiteX745" fmla="*/ 4480315 w 7467663"/>
              <a:gd name="connsiteY745" fmla="*/ 1158454 h 6858000"/>
              <a:gd name="connsiteX746" fmla="*/ 4494133 w 7467663"/>
              <a:gd name="connsiteY746" fmla="*/ 1118676 h 6858000"/>
              <a:gd name="connsiteX747" fmla="*/ 4557898 w 7467663"/>
              <a:gd name="connsiteY747" fmla="*/ 900011 h 6858000"/>
              <a:gd name="connsiteX748" fmla="*/ 5870151 w 7467663"/>
              <a:gd name="connsiteY748" fmla="*/ 898890 h 6858000"/>
              <a:gd name="connsiteX749" fmla="*/ 5861335 w 7467663"/>
              <a:gd name="connsiteY749" fmla="*/ 899177 h 6858000"/>
              <a:gd name="connsiteX750" fmla="*/ 5843702 w 7467663"/>
              <a:gd name="connsiteY750" fmla="*/ 899748 h 6858000"/>
              <a:gd name="connsiteX751" fmla="*/ 5651107 w 7467663"/>
              <a:gd name="connsiteY751" fmla="*/ 920306 h 6858000"/>
              <a:gd name="connsiteX752" fmla="*/ 5459407 w 7467663"/>
              <a:gd name="connsiteY752" fmla="*/ 940975 h 6858000"/>
              <a:gd name="connsiteX753" fmla="*/ 5374846 w 7467663"/>
              <a:gd name="connsiteY753" fmla="*/ 941988 h 6858000"/>
              <a:gd name="connsiteX754" fmla="*/ 5256105 w 7467663"/>
              <a:gd name="connsiteY754" fmla="*/ 945632 h 6858000"/>
              <a:gd name="connsiteX755" fmla="*/ 5107071 w 7467663"/>
              <a:gd name="connsiteY755" fmla="*/ 969720 h 6858000"/>
              <a:gd name="connsiteX756" fmla="*/ 4998681 w 7467663"/>
              <a:gd name="connsiteY756" fmla="*/ 988771 h 6858000"/>
              <a:gd name="connsiteX757" fmla="*/ 5870151 w 7467663"/>
              <a:gd name="connsiteY757" fmla="*/ 898890 h 6858000"/>
              <a:gd name="connsiteX758" fmla="*/ 5504425 w 7467663"/>
              <a:gd name="connsiteY758" fmla="*/ 848067 h 6858000"/>
              <a:gd name="connsiteX759" fmla="*/ 4968849 w 7467663"/>
              <a:gd name="connsiteY759" fmla="*/ 962318 h 6858000"/>
              <a:gd name="connsiteX760" fmla="*/ 5104039 w 7467663"/>
              <a:gd name="connsiteY760" fmla="*/ 940634 h 6858000"/>
              <a:gd name="connsiteX761" fmla="*/ 5256311 w 7467663"/>
              <a:gd name="connsiteY761" fmla="*/ 916490 h 6858000"/>
              <a:gd name="connsiteX762" fmla="*/ 5377381 w 7467663"/>
              <a:gd name="connsiteY762" fmla="*/ 912671 h 6858000"/>
              <a:gd name="connsiteX763" fmla="*/ 5460148 w 7467663"/>
              <a:gd name="connsiteY763" fmla="*/ 911442 h 6858000"/>
              <a:gd name="connsiteX764" fmla="*/ 5648971 w 7467663"/>
              <a:gd name="connsiteY764" fmla="*/ 891331 h 6858000"/>
              <a:gd name="connsiteX765" fmla="*/ 5844807 w 7467663"/>
              <a:gd name="connsiteY765" fmla="*/ 870718 h 6858000"/>
              <a:gd name="connsiteX766" fmla="*/ 5862975 w 7467663"/>
              <a:gd name="connsiteY766" fmla="*/ 869756 h 6858000"/>
              <a:gd name="connsiteX767" fmla="*/ 5920887 w 7467663"/>
              <a:gd name="connsiteY767" fmla="*/ 865929 h 6858000"/>
              <a:gd name="connsiteX768" fmla="*/ 5504425 w 7467663"/>
              <a:gd name="connsiteY768" fmla="*/ 848067 h 6858000"/>
              <a:gd name="connsiteX769" fmla="*/ 3607114 w 7467663"/>
              <a:gd name="connsiteY769" fmla="*/ 467441 h 6858000"/>
              <a:gd name="connsiteX770" fmla="*/ 3296242 w 7467663"/>
              <a:gd name="connsiteY770" fmla="*/ 807991 h 6858000"/>
              <a:gd name="connsiteX771" fmla="*/ 3174674 w 7467663"/>
              <a:gd name="connsiteY771" fmla="*/ 919759 h 6858000"/>
              <a:gd name="connsiteX772" fmla="*/ 3042978 w 7467663"/>
              <a:gd name="connsiteY772" fmla="*/ 1054894 h 6858000"/>
              <a:gd name="connsiteX773" fmla="*/ 2968914 w 7467663"/>
              <a:gd name="connsiteY773" fmla="*/ 1133756 h 6858000"/>
              <a:gd name="connsiteX774" fmla="*/ 3103823 w 7467663"/>
              <a:gd name="connsiteY774" fmla="*/ 1026814 h 6858000"/>
              <a:gd name="connsiteX775" fmla="*/ 3607114 w 7467663"/>
              <a:gd name="connsiteY775" fmla="*/ 467441 h 6858000"/>
              <a:gd name="connsiteX776" fmla="*/ 3744487 w 7467663"/>
              <a:gd name="connsiteY776" fmla="*/ 383136 h 6858000"/>
              <a:gd name="connsiteX777" fmla="*/ 3970213 w 7467663"/>
              <a:gd name="connsiteY777" fmla="*/ 995559 h 6858000"/>
              <a:gd name="connsiteX778" fmla="*/ 3744487 w 7467663"/>
              <a:gd name="connsiteY778" fmla="*/ 383136 h 6858000"/>
              <a:gd name="connsiteX779" fmla="*/ 3624562 w 7467663"/>
              <a:gd name="connsiteY779" fmla="*/ 367041 h 6858000"/>
              <a:gd name="connsiteX780" fmla="*/ 3489712 w 7467663"/>
              <a:gd name="connsiteY780" fmla="*/ 485386 h 6858000"/>
              <a:gd name="connsiteX781" fmla="*/ 3182994 w 7467663"/>
              <a:gd name="connsiteY781" fmla="*/ 828265 h 6858000"/>
              <a:gd name="connsiteX782" fmla="*/ 2892114 w 7467663"/>
              <a:gd name="connsiteY782" fmla="*/ 1172635 h 6858000"/>
              <a:gd name="connsiteX783" fmla="*/ 3021459 w 7467663"/>
              <a:gd name="connsiteY783" fmla="*/ 1035385 h 6858000"/>
              <a:gd name="connsiteX784" fmla="*/ 3153873 w 7467663"/>
              <a:gd name="connsiteY784" fmla="*/ 898971 h 6858000"/>
              <a:gd name="connsiteX785" fmla="*/ 3276511 w 7467663"/>
              <a:gd name="connsiteY785" fmla="*/ 786423 h 6858000"/>
              <a:gd name="connsiteX786" fmla="*/ 3584154 w 7467663"/>
              <a:gd name="connsiteY786" fmla="*/ 448218 h 6858000"/>
              <a:gd name="connsiteX787" fmla="*/ 3624562 w 7467663"/>
              <a:gd name="connsiteY787" fmla="*/ 367041 h 6858000"/>
              <a:gd name="connsiteX788" fmla="*/ 3766672 w 7467663"/>
              <a:gd name="connsiteY788" fmla="*/ 359429 h 6858000"/>
              <a:gd name="connsiteX789" fmla="*/ 3996338 w 7467663"/>
              <a:gd name="connsiteY789" fmla="*/ 968237 h 6858000"/>
              <a:gd name="connsiteX790" fmla="*/ 3766672 w 7467663"/>
              <a:gd name="connsiteY790" fmla="*/ 359429 h 6858000"/>
              <a:gd name="connsiteX791" fmla="*/ 5805386 w 7467663"/>
              <a:gd name="connsiteY791" fmla="*/ 239240 h 6858000"/>
              <a:gd name="connsiteX792" fmla="*/ 5736947 w 7467663"/>
              <a:gd name="connsiteY792" fmla="*/ 261367 h 6858000"/>
              <a:gd name="connsiteX793" fmla="*/ 5427012 w 7467663"/>
              <a:gd name="connsiteY793" fmla="*/ 311272 h 6858000"/>
              <a:gd name="connsiteX794" fmla="*/ 5147818 w 7467663"/>
              <a:gd name="connsiteY794" fmla="*/ 322112 h 6858000"/>
              <a:gd name="connsiteX795" fmla="*/ 5060854 w 7467663"/>
              <a:gd name="connsiteY795" fmla="*/ 311882 h 6858000"/>
              <a:gd name="connsiteX796" fmla="*/ 4945989 w 7467663"/>
              <a:gd name="connsiteY796" fmla="*/ 300516 h 6858000"/>
              <a:gd name="connsiteX797" fmla="*/ 5410479 w 7467663"/>
              <a:gd name="connsiteY797" fmla="*/ 348434 h 6858000"/>
              <a:gd name="connsiteX798" fmla="*/ 5805386 w 7467663"/>
              <a:gd name="connsiteY798" fmla="*/ 239240 h 6858000"/>
              <a:gd name="connsiteX799" fmla="*/ 5905192 w 7467663"/>
              <a:gd name="connsiteY799" fmla="*/ 163079 h 6858000"/>
              <a:gd name="connsiteX800" fmla="*/ 5865655 w 7467663"/>
              <a:gd name="connsiteY800" fmla="*/ 171901 h 6858000"/>
              <a:gd name="connsiteX801" fmla="*/ 5259740 w 7467663"/>
              <a:gd name="connsiteY801" fmla="*/ 257013 h 6858000"/>
              <a:gd name="connsiteX802" fmla="*/ 5208466 w 7467663"/>
              <a:gd name="connsiteY802" fmla="*/ 257550 h 6858000"/>
              <a:gd name="connsiteX803" fmla="*/ 4980204 w 7467663"/>
              <a:gd name="connsiteY803" fmla="*/ 271903 h 6858000"/>
              <a:gd name="connsiteX804" fmla="*/ 5068068 w 7467663"/>
              <a:gd name="connsiteY804" fmla="*/ 282244 h 6858000"/>
              <a:gd name="connsiteX805" fmla="*/ 5153231 w 7467663"/>
              <a:gd name="connsiteY805" fmla="*/ 292240 h 6858000"/>
              <a:gd name="connsiteX806" fmla="*/ 5426491 w 7467663"/>
              <a:gd name="connsiteY806" fmla="*/ 281128 h 6858000"/>
              <a:gd name="connsiteX807" fmla="*/ 5731212 w 7467663"/>
              <a:gd name="connsiteY807" fmla="*/ 231951 h 6858000"/>
              <a:gd name="connsiteX808" fmla="*/ 5905192 w 7467663"/>
              <a:gd name="connsiteY808" fmla="*/ 163079 h 6858000"/>
              <a:gd name="connsiteX809" fmla="*/ 5944437 w 7467663"/>
              <a:gd name="connsiteY809" fmla="*/ 113829 h 6858000"/>
              <a:gd name="connsiteX810" fmla="*/ 5825032 w 7467663"/>
              <a:gd name="connsiteY810" fmla="*/ 146405 h 6858000"/>
              <a:gd name="connsiteX811" fmla="*/ 4955599 w 7467663"/>
              <a:gd name="connsiteY811" fmla="*/ 247008 h 6858000"/>
              <a:gd name="connsiteX812" fmla="*/ 5210104 w 7467663"/>
              <a:gd name="connsiteY812" fmla="*/ 228123 h 6858000"/>
              <a:gd name="connsiteX813" fmla="*/ 5261015 w 7467663"/>
              <a:gd name="connsiteY813" fmla="*/ 227087 h 6858000"/>
              <a:gd name="connsiteX814" fmla="*/ 5861181 w 7467663"/>
              <a:gd name="connsiteY814" fmla="*/ 143093 h 6858000"/>
              <a:gd name="connsiteX815" fmla="*/ 5961252 w 7467663"/>
              <a:gd name="connsiteY815" fmla="*/ 114820 h 6858000"/>
              <a:gd name="connsiteX816" fmla="*/ 5944437 w 7467663"/>
              <a:gd name="connsiteY816" fmla="*/ 113829 h 6858000"/>
              <a:gd name="connsiteX817" fmla="*/ 3882765 w 7467663"/>
              <a:gd name="connsiteY817" fmla="*/ 0 h 6858000"/>
              <a:gd name="connsiteX818" fmla="*/ 3995099 w 7467663"/>
              <a:gd name="connsiteY818" fmla="*/ 0 h 6858000"/>
              <a:gd name="connsiteX819" fmla="*/ 4163818 w 7467663"/>
              <a:gd name="connsiteY819" fmla="*/ 234104 h 6858000"/>
              <a:gd name="connsiteX820" fmla="*/ 4172099 w 7467663"/>
              <a:gd name="connsiteY820" fmla="*/ 234207 h 6858000"/>
              <a:gd name="connsiteX821" fmla="*/ 4784282 w 7467663"/>
              <a:gd name="connsiteY821" fmla="*/ 276561 h 6858000"/>
              <a:gd name="connsiteX822" fmla="*/ 4801687 w 7467663"/>
              <a:gd name="connsiteY822" fmla="*/ 267764 h 6858000"/>
              <a:gd name="connsiteX823" fmla="*/ 6082788 w 7467663"/>
              <a:gd name="connsiteY823" fmla="*/ 64119 h 6858000"/>
              <a:gd name="connsiteX824" fmla="*/ 6099442 w 7467663"/>
              <a:gd name="connsiteY824" fmla="*/ 82568 h 6858000"/>
              <a:gd name="connsiteX825" fmla="*/ 4804137 w 7467663"/>
              <a:gd name="connsiteY825" fmla="*/ 320931 h 6858000"/>
              <a:gd name="connsiteX826" fmla="*/ 4227047 w 7467663"/>
              <a:gd name="connsiteY826" fmla="*/ 313415 h 6858000"/>
              <a:gd name="connsiteX827" fmla="*/ 4346041 w 7467663"/>
              <a:gd name="connsiteY827" fmla="*/ 456086 h 6858000"/>
              <a:gd name="connsiteX828" fmla="*/ 4870967 w 7467663"/>
              <a:gd name="connsiteY828" fmla="*/ 963061 h 6858000"/>
              <a:gd name="connsiteX829" fmla="*/ 4889647 w 7467663"/>
              <a:gd name="connsiteY829" fmla="*/ 957147 h 6858000"/>
              <a:gd name="connsiteX830" fmla="*/ 5422504 w 7467663"/>
              <a:gd name="connsiteY830" fmla="*/ 805191 h 6858000"/>
              <a:gd name="connsiteX831" fmla="*/ 6087656 w 7467663"/>
              <a:gd name="connsiteY831" fmla="*/ 826703 h 6858000"/>
              <a:gd name="connsiteX832" fmla="*/ 6058717 w 7467663"/>
              <a:gd name="connsiteY832" fmla="*/ 865992 h 6858000"/>
              <a:gd name="connsiteX833" fmla="*/ 4974153 w 7467663"/>
              <a:gd name="connsiteY833" fmla="*/ 1045456 h 6858000"/>
              <a:gd name="connsiteX834" fmla="*/ 5627835 w 7467663"/>
              <a:gd name="connsiteY834" fmla="*/ 1472077 h 6858000"/>
              <a:gd name="connsiteX835" fmla="*/ 5629817 w 7467663"/>
              <a:gd name="connsiteY835" fmla="*/ 1471412 h 6858000"/>
              <a:gd name="connsiteX836" fmla="*/ 5634124 w 7467663"/>
              <a:gd name="connsiteY836" fmla="*/ 1470572 h 6858000"/>
              <a:gd name="connsiteX837" fmla="*/ 5755832 w 7467663"/>
              <a:gd name="connsiteY837" fmla="*/ 1383886 h 6858000"/>
              <a:gd name="connsiteX838" fmla="*/ 6014186 w 7467663"/>
              <a:gd name="connsiteY838" fmla="*/ 1279799 h 6858000"/>
              <a:gd name="connsiteX839" fmla="*/ 6901619 w 7467663"/>
              <a:gd name="connsiteY839" fmla="*/ 1047874 h 6858000"/>
              <a:gd name="connsiteX840" fmla="*/ 6931566 w 7467663"/>
              <a:gd name="connsiteY840" fmla="*/ 1062034 h 6858000"/>
              <a:gd name="connsiteX841" fmla="*/ 5790982 w 7467663"/>
              <a:gd name="connsiteY841" fmla="*/ 1561380 h 6858000"/>
              <a:gd name="connsiteX842" fmla="*/ 6188971 w 7467663"/>
              <a:gd name="connsiteY842" fmla="*/ 1755168 h 6858000"/>
              <a:gd name="connsiteX843" fmla="*/ 6202446 w 7467663"/>
              <a:gd name="connsiteY843" fmla="*/ 1752268 h 6858000"/>
              <a:gd name="connsiteX844" fmla="*/ 7179560 w 7467663"/>
              <a:gd name="connsiteY844" fmla="*/ 1467551 h 6858000"/>
              <a:gd name="connsiteX845" fmla="*/ 7158730 w 7467663"/>
              <a:gd name="connsiteY845" fmla="*/ 1507835 h 6858000"/>
              <a:gd name="connsiteX846" fmla="*/ 6326959 w 7467663"/>
              <a:gd name="connsiteY846" fmla="*/ 1817686 h 6858000"/>
              <a:gd name="connsiteX847" fmla="*/ 6537433 w 7467663"/>
              <a:gd name="connsiteY847" fmla="*/ 1907790 h 6858000"/>
              <a:gd name="connsiteX848" fmla="*/ 6550221 w 7467663"/>
              <a:gd name="connsiteY848" fmla="*/ 1910729 h 6858000"/>
              <a:gd name="connsiteX849" fmla="*/ 6964438 w 7467663"/>
              <a:gd name="connsiteY849" fmla="*/ 2209505 h 6858000"/>
              <a:gd name="connsiteX850" fmla="*/ 7367862 w 7467663"/>
              <a:gd name="connsiteY850" fmla="*/ 2806833 h 6858000"/>
              <a:gd name="connsiteX851" fmla="*/ 7364329 w 7467663"/>
              <a:gd name="connsiteY851" fmla="*/ 2826907 h 6858000"/>
              <a:gd name="connsiteX852" fmla="*/ 7290545 w 7467663"/>
              <a:gd name="connsiteY852" fmla="*/ 2850663 h 6858000"/>
              <a:gd name="connsiteX853" fmla="*/ 6472036 w 7467663"/>
              <a:gd name="connsiteY853" fmla="*/ 1959003 h 6858000"/>
              <a:gd name="connsiteX854" fmla="*/ 5792897 w 7467663"/>
              <a:gd name="connsiteY854" fmla="*/ 1647747 h 6858000"/>
              <a:gd name="connsiteX855" fmla="*/ 5842751 w 7467663"/>
              <a:gd name="connsiteY855" fmla="*/ 1816112 h 6858000"/>
              <a:gd name="connsiteX856" fmla="*/ 5847424 w 7467663"/>
              <a:gd name="connsiteY856" fmla="*/ 1815776 h 6858000"/>
              <a:gd name="connsiteX857" fmla="*/ 6399821 w 7467663"/>
              <a:gd name="connsiteY857" fmla="*/ 2344799 h 6858000"/>
              <a:gd name="connsiteX858" fmla="*/ 6323232 w 7467663"/>
              <a:gd name="connsiteY858" fmla="*/ 2389634 h 6858000"/>
              <a:gd name="connsiteX859" fmla="*/ 5942958 w 7467663"/>
              <a:gd name="connsiteY859" fmla="*/ 2077708 h 6858000"/>
              <a:gd name="connsiteX860" fmla="*/ 5921559 w 7467663"/>
              <a:gd name="connsiteY860" fmla="*/ 2378596 h 6858000"/>
              <a:gd name="connsiteX861" fmla="*/ 5817651 w 7467663"/>
              <a:gd name="connsiteY861" fmla="*/ 3023919 h 6858000"/>
              <a:gd name="connsiteX862" fmla="*/ 5729634 w 7467663"/>
              <a:gd name="connsiteY862" fmla="*/ 3051849 h 6858000"/>
              <a:gd name="connsiteX863" fmla="*/ 5611018 w 7467663"/>
              <a:gd name="connsiteY863" fmla="*/ 2316769 h 6858000"/>
              <a:gd name="connsiteX864" fmla="*/ 5687608 w 7467663"/>
              <a:gd name="connsiteY864" fmla="*/ 2039972 h 6858000"/>
              <a:gd name="connsiteX865" fmla="*/ 5657554 w 7467663"/>
              <a:gd name="connsiteY865" fmla="*/ 1576445 h 6858000"/>
              <a:gd name="connsiteX866" fmla="*/ 5150475 w 7467663"/>
              <a:gd name="connsiteY866" fmla="*/ 1274012 h 6858000"/>
              <a:gd name="connsiteX867" fmla="*/ 5349142 w 7467663"/>
              <a:gd name="connsiteY867" fmla="*/ 2204405 h 6858000"/>
              <a:gd name="connsiteX868" fmla="*/ 5262214 w 7467663"/>
              <a:gd name="connsiteY868" fmla="*/ 2233836 h 6858000"/>
              <a:gd name="connsiteX869" fmla="*/ 4981539 w 7467663"/>
              <a:gd name="connsiteY869" fmla="*/ 1542201 h 6858000"/>
              <a:gd name="connsiteX870" fmla="*/ 4958461 w 7467663"/>
              <a:gd name="connsiteY870" fmla="*/ 1136957 h 6858000"/>
              <a:gd name="connsiteX871" fmla="*/ 4655015 w 7467663"/>
              <a:gd name="connsiteY871" fmla="*/ 891426 h 6858000"/>
              <a:gd name="connsiteX872" fmla="*/ 4348002 w 7467663"/>
              <a:gd name="connsiteY872" fmla="*/ 2205895 h 6858000"/>
              <a:gd name="connsiteX873" fmla="*/ 4262250 w 7467663"/>
              <a:gd name="connsiteY873" fmla="*/ 2219972 h 6858000"/>
              <a:gd name="connsiteX874" fmla="*/ 4550611 w 7467663"/>
              <a:gd name="connsiteY874" fmla="*/ 817540 h 6858000"/>
              <a:gd name="connsiteX875" fmla="*/ 4564418 w 7467663"/>
              <a:gd name="connsiteY875" fmla="*/ 808293 h 6858000"/>
              <a:gd name="connsiteX876" fmla="*/ 4266388 w 7467663"/>
              <a:gd name="connsiteY876" fmla="*/ 500083 h 6858000"/>
              <a:gd name="connsiteX877" fmla="*/ 4032842 w 7467663"/>
              <a:gd name="connsiteY877" fmla="*/ 211809 h 6858000"/>
              <a:gd name="connsiteX878" fmla="*/ 3882765 w 7467663"/>
              <a:gd name="connsiteY878" fmla="*/ 0 h 6858000"/>
              <a:gd name="connsiteX879" fmla="*/ 3721337 w 7467663"/>
              <a:gd name="connsiteY879" fmla="*/ 0 h 6858000"/>
              <a:gd name="connsiteX880" fmla="*/ 3797544 w 7467663"/>
              <a:gd name="connsiteY880" fmla="*/ 0 h 6858000"/>
              <a:gd name="connsiteX881" fmla="*/ 3775734 w 7467663"/>
              <a:gd name="connsiteY881" fmla="*/ 95131 h 6858000"/>
              <a:gd name="connsiteX882" fmla="*/ 3724807 w 7467663"/>
              <a:gd name="connsiteY882" fmla="*/ 272257 h 6858000"/>
              <a:gd name="connsiteX883" fmla="*/ 3726844 w 7467663"/>
              <a:gd name="connsiteY883" fmla="*/ 282988 h 6858000"/>
              <a:gd name="connsiteX884" fmla="*/ 3742664 w 7467663"/>
              <a:gd name="connsiteY884" fmla="*/ 279918 h 6858000"/>
              <a:gd name="connsiteX885" fmla="*/ 4103910 w 7467663"/>
              <a:gd name="connsiteY885" fmla="*/ 1161917 h 6858000"/>
              <a:gd name="connsiteX886" fmla="*/ 4020269 w 7467663"/>
              <a:gd name="connsiteY886" fmla="*/ 1200406 h 6858000"/>
              <a:gd name="connsiteX887" fmla="*/ 3674882 w 7467663"/>
              <a:gd name="connsiteY887" fmla="*/ 488524 h 6858000"/>
              <a:gd name="connsiteX888" fmla="*/ 3132682 w 7467663"/>
              <a:gd name="connsiteY888" fmla="*/ 1072284 h 6858000"/>
              <a:gd name="connsiteX889" fmla="*/ 2716346 w 7467663"/>
              <a:gd name="connsiteY889" fmla="*/ 1276376 h 6858000"/>
              <a:gd name="connsiteX890" fmla="*/ 2716772 w 7467663"/>
              <a:gd name="connsiteY890" fmla="*/ 1255462 h 6858000"/>
              <a:gd name="connsiteX891" fmla="*/ 3471096 w 7467663"/>
              <a:gd name="connsiteY891" fmla="*/ 437072 h 6858000"/>
              <a:gd name="connsiteX892" fmla="*/ 3639057 w 7467663"/>
              <a:gd name="connsiteY892" fmla="*/ 286334 h 6858000"/>
              <a:gd name="connsiteX893" fmla="*/ 3640309 w 7467663"/>
              <a:gd name="connsiteY893" fmla="*/ 284664 h 6858000"/>
              <a:gd name="connsiteX894" fmla="*/ 3646022 w 7467663"/>
              <a:gd name="connsiteY894" fmla="*/ 276711 h 6858000"/>
              <a:gd name="connsiteX895" fmla="*/ 3707943 w 7467663"/>
              <a:gd name="connsiteY895" fmla="*/ 65958 h 6858000"/>
              <a:gd name="connsiteX896" fmla="*/ 3721337 w 7467663"/>
              <a:gd name="connsiteY896" fmla="*/ 0 h 6858000"/>
              <a:gd name="connsiteX897" fmla="*/ 2867960 w 7467663"/>
              <a:gd name="connsiteY897" fmla="*/ 0 h 6858000"/>
              <a:gd name="connsiteX898" fmla="*/ 2926351 w 7467663"/>
              <a:gd name="connsiteY898" fmla="*/ 0 h 6858000"/>
              <a:gd name="connsiteX899" fmla="*/ 2902823 w 7467663"/>
              <a:gd name="connsiteY899" fmla="*/ 262929 h 6858000"/>
              <a:gd name="connsiteX900" fmla="*/ 2940663 w 7467663"/>
              <a:gd name="connsiteY900" fmla="*/ 140884 h 6858000"/>
              <a:gd name="connsiteX901" fmla="*/ 2947039 w 7467663"/>
              <a:gd name="connsiteY901" fmla="*/ 122524 h 6858000"/>
              <a:gd name="connsiteX902" fmla="*/ 2984316 w 7467663"/>
              <a:gd name="connsiteY902" fmla="*/ 0 h 6858000"/>
              <a:gd name="connsiteX903" fmla="*/ 3016114 w 7467663"/>
              <a:gd name="connsiteY903" fmla="*/ 0 h 6858000"/>
              <a:gd name="connsiteX904" fmla="*/ 2979949 w 7467663"/>
              <a:gd name="connsiteY904" fmla="*/ 119274 h 6858000"/>
              <a:gd name="connsiteX905" fmla="*/ 3023879 w 7467663"/>
              <a:gd name="connsiteY905" fmla="*/ 0 h 6858000"/>
              <a:gd name="connsiteX906" fmla="*/ 3105400 w 7467663"/>
              <a:gd name="connsiteY906" fmla="*/ 0 h 6858000"/>
              <a:gd name="connsiteX907" fmla="*/ 3094669 w 7467663"/>
              <a:gd name="connsiteY907" fmla="*/ 30308 h 6858000"/>
              <a:gd name="connsiteX908" fmla="*/ 2901945 w 7467663"/>
              <a:gd name="connsiteY908" fmla="*/ 466538 h 6858000"/>
              <a:gd name="connsiteX909" fmla="*/ 2815209 w 7467663"/>
              <a:gd name="connsiteY909" fmla="*/ 497361 h 6858000"/>
              <a:gd name="connsiteX910" fmla="*/ 2844845 w 7467663"/>
              <a:gd name="connsiteY910" fmla="*/ 127638 h 6858000"/>
              <a:gd name="connsiteX911" fmla="*/ 2867960 w 7467663"/>
              <a:gd name="connsiteY911" fmla="*/ 0 h 6858000"/>
              <a:gd name="connsiteX912" fmla="*/ 1057230 w 7467663"/>
              <a:gd name="connsiteY912" fmla="*/ 0 h 6858000"/>
              <a:gd name="connsiteX913" fmla="*/ 1111003 w 7467663"/>
              <a:gd name="connsiteY913" fmla="*/ 0 h 6858000"/>
              <a:gd name="connsiteX914" fmla="*/ 1125553 w 7467663"/>
              <a:gd name="connsiteY914" fmla="*/ 52588 h 6858000"/>
              <a:gd name="connsiteX915" fmla="*/ 1304276 w 7467663"/>
              <a:gd name="connsiteY915" fmla="*/ 476275 h 6858000"/>
              <a:gd name="connsiteX916" fmla="*/ 1492066 w 7467663"/>
              <a:gd name="connsiteY916" fmla="*/ 886333 h 6858000"/>
              <a:gd name="connsiteX917" fmla="*/ 1423698 w 7467663"/>
              <a:gd name="connsiteY917" fmla="*/ 710817 h 6858000"/>
              <a:gd name="connsiteX918" fmla="*/ 1357609 w 7467663"/>
              <a:gd name="connsiteY918" fmla="*/ 532892 h 6858000"/>
              <a:gd name="connsiteX919" fmla="*/ 1309550 w 7467663"/>
              <a:gd name="connsiteY919" fmla="*/ 374031 h 6858000"/>
              <a:gd name="connsiteX920" fmla="*/ 1193673 w 7467663"/>
              <a:gd name="connsiteY920" fmla="*/ 49533 h 6858000"/>
              <a:gd name="connsiteX921" fmla="*/ 1164391 w 7467663"/>
              <a:gd name="connsiteY921" fmla="*/ 0 h 6858000"/>
              <a:gd name="connsiteX922" fmla="*/ 1200666 w 7467663"/>
              <a:gd name="connsiteY922" fmla="*/ 0 h 6858000"/>
              <a:gd name="connsiteX923" fmla="*/ 1223408 w 7467663"/>
              <a:gd name="connsiteY923" fmla="*/ 38996 h 6858000"/>
              <a:gd name="connsiteX924" fmla="*/ 1339635 w 7467663"/>
              <a:gd name="connsiteY924" fmla="*/ 365517 h 6858000"/>
              <a:gd name="connsiteX925" fmla="*/ 1387469 w 7467663"/>
              <a:gd name="connsiteY925" fmla="*/ 523079 h 6858000"/>
              <a:gd name="connsiteX926" fmla="*/ 1452685 w 7467663"/>
              <a:gd name="connsiteY926" fmla="*/ 699806 h 6858000"/>
              <a:gd name="connsiteX927" fmla="*/ 1492092 w 7467663"/>
              <a:gd name="connsiteY927" fmla="*/ 800424 h 6858000"/>
              <a:gd name="connsiteX928" fmla="*/ 1455302 w 7467663"/>
              <a:gd name="connsiteY928" fmla="*/ 632913 h 6858000"/>
              <a:gd name="connsiteX929" fmla="*/ 1222336 w 7467663"/>
              <a:gd name="connsiteY929" fmla="*/ 9480 h 6858000"/>
              <a:gd name="connsiteX930" fmla="*/ 1214634 w 7467663"/>
              <a:gd name="connsiteY930" fmla="*/ 0 h 6858000"/>
              <a:gd name="connsiteX931" fmla="*/ 1289827 w 7467663"/>
              <a:gd name="connsiteY931" fmla="*/ 0 h 6858000"/>
              <a:gd name="connsiteX932" fmla="*/ 1321076 w 7467663"/>
              <a:gd name="connsiteY932" fmla="*/ 59722 h 6858000"/>
              <a:gd name="connsiteX933" fmla="*/ 1512579 w 7467663"/>
              <a:gd name="connsiteY933" fmla="*/ 626441 h 6858000"/>
              <a:gd name="connsiteX934" fmla="*/ 1506076 w 7467663"/>
              <a:gd name="connsiteY934" fmla="*/ 1089289 h 6858000"/>
              <a:gd name="connsiteX935" fmla="*/ 1486346 w 7467663"/>
              <a:gd name="connsiteY935" fmla="*/ 1079919 h 6858000"/>
              <a:gd name="connsiteX936" fmla="*/ 1070511 w 7467663"/>
              <a:gd name="connsiteY936" fmla="*/ 48609 h 6858000"/>
              <a:gd name="connsiteX937" fmla="*/ 1057230 w 7467663"/>
              <a:gd name="connsiteY937" fmla="*/ 0 h 6858000"/>
              <a:gd name="connsiteX938" fmla="*/ 43151 w 7467663"/>
              <a:gd name="connsiteY938" fmla="*/ 0 h 6858000"/>
              <a:gd name="connsiteX939" fmla="*/ 95283 w 7467663"/>
              <a:gd name="connsiteY939" fmla="*/ 0 h 6858000"/>
              <a:gd name="connsiteX940" fmla="*/ 300708 w 7467663"/>
              <a:gd name="connsiteY940" fmla="*/ 154571 h 6858000"/>
              <a:gd name="connsiteX941" fmla="*/ 530414 w 7467663"/>
              <a:gd name="connsiteY941" fmla="*/ 354673 h 6858000"/>
              <a:gd name="connsiteX942" fmla="*/ 333785 w 7467663"/>
              <a:gd name="connsiteY942" fmla="*/ 161564 h 6858000"/>
              <a:gd name="connsiteX943" fmla="*/ 147005 w 7467663"/>
              <a:gd name="connsiteY943" fmla="*/ 0 h 6858000"/>
              <a:gd name="connsiteX944" fmla="*/ 272509 w 7467663"/>
              <a:gd name="connsiteY944" fmla="*/ 0 h 6858000"/>
              <a:gd name="connsiteX945" fmla="*/ 326276 w 7467663"/>
              <a:gd name="connsiteY945" fmla="*/ 45847 h 6858000"/>
              <a:gd name="connsiteX946" fmla="*/ 823759 w 7467663"/>
              <a:gd name="connsiteY946" fmla="*/ 574145 h 6858000"/>
              <a:gd name="connsiteX947" fmla="*/ 811254 w 7467663"/>
              <a:gd name="connsiteY947" fmla="*/ 665546 h 6858000"/>
              <a:gd name="connsiteX948" fmla="*/ 154042 w 7467663"/>
              <a:gd name="connsiteY948" fmla="*/ 261522 h 6858000"/>
              <a:gd name="connsiteX949" fmla="*/ 13550 w 7467663"/>
              <a:gd name="connsiteY949" fmla="*/ 158423 h 6858000"/>
              <a:gd name="connsiteX950" fmla="*/ 0 w 7467663"/>
              <a:gd name="connsiteY950" fmla="*/ 146618 h 6858000"/>
              <a:gd name="connsiteX951" fmla="*/ 0 w 7467663"/>
              <a:gd name="connsiteY951" fmla="*/ 59161 h 6858000"/>
              <a:gd name="connsiteX952" fmla="*/ 45427 w 7467663"/>
              <a:gd name="connsiteY952" fmla="*/ 101078 h 6858000"/>
              <a:gd name="connsiteX953" fmla="*/ 630103 w 7467663"/>
              <a:gd name="connsiteY953" fmla="*/ 485885 h 6858000"/>
              <a:gd name="connsiteX954" fmla="*/ 532040 w 7467663"/>
              <a:gd name="connsiteY954" fmla="*/ 399359 h 6858000"/>
              <a:gd name="connsiteX955" fmla="*/ 517618 w 7467663"/>
              <a:gd name="connsiteY955" fmla="*/ 385726 h 6858000"/>
              <a:gd name="connsiteX956" fmla="*/ 285074 w 7467663"/>
              <a:gd name="connsiteY956" fmla="*/ 182755 h 6858000"/>
              <a:gd name="connsiteX957" fmla="*/ 43151 w 7467663"/>
              <a:gd name="connsiteY957"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67600 w 7467663"/>
              <a:gd name="connsiteY76" fmla="*/ 6334256 h 6858000"/>
              <a:gd name="connsiteX77" fmla="*/ 7454976 w 7467663"/>
              <a:gd name="connsiteY77" fmla="*/ 6318297 h 6858000"/>
              <a:gd name="connsiteX78" fmla="*/ 1456157 w 7467663"/>
              <a:gd name="connsiteY78" fmla="*/ 5371404 h 6858000"/>
              <a:gd name="connsiteX79" fmla="*/ 1244432 w 7467663"/>
              <a:gd name="connsiteY79" fmla="*/ 5385601 h 6858000"/>
              <a:gd name="connsiteX80" fmla="*/ 973990 w 7467663"/>
              <a:gd name="connsiteY80" fmla="*/ 5424940 h 6858000"/>
              <a:gd name="connsiteX81" fmla="*/ 1103809 w 7467663"/>
              <a:gd name="connsiteY81" fmla="*/ 5433720 h 6858000"/>
              <a:gd name="connsiteX82" fmla="*/ 1123454 w 7467663"/>
              <a:gd name="connsiteY82" fmla="*/ 5435727 h 6858000"/>
              <a:gd name="connsiteX83" fmla="*/ 1737017 w 7467663"/>
              <a:gd name="connsiteY83" fmla="*/ 5452183 h 6858000"/>
              <a:gd name="connsiteX84" fmla="*/ 1824397 w 7467663"/>
              <a:gd name="connsiteY84" fmla="*/ 5447757 h 6858000"/>
              <a:gd name="connsiteX85" fmla="*/ 2070059 w 7467663"/>
              <a:gd name="connsiteY85" fmla="*/ 5441660 h 6858000"/>
              <a:gd name="connsiteX86" fmla="*/ 1456157 w 7467663"/>
              <a:gd name="connsiteY86" fmla="*/ 5371404 h 6858000"/>
              <a:gd name="connsiteX87" fmla="*/ 4988186 w 7467663"/>
              <a:gd name="connsiteY87" fmla="*/ 5216467 h 6858000"/>
              <a:gd name="connsiteX88" fmla="*/ 4777334 w 7467663"/>
              <a:gd name="connsiteY88" fmla="*/ 5406072 h 6858000"/>
              <a:gd name="connsiteX89" fmla="*/ 4718341 w 7467663"/>
              <a:gd name="connsiteY89" fmla="*/ 5468043 h 6858000"/>
              <a:gd name="connsiteX90" fmla="*/ 4604655 w 7467663"/>
              <a:gd name="connsiteY90" fmla="*/ 5583434 h 6858000"/>
              <a:gd name="connsiteX91" fmla="*/ 4565074 w 7467663"/>
              <a:gd name="connsiteY91" fmla="*/ 5618550 h 6858000"/>
              <a:gd name="connsiteX92" fmla="*/ 4988186 w 7467663"/>
              <a:gd name="connsiteY92" fmla="*/ 5216467 h 6858000"/>
              <a:gd name="connsiteX93" fmla="*/ 4978032 w 7467663"/>
              <a:gd name="connsiteY93" fmla="*/ 5183809 h 6858000"/>
              <a:gd name="connsiteX94" fmla="*/ 4463413 w 7467663"/>
              <a:gd name="connsiteY94" fmla="*/ 5615162 h 6858000"/>
              <a:gd name="connsiteX95" fmla="*/ 4358134 w 7467663"/>
              <a:gd name="connsiteY95" fmla="*/ 5742791 h 6858000"/>
              <a:gd name="connsiteX96" fmla="*/ 4376219 w 7467663"/>
              <a:gd name="connsiteY96" fmla="*/ 5729027 h 6858000"/>
              <a:gd name="connsiteX97" fmla="*/ 4582340 w 7467663"/>
              <a:gd name="connsiteY97" fmla="*/ 5561037 h 6858000"/>
              <a:gd name="connsiteX98" fmla="*/ 4694684 w 7467663"/>
              <a:gd name="connsiteY98" fmla="*/ 5447098 h 6858000"/>
              <a:gd name="connsiteX99" fmla="*/ 4754123 w 7467663"/>
              <a:gd name="connsiteY99" fmla="*/ 5384643 h 6858000"/>
              <a:gd name="connsiteX100" fmla="*/ 4978032 w 7467663"/>
              <a:gd name="connsiteY100" fmla="*/ 5183809 h 6858000"/>
              <a:gd name="connsiteX101" fmla="*/ 1903353 w 7467663"/>
              <a:gd name="connsiteY101" fmla="*/ 5044827 h 6858000"/>
              <a:gd name="connsiteX102" fmla="*/ 1936931 w 7467663"/>
              <a:gd name="connsiteY102" fmla="*/ 5093954 h 6858000"/>
              <a:gd name="connsiteX103" fmla="*/ 2195868 w 7467663"/>
              <a:gd name="connsiteY103" fmla="*/ 5396574 h 6858000"/>
              <a:gd name="connsiteX104" fmla="*/ 2088852 w 7467663"/>
              <a:gd name="connsiteY104" fmla="*/ 5166123 h 6858000"/>
              <a:gd name="connsiteX105" fmla="*/ 1958241 w 7467663"/>
              <a:gd name="connsiteY105" fmla="*/ 5067955 h 6858000"/>
              <a:gd name="connsiteX106" fmla="*/ 1903353 w 7467663"/>
              <a:gd name="connsiteY106" fmla="*/ 5044827 h 6858000"/>
              <a:gd name="connsiteX107" fmla="*/ 1979378 w 7467663"/>
              <a:gd name="connsiteY107" fmla="*/ 4769504 h 6858000"/>
              <a:gd name="connsiteX108" fmla="*/ 2882120 w 7467663"/>
              <a:gd name="connsiteY108" fmla="*/ 5064547 h 6858000"/>
              <a:gd name="connsiteX109" fmla="*/ 2793103 w 7467663"/>
              <a:gd name="connsiteY109" fmla="*/ 5039699 h 6858000"/>
              <a:gd name="connsiteX110" fmla="*/ 2770041 w 7467663"/>
              <a:gd name="connsiteY110" fmla="*/ 5033634 h 6858000"/>
              <a:gd name="connsiteX111" fmla="*/ 1979378 w 7467663"/>
              <a:gd name="connsiteY111" fmla="*/ 4769504 h 6858000"/>
              <a:gd name="connsiteX112" fmla="*/ 1927410 w 7467663"/>
              <a:gd name="connsiteY112" fmla="*/ 4716164 h 6858000"/>
              <a:gd name="connsiteX113" fmla="*/ 1959587 w 7467663"/>
              <a:gd name="connsiteY113" fmla="*/ 4728849 h 6858000"/>
              <a:gd name="connsiteX114" fmla="*/ 2777707 w 7467663"/>
              <a:gd name="connsiteY114" fmla="*/ 5003991 h 6858000"/>
              <a:gd name="connsiteX115" fmla="*/ 2800768 w 7467663"/>
              <a:gd name="connsiteY115" fmla="*/ 5010056 h 6858000"/>
              <a:gd name="connsiteX116" fmla="*/ 2879408 w 7467663"/>
              <a:gd name="connsiteY116" fmla="*/ 5031590 h 6858000"/>
              <a:gd name="connsiteX117" fmla="*/ 2862295 w 7467663"/>
              <a:gd name="connsiteY117" fmla="*/ 5022958 h 6858000"/>
              <a:gd name="connsiteX118" fmla="*/ 2813343 w 7467663"/>
              <a:gd name="connsiteY118" fmla="*/ 4998369 h 6858000"/>
              <a:gd name="connsiteX119" fmla="*/ 2646245 w 7467663"/>
              <a:gd name="connsiteY119" fmla="*/ 4930999 h 6858000"/>
              <a:gd name="connsiteX120" fmla="*/ 1999243 w 7467663"/>
              <a:gd name="connsiteY120" fmla="*/ 4730524 h 6858000"/>
              <a:gd name="connsiteX121" fmla="*/ 1979527 w 7467663"/>
              <a:gd name="connsiteY121" fmla="*/ 4726651 h 6858000"/>
              <a:gd name="connsiteX122" fmla="*/ 1927410 w 7467663"/>
              <a:gd name="connsiteY122" fmla="*/ 4716164 h 6858000"/>
              <a:gd name="connsiteX123" fmla="*/ 1997014 w 7467663"/>
              <a:gd name="connsiteY123" fmla="*/ 4698007 h 6858000"/>
              <a:gd name="connsiteX124" fmla="*/ 2005458 w 7467663"/>
              <a:gd name="connsiteY124" fmla="*/ 4699540 h 6858000"/>
              <a:gd name="connsiteX125" fmla="*/ 2657186 w 7467663"/>
              <a:gd name="connsiteY125" fmla="*/ 4901687 h 6858000"/>
              <a:gd name="connsiteX126" fmla="*/ 2826662 w 7467663"/>
              <a:gd name="connsiteY126" fmla="*/ 4970362 h 6858000"/>
              <a:gd name="connsiteX127" fmla="*/ 2876100 w 7467663"/>
              <a:gd name="connsiteY127" fmla="*/ 4995397 h 6858000"/>
              <a:gd name="connsiteX128" fmla="*/ 3042600 w 7467663"/>
              <a:gd name="connsiteY128" fmla="*/ 5059532 h 6858000"/>
              <a:gd name="connsiteX129" fmla="*/ 1997014 w 7467663"/>
              <a:gd name="connsiteY129" fmla="*/ 4698007 h 6858000"/>
              <a:gd name="connsiteX130" fmla="*/ 2305292 w 7467663"/>
              <a:gd name="connsiteY130" fmla="*/ 4219492 h 6858000"/>
              <a:gd name="connsiteX131" fmla="*/ 3360922 w 7467663"/>
              <a:gd name="connsiteY131" fmla="*/ 4529373 h 6858000"/>
              <a:gd name="connsiteX132" fmla="*/ 3492420 w 7467663"/>
              <a:gd name="connsiteY132" fmla="*/ 4510145 h 6858000"/>
              <a:gd name="connsiteX133" fmla="*/ 3364086 w 7467663"/>
              <a:gd name="connsiteY133" fmla="*/ 4480340 h 6858000"/>
              <a:gd name="connsiteX134" fmla="*/ 3225818 w 7467663"/>
              <a:gd name="connsiteY134" fmla="*/ 4411822 h 6858000"/>
              <a:gd name="connsiteX135" fmla="*/ 3129696 w 7467663"/>
              <a:gd name="connsiteY135" fmla="*/ 4360704 h 6858000"/>
              <a:gd name="connsiteX136" fmla="*/ 2814545 w 7467663"/>
              <a:gd name="connsiteY136" fmla="*/ 4282955 h 6858000"/>
              <a:gd name="connsiteX137" fmla="*/ 2305292 w 7467663"/>
              <a:gd name="connsiteY137" fmla="*/ 4219492 h 6858000"/>
              <a:gd name="connsiteX138" fmla="*/ 2626982 w 7467663"/>
              <a:gd name="connsiteY138" fmla="*/ 4206450 h 6858000"/>
              <a:gd name="connsiteX139" fmla="*/ 2490617 w 7467663"/>
              <a:gd name="connsiteY139" fmla="*/ 4206951 h 6858000"/>
              <a:gd name="connsiteX140" fmla="*/ 2819869 w 7467663"/>
              <a:gd name="connsiteY140" fmla="*/ 4252936 h 6858000"/>
              <a:gd name="connsiteX141" fmla="*/ 3143018 w 7467663"/>
              <a:gd name="connsiteY141" fmla="*/ 4332698 h 6858000"/>
              <a:gd name="connsiteX142" fmla="*/ 3241520 w 7467663"/>
              <a:gd name="connsiteY142" fmla="*/ 4385112 h 6858000"/>
              <a:gd name="connsiteX143" fmla="*/ 3374575 w 7467663"/>
              <a:gd name="connsiteY143" fmla="*/ 4451517 h 6858000"/>
              <a:gd name="connsiteX144" fmla="*/ 3505221 w 7467663"/>
              <a:gd name="connsiteY144" fmla="*/ 4480757 h 6858000"/>
              <a:gd name="connsiteX145" fmla="*/ 2626982 w 7467663"/>
              <a:gd name="connsiteY145" fmla="*/ 4206450 h 6858000"/>
              <a:gd name="connsiteX146" fmla="*/ 1310106 w 7467663"/>
              <a:gd name="connsiteY146" fmla="*/ 3943217 h 6858000"/>
              <a:gd name="connsiteX147" fmla="*/ 854994 w 7467663"/>
              <a:gd name="connsiteY147" fmla="*/ 4399136 h 6858000"/>
              <a:gd name="connsiteX148" fmla="*/ 742462 w 7467663"/>
              <a:gd name="connsiteY148" fmla="*/ 4594648 h 6858000"/>
              <a:gd name="connsiteX149" fmla="*/ 820602 w 7467663"/>
              <a:gd name="connsiteY149" fmla="*/ 4485915 h 6858000"/>
              <a:gd name="connsiteX150" fmla="*/ 878295 w 7467663"/>
              <a:gd name="connsiteY150" fmla="*/ 4403594 h 6858000"/>
              <a:gd name="connsiteX151" fmla="*/ 1240607 w 7467663"/>
              <a:gd name="connsiteY151" fmla="*/ 4010401 h 6858000"/>
              <a:gd name="connsiteX152" fmla="*/ 1310106 w 7467663"/>
              <a:gd name="connsiteY152" fmla="*/ 3943217 h 6858000"/>
              <a:gd name="connsiteX153" fmla="*/ 1423113 w 7467663"/>
              <a:gd name="connsiteY153" fmla="*/ 3874565 h 6858000"/>
              <a:gd name="connsiteX154" fmla="*/ 1260565 w 7467663"/>
              <a:gd name="connsiteY154" fmla="*/ 4031982 h 6858000"/>
              <a:gd name="connsiteX155" fmla="*/ 901900 w 7467663"/>
              <a:gd name="connsiteY155" fmla="*/ 4421236 h 6858000"/>
              <a:gd name="connsiteX156" fmla="*/ 845044 w 7467663"/>
              <a:gd name="connsiteY156" fmla="*/ 4502436 h 6858000"/>
              <a:gd name="connsiteX157" fmla="*/ 685926 w 7467663"/>
              <a:gd name="connsiteY157" fmla="*/ 4703069 h 6858000"/>
              <a:gd name="connsiteX158" fmla="*/ 684248 w 7467663"/>
              <a:gd name="connsiteY158" fmla="*/ 4706721 h 6858000"/>
              <a:gd name="connsiteX159" fmla="*/ 1423113 w 7467663"/>
              <a:gd name="connsiteY159" fmla="*/ 3874565 h 6858000"/>
              <a:gd name="connsiteX160" fmla="*/ 3316479 w 7467663"/>
              <a:gd name="connsiteY160" fmla="*/ 3872136 h 6858000"/>
              <a:gd name="connsiteX161" fmla="*/ 3546806 w 7467663"/>
              <a:gd name="connsiteY161" fmla="*/ 4356139 h 6858000"/>
              <a:gd name="connsiteX162" fmla="*/ 3364433 w 7467663"/>
              <a:gd name="connsiteY162" fmla="*/ 3953121 h 6858000"/>
              <a:gd name="connsiteX163" fmla="*/ 3316479 w 7467663"/>
              <a:gd name="connsiteY163" fmla="*/ 3872136 h 6858000"/>
              <a:gd name="connsiteX164" fmla="*/ 3291335 w 7467663"/>
              <a:gd name="connsiteY164" fmla="*/ 3767420 h 6858000"/>
              <a:gd name="connsiteX165" fmla="*/ 3390805 w 7467663"/>
              <a:gd name="connsiteY165" fmla="*/ 3937163 h 6858000"/>
              <a:gd name="connsiteX166" fmla="*/ 3579062 w 7467663"/>
              <a:gd name="connsiteY166" fmla="*/ 4359040 h 6858000"/>
              <a:gd name="connsiteX167" fmla="*/ 3467355 w 7467663"/>
              <a:gd name="connsiteY167" fmla="*/ 3988130 h 6858000"/>
              <a:gd name="connsiteX168" fmla="*/ 3310753 w 7467663"/>
              <a:gd name="connsiteY168" fmla="*/ 3787140 h 6858000"/>
              <a:gd name="connsiteX169" fmla="*/ 3291335 w 7467663"/>
              <a:gd name="connsiteY169" fmla="*/ 3767420 h 6858000"/>
              <a:gd name="connsiteX170" fmla="*/ 1635889 w 7467663"/>
              <a:gd name="connsiteY170" fmla="*/ 3709494 h 6858000"/>
              <a:gd name="connsiteX171" fmla="*/ 1634800 w 7467663"/>
              <a:gd name="connsiteY171" fmla="*/ 3731111 h 6858000"/>
              <a:gd name="connsiteX172" fmla="*/ 1635889 w 7467663"/>
              <a:gd name="connsiteY172" fmla="*/ 3709494 h 6858000"/>
              <a:gd name="connsiteX173" fmla="*/ 1510397 w 7467663"/>
              <a:gd name="connsiteY173" fmla="*/ 3684705 h 6858000"/>
              <a:gd name="connsiteX174" fmla="*/ 1146550 w 7467663"/>
              <a:gd name="connsiteY174" fmla="*/ 3802012 h 6858000"/>
              <a:gd name="connsiteX175" fmla="*/ 698834 w 7467663"/>
              <a:gd name="connsiteY175" fmla="*/ 3952272 h 6858000"/>
              <a:gd name="connsiteX176" fmla="*/ 34256 w 7467663"/>
              <a:gd name="connsiteY176" fmla="*/ 4347603 h 6858000"/>
              <a:gd name="connsiteX177" fmla="*/ 527241 w 7467663"/>
              <a:gd name="connsiteY177" fmla="*/ 4065078 h 6858000"/>
              <a:gd name="connsiteX178" fmla="*/ 1510397 w 7467663"/>
              <a:gd name="connsiteY178" fmla="*/ 3684705 h 6858000"/>
              <a:gd name="connsiteX179" fmla="*/ 1313114 w 7467663"/>
              <a:gd name="connsiteY179" fmla="*/ 3655216 h 6858000"/>
              <a:gd name="connsiteX180" fmla="*/ 1109304 w 7467663"/>
              <a:gd name="connsiteY180" fmla="*/ 3669030 h 6858000"/>
              <a:gd name="connsiteX181" fmla="*/ 8129 w 7467663"/>
              <a:gd name="connsiteY181" fmla="*/ 4330519 h 6858000"/>
              <a:gd name="connsiteX182" fmla="*/ 687572 w 7467663"/>
              <a:gd name="connsiteY182" fmla="*/ 3925629 h 6858000"/>
              <a:gd name="connsiteX183" fmla="*/ 1138365 w 7467663"/>
              <a:gd name="connsiteY183" fmla="*/ 3774515 h 6858000"/>
              <a:gd name="connsiteX184" fmla="*/ 1505579 w 7467663"/>
              <a:gd name="connsiteY184" fmla="*/ 3655526 h 6858000"/>
              <a:gd name="connsiteX185" fmla="*/ 1313114 w 7467663"/>
              <a:gd name="connsiteY185" fmla="*/ 3655216 h 6858000"/>
              <a:gd name="connsiteX186" fmla="*/ 3655073 w 7467663"/>
              <a:gd name="connsiteY186" fmla="*/ 3650884 h 6858000"/>
              <a:gd name="connsiteX187" fmla="*/ 3989938 w 7467663"/>
              <a:gd name="connsiteY187" fmla="*/ 3991685 h 6858000"/>
              <a:gd name="connsiteX188" fmla="*/ 4393907 w 7467663"/>
              <a:gd name="connsiteY188" fmla="*/ 4261258 h 6858000"/>
              <a:gd name="connsiteX189" fmla="*/ 4648051 w 7467663"/>
              <a:gd name="connsiteY189" fmla="*/ 4374051 h 6858000"/>
              <a:gd name="connsiteX190" fmla="*/ 4383389 w 7467663"/>
              <a:gd name="connsiteY190" fmla="*/ 4184369 h 6858000"/>
              <a:gd name="connsiteX191" fmla="*/ 4165508 w 7467663"/>
              <a:gd name="connsiteY191" fmla="*/ 4035196 h 6858000"/>
              <a:gd name="connsiteX192" fmla="*/ 4068162 w 7467663"/>
              <a:gd name="connsiteY192" fmla="*/ 3953394 h 6858000"/>
              <a:gd name="connsiteX193" fmla="*/ 3981416 w 7467663"/>
              <a:gd name="connsiteY193" fmla="*/ 3880482 h 6858000"/>
              <a:gd name="connsiteX194" fmla="*/ 3800147 w 7467663"/>
              <a:gd name="connsiteY194" fmla="*/ 3749872 h 6858000"/>
              <a:gd name="connsiteX195" fmla="*/ 3655073 w 7467663"/>
              <a:gd name="connsiteY195" fmla="*/ 3650884 h 6858000"/>
              <a:gd name="connsiteX196" fmla="*/ 3670252 w 7467663"/>
              <a:gd name="connsiteY196" fmla="*/ 3622798 h 6858000"/>
              <a:gd name="connsiteX197" fmla="*/ 3817258 w 7467663"/>
              <a:gd name="connsiteY197" fmla="*/ 3723577 h 6858000"/>
              <a:gd name="connsiteX198" fmla="*/ 4000461 w 7467663"/>
              <a:gd name="connsiteY198" fmla="*/ 3855966 h 6858000"/>
              <a:gd name="connsiteX199" fmla="*/ 4088180 w 7467663"/>
              <a:gd name="connsiteY199" fmla="*/ 3929774 h 6858000"/>
              <a:gd name="connsiteX200" fmla="*/ 4184555 w 7467663"/>
              <a:gd name="connsiteY200" fmla="*/ 4010683 h 6858000"/>
              <a:gd name="connsiteX201" fmla="*/ 4399563 w 7467663"/>
              <a:gd name="connsiteY201" fmla="*/ 4158106 h 6858000"/>
              <a:gd name="connsiteX202" fmla="*/ 4684469 w 7467663"/>
              <a:gd name="connsiteY202" fmla="*/ 4364680 h 6858000"/>
              <a:gd name="connsiteX203" fmla="*/ 4690271 w 7467663"/>
              <a:gd name="connsiteY203" fmla="*/ 4370034 h 6858000"/>
              <a:gd name="connsiteX204" fmla="*/ 4136093 w 7467663"/>
              <a:gd name="connsiteY204" fmla="*/ 3858466 h 6858000"/>
              <a:gd name="connsiteX205" fmla="*/ 3670252 w 7467663"/>
              <a:gd name="connsiteY205" fmla="*/ 3622798 h 6858000"/>
              <a:gd name="connsiteX206" fmla="*/ 4440129 w 7467663"/>
              <a:gd name="connsiteY206" fmla="*/ 3448571 h 6858000"/>
              <a:gd name="connsiteX207" fmla="*/ 4856525 w 7467663"/>
              <a:gd name="connsiteY207" fmla="*/ 3915351 h 6858000"/>
              <a:gd name="connsiteX208" fmla="*/ 5059055 w 7467663"/>
              <a:gd name="connsiteY208" fmla="*/ 4108918 h 6858000"/>
              <a:gd name="connsiteX209" fmla="*/ 5290070 w 7467663"/>
              <a:gd name="connsiteY209" fmla="*/ 4263619 h 6858000"/>
              <a:gd name="connsiteX210" fmla="*/ 4834991 w 7467663"/>
              <a:gd name="connsiteY210" fmla="*/ 3830985 h 6858000"/>
              <a:gd name="connsiteX211" fmla="*/ 4440129 w 7467663"/>
              <a:gd name="connsiteY211" fmla="*/ 3448571 h 6858000"/>
              <a:gd name="connsiteX212" fmla="*/ 4441737 w 7467663"/>
              <a:gd name="connsiteY212" fmla="*/ 3399734 h 6858000"/>
              <a:gd name="connsiteX213" fmla="*/ 4431236 w 7467663"/>
              <a:gd name="connsiteY213" fmla="*/ 3400954 h 6858000"/>
              <a:gd name="connsiteX214" fmla="*/ 4557150 w 7467663"/>
              <a:gd name="connsiteY214" fmla="*/ 3510023 h 6858000"/>
              <a:gd name="connsiteX215" fmla="*/ 4856936 w 7467663"/>
              <a:gd name="connsiteY215" fmla="*/ 3809146 h 6858000"/>
              <a:gd name="connsiteX216" fmla="*/ 5111996 w 7467663"/>
              <a:gd name="connsiteY216" fmla="*/ 4065759 h 6858000"/>
              <a:gd name="connsiteX217" fmla="*/ 5388878 w 7467663"/>
              <a:gd name="connsiteY217" fmla="*/ 4300185 h 6858000"/>
              <a:gd name="connsiteX218" fmla="*/ 5425556 w 7467663"/>
              <a:gd name="connsiteY218" fmla="*/ 4308967 h 6858000"/>
              <a:gd name="connsiteX219" fmla="*/ 4943646 w 7467663"/>
              <a:gd name="connsiteY219" fmla="*/ 3822916 h 6858000"/>
              <a:gd name="connsiteX220" fmla="*/ 4594837 w 7467663"/>
              <a:gd name="connsiteY220" fmla="*/ 3532274 h 6858000"/>
              <a:gd name="connsiteX221" fmla="*/ 4441737 w 7467663"/>
              <a:gd name="connsiteY221" fmla="*/ 3399734 h 6858000"/>
              <a:gd name="connsiteX222" fmla="*/ 5425834 w 7467663"/>
              <a:gd name="connsiteY222" fmla="*/ 3162785 h 6858000"/>
              <a:gd name="connsiteX223" fmla="*/ 5401644 w 7467663"/>
              <a:gd name="connsiteY223" fmla="*/ 3617847 h 6858000"/>
              <a:gd name="connsiteX224" fmla="*/ 5467256 w 7467663"/>
              <a:gd name="connsiteY224" fmla="*/ 4175494 h 6858000"/>
              <a:gd name="connsiteX225" fmla="*/ 5448069 w 7467663"/>
              <a:gd name="connsiteY225" fmla="*/ 3567554 h 6858000"/>
              <a:gd name="connsiteX226" fmla="*/ 5425834 w 7467663"/>
              <a:gd name="connsiteY226" fmla="*/ 3162785 h 6858000"/>
              <a:gd name="connsiteX227" fmla="*/ 1318687 w 7467663"/>
              <a:gd name="connsiteY227" fmla="*/ 3113840 h 6858000"/>
              <a:gd name="connsiteX228" fmla="*/ 1066793 w 7467663"/>
              <a:gd name="connsiteY228" fmla="*/ 3212171 h 6858000"/>
              <a:gd name="connsiteX229" fmla="*/ 993319 w 7467663"/>
              <a:gd name="connsiteY229" fmla="*/ 3247648 h 6858000"/>
              <a:gd name="connsiteX230" fmla="*/ 853081 w 7467663"/>
              <a:gd name="connsiteY230" fmla="*/ 3312410 h 6858000"/>
              <a:gd name="connsiteX231" fmla="*/ 805957 w 7467663"/>
              <a:gd name="connsiteY231" fmla="*/ 3330443 h 6858000"/>
              <a:gd name="connsiteX232" fmla="*/ 1318687 w 7467663"/>
              <a:gd name="connsiteY232" fmla="*/ 3113840 h 6858000"/>
              <a:gd name="connsiteX233" fmla="*/ 5453702 w 7467663"/>
              <a:gd name="connsiteY233" fmla="*/ 3090882 h 6858000"/>
              <a:gd name="connsiteX234" fmla="*/ 5480135 w 7467663"/>
              <a:gd name="connsiteY234" fmla="*/ 3565802 h 6858000"/>
              <a:gd name="connsiteX235" fmla="*/ 5499023 w 7467663"/>
              <a:gd name="connsiteY235" fmla="*/ 4166310 h 6858000"/>
              <a:gd name="connsiteX236" fmla="*/ 5547022 w 7467663"/>
              <a:gd name="connsiteY236" fmla="*/ 3607838 h 6858000"/>
              <a:gd name="connsiteX237" fmla="*/ 5515964 w 7467663"/>
              <a:gd name="connsiteY237" fmla="*/ 3378541 h 6858000"/>
              <a:gd name="connsiteX238" fmla="*/ 5453702 w 7467663"/>
              <a:gd name="connsiteY238" fmla="*/ 3090882 h 6858000"/>
              <a:gd name="connsiteX239" fmla="*/ 1238695 w 7467663"/>
              <a:gd name="connsiteY239" fmla="*/ 3076820 h 6858000"/>
              <a:gd name="connsiteX240" fmla="*/ 716371 w 7467663"/>
              <a:gd name="connsiteY240" fmla="*/ 3293249 h 6858000"/>
              <a:gd name="connsiteX241" fmla="*/ 579522 w 7467663"/>
              <a:gd name="connsiteY241" fmla="*/ 3371759 h 6858000"/>
              <a:gd name="connsiteX242" fmla="*/ 600288 w 7467663"/>
              <a:gd name="connsiteY242" fmla="*/ 3365555 h 6858000"/>
              <a:gd name="connsiteX243" fmla="*/ 840692 w 7467663"/>
              <a:gd name="connsiteY243" fmla="*/ 3284921 h 6858000"/>
              <a:gd name="connsiteX244" fmla="*/ 979248 w 7467663"/>
              <a:gd name="connsiteY244" fmla="*/ 3221003 h 6858000"/>
              <a:gd name="connsiteX245" fmla="*/ 1053282 w 7467663"/>
              <a:gd name="connsiteY245" fmla="*/ 3185247 h 6858000"/>
              <a:gd name="connsiteX246" fmla="*/ 1320603 w 7467663"/>
              <a:gd name="connsiteY246" fmla="*/ 3081281 h 6858000"/>
              <a:gd name="connsiteX247" fmla="*/ 1238695 w 7467663"/>
              <a:gd name="connsiteY247" fmla="*/ 3076820 h 6858000"/>
              <a:gd name="connsiteX248" fmla="*/ 5425627 w 7467663"/>
              <a:gd name="connsiteY248" fmla="*/ 2954192 h 6858000"/>
              <a:gd name="connsiteX249" fmla="*/ 5470770 w 7467663"/>
              <a:gd name="connsiteY249" fmla="*/ 3005435 h 6858000"/>
              <a:gd name="connsiteX250" fmla="*/ 5519779 w 7467663"/>
              <a:gd name="connsiteY250" fmla="*/ 4359223 h 6858000"/>
              <a:gd name="connsiteX251" fmla="*/ 5520293 w 7467663"/>
              <a:gd name="connsiteY251" fmla="*/ 4360602 h 6858000"/>
              <a:gd name="connsiteX252" fmla="*/ 5767221 w 7467663"/>
              <a:gd name="connsiteY252" fmla="*/ 4665564 h 6858000"/>
              <a:gd name="connsiteX253" fmla="*/ 6937169 w 7467663"/>
              <a:gd name="connsiteY253" fmla="*/ 4815941 h 6858000"/>
              <a:gd name="connsiteX254" fmla="*/ 6953922 w 7467663"/>
              <a:gd name="connsiteY254" fmla="*/ 4890068 h 6858000"/>
              <a:gd name="connsiteX255" fmla="*/ 6071359 w 7467663"/>
              <a:gd name="connsiteY255" fmla="*/ 4770770 h 6858000"/>
              <a:gd name="connsiteX256" fmla="*/ 6038839 w 7467663"/>
              <a:gd name="connsiteY256" fmla="*/ 4764474 h 6858000"/>
              <a:gd name="connsiteX257" fmla="*/ 6038706 w 7467663"/>
              <a:gd name="connsiteY257" fmla="*/ 4763847 h 6858000"/>
              <a:gd name="connsiteX258" fmla="*/ 6037784 w 7467663"/>
              <a:gd name="connsiteY258" fmla="*/ 4764270 h 6858000"/>
              <a:gd name="connsiteX259" fmla="*/ 6038839 w 7467663"/>
              <a:gd name="connsiteY259" fmla="*/ 4764474 h 6858000"/>
              <a:gd name="connsiteX260" fmla="*/ 6040338 w 7467663"/>
              <a:gd name="connsiteY260" fmla="*/ 4771418 h 6858000"/>
              <a:gd name="connsiteX261" fmla="*/ 6024488 w 7467663"/>
              <a:gd name="connsiteY261" fmla="*/ 4809903 h 6858000"/>
              <a:gd name="connsiteX262" fmla="*/ 5599771 w 7467663"/>
              <a:gd name="connsiteY262" fmla="*/ 5509652 h 6858000"/>
              <a:gd name="connsiteX263" fmla="*/ 5548843 w 7467663"/>
              <a:gd name="connsiteY263" fmla="*/ 5563845 h 6858000"/>
              <a:gd name="connsiteX264" fmla="*/ 5940952 w 7467663"/>
              <a:gd name="connsiteY264" fmla="*/ 6250028 h 6858000"/>
              <a:gd name="connsiteX265" fmla="*/ 6043441 w 7467663"/>
              <a:gd name="connsiteY265" fmla="*/ 6665847 h 6858000"/>
              <a:gd name="connsiteX266" fmla="*/ 6093432 w 7467663"/>
              <a:gd name="connsiteY266" fmla="*/ 6858000 h 6858000"/>
              <a:gd name="connsiteX267" fmla="*/ 6034344 w 7467663"/>
              <a:gd name="connsiteY267" fmla="*/ 6858000 h 6858000"/>
              <a:gd name="connsiteX268" fmla="*/ 6026679 w 7467663"/>
              <a:gd name="connsiteY268" fmla="*/ 6836959 h 6858000"/>
              <a:gd name="connsiteX269" fmla="*/ 5800441 w 7467663"/>
              <a:gd name="connsiteY269" fmla="*/ 6335286 h 6858000"/>
              <a:gd name="connsiteX270" fmla="*/ 5526562 w 7467663"/>
              <a:gd name="connsiteY270" fmla="*/ 5705388 h 6858000"/>
              <a:gd name="connsiteX271" fmla="*/ 5519640 w 7467663"/>
              <a:gd name="connsiteY271" fmla="*/ 5683774 h 6858000"/>
              <a:gd name="connsiteX272" fmla="*/ 5844559 w 7467663"/>
              <a:gd name="connsiteY272" fmla="*/ 6553349 h 6858000"/>
              <a:gd name="connsiteX273" fmla="*/ 5975994 w 7467663"/>
              <a:gd name="connsiteY273" fmla="*/ 6858000 h 6858000"/>
              <a:gd name="connsiteX274" fmla="*/ 5898547 w 7467663"/>
              <a:gd name="connsiteY274" fmla="*/ 6858000 h 6858000"/>
              <a:gd name="connsiteX275" fmla="*/ 5682041 w 7467663"/>
              <a:gd name="connsiteY275" fmla="*/ 6355860 h 6858000"/>
              <a:gd name="connsiteX276" fmla="*/ 5461758 w 7467663"/>
              <a:gd name="connsiteY276" fmla="*/ 5820220 h 6858000"/>
              <a:gd name="connsiteX277" fmla="*/ 5237282 w 7467663"/>
              <a:gd name="connsiteY277" fmla="*/ 6579086 h 6858000"/>
              <a:gd name="connsiteX278" fmla="*/ 5115009 w 7467663"/>
              <a:gd name="connsiteY278" fmla="*/ 6858000 h 6858000"/>
              <a:gd name="connsiteX279" fmla="*/ 5028074 w 7467663"/>
              <a:gd name="connsiteY279" fmla="*/ 6858000 h 6858000"/>
              <a:gd name="connsiteX280" fmla="*/ 5079508 w 7467663"/>
              <a:gd name="connsiteY280" fmla="*/ 6749074 h 6858000"/>
              <a:gd name="connsiteX281" fmla="*/ 5371846 w 7467663"/>
              <a:gd name="connsiteY281" fmla="*/ 5924413 h 6858000"/>
              <a:gd name="connsiteX282" fmla="*/ 5270512 w 7467663"/>
              <a:gd name="connsiteY282" fmla="*/ 6138975 h 6858000"/>
              <a:gd name="connsiteX283" fmla="*/ 5062409 w 7467663"/>
              <a:gd name="connsiteY283" fmla="*/ 6653544 h 6858000"/>
              <a:gd name="connsiteX284" fmla="*/ 5036628 w 7467663"/>
              <a:gd name="connsiteY284" fmla="*/ 6754247 h 6858000"/>
              <a:gd name="connsiteX285" fmla="*/ 5009112 w 7467663"/>
              <a:gd name="connsiteY285" fmla="*/ 6858000 h 6858000"/>
              <a:gd name="connsiteX286" fmla="*/ 4976679 w 7467663"/>
              <a:gd name="connsiteY286" fmla="*/ 6858000 h 6858000"/>
              <a:gd name="connsiteX287" fmla="*/ 5006537 w 7467663"/>
              <a:gd name="connsiteY287" fmla="*/ 6747068 h 6858000"/>
              <a:gd name="connsiteX288" fmla="*/ 5032723 w 7467663"/>
              <a:gd name="connsiteY288" fmla="*/ 6644957 h 6858000"/>
              <a:gd name="connsiteX289" fmla="*/ 5242949 w 7467663"/>
              <a:gd name="connsiteY289" fmla="*/ 6125175 h 6858000"/>
              <a:gd name="connsiteX290" fmla="*/ 5286321 w 7467663"/>
              <a:gd name="connsiteY290" fmla="*/ 6033555 h 6858000"/>
              <a:gd name="connsiteX291" fmla="*/ 5008210 w 7467663"/>
              <a:gd name="connsiteY291" fmla="*/ 6649194 h 6858000"/>
              <a:gd name="connsiteX292" fmla="*/ 4986321 w 7467663"/>
              <a:gd name="connsiteY292" fmla="*/ 6765687 h 6858000"/>
              <a:gd name="connsiteX293" fmla="*/ 4973474 w 7467663"/>
              <a:gd name="connsiteY293" fmla="*/ 6858000 h 6858000"/>
              <a:gd name="connsiteX294" fmla="*/ 4907178 w 7467663"/>
              <a:gd name="connsiteY294" fmla="*/ 6858000 h 6858000"/>
              <a:gd name="connsiteX295" fmla="*/ 4910810 w 7467663"/>
              <a:gd name="connsiteY295" fmla="*/ 6829660 h 6858000"/>
              <a:gd name="connsiteX296" fmla="*/ 4987461 w 7467663"/>
              <a:gd name="connsiteY296" fmla="*/ 6432994 h 6858000"/>
              <a:gd name="connsiteX297" fmla="*/ 5179262 w 7467663"/>
              <a:gd name="connsiteY297" fmla="*/ 6035044 h 6858000"/>
              <a:gd name="connsiteX298" fmla="*/ 4689678 w 7467663"/>
              <a:gd name="connsiteY298" fmla="*/ 6440241 h 6858000"/>
              <a:gd name="connsiteX299" fmla="*/ 4477543 w 7467663"/>
              <a:gd name="connsiteY299" fmla="*/ 6674836 h 6858000"/>
              <a:gd name="connsiteX300" fmla="*/ 4329957 w 7467663"/>
              <a:gd name="connsiteY300" fmla="*/ 6858000 h 6858000"/>
              <a:gd name="connsiteX301" fmla="*/ 4218595 w 7467663"/>
              <a:gd name="connsiteY301" fmla="*/ 6858000 h 6858000"/>
              <a:gd name="connsiteX302" fmla="*/ 4368888 w 7467663"/>
              <a:gd name="connsiteY302" fmla="*/ 6668412 h 6858000"/>
              <a:gd name="connsiteX303" fmla="*/ 4563091 w 7467663"/>
              <a:gd name="connsiteY303" fmla="*/ 6442508 h 6858000"/>
              <a:gd name="connsiteX304" fmla="*/ 5387324 w 7467663"/>
              <a:gd name="connsiteY304" fmla="*/ 5705830 h 6858000"/>
              <a:gd name="connsiteX305" fmla="*/ 5073620 w 7467663"/>
              <a:gd name="connsiteY305" fmla="*/ 5955437 h 6858000"/>
              <a:gd name="connsiteX306" fmla="*/ 4689789 w 7467663"/>
              <a:gd name="connsiteY306" fmla="*/ 6268382 h 6858000"/>
              <a:gd name="connsiteX307" fmla="*/ 4418722 w 7467663"/>
              <a:gd name="connsiteY307" fmla="*/ 6570886 h 6858000"/>
              <a:gd name="connsiteX308" fmla="*/ 4214944 w 7467663"/>
              <a:gd name="connsiteY308" fmla="*/ 6858000 h 6858000"/>
              <a:gd name="connsiteX309" fmla="*/ 4177898 w 7467663"/>
              <a:gd name="connsiteY309" fmla="*/ 6858000 h 6858000"/>
              <a:gd name="connsiteX310" fmla="*/ 4391597 w 7467663"/>
              <a:gd name="connsiteY310" fmla="*/ 6556370 h 6858000"/>
              <a:gd name="connsiteX311" fmla="*/ 4668889 w 7467663"/>
              <a:gd name="connsiteY311" fmla="*/ 6246399 h 6858000"/>
              <a:gd name="connsiteX312" fmla="*/ 5055427 w 7467663"/>
              <a:gd name="connsiteY312" fmla="*/ 5931476 h 6858000"/>
              <a:gd name="connsiteX313" fmla="*/ 5371814 w 7467663"/>
              <a:gd name="connsiteY313" fmla="*/ 5678975 h 6858000"/>
              <a:gd name="connsiteX314" fmla="*/ 4987918 w 7467663"/>
              <a:gd name="connsiteY314" fmla="*/ 5838701 h 6858000"/>
              <a:gd name="connsiteX315" fmla="*/ 4317146 w 7467663"/>
              <a:gd name="connsiteY315" fmla="*/ 6587716 h 6858000"/>
              <a:gd name="connsiteX316" fmla="*/ 4171627 w 7467663"/>
              <a:gd name="connsiteY316" fmla="*/ 6858000 h 6858000"/>
              <a:gd name="connsiteX317" fmla="*/ 4081585 w 7467663"/>
              <a:gd name="connsiteY317" fmla="*/ 6858000 h 6858000"/>
              <a:gd name="connsiteX318" fmla="*/ 4238603 w 7467663"/>
              <a:gd name="connsiteY318" fmla="*/ 6559341 h 6858000"/>
              <a:gd name="connsiteX319" fmla="*/ 4778333 w 7467663"/>
              <a:gd name="connsiteY319" fmla="*/ 5873626 h 6858000"/>
              <a:gd name="connsiteX320" fmla="*/ 5414185 w 7467663"/>
              <a:gd name="connsiteY320" fmla="*/ 5573882 h 6858000"/>
              <a:gd name="connsiteX321" fmla="*/ 5959648 w 7467663"/>
              <a:gd name="connsiteY321" fmla="*/ 4760797 h 6858000"/>
              <a:gd name="connsiteX322" fmla="*/ 5355019 w 7467663"/>
              <a:gd name="connsiteY322" fmla="*/ 4734672 h 6858000"/>
              <a:gd name="connsiteX323" fmla="*/ 5083565 w 7467663"/>
              <a:gd name="connsiteY323" fmla="*/ 5179121 h 6858000"/>
              <a:gd name="connsiteX324" fmla="*/ 4713577 w 7467663"/>
              <a:gd name="connsiteY324" fmla="*/ 5616803 h 6858000"/>
              <a:gd name="connsiteX325" fmla="*/ 3989559 w 7467663"/>
              <a:gd name="connsiteY325" fmla="*/ 6145945 h 6858000"/>
              <a:gd name="connsiteX326" fmla="*/ 3939824 w 7467663"/>
              <a:gd name="connsiteY326" fmla="*/ 6066900 h 6858000"/>
              <a:gd name="connsiteX327" fmla="*/ 4584537 w 7467663"/>
              <a:gd name="connsiteY327" fmla="*/ 5324826 h 6858000"/>
              <a:gd name="connsiteX328" fmla="*/ 5037105 w 7467663"/>
              <a:gd name="connsiteY328" fmla="*/ 5088765 h 6858000"/>
              <a:gd name="connsiteX329" fmla="*/ 5039930 w 7467663"/>
              <a:gd name="connsiteY329" fmla="*/ 5089585 h 6858000"/>
              <a:gd name="connsiteX330" fmla="*/ 5263764 w 7467663"/>
              <a:gd name="connsiteY330" fmla="*/ 4735525 h 6858000"/>
              <a:gd name="connsiteX331" fmla="*/ 4086300 w 7467663"/>
              <a:gd name="connsiteY331" fmla="*/ 4884599 h 6858000"/>
              <a:gd name="connsiteX332" fmla="*/ 4085485 w 7467663"/>
              <a:gd name="connsiteY332" fmla="*/ 4899070 h 6858000"/>
              <a:gd name="connsiteX333" fmla="*/ 3871915 w 7467663"/>
              <a:gd name="connsiteY333" fmla="*/ 5253645 h 6858000"/>
              <a:gd name="connsiteX334" fmla="*/ 3799374 w 7467663"/>
              <a:gd name="connsiteY334" fmla="*/ 5466127 h 6858000"/>
              <a:gd name="connsiteX335" fmla="*/ 3498850 w 7467663"/>
              <a:gd name="connsiteY335" fmla="*/ 6661888 h 6858000"/>
              <a:gd name="connsiteX336" fmla="*/ 3399216 w 7467663"/>
              <a:gd name="connsiteY336" fmla="*/ 6858000 h 6858000"/>
              <a:gd name="connsiteX337" fmla="*/ 3303688 w 7467663"/>
              <a:gd name="connsiteY337" fmla="*/ 6858000 h 6858000"/>
              <a:gd name="connsiteX338" fmla="*/ 3391774 w 7467663"/>
              <a:gd name="connsiteY338" fmla="*/ 6697181 h 6858000"/>
              <a:gd name="connsiteX339" fmla="*/ 3735540 w 7467663"/>
              <a:gd name="connsiteY339" fmla="*/ 5546923 h 6858000"/>
              <a:gd name="connsiteX340" fmla="*/ 3729438 w 7467663"/>
              <a:gd name="connsiteY340" fmla="*/ 5569058 h 6858000"/>
              <a:gd name="connsiteX341" fmla="*/ 3707782 w 7467663"/>
              <a:gd name="connsiteY341" fmla="*/ 5644908 h 6858000"/>
              <a:gd name="connsiteX342" fmla="*/ 3583827 w 7467663"/>
              <a:gd name="connsiteY342" fmla="*/ 6039215 h 6858000"/>
              <a:gd name="connsiteX343" fmla="*/ 3547861 w 7467663"/>
              <a:gd name="connsiteY343" fmla="*/ 6129609 h 6858000"/>
              <a:gd name="connsiteX344" fmla="*/ 3490905 w 7467663"/>
              <a:gd name="connsiteY344" fmla="*/ 6277660 h 6858000"/>
              <a:gd name="connsiteX345" fmla="*/ 3455859 w 7467663"/>
              <a:gd name="connsiteY345" fmla="*/ 6391301 h 6858000"/>
              <a:gd name="connsiteX346" fmla="*/ 3429112 w 7467663"/>
              <a:gd name="connsiteY346" fmla="*/ 6479469 h 6858000"/>
              <a:gd name="connsiteX347" fmla="*/ 3304862 w 7467663"/>
              <a:gd name="connsiteY347" fmla="*/ 6796476 h 6858000"/>
              <a:gd name="connsiteX348" fmla="*/ 3276071 w 7467663"/>
              <a:gd name="connsiteY348" fmla="*/ 6858000 h 6858000"/>
              <a:gd name="connsiteX349" fmla="*/ 3240805 w 7467663"/>
              <a:gd name="connsiteY349" fmla="*/ 6858000 h 6858000"/>
              <a:gd name="connsiteX350" fmla="*/ 3275917 w 7467663"/>
              <a:gd name="connsiteY350" fmla="*/ 6783192 h 6858000"/>
              <a:gd name="connsiteX351" fmla="*/ 3399358 w 7467663"/>
              <a:gd name="connsiteY351" fmla="*/ 6469011 h 6858000"/>
              <a:gd name="connsiteX352" fmla="*/ 3425650 w 7467663"/>
              <a:gd name="connsiteY352" fmla="*/ 6381333 h 6858000"/>
              <a:gd name="connsiteX353" fmla="*/ 3460661 w 7467663"/>
              <a:gd name="connsiteY353" fmla="*/ 6266763 h 6858000"/>
              <a:gd name="connsiteX354" fmla="*/ 3518021 w 7467663"/>
              <a:gd name="connsiteY354" fmla="*/ 6117298 h 6858000"/>
              <a:gd name="connsiteX355" fmla="*/ 3554035 w 7467663"/>
              <a:gd name="connsiteY355" fmla="*/ 6027832 h 6858000"/>
              <a:gd name="connsiteX356" fmla="*/ 3677174 w 7467663"/>
              <a:gd name="connsiteY356" fmla="*/ 5636351 h 6858000"/>
              <a:gd name="connsiteX357" fmla="*/ 3698819 w 7467663"/>
              <a:gd name="connsiteY357" fmla="*/ 5560503 h 6858000"/>
              <a:gd name="connsiteX358" fmla="*/ 3702094 w 7467663"/>
              <a:gd name="connsiteY358" fmla="*/ 5549194 h 6858000"/>
              <a:gd name="connsiteX359" fmla="*/ 3398355 w 7467663"/>
              <a:gd name="connsiteY359" fmla="*/ 6094603 h 6858000"/>
              <a:gd name="connsiteX360" fmla="*/ 3193941 w 7467663"/>
              <a:gd name="connsiteY360" fmla="*/ 6798775 h 6858000"/>
              <a:gd name="connsiteX361" fmla="*/ 3184140 w 7467663"/>
              <a:gd name="connsiteY361" fmla="*/ 6858000 h 6858000"/>
              <a:gd name="connsiteX362" fmla="*/ 3099978 w 7467663"/>
              <a:gd name="connsiteY362" fmla="*/ 6858000 h 6858000"/>
              <a:gd name="connsiteX363" fmla="*/ 3101556 w 7467663"/>
              <a:gd name="connsiteY363" fmla="*/ 6843337 h 6858000"/>
              <a:gd name="connsiteX364" fmla="*/ 3370162 w 7467663"/>
              <a:gd name="connsiteY364" fmla="*/ 5785550 h 6858000"/>
              <a:gd name="connsiteX365" fmla="*/ 3746477 w 7467663"/>
              <a:gd name="connsiteY365" fmla="*/ 5377889 h 6858000"/>
              <a:gd name="connsiteX366" fmla="*/ 3863399 w 7467663"/>
              <a:gd name="connsiteY366" fmla="*/ 5087257 h 6858000"/>
              <a:gd name="connsiteX367" fmla="*/ 3968712 w 7467663"/>
              <a:gd name="connsiteY367" fmla="*/ 4913989 h 6858000"/>
              <a:gd name="connsiteX368" fmla="*/ 2792390 w 7467663"/>
              <a:gd name="connsiteY368" fmla="*/ 5382974 h 6858000"/>
              <a:gd name="connsiteX369" fmla="*/ 2714982 w 7467663"/>
              <a:gd name="connsiteY369" fmla="*/ 5427051 h 6858000"/>
              <a:gd name="connsiteX370" fmla="*/ 2813361 w 7467663"/>
              <a:gd name="connsiteY370" fmla="*/ 6023912 h 6858000"/>
              <a:gd name="connsiteX371" fmla="*/ 2688430 w 7467663"/>
              <a:gd name="connsiteY371" fmla="*/ 6801564 h 6858000"/>
              <a:gd name="connsiteX372" fmla="*/ 2629626 w 7467663"/>
              <a:gd name="connsiteY372" fmla="*/ 6763394 h 6858000"/>
              <a:gd name="connsiteX373" fmla="*/ 2565328 w 7467663"/>
              <a:gd name="connsiteY373" fmla="*/ 5516399 h 6858000"/>
              <a:gd name="connsiteX374" fmla="*/ 1922999 w 7467663"/>
              <a:gd name="connsiteY374" fmla="*/ 5980343 h 6858000"/>
              <a:gd name="connsiteX375" fmla="*/ 1950261 w 7467663"/>
              <a:gd name="connsiteY375" fmla="*/ 6405858 h 6858000"/>
              <a:gd name="connsiteX376" fmla="*/ 2365554 w 7467663"/>
              <a:gd name="connsiteY376" fmla="*/ 6759107 h 6858000"/>
              <a:gd name="connsiteX377" fmla="*/ 2424142 w 7467663"/>
              <a:gd name="connsiteY377" fmla="*/ 6858000 h 6858000"/>
              <a:gd name="connsiteX378" fmla="*/ 2395994 w 7467663"/>
              <a:gd name="connsiteY378" fmla="*/ 6858000 h 6858000"/>
              <a:gd name="connsiteX379" fmla="*/ 2392863 w 7467663"/>
              <a:gd name="connsiteY379" fmla="*/ 6852964 h 6858000"/>
              <a:gd name="connsiteX380" fmla="*/ 2017589 w 7467663"/>
              <a:gd name="connsiteY380" fmla="*/ 6493982 h 6858000"/>
              <a:gd name="connsiteX381" fmla="*/ 2147336 w 7467663"/>
              <a:gd name="connsiteY381" fmla="*/ 6594052 h 6858000"/>
              <a:gd name="connsiteX382" fmla="*/ 2207047 w 7467663"/>
              <a:gd name="connsiteY382" fmla="*/ 6654540 h 6858000"/>
              <a:gd name="connsiteX383" fmla="*/ 2299106 w 7467663"/>
              <a:gd name="connsiteY383" fmla="*/ 6778931 h 6858000"/>
              <a:gd name="connsiteX384" fmla="*/ 2314430 w 7467663"/>
              <a:gd name="connsiteY384" fmla="*/ 6801144 h 6858000"/>
              <a:gd name="connsiteX385" fmla="*/ 2352406 w 7467663"/>
              <a:gd name="connsiteY385" fmla="*/ 6858000 h 6858000"/>
              <a:gd name="connsiteX386" fmla="*/ 2314492 w 7467663"/>
              <a:gd name="connsiteY386" fmla="*/ 6858000 h 6858000"/>
              <a:gd name="connsiteX387" fmla="*/ 2288095 w 7467663"/>
              <a:gd name="connsiteY387" fmla="*/ 6818030 h 6858000"/>
              <a:gd name="connsiteX388" fmla="*/ 2272768 w 7467663"/>
              <a:gd name="connsiteY388" fmla="*/ 6795822 h 6858000"/>
              <a:gd name="connsiteX389" fmla="*/ 2182715 w 7467663"/>
              <a:gd name="connsiteY389" fmla="*/ 6675071 h 6858000"/>
              <a:gd name="connsiteX390" fmla="*/ 2032061 w 7467663"/>
              <a:gd name="connsiteY390" fmla="*/ 6541380 h 6858000"/>
              <a:gd name="connsiteX391" fmla="*/ 2257220 w 7467663"/>
              <a:gd name="connsiteY391" fmla="*/ 6826257 h 6858000"/>
              <a:gd name="connsiteX392" fmla="*/ 2281324 w 7467663"/>
              <a:gd name="connsiteY392" fmla="*/ 6858000 h 6858000"/>
              <a:gd name="connsiteX393" fmla="*/ 2242860 w 7467663"/>
              <a:gd name="connsiteY393" fmla="*/ 6858000 h 6858000"/>
              <a:gd name="connsiteX394" fmla="*/ 2232818 w 7467663"/>
              <a:gd name="connsiteY394" fmla="*/ 6844926 h 6858000"/>
              <a:gd name="connsiteX395" fmla="*/ 1990172 w 7467663"/>
              <a:gd name="connsiteY395" fmla="*/ 6542121 h 6858000"/>
              <a:gd name="connsiteX396" fmla="*/ 2124090 w 7467663"/>
              <a:gd name="connsiteY396" fmla="*/ 6761017 h 6858000"/>
              <a:gd name="connsiteX397" fmla="*/ 2200380 w 7467663"/>
              <a:gd name="connsiteY397" fmla="*/ 6858000 h 6858000"/>
              <a:gd name="connsiteX398" fmla="*/ 2147507 w 7467663"/>
              <a:gd name="connsiteY398" fmla="*/ 6858000 h 6858000"/>
              <a:gd name="connsiteX399" fmla="*/ 2070668 w 7467663"/>
              <a:gd name="connsiteY399" fmla="*/ 6761520 h 6858000"/>
              <a:gd name="connsiteX400" fmla="*/ 1975142 w 7467663"/>
              <a:gd name="connsiteY400" fmla="*/ 6585570 h 6858000"/>
              <a:gd name="connsiteX401" fmla="*/ 2050035 w 7467663"/>
              <a:gd name="connsiteY401" fmla="*/ 6813345 h 6858000"/>
              <a:gd name="connsiteX402" fmla="*/ 2063025 w 7467663"/>
              <a:gd name="connsiteY402" fmla="*/ 6858000 h 6858000"/>
              <a:gd name="connsiteX403" fmla="*/ 2021675 w 7467663"/>
              <a:gd name="connsiteY403" fmla="*/ 6858000 h 6858000"/>
              <a:gd name="connsiteX404" fmla="*/ 2019308 w 7467663"/>
              <a:gd name="connsiteY404" fmla="*/ 6847118 h 6858000"/>
              <a:gd name="connsiteX405" fmla="*/ 1938835 w 7467663"/>
              <a:gd name="connsiteY405" fmla="*/ 6551160 h 6858000"/>
              <a:gd name="connsiteX406" fmla="*/ 1953230 w 7467663"/>
              <a:gd name="connsiteY406" fmla="*/ 6759699 h 6858000"/>
              <a:gd name="connsiteX407" fmla="*/ 1956763 w 7467663"/>
              <a:gd name="connsiteY407" fmla="*/ 6778191 h 6858000"/>
              <a:gd name="connsiteX408" fmla="*/ 1967925 w 7467663"/>
              <a:gd name="connsiteY408" fmla="*/ 6858000 h 6858000"/>
              <a:gd name="connsiteX409" fmla="*/ 1936622 w 7467663"/>
              <a:gd name="connsiteY409" fmla="*/ 6858000 h 6858000"/>
              <a:gd name="connsiteX410" fmla="*/ 1926261 w 7467663"/>
              <a:gd name="connsiteY410" fmla="*/ 6784064 h 6858000"/>
              <a:gd name="connsiteX411" fmla="*/ 1922724 w 7467663"/>
              <a:gd name="connsiteY411" fmla="*/ 6765577 h 6858000"/>
              <a:gd name="connsiteX412" fmla="*/ 1904650 w 7467663"/>
              <a:gd name="connsiteY412" fmla="*/ 6639616 h 6858000"/>
              <a:gd name="connsiteX413" fmla="*/ 1885273 w 7467663"/>
              <a:gd name="connsiteY413" fmla="*/ 6858000 h 6858000"/>
              <a:gd name="connsiteX414" fmla="*/ 1854363 w 7467663"/>
              <a:gd name="connsiteY414" fmla="*/ 6858000 h 6858000"/>
              <a:gd name="connsiteX415" fmla="*/ 1880391 w 7467663"/>
              <a:gd name="connsiteY415" fmla="*/ 6603796 h 6858000"/>
              <a:gd name="connsiteX416" fmla="*/ 1818273 w 7467663"/>
              <a:gd name="connsiteY416" fmla="*/ 6715729 h 6858000"/>
              <a:gd name="connsiteX417" fmla="*/ 1794691 w 7467663"/>
              <a:gd name="connsiteY417" fmla="*/ 6843239 h 6858000"/>
              <a:gd name="connsiteX418" fmla="*/ 1794914 w 7467663"/>
              <a:gd name="connsiteY418" fmla="*/ 6858000 h 6858000"/>
              <a:gd name="connsiteX419" fmla="*/ 1746128 w 7467663"/>
              <a:gd name="connsiteY419" fmla="*/ 6858000 h 6858000"/>
              <a:gd name="connsiteX420" fmla="*/ 1753934 w 7467663"/>
              <a:gd name="connsiteY420" fmla="*/ 6724796 h 6858000"/>
              <a:gd name="connsiteX421" fmla="*/ 1792053 w 7467663"/>
              <a:gd name="connsiteY421" fmla="*/ 6572396 h 6858000"/>
              <a:gd name="connsiteX422" fmla="*/ 1862248 w 7467663"/>
              <a:gd name="connsiteY422" fmla="*/ 6266397 h 6858000"/>
              <a:gd name="connsiteX423" fmla="*/ 1862250 w 7467663"/>
              <a:gd name="connsiteY423" fmla="*/ 6033531 h 6858000"/>
              <a:gd name="connsiteX424" fmla="*/ 1211999 w 7467663"/>
              <a:gd name="connsiteY424" fmla="*/ 6683610 h 6858000"/>
              <a:gd name="connsiteX425" fmla="*/ 1213266 w 7467663"/>
              <a:gd name="connsiteY425" fmla="*/ 6691947 h 6858000"/>
              <a:gd name="connsiteX426" fmla="*/ 1203370 w 7467663"/>
              <a:gd name="connsiteY426" fmla="*/ 6850676 h 6858000"/>
              <a:gd name="connsiteX427" fmla="*/ 1203671 w 7467663"/>
              <a:gd name="connsiteY427" fmla="*/ 6858000 h 6858000"/>
              <a:gd name="connsiteX428" fmla="*/ 1143180 w 7467663"/>
              <a:gd name="connsiteY428" fmla="*/ 6858000 h 6858000"/>
              <a:gd name="connsiteX429" fmla="*/ 1142176 w 7467663"/>
              <a:gd name="connsiteY429" fmla="*/ 6766045 h 6858000"/>
              <a:gd name="connsiteX430" fmla="*/ 1067484 w 7467663"/>
              <a:gd name="connsiteY430" fmla="*/ 6858000 h 6858000"/>
              <a:gd name="connsiteX431" fmla="*/ 953928 w 7467663"/>
              <a:gd name="connsiteY431" fmla="*/ 6858000 h 6858000"/>
              <a:gd name="connsiteX432" fmla="*/ 959715 w 7467663"/>
              <a:gd name="connsiteY432" fmla="*/ 6850185 h 6858000"/>
              <a:gd name="connsiteX433" fmla="*/ 1483788 w 7467663"/>
              <a:gd name="connsiteY433" fmla="*/ 6259174 h 6858000"/>
              <a:gd name="connsiteX434" fmla="*/ 1100671 w 7467663"/>
              <a:gd name="connsiteY434" fmla="*/ 6252137 h 6858000"/>
              <a:gd name="connsiteX435" fmla="*/ 1090144 w 7467663"/>
              <a:gd name="connsiteY435" fmla="*/ 6256748 h 6858000"/>
              <a:gd name="connsiteX436" fmla="*/ 1095872 w 7467663"/>
              <a:gd name="connsiteY436" fmla="*/ 6271892 h 6858000"/>
              <a:gd name="connsiteX437" fmla="*/ 262785 w 7467663"/>
              <a:gd name="connsiteY437" fmla="*/ 6845450 h 6858000"/>
              <a:gd name="connsiteX438" fmla="*/ 209968 w 7467663"/>
              <a:gd name="connsiteY438" fmla="*/ 6770713 h 6858000"/>
              <a:gd name="connsiteX439" fmla="*/ 873460 w 7467663"/>
              <a:gd name="connsiteY439" fmla="*/ 6253768 h 6858000"/>
              <a:gd name="connsiteX440" fmla="*/ 192686 w 7467663"/>
              <a:gd name="connsiteY440" fmla="*/ 5849257 h 6858000"/>
              <a:gd name="connsiteX441" fmla="*/ 4696 w 7467663"/>
              <a:gd name="connsiteY441" fmla="*/ 5697668 h 6858000"/>
              <a:gd name="connsiteX442" fmla="*/ 0 w 7467663"/>
              <a:gd name="connsiteY442" fmla="*/ 5689984 h 6858000"/>
              <a:gd name="connsiteX443" fmla="*/ 0 w 7467663"/>
              <a:gd name="connsiteY443" fmla="*/ 5513472 h 6858000"/>
              <a:gd name="connsiteX444" fmla="*/ 174101 w 7467663"/>
              <a:gd name="connsiteY444" fmla="*/ 5620277 h 6858000"/>
              <a:gd name="connsiteX445" fmla="*/ 891800 w 7467663"/>
              <a:gd name="connsiteY445" fmla="*/ 6036935 h 6858000"/>
              <a:gd name="connsiteX446" fmla="*/ 1072219 w 7467663"/>
              <a:gd name="connsiteY446" fmla="*/ 6169443 h 6858000"/>
              <a:gd name="connsiteX447" fmla="*/ 1074117 w 7467663"/>
              <a:gd name="connsiteY447" fmla="*/ 6170301 h 6858000"/>
              <a:gd name="connsiteX448" fmla="*/ 1083114 w 7467663"/>
              <a:gd name="connsiteY448" fmla="*/ 6174131 h 6858000"/>
              <a:gd name="connsiteX449" fmla="*/ 1543010 w 7467663"/>
              <a:gd name="connsiteY449" fmla="*/ 6191140 h 6858000"/>
              <a:gd name="connsiteX450" fmla="*/ 1551080 w 7467663"/>
              <a:gd name="connsiteY450" fmla="*/ 6195006 h 6858000"/>
              <a:gd name="connsiteX451" fmla="*/ 2345443 w 7467663"/>
              <a:gd name="connsiteY451" fmla="*/ 5549882 h 6858000"/>
              <a:gd name="connsiteX452" fmla="*/ 1721499 w 7467663"/>
              <a:gd name="connsiteY452" fmla="*/ 5599969 h 6858000"/>
              <a:gd name="connsiteX453" fmla="*/ 767716 w 7467663"/>
              <a:gd name="connsiteY453" fmla="*/ 5472768 h 6858000"/>
              <a:gd name="connsiteX454" fmla="*/ 722147 w 7467663"/>
              <a:gd name="connsiteY454" fmla="*/ 5393091 h 6858000"/>
              <a:gd name="connsiteX455" fmla="*/ 1485552 w 7467663"/>
              <a:gd name="connsiteY455" fmla="*/ 5313202 h 6858000"/>
              <a:gd name="connsiteX456" fmla="*/ 2143004 w 7467663"/>
              <a:gd name="connsiteY456" fmla="*/ 5402420 h 6858000"/>
              <a:gd name="connsiteX457" fmla="*/ 1933391 w 7467663"/>
              <a:gd name="connsiteY457" fmla="*/ 5156971 h 6858000"/>
              <a:gd name="connsiteX458" fmla="*/ 1827118 w 7467663"/>
              <a:gd name="connsiteY458" fmla="*/ 4968410 h 6858000"/>
              <a:gd name="connsiteX459" fmla="*/ 1837349 w 7467663"/>
              <a:gd name="connsiteY459" fmla="*/ 4956357 h 6858000"/>
              <a:gd name="connsiteX460" fmla="*/ 2162835 w 7467663"/>
              <a:gd name="connsiteY460" fmla="*/ 5187853 h 6858000"/>
              <a:gd name="connsiteX461" fmla="*/ 2257167 w 7467663"/>
              <a:gd name="connsiteY461" fmla="*/ 5462123 h 6858000"/>
              <a:gd name="connsiteX462" fmla="*/ 2261598 w 7467663"/>
              <a:gd name="connsiteY462" fmla="*/ 5467998 h 6858000"/>
              <a:gd name="connsiteX463" fmla="*/ 2437177 w 7467663"/>
              <a:gd name="connsiteY463" fmla="*/ 5479608 h 6858000"/>
              <a:gd name="connsiteX464" fmla="*/ 2445247 w 7467663"/>
              <a:gd name="connsiteY464" fmla="*/ 5483476 h 6858000"/>
              <a:gd name="connsiteX465" fmla="*/ 2743626 w 7467663"/>
              <a:gd name="connsiteY465" fmla="*/ 5304819 h 6858000"/>
              <a:gd name="connsiteX466" fmla="*/ 3048102 w 7467663"/>
              <a:gd name="connsiteY466" fmla="*/ 5150595 h 6858000"/>
              <a:gd name="connsiteX467" fmla="*/ 1799414 w 7467663"/>
              <a:gd name="connsiteY467" fmla="*/ 4694732 h 6858000"/>
              <a:gd name="connsiteX468" fmla="*/ 1771735 w 7467663"/>
              <a:gd name="connsiteY468" fmla="*/ 4619929 h 6858000"/>
              <a:gd name="connsiteX469" fmla="*/ 3104273 w 7467663"/>
              <a:gd name="connsiteY469" fmla="*/ 5076159 h 6858000"/>
              <a:gd name="connsiteX470" fmla="*/ 3113245 w 7467663"/>
              <a:gd name="connsiteY470" fmla="*/ 5090705 h 6858000"/>
              <a:gd name="connsiteX471" fmla="*/ 3126294 w 7467663"/>
              <a:gd name="connsiteY471" fmla="*/ 5114400 h 6858000"/>
              <a:gd name="connsiteX472" fmla="*/ 3937433 w 7467663"/>
              <a:gd name="connsiteY472" fmla="*/ 4830473 h 6858000"/>
              <a:gd name="connsiteX473" fmla="*/ 3590475 w 7467663"/>
              <a:gd name="connsiteY473" fmla="*/ 4597974 h 6858000"/>
              <a:gd name="connsiteX474" fmla="*/ 3100264 w 7467663"/>
              <a:gd name="connsiteY474" fmla="*/ 4579845 h 6858000"/>
              <a:gd name="connsiteX475" fmla="*/ 2183576 w 7467663"/>
              <a:gd name="connsiteY475" fmla="*/ 4227150 h 6858000"/>
              <a:gd name="connsiteX476" fmla="*/ 2151029 w 7467663"/>
              <a:gd name="connsiteY476" fmla="*/ 4146947 h 6858000"/>
              <a:gd name="connsiteX477" fmla="*/ 3563434 w 7467663"/>
              <a:gd name="connsiteY477" fmla="*/ 4469115 h 6858000"/>
              <a:gd name="connsiteX478" fmla="*/ 3177952 w 7467663"/>
              <a:gd name="connsiteY478" fmla="*/ 3657386 h 6858000"/>
              <a:gd name="connsiteX479" fmla="*/ 3189263 w 7467663"/>
              <a:gd name="connsiteY479" fmla="*/ 3625726 h 6858000"/>
              <a:gd name="connsiteX480" fmla="*/ 3560912 w 7467663"/>
              <a:gd name="connsiteY480" fmla="*/ 4079863 h 6858000"/>
              <a:gd name="connsiteX481" fmla="*/ 3626636 w 7467663"/>
              <a:gd name="connsiteY481" fmla="*/ 4512230 h 6858000"/>
              <a:gd name="connsiteX482" fmla="*/ 3653088 w 7467663"/>
              <a:gd name="connsiteY482" fmla="*/ 4521417 h 6858000"/>
              <a:gd name="connsiteX483" fmla="*/ 3988128 w 7467663"/>
              <a:gd name="connsiteY483" fmla="*/ 4817267 h 6858000"/>
              <a:gd name="connsiteX484" fmla="*/ 4830582 w 7467663"/>
              <a:gd name="connsiteY484" fmla="*/ 4676000 h 6858000"/>
              <a:gd name="connsiteX485" fmla="*/ 4830100 w 7467663"/>
              <a:gd name="connsiteY485" fmla="*/ 4675554 h 6858000"/>
              <a:gd name="connsiteX486" fmla="*/ 4036318 w 7467663"/>
              <a:gd name="connsiteY486" fmla="*/ 4147013 h 6858000"/>
              <a:gd name="connsiteX487" fmla="*/ 3432098 w 7467663"/>
              <a:gd name="connsiteY487" fmla="*/ 3537312 h 6858000"/>
              <a:gd name="connsiteX488" fmla="*/ 3446761 w 7467663"/>
              <a:gd name="connsiteY488" fmla="*/ 3461278 h 6858000"/>
              <a:gd name="connsiteX489" fmla="*/ 4419733 w 7467663"/>
              <a:gd name="connsiteY489" fmla="*/ 3963555 h 6858000"/>
              <a:gd name="connsiteX490" fmla="*/ 4781371 w 7467663"/>
              <a:gd name="connsiteY490" fmla="*/ 4458604 h 6858000"/>
              <a:gd name="connsiteX491" fmla="*/ 4780440 w 7467663"/>
              <a:gd name="connsiteY491" fmla="*/ 4470290 h 6858000"/>
              <a:gd name="connsiteX492" fmla="*/ 4898954 w 7467663"/>
              <a:gd name="connsiteY492" fmla="*/ 4662092 h 6858000"/>
              <a:gd name="connsiteX493" fmla="*/ 4900699 w 7467663"/>
              <a:gd name="connsiteY493" fmla="*/ 4670867 h 6858000"/>
              <a:gd name="connsiteX494" fmla="*/ 5714511 w 7467663"/>
              <a:gd name="connsiteY494" fmla="*/ 4663483 h 6858000"/>
              <a:gd name="connsiteX495" fmla="*/ 5464793 w 7467663"/>
              <a:gd name="connsiteY495" fmla="*/ 4393556 h 6858000"/>
              <a:gd name="connsiteX496" fmla="*/ 5461897 w 7467663"/>
              <a:gd name="connsiteY496" fmla="*/ 4390879 h 6858000"/>
              <a:gd name="connsiteX497" fmla="*/ 4294126 w 7467663"/>
              <a:gd name="connsiteY497" fmla="*/ 3303048 h 6858000"/>
              <a:gd name="connsiteX498" fmla="*/ 4305321 w 7467663"/>
              <a:gd name="connsiteY498" fmla="*/ 3256953 h 6858000"/>
              <a:gd name="connsiteX499" fmla="*/ 4949299 w 7467663"/>
              <a:gd name="connsiteY499" fmla="*/ 3766336 h 6858000"/>
              <a:gd name="connsiteX500" fmla="*/ 5291452 w 7467663"/>
              <a:gd name="connsiteY500" fmla="*/ 4076801 h 6858000"/>
              <a:gd name="connsiteX501" fmla="*/ 5434998 w 7467663"/>
              <a:gd name="connsiteY501" fmla="*/ 4254100 h 6858000"/>
              <a:gd name="connsiteX502" fmla="*/ 5351015 w 7467663"/>
              <a:gd name="connsiteY502" fmla="*/ 3760989 h 6858000"/>
              <a:gd name="connsiteX503" fmla="*/ 5413780 w 7467663"/>
              <a:gd name="connsiteY503" fmla="*/ 2966265 h 6858000"/>
              <a:gd name="connsiteX504" fmla="*/ 5425627 w 7467663"/>
              <a:gd name="connsiteY504" fmla="*/ 2954192 h 6858000"/>
              <a:gd name="connsiteX505" fmla="*/ 6604735 w 7467663"/>
              <a:gd name="connsiteY505" fmla="*/ 2041381 h 6858000"/>
              <a:gd name="connsiteX506" fmla="*/ 7204487 w 7467663"/>
              <a:gd name="connsiteY506" fmla="*/ 2742112 h 6858000"/>
              <a:gd name="connsiteX507" fmla="*/ 7131592 w 7467663"/>
              <a:gd name="connsiteY507" fmla="*/ 2672096 h 6858000"/>
              <a:gd name="connsiteX508" fmla="*/ 6996344 w 7467663"/>
              <a:gd name="connsiteY508" fmla="*/ 2518310 h 6858000"/>
              <a:gd name="connsiteX509" fmla="*/ 6735495 w 7467663"/>
              <a:gd name="connsiteY509" fmla="*/ 2196890 h 6858000"/>
              <a:gd name="connsiteX510" fmla="*/ 6721901 w 7467663"/>
              <a:gd name="connsiteY510" fmla="*/ 2179274 h 6858000"/>
              <a:gd name="connsiteX511" fmla="*/ 6604735 w 7467663"/>
              <a:gd name="connsiteY511" fmla="*/ 2041381 h 6858000"/>
              <a:gd name="connsiteX512" fmla="*/ 6591670 w 7467663"/>
              <a:gd name="connsiteY512" fmla="*/ 1988277 h 6858000"/>
              <a:gd name="connsiteX513" fmla="*/ 6747349 w 7467663"/>
              <a:gd name="connsiteY513" fmla="*/ 2160069 h 6858000"/>
              <a:gd name="connsiteX514" fmla="*/ 6760943 w 7467663"/>
              <a:gd name="connsiteY514" fmla="*/ 2177686 h 6858000"/>
              <a:gd name="connsiteX515" fmla="*/ 7021065 w 7467663"/>
              <a:gd name="connsiteY515" fmla="*/ 2498102 h 6858000"/>
              <a:gd name="connsiteX516" fmla="*/ 7155223 w 7467663"/>
              <a:gd name="connsiteY516" fmla="*/ 2650386 h 6858000"/>
              <a:gd name="connsiteX517" fmla="*/ 7203167 w 7467663"/>
              <a:gd name="connsiteY517" fmla="*/ 2697288 h 6858000"/>
              <a:gd name="connsiteX518" fmla="*/ 6937703 w 7467663"/>
              <a:gd name="connsiteY518" fmla="*/ 2321981 h 6858000"/>
              <a:gd name="connsiteX519" fmla="*/ 6591670 w 7467663"/>
              <a:gd name="connsiteY519" fmla="*/ 1988277 h 6858000"/>
              <a:gd name="connsiteX520" fmla="*/ 5798671 w 7467663"/>
              <a:gd name="connsiteY520" fmla="*/ 1981601 h 6858000"/>
              <a:gd name="connsiteX521" fmla="*/ 5754709 w 7467663"/>
              <a:gd name="connsiteY521" fmla="*/ 2071454 h 6858000"/>
              <a:gd name="connsiteX522" fmla="*/ 5763044 w 7467663"/>
              <a:gd name="connsiteY522" fmla="*/ 2842206 h 6858000"/>
              <a:gd name="connsiteX523" fmla="*/ 5764974 w 7467663"/>
              <a:gd name="connsiteY523" fmla="*/ 2799609 h 6858000"/>
              <a:gd name="connsiteX524" fmla="*/ 5767665 w 7467663"/>
              <a:gd name="connsiteY524" fmla="*/ 2666409 h 6858000"/>
              <a:gd name="connsiteX525" fmla="*/ 5763055 w 7467663"/>
              <a:gd name="connsiteY525" fmla="*/ 2579705 h 6858000"/>
              <a:gd name="connsiteX526" fmla="*/ 5758079 w 7467663"/>
              <a:gd name="connsiteY526" fmla="*/ 2492508 h 6858000"/>
              <a:gd name="connsiteX527" fmla="*/ 5779325 w 7467663"/>
              <a:gd name="connsiteY527" fmla="*/ 2197069 h 6858000"/>
              <a:gd name="connsiteX528" fmla="*/ 5798671 w 7467663"/>
              <a:gd name="connsiteY528" fmla="*/ 1981601 h 6858000"/>
              <a:gd name="connsiteX529" fmla="*/ 5829202 w 7467663"/>
              <a:gd name="connsiteY529" fmla="*/ 1971679 h 6858000"/>
              <a:gd name="connsiteX530" fmla="*/ 5809558 w 7467663"/>
              <a:gd name="connsiteY530" fmla="*/ 2198043 h 6858000"/>
              <a:gd name="connsiteX531" fmla="*/ 5788653 w 7467663"/>
              <a:gd name="connsiteY531" fmla="*/ 2489430 h 6858000"/>
              <a:gd name="connsiteX532" fmla="*/ 5793439 w 7467663"/>
              <a:gd name="connsiteY532" fmla="*/ 2575235 h 6858000"/>
              <a:gd name="connsiteX533" fmla="*/ 5796837 w 7467663"/>
              <a:gd name="connsiteY533" fmla="*/ 2637633 h 6858000"/>
              <a:gd name="connsiteX534" fmla="*/ 5818614 w 7467663"/>
              <a:gd name="connsiteY534" fmla="*/ 2473055 h 6858000"/>
              <a:gd name="connsiteX535" fmla="*/ 5829202 w 7467663"/>
              <a:gd name="connsiteY535" fmla="*/ 1971679 h 6858000"/>
              <a:gd name="connsiteX536" fmla="*/ 5911389 w 7467663"/>
              <a:gd name="connsiteY536" fmla="*/ 1898371 h 6858000"/>
              <a:gd name="connsiteX537" fmla="*/ 6237627 w 7467663"/>
              <a:gd name="connsiteY537" fmla="*/ 2231921 h 6858000"/>
              <a:gd name="connsiteX538" fmla="*/ 5911389 w 7467663"/>
              <a:gd name="connsiteY538" fmla="*/ 1898371 h 6858000"/>
              <a:gd name="connsiteX539" fmla="*/ 6944437 w 7467663"/>
              <a:gd name="connsiteY539" fmla="*/ 1575402 h 6858000"/>
              <a:gd name="connsiteX540" fmla="*/ 6304730 w 7467663"/>
              <a:gd name="connsiteY540" fmla="*/ 1766654 h 6858000"/>
              <a:gd name="connsiteX541" fmla="*/ 6944437 w 7467663"/>
              <a:gd name="connsiteY541" fmla="*/ 1575402 h 6858000"/>
              <a:gd name="connsiteX542" fmla="*/ 7019523 w 7467663"/>
              <a:gd name="connsiteY542" fmla="*/ 1519450 h 6858000"/>
              <a:gd name="connsiteX543" fmla="*/ 6298091 w 7467663"/>
              <a:gd name="connsiteY543" fmla="*/ 1737122 h 6858000"/>
              <a:gd name="connsiteX544" fmla="*/ 7019523 w 7467663"/>
              <a:gd name="connsiteY544" fmla="*/ 1519450 h 6858000"/>
              <a:gd name="connsiteX545" fmla="*/ 2399523 w 7467663"/>
              <a:gd name="connsiteY545" fmla="*/ 1428234 h 6858000"/>
              <a:gd name="connsiteX546" fmla="*/ 2224982 w 7467663"/>
              <a:gd name="connsiteY546" fmla="*/ 1826201 h 6858000"/>
              <a:gd name="connsiteX547" fmla="*/ 2096099 w 7467663"/>
              <a:gd name="connsiteY547" fmla="*/ 2345900 h 6858000"/>
              <a:gd name="connsiteX548" fmla="*/ 2283317 w 7467663"/>
              <a:gd name="connsiteY548" fmla="*/ 1796925 h 6858000"/>
              <a:gd name="connsiteX549" fmla="*/ 2399523 w 7467663"/>
              <a:gd name="connsiteY549" fmla="*/ 1428234 h 6858000"/>
              <a:gd name="connsiteX550" fmla="*/ 2448558 w 7467663"/>
              <a:gd name="connsiteY550" fmla="*/ 1373435 h 6858000"/>
              <a:gd name="connsiteX551" fmla="*/ 2312521 w 7467663"/>
              <a:gd name="connsiteY551" fmla="*/ 1806140 h 6858000"/>
              <a:gd name="connsiteX552" fmla="*/ 2127533 w 7467663"/>
              <a:gd name="connsiteY552" fmla="*/ 2348380 h 6858000"/>
              <a:gd name="connsiteX553" fmla="*/ 2358080 w 7467663"/>
              <a:gd name="connsiteY553" fmla="*/ 1866134 h 6858000"/>
              <a:gd name="connsiteX554" fmla="*/ 2407436 w 7467663"/>
              <a:gd name="connsiteY554" fmla="*/ 1651070 h 6858000"/>
              <a:gd name="connsiteX555" fmla="*/ 2448558 w 7467663"/>
              <a:gd name="connsiteY555" fmla="*/ 1373435 h 6858000"/>
              <a:gd name="connsiteX556" fmla="*/ 278707 w 7467663"/>
              <a:gd name="connsiteY556" fmla="*/ 1352270 h 6858000"/>
              <a:gd name="connsiteX557" fmla="*/ 321570 w 7467663"/>
              <a:gd name="connsiteY557" fmla="*/ 1861610 h 6858000"/>
              <a:gd name="connsiteX558" fmla="*/ 294281 w 7467663"/>
              <a:gd name="connsiteY558" fmla="*/ 1440658 h 6858000"/>
              <a:gd name="connsiteX559" fmla="*/ 278707 w 7467663"/>
              <a:gd name="connsiteY559" fmla="*/ 1352270 h 6858000"/>
              <a:gd name="connsiteX560" fmla="*/ 1423821 w 7467663"/>
              <a:gd name="connsiteY560" fmla="*/ 1351958 h 6858000"/>
              <a:gd name="connsiteX561" fmla="*/ 1638521 w 7467663"/>
              <a:gd name="connsiteY561" fmla="*/ 1908470 h 6858000"/>
              <a:gd name="connsiteX562" fmla="*/ 1754199 w 7467663"/>
              <a:gd name="connsiteY562" fmla="*/ 2149284 h 6858000"/>
              <a:gd name="connsiteX563" fmla="*/ 1908359 w 7467663"/>
              <a:gd name="connsiteY563" fmla="*/ 2364988 h 6858000"/>
              <a:gd name="connsiteX564" fmla="*/ 1647661 w 7467663"/>
              <a:gd name="connsiteY564" fmla="*/ 1825945 h 6858000"/>
              <a:gd name="connsiteX565" fmla="*/ 1423821 w 7467663"/>
              <a:gd name="connsiteY565" fmla="*/ 1351958 h 6858000"/>
              <a:gd name="connsiteX566" fmla="*/ 1431890 w 7467663"/>
              <a:gd name="connsiteY566" fmla="*/ 1306475 h 6858000"/>
              <a:gd name="connsiteX567" fmla="*/ 1507597 w 7467663"/>
              <a:gd name="connsiteY567" fmla="*/ 1446132 h 6858000"/>
              <a:gd name="connsiteX568" fmla="*/ 1674586 w 7467663"/>
              <a:gd name="connsiteY568" fmla="*/ 1813832 h 6858000"/>
              <a:gd name="connsiteX569" fmla="*/ 1815950 w 7467663"/>
              <a:gd name="connsiteY569" fmla="*/ 2128564 h 6858000"/>
              <a:gd name="connsiteX570" fmla="*/ 1984242 w 7467663"/>
              <a:gd name="connsiteY570" fmla="*/ 2430829 h 6858000"/>
              <a:gd name="connsiteX571" fmla="*/ 2014023 w 7467663"/>
              <a:gd name="connsiteY571" fmla="*/ 2450995 h 6858000"/>
              <a:gd name="connsiteX572" fmla="*/ 1747337 w 7467663"/>
              <a:gd name="connsiteY572" fmla="*/ 1855264 h 6858000"/>
              <a:gd name="connsiteX573" fmla="*/ 1533749 w 7467663"/>
              <a:gd name="connsiteY573" fmla="*/ 1478656 h 6858000"/>
              <a:gd name="connsiteX574" fmla="*/ 1431890 w 7467663"/>
              <a:gd name="connsiteY574" fmla="*/ 1306475 h 6858000"/>
              <a:gd name="connsiteX575" fmla="*/ 5052692 w 7467663"/>
              <a:gd name="connsiteY575" fmla="*/ 1292994 h 6858000"/>
              <a:gd name="connsiteX576" fmla="*/ 5200661 w 7467663"/>
              <a:gd name="connsiteY576" fmla="*/ 1635186 h 6858000"/>
              <a:gd name="connsiteX577" fmla="*/ 5297138 w 7467663"/>
              <a:gd name="connsiteY577" fmla="*/ 1906351 h 6858000"/>
              <a:gd name="connsiteX578" fmla="*/ 5052692 w 7467663"/>
              <a:gd name="connsiteY578" fmla="*/ 1292994 h 6858000"/>
              <a:gd name="connsiteX579" fmla="*/ 5009948 w 7467663"/>
              <a:gd name="connsiteY579" fmla="*/ 1273619 h 6858000"/>
              <a:gd name="connsiteX580" fmla="*/ 5121777 w 7467663"/>
              <a:gd name="connsiteY580" fmla="*/ 1654213 h 6858000"/>
              <a:gd name="connsiteX581" fmla="*/ 5293545 w 7467663"/>
              <a:gd name="connsiteY581" fmla="*/ 2072247 h 6858000"/>
              <a:gd name="connsiteX582" fmla="*/ 5294042 w 7467663"/>
              <a:gd name="connsiteY582" fmla="*/ 2065019 h 6858000"/>
              <a:gd name="connsiteX583" fmla="*/ 5171936 w 7467663"/>
              <a:gd name="connsiteY583" fmla="*/ 1647613 h 6858000"/>
              <a:gd name="connsiteX584" fmla="*/ 5009948 w 7467663"/>
              <a:gd name="connsiteY584" fmla="*/ 1273619 h 6858000"/>
              <a:gd name="connsiteX585" fmla="*/ 655236 w 7467663"/>
              <a:gd name="connsiteY585" fmla="*/ 1268632 h 6858000"/>
              <a:gd name="connsiteX586" fmla="*/ 839521 w 7467663"/>
              <a:gd name="connsiteY586" fmla="*/ 1685315 h 6858000"/>
              <a:gd name="connsiteX587" fmla="*/ 1109416 w 7467663"/>
              <a:gd name="connsiteY587" fmla="*/ 2061663 h 6858000"/>
              <a:gd name="connsiteX588" fmla="*/ 1298300 w 7467663"/>
              <a:gd name="connsiteY588" fmla="*/ 2247742 h 6858000"/>
              <a:gd name="connsiteX589" fmla="*/ 1125871 w 7467663"/>
              <a:gd name="connsiteY589" fmla="*/ 1989513 h 6858000"/>
              <a:gd name="connsiteX590" fmla="*/ 981574 w 7467663"/>
              <a:gd name="connsiteY590" fmla="*/ 1783157 h 6858000"/>
              <a:gd name="connsiteX591" fmla="*/ 922198 w 7467663"/>
              <a:gd name="connsiteY591" fmla="*/ 1677437 h 6858000"/>
              <a:gd name="connsiteX592" fmla="*/ 869293 w 7467663"/>
              <a:gd name="connsiteY592" fmla="*/ 1583214 h 6858000"/>
              <a:gd name="connsiteX593" fmla="*/ 751431 w 7467663"/>
              <a:gd name="connsiteY593" fmla="*/ 1405731 h 6858000"/>
              <a:gd name="connsiteX594" fmla="*/ 655236 w 7467663"/>
              <a:gd name="connsiteY594" fmla="*/ 1268632 h 6858000"/>
              <a:gd name="connsiteX595" fmla="*/ 6516292 w 7467663"/>
              <a:gd name="connsiteY595" fmla="*/ 1263064 h 6858000"/>
              <a:gd name="connsiteX596" fmla="*/ 5736320 w 7467663"/>
              <a:gd name="connsiteY596" fmla="*/ 1501803 h 6858000"/>
              <a:gd name="connsiteX597" fmla="*/ 6516292 w 7467663"/>
              <a:gd name="connsiteY597" fmla="*/ 1263064 h 6858000"/>
              <a:gd name="connsiteX598" fmla="*/ 291466 w 7467663"/>
              <a:gd name="connsiteY598" fmla="*/ 1250369 h 6858000"/>
              <a:gd name="connsiteX599" fmla="*/ 323180 w 7467663"/>
              <a:gd name="connsiteY599" fmla="*/ 1435283 h 6858000"/>
              <a:gd name="connsiteX600" fmla="*/ 349381 w 7467663"/>
              <a:gd name="connsiteY600" fmla="*/ 1875041 h 6858000"/>
              <a:gd name="connsiteX601" fmla="*/ 374363 w 7467663"/>
              <a:gd name="connsiteY601" fmla="*/ 1506494 h 6858000"/>
              <a:gd name="connsiteX602" fmla="*/ 302168 w 7467663"/>
              <a:gd name="connsiteY602" fmla="*/ 1274495 h 6858000"/>
              <a:gd name="connsiteX603" fmla="*/ 291466 w 7467663"/>
              <a:gd name="connsiteY603" fmla="*/ 1250369 h 6858000"/>
              <a:gd name="connsiteX604" fmla="*/ 678222 w 7467663"/>
              <a:gd name="connsiteY604" fmla="*/ 1248670 h 6858000"/>
              <a:gd name="connsiteX605" fmla="*/ 775536 w 7467663"/>
              <a:gd name="connsiteY605" fmla="*/ 1388015 h 6858000"/>
              <a:gd name="connsiteX606" fmla="*/ 894529 w 7467663"/>
              <a:gd name="connsiteY606" fmla="*/ 1567739 h 6858000"/>
              <a:gd name="connsiteX607" fmla="*/ 948000 w 7467663"/>
              <a:gd name="connsiteY607" fmla="*/ 1663088 h 6858000"/>
              <a:gd name="connsiteX608" fmla="*/ 1006812 w 7467663"/>
              <a:gd name="connsiteY608" fmla="*/ 1767683 h 6858000"/>
              <a:gd name="connsiteX609" fmla="*/ 1149133 w 7467663"/>
              <a:gd name="connsiteY609" fmla="*/ 1971513 h 6858000"/>
              <a:gd name="connsiteX610" fmla="*/ 1333952 w 7467663"/>
              <a:gd name="connsiteY610" fmla="*/ 2251620 h 6858000"/>
              <a:gd name="connsiteX611" fmla="*/ 1337329 w 7467663"/>
              <a:gd name="connsiteY611" fmla="*/ 2258350 h 6858000"/>
              <a:gd name="connsiteX612" fmla="*/ 1014726 w 7467663"/>
              <a:gd name="connsiteY612" fmla="*/ 1615556 h 6858000"/>
              <a:gd name="connsiteX613" fmla="*/ 678222 w 7467663"/>
              <a:gd name="connsiteY613" fmla="*/ 1248670 h 6858000"/>
              <a:gd name="connsiteX614" fmla="*/ 6691602 w 7467663"/>
              <a:gd name="connsiteY614" fmla="*/ 1140573 h 6858000"/>
              <a:gd name="connsiteX615" fmla="*/ 6571100 w 7467663"/>
              <a:gd name="connsiteY615" fmla="*/ 1183662 h 6858000"/>
              <a:gd name="connsiteX616" fmla="*/ 6241687 w 7467663"/>
              <a:gd name="connsiteY616" fmla="*/ 1257600 h 6858000"/>
              <a:gd name="connsiteX617" fmla="*/ 5693009 w 7467663"/>
              <a:gd name="connsiteY617" fmla="*/ 1478256 h 6858000"/>
              <a:gd name="connsiteX618" fmla="*/ 6548420 w 7467663"/>
              <a:gd name="connsiteY618" fmla="*/ 1214599 h 6858000"/>
              <a:gd name="connsiteX619" fmla="*/ 6605473 w 7467663"/>
              <a:gd name="connsiteY619" fmla="*/ 1184686 h 6858000"/>
              <a:gd name="connsiteX620" fmla="*/ 6691602 w 7467663"/>
              <a:gd name="connsiteY620" fmla="*/ 1140573 h 6858000"/>
              <a:gd name="connsiteX621" fmla="*/ 4002475 w 7467663"/>
              <a:gd name="connsiteY621" fmla="*/ 1037802 h 6858000"/>
              <a:gd name="connsiteX622" fmla="*/ 4000324 w 7467663"/>
              <a:gd name="connsiteY622" fmla="*/ 1039362 h 6858000"/>
              <a:gd name="connsiteX623" fmla="*/ 4002862 w 7467663"/>
              <a:gd name="connsiteY623" fmla="*/ 1042866 h 6858000"/>
              <a:gd name="connsiteX624" fmla="*/ 4002475 w 7467663"/>
              <a:gd name="connsiteY624" fmla="*/ 1037802 h 6858000"/>
              <a:gd name="connsiteX625" fmla="*/ 506322 w 7467663"/>
              <a:gd name="connsiteY625" fmla="*/ 1020997 h 6858000"/>
              <a:gd name="connsiteX626" fmla="*/ 533068 w 7467663"/>
              <a:gd name="connsiteY626" fmla="*/ 1029409 h 6858000"/>
              <a:gd name="connsiteX627" fmla="*/ 1232525 w 7467663"/>
              <a:gd name="connsiteY627" fmla="*/ 1804675 h 6858000"/>
              <a:gd name="connsiteX628" fmla="*/ 1388858 w 7467663"/>
              <a:gd name="connsiteY628" fmla="*/ 2368011 h 6858000"/>
              <a:gd name="connsiteX629" fmla="*/ 1384098 w 7467663"/>
              <a:gd name="connsiteY629" fmla="*/ 2378125 h 6858000"/>
              <a:gd name="connsiteX630" fmla="*/ 1425393 w 7467663"/>
              <a:gd name="connsiteY630" fmla="*/ 2589124 h 6858000"/>
              <a:gd name="connsiteX631" fmla="*/ 1424001 w 7467663"/>
              <a:gd name="connsiteY631" fmla="*/ 2597541 h 6858000"/>
              <a:gd name="connsiteX632" fmla="*/ 2152729 w 7467663"/>
              <a:gd name="connsiteY632" fmla="*/ 2864487 h 6858000"/>
              <a:gd name="connsiteX633" fmla="*/ 2020609 w 7467663"/>
              <a:gd name="connsiteY633" fmla="*/ 2539671 h 6858000"/>
              <a:gd name="connsiteX634" fmla="*/ 2018920 w 7467663"/>
              <a:gd name="connsiteY634" fmla="*/ 2536309 h 6858000"/>
              <a:gd name="connsiteX635" fmla="*/ 1342441 w 7467663"/>
              <a:gd name="connsiteY635" fmla="*/ 1173017 h 6858000"/>
              <a:gd name="connsiteX636" fmla="*/ 1367925 w 7467663"/>
              <a:gd name="connsiteY636" fmla="*/ 1135648 h 6858000"/>
              <a:gd name="connsiteX637" fmla="*/ 1771401 w 7467663"/>
              <a:gd name="connsiteY637" fmla="*/ 1806673 h 6858000"/>
              <a:gd name="connsiteX638" fmla="*/ 1972385 w 7467663"/>
              <a:gd name="connsiteY638" fmla="*/ 2198735 h 6858000"/>
              <a:gd name="connsiteX639" fmla="*/ 2040892 w 7467663"/>
              <a:gd name="connsiteY639" fmla="*/ 2405205 h 6858000"/>
              <a:gd name="connsiteX640" fmla="*/ 2131689 w 7467663"/>
              <a:gd name="connsiteY640" fmla="*/ 1936926 h 6858000"/>
              <a:gd name="connsiteX641" fmla="*/ 2454820 w 7467663"/>
              <a:gd name="connsiteY641" fmla="*/ 1248808 h 6858000"/>
              <a:gd name="connsiteX642" fmla="*/ 2492512 w 7467663"/>
              <a:gd name="connsiteY642" fmla="*/ 1302920 h 6858000"/>
              <a:gd name="connsiteX643" fmla="*/ 2081216 w 7467663"/>
              <a:gd name="connsiteY643" fmla="*/ 2527513 h 6858000"/>
              <a:gd name="connsiteX644" fmla="*/ 2081211 w 7467663"/>
              <a:gd name="connsiteY644" fmla="*/ 2528916 h 6858000"/>
              <a:gd name="connsiteX645" fmla="*/ 2199067 w 7467663"/>
              <a:gd name="connsiteY645" fmla="*/ 2884061 h 6858000"/>
              <a:gd name="connsiteX646" fmla="*/ 3192586 w 7467663"/>
              <a:gd name="connsiteY646" fmla="*/ 3411496 h 6858000"/>
              <a:gd name="connsiteX647" fmla="*/ 3182620 w 7467663"/>
              <a:gd name="connsiteY647" fmla="*/ 3483279 h 6858000"/>
              <a:gd name="connsiteX648" fmla="*/ 2435119 w 7467663"/>
              <a:gd name="connsiteY648" fmla="*/ 3080173 h 6858000"/>
              <a:gd name="connsiteX649" fmla="*/ 2410152 w 7467663"/>
              <a:gd name="connsiteY649" fmla="*/ 3063751 h 6858000"/>
              <a:gd name="connsiteX650" fmla="*/ 2408099 w 7467663"/>
              <a:gd name="connsiteY650" fmla="*/ 3064403 h 6858000"/>
              <a:gd name="connsiteX651" fmla="*/ 2407218 w 7467663"/>
              <a:gd name="connsiteY651" fmla="*/ 3070324 h 6858000"/>
              <a:gd name="connsiteX652" fmla="*/ 2380138 w 7467663"/>
              <a:gd name="connsiteY652" fmla="*/ 3099341 h 6858000"/>
              <a:gd name="connsiteX653" fmla="*/ 1765923 w 7467663"/>
              <a:gd name="connsiteY653" fmla="*/ 3581043 h 6858000"/>
              <a:gd name="connsiteX654" fmla="*/ 1702258 w 7467663"/>
              <a:gd name="connsiteY654" fmla="*/ 3612286 h 6858000"/>
              <a:gd name="connsiteX655" fmla="*/ 1538370 w 7467663"/>
              <a:gd name="connsiteY655" fmla="*/ 3811804 h 6858000"/>
              <a:gd name="connsiteX656" fmla="*/ 542867 w 7467663"/>
              <a:gd name="connsiteY656" fmla="*/ 4944092 h 6858000"/>
              <a:gd name="connsiteX657" fmla="*/ 515800 w 7467663"/>
              <a:gd name="connsiteY657" fmla="*/ 4862180 h 6858000"/>
              <a:gd name="connsiteX658" fmla="*/ 909145 w 7467663"/>
              <a:gd name="connsiteY658" fmla="*/ 4199225 h 6858000"/>
              <a:gd name="connsiteX659" fmla="*/ 1214067 w 7467663"/>
              <a:gd name="connsiteY659" fmla="*/ 3908561 h 6858000"/>
              <a:gd name="connsiteX660" fmla="*/ 640967 w 7467663"/>
              <a:gd name="connsiteY660" fmla="*/ 4105601 h 6858000"/>
              <a:gd name="connsiteX661" fmla="*/ 112563 w 7467663"/>
              <a:gd name="connsiteY661" fmla="*/ 4396952 h 6858000"/>
              <a:gd name="connsiteX662" fmla="*/ 0 w 7467663"/>
              <a:gd name="connsiteY662" fmla="*/ 4466006 h 6858000"/>
              <a:gd name="connsiteX663" fmla="*/ 0 w 7467663"/>
              <a:gd name="connsiteY663" fmla="*/ 4233763 h 6858000"/>
              <a:gd name="connsiteX664" fmla="*/ 36881 w 7467663"/>
              <a:gd name="connsiteY664" fmla="*/ 4200118 h 6858000"/>
              <a:gd name="connsiteX665" fmla="*/ 910534 w 7467663"/>
              <a:gd name="connsiteY665" fmla="*/ 3629753 h 6858000"/>
              <a:gd name="connsiteX666" fmla="*/ 1578717 w 7467663"/>
              <a:gd name="connsiteY666" fmla="*/ 3575982 h 6858000"/>
              <a:gd name="connsiteX667" fmla="*/ 2338780 w 7467663"/>
              <a:gd name="connsiteY667" fmla="*/ 3033725 h 6858000"/>
              <a:gd name="connsiteX668" fmla="*/ 1807991 w 7467663"/>
              <a:gd name="connsiteY668" fmla="*/ 2807184 h 6858000"/>
              <a:gd name="connsiteX669" fmla="*/ 1416358 w 7467663"/>
              <a:gd name="connsiteY669" fmla="*/ 3112571 h 6858000"/>
              <a:gd name="connsiteX670" fmla="*/ 939066 w 7467663"/>
              <a:gd name="connsiteY670" fmla="*/ 3378798 h 6858000"/>
              <a:gd name="connsiteX671" fmla="*/ 115099 w 7467663"/>
              <a:gd name="connsiteY671" fmla="*/ 3607650 h 6858000"/>
              <a:gd name="connsiteX672" fmla="*/ 97284 w 7467663"/>
              <a:gd name="connsiteY672" fmla="*/ 3520393 h 6858000"/>
              <a:gd name="connsiteX673" fmla="*/ 922050 w 7467663"/>
              <a:gd name="connsiteY673" fmla="*/ 3074867 h 6858000"/>
              <a:gd name="connsiteX674" fmla="*/ 1405265 w 7467663"/>
              <a:gd name="connsiteY674" fmla="*/ 3016319 h 6858000"/>
              <a:gd name="connsiteX675" fmla="*/ 1407512 w 7467663"/>
              <a:gd name="connsiteY675" fmla="*/ 3018001 h 6858000"/>
              <a:gd name="connsiteX676" fmla="*/ 1726266 w 7467663"/>
              <a:gd name="connsiteY676" fmla="*/ 2777274 h 6858000"/>
              <a:gd name="connsiteX677" fmla="*/ 625390 w 7467663"/>
              <a:gd name="connsiteY677" fmla="*/ 2514541 h 6858000"/>
              <a:gd name="connsiteX678" fmla="*/ 619799 w 7467663"/>
              <a:gd name="connsiteY678" fmla="*/ 2527180 h 6858000"/>
              <a:gd name="connsiteX679" fmla="*/ 310030 w 7467663"/>
              <a:gd name="connsiteY679" fmla="*/ 2771818 h 6858000"/>
              <a:gd name="connsiteX680" fmla="*/ 173877 w 7467663"/>
              <a:gd name="connsiteY680" fmla="*/ 2937056 h 6858000"/>
              <a:gd name="connsiteX681" fmla="*/ 77889 w 7467663"/>
              <a:gd name="connsiteY681" fmla="*/ 3138440 h 6858000"/>
              <a:gd name="connsiteX682" fmla="*/ 0 w 7467663"/>
              <a:gd name="connsiteY682" fmla="*/ 3271395 h 6858000"/>
              <a:gd name="connsiteX683" fmla="*/ 0 w 7467663"/>
              <a:gd name="connsiteY683" fmla="*/ 3153002 h 6858000"/>
              <a:gd name="connsiteX684" fmla="*/ 2386 w 7467663"/>
              <a:gd name="connsiteY684" fmla="*/ 3149203 h 6858000"/>
              <a:gd name="connsiteX685" fmla="*/ 89753 w 7467663"/>
              <a:gd name="connsiteY685" fmla="*/ 2987702 h 6858000"/>
              <a:gd name="connsiteX686" fmla="*/ 76869 w 7467663"/>
              <a:gd name="connsiteY686" fmla="*/ 3005404 h 6858000"/>
              <a:gd name="connsiteX687" fmla="*/ 32049 w 7467663"/>
              <a:gd name="connsiteY687" fmla="*/ 3065814 h 6858000"/>
              <a:gd name="connsiteX688" fmla="*/ 0 w 7467663"/>
              <a:gd name="connsiteY688" fmla="*/ 3108744 h 6858000"/>
              <a:gd name="connsiteX689" fmla="*/ 0 w 7467663"/>
              <a:gd name="connsiteY689" fmla="*/ 3058059 h 6858000"/>
              <a:gd name="connsiteX690" fmla="*/ 7610 w 7467663"/>
              <a:gd name="connsiteY690" fmla="*/ 3047889 h 6858000"/>
              <a:gd name="connsiteX691" fmla="*/ 52419 w 7467663"/>
              <a:gd name="connsiteY691" fmla="*/ 2987479 h 6858000"/>
              <a:gd name="connsiteX692" fmla="*/ 59142 w 7467663"/>
              <a:gd name="connsiteY692" fmla="*/ 2978488 h 6858000"/>
              <a:gd name="connsiteX693" fmla="*/ 0 w 7467663"/>
              <a:gd name="connsiteY693" fmla="*/ 3015334 h 6858000"/>
              <a:gd name="connsiteX694" fmla="*/ 0 w 7467663"/>
              <a:gd name="connsiteY694" fmla="*/ 2914286 h 6858000"/>
              <a:gd name="connsiteX695" fmla="*/ 36383 w 7467663"/>
              <a:gd name="connsiteY695" fmla="*/ 2901128 h 6858000"/>
              <a:gd name="connsiteX696" fmla="*/ 156329 w 7467663"/>
              <a:gd name="connsiteY696" fmla="*/ 2840533 h 6858000"/>
              <a:gd name="connsiteX697" fmla="*/ 358355 w 7467663"/>
              <a:gd name="connsiteY697" fmla="*/ 2620471 h 6858000"/>
              <a:gd name="connsiteX698" fmla="*/ 510577 w 7467663"/>
              <a:gd name="connsiteY698" fmla="*/ 2501244 h 6858000"/>
              <a:gd name="connsiteX699" fmla="*/ 211967 w 7467663"/>
              <a:gd name="connsiteY699" fmla="*/ 2479171 h 6858000"/>
              <a:gd name="connsiteX700" fmla="*/ 0 w 7467663"/>
              <a:gd name="connsiteY700" fmla="*/ 2476398 h 6858000"/>
              <a:gd name="connsiteX701" fmla="*/ 0 w 7467663"/>
              <a:gd name="connsiteY701" fmla="*/ 2389189 h 6858000"/>
              <a:gd name="connsiteX702" fmla="*/ 103062 w 7467663"/>
              <a:gd name="connsiteY702" fmla="*/ 2389518 h 6858000"/>
              <a:gd name="connsiteX703" fmla="*/ 510734 w 7467663"/>
              <a:gd name="connsiteY703" fmla="*/ 2416201 h 6858000"/>
              <a:gd name="connsiteX704" fmla="*/ 279257 w 7467663"/>
              <a:gd name="connsiteY704" fmla="*/ 2092102 h 6858000"/>
              <a:gd name="connsiteX705" fmla="*/ 65265 w 7467663"/>
              <a:gd name="connsiteY705" fmla="*/ 2006049 h 6858000"/>
              <a:gd name="connsiteX706" fmla="*/ 0 w 7467663"/>
              <a:gd name="connsiteY706" fmla="*/ 1982532 h 6858000"/>
              <a:gd name="connsiteX707" fmla="*/ 0 w 7467663"/>
              <a:gd name="connsiteY707" fmla="*/ 1912789 h 6858000"/>
              <a:gd name="connsiteX708" fmla="*/ 97460 w 7467663"/>
              <a:gd name="connsiteY708" fmla="*/ 1953725 h 6858000"/>
              <a:gd name="connsiteX709" fmla="*/ 221272 w 7467663"/>
              <a:gd name="connsiteY709" fmla="*/ 1980766 h 6858000"/>
              <a:gd name="connsiteX710" fmla="*/ 116765 w 7467663"/>
              <a:gd name="connsiteY710" fmla="*/ 1911033 h 6858000"/>
              <a:gd name="connsiteX711" fmla="*/ 16405 w 7467663"/>
              <a:gd name="connsiteY711" fmla="*/ 1803412 h 6858000"/>
              <a:gd name="connsiteX712" fmla="*/ 0 w 7467663"/>
              <a:gd name="connsiteY712" fmla="*/ 1784777 h 6858000"/>
              <a:gd name="connsiteX713" fmla="*/ 0 w 7467663"/>
              <a:gd name="connsiteY713" fmla="*/ 1740082 h 6858000"/>
              <a:gd name="connsiteX714" fmla="*/ 39394 w 7467663"/>
              <a:gd name="connsiteY714" fmla="*/ 1784856 h 6858000"/>
              <a:gd name="connsiteX715" fmla="*/ 135813 w 7467663"/>
              <a:gd name="connsiteY715" fmla="*/ 1888838 h 6858000"/>
              <a:gd name="connsiteX716" fmla="*/ 242575 w 7467663"/>
              <a:gd name="connsiteY716" fmla="*/ 1958841 h 6858000"/>
              <a:gd name="connsiteX717" fmla="*/ 82197 w 7467663"/>
              <a:gd name="connsiteY717" fmla="*/ 1754826 h 6858000"/>
              <a:gd name="connsiteX718" fmla="*/ 0 w 7467663"/>
              <a:gd name="connsiteY718" fmla="*/ 1679650 h 6858000"/>
              <a:gd name="connsiteX719" fmla="*/ 0 w 7467663"/>
              <a:gd name="connsiteY719" fmla="*/ 1602463 h 6858000"/>
              <a:gd name="connsiteX720" fmla="*/ 84689 w 7467663"/>
              <a:gd name="connsiteY720" fmla="*/ 1677442 h 6858000"/>
              <a:gd name="connsiteX721" fmla="*/ 298437 w 7467663"/>
              <a:gd name="connsiteY721" fmla="*/ 1968019 h 6858000"/>
              <a:gd name="connsiteX722" fmla="*/ 227269 w 7467663"/>
              <a:gd name="connsiteY722" fmla="*/ 1114064 h 6858000"/>
              <a:gd name="connsiteX723" fmla="*/ 248003 w 7467663"/>
              <a:gd name="connsiteY723" fmla="*/ 1089613 h 6858000"/>
              <a:gd name="connsiteX724" fmla="*/ 427020 w 7467663"/>
              <a:gd name="connsiteY724" fmla="*/ 1619803 h 6858000"/>
              <a:gd name="connsiteX725" fmla="*/ 340345 w 7467663"/>
              <a:gd name="connsiteY725" fmla="*/ 2027739 h 6858000"/>
              <a:gd name="connsiteX726" fmla="*/ 360865 w 7467663"/>
              <a:gd name="connsiteY726" fmla="*/ 2044827 h 6858000"/>
              <a:gd name="connsiteX727" fmla="*/ 560414 w 7467663"/>
              <a:gd name="connsiteY727" fmla="*/ 2421457 h 6858000"/>
              <a:gd name="connsiteX728" fmla="*/ 1359703 w 7467663"/>
              <a:gd name="connsiteY728" fmla="*/ 2578554 h 6858000"/>
              <a:gd name="connsiteX729" fmla="*/ 1359422 w 7467663"/>
              <a:gd name="connsiteY729" fmla="*/ 2577994 h 6858000"/>
              <a:gd name="connsiteX730" fmla="*/ 828701 w 7467663"/>
              <a:gd name="connsiteY730" fmla="*/ 1839520 h 6858000"/>
              <a:gd name="connsiteX731" fmla="*/ 494427 w 7467663"/>
              <a:gd name="connsiteY731" fmla="*/ 1092333 h 6858000"/>
              <a:gd name="connsiteX732" fmla="*/ 506322 w 7467663"/>
              <a:gd name="connsiteY732" fmla="*/ 1020997 h 6858000"/>
              <a:gd name="connsiteX733" fmla="*/ 4570198 w 7467663"/>
              <a:gd name="connsiteY733" fmla="*/ 978081 h 6858000"/>
              <a:gd name="connsiteX734" fmla="*/ 4523691 w 7467663"/>
              <a:gd name="connsiteY734" fmla="*/ 1127776 h 6858000"/>
              <a:gd name="connsiteX735" fmla="*/ 4509875 w 7467663"/>
              <a:gd name="connsiteY735" fmla="*/ 1167552 h 6858000"/>
              <a:gd name="connsiteX736" fmla="*/ 4478168 w 7467663"/>
              <a:gd name="connsiteY736" fmla="*/ 1260735 h 6858000"/>
              <a:gd name="connsiteX737" fmla="*/ 4409309 w 7467663"/>
              <a:gd name="connsiteY737" fmla="*/ 1666996 h 6858000"/>
              <a:gd name="connsiteX738" fmla="*/ 4370031 w 7467663"/>
              <a:gd name="connsiteY738" fmla="*/ 1955666 h 6858000"/>
              <a:gd name="connsiteX739" fmla="*/ 4570198 w 7467663"/>
              <a:gd name="connsiteY739" fmla="*/ 978081 h 6858000"/>
              <a:gd name="connsiteX740" fmla="*/ 4557898 w 7467663"/>
              <a:gd name="connsiteY740" fmla="*/ 900011 h 6858000"/>
              <a:gd name="connsiteX741" fmla="*/ 4344840 w 7467663"/>
              <a:gd name="connsiteY741" fmla="*/ 1922038 h 6858000"/>
              <a:gd name="connsiteX742" fmla="*/ 4378710 w 7467663"/>
              <a:gd name="connsiteY742" fmla="*/ 1665516 h 6858000"/>
              <a:gd name="connsiteX743" fmla="*/ 4448798 w 7467663"/>
              <a:gd name="connsiteY743" fmla="*/ 1253024 h 6858000"/>
              <a:gd name="connsiteX744" fmla="*/ 4480315 w 7467663"/>
              <a:gd name="connsiteY744" fmla="*/ 1158454 h 6858000"/>
              <a:gd name="connsiteX745" fmla="*/ 4494133 w 7467663"/>
              <a:gd name="connsiteY745" fmla="*/ 1118676 h 6858000"/>
              <a:gd name="connsiteX746" fmla="*/ 4557898 w 7467663"/>
              <a:gd name="connsiteY746" fmla="*/ 900011 h 6858000"/>
              <a:gd name="connsiteX747" fmla="*/ 5870151 w 7467663"/>
              <a:gd name="connsiteY747" fmla="*/ 898890 h 6858000"/>
              <a:gd name="connsiteX748" fmla="*/ 5861335 w 7467663"/>
              <a:gd name="connsiteY748" fmla="*/ 899177 h 6858000"/>
              <a:gd name="connsiteX749" fmla="*/ 5843702 w 7467663"/>
              <a:gd name="connsiteY749" fmla="*/ 899748 h 6858000"/>
              <a:gd name="connsiteX750" fmla="*/ 5651107 w 7467663"/>
              <a:gd name="connsiteY750" fmla="*/ 920306 h 6858000"/>
              <a:gd name="connsiteX751" fmla="*/ 5459407 w 7467663"/>
              <a:gd name="connsiteY751" fmla="*/ 940975 h 6858000"/>
              <a:gd name="connsiteX752" fmla="*/ 5374846 w 7467663"/>
              <a:gd name="connsiteY752" fmla="*/ 941988 h 6858000"/>
              <a:gd name="connsiteX753" fmla="*/ 5256105 w 7467663"/>
              <a:gd name="connsiteY753" fmla="*/ 945632 h 6858000"/>
              <a:gd name="connsiteX754" fmla="*/ 5107071 w 7467663"/>
              <a:gd name="connsiteY754" fmla="*/ 969720 h 6858000"/>
              <a:gd name="connsiteX755" fmla="*/ 4998681 w 7467663"/>
              <a:gd name="connsiteY755" fmla="*/ 988771 h 6858000"/>
              <a:gd name="connsiteX756" fmla="*/ 5870151 w 7467663"/>
              <a:gd name="connsiteY756" fmla="*/ 898890 h 6858000"/>
              <a:gd name="connsiteX757" fmla="*/ 5504425 w 7467663"/>
              <a:gd name="connsiteY757" fmla="*/ 848067 h 6858000"/>
              <a:gd name="connsiteX758" fmla="*/ 4968849 w 7467663"/>
              <a:gd name="connsiteY758" fmla="*/ 962318 h 6858000"/>
              <a:gd name="connsiteX759" fmla="*/ 5104039 w 7467663"/>
              <a:gd name="connsiteY759" fmla="*/ 940634 h 6858000"/>
              <a:gd name="connsiteX760" fmla="*/ 5256311 w 7467663"/>
              <a:gd name="connsiteY760" fmla="*/ 916490 h 6858000"/>
              <a:gd name="connsiteX761" fmla="*/ 5377381 w 7467663"/>
              <a:gd name="connsiteY761" fmla="*/ 912671 h 6858000"/>
              <a:gd name="connsiteX762" fmla="*/ 5460148 w 7467663"/>
              <a:gd name="connsiteY762" fmla="*/ 911442 h 6858000"/>
              <a:gd name="connsiteX763" fmla="*/ 5648971 w 7467663"/>
              <a:gd name="connsiteY763" fmla="*/ 891331 h 6858000"/>
              <a:gd name="connsiteX764" fmla="*/ 5844807 w 7467663"/>
              <a:gd name="connsiteY764" fmla="*/ 870718 h 6858000"/>
              <a:gd name="connsiteX765" fmla="*/ 5862975 w 7467663"/>
              <a:gd name="connsiteY765" fmla="*/ 869756 h 6858000"/>
              <a:gd name="connsiteX766" fmla="*/ 5920887 w 7467663"/>
              <a:gd name="connsiteY766" fmla="*/ 865929 h 6858000"/>
              <a:gd name="connsiteX767" fmla="*/ 5504425 w 7467663"/>
              <a:gd name="connsiteY767" fmla="*/ 848067 h 6858000"/>
              <a:gd name="connsiteX768" fmla="*/ 3607114 w 7467663"/>
              <a:gd name="connsiteY768" fmla="*/ 467441 h 6858000"/>
              <a:gd name="connsiteX769" fmla="*/ 3296242 w 7467663"/>
              <a:gd name="connsiteY769" fmla="*/ 807991 h 6858000"/>
              <a:gd name="connsiteX770" fmla="*/ 3174674 w 7467663"/>
              <a:gd name="connsiteY770" fmla="*/ 919759 h 6858000"/>
              <a:gd name="connsiteX771" fmla="*/ 3042978 w 7467663"/>
              <a:gd name="connsiteY771" fmla="*/ 1054894 h 6858000"/>
              <a:gd name="connsiteX772" fmla="*/ 2968914 w 7467663"/>
              <a:gd name="connsiteY772" fmla="*/ 1133756 h 6858000"/>
              <a:gd name="connsiteX773" fmla="*/ 3103823 w 7467663"/>
              <a:gd name="connsiteY773" fmla="*/ 1026814 h 6858000"/>
              <a:gd name="connsiteX774" fmla="*/ 3607114 w 7467663"/>
              <a:gd name="connsiteY774" fmla="*/ 467441 h 6858000"/>
              <a:gd name="connsiteX775" fmla="*/ 3744487 w 7467663"/>
              <a:gd name="connsiteY775" fmla="*/ 383136 h 6858000"/>
              <a:gd name="connsiteX776" fmla="*/ 3970213 w 7467663"/>
              <a:gd name="connsiteY776" fmla="*/ 995559 h 6858000"/>
              <a:gd name="connsiteX777" fmla="*/ 3744487 w 7467663"/>
              <a:gd name="connsiteY777" fmla="*/ 383136 h 6858000"/>
              <a:gd name="connsiteX778" fmla="*/ 3624562 w 7467663"/>
              <a:gd name="connsiteY778" fmla="*/ 367041 h 6858000"/>
              <a:gd name="connsiteX779" fmla="*/ 3489712 w 7467663"/>
              <a:gd name="connsiteY779" fmla="*/ 485386 h 6858000"/>
              <a:gd name="connsiteX780" fmla="*/ 3182994 w 7467663"/>
              <a:gd name="connsiteY780" fmla="*/ 828265 h 6858000"/>
              <a:gd name="connsiteX781" fmla="*/ 2892114 w 7467663"/>
              <a:gd name="connsiteY781" fmla="*/ 1172635 h 6858000"/>
              <a:gd name="connsiteX782" fmla="*/ 3021459 w 7467663"/>
              <a:gd name="connsiteY782" fmla="*/ 1035385 h 6858000"/>
              <a:gd name="connsiteX783" fmla="*/ 3153873 w 7467663"/>
              <a:gd name="connsiteY783" fmla="*/ 898971 h 6858000"/>
              <a:gd name="connsiteX784" fmla="*/ 3276511 w 7467663"/>
              <a:gd name="connsiteY784" fmla="*/ 786423 h 6858000"/>
              <a:gd name="connsiteX785" fmla="*/ 3584154 w 7467663"/>
              <a:gd name="connsiteY785" fmla="*/ 448218 h 6858000"/>
              <a:gd name="connsiteX786" fmla="*/ 3624562 w 7467663"/>
              <a:gd name="connsiteY786" fmla="*/ 367041 h 6858000"/>
              <a:gd name="connsiteX787" fmla="*/ 3766672 w 7467663"/>
              <a:gd name="connsiteY787" fmla="*/ 359429 h 6858000"/>
              <a:gd name="connsiteX788" fmla="*/ 3996338 w 7467663"/>
              <a:gd name="connsiteY788" fmla="*/ 968237 h 6858000"/>
              <a:gd name="connsiteX789" fmla="*/ 3766672 w 7467663"/>
              <a:gd name="connsiteY789" fmla="*/ 359429 h 6858000"/>
              <a:gd name="connsiteX790" fmla="*/ 5805386 w 7467663"/>
              <a:gd name="connsiteY790" fmla="*/ 239240 h 6858000"/>
              <a:gd name="connsiteX791" fmla="*/ 5736947 w 7467663"/>
              <a:gd name="connsiteY791" fmla="*/ 261367 h 6858000"/>
              <a:gd name="connsiteX792" fmla="*/ 5427012 w 7467663"/>
              <a:gd name="connsiteY792" fmla="*/ 311272 h 6858000"/>
              <a:gd name="connsiteX793" fmla="*/ 5147818 w 7467663"/>
              <a:gd name="connsiteY793" fmla="*/ 322112 h 6858000"/>
              <a:gd name="connsiteX794" fmla="*/ 5060854 w 7467663"/>
              <a:gd name="connsiteY794" fmla="*/ 311882 h 6858000"/>
              <a:gd name="connsiteX795" fmla="*/ 4945989 w 7467663"/>
              <a:gd name="connsiteY795" fmla="*/ 300516 h 6858000"/>
              <a:gd name="connsiteX796" fmla="*/ 5410479 w 7467663"/>
              <a:gd name="connsiteY796" fmla="*/ 348434 h 6858000"/>
              <a:gd name="connsiteX797" fmla="*/ 5805386 w 7467663"/>
              <a:gd name="connsiteY797" fmla="*/ 239240 h 6858000"/>
              <a:gd name="connsiteX798" fmla="*/ 5905192 w 7467663"/>
              <a:gd name="connsiteY798" fmla="*/ 163079 h 6858000"/>
              <a:gd name="connsiteX799" fmla="*/ 5865655 w 7467663"/>
              <a:gd name="connsiteY799" fmla="*/ 171901 h 6858000"/>
              <a:gd name="connsiteX800" fmla="*/ 5259740 w 7467663"/>
              <a:gd name="connsiteY800" fmla="*/ 257013 h 6858000"/>
              <a:gd name="connsiteX801" fmla="*/ 5208466 w 7467663"/>
              <a:gd name="connsiteY801" fmla="*/ 257550 h 6858000"/>
              <a:gd name="connsiteX802" fmla="*/ 4980204 w 7467663"/>
              <a:gd name="connsiteY802" fmla="*/ 271903 h 6858000"/>
              <a:gd name="connsiteX803" fmla="*/ 5068068 w 7467663"/>
              <a:gd name="connsiteY803" fmla="*/ 282244 h 6858000"/>
              <a:gd name="connsiteX804" fmla="*/ 5153231 w 7467663"/>
              <a:gd name="connsiteY804" fmla="*/ 292240 h 6858000"/>
              <a:gd name="connsiteX805" fmla="*/ 5426491 w 7467663"/>
              <a:gd name="connsiteY805" fmla="*/ 281128 h 6858000"/>
              <a:gd name="connsiteX806" fmla="*/ 5731212 w 7467663"/>
              <a:gd name="connsiteY806" fmla="*/ 231951 h 6858000"/>
              <a:gd name="connsiteX807" fmla="*/ 5905192 w 7467663"/>
              <a:gd name="connsiteY807" fmla="*/ 163079 h 6858000"/>
              <a:gd name="connsiteX808" fmla="*/ 5944437 w 7467663"/>
              <a:gd name="connsiteY808" fmla="*/ 113829 h 6858000"/>
              <a:gd name="connsiteX809" fmla="*/ 5825032 w 7467663"/>
              <a:gd name="connsiteY809" fmla="*/ 146405 h 6858000"/>
              <a:gd name="connsiteX810" fmla="*/ 4955599 w 7467663"/>
              <a:gd name="connsiteY810" fmla="*/ 247008 h 6858000"/>
              <a:gd name="connsiteX811" fmla="*/ 5210104 w 7467663"/>
              <a:gd name="connsiteY811" fmla="*/ 228123 h 6858000"/>
              <a:gd name="connsiteX812" fmla="*/ 5261015 w 7467663"/>
              <a:gd name="connsiteY812" fmla="*/ 227087 h 6858000"/>
              <a:gd name="connsiteX813" fmla="*/ 5861181 w 7467663"/>
              <a:gd name="connsiteY813" fmla="*/ 143093 h 6858000"/>
              <a:gd name="connsiteX814" fmla="*/ 5961252 w 7467663"/>
              <a:gd name="connsiteY814" fmla="*/ 114820 h 6858000"/>
              <a:gd name="connsiteX815" fmla="*/ 5944437 w 7467663"/>
              <a:gd name="connsiteY815" fmla="*/ 113829 h 6858000"/>
              <a:gd name="connsiteX816" fmla="*/ 3882765 w 7467663"/>
              <a:gd name="connsiteY816" fmla="*/ 0 h 6858000"/>
              <a:gd name="connsiteX817" fmla="*/ 3995099 w 7467663"/>
              <a:gd name="connsiteY817" fmla="*/ 0 h 6858000"/>
              <a:gd name="connsiteX818" fmla="*/ 4163818 w 7467663"/>
              <a:gd name="connsiteY818" fmla="*/ 234104 h 6858000"/>
              <a:gd name="connsiteX819" fmla="*/ 4172099 w 7467663"/>
              <a:gd name="connsiteY819" fmla="*/ 234207 h 6858000"/>
              <a:gd name="connsiteX820" fmla="*/ 4784282 w 7467663"/>
              <a:gd name="connsiteY820" fmla="*/ 276561 h 6858000"/>
              <a:gd name="connsiteX821" fmla="*/ 4801687 w 7467663"/>
              <a:gd name="connsiteY821" fmla="*/ 267764 h 6858000"/>
              <a:gd name="connsiteX822" fmla="*/ 6082788 w 7467663"/>
              <a:gd name="connsiteY822" fmla="*/ 64119 h 6858000"/>
              <a:gd name="connsiteX823" fmla="*/ 6099442 w 7467663"/>
              <a:gd name="connsiteY823" fmla="*/ 82568 h 6858000"/>
              <a:gd name="connsiteX824" fmla="*/ 4804137 w 7467663"/>
              <a:gd name="connsiteY824" fmla="*/ 320931 h 6858000"/>
              <a:gd name="connsiteX825" fmla="*/ 4227047 w 7467663"/>
              <a:gd name="connsiteY825" fmla="*/ 313415 h 6858000"/>
              <a:gd name="connsiteX826" fmla="*/ 4346041 w 7467663"/>
              <a:gd name="connsiteY826" fmla="*/ 456086 h 6858000"/>
              <a:gd name="connsiteX827" fmla="*/ 4870967 w 7467663"/>
              <a:gd name="connsiteY827" fmla="*/ 963061 h 6858000"/>
              <a:gd name="connsiteX828" fmla="*/ 4889647 w 7467663"/>
              <a:gd name="connsiteY828" fmla="*/ 957147 h 6858000"/>
              <a:gd name="connsiteX829" fmla="*/ 5422504 w 7467663"/>
              <a:gd name="connsiteY829" fmla="*/ 805191 h 6858000"/>
              <a:gd name="connsiteX830" fmla="*/ 6087656 w 7467663"/>
              <a:gd name="connsiteY830" fmla="*/ 826703 h 6858000"/>
              <a:gd name="connsiteX831" fmla="*/ 6058717 w 7467663"/>
              <a:gd name="connsiteY831" fmla="*/ 865992 h 6858000"/>
              <a:gd name="connsiteX832" fmla="*/ 4974153 w 7467663"/>
              <a:gd name="connsiteY832" fmla="*/ 1045456 h 6858000"/>
              <a:gd name="connsiteX833" fmla="*/ 5627835 w 7467663"/>
              <a:gd name="connsiteY833" fmla="*/ 1472077 h 6858000"/>
              <a:gd name="connsiteX834" fmla="*/ 5629817 w 7467663"/>
              <a:gd name="connsiteY834" fmla="*/ 1471412 h 6858000"/>
              <a:gd name="connsiteX835" fmla="*/ 5634124 w 7467663"/>
              <a:gd name="connsiteY835" fmla="*/ 1470572 h 6858000"/>
              <a:gd name="connsiteX836" fmla="*/ 5755832 w 7467663"/>
              <a:gd name="connsiteY836" fmla="*/ 1383886 h 6858000"/>
              <a:gd name="connsiteX837" fmla="*/ 6014186 w 7467663"/>
              <a:gd name="connsiteY837" fmla="*/ 1279799 h 6858000"/>
              <a:gd name="connsiteX838" fmla="*/ 6901619 w 7467663"/>
              <a:gd name="connsiteY838" fmla="*/ 1047874 h 6858000"/>
              <a:gd name="connsiteX839" fmla="*/ 6931566 w 7467663"/>
              <a:gd name="connsiteY839" fmla="*/ 1062034 h 6858000"/>
              <a:gd name="connsiteX840" fmla="*/ 5790982 w 7467663"/>
              <a:gd name="connsiteY840" fmla="*/ 1561380 h 6858000"/>
              <a:gd name="connsiteX841" fmla="*/ 6188971 w 7467663"/>
              <a:gd name="connsiteY841" fmla="*/ 1755168 h 6858000"/>
              <a:gd name="connsiteX842" fmla="*/ 6202446 w 7467663"/>
              <a:gd name="connsiteY842" fmla="*/ 1752268 h 6858000"/>
              <a:gd name="connsiteX843" fmla="*/ 7179560 w 7467663"/>
              <a:gd name="connsiteY843" fmla="*/ 1467551 h 6858000"/>
              <a:gd name="connsiteX844" fmla="*/ 7158730 w 7467663"/>
              <a:gd name="connsiteY844" fmla="*/ 1507835 h 6858000"/>
              <a:gd name="connsiteX845" fmla="*/ 6326959 w 7467663"/>
              <a:gd name="connsiteY845" fmla="*/ 1817686 h 6858000"/>
              <a:gd name="connsiteX846" fmla="*/ 6537433 w 7467663"/>
              <a:gd name="connsiteY846" fmla="*/ 1907790 h 6858000"/>
              <a:gd name="connsiteX847" fmla="*/ 6550221 w 7467663"/>
              <a:gd name="connsiteY847" fmla="*/ 1910729 h 6858000"/>
              <a:gd name="connsiteX848" fmla="*/ 6964438 w 7467663"/>
              <a:gd name="connsiteY848" fmla="*/ 2209505 h 6858000"/>
              <a:gd name="connsiteX849" fmla="*/ 7367862 w 7467663"/>
              <a:gd name="connsiteY849" fmla="*/ 2806833 h 6858000"/>
              <a:gd name="connsiteX850" fmla="*/ 7364329 w 7467663"/>
              <a:gd name="connsiteY850" fmla="*/ 2826907 h 6858000"/>
              <a:gd name="connsiteX851" fmla="*/ 7290545 w 7467663"/>
              <a:gd name="connsiteY851" fmla="*/ 2850663 h 6858000"/>
              <a:gd name="connsiteX852" fmla="*/ 6472036 w 7467663"/>
              <a:gd name="connsiteY852" fmla="*/ 1959003 h 6858000"/>
              <a:gd name="connsiteX853" fmla="*/ 5792897 w 7467663"/>
              <a:gd name="connsiteY853" fmla="*/ 1647747 h 6858000"/>
              <a:gd name="connsiteX854" fmla="*/ 5842751 w 7467663"/>
              <a:gd name="connsiteY854" fmla="*/ 1816112 h 6858000"/>
              <a:gd name="connsiteX855" fmla="*/ 5847424 w 7467663"/>
              <a:gd name="connsiteY855" fmla="*/ 1815776 h 6858000"/>
              <a:gd name="connsiteX856" fmla="*/ 6399821 w 7467663"/>
              <a:gd name="connsiteY856" fmla="*/ 2344799 h 6858000"/>
              <a:gd name="connsiteX857" fmla="*/ 6323232 w 7467663"/>
              <a:gd name="connsiteY857" fmla="*/ 2389634 h 6858000"/>
              <a:gd name="connsiteX858" fmla="*/ 5942958 w 7467663"/>
              <a:gd name="connsiteY858" fmla="*/ 2077708 h 6858000"/>
              <a:gd name="connsiteX859" fmla="*/ 5921559 w 7467663"/>
              <a:gd name="connsiteY859" fmla="*/ 2378596 h 6858000"/>
              <a:gd name="connsiteX860" fmla="*/ 5817651 w 7467663"/>
              <a:gd name="connsiteY860" fmla="*/ 3023919 h 6858000"/>
              <a:gd name="connsiteX861" fmla="*/ 5729634 w 7467663"/>
              <a:gd name="connsiteY861" fmla="*/ 3051849 h 6858000"/>
              <a:gd name="connsiteX862" fmla="*/ 5611018 w 7467663"/>
              <a:gd name="connsiteY862" fmla="*/ 2316769 h 6858000"/>
              <a:gd name="connsiteX863" fmla="*/ 5687608 w 7467663"/>
              <a:gd name="connsiteY863" fmla="*/ 2039972 h 6858000"/>
              <a:gd name="connsiteX864" fmla="*/ 5657554 w 7467663"/>
              <a:gd name="connsiteY864" fmla="*/ 1576445 h 6858000"/>
              <a:gd name="connsiteX865" fmla="*/ 5150475 w 7467663"/>
              <a:gd name="connsiteY865" fmla="*/ 1274012 h 6858000"/>
              <a:gd name="connsiteX866" fmla="*/ 5349142 w 7467663"/>
              <a:gd name="connsiteY866" fmla="*/ 2204405 h 6858000"/>
              <a:gd name="connsiteX867" fmla="*/ 5262214 w 7467663"/>
              <a:gd name="connsiteY867" fmla="*/ 2233836 h 6858000"/>
              <a:gd name="connsiteX868" fmla="*/ 4981539 w 7467663"/>
              <a:gd name="connsiteY868" fmla="*/ 1542201 h 6858000"/>
              <a:gd name="connsiteX869" fmla="*/ 4958461 w 7467663"/>
              <a:gd name="connsiteY869" fmla="*/ 1136957 h 6858000"/>
              <a:gd name="connsiteX870" fmla="*/ 4655015 w 7467663"/>
              <a:gd name="connsiteY870" fmla="*/ 891426 h 6858000"/>
              <a:gd name="connsiteX871" fmla="*/ 4348002 w 7467663"/>
              <a:gd name="connsiteY871" fmla="*/ 2205895 h 6858000"/>
              <a:gd name="connsiteX872" fmla="*/ 4262250 w 7467663"/>
              <a:gd name="connsiteY872" fmla="*/ 2219972 h 6858000"/>
              <a:gd name="connsiteX873" fmla="*/ 4550611 w 7467663"/>
              <a:gd name="connsiteY873" fmla="*/ 817540 h 6858000"/>
              <a:gd name="connsiteX874" fmla="*/ 4564418 w 7467663"/>
              <a:gd name="connsiteY874" fmla="*/ 808293 h 6858000"/>
              <a:gd name="connsiteX875" fmla="*/ 4266388 w 7467663"/>
              <a:gd name="connsiteY875" fmla="*/ 500083 h 6858000"/>
              <a:gd name="connsiteX876" fmla="*/ 4032842 w 7467663"/>
              <a:gd name="connsiteY876" fmla="*/ 211809 h 6858000"/>
              <a:gd name="connsiteX877" fmla="*/ 3882765 w 7467663"/>
              <a:gd name="connsiteY877" fmla="*/ 0 h 6858000"/>
              <a:gd name="connsiteX878" fmla="*/ 3721337 w 7467663"/>
              <a:gd name="connsiteY878" fmla="*/ 0 h 6858000"/>
              <a:gd name="connsiteX879" fmla="*/ 3797544 w 7467663"/>
              <a:gd name="connsiteY879" fmla="*/ 0 h 6858000"/>
              <a:gd name="connsiteX880" fmla="*/ 3775734 w 7467663"/>
              <a:gd name="connsiteY880" fmla="*/ 95131 h 6858000"/>
              <a:gd name="connsiteX881" fmla="*/ 3724807 w 7467663"/>
              <a:gd name="connsiteY881" fmla="*/ 272257 h 6858000"/>
              <a:gd name="connsiteX882" fmla="*/ 3726844 w 7467663"/>
              <a:gd name="connsiteY882" fmla="*/ 282988 h 6858000"/>
              <a:gd name="connsiteX883" fmla="*/ 3742664 w 7467663"/>
              <a:gd name="connsiteY883" fmla="*/ 279918 h 6858000"/>
              <a:gd name="connsiteX884" fmla="*/ 4103910 w 7467663"/>
              <a:gd name="connsiteY884" fmla="*/ 1161917 h 6858000"/>
              <a:gd name="connsiteX885" fmla="*/ 4020269 w 7467663"/>
              <a:gd name="connsiteY885" fmla="*/ 1200406 h 6858000"/>
              <a:gd name="connsiteX886" fmla="*/ 3674882 w 7467663"/>
              <a:gd name="connsiteY886" fmla="*/ 488524 h 6858000"/>
              <a:gd name="connsiteX887" fmla="*/ 3132682 w 7467663"/>
              <a:gd name="connsiteY887" fmla="*/ 1072284 h 6858000"/>
              <a:gd name="connsiteX888" fmla="*/ 2716346 w 7467663"/>
              <a:gd name="connsiteY888" fmla="*/ 1276376 h 6858000"/>
              <a:gd name="connsiteX889" fmla="*/ 2716772 w 7467663"/>
              <a:gd name="connsiteY889" fmla="*/ 1255462 h 6858000"/>
              <a:gd name="connsiteX890" fmla="*/ 3471096 w 7467663"/>
              <a:gd name="connsiteY890" fmla="*/ 437072 h 6858000"/>
              <a:gd name="connsiteX891" fmla="*/ 3639057 w 7467663"/>
              <a:gd name="connsiteY891" fmla="*/ 286334 h 6858000"/>
              <a:gd name="connsiteX892" fmla="*/ 3640309 w 7467663"/>
              <a:gd name="connsiteY892" fmla="*/ 284664 h 6858000"/>
              <a:gd name="connsiteX893" fmla="*/ 3646022 w 7467663"/>
              <a:gd name="connsiteY893" fmla="*/ 276711 h 6858000"/>
              <a:gd name="connsiteX894" fmla="*/ 3707943 w 7467663"/>
              <a:gd name="connsiteY894" fmla="*/ 65958 h 6858000"/>
              <a:gd name="connsiteX895" fmla="*/ 3721337 w 7467663"/>
              <a:gd name="connsiteY895" fmla="*/ 0 h 6858000"/>
              <a:gd name="connsiteX896" fmla="*/ 2867960 w 7467663"/>
              <a:gd name="connsiteY896" fmla="*/ 0 h 6858000"/>
              <a:gd name="connsiteX897" fmla="*/ 2926351 w 7467663"/>
              <a:gd name="connsiteY897" fmla="*/ 0 h 6858000"/>
              <a:gd name="connsiteX898" fmla="*/ 2902823 w 7467663"/>
              <a:gd name="connsiteY898" fmla="*/ 262929 h 6858000"/>
              <a:gd name="connsiteX899" fmla="*/ 2940663 w 7467663"/>
              <a:gd name="connsiteY899" fmla="*/ 140884 h 6858000"/>
              <a:gd name="connsiteX900" fmla="*/ 2947039 w 7467663"/>
              <a:gd name="connsiteY900" fmla="*/ 122524 h 6858000"/>
              <a:gd name="connsiteX901" fmla="*/ 2984316 w 7467663"/>
              <a:gd name="connsiteY901" fmla="*/ 0 h 6858000"/>
              <a:gd name="connsiteX902" fmla="*/ 3016114 w 7467663"/>
              <a:gd name="connsiteY902" fmla="*/ 0 h 6858000"/>
              <a:gd name="connsiteX903" fmla="*/ 2979949 w 7467663"/>
              <a:gd name="connsiteY903" fmla="*/ 119274 h 6858000"/>
              <a:gd name="connsiteX904" fmla="*/ 3023879 w 7467663"/>
              <a:gd name="connsiteY904" fmla="*/ 0 h 6858000"/>
              <a:gd name="connsiteX905" fmla="*/ 3105400 w 7467663"/>
              <a:gd name="connsiteY905" fmla="*/ 0 h 6858000"/>
              <a:gd name="connsiteX906" fmla="*/ 3094669 w 7467663"/>
              <a:gd name="connsiteY906" fmla="*/ 30308 h 6858000"/>
              <a:gd name="connsiteX907" fmla="*/ 2901945 w 7467663"/>
              <a:gd name="connsiteY907" fmla="*/ 466538 h 6858000"/>
              <a:gd name="connsiteX908" fmla="*/ 2815209 w 7467663"/>
              <a:gd name="connsiteY908" fmla="*/ 497361 h 6858000"/>
              <a:gd name="connsiteX909" fmla="*/ 2844845 w 7467663"/>
              <a:gd name="connsiteY909" fmla="*/ 127638 h 6858000"/>
              <a:gd name="connsiteX910" fmla="*/ 2867960 w 7467663"/>
              <a:gd name="connsiteY910" fmla="*/ 0 h 6858000"/>
              <a:gd name="connsiteX911" fmla="*/ 1057230 w 7467663"/>
              <a:gd name="connsiteY911" fmla="*/ 0 h 6858000"/>
              <a:gd name="connsiteX912" fmla="*/ 1111003 w 7467663"/>
              <a:gd name="connsiteY912" fmla="*/ 0 h 6858000"/>
              <a:gd name="connsiteX913" fmla="*/ 1125553 w 7467663"/>
              <a:gd name="connsiteY913" fmla="*/ 52588 h 6858000"/>
              <a:gd name="connsiteX914" fmla="*/ 1304276 w 7467663"/>
              <a:gd name="connsiteY914" fmla="*/ 476275 h 6858000"/>
              <a:gd name="connsiteX915" fmla="*/ 1492066 w 7467663"/>
              <a:gd name="connsiteY915" fmla="*/ 886333 h 6858000"/>
              <a:gd name="connsiteX916" fmla="*/ 1423698 w 7467663"/>
              <a:gd name="connsiteY916" fmla="*/ 710817 h 6858000"/>
              <a:gd name="connsiteX917" fmla="*/ 1357609 w 7467663"/>
              <a:gd name="connsiteY917" fmla="*/ 532892 h 6858000"/>
              <a:gd name="connsiteX918" fmla="*/ 1309550 w 7467663"/>
              <a:gd name="connsiteY918" fmla="*/ 374031 h 6858000"/>
              <a:gd name="connsiteX919" fmla="*/ 1193673 w 7467663"/>
              <a:gd name="connsiteY919" fmla="*/ 49533 h 6858000"/>
              <a:gd name="connsiteX920" fmla="*/ 1164391 w 7467663"/>
              <a:gd name="connsiteY920" fmla="*/ 0 h 6858000"/>
              <a:gd name="connsiteX921" fmla="*/ 1200666 w 7467663"/>
              <a:gd name="connsiteY921" fmla="*/ 0 h 6858000"/>
              <a:gd name="connsiteX922" fmla="*/ 1223408 w 7467663"/>
              <a:gd name="connsiteY922" fmla="*/ 38996 h 6858000"/>
              <a:gd name="connsiteX923" fmla="*/ 1339635 w 7467663"/>
              <a:gd name="connsiteY923" fmla="*/ 365517 h 6858000"/>
              <a:gd name="connsiteX924" fmla="*/ 1387469 w 7467663"/>
              <a:gd name="connsiteY924" fmla="*/ 523079 h 6858000"/>
              <a:gd name="connsiteX925" fmla="*/ 1452685 w 7467663"/>
              <a:gd name="connsiteY925" fmla="*/ 699806 h 6858000"/>
              <a:gd name="connsiteX926" fmla="*/ 1492092 w 7467663"/>
              <a:gd name="connsiteY926" fmla="*/ 800424 h 6858000"/>
              <a:gd name="connsiteX927" fmla="*/ 1455302 w 7467663"/>
              <a:gd name="connsiteY927" fmla="*/ 632913 h 6858000"/>
              <a:gd name="connsiteX928" fmla="*/ 1222336 w 7467663"/>
              <a:gd name="connsiteY928" fmla="*/ 9480 h 6858000"/>
              <a:gd name="connsiteX929" fmla="*/ 1214634 w 7467663"/>
              <a:gd name="connsiteY929" fmla="*/ 0 h 6858000"/>
              <a:gd name="connsiteX930" fmla="*/ 1289827 w 7467663"/>
              <a:gd name="connsiteY930" fmla="*/ 0 h 6858000"/>
              <a:gd name="connsiteX931" fmla="*/ 1321076 w 7467663"/>
              <a:gd name="connsiteY931" fmla="*/ 59722 h 6858000"/>
              <a:gd name="connsiteX932" fmla="*/ 1512579 w 7467663"/>
              <a:gd name="connsiteY932" fmla="*/ 626441 h 6858000"/>
              <a:gd name="connsiteX933" fmla="*/ 1506076 w 7467663"/>
              <a:gd name="connsiteY933" fmla="*/ 1089289 h 6858000"/>
              <a:gd name="connsiteX934" fmla="*/ 1486346 w 7467663"/>
              <a:gd name="connsiteY934" fmla="*/ 1079919 h 6858000"/>
              <a:gd name="connsiteX935" fmla="*/ 1070511 w 7467663"/>
              <a:gd name="connsiteY935" fmla="*/ 48609 h 6858000"/>
              <a:gd name="connsiteX936" fmla="*/ 1057230 w 7467663"/>
              <a:gd name="connsiteY936" fmla="*/ 0 h 6858000"/>
              <a:gd name="connsiteX937" fmla="*/ 43151 w 7467663"/>
              <a:gd name="connsiteY937" fmla="*/ 0 h 6858000"/>
              <a:gd name="connsiteX938" fmla="*/ 95283 w 7467663"/>
              <a:gd name="connsiteY938" fmla="*/ 0 h 6858000"/>
              <a:gd name="connsiteX939" fmla="*/ 300708 w 7467663"/>
              <a:gd name="connsiteY939" fmla="*/ 154571 h 6858000"/>
              <a:gd name="connsiteX940" fmla="*/ 530414 w 7467663"/>
              <a:gd name="connsiteY940" fmla="*/ 354673 h 6858000"/>
              <a:gd name="connsiteX941" fmla="*/ 333785 w 7467663"/>
              <a:gd name="connsiteY941" fmla="*/ 161564 h 6858000"/>
              <a:gd name="connsiteX942" fmla="*/ 147005 w 7467663"/>
              <a:gd name="connsiteY942" fmla="*/ 0 h 6858000"/>
              <a:gd name="connsiteX943" fmla="*/ 272509 w 7467663"/>
              <a:gd name="connsiteY943" fmla="*/ 0 h 6858000"/>
              <a:gd name="connsiteX944" fmla="*/ 326276 w 7467663"/>
              <a:gd name="connsiteY944" fmla="*/ 45847 h 6858000"/>
              <a:gd name="connsiteX945" fmla="*/ 823759 w 7467663"/>
              <a:gd name="connsiteY945" fmla="*/ 574145 h 6858000"/>
              <a:gd name="connsiteX946" fmla="*/ 811254 w 7467663"/>
              <a:gd name="connsiteY946" fmla="*/ 665546 h 6858000"/>
              <a:gd name="connsiteX947" fmla="*/ 154042 w 7467663"/>
              <a:gd name="connsiteY947" fmla="*/ 261522 h 6858000"/>
              <a:gd name="connsiteX948" fmla="*/ 13550 w 7467663"/>
              <a:gd name="connsiteY948" fmla="*/ 158423 h 6858000"/>
              <a:gd name="connsiteX949" fmla="*/ 0 w 7467663"/>
              <a:gd name="connsiteY949" fmla="*/ 146618 h 6858000"/>
              <a:gd name="connsiteX950" fmla="*/ 0 w 7467663"/>
              <a:gd name="connsiteY950" fmla="*/ 59161 h 6858000"/>
              <a:gd name="connsiteX951" fmla="*/ 45427 w 7467663"/>
              <a:gd name="connsiteY951" fmla="*/ 101078 h 6858000"/>
              <a:gd name="connsiteX952" fmla="*/ 630103 w 7467663"/>
              <a:gd name="connsiteY952" fmla="*/ 485885 h 6858000"/>
              <a:gd name="connsiteX953" fmla="*/ 532040 w 7467663"/>
              <a:gd name="connsiteY953" fmla="*/ 399359 h 6858000"/>
              <a:gd name="connsiteX954" fmla="*/ 517618 w 7467663"/>
              <a:gd name="connsiteY954" fmla="*/ 385726 h 6858000"/>
              <a:gd name="connsiteX955" fmla="*/ 285074 w 7467663"/>
              <a:gd name="connsiteY955" fmla="*/ 182755 h 6858000"/>
              <a:gd name="connsiteX956" fmla="*/ 43151 w 7467663"/>
              <a:gd name="connsiteY95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467600 w 7467600"/>
              <a:gd name="connsiteY75" fmla="*/ 6334256 h 6858000"/>
              <a:gd name="connsiteX76" fmla="*/ 7454976 w 7467600"/>
              <a:gd name="connsiteY76" fmla="*/ 6318297 h 6858000"/>
              <a:gd name="connsiteX77" fmla="*/ 1456157 w 7467600"/>
              <a:gd name="connsiteY77" fmla="*/ 5371404 h 6858000"/>
              <a:gd name="connsiteX78" fmla="*/ 1244432 w 7467600"/>
              <a:gd name="connsiteY78" fmla="*/ 5385601 h 6858000"/>
              <a:gd name="connsiteX79" fmla="*/ 973990 w 7467600"/>
              <a:gd name="connsiteY79" fmla="*/ 5424940 h 6858000"/>
              <a:gd name="connsiteX80" fmla="*/ 1103809 w 7467600"/>
              <a:gd name="connsiteY80" fmla="*/ 5433720 h 6858000"/>
              <a:gd name="connsiteX81" fmla="*/ 1123454 w 7467600"/>
              <a:gd name="connsiteY81" fmla="*/ 5435727 h 6858000"/>
              <a:gd name="connsiteX82" fmla="*/ 1737017 w 7467600"/>
              <a:gd name="connsiteY82" fmla="*/ 5452183 h 6858000"/>
              <a:gd name="connsiteX83" fmla="*/ 1824397 w 7467600"/>
              <a:gd name="connsiteY83" fmla="*/ 5447757 h 6858000"/>
              <a:gd name="connsiteX84" fmla="*/ 2070059 w 7467600"/>
              <a:gd name="connsiteY84" fmla="*/ 5441660 h 6858000"/>
              <a:gd name="connsiteX85" fmla="*/ 1456157 w 7467600"/>
              <a:gd name="connsiteY85" fmla="*/ 5371404 h 6858000"/>
              <a:gd name="connsiteX86" fmla="*/ 4988186 w 7467600"/>
              <a:gd name="connsiteY86" fmla="*/ 5216467 h 6858000"/>
              <a:gd name="connsiteX87" fmla="*/ 4777334 w 7467600"/>
              <a:gd name="connsiteY87" fmla="*/ 5406072 h 6858000"/>
              <a:gd name="connsiteX88" fmla="*/ 4718341 w 7467600"/>
              <a:gd name="connsiteY88" fmla="*/ 5468043 h 6858000"/>
              <a:gd name="connsiteX89" fmla="*/ 4604655 w 7467600"/>
              <a:gd name="connsiteY89" fmla="*/ 5583434 h 6858000"/>
              <a:gd name="connsiteX90" fmla="*/ 4565074 w 7467600"/>
              <a:gd name="connsiteY90" fmla="*/ 5618550 h 6858000"/>
              <a:gd name="connsiteX91" fmla="*/ 4988186 w 7467600"/>
              <a:gd name="connsiteY91" fmla="*/ 5216467 h 6858000"/>
              <a:gd name="connsiteX92" fmla="*/ 4978032 w 7467600"/>
              <a:gd name="connsiteY92" fmla="*/ 5183809 h 6858000"/>
              <a:gd name="connsiteX93" fmla="*/ 4463413 w 7467600"/>
              <a:gd name="connsiteY93" fmla="*/ 5615162 h 6858000"/>
              <a:gd name="connsiteX94" fmla="*/ 4358134 w 7467600"/>
              <a:gd name="connsiteY94" fmla="*/ 5742791 h 6858000"/>
              <a:gd name="connsiteX95" fmla="*/ 4376219 w 7467600"/>
              <a:gd name="connsiteY95" fmla="*/ 5729027 h 6858000"/>
              <a:gd name="connsiteX96" fmla="*/ 4582340 w 7467600"/>
              <a:gd name="connsiteY96" fmla="*/ 5561037 h 6858000"/>
              <a:gd name="connsiteX97" fmla="*/ 4694684 w 7467600"/>
              <a:gd name="connsiteY97" fmla="*/ 5447098 h 6858000"/>
              <a:gd name="connsiteX98" fmla="*/ 4754123 w 7467600"/>
              <a:gd name="connsiteY98" fmla="*/ 5384643 h 6858000"/>
              <a:gd name="connsiteX99" fmla="*/ 4978032 w 7467600"/>
              <a:gd name="connsiteY99" fmla="*/ 5183809 h 6858000"/>
              <a:gd name="connsiteX100" fmla="*/ 1903353 w 7467600"/>
              <a:gd name="connsiteY100" fmla="*/ 5044827 h 6858000"/>
              <a:gd name="connsiteX101" fmla="*/ 1936931 w 7467600"/>
              <a:gd name="connsiteY101" fmla="*/ 5093954 h 6858000"/>
              <a:gd name="connsiteX102" fmla="*/ 2195868 w 7467600"/>
              <a:gd name="connsiteY102" fmla="*/ 5396574 h 6858000"/>
              <a:gd name="connsiteX103" fmla="*/ 2088852 w 7467600"/>
              <a:gd name="connsiteY103" fmla="*/ 5166123 h 6858000"/>
              <a:gd name="connsiteX104" fmla="*/ 1958241 w 7467600"/>
              <a:gd name="connsiteY104" fmla="*/ 5067955 h 6858000"/>
              <a:gd name="connsiteX105" fmla="*/ 1903353 w 7467600"/>
              <a:gd name="connsiteY105" fmla="*/ 5044827 h 6858000"/>
              <a:gd name="connsiteX106" fmla="*/ 1979378 w 7467600"/>
              <a:gd name="connsiteY106" fmla="*/ 4769504 h 6858000"/>
              <a:gd name="connsiteX107" fmla="*/ 2882120 w 7467600"/>
              <a:gd name="connsiteY107" fmla="*/ 5064547 h 6858000"/>
              <a:gd name="connsiteX108" fmla="*/ 2793103 w 7467600"/>
              <a:gd name="connsiteY108" fmla="*/ 5039699 h 6858000"/>
              <a:gd name="connsiteX109" fmla="*/ 2770041 w 7467600"/>
              <a:gd name="connsiteY109" fmla="*/ 5033634 h 6858000"/>
              <a:gd name="connsiteX110" fmla="*/ 1979378 w 7467600"/>
              <a:gd name="connsiteY110" fmla="*/ 4769504 h 6858000"/>
              <a:gd name="connsiteX111" fmla="*/ 1927410 w 7467600"/>
              <a:gd name="connsiteY111" fmla="*/ 4716164 h 6858000"/>
              <a:gd name="connsiteX112" fmla="*/ 1959587 w 7467600"/>
              <a:gd name="connsiteY112" fmla="*/ 4728849 h 6858000"/>
              <a:gd name="connsiteX113" fmla="*/ 2777707 w 7467600"/>
              <a:gd name="connsiteY113" fmla="*/ 5003991 h 6858000"/>
              <a:gd name="connsiteX114" fmla="*/ 2800768 w 7467600"/>
              <a:gd name="connsiteY114" fmla="*/ 5010056 h 6858000"/>
              <a:gd name="connsiteX115" fmla="*/ 2879408 w 7467600"/>
              <a:gd name="connsiteY115" fmla="*/ 5031590 h 6858000"/>
              <a:gd name="connsiteX116" fmla="*/ 2862295 w 7467600"/>
              <a:gd name="connsiteY116" fmla="*/ 5022958 h 6858000"/>
              <a:gd name="connsiteX117" fmla="*/ 2813343 w 7467600"/>
              <a:gd name="connsiteY117" fmla="*/ 4998369 h 6858000"/>
              <a:gd name="connsiteX118" fmla="*/ 2646245 w 7467600"/>
              <a:gd name="connsiteY118" fmla="*/ 4930999 h 6858000"/>
              <a:gd name="connsiteX119" fmla="*/ 1999243 w 7467600"/>
              <a:gd name="connsiteY119" fmla="*/ 4730524 h 6858000"/>
              <a:gd name="connsiteX120" fmla="*/ 1979527 w 7467600"/>
              <a:gd name="connsiteY120" fmla="*/ 4726651 h 6858000"/>
              <a:gd name="connsiteX121" fmla="*/ 1927410 w 7467600"/>
              <a:gd name="connsiteY121" fmla="*/ 4716164 h 6858000"/>
              <a:gd name="connsiteX122" fmla="*/ 1997014 w 7467600"/>
              <a:gd name="connsiteY122" fmla="*/ 4698007 h 6858000"/>
              <a:gd name="connsiteX123" fmla="*/ 2005458 w 7467600"/>
              <a:gd name="connsiteY123" fmla="*/ 4699540 h 6858000"/>
              <a:gd name="connsiteX124" fmla="*/ 2657186 w 7467600"/>
              <a:gd name="connsiteY124" fmla="*/ 4901687 h 6858000"/>
              <a:gd name="connsiteX125" fmla="*/ 2826662 w 7467600"/>
              <a:gd name="connsiteY125" fmla="*/ 4970362 h 6858000"/>
              <a:gd name="connsiteX126" fmla="*/ 2876100 w 7467600"/>
              <a:gd name="connsiteY126" fmla="*/ 4995397 h 6858000"/>
              <a:gd name="connsiteX127" fmla="*/ 3042600 w 7467600"/>
              <a:gd name="connsiteY127" fmla="*/ 5059532 h 6858000"/>
              <a:gd name="connsiteX128" fmla="*/ 1997014 w 7467600"/>
              <a:gd name="connsiteY128" fmla="*/ 4698007 h 6858000"/>
              <a:gd name="connsiteX129" fmla="*/ 2305292 w 7467600"/>
              <a:gd name="connsiteY129" fmla="*/ 4219492 h 6858000"/>
              <a:gd name="connsiteX130" fmla="*/ 3360922 w 7467600"/>
              <a:gd name="connsiteY130" fmla="*/ 4529373 h 6858000"/>
              <a:gd name="connsiteX131" fmla="*/ 3492420 w 7467600"/>
              <a:gd name="connsiteY131" fmla="*/ 4510145 h 6858000"/>
              <a:gd name="connsiteX132" fmla="*/ 3364086 w 7467600"/>
              <a:gd name="connsiteY132" fmla="*/ 4480340 h 6858000"/>
              <a:gd name="connsiteX133" fmla="*/ 3225818 w 7467600"/>
              <a:gd name="connsiteY133" fmla="*/ 4411822 h 6858000"/>
              <a:gd name="connsiteX134" fmla="*/ 3129696 w 7467600"/>
              <a:gd name="connsiteY134" fmla="*/ 4360704 h 6858000"/>
              <a:gd name="connsiteX135" fmla="*/ 2814545 w 7467600"/>
              <a:gd name="connsiteY135" fmla="*/ 4282955 h 6858000"/>
              <a:gd name="connsiteX136" fmla="*/ 2305292 w 7467600"/>
              <a:gd name="connsiteY136" fmla="*/ 4219492 h 6858000"/>
              <a:gd name="connsiteX137" fmla="*/ 2626982 w 7467600"/>
              <a:gd name="connsiteY137" fmla="*/ 4206450 h 6858000"/>
              <a:gd name="connsiteX138" fmla="*/ 2490617 w 7467600"/>
              <a:gd name="connsiteY138" fmla="*/ 4206951 h 6858000"/>
              <a:gd name="connsiteX139" fmla="*/ 2819869 w 7467600"/>
              <a:gd name="connsiteY139" fmla="*/ 4252936 h 6858000"/>
              <a:gd name="connsiteX140" fmla="*/ 3143018 w 7467600"/>
              <a:gd name="connsiteY140" fmla="*/ 4332698 h 6858000"/>
              <a:gd name="connsiteX141" fmla="*/ 3241520 w 7467600"/>
              <a:gd name="connsiteY141" fmla="*/ 4385112 h 6858000"/>
              <a:gd name="connsiteX142" fmla="*/ 3374575 w 7467600"/>
              <a:gd name="connsiteY142" fmla="*/ 4451517 h 6858000"/>
              <a:gd name="connsiteX143" fmla="*/ 3505221 w 7467600"/>
              <a:gd name="connsiteY143" fmla="*/ 4480757 h 6858000"/>
              <a:gd name="connsiteX144" fmla="*/ 2626982 w 7467600"/>
              <a:gd name="connsiteY144" fmla="*/ 4206450 h 6858000"/>
              <a:gd name="connsiteX145" fmla="*/ 1310106 w 7467600"/>
              <a:gd name="connsiteY145" fmla="*/ 3943217 h 6858000"/>
              <a:gd name="connsiteX146" fmla="*/ 854994 w 7467600"/>
              <a:gd name="connsiteY146" fmla="*/ 4399136 h 6858000"/>
              <a:gd name="connsiteX147" fmla="*/ 742462 w 7467600"/>
              <a:gd name="connsiteY147" fmla="*/ 4594648 h 6858000"/>
              <a:gd name="connsiteX148" fmla="*/ 820602 w 7467600"/>
              <a:gd name="connsiteY148" fmla="*/ 4485915 h 6858000"/>
              <a:gd name="connsiteX149" fmla="*/ 878295 w 7467600"/>
              <a:gd name="connsiteY149" fmla="*/ 4403594 h 6858000"/>
              <a:gd name="connsiteX150" fmla="*/ 1240607 w 7467600"/>
              <a:gd name="connsiteY150" fmla="*/ 4010401 h 6858000"/>
              <a:gd name="connsiteX151" fmla="*/ 1310106 w 7467600"/>
              <a:gd name="connsiteY151" fmla="*/ 3943217 h 6858000"/>
              <a:gd name="connsiteX152" fmla="*/ 1423113 w 7467600"/>
              <a:gd name="connsiteY152" fmla="*/ 3874565 h 6858000"/>
              <a:gd name="connsiteX153" fmla="*/ 1260565 w 7467600"/>
              <a:gd name="connsiteY153" fmla="*/ 4031982 h 6858000"/>
              <a:gd name="connsiteX154" fmla="*/ 901900 w 7467600"/>
              <a:gd name="connsiteY154" fmla="*/ 4421236 h 6858000"/>
              <a:gd name="connsiteX155" fmla="*/ 845044 w 7467600"/>
              <a:gd name="connsiteY155" fmla="*/ 4502436 h 6858000"/>
              <a:gd name="connsiteX156" fmla="*/ 685926 w 7467600"/>
              <a:gd name="connsiteY156" fmla="*/ 4703069 h 6858000"/>
              <a:gd name="connsiteX157" fmla="*/ 684248 w 7467600"/>
              <a:gd name="connsiteY157" fmla="*/ 4706721 h 6858000"/>
              <a:gd name="connsiteX158" fmla="*/ 1423113 w 7467600"/>
              <a:gd name="connsiteY158" fmla="*/ 3874565 h 6858000"/>
              <a:gd name="connsiteX159" fmla="*/ 3316479 w 7467600"/>
              <a:gd name="connsiteY159" fmla="*/ 3872136 h 6858000"/>
              <a:gd name="connsiteX160" fmla="*/ 3546806 w 7467600"/>
              <a:gd name="connsiteY160" fmla="*/ 4356139 h 6858000"/>
              <a:gd name="connsiteX161" fmla="*/ 3364433 w 7467600"/>
              <a:gd name="connsiteY161" fmla="*/ 3953121 h 6858000"/>
              <a:gd name="connsiteX162" fmla="*/ 3316479 w 7467600"/>
              <a:gd name="connsiteY162" fmla="*/ 3872136 h 6858000"/>
              <a:gd name="connsiteX163" fmla="*/ 3291335 w 7467600"/>
              <a:gd name="connsiteY163" fmla="*/ 3767420 h 6858000"/>
              <a:gd name="connsiteX164" fmla="*/ 3390805 w 7467600"/>
              <a:gd name="connsiteY164" fmla="*/ 3937163 h 6858000"/>
              <a:gd name="connsiteX165" fmla="*/ 3579062 w 7467600"/>
              <a:gd name="connsiteY165" fmla="*/ 4359040 h 6858000"/>
              <a:gd name="connsiteX166" fmla="*/ 3467355 w 7467600"/>
              <a:gd name="connsiteY166" fmla="*/ 3988130 h 6858000"/>
              <a:gd name="connsiteX167" fmla="*/ 3310753 w 7467600"/>
              <a:gd name="connsiteY167" fmla="*/ 3787140 h 6858000"/>
              <a:gd name="connsiteX168" fmla="*/ 3291335 w 7467600"/>
              <a:gd name="connsiteY168" fmla="*/ 3767420 h 6858000"/>
              <a:gd name="connsiteX169" fmla="*/ 1635889 w 7467600"/>
              <a:gd name="connsiteY169" fmla="*/ 3709494 h 6858000"/>
              <a:gd name="connsiteX170" fmla="*/ 1634800 w 7467600"/>
              <a:gd name="connsiteY170" fmla="*/ 3731111 h 6858000"/>
              <a:gd name="connsiteX171" fmla="*/ 1635889 w 7467600"/>
              <a:gd name="connsiteY171" fmla="*/ 3709494 h 6858000"/>
              <a:gd name="connsiteX172" fmla="*/ 1510397 w 7467600"/>
              <a:gd name="connsiteY172" fmla="*/ 3684705 h 6858000"/>
              <a:gd name="connsiteX173" fmla="*/ 1146550 w 7467600"/>
              <a:gd name="connsiteY173" fmla="*/ 3802012 h 6858000"/>
              <a:gd name="connsiteX174" fmla="*/ 698834 w 7467600"/>
              <a:gd name="connsiteY174" fmla="*/ 3952272 h 6858000"/>
              <a:gd name="connsiteX175" fmla="*/ 34256 w 7467600"/>
              <a:gd name="connsiteY175" fmla="*/ 4347603 h 6858000"/>
              <a:gd name="connsiteX176" fmla="*/ 527241 w 7467600"/>
              <a:gd name="connsiteY176" fmla="*/ 4065078 h 6858000"/>
              <a:gd name="connsiteX177" fmla="*/ 1510397 w 7467600"/>
              <a:gd name="connsiteY177" fmla="*/ 3684705 h 6858000"/>
              <a:gd name="connsiteX178" fmla="*/ 1313114 w 7467600"/>
              <a:gd name="connsiteY178" fmla="*/ 3655216 h 6858000"/>
              <a:gd name="connsiteX179" fmla="*/ 1109304 w 7467600"/>
              <a:gd name="connsiteY179" fmla="*/ 3669030 h 6858000"/>
              <a:gd name="connsiteX180" fmla="*/ 8129 w 7467600"/>
              <a:gd name="connsiteY180" fmla="*/ 4330519 h 6858000"/>
              <a:gd name="connsiteX181" fmla="*/ 687572 w 7467600"/>
              <a:gd name="connsiteY181" fmla="*/ 3925629 h 6858000"/>
              <a:gd name="connsiteX182" fmla="*/ 1138365 w 7467600"/>
              <a:gd name="connsiteY182" fmla="*/ 3774515 h 6858000"/>
              <a:gd name="connsiteX183" fmla="*/ 1505579 w 7467600"/>
              <a:gd name="connsiteY183" fmla="*/ 3655526 h 6858000"/>
              <a:gd name="connsiteX184" fmla="*/ 1313114 w 7467600"/>
              <a:gd name="connsiteY184" fmla="*/ 3655216 h 6858000"/>
              <a:gd name="connsiteX185" fmla="*/ 3655073 w 7467600"/>
              <a:gd name="connsiteY185" fmla="*/ 3650884 h 6858000"/>
              <a:gd name="connsiteX186" fmla="*/ 3989938 w 7467600"/>
              <a:gd name="connsiteY186" fmla="*/ 3991685 h 6858000"/>
              <a:gd name="connsiteX187" fmla="*/ 4393907 w 7467600"/>
              <a:gd name="connsiteY187" fmla="*/ 4261258 h 6858000"/>
              <a:gd name="connsiteX188" fmla="*/ 4648051 w 7467600"/>
              <a:gd name="connsiteY188" fmla="*/ 4374051 h 6858000"/>
              <a:gd name="connsiteX189" fmla="*/ 4383389 w 7467600"/>
              <a:gd name="connsiteY189" fmla="*/ 4184369 h 6858000"/>
              <a:gd name="connsiteX190" fmla="*/ 4165508 w 7467600"/>
              <a:gd name="connsiteY190" fmla="*/ 4035196 h 6858000"/>
              <a:gd name="connsiteX191" fmla="*/ 4068162 w 7467600"/>
              <a:gd name="connsiteY191" fmla="*/ 3953394 h 6858000"/>
              <a:gd name="connsiteX192" fmla="*/ 3981416 w 7467600"/>
              <a:gd name="connsiteY192" fmla="*/ 3880482 h 6858000"/>
              <a:gd name="connsiteX193" fmla="*/ 3800147 w 7467600"/>
              <a:gd name="connsiteY193" fmla="*/ 3749872 h 6858000"/>
              <a:gd name="connsiteX194" fmla="*/ 3655073 w 7467600"/>
              <a:gd name="connsiteY194" fmla="*/ 3650884 h 6858000"/>
              <a:gd name="connsiteX195" fmla="*/ 3670252 w 7467600"/>
              <a:gd name="connsiteY195" fmla="*/ 3622798 h 6858000"/>
              <a:gd name="connsiteX196" fmla="*/ 3817258 w 7467600"/>
              <a:gd name="connsiteY196" fmla="*/ 3723577 h 6858000"/>
              <a:gd name="connsiteX197" fmla="*/ 4000461 w 7467600"/>
              <a:gd name="connsiteY197" fmla="*/ 3855966 h 6858000"/>
              <a:gd name="connsiteX198" fmla="*/ 4088180 w 7467600"/>
              <a:gd name="connsiteY198" fmla="*/ 3929774 h 6858000"/>
              <a:gd name="connsiteX199" fmla="*/ 4184555 w 7467600"/>
              <a:gd name="connsiteY199" fmla="*/ 4010683 h 6858000"/>
              <a:gd name="connsiteX200" fmla="*/ 4399563 w 7467600"/>
              <a:gd name="connsiteY200" fmla="*/ 4158106 h 6858000"/>
              <a:gd name="connsiteX201" fmla="*/ 4684469 w 7467600"/>
              <a:gd name="connsiteY201" fmla="*/ 4364680 h 6858000"/>
              <a:gd name="connsiteX202" fmla="*/ 4690271 w 7467600"/>
              <a:gd name="connsiteY202" fmla="*/ 4370034 h 6858000"/>
              <a:gd name="connsiteX203" fmla="*/ 4136093 w 7467600"/>
              <a:gd name="connsiteY203" fmla="*/ 3858466 h 6858000"/>
              <a:gd name="connsiteX204" fmla="*/ 3670252 w 7467600"/>
              <a:gd name="connsiteY204" fmla="*/ 3622798 h 6858000"/>
              <a:gd name="connsiteX205" fmla="*/ 4440129 w 7467600"/>
              <a:gd name="connsiteY205" fmla="*/ 3448571 h 6858000"/>
              <a:gd name="connsiteX206" fmla="*/ 4856525 w 7467600"/>
              <a:gd name="connsiteY206" fmla="*/ 3915351 h 6858000"/>
              <a:gd name="connsiteX207" fmla="*/ 5059055 w 7467600"/>
              <a:gd name="connsiteY207" fmla="*/ 4108918 h 6858000"/>
              <a:gd name="connsiteX208" fmla="*/ 5290070 w 7467600"/>
              <a:gd name="connsiteY208" fmla="*/ 4263619 h 6858000"/>
              <a:gd name="connsiteX209" fmla="*/ 4834991 w 7467600"/>
              <a:gd name="connsiteY209" fmla="*/ 3830985 h 6858000"/>
              <a:gd name="connsiteX210" fmla="*/ 4440129 w 7467600"/>
              <a:gd name="connsiteY210" fmla="*/ 3448571 h 6858000"/>
              <a:gd name="connsiteX211" fmla="*/ 4441737 w 7467600"/>
              <a:gd name="connsiteY211" fmla="*/ 3399734 h 6858000"/>
              <a:gd name="connsiteX212" fmla="*/ 4431236 w 7467600"/>
              <a:gd name="connsiteY212" fmla="*/ 3400954 h 6858000"/>
              <a:gd name="connsiteX213" fmla="*/ 4557150 w 7467600"/>
              <a:gd name="connsiteY213" fmla="*/ 3510023 h 6858000"/>
              <a:gd name="connsiteX214" fmla="*/ 4856936 w 7467600"/>
              <a:gd name="connsiteY214" fmla="*/ 3809146 h 6858000"/>
              <a:gd name="connsiteX215" fmla="*/ 5111996 w 7467600"/>
              <a:gd name="connsiteY215" fmla="*/ 4065759 h 6858000"/>
              <a:gd name="connsiteX216" fmla="*/ 5388878 w 7467600"/>
              <a:gd name="connsiteY216" fmla="*/ 4300185 h 6858000"/>
              <a:gd name="connsiteX217" fmla="*/ 5425556 w 7467600"/>
              <a:gd name="connsiteY217" fmla="*/ 4308967 h 6858000"/>
              <a:gd name="connsiteX218" fmla="*/ 4943646 w 7467600"/>
              <a:gd name="connsiteY218" fmla="*/ 3822916 h 6858000"/>
              <a:gd name="connsiteX219" fmla="*/ 4594837 w 7467600"/>
              <a:gd name="connsiteY219" fmla="*/ 3532274 h 6858000"/>
              <a:gd name="connsiteX220" fmla="*/ 4441737 w 7467600"/>
              <a:gd name="connsiteY220" fmla="*/ 3399734 h 6858000"/>
              <a:gd name="connsiteX221" fmla="*/ 5425834 w 7467600"/>
              <a:gd name="connsiteY221" fmla="*/ 3162785 h 6858000"/>
              <a:gd name="connsiteX222" fmla="*/ 5401644 w 7467600"/>
              <a:gd name="connsiteY222" fmla="*/ 3617847 h 6858000"/>
              <a:gd name="connsiteX223" fmla="*/ 5467256 w 7467600"/>
              <a:gd name="connsiteY223" fmla="*/ 4175494 h 6858000"/>
              <a:gd name="connsiteX224" fmla="*/ 5448069 w 7467600"/>
              <a:gd name="connsiteY224" fmla="*/ 3567554 h 6858000"/>
              <a:gd name="connsiteX225" fmla="*/ 5425834 w 7467600"/>
              <a:gd name="connsiteY225" fmla="*/ 3162785 h 6858000"/>
              <a:gd name="connsiteX226" fmla="*/ 1318687 w 7467600"/>
              <a:gd name="connsiteY226" fmla="*/ 3113840 h 6858000"/>
              <a:gd name="connsiteX227" fmla="*/ 1066793 w 7467600"/>
              <a:gd name="connsiteY227" fmla="*/ 3212171 h 6858000"/>
              <a:gd name="connsiteX228" fmla="*/ 993319 w 7467600"/>
              <a:gd name="connsiteY228" fmla="*/ 3247648 h 6858000"/>
              <a:gd name="connsiteX229" fmla="*/ 853081 w 7467600"/>
              <a:gd name="connsiteY229" fmla="*/ 3312410 h 6858000"/>
              <a:gd name="connsiteX230" fmla="*/ 805957 w 7467600"/>
              <a:gd name="connsiteY230" fmla="*/ 3330443 h 6858000"/>
              <a:gd name="connsiteX231" fmla="*/ 1318687 w 7467600"/>
              <a:gd name="connsiteY231" fmla="*/ 3113840 h 6858000"/>
              <a:gd name="connsiteX232" fmla="*/ 5453702 w 7467600"/>
              <a:gd name="connsiteY232" fmla="*/ 3090882 h 6858000"/>
              <a:gd name="connsiteX233" fmla="*/ 5480135 w 7467600"/>
              <a:gd name="connsiteY233" fmla="*/ 3565802 h 6858000"/>
              <a:gd name="connsiteX234" fmla="*/ 5499023 w 7467600"/>
              <a:gd name="connsiteY234" fmla="*/ 4166310 h 6858000"/>
              <a:gd name="connsiteX235" fmla="*/ 5547022 w 7467600"/>
              <a:gd name="connsiteY235" fmla="*/ 3607838 h 6858000"/>
              <a:gd name="connsiteX236" fmla="*/ 5515964 w 7467600"/>
              <a:gd name="connsiteY236" fmla="*/ 3378541 h 6858000"/>
              <a:gd name="connsiteX237" fmla="*/ 5453702 w 7467600"/>
              <a:gd name="connsiteY237" fmla="*/ 3090882 h 6858000"/>
              <a:gd name="connsiteX238" fmla="*/ 1238695 w 7467600"/>
              <a:gd name="connsiteY238" fmla="*/ 3076820 h 6858000"/>
              <a:gd name="connsiteX239" fmla="*/ 716371 w 7467600"/>
              <a:gd name="connsiteY239" fmla="*/ 3293249 h 6858000"/>
              <a:gd name="connsiteX240" fmla="*/ 579522 w 7467600"/>
              <a:gd name="connsiteY240" fmla="*/ 3371759 h 6858000"/>
              <a:gd name="connsiteX241" fmla="*/ 600288 w 7467600"/>
              <a:gd name="connsiteY241" fmla="*/ 3365555 h 6858000"/>
              <a:gd name="connsiteX242" fmla="*/ 840692 w 7467600"/>
              <a:gd name="connsiteY242" fmla="*/ 3284921 h 6858000"/>
              <a:gd name="connsiteX243" fmla="*/ 979248 w 7467600"/>
              <a:gd name="connsiteY243" fmla="*/ 3221003 h 6858000"/>
              <a:gd name="connsiteX244" fmla="*/ 1053282 w 7467600"/>
              <a:gd name="connsiteY244" fmla="*/ 3185247 h 6858000"/>
              <a:gd name="connsiteX245" fmla="*/ 1320603 w 7467600"/>
              <a:gd name="connsiteY245" fmla="*/ 3081281 h 6858000"/>
              <a:gd name="connsiteX246" fmla="*/ 1238695 w 7467600"/>
              <a:gd name="connsiteY246" fmla="*/ 3076820 h 6858000"/>
              <a:gd name="connsiteX247" fmla="*/ 5425627 w 7467600"/>
              <a:gd name="connsiteY247" fmla="*/ 2954192 h 6858000"/>
              <a:gd name="connsiteX248" fmla="*/ 5470770 w 7467600"/>
              <a:gd name="connsiteY248" fmla="*/ 3005435 h 6858000"/>
              <a:gd name="connsiteX249" fmla="*/ 5519779 w 7467600"/>
              <a:gd name="connsiteY249" fmla="*/ 4359223 h 6858000"/>
              <a:gd name="connsiteX250" fmla="*/ 5520293 w 7467600"/>
              <a:gd name="connsiteY250" fmla="*/ 4360602 h 6858000"/>
              <a:gd name="connsiteX251" fmla="*/ 5767221 w 7467600"/>
              <a:gd name="connsiteY251" fmla="*/ 4665564 h 6858000"/>
              <a:gd name="connsiteX252" fmla="*/ 6937169 w 7467600"/>
              <a:gd name="connsiteY252" fmla="*/ 4815941 h 6858000"/>
              <a:gd name="connsiteX253" fmla="*/ 6953922 w 7467600"/>
              <a:gd name="connsiteY253" fmla="*/ 4890068 h 6858000"/>
              <a:gd name="connsiteX254" fmla="*/ 6071359 w 7467600"/>
              <a:gd name="connsiteY254" fmla="*/ 4770770 h 6858000"/>
              <a:gd name="connsiteX255" fmla="*/ 6038839 w 7467600"/>
              <a:gd name="connsiteY255" fmla="*/ 4764474 h 6858000"/>
              <a:gd name="connsiteX256" fmla="*/ 6038706 w 7467600"/>
              <a:gd name="connsiteY256" fmla="*/ 4763847 h 6858000"/>
              <a:gd name="connsiteX257" fmla="*/ 6037784 w 7467600"/>
              <a:gd name="connsiteY257" fmla="*/ 4764270 h 6858000"/>
              <a:gd name="connsiteX258" fmla="*/ 6038839 w 7467600"/>
              <a:gd name="connsiteY258" fmla="*/ 4764474 h 6858000"/>
              <a:gd name="connsiteX259" fmla="*/ 6040338 w 7467600"/>
              <a:gd name="connsiteY259" fmla="*/ 4771418 h 6858000"/>
              <a:gd name="connsiteX260" fmla="*/ 6024488 w 7467600"/>
              <a:gd name="connsiteY260" fmla="*/ 4809903 h 6858000"/>
              <a:gd name="connsiteX261" fmla="*/ 5599771 w 7467600"/>
              <a:gd name="connsiteY261" fmla="*/ 5509652 h 6858000"/>
              <a:gd name="connsiteX262" fmla="*/ 5548843 w 7467600"/>
              <a:gd name="connsiteY262" fmla="*/ 5563845 h 6858000"/>
              <a:gd name="connsiteX263" fmla="*/ 5940952 w 7467600"/>
              <a:gd name="connsiteY263" fmla="*/ 6250028 h 6858000"/>
              <a:gd name="connsiteX264" fmla="*/ 6043441 w 7467600"/>
              <a:gd name="connsiteY264" fmla="*/ 6665847 h 6858000"/>
              <a:gd name="connsiteX265" fmla="*/ 6093432 w 7467600"/>
              <a:gd name="connsiteY265" fmla="*/ 6858000 h 6858000"/>
              <a:gd name="connsiteX266" fmla="*/ 6034344 w 7467600"/>
              <a:gd name="connsiteY266" fmla="*/ 6858000 h 6858000"/>
              <a:gd name="connsiteX267" fmla="*/ 6026679 w 7467600"/>
              <a:gd name="connsiteY267" fmla="*/ 6836959 h 6858000"/>
              <a:gd name="connsiteX268" fmla="*/ 5800441 w 7467600"/>
              <a:gd name="connsiteY268" fmla="*/ 6335286 h 6858000"/>
              <a:gd name="connsiteX269" fmla="*/ 5526562 w 7467600"/>
              <a:gd name="connsiteY269" fmla="*/ 5705388 h 6858000"/>
              <a:gd name="connsiteX270" fmla="*/ 5519640 w 7467600"/>
              <a:gd name="connsiteY270" fmla="*/ 5683774 h 6858000"/>
              <a:gd name="connsiteX271" fmla="*/ 5844559 w 7467600"/>
              <a:gd name="connsiteY271" fmla="*/ 6553349 h 6858000"/>
              <a:gd name="connsiteX272" fmla="*/ 5975994 w 7467600"/>
              <a:gd name="connsiteY272" fmla="*/ 6858000 h 6858000"/>
              <a:gd name="connsiteX273" fmla="*/ 5898547 w 7467600"/>
              <a:gd name="connsiteY273" fmla="*/ 6858000 h 6858000"/>
              <a:gd name="connsiteX274" fmla="*/ 5682041 w 7467600"/>
              <a:gd name="connsiteY274" fmla="*/ 6355860 h 6858000"/>
              <a:gd name="connsiteX275" fmla="*/ 5461758 w 7467600"/>
              <a:gd name="connsiteY275" fmla="*/ 5820220 h 6858000"/>
              <a:gd name="connsiteX276" fmla="*/ 5237282 w 7467600"/>
              <a:gd name="connsiteY276" fmla="*/ 6579086 h 6858000"/>
              <a:gd name="connsiteX277" fmla="*/ 5115009 w 7467600"/>
              <a:gd name="connsiteY277" fmla="*/ 6858000 h 6858000"/>
              <a:gd name="connsiteX278" fmla="*/ 5028074 w 7467600"/>
              <a:gd name="connsiteY278" fmla="*/ 6858000 h 6858000"/>
              <a:gd name="connsiteX279" fmla="*/ 5079508 w 7467600"/>
              <a:gd name="connsiteY279" fmla="*/ 6749074 h 6858000"/>
              <a:gd name="connsiteX280" fmla="*/ 5371846 w 7467600"/>
              <a:gd name="connsiteY280" fmla="*/ 5924413 h 6858000"/>
              <a:gd name="connsiteX281" fmla="*/ 5270512 w 7467600"/>
              <a:gd name="connsiteY281" fmla="*/ 6138975 h 6858000"/>
              <a:gd name="connsiteX282" fmla="*/ 5062409 w 7467600"/>
              <a:gd name="connsiteY282" fmla="*/ 6653544 h 6858000"/>
              <a:gd name="connsiteX283" fmla="*/ 5036628 w 7467600"/>
              <a:gd name="connsiteY283" fmla="*/ 6754247 h 6858000"/>
              <a:gd name="connsiteX284" fmla="*/ 5009112 w 7467600"/>
              <a:gd name="connsiteY284" fmla="*/ 6858000 h 6858000"/>
              <a:gd name="connsiteX285" fmla="*/ 4976679 w 7467600"/>
              <a:gd name="connsiteY285" fmla="*/ 6858000 h 6858000"/>
              <a:gd name="connsiteX286" fmla="*/ 5006537 w 7467600"/>
              <a:gd name="connsiteY286" fmla="*/ 6747068 h 6858000"/>
              <a:gd name="connsiteX287" fmla="*/ 5032723 w 7467600"/>
              <a:gd name="connsiteY287" fmla="*/ 6644957 h 6858000"/>
              <a:gd name="connsiteX288" fmla="*/ 5242949 w 7467600"/>
              <a:gd name="connsiteY288" fmla="*/ 6125175 h 6858000"/>
              <a:gd name="connsiteX289" fmla="*/ 5286321 w 7467600"/>
              <a:gd name="connsiteY289" fmla="*/ 6033555 h 6858000"/>
              <a:gd name="connsiteX290" fmla="*/ 5008210 w 7467600"/>
              <a:gd name="connsiteY290" fmla="*/ 6649194 h 6858000"/>
              <a:gd name="connsiteX291" fmla="*/ 4986321 w 7467600"/>
              <a:gd name="connsiteY291" fmla="*/ 6765687 h 6858000"/>
              <a:gd name="connsiteX292" fmla="*/ 4973474 w 7467600"/>
              <a:gd name="connsiteY292" fmla="*/ 6858000 h 6858000"/>
              <a:gd name="connsiteX293" fmla="*/ 4907178 w 7467600"/>
              <a:gd name="connsiteY293" fmla="*/ 6858000 h 6858000"/>
              <a:gd name="connsiteX294" fmla="*/ 4910810 w 7467600"/>
              <a:gd name="connsiteY294" fmla="*/ 6829660 h 6858000"/>
              <a:gd name="connsiteX295" fmla="*/ 4987461 w 7467600"/>
              <a:gd name="connsiteY295" fmla="*/ 6432994 h 6858000"/>
              <a:gd name="connsiteX296" fmla="*/ 5179262 w 7467600"/>
              <a:gd name="connsiteY296" fmla="*/ 6035044 h 6858000"/>
              <a:gd name="connsiteX297" fmla="*/ 4689678 w 7467600"/>
              <a:gd name="connsiteY297" fmla="*/ 6440241 h 6858000"/>
              <a:gd name="connsiteX298" fmla="*/ 4477543 w 7467600"/>
              <a:gd name="connsiteY298" fmla="*/ 6674836 h 6858000"/>
              <a:gd name="connsiteX299" fmla="*/ 4329957 w 7467600"/>
              <a:gd name="connsiteY299" fmla="*/ 6858000 h 6858000"/>
              <a:gd name="connsiteX300" fmla="*/ 4218595 w 7467600"/>
              <a:gd name="connsiteY300" fmla="*/ 6858000 h 6858000"/>
              <a:gd name="connsiteX301" fmla="*/ 4368888 w 7467600"/>
              <a:gd name="connsiteY301" fmla="*/ 6668412 h 6858000"/>
              <a:gd name="connsiteX302" fmla="*/ 4563091 w 7467600"/>
              <a:gd name="connsiteY302" fmla="*/ 6442508 h 6858000"/>
              <a:gd name="connsiteX303" fmla="*/ 5387324 w 7467600"/>
              <a:gd name="connsiteY303" fmla="*/ 5705830 h 6858000"/>
              <a:gd name="connsiteX304" fmla="*/ 5073620 w 7467600"/>
              <a:gd name="connsiteY304" fmla="*/ 5955437 h 6858000"/>
              <a:gd name="connsiteX305" fmla="*/ 4689789 w 7467600"/>
              <a:gd name="connsiteY305" fmla="*/ 6268382 h 6858000"/>
              <a:gd name="connsiteX306" fmla="*/ 4418722 w 7467600"/>
              <a:gd name="connsiteY306" fmla="*/ 6570886 h 6858000"/>
              <a:gd name="connsiteX307" fmla="*/ 4214944 w 7467600"/>
              <a:gd name="connsiteY307" fmla="*/ 6858000 h 6858000"/>
              <a:gd name="connsiteX308" fmla="*/ 4177898 w 7467600"/>
              <a:gd name="connsiteY308" fmla="*/ 6858000 h 6858000"/>
              <a:gd name="connsiteX309" fmla="*/ 4391597 w 7467600"/>
              <a:gd name="connsiteY309" fmla="*/ 6556370 h 6858000"/>
              <a:gd name="connsiteX310" fmla="*/ 4668889 w 7467600"/>
              <a:gd name="connsiteY310" fmla="*/ 6246399 h 6858000"/>
              <a:gd name="connsiteX311" fmla="*/ 5055427 w 7467600"/>
              <a:gd name="connsiteY311" fmla="*/ 5931476 h 6858000"/>
              <a:gd name="connsiteX312" fmla="*/ 5371814 w 7467600"/>
              <a:gd name="connsiteY312" fmla="*/ 5678975 h 6858000"/>
              <a:gd name="connsiteX313" fmla="*/ 4987918 w 7467600"/>
              <a:gd name="connsiteY313" fmla="*/ 5838701 h 6858000"/>
              <a:gd name="connsiteX314" fmla="*/ 4317146 w 7467600"/>
              <a:gd name="connsiteY314" fmla="*/ 6587716 h 6858000"/>
              <a:gd name="connsiteX315" fmla="*/ 4171627 w 7467600"/>
              <a:gd name="connsiteY315" fmla="*/ 6858000 h 6858000"/>
              <a:gd name="connsiteX316" fmla="*/ 4081585 w 7467600"/>
              <a:gd name="connsiteY316" fmla="*/ 6858000 h 6858000"/>
              <a:gd name="connsiteX317" fmla="*/ 4238603 w 7467600"/>
              <a:gd name="connsiteY317" fmla="*/ 6559341 h 6858000"/>
              <a:gd name="connsiteX318" fmla="*/ 4778333 w 7467600"/>
              <a:gd name="connsiteY318" fmla="*/ 5873626 h 6858000"/>
              <a:gd name="connsiteX319" fmla="*/ 5414185 w 7467600"/>
              <a:gd name="connsiteY319" fmla="*/ 5573882 h 6858000"/>
              <a:gd name="connsiteX320" fmla="*/ 5959648 w 7467600"/>
              <a:gd name="connsiteY320" fmla="*/ 4760797 h 6858000"/>
              <a:gd name="connsiteX321" fmla="*/ 5355019 w 7467600"/>
              <a:gd name="connsiteY321" fmla="*/ 4734672 h 6858000"/>
              <a:gd name="connsiteX322" fmla="*/ 5083565 w 7467600"/>
              <a:gd name="connsiteY322" fmla="*/ 5179121 h 6858000"/>
              <a:gd name="connsiteX323" fmla="*/ 4713577 w 7467600"/>
              <a:gd name="connsiteY323" fmla="*/ 5616803 h 6858000"/>
              <a:gd name="connsiteX324" fmla="*/ 3989559 w 7467600"/>
              <a:gd name="connsiteY324" fmla="*/ 6145945 h 6858000"/>
              <a:gd name="connsiteX325" fmla="*/ 3939824 w 7467600"/>
              <a:gd name="connsiteY325" fmla="*/ 6066900 h 6858000"/>
              <a:gd name="connsiteX326" fmla="*/ 4584537 w 7467600"/>
              <a:gd name="connsiteY326" fmla="*/ 5324826 h 6858000"/>
              <a:gd name="connsiteX327" fmla="*/ 5037105 w 7467600"/>
              <a:gd name="connsiteY327" fmla="*/ 5088765 h 6858000"/>
              <a:gd name="connsiteX328" fmla="*/ 5039930 w 7467600"/>
              <a:gd name="connsiteY328" fmla="*/ 5089585 h 6858000"/>
              <a:gd name="connsiteX329" fmla="*/ 5263764 w 7467600"/>
              <a:gd name="connsiteY329" fmla="*/ 4735525 h 6858000"/>
              <a:gd name="connsiteX330" fmla="*/ 4086300 w 7467600"/>
              <a:gd name="connsiteY330" fmla="*/ 4884599 h 6858000"/>
              <a:gd name="connsiteX331" fmla="*/ 4085485 w 7467600"/>
              <a:gd name="connsiteY331" fmla="*/ 4899070 h 6858000"/>
              <a:gd name="connsiteX332" fmla="*/ 3871915 w 7467600"/>
              <a:gd name="connsiteY332" fmla="*/ 5253645 h 6858000"/>
              <a:gd name="connsiteX333" fmla="*/ 3799374 w 7467600"/>
              <a:gd name="connsiteY333" fmla="*/ 5466127 h 6858000"/>
              <a:gd name="connsiteX334" fmla="*/ 3498850 w 7467600"/>
              <a:gd name="connsiteY334" fmla="*/ 6661888 h 6858000"/>
              <a:gd name="connsiteX335" fmla="*/ 3399216 w 7467600"/>
              <a:gd name="connsiteY335" fmla="*/ 6858000 h 6858000"/>
              <a:gd name="connsiteX336" fmla="*/ 3303688 w 7467600"/>
              <a:gd name="connsiteY336" fmla="*/ 6858000 h 6858000"/>
              <a:gd name="connsiteX337" fmla="*/ 3391774 w 7467600"/>
              <a:gd name="connsiteY337" fmla="*/ 6697181 h 6858000"/>
              <a:gd name="connsiteX338" fmla="*/ 3735540 w 7467600"/>
              <a:gd name="connsiteY338" fmla="*/ 5546923 h 6858000"/>
              <a:gd name="connsiteX339" fmla="*/ 3729438 w 7467600"/>
              <a:gd name="connsiteY339" fmla="*/ 5569058 h 6858000"/>
              <a:gd name="connsiteX340" fmla="*/ 3707782 w 7467600"/>
              <a:gd name="connsiteY340" fmla="*/ 5644908 h 6858000"/>
              <a:gd name="connsiteX341" fmla="*/ 3583827 w 7467600"/>
              <a:gd name="connsiteY341" fmla="*/ 6039215 h 6858000"/>
              <a:gd name="connsiteX342" fmla="*/ 3547861 w 7467600"/>
              <a:gd name="connsiteY342" fmla="*/ 6129609 h 6858000"/>
              <a:gd name="connsiteX343" fmla="*/ 3490905 w 7467600"/>
              <a:gd name="connsiteY343" fmla="*/ 6277660 h 6858000"/>
              <a:gd name="connsiteX344" fmla="*/ 3455859 w 7467600"/>
              <a:gd name="connsiteY344" fmla="*/ 6391301 h 6858000"/>
              <a:gd name="connsiteX345" fmla="*/ 3429112 w 7467600"/>
              <a:gd name="connsiteY345" fmla="*/ 6479469 h 6858000"/>
              <a:gd name="connsiteX346" fmla="*/ 3304862 w 7467600"/>
              <a:gd name="connsiteY346" fmla="*/ 6796476 h 6858000"/>
              <a:gd name="connsiteX347" fmla="*/ 3276071 w 7467600"/>
              <a:gd name="connsiteY347" fmla="*/ 6858000 h 6858000"/>
              <a:gd name="connsiteX348" fmla="*/ 3240805 w 7467600"/>
              <a:gd name="connsiteY348" fmla="*/ 6858000 h 6858000"/>
              <a:gd name="connsiteX349" fmla="*/ 3275917 w 7467600"/>
              <a:gd name="connsiteY349" fmla="*/ 6783192 h 6858000"/>
              <a:gd name="connsiteX350" fmla="*/ 3399358 w 7467600"/>
              <a:gd name="connsiteY350" fmla="*/ 6469011 h 6858000"/>
              <a:gd name="connsiteX351" fmla="*/ 3425650 w 7467600"/>
              <a:gd name="connsiteY351" fmla="*/ 6381333 h 6858000"/>
              <a:gd name="connsiteX352" fmla="*/ 3460661 w 7467600"/>
              <a:gd name="connsiteY352" fmla="*/ 6266763 h 6858000"/>
              <a:gd name="connsiteX353" fmla="*/ 3518021 w 7467600"/>
              <a:gd name="connsiteY353" fmla="*/ 6117298 h 6858000"/>
              <a:gd name="connsiteX354" fmla="*/ 3554035 w 7467600"/>
              <a:gd name="connsiteY354" fmla="*/ 6027832 h 6858000"/>
              <a:gd name="connsiteX355" fmla="*/ 3677174 w 7467600"/>
              <a:gd name="connsiteY355" fmla="*/ 5636351 h 6858000"/>
              <a:gd name="connsiteX356" fmla="*/ 3698819 w 7467600"/>
              <a:gd name="connsiteY356" fmla="*/ 5560503 h 6858000"/>
              <a:gd name="connsiteX357" fmla="*/ 3702094 w 7467600"/>
              <a:gd name="connsiteY357" fmla="*/ 5549194 h 6858000"/>
              <a:gd name="connsiteX358" fmla="*/ 3398355 w 7467600"/>
              <a:gd name="connsiteY358" fmla="*/ 6094603 h 6858000"/>
              <a:gd name="connsiteX359" fmla="*/ 3193941 w 7467600"/>
              <a:gd name="connsiteY359" fmla="*/ 6798775 h 6858000"/>
              <a:gd name="connsiteX360" fmla="*/ 3184140 w 7467600"/>
              <a:gd name="connsiteY360" fmla="*/ 6858000 h 6858000"/>
              <a:gd name="connsiteX361" fmla="*/ 3099978 w 7467600"/>
              <a:gd name="connsiteY361" fmla="*/ 6858000 h 6858000"/>
              <a:gd name="connsiteX362" fmla="*/ 3101556 w 7467600"/>
              <a:gd name="connsiteY362" fmla="*/ 6843337 h 6858000"/>
              <a:gd name="connsiteX363" fmla="*/ 3370162 w 7467600"/>
              <a:gd name="connsiteY363" fmla="*/ 5785550 h 6858000"/>
              <a:gd name="connsiteX364" fmla="*/ 3746477 w 7467600"/>
              <a:gd name="connsiteY364" fmla="*/ 5377889 h 6858000"/>
              <a:gd name="connsiteX365" fmla="*/ 3863399 w 7467600"/>
              <a:gd name="connsiteY365" fmla="*/ 5087257 h 6858000"/>
              <a:gd name="connsiteX366" fmla="*/ 3968712 w 7467600"/>
              <a:gd name="connsiteY366" fmla="*/ 4913989 h 6858000"/>
              <a:gd name="connsiteX367" fmla="*/ 2792390 w 7467600"/>
              <a:gd name="connsiteY367" fmla="*/ 5382974 h 6858000"/>
              <a:gd name="connsiteX368" fmla="*/ 2714982 w 7467600"/>
              <a:gd name="connsiteY368" fmla="*/ 5427051 h 6858000"/>
              <a:gd name="connsiteX369" fmla="*/ 2813361 w 7467600"/>
              <a:gd name="connsiteY369" fmla="*/ 6023912 h 6858000"/>
              <a:gd name="connsiteX370" fmla="*/ 2688430 w 7467600"/>
              <a:gd name="connsiteY370" fmla="*/ 6801564 h 6858000"/>
              <a:gd name="connsiteX371" fmla="*/ 2629626 w 7467600"/>
              <a:gd name="connsiteY371" fmla="*/ 6763394 h 6858000"/>
              <a:gd name="connsiteX372" fmla="*/ 2565328 w 7467600"/>
              <a:gd name="connsiteY372" fmla="*/ 5516399 h 6858000"/>
              <a:gd name="connsiteX373" fmla="*/ 1922999 w 7467600"/>
              <a:gd name="connsiteY373" fmla="*/ 5980343 h 6858000"/>
              <a:gd name="connsiteX374" fmla="*/ 1950261 w 7467600"/>
              <a:gd name="connsiteY374" fmla="*/ 6405858 h 6858000"/>
              <a:gd name="connsiteX375" fmla="*/ 2365554 w 7467600"/>
              <a:gd name="connsiteY375" fmla="*/ 6759107 h 6858000"/>
              <a:gd name="connsiteX376" fmla="*/ 2424142 w 7467600"/>
              <a:gd name="connsiteY376" fmla="*/ 6858000 h 6858000"/>
              <a:gd name="connsiteX377" fmla="*/ 2395994 w 7467600"/>
              <a:gd name="connsiteY377" fmla="*/ 6858000 h 6858000"/>
              <a:gd name="connsiteX378" fmla="*/ 2392863 w 7467600"/>
              <a:gd name="connsiteY378" fmla="*/ 6852964 h 6858000"/>
              <a:gd name="connsiteX379" fmla="*/ 2017589 w 7467600"/>
              <a:gd name="connsiteY379" fmla="*/ 6493982 h 6858000"/>
              <a:gd name="connsiteX380" fmla="*/ 2147336 w 7467600"/>
              <a:gd name="connsiteY380" fmla="*/ 6594052 h 6858000"/>
              <a:gd name="connsiteX381" fmla="*/ 2207047 w 7467600"/>
              <a:gd name="connsiteY381" fmla="*/ 6654540 h 6858000"/>
              <a:gd name="connsiteX382" fmla="*/ 2299106 w 7467600"/>
              <a:gd name="connsiteY382" fmla="*/ 6778931 h 6858000"/>
              <a:gd name="connsiteX383" fmla="*/ 2314430 w 7467600"/>
              <a:gd name="connsiteY383" fmla="*/ 6801144 h 6858000"/>
              <a:gd name="connsiteX384" fmla="*/ 2352406 w 7467600"/>
              <a:gd name="connsiteY384" fmla="*/ 6858000 h 6858000"/>
              <a:gd name="connsiteX385" fmla="*/ 2314492 w 7467600"/>
              <a:gd name="connsiteY385" fmla="*/ 6858000 h 6858000"/>
              <a:gd name="connsiteX386" fmla="*/ 2288095 w 7467600"/>
              <a:gd name="connsiteY386" fmla="*/ 6818030 h 6858000"/>
              <a:gd name="connsiteX387" fmla="*/ 2272768 w 7467600"/>
              <a:gd name="connsiteY387" fmla="*/ 6795822 h 6858000"/>
              <a:gd name="connsiteX388" fmla="*/ 2182715 w 7467600"/>
              <a:gd name="connsiteY388" fmla="*/ 6675071 h 6858000"/>
              <a:gd name="connsiteX389" fmla="*/ 2032061 w 7467600"/>
              <a:gd name="connsiteY389" fmla="*/ 6541380 h 6858000"/>
              <a:gd name="connsiteX390" fmla="*/ 2257220 w 7467600"/>
              <a:gd name="connsiteY390" fmla="*/ 6826257 h 6858000"/>
              <a:gd name="connsiteX391" fmla="*/ 2281324 w 7467600"/>
              <a:gd name="connsiteY391" fmla="*/ 6858000 h 6858000"/>
              <a:gd name="connsiteX392" fmla="*/ 2242860 w 7467600"/>
              <a:gd name="connsiteY392" fmla="*/ 6858000 h 6858000"/>
              <a:gd name="connsiteX393" fmla="*/ 2232818 w 7467600"/>
              <a:gd name="connsiteY393" fmla="*/ 6844926 h 6858000"/>
              <a:gd name="connsiteX394" fmla="*/ 1990172 w 7467600"/>
              <a:gd name="connsiteY394" fmla="*/ 6542121 h 6858000"/>
              <a:gd name="connsiteX395" fmla="*/ 2124090 w 7467600"/>
              <a:gd name="connsiteY395" fmla="*/ 6761017 h 6858000"/>
              <a:gd name="connsiteX396" fmla="*/ 2200380 w 7467600"/>
              <a:gd name="connsiteY396" fmla="*/ 6858000 h 6858000"/>
              <a:gd name="connsiteX397" fmla="*/ 2147507 w 7467600"/>
              <a:gd name="connsiteY397" fmla="*/ 6858000 h 6858000"/>
              <a:gd name="connsiteX398" fmla="*/ 2070668 w 7467600"/>
              <a:gd name="connsiteY398" fmla="*/ 6761520 h 6858000"/>
              <a:gd name="connsiteX399" fmla="*/ 1975142 w 7467600"/>
              <a:gd name="connsiteY399" fmla="*/ 6585570 h 6858000"/>
              <a:gd name="connsiteX400" fmla="*/ 2050035 w 7467600"/>
              <a:gd name="connsiteY400" fmla="*/ 6813345 h 6858000"/>
              <a:gd name="connsiteX401" fmla="*/ 2063025 w 7467600"/>
              <a:gd name="connsiteY401" fmla="*/ 6858000 h 6858000"/>
              <a:gd name="connsiteX402" fmla="*/ 2021675 w 7467600"/>
              <a:gd name="connsiteY402" fmla="*/ 6858000 h 6858000"/>
              <a:gd name="connsiteX403" fmla="*/ 2019308 w 7467600"/>
              <a:gd name="connsiteY403" fmla="*/ 6847118 h 6858000"/>
              <a:gd name="connsiteX404" fmla="*/ 1938835 w 7467600"/>
              <a:gd name="connsiteY404" fmla="*/ 6551160 h 6858000"/>
              <a:gd name="connsiteX405" fmla="*/ 1953230 w 7467600"/>
              <a:gd name="connsiteY405" fmla="*/ 6759699 h 6858000"/>
              <a:gd name="connsiteX406" fmla="*/ 1956763 w 7467600"/>
              <a:gd name="connsiteY406" fmla="*/ 6778191 h 6858000"/>
              <a:gd name="connsiteX407" fmla="*/ 1967925 w 7467600"/>
              <a:gd name="connsiteY407" fmla="*/ 6858000 h 6858000"/>
              <a:gd name="connsiteX408" fmla="*/ 1936622 w 7467600"/>
              <a:gd name="connsiteY408" fmla="*/ 6858000 h 6858000"/>
              <a:gd name="connsiteX409" fmla="*/ 1926261 w 7467600"/>
              <a:gd name="connsiteY409" fmla="*/ 6784064 h 6858000"/>
              <a:gd name="connsiteX410" fmla="*/ 1922724 w 7467600"/>
              <a:gd name="connsiteY410" fmla="*/ 6765577 h 6858000"/>
              <a:gd name="connsiteX411" fmla="*/ 1904650 w 7467600"/>
              <a:gd name="connsiteY411" fmla="*/ 6639616 h 6858000"/>
              <a:gd name="connsiteX412" fmla="*/ 1885273 w 7467600"/>
              <a:gd name="connsiteY412" fmla="*/ 6858000 h 6858000"/>
              <a:gd name="connsiteX413" fmla="*/ 1854363 w 7467600"/>
              <a:gd name="connsiteY413" fmla="*/ 6858000 h 6858000"/>
              <a:gd name="connsiteX414" fmla="*/ 1880391 w 7467600"/>
              <a:gd name="connsiteY414" fmla="*/ 6603796 h 6858000"/>
              <a:gd name="connsiteX415" fmla="*/ 1818273 w 7467600"/>
              <a:gd name="connsiteY415" fmla="*/ 6715729 h 6858000"/>
              <a:gd name="connsiteX416" fmla="*/ 1794691 w 7467600"/>
              <a:gd name="connsiteY416" fmla="*/ 6843239 h 6858000"/>
              <a:gd name="connsiteX417" fmla="*/ 1794914 w 7467600"/>
              <a:gd name="connsiteY417" fmla="*/ 6858000 h 6858000"/>
              <a:gd name="connsiteX418" fmla="*/ 1746128 w 7467600"/>
              <a:gd name="connsiteY418" fmla="*/ 6858000 h 6858000"/>
              <a:gd name="connsiteX419" fmla="*/ 1753934 w 7467600"/>
              <a:gd name="connsiteY419" fmla="*/ 6724796 h 6858000"/>
              <a:gd name="connsiteX420" fmla="*/ 1792053 w 7467600"/>
              <a:gd name="connsiteY420" fmla="*/ 6572396 h 6858000"/>
              <a:gd name="connsiteX421" fmla="*/ 1862248 w 7467600"/>
              <a:gd name="connsiteY421" fmla="*/ 6266397 h 6858000"/>
              <a:gd name="connsiteX422" fmla="*/ 1862250 w 7467600"/>
              <a:gd name="connsiteY422" fmla="*/ 6033531 h 6858000"/>
              <a:gd name="connsiteX423" fmla="*/ 1211999 w 7467600"/>
              <a:gd name="connsiteY423" fmla="*/ 6683610 h 6858000"/>
              <a:gd name="connsiteX424" fmla="*/ 1213266 w 7467600"/>
              <a:gd name="connsiteY424" fmla="*/ 6691947 h 6858000"/>
              <a:gd name="connsiteX425" fmla="*/ 1203370 w 7467600"/>
              <a:gd name="connsiteY425" fmla="*/ 6850676 h 6858000"/>
              <a:gd name="connsiteX426" fmla="*/ 1203671 w 7467600"/>
              <a:gd name="connsiteY426" fmla="*/ 6858000 h 6858000"/>
              <a:gd name="connsiteX427" fmla="*/ 1143180 w 7467600"/>
              <a:gd name="connsiteY427" fmla="*/ 6858000 h 6858000"/>
              <a:gd name="connsiteX428" fmla="*/ 1142176 w 7467600"/>
              <a:gd name="connsiteY428" fmla="*/ 6766045 h 6858000"/>
              <a:gd name="connsiteX429" fmla="*/ 1067484 w 7467600"/>
              <a:gd name="connsiteY429" fmla="*/ 6858000 h 6858000"/>
              <a:gd name="connsiteX430" fmla="*/ 953928 w 7467600"/>
              <a:gd name="connsiteY430" fmla="*/ 6858000 h 6858000"/>
              <a:gd name="connsiteX431" fmla="*/ 959715 w 7467600"/>
              <a:gd name="connsiteY431" fmla="*/ 6850185 h 6858000"/>
              <a:gd name="connsiteX432" fmla="*/ 1483788 w 7467600"/>
              <a:gd name="connsiteY432" fmla="*/ 6259174 h 6858000"/>
              <a:gd name="connsiteX433" fmla="*/ 1100671 w 7467600"/>
              <a:gd name="connsiteY433" fmla="*/ 6252137 h 6858000"/>
              <a:gd name="connsiteX434" fmla="*/ 1090144 w 7467600"/>
              <a:gd name="connsiteY434" fmla="*/ 6256748 h 6858000"/>
              <a:gd name="connsiteX435" fmla="*/ 1095872 w 7467600"/>
              <a:gd name="connsiteY435" fmla="*/ 6271892 h 6858000"/>
              <a:gd name="connsiteX436" fmla="*/ 262785 w 7467600"/>
              <a:gd name="connsiteY436" fmla="*/ 6845450 h 6858000"/>
              <a:gd name="connsiteX437" fmla="*/ 209968 w 7467600"/>
              <a:gd name="connsiteY437" fmla="*/ 6770713 h 6858000"/>
              <a:gd name="connsiteX438" fmla="*/ 873460 w 7467600"/>
              <a:gd name="connsiteY438" fmla="*/ 6253768 h 6858000"/>
              <a:gd name="connsiteX439" fmla="*/ 192686 w 7467600"/>
              <a:gd name="connsiteY439" fmla="*/ 5849257 h 6858000"/>
              <a:gd name="connsiteX440" fmla="*/ 4696 w 7467600"/>
              <a:gd name="connsiteY440" fmla="*/ 5697668 h 6858000"/>
              <a:gd name="connsiteX441" fmla="*/ 0 w 7467600"/>
              <a:gd name="connsiteY441" fmla="*/ 5689984 h 6858000"/>
              <a:gd name="connsiteX442" fmla="*/ 0 w 7467600"/>
              <a:gd name="connsiteY442" fmla="*/ 5513472 h 6858000"/>
              <a:gd name="connsiteX443" fmla="*/ 174101 w 7467600"/>
              <a:gd name="connsiteY443" fmla="*/ 5620277 h 6858000"/>
              <a:gd name="connsiteX444" fmla="*/ 891800 w 7467600"/>
              <a:gd name="connsiteY444" fmla="*/ 6036935 h 6858000"/>
              <a:gd name="connsiteX445" fmla="*/ 1072219 w 7467600"/>
              <a:gd name="connsiteY445" fmla="*/ 6169443 h 6858000"/>
              <a:gd name="connsiteX446" fmla="*/ 1074117 w 7467600"/>
              <a:gd name="connsiteY446" fmla="*/ 6170301 h 6858000"/>
              <a:gd name="connsiteX447" fmla="*/ 1083114 w 7467600"/>
              <a:gd name="connsiteY447" fmla="*/ 6174131 h 6858000"/>
              <a:gd name="connsiteX448" fmla="*/ 1543010 w 7467600"/>
              <a:gd name="connsiteY448" fmla="*/ 6191140 h 6858000"/>
              <a:gd name="connsiteX449" fmla="*/ 1551080 w 7467600"/>
              <a:gd name="connsiteY449" fmla="*/ 6195006 h 6858000"/>
              <a:gd name="connsiteX450" fmla="*/ 2345443 w 7467600"/>
              <a:gd name="connsiteY450" fmla="*/ 5549882 h 6858000"/>
              <a:gd name="connsiteX451" fmla="*/ 1721499 w 7467600"/>
              <a:gd name="connsiteY451" fmla="*/ 5599969 h 6858000"/>
              <a:gd name="connsiteX452" fmla="*/ 767716 w 7467600"/>
              <a:gd name="connsiteY452" fmla="*/ 5472768 h 6858000"/>
              <a:gd name="connsiteX453" fmla="*/ 722147 w 7467600"/>
              <a:gd name="connsiteY453" fmla="*/ 5393091 h 6858000"/>
              <a:gd name="connsiteX454" fmla="*/ 1485552 w 7467600"/>
              <a:gd name="connsiteY454" fmla="*/ 5313202 h 6858000"/>
              <a:gd name="connsiteX455" fmla="*/ 2143004 w 7467600"/>
              <a:gd name="connsiteY455" fmla="*/ 5402420 h 6858000"/>
              <a:gd name="connsiteX456" fmla="*/ 1933391 w 7467600"/>
              <a:gd name="connsiteY456" fmla="*/ 5156971 h 6858000"/>
              <a:gd name="connsiteX457" fmla="*/ 1827118 w 7467600"/>
              <a:gd name="connsiteY457" fmla="*/ 4968410 h 6858000"/>
              <a:gd name="connsiteX458" fmla="*/ 1837349 w 7467600"/>
              <a:gd name="connsiteY458" fmla="*/ 4956357 h 6858000"/>
              <a:gd name="connsiteX459" fmla="*/ 2162835 w 7467600"/>
              <a:gd name="connsiteY459" fmla="*/ 5187853 h 6858000"/>
              <a:gd name="connsiteX460" fmla="*/ 2257167 w 7467600"/>
              <a:gd name="connsiteY460" fmla="*/ 5462123 h 6858000"/>
              <a:gd name="connsiteX461" fmla="*/ 2261598 w 7467600"/>
              <a:gd name="connsiteY461" fmla="*/ 5467998 h 6858000"/>
              <a:gd name="connsiteX462" fmla="*/ 2437177 w 7467600"/>
              <a:gd name="connsiteY462" fmla="*/ 5479608 h 6858000"/>
              <a:gd name="connsiteX463" fmla="*/ 2445247 w 7467600"/>
              <a:gd name="connsiteY463" fmla="*/ 5483476 h 6858000"/>
              <a:gd name="connsiteX464" fmla="*/ 2743626 w 7467600"/>
              <a:gd name="connsiteY464" fmla="*/ 5304819 h 6858000"/>
              <a:gd name="connsiteX465" fmla="*/ 3048102 w 7467600"/>
              <a:gd name="connsiteY465" fmla="*/ 5150595 h 6858000"/>
              <a:gd name="connsiteX466" fmla="*/ 1799414 w 7467600"/>
              <a:gd name="connsiteY466" fmla="*/ 4694732 h 6858000"/>
              <a:gd name="connsiteX467" fmla="*/ 1771735 w 7467600"/>
              <a:gd name="connsiteY467" fmla="*/ 4619929 h 6858000"/>
              <a:gd name="connsiteX468" fmla="*/ 3104273 w 7467600"/>
              <a:gd name="connsiteY468" fmla="*/ 5076159 h 6858000"/>
              <a:gd name="connsiteX469" fmla="*/ 3113245 w 7467600"/>
              <a:gd name="connsiteY469" fmla="*/ 5090705 h 6858000"/>
              <a:gd name="connsiteX470" fmla="*/ 3126294 w 7467600"/>
              <a:gd name="connsiteY470" fmla="*/ 5114400 h 6858000"/>
              <a:gd name="connsiteX471" fmla="*/ 3937433 w 7467600"/>
              <a:gd name="connsiteY471" fmla="*/ 4830473 h 6858000"/>
              <a:gd name="connsiteX472" fmla="*/ 3590475 w 7467600"/>
              <a:gd name="connsiteY472" fmla="*/ 4597974 h 6858000"/>
              <a:gd name="connsiteX473" fmla="*/ 3100264 w 7467600"/>
              <a:gd name="connsiteY473" fmla="*/ 4579845 h 6858000"/>
              <a:gd name="connsiteX474" fmla="*/ 2183576 w 7467600"/>
              <a:gd name="connsiteY474" fmla="*/ 4227150 h 6858000"/>
              <a:gd name="connsiteX475" fmla="*/ 2151029 w 7467600"/>
              <a:gd name="connsiteY475" fmla="*/ 4146947 h 6858000"/>
              <a:gd name="connsiteX476" fmla="*/ 3563434 w 7467600"/>
              <a:gd name="connsiteY476" fmla="*/ 4469115 h 6858000"/>
              <a:gd name="connsiteX477" fmla="*/ 3177952 w 7467600"/>
              <a:gd name="connsiteY477" fmla="*/ 3657386 h 6858000"/>
              <a:gd name="connsiteX478" fmla="*/ 3189263 w 7467600"/>
              <a:gd name="connsiteY478" fmla="*/ 3625726 h 6858000"/>
              <a:gd name="connsiteX479" fmla="*/ 3560912 w 7467600"/>
              <a:gd name="connsiteY479" fmla="*/ 4079863 h 6858000"/>
              <a:gd name="connsiteX480" fmla="*/ 3626636 w 7467600"/>
              <a:gd name="connsiteY480" fmla="*/ 4512230 h 6858000"/>
              <a:gd name="connsiteX481" fmla="*/ 3653088 w 7467600"/>
              <a:gd name="connsiteY481" fmla="*/ 4521417 h 6858000"/>
              <a:gd name="connsiteX482" fmla="*/ 3988128 w 7467600"/>
              <a:gd name="connsiteY482" fmla="*/ 4817267 h 6858000"/>
              <a:gd name="connsiteX483" fmla="*/ 4830582 w 7467600"/>
              <a:gd name="connsiteY483" fmla="*/ 4676000 h 6858000"/>
              <a:gd name="connsiteX484" fmla="*/ 4830100 w 7467600"/>
              <a:gd name="connsiteY484" fmla="*/ 4675554 h 6858000"/>
              <a:gd name="connsiteX485" fmla="*/ 4036318 w 7467600"/>
              <a:gd name="connsiteY485" fmla="*/ 4147013 h 6858000"/>
              <a:gd name="connsiteX486" fmla="*/ 3432098 w 7467600"/>
              <a:gd name="connsiteY486" fmla="*/ 3537312 h 6858000"/>
              <a:gd name="connsiteX487" fmla="*/ 3446761 w 7467600"/>
              <a:gd name="connsiteY487" fmla="*/ 3461278 h 6858000"/>
              <a:gd name="connsiteX488" fmla="*/ 4419733 w 7467600"/>
              <a:gd name="connsiteY488" fmla="*/ 3963555 h 6858000"/>
              <a:gd name="connsiteX489" fmla="*/ 4781371 w 7467600"/>
              <a:gd name="connsiteY489" fmla="*/ 4458604 h 6858000"/>
              <a:gd name="connsiteX490" fmla="*/ 4780440 w 7467600"/>
              <a:gd name="connsiteY490" fmla="*/ 4470290 h 6858000"/>
              <a:gd name="connsiteX491" fmla="*/ 4898954 w 7467600"/>
              <a:gd name="connsiteY491" fmla="*/ 4662092 h 6858000"/>
              <a:gd name="connsiteX492" fmla="*/ 4900699 w 7467600"/>
              <a:gd name="connsiteY492" fmla="*/ 4670867 h 6858000"/>
              <a:gd name="connsiteX493" fmla="*/ 5714511 w 7467600"/>
              <a:gd name="connsiteY493" fmla="*/ 4663483 h 6858000"/>
              <a:gd name="connsiteX494" fmla="*/ 5464793 w 7467600"/>
              <a:gd name="connsiteY494" fmla="*/ 4393556 h 6858000"/>
              <a:gd name="connsiteX495" fmla="*/ 5461897 w 7467600"/>
              <a:gd name="connsiteY495" fmla="*/ 4390879 h 6858000"/>
              <a:gd name="connsiteX496" fmla="*/ 4294126 w 7467600"/>
              <a:gd name="connsiteY496" fmla="*/ 3303048 h 6858000"/>
              <a:gd name="connsiteX497" fmla="*/ 4305321 w 7467600"/>
              <a:gd name="connsiteY497" fmla="*/ 3256953 h 6858000"/>
              <a:gd name="connsiteX498" fmla="*/ 4949299 w 7467600"/>
              <a:gd name="connsiteY498" fmla="*/ 3766336 h 6858000"/>
              <a:gd name="connsiteX499" fmla="*/ 5291452 w 7467600"/>
              <a:gd name="connsiteY499" fmla="*/ 4076801 h 6858000"/>
              <a:gd name="connsiteX500" fmla="*/ 5434998 w 7467600"/>
              <a:gd name="connsiteY500" fmla="*/ 4254100 h 6858000"/>
              <a:gd name="connsiteX501" fmla="*/ 5351015 w 7467600"/>
              <a:gd name="connsiteY501" fmla="*/ 3760989 h 6858000"/>
              <a:gd name="connsiteX502" fmla="*/ 5413780 w 7467600"/>
              <a:gd name="connsiteY502" fmla="*/ 2966265 h 6858000"/>
              <a:gd name="connsiteX503" fmla="*/ 5425627 w 7467600"/>
              <a:gd name="connsiteY503" fmla="*/ 2954192 h 6858000"/>
              <a:gd name="connsiteX504" fmla="*/ 6604735 w 7467600"/>
              <a:gd name="connsiteY504" fmla="*/ 2041381 h 6858000"/>
              <a:gd name="connsiteX505" fmla="*/ 7204487 w 7467600"/>
              <a:gd name="connsiteY505" fmla="*/ 2742112 h 6858000"/>
              <a:gd name="connsiteX506" fmla="*/ 7131592 w 7467600"/>
              <a:gd name="connsiteY506" fmla="*/ 2672096 h 6858000"/>
              <a:gd name="connsiteX507" fmla="*/ 6996344 w 7467600"/>
              <a:gd name="connsiteY507" fmla="*/ 2518310 h 6858000"/>
              <a:gd name="connsiteX508" fmla="*/ 6735495 w 7467600"/>
              <a:gd name="connsiteY508" fmla="*/ 2196890 h 6858000"/>
              <a:gd name="connsiteX509" fmla="*/ 6721901 w 7467600"/>
              <a:gd name="connsiteY509" fmla="*/ 2179274 h 6858000"/>
              <a:gd name="connsiteX510" fmla="*/ 6604735 w 7467600"/>
              <a:gd name="connsiteY510" fmla="*/ 2041381 h 6858000"/>
              <a:gd name="connsiteX511" fmla="*/ 6591670 w 7467600"/>
              <a:gd name="connsiteY511" fmla="*/ 1988277 h 6858000"/>
              <a:gd name="connsiteX512" fmla="*/ 6747349 w 7467600"/>
              <a:gd name="connsiteY512" fmla="*/ 2160069 h 6858000"/>
              <a:gd name="connsiteX513" fmla="*/ 6760943 w 7467600"/>
              <a:gd name="connsiteY513" fmla="*/ 2177686 h 6858000"/>
              <a:gd name="connsiteX514" fmla="*/ 7021065 w 7467600"/>
              <a:gd name="connsiteY514" fmla="*/ 2498102 h 6858000"/>
              <a:gd name="connsiteX515" fmla="*/ 7155223 w 7467600"/>
              <a:gd name="connsiteY515" fmla="*/ 2650386 h 6858000"/>
              <a:gd name="connsiteX516" fmla="*/ 7203167 w 7467600"/>
              <a:gd name="connsiteY516" fmla="*/ 2697288 h 6858000"/>
              <a:gd name="connsiteX517" fmla="*/ 6937703 w 7467600"/>
              <a:gd name="connsiteY517" fmla="*/ 2321981 h 6858000"/>
              <a:gd name="connsiteX518" fmla="*/ 6591670 w 7467600"/>
              <a:gd name="connsiteY518" fmla="*/ 1988277 h 6858000"/>
              <a:gd name="connsiteX519" fmla="*/ 5798671 w 7467600"/>
              <a:gd name="connsiteY519" fmla="*/ 1981601 h 6858000"/>
              <a:gd name="connsiteX520" fmla="*/ 5754709 w 7467600"/>
              <a:gd name="connsiteY520" fmla="*/ 2071454 h 6858000"/>
              <a:gd name="connsiteX521" fmla="*/ 5763044 w 7467600"/>
              <a:gd name="connsiteY521" fmla="*/ 2842206 h 6858000"/>
              <a:gd name="connsiteX522" fmla="*/ 5764974 w 7467600"/>
              <a:gd name="connsiteY522" fmla="*/ 2799609 h 6858000"/>
              <a:gd name="connsiteX523" fmla="*/ 5767665 w 7467600"/>
              <a:gd name="connsiteY523" fmla="*/ 2666409 h 6858000"/>
              <a:gd name="connsiteX524" fmla="*/ 5763055 w 7467600"/>
              <a:gd name="connsiteY524" fmla="*/ 2579705 h 6858000"/>
              <a:gd name="connsiteX525" fmla="*/ 5758079 w 7467600"/>
              <a:gd name="connsiteY525" fmla="*/ 2492508 h 6858000"/>
              <a:gd name="connsiteX526" fmla="*/ 5779325 w 7467600"/>
              <a:gd name="connsiteY526" fmla="*/ 2197069 h 6858000"/>
              <a:gd name="connsiteX527" fmla="*/ 5798671 w 7467600"/>
              <a:gd name="connsiteY527" fmla="*/ 1981601 h 6858000"/>
              <a:gd name="connsiteX528" fmla="*/ 5829202 w 7467600"/>
              <a:gd name="connsiteY528" fmla="*/ 1971679 h 6858000"/>
              <a:gd name="connsiteX529" fmla="*/ 5809558 w 7467600"/>
              <a:gd name="connsiteY529" fmla="*/ 2198043 h 6858000"/>
              <a:gd name="connsiteX530" fmla="*/ 5788653 w 7467600"/>
              <a:gd name="connsiteY530" fmla="*/ 2489430 h 6858000"/>
              <a:gd name="connsiteX531" fmla="*/ 5793439 w 7467600"/>
              <a:gd name="connsiteY531" fmla="*/ 2575235 h 6858000"/>
              <a:gd name="connsiteX532" fmla="*/ 5796837 w 7467600"/>
              <a:gd name="connsiteY532" fmla="*/ 2637633 h 6858000"/>
              <a:gd name="connsiteX533" fmla="*/ 5818614 w 7467600"/>
              <a:gd name="connsiteY533" fmla="*/ 2473055 h 6858000"/>
              <a:gd name="connsiteX534" fmla="*/ 5829202 w 7467600"/>
              <a:gd name="connsiteY534" fmla="*/ 1971679 h 6858000"/>
              <a:gd name="connsiteX535" fmla="*/ 5911389 w 7467600"/>
              <a:gd name="connsiteY535" fmla="*/ 1898371 h 6858000"/>
              <a:gd name="connsiteX536" fmla="*/ 6237627 w 7467600"/>
              <a:gd name="connsiteY536" fmla="*/ 2231921 h 6858000"/>
              <a:gd name="connsiteX537" fmla="*/ 5911389 w 7467600"/>
              <a:gd name="connsiteY537" fmla="*/ 1898371 h 6858000"/>
              <a:gd name="connsiteX538" fmla="*/ 6944437 w 7467600"/>
              <a:gd name="connsiteY538" fmla="*/ 1575402 h 6858000"/>
              <a:gd name="connsiteX539" fmla="*/ 6304730 w 7467600"/>
              <a:gd name="connsiteY539" fmla="*/ 1766654 h 6858000"/>
              <a:gd name="connsiteX540" fmla="*/ 6944437 w 7467600"/>
              <a:gd name="connsiteY540" fmla="*/ 1575402 h 6858000"/>
              <a:gd name="connsiteX541" fmla="*/ 7019523 w 7467600"/>
              <a:gd name="connsiteY541" fmla="*/ 1519450 h 6858000"/>
              <a:gd name="connsiteX542" fmla="*/ 6298091 w 7467600"/>
              <a:gd name="connsiteY542" fmla="*/ 1737122 h 6858000"/>
              <a:gd name="connsiteX543" fmla="*/ 7019523 w 7467600"/>
              <a:gd name="connsiteY543" fmla="*/ 1519450 h 6858000"/>
              <a:gd name="connsiteX544" fmla="*/ 2399523 w 7467600"/>
              <a:gd name="connsiteY544" fmla="*/ 1428234 h 6858000"/>
              <a:gd name="connsiteX545" fmla="*/ 2224982 w 7467600"/>
              <a:gd name="connsiteY545" fmla="*/ 1826201 h 6858000"/>
              <a:gd name="connsiteX546" fmla="*/ 2096099 w 7467600"/>
              <a:gd name="connsiteY546" fmla="*/ 2345900 h 6858000"/>
              <a:gd name="connsiteX547" fmla="*/ 2283317 w 7467600"/>
              <a:gd name="connsiteY547" fmla="*/ 1796925 h 6858000"/>
              <a:gd name="connsiteX548" fmla="*/ 2399523 w 7467600"/>
              <a:gd name="connsiteY548" fmla="*/ 1428234 h 6858000"/>
              <a:gd name="connsiteX549" fmla="*/ 2448558 w 7467600"/>
              <a:gd name="connsiteY549" fmla="*/ 1373435 h 6858000"/>
              <a:gd name="connsiteX550" fmla="*/ 2312521 w 7467600"/>
              <a:gd name="connsiteY550" fmla="*/ 1806140 h 6858000"/>
              <a:gd name="connsiteX551" fmla="*/ 2127533 w 7467600"/>
              <a:gd name="connsiteY551" fmla="*/ 2348380 h 6858000"/>
              <a:gd name="connsiteX552" fmla="*/ 2358080 w 7467600"/>
              <a:gd name="connsiteY552" fmla="*/ 1866134 h 6858000"/>
              <a:gd name="connsiteX553" fmla="*/ 2407436 w 7467600"/>
              <a:gd name="connsiteY553" fmla="*/ 1651070 h 6858000"/>
              <a:gd name="connsiteX554" fmla="*/ 2448558 w 7467600"/>
              <a:gd name="connsiteY554" fmla="*/ 1373435 h 6858000"/>
              <a:gd name="connsiteX555" fmla="*/ 278707 w 7467600"/>
              <a:gd name="connsiteY555" fmla="*/ 1352270 h 6858000"/>
              <a:gd name="connsiteX556" fmla="*/ 321570 w 7467600"/>
              <a:gd name="connsiteY556" fmla="*/ 1861610 h 6858000"/>
              <a:gd name="connsiteX557" fmla="*/ 294281 w 7467600"/>
              <a:gd name="connsiteY557" fmla="*/ 1440658 h 6858000"/>
              <a:gd name="connsiteX558" fmla="*/ 278707 w 7467600"/>
              <a:gd name="connsiteY558" fmla="*/ 1352270 h 6858000"/>
              <a:gd name="connsiteX559" fmla="*/ 1423821 w 7467600"/>
              <a:gd name="connsiteY559" fmla="*/ 1351958 h 6858000"/>
              <a:gd name="connsiteX560" fmla="*/ 1638521 w 7467600"/>
              <a:gd name="connsiteY560" fmla="*/ 1908470 h 6858000"/>
              <a:gd name="connsiteX561" fmla="*/ 1754199 w 7467600"/>
              <a:gd name="connsiteY561" fmla="*/ 2149284 h 6858000"/>
              <a:gd name="connsiteX562" fmla="*/ 1908359 w 7467600"/>
              <a:gd name="connsiteY562" fmla="*/ 2364988 h 6858000"/>
              <a:gd name="connsiteX563" fmla="*/ 1647661 w 7467600"/>
              <a:gd name="connsiteY563" fmla="*/ 1825945 h 6858000"/>
              <a:gd name="connsiteX564" fmla="*/ 1423821 w 7467600"/>
              <a:gd name="connsiteY564" fmla="*/ 1351958 h 6858000"/>
              <a:gd name="connsiteX565" fmla="*/ 1431890 w 7467600"/>
              <a:gd name="connsiteY565" fmla="*/ 1306475 h 6858000"/>
              <a:gd name="connsiteX566" fmla="*/ 1507597 w 7467600"/>
              <a:gd name="connsiteY566" fmla="*/ 1446132 h 6858000"/>
              <a:gd name="connsiteX567" fmla="*/ 1674586 w 7467600"/>
              <a:gd name="connsiteY567" fmla="*/ 1813832 h 6858000"/>
              <a:gd name="connsiteX568" fmla="*/ 1815950 w 7467600"/>
              <a:gd name="connsiteY568" fmla="*/ 2128564 h 6858000"/>
              <a:gd name="connsiteX569" fmla="*/ 1984242 w 7467600"/>
              <a:gd name="connsiteY569" fmla="*/ 2430829 h 6858000"/>
              <a:gd name="connsiteX570" fmla="*/ 2014023 w 7467600"/>
              <a:gd name="connsiteY570" fmla="*/ 2450995 h 6858000"/>
              <a:gd name="connsiteX571" fmla="*/ 1747337 w 7467600"/>
              <a:gd name="connsiteY571" fmla="*/ 1855264 h 6858000"/>
              <a:gd name="connsiteX572" fmla="*/ 1533749 w 7467600"/>
              <a:gd name="connsiteY572" fmla="*/ 1478656 h 6858000"/>
              <a:gd name="connsiteX573" fmla="*/ 1431890 w 7467600"/>
              <a:gd name="connsiteY573" fmla="*/ 1306475 h 6858000"/>
              <a:gd name="connsiteX574" fmla="*/ 5052692 w 7467600"/>
              <a:gd name="connsiteY574" fmla="*/ 1292994 h 6858000"/>
              <a:gd name="connsiteX575" fmla="*/ 5200661 w 7467600"/>
              <a:gd name="connsiteY575" fmla="*/ 1635186 h 6858000"/>
              <a:gd name="connsiteX576" fmla="*/ 5297138 w 7467600"/>
              <a:gd name="connsiteY576" fmla="*/ 1906351 h 6858000"/>
              <a:gd name="connsiteX577" fmla="*/ 5052692 w 7467600"/>
              <a:gd name="connsiteY577" fmla="*/ 1292994 h 6858000"/>
              <a:gd name="connsiteX578" fmla="*/ 5009948 w 7467600"/>
              <a:gd name="connsiteY578" fmla="*/ 1273619 h 6858000"/>
              <a:gd name="connsiteX579" fmla="*/ 5121777 w 7467600"/>
              <a:gd name="connsiteY579" fmla="*/ 1654213 h 6858000"/>
              <a:gd name="connsiteX580" fmla="*/ 5293545 w 7467600"/>
              <a:gd name="connsiteY580" fmla="*/ 2072247 h 6858000"/>
              <a:gd name="connsiteX581" fmla="*/ 5294042 w 7467600"/>
              <a:gd name="connsiteY581" fmla="*/ 2065019 h 6858000"/>
              <a:gd name="connsiteX582" fmla="*/ 5171936 w 7467600"/>
              <a:gd name="connsiteY582" fmla="*/ 1647613 h 6858000"/>
              <a:gd name="connsiteX583" fmla="*/ 5009948 w 7467600"/>
              <a:gd name="connsiteY583" fmla="*/ 1273619 h 6858000"/>
              <a:gd name="connsiteX584" fmla="*/ 655236 w 7467600"/>
              <a:gd name="connsiteY584" fmla="*/ 1268632 h 6858000"/>
              <a:gd name="connsiteX585" fmla="*/ 839521 w 7467600"/>
              <a:gd name="connsiteY585" fmla="*/ 1685315 h 6858000"/>
              <a:gd name="connsiteX586" fmla="*/ 1109416 w 7467600"/>
              <a:gd name="connsiteY586" fmla="*/ 2061663 h 6858000"/>
              <a:gd name="connsiteX587" fmla="*/ 1298300 w 7467600"/>
              <a:gd name="connsiteY587" fmla="*/ 2247742 h 6858000"/>
              <a:gd name="connsiteX588" fmla="*/ 1125871 w 7467600"/>
              <a:gd name="connsiteY588" fmla="*/ 1989513 h 6858000"/>
              <a:gd name="connsiteX589" fmla="*/ 981574 w 7467600"/>
              <a:gd name="connsiteY589" fmla="*/ 1783157 h 6858000"/>
              <a:gd name="connsiteX590" fmla="*/ 922198 w 7467600"/>
              <a:gd name="connsiteY590" fmla="*/ 1677437 h 6858000"/>
              <a:gd name="connsiteX591" fmla="*/ 869293 w 7467600"/>
              <a:gd name="connsiteY591" fmla="*/ 1583214 h 6858000"/>
              <a:gd name="connsiteX592" fmla="*/ 751431 w 7467600"/>
              <a:gd name="connsiteY592" fmla="*/ 1405731 h 6858000"/>
              <a:gd name="connsiteX593" fmla="*/ 655236 w 7467600"/>
              <a:gd name="connsiteY593" fmla="*/ 1268632 h 6858000"/>
              <a:gd name="connsiteX594" fmla="*/ 6516292 w 7467600"/>
              <a:gd name="connsiteY594" fmla="*/ 1263064 h 6858000"/>
              <a:gd name="connsiteX595" fmla="*/ 5736320 w 7467600"/>
              <a:gd name="connsiteY595" fmla="*/ 1501803 h 6858000"/>
              <a:gd name="connsiteX596" fmla="*/ 6516292 w 7467600"/>
              <a:gd name="connsiteY596" fmla="*/ 1263064 h 6858000"/>
              <a:gd name="connsiteX597" fmla="*/ 291466 w 7467600"/>
              <a:gd name="connsiteY597" fmla="*/ 1250369 h 6858000"/>
              <a:gd name="connsiteX598" fmla="*/ 323180 w 7467600"/>
              <a:gd name="connsiteY598" fmla="*/ 1435283 h 6858000"/>
              <a:gd name="connsiteX599" fmla="*/ 349381 w 7467600"/>
              <a:gd name="connsiteY599" fmla="*/ 1875041 h 6858000"/>
              <a:gd name="connsiteX600" fmla="*/ 374363 w 7467600"/>
              <a:gd name="connsiteY600" fmla="*/ 1506494 h 6858000"/>
              <a:gd name="connsiteX601" fmla="*/ 302168 w 7467600"/>
              <a:gd name="connsiteY601" fmla="*/ 1274495 h 6858000"/>
              <a:gd name="connsiteX602" fmla="*/ 291466 w 7467600"/>
              <a:gd name="connsiteY602" fmla="*/ 1250369 h 6858000"/>
              <a:gd name="connsiteX603" fmla="*/ 678222 w 7467600"/>
              <a:gd name="connsiteY603" fmla="*/ 1248670 h 6858000"/>
              <a:gd name="connsiteX604" fmla="*/ 775536 w 7467600"/>
              <a:gd name="connsiteY604" fmla="*/ 1388015 h 6858000"/>
              <a:gd name="connsiteX605" fmla="*/ 894529 w 7467600"/>
              <a:gd name="connsiteY605" fmla="*/ 1567739 h 6858000"/>
              <a:gd name="connsiteX606" fmla="*/ 948000 w 7467600"/>
              <a:gd name="connsiteY606" fmla="*/ 1663088 h 6858000"/>
              <a:gd name="connsiteX607" fmla="*/ 1006812 w 7467600"/>
              <a:gd name="connsiteY607" fmla="*/ 1767683 h 6858000"/>
              <a:gd name="connsiteX608" fmla="*/ 1149133 w 7467600"/>
              <a:gd name="connsiteY608" fmla="*/ 1971513 h 6858000"/>
              <a:gd name="connsiteX609" fmla="*/ 1333952 w 7467600"/>
              <a:gd name="connsiteY609" fmla="*/ 2251620 h 6858000"/>
              <a:gd name="connsiteX610" fmla="*/ 1337329 w 7467600"/>
              <a:gd name="connsiteY610" fmla="*/ 2258350 h 6858000"/>
              <a:gd name="connsiteX611" fmla="*/ 1014726 w 7467600"/>
              <a:gd name="connsiteY611" fmla="*/ 1615556 h 6858000"/>
              <a:gd name="connsiteX612" fmla="*/ 678222 w 7467600"/>
              <a:gd name="connsiteY612" fmla="*/ 1248670 h 6858000"/>
              <a:gd name="connsiteX613" fmla="*/ 6691602 w 7467600"/>
              <a:gd name="connsiteY613" fmla="*/ 1140573 h 6858000"/>
              <a:gd name="connsiteX614" fmla="*/ 6571100 w 7467600"/>
              <a:gd name="connsiteY614" fmla="*/ 1183662 h 6858000"/>
              <a:gd name="connsiteX615" fmla="*/ 6241687 w 7467600"/>
              <a:gd name="connsiteY615" fmla="*/ 1257600 h 6858000"/>
              <a:gd name="connsiteX616" fmla="*/ 5693009 w 7467600"/>
              <a:gd name="connsiteY616" fmla="*/ 1478256 h 6858000"/>
              <a:gd name="connsiteX617" fmla="*/ 6548420 w 7467600"/>
              <a:gd name="connsiteY617" fmla="*/ 1214599 h 6858000"/>
              <a:gd name="connsiteX618" fmla="*/ 6605473 w 7467600"/>
              <a:gd name="connsiteY618" fmla="*/ 1184686 h 6858000"/>
              <a:gd name="connsiteX619" fmla="*/ 6691602 w 7467600"/>
              <a:gd name="connsiteY619" fmla="*/ 1140573 h 6858000"/>
              <a:gd name="connsiteX620" fmla="*/ 4002475 w 7467600"/>
              <a:gd name="connsiteY620" fmla="*/ 1037802 h 6858000"/>
              <a:gd name="connsiteX621" fmla="*/ 4000324 w 7467600"/>
              <a:gd name="connsiteY621" fmla="*/ 1039362 h 6858000"/>
              <a:gd name="connsiteX622" fmla="*/ 4002862 w 7467600"/>
              <a:gd name="connsiteY622" fmla="*/ 1042866 h 6858000"/>
              <a:gd name="connsiteX623" fmla="*/ 4002475 w 7467600"/>
              <a:gd name="connsiteY623" fmla="*/ 1037802 h 6858000"/>
              <a:gd name="connsiteX624" fmla="*/ 506322 w 7467600"/>
              <a:gd name="connsiteY624" fmla="*/ 1020997 h 6858000"/>
              <a:gd name="connsiteX625" fmla="*/ 533068 w 7467600"/>
              <a:gd name="connsiteY625" fmla="*/ 1029409 h 6858000"/>
              <a:gd name="connsiteX626" fmla="*/ 1232525 w 7467600"/>
              <a:gd name="connsiteY626" fmla="*/ 1804675 h 6858000"/>
              <a:gd name="connsiteX627" fmla="*/ 1388858 w 7467600"/>
              <a:gd name="connsiteY627" fmla="*/ 2368011 h 6858000"/>
              <a:gd name="connsiteX628" fmla="*/ 1384098 w 7467600"/>
              <a:gd name="connsiteY628" fmla="*/ 2378125 h 6858000"/>
              <a:gd name="connsiteX629" fmla="*/ 1425393 w 7467600"/>
              <a:gd name="connsiteY629" fmla="*/ 2589124 h 6858000"/>
              <a:gd name="connsiteX630" fmla="*/ 1424001 w 7467600"/>
              <a:gd name="connsiteY630" fmla="*/ 2597541 h 6858000"/>
              <a:gd name="connsiteX631" fmla="*/ 2152729 w 7467600"/>
              <a:gd name="connsiteY631" fmla="*/ 2864487 h 6858000"/>
              <a:gd name="connsiteX632" fmla="*/ 2020609 w 7467600"/>
              <a:gd name="connsiteY632" fmla="*/ 2539671 h 6858000"/>
              <a:gd name="connsiteX633" fmla="*/ 2018920 w 7467600"/>
              <a:gd name="connsiteY633" fmla="*/ 2536309 h 6858000"/>
              <a:gd name="connsiteX634" fmla="*/ 1342441 w 7467600"/>
              <a:gd name="connsiteY634" fmla="*/ 1173017 h 6858000"/>
              <a:gd name="connsiteX635" fmla="*/ 1367925 w 7467600"/>
              <a:gd name="connsiteY635" fmla="*/ 1135648 h 6858000"/>
              <a:gd name="connsiteX636" fmla="*/ 1771401 w 7467600"/>
              <a:gd name="connsiteY636" fmla="*/ 1806673 h 6858000"/>
              <a:gd name="connsiteX637" fmla="*/ 1972385 w 7467600"/>
              <a:gd name="connsiteY637" fmla="*/ 2198735 h 6858000"/>
              <a:gd name="connsiteX638" fmla="*/ 2040892 w 7467600"/>
              <a:gd name="connsiteY638" fmla="*/ 2405205 h 6858000"/>
              <a:gd name="connsiteX639" fmla="*/ 2131689 w 7467600"/>
              <a:gd name="connsiteY639" fmla="*/ 1936926 h 6858000"/>
              <a:gd name="connsiteX640" fmla="*/ 2454820 w 7467600"/>
              <a:gd name="connsiteY640" fmla="*/ 1248808 h 6858000"/>
              <a:gd name="connsiteX641" fmla="*/ 2492512 w 7467600"/>
              <a:gd name="connsiteY641" fmla="*/ 1302920 h 6858000"/>
              <a:gd name="connsiteX642" fmla="*/ 2081216 w 7467600"/>
              <a:gd name="connsiteY642" fmla="*/ 2527513 h 6858000"/>
              <a:gd name="connsiteX643" fmla="*/ 2081211 w 7467600"/>
              <a:gd name="connsiteY643" fmla="*/ 2528916 h 6858000"/>
              <a:gd name="connsiteX644" fmla="*/ 2199067 w 7467600"/>
              <a:gd name="connsiteY644" fmla="*/ 2884061 h 6858000"/>
              <a:gd name="connsiteX645" fmla="*/ 3192586 w 7467600"/>
              <a:gd name="connsiteY645" fmla="*/ 3411496 h 6858000"/>
              <a:gd name="connsiteX646" fmla="*/ 3182620 w 7467600"/>
              <a:gd name="connsiteY646" fmla="*/ 3483279 h 6858000"/>
              <a:gd name="connsiteX647" fmla="*/ 2435119 w 7467600"/>
              <a:gd name="connsiteY647" fmla="*/ 3080173 h 6858000"/>
              <a:gd name="connsiteX648" fmla="*/ 2410152 w 7467600"/>
              <a:gd name="connsiteY648" fmla="*/ 3063751 h 6858000"/>
              <a:gd name="connsiteX649" fmla="*/ 2408099 w 7467600"/>
              <a:gd name="connsiteY649" fmla="*/ 3064403 h 6858000"/>
              <a:gd name="connsiteX650" fmla="*/ 2407218 w 7467600"/>
              <a:gd name="connsiteY650" fmla="*/ 3070324 h 6858000"/>
              <a:gd name="connsiteX651" fmla="*/ 2380138 w 7467600"/>
              <a:gd name="connsiteY651" fmla="*/ 3099341 h 6858000"/>
              <a:gd name="connsiteX652" fmla="*/ 1765923 w 7467600"/>
              <a:gd name="connsiteY652" fmla="*/ 3581043 h 6858000"/>
              <a:gd name="connsiteX653" fmla="*/ 1702258 w 7467600"/>
              <a:gd name="connsiteY653" fmla="*/ 3612286 h 6858000"/>
              <a:gd name="connsiteX654" fmla="*/ 1538370 w 7467600"/>
              <a:gd name="connsiteY654" fmla="*/ 3811804 h 6858000"/>
              <a:gd name="connsiteX655" fmla="*/ 542867 w 7467600"/>
              <a:gd name="connsiteY655" fmla="*/ 4944092 h 6858000"/>
              <a:gd name="connsiteX656" fmla="*/ 515800 w 7467600"/>
              <a:gd name="connsiteY656" fmla="*/ 4862180 h 6858000"/>
              <a:gd name="connsiteX657" fmla="*/ 909145 w 7467600"/>
              <a:gd name="connsiteY657" fmla="*/ 4199225 h 6858000"/>
              <a:gd name="connsiteX658" fmla="*/ 1214067 w 7467600"/>
              <a:gd name="connsiteY658" fmla="*/ 3908561 h 6858000"/>
              <a:gd name="connsiteX659" fmla="*/ 640967 w 7467600"/>
              <a:gd name="connsiteY659" fmla="*/ 4105601 h 6858000"/>
              <a:gd name="connsiteX660" fmla="*/ 112563 w 7467600"/>
              <a:gd name="connsiteY660" fmla="*/ 4396952 h 6858000"/>
              <a:gd name="connsiteX661" fmla="*/ 0 w 7467600"/>
              <a:gd name="connsiteY661" fmla="*/ 4466006 h 6858000"/>
              <a:gd name="connsiteX662" fmla="*/ 0 w 7467600"/>
              <a:gd name="connsiteY662" fmla="*/ 4233763 h 6858000"/>
              <a:gd name="connsiteX663" fmla="*/ 36881 w 7467600"/>
              <a:gd name="connsiteY663" fmla="*/ 4200118 h 6858000"/>
              <a:gd name="connsiteX664" fmla="*/ 910534 w 7467600"/>
              <a:gd name="connsiteY664" fmla="*/ 3629753 h 6858000"/>
              <a:gd name="connsiteX665" fmla="*/ 1578717 w 7467600"/>
              <a:gd name="connsiteY665" fmla="*/ 3575982 h 6858000"/>
              <a:gd name="connsiteX666" fmla="*/ 2338780 w 7467600"/>
              <a:gd name="connsiteY666" fmla="*/ 3033725 h 6858000"/>
              <a:gd name="connsiteX667" fmla="*/ 1807991 w 7467600"/>
              <a:gd name="connsiteY667" fmla="*/ 2807184 h 6858000"/>
              <a:gd name="connsiteX668" fmla="*/ 1416358 w 7467600"/>
              <a:gd name="connsiteY668" fmla="*/ 3112571 h 6858000"/>
              <a:gd name="connsiteX669" fmla="*/ 939066 w 7467600"/>
              <a:gd name="connsiteY669" fmla="*/ 3378798 h 6858000"/>
              <a:gd name="connsiteX670" fmla="*/ 115099 w 7467600"/>
              <a:gd name="connsiteY670" fmla="*/ 3607650 h 6858000"/>
              <a:gd name="connsiteX671" fmla="*/ 97284 w 7467600"/>
              <a:gd name="connsiteY671" fmla="*/ 3520393 h 6858000"/>
              <a:gd name="connsiteX672" fmla="*/ 922050 w 7467600"/>
              <a:gd name="connsiteY672" fmla="*/ 3074867 h 6858000"/>
              <a:gd name="connsiteX673" fmla="*/ 1405265 w 7467600"/>
              <a:gd name="connsiteY673" fmla="*/ 3016319 h 6858000"/>
              <a:gd name="connsiteX674" fmla="*/ 1407512 w 7467600"/>
              <a:gd name="connsiteY674" fmla="*/ 3018001 h 6858000"/>
              <a:gd name="connsiteX675" fmla="*/ 1726266 w 7467600"/>
              <a:gd name="connsiteY675" fmla="*/ 2777274 h 6858000"/>
              <a:gd name="connsiteX676" fmla="*/ 625390 w 7467600"/>
              <a:gd name="connsiteY676" fmla="*/ 2514541 h 6858000"/>
              <a:gd name="connsiteX677" fmla="*/ 619799 w 7467600"/>
              <a:gd name="connsiteY677" fmla="*/ 2527180 h 6858000"/>
              <a:gd name="connsiteX678" fmla="*/ 310030 w 7467600"/>
              <a:gd name="connsiteY678" fmla="*/ 2771818 h 6858000"/>
              <a:gd name="connsiteX679" fmla="*/ 173877 w 7467600"/>
              <a:gd name="connsiteY679" fmla="*/ 2937056 h 6858000"/>
              <a:gd name="connsiteX680" fmla="*/ 77889 w 7467600"/>
              <a:gd name="connsiteY680" fmla="*/ 3138440 h 6858000"/>
              <a:gd name="connsiteX681" fmla="*/ 0 w 7467600"/>
              <a:gd name="connsiteY681" fmla="*/ 3271395 h 6858000"/>
              <a:gd name="connsiteX682" fmla="*/ 0 w 7467600"/>
              <a:gd name="connsiteY682" fmla="*/ 3153002 h 6858000"/>
              <a:gd name="connsiteX683" fmla="*/ 2386 w 7467600"/>
              <a:gd name="connsiteY683" fmla="*/ 3149203 h 6858000"/>
              <a:gd name="connsiteX684" fmla="*/ 89753 w 7467600"/>
              <a:gd name="connsiteY684" fmla="*/ 2987702 h 6858000"/>
              <a:gd name="connsiteX685" fmla="*/ 76869 w 7467600"/>
              <a:gd name="connsiteY685" fmla="*/ 3005404 h 6858000"/>
              <a:gd name="connsiteX686" fmla="*/ 32049 w 7467600"/>
              <a:gd name="connsiteY686" fmla="*/ 3065814 h 6858000"/>
              <a:gd name="connsiteX687" fmla="*/ 0 w 7467600"/>
              <a:gd name="connsiteY687" fmla="*/ 3108744 h 6858000"/>
              <a:gd name="connsiteX688" fmla="*/ 0 w 7467600"/>
              <a:gd name="connsiteY688" fmla="*/ 3058059 h 6858000"/>
              <a:gd name="connsiteX689" fmla="*/ 7610 w 7467600"/>
              <a:gd name="connsiteY689" fmla="*/ 3047889 h 6858000"/>
              <a:gd name="connsiteX690" fmla="*/ 52419 w 7467600"/>
              <a:gd name="connsiteY690" fmla="*/ 2987479 h 6858000"/>
              <a:gd name="connsiteX691" fmla="*/ 59142 w 7467600"/>
              <a:gd name="connsiteY691" fmla="*/ 2978488 h 6858000"/>
              <a:gd name="connsiteX692" fmla="*/ 0 w 7467600"/>
              <a:gd name="connsiteY692" fmla="*/ 3015334 h 6858000"/>
              <a:gd name="connsiteX693" fmla="*/ 0 w 7467600"/>
              <a:gd name="connsiteY693" fmla="*/ 2914286 h 6858000"/>
              <a:gd name="connsiteX694" fmla="*/ 36383 w 7467600"/>
              <a:gd name="connsiteY694" fmla="*/ 2901128 h 6858000"/>
              <a:gd name="connsiteX695" fmla="*/ 156329 w 7467600"/>
              <a:gd name="connsiteY695" fmla="*/ 2840533 h 6858000"/>
              <a:gd name="connsiteX696" fmla="*/ 358355 w 7467600"/>
              <a:gd name="connsiteY696" fmla="*/ 2620471 h 6858000"/>
              <a:gd name="connsiteX697" fmla="*/ 510577 w 7467600"/>
              <a:gd name="connsiteY697" fmla="*/ 2501244 h 6858000"/>
              <a:gd name="connsiteX698" fmla="*/ 211967 w 7467600"/>
              <a:gd name="connsiteY698" fmla="*/ 2479171 h 6858000"/>
              <a:gd name="connsiteX699" fmla="*/ 0 w 7467600"/>
              <a:gd name="connsiteY699" fmla="*/ 2476398 h 6858000"/>
              <a:gd name="connsiteX700" fmla="*/ 0 w 7467600"/>
              <a:gd name="connsiteY700" fmla="*/ 2389189 h 6858000"/>
              <a:gd name="connsiteX701" fmla="*/ 103062 w 7467600"/>
              <a:gd name="connsiteY701" fmla="*/ 2389518 h 6858000"/>
              <a:gd name="connsiteX702" fmla="*/ 510734 w 7467600"/>
              <a:gd name="connsiteY702" fmla="*/ 2416201 h 6858000"/>
              <a:gd name="connsiteX703" fmla="*/ 279257 w 7467600"/>
              <a:gd name="connsiteY703" fmla="*/ 2092102 h 6858000"/>
              <a:gd name="connsiteX704" fmla="*/ 65265 w 7467600"/>
              <a:gd name="connsiteY704" fmla="*/ 2006049 h 6858000"/>
              <a:gd name="connsiteX705" fmla="*/ 0 w 7467600"/>
              <a:gd name="connsiteY705" fmla="*/ 1982532 h 6858000"/>
              <a:gd name="connsiteX706" fmla="*/ 0 w 7467600"/>
              <a:gd name="connsiteY706" fmla="*/ 1912789 h 6858000"/>
              <a:gd name="connsiteX707" fmla="*/ 97460 w 7467600"/>
              <a:gd name="connsiteY707" fmla="*/ 1953725 h 6858000"/>
              <a:gd name="connsiteX708" fmla="*/ 221272 w 7467600"/>
              <a:gd name="connsiteY708" fmla="*/ 1980766 h 6858000"/>
              <a:gd name="connsiteX709" fmla="*/ 116765 w 7467600"/>
              <a:gd name="connsiteY709" fmla="*/ 1911033 h 6858000"/>
              <a:gd name="connsiteX710" fmla="*/ 16405 w 7467600"/>
              <a:gd name="connsiteY710" fmla="*/ 1803412 h 6858000"/>
              <a:gd name="connsiteX711" fmla="*/ 0 w 7467600"/>
              <a:gd name="connsiteY711" fmla="*/ 1784777 h 6858000"/>
              <a:gd name="connsiteX712" fmla="*/ 0 w 7467600"/>
              <a:gd name="connsiteY712" fmla="*/ 1740082 h 6858000"/>
              <a:gd name="connsiteX713" fmla="*/ 39394 w 7467600"/>
              <a:gd name="connsiteY713" fmla="*/ 1784856 h 6858000"/>
              <a:gd name="connsiteX714" fmla="*/ 135813 w 7467600"/>
              <a:gd name="connsiteY714" fmla="*/ 1888838 h 6858000"/>
              <a:gd name="connsiteX715" fmla="*/ 242575 w 7467600"/>
              <a:gd name="connsiteY715" fmla="*/ 1958841 h 6858000"/>
              <a:gd name="connsiteX716" fmla="*/ 82197 w 7467600"/>
              <a:gd name="connsiteY716" fmla="*/ 1754826 h 6858000"/>
              <a:gd name="connsiteX717" fmla="*/ 0 w 7467600"/>
              <a:gd name="connsiteY717" fmla="*/ 1679650 h 6858000"/>
              <a:gd name="connsiteX718" fmla="*/ 0 w 7467600"/>
              <a:gd name="connsiteY718" fmla="*/ 1602463 h 6858000"/>
              <a:gd name="connsiteX719" fmla="*/ 84689 w 7467600"/>
              <a:gd name="connsiteY719" fmla="*/ 1677442 h 6858000"/>
              <a:gd name="connsiteX720" fmla="*/ 298437 w 7467600"/>
              <a:gd name="connsiteY720" fmla="*/ 1968019 h 6858000"/>
              <a:gd name="connsiteX721" fmla="*/ 227269 w 7467600"/>
              <a:gd name="connsiteY721" fmla="*/ 1114064 h 6858000"/>
              <a:gd name="connsiteX722" fmla="*/ 248003 w 7467600"/>
              <a:gd name="connsiteY722" fmla="*/ 1089613 h 6858000"/>
              <a:gd name="connsiteX723" fmla="*/ 427020 w 7467600"/>
              <a:gd name="connsiteY723" fmla="*/ 1619803 h 6858000"/>
              <a:gd name="connsiteX724" fmla="*/ 340345 w 7467600"/>
              <a:gd name="connsiteY724" fmla="*/ 2027739 h 6858000"/>
              <a:gd name="connsiteX725" fmla="*/ 360865 w 7467600"/>
              <a:gd name="connsiteY725" fmla="*/ 2044827 h 6858000"/>
              <a:gd name="connsiteX726" fmla="*/ 560414 w 7467600"/>
              <a:gd name="connsiteY726" fmla="*/ 2421457 h 6858000"/>
              <a:gd name="connsiteX727" fmla="*/ 1359703 w 7467600"/>
              <a:gd name="connsiteY727" fmla="*/ 2578554 h 6858000"/>
              <a:gd name="connsiteX728" fmla="*/ 1359422 w 7467600"/>
              <a:gd name="connsiteY728" fmla="*/ 2577994 h 6858000"/>
              <a:gd name="connsiteX729" fmla="*/ 828701 w 7467600"/>
              <a:gd name="connsiteY729" fmla="*/ 1839520 h 6858000"/>
              <a:gd name="connsiteX730" fmla="*/ 494427 w 7467600"/>
              <a:gd name="connsiteY730" fmla="*/ 1092333 h 6858000"/>
              <a:gd name="connsiteX731" fmla="*/ 506322 w 7467600"/>
              <a:gd name="connsiteY731" fmla="*/ 1020997 h 6858000"/>
              <a:gd name="connsiteX732" fmla="*/ 4570198 w 7467600"/>
              <a:gd name="connsiteY732" fmla="*/ 978081 h 6858000"/>
              <a:gd name="connsiteX733" fmla="*/ 4523691 w 7467600"/>
              <a:gd name="connsiteY733" fmla="*/ 1127776 h 6858000"/>
              <a:gd name="connsiteX734" fmla="*/ 4509875 w 7467600"/>
              <a:gd name="connsiteY734" fmla="*/ 1167552 h 6858000"/>
              <a:gd name="connsiteX735" fmla="*/ 4478168 w 7467600"/>
              <a:gd name="connsiteY735" fmla="*/ 1260735 h 6858000"/>
              <a:gd name="connsiteX736" fmla="*/ 4409309 w 7467600"/>
              <a:gd name="connsiteY736" fmla="*/ 1666996 h 6858000"/>
              <a:gd name="connsiteX737" fmla="*/ 4370031 w 7467600"/>
              <a:gd name="connsiteY737" fmla="*/ 1955666 h 6858000"/>
              <a:gd name="connsiteX738" fmla="*/ 4570198 w 7467600"/>
              <a:gd name="connsiteY738" fmla="*/ 978081 h 6858000"/>
              <a:gd name="connsiteX739" fmla="*/ 4557898 w 7467600"/>
              <a:gd name="connsiteY739" fmla="*/ 900011 h 6858000"/>
              <a:gd name="connsiteX740" fmla="*/ 4344840 w 7467600"/>
              <a:gd name="connsiteY740" fmla="*/ 1922038 h 6858000"/>
              <a:gd name="connsiteX741" fmla="*/ 4378710 w 7467600"/>
              <a:gd name="connsiteY741" fmla="*/ 1665516 h 6858000"/>
              <a:gd name="connsiteX742" fmla="*/ 4448798 w 7467600"/>
              <a:gd name="connsiteY742" fmla="*/ 1253024 h 6858000"/>
              <a:gd name="connsiteX743" fmla="*/ 4480315 w 7467600"/>
              <a:gd name="connsiteY743" fmla="*/ 1158454 h 6858000"/>
              <a:gd name="connsiteX744" fmla="*/ 4494133 w 7467600"/>
              <a:gd name="connsiteY744" fmla="*/ 1118676 h 6858000"/>
              <a:gd name="connsiteX745" fmla="*/ 4557898 w 7467600"/>
              <a:gd name="connsiteY745" fmla="*/ 900011 h 6858000"/>
              <a:gd name="connsiteX746" fmla="*/ 5870151 w 7467600"/>
              <a:gd name="connsiteY746" fmla="*/ 898890 h 6858000"/>
              <a:gd name="connsiteX747" fmla="*/ 5861335 w 7467600"/>
              <a:gd name="connsiteY747" fmla="*/ 899177 h 6858000"/>
              <a:gd name="connsiteX748" fmla="*/ 5843702 w 7467600"/>
              <a:gd name="connsiteY748" fmla="*/ 899748 h 6858000"/>
              <a:gd name="connsiteX749" fmla="*/ 5651107 w 7467600"/>
              <a:gd name="connsiteY749" fmla="*/ 920306 h 6858000"/>
              <a:gd name="connsiteX750" fmla="*/ 5459407 w 7467600"/>
              <a:gd name="connsiteY750" fmla="*/ 940975 h 6858000"/>
              <a:gd name="connsiteX751" fmla="*/ 5374846 w 7467600"/>
              <a:gd name="connsiteY751" fmla="*/ 941988 h 6858000"/>
              <a:gd name="connsiteX752" fmla="*/ 5256105 w 7467600"/>
              <a:gd name="connsiteY752" fmla="*/ 945632 h 6858000"/>
              <a:gd name="connsiteX753" fmla="*/ 5107071 w 7467600"/>
              <a:gd name="connsiteY753" fmla="*/ 969720 h 6858000"/>
              <a:gd name="connsiteX754" fmla="*/ 4998681 w 7467600"/>
              <a:gd name="connsiteY754" fmla="*/ 988771 h 6858000"/>
              <a:gd name="connsiteX755" fmla="*/ 5870151 w 7467600"/>
              <a:gd name="connsiteY755" fmla="*/ 898890 h 6858000"/>
              <a:gd name="connsiteX756" fmla="*/ 5504425 w 7467600"/>
              <a:gd name="connsiteY756" fmla="*/ 848067 h 6858000"/>
              <a:gd name="connsiteX757" fmla="*/ 4968849 w 7467600"/>
              <a:gd name="connsiteY757" fmla="*/ 962318 h 6858000"/>
              <a:gd name="connsiteX758" fmla="*/ 5104039 w 7467600"/>
              <a:gd name="connsiteY758" fmla="*/ 940634 h 6858000"/>
              <a:gd name="connsiteX759" fmla="*/ 5256311 w 7467600"/>
              <a:gd name="connsiteY759" fmla="*/ 916490 h 6858000"/>
              <a:gd name="connsiteX760" fmla="*/ 5377381 w 7467600"/>
              <a:gd name="connsiteY760" fmla="*/ 912671 h 6858000"/>
              <a:gd name="connsiteX761" fmla="*/ 5460148 w 7467600"/>
              <a:gd name="connsiteY761" fmla="*/ 911442 h 6858000"/>
              <a:gd name="connsiteX762" fmla="*/ 5648971 w 7467600"/>
              <a:gd name="connsiteY762" fmla="*/ 891331 h 6858000"/>
              <a:gd name="connsiteX763" fmla="*/ 5844807 w 7467600"/>
              <a:gd name="connsiteY763" fmla="*/ 870718 h 6858000"/>
              <a:gd name="connsiteX764" fmla="*/ 5862975 w 7467600"/>
              <a:gd name="connsiteY764" fmla="*/ 869756 h 6858000"/>
              <a:gd name="connsiteX765" fmla="*/ 5920887 w 7467600"/>
              <a:gd name="connsiteY765" fmla="*/ 865929 h 6858000"/>
              <a:gd name="connsiteX766" fmla="*/ 5504425 w 7467600"/>
              <a:gd name="connsiteY766" fmla="*/ 848067 h 6858000"/>
              <a:gd name="connsiteX767" fmla="*/ 3607114 w 7467600"/>
              <a:gd name="connsiteY767" fmla="*/ 467441 h 6858000"/>
              <a:gd name="connsiteX768" fmla="*/ 3296242 w 7467600"/>
              <a:gd name="connsiteY768" fmla="*/ 807991 h 6858000"/>
              <a:gd name="connsiteX769" fmla="*/ 3174674 w 7467600"/>
              <a:gd name="connsiteY769" fmla="*/ 919759 h 6858000"/>
              <a:gd name="connsiteX770" fmla="*/ 3042978 w 7467600"/>
              <a:gd name="connsiteY770" fmla="*/ 1054894 h 6858000"/>
              <a:gd name="connsiteX771" fmla="*/ 2968914 w 7467600"/>
              <a:gd name="connsiteY771" fmla="*/ 1133756 h 6858000"/>
              <a:gd name="connsiteX772" fmla="*/ 3103823 w 7467600"/>
              <a:gd name="connsiteY772" fmla="*/ 1026814 h 6858000"/>
              <a:gd name="connsiteX773" fmla="*/ 3607114 w 7467600"/>
              <a:gd name="connsiteY773" fmla="*/ 467441 h 6858000"/>
              <a:gd name="connsiteX774" fmla="*/ 3744487 w 7467600"/>
              <a:gd name="connsiteY774" fmla="*/ 383136 h 6858000"/>
              <a:gd name="connsiteX775" fmla="*/ 3970213 w 7467600"/>
              <a:gd name="connsiteY775" fmla="*/ 995559 h 6858000"/>
              <a:gd name="connsiteX776" fmla="*/ 3744487 w 7467600"/>
              <a:gd name="connsiteY776" fmla="*/ 383136 h 6858000"/>
              <a:gd name="connsiteX777" fmla="*/ 3624562 w 7467600"/>
              <a:gd name="connsiteY777" fmla="*/ 367041 h 6858000"/>
              <a:gd name="connsiteX778" fmla="*/ 3489712 w 7467600"/>
              <a:gd name="connsiteY778" fmla="*/ 485386 h 6858000"/>
              <a:gd name="connsiteX779" fmla="*/ 3182994 w 7467600"/>
              <a:gd name="connsiteY779" fmla="*/ 828265 h 6858000"/>
              <a:gd name="connsiteX780" fmla="*/ 2892114 w 7467600"/>
              <a:gd name="connsiteY780" fmla="*/ 1172635 h 6858000"/>
              <a:gd name="connsiteX781" fmla="*/ 3021459 w 7467600"/>
              <a:gd name="connsiteY781" fmla="*/ 1035385 h 6858000"/>
              <a:gd name="connsiteX782" fmla="*/ 3153873 w 7467600"/>
              <a:gd name="connsiteY782" fmla="*/ 898971 h 6858000"/>
              <a:gd name="connsiteX783" fmla="*/ 3276511 w 7467600"/>
              <a:gd name="connsiteY783" fmla="*/ 786423 h 6858000"/>
              <a:gd name="connsiteX784" fmla="*/ 3584154 w 7467600"/>
              <a:gd name="connsiteY784" fmla="*/ 448218 h 6858000"/>
              <a:gd name="connsiteX785" fmla="*/ 3624562 w 7467600"/>
              <a:gd name="connsiteY785" fmla="*/ 367041 h 6858000"/>
              <a:gd name="connsiteX786" fmla="*/ 3766672 w 7467600"/>
              <a:gd name="connsiteY786" fmla="*/ 359429 h 6858000"/>
              <a:gd name="connsiteX787" fmla="*/ 3996338 w 7467600"/>
              <a:gd name="connsiteY787" fmla="*/ 968237 h 6858000"/>
              <a:gd name="connsiteX788" fmla="*/ 3766672 w 7467600"/>
              <a:gd name="connsiteY788" fmla="*/ 359429 h 6858000"/>
              <a:gd name="connsiteX789" fmla="*/ 5805386 w 7467600"/>
              <a:gd name="connsiteY789" fmla="*/ 239240 h 6858000"/>
              <a:gd name="connsiteX790" fmla="*/ 5736947 w 7467600"/>
              <a:gd name="connsiteY790" fmla="*/ 261367 h 6858000"/>
              <a:gd name="connsiteX791" fmla="*/ 5427012 w 7467600"/>
              <a:gd name="connsiteY791" fmla="*/ 311272 h 6858000"/>
              <a:gd name="connsiteX792" fmla="*/ 5147818 w 7467600"/>
              <a:gd name="connsiteY792" fmla="*/ 322112 h 6858000"/>
              <a:gd name="connsiteX793" fmla="*/ 5060854 w 7467600"/>
              <a:gd name="connsiteY793" fmla="*/ 311882 h 6858000"/>
              <a:gd name="connsiteX794" fmla="*/ 4945989 w 7467600"/>
              <a:gd name="connsiteY794" fmla="*/ 300516 h 6858000"/>
              <a:gd name="connsiteX795" fmla="*/ 5410479 w 7467600"/>
              <a:gd name="connsiteY795" fmla="*/ 348434 h 6858000"/>
              <a:gd name="connsiteX796" fmla="*/ 5805386 w 7467600"/>
              <a:gd name="connsiteY796" fmla="*/ 239240 h 6858000"/>
              <a:gd name="connsiteX797" fmla="*/ 5905192 w 7467600"/>
              <a:gd name="connsiteY797" fmla="*/ 163079 h 6858000"/>
              <a:gd name="connsiteX798" fmla="*/ 5865655 w 7467600"/>
              <a:gd name="connsiteY798" fmla="*/ 171901 h 6858000"/>
              <a:gd name="connsiteX799" fmla="*/ 5259740 w 7467600"/>
              <a:gd name="connsiteY799" fmla="*/ 257013 h 6858000"/>
              <a:gd name="connsiteX800" fmla="*/ 5208466 w 7467600"/>
              <a:gd name="connsiteY800" fmla="*/ 257550 h 6858000"/>
              <a:gd name="connsiteX801" fmla="*/ 4980204 w 7467600"/>
              <a:gd name="connsiteY801" fmla="*/ 271903 h 6858000"/>
              <a:gd name="connsiteX802" fmla="*/ 5068068 w 7467600"/>
              <a:gd name="connsiteY802" fmla="*/ 282244 h 6858000"/>
              <a:gd name="connsiteX803" fmla="*/ 5153231 w 7467600"/>
              <a:gd name="connsiteY803" fmla="*/ 292240 h 6858000"/>
              <a:gd name="connsiteX804" fmla="*/ 5426491 w 7467600"/>
              <a:gd name="connsiteY804" fmla="*/ 281128 h 6858000"/>
              <a:gd name="connsiteX805" fmla="*/ 5731212 w 7467600"/>
              <a:gd name="connsiteY805" fmla="*/ 231951 h 6858000"/>
              <a:gd name="connsiteX806" fmla="*/ 5905192 w 7467600"/>
              <a:gd name="connsiteY806" fmla="*/ 163079 h 6858000"/>
              <a:gd name="connsiteX807" fmla="*/ 5944437 w 7467600"/>
              <a:gd name="connsiteY807" fmla="*/ 113829 h 6858000"/>
              <a:gd name="connsiteX808" fmla="*/ 5825032 w 7467600"/>
              <a:gd name="connsiteY808" fmla="*/ 146405 h 6858000"/>
              <a:gd name="connsiteX809" fmla="*/ 4955599 w 7467600"/>
              <a:gd name="connsiteY809" fmla="*/ 247008 h 6858000"/>
              <a:gd name="connsiteX810" fmla="*/ 5210104 w 7467600"/>
              <a:gd name="connsiteY810" fmla="*/ 228123 h 6858000"/>
              <a:gd name="connsiteX811" fmla="*/ 5261015 w 7467600"/>
              <a:gd name="connsiteY811" fmla="*/ 227087 h 6858000"/>
              <a:gd name="connsiteX812" fmla="*/ 5861181 w 7467600"/>
              <a:gd name="connsiteY812" fmla="*/ 143093 h 6858000"/>
              <a:gd name="connsiteX813" fmla="*/ 5961252 w 7467600"/>
              <a:gd name="connsiteY813" fmla="*/ 114820 h 6858000"/>
              <a:gd name="connsiteX814" fmla="*/ 5944437 w 7467600"/>
              <a:gd name="connsiteY814" fmla="*/ 113829 h 6858000"/>
              <a:gd name="connsiteX815" fmla="*/ 3882765 w 7467600"/>
              <a:gd name="connsiteY815" fmla="*/ 0 h 6858000"/>
              <a:gd name="connsiteX816" fmla="*/ 3995099 w 7467600"/>
              <a:gd name="connsiteY816" fmla="*/ 0 h 6858000"/>
              <a:gd name="connsiteX817" fmla="*/ 4163818 w 7467600"/>
              <a:gd name="connsiteY817" fmla="*/ 234104 h 6858000"/>
              <a:gd name="connsiteX818" fmla="*/ 4172099 w 7467600"/>
              <a:gd name="connsiteY818" fmla="*/ 234207 h 6858000"/>
              <a:gd name="connsiteX819" fmla="*/ 4784282 w 7467600"/>
              <a:gd name="connsiteY819" fmla="*/ 276561 h 6858000"/>
              <a:gd name="connsiteX820" fmla="*/ 4801687 w 7467600"/>
              <a:gd name="connsiteY820" fmla="*/ 267764 h 6858000"/>
              <a:gd name="connsiteX821" fmla="*/ 6082788 w 7467600"/>
              <a:gd name="connsiteY821" fmla="*/ 64119 h 6858000"/>
              <a:gd name="connsiteX822" fmla="*/ 6099442 w 7467600"/>
              <a:gd name="connsiteY822" fmla="*/ 82568 h 6858000"/>
              <a:gd name="connsiteX823" fmla="*/ 4804137 w 7467600"/>
              <a:gd name="connsiteY823" fmla="*/ 320931 h 6858000"/>
              <a:gd name="connsiteX824" fmla="*/ 4227047 w 7467600"/>
              <a:gd name="connsiteY824" fmla="*/ 313415 h 6858000"/>
              <a:gd name="connsiteX825" fmla="*/ 4346041 w 7467600"/>
              <a:gd name="connsiteY825" fmla="*/ 456086 h 6858000"/>
              <a:gd name="connsiteX826" fmla="*/ 4870967 w 7467600"/>
              <a:gd name="connsiteY826" fmla="*/ 963061 h 6858000"/>
              <a:gd name="connsiteX827" fmla="*/ 4889647 w 7467600"/>
              <a:gd name="connsiteY827" fmla="*/ 957147 h 6858000"/>
              <a:gd name="connsiteX828" fmla="*/ 5422504 w 7467600"/>
              <a:gd name="connsiteY828" fmla="*/ 805191 h 6858000"/>
              <a:gd name="connsiteX829" fmla="*/ 6087656 w 7467600"/>
              <a:gd name="connsiteY829" fmla="*/ 826703 h 6858000"/>
              <a:gd name="connsiteX830" fmla="*/ 6058717 w 7467600"/>
              <a:gd name="connsiteY830" fmla="*/ 865992 h 6858000"/>
              <a:gd name="connsiteX831" fmla="*/ 4974153 w 7467600"/>
              <a:gd name="connsiteY831" fmla="*/ 1045456 h 6858000"/>
              <a:gd name="connsiteX832" fmla="*/ 5627835 w 7467600"/>
              <a:gd name="connsiteY832" fmla="*/ 1472077 h 6858000"/>
              <a:gd name="connsiteX833" fmla="*/ 5629817 w 7467600"/>
              <a:gd name="connsiteY833" fmla="*/ 1471412 h 6858000"/>
              <a:gd name="connsiteX834" fmla="*/ 5634124 w 7467600"/>
              <a:gd name="connsiteY834" fmla="*/ 1470572 h 6858000"/>
              <a:gd name="connsiteX835" fmla="*/ 5755832 w 7467600"/>
              <a:gd name="connsiteY835" fmla="*/ 1383886 h 6858000"/>
              <a:gd name="connsiteX836" fmla="*/ 6014186 w 7467600"/>
              <a:gd name="connsiteY836" fmla="*/ 1279799 h 6858000"/>
              <a:gd name="connsiteX837" fmla="*/ 6901619 w 7467600"/>
              <a:gd name="connsiteY837" fmla="*/ 1047874 h 6858000"/>
              <a:gd name="connsiteX838" fmla="*/ 6931566 w 7467600"/>
              <a:gd name="connsiteY838" fmla="*/ 1062034 h 6858000"/>
              <a:gd name="connsiteX839" fmla="*/ 5790982 w 7467600"/>
              <a:gd name="connsiteY839" fmla="*/ 1561380 h 6858000"/>
              <a:gd name="connsiteX840" fmla="*/ 6188971 w 7467600"/>
              <a:gd name="connsiteY840" fmla="*/ 1755168 h 6858000"/>
              <a:gd name="connsiteX841" fmla="*/ 6202446 w 7467600"/>
              <a:gd name="connsiteY841" fmla="*/ 1752268 h 6858000"/>
              <a:gd name="connsiteX842" fmla="*/ 7179560 w 7467600"/>
              <a:gd name="connsiteY842" fmla="*/ 1467551 h 6858000"/>
              <a:gd name="connsiteX843" fmla="*/ 7158730 w 7467600"/>
              <a:gd name="connsiteY843" fmla="*/ 1507835 h 6858000"/>
              <a:gd name="connsiteX844" fmla="*/ 6326959 w 7467600"/>
              <a:gd name="connsiteY844" fmla="*/ 1817686 h 6858000"/>
              <a:gd name="connsiteX845" fmla="*/ 6537433 w 7467600"/>
              <a:gd name="connsiteY845" fmla="*/ 1907790 h 6858000"/>
              <a:gd name="connsiteX846" fmla="*/ 6550221 w 7467600"/>
              <a:gd name="connsiteY846" fmla="*/ 1910729 h 6858000"/>
              <a:gd name="connsiteX847" fmla="*/ 6964438 w 7467600"/>
              <a:gd name="connsiteY847" fmla="*/ 2209505 h 6858000"/>
              <a:gd name="connsiteX848" fmla="*/ 7367862 w 7467600"/>
              <a:gd name="connsiteY848" fmla="*/ 2806833 h 6858000"/>
              <a:gd name="connsiteX849" fmla="*/ 7364329 w 7467600"/>
              <a:gd name="connsiteY849" fmla="*/ 2826907 h 6858000"/>
              <a:gd name="connsiteX850" fmla="*/ 7290545 w 7467600"/>
              <a:gd name="connsiteY850" fmla="*/ 2850663 h 6858000"/>
              <a:gd name="connsiteX851" fmla="*/ 6472036 w 7467600"/>
              <a:gd name="connsiteY851" fmla="*/ 1959003 h 6858000"/>
              <a:gd name="connsiteX852" fmla="*/ 5792897 w 7467600"/>
              <a:gd name="connsiteY852" fmla="*/ 1647747 h 6858000"/>
              <a:gd name="connsiteX853" fmla="*/ 5842751 w 7467600"/>
              <a:gd name="connsiteY853" fmla="*/ 1816112 h 6858000"/>
              <a:gd name="connsiteX854" fmla="*/ 5847424 w 7467600"/>
              <a:gd name="connsiteY854" fmla="*/ 1815776 h 6858000"/>
              <a:gd name="connsiteX855" fmla="*/ 6399821 w 7467600"/>
              <a:gd name="connsiteY855" fmla="*/ 2344799 h 6858000"/>
              <a:gd name="connsiteX856" fmla="*/ 6323232 w 7467600"/>
              <a:gd name="connsiteY856" fmla="*/ 2389634 h 6858000"/>
              <a:gd name="connsiteX857" fmla="*/ 5942958 w 7467600"/>
              <a:gd name="connsiteY857" fmla="*/ 2077708 h 6858000"/>
              <a:gd name="connsiteX858" fmla="*/ 5921559 w 7467600"/>
              <a:gd name="connsiteY858" fmla="*/ 2378596 h 6858000"/>
              <a:gd name="connsiteX859" fmla="*/ 5817651 w 7467600"/>
              <a:gd name="connsiteY859" fmla="*/ 3023919 h 6858000"/>
              <a:gd name="connsiteX860" fmla="*/ 5729634 w 7467600"/>
              <a:gd name="connsiteY860" fmla="*/ 3051849 h 6858000"/>
              <a:gd name="connsiteX861" fmla="*/ 5611018 w 7467600"/>
              <a:gd name="connsiteY861" fmla="*/ 2316769 h 6858000"/>
              <a:gd name="connsiteX862" fmla="*/ 5687608 w 7467600"/>
              <a:gd name="connsiteY862" fmla="*/ 2039972 h 6858000"/>
              <a:gd name="connsiteX863" fmla="*/ 5657554 w 7467600"/>
              <a:gd name="connsiteY863" fmla="*/ 1576445 h 6858000"/>
              <a:gd name="connsiteX864" fmla="*/ 5150475 w 7467600"/>
              <a:gd name="connsiteY864" fmla="*/ 1274012 h 6858000"/>
              <a:gd name="connsiteX865" fmla="*/ 5349142 w 7467600"/>
              <a:gd name="connsiteY865" fmla="*/ 2204405 h 6858000"/>
              <a:gd name="connsiteX866" fmla="*/ 5262214 w 7467600"/>
              <a:gd name="connsiteY866" fmla="*/ 2233836 h 6858000"/>
              <a:gd name="connsiteX867" fmla="*/ 4981539 w 7467600"/>
              <a:gd name="connsiteY867" fmla="*/ 1542201 h 6858000"/>
              <a:gd name="connsiteX868" fmla="*/ 4958461 w 7467600"/>
              <a:gd name="connsiteY868" fmla="*/ 1136957 h 6858000"/>
              <a:gd name="connsiteX869" fmla="*/ 4655015 w 7467600"/>
              <a:gd name="connsiteY869" fmla="*/ 891426 h 6858000"/>
              <a:gd name="connsiteX870" fmla="*/ 4348002 w 7467600"/>
              <a:gd name="connsiteY870" fmla="*/ 2205895 h 6858000"/>
              <a:gd name="connsiteX871" fmla="*/ 4262250 w 7467600"/>
              <a:gd name="connsiteY871" fmla="*/ 2219972 h 6858000"/>
              <a:gd name="connsiteX872" fmla="*/ 4550611 w 7467600"/>
              <a:gd name="connsiteY872" fmla="*/ 817540 h 6858000"/>
              <a:gd name="connsiteX873" fmla="*/ 4564418 w 7467600"/>
              <a:gd name="connsiteY873" fmla="*/ 808293 h 6858000"/>
              <a:gd name="connsiteX874" fmla="*/ 4266388 w 7467600"/>
              <a:gd name="connsiteY874" fmla="*/ 500083 h 6858000"/>
              <a:gd name="connsiteX875" fmla="*/ 4032842 w 7467600"/>
              <a:gd name="connsiteY875" fmla="*/ 211809 h 6858000"/>
              <a:gd name="connsiteX876" fmla="*/ 3882765 w 7467600"/>
              <a:gd name="connsiteY876" fmla="*/ 0 h 6858000"/>
              <a:gd name="connsiteX877" fmla="*/ 3721337 w 7467600"/>
              <a:gd name="connsiteY877" fmla="*/ 0 h 6858000"/>
              <a:gd name="connsiteX878" fmla="*/ 3797544 w 7467600"/>
              <a:gd name="connsiteY878" fmla="*/ 0 h 6858000"/>
              <a:gd name="connsiteX879" fmla="*/ 3775734 w 7467600"/>
              <a:gd name="connsiteY879" fmla="*/ 95131 h 6858000"/>
              <a:gd name="connsiteX880" fmla="*/ 3724807 w 7467600"/>
              <a:gd name="connsiteY880" fmla="*/ 272257 h 6858000"/>
              <a:gd name="connsiteX881" fmla="*/ 3726844 w 7467600"/>
              <a:gd name="connsiteY881" fmla="*/ 282988 h 6858000"/>
              <a:gd name="connsiteX882" fmla="*/ 3742664 w 7467600"/>
              <a:gd name="connsiteY882" fmla="*/ 279918 h 6858000"/>
              <a:gd name="connsiteX883" fmla="*/ 4103910 w 7467600"/>
              <a:gd name="connsiteY883" fmla="*/ 1161917 h 6858000"/>
              <a:gd name="connsiteX884" fmla="*/ 4020269 w 7467600"/>
              <a:gd name="connsiteY884" fmla="*/ 1200406 h 6858000"/>
              <a:gd name="connsiteX885" fmla="*/ 3674882 w 7467600"/>
              <a:gd name="connsiteY885" fmla="*/ 488524 h 6858000"/>
              <a:gd name="connsiteX886" fmla="*/ 3132682 w 7467600"/>
              <a:gd name="connsiteY886" fmla="*/ 1072284 h 6858000"/>
              <a:gd name="connsiteX887" fmla="*/ 2716346 w 7467600"/>
              <a:gd name="connsiteY887" fmla="*/ 1276376 h 6858000"/>
              <a:gd name="connsiteX888" fmla="*/ 2716772 w 7467600"/>
              <a:gd name="connsiteY888" fmla="*/ 1255462 h 6858000"/>
              <a:gd name="connsiteX889" fmla="*/ 3471096 w 7467600"/>
              <a:gd name="connsiteY889" fmla="*/ 437072 h 6858000"/>
              <a:gd name="connsiteX890" fmla="*/ 3639057 w 7467600"/>
              <a:gd name="connsiteY890" fmla="*/ 286334 h 6858000"/>
              <a:gd name="connsiteX891" fmla="*/ 3640309 w 7467600"/>
              <a:gd name="connsiteY891" fmla="*/ 284664 h 6858000"/>
              <a:gd name="connsiteX892" fmla="*/ 3646022 w 7467600"/>
              <a:gd name="connsiteY892" fmla="*/ 276711 h 6858000"/>
              <a:gd name="connsiteX893" fmla="*/ 3707943 w 7467600"/>
              <a:gd name="connsiteY893" fmla="*/ 65958 h 6858000"/>
              <a:gd name="connsiteX894" fmla="*/ 3721337 w 7467600"/>
              <a:gd name="connsiteY894" fmla="*/ 0 h 6858000"/>
              <a:gd name="connsiteX895" fmla="*/ 2867960 w 7467600"/>
              <a:gd name="connsiteY895" fmla="*/ 0 h 6858000"/>
              <a:gd name="connsiteX896" fmla="*/ 2926351 w 7467600"/>
              <a:gd name="connsiteY896" fmla="*/ 0 h 6858000"/>
              <a:gd name="connsiteX897" fmla="*/ 2902823 w 7467600"/>
              <a:gd name="connsiteY897" fmla="*/ 262929 h 6858000"/>
              <a:gd name="connsiteX898" fmla="*/ 2940663 w 7467600"/>
              <a:gd name="connsiteY898" fmla="*/ 140884 h 6858000"/>
              <a:gd name="connsiteX899" fmla="*/ 2947039 w 7467600"/>
              <a:gd name="connsiteY899" fmla="*/ 122524 h 6858000"/>
              <a:gd name="connsiteX900" fmla="*/ 2984316 w 7467600"/>
              <a:gd name="connsiteY900" fmla="*/ 0 h 6858000"/>
              <a:gd name="connsiteX901" fmla="*/ 3016114 w 7467600"/>
              <a:gd name="connsiteY901" fmla="*/ 0 h 6858000"/>
              <a:gd name="connsiteX902" fmla="*/ 2979949 w 7467600"/>
              <a:gd name="connsiteY902" fmla="*/ 119274 h 6858000"/>
              <a:gd name="connsiteX903" fmla="*/ 3023879 w 7467600"/>
              <a:gd name="connsiteY903" fmla="*/ 0 h 6858000"/>
              <a:gd name="connsiteX904" fmla="*/ 3105400 w 7467600"/>
              <a:gd name="connsiteY904" fmla="*/ 0 h 6858000"/>
              <a:gd name="connsiteX905" fmla="*/ 3094669 w 7467600"/>
              <a:gd name="connsiteY905" fmla="*/ 30308 h 6858000"/>
              <a:gd name="connsiteX906" fmla="*/ 2901945 w 7467600"/>
              <a:gd name="connsiteY906" fmla="*/ 466538 h 6858000"/>
              <a:gd name="connsiteX907" fmla="*/ 2815209 w 7467600"/>
              <a:gd name="connsiteY907" fmla="*/ 497361 h 6858000"/>
              <a:gd name="connsiteX908" fmla="*/ 2844845 w 7467600"/>
              <a:gd name="connsiteY908" fmla="*/ 127638 h 6858000"/>
              <a:gd name="connsiteX909" fmla="*/ 2867960 w 7467600"/>
              <a:gd name="connsiteY909" fmla="*/ 0 h 6858000"/>
              <a:gd name="connsiteX910" fmla="*/ 1057230 w 7467600"/>
              <a:gd name="connsiteY910" fmla="*/ 0 h 6858000"/>
              <a:gd name="connsiteX911" fmla="*/ 1111003 w 7467600"/>
              <a:gd name="connsiteY911" fmla="*/ 0 h 6858000"/>
              <a:gd name="connsiteX912" fmla="*/ 1125553 w 7467600"/>
              <a:gd name="connsiteY912" fmla="*/ 52588 h 6858000"/>
              <a:gd name="connsiteX913" fmla="*/ 1304276 w 7467600"/>
              <a:gd name="connsiteY913" fmla="*/ 476275 h 6858000"/>
              <a:gd name="connsiteX914" fmla="*/ 1492066 w 7467600"/>
              <a:gd name="connsiteY914" fmla="*/ 886333 h 6858000"/>
              <a:gd name="connsiteX915" fmla="*/ 1423698 w 7467600"/>
              <a:gd name="connsiteY915" fmla="*/ 710817 h 6858000"/>
              <a:gd name="connsiteX916" fmla="*/ 1357609 w 7467600"/>
              <a:gd name="connsiteY916" fmla="*/ 532892 h 6858000"/>
              <a:gd name="connsiteX917" fmla="*/ 1309550 w 7467600"/>
              <a:gd name="connsiteY917" fmla="*/ 374031 h 6858000"/>
              <a:gd name="connsiteX918" fmla="*/ 1193673 w 7467600"/>
              <a:gd name="connsiteY918" fmla="*/ 49533 h 6858000"/>
              <a:gd name="connsiteX919" fmla="*/ 1164391 w 7467600"/>
              <a:gd name="connsiteY919" fmla="*/ 0 h 6858000"/>
              <a:gd name="connsiteX920" fmla="*/ 1200666 w 7467600"/>
              <a:gd name="connsiteY920" fmla="*/ 0 h 6858000"/>
              <a:gd name="connsiteX921" fmla="*/ 1223408 w 7467600"/>
              <a:gd name="connsiteY921" fmla="*/ 38996 h 6858000"/>
              <a:gd name="connsiteX922" fmla="*/ 1339635 w 7467600"/>
              <a:gd name="connsiteY922" fmla="*/ 365517 h 6858000"/>
              <a:gd name="connsiteX923" fmla="*/ 1387469 w 7467600"/>
              <a:gd name="connsiteY923" fmla="*/ 523079 h 6858000"/>
              <a:gd name="connsiteX924" fmla="*/ 1452685 w 7467600"/>
              <a:gd name="connsiteY924" fmla="*/ 699806 h 6858000"/>
              <a:gd name="connsiteX925" fmla="*/ 1492092 w 7467600"/>
              <a:gd name="connsiteY925" fmla="*/ 800424 h 6858000"/>
              <a:gd name="connsiteX926" fmla="*/ 1455302 w 7467600"/>
              <a:gd name="connsiteY926" fmla="*/ 632913 h 6858000"/>
              <a:gd name="connsiteX927" fmla="*/ 1222336 w 7467600"/>
              <a:gd name="connsiteY927" fmla="*/ 9480 h 6858000"/>
              <a:gd name="connsiteX928" fmla="*/ 1214634 w 7467600"/>
              <a:gd name="connsiteY928" fmla="*/ 0 h 6858000"/>
              <a:gd name="connsiteX929" fmla="*/ 1289827 w 7467600"/>
              <a:gd name="connsiteY929" fmla="*/ 0 h 6858000"/>
              <a:gd name="connsiteX930" fmla="*/ 1321076 w 7467600"/>
              <a:gd name="connsiteY930" fmla="*/ 59722 h 6858000"/>
              <a:gd name="connsiteX931" fmla="*/ 1512579 w 7467600"/>
              <a:gd name="connsiteY931" fmla="*/ 626441 h 6858000"/>
              <a:gd name="connsiteX932" fmla="*/ 1506076 w 7467600"/>
              <a:gd name="connsiteY932" fmla="*/ 1089289 h 6858000"/>
              <a:gd name="connsiteX933" fmla="*/ 1486346 w 7467600"/>
              <a:gd name="connsiteY933" fmla="*/ 1079919 h 6858000"/>
              <a:gd name="connsiteX934" fmla="*/ 1070511 w 7467600"/>
              <a:gd name="connsiteY934" fmla="*/ 48609 h 6858000"/>
              <a:gd name="connsiteX935" fmla="*/ 1057230 w 7467600"/>
              <a:gd name="connsiteY935" fmla="*/ 0 h 6858000"/>
              <a:gd name="connsiteX936" fmla="*/ 43151 w 7467600"/>
              <a:gd name="connsiteY936" fmla="*/ 0 h 6858000"/>
              <a:gd name="connsiteX937" fmla="*/ 95283 w 7467600"/>
              <a:gd name="connsiteY937" fmla="*/ 0 h 6858000"/>
              <a:gd name="connsiteX938" fmla="*/ 300708 w 7467600"/>
              <a:gd name="connsiteY938" fmla="*/ 154571 h 6858000"/>
              <a:gd name="connsiteX939" fmla="*/ 530414 w 7467600"/>
              <a:gd name="connsiteY939" fmla="*/ 354673 h 6858000"/>
              <a:gd name="connsiteX940" fmla="*/ 333785 w 7467600"/>
              <a:gd name="connsiteY940" fmla="*/ 161564 h 6858000"/>
              <a:gd name="connsiteX941" fmla="*/ 147005 w 7467600"/>
              <a:gd name="connsiteY941" fmla="*/ 0 h 6858000"/>
              <a:gd name="connsiteX942" fmla="*/ 272509 w 7467600"/>
              <a:gd name="connsiteY942" fmla="*/ 0 h 6858000"/>
              <a:gd name="connsiteX943" fmla="*/ 326276 w 7467600"/>
              <a:gd name="connsiteY943" fmla="*/ 45847 h 6858000"/>
              <a:gd name="connsiteX944" fmla="*/ 823759 w 7467600"/>
              <a:gd name="connsiteY944" fmla="*/ 574145 h 6858000"/>
              <a:gd name="connsiteX945" fmla="*/ 811254 w 7467600"/>
              <a:gd name="connsiteY945" fmla="*/ 665546 h 6858000"/>
              <a:gd name="connsiteX946" fmla="*/ 154042 w 7467600"/>
              <a:gd name="connsiteY946" fmla="*/ 261522 h 6858000"/>
              <a:gd name="connsiteX947" fmla="*/ 13550 w 7467600"/>
              <a:gd name="connsiteY947" fmla="*/ 158423 h 6858000"/>
              <a:gd name="connsiteX948" fmla="*/ 0 w 7467600"/>
              <a:gd name="connsiteY948" fmla="*/ 146618 h 6858000"/>
              <a:gd name="connsiteX949" fmla="*/ 0 w 7467600"/>
              <a:gd name="connsiteY949" fmla="*/ 59161 h 6858000"/>
              <a:gd name="connsiteX950" fmla="*/ 45427 w 7467600"/>
              <a:gd name="connsiteY950" fmla="*/ 101078 h 6858000"/>
              <a:gd name="connsiteX951" fmla="*/ 630103 w 7467600"/>
              <a:gd name="connsiteY951" fmla="*/ 485885 h 6858000"/>
              <a:gd name="connsiteX952" fmla="*/ 532040 w 7467600"/>
              <a:gd name="connsiteY952" fmla="*/ 399359 h 6858000"/>
              <a:gd name="connsiteX953" fmla="*/ 517618 w 7467600"/>
              <a:gd name="connsiteY953" fmla="*/ 385726 h 6858000"/>
              <a:gd name="connsiteX954" fmla="*/ 285074 w 7467600"/>
              <a:gd name="connsiteY954" fmla="*/ 182755 h 6858000"/>
              <a:gd name="connsiteX955" fmla="*/ 43151 w 7467600"/>
              <a:gd name="connsiteY95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1456157 w 7467600"/>
              <a:gd name="connsiteY74" fmla="*/ 5371404 h 6858000"/>
              <a:gd name="connsiteX75" fmla="*/ 1244432 w 7467600"/>
              <a:gd name="connsiteY75" fmla="*/ 5385601 h 6858000"/>
              <a:gd name="connsiteX76" fmla="*/ 973990 w 7467600"/>
              <a:gd name="connsiteY76" fmla="*/ 5424940 h 6858000"/>
              <a:gd name="connsiteX77" fmla="*/ 1103809 w 7467600"/>
              <a:gd name="connsiteY77" fmla="*/ 5433720 h 6858000"/>
              <a:gd name="connsiteX78" fmla="*/ 1123454 w 7467600"/>
              <a:gd name="connsiteY78" fmla="*/ 5435727 h 6858000"/>
              <a:gd name="connsiteX79" fmla="*/ 1737017 w 7467600"/>
              <a:gd name="connsiteY79" fmla="*/ 5452183 h 6858000"/>
              <a:gd name="connsiteX80" fmla="*/ 1824397 w 7467600"/>
              <a:gd name="connsiteY80" fmla="*/ 5447757 h 6858000"/>
              <a:gd name="connsiteX81" fmla="*/ 2070059 w 7467600"/>
              <a:gd name="connsiteY81" fmla="*/ 5441660 h 6858000"/>
              <a:gd name="connsiteX82" fmla="*/ 1456157 w 7467600"/>
              <a:gd name="connsiteY82" fmla="*/ 5371404 h 6858000"/>
              <a:gd name="connsiteX83" fmla="*/ 4988186 w 7467600"/>
              <a:gd name="connsiteY83" fmla="*/ 5216467 h 6858000"/>
              <a:gd name="connsiteX84" fmla="*/ 4777334 w 7467600"/>
              <a:gd name="connsiteY84" fmla="*/ 5406072 h 6858000"/>
              <a:gd name="connsiteX85" fmla="*/ 4718341 w 7467600"/>
              <a:gd name="connsiteY85" fmla="*/ 5468043 h 6858000"/>
              <a:gd name="connsiteX86" fmla="*/ 4604655 w 7467600"/>
              <a:gd name="connsiteY86" fmla="*/ 5583434 h 6858000"/>
              <a:gd name="connsiteX87" fmla="*/ 4565074 w 7467600"/>
              <a:gd name="connsiteY87" fmla="*/ 5618550 h 6858000"/>
              <a:gd name="connsiteX88" fmla="*/ 4988186 w 7467600"/>
              <a:gd name="connsiteY88" fmla="*/ 5216467 h 6858000"/>
              <a:gd name="connsiteX89" fmla="*/ 4978032 w 7467600"/>
              <a:gd name="connsiteY89" fmla="*/ 5183809 h 6858000"/>
              <a:gd name="connsiteX90" fmla="*/ 4463413 w 7467600"/>
              <a:gd name="connsiteY90" fmla="*/ 5615162 h 6858000"/>
              <a:gd name="connsiteX91" fmla="*/ 4358134 w 7467600"/>
              <a:gd name="connsiteY91" fmla="*/ 5742791 h 6858000"/>
              <a:gd name="connsiteX92" fmla="*/ 4376219 w 7467600"/>
              <a:gd name="connsiteY92" fmla="*/ 5729027 h 6858000"/>
              <a:gd name="connsiteX93" fmla="*/ 4582340 w 7467600"/>
              <a:gd name="connsiteY93" fmla="*/ 5561037 h 6858000"/>
              <a:gd name="connsiteX94" fmla="*/ 4694684 w 7467600"/>
              <a:gd name="connsiteY94" fmla="*/ 5447098 h 6858000"/>
              <a:gd name="connsiteX95" fmla="*/ 4754123 w 7467600"/>
              <a:gd name="connsiteY95" fmla="*/ 5384643 h 6858000"/>
              <a:gd name="connsiteX96" fmla="*/ 4978032 w 7467600"/>
              <a:gd name="connsiteY96" fmla="*/ 5183809 h 6858000"/>
              <a:gd name="connsiteX97" fmla="*/ 1903353 w 7467600"/>
              <a:gd name="connsiteY97" fmla="*/ 5044827 h 6858000"/>
              <a:gd name="connsiteX98" fmla="*/ 1936931 w 7467600"/>
              <a:gd name="connsiteY98" fmla="*/ 5093954 h 6858000"/>
              <a:gd name="connsiteX99" fmla="*/ 2195868 w 7467600"/>
              <a:gd name="connsiteY99" fmla="*/ 5396574 h 6858000"/>
              <a:gd name="connsiteX100" fmla="*/ 2088852 w 7467600"/>
              <a:gd name="connsiteY100" fmla="*/ 5166123 h 6858000"/>
              <a:gd name="connsiteX101" fmla="*/ 1958241 w 7467600"/>
              <a:gd name="connsiteY101" fmla="*/ 5067955 h 6858000"/>
              <a:gd name="connsiteX102" fmla="*/ 1903353 w 7467600"/>
              <a:gd name="connsiteY102" fmla="*/ 5044827 h 6858000"/>
              <a:gd name="connsiteX103" fmla="*/ 1979378 w 7467600"/>
              <a:gd name="connsiteY103" fmla="*/ 4769504 h 6858000"/>
              <a:gd name="connsiteX104" fmla="*/ 2882120 w 7467600"/>
              <a:gd name="connsiteY104" fmla="*/ 5064547 h 6858000"/>
              <a:gd name="connsiteX105" fmla="*/ 2793103 w 7467600"/>
              <a:gd name="connsiteY105" fmla="*/ 5039699 h 6858000"/>
              <a:gd name="connsiteX106" fmla="*/ 2770041 w 7467600"/>
              <a:gd name="connsiteY106" fmla="*/ 5033634 h 6858000"/>
              <a:gd name="connsiteX107" fmla="*/ 1979378 w 7467600"/>
              <a:gd name="connsiteY107" fmla="*/ 4769504 h 6858000"/>
              <a:gd name="connsiteX108" fmla="*/ 1927410 w 7467600"/>
              <a:gd name="connsiteY108" fmla="*/ 4716164 h 6858000"/>
              <a:gd name="connsiteX109" fmla="*/ 1959587 w 7467600"/>
              <a:gd name="connsiteY109" fmla="*/ 4728849 h 6858000"/>
              <a:gd name="connsiteX110" fmla="*/ 2777707 w 7467600"/>
              <a:gd name="connsiteY110" fmla="*/ 5003991 h 6858000"/>
              <a:gd name="connsiteX111" fmla="*/ 2800768 w 7467600"/>
              <a:gd name="connsiteY111" fmla="*/ 5010056 h 6858000"/>
              <a:gd name="connsiteX112" fmla="*/ 2879408 w 7467600"/>
              <a:gd name="connsiteY112" fmla="*/ 5031590 h 6858000"/>
              <a:gd name="connsiteX113" fmla="*/ 2862295 w 7467600"/>
              <a:gd name="connsiteY113" fmla="*/ 5022958 h 6858000"/>
              <a:gd name="connsiteX114" fmla="*/ 2813343 w 7467600"/>
              <a:gd name="connsiteY114" fmla="*/ 4998369 h 6858000"/>
              <a:gd name="connsiteX115" fmla="*/ 2646245 w 7467600"/>
              <a:gd name="connsiteY115" fmla="*/ 4930999 h 6858000"/>
              <a:gd name="connsiteX116" fmla="*/ 1999243 w 7467600"/>
              <a:gd name="connsiteY116" fmla="*/ 4730524 h 6858000"/>
              <a:gd name="connsiteX117" fmla="*/ 1979527 w 7467600"/>
              <a:gd name="connsiteY117" fmla="*/ 4726651 h 6858000"/>
              <a:gd name="connsiteX118" fmla="*/ 1927410 w 7467600"/>
              <a:gd name="connsiteY118" fmla="*/ 4716164 h 6858000"/>
              <a:gd name="connsiteX119" fmla="*/ 1997014 w 7467600"/>
              <a:gd name="connsiteY119" fmla="*/ 4698007 h 6858000"/>
              <a:gd name="connsiteX120" fmla="*/ 2005458 w 7467600"/>
              <a:gd name="connsiteY120" fmla="*/ 4699540 h 6858000"/>
              <a:gd name="connsiteX121" fmla="*/ 2657186 w 7467600"/>
              <a:gd name="connsiteY121" fmla="*/ 4901687 h 6858000"/>
              <a:gd name="connsiteX122" fmla="*/ 2826662 w 7467600"/>
              <a:gd name="connsiteY122" fmla="*/ 4970362 h 6858000"/>
              <a:gd name="connsiteX123" fmla="*/ 2876100 w 7467600"/>
              <a:gd name="connsiteY123" fmla="*/ 4995397 h 6858000"/>
              <a:gd name="connsiteX124" fmla="*/ 3042600 w 7467600"/>
              <a:gd name="connsiteY124" fmla="*/ 5059532 h 6858000"/>
              <a:gd name="connsiteX125" fmla="*/ 1997014 w 7467600"/>
              <a:gd name="connsiteY125" fmla="*/ 4698007 h 6858000"/>
              <a:gd name="connsiteX126" fmla="*/ 2305292 w 7467600"/>
              <a:gd name="connsiteY126" fmla="*/ 4219492 h 6858000"/>
              <a:gd name="connsiteX127" fmla="*/ 3360922 w 7467600"/>
              <a:gd name="connsiteY127" fmla="*/ 4529373 h 6858000"/>
              <a:gd name="connsiteX128" fmla="*/ 3492420 w 7467600"/>
              <a:gd name="connsiteY128" fmla="*/ 4510145 h 6858000"/>
              <a:gd name="connsiteX129" fmla="*/ 3364086 w 7467600"/>
              <a:gd name="connsiteY129" fmla="*/ 4480340 h 6858000"/>
              <a:gd name="connsiteX130" fmla="*/ 3225818 w 7467600"/>
              <a:gd name="connsiteY130" fmla="*/ 4411822 h 6858000"/>
              <a:gd name="connsiteX131" fmla="*/ 3129696 w 7467600"/>
              <a:gd name="connsiteY131" fmla="*/ 4360704 h 6858000"/>
              <a:gd name="connsiteX132" fmla="*/ 2814545 w 7467600"/>
              <a:gd name="connsiteY132" fmla="*/ 4282955 h 6858000"/>
              <a:gd name="connsiteX133" fmla="*/ 2305292 w 7467600"/>
              <a:gd name="connsiteY133" fmla="*/ 4219492 h 6858000"/>
              <a:gd name="connsiteX134" fmla="*/ 2626982 w 7467600"/>
              <a:gd name="connsiteY134" fmla="*/ 4206450 h 6858000"/>
              <a:gd name="connsiteX135" fmla="*/ 2490617 w 7467600"/>
              <a:gd name="connsiteY135" fmla="*/ 4206951 h 6858000"/>
              <a:gd name="connsiteX136" fmla="*/ 2819869 w 7467600"/>
              <a:gd name="connsiteY136" fmla="*/ 4252936 h 6858000"/>
              <a:gd name="connsiteX137" fmla="*/ 3143018 w 7467600"/>
              <a:gd name="connsiteY137" fmla="*/ 4332698 h 6858000"/>
              <a:gd name="connsiteX138" fmla="*/ 3241520 w 7467600"/>
              <a:gd name="connsiteY138" fmla="*/ 4385112 h 6858000"/>
              <a:gd name="connsiteX139" fmla="*/ 3374575 w 7467600"/>
              <a:gd name="connsiteY139" fmla="*/ 4451517 h 6858000"/>
              <a:gd name="connsiteX140" fmla="*/ 3505221 w 7467600"/>
              <a:gd name="connsiteY140" fmla="*/ 4480757 h 6858000"/>
              <a:gd name="connsiteX141" fmla="*/ 2626982 w 7467600"/>
              <a:gd name="connsiteY141" fmla="*/ 4206450 h 6858000"/>
              <a:gd name="connsiteX142" fmla="*/ 1310106 w 7467600"/>
              <a:gd name="connsiteY142" fmla="*/ 3943217 h 6858000"/>
              <a:gd name="connsiteX143" fmla="*/ 854994 w 7467600"/>
              <a:gd name="connsiteY143" fmla="*/ 4399136 h 6858000"/>
              <a:gd name="connsiteX144" fmla="*/ 742462 w 7467600"/>
              <a:gd name="connsiteY144" fmla="*/ 4594648 h 6858000"/>
              <a:gd name="connsiteX145" fmla="*/ 820602 w 7467600"/>
              <a:gd name="connsiteY145" fmla="*/ 4485915 h 6858000"/>
              <a:gd name="connsiteX146" fmla="*/ 878295 w 7467600"/>
              <a:gd name="connsiteY146" fmla="*/ 4403594 h 6858000"/>
              <a:gd name="connsiteX147" fmla="*/ 1240607 w 7467600"/>
              <a:gd name="connsiteY147" fmla="*/ 4010401 h 6858000"/>
              <a:gd name="connsiteX148" fmla="*/ 1310106 w 7467600"/>
              <a:gd name="connsiteY148" fmla="*/ 3943217 h 6858000"/>
              <a:gd name="connsiteX149" fmla="*/ 1423113 w 7467600"/>
              <a:gd name="connsiteY149" fmla="*/ 3874565 h 6858000"/>
              <a:gd name="connsiteX150" fmla="*/ 1260565 w 7467600"/>
              <a:gd name="connsiteY150" fmla="*/ 4031982 h 6858000"/>
              <a:gd name="connsiteX151" fmla="*/ 901900 w 7467600"/>
              <a:gd name="connsiteY151" fmla="*/ 4421236 h 6858000"/>
              <a:gd name="connsiteX152" fmla="*/ 845044 w 7467600"/>
              <a:gd name="connsiteY152" fmla="*/ 4502436 h 6858000"/>
              <a:gd name="connsiteX153" fmla="*/ 685926 w 7467600"/>
              <a:gd name="connsiteY153" fmla="*/ 4703069 h 6858000"/>
              <a:gd name="connsiteX154" fmla="*/ 684248 w 7467600"/>
              <a:gd name="connsiteY154" fmla="*/ 4706721 h 6858000"/>
              <a:gd name="connsiteX155" fmla="*/ 1423113 w 7467600"/>
              <a:gd name="connsiteY155" fmla="*/ 3874565 h 6858000"/>
              <a:gd name="connsiteX156" fmla="*/ 3316479 w 7467600"/>
              <a:gd name="connsiteY156" fmla="*/ 3872136 h 6858000"/>
              <a:gd name="connsiteX157" fmla="*/ 3546806 w 7467600"/>
              <a:gd name="connsiteY157" fmla="*/ 4356139 h 6858000"/>
              <a:gd name="connsiteX158" fmla="*/ 3364433 w 7467600"/>
              <a:gd name="connsiteY158" fmla="*/ 3953121 h 6858000"/>
              <a:gd name="connsiteX159" fmla="*/ 3316479 w 7467600"/>
              <a:gd name="connsiteY159" fmla="*/ 3872136 h 6858000"/>
              <a:gd name="connsiteX160" fmla="*/ 3291335 w 7467600"/>
              <a:gd name="connsiteY160" fmla="*/ 3767420 h 6858000"/>
              <a:gd name="connsiteX161" fmla="*/ 3390805 w 7467600"/>
              <a:gd name="connsiteY161" fmla="*/ 3937163 h 6858000"/>
              <a:gd name="connsiteX162" fmla="*/ 3579062 w 7467600"/>
              <a:gd name="connsiteY162" fmla="*/ 4359040 h 6858000"/>
              <a:gd name="connsiteX163" fmla="*/ 3467355 w 7467600"/>
              <a:gd name="connsiteY163" fmla="*/ 3988130 h 6858000"/>
              <a:gd name="connsiteX164" fmla="*/ 3310753 w 7467600"/>
              <a:gd name="connsiteY164" fmla="*/ 3787140 h 6858000"/>
              <a:gd name="connsiteX165" fmla="*/ 3291335 w 7467600"/>
              <a:gd name="connsiteY165" fmla="*/ 3767420 h 6858000"/>
              <a:gd name="connsiteX166" fmla="*/ 1635889 w 7467600"/>
              <a:gd name="connsiteY166" fmla="*/ 3709494 h 6858000"/>
              <a:gd name="connsiteX167" fmla="*/ 1634800 w 7467600"/>
              <a:gd name="connsiteY167" fmla="*/ 3731111 h 6858000"/>
              <a:gd name="connsiteX168" fmla="*/ 1635889 w 7467600"/>
              <a:gd name="connsiteY168" fmla="*/ 3709494 h 6858000"/>
              <a:gd name="connsiteX169" fmla="*/ 1510397 w 7467600"/>
              <a:gd name="connsiteY169" fmla="*/ 3684705 h 6858000"/>
              <a:gd name="connsiteX170" fmla="*/ 1146550 w 7467600"/>
              <a:gd name="connsiteY170" fmla="*/ 3802012 h 6858000"/>
              <a:gd name="connsiteX171" fmla="*/ 698834 w 7467600"/>
              <a:gd name="connsiteY171" fmla="*/ 3952272 h 6858000"/>
              <a:gd name="connsiteX172" fmla="*/ 34256 w 7467600"/>
              <a:gd name="connsiteY172" fmla="*/ 4347603 h 6858000"/>
              <a:gd name="connsiteX173" fmla="*/ 527241 w 7467600"/>
              <a:gd name="connsiteY173" fmla="*/ 4065078 h 6858000"/>
              <a:gd name="connsiteX174" fmla="*/ 1510397 w 7467600"/>
              <a:gd name="connsiteY174" fmla="*/ 3684705 h 6858000"/>
              <a:gd name="connsiteX175" fmla="*/ 1313114 w 7467600"/>
              <a:gd name="connsiteY175" fmla="*/ 3655216 h 6858000"/>
              <a:gd name="connsiteX176" fmla="*/ 1109304 w 7467600"/>
              <a:gd name="connsiteY176" fmla="*/ 3669030 h 6858000"/>
              <a:gd name="connsiteX177" fmla="*/ 8129 w 7467600"/>
              <a:gd name="connsiteY177" fmla="*/ 4330519 h 6858000"/>
              <a:gd name="connsiteX178" fmla="*/ 687572 w 7467600"/>
              <a:gd name="connsiteY178" fmla="*/ 3925629 h 6858000"/>
              <a:gd name="connsiteX179" fmla="*/ 1138365 w 7467600"/>
              <a:gd name="connsiteY179" fmla="*/ 3774515 h 6858000"/>
              <a:gd name="connsiteX180" fmla="*/ 1505579 w 7467600"/>
              <a:gd name="connsiteY180" fmla="*/ 3655526 h 6858000"/>
              <a:gd name="connsiteX181" fmla="*/ 1313114 w 7467600"/>
              <a:gd name="connsiteY181" fmla="*/ 3655216 h 6858000"/>
              <a:gd name="connsiteX182" fmla="*/ 3655073 w 7467600"/>
              <a:gd name="connsiteY182" fmla="*/ 3650884 h 6858000"/>
              <a:gd name="connsiteX183" fmla="*/ 3989938 w 7467600"/>
              <a:gd name="connsiteY183" fmla="*/ 3991685 h 6858000"/>
              <a:gd name="connsiteX184" fmla="*/ 4393907 w 7467600"/>
              <a:gd name="connsiteY184" fmla="*/ 4261258 h 6858000"/>
              <a:gd name="connsiteX185" fmla="*/ 4648051 w 7467600"/>
              <a:gd name="connsiteY185" fmla="*/ 4374051 h 6858000"/>
              <a:gd name="connsiteX186" fmla="*/ 4383389 w 7467600"/>
              <a:gd name="connsiteY186" fmla="*/ 4184369 h 6858000"/>
              <a:gd name="connsiteX187" fmla="*/ 4165508 w 7467600"/>
              <a:gd name="connsiteY187" fmla="*/ 4035196 h 6858000"/>
              <a:gd name="connsiteX188" fmla="*/ 4068162 w 7467600"/>
              <a:gd name="connsiteY188" fmla="*/ 3953394 h 6858000"/>
              <a:gd name="connsiteX189" fmla="*/ 3981416 w 7467600"/>
              <a:gd name="connsiteY189" fmla="*/ 3880482 h 6858000"/>
              <a:gd name="connsiteX190" fmla="*/ 3800147 w 7467600"/>
              <a:gd name="connsiteY190" fmla="*/ 3749872 h 6858000"/>
              <a:gd name="connsiteX191" fmla="*/ 3655073 w 7467600"/>
              <a:gd name="connsiteY191" fmla="*/ 3650884 h 6858000"/>
              <a:gd name="connsiteX192" fmla="*/ 3670252 w 7467600"/>
              <a:gd name="connsiteY192" fmla="*/ 3622798 h 6858000"/>
              <a:gd name="connsiteX193" fmla="*/ 3817258 w 7467600"/>
              <a:gd name="connsiteY193" fmla="*/ 3723577 h 6858000"/>
              <a:gd name="connsiteX194" fmla="*/ 4000461 w 7467600"/>
              <a:gd name="connsiteY194" fmla="*/ 3855966 h 6858000"/>
              <a:gd name="connsiteX195" fmla="*/ 4088180 w 7467600"/>
              <a:gd name="connsiteY195" fmla="*/ 3929774 h 6858000"/>
              <a:gd name="connsiteX196" fmla="*/ 4184555 w 7467600"/>
              <a:gd name="connsiteY196" fmla="*/ 4010683 h 6858000"/>
              <a:gd name="connsiteX197" fmla="*/ 4399563 w 7467600"/>
              <a:gd name="connsiteY197" fmla="*/ 4158106 h 6858000"/>
              <a:gd name="connsiteX198" fmla="*/ 4684469 w 7467600"/>
              <a:gd name="connsiteY198" fmla="*/ 4364680 h 6858000"/>
              <a:gd name="connsiteX199" fmla="*/ 4690271 w 7467600"/>
              <a:gd name="connsiteY199" fmla="*/ 4370034 h 6858000"/>
              <a:gd name="connsiteX200" fmla="*/ 4136093 w 7467600"/>
              <a:gd name="connsiteY200" fmla="*/ 3858466 h 6858000"/>
              <a:gd name="connsiteX201" fmla="*/ 3670252 w 7467600"/>
              <a:gd name="connsiteY201" fmla="*/ 3622798 h 6858000"/>
              <a:gd name="connsiteX202" fmla="*/ 4440129 w 7467600"/>
              <a:gd name="connsiteY202" fmla="*/ 3448571 h 6858000"/>
              <a:gd name="connsiteX203" fmla="*/ 4856525 w 7467600"/>
              <a:gd name="connsiteY203" fmla="*/ 3915351 h 6858000"/>
              <a:gd name="connsiteX204" fmla="*/ 5059055 w 7467600"/>
              <a:gd name="connsiteY204" fmla="*/ 4108918 h 6858000"/>
              <a:gd name="connsiteX205" fmla="*/ 5290070 w 7467600"/>
              <a:gd name="connsiteY205" fmla="*/ 4263619 h 6858000"/>
              <a:gd name="connsiteX206" fmla="*/ 4834991 w 7467600"/>
              <a:gd name="connsiteY206" fmla="*/ 3830985 h 6858000"/>
              <a:gd name="connsiteX207" fmla="*/ 4440129 w 7467600"/>
              <a:gd name="connsiteY207" fmla="*/ 3448571 h 6858000"/>
              <a:gd name="connsiteX208" fmla="*/ 4441737 w 7467600"/>
              <a:gd name="connsiteY208" fmla="*/ 3399734 h 6858000"/>
              <a:gd name="connsiteX209" fmla="*/ 4431236 w 7467600"/>
              <a:gd name="connsiteY209" fmla="*/ 3400954 h 6858000"/>
              <a:gd name="connsiteX210" fmla="*/ 4557150 w 7467600"/>
              <a:gd name="connsiteY210" fmla="*/ 3510023 h 6858000"/>
              <a:gd name="connsiteX211" fmla="*/ 4856936 w 7467600"/>
              <a:gd name="connsiteY211" fmla="*/ 3809146 h 6858000"/>
              <a:gd name="connsiteX212" fmla="*/ 5111996 w 7467600"/>
              <a:gd name="connsiteY212" fmla="*/ 4065759 h 6858000"/>
              <a:gd name="connsiteX213" fmla="*/ 5388878 w 7467600"/>
              <a:gd name="connsiteY213" fmla="*/ 4300185 h 6858000"/>
              <a:gd name="connsiteX214" fmla="*/ 5425556 w 7467600"/>
              <a:gd name="connsiteY214" fmla="*/ 4308967 h 6858000"/>
              <a:gd name="connsiteX215" fmla="*/ 4943646 w 7467600"/>
              <a:gd name="connsiteY215" fmla="*/ 3822916 h 6858000"/>
              <a:gd name="connsiteX216" fmla="*/ 4594837 w 7467600"/>
              <a:gd name="connsiteY216" fmla="*/ 3532274 h 6858000"/>
              <a:gd name="connsiteX217" fmla="*/ 4441737 w 7467600"/>
              <a:gd name="connsiteY217" fmla="*/ 3399734 h 6858000"/>
              <a:gd name="connsiteX218" fmla="*/ 5425834 w 7467600"/>
              <a:gd name="connsiteY218" fmla="*/ 3162785 h 6858000"/>
              <a:gd name="connsiteX219" fmla="*/ 5401644 w 7467600"/>
              <a:gd name="connsiteY219" fmla="*/ 3617847 h 6858000"/>
              <a:gd name="connsiteX220" fmla="*/ 5467256 w 7467600"/>
              <a:gd name="connsiteY220" fmla="*/ 4175494 h 6858000"/>
              <a:gd name="connsiteX221" fmla="*/ 5448069 w 7467600"/>
              <a:gd name="connsiteY221" fmla="*/ 3567554 h 6858000"/>
              <a:gd name="connsiteX222" fmla="*/ 5425834 w 7467600"/>
              <a:gd name="connsiteY222" fmla="*/ 3162785 h 6858000"/>
              <a:gd name="connsiteX223" fmla="*/ 1318687 w 7467600"/>
              <a:gd name="connsiteY223" fmla="*/ 3113840 h 6858000"/>
              <a:gd name="connsiteX224" fmla="*/ 1066793 w 7467600"/>
              <a:gd name="connsiteY224" fmla="*/ 3212171 h 6858000"/>
              <a:gd name="connsiteX225" fmla="*/ 993319 w 7467600"/>
              <a:gd name="connsiteY225" fmla="*/ 3247648 h 6858000"/>
              <a:gd name="connsiteX226" fmla="*/ 853081 w 7467600"/>
              <a:gd name="connsiteY226" fmla="*/ 3312410 h 6858000"/>
              <a:gd name="connsiteX227" fmla="*/ 805957 w 7467600"/>
              <a:gd name="connsiteY227" fmla="*/ 3330443 h 6858000"/>
              <a:gd name="connsiteX228" fmla="*/ 1318687 w 7467600"/>
              <a:gd name="connsiteY228" fmla="*/ 3113840 h 6858000"/>
              <a:gd name="connsiteX229" fmla="*/ 5453702 w 7467600"/>
              <a:gd name="connsiteY229" fmla="*/ 3090882 h 6858000"/>
              <a:gd name="connsiteX230" fmla="*/ 5480135 w 7467600"/>
              <a:gd name="connsiteY230" fmla="*/ 3565802 h 6858000"/>
              <a:gd name="connsiteX231" fmla="*/ 5499023 w 7467600"/>
              <a:gd name="connsiteY231" fmla="*/ 4166310 h 6858000"/>
              <a:gd name="connsiteX232" fmla="*/ 5547022 w 7467600"/>
              <a:gd name="connsiteY232" fmla="*/ 3607838 h 6858000"/>
              <a:gd name="connsiteX233" fmla="*/ 5515964 w 7467600"/>
              <a:gd name="connsiteY233" fmla="*/ 3378541 h 6858000"/>
              <a:gd name="connsiteX234" fmla="*/ 5453702 w 7467600"/>
              <a:gd name="connsiteY234" fmla="*/ 3090882 h 6858000"/>
              <a:gd name="connsiteX235" fmla="*/ 1238695 w 7467600"/>
              <a:gd name="connsiteY235" fmla="*/ 3076820 h 6858000"/>
              <a:gd name="connsiteX236" fmla="*/ 716371 w 7467600"/>
              <a:gd name="connsiteY236" fmla="*/ 3293249 h 6858000"/>
              <a:gd name="connsiteX237" fmla="*/ 579522 w 7467600"/>
              <a:gd name="connsiteY237" fmla="*/ 3371759 h 6858000"/>
              <a:gd name="connsiteX238" fmla="*/ 600288 w 7467600"/>
              <a:gd name="connsiteY238" fmla="*/ 3365555 h 6858000"/>
              <a:gd name="connsiteX239" fmla="*/ 840692 w 7467600"/>
              <a:gd name="connsiteY239" fmla="*/ 3284921 h 6858000"/>
              <a:gd name="connsiteX240" fmla="*/ 979248 w 7467600"/>
              <a:gd name="connsiteY240" fmla="*/ 3221003 h 6858000"/>
              <a:gd name="connsiteX241" fmla="*/ 1053282 w 7467600"/>
              <a:gd name="connsiteY241" fmla="*/ 3185247 h 6858000"/>
              <a:gd name="connsiteX242" fmla="*/ 1320603 w 7467600"/>
              <a:gd name="connsiteY242" fmla="*/ 3081281 h 6858000"/>
              <a:gd name="connsiteX243" fmla="*/ 1238695 w 7467600"/>
              <a:gd name="connsiteY243" fmla="*/ 3076820 h 6858000"/>
              <a:gd name="connsiteX244" fmla="*/ 5425627 w 7467600"/>
              <a:gd name="connsiteY244" fmla="*/ 2954192 h 6858000"/>
              <a:gd name="connsiteX245" fmla="*/ 5470770 w 7467600"/>
              <a:gd name="connsiteY245" fmla="*/ 3005435 h 6858000"/>
              <a:gd name="connsiteX246" fmla="*/ 5519779 w 7467600"/>
              <a:gd name="connsiteY246" fmla="*/ 4359223 h 6858000"/>
              <a:gd name="connsiteX247" fmla="*/ 5520293 w 7467600"/>
              <a:gd name="connsiteY247" fmla="*/ 4360602 h 6858000"/>
              <a:gd name="connsiteX248" fmla="*/ 5767221 w 7467600"/>
              <a:gd name="connsiteY248" fmla="*/ 4665564 h 6858000"/>
              <a:gd name="connsiteX249" fmla="*/ 6937169 w 7467600"/>
              <a:gd name="connsiteY249" fmla="*/ 4815941 h 6858000"/>
              <a:gd name="connsiteX250" fmla="*/ 6953922 w 7467600"/>
              <a:gd name="connsiteY250" fmla="*/ 4890068 h 6858000"/>
              <a:gd name="connsiteX251" fmla="*/ 6071359 w 7467600"/>
              <a:gd name="connsiteY251" fmla="*/ 4770770 h 6858000"/>
              <a:gd name="connsiteX252" fmla="*/ 6038839 w 7467600"/>
              <a:gd name="connsiteY252" fmla="*/ 4764474 h 6858000"/>
              <a:gd name="connsiteX253" fmla="*/ 6038706 w 7467600"/>
              <a:gd name="connsiteY253" fmla="*/ 4763847 h 6858000"/>
              <a:gd name="connsiteX254" fmla="*/ 6037784 w 7467600"/>
              <a:gd name="connsiteY254" fmla="*/ 4764270 h 6858000"/>
              <a:gd name="connsiteX255" fmla="*/ 6038839 w 7467600"/>
              <a:gd name="connsiteY255" fmla="*/ 4764474 h 6858000"/>
              <a:gd name="connsiteX256" fmla="*/ 6040338 w 7467600"/>
              <a:gd name="connsiteY256" fmla="*/ 4771418 h 6858000"/>
              <a:gd name="connsiteX257" fmla="*/ 6024488 w 7467600"/>
              <a:gd name="connsiteY257" fmla="*/ 4809903 h 6858000"/>
              <a:gd name="connsiteX258" fmla="*/ 5599771 w 7467600"/>
              <a:gd name="connsiteY258" fmla="*/ 5509652 h 6858000"/>
              <a:gd name="connsiteX259" fmla="*/ 5548843 w 7467600"/>
              <a:gd name="connsiteY259" fmla="*/ 5563845 h 6858000"/>
              <a:gd name="connsiteX260" fmla="*/ 5940952 w 7467600"/>
              <a:gd name="connsiteY260" fmla="*/ 6250028 h 6858000"/>
              <a:gd name="connsiteX261" fmla="*/ 6043441 w 7467600"/>
              <a:gd name="connsiteY261" fmla="*/ 6665847 h 6858000"/>
              <a:gd name="connsiteX262" fmla="*/ 6093432 w 7467600"/>
              <a:gd name="connsiteY262" fmla="*/ 6858000 h 6858000"/>
              <a:gd name="connsiteX263" fmla="*/ 6034344 w 7467600"/>
              <a:gd name="connsiteY263" fmla="*/ 6858000 h 6858000"/>
              <a:gd name="connsiteX264" fmla="*/ 6026679 w 7467600"/>
              <a:gd name="connsiteY264" fmla="*/ 6836959 h 6858000"/>
              <a:gd name="connsiteX265" fmla="*/ 5800441 w 7467600"/>
              <a:gd name="connsiteY265" fmla="*/ 6335286 h 6858000"/>
              <a:gd name="connsiteX266" fmla="*/ 5526562 w 7467600"/>
              <a:gd name="connsiteY266" fmla="*/ 5705388 h 6858000"/>
              <a:gd name="connsiteX267" fmla="*/ 5519640 w 7467600"/>
              <a:gd name="connsiteY267" fmla="*/ 5683774 h 6858000"/>
              <a:gd name="connsiteX268" fmla="*/ 5844559 w 7467600"/>
              <a:gd name="connsiteY268" fmla="*/ 6553349 h 6858000"/>
              <a:gd name="connsiteX269" fmla="*/ 5975994 w 7467600"/>
              <a:gd name="connsiteY269" fmla="*/ 6858000 h 6858000"/>
              <a:gd name="connsiteX270" fmla="*/ 5898547 w 7467600"/>
              <a:gd name="connsiteY270" fmla="*/ 6858000 h 6858000"/>
              <a:gd name="connsiteX271" fmla="*/ 5682041 w 7467600"/>
              <a:gd name="connsiteY271" fmla="*/ 6355860 h 6858000"/>
              <a:gd name="connsiteX272" fmla="*/ 5461758 w 7467600"/>
              <a:gd name="connsiteY272" fmla="*/ 5820220 h 6858000"/>
              <a:gd name="connsiteX273" fmla="*/ 5237282 w 7467600"/>
              <a:gd name="connsiteY273" fmla="*/ 6579086 h 6858000"/>
              <a:gd name="connsiteX274" fmla="*/ 5115009 w 7467600"/>
              <a:gd name="connsiteY274" fmla="*/ 6858000 h 6858000"/>
              <a:gd name="connsiteX275" fmla="*/ 5028074 w 7467600"/>
              <a:gd name="connsiteY275" fmla="*/ 6858000 h 6858000"/>
              <a:gd name="connsiteX276" fmla="*/ 5079508 w 7467600"/>
              <a:gd name="connsiteY276" fmla="*/ 6749074 h 6858000"/>
              <a:gd name="connsiteX277" fmla="*/ 5371846 w 7467600"/>
              <a:gd name="connsiteY277" fmla="*/ 5924413 h 6858000"/>
              <a:gd name="connsiteX278" fmla="*/ 5270512 w 7467600"/>
              <a:gd name="connsiteY278" fmla="*/ 6138975 h 6858000"/>
              <a:gd name="connsiteX279" fmla="*/ 5062409 w 7467600"/>
              <a:gd name="connsiteY279" fmla="*/ 6653544 h 6858000"/>
              <a:gd name="connsiteX280" fmla="*/ 5036628 w 7467600"/>
              <a:gd name="connsiteY280" fmla="*/ 6754247 h 6858000"/>
              <a:gd name="connsiteX281" fmla="*/ 5009112 w 7467600"/>
              <a:gd name="connsiteY281" fmla="*/ 6858000 h 6858000"/>
              <a:gd name="connsiteX282" fmla="*/ 4976679 w 7467600"/>
              <a:gd name="connsiteY282" fmla="*/ 6858000 h 6858000"/>
              <a:gd name="connsiteX283" fmla="*/ 5006537 w 7467600"/>
              <a:gd name="connsiteY283" fmla="*/ 6747068 h 6858000"/>
              <a:gd name="connsiteX284" fmla="*/ 5032723 w 7467600"/>
              <a:gd name="connsiteY284" fmla="*/ 6644957 h 6858000"/>
              <a:gd name="connsiteX285" fmla="*/ 5242949 w 7467600"/>
              <a:gd name="connsiteY285" fmla="*/ 6125175 h 6858000"/>
              <a:gd name="connsiteX286" fmla="*/ 5286321 w 7467600"/>
              <a:gd name="connsiteY286" fmla="*/ 6033555 h 6858000"/>
              <a:gd name="connsiteX287" fmla="*/ 5008210 w 7467600"/>
              <a:gd name="connsiteY287" fmla="*/ 6649194 h 6858000"/>
              <a:gd name="connsiteX288" fmla="*/ 4986321 w 7467600"/>
              <a:gd name="connsiteY288" fmla="*/ 6765687 h 6858000"/>
              <a:gd name="connsiteX289" fmla="*/ 4973474 w 7467600"/>
              <a:gd name="connsiteY289" fmla="*/ 6858000 h 6858000"/>
              <a:gd name="connsiteX290" fmla="*/ 4907178 w 7467600"/>
              <a:gd name="connsiteY290" fmla="*/ 6858000 h 6858000"/>
              <a:gd name="connsiteX291" fmla="*/ 4910810 w 7467600"/>
              <a:gd name="connsiteY291" fmla="*/ 6829660 h 6858000"/>
              <a:gd name="connsiteX292" fmla="*/ 4987461 w 7467600"/>
              <a:gd name="connsiteY292" fmla="*/ 6432994 h 6858000"/>
              <a:gd name="connsiteX293" fmla="*/ 5179262 w 7467600"/>
              <a:gd name="connsiteY293" fmla="*/ 6035044 h 6858000"/>
              <a:gd name="connsiteX294" fmla="*/ 4689678 w 7467600"/>
              <a:gd name="connsiteY294" fmla="*/ 6440241 h 6858000"/>
              <a:gd name="connsiteX295" fmla="*/ 4477543 w 7467600"/>
              <a:gd name="connsiteY295" fmla="*/ 6674836 h 6858000"/>
              <a:gd name="connsiteX296" fmla="*/ 4329957 w 7467600"/>
              <a:gd name="connsiteY296" fmla="*/ 6858000 h 6858000"/>
              <a:gd name="connsiteX297" fmla="*/ 4218595 w 7467600"/>
              <a:gd name="connsiteY297" fmla="*/ 6858000 h 6858000"/>
              <a:gd name="connsiteX298" fmla="*/ 4368888 w 7467600"/>
              <a:gd name="connsiteY298" fmla="*/ 6668412 h 6858000"/>
              <a:gd name="connsiteX299" fmla="*/ 4563091 w 7467600"/>
              <a:gd name="connsiteY299" fmla="*/ 6442508 h 6858000"/>
              <a:gd name="connsiteX300" fmla="*/ 5387324 w 7467600"/>
              <a:gd name="connsiteY300" fmla="*/ 5705830 h 6858000"/>
              <a:gd name="connsiteX301" fmla="*/ 5073620 w 7467600"/>
              <a:gd name="connsiteY301" fmla="*/ 5955437 h 6858000"/>
              <a:gd name="connsiteX302" fmla="*/ 4689789 w 7467600"/>
              <a:gd name="connsiteY302" fmla="*/ 6268382 h 6858000"/>
              <a:gd name="connsiteX303" fmla="*/ 4418722 w 7467600"/>
              <a:gd name="connsiteY303" fmla="*/ 6570886 h 6858000"/>
              <a:gd name="connsiteX304" fmla="*/ 4214944 w 7467600"/>
              <a:gd name="connsiteY304" fmla="*/ 6858000 h 6858000"/>
              <a:gd name="connsiteX305" fmla="*/ 4177898 w 7467600"/>
              <a:gd name="connsiteY305" fmla="*/ 6858000 h 6858000"/>
              <a:gd name="connsiteX306" fmla="*/ 4391597 w 7467600"/>
              <a:gd name="connsiteY306" fmla="*/ 6556370 h 6858000"/>
              <a:gd name="connsiteX307" fmla="*/ 4668889 w 7467600"/>
              <a:gd name="connsiteY307" fmla="*/ 6246399 h 6858000"/>
              <a:gd name="connsiteX308" fmla="*/ 5055427 w 7467600"/>
              <a:gd name="connsiteY308" fmla="*/ 5931476 h 6858000"/>
              <a:gd name="connsiteX309" fmla="*/ 5371814 w 7467600"/>
              <a:gd name="connsiteY309" fmla="*/ 5678975 h 6858000"/>
              <a:gd name="connsiteX310" fmla="*/ 4987918 w 7467600"/>
              <a:gd name="connsiteY310" fmla="*/ 5838701 h 6858000"/>
              <a:gd name="connsiteX311" fmla="*/ 4317146 w 7467600"/>
              <a:gd name="connsiteY311" fmla="*/ 6587716 h 6858000"/>
              <a:gd name="connsiteX312" fmla="*/ 4171627 w 7467600"/>
              <a:gd name="connsiteY312" fmla="*/ 6858000 h 6858000"/>
              <a:gd name="connsiteX313" fmla="*/ 4081585 w 7467600"/>
              <a:gd name="connsiteY313" fmla="*/ 6858000 h 6858000"/>
              <a:gd name="connsiteX314" fmla="*/ 4238603 w 7467600"/>
              <a:gd name="connsiteY314" fmla="*/ 6559341 h 6858000"/>
              <a:gd name="connsiteX315" fmla="*/ 4778333 w 7467600"/>
              <a:gd name="connsiteY315" fmla="*/ 5873626 h 6858000"/>
              <a:gd name="connsiteX316" fmla="*/ 5414185 w 7467600"/>
              <a:gd name="connsiteY316" fmla="*/ 5573882 h 6858000"/>
              <a:gd name="connsiteX317" fmla="*/ 5959648 w 7467600"/>
              <a:gd name="connsiteY317" fmla="*/ 4760797 h 6858000"/>
              <a:gd name="connsiteX318" fmla="*/ 5355019 w 7467600"/>
              <a:gd name="connsiteY318" fmla="*/ 4734672 h 6858000"/>
              <a:gd name="connsiteX319" fmla="*/ 5083565 w 7467600"/>
              <a:gd name="connsiteY319" fmla="*/ 5179121 h 6858000"/>
              <a:gd name="connsiteX320" fmla="*/ 4713577 w 7467600"/>
              <a:gd name="connsiteY320" fmla="*/ 5616803 h 6858000"/>
              <a:gd name="connsiteX321" fmla="*/ 3989559 w 7467600"/>
              <a:gd name="connsiteY321" fmla="*/ 6145945 h 6858000"/>
              <a:gd name="connsiteX322" fmla="*/ 3939824 w 7467600"/>
              <a:gd name="connsiteY322" fmla="*/ 6066900 h 6858000"/>
              <a:gd name="connsiteX323" fmla="*/ 4584537 w 7467600"/>
              <a:gd name="connsiteY323" fmla="*/ 5324826 h 6858000"/>
              <a:gd name="connsiteX324" fmla="*/ 5037105 w 7467600"/>
              <a:gd name="connsiteY324" fmla="*/ 5088765 h 6858000"/>
              <a:gd name="connsiteX325" fmla="*/ 5039930 w 7467600"/>
              <a:gd name="connsiteY325" fmla="*/ 5089585 h 6858000"/>
              <a:gd name="connsiteX326" fmla="*/ 5263764 w 7467600"/>
              <a:gd name="connsiteY326" fmla="*/ 4735525 h 6858000"/>
              <a:gd name="connsiteX327" fmla="*/ 4086300 w 7467600"/>
              <a:gd name="connsiteY327" fmla="*/ 4884599 h 6858000"/>
              <a:gd name="connsiteX328" fmla="*/ 4085485 w 7467600"/>
              <a:gd name="connsiteY328" fmla="*/ 4899070 h 6858000"/>
              <a:gd name="connsiteX329" fmla="*/ 3871915 w 7467600"/>
              <a:gd name="connsiteY329" fmla="*/ 5253645 h 6858000"/>
              <a:gd name="connsiteX330" fmla="*/ 3799374 w 7467600"/>
              <a:gd name="connsiteY330" fmla="*/ 5466127 h 6858000"/>
              <a:gd name="connsiteX331" fmla="*/ 3498850 w 7467600"/>
              <a:gd name="connsiteY331" fmla="*/ 6661888 h 6858000"/>
              <a:gd name="connsiteX332" fmla="*/ 3399216 w 7467600"/>
              <a:gd name="connsiteY332" fmla="*/ 6858000 h 6858000"/>
              <a:gd name="connsiteX333" fmla="*/ 3303688 w 7467600"/>
              <a:gd name="connsiteY333" fmla="*/ 6858000 h 6858000"/>
              <a:gd name="connsiteX334" fmla="*/ 3391774 w 7467600"/>
              <a:gd name="connsiteY334" fmla="*/ 6697181 h 6858000"/>
              <a:gd name="connsiteX335" fmla="*/ 3735540 w 7467600"/>
              <a:gd name="connsiteY335" fmla="*/ 5546923 h 6858000"/>
              <a:gd name="connsiteX336" fmla="*/ 3729438 w 7467600"/>
              <a:gd name="connsiteY336" fmla="*/ 5569058 h 6858000"/>
              <a:gd name="connsiteX337" fmla="*/ 3707782 w 7467600"/>
              <a:gd name="connsiteY337" fmla="*/ 5644908 h 6858000"/>
              <a:gd name="connsiteX338" fmla="*/ 3583827 w 7467600"/>
              <a:gd name="connsiteY338" fmla="*/ 6039215 h 6858000"/>
              <a:gd name="connsiteX339" fmla="*/ 3547861 w 7467600"/>
              <a:gd name="connsiteY339" fmla="*/ 6129609 h 6858000"/>
              <a:gd name="connsiteX340" fmla="*/ 3490905 w 7467600"/>
              <a:gd name="connsiteY340" fmla="*/ 6277660 h 6858000"/>
              <a:gd name="connsiteX341" fmla="*/ 3455859 w 7467600"/>
              <a:gd name="connsiteY341" fmla="*/ 6391301 h 6858000"/>
              <a:gd name="connsiteX342" fmla="*/ 3429112 w 7467600"/>
              <a:gd name="connsiteY342" fmla="*/ 6479469 h 6858000"/>
              <a:gd name="connsiteX343" fmla="*/ 3304862 w 7467600"/>
              <a:gd name="connsiteY343" fmla="*/ 6796476 h 6858000"/>
              <a:gd name="connsiteX344" fmla="*/ 3276071 w 7467600"/>
              <a:gd name="connsiteY344" fmla="*/ 6858000 h 6858000"/>
              <a:gd name="connsiteX345" fmla="*/ 3240805 w 7467600"/>
              <a:gd name="connsiteY345" fmla="*/ 6858000 h 6858000"/>
              <a:gd name="connsiteX346" fmla="*/ 3275917 w 7467600"/>
              <a:gd name="connsiteY346" fmla="*/ 6783192 h 6858000"/>
              <a:gd name="connsiteX347" fmla="*/ 3399358 w 7467600"/>
              <a:gd name="connsiteY347" fmla="*/ 6469011 h 6858000"/>
              <a:gd name="connsiteX348" fmla="*/ 3425650 w 7467600"/>
              <a:gd name="connsiteY348" fmla="*/ 6381333 h 6858000"/>
              <a:gd name="connsiteX349" fmla="*/ 3460661 w 7467600"/>
              <a:gd name="connsiteY349" fmla="*/ 6266763 h 6858000"/>
              <a:gd name="connsiteX350" fmla="*/ 3518021 w 7467600"/>
              <a:gd name="connsiteY350" fmla="*/ 6117298 h 6858000"/>
              <a:gd name="connsiteX351" fmla="*/ 3554035 w 7467600"/>
              <a:gd name="connsiteY351" fmla="*/ 6027832 h 6858000"/>
              <a:gd name="connsiteX352" fmla="*/ 3677174 w 7467600"/>
              <a:gd name="connsiteY352" fmla="*/ 5636351 h 6858000"/>
              <a:gd name="connsiteX353" fmla="*/ 3698819 w 7467600"/>
              <a:gd name="connsiteY353" fmla="*/ 5560503 h 6858000"/>
              <a:gd name="connsiteX354" fmla="*/ 3702094 w 7467600"/>
              <a:gd name="connsiteY354" fmla="*/ 5549194 h 6858000"/>
              <a:gd name="connsiteX355" fmla="*/ 3398355 w 7467600"/>
              <a:gd name="connsiteY355" fmla="*/ 6094603 h 6858000"/>
              <a:gd name="connsiteX356" fmla="*/ 3193941 w 7467600"/>
              <a:gd name="connsiteY356" fmla="*/ 6798775 h 6858000"/>
              <a:gd name="connsiteX357" fmla="*/ 3184140 w 7467600"/>
              <a:gd name="connsiteY357" fmla="*/ 6858000 h 6858000"/>
              <a:gd name="connsiteX358" fmla="*/ 3099978 w 7467600"/>
              <a:gd name="connsiteY358" fmla="*/ 6858000 h 6858000"/>
              <a:gd name="connsiteX359" fmla="*/ 3101556 w 7467600"/>
              <a:gd name="connsiteY359" fmla="*/ 6843337 h 6858000"/>
              <a:gd name="connsiteX360" fmla="*/ 3370162 w 7467600"/>
              <a:gd name="connsiteY360" fmla="*/ 5785550 h 6858000"/>
              <a:gd name="connsiteX361" fmla="*/ 3746477 w 7467600"/>
              <a:gd name="connsiteY361" fmla="*/ 5377889 h 6858000"/>
              <a:gd name="connsiteX362" fmla="*/ 3863399 w 7467600"/>
              <a:gd name="connsiteY362" fmla="*/ 5087257 h 6858000"/>
              <a:gd name="connsiteX363" fmla="*/ 3968712 w 7467600"/>
              <a:gd name="connsiteY363" fmla="*/ 4913989 h 6858000"/>
              <a:gd name="connsiteX364" fmla="*/ 2792390 w 7467600"/>
              <a:gd name="connsiteY364" fmla="*/ 5382974 h 6858000"/>
              <a:gd name="connsiteX365" fmla="*/ 2714982 w 7467600"/>
              <a:gd name="connsiteY365" fmla="*/ 5427051 h 6858000"/>
              <a:gd name="connsiteX366" fmla="*/ 2813361 w 7467600"/>
              <a:gd name="connsiteY366" fmla="*/ 6023912 h 6858000"/>
              <a:gd name="connsiteX367" fmla="*/ 2688430 w 7467600"/>
              <a:gd name="connsiteY367" fmla="*/ 6801564 h 6858000"/>
              <a:gd name="connsiteX368" fmla="*/ 2629626 w 7467600"/>
              <a:gd name="connsiteY368" fmla="*/ 6763394 h 6858000"/>
              <a:gd name="connsiteX369" fmla="*/ 2565328 w 7467600"/>
              <a:gd name="connsiteY369" fmla="*/ 5516399 h 6858000"/>
              <a:gd name="connsiteX370" fmla="*/ 1922999 w 7467600"/>
              <a:gd name="connsiteY370" fmla="*/ 5980343 h 6858000"/>
              <a:gd name="connsiteX371" fmla="*/ 1950261 w 7467600"/>
              <a:gd name="connsiteY371" fmla="*/ 6405858 h 6858000"/>
              <a:gd name="connsiteX372" fmla="*/ 2365554 w 7467600"/>
              <a:gd name="connsiteY372" fmla="*/ 6759107 h 6858000"/>
              <a:gd name="connsiteX373" fmla="*/ 2424142 w 7467600"/>
              <a:gd name="connsiteY373" fmla="*/ 6858000 h 6858000"/>
              <a:gd name="connsiteX374" fmla="*/ 2395994 w 7467600"/>
              <a:gd name="connsiteY374" fmla="*/ 6858000 h 6858000"/>
              <a:gd name="connsiteX375" fmla="*/ 2392863 w 7467600"/>
              <a:gd name="connsiteY375" fmla="*/ 6852964 h 6858000"/>
              <a:gd name="connsiteX376" fmla="*/ 2017589 w 7467600"/>
              <a:gd name="connsiteY376" fmla="*/ 6493982 h 6858000"/>
              <a:gd name="connsiteX377" fmla="*/ 2147336 w 7467600"/>
              <a:gd name="connsiteY377" fmla="*/ 6594052 h 6858000"/>
              <a:gd name="connsiteX378" fmla="*/ 2207047 w 7467600"/>
              <a:gd name="connsiteY378" fmla="*/ 6654540 h 6858000"/>
              <a:gd name="connsiteX379" fmla="*/ 2299106 w 7467600"/>
              <a:gd name="connsiteY379" fmla="*/ 6778931 h 6858000"/>
              <a:gd name="connsiteX380" fmla="*/ 2314430 w 7467600"/>
              <a:gd name="connsiteY380" fmla="*/ 6801144 h 6858000"/>
              <a:gd name="connsiteX381" fmla="*/ 2352406 w 7467600"/>
              <a:gd name="connsiteY381" fmla="*/ 6858000 h 6858000"/>
              <a:gd name="connsiteX382" fmla="*/ 2314492 w 7467600"/>
              <a:gd name="connsiteY382" fmla="*/ 6858000 h 6858000"/>
              <a:gd name="connsiteX383" fmla="*/ 2288095 w 7467600"/>
              <a:gd name="connsiteY383" fmla="*/ 6818030 h 6858000"/>
              <a:gd name="connsiteX384" fmla="*/ 2272768 w 7467600"/>
              <a:gd name="connsiteY384" fmla="*/ 6795822 h 6858000"/>
              <a:gd name="connsiteX385" fmla="*/ 2182715 w 7467600"/>
              <a:gd name="connsiteY385" fmla="*/ 6675071 h 6858000"/>
              <a:gd name="connsiteX386" fmla="*/ 2032061 w 7467600"/>
              <a:gd name="connsiteY386" fmla="*/ 6541380 h 6858000"/>
              <a:gd name="connsiteX387" fmla="*/ 2257220 w 7467600"/>
              <a:gd name="connsiteY387" fmla="*/ 6826257 h 6858000"/>
              <a:gd name="connsiteX388" fmla="*/ 2281324 w 7467600"/>
              <a:gd name="connsiteY388" fmla="*/ 6858000 h 6858000"/>
              <a:gd name="connsiteX389" fmla="*/ 2242860 w 7467600"/>
              <a:gd name="connsiteY389" fmla="*/ 6858000 h 6858000"/>
              <a:gd name="connsiteX390" fmla="*/ 2232818 w 7467600"/>
              <a:gd name="connsiteY390" fmla="*/ 6844926 h 6858000"/>
              <a:gd name="connsiteX391" fmla="*/ 1990172 w 7467600"/>
              <a:gd name="connsiteY391" fmla="*/ 6542121 h 6858000"/>
              <a:gd name="connsiteX392" fmla="*/ 2124090 w 7467600"/>
              <a:gd name="connsiteY392" fmla="*/ 6761017 h 6858000"/>
              <a:gd name="connsiteX393" fmla="*/ 2200380 w 7467600"/>
              <a:gd name="connsiteY393" fmla="*/ 6858000 h 6858000"/>
              <a:gd name="connsiteX394" fmla="*/ 2147507 w 7467600"/>
              <a:gd name="connsiteY394" fmla="*/ 6858000 h 6858000"/>
              <a:gd name="connsiteX395" fmla="*/ 2070668 w 7467600"/>
              <a:gd name="connsiteY395" fmla="*/ 6761520 h 6858000"/>
              <a:gd name="connsiteX396" fmla="*/ 1975142 w 7467600"/>
              <a:gd name="connsiteY396" fmla="*/ 6585570 h 6858000"/>
              <a:gd name="connsiteX397" fmla="*/ 2050035 w 7467600"/>
              <a:gd name="connsiteY397" fmla="*/ 6813345 h 6858000"/>
              <a:gd name="connsiteX398" fmla="*/ 2063025 w 7467600"/>
              <a:gd name="connsiteY398" fmla="*/ 6858000 h 6858000"/>
              <a:gd name="connsiteX399" fmla="*/ 2021675 w 7467600"/>
              <a:gd name="connsiteY399" fmla="*/ 6858000 h 6858000"/>
              <a:gd name="connsiteX400" fmla="*/ 2019308 w 7467600"/>
              <a:gd name="connsiteY400" fmla="*/ 6847118 h 6858000"/>
              <a:gd name="connsiteX401" fmla="*/ 1938835 w 7467600"/>
              <a:gd name="connsiteY401" fmla="*/ 6551160 h 6858000"/>
              <a:gd name="connsiteX402" fmla="*/ 1953230 w 7467600"/>
              <a:gd name="connsiteY402" fmla="*/ 6759699 h 6858000"/>
              <a:gd name="connsiteX403" fmla="*/ 1956763 w 7467600"/>
              <a:gd name="connsiteY403" fmla="*/ 6778191 h 6858000"/>
              <a:gd name="connsiteX404" fmla="*/ 1967925 w 7467600"/>
              <a:gd name="connsiteY404" fmla="*/ 6858000 h 6858000"/>
              <a:gd name="connsiteX405" fmla="*/ 1936622 w 7467600"/>
              <a:gd name="connsiteY405" fmla="*/ 6858000 h 6858000"/>
              <a:gd name="connsiteX406" fmla="*/ 1926261 w 7467600"/>
              <a:gd name="connsiteY406" fmla="*/ 6784064 h 6858000"/>
              <a:gd name="connsiteX407" fmla="*/ 1922724 w 7467600"/>
              <a:gd name="connsiteY407" fmla="*/ 6765577 h 6858000"/>
              <a:gd name="connsiteX408" fmla="*/ 1904650 w 7467600"/>
              <a:gd name="connsiteY408" fmla="*/ 6639616 h 6858000"/>
              <a:gd name="connsiteX409" fmla="*/ 1885273 w 7467600"/>
              <a:gd name="connsiteY409" fmla="*/ 6858000 h 6858000"/>
              <a:gd name="connsiteX410" fmla="*/ 1854363 w 7467600"/>
              <a:gd name="connsiteY410" fmla="*/ 6858000 h 6858000"/>
              <a:gd name="connsiteX411" fmla="*/ 1880391 w 7467600"/>
              <a:gd name="connsiteY411" fmla="*/ 6603796 h 6858000"/>
              <a:gd name="connsiteX412" fmla="*/ 1818273 w 7467600"/>
              <a:gd name="connsiteY412" fmla="*/ 6715729 h 6858000"/>
              <a:gd name="connsiteX413" fmla="*/ 1794691 w 7467600"/>
              <a:gd name="connsiteY413" fmla="*/ 6843239 h 6858000"/>
              <a:gd name="connsiteX414" fmla="*/ 1794914 w 7467600"/>
              <a:gd name="connsiteY414" fmla="*/ 6858000 h 6858000"/>
              <a:gd name="connsiteX415" fmla="*/ 1746128 w 7467600"/>
              <a:gd name="connsiteY415" fmla="*/ 6858000 h 6858000"/>
              <a:gd name="connsiteX416" fmla="*/ 1753934 w 7467600"/>
              <a:gd name="connsiteY416" fmla="*/ 6724796 h 6858000"/>
              <a:gd name="connsiteX417" fmla="*/ 1792053 w 7467600"/>
              <a:gd name="connsiteY417" fmla="*/ 6572396 h 6858000"/>
              <a:gd name="connsiteX418" fmla="*/ 1862248 w 7467600"/>
              <a:gd name="connsiteY418" fmla="*/ 6266397 h 6858000"/>
              <a:gd name="connsiteX419" fmla="*/ 1862250 w 7467600"/>
              <a:gd name="connsiteY419" fmla="*/ 6033531 h 6858000"/>
              <a:gd name="connsiteX420" fmla="*/ 1211999 w 7467600"/>
              <a:gd name="connsiteY420" fmla="*/ 6683610 h 6858000"/>
              <a:gd name="connsiteX421" fmla="*/ 1213266 w 7467600"/>
              <a:gd name="connsiteY421" fmla="*/ 6691947 h 6858000"/>
              <a:gd name="connsiteX422" fmla="*/ 1203370 w 7467600"/>
              <a:gd name="connsiteY422" fmla="*/ 6850676 h 6858000"/>
              <a:gd name="connsiteX423" fmla="*/ 1203671 w 7467600"/>
              <a:gd name="connsiteY423" fmla="*/ 6858000 h 6858000"/>
              <a:gd name="connsiteX424" fmla="*/ 1143180 w 7467600"/>
              <a:gd name="connsiteY424" fmla="*/ 6858000 h 6858000"/>
              <a:gd name="connsiteX425" fmla="*/ 1142176 w 7467600"/>
              <a:gd name="connsiteY425" fmla="*/ 6766045 h 6858000"/>
              <a:gd name="connsiteX426" fmla="*/ 1067484 w 7467600"/>
              <a:gd name="connsiteY426" fmla="*/ 6858000 h 6858000"/>
              <a:gd name="connsiteX427" fmla="*/ 953928 w 7467600"/>
              <a:gd name="connsiteY427" fmla="*/ 6858000 h 6858000"/>
              <a:gd name="connsiteX428" fmla="*/ 959715 w 7467600"/>
              <a:gd name="connsiteY428" fmla="*/ 6850185 h 6858000"/>
              <a:gd name="connsiteX429" fmla="*/ 1483788 w 7467600"/>
              <a:gd name="connsiteY429" fmla="*/ 6259174 h 6858000"/>
              <a:gd name="connsiteX430" fmla="*/ 1100671 w 7467600"/>
              <a:gd name="connsiteY430" fmla="*/ 6252137 h 6858000"/>
              <a:gd name="connsiteX431" fmla="*/ 1090144 w 7467600"/>
              <a:gd name="connsiteY431" fmla="*/ 6256748 h 6858000"/>
              <a:gd name="connsiteX432" fmla="*/ 1095872 w 7467600"/>
              <a:gd name="connsiteY432" fmla="*/ 6271892 h 6858000"/>
              <a:gd name="connsiteX433" fmla="*/ 262785 w 7467600"/>
              <a:gd name="connsiteY433" fmla="*/ 6845450 h 6858000"/>
              <a:gd name="connsiteX434" fmla="*/ 209968 w 7467600"/>
              <a:gd name="connsiteY434" fmla="*/ 6770713 h 6858000"/>
              <a:gd name="connsiteX435" fmla="*/ 873460 w 7467600"/>
              <a:gd name="connsiteY435" fmla="*/ 6253768 h 6858000"/>
              <a:gd name="connsiteX436" fmla="*/ 192686 w 7467600"/>
              <a:gd name="connsiteY436" fmla="*/ 5849257 h 6858000"/>
              <a:gd name="connsiteX437" fmla="*/ 4696 w 7467600"/>
              <a:gd name="connsiteY437" fmla="*/ 5697668 h 6858000"/>
              <a:gd name="connsiteX438" fmla="*/ 0 w 7467600"/>
              <a:gd name="connsiteY438" fmla="*/ 5689984 h 6858000"/>
              <a:gd name="connsiteX439" fmla="*/ 0 w 7467600"/>
              <a:gd name="connsiteY439" fmla="*/ 5513472 h 6858000"/>
              <a:gd name="connsiteX440" fmla="*/ 174101 w 7467600"/>
              <a:gd name="connsiteY440" fmla="*/ 5620277 h 6858000"/>
              <a:gd name="connsiteX441" fmla="*/ 891800 w 7467600"/>
              <a:gd name="connsiteY441" fmla="*/ 6036935 h 6858000"/>
              <a:gd name="connsiteX442" fmla="*/ 1072219 w 7467600"/>
              <a:gd name="connsiteY442" fmla="*/ 6169443 h 6858000"/>
              <a:gd name="connsiteX443" fmla="*/ 1074117 w 7467600"/>
              <a:gd name="connsiteY443" fmla="*/ 6170301 h 6858000"/>
              <a:gd name="connsiteX444" fmla="*/ 1083114 w 7467600"/>
              <a:gd name="connsiteY444" fmla="*/ 6174131 h 6858000"/>
              <a:gd name="connsiteX445" fmla="*/ 1543010 w 7467600"/>
              <a:gd name="connsiteY445" fmla="*/ 6191140 h 6858000"/>
              <a:gd name="connsiteX446" fmla="*/ 1551080 w 7467600"/>
              <a:gd name="connsiteY446" fmla="*/ 6195006 h 6858000"/>
              <a:gd name="connsiteX447" fmla="*/ 2345443 w 7467600"/>
              <a:gd name="connsiteY447" fmla="*/ 5549882 h 6858000"/>
              <a:gd name="connsiteX448" fmla="*/ 1721499 w 7467600"/>
              <a:gd name="connsiteY448" fmla="*/ 5599969 h 6858000"/>
              <a:gd name="connsiteX449" fmla="*/ 767716 w 7467600"/>
              <a:gd name="connsiteY449" fmla="*/ 5472768 h 6858000"/>
              <a:gd name="connsiteX450" fmla="*/ 722147 w 7467600"/>
              <a:gd name="connsiteY450" fmla="*/ 5393091 h 6858000"/>
              <a:gd name="connsiteX451" fmla="*/ 1485552 w 7467600"/>
              <a:gd name="connsiteY451" fmla="*/ 5313202 h 6858000"/>
              <a:gd name="connsiteX452" fmla="*/ 2143004 w 7467600"/>
              <a:gd name="connsiteY452" fmla="*/ 5402420 h 6858000"/>
              <a:gd name="connsiteX453" fmla="*/ 1933391 w 7467600"/>
              <a:gd name="connsiteY453" fmla="*/ 5156971 h 6858000"/>
              <a:gd name="connsiteX454" fmla="*/ 1827118 w 7467600"/>
              <a:gd name="connsiteY454" fmla="*/ 4968410 h 6858000"/>
              <a:gd name="connsiteX455" fmla="*/ 1837349 w 7467600"/>
              <a:gd name="connsiteY455" fmla="*/ 4956357 h 6858000"/>
              <a:gd name="connsiteX456" fmla="*/ 2162835 w 7467600"/>
              <a:gd name="connsiteY456" fmla="*/ 5187853 h 6858000"/>
              <a:gd name="connsiteX457" fmla="*/ 2257167 w 7467600"/>
              <a:gd name="connsiteY457" fmla="*/ 5462123 h 6858000"/>
              <a:gd name="connsiteX458" fmla="*/ 2261598 w 7467600"/>
              <a:gd name="connsiteY458" fmla="*/ 5467998 h 6858000"/>
              <a:gd name="connsiteX459" fmla="*/ 2437177 w 7467600"/>
              <a:gd name="connsiteY459" fmla="*/ 5479608 h 6858000"/>
              <a:gd name="connsiteX460" fmla="*/ 2445247 w 7467600"/>
              <a:gd name="connsiteY460" fmla="*/ 5483476 h 6858000"/>
              <a:gd name="connsiteX461" fmla="*/ 2743626 w 7467600"/>
              <a:gd name="connsiteY461" fmla="*/ 5304819 h 6858000"/>
              <a:gd name="connsiteX462" fmla="*/ 3048102 w 7467600"/>
              <a:gd name="connsiteY462" fmla="*/ 5150595 h 6858000"/>
              <a:gd name="connsiteX463" fmla="*/ 1799414 w 7467600"/>
              <a:gd name="connsiteY463" fmla="*/ 4694732 h 6858000"/>
              <a:gd name="connsiteX464" fmla="*/ 1771735 w 7467600"/>
              <a:gd name="connsiteY464" fmla="*/ 4619929 h 6858000"/>
              <a:gd name="connsiteX465" fmla="*/ 3104273 w 7467600"/>
              <a:gd name="connsiteY465" fmla="*/ 5076159 h 6858000"/>
              <a:gd name="connsiteX466" fmla="*/ 3113245 w 7467600"/>
              <a:gd name="connsiteY466" fmla="*/ 5090705 h 6858000"/>
              <a:gd name="connsiteX467" fmla="*/ 3126294 w 7467600"/>
              <a:gd name="connsiteY467" fmla="*/ 5114400 h 6858000"/>
              <a:gd name="connsiteX468" fmla="*/ 3937433 w 7467600"/>
              <a:gd name="connsiteY468" fmla="*/ 4830473 h 6858000"/>
              <a:gd name="connsiteX469" fmla="*/ 3590475 w 7467600"/>
              <a:gd name="connsiteY469" fmla="*/ 4597974 h 6858000"/>
              <a:gd name="connsiteX470" fmla="*/ 3100264 w 7467600"/>
              <a:gd name="connsiteY470" fmla="*/ 4579845 h 6858000"/>
              <a:gd name="connsiteX471" fmla="*/ 2183576 w 7467600"/>
              <a:gd name="connsiteY471" fmla="*/ 4227150 h 6858000"/>
              <a:gd name="connsiteX472" fmla="*/ 2151029 w 7467600"/>
              <a:gd name="connsiteY472" fmla="*/ 4146947 h 6858000"/>
              <a:gd name="connsiteX473" fmla="*/ 3563434 w 7467600"/>
              <a:gd name="connsiteY473" fmla="*/ 4469115 h 6858000"/>
              <a:gd name="connsiteX474" fmla="*/ 3177952 w 7467600"/>
              <a:gd name="connsiteY474" fmla="*/ 3657386 h 6858000"/>
              <a:gd name="connsiteX475" fmla="*/ 3189263 w 7467600"/>
              <a:gd name="connsiteY475" fmla="*/ 3625726 h 6858000"/>
              <a:gd name="connsiteX476" fmla="*/ 3560912 w 7467600"/>
              <a:gd name="connsiteY476" fmla="*/ 4079863 h 6858000"/>
              <a:gd name="connsiteX477" fmla="*/ 3626636 w 7467600"/>
              <a:gd name="connsiteY477" fmla="*/ 4512230 h 6858000"/>
              <a:gd name="connsiteX478" fmla="*/ 3653088 w 7467600"/>
              <a:gd name="connsiteY478" fmla="*/ 4521417 h 6858000"/>
              <a:gd name="connsiteX479" fmla="*/ 3988128 w 7467600"/>
              <a:gd name="connsiteY479" fmla="*/ 4817267 h 6858000"/>
              <a:gd name="connsiteX480" fmla="*/ 4830582 w 7467600"/>
              <a:gd name="connsiteY480" fmla="*/ 4676000 h 6858000"/>
              <a:gd name="connsiteX481" fmla="*/ 4830100 w 7467600"/>
              <a:gd name="connsiteY481" fmla="*/ 4675554 h 6858000"/>
              <a:gd name="connsiteX482" fmla="*/ 4036318 w 7467600"/>
              <a:gd name="connsiteY482" fmla="*/ 4147013 h 6858000"/>
              <a:gd name="connsiteX483" fmla="*/ 3432098 w 7467600"/>
              <a:gd name="connsiteY483" fmla="*/ 3537312 h 6858000"/>
              <a:gd name="connsiteX484" fmla="*/ 3446761 w 7467600"/>
              <a:gd name="connsiteY484" fmla="*/ 3461278 h 6858000"/>
              <a:gd name="connsiteX485" fmla="*/ 4419733 w 7467600"/>
              <a:gd name="connsiteY485" fmla="*/ 3963555 h 6858000"/>
              <a:gd name="connsiteX486" fmla="*/ 4781371 w 7467600"/>
              <a:gd name="connsiteY486" fmla="*/ 4458604 h 6858000"/>
              <a:gd name="connsiteX487" fmla="*/ 4780440 w 7467600"/>
              <a:gd name="connsiteY487" fmla="*/ 4470290 h 6858000"/>
              <a:gd name="connsiteX488" fmla="*/ 4898954 w 7467600"/>
              <a:gd name="connsiteY488" fmla="*/ 4662092 h 6858000"/>
              <a:gd name="connsiteX489" fmla="*/ 4900699 w 7467600"/>
              <a:gd name="connsiteY489" fmla="*/ 4670867 h 6858000"/>
              <a:gd name="connsiteX490" fmla="*/ 5714511 w 7467600"/>
              <a:gd name="connsiteY490" fmla="*/ 4663483 h 6858000"/>
              <a:gd name="connsiteX491" fmla="*/ 5464793 w 7467600"/>
              <a:gd name="connsiteY491" fmla="*/ 4393556 h 6858000"/>
              <a:gd name="connsiteX492" fmla="*/ 5461897 w 7467600"/>
              <a:gd name="connsiteY492" fmla="*/ 4390879 h 6858000"/>
              <a:gd name="connsiteX493" fmla="*/ 4294126 w 7467600"/>
              <a:gd name="connsiteY493" fmla="*/ 3303048 h 6858000"/>
              <a:gd name="connsiteX494" fmla="*/ 4305321 w 7467600"/>
              <a:gd name="connsiteY494" fmla="*/ 3256953 h 6858000"/>
              <a:gd name="connsiteX495" fmla="*/ 4949299 w 7467600"/>
              <a:gd name="connsiteY495" fmla="*/ 3766336 h 6858000"/>
              <a:gd name="connsiteX496" fmla="*/ 5291452 w 7467600"/>
              <a:gd name="connsiteY496" fmla="*/ 4076801 h 6858000"/>
              <a:gd name="connsiteX497" fmla="*/ 5434998 w 7467600"/>
              <a:gd name="connsiteY497" fmla="*/ 4254100 h 6858000"/>
              <a:gd name="connsiteX498" fmla="*/ 5351015 w 7467600"/>
              <a:gd name="connsiteY498" fmla="*/ 3760989 h 6858000"/>
              <a:gd name="connsiteX499" fmla="*/ 5413780 w 7467600"/>
              <a:gd name="connsiteY499" fmla="*/ 2966265 h 6858000"/>
              <a:gd name="connsiteX500" fmla="*/ 5425627 w 7467600"/>
              <a:gd name="connsiteY500" fmla="*/ 2954192 h 6858000"/>
              <a:gd name="connsiteX501" fmla="*/ 6604735 w 7467600"/>
              <a:gd name="connsiteY501" fmla="*/ 2041381 h 6858000"/>
              <a:gd name="connsiteX502" fmla="*/ 7204487 w 7467600"/>
              <a:gd name="connsiteY502" fmla="*/ 2742112 h 6858000"/>
              <a:gd name="connsiteX503" fmla="*/ 7131592 w 7467600"/>
              <a:gd name="connsiteY503" fmla="*/ 2672096 h 6858000"/>
              <a:gd name="connsiteX504" fmla="*/ 6996344 w 7467600"/>
              <a:gd name="connsiteY504" fmla="*/ 2518310 h 6858000"/>
              <a:gd name="connsiteX505" fmla="*/ 6735495 w 7467600"/>
              <a:gd name="connsiteY505" fmla="*/ 2196890 h 6858000"/>
              <a:gd name="connsiteX506" fmla="*/ 6721901 w 7467600"/>
              <a:gd name="connsiteY506" fmla="*/ 2179274 h 6858000"/>
              <a:gd name="connsiteX507" fmla="*/ 6604735 w 7467600"/>
              <a:gd name="connsiteY507" fmla="*/ 2041381 h 6858000"/>
              <a:gd name="connsiteX508" fmla="*/ 6591670 w 7467600"/>
              <a:gd name="connsiteY508" fmla="*/ 1988277 h 6858000"/>
              <a:gd name="connsiteX509" fmla="*/ 6747349 w 7467600"/>
              <a:gd name="connsiteY509" fmla="*/ 2160069 h 6858000"/>
              <a:gd name="connsiteX510" fmla="*/ 6760943 w 7467600"/>
              <a:gd name="connsiteY510" fmla="*/ 2177686 h 6858000"/>
              <a:gd name="connsiteX511" fmla="*/ 7021065 w 7467600"/>
              <a:gd name="connsiteY511" fmla="*/ 2498102 h 6858000"/>
              <a:gd name="connsiteX512" fmla="*/ 7155223 w 7467600"/>
              <a:gd name="connsiteY512" fmla="*/ 2650386 h 6858000"/>
              <a:gd name="connsiteX513" fmla="*/ 7203167 w 7467600"/>
              <a:gd name="connsiteY513" fmla="*/ 2697288 h 6858000"/>
              <a:gd name="connsiteX514" fmla="*/ 6937703 w 7467600"/>
              <a:gd name="connsiteY514" fmla="*/ 2321981 h 6858000"/>
              <a:gd name="connsiteX515" fmla="*/ 6591670 w 7467600"/>
              <a:gd name="connsiteY515" fmla="*/ 1988277 h 6858000"/>
              <a:gd name="connsiteX516" fmla="*/ 5798671 w 7467600"/>
              <a:gd name="connsiteY516" fmla="*/ 1981601 h 6858000"/>
              <a:gd name="connsiteX517" fmla="*/ 5754709 w 7467600"/>
              <a:gd name="connsiteY517" fmla="*/ 2071454 h 6858000"/>
              <a:gd name="connsiteX518" fmla="*/ 5763044 w 7467600"/>
              <a:gd name="connsiteY518" fmla="*/ 2842206 h 6858000"/>
              <a:gd name="connsiteX519" fmla="*/ 5764974 w 7467600"/>
              <a:gd name="connsiteY519" fmla="*/ 2799609 h 6858000"/>
              <a:gd name="connsiteX520" fmla="*/ 5767665 w 7467600"/>
              <a:gd name="connsiteY520" fmla="*/ 2666409 h 6858000"/>
              <a:gd name="connsiteX521" fmla="*/ 5763055 w 7467600"/>
              <a:gd name="connsiteY521" fmla="*/ 2579705 h 6858000"/>
              <a:gd name="connsiteX522" fmla="*/ 5758079 w 7467600"/>
              <a:gd name="connsiteY522" fmla="*/ 2492508 h 6858000"/>
              <a:gd name="connsiteX523" fmla="*/ 5779325 w 7467600"/>
              <a:gd name="connsiteY523" fmla="*/ 2197069 h 6858000"/>
              <a:gd name="connsiteX524" fmla="*/ 5798671 w 7467600"/>
              <a:gd name="connsiteY524" fmla="*/ 1981601 h 6858000"/>
              <a:gd name="connsiteX525" fmla="*/ 5829202 w 7467600"/>
              <a:gd name="connsiteY525" fmla="*/ 1971679 h 6858000"/>
              <a:gd name="connsiteX526" fmla="*/ 5809558 w 7467600"/>
              <a:gd name="connsiteY526" fmla="*/ 2198043 h 6858000"/>
              <a:gd name="connsiteX527" fmla="*/ 5788653 w 7467600"/>
              <a:gd name="connsiteY527" fmla="*/ 2489430 h 6858000"/>
              <a:gd name="connsiteX528" fmla="*/ 5793439 w 7467600"/>
              <a:gd name="connsiteY528" fmla="*/ 2575235 h 6858000"/>
              <a:gd name="connsiteX529" fmla="*/ 5796837 w 7467600"/>
              <a:gd name="connsiteY529" fmla="*/ 2637633 h 6858000"/>
              <a:gd name="connsiteX530" fmla="*/ 5818614 w 7467600"/>
              <a:gd name="connsiteY530" fmla="*/ 2473055 h 6858000"/>
              <a:gd name="connsiteX531" fmla="*/ 5829202 w 7467600"/>
              <a:gd name="connsiteY531" fmla="*/ 1971679 h 6858000"/>
              <a:gd name="connsiteX532" fmla="*/ 5911389 w 7467600"/>
              <a:gd name="connsiteY532" fmla="*/ 1898371 h 6858000"/>
              <a:gd name="connsiteX533" fmla="*/ 6237627 w 7467600"/>
              <a:gd name="connsiteY533" fmla="*/ 2231921 h 6858000"/>
              <a:gd name="connsiteX534" fmla="*/ 5911389 w 7467600"/>
              <a:gd name="connsiteY534" fmla="*/ 1898371 h 6858000"/>
              <a:gd name="connsiteX535" fmla="*/ 6944437 w 7467600"/>
              <a:gd name="connsiteY535" fmla="*/ 1575402 h 6858000"/>
              <a:gd name="connsiteX536" fmla="*/ 6304730 w 7467600"/>
              <a:gd name="connsiteY536" fmla="*/ 1766654 h 6858000"/>
              <a:gd name="connsiteX537" fmla="*/ 6944437 w 7467600"/>
              <a:gd name="connsiteY537" fmla="*/ 1575402 h 6858000"/>
              <a:gd name="connsiteX538" fmla="*/ 7019523 w 7467600"/>
              <a:gd name="connsiteY538" fmla="*/ 1519450 h 6858000"/>
              <a:gd name="connsiteX539" fmla="*/ 6298091 w 7467600"/>
              <a:gd name="connsiteY539" fmla="*/ 1737122 h 6858000"/>
              <a:gd name="connsiteX540" fmla="*/ 7019523 w 7467600"/>
              <a:gd name="connsiteY540" fmla="*/ 1519450 h 6858000"/>
              <a:gd name="connsiteX541" fmla="*/ 2399523 w 7467600"/>
              <a:gd name="connsiteY541" fmla="*/ 1428234 h 6858000"/>
              <a:gd name="connsiteX542" fmla="*/ 2224982 w 7467600"/>
              <a:gd name="connsiteY542" fmla="*/ 1826201 h 6858000"/>
              <a:gd name="connsiteX543" fmla="*/ 2096099 w 7467600"/>
              <a:gd name="connsiteY543" fmla="*/ 2345900 h 6858000"/>
              <a:gd name="connsiteX544" fmla="*/ 2283317 w 7467600"/>
              <a:gd name="connsiteY544" fmla="*/ 1796925 h 6858000"/>
              <a:gd name="connsiteX545" fmla="*/ 2399523 w 7467600"/>
              <a:gd name="connsiteY545" fmla="*/ 1428234 h 6858000"/>
              <a:gd name="connsiteX546" fmla="*/ 2448558 w 7467600"/>
              <a:gd name="connsiteY546" fmla="*/ 1373435 h 6858000"/>
              <a:gd name="connsiteX547" fmla="*/ 2312521 w 7467600"/>
              <a:gd name="connsiteY547" fmla="*/ 1806140 h 6858000"/>
              <a:gd name="connsiteX548" fmla="*/ 2127533 w 7467600"/>
              <a:gd name="connsiteY548" fmla="*/ 2348380 h 6858000"/>
              <a:gd name="connsiteX549" fmla="*/ 2358080 w 7467600"/>
              <a:gd name="connsiteY549" fmla="*/ 1866134 h 6858000"/>
              <a:gd name="connsiteX550" fmla="*/ 2407436 w 7467600"/>
              <a:gd name="connsiteY550" fmla="*/ 1651070 h 6858000"/>
              <a:gd name="connsiteX551" fmla="*/ 2448558 w 7467600"/>
              <a:gd name="connsiteY551" fmla="*/ 1373435 h 6858000"/>
              <a:gd name="connsiteX552" fmla="*/ 278707 w 7467600"/>
              <a:gd name="connsiteY552" fmla="*/ 1352270 h 6858000"/>
              <a:gd name="connsiteX553" fmla="*/ 321570 w 7467600"/>
              <a:gd name="connsiteY553" fmla="*/ 1861610 h 6858000"/>
              <a:gd name="connsiteX554" fmla="*/ 294281 w 7467600"/>
              <a:gd name="connsiteY554" fmla="*/ 1440658 h 6858000"/>
              <a:gd name="connsiteX555" fmla="*/ 278707 w 7467600"/>
              <a:gd name="connsiteY555" fmla="*/ 1352270 h 6858000"/>
              <a:gd name="connsiteX556" fmla="*/ 1423821 w 7467600"/>
              <a:gd name="connsiteY556" fmla="*/ 1351958 h 6858000"/>
              <a:gd name="connsiteX557" fmla="*/ 1638521 w 7467600"/>
              <a:gd name="connsiteY557" fmla="*/ 1908470 h 6858000"/>
              <a:gd name="connsiteX558" fmla="*/ 1754199 w 7467600"/>
              <a:gd name="connsiteY558" fmla="*/ 2149284 h 6858000"/>
              <a:gd name="connsiteX559" fmla="*/ 1908359 w 7467600"/>
              <a:gd name="connsiteY559" fmla="*/ 2364988 h 6858000"/>
              <a:gd name="connsiteX560" fmla="*/ 1647661 w 7467600"/>
              <a:gd name="connsiteY560" fmla="*/ 1825945 h 6858000"/>
              <a:gd name="connsiteX561" fmla="*/ 1423821 w 7467600"/>
              <a:gd name="connsiteY561" fmla="*/ 1351958 h 6858000"/>
              <a:gd name="connsiteX562" fmla="*/ 1431890 w 7467600"/>
              <a:gd name="connsiteY562" fmla="*/ 1306475 h 6858000"/>
              <a:gd name="connsiteX563" fmla="*/ 1507597 w 7467600"/>
              <a:gd name="connsiteY563" fmla="*/ 1446132 h 6858000"/>
              <a:gd name="connsiteX564" fmla="*/ 1674586 w 7467600"/>
              <a:gd name="connsiteY564" fmla="*/ 1813832 h 6858000"/>
              <a:gd name="connsiteX565" fmla="*/ 1815950 w 7467600"/>
              <a:gd name="connsiteY565" fmla="*/ 2128564 h 6858000"/>
              <a:gd name="connsiteX566" fmla="*/ 1984242 w 7467600"/>
              <a:gd name="connsiteY566" fmla="*/ 2430829 h 6858000"/>
              <a:gd name="connsiteX567" fmla="*/ 2014023 w 7467600"/>
              <a:gd name="connsiteY567" fmla="*/ 2450995 h 6858000"/>
              <a:gd name="connsiteX568" fmla="*/ 1747337 w 7467600"/>
              <a:gd name="connsiteY568" fmla="*/ 1855264 h 6858000"/>
              <a:gd name="connsiteX569" fmla="*/ 1533749 w 7467600"/>
              <a:gd name="connsiteY569" fmla="*/ 1478656 h 6858000"/>
              <a:gd name="connsiteX570" fmla="*/ 1431890 w 7467600"/>
              <a:gd name="connsiteY570" fmla="*/ 1306475 h 6858000"/>
              <a:gd name="connsiteX571" fmla="*/ 5052692 w 7467600"/>
              <a:gd name="connsiteY571" fmla="*/ 1292994 h 6858000"/>
              <a:gd name="connsiteX572" fmla="*/ 5200661 w 7467600"/>
              <a:gd name="connsiteY572" fmla="*/ 1635186 h 6858000"/>
              <a:gd name="connsiteX573" fmla="*/ 5297138 w 7467600"/>
              <a:gd name="connsiteY573" fmla="*/ 1906351 h 6858000"/>
              <a:gd name="connsiteX574" fmla="*/ 5052692 w 7467600"/>
              <a:gd name="connsiteY574" fmla="*/ 1292994 h 6858000"/>
              <a:gd name="connsiteX575" fmla="*/ 5009948 w 7467600"/>
              <a:gd name="connsiteY575" fmla="*/ 1273619 h 6858000"/>
              <a:gd name="connsiteX576" fmla="*/ 5121777 w 7467600"/>
              <a:gd name="connsiteY576" fmla="*/ 1654213 h 6858000"/>
              <a:gd name="connsiteX577" fmla="*/ 5293545 w 7467600"/>
              <a:gd name="connsiteY577" fmla="*/ 2072247 h 6858000"/>
              <a:gd name="connsiteX578" fmla="*/ 5294042 w 7467600"/>
              <a:gd name="connsiteY578" fmla="*/ 2065019 h 6858000"/>
              <a:gd name="connsiteX579" fmla="*/ 5171936 w 7467600"/>
              <a:gd name="connsiteY579" fmla="*/ 1647613 h 6858000"/>
              <a:gd name="connsiteX580" fmla="*/ 5009948 w 7467600"/>
              <a:gd name="connsiteY580" fmla="*/ 1273619 h 6858000"/>
              <a:gd name="connsiteX581" fmla="*/ 655236 w 7467600"/>
              <a:gd name="connsiteY581" fmla="*/ 1268632 h 6858000"/>
              <a:gd name="connsiteX582" fmla="*/ 839521 w 7467600"/>
              <a:gd name="connsiteY582" fmla="*/ 1685315 h 6858000"/>
              <a:gd name="connsiteX583" fmla="*/ 1109416 w 7467600"/>
              <a:gd name="connsiteY583" fmla="*/ 2061663 h 6858000"/>
              <a:gd name="connsiteX584" fmla="*/ 1298300 w 7467600"/>
              <a:gd name="connsiteY584" fmla="*/ 2247742 h 6858000"/>
              <a:gd name="connsiteX585" fmla="*/ 1125871 w 7467600"/>
              <a:gd name="connsiteY585" fmla="*/ 1989513 h 6858000"/>
              <a:gd name="connsiteX586" fmla="*/ 981574 w 7467600"/>
              <a:gd name="connsiteY586" fmla="*/ 1783157 h 6858000"/>
              <a:gd name="connsiteX587" fmla="*/ 922198 w 7467600"/>
              <a:gd name="connsiteY587" fmla="*/ 1677437 h 6858000"/>
              <a:gd name="connsiteX588" fmla="*/ 869293 w 7467600"/>
              <a:gd name="connsiteY588" fmla="*/ 1583214 h 6858000"/>
              <a:gd name="connsiteX589" fmla="*/ 751431 w 7467600"/>
              <a:gd name="connsiteY589" fmla="*/ 1405731 h 6858000"/>
              <a:gd name="connsiteX590" fmla="*/ 655236 w 7467600"/>
              <a:gd name="connsiteY590" fmla="*/ 1268632 h 6858000"/>
              <a:gd name="connsiteX591" fmla="*/ 6516292 w 7467600"/>
              <a:gd name="connsiteY591" fmla="*/ 1263064 h 6858000"/>
              <a:gd name="connsiteX592" fmla="*/ 5736320 w 7467600"/>
              <a:gd name="connsiteY592" fmla="*/ 1501803 h 6858000"/>
              <a:gd name="connsiteX593" fmla="*/ 6516292 w 7467600"/>
              <a:gd name="connsiteY593" fmla="*/ 1263064 h 6858000"/>
              <a:gd name="connsiteX594" fmla="*/ 291466 w 7467600"/>
              <a:gd name="connsiteY594" fmla="*/ 1250369 h 6858000"/>
              <a:gd name="connsiteX595" fmla="*/ 323180 w 7467600"/>
              <a:gd name="connsiteY595" fmla="*/ 1435283 h 6858000"/>
              <a:gd name="connsiteX596" fmla="*/ 349381 w 7467600"/>
              <a:gd name="connsiteY596" fmla="*/ 1875041 h 6858000"/>
              <a:gd name="connsiteX597" fmla="*/ 374363 w 7467600"/>
              <a:gd name="connsiteY597" fmla="*/ 1506494 h 6858000"/>
              <a:gd name="connsiteX598" fmla="*/ 302168 w 7467600"/>
              <a:gd name="connsiteY598" fmla="*/ 1274495 h 6858000"/>
              <a:gd name="connsiteX599" fmla="*/ 291466 w 7467600"/>
              <a:gd name="connsiteY599" fmla="*/ 1250369 h 6858000"/>
              <a:gd name="connsiteX600" fmla="*/ 678222 w 7467600"/>
              <a:gd name="connsiteY600" fmla="*/ 1248670 h 6858000"/>
              <a:gd name="connsiteX601" fmla="*/ 775536 w 7467600"/>
              <a:gd name="connsiteY601" fmla="*/ 1388015 h 6858000"/>
              <a:gd name="connsiteX602" fmla="*/ 894529 w 7467600"/>
              <a:gd name="connsiteY602" fmla="*/ 1567739 h 6858000"/>
              <a:gd name="connsiteX603" fmla="*/ 948000 w 7467600"/>
              <a:gd name="connsiteY603" fmla="*/ 1663088 h 6858000"/>
              <a:gd name="connsiteX604" fmla="*/ 1006812 w 7467600"/>
              <a:gd name="connsiteY604" fmla="*/ 1767683 h 6858000"/>
              <a:gd name="connsiteX605" fmla="*/ 1149133 w 7467600"/>
              <a:gd name="connsiteY605" fmla="*/ 1971513 h 6858000"/>
              <a:gd name="connsiteX606" fmla="*/ 1333952 w 7467600"/>
              <a:gd name="connsiteY606" fmla="*/ 2251620 h 6858000"/>
              <a:gd name="connsiteX607" fmla="*/ 1337329 w 7467600"/>
              <a:gd name="connsiteY607" fmla="*/ 2258350 h 6858000"/>
              <a:gd name="connsiteX608" fmla="*/ 1014726 w 7467600"/>
              <a:gd name="connsiteY608" fmla="*/ 1615556 h 6858000"/>
              <a:gd name="connsiteX609" fmla="*/ 678222 w 7467600"/>
              <a:gd name="connsiteY609" fmla="*/ 1248670 h 6858000"/>
              <a:gd name="connsiteX610" fmla="*/ 6691602 w 7467600"/>
              <a:gd name="connsiteY610" fmla="*/ 1140573 h 6858000"/>
              <a:gd name="connsiteX611" fmla="*/ 6571100 w 7467600"/>
              <a:gd name="connsiteY611" fmla="*/ 1183662 h 6858000"/>
              <a:gd name="connsiteX612" fmla="*/ 6241687 w 7467600"/>
              <a:gd name="connsiteY612" fmla="*/ 1257600 h 6858000"/>
              <a:gd name="connsiteX613" fmla="*/ 5693009 w 7467600"/>
              <a:gd name="connsiteY613" fmla="*/ 1478256 h 6858000"/>
              <a:gd name="connsiteX614" fmla="*/ 6548420 w 7467600"/>
              <a:gd name="connsiteY614" fmla="*/ 1214599 h 6858000"/>
              <a:gd name="connsiteX615" fmla="*/ 6605473 w 7467600"/>
              <a:gd name="connsiteY615" fmla="*/ 1184686 h 6858000"/>
              <a:gd name="connsiteX616" fmla="*/ 6691602 w 7467600"/>
              <a:gd name="connsiteY616" fmla="*/ 1140573 h 6858000"/>
              <a:gd name="connsiteX617" fmla="*/ 4002475 w 7467600"/>
              <a:gd name="connsiteY617" fmla="*/ 1037802 h 6858000"/>
              <a:gd name="connsiteX618" fmla="*/ 4000324 w 7467600"/>
              <a:gd name="connsiteY618" fmla="*/ 1039362 h 6858000"/>
              <a:gd name="connsiteX619" fmla="*/ 4002862 w 7467600"/>
              <a:gd name="connsiteY619" fmla="*/ 1042866 h 6858000"/>
              <a:gd name="connsiteX620" fmla="*/ 4002475 w 7467600"/>
              <a:gd name="connsiteY620" fmla="*/ 1037802 h 6858000"/>
              <a:gd name="connsiteX621" fmla="*/ 506322 w 7467600"/>
              <a:gd name="connsiteY621" fmla="*/ 1020997 h 6858000"/>
              <a:gd name="connsiteX622" fmla="*/ 533068 w 7467600"/>
              <a:gd name="connsiteY622" fmla="*/ 1029409 h 6858000"/>
              <a:gd name="connsiteX623" fmla="*/ 1232525 w 7467600"/>
              <a:gd name="connsiteY623" fmla="*/ 1804675 h 6858000"/>
              <a:gd name="connsiteX624" fmla="*/ 1388858 w 7467600"/>
              <a:gd name="connsiteY624" fmla="*/ 2368011 h 6858000"/>
              <a:gd name="connsiteX625" fmla="*/ 1384098 w 7467600"/>
              <a:gd name="connsiteY625" fmla="*/ 2378125 h 6858000"/>
              <a:gd name="connsiteX626" fmla="*/ 1425393 w 7467600"/>
              <a:gd name="connsiteY626" fmla="*/ 2589124 h 6858000"/>
              <a:gd name="connsiteX627" fmla="*/ 1424001 w 7467600"/>
              <a:gd name="connsiteY627" fmla="*/ 2597541 h 6858000"/>
              <a:gd name="connsiteX628" fmla="*/ 2152729 w 7467600"/>
              <a:gd name="connsiteY628" fmla="*/ 2864487 h 6858000"/>
              <a:gd name="connsiteX629" fmla="*/ 2020609 w 7467600"/>
              <a:gd name="connsiteY629" fmla="*/ 2539671 h 6858000"/>
              <a:gd name="connsiteX630" fmla="*/ 2018920 w 7467600"/>
              <a:gd name="connsiteY630" fmla="*/ 2536309 h 6858000"/>
              <a:gd name="connsiteX631" fmla="*/ 1342441 w 7467600"/>
              <a:gd name="connsiteY631" fmla="*/ 1173017 h 6858000"/>
              <a:gd name="connsiteX632" fmla="*/ 1367925 w 7467600"/>
              <a:gd name="connsiteY632" fmla="*/ 1135648 h 6858000"/>
              <a:gd name="connsiteX633" fmla="*/ 1771401 w 7467600"/>
              <a:gd name="connsiteY633" fmla="*/ 1806673 h 6858000"/>
              <a:gd name="connsiteX634" fmla="*/ 1972385 w 7467600"/>
              <a:gd name="connsiteY634" fmla="*/ 2198735 h 6858000"/>
              <a:gd name="connsiteX635" fmla="*/ 2040892 w 7467600"/>
              <a:gd name="connsiteY635" fmla="*/ 2405205 h 6858000"/>
              <a:gd name="connsiteX636" fmla="*/ 2131689 w 7467600"/>
              <a:gd name="connsiteY636" fmla="*/ 1936926 h 6858000"/>
              <a:gd name="connsiteX637" fmla="*/ 2454820 w 7467600"/>
              <a:gd name="connsiteY637" fmla="*/ 1248808 h 6858000"/>
              <a:gd name="connsiteX638" fmla="*/ 2492512 w 7467600"/>
              <a:gd name="connsiteY638" fmla="*/ 1302920 h 6858000"/>
              <a:gd name="connsiteX639" fmla="*/ 2081216 w 7467600"/>
              <a:gd name="connsiteY639" fmla="*/ 2527513 h 6858000"/>
              <a:gd name="connsiteX640" fmla="*/ 2081211 w 7467600"/>
              <a:gd name="connsiteY640" fmla="*/ 2528916 h 6858000"/>
              <a:gd name="connsiteX641" fmla="*/ 2199067 w 7467600"/>
              <a:gd name="connsiteY641" fmla="*/ 2884061 h 6858000"/>
              <a:gd name="connsiteX642" fmla="*/ 3192586 w 7467600"/>
              <a:gd name="connsiteY642" fmla="*/ 3411496 h 6858000"/>
              <a:gd name="connsiteX643" fmla="*/ 3182620 w 7467600"/>
              <a:gd name="connsiteY643" fmla="*/ 3483279 h 6858000"/>
              <a:gd name="connsiteX644" fmla="*/ 2435119 w 7467600"/>
              <a:gd name="connsiteY644" fmla="*/ 3080173 h 6858000"/>
              <a:gd name="connsiteX645" fmla="*/ 2410152 w 7467600"/>
              <a:gd name="connsiteY645" fmla="*/ 3063751 h 6858000"/>
              <a:gd name="connsiteX646" fmla="*/ 2408099 w 7467600"/>
              <a:gd name="connsiteY646" fmla="*/ 3064403 h 6858000"/>
              <a:gd name="connsiteX647" fmla="*/ 2407218 w 7467600"/>
              <a:gd name="connsiteY647" fmla="*/ 3070324 h 6858000"/>
              <a:gd name="connsiteX648" fmla="*/ 2380138 w 7467600"/>
              <a:gd name="connsiteY648" fmla="*/ 3099341 h 6858000"/>
              <a:gd name="connsiteX649" fmla="*/ 1765923 w 7467600"/>
              <a:gd name="connsiteY649" fmla="*/ 3581043 h 6858000"/>
              <a:gd name="connsiteX650" fmla="*/ 1702258 w 7467600"/>
              <a:gd name="connsiteY650" fmla="*/ 3612286 h 6858000"/>
              <a:gd name="connsiteX651" fmla="*/ 1538370 w 7467600"/>
              <a:gd name="connsiteY651" fmla="*/ 3811804 h 6858000"/>
              <a:gd name="connsiteX652" fmla="*/ 542867 w 7467600"/>
              <a:gd name="connsiteY652" fmla="*/ 4944092 h 6858000"/>
              <a:gd name="connsiteX653" fmla="*/ 515800 w 7467600"/>
              <a:gd name="connsiteY653" fmla="*/ 4862180 h 6858000"/>
              <a:gd name="connsiteX654" fmla="*/ 909145 w 7467600"/>
              <a:gd name="connsiteY654" fmla="*/ 4199225 h 6858000"/>
              <a:gd name="connsiteX655" fmla="*/ 1214067 w 7467600"/>
              <a:gd name="connsiteY655" fmla="*/ 3908561 h 6858000"/>
              <a:gd name="connsiteX656" fmla="*/ 640967 w 7467600"/>
              <a:gd name="connsiteY656" fmla="*/ 4105601 h 6858000"/>
              <a:gd name="connsiteX657" fmla="*/ 112563 w 7467600"/>
              <a:gd name="connsiteY657" fmla="*/ 4396952 h 6858000"/>
              <a:gd name="connsiteX658" fmla="*/ 0 w 7467600"/>
              <a:gd name="connsiteY658" fmla="*/ 4466006 h 6858000"/>
              <a:gd name="connsiteX659" fmla="*/ 0 w 7467600"/>
              <a:gd name="connsiteY659" fmla="*/ 4233763 h 6858000"/>
              <a:gd name="connsiteX660" fmla="*/ 36881 w 7467600"/>
              <a:gd name="connsiteY660" fmla="*/ 4200118 h 6858000"/>
              <a:gd name="connsiteX661" fmla="*/ 910534 w 7467600"/>
              <a:gd name="connsiteY661" fmla="*/ 3629753 h 6858000"/>
              <a:gd name="connsiteX662" fmla="*/ 1578717 w 7467600"/>
              <a:gd name="connsiteY662" fmla="*/ 3575982 h 6858000"/>
              <a:gd name="connsiteX663" fmla="*/ 2338780 w 7467600"/>
              <a:gd name="connsiteY663" fmla="*/ 3033725 h 6858000"/>
              <a:gd name="connsiteX664" fmla="*/ 1807991 w 7467600"/>
              <a:gd name="connsiteY664" fmla="*/ 2807184 h 6858000"/>
              <a:gd name="connsiteX665" fmla="*/ 1416358 w 7467600"/>
              <a:gd name="connsiteY665" fmla="*/ 3112571 h 6858000"/>
              <a:gd name="connsiteX666" fmla="*/ 939066 w 7467600"/>
              <a:gd name="connsiteY666" fmla="*/ 3378798 h 6858000"/>
              <a:gd name="connsiteX667" fmla="*/ 115099 w 7467600"/>
              <a:gd name="connsiteY667" fmla="*/ 3607650 h 6858000"/>
              <a:gd name="connsiteX668" fmla="*/ 97284 w 7467600"/>
              <a:gd name="connsiteY668" fmla="*/ 3520393 h 6858000"/>
              <a:gd name="connsiteX669" fmla="*/ 922050 w 7467600"/>
              <a:gd name="connsiteY669" fmla="*/ 3074867 h 6858000"/>
              <a:gd name="connsiteX670" fmla="*/ 1405265 w 7467600"/>
              <a:gd name="connsiteY670" fmla="*/ 3016319 h 6858000"/>
              <a:gd name="connsiteX671" fmla="*/ 1407512 w 7467600"/>
              <a:gd name="connsiteY671" fmla="*/ 3018001 h 6858000"/>
              <a:gd name="connsiteX672" fmla="*/ 1726266 w 7467600"/>
              <a:gd name="connsiteY672" fmla="*/ 2777274 h 6858000"/>
              <a:gd name="connsiteX673" fmla="*/ 625390 w 7467600"/>
              <a:gd name="connsiteY673" fmla="*/ 2514541 h 6858000"/>
              <a:gd name="connsiteX674" fmla="*/ 619799 w 7467600"/>
              <a:gd name="connsiteY674" fmla="*/ 2527180 h 6858000"/>
              <a:gd name="connsiteX675" fmla="*/ 310030 w 7467600"/>
              <a:gd name="connsiteY675" fmla="*/ 2771818 h 6858000"/>
              <a:gd name="connsiteX676" fmla="*/ 173877 w 7467600"/>
              <a:gd name="connsiteY676" fmla="*/ 2937056 h 6858000"/>
              <a:gd name="connsiteX677" fmla="*/ 77889 w 7467600"/>
              <a:gd name="connsiteY677" fmla="*/ 3138440 h 6858000"/>
              <a:gd name="connsiteX678" fmla="*/ 0 w 7467600"/>
              <a:gd name="connsiteY678" fmla="*/ 3271395 h 6858000"/>
              <a:gd name="connsiteX679" fmla="*/ 0 w 7467600"/>
              <a:gd name="connsiteY679" fmla="*/ 3153002 h 6858000"/>
              <a:gd name="connsiteX680" fmla="*/ 2386 w 7467600"/>
              <a:gd name="connsiteY680" fmla="*/ 3149203 h 6858000"/>
              <a:gd name="connsiteX681" fmla="*/ 89753 w 7467600"/>
              <a:gd name="connsiteY681" fmla="*/ 2987702 h 6858000"/>
              <a:gd name="connsiteX682" fmla="*/ 76869 w 7467600"/>
              <a:gd name="connsiteY682" fmla="*/ 3005404 h 6858000"/>
              <a:gd name="connsiteX683" fmla="*/ 32049 w 7467600"/>
              <a:gd name="connsiteY683" fmla="*/ 3065814 h 6858000"/>
              <a:gd name="connsiteX684" fmla="*/ 0 w 7467600"/>
              <a:gd name="connsiteY684" fmla="*/ 3108744 h 6858000"/>
              <a:gd name="connsiteX685" fmla="*/ 0 w 7467600"/>
              <a:gd name="connsiteY685" fmla="*/ 3058059 h 6858000"/>
              <a:gd name="connsiteX686" fmla="*/ 7610 w 7467600"/>
              <a:gd name="connsiteY686" fmla="*/ 3047889 h 6858000"/>
              <a:gd name="connsiteX687" fmla="*/ 52419 w 7467600"/>
              <a:gd name="connsiteY687" fmla="*/ 2987479 h 6858000"/>
              <a:gd name="connsiteX688" fmla="*/ 59142 w 7467600"/>
              <a:gd name="connsiteY688" fmla="*/ 2978488 h 6858000"/>
              <a:gd name="connsiteX689" fmla="*/ 0 w 7467600"/>
              <a:gd name="connsiteY689" fmla="*/ 3015334 h 6858000"/>
              <a:gd name="connsiteX690" fmla="*/ 0 w 7467600"/>
              <a:gd name="connsiteY690" fmla="*/ 2914286 h 6858000"/>
              <a:gd name="connsiteX691" fmla="*/ 36383 w 7467600"/>
              <a:gd name="connsiteY691" fmla="*/ 2901128 h 6858000"/>
              <a:gd name="connsiteX692" fmla="*/ 156329 w 7467600"/>
              <a:gd name="connsiteY692" fmla="*/ 2840533 h 6858000"/>
              <a:gd name="connsiteX693" fmla="*/ 358355 w 7467600"/>
              <a:gd name="connsiteY693" fmla="*/ 2620471 h 6858000"/>
              <a:gd name="connsiteX694" fmla="*/ 510577 w 7467600"/>
              <a:gd name="connsiteY694" fmla="*/ 2501244 h 6858000"/>
              <a:gd name="connsiteX695" fmla="*/ 211967 w 7467600"/>
              <a:gd name="connsiteY695" fmla="*/ 2479171 h 6858000"/>
              <a:gd name="connsiteX696" fmla="*/ 0 w 7467600"/>
              <a:gd name="connsiteY696" fmla="*/ 2476398 h 6858000"/>
              <a:gd name="connsiteX697" fmla="*/ 0 w 7467600"/>
              <a:gd name="connsiteY697" fmla="*/ 2389189 h 6858000"/>
              <a:gd name="connsiteX698" fmla="*/ 103062 w 7467600"/>
              <a:gd name="connsiteY698" fmla="*/ 2389518 h 6858000"/>
              <a:gd name="connsiteX699" fmla="*/ 510734 w 7467600"/>
              <a:gd name="connsiteY699" fmla="*/ 2416201 h 6858000"/>
              <a:gd name="connsiteX700" fmla="*/ 279257 w 7467600"/>
              <a:gd name="connsiteY700" fmla="*/ 2092102 h 6858000"/>
              <a:gd name="connsiteX701" fmla="*/ 65265 w 7467600"/>
              <a:gd name="connsiteY701" fmla="*/ 2006049 h 6858000"/>
              <a:gd name="connsiteX702" fmla="*/ 0 w 7467600"/>
              <a:gd name="connsiteY702" fmla="*/ 1982532 h 6858000"/>
              <a:gd name="connsiteX703" fmla="*/ 0 w 7467600"/>
              <a:gd name="connsiteY703" fmla="*/ 1912789 h 6858000"/>
              <a:gd name="connsiteX704" fmla="*/ 97460 w 7467600"/>
              <a:gd name="connsiteY704" fmla="*/ 1953725 h 6858000"/>
              <a:gd name="connsiteX705" fmla="*/ 221272 w 7467600"/>
              <a:gd name="connsiteY705" fmla="*/ 1980766 h 6858000"/>
              <a:gd name="connsiteX706" fmla="*/ 116765 w 7467600"/>
              <a:gd name="connsiteY706" fmla="*/ 1911033 h 6858000"/>
              <a:gd name="connsiteX707" fmla="*/ 16405 w 7467600"/>
              <a:gd name="connsiteY707" fmla="*/ 1803412 h 6858000"/>
              <a:gd name="connsiteX708" fmla="*/ 0 w 7467600"/>
              <a:gd name="connsiteY708" fmla="*/ 1784777 h 6858000"/>
              <a:gd name="connsiteX709" fmla="*/ 0 w 7467600"/>
              <a:gd name="connsiteY709" fmla="*/ 1740082 h 6858000"/>
              <a:gd name="connsiteX710" fmla="*/ 39394 w 7467600"/>
              <a:gd name="connsiteY710" fmla="*/ 1784856 h 6858000"/>
              <a:gd name="connsiteX711" fmla="*/ 135813 w 7467600"/>
              <a:gd name="connsiteY711" fmla="*/ 1888838 h 6858000"/>
              <a:gd name="connsiteX712" fmla="*/ 242575 w 7467600"/>
              <a:gd name="connsiteY712" fmla="*/ 1958841 h 6858000"/>
              <a:gd name="connsiteX713" fmla="*/ 82197 w 7467600"/>
              <a:gd name="connsiteY713" fmla="*/ 1754826 h 6858000"/>
              <a:gd name="connsiteX714" fmla="*/ 0 w 7467600"/>
              <a:gd name="connsiteY714" fmla="*/ 1679650 h 6858000"/>
              <a:gd name="connsiteX715" fmla="*/ 0 w 7467600"/>
              <a:gd name="connsiteY715" fmla="*/ 1602463 h 6858000"/>
              <a:gd name="connsiteX716" fmla="*/ 84689 w 7467600"/>
              <a:gd name="connsiteY716" fmla="*/ 1677442 h 6858000"/>
              <a:gd name="connsiteX717" fmla="*/ 298437 w 7467600"/>
              <a:gd name="connsiteY717" fmla="*/ 1968019 h 6858000"/>
              <a:gd name="connsiteX718" fmla="*/ 227269 w 7467600"/>
              <a:gd name="connsiteY718" fmla="*/ 1114064 h 6858000"/>
              <a:gd name="connsiteX719" fmla="*/ 248003 w 7467600"/>
              <a:gd name="connsiteY719" fmla="*/ 1089613 h 6858000"/>
              <a:gd name="connsiteX720" fmla="*/ 427020 w 7467600"/>
              <a:gd name="connsiteY720" fmla="*/ 1619803 h 6858000"/>
              <a:gd name="connsiteX721" fmla="*/ 340345 w 7467600"/>
              <a:gd name="connsiteY721" fmla="*/ 2027739 h 6858000"/>
              <a:gd name="connsiteX722" fmla="*/ 360865 w 7467600"/>
              <a:gd name="connsiteY722" fmla="*/ 2044827 h 6858000"/>
              <a:gd name="connsiteX723" fmla="*/ 560414 w 7467600"/>
              <a:gd name="connsiteY723" fmla="*/ 2421457 h 6858000"/>
              <a:gd name="connsiteX724" fmla="*/ 1359703 w 7467600"/>
              <a:gd name="connsiteY724" fmla="*/ 2578554 h 6858000"/>
              <a:gd name="connsiteX725" fmla="*/ 1359422 w 7467600"/>
              <a:gd name="connsiteY725" fmla="*/ 2577994 h 6858000"/>
              <a:gd name="connsiteX726" fmla="*/ 828701 w 7467600"/>
              <a:gd name="connsiteY726" fmla="*/ 1839520 h 6858000"/>
              <a:gd name="connsiteX727" fmla="*/ 494427 w 7467600"/>
              <a:gd name="connsiteY727" fmla="*/ 1092333 h 6858000"/>
              <a:gd name="connsiteX728" fmla="*/ 506322 w 7467600"/>
              <a:gd name="connsiteY728" fmla="*/ 1020997 h 6858000"/>
              <a:gd name="connsiteX729" fmla="*/ 4570198 w 7467600"/>
              <a:gd name="connsiteY729" fmla="*/ 978081 h 6858000"/>
              <a:gd name="connsiteX730" fmla="*/ 4523691 w 7467600"/>
              <a:gd name="connsiteY730" fmla="*/ 1127776 h 6858000"/>
              <a:gd name="connsiteX731" fmla="*/ 4509875 w 7467600"/>
              <a:gd name="connsiteY731" fmla="*/ 1167552 h 6858000"/>
              <a:gd name="connsiteX732" fmla="*/ 4478168 w 7467600"/>
              <a:gd name="connsiteY732" fmla="*/ 1260735 h 6858000"/>
              <a:gd name="connsiteX733" fmla="*/ 4409309 w 7467600"/>
              <a:gd name="connsiteY733" fmla="*/ 1666996 h 6858000"/>
              <a:gd name="connsiteX734" fmla="*/ 4370031 w 7467600"/>
              <a:gd name="connsiteY734" fmla="*/ 1955666 h 6858000"/>
              <a:gd name="connsiteX735" fmla="*/ 4570198 w 7467600"/>
              <a:gd name="connsiteY735" fmla="*/ 978081 h 6858000"/>
              <a:gd name="connsiteX736" fmla="*/ 4557898 w 7467600"/>
              <a:gd name="connsiteY736" fmla="*/ 900011 h 6858000"/>
              <a:gd name="connsiteX737" fmla="*/ 4344840 w 7467600"/>
              <a:gd name="connsiteY737" fmla="*/ 1922038 h 6858000"/>
              <a:gd name="connsiteX738" fmla="*/ 4378710 w 7467600"/>
              <a:gd name="connsiteY738" fmla="*/ 1665516 h 6858000"/>
              <a:gd name="connsiteX739" fmla="*/ 4448798 w 7467600"/>
              <a:gd name="connsiteY739" fmla="*/ 1253024 h 6858000"/>
              <a:gd name="connsiteX740" fmla="*/ 4480315 w 7467600"/>
              <a:gd name="connsiteY740" fmla="*/ 1158454 h 6858000"/>
              <a:gd name="connsiteX741" fmla="*/ 4494133 w 7467600"/>
              <a:gd name="connsiteY741" fmla="*/ 1118676 h 6858000"/>
              <a:gd name="connsiteX742" fmla="*/ 4557898 w 7467600"/>
              <a:gd name="connsiteY742" fmla="*/ 900011 h 6858000"/>
              <a:gd name="connsiteX743" fmla="*/ 5870151 w 7467600"/>
              <a:gd name="connsiteY743" fmla="*/ 898890 h 6858000"/>
              <a:gd name="connsiteX744" fmla="*/ 5861335 w 7467600"/>
              <a:gd name="connsiteY744" fmla="*/ 899177 h 6858000"/>
              <a:gd name="connsiteX745" fmla="*/ 5843702 w 7467600"/>
              <a:gd name="connsiteY745" fmla="*/ 899748 h 6858000"/>
              <a:gd name="connsiteX746" fmla="*/ 5651107 w 7467600"/>
              <a:gd name="connsiteY746" fmla="*/ 920306 h 6858000"/>
              <a:gd name="connsiteX747" fmla="*/ 5459407 w 7467600"/>
              <a:gd name="connsiteY747" fmla="*/ 940975 h 6858000"/>
              <a:gd name="connsiteX748" fmla="*/ 5374846 w 7467600"/>
              <a:gd name="connsiteY748" fmla="*/ 941988 h 6858000"/>
              <a:gd name="connsiteX749" fmla="*/ 5256105 w 7467600"/>
              <a:gd name="connsiteY749" fmla="*/ 945632 h 6858000"/>
              <a:gd name="connsiteX750" fmla="*/ 5107071 w 7467600"/>
              <a:gd name="connsiteY750" fmla="*/ 969720 h 6858000"/>
              <a:gd name="connsiteX751" fmla="*/ 4998681 w 7467600"/>
              <a:gd name="connsiteY751" fmla="*/ 988771 h 6858000"/>
              <a:gd name="connsiteX752" fmla="*/ 5870151 w 7467600"/>
              <a:gd name="connsiteY752" fmla="*/ 898890 h 6858000"/>
              <a:gd name="connsiteX753" fmla="*/ 5504425 w 7467600"/>
              <a:gd name="connsiteY753" fmla="*/ 848067 h 6858000"/>
              <a:gd name="connsiteX754" fmla="*/ 4968849 w 7467600"/>
              <a:gd name="connsiteY754" fmla="*/ 962318 h 6858000"/>
              <a:gd name="connsiteX755" fmla="*/ 5104039 w 7467600"/>
              <a:gd name="connsiteY755" fmla="*/ 940634 h 6858000"/>
              <a:gd name="connsiteX756" fmla="*/ 5256311 w 7467600"/>
              <a:gd name="connsiteY756" fmla="*/ 916490 h 6858000"/>
              <a:gd name="connsiteX757" fmla="*/ 5377381 w 7467600"/>
              <a:gd name="connsiteY757" fmla="*/ 912671 h 6858000"/>
              <a:gd name="connsiteX758" fmla="*/ 5460148 w 7467600"/>
              <a:gd name="connsiteY758" fmla="*/ 911442 h 6858000"/>
              <a:gd name="connsiteX759" fmla="*/ 5648971 w 7467600"/>
              <a:gd name="connsiteY759" fmla="*/ 891331 h 6858000"/>
              <a:gd name="connsiteX760" fmla="*/ 5844807 w 7467600"/>
              <a:gd name="connsiteY760" fmla="*/ 870718 h 6858000"/>
              <a:gd name="connsiteX761" fmla="*/ 5862975 w 7467600"/>
              <a:gd name="connsiteY761" fmla="*/ 869756 h 6858000"/>
              <a:gd name="connsiteX762" fmla="*/ 5920887 w 7467600"/>
              <a:gd name="connsiteY762" fmla="*/ 865929 h 6858000"/>
              <a:gd name="connsiteX763" fmla="*/ 5504425 w 7467600"/>
              <a:gd name="connsiteY763" fmla="*/ 848067 h 6858000"/>
              <a:gd name="connsiteX764" fmla="*/ 3607114 w 7467600"/>
              <a:gd name="connsiteY764" fmla="*/ 467441 h 6858000"/>
              <a:gd name="connsiteX765" fmla="*/ 3296242 w 7467600"/>
              <a:gd name="connsiteY765" fmla="*/ 807991 h 6858000"/>
              <a:gd name="connsiteX766" fmla="*/ 3174674 w 7467600"/>
              <a:gd name="connsiteY766" fmla="*/ 919759 h 6858000"/>
              <a:gd name="connsiteX767" fmla="*/ 3042978 w 7467600"/>
              <a:gd name="connsiteY767" fmla="*/ 1054894 h 6858000"/>
              <a:gd name="connsiteX768" fmla="*/ 2968914 w 7467600"/>
              <a:gd name="connsiteY768" fmla="*/ 1133756 h 6858000"/>
              <a:gd name="connsiteX769" fmla="*/ 3103823 w 7467600"/>
              <a:gd name="connsiteY769" fmla="*/ 1026814 h 6858000"/>
              <a:gd name="connsiteX770" fmla="*/ 3607114 w 7467600"/>
              <a:gd name="connsiteY770" fmla="*/ 467441 h 6858000"/>
              <a:gd name="connsiteX771" fmla="*/ 3744487 w 7467600"/>
              <a:gd name="connsiteY771" fmla="*/ 383136 h 6858000"/>
              <a:gd name="connsiteX772" fmla="*/ 3970213 w 7467600"/>
              <a:gd name="connsiteY772" fmla="*/ 995559 h 6858000"/>
              <a:gd name="connsiteX773" fmla="*/ 3744487 w 7467600"/>
              <a:gd name="connsiteY773" fmla="*/ 383136 h 6858000"/>
              <a:gd name="connsiteX774" fmla="*/ 3624562 w 7467600"/>
              <a:gd name="connsiteY774" fmla="*/ 367041 h 6858000"/>
              <a:gd name="connsiteX775" fmla="*/ 3489712 w 7467600"/>
              <a:gd name="connsiteY775" fmla="*/ 485386 h 6858000"/>
              <a:gd name="connsiteX776" fmla="*/ 3182994 w 7467600"/>
              <a:gd name="connsiteY776" fmla="*/ 828265 h 6858000"/>
              <a:gd name="connsiteX777" fmla="*/ 2892114 w 7467600"/>
              <a:gd name="connsiteY777" fmla="*/ 1172635 h 6858000"/>
              <a:gd name="connsiteX778" fmla="*/ 3021459 w 7467600"/>
              <a:gd name="connsiteY778" fmla="*/ 1035385 h 6858000"/>
              <a:gd name="connsiteX779" fmla="*/ 3153873 w 7467600"/>
              <a:gd name="connsiteY779" fmla="*/ 898971 h 6858000"/>
              <a:gd name="connsiteX780" fmla="*/ 3276511 w 7467600"/>
              <a:gd name="connsiteY780" fmla="*/ 786423 h 6858000"/>
              <a:gd name="connsiteX781" fmla="*/ 3584154 w 7467600"/>
              <a:gd name="connsiteY781" fmla="*/ 448218 h 6858000"/>
              <a:gd name="connsiteX782" fmla="*/ 3624562 w 7467600"/>
              <a:gd name="connsiteY782" fmla="*/ 367041 h 6858000"/>
              <a:gd name="connsiteX783" fmla="*/ 3766672 w 7467600"/>
              <a:gd name="connsiteY783" fmla="*/ 359429 h 6858000"/>
              <a:gd name="connsiteX784" fmla="*/ 3996338 w 7467600"/>
              <a:gd name="connsiteY784" fmla="*/ 968237 h 6858000"/>
              <a:gd name="connsiteX785" fmla="*/ 3766672 w 7467600"/>
              <a:gd name="connsiteY785" fmla="*/ 359429 h 6858000"/>
              <a:gd name="connsiteX786" fmla="*/ 5805386 w 7467600"/>
              <a:gd name="connsiteY786" fmla="*/ 239240 h 6858000"/>
              <a:gd name="connsiteX787" fmla="*/ 5736947 w 7467600"/>
              <a:gd name="connsiteY787" fmla="*/ 261367 h 6858000"/>
              <a:gd name="connsiteX788" fmla="*/ 5427012 w 7467600"/>
              <a:gd name="connsiteY788" fmla="*/ 311272 h 6858000"/>
              <a:gd name="connsiteX789" fmla="*/ 5147818 w 7467600"/>
              <a:gd name="connsiteY789" fmla="*/ 322112 h 6858000"/>
              <a:gd name="connsiteX790" fmla="*/ 5060854 w 7467600"/>
              <a:gd name="connsiteY790" fmla="*/ 311882 h 6858000"/>
              <a:gd name="connsiteX791" fmla="*/ 4945989 w 7467600"/>
              <a:gd name="connsiteY791" fmla="*/ 300516 h 6858000"/>
              <a:gd name="connsiteX792" fmla="*/ 5410479 w 7467600"/>
              <a:gd name="connsiteY792" fmla="*/ 348434 h 6858000"/>
              <a:gd name="connsiteX793" fmla="*/ 5805386 w 7467600"/>
              <a:gd name="connsiteY793" fmla="*/ 239240 h 6858000"/>
              <a:gd name="connsiteX794" fmla="*/ 5905192 w 7467600"/>
              <a:gd name="connsiteY794" fmla="*/ 163079 h 6858000"/>
              <a:gd name="connsiteX795" fmla="*/ 5865655 w 7467600"/>
              <a:gd name="connsiteY795" fmla="*/ 171901 h 6858000"/>
              <a:gd name="connsiteX796" fmla="*/ 5259740 w 7467600"/>
              <a:gd name="connsiteY796" fmla="*/ 257013 h 6858000"/>
              <a:gd name="connsiteX797" fmla="*/ 5208466 w 7467600"/>
              <a:gd name="connsiteY797" fmla="*/ 257550 h 6858000"/>
              <a:gd name="connsiteX798" fmla="*/ 4980204 w 7467600"/>
              <a:gd name="connsiteY798" fmla="*/ 271903 h 6858000"/>
              <a:gd name="connsiteX799" fmla="*/ 5068068 w 7467600"/>
              <a:gd name="connsiteY799" fmla="*/ 282244 h 6858000"/>
              <a:gd name="connsiteX800" fmla="*/ 5153231 w 7467600"/>
              <a:gd name="connsiteY800" fmla="*/ 292240 h 6858000"/>
              <a:gd name="connsiteX801" fmla="*/ 5426491 w 7467600"/>
              <a:gd name="connsiteY801" fmla="*/ 281128 h 6858000"/>
              <a:gd name="connsiteX802" fmla="*/ 5731212 w 7467600"/>
              <a:gd name="connsiteY802" fmla="*/ 231951 h 6858000"/>
              <a:gd name="connsiteX803" fmla="*/ 5905192 w 7467600"/>
              <a:gd name="connsiteY803" fmla="*/ 163079 h 6858000"/>
              <a:gd name="connsiteX804" fmla="*/ 5944437 w 7467600"/>
              <a:gd name="connsiteY804" fmla="*/ 113829 h 6858000"/>
              <a:gd name="connsiteX805" fmla="*/ 5825032 w 7467600"/>
              <a:gd name="connsiteY805" fmla="*/ 146405 h 6858000"/>
              <a:gd name="connsiteX806" fmla="*/ 4955599 w 7467600"/>
              <a:gd name="connsiteY806" fmla="*/ 247008 h 6858000"/>
              <a:gd name="connsiteX807" fmla="*/ 5210104 w 7467600"/>
              <a:gd name="connsiteY807" fmla="*/ 228123 h 6858000"/>
              <a:gd name="connsiteX808" fmla="*/ 5261015 w 7467600"/>
              <a:gd name="connsiteY808" fmla="*/ 227087 h 6858000"/>
              <a:gd name="connsiteX809" fmla="*/ 5861181 w 7467600"/>
              <a:gd name="connsiteY809" fmla="*/ 143093 h 6858000"/>
              <a:gd name="connsiteX810" fmla="*/ 5961252 w 7467600"/>
              <a:gd name="connsiteY810" fmla="*/ 114820 h 6858000"/>
              <a:gd name="connsiteX811" fmla="*/ 5944437 w 7467600"/>
              <a:gd name="connsiteY811" fmla="*/ 113829 h 6858000"/>
              <a:gd name="connsiteX812" fmla="*/ 3882765 w 7467600"/>
              <a:gd name="connsiteY812" fmla="*/ 0 h 6858000"/>
              <a:gd name="connsiteX813" fmla="*/ 3995099 w 7467600"/>
              <a:gd name="connsiteY813" fmla="*/ 0 h 6858000"/>
              <a:gd name="connsiteX814" fmla="*/ 4163818 w 7467600"/>
              <a:gd name="connsiteY814" fmla="*/ 234104 h 6858000"/>
              <a:gd name="connsiteX815" fmla="*/ 4172099 w 7467600"/>
              <a:gd name="connsiteY815" fmla="*/ 234207 h 6858000"/>
              <a:gd name="connsiteX816" fmla="*/ 4784282 w 7467600"/>
              <a:gd name="connsiteY816" fmla="*/ 276561 h 6858000"/>
              <a:gd name="connsiteX817" fmla="*/ 4801687 w 7467600"/>
              <a:gd name="connsiteY817" fmla="*/ 267764 h 6858000"/>
              <a:gd name="connsiteX818" fmla="*/ 6082788 w 7467600"/>
              <a:gd name="connsiteY818" fmla="*/ 64119 h 6858000"/>
              <a:gd name="connsiteX819" fmla="*/ 6099442 w 7467600"/>
              <a:gd name="connsiteY819" fmla="*/ 82568 h 6858000"/>
              <a:gd name="connsiteX820" fmla="*/ 4804137 w 7467600"/>
              <a:gd name="connsiteY820" fmla="*/ 320931 h 6858000"/>
              <a:gd name="connsiteX821" fmla="*/ 4227047 w 7467600"/>
              <a:gd name="connsiteY821" fmla="*/ 313415 h 6858000"/>
              <a:gd name="connsiteX822" fmla="*/ 4346041 w 7467600"/>
              <a:gd name="connsiteY822" fmla="*/ 456086 h 6858000"/>
              <a:gd name="connsiteX823" fmla="*/ 4870967 w 7467600"/>
              <a:gd name="connsiteY823" fmla="*/ 963061 h 6858000"/>
              <a:gd name="connsiteX824" fmla="*/ 4889647 w 7467600"/>
              <a:gd name="connsiteY824" fmla="*/ 957147 h 6858000"/>
              <a:gd name="connsiteX825" fmla="*/ 5422504 w 7467600"/>
              <a:gd name="connsiteY825" fmla="*/ 805191 h 6858000"/>
              <a:gd name="connsiteX826" fmla="*/ 6087656 w 7467600"/>
              <a:gd name="connsiteY826" fmla="*/ 826703 h 6858000"/>
              <a:gd name="connsiteX827" fmla="*/ 6058717 w 7467600"/>
              <a:gd name="connsiteY827" fmla="*/ 865992 h 6858000"/>
              <a:gd name="connsiteX828" fmla="*/ 4974153 w 7467600"/>
              <a:gd name="connsiteY828" fmla="*/ 1045456 h 6858000"/>
              <a:gd name="connsiteX829" fmla="*/ 5627835 w 7467600"/>
              <a:gd name="connsiteY829" fmla="*/ 1472077 h 6858000"/>
              <a:gd name="connsiteX830" fmla="*/ 5629817 w 7467600"/>
              <a:gd name="connsiteY830" fmla="*/ 1471412 h 6858000"/>
              <a:gd name="connsiteX831" fmla="*/ 5634124 w 7467600"/>
              <a:gd name="connsiteY831" fmla="*/ 1470572 h 6858000"/>
              <a:gd name="connsiteX832" fmla="*/ 5755832 w 7467600"/>
              <a:gd name="connsiteY832" fmla="*/ 1383886 h 6858000"/>
              <a:gd name="connsiteX833" fmla="*/ 6014186 w 7467600"/>
              <a:gd name="connsiteY833" fmla="*/ 1279799 h 6858000"/>
              <a:gd name="connsiteX834" fmla="*/ 6901619 w 7467600"/>
              <a:gd name="connsiteY834" fmla="*/ 1047874 h 6858000"/>
              <a:gd name="connsiteX835" fmla="*/ 6931566 w 7467600"/>
              <a:gd name="connsiteY835" fmla="*/ 1062034 h 6858000"/>
              <a:gd name="connsiteX836" fmla="*/ 5790982 w 7467600"/>
              <a:gd name="connsiteY836" fmla="*/ 1561380 h 6858000"/>
              <a:gd name="connsiteX837" fmla="*/ 6188971 w 7467600"/>
              <a:gd name="connsiteY837" fmla="*/ 1755168 h 6858000"/>
              <a:gd name="connsiteX838" fmla="*/ 6202446 w 7467600"/>
              <a:gd name="connsiteY838" fmla="*/ 1752268 h 6858000"/>
              <a:gd name="connsiteX839" fmla="*/ 7179560 w 7467600"/>
              <a:gd name="connsiteY839" fmla="*/ 1467551 h 6858000"/>
              <a:gd name="connsiteX840" fmla="*/ 7158730 w 7467600"/>
              <a:gd name="connsiteY840" fmla="*/ 1507835 h 6858000"/>
              <a:gd name="connsiteX841" fmla="*/ 6326959 w 7467600"/>
              <a:gd name="connsiteY841" fmla="*/ 1817686 h 6858000"/>
              <a:gd name="connsiteX842" fmla="*/ 6537433 w 7467600"/>
              <a:gd name="connsiteY842" fmla="*/ 1907790 h 6858000"/>
              <a:gd name="connsiteX843" fmla="*/ 6550221 w 7467600"/>
              <a:gd name="connsiteY843" fmla="*/ 1910729 h 6858000"/>
              <a:gd name="connsiteX844" fmla="*/ 6964438 w 7467600"/>
              <a:gd name="connsiteY844" fmla="*/ 2209505 h 6858000"/>
              <a:gd name="connsiteX845" fmla="*/ 7367862 w 7467600"/>
              <a:gd name="connsiteY845" fmla="*/ 2806833 h 6858000"/>
              <a:gd name="connsiteX846" fmla="*/ 7364329 w 7467600"/>
              <a:gd name="connsiteY846" fmla="*/ 2826907 h 6858000"/>
              <a:gd name="connsiteX847" fmla="*/ 7290545 w 7467600"/>
              <a:gd name="connsiteY847" fmla="*/ 2850663 h 6858000"/>
              <a:gd name="connsiteX848" fmla="*/ 6472036 w 7467600"/>
              <a:gd name="connsiteY848" fmla="*/ 1959003 h 6858000"/>
              <a:gd name="connsiteX849" fmla="*/ 5792897 w 7467600"/>
              <a:gd name="connsiteY849" fmla="*/ 1647747 h 6858000"/>
              <a:gd name="connsiteX850" fmla="*/ 5842751 w 7467600"/>
              <a:gd name="connsiteY850" fmla="*/ 1816112 h 6858000"/>
              <a:gd name="connsiteX851" fmla="*/ 5847424 w 7467600"/>
              <a:gd name="connsiteY851" fmla="*/ 1815776 h 6858000"/>
              <a:gd name="connsiteX852" fmla="*/ 6399821 w 7467600"/>
              <a:gd name="connsiteY852" fmla="*/ 2344799 h 6858000"/>
              <a:gd name="connsiteX853" fmla="*/ 6323232 w 7467600"/>
              <a:gd name="connsiteY853" fmla="*/ 2389634 h 6858000"/>
              <a:gd name="connsiteX854" fmla="*/ 5942958 w 7467600"/>
              <a:gd name="connsiteY854" fmla="*/ 2077708 h 6858000"/>
              <a:gd name="connsiteX855" fmla="*/ 5921559 w 7467600"/>
              <a:gd name="connsiteY855" fmla="*/ 2378596 h 6858000"/>
              <a:gd name="connsiteX856" fmla="*/ 5817651 w 7467600"/>
              <a:gd name="connsiteY856" fmla="*/ 3023919 h 6858000"/>
              <a:gd name="connsiteX857" fmla="*/ 5729634 w 7467600"/>
              <a:gd name="connsiteY857" fmla="*/ 3051849 h 6858000"/>
              <a:gd name="connsiteX858" fmla="*/ 5611018 w 7467600"/>
              <a:gd name="connsiteY858" fmla="*/ 2316769 h 6858000"/>
              <a:gd name="connsiteX859" fmla="*/ 5687608 w 7467600"/>
              <a:gd name="connsiteY859" fmla="*/ 2039972 h 6858000"/>
              <a:gd name="connsiteX860" fmla="*/ 5657554 w 7467600"/>
              <a:gd name="connsiteY860" fmla="*/ 1576445 h 6858000"/>
              <a:gd name="connsiteX861" fmla="*/ 5150475 w 7467600"/>
              <a:gd name="connsiteY861" fmla="*/ 1274012 h 6858000"/>
              <a:gd name="connsiteX862" fmla="*/ 5349142 w 7467600"/>
              <a:gd name="connsiteY862" fmla="*/ 2204405 h 6858000"/>
              <a:gd name="connsiteX863" fmla="*/ 5262214 w 7467600"/>
              <a:gd name="connsiteY863" fmla="*/ 2233836 h 6858000"/>
              <a:gd name="connsiteX864" fmla="*/ 4981539 w 7467600"/>
              <a:gd name="connsiteY864" fmla="*/ 1542201 h 6858000"/>
              <a:gd name="connsiteX865" fmla="*/ 4958461 w 7467600"/>
              <a:gd name="connsiteY865" fmla="*/ 1136957 h 6858000"/>
              <a:gd name="connsiteX866" fmla="*/ 4655015 w 7467600"/>
              <a:gd name="connsiteY866" fmla="*/ 891426 h 6858000"/>
              <a:gd name="connsiteX867" fmla="*/ 4348002 w 7467600"/>
              <a:gd name="connsiteY867" fmla="*/ 2205895 h 6858000"/>
              <a:gd name="connsiteX868" fmla="*/ 4262250 w 7467600"/>
              <a:gd name="connsiteY868" fmla="*/ 2219972 h 6858000"/>
              <a:gd name="connsiteX869" fmla="*/ 4550611 w 7467600"/>
              <a:gd name="connsiteY869" fmla="*/ 817540 h 6858000"/>
              <a:gd name="connsiteX870" fmla="*/ 4564418 w 7467600"/>
              <a:gd name="connsiteY870" fmla="*/ 808293 h 6858000"/>
              <a:gd name="connsiteX871" fmla="*/ 4266388 w 7467600"/>
              <a:gd name="connsiteY871" fmla="*/ 500083 h 6858000"/>
              <a:gd name="connsiteX872" fmla="*/ 4032842 w 7467600"/>
              <a:gd name="connsiteY872" fmla="*/ 211809 h 6858000"/>
              <a:gd name="connsiteX873" fmla="*/ 3882765 w 7467600"/>
              <a:gd name="connsiteY873" fmla="*/ 0 h 6858000"/>
              <a:gd name="connsiteX874" fmla="*/ 3721337 w 7467600"/>
              <a:gd name="connsiteY874" fmla="*/ 0 h 6858000"/>
              <a:gd name="connsiteX875" fmla="*/ 3797544 w 7467600"/>
              <a:gd name="connsiteY875" fmla="*/ 0 h 6858000"/>
              <a:gd name="connsiteX876" fmla="*/ 3775734 w 7467600"/>
              <a:gd name="connsiteY876" fmla="*/ 95131 h 6858000"/>
              <a:gd name="connsiteX877" fmla="*/ 3724807 w 7467600"/>
              <a:gd name="connsiteY877" fmla="*/ 272257 h 6858000"/>
              <a:gd name="connsiteX878" fmla="*/ 3726844 w 7467600"/>
              <a:gd name="connsiteY878" fmla="*/ 282988 h 6858000"/>
              <a:gd name="connsiteX879" fmla="*/ 3742664 w 7467600"/>
              <a:gd name="connsiteY879" fmla="*/ 279918 h 6858000"/>
              <a:gd name="connsiteX880" fmla="*/ 4103910 w 7467600"/>
              <a:gd name="connsiteY880" fmla="*/ 1161917 h 6858000"/>
              <a:gd name="connsiteX881" fmla="*/ 4020269 w 7467600"/>
              <a:gd name="connsiteY881" fmla="*/ 1200406 h 6858000"/>
              <a:gd name="connsiteX882" fmla="*/ 3674882 w 7467600"/>
              <a:gd name="connsiteY882" fmla="*/ 488524 h 6858000"/>
              <a:gd name="connsiteX883" fmla="*/ 3132682 w 7467600"/>
              <a:gd name="connsiteY883" fmla="*/ 1072284 h 6858000"/>
              <a:gd name="connsiteX884" fmla="*/ 2716346 w 7467600"/>
              <a:gd name="connsiteY884" fmla="*/ 1276376 h 6858000"/>
              <a:gd name="connsiteX885" fmla="*/ 2716772 w 7467600"/>
              <a:gd name="connsiteY885" fmla="*/ 1255462 h 6858000"/>
              <a:gd name="connsiteX886" fmla="*/ 3471096 w 7467600"/>
              <a:gd name="connsiteY886" fmla="*/ 437072 h 6858000"/>
              <a:gd name="connsiteX887" fmla="*/ 3639057 w 7467600"/>
              <a:gd name="connsiteY887" fmla="*/ 286334 h 6858000"/>
              <a:gd name="connsiteX888" fmla="*/ 3640309 w 7467600"/>
              <a:gd name="connsiteY888" fmla="*/ 284664 h 6858000"/>
              <a:gd name="connsiteX889" fmla="*/ 3646022 w 7467600"/>
              <a:gd name="connsiteY889" fmla="*/ 276711 h 6858000"/>
              <a:gd name="connsiteX890" fmla="*/ 3707943 w 7467600"/>
              <a:gd name="connsiteY890" fmla="*/ 65958 h 6858000"/>
              <a:gd name="connsiteX891" fmla="*/ 3721337 w 7467600"/>
              <a:gd name="connsiteY891" fmla="*/ 0 h 6858000"/>
              <a:gd name="connsiteX892" fmla="*/ 2867960 w 7467600"/>
              <a:gd name="connsiteY892" fmla="*/ 0 h 6858000"/>
              <a:gd name="connsiteX893" fmla="*/ 2926351 w 7467600"/>
              <a:gd name="connsiteY893" fmla="*/ 0 h 6858000"/>
              <a:gd name="connsiteX894" fmla="*/ 2902823 w 7467600"/>
              <a:gd name="connsiteY894" fmla="*/ 262929 h 6858000"/>
              <a:gd name="connsiteX895" fmla="*/ 2940663 w 7467600"/>
              <a:gd name="connsiteY895" fmla="*/ 140884 h 6858000"/>
              <a:gd name="connsiteX896" fmla="*/ 2947039 w 7467600"/>
              <a:gd name="connsiteY896" fmla="*/ 122524 h 6858000"/>
              <a:gd name="connsiteX897" fmla="*/ 2984316 w 7467600"/>
              <a:gd name="connsiteY897" fmla="*/ 0 h 6858000"/>
              <a:gd name="connsiteX898" fmla="*/ 3016114 w 7467600"/>
              <a:gd name="connsiteY898" fmla="*/ 0 h 6858000"/>
              <a:gd name="connsiteX899" fmla="*/ 2979949 w 7467600"/>
              <a:gd name="connsiteY899" fmla="*/ 119274 h 6858000"/>
              <a:gd name="connsiteX900" fmla="*/ 3023879 w 7467600"/>
              <a:gd name="connsiteY900" fmla="*/ 0 h 6858000"/>
              <a:gd name="connsiteX901" fmla="*/ 3105400 w 7467600"/>
              <a:gd name="connsiteY901" fmla="*/ 0 h 6858000"/>
              <a:gd name="connsiteX902" fmla="*/ 3094669 w 7467600"/>
              <a:gd name="connsiteY902" fmla="*/ 30308 h 6858000"/>
              <a:gd name="connsiteX903" fmla="*/ 2901945 w 7467600"/>
              <a:gd name="connsiteY903" fmla="*/ 466538 h 6858000"/>
              <a:gd name="connsiteX904" fmla="*/ 2815209 w 7467600"/>
              <a:gd name="connsiteY904" fmla="*/ 497361 h 6858000"/>
              <a:gd name="connsiteX905" fmla="*/ 2844845 w 7467600"/>
              <a:gd name="connsiteY905" fmla="*/ 127638 h 6858000"/>
              <a:gd name="connsiteX906" fmla="*/ 2867960 w 7467600"/>
              <a:gd name="connsiteY906" fmla="*/ 0 h 6858000"/>
              <a:gd name="connsiteX907" fmla="*/ 1057230 w 7467600"/>
              <a:gd name="connsiteY907" fmla="*/ 0 h 6858000"/>
              <a:gd name="connsiteX908" fmla="*/ 1111003 w 7467600"/>
              <a:gd name="connsiteY908" fmla="*/ 0 h 6858000"/>
              <a:gd name="connsiteX909" fmla="*/ 1125553 w 7467600"/>
              <a:gd name="connsiteY909" fmla="*/ 52588 h 6858000"/>
              <a:gd name="connsiteX910" fmla="*/ 1304276 w 7467600"/>
              <a:gd name="connsiteY910" fmla="*/ 476275 h 6858000"/>
              <a:gd name="connsiteX911" fmla="*/ 1492066 w 7467600"/>
              <a:gd name="connsiteY911" fmla="*/ 886333 h 6858000"/>
              <a:gd name="connsiteX912" fmla="*/ 1423698 w 7467600"/>
              <a:gd name="connsiteY912" fmla="*/ 710817 h 6858000"/>
              <a:gd name="connsiteX913" fmla="*/ 1357609 w 7467600"/>
              <a:gd name="connsiteY913" fmla="*/ 532892 h 6858000"/>
              <a:gd name="connsiteX914" fmla="*/ 1309550 w 7467600"/>
              <a:gd name="connsiteY914" fmla="*/ 374031 h 6858000"/>
              <a:gd name="connsiteX915" fmla="*/ 1193673 w 7467600"/>
              <a:gd name="connsiteY915" fmla="*/ 49533 h 6858000"/>
              <a:gd name="connsiteX916" fmla="*/ 1164391 w 7467600"/>
              <a:gd name="connsiteY916" fmla="*/ 0 h 6858000"/>
              <a:gd name="connsiteX917" fmla="*/ 1200666 w 7467600"/>
              <a:gd name="connsiteY917" fmla="*/ 0 h 6858000"/>
              <a:gd name="connsiteX918" fmla="*/ 1223408 w 7467600"/>
              <a:gd name="connsiteY918" fmla="*/ 38996 h 6858000"/>
              <a:gd name="connsiteX919" fmla="*/ 1339635 w 7467600"/>
              <a:gd name="connsiteY919" fmla="*/ 365517 h 6858000"/>
              <a:gd name="connsiteX920" fmla="*/ 1387469 w 7467600"/>
              <a:gd name="connsiteY920" fmla="*/ 523079 h 6858000"/>
              <a:gd name="connsiteX921" fmla="*/ 1452685 w 7467600"/>
              <a:gd name="connsiteY921" fmla="*/ 699806 h 6858000"/>
              <a:gd name="connsiteX922" fmla="*/ 1492092 w 7467600"/>
              <a:gd name="connsiteY922" fmla="*/ 800424 h 6858000"/>
              <a:gd name="connsiteX923" fmla="*/ 1455302 w 7467600"/>
              <a:gd name="connsiteY923" fmla="*/ 632913 h 6858000"/>
              <a:gd name="connsiteX924" fmla="*/ 1222336 w 7467600"/>
              <a:gd name="connsiteY924" fmla="*/ 9480 h 6858000"/>
              <a:gd name="connsiteX925" fmla="*/ 1214634 w 7467600"/>
              <a:gd name="connsiteY925" fmla="*/ 0 h 6858000"/>
              <a:gd name="connsiteX926" fmla="*/ 1289827 w 7467600"/>
              <a:gd name="connsiteY926" fmla="*/ 0 h 6858000"/>
              <a:gd name="connsiteX927" fmla="*/ 1321076 w 7467600"/>
              <a:gd name="connsiteY927" fmla="*/ 59722 h 6858000"/>
              <a:gd name="connsiteX928" fmla="*/ 1512579 w 7467600"/>
              <a:gd name="connsiteY928" fmla="*/ 626441 h 6858000"/>
              <a:gd name="connsiteX929" fmla="*/ 1506076 w 7467600"/>
              <a:gd name="connsiteY929" fmla="*/ 1089289 h 6858000"/>
              <a:gd name="connsiteX930" fmla="*/ 1486346 w 7467600"/>
              <a:gd name="connsiteY930" fmla="*/ 1079919 h 6858000"/>
              <a:gd name="connsiteX931" fmla="*/ 1070511 w 7467600"/>
              <a:gd name="connsiteY931" fmla="*/ 48609 h 6858000"/>
              <a:gd name="connsiteX932" fmla="*/ 1057230 w 7467600"/>
              <a:gd name="connsiteY932" fmla="*/ 0 h 6858000"/>
              <a:gd name="connsiteX933" fmla="*/ 43151 w 7467600"/>
              <a:gd name="connsiteY933" fmla="*/ 0 h 6858000"/>
              <a:gd name="connsiteX934" fmla="*/ 95283 w 7467600"/>
              <a:gd name="connsiteY934" fmla="*/ 0 h 6858000"/>
              <a:gd name="connsiteX935" fmla="*/ 300708 w 7467600"/>
              <a:gd name="connsiteY935" fmla="*/ 154571 h 6858000"/>
              <a:gd name="connsiteX936" fmla="*/ 530414 w 7467600"/>
              <a:gd name="connsiteY936" fmla="*/ 354673 h 6858000"/>
              <a:gd name="connsiteX937" fmla="*/ 333785 w 7467600"/>
              <a:gd name="connsiteY937" fmla="*/ 161564 h 6858000"/>
              <a:gd name="connsiteX938" fmla="*/ 147005 w 7467600"/>
              <a:gd name="connsiteY938" fmla="*/ 0 h 6858000"/>
              <a:gd name="connsiteX939" fmla="*/ 272509 w 7467600"/>
              <a:gd name="connsiteY939" fmla="*/ 0 h 6858000"/>
              <a:gd name="connsiteX940" fmla="*/ 326276 w 7467600"/>
              <a:gd name="connsiteY940" fmla="*/ 45847 h 6858000"/>
              <a:gd name="connsiteX941" fmla="*/ 823759 w 7467600"/>
              <a:gd name="connsiteY941" fmla="*/ 574145 h 6858000"/>
              <a:gd name="connsiteX942" fmla="*/ 811254 w 7467600"/>
              <a:gd name="connsiteY942" fmla="*/ 665546 h 6858000"/>
              <a:gd name="connsiteX943" fmla="*/ 154042 w 7467600"/>
              <a:gd name="connsiteY943" fmla="*/ 261522 h 6858000"/>
              <a:gd name="connsiteX944" fmla="*/ 13550 w 7467600"/>
              <a:gd name="connsiteY944" fmla="*/ 158423 h 6858000"/>
              <a:gd name="connsiteX945" fmla="*/ 0 w 7467600"/>
              <a:gd name="connsiteY945" fmla="*/ 146618 h 6858000"/>
              <a:gd name="connsiteX946" fmla="*/ 0 w 7467600"/>
              <a:gd name="connsiteY946" fmla="*/ 59161 h 6858000"/>
              <a:gd name="connsiteX947" fmla="*/ 45427 w 7467600"/>
              <a:gd name="connsiteY947" fmla="*/ 101078 h 6858000"/>
              <a:gd name="connsiteX948" fmla="*/ 630103 w 7467600"/>
              <a:gd name="connsiteY948" fmla="*/ 485885 h 6858000"/>
              <a:gd name="connsiteX949" fmla="*/ 532040 w 7467600"/>
              <a:gd name="connsiteY949" fmla="*/ 399359 h 6858000"/>
              <a:gd name="connsiteX950" fmla="*/ 517618 w 7467600"/>
              <a:gd name="connsiteY950" fmla="*/ 385726 h 6858000"/>
              <a:gd name="connsiteX951" fmla="*/ 285074 w 7467600"/>
              <a:gd name="connsiteY951" fmla="*/ 182755 h 6858000"/>
              <a:gd name="connsiteX952" fmla="*/ 43151 w 7467600"/>
              <a:gd name="connsiteY95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1019354 w 7467600"/>
              <a:gd name="connsiteY20" fmla="*/ 6315006 h 6858000"/>
              <a:gd name="connsiteX21" fmla="*/ 441046 w 7467600"/>
              <a:gd name="connsiteY21" fmla="*/ 6691153 h 6858000"/>
              <a:gd name="connsiteX22" fmla="*/ 1019354 w 7467600"/>
              <a:gd name="connsiteY22" fmla="*/ 6315006 h 6858000"/>
              <a:gd name="connsiteX23" fmla="*/ 991680 w 7467600"/>
              <a:gd name="connsiteY23" fmla="*/ 6298413 h 6858000"/>
              <a:gd name="connsiteX24" fmla="*/ 409060 w 7467600"/>
              <a:gd name="connsiteY24" fmla="*/ 6671470 h 6858000"/>
              <a:gd name="connsiteX25" fmla="*/ 991680 w 7467600"/>
              <a:gd name="connsiteY25" fmla="*/ 6298413 h 6858000"/>
              <a:gd name="connsiteX26" fmla="*/ 103333 w 7467600"/>
              <a:gd name="connsiteY26" fmla="*/ 5699602 h 6858000"/>
              <a:gd name="connsiteX27" fmla="*/ 233938 w 7467600"/>
              <a:gd name="connsiteY27" fmla="*/ 5809416 h 6858000"/>
              <a:gd name="connsiteX28" fmla="*/ 883580 w 7467600"/>
              <a:gd name="connsiteY28" fmla="*/ 6180710 h 6858000"/>
              <a:gd name="connsiteX29" fmla="*/ 487337 w 7467600"/>
              <a:gd name="connsiteY29" fmla="*/ 5950182 h 6858000"/>
              <a:gd name="connsiteX30" fmla="*/ 354051 w 7467600"/>
              <a:gd name="connsiteY30" fmla="*/ 5854912 h 6858000"/>
              <a:gd name="connsiteX31" fmla="*/ 195436 w 7467600"/>
              <a:gd name="connsiteY31" fmla="*/ 5755068 h 6858000"/>
              <a:gd name="connsiteX32" fmla="*/ 103333 w 7467600"/>
              <a:gd name="connsiteY32" fmla="*/ 5699602 h 6858000"/>
              <a:gd name="connsiteX33" fmla="*/ 5539432 w 7467600"/>
              <a:gd name="connsiteY33" fmla="*/ 5642928 h 6858000"/>
              <a:gd name="connsiteX34" fmla="*/ 5555462 w 7467600"/>
              <a:gd name="connsiteY34" fmla="*/ 5694454 h 6858000"/>
              <a:gd name="connsiteX35" fmla="*/ 5828270 w 7467600"/>
              <a:gd name="connsiteY35" fmla="*/ 6320663 h 6858000"/>
              <a:gd name="connsiteX36" fmla="*/ 5947416 w 7467600"/>
              <a:gd name="connsiteY36" fmla="*/ 6574846 h 6858000"/>
              <a:gd name="connsiteX37" fmla="*/ 5539432 w 7467600"/>
              <a:gd name="connsiteY37" fmla="*/ 5642928 h 6858000"/>
              <a:gd name="connsiteX38" fmla="*/ 51253 w 7467600"/>
              <a:gd name="connsiteY38" fmla="*/ 5631825 h 6858000"/>
              <a:gd name="connsiteX39" fmla="*/ 211622 w 7467600"/>
              <a:gd name="connsiteY39" fmla="*/ 5728803 h 6858000"/>
              <a:gd name="connsiteX40" fmla="*/ 371652 w 7467600"/>
              <a:gd name="connsiteY40" fmla="*/ 5829062 h 6858000"/>
              <a:gd name="connsiteX41" fmla="*/ 505903 w 7467600"/>
              <a:gd name="connsiteY41" fmla="*/ 5925221 h 6858000"/>
              <a:gd name="connsiteX42" fmla="*/ 899240 w 7467600"/>
              <a:gd name="connsiteY42" fmla="*/ 6153068 h 6858000"/>
              <a:gd name="connsiteX43" fmla="*/ 988114 w 7467600"/>
              <a:gd name="connsiteY43" fmla="*/ 6174204 h 6858000"/>
              <a:gd name="connsiteX44" fmla="*/ 845971 w 7467600"/>
              <a:gd name="connsiteY44" fmla="*/ 6067177 h 6858000"/>
              <a:gd name="connsiteX45" fmla="*/ 448057 w 7467600"/>
              <a:gd name="connsiteY45" fmla="*/ 5841376 h 6858000"/>
              <a:gd name="connsiteX46" fmla="*/ 51253 w 7467600"/>
              <a:gd name="connsiteY46" fmla="*/ 5631825 h 6858000"/>
              <a:gd name="connsiteX47" fmla="*/ 2606687 w 7467600"/>
              <a:gd name="connsiteY47" fmla="*/ 5630718 h 6858000"/>
              <a:gd name="connsiteX48" fmla="*/ 2645658 w 7467600"/>
              <a:gd name="connsiteY48" fmla="*/ 6640259 h 6858000"/>
              <a:gd name="connsiteX49" fmla="*/ 2606687 w 7467600"/>
              <a:gd name="connsiteY49" fmla="*/ 5630718 h 6858000"/>
              <a:gd name="connsiteX50" fmla="*/ 3642057 w 7467600"/>
              <a:gd name="connsiteY50" fmla="*/ 5573487 h 6858000"/>
              <a:gd name="connsiteX51" fmla="*/ 3632981 w 7467600"/>
              <a:gd name="connsiteY51" fmla="*/ 5579437 h 6858000"/>
              <a:gd name="connsiteX52" fmla="*/ 3382436 w 7467600"/>
              <a:gd name="connsiteY52" fmla="*/ 5952726 h 6858000"/>
              <a:gd name="connsiteX53" fmla="*/ 3191929 w 7467600"/>
              <a:gd name="connsiteY53" fmla="*/ 6662669 h 6858000"/>
              <a:gd name="connsiteX54" fmla="*/ 3369898 w 7467600"/>
              <a:gd name="connsiteY54" fmla="*/ 6081771 h 6858000"/>
              <a:gd name="connsiteX55" fmla="*/ 3642057 w 7467600"/>
              <a:gd name="connsiteY55" fmla="*/ 5573487 h 6858000"/>
              <a:gd name="connsiteX56" fmla="*/ 2650666 w 7467600"/>
              <a:gd name="connsiteY56" fmla="*/ 5530686 h 6858000"/>
              <a:gd name="connsiteX57" fmla="*/ 2650249 w 7467600"/>
              <a:gd name="connsiteY57" fmla="*/ 5532101 h 6858000"/>
              <a:gd name="connsiteX58" fmla="*/ 2663808 w 7467600"/>
              <a:gd name="connsiteY58" fmla="*/ 6535215 h 6858000"/>
              <a:gd name="connsiteX59" fmla="*/ 2665418 w 7467600"/>
              <a:gd name="connsiteY59" fmla="*/ 6132756 h 6858000"/>
              <a:gd name="connsiteX60" fmla="*/ 2650666 w 7467600"/>
              <a:gd name="connsiteY60" fmla="*/ 5530686 h 6858000"/>
              <a:gd name="connsiteX61" fmla="*/ 2680277 w 7467600"/>
              <a:gd name="connsiteY61" fmla="*/ 5479204 h 6858000"/>
              <a:gd name="connsiteX62" fmla="*/ 2678972 w 7467600"/>
              <a:gd name="connsiteY62" fmla="*/ 5481582 h 6858000"/>
              <a:gd name="connsiteX63" fmla="*/ 2696666 w 7467600"/>
              <a:gd name="connsiteY63" fmla="*/ 6133836 h 6858000"/>
              <a:gd name="connsiteX64" fmla="*/ 2695769 w 7467600"/>
              <a:gd name="connsiteY64" fmla="*/ 6390955 h 6858000"/>
              <a:gd name="connsiteX65" fmla="*/ 2739893 w 7467600"/>
              <a:gd name="connsiteY65" fmla="*/ 6108357 h 6858000"/>
              <a:gd name="connsiteX66" fmla="*/ 2680277 w 7467600"/>
              <a:gd name="connsiteY66" fmla="*/ 5479204 h 6858000"/>
              <a:gd name="connsiteX67" fmla="*/ 1132195 w 7467600"/>
              <a:gd name="connsiteY67" fmla="*/ 5467980 h 6858000"/>
              <a:gd name="connsiteX68" fmla="*/ 1679056 w 7467600"/>
              <a:gd name="connsiteY68" fmla="*/ 5516907 h 6858000"/>
              <a:gd name="connsiteX69" fmla="*/ 2128648 w 7467600"/>
              <a:gd name="connsiteY69" fmla="*/ 5474249 h 6858000"/>
              <a:gd name="connsiteX70" fmla="*/ 1825619 w 7467600"/>
              <a:gd name="connsiteY70" fmla="*/ 5478447 h 6858000"/>
              <a:gd name="connsiteX71" fmla="*/ 1737798 w 7467600"/>
              <a:gd name="connsiteY71" fmla="*/ 5483353 h 6858000"/>
              <a:gd name="connsiteX72" fmla="*/ 1132195 w 7467600"/>
              <a:gd name="connsiteY72" fmla="*/ 5467980 h 6858000"/>
              <a:gd name="connsiteX73" fmla="*/ 1456157 w 7467600"/>
              <a:gd name="connsiteY73" fmla="*/ 5371404 h 6858000"/>
              <a:gd name="connsiteX74" fmla="*/ 1244432 w 7467600"/>
              <a:gd name="connsiteY74" fmla="*/ 5385601 h 6858000"/>
              <a:gd name="connsiteX75" fmla="*/ 973990 w 7467600"/>
              <a:gd name="connsiteY75" fmla="*/ 5424940 h 6858000"/>
              <a:gd name="connsiteX76" fmla="*/ 1103809 w 7467600"/>
              <a:gd name="connsiteY76" fmla="*/ 5433720 h 6858000"/>
              <a:gd name="connsiteX77" fmla="*/ 1123454 w 7467600"/>
              <a:gd name="connsiteY77" fmla="*/ 5435727 h 6858000"/>
              <a:gd name="connsiteX78" fmla="*/ 1737017 w 7467600"/>
              <a:gd name="connsiteY78" fmla="*/ 5452183 h 6858000"/>
              <a:gd name="connsiteX79" fmla="*/ 1824397 w 7467600"/>
              <a:gd name="connsiteY79" fmla="*/ 5447757 h 6858000"/>
              <a:gd name="connsiteX80" fmla="*/ 2070059 w 7467600"/>
              <a:gd name="connsiteY80" fmla="*/ 5441660 h 6858000"/>
              <a:gd name="connsiteX81" fmla="*/ 1456157 w 7467600"/>
              <a:gd name="connsiteY81" fmla="*/ 5371404 h 6858000"/>
              <a:gd name="connsiteX82" fmla="*/ 4988186 w 7467600"/>
              <a:gd name="connsiteY82" fmla="*/ 5216467 h 6858000"/>
              <a:gd name="connsiteX83" fmla="*/ 4777334 w 7467600"/>
              <a:gd name="connsiteY83" fmla="*/ 5406072 h 6858000"/>
              <a:gd name="connsiteX84" fmla="*/ 4718341 w 7467600"/>
              <a:gd name="connsiteY84" fmla="*/ 5468043 h 6858000"/>
              <a:gd name="connsiteX85" fmla="*/ 4604655 w 7467600"/>
              <a:gd name="connsiteY85" fmla="*/ 5583434 h 6858000"/>
              <a:gd name="connsiteX86" fmla="*/ 4565074 w 7467600"/>
              <a:gd name="connsiteY86" fmla="*/ 5618550 h 6858000"/>
              <a:gd name="connsiteX87" fmla="*/ 4988186 w 7467600"/>
              <a:gd name="connsiteY87" fmla="*/ 5216467 h 6858000"/>
              <a:gd name="connsiteX88" fmla="*/ 4978032 w 7467600"/>
              <a:gd name="connsiteY88" fmla="*/ 5183809 h 6858000"/>
              <a:gd name="connsiteX89" fmla="*/ 4463413 w 7467600"/>
              <a:gd name="connsiteY89" fmla="*/ 5615162 h 6858000"/>
              <a:gd name="connsiteX90" fmla="*/ 4358134 w 7467600"/>
              <a:gd name="connsiteY90" fmla="*/ 5742791 h 6858000"/>
              <a:gd name="connsiteX91" fmla="*/ 4376219 w 7467600"/>
              <a:gd name="connsiteY91" fmla="*/ 5729027 h 6858000"/>
              <a:gd name="connsiteX92" fmla="*/ 4582340 w 7467600"/>
              <a:gd name="connsiteY92" fmla="*/ 5561037 h 6858000"/>
              <a:gd name="connsiteX93" fmla="*/ 4694684 w 7467600"/>
              <a:gd name="connsiteY93" fmla="*/ 5447098 h 6858000"/>
              <a:gd name="connsiteX94" fmla="*/ 4754123 w 7467600"/>
              <a:gd name="connsiteY94" fmla="*/ 5384643 h 6858000"/>
              <a:gd name="connsiteX95" fmla="*/ 4978032 w 7467600"/>
              <a:gd name="connsiteY95" fmla="*/ 5183809 h 6858000"/>
              <a:gd name="connsiteX96" fmla="*/ 1903353 w 7467600"/>
              <a:gd name="connsiteY96" fmla="*/ 5044827 h 6858000"/>
              <a:gd name="connsiteX97" fmla="*/ 1936931 w 7467600"/>
              <a:gd name="connsiteY97" fmla="*/ 5093954 h 6858000"/>
              <a:gd name="connsiteX98" fmla="*/ 2195868 w 7467600"/>
              <a:gd name="connsiteY98" fmla="*/ 5396574 h 6858000"/>
              <a:gd name="connsiteX99" fmla="*/ 2088852 w 7467600"/>
              <a:gd name="connsiteY99" fmla="*/ 5166123 h 6858000"/>
              <a:gd name="connsiteX100" fmla="*/ 1958241 w 7467600"/>
              <a:gd name="connsiteY100" fmla="*/ 5067955 h 6858000"/>
              <a:gd name="connsiteX101" fmla="*/ 1903353 w 7467600"/>
              <a:gd name="connsiteY101" fmla="*/ 5044827 h 6858000"/>
              <a:gd name="connsiteX102" fmla="*/ 1979378 w 7467600"/>
              <a:gd name="connsiteY102" fmla="*/ 4769504 h 6858000"/>
              <a:gd name="connsiteX103" fmla="*/ 2882120 w 7467600"/>
              <a:gd name="connsiteY103" fmla="*/ 5064547 h 6858000"/>
              <a:gd name="connsiteX104" fmla="*/ 2793103 w 7467600"/>
              <a:gd name="connsiteY104" fmla="*/ 5039699 h 6858000"/>
              <a:gd name="connsiteX105" fmla="*/ 2770041 w 7467600"/>
              <a:gd name="connsiteY105" fmla="*/ 5033634 h 6858000"/>
              <a:gd name="connsiteX106" fmla="*/ 1979378 w 7467600"/>
              <a:gd name="connsiteY106" fmla="*/ 4769504 h 6858000"/>
              <a:gd name="connsiteX107" fmla="*/ 1927410 w 7467600"/>
              <a:gd name="connsiteY107" fmla="*/ 4716164 h 6858000"/>
              <a:gd name="connsiteX108" fmla="*/ 1959587 w 7467600"/>
              <a:gd name="connsiteY108" fmla="*/ 4728849 h 6858000"/>
              <a:gd name="connsiteX109" fmla="*/ 2777707 w 7467600"/>
              <a:gd name="connsiteY109" fmla="*/ 5003991 h 6858000"/>
              <a:gd name="connsiteX110" fmla="*/ 2800768 w 7467600"/>
              <a:gd name="connsiteY110" fmla="*/ 5010056 h 6858000"/>
              <a:gd name="connsiteX111" fmla="*/ 2879408 w 7467600"/>
              <a:gd name="connsiteY111" fmla="*/ 5031590 h 6858000"/>
              <a:gd name="connsiteX112" fmla="*/ 2862295 w 7467600"/>
              <a:gd name="connsiteY112" fmla="*/ 5022958 h 6858000"/>
              <a:gd name="connsiteX113" fmla="*/ 2813343 w 7467600"/>
              <a:gd name="connsiteY113" fmla="*/ 4998369 h 6858000"/>
              <a:gd name="connsiteX114" fmla="*/ 2646245 w 7467600"/>
              <a:gd name="connsiteY114" fmla="*/ 4930999 h 6858000"/>
              <a:gd name="connsiteX115" fmla="*/ 1999243 w 7467600"/>
              <a:gd name="connsiteY115" fmla="*/ 4730524 h 6858000"/>
              <a:gd name="connsiteX116" fmla="*/ 1979527 w 7467600"/>
              <a:gd name="connsiteY116" fmla="*/ 4726651 h 6858000"/>
              <a:gd name="connsiteX117" fmla="*/ 1927410 w 7467600"/>
              <a:gd name="connsiteY117" fmla="*/ 4716164 h 6858000"/>
              <a:gd name="connsiteX118" fmla="*/ 1997014 w 7467600"/>
              <a:gd name="connsiteY118" fmla="*/ 4698007 h 6858000"/>
              <a:gd name="connsiteX119" fmla="*/ 2005458 w 7467600"/>
              <a:gd name="connsiteY119" fmla="*/ 4699540 h 6858000"/>
              <a:gd name="connsiteX120" fmla="*/ 2657186 w 7467600"/>
              <a:gd name="connsiteY120" fmla="*/ 4901687 h 6858000"/>
              <a:gd name="connsiteX121" fmla="*/ 2826662 w 7467600"/>
              <a:gd name="connsiteY121" fmla="*/ 4970362 h 6858000"/>
              <a:gd name="connsiteX122" fmla="*/ 2876100 w 7467600"/>
              <a:gd name="connsiteY122" fmla="*/ 4995397 h 6858000"/>
              <a:gd name="connsiteX123" fmla="*/ 3042600 w 7467600"/>
              <a:gd name="connsiteY123" fmla="*/ 5059532 h 6858000"/>
              <a:gd name="connsiteX124" fmla="*/ 1997014 w 7467600"/>
              <a:gd name="connsiteY124" fmla="*/ 4698007 h 6858000"/>
              <a:gd name="connsiteX125" fmla="*/ 2305292 w 7467600"/>
              <a:gd name="connsiteY125" fmla="*/ 4219492 h 6858000"/>
              <a:gd name="connsiteX126" fmla="*/ 3360922 w 7467600"/>
              <a:gd name="connsiteY126" fmla="*/ 4529373 h 6858000"/>
              <a:gd name="connsiteX127" fmla="*/ 3492420 w 7467600"/>
              <a:gd name="connsiteY127" fmla="*/ 4510145 h 6858000"/>
              <a:gd name="connsiteX128" fmla="*/ 3364086 w 7467600"/>
              <a:gd name="connsiteY128" fmla="*/ 4480340 h 6858000"/>
              <a:gd name="connsiteX129" fmla="*/ 3225818 w 7467600"/>
              <a:gd name="connsiteY129" fmla="*/ 4411822 h 6858000"/>
              <a:gd name="connsiteX130" fmla="*/ 3129696 w 7467600"/>
              <a:gd name="connsiteY130" fmla="*/ 4360704 h 6858000"/>
              <a:gd name="connsiteX131" fmla="*/ 2814545 w 7467600"/>
              <a:gd name="connsiteY131" fmla="*/ 4282955 h 6858000"/>
              <a:gd name="connsiteX132" fmla="*/ 2305292 w 7467600"/>
              <a:gd name="connsiteY132" fmla="*/ 4219492 h 6858000"/>
              <a:gd name="connsiteX133" fmla="*/ 2626982 w 7467600"/>
              <a:gd name="connsiteY133" fmla="*/ 4206450 h 6858000"/>
              <a:gd name="connsiteX134" fmla="*/ 2490617 w 7467600"/>
              <a:gd name="connsiteY134" fmla="*/ 4206951 h 6858000"/>
              <a:gd name="connsiteX135" fmla="*/ 2819869 w 7467600"/>
              <a:gd name="connsiteY135" fmla="*/ 4252936 h 6858000"/>
              <a:gd name="connsiteX136" fmla="*/ 3143018 w 7467600"/>
              <a:gd name="connsiteY136" fmla="*/ 4332698 h 6858000"/>
              <a:gd name="connsiteX137" fmla="*/ 3241520 w 7467600"/>
              <a:gd name="connsiteY137" fmla="*/ 4385112 h 6858000"/>
              <a:gd name="connsiteX138" fmla="*/ 3374575 w 7467600"/>
              <a:gd name="connsiteY138" fmla="*/ 4451517 h 6858000"/>
              <a:gd name="connsiteX139" fmla="*/ 3505221 w 7467600"/>
              <a:gd name="connsiteY139" fmla="*/ 4480757 h 6858000"/>
              <a:gd name="connsiteX140" fmla="*/ 2626982 w 7467600"/>
              <a:gd name="connsiteY140" fmla="*/ 4206450 h 6858000"/>
              <a:gd name="connsiteX141" fmla="*/ 1310106 w 7467600"/>
              <a:gd name="connsiteY141" fmla="*/ 3943217 h 6858000"/>
              <a:gd name="connsiteX142" fmla="*/ 854994 w 7467600"/>
              <a:gd name="connsiteY142" fmla="*/ 4399136 h 6858000"/>
              <a:gd name="connsiteX143" fmla="*/ 742462 w 7467600"/>
              <a:gd name="connsiteY143" fmla="*/ 4594648 h 6858000"/>
              <a:gd name="connsiteX144" fmla="*/ 820602 w 7467600"/>
              <a:gd name="connsiteY144" fmla="*/ 4485915 h 6858000"/>
              <a:gd name="connsiteX145" fmla="*/ 878295 w 7467600"/>
              <a:gd name="connsiteY145" fmla="*/ 4403594 h 6858000"/>
              <a:gd name="connsiteX146" fmla="*/ 1240607 w 7467600"/>
              <a:gd name="connsiteY146" fmla="*/ 4010401 h 6858000"/>
              <a:gd name="connsiteX147" fmla="*/ 1310106 w 7467600"/>
              <a:gd name="connsiteY147" fmla="*/ 3943217 h 6858000"/>
              <a:gd name="connsiteX148" fmla="*/ 1423113 w 7467600"/>
              <a:gd name="connsiteY148" fmla="*/ 3874565 h 6858000"/>
              <a:gd name="connsiteX149" fmla="*/ 1260565 w 7467600"/>
              <a:gd name="connsiteY149" fmla="*/ 4031982 h 6858000"/>
              <a:gd name="connsiteX150" fmla="*/ 901900 w 7467600"/>
              <a:gd name="connsiteY150" fmla="*/ 4421236 h 6858000"/>
              <a:gd name="connsiteX151" fmla="*/ 845044 w 7467600"/>
              <a:gd name="connsiteY151" fmla="*/ 4502436 h 6858000"/>
              <a:gd name="connsiteX152" fmla="*/ 685926 w 7467600"/>
              <a:gd name="connsiteY152" fmla="*/ 4703069 h 6858000"/>
              <a:gd name="connsiteX153" fmla="*/ 684248 w 7467600"/>
              <a:gd name="connsiteY153" fmla="*/ 4706721 h 6858000"/>
              <a:gd name="connsiteX154" fmla="*/ 1423113 w 7467600"/>
              <a:gd name="connsiteY154" fmla="*/ 3874565 h 6858000"/>
              <a:gd name="connsiteX155" fmla="*/ 3316479 w 7467600"/>
              <a:gd name="connsiteY155" fmla="*/ 3872136 h 6858000"/>
              <a:gd name="connsiteX156" fmla="*/ 3546806 w 7467600"/>
              <a:gd name="connsiteY156" fmla="*/ 4356139 h 6858000"/>
              <a:gd name="connsiteX157" fmla="*/ 3364433 w 7467600"/>
              <a:gd name="connsiteY157" fmla="*/ 3953121 h 6858000"/>
              <a:gd name="connsiteX158" fmla="*/ 3316479 w 7467600"/>
              <a:gd name="connsiteY158" fmla="*/ 3872136 h 6858000"/>
              <a:gd name="connsiteX159" fmla="*/ 3291335 w 7467600"/>
              <a:gd name="connsiteY159" fmla="*/ 3767420 h 6858000"/>
              <a:gd name="connsiteX160" fmla="*/ 3390805 w 7467600"/>
              <a:gd name="connsiteY160" fmla="*/ 3937163 h 6858000"/>
              <a:gd name="connsiteX161" fmla="*/ 3579062 w 7467600"/>
              <a:gd name="connsiteY161" fmla="*/ 4359040 h 6858000"/>
              <a:gd name="connsiteX162" fmla="*/ 3467355 w 7467600"/>
              <a:gd name="connsiteY162" fmla="*/ 3988130 h 6858000"/>
              <a:gd name="connsiteX163" fmla="*/ 3310753 w 7467600"/>
              <a:gd name="connsiteY163" fmla="*/ 3787140 h 6858000"/>
              <a:gd name="connsiteX164" fmla="*/ 3291335 w 7467600"/>
              <a:gd name="connsiteY164" fmla="*/ 3767420 h 6858000"/>
              <a:gd name="connsiteX165" fmla="*/ 1635889 w 7467600"/>
              <a:gd name="connsiteY165" fmla="*/ 3709494 h 6858000"/>
              <a:gd name="connsiteX166" fmla="*/ 1634800 w 7467600"/>
              <a:gd name="connsiteY166" fmla="*/ 3731111 h 6858000"/>
              <a:gd name="connsiteX167" fmla="*/ 1635889 w 7467600"/>
              <a:gd name="connsiteY167" fmla="*/ 3709494 h 6858000"/>
              <a:gd name="connsiteX168" fmla="*/ 1510397 w 7467600"/>
              <a:gd name="connsiteY168" fmla="*/ 3684705 h 6858000"/>
              <a:gd name="connsiteX169" fmla="*/ 1146550 w 7467600"/>
              <a:gd name="connsiteY169" fmla="*/ 3802012 h 6858000"/>
              <a:gd name="connsiteX170" fmla="*/ 698834 w 7467600"/>
              <a:gd name="connsiteY170" fmla="*/ 3952272 h 6858000"/>
              <a:gd name="connsiteX171" fmla="*/ 34256 w 7467600"/>
              <a:gd name="connsiteY171" fmla="*/ 4347603 h 6858000"/>
              <a:gd name="connsiteX172" fmla="*/ 527241 w 7467600"/>
              <a:gd name="connsiteY172" fmla="*/ 4065078 h 6858000"/>
              <a:gd name="connsiteX173" fmla="*/ 1510397 w 7467600"/>
              <a:gd name="connsiteY173" fmla="*/ 3684705 h 6858000"/>
              <a:gd name="connsiteX174" fmla="*/ 1313114 w 7467600"/>
              <a:gd name="connsiteY174" fmla="*/ 3655216 h 6858000"/>
              <a:gd name="connsiteX175" fmla="*/ 1109304 w 7467600"/>
              <a:gd name="connsiteY175" fmla="*/ 3669030 h 6858000"/>
              <a:gd name="connsiteX176" fmla="*/ 8129 w 7467600"/>
              <a:gd name="connsiteY176" fmla="*/ 4330519 h 6858000"/>
              <a:gd name="connsiteX177" fmla="*/ 687572 w 7467600"/>
              <a:gd name="connsiteY177" fmla="*/ 3925629 h 6858000"/>
              <a:gd name="connsiteX178" fmla="*/ 1138365 w 7467600"/>
              <a:gd name="connsiteY178" fmla="*/ 3774515 h 6858000"/>
              <a:gd name="connsiteX179" fmla="*/ 1505579 w 7467600"/>
              <a:gd name="connsiteY179" fmla="*/ 3655526 h 6858000"/>
              <a:gd name="connsiteX180" fmla="*/ 1313114 w 7467600"/>
              <a:gd name="connsiteY180" fmla="*/ 3655216 h 6858000"/>
              <a:gd name="connsiteX181" fmla="*/ 3655073 w 7467600"/>
              <a:gd name="connsiteY181" fmla="*/ 3650884 h 6858000"/>
              <a:gd name="connsiteX182" fmla="*/ 3989938 w 7467600"/>
              <a:gd name="connsiteY182" fmla="*/ 3991685 h 6858000"/>
              <a:gd name="connsiteX183" fmla="*/ 4393907 w 7467600"/>
              <a:gd name="connsiteY183" fmla="*/ 4261258 h 6858000"/>
              <a:gd name="connsiteX184" fmla="*/ 4648051 w 7467600"/>
              <a:gd name="connsiteY184" fmla="*/ 4374051 h 6858000"/>
              <a:gd name="connsiteX185" fmla="*/ 4383389 w 7467600"/>
              <a:gd name="connsiteY185" fmla="*/ 4184369 h 6858000"/>
              <a:gd name="connsiteX186" fmla="*/ 4165508 w 7467600"/>
              <a:gd name="connsiteY186" fmla="*/ 4035196 h 6858000"/>
              <a:gd name="connsiteX187" fmla="*/ 4068162 w 7467600"/>
              <a:gd name="connsiteY187" fmla="*/ 3953394 h 6858000"/>
              <a:gd name="connsiteX188" fmla="*/ 3981416 w 7467600"/>
              <a:gd name="connsiteY188" fmla="*/ 3880482 h 6858000"/>
              <a:gd name="connsiteX189" fmla="*/ 3800147 w 7467600"/>
              <a:gd name="connsiteY189" fmla="*/ 3749872 h 6858000"/>
              <a:gd name="connsiteX190" fmla="*/ 3655073 w 7467600"/>
              <a:gd name="connsiteY190" fmla="*/ 3650884 h 6858000"/>
              <a:gd name="connsiteX191" fmla="*/ 3670252 w 7467600"/>
              <a:gd name="connsiteY191" fmla="*/ 3622798 h 6858000"/>
              <a:gd name="connsiteX192" fmla="*/ 3817258 w 7467600"/>
              <a:gd name="connsiteY192" fmla="*/ 3723577 h 6858000"/>
              <a:gd name="connsiteX193" fmla="*/ 4000461 w 7467600"/>
              <a:gd name="connsiteY193" fmla="*/ 3855966 h 6858000"/>
              <a:gd name="connsiteX194" fmla="*/ 4088180 w 7467600"/>
              <a:gd name="connsiteY194" fmla="*/ 3929774 h 6858000"/>
              <a:gd name="connsiteX195" fmla="*/ 4184555 w 7467600"/>
              <a:gd name="connsiteY195" fmla="*/ 4010683 h 6858000"/>
              <a:gd name="connsiteX196" fmla="*/ 4399563 w 7467600"/>
              <a:gd name="connsiteY196" fmla="*/ 4158106 h 6858000"/>
              <a:gd name="connsiteX197" fmla="*/ 4684469 w 7467600"/>
              <a:gd name="connsiteY197" fmla="*/ 4364680 h 6858000"/>
              <a:gd name="connsiteX198" fmla="*/ 4690271 w 7467600"/>
              <a:gd name="connsiteY198" fmla="*/ 4370034 h 6858000"/>
              <a:gd name="connsiteX199" fmla="*/ 4136093 w 7467600"/>
              <a:gd name="connsiteY199" fmla="*/ 3858466 h 6858000"/>
              <a:gd name="connsiteX200" fmla="*/ 3670252 w 7467600"/>
              <a:gd name="connsiteY200" fmla="*/ 3622798 h 6858000"/>
              <a:gd name="connsiteX201" fmla="*/ 4440129 w 7467600"/>
              <a:gd name="connsiteY201" fmla="*/ 3448571 h 6858000"/>
              <a:gd name="connsiteX202" fmla="*/ 4856525 w 7467600"/>
              <a:gd name="connsiteY202" fmla="*/ 3915351 h 6858000"/>
              <a:gd name="connsiteX203" fmla="*/ 5059055 w 7467600"/>
              <a:gd name="connsiteY203" fmla="*/ 4108918 h 6858000"/>
              <a:gd name="connsiteX204" fmla="*/ 5290070 w 7467600"/>
              <a:gd name="connsiteY204" fmla="*/ 4263619 h 6858000"/>
              <a:gd name="connsiteX205" fmla="*/ 4834991 w 7467600"/>
              <a:gd name="connsiteY205" fmla="*/ 3830985 h 6858000"/>
              <a:gd name="connsiteX206" fmla="*/ 4440129 w 7467600"/>
              <a:gd name="connsiteY206" fmla="*/ 3448571 h 6858000"/>
              <a:gd name="connsiteX207" fmla="*/ 4441737 w 7467600"/>
              <a:gd name="connsiteY207" fmla="*/ 3399734 h 6858000"/>
              <a:gd name="connsiteX208" fmla="*/ 4431236 w 7467600"/>
              <a:gd name="connsiteY208" fmla="*/ 3400954 h 6858000"/>
              <a:gd name="connsiteX209" fmla="*/ 4557150 w 7467600"/>
              <a:gd name="connsiteY209" fmla="*/ 3510023 h 6858000"/>
              <a:gd name="connsiteX210" fmla="*/ 4856936 w 7467600"/>
              <a:gd name="connsiteY210" fmla="*/ 3809146 h 6858000"/>
              <a:gd name="connsiteX211" fmla="*/ 5111996 w 7467600"/>
              <a:gd name="connsiteY211" fmla="*/ 4065759 h 6858000"/>
              <a:gd name="connsiteX212" fmla="*/ 5388878 w 7467600"/>
              <a:gd name="connsiteY212" fmla="*/ 4300185 h 6858000"/>
              <a:gd name="connsiteX213" fmla="*/ 5425556 w 7467600"/>
              <a:gd name="connsiteY213" fmla="*/ 4308967 h 6858000"/>
              <a:gd name="connsiteX214" fmla="*/ 4943646 w 7467600"/>
              <a:gd name="connsiteY214" fmla="*/ 3822916 h 6858000"/>
              <a:gd name="connsiteX215" fmla="*/ 4594837 w 7467600"/>
              <a:gd name="connsiteY215" fmla="*/ 3532274 h 6858000"/>
              <a:gd name="connsiteX216" fmla="*/ 4441737 w 7467600"/>
              <a:gd name="connsiteY216" fmla="*/ 3399734 h 6858000"/>
              <a:gd name="connsiteX217" fmla="*/ 5425834 w 7467600"/>
              <a:gd name="connsiteY217" fmla="*/ 3162785 h 6858000"/>
              <a:gd name="connsiteX218" fmla="*/ 5401644 w 7467600"/>
              <a:gd name="connsiteY218" fmla="*/ 3617847 h 6858000"/>
              <a:gd name="connsiteX219" fmla="*/ 5467256 w 7467600"/>
              <a:gd name="connsiteY219" fmla="*/ 4175494 h 6858000"/>
              <a:gd name="connsiteX220" fmla="*/ 5448069 w 7467600"/>
              <a:gd name="connsiteY220" fmla="*/ 3567554 h 6858000"/>
              <a:gd name="connsiteX221" fmla="*/ 5425834 w 7467600"/>
              <a:gd name="connsiteY221" fmla="*/ 3162785 h 6858000"/>
              <a:gd name="connsiteX222" fmla="*/ 1318687 w 7467600"/>
              <a:gd name="connsiteY222" fmla="*/ 3113840 h 6858000"/>
              <a:gd name="connsiteX223" fmla="*/ 1066793 w 7467600"/>
              <a:gd name="connsiteY223" fmla="*/ 3212171 h 6858000"/>
              <a:gd name="connsiteX224" fmla="*/ 993319 w 7467600"/>
              <a:gd name="connsiteY224" fmla="*/ 3247648 h 6858000"/>
              <a:gd name="connsiteX225" fmla="*/ 853081 w 7467600"/>
              <a:gd name="connsiteY225" fmla="*/ 3312410 h 6858000"/>
              <a:gd name="connsiteX226" fmla="*/ 805957 w 7467600"/>
              <a:gd name="connsiteY226" fmla="*/ 3330443 h 6858000"/>
              <a:gd name="connsiteX227" fmla="*/ 1318687 w 7467600"/>
              <a:gd name="connsiteY227" fmla="*/ 3113840 h 6858000"/>
              <a:gd name="connsiteX228" fmla="*/ 5453702 w 7467600"/>
              <a:gd name="connsiteY228" fmla="*/ 3090882 h 6858000"/>
              <a:gd name="connsiteX229" fmla="*/ 5480135 w 7467600"/>
              <a:gd name="connsiteY229" fmla="*/ 3565802 h 6858000"/>
              <a:gd name="connsiteX230" fmla="*/ 5499023 w 7467600"/>
              <a:gd name="connsiteY230" fmla="*/ 4166310 h 6858000"/>
              <a:gd name="connsiteX231" fmla="*/ 5547022 w 7467600"/>
              <a:gd name="connsiteY231" fmla="*/ 3607838 h 6858000"/>
              <a:gd name="connsiteX232" fmla="*/ 5515964 w 7467600"/>
              <a:gd name="connsiteY232" fmla="*/ 3378541 h 6858000"/>
              <a:gd name="connsiteX233" fmla="*/ 5453702 w 7467600"/>
              <a:gd name="connsiteY233" fmla="*/ 3090882 h 6858000"/>
              <a:gd name="connsiteX234" fmla="*/ 1238695 w 7467600"/>
              <a:gd name="connsiteY234" fmla="*/ 3076820 h 6858000"/>
              <a:gd name="connsiteX235" fmla="*/ 716371 w 7467600"/>
              <a:gd name="connsiteY235" fmla="*/ 3293249 h 6858000"/>
              <a:gd name="connsiteX236" fmla="*/ 579522 w 7467600"/>
              <a:gd name="connsiteY236" fmla="*/ 3371759 h 6858000"/>
              <a:gd name="connsiteX237" fmla="*/ 600288 w 7467600"/>
              <a:gd name="connsiteY237" fmla="*/ 3365555 h 6858000"/>
              <a:gd name="connsiteX238" fmla="*/ 840692 w 7467600"/>
              <a:gd name="connsiteY238" fmla="*/ 3284921 h 6858000"/>
              <a:gd name="connsiteX239" fmla="*/ 979248 w 7467600"/>
              <a:gd name="connsiteY239" fmla="*/ 3221003 h 6858000"/>
              <a:gd name="connsiteX240" fmla="*/ 1053282 w 7467600"/>
              <a:gd name="connsiteY240" fmla="*/ 3185247 h 6858000"/>
              <a:gd name="connsiteX241" fmla="*/ 1320603 w 7467600"/>
              <a:gd name="connsiteY241" fmla="*/ 3081281 h 6858000"/>
              <a:gd name="connsiteX242" fmla="*/ 1238695 w 7467600"/>
              <a:gd name="connsiteY242" fmla="*/ 3076820 h 6858000"/>
              <a:gd name="connsiteX243" fmla="*/ 5425627 w 7467600"/>
              <a:gd name="connsiteY243" fmla="*/ 2954192 h 6858000"/>
              <a:gd name="connsiteX244" fmla="*/ 5470770 w 7467600"/>
              <a:gd name="connsiteY244" fmla="*/ 3005435 h 6858000"/>
              <a:gd name="connsiteX245" fmla="*/ 5519779 w 7467600"/>
              <a:gd name="connsiteY245" fmla="*/ 4359223 h 6858000"/>
              <a:gd name="connsiteX246" fmla="*/ 5520293 w 7467600"/>
              <a:gd name="connsiteY246" fmla="*/ 4360602 h 6858000"/>
              <a:gd name="connsiteX247" fmla="*/ 5767221 w 7467600"/>
              <a:gd name="connsiteY247" fmla="*/ 4665564 h 6858000"/>
              <a:gd name="connsiteX248" fmla="*/ 6937169 w 7467600"/>
              <a:gd name="connsiteY248" fmla="*/ 4815941 h 6858000"/>
              <a:gd name="connsiteX249" fmla="*/ 6953922 w 7467600"/>
              <a:gd name="connsiteY249" fmla="*/ 4890068 h 6858000"/>
              <a:gd name="connsiteX250" fmla="*/ 6071359 w 7467600"/>
              <a:gd name="connsiteY250" fmla="*/ 4770770 h 6858000"/>
              <a:gd name="connsiteX251" fmla="*/ 6038839 w 7467600"/>
              <a:gd name="connsiteY251" fmla="*/ 4764474 h 6858000"/>
              <a:gd name="connsiteX252" fmla="*/ 6038706 w 7467600"/>
              <a:gd name="connsiteY252" fmla="*/ 4763847 h 6858000"/>
              <a:gd name="connsiteX253" fmla="*/ 6037784 w 7467600"/>
              <a:gd name="connsiteY253" fmla="*/ 4764270 h 6858000"/>
              <a:gd name="connsiteX254" fmla="*/ 6038839 w 7467600"/>
              <a:gd name="connsiteY254" fmla="*/ 4764474 h 6858000"/>
              <a:gd name="connsiteX255" fmla="*/ 6040338 w 7467600"/>
              <a:gd name="connsiteY255" fmla="*/ 4771418 h 6858000"/>
              <a:gd name="connsiteX256" fmla="*/ 6024488 w 7467600"/>
              <a:gd name="connsiteY256" fmla="*/ 4809903 h 6858000"/>
              <a:gd name="connsiteX257" fmla="*/ 5599771 w 7467600"/>
              <a:gd name="connsiteY257" fmla="*/ 5509652 h 6858000"/>
              <a:gd name="connsiteX258" fmla="*/ 5548843 w 7467600"/>
              <a:gd name="connsiteY258" fmla="*/ 5563845 h 6858000"/>
              <a:gd name="connsiteX259" fmla="*/ 5940952 w 7467600"/>
              <a:gd name="connsiteY259" fmla="*/ 6250028 h 6858000"/>
              <a:gd name="connsiteX260" fmla="*/ 6043441 w 7467600"/>
              <a:gd name="connsiteY260" fmla="*/ 6665847 h 6858000"/>
              <a:gd name="connsiteX261" fmla="*/ 6093432 w 7467600"/>
              <a:gd name="connsiteY261" fmla="*/ 6858000 h 6858000"/>
              <a:gd name="connsiteX262" fmla="*/ 6034344 w 7467600"/>
              <a:gd name="connsiteY262" fmla="*/ 6858000 h 6858000"/>
              <a:gd name="connsiteX263" fmla="*/ 6026679 w 7467600"/>
              <a:gd name="connsiteY263" fmla="*/ 6836959 h 6858000"/>
              <a:gd name="connsiteX264" fmla="*/ 5800441 w 7467600"/>
              <a:gd name="connsiteY264" fmla="*/ 6335286 h 6858000"/>
              <a:gd name="connsiteX265" fmla="*/ 5526562 w 7467600"/>
              <a:gd name="connsiteY265" fmla="*/ 5705388 h 6858000"/>
              <a:gd name="connsiteX266" fmla="*/ 5519640 w 7467600"/>
              <a:gd name="connsiteY266" fmla="*/ 5683774 h 6858000"/>
              <a:gd name="connsiteX267" fmla="*/ 5844559 w 7467600"/>
              <a:gd name="connsiteY267" fmla="*/ 6553349 h 6858000"/>
              <a:gd name="connsiteX268" fmla="*/ 5975994 w 7467600"/>
              <a:gd name="connsiteY268" fmla="*/ 6858000 h 6858000"/>
              <a:gd name="connsiteX269" fmla="*/ 5898547 w 7467600"/>
              <a:gd name="connsiteY269" fmla="*/ 6858000 h 6858000"/>
              <a:gd name="connsiteX270" fmla="*/ 5682041 w 7467600"/>
              <a:gd name="connsiteY270" fmla="*/ 6355860 h 6858000"/>
              <a:gd name="connsiteX271" fmla="*/ 5461758 w 7467600"/>
              <a:gd name="connsiteY271" fmla="*/ 5820220 h 6858000"/>
              <a:gd name="connsiteX272" fmla="*/ 5237282 w 7467600"/>
              <a:gd name="connsiteY272" fmla="*/ 6579086 h 6858000"/>
              <a:gd name="connsiteX273" fmla="*/ 5115009 w 7467600"/>
              <a:gd name="connsiteY273" fmla="*/ 6858000 h 6858000"/>
              <a:gd name="connsiteX274" fmla="*/ 5028074 w 7467600"/>
              <a:gd name="connsiteY274" fmla="*/ 6858000 h 6858000"/>
              <a:gd name="connsiteX275" fmla="*/ 5079508 w 7467600"/>
              <a:gd name="connsiteY275" fmla="*/ 6749074 h 6858000"/>
              <a:gd name="connsiteX276" fmla="*/ 5371846 w 7467600"/>
              <a:gd name="connsiteY276" fmla="*/ 5924413 h 6858000"/>
              <a:gd name="connsiteX277" fmla="*/ 5270512 w 7467600"/>
              <a:gd name="connsiteY277" fmla="*/ 6138975 h 6858000"/>
              <a:gd name="connsiteX278" fmla="*/ 5062409 w 7467600"/>
              <a:gd name="connsiteY278" fmla="*/ 6653544 h 6858000"/>
              <a:gd name="connsiteX279" fmla="*/ 5036628 w 7467600"/>
              <a:gd name="connsiteY279" fmla="*/ 6754247 h 6858000"/>
              <a:gd name="connsiteX280" fmla="*/ 5009112 w 7467600"/>
              <a:gd name="connsiteY280" fmla="*/ 6858000 h 6858000"/>
              <a:gd name="connsiteX281" fmla="*/ 4976679 w 7467600"/>
              <a:gd name="connsiteY281" fmla="*/ 6858000 h 6858000"/>
              <a:gd name="connsiteX282" fmla="*/ 5006537 w 7467600"/>
              <a:gd name="connsiteY282" fmla="*/ 6747068 h 6858000"/>
              <a:gd name="connsiteX283" fmla="*/ 5032723 w 7467600"/>
              <a:gd name="connsiteY283" fmla="*/ 6644957 h 6858000"/>
              <a:gd name="connsiteX284" fmla="*/ 5242949 w 7467600"/>
              <a:gd name="connsiteY284" fmla="*/ 6125175 h 6858000"/>
              <a:gd name="connsiteX285" fmla="*/ 5286321 w 7467600"/>
              <a:gd name="connsiteY285" fmla="*/ 6033555 h 6858000"/>
              <a:gd name="connsiteX286" fmla="*/ 5008210 w 7467600"/>
              <a:gd name="connsiteY286" fmla="*/ 6649194 h 6858000"/>
              <a:gd name="connsiteX287" fmla="*/ 4986321 w 7467600"/>
              <a:gd name="connsiteY287" fmla="*/ 6765687 h 6858000"/>
              <a:gd name="connsiteX288" fmla="*/ 4973474 w 7467600"/>
              <a:gd name="connsiteY288" fmla="*/ 6858000 h 6858000"/>
              <a:gd name="connsiteX289" fmla="*/ 4907178 w 7467600"/>
              <a:gd name="connsiteY289" fmla="*/ 6858000 h 6858000"/>
              <a:gd name="connsiteX290" fmla="*/ 4910810 w 7467600"/>
              <a:gd name="connsiteY290" fmla="*/ 6829660 h 6858000"/>
              <a:gd name="connsiteX291" fmla="*/ 4987461 w 7467600"/>
              <a:gd name="connsiteY291" fmla="*/ 6432994 h 6858000"/>
              <a:gd name="connsiteX292" fmla="*/ 5179262 w 7467600"/>
              <a:gd name="connsiteY292" fmla="*/ 6035044 h 6858000"/>
              <a:gd name="connsiteX293" fmla="*/ 4689678 w 7467600"/>
              <a:gd name="connsiteY293" fmla="*/ 6440241 h 6858000"/>
              <a:gd name="connsiteX294" fmla="*/ 4477543 w 7467600"/>
              <a:gd name="connsiteY294" fmla="*/ 6674836 h 6858000"/>
              <a:gd name="connsiteX295" fmla="*/ 4329957 w 7467600"/>
              <a:gd name="connsiteY295" fmla="*/ 6858000 h 6858000"/>
              <a:gd name="connsiteX296" fmla="*/ 4218595 w 7467600"/>
              <a:gd name="connsiteY296" fmla="*/ 6858000 h 6858000"/>
              <a:gd name="connsiteX297" fmla="*/ 4368888 w 7467600"/>
              <a:gd name="connsiteY297" fmla="*/ 6668412 h 6858000"/>
              <a:gd name="connsiteX298" fmla="*/ 4563091 w 7467600"/>
              <a:gd name="connsiteY298" fmla="*/ 6442508 h 6858000"/>
              <a:gd name="connsiteX299" fmla="*/ 5387324 w 7467600"/>
              <a:gd name="connsiteY299" fmla="*/ 5705830 h 6858000"/>
              <a:gd name="connsiteX300" fmla="*/ 5073620 w 7467600"/>
              <a:gd name="connsiteY300" fmla="*/ 5955437 h 6858000"/>
              <a:gd name="connsiteX301" fmla="*/ 4689789 w 7467600"/>
              <a:gd name="connsiteY301" fmla="*/ 6268382 h 6858000"/>
              <a:gd name="connsiteX302" fmla="*/ 4418722 w 7467600"/>
              <a:gd name="connsiteY302" fmla="*/ 6570886 h 6858000"/>
              <a:gd name="connsiteX303" fmla="*/ 4214944 w 7467600"/>
              <a:gd name="connsiteY303" fmla="*/ 6858000 h 6858000"/>
              <a:gd name="connsiteX304" fmla="*/ 4177898 w 7467600"/>
              <a:gd name="connsiteY304" fmla="*/ 6858000 h 6858000"/>
              <a:gd name="connsiteX305" fmla="*/ 4391597 w 7467600"/>
              <a:gd name="connsiteY305" fmla="*/ 6556370 h 6858000"/>
              <a:gd name="connsiteX306" fmla="*/ 4668889 w 7467600"/>
              <a:gd name="connsiteY306" fmla="*/ 6246399 h 6858000"/>
              <a:gd name="connsiteX307" fmla="*/ 5055427 w 7467600"/>
              <a:gd name="connsiteY307" fmla="*/ 5931476 h 6858000"/>
              <a:gd name="connsiteX308" fmla="*/ 5371814 w 7467600"/>
              <a:gd name="connsiteY308" fmla="*/ 5678975 h 6858000"/>
              <a:gd name="connsiteX309" fmla="*/ 4987918 w 7467600"/>
              <a:gd name="connsiteY309" fmla="*/ 5838701 h 6858000"/>
              <a:gd name="connsiteX310" fmla="*/ 4317146 w 7467600"/>
              <a:gd name="connsiteY310" fmla="*/ 6587716 h 6858000"/>
              <a:gd name="connsiteX311" fmla="*/ 4171627 w 7467600"/>
              <a:gd name="connsiteY311" fmla="*/ 6858000 h 6858000"/>
              <a:gd name="connsiteX312" fmla="*/ 4081585 w 7467600"/>
              <a:gd name="connsiteY312" fmla="*/ 6858000 h 6858000"/>
              <a:gd name="connsiteX313" fmla="*/ 4238603 w 7467600"/>
              <a:gd name="connsiteY313" fmla="*/ 6559341 h 6858000"/>
              <a:gd name="connsiteX314" fmla="*/ 4778333 w 7467600"/>
              <a:gd name="connsiteY314" fmla="*/ 5873626 h 6858000"/>
              <a:gd name="connsiteX315" fmla="*/ 5414185 w 7467600"/>
              <a:gd name="connsiteY315" fmla="*/ 5573882 h 6858000"/>
              <a:gd name="connsiteX316" fmla="*/ 5959648 w 7467600"/>
              <a:gd name="connsiteY316" fmla="*/ 4760797 h 6858000"/>
              <a:gd name="connsiteX317" fmla="*/ 5355019 w 7467600"/>
              <a:gd name="connsiteY317" fmla="*/ 4734672 h 6858000"/>
              <a:gd name="connsiteX318" fmla="*/ 5083565 w 7467600"/>
              <a:gd name="connsiteY318" fmla="*/ 5179121 h 6858000"/>
              <a:gd name="connsiteX319" fmla="*/ 4713577 w 7467600"/>
              <a:gd name="connsiteY319" fmla="*/ 5616803 h 6858000"/>
              <a:gd name="connsiteX320" fmla="*/ 3989559 w 7467600"/>
              <a:gd name="connsiteY320" fmla="*/ 6145945 h 6858000"/>
              <a:gd name="connsiteX321" fmla="*/ 3939824 w 7467600"/>
              <a:gd name="connsiteY321" fmla="*/ 6066900 h 6858000"/>
              <a:gd name="connsiteX322" fmla="*/ 4584537 w 7467600"/>
              <a:gd name="connsiteY322" fmla="*/ 5324826 h 6858000"/>
              <a:gd name="connsiteX323" fmla="*/ 5037105 w 7467600"/>
              <a:gd name="connsiteY323" fmla="*/ 5088765 h 6858000"/>
              <a:gd name="connsiteX324" fmla="*/ 5039930 w 7467600"/>
              <a:gd name="connsiteY324" fmla="*/ 5089585 h 6858000"/>
              <a:gd name="connsiteX325" fmla="*/ 5263764 w 7467600"/>
              <a:gd name="connsiteY325" fmla="*/ 4735525 h 6858000"/>
              <a:gd name="connsiteX326" fmla="*/ 4086300 w 7467600"/>
              <a:gd name="connsiteY326" fmla="*/ 4884599 h 6858000"/>
              <a:gd name="connsiteX327" fmla="*/ 4085485 w 7467600"/>
              <a:gd name="connsiteY327" fmla="*/ 4899070 h 6858000"/>
              <a:gd name="connsiteX328" fmla="*/ 3871915 w 7467600"/>
              <a:gd name="connsiteY328" fmla="*/ 5253645 h 6858000"/>
              <a:gd name="connsiteX329" fmla="*/ 3799374 w 7467600"/>
              <a:gd name="connsiteY329" fmla="*/ 5466127 h 6858000"/>
              <a:gd name="connsiteX330" fmla="*/ 3498850 w 7467600"/>
              <a:gd name="connsiteY330" fmla="*/ 6661888 h 6858000"/>
              <a:gd name="connsiteX331" fmla="*/ 3399216 w 7467600"/>
              <a:gd name="connsiteY331" fmla="*/ 6858000 h 6858000"/>
              <a:gd name="connsiteX332" fmla="*/ 3303688 w 7467600"/>
              <a:gd name="connsiteY332" fmla="*/ 6858000 h 6858000"/>
              <a:gd name="connsiteX333" fmla="*/ 3391774 w 7467600"/>
              <a:gd name="connsiteY333" fmla="*/ 6697181 h 6858000"/>
              <a:gd name="connsiteX334" fmla="*/ 3735540 w 7467600"/>
              <a:gd name="connsiteY334" fmla="*/ 5546923 h 6858000"/>
              <a:gd name="connsiteX335" fmla="*/ 3729438 w 7467600"/>
              <a:gd name="connsiteY335" fmla="*/ 5569058 h 6858000"/>
              <a:gd name="connsiteX336" fmla="*/ 3707782 w 7467600"/>
              <a:gd name="connsiteY336" fmla="*/ 5644908 h 6858000"/>
              <a:gd name="connsiteX337" fmla="*/ 3583827 w 7467600"/>
              <a:gd name="connsiteY337" fmla="*/ 6039215 h 6858000"/>
              <a:gd name="connsiteX338" fmla="*/ 3547861 w 7467600"/>
              <a:gd name="connsiteY338" fmla="*/ 6129609 h 6858000"/>
              <a:gd name="connsiteX339" fmla="*/ 3490905 w 7467600"/>
              <a:gd name="connsiteY339" fmla="*/ 6277660 h 6858000"/>
              <a:gd name="connsiteX340" fmla="*/ 3455859 w 7467600"/>
              <a:gd name="connsiteY340" fmla="*/ 6391301 h 6858000"/>
              <a:gd name="connsiteX341" fmla="*/ 3429112 w 7467600"/>
              <a:gd name="connsiteY341" fmla="*/ 6479469 h 6858000"/>
              <a:gd name="connsiteX342" fmla="*/ 3304862 w 7467600"/>
              <a:gd name="connsiteY342" fmla="*/ 6796476 h 6858000"/>
              <a:gd name="connsiteX343" fmla="*/ 3276071 w 7467600"/>
              <a:gd name="connsiteY343" fmla="*/ 6858000 h 6858000"/>
              <a:gd name="connsiteX344" fmla="*/ 3240805 w 7467600"/>
              <a:gd name="connsiteY344" fmla="*/ 6858000 h 6858000"/>
              <a:gd name="connsiteX345" fmla="*/ 3275917 w 7467600"/>
              <a:gd name="connsiteY345" fmla="*/ 6783192 h 6858000"/>
              <a:gd name="connsiteX346" fmla="*/ 3399358 w 7467600"/>
              <a:gd name="connsiteY346" fmla="*/ 6469011 h 6858000"/>
              <a:gd name="connsiteX347" fmla="*/ 3425650 w 7467600"/>
              <a:gd name="connsiteY347" fmla="*/ 6381333 h 6858000"/>
              <a:gd name="connsiteX348" fmla="*/ 3460661 w 7467600"/>
              <a:gd name="connsiteY348" fmla="*/ 6266763 h 6858000"/>
              <a:gd name="connsiteX349" fmla="*/ 3518021 w 7467600"/>
              <a:gd name="connsiteY349" fmla="*/ 6117298 h 6858000"/>
              <a:gd name="connsiteX350" fmla="*/ 3554035 w 7467600"/>
              <a:gd name="connsiteY350" fmla="*/ 6027832 h 6858000"/>
              <a:gd name="connsiteX351" fmla="*/ 3677174 w 7467600"/>
              <a:gd name="connsiteY351" fmla="*/ 5636351 h 6858000"/>
              <a:gd name="connsiteX352" fmla="*/ 3698819 w 7467600"/>
              <a:gd name="connsiteY352" fmla="*/ 5560503 h 6858000"/>
              <a:gd name="connsiteX353" fmla="*/ 3702094 w 7467600"/>
              <a:gd name="connsiteY353" fmla="*/ 5549194 h 6858000"/>
              <a:gd name="connsiteX354" fmla="*/ 3398355 w 7467600"/>
              <a:gd name="connsiteY354" fmla="*/ 6094603 h 6858000"/>
              <a:gd name="connsiteX355" fmla="*/ 3193941 w 7467600"/>
              <a:gd name="connsiteY355" fmla="*/ 6798775 h 6858000"/>
              <a:gd name="connsiteX356" fmla="*/ 3184140 w 7467600"/>
              <a:gd name="connsiteY356" fmla="*/ 6858000 h 6858000"/>
              <a:gd name="connsiteX357" fmla="*/ 3099978 w 7467600"/>
              <a:gd name="connsiteY357" fmla="*/ 6858000 h 6858000"/>
              <a:gd name="connsiteX358" fmla="*/ 3101556 w 7467600"/>
              <a:gd name="connsiteY358" fmla="*/ 6843337 h 6858000"/>
              <a:gd name="connsiteX359" fmla="*/ 3370162 w 7467600"/>
              <a:gd name="connsiteY359" fmla="*/ 5785550 h 6858000"/>
              <a:gd name="connsiteX360" fmla="*/ 3746477 w 7467600"/>
              <a:gd name="connsiteY360" fmla="*/ 5377889 h 6858000"/>
              <a:gd name="connsiteX361" fmla="*/ 3863399 w 7467600"/>
              <a:gd name="connsiteY361" fmla="*/ 5087257 h 6858000"/>
              <a:gd name="connsiteX362" fmla="*/ 3968712 w 7467600"/>
              <a:gd name="connsiteY362" fmla="*/ 4913989 h 6858000"/>
              <a:gd name="connsiteX363" fmla="*/ 2792390 w 7467600"/>
              <a:gd name="connsiteY363" fmla="*/ 5382974 h 6858000"/>
              <a:gd name="connsiteX364" fmla="*/ 2714982 w 7467600"/>
              <a:gd name="connsiteY364" fmla="*/ 5427051 h 6858000"/>
              <a:gd name="connsiteX365" fmla="*/ 2813361 w 7467600"/>
              <a:gd name="connsiteY365" fmla="*/ 6023912 h 6858000"/>
              <a:gd name="connsiteX366" fmla="*/ 2688430 w 7467600"/>
              <a:gd name="connsiteY366" fmla="*/ 6801564 h 6858000"/>
              <a:gd name="connsiteX367" fmla="*/ 2629626 w 7467600"/>
              <a:gd name="connsiteY367" fmla="*/ 6763394 h 6858000"/>
              <a:gd name="connsiteX368" fmla="*/ 2565328 w 7467600"/>
              <a:gd name="connsiteY368" fmla="*/ 5516399 h 6858000"/>
              <a:gd name="connsiteX369" fmla="*/ 1922999 w 7467600"/>
              <a:gd name="connsiteY369" fmla="*/ 5980343 h 6858000"/>
              <a:gd name="connsiteX370" fmla="*/ 1950261 w 7467600"/>
              <a:gd name="connsiteY370" fmla="*/ 6405858 h 6858000"/>
              <a:gd name="connsiteX371" fmla="*/ 2365554 w 7467600"/>
              <a:gd name="connsiteY371" fmla="*/ 6759107 h 6858000"/>
              <a:gd name="connsiteX372" fmla="*/ 2424142 w 7467600"/>
              <a:gd name="connsiteY372" fmla="*/ 6858000 h 6858000"/>
              <a:gd name="connsiteX373" fmla="*/ 2395994 w 7467600"/>
              <a:gd name="connsiteY373" fmla="*/ 6858000 h 6858000"/>
              <a:gd name="connsiteX374" fmla="*/ 2392863 w 7467600"/>
              <a:gd name="connsiteY374" fmla="*/ 6852964 h 6858000"/>
              <a:gd name="connsiteX375" fmla="*/ 2017589 w 7467600"/>
              <a:gd name="connsiteY375" fmla="*/ 6493982 h 6858000"/>
              <a:gd name="connsiteX376" fmla="*/ 2147336 w 7467600"/>
              <a:gd name="connsiteY376" fmla="*/ 6594052 h 6858000"/>
              <a:gd name="connsiteX377" fmla="*/ 2207047 w 7467600"/>
              <a:gd name="connsiteY377" fmla="*/ 6654540 h 6858000"/>
              <a:gd name="connsiteX378" fmla="*/ 2299106 w 7467600"/>
              <a:gd name="connsiteY378" fmla="*/ 6778931 h 6858000"/>
              <a:gd name="connsiteX379" fmla="*/ 2314430 w 7467600"/>
              <a:gd name="connsiteY379" fmla="*/ 6801144 h 6858000"/>
              <a:gd name="connsiteX380" fmla="*/ 2352406 w 7467600"/>
              <a:gd name="connsiteY380" fmla="*/ 6858000 h 6858000"/>
              <a:gd name="connsiteX381" fmla="*/ 2314492 w 7467600"/>
              <a:gd name="connsiteY381" fmla="*/ 6858000 h 6858000"/>
              <a:gd name="connsiteX382" fmla="*/ 2288095 w 7467600"/>
              <a:gd name="connsiteY382" fmla="*/ 6818030 h 6858000"/>
              <a:gd name="connsiteX383" fmla="*/ 2272768 w 7467600"/>
              <a:gd name="connsiteY383" fmla="*/ 6795822 h 6858000"/>
              <a:gd name="connsiteX384" fmla="*/ 2182715 w 7467600"/>
              <a:gd name="connsiteY384" fmla="*/ 6675071 h 6858000"/>
              <a:gd name="connsiteX385" fmla="*/ 2032061 w 7467600"/>
              <a:gd name="connsiteY385" fmla="*/ 6541380 h 6858000"/>
              <a:gd name="connsiteX386" fmla="*/ 2257220 w 7467600"/>
              <a:gd name="connsiteY386" fmla="*/ 6826257 h 6858000"/>
              <a:gd name="connsiteX387" fmla="*/ 2281324 w 7467600"/>
              <a:gd name="connsiteY387" fmla="*/ 6858000 h 6858000"/>
              <a:gd name="connsiteX388" fmla="*/ 2242860 w 7467600"/>
              <a:gd name="connsiteY388" fmla="*/ 6858000 h 6858000"/>
              <a:gd name="connsiteX389" fmla="*/ 2232818 w 7467600"/>
              <a:gd name="connsiteY389" fmla="*/ 6844926 h 6858000"/>
              <a:gd name="connsiteX390" fmla="*/ 1990172 w 7467600"/>
              <a:gd name="connsiteY390" fmla="*/ 6542121 h 6858000"/>
              <a:gd name="connsiteX391" fmla="*/ 2124090 w 7467600"/>
              <a:gd name="connsiteY391" fmla="*/ 6761017 h 6858000"/>
              <a:gd name="connsiteX392" fmla="*/ 2200380 w 7467600"/>
              <a:gd name="connsiteY392" fmla="*/ 6858000 h 6858000"/>
              <a:gd name="connsiteX393" fmla="*/ 2147507 w 7467600"/>
              <a:gd name="connsiteY393" fmla="*/ 6858000 h 6858000"/>
              <a:gd name="connsiteX394" fmla="*/ 2070668 w 7467600"/>
              <a:gd name="connsiteY394" fmla="*/ 6761520 h 6858000"/>
              <a:gd name="connsiteX395" fmla="*/ 1975142 w 7467600"/>
              <a:gd name="connsiteY395" fmla="*/ 6585570 h 6858000"/>
              <a:gd name="connsiteX396" fmla="*/ 2050035 w 7467600"/>
              <a:gd name="connsiteY396" fmla="*/ 6813345 h 6858000"/>
              <a:gd name="connsiteX397" fmla="*/ 2063025 w 7467600"/>
              <a:gd name="connsiteY397" fmla="*/ 6858000 h 6858000"/>
              <a:gd name="connsiteX398" fmla="*/ 2021675 w 7467600"/>
              <a:gd name="connsiteY398" fmla="*/ 6858000 h 6858000"/>
              <a:gd name="connsiteX399" fmla="*/ 2019308 w 7467600"/>
              <a:gd name="connsiteY399" fmla="*/ 6847118 h 6858000"/>
              <a:gd name="connsiteX400" fmla="*/ 1938835 w 7467600"/>
              <a:gd name="connsiteY400" fmla="*/ 6551160 h 6858000"/>
              <a:gd name="connsiteX401" fmla="*/ 1953230 w 7467600"/>
              <a:gd name="connsiteY401" fmla="*/ 6759699 h 6858000"/>
              <a:gd name="connsiteX402" fmla="*/ 1956763 w 7467600"/>
              <a:gd name="connsiteY402" fmla="*/ 6778191 h 6858000"/>
              <a:gd name="connsiteX403" fmla="*/ 1967925 w 7467600"/>
              <a:gd name="connsiteY403" fmla="*/ 6858000 h 6858000"/>
              <a:gd name="connsiteX404" fmla="*/ 1936622 w 7467600"/>
              <a:gd name="connsiteY404" fmla="*/ 6858000 h 6858000"/>
              <a:gd name="connsiteX405" fmla="*/ 1926261 w 7467600"/>
              <a:gd name="connsiteY405" fmla="*/ 6784064 h 6858000"/>
              <a:gd name="connsiteX406" fmla="*/ 1922724 w 7467600"/>
              <a:gd name="connsiteY406" fmla="*/ 6765577 h 6858000"/>
              <a:gd name="connsiteX407" fmla="*/ 1904650 w 7467600"/>
              <a:gd name="connsiteY407" fmla="*/ 6639616 h 6858000"/>
              <a:gd name="connsiteX408" fmla="*/ 1885273 w 7467600"/>
              <a:gd name="connsiteY408" fmla="*/ 6858000 h 6858000"/>
              <a:gd name="connsiteX409" fmla="*/ 1854363 w 7467600"/>
              <a:gd name="connsiteY409" fmla="*/ 6858000 h 6858000"/>
              <a:gd name="connsiteX410" fmla="*/ 1880391 w 7467600"/>
              <a:gd name="connsiteY410" fmla="*/ 6603796 h 6858000"/>
              <a:gd name="connsiteX411" fmla="*/ 1818273 w 7467600"/>
              <a:gd name="connsiteY411" fmla="*/ 6715729 h 6858000"/>
              <a:gd name="connsiteX412" fmla="*/ 1794691 w 7467600"/>
              <a:gd name="connsiteY412" fmla="*/ 6843239 h 6858000"/>
              <a:gd name="connsiteX413" fmla="*/ 1794914 w 7467600"/>
              <a:gd name="connsiteY413" fmla="*/ 6858000 h 6858000"/>
              <a:gd name="connsiteX414" fmla="*/ 1746128 w 7467600"/>
              <a:gd name="connsiteY414" fmla="*/ 6858000 h 6858000"/>
              <a:gd name="connsiteX415" fmla="*/ 1753934 w 7467600"/>
              <a:gd name="connsiteY415" fmla="*/ 6724796 h 6858000"/>
              <a:gd name="connsiteX416" fmla="*/ 1792053 w 7467600"/>
              <a:gd name="connsiteY416" fmla="*/ 6572396 h 6858000"/>
              <a:gd name="connsiteX417" fmla="*/ 1862248 w 7467600"/>
              <a:gd name="connsiteY417" fmla="*/ 6266397 h 6858000"/>
              <a:gd name="connsiteX418" fmla="*/ 1862250 w 7467600"/>
              <a:gd name="connsiteY418" fmla="*/ 6033531 h 6858000"/>
              <a:gd name="connsiteX419" fmla="*/ 1211999 w 7467600"/>
              <a:gd name="connsiteY419" fmla="*/ 6683610 h 6858000"/>
              <a:gd name="connsiteX420" fmla="*/ 1213266 w 7467600"/>
              <a:gd name="connsiteY420" fmla="*/ 6691947 h 6858000"/>
              <a:gd name="connsiteX421" fmla="*/ 1203370 w 7467600"/>
              <a:gd name="connsiteY421" fmla="*/ 6850676 h 6858000"/>
              <a:gd name="connsiteX422" fmla="*/ 1203671 w 7467600"/>
              <a:gd name="connsiteY422" fmla="*/ 6858000 h 6858000"/>
              <a:gd name="connsiteX423" fmla="*/ 1143180 w 7467600"/>
              <a:gd name="connsiteY423" fmla="*/ 6858000 h 6858000"/>
              <a:gd name="connsiteX424" fmla="*/ 1142176 w 7467600"/>
              <a:gd name="connsiteY424" fmla="*/ 6766045 h 6858000"/>
              <a:gd name="connsiteX425" fmla="*/ 1067484 w 7467600"/>
              <a:gd name="connsiteY425" fmla="*/ 6858000 h 6858000"/>
              <a:gd name="connsiteX426" fmla="*/ 953928 w 7467600"/>
              <a:gd name="connsiteY426" fmla="*/ 6858000 h 6858000"/>
              <a:gd name="connsiteX427" fmla="*/ 959715 w 7467600"/>
              <a:gd name="connsiteY427" fmla="*/ 6850185 h 6858000"/>
              <a:gd name="connsiteX428" fmla="*/ 1483788 w 7467600"/>
              <a:gd name="connsiteY428" fmla="*/ 6259174 h 6858000"/>
              <a:gd name="connsiteX429" fmla="*/ 1100671 w 7467600"/>
              <a:gd name="connsiteY429" fmla="*/ 6252137 h 6858000"/>
              <a:gd name="connsiteX430" fmla="*/ 1090144 w 7467600"/>
              <a:gd name="connsiteY430" fmla="*/ 6256748 h 6858000"/>
              <a:gd name="connsiteX431" fmla="*/ 1095872 w 7467600"/>
              <a:gd name="connsiteY431" fmla="*/ 6271892 h 6858000"/>
              <a:gd name="connsiteX432" fmla="*/ 262785 w 7467600"/>
              <a:gd name="connsiteY432" fmla="*/ 6845450 h 6858000"/>
              <a:gd name="connsiteX433" fmla="*/ 209968 w 7467600"/>
              <a:gd name="connsiteY433" fmla="*/ 6770713 h 6858000"/>
              <a:gd name="connsiteX434" fmla="*/ 873460 w 7467600"/>
              <a:gd name="connsiteY434" fmla="*/ 6253768 h 6858000"/>
              <a:gd name="connsiteX435" fmla="*/ 192686 w 7467600"/>
              <a:gd name="connsiteY435" fmla="*/ 5849257 h 6858000"/>
              <a:gd name="connsiteX436" fmla="*/ 4696 w 7467600"/>
              <a:gd name="connsiteY436" fmla="*/ 5697668 h 6858000"/>
              <a:gd name="connsiteX437" fmla="*/ 0 w 7467600"/>
              <a:gd name="connsiteY437" fmla="*/ 5689984 h 6858000"/>
              <a:gd name="connsiteX438" fmla="*/ 0 w 7467600"/>
              <a:gd name="connsiteY438" fmla="*/ 5513472 h 6858000"/>
              <a:gd name="connsiteX439" fmla="*/ 174101 w 7467600"/>
              <a:gd name="connsiteY439" fmla="*/ 5620277 h 6858000"/>
              <a:gd name="connsiteX440" fmla="*/ 891800 w 7467600"/>
              <a:gd name="connsiteY440" fmla="*/ 6036935 h 6858000"/>
              <a:gd name="connsiteX441" fmla="*/ 1072219 w 7467600"/>
              <a:gd name="connsiteY441" fmla="*/ 6169443 h 6858000"/>
              <a:gd name="connsiteX442" fmla="*/ 1074117 w 7467600"/>
              <a:gd name="connsiteY442" fmla="*/ 6170301 h 6858000"/>
              <a:gd name="connsiteX443" fmla="*/ 1083114 w 7467600"/>
              <a:gd name="connsiteY443" fmla="*/ 6174131 h 6858000"/>
              <a:gd name="connsiteX444" fmla="*/ 1543010 w 7467600"/>
              <a:gd name="connsiteY444" fmla="*/ 6191140 h 6858000"/>
              <a:gd name="connsiteX445" fmla="*/ 1551080 w 7467600"/>
              <a:gd name="connsiteY445" fmla="*/ 6195006 h 6858000"/>
              <a:gd name="connsiteX446" fmla="*/ 2345443 w 7467600"/>
              <a:gd name="connsiteY446" fmla="*/ 5549882 h 6858000"/>
              <a:gd name="connsiteX447" fmla="*/ 1721499 w 7467600"/>
              <a:gd name="connsiteY447" fmla="*/ 5599969 h 6858000"/>
              <a:gd name="connsiteX448" fmla="*/ 767716 w 7467600"/>
              <a:gd name="connsiteY448" fmla="*/ 5472768 h 6858000"/>
              <a:gd name="connsiteX449" fmla="*/ 722147 w 7467600"/>
              <a:gd name="connsiteY449" fmla="*/ 5393091 h 6858000"/>
              <a:gd name="connsiteX450" fmla="*/ 1485552 w 7467600"/>
              <a:gd name="connsiteY450" fmla="*/ 5313202 h 6858000"/>
              <a:gd name="connsiteX451" fmla="*/ 2143004 w 7467600"/>
              <a:gd name="connsiteY451" fmla="*/ 5402420 h 6858000"/>
              <a:gd name="connsiteX452" fmla="*/ 1933391 w 7467600"/>
              <a:gd name="connsiteY452" fmla="*/ 5156971 h 6858000"/>
              <a:gd name="connsiteX453" fmla="*/ 1827118 w 7467600"/>
              <a:gd name="connsiteY453" fmla="*/ 4968410 h 6858000"/>
              <a:gd name="connsiteX454" fmla="*/ 1837349 w 7467600"/>
              <a:gd name="connsiteY454" fmla="*/ 4956357 h 6858000"/>
              <a:gd name="connsiteX455" fmla="*/ 2162835 w 7467600"/>
              <a:gd name="connsiteY455" fmla="*/ 5187853 h 6858000"/>
              <a:gd name="connsiteX456" fmla="*/ 2257167 w 7467600"/>
              <a:gd name="connsiteY456" fmla="*/ 5462123 h 6858000"/>
              <a:gd name="connsiteX457" fmla="*/ 2261598 w 7467600"/>
              <a:gd name="connsiteY457" fmla="*/ 5467998 h 6858000"/>
              <a:gd name="connsiteX458" fmla="*/ 2437177 w 7467600"/>
              <a:gd name="connsiteY458" fmla="*/ 5479608 h 6858000"/>
              <a:gd name="connsiteX459" fmla="*/ 2445247 w 7467600"/>
              <a:gd name="connsiteY459" fmla="*/ 5483476 h 6858000"/>
              <a:gd name="connsiteX460" fmla="*/ 2743626 w 7467600"/>
              <a:gd name="connsiteY460" fmla="*/ 5304819 h 6858000"/>
              <a:gd name="connsiteX461" fmla="*/ 3048102 w 7467600"/>
              <a:gd name="connsiteY461" fmla="*/ 5150595 h 6858000"/>
              <a:gd name="connsiteX462" fmla="*/ 1799414 w 7467600"/>
              <a:gd name="connsiteY462" fmla="*/ 4694732 h 6858000"/>
              <a:gd name="connsiteX463" fmla="*/ 1771735 w 7467600"/>
              <a:gd name="connsiteY463" fmla="*/ 4619929 h 6858000"/>
              <a:gd name="connsiteX464" fmla="*/ 3104273 w 7467600"/>
              <a:gd name="connsiteY464" fmla="*/ 5076159 h 6858000"/>
              <a:gd name="connsiteX465" fmla="*/ 3113245 w 7467600"/>
              <a:gd name="connsiteY465" fmla="*/ 5090705 h 6858000"/>
              <a:gd name="connsiteX466" fmla="*/ 3126294 w 7467600"/>
              <a:gd name="connsiteY466" fmla="*/ 5114400 h 6858000"/>
              <a:gd name="connsiteX467" fmla="*/ 3937433 w 7467600"/>
              <a:gd name="connsiteY467" fmla="*/ 4830473 h 6858000"/>
              <a:gd name="connsiteX468" fmla="*/ 3590475 w 7467600"/>
              <a:gd name="connsiteY468" fmla="*/ 4597974 h 6858000"/>
              <a:gd name="connsiteX469" fmla="*/ 3100264 w 7467600"/>
              <a:gd name="connsiteY469" fmla="*/ 4579845 h 6858000"/>
              <a:gd name="connsiteX470" fmla="*/ 2183576 w 7467600"/>
              <a:gd name="connsiteY470" fmla="*/ 4227150 h 6858000"/>
              <a:gd name="connsiteX471" fmla="*/ 2151029 w 7467600"/>
              <a:gd name="connsiteY471" fmla="*/ 4146947 h 6858000"/>
              <a:gd name="connsiteX472" fmla="*/ 3563434 w 7467600"/>
              <a:gd name="connsiteY472" fmla="*/ 4469115 h 6858000"/>
              <a:gd name="connsiteX473" fmla="*/ 3177952 w 7467600"/>
              <a:gd name="connsiteY473" fmla="*/ 3657386 h 6858000"/>
              <a:gd name="connsiteX474" fmla="*/ 3189263 w 7467600"/>
              <a:gd name="connsiteY474" fmla="*/ 3625726 h 6858000"/>
              <a:gd name="connsiteX475" fmla="*/ 3560912 w 7467600"/>
              <a:gd name="connsiteY475" fmla="*/ 4079863 h 6858000"/>
              <a:gd name="connsiteX476" fmla="*/ 3626636 w 7467600"/>
              <a:gd name="connsiteY476" fmla="*/ 4512230 h 6858000"/>
              <a:gd name="connsiteX477" fmla="*/ 3653088 w 7467600"/>
              <a:gd name="connsiteY477" fmla="*/ 4521417 h 6858000"/>
              <a:gd name="connsiteX478" fmla="*/ 3988128 w 7467600"/>
              <a:gd name="connsiteY478" fmla="*/ 4817267 h 6858000"/>
              <a:gd name="connsiteX479" fmla="*/ 4830582 w 7467600"/>
              <a:gd name="connsiteY479" fmla="*/ 4676000 h 6858000"/>
              <a:gd name="connsiteX480" fmla="*/ 4830100 w 7467600"/>
              <a:gd name="connsiteY480" fmla="*/ 4675554 h 6858000"/>
              <a:gd name="connsiteX481" fmla="*/ 4036318 w 7467600"/>
              <a:gd name="connsiteY481" fmla="*/ 4147013 h 6858000"/>
              <a:gd name="connsiteX482" fmla="*/ 3432098 w 7467600"/>
              <a:gd name="connsiteY482" fmla="*/ 3537312 h 6858000"/>
              <a:gd name="connsiteX483" fmla="*/ 3446761 w 7467600"/>
              <a:gd name="connsiteY483" fmla="*/ 3461278 h 6858000"/>
              <a:gd name="connsiteX484" fmla="*/ 4419733 w 7467600"/>
              <a:gd name="connsiteY484" fmla="*/ 3963555 h 6858000"/>
              <a:gd name="connsiteX485" fmla="*/ 4781371 w 7467600"/>
              <a:gd name="connsiteY485" fmla="*/ 4458604 h 6858000"/>
              <a:gd name="connsiteX486" fmla="*/ 4780440 w 7467600"/>
              <a:gd name="connsiteY486" fmla="*/ 4470290 h 6858000"/>
              <a:gd name="connsiteX487" fmla="*/ 4898954 w 7467600"/>
              <a:gd name="connsiteY487" fmla="*/ 4662092 h 6858000"/>
              <a:gd name="connsiteX488" fmla="*/ 4900699 w 7467600"/>
              <a:gd name="connsiteY488" fmla="*/ 4670867 h 6858000"/>
              <a:gd name="connsiteX489" fmla="*/ 5714511 w 7467600"/>
              <a:gd name="connsiteY489" fmla="*/ 4663483 h 6858000"/>
              <a:gd name="connsiteX490" fmla="*/ 5464793 w 7467600"/>
              <a:gd name="connsiteY490" fmla="*/ 4393556 h 6858000"/>
              <a:gd name="connsiteX491" fmla="*/ 5461897 w 7467600"/>
              <a:gd name="connsiteY491" fmla="*/ 4390879 h 6858000"/>
              <a:gd name="connsiteX492" fmla="*/ 4294126 w 7467600"/>
              <a:gd name="connsiteY492" fmla="*/ 3303048 h 6858000"/>
              <a:gd name="connsiteX493" fmla="*/ 4305321 w 7467600"/>
              <a:gd name="connsiteY493" fmla="*/ 3256953 h 6858000"/>
              <a:gd name="connsiteX494" fmla="*/ 4949299 w 7467600"/>
              <a:gd name="connsiteY494" fmla="*/ 3766336 h 6858000"/>
              <a:gd name="connsiteX495" fmla="*/ 5291452 w 7467600"/>
              <a:gd name="connsiteY495" fmla="*/ 4076801 h 6858000"/>
              <a:gd name="connsiteX496" fmla="*/ 5434998 w 7467600"/>
              <a:gd name="connsiteY496" fmla="*/ 4254100 h 6858000"/>
              <a:gd name="connsiteX497" fmla="*/ 5351015 w 7467600"/>
              <a:gd name="connsiteY497" fmla="*/ 3760989 h 6858000"/>
              <a:gd name="connsiteX498" fmla="*/ 5413780 w 7467600"/>
              <a:gd name="connsiteY498" fmla="*/ 2966265 h 6858000"/>
              <a:gd name="connsiteX499" fmla="*/ 5425627 w 7467600"/>
              <a:gd name="connsiteY499" fmla="*/ 2954192 h 6858000"/>
              <a:gd name="connsiteX500" fmla="*/ 6604735 w 7467600"/>
              <a:gd name="connsiteY500" fmla="*/ 2041381 h 6858000"/>
              <a:gd name="connsiteX501" fmla="*/ 7204487 w 7467600"/>
              <a:gd name="connsiteY501" fmla="*/ 2742112 h 6858000"/>
              <a:gd name="connsiteX502" fmla="*/ 7131592 w 7467600"/>
              <a:gd name="connsiteY502" fmla="*/ 2672096 h 6858000"/>
              <a:gd name="connsiteX503" fmla="*/ 6996344 w 7467600"/>
              <a:gd name="connsiteY503" fmla="*/ 2518310 h 6858000"/>
              <a:gd name="connsiteX504" fmla="*/ 6735495 w 7467600"/>
              <a:gd name="connsiteY504" fmla="*/ 2196890 h 6858000"/>
              <a:gd name="connsiteX505" fmla="*/ 6721901 w 7467600"/>
              <a:gd name="connsiteY505" fmla="*/ 2179274 h 6858000"/>
              <a:gd name="connsiteX506" fmla="*/ 6604735 w 7467600"/>
              <a:gd name="connsiteY506" fmla="*/ 2041381 h 6858000"/>
              <a:gd name="connsiteX507" fmla="*/ 6591670 w 7467600"/>
              <a:gd name="connsiteY507" fmla="*/ 1988277 h 6858000"/>
              <a:gd name="connsiteX508" fmla="*/ 6747349 w 7467600"/>
              <a:gd name="connsiteY508" fmla="*/ 2160069 h 6858000"/>
              <a:gd name="connsiteX509" fmla="*/ 6760943 w 7467600"/>
              <a:gd name="connsiteY509" fmla="*/ 2177686 h 6858000"/>
              <a:gd name="connsiteX510" fmla="*/ 7021065 w 7467600"/>
              <a:gd name="connsiteY510" fmla="*/ 2498102 h 6858000"/>
              <a:gd name="connsiteX511" fmla="*/ 7155223 w 7467600"/>
              <a:gd name="connsiteY511" fmla="*/ 2650386 h 6858000"/>
              <a:gd name="connsiteX512" fmla="*/ 7203167 w 7467600"/>
              <a:gd name="connsiteY512" fmla="*/ 2697288 h 6858000"/>
              <a:gd name="connsiteX513" fmla="*/ 6937703 w 7467600"/>
              <a:gd name="connsiteY513" fmla="*/ 2321981 h 6858000"/>
              <a:gd name="connsiteX514" fmla="*/ 6591670 w 7467600"/>
              <a:gd name="connsiteY514" fmla="*/ 1988277 h 6858000"/>
              <a:gd name="connsiteX515" fmla="*/ 5798671 w 7467600"/>
              <a:gd name="connsiteY515" fmla="*/ 1981601 h 6858000"/>
              <a:gd name="connsiteX516" fmla="*/ 5754709 w 7467600"/>
              <a:gd name="connsiteY516" fmla="*/ 2071454 h 6858000"/>
              <a:gd name="connsiteX517" fmla="*/ 5763044 w 7467600"/>
              <a:gd name="connsiteY517" fmla="*/ 2842206 h 6858000"/>
              <a:gd name="connsiteX518" fmla="*/ 5764974 w 7467600"/>
              <a:gd name="connsiteY518" fmla="*/ 2799609 h 6858000"/>
              <a:gd name="connsiteX519" fmla="*/ 5767665 w 7467600"/>
              <a:gd name="connsiteY519" fmla="*/ 2666409 h 6858000"/>
              <a:gd name="connsiteX520" fmla="*/ 5763055 w 7467600"/>
              <a:gd name="connsiteY520" fmla="*/ 2579705 h 6858000"/>
              <a:gd name="connsiteX521" fmla="*/ 5758079 w 7467600"/>
              <a:gd name="connsiteY521" fmla="*/ 2492508 h 6858000"/>
              <a:gd name="connsiteX522" fmla="*/ 5779325 w 7467600"/>
              <a:gd name="connsiteY522" fmla="*/ 2197069 h 6858000"/>
              <a:gd name="connsiteX523" fmla="*/ 5798671 w 7467600"/>
              <a:gd name="connsiteY523" fmla="*/ 1981601 h 6858000"/>
              <a:gd name="connsiteX524" fmla="*/ 5829202 w 7467600"/>
              <a:gd name="connsiteY524" fmla="*/ 1971679 h 6858000"/>
              <a:gd name="connsiteX525" fmla="*/ 5809558 w 7467600"/>
              <a:gd name="connsiteY525" fmla="*/ 2198043 h 6858000"/>
              <a:gd name="connsiteX526" fmla="*/ 5788653 w 7467600"/>
              <a:gd name="connsiteY526" fmla="*/ 2489430 h 6858000"/>
              <a:gd name="connsiteX527" fmla="*/ 5793439 w 7467600"/>
              <a:gd name="connsiteY527" fmla="*/ 2575235 h 6858000"/>
              <a:gd name="connsiteX528" fmla="*/ 5796837 w 7467600"/>
              <a:gd name="connsiteY528" fmla="*/ 2637633 h 6858000"/>
              <a:gd name="connsiteX529" fmla="*/ 5818614 w 7467600"/>
              <a:gd name="connsiteY529" fmla="*/ 2473055 h 6858000"/>
              <a:gd name="connsiteX530" fmla="*/ 5829202 w 7467600"/>
              <a:gd name="connsiteY530" fmla="*/ 1971679 h 6858000"/>
              <a:gd name="connsiteX531" fmla="*/ 5911389 w 7467600"/>
              <a:gd name="connsiteY531" fmla="*/ 1898371 h 6858000"/>
              <a:gd name="connsiteX532" fmla="*/ 6237627 w 7467600"/>
              <a:gd name="connsiteY532" fmla="*/ 2231921 h 6858000"/>
              <a:gd name="connsiteX533" fmla="*/ 5911389 w 7467600"/>
              <a:gd name="connsiteY533" fmla="*/ 1898371 h 6858000"/>
              <a:gd name="connsiteX534" fmla="*/ 6944437 w 7467600"/>
              <a:gd name="connsiteY534" fmla="*/ 1575402 h 6858000"/>
              <a:gd name="connsiteX535" fmla="*/ 6304730 w 7467600"/>
              <a:gd name="connsiteY535" fmla="*/ 1766654 h 6858000"/>
              <a:gd name="connsiteX536" fmla="*/ 6944437 w 7467600"/>
              <a:gd name="connsiteY536" fmla="*/ 1575402 h 6858000"/>
              <a:gd name="connsiteX537" fmla="*/ 7019523 w 7467600"/>
              <a:gd name="connsiteY537" fmla="*/ 1519450 h 6858000"/>
              <a:gd name="connsiteX538" fmla="*/ 6298091 w 7467600"/>
              <a:gd name="connsiteY538" fmla="*/ 1737122 h 6858000"/>
              <a:gd name="connsiteX539" fmla="*/ 7019523 w 7467600"/>
              <a:gd name="connsiteY539" fmla="*/ 1519450 h 6858000"/>
              <a:gd name="connsiteX540" fmla="*/ 2399523 w 7467600"/>
              <a:gd name="connsiteY540" fmla="*/ 1428234 h 6858000"/>
              <a:gd name="connsiteX541" fmla="*/ 2224982 w 7467600"/>
              <a:gd name="connsiteY541" fmla="*/ 1826201 h 6858000"/>
              <a:gd name="connsiteX542" fmla="*/ 2096099 w 7467600"/>
              <a:gd name="connsiteY542" fmla="*/ 2345900 h 6858000"/>
              <a:gd name="connsiteX543" fmla="*/ 2283317 w 7467600"/>
              <a:gd name="connsiteY543" fmla="*/ 1796925 h 6858000"/>
              <a:gd name="connsiteX544" fmla="*/ 2399523 w 7467600"/>
              <a:gd name="connsiteY544" fmla="*/ 1428234 h 6858000"/>
              <a:gd name="connsiteX545" fmla="*/ 2448558 w 7467600"/>
              <a:gd name="connsiteY545" fmla="*/ 1373435 h 6858000"/>
              <a:gd name="connsiteX546" fmla="*/ 2312521 w 7467600"/>
              <a:gd name="connsiteY546" fmla="*/ 1806140 h 6858000"/>
              <a:gd name="connsiteX547" fmla="*/ 2127533 w 7467600"/>
              <a:gd name="connsiteY547" fmla="*/ 2348380 h 6858000"/>
              <a:gd name="connsiteX548" fmla="*/ 2358080 w 7467600"/>
              <a:gd name="connsiteY548" fmla="*/ 1866134 h 6858000"/>
              <a:gd name="connsiteX549" fmla="*/ 2407436 w 7467600"/>
              <a:gd name="connsiteY549" fmla="*/ 1651070 h 6858000"/>
              <a:gd name="connsiteX550" fmla="*/ 2448558 w 7467600"/>
              <a:gd name="connsiteY550" fmla="*/ 1373435 h 6858000"/>
              <a:gd name="connsiteX551" fmla="*/ 278707 w 7467600"/>
              <a:gd name="connsiteY551" fmla="*/ 1352270 h 6858000"/>
              <a:gd name="connsiteX552" fmla="*/ 321570 w 7467600"/>
              <a:gd name="connsiteY552" fmla="*/ 1861610 h 6858000"/>
              <a:gd name="connsiteX553" fmla="*/ 294281 w 7467600"/>
              <a:gd name="connsiteY553" fmla="*/ 1440658 h 6858000"/>
              <a:gd name="connsiteX554" fmla="*/ 278707 w 7467600"/>
              <a:gd name="connsiteY554" fmla="*/ 1352270 h 6858000"/>
              <a:gd name="connsiteX555" fmla="*/ 1423821 w 7467600"/>
              <a:gd name="connsiteY555" fmla="*/ 1351958 h 6858000"/>
              <a:gd name="connsiteX556" fmla="*/ 1638521 w 7467600"/>
              <a:gd name="connsiteY556" fmla="*/ 1908470 h 6858000"/>
              <a:gd name="connsiteX557" fmla="*/ 1754199 w 7467600"/>
              <a:gd name="connsiteY557" fmla="*/ 2149284 h 6858000"/>
              <a:gd name="connsiteX558" fmla="*/ 1908359 w 7467600"/>
              <a:gd name="connsiteY558" fmla="*/ 2364988 h 6858000"/>
              <a:gd name="connsiteX559" fmla="*/ 1647661 w 7467600"/>
              <a:gd name="connsiteY559" fmla="*/ 1825945 h 6858000"/>
              <a:gd name="connsiteX560" fmla="*/ 1423821 w 7467600"/>
              <a:gd name="connsiteY560" fmla="*/ 1351958 h 6858000"/>
              <a:gd name="connsiteX561" fmla="*/ 1431890 w 7467600"/>
              <a:gd name="connsiteY561" fmla="*/ 1306475 h 6858000"/>
              <a:gd name="connsiteX562" fmla="*/ 1507597 w 7467600"/>
              <a:gd name="connsiteY562" fmla="*/ 1446132 h 6858000"/>
              <a:gd name="connsiteX563" fmla="*/ 1674586 w 7467600"/>
              <a:gd name="connsiteY563" fmla="*/ 1813832 h 6858000"/>
              <a:gd name="connsiteX564" fmla="*/ 1815950 w 7467600"/>
              <a:gd name="connsiteY564" fmla="*/ 2128564 h 6858000"/>
              <a:gd name="connsiteX565" fmla="*/ 1984242 w 7467600"/>
              <a:gd name="connsiteY565" fmla="*/ 2430829 h 6858000"/>
              <a:gd name="connsiteX566" fmla="*/ 2014023 w 7467600"/>
              <a:gd name="connsiteY566" fmla="*/ 2450995 h 6858000"/>
              <a:gd name="connsiteX567" fmla="*/ 1747337 w 7467600"/>
              <a:gd name="connsiteY567" fmla="*/ 1855264 h 6858000"/>
              <a:gd name="connsiteX568" fmla="*/ 1533749 w 7467600"/>
              <a:gd name="connsiteY568" fmla="*/ 1478656 h 6858000"/>
              <a:gd name="connsiteX569" fmla="*/ 1431890 w 7467600"/>
              <a:gd name="connsiteY569" fmla="*/ 1306475 h 6858000"/>
              <a:gd name="connsiteX570" fmla="*/ 5052692 w 7467600"/>
              <a:gd name="connsiteY570" fmla="*/ 1292994 h 6858000"/>
              <a:gd name="connsiteX571" fmla="*/ 5200661 w 7467600"/>
              <a:gd name="connsiteY571" fmla="*/ 1635186 h 6858000"/>
              <a:gd name="connsiteX572" fmla="*/ 5297138 w 7467600"/>
              <a:gd name="connsiteY572" fmla="*/ 1906351 h 6858000"/>
              <a:gd name="connsiteX573" fmla="*/ 5052692 w 7467600"/>
              <a:gd name="connsiteY573" fmla="*/ 1292994 h 6858000"/>
              <a:gd name="connsiteX574" fmla="*/ 5009948 w 7467600"/>
              <a:gd name="connsiteY574" fmla="*/ 1273619 h 6858000"/>
              <a:gd name="connsiteX575" fmla="*/ 5121777 w 7467600"/>
              <a:gd name="connsiteY575" fmla="*/ 1654213 h 6858000"/>
              <a:gd name="connsiteX576" fmla="*/ 5293545 w 7467600"/>
              <a:gd name="connsiteY576" fmla="*/ 2072247 h 6858000"/>
              <a:gd name="connsiteX577" fmla="*/ 5294042 w 7467600"/>
              <a:gd name="connsiteY577" fmla="*/ 2065019 h 6858000"/>
              <a:gd name="connsiteX578" fmla="*/ 5171936 w 7467600"/>
              <a:gd name="connsiteY578" fmla="*/ 1647613 h 6858000"/>
              <a:gd name="connsiteX579" fmla="*/ 5009948 w 7467600"/>
              <a:gd name="connsiteY579" fmla="*/ 1273619 h 6858000"/>
              <a:gd name="connsiteX580" fmla="*/ 655236 w 7467600"/>
              <a:gd name="connsiteY580" fmla="*/ 1268632 h 6858000"/>
              <a:gd name="connsiteX581" fmla="*/ 839521 w 7467600"/>
              <a:gd name="connsiteY581" fmla="*/ 1685315 h 6858000"/>
              <a:gd name="connsiteX582" fmla="*/ 1109416 w 7467600"/>
              <a:gd name="connsiteY582" fmla="*/ 2061663 h 6858000"/>
              <a:gd name="connsiteX583" fmla="*/ 1298300 w 7467600"/>
              <a:gd name="connsiteY583" fmla="*/ 2247742 h 6858000"/>
              <a:gd name="connsiteX584" fmla="*/ 1125871 w 7467600"/>
              <a:gd name="connsiteY584" fmla="*/ 1989513 h 6858000"/>
              <a:gd name="connsiteX585" fmla="*/ 981574 w 7467600"/>
              <a:gd name="connsiteY585" fmla="*/ 1783157 h 6858000"/>
              <a:gd name="connsiteX586" fmla="*/ 922198 w 7467600"/>
              <a:gd name="connsiteY586" fmla="*/ 1677437 h 6858000"/>
              <a:gd name="connsiteX587" fmla="*/ 869293 w 7467600"/>
              <a:gd name="connsiteY587" fmla="*/ 1583214 h 6858000"/>
              <a:gd name="connsiteX588" fmla="*/ 751431 w 7467600"/>
              <a:gd name="connsiteY588" fmla="*/ 1405731 h 6858000"/>
              <a:gd name="connsiteX589" fmla="*/ 655236 w 7467600"/>
              <a:gd name="connsiteY589" fmla="*/ 1268632 h 6858000"/>
              <a:gd name="connsiteX590" fmla="*/ 6516292 w 7467600"/>
              <a:gd name="connsiteY590" fmla="*/ 1263064 h 6858000"/>
              <a:gd name="connsiteX591" fmla="*/ 5736320 w 7467600"/>
              <a:gd name="connsiteY591" fmla="*/ 1501803 h 6858000"/>
              <a:gd name="connsiteX592" fmla="*/ 6516292 w 7467600"/>
              <a:gd name="connsiteY592" fmla="*/ 1263064 h 6858000"/>
              <a:gd name="connsiteX593" fmla="*/ 291466 w 7467600"/>
              <a:gd name="connsiteY593" fmla="*/ 1250369 h 6858000"/>
              <a:gd name="connsiteX594" fmla="*/ 323180 w 7467600"/>
              <a:gd name="connsiteY594" fmla="*/ 1435283 h 6858000"/>
              <a:gd name="connsiteX595" fmla="*/ 349381 w 7467600"/>
              <a:gd name="connsiteY595" fmla="*/ 1875041 h 6858000"/>
              <a:gd name="connsiteX596" fmla="*/ 374363 w 7467600"/>
              <a:gd name="connsiteY596" fmla="*/ 1506494 h 6858000"/>
              <a:gd name="connsiteX597" fmla="*/ 302168 w 7467600"/>
              <a:gd name="connsiteY597" fmla="*/ 1274495 h 6858000"/>
              <a:gd name="connsiteX598" fmla="*/ 291466 w 7467600"/>
              <a:gd name="connsiteY598" fmla="*/ 1250369 h 6858000"/>
              <a:gd name="connsiteX599" fmla="*/ 678222 w 7467600"/>
              <a:gd name="connsiteY599" fmla="*/ 1248670 h 6858000"/>
              <a:gd name="connsiteX600" fmla="*/ 775536 w 7467600"/>
              <a:gd name="connsiteY600" fmla="*/ 1388015 h 6858000"/>
              <a:gd name="connsiteX601" fmla="*/ 894529 w 7467600"/>
              <a:gd name="connsiteY601" fmla="*/ 1567739 h 6858000"/>
              <a:gd name="connsiteX602" fmla="*/ 948000 w 7467600"/>
              <a:gd name="connsiteY602" fmla="*/ 1663088 h 6858000"/>
              <a:gd name="connsiteX603" fmla="*/ 1006812 w 7467600"/>
              <a:gd name="connsiteY603" fmla="*/ 1767683 h 6858000"/>
              <a:gd name="connsiteX604" fmla="*/ 1149133 w 7467600"/>
              <a:gd name="connsiteY604" fmla="*/ 1971513 h 6858000"/>
              <a:gd name="connsiteX605" fmla="*/ 1333952 w 7467600"/>
              <a:gd name="connsiteY605" fmla="*/ 2251620 h 6858000"/>
              <a:gd name="connsiteX606" fmla="*/ 1337329 w 7467600"/>
              <a:gd name="connsiteY606" fmla="*/ 2258350 h 6858000"/>
              <a:gd name="connsiteX607" fmla="*/ 1014726 w 7467600"/>
              <a:gd name="connsiteY607" fmla="*/ 1615556 h 6858000"/>
              <a:gd name="connsiteX608" fmla="*/ 678222 w 7467600"/>
              <a:gd name="connsiteY608" fmla="*/ 1248670 h 6858000"/>
              <a:gd name="connsiteX609" fmla="*/ 6691602 w 7467600"/>
              <a:gd name="connsiteY609" fmla="*/ 1140573 h 6858000"/>
              <a:gd name="connsiteX610" fmla="*/ 6571100 w 7467600"/>
              <a:gd name="connsiteY610" fmla="*/ 1183662 h 6858000"/>
              <a:gd name="connsiteX611" fmla="*/ 6241687 w 7467600"/>
              <a:gd name="connsiteY611" fmla="*/ 1257600 h 6858000"/>
              <a:gd name="connsiteX612" fmla="*/ 5693009 w 7467600"/>
              <a:gd name="connsiteY612" fmla="*/ 1478256 h 6858000"/>
              <a:gd name="connsiteX613" fmla="*/ 6548420 w 7467600"/>
              <a:gd name="connsiteY613" fmla="*/ 1214599 h 6858000"/>
              <a:gd name="connsiteX614" fmla="*/ 6605473 w 7467600"/>
              <a:gd name="connsiteY614" fmla="*/ 1184686 h 6858000"/>
              <a:gd name="connsiteX615" fmla="*/ 6691602 w 7467600"/>
              <a:gd name="connsiteY615" fmla="*/ 1140573 h 6858000"/>
              <a:gd name="connsiteX616" fmla="*/ 4002475 w 7467600"/>
              <a:gd name="connsiteY616" fmla="*/ 1037802 h 6858000"/>
              <a:gd name="connsiteX617" fmla="*/ 4000324 w 7467600"/>
              <a:gd name="connsiteY617" fmla="*/ 1039362 h 6858000"/>
              <a:gd name="connsiteX618" fmla="*/ 4002862 w 7467600"/>
              <a:gd name="connsiteY618" fmla="*/ 1042866 h 6858000"/>
              <a:gd name="connsiteX619" fmla="*/ 4002475 w 7467600"/>
              <a:gd name="connsiteY619" fmla="*/ 1037802 h 6858000"/>
              <a:gd name="connsiteX620" fmla="*/ 506322 w 7467600"/>
              <a:gd name="connsiteY620" fmla="*/ 1020997 h 6858000"/>
              <a:gd name="connsiteX621" fmla="*/ 533068 w 7467600"/>
              <a:gd name="connsiteY621" fmla="*/ 1029409 h 6858000"/>
              <a:gd name="connsiteX622" fmla="*/ 1232525 w 7467600"/>
              <a:gd name="connsiteY622" fmla="*/ 1804675 h 6858000"/>
              <a:gd name="connsiteX623" fmla="*/ 1388858 w 7467600"/>
              <a:gd name="connsiteY623" fmla="*/ 2368011 h 6858000"/>
              <a:gd name="connsiteX624" fmla="*/ 1384098 w 7467600"/>
              <a:gd name="connsiteY624" fmla="*/ 2378125 h 6858000"/>
              <a:gd name="connsiteX625" fmla="*/ 1425393 w 7467600"/>
              <a:gd name="connsiteY625" fmla="*/ 2589124 h 6858000"/>
              <a:gd name="connsiteX626" fmla="*/ 1424001 w 7467600"/>
              <a:gd name="connsiteY626" fmla="*/ 2597541 h 6858000"/>
              <a:gd name="connsiteX627" fmla="*/ 2152729 w 7467600"/>
              <a:gd name="connsiteY627" fmla="*/ 2864487 h 6858000"/>
              <a:gd name="connsiteX628" fmla="*/ 2020609 w 7467600"/>
              <a:gd name="connsiteY628" fmla="*/ 2539671 h 6858000"/>
              <a:gd name="connsiteX629" fmla="*/ 2018920 w 7467600"/>
              <a:gd name="connsiteY629" fmla="*/ 2536309 h 6858000"/>
              <a:gd name="connsiteX630" fmla="*/ 1342441 w 7467600"/>
              <a:gd name="connsiteY630" fmla="*/ 1173017 h 6858000"/>
              <a:gd name="connsiteX631" fmla="*/ 1367925 w 7467600"/>
              <a:gd name="connsiteY631" fmla="*/ 1135648 h 6858000"/>
              <a:gd name="connsiteX632" fmla="*/ 1771401 w 7467600"/>
              <a:gd name="connsiteY632" fmla="*/ 1806673 h 6858000"/>
              <a:gd name="connsiteX633" fmla="*/ 1972385 w 7467600"/>
              <a:gd name="connsiteY633" fmla="*/ 2198735 h 6858000"/>
              <a:gd name="connsiteX634" fmla="*/ 2040892 w 7467600"/>
              <a:gd name="connsiteY634" fmla="*/ 2405205 h 6858000"/>
              <a:gd name="connsiteX635" fmla="*/ 2131689 w 7467600"/>
              <a:gd name="connsiteY635" fmla="*/ 1936926 h 6858000"/>
              <a:gd name="connsiteX636" fmla="*/ 2454820 w 7467600"/>
              <a:gd name="connsiteY636" fmla="*/ 1248808 h 6858000"/>
              <a:gd name="connsiteX637" fmla="*/ 2492512 w 7467600"/>
              <a:gd name="connsiteY637" fmla="*/ 1302920 h 6858000"/>
              <a:gd name="connsiteX638" fmla="*/ 2081216 w 7467600"/>
              <a:gd name="connsiteY638" fmla="*/ 2527513 h 6858000"/>
              <a:gd name="connsiteX639" fmla="*/ 2081211 w 7467600"/>
              <a:gd name="connsiteY639" fmla="*/ 2528916 h 6858000"/>
              <a:gd name="connsiteX640" fmla="*/ 2199067 w 7467600"/>
              <a:gd name="connsiteY640" fmla="*/ 2884061 h 6858000"/>
              <a:gd name="connsiteX641" fmla="*/ 3192586 w 7467600"/>
              <a:gd name="connsiteY641" fmla="*/ 3411496 h 6858000"/>
              <a:gd name="connsiteX642" fmla="*/ 3182620 w 7467600"/>
              <a:gd name="connsiteY642" fmla="*/ 3483279 h 6858000"/>
              <a:gd name="connsiteX643" fmla="*/ 2435119 w 7467600"/>
              <a:gd name="connsiteY643" fmla="*/ 3080173 h 6858000"/>
              <a:gd name="connsiteX644" fmla="*/ 2410152 w 7467600"/>
              <a:gd name="connsiteY644" fmla="*/ 3063751 h 6858000"/>
              <a:gd name="connsiteX645" fmla="*/ 2408099 w 7467600"/>
              <a:gd name="connsiteY645" fmla="*/ 3064403 h 6858000"/>
              <a:gd name="connsiteX646" fmla="*/ 2407218 w 7467600"/>
              <a:gd name="connsiteY646" fmla="*/ 3070324 h 6858000"/>
              <a:gd name="connsiteX647" fmla="*/ 2380138 w 7467600"/>
              <a:gd name="connsiteY647" fmla="*/ 3099341 h 6858000"/>
              <a:gd name="connsiteX648" fmla="*/ 1765923 w 7467600"/>
              <a:gd name="connsiteY648" fmla="*/ 3581043 h 6858000"/>
              <a:gd name="connsiteX649" fmla="*/ 1702258 w 7467600"/>
              <a:gd name="connsiteY649" fmla="*/ 3612286 h 6858000"/>
              <a:gd name="connsiteX650" fmla="*/ 1538370 w 7467600"/>
              <a:gd name="connsiteY650" fmla="*/ 3811804 h 6858000"/>
              <a:gd name="connsiteX651" fmla="*/ 542867 w 7467600"/>
              <a:gd name="connsiteY651" fmla="*/ 4944092 h 6858000"/>
              <a:gd name="connsiteX652" fmla="*/ 515800 w 7467600"/>
              <a:gd name="connsiteY652" fmla="*/ 4862180 h 6858000"/>
              <a:gd name="connsiteX653" fmla="*/ 909145 w 7467600"/>
              <a:gd name="connsiteY653" fmla="*/ 4199225 h 6858000"/>
              <a:gd name="connsiteX654" fmla="*/ 1214067 w 7467600"/>
              <a:gd name="connsiteY654" fmla="*/ 3908561 h 6858000"/>
              <a:gd name="connsiteX655" fmla="*/ 640967 w 7467600"/>
              <a:gd name="connsiteY655" fmla="*/ 4105601 h 6858000"/>
              <a:gd name="connsiteX656" fmla="*/ 112563 w 7467600"/>
              <a:gd name="connsiteY656" fmla="*/ 4396952 h 6858000"/>
              <a:gd name="connsiteX657" fmla="*/ 0 w 7467600"/>
              <a:gd name="connsiteY657" fmla="*/ 4466006 h 6858000"/>
              <a:gd name="connsiteX658" fmla="*/ 0 w 7467600"/>
              <a:gd name="connsiteY658" fmla="*/ 4233763 h 6858000"/>
              <a:gd name="connsiteX659" fmla="*/ 36881 w 7467600"/>
              <a:gd name="connsiteY659" fmla="*/ 4200118 h 6858000"/>
              <a:gd name="connsiteX660" fmla="*/ 910534 w 7467600"/>
              <a:gd name="connsiteY660" fmla="*/ 3629753 h 6858000"/>
              <a:gd name="connsiteX661" fmla="*/ 1578717 w 7467600"/>
              <a:gd name="connsiteY661" fmla="*/ 3575982 h 6858000"/>
              <a:gd name="connsiteX662" fmla="*/ 2338780 w 7467600"/>
              <a:gd name="connsiteY662" fmla="*/ 3033725 h 6858000"/>
              <a:gd name="connsiteX663" fmla="*/ 1807991 w 7467600"/>
              <a:gd name="connsiteY663" fmla="*/ 2807184 h 6858000"/>
              <a:gd name="connsiteX664" fmla="*/ 1416358 w 7467600"/>
              <a:gd name="connsiteY664" fmla="*/ 3112571 h 6858000"/>
              <a:gd name="connsiteX665" fmla="*/ 939066 w 7467600"/>
              <a:gd name="connsiteY665" fmla="*/ 3378798 h 6858000"/>
              <a:gd name="connsiteX666" fmla="*/ 115099 w 7467600"/>
              <a:gd name="connsiteY666" fmla="*/ 3607650 h 6858000"/>
              <a:gd name="connsiteX667" fmla="*/ 97284 w 7467600"/>
              <a:gd name="connsiteY667" fmla="*/ 3520393 h 6858000"/>
              <a:gd name="connsiteX668" fmla="*/ 922050 w 7467600"/>
              <a:gd name="connsiteY668" fmla="*/ 3074867 h 6858000"/>
              <a:gd name="connsiteX669" fmla="*/ 1405265 w 7467600"/>
              <a:gd name="connsiteY669" fmla="*/ 3016319 h 6858000"/>
              <a:gd name="connsiteX670" fmla="*/ 1407512 w 7467600"/>
              <a:gd name="connsiteY670" fmla="*/ 3018001 h 6858000"/>
              <a:gd name="connsiteX671" fmla="*/ 1726266 w 7467600"/>
              <a:gd name="connsiteY671" fmla="*/ 2777274 h 6858000"/>
              <a:gd name="connsiteX672" fmla="*/ 625390 w 7467600"/>
              <a:gd name="connsiteY672" fmla="*/ 2514541 h 6858000"/>
              <a:gd name="connsiteX673" fmla="*/ 619799 w 7467600"/>
              <a:gd name="connsiteY673" fmla="*/ 2527180 h 6858000"/>
              <a:gd name="connsiteX674" fmla="*/ 310030 w 7467600"/>
              <a:gd name="connsiteY674" fmla="*/ 2771818 h 6858000"/>
              <a:gd name="connsiteX675" fmla="*/ 173877 w 7467600"/>
              <a:gd name="connsiteY675" fmla="*/ 2937056 h 6858000"/>
              <a:gd name="connsiteX676" fmla="*/ 77889 w 7467600"/>
              <a:gd name="connsiteY676" fmla="*/ 3138440 h 6858000"/>
              <a:gd name="connsiteX677" fmla="*/ 0 w 7467600"/>
              <a:gd name="connsiteY677" fmla="*/ 3271395 h 6858000"/>
              <a:gd name="connsiteX678" fmla="*/ 0 w 7467600"/>
              <a:gd name="connsiteY678" fmla="*/ 3153002 h 6858000"/>
              <a:gd name="connsiteX679" fmla="*/ 2386 w 7467600"/>
              <a:gd name="connsiteY679" fmla="*/ 3149203 h 6858000"/>
              <a:gd name="connsiteX680" fmla="*/ 89753 w 7467600"/>
              <a:gd name="connsiteY680" fmla="*/ 2987702 h 6858000"/>
              <a:gd name="connsiteX681" fmla="*/ 76869 w 7467600"/>
              <a:gd name="connsiteY681" fmla="*/ 3005404 h 6858000"/>
              <a:gd name="connsiteX682" fmla="*/ 32049 w 7467600"/>
              <a:gd name="connsiteY682" fmla="*/ 3065814 h 6858000"/>
              <a:gd name="connsiteX683" fmla="*/ 0 w 7467600"/>
              <a:gd name="connsiteY683" fmla="*/ 3108744 h 6858000"/>
              <a:gd name="connsiteX684" fmla="*/ 0 w 7467600"/>
              <a:gd name="connsiteY684" fmla="*/ 3058059 h 6858000"/>
              <a:gd name="connsiteX685" fmla="*/ 7610 w 7467600"/>
              <a:gd name="connsiteY685" fmla="*/ 3047889 h 6858000"/>
              <a:gd name="connsiteX686" fmla="*/ 52419 w 7467600"/>
              <a:gd name="connsiteY686" fmla="*/ 2987479 h 6858000"/>
              <a:gd name="connsiteX687" fmla="*/ 59142 w 7467600"/>
              <a:gd name="connsiteY687" fmla="*/ 2978488 h 6858000"/>
              <a:gd name="connsiteX688" fmla="*/ 0 w 7467600"/>
              <a:gd name="connsiteY688" fmla="*/ 3015334 h 6858000"/>
              <a:gd name="connsiteX689" fmla="*/ 0 w 7467600"/>
              <a:gd name="connsiteY689" fmla="*/ 2914286 h 6858000"/>
              <a:gd name="connsiteX690" fmla="*/ 36383 w 7467600"/>
              <a:gd name="connsiteY690" fmla="*/ 2901128 h 6858000"/>
              <a:gd name="connsiteX691" fmla="*/ 156329 w 7467600"/>
              <a:gd name="connsiteY691" fmla="*/ 2840533 h 6858000"/>
              <a:gd name="connsiteX692" fmla="*/ 358355 w 7467600"/>
              <a:gd name="connsiteY692" fmla="*/ 2620471 h 6858000"/>
              <a:gd name="connsiteX693" fmla="*/ 510577 w 7467600"/>
              <a:gd name="connsiteY693" fmla="*/ 2501244 h 6858000"/>
              <a:gd name="connsiteX694" fmla="*/ 211967 w 7467600"/>
              <a:gd name="connsiteY694" fmla="*/ 2479171 h 6858000"/>
              <a:gd name="connsiteX695" fmla="*/ 0 w 7467600"/>
              <a:gd name="connsiteY695" fmla="*/ 2476398 h 6858000"/>
              <a:gd name="connsiteX696" fmla="*/ 0 w 7467600"/>
              <a:gd name="connsiteY696" fmla="*/ 2389189 h 6858000"/>
              <a:gd name="connsiteX697" fmla="*/ 103062 w 7467600"/>
              <a:gd name="connsiteY697" fmla="*/ 2389518 h 6858000"/>
              <a:gd name="connsiteX698" fmla="*/ 510734 w 7467600"/>
              <a:gd name="connsiteY698" fmla="*/ 2416201 h 6858000"/>
              <a:gd name="connsiteX699" fmla="*/ 279257 w 7467600"/>
              <a:gd name="connsiteY699" fmla="*/ 2092102 h 6858000"/>
              <a:gd name="connsiteX700" fmla="*/ 65265 w 7467600"/>
              <a:gd name="connsiteY700" fmla="*/ 2006049 h 6858000"/>
              <a:gd name="connsiteX701" fmla="*/ 0 w 7467600"/>
              <a:gd name="connsiteY701" fmla="*/ 1982532 h 6858000"/>
              <a:gd name="connsiteX702" fmla="*/ 0 w 7467600"/>
              <a:gd name="connsiteY702" fmla="*/ 1912789 h 6858000"/>
              <a:gd name="connsiteX703" fmla="*/ 97460 w 7467600"/>
              <a:gd name="connsiteY703" fmla="*/ 1953725 h 6858000"/>
              <a:gd name="connsiteX704" fmla="*/ 221272 w 7467600"/>
              <a:gd name="connsiteY704" fmla="*/ 1980766 h 6858000"/>
              <a:gd name="connsiteX705" fmla="*/ 116765 w 7467600"/>
              <a:gd name="connsiteY705" fmla="*/ 1911033 h 6858000"/>
              <a:gd name="connsiteX706" fmla="*/ 16405 w 7467600"/>
              <a:gd name="connsiteY706" fmla="*/ 1803412 h 6858000"/>
              <a:gd name="connsiteX707" fmla="*/ 0 w 7467600"/>
              <a:gd name="connsiteY707" fmla="*/ 1784777 h 6858000"/>
              <a:gd name="connsiteX708" fmla="*/ 0 w 7467600"/>
              <a:gd name="connsiteY708" fmla="*/ 1740082 h 6858000"/>
              <a:gd name="connsiteX709" fmla="*/ 39394 w 7467600"/>
              <a:gd name="connsiteY709" fmla="*/ 1784856 h 6858000"/>
              <a:gd name="connsiteX710" fmla="*/ 135813 w 7467600"/>
              <a:gd name="connsiteY710" fmla="*/ 1888838 h 6858000"/>
              <a:gd name="connsiteX711" fmla="*/ 242575 w 7467600"/>
              <a:gd name="connsiteY711" fmla="*/ 1958841 h 6858000"/>
              <a:gd name="connsiteX712" fmla="*/ 82197 w 7467600"/>
              <a:gd name="connsiteY712" fmla="*/ 1754826 h 6858000"/>
              <a:gd name="connsiteX713" fmla="*/ 0 w 7467600"/>
              <a:gd name="connsiteY713" fmla="*/ 1679650 h 6858000"/>
              <a:gd name="connsiteX714" fmla="*/ 0 w 7467600"/>
              <a:gd name="connsiteY714" fmla="*/ 1602463 h 6858000"/>
              <a:gd name="connsiteX715" fmla="*/ 84689 w 7467600"/>
              <a:gd name="connsiteY715" fmla="*/ 1677442 h 6858000"/>
              <a:gd name="connsiteX716" fmla="*/ 298437 w 7467600"/>
              <a:gd name="connsiteY716" fmla="*/ 1968019 h 6858000"/>
              <a:gd name="connsiteX717" fmla="*/ 227269 w 7467600"/>
              <a:gd name="connsiteY717" fmla="*/ 1114064 h 6858000"/>
              <a:gd name="connsiteX718" fmla="*/ 248003 w 7467600"/>
              <a:gd name="connsiteY718" fmla="*/ 1089613 h 6858000"/>
              <a:gd name="connsiteX719" fmla="*/ 427020 w 7467600"/>
              <a:gd name="connsiteY719" fmla="*/ 1619803 h 6858000"/>
              <a:gd name="connsiteX720" fmla="*/ 340345 w 7467600"/>
              <a:gd name="connsiteY720" fmla="*/ 2027739 h 6858000"/>
              <a:gd name="connsiteX721" fmla="*/ 360865 w 7467600"/>
              <a:gd name="connsiteY721" fmla="*/ 2044827 h 6858000"/>
              <a:gd name="connsiteX722" fmla="*/ 560414 w 7467600"/>
              <a:gd name="connsiteY722" fmla="*/ 2421457 h 6858000"/>
              <a:gd name="connsiteX723" fmla="*/ 1359703 w 7467600"/>
              <a:gd name="connsiteY723" fmla="*/ 2578554 h 6858000"/>
              <a:gd name="connsiteX724" fmla="*/ 1359422 w 7467600"/>
              <a:gd name="connsiteY724" fmla="*/ 2577994 h 6858000"/>
              <a:gd name="connsiteX725" fmla="*/ 828701 w 7467600"/>
              <a:gd name="connsiteY725" fmla="*/ 1839520 h 6858000"/>
              <a:gd name="connsiteX726" fmla="*/ 494427 w 7467600"/>
              <a:gd name="connsiteY726" fmla="*/ 1092333 h 6858000"/>
              <a:gd name="connsiteX727" fmla="*/ 506322 w 7467600"/>
              <a:gd name="connsiteY727" fmla="*/ 1020997 h 6858000"/>
              <a:gd name="connsiteX728" fmla="*/ 4570198 w 7467600"/>
              <a:gd name="connsiteY728" fmla="*/ 978081 h 6858000"/>
              <a:gd name="connsiteX729" fmla="*/ 4523691 w 7467600"/>
              <a:gd name="connsiteY729" fmla="*/ 1127776 h 6858000"/>
              <a:gd name="connsiteX730" fmla="*/ 4509875 w 7467600"/>
              <a:gd name="connsiteY730" fmla="*/ 1167552 h 6858000"/>
              <a:gd name="connsiteX731" fmla="*/ 4478168 w 7467600"/>
              <a:gd name="connsiteY731" fmla="*/ 1260735 h 6858000"/>
              <a:gd name="connsiteX732" fmla="*/ 4409309 w 7467600"/>
              <a:gd name="connsiteY732" fmla="*/ 1666996 h 6858000"/>
              <a:gd name="connsiteX733" fmla="*/ 4370031 w 7467600"/>
              <a:gd name="connsiteY733" fmla="*/ 1955666 h 6858000"/>
              <a:gd name="connsiteX734" fmla="*/ 4570198 w 7467600"/>
              <a:gd name="connsiteY734" fmla="*/ 978081 h 6858000"/>
              <a:gd name="connsiteX735" fmla="*/ 4557898 w 7467600"/>
              <a:gd name="connsiteY735" fmla="*/ 900011 h 6858000"/>
              <a:gd name="connsiteX736" fmla="*/ 4344840 w 7467600"/>
              <a:gd name="connsiteY736" fmla="*/ 1922038 h 6858000"/>
              <a:gd name="connsiteX737" fmla="*/ 4378710 w 7467600"/>
              <a:gd name="connsiteY737" fmla="*/ 1665516 h 6858000"/>
              <a:gd name="connsiteX738" fmla="*/ 4448798 w 7467600"/>
              <a:gd name="connsiteY738" fmla="*/ 1253024 h 6858000"/>
              <a:gd name="connsiteX739" fmla="*/ 4480315 w 7467600"/>
              <a:gd name="connsiteY739" fmla="*/ 1158454 h 6858000"/>
              <a:gd name="connsiteX740" fmla="*/ 4494133 w 7467600"/>
              <a:gd name="connsiteY740" fmla="*/ 1118676 h 6858000"/>
              <a:gd name="connsiteX741" fmla="*/ 4557898 w 7467600"/>
              <a:gd name="connsiteY741" fmla="*/ 900011 h 6858000"/>
              <a:gd name="connsiteX742" fmla="*/ 5870151 w 7467600"/>
              <a:gd name="connsiteY742" fmla="*/ 898890 h 6858000"/>
              <a:gd name="connsiteX743" fmla="*/ 5861335 w 7467600"/>
              <a:gd name="connsiteY743" fmla="*/ 899177 h 6858000"/>
              <a:gd name="connsiteX744" fmla="*/ 5843702 w 7467600"/>
              <a:gd name="connsiteY744" fmla="*/ 899748 h 6858000"/>
              <a:gd name="connsiteX745" fmla="*/ 5651107 w 7467600"/>
              <a:gd name="connsiteY745" fmla="*/ 920306 h 6858000"/>
              <a:gd name="connsiteX746" fmla="*/ 5459407 w 7467600"/>
              <a:gd name="connsiteY746" fmla="*/ 940975 h 6858000"/>
              <a:gd name="connsiteX747" fmla="*/ 5374846 w 7467600"/>
              <a:gd name="connsiteY747" fmla="*/ 941988 h 6858000"/>
              <a:gd name="connsiteX748" fmla="*/ 5256105 w 7467600"/>
              <a:gd name="connsiteY748" fmla="*/ 945632 h 6858000"/>
              <a:gd name="connsiteX749" fmla="*/ 5107071 w 7467600"/>
              <a:gd name="connsiteY749" fmla="*/ 969720 h 6858000"/>
              <a:gd name="connsiteX750" fmla="*/ 4998681 w 7467600"/>
              <a:gd name="connsiteY750" fmla="*/ 988771 h 6858000"/>
              <a:gd name="connsiteX751" fmla="*/ 5870151 w 7467600"/>
              <a:gd name="connsiteY751" fmla="*/ 898890 h 6858000"/>
              <a:gd name="connsiteX752" fmla="*/ 5504425 w 7467600"/>
              <a:gd name="connsiteY752" fmla="*/ 848067 h 6858000"/>
              <a:gd name="connsiteX753" fmla="*/ 4968849 w 7467600"/>
              <a:gd name="connsiteY753" fmla="*/ 962318 h 6858000"/>
              <a:gd name="connsiteX754" fmla="*/ 5104039 w 7467600"/>
              <a:gd name="connsiteY754" fmla="*/ 940634 h 6858000"/>
              <a:gd name="connsiteX755" fmla="*/ 5256311 w 7467600"/>
              <a:gd name="connsiteY755" fmla="*/ 916490 h 6858000"/>
              <a:gd name="connsiteX756" fmla="*/ 5377381 w 7467600"/>
              <a:gd name="connsiteY756" fmla="*/ 912671 h 6858000"/>
              <a:gd name="connsiteX757" fmla="*/ 5460148 w 7467600"/>
              <a:gd name="connsiteY757" fmla="*/ 911442 h 6858000"/>
              <a:gd name="connsiteX758" fmla="*/ 5648971 w 7467600"/>
              <a:gd name="connsiteY758" fmla="*/ 891331 h 6858000"/>
              <a:gd name="connsiteX759" fmla="*/ 5844807 w 7467600"/>
              <a:gd name="connsiteY759" fmla="*/ 870718 h 6858000"/>
              <a:gd name="connsiteX760" fmla="*/ 5862975 w 7467600"/>
              <a:gd name="connsiteY760" fmla="*/ 869756 h 6858000"/>
              <a:gd name="connsiteX761" fmla="*/ 5920887 w 7467600"/>
              <a:gd name="connsiteY761" fmla="*/ 865929 h 6858000"/>
              <a:gd name="connsiteX762" fmla="*/ 5504425 w 7467600"/>
              <a:gd name="connsiteY762" fmla="*/ 848067 h 6858000"/>
              <a:gd name="connsiteX763" fmla="*/ 3607114 w 7467600"/>
              <a:gd name="connsiteY763" fmla="*/ 467441 h 6858000"/>
              <a:gd name="connsiteX764" fmla="*/ 3296242 w 7467600"/>
              <a:gd name="connsiteY764" fmla="*/ 807991 h 6858000"/>
              <a:gd name="connsiteX765" fmla="*/ 3174674 w 7467600"/>
              <a:gd name="connsiteY765" fmla="*/ 919759 h 6858000"/>
              <a:gd name="connsiteX766" fmla="*/ 3042978 w 7467600"/>
              <a:gd name="connsiteY766" fmla="*/ 1054894 h 6858000"/>
              <a:gd name="connsiteX767" fmla="*/ 2968914 w 7467600"/>
              <a:gd name="connsiteY767" fmla="*/ 1133756 h 6858000"/>
              <a:gd name="connsiteX768" fmla="*/ 3103823 w 7467600"/>
              <a:gd name="connsiteY768" fmla="*/ 1026814 h 6858000"/>
              <a:gd name="connsiteX769" fmla="*/ 3607114 w 7467600"/>
              <a:gd name="connsiteY769" fmla="*/ 467441 h 6858000"/>
              <a:gd name="connsiteX770" fmla="*/ 3744487 w 7467600"/>
              <a:gd name="connsiteY770" fmla="*/ 383136 h 6858000"/>
              <a:gd name="connsiteX771" fmla="*/ 3970213 w 7467600"/>
              <a:gd name="connsiteY771" fmla="*/ 995559 h 6858000"/>
              <a:gd name="connsiteX772" fmla="*/ 3744487 w 7467600"/>
              <a:gd name="connsiteY772" fmla="*/ 383136 h 6858000"/>
              <a:gd name="connsiteX773" fmla="*/ 3624562 w 7467600"/>
              <a:gd name="connsiteY773" fmla="*/ 367041 h 6858000"/>
              <a:gd name="connsiteX774" fmla="*/ 3489712 w 7467600"/>
              <a:gd name="connsiteY774" fmla="*/ 485386 h 6858000"/>
              <a:gd name="connsiteX775" fmla="*/ 3182994 w 7467600"/>
              <a:gd name="connsiteY775" fmla="*/ 828265 h 6858000"/>
              <a:gd name="connsiteX776" fmla="*/ 2892114 w 7467600"/>
              <a:gd name="connsiteY776" fmla="*/ 1172635 h 6858000"/>
              <a:gd name="connsiteX777" fmla="*/ 3021459 w 7467600"/>
              <a:gd name="connsiteY777" fmla="*/ 1035385 h 6858000"/>
              <a:gd name="connsiteX778" fmla="*/ 3153873 w 7467600"/>
              <a:gd name="connsiteY778" fmla="*/ 898971 h 6858000"/>
              <a:gd name="connsiteX779" fmla="*/ 3276511 w 7467600"/>
              <a:gd name="connsiteY779" fmla="*/ 786423 h 6858000"/>
              <a:gd name="connsiteX780" fmla="*/ 3584154 w 7467600"/>
              <a:gd name="connsiteY780" fmla="*/ 448218 h 6858000"/>
              <a:gd name="connsiteX781" fmla="*/ 3624562 w 7467600"/>
              <a:gd name="connsiteY781" fmla="*/ 367041 h 6858000"/>
              <a:gd name="connsiteX782" fmla="*/ 3766672 w 7467600"/>
              <a:gd name="connsiteY782" fmla="*/ 359429 h 6858000"/>
              <a:gd name="connsiteX783" fmla="*/ 3996338 w 7467600"/>
              <a:gd name="connsiteY783" fmla="*/ 968237 h 6858000"/>
              <a:gd name="connsiteX784" fmla="*/ 3766672 w 7467600"/>
              <a:gd name="connsiteY784" fmla="*/ 359429 h 6858000"/>
              <a:gd name="connsiteX785" fmla="*/ 5805386 w 7467600"/>
              <a:gd name="connsiteY785" fmla="*/ 239240 h 6858000"/>
              <a:gd name="connsiteX786" fmla="*/ 5736947 w 7467600"/>
              <a:gd name="connsiteY786" fmla="*/ 261367 h 6858000"/>
              <a:gd name="connsiteX787" fmla="*/ 5427012 w 7467600"/>
              <a:gd name="connsiteY787" fmla="*/ 311272 h 6858000"/>
              <a:gd name="connsiteX788" fmla="*/ 5147818 w 7467600"/>
              <a:gd name="connsiteY788" fmla="*/ 322112 h 6858000"/>
              <a:gd name="connsiteX789" fmla="*/ 5060854 w 7467600"/>
              <a:gd name="connsiteY789" fmla="*/ 311882 h 6858000"/>
              <a:gd name="connsiteX790" fmla="*/ 4945989 w 7467600"/>
              <a:gd name="connsiteY790" fmla="*/ 300516 h 6858000"/>
              <a:gd name="connsiteX791" fmla="*/ 5410479 w 7467600"/>
              <a:gd name="connsiteY791" fmla="*/ 348434 h 6858000"/>
              <a:gd name="connsiteX792" fmla="*/ 5805386 w 7467600"/>
              <a:gd name="connsiteY792" fmla="*/ 239240 h 6858000"/>
              <a:gd name="connsiteX793" fmla="*/ 5905192 w 7467600"/>
              <a:gd name="connsiteY793" fmla="*/ 163079 h 6858000"/>
              <a:gd name="connsiteX794" fmla="*/ 5865655 w 7467600"/>
              <a:gd name="connsiteY794" fmla="*/ 171901 h 6858000"/>
              <a:gd name="connsiteX795" fmla="*/ 5259740 w 7467600"/>
              <a:gd name="connsiteY795" fmla="*/ 257013 h 6858000"/>
              <a:gd name="connsiteX796" fmla="*/ 5208466 w 7467600"/>
              <a:gd name="connsiteY796" fmla="*/ 257550 h 6858000"/>
              <a:gd name="connsiteX797" fmla="*/ 4980204 w 7467600"/>
              <a:gd name="connsiteY797" fmla="*/ 271903 h 6858000"/>
              <a:gd name="connsiteX798" fmla="*/ 5068068 w 7467600"/>
              <a:gd name="connsiteY798" fmla="*/ 282244 h 6858000"/>
              <a:gd name="connsiteX799" fmla="*/ 5153231 w 7467600"/>
              <a:gd name="connsiteY799" fmla="*/ 292240 h 6858000"/>
              <a:gd name="connsiteX800" fmla="*/ 5426491 w 7467600"/>
              <a:gd name="connsiteY800" fmla="*/ 281128 h 6858000"/>
              <a:gd name="connsiteX801" fmla="*/ 5731212 w 7467600"/>
              <a:gd name="connsiteY801" fmla="*/ 231951 h 6858000"/>
              <a:gd name="connsiteX802" fmla="*/ 5905192 w 7467600"/>
              <a:gd name="connsiteY802" fmla="*/ 163079 h 6858000"/>
              <a:gd name="connsiteX803" fmla="*/ 5944437 w 7467600"/>
              <a:gd name="connsiteY803" fmla="*/ 113829 h 6858000"/>
              <a:gd name="connsiteX804" fmla="*/ 5825032 w 7467600"/>
              <a:gd name="connsiteY804" fmla="*/ 146405 h 6858000"/>
              <a:gd name="connsiteX805" fmla="*/ 4955599 w 7467600"/>
              <a:gd name="connsiteY805" fmla="*/ 247008 h 6858000"/>
              <a:gd name="connsiteX806" fmla="*/ 5210104 w 7467600"/>
              <a:gd name="connsiteY806" fmla="*/ 228123 h 6858000"/>
              <a:gd name="connsiteX807" fmla="*/ 5261015 w 7467600"/>
              <a:gd name="connsiteY807" fmla="*/ 227087 h 6858000"/>
              <a:gd name="connsiteX808" fmla="*/ 5861181 w 7467600"/>
              <a:gd name="connsiteY808" fmla="*/ 143093 h 6858000"/>
              <a:gd name="connsiteX809" fmla="*/ 5961252 w 7467600"/>
              <a:gd name="connsiteY809" fmla="*/ 114820 h 6858000"/>
              <a:gd name="connsiteX810" fmla="*/ 5944437 w 7467600"/>
              <a:gd name="connsiteY810" fmla="*/ 113829 h 6858000"/>
              <a:gd name="connsiteX811" fmla="*/ 3882765 w 7467600"/>
              <a:gd name="connsiteY811" fmla="*/ 0 h 6858000"/>
              <a:gd name="connsiteX812" fmla="*/ 3995099 w 7467600"/>
              <a:gd name="connsiteY812" fmla="*/ 0 h 6858000"/>
              <a:gd name="connsiteX813" fmla="*/ 4163818 w 7467600"/>
              <a:gd name="connsiteY813" fmla="*/ 234104 h 6858000"/>
              <a:gd name="connsiteX814" fmla="*/ 4172099 w 7467600"/>
              <a:gd name="connsiteY814" fmla="*/ 234207 h 6858000"/>
              <a:gd name="connsiteX815" fmla="*/ 4784282 w 7467600"/>
              <a:gd name="connsiteY815" fmla="*/ 276561 h 6858000"/>
              <a:gd name="connsiteX816" fmla="*/ 4801687 w 7467600"/>
              <a:gd name="connsiteY816" fmla="*/ 267764 h 6858000"/>
              <a:gd name="connsiteX817" fmla="*/ 6082788 w 7467600"/>
              <a:gd name="connsiteY817" fmla="*/ 64119 h 6858000"/>
              <a:gd name="connsiteX818" fmla="*/ 6099442 w 7467600"/>
              <a:gd name="connsiteY818" fmla="*/ 82568 h 6858000"/>
              <a:gd name="connsiteX819" fmla="*/ 4804137 w 7467600"/>
              <a:gd name="connsiteY819" fmla="*/ 320931 h 6858000"/>
              <a:gd name="connsiteX820" fmla="*/ 4227047 w 7467600"/>
              <a:gd name="connsiteY820" fmla="*/ 313415 h 6858000"/>
              <a:gd name="connsiteX821" fmla="*/ 4346041 w 7467600"/>
              <a:gd name="connsiteY821" fmla="*/ 456086 h 6858000"/>
              <a:gd name="connsiteX822" fmla="*/ 4870967 w 7467600"/>
              <a:gd name="connsiteY822" fmla="*/ 963061 h 6858000"/>
              <a:gd name="connsiteX823" fmla="*/ 4889647 w 7467600"/>
              <a:gd name="connsiteY823" fmla="*/ 957147 h 6858000"/>
              <a:gd name="connsiteX824" fmla="*/ 5422504 w 7467600"/>
              <a:gd name="connsiteY824" fmla="*/ 805191 h 6858000"/>
              <a:gd name="connsiteX825" fmla="*/ 6087656 w 7467600"/>
              <a:gd name="connsiteY825" fmla="*/ 826703 h 6858000"/>
              <a:gd name="connsiteX826" fmla="*/ 6058717 w 7467600"/>
              <a:gd name="connsiteY826" fmla="*/ 865992 h 6858000"/>
              <a:gd name="connsiteX827" fmla="*/ 4974153 w 7467600"/>
              <a:gd name="connsiteY827" fmla="*/ 1045456 h 6858000"/>
              <a:gd name="connsiteX828" fmla="*/ 5627835 w 7467600"/>
              <a:gd name="connsiteY828" fmla="*/ 1472077 h 6858000"/>
              <a:gd name="connsiteX829" fmla="*/ 5629817 w 7467600"/>
              <a:gd name="connsiteY829" fmla="*/ 1471412 h 6858000"/>
              <a:gd name="connsiteX830" fmla="*/ 5634124 w 7467600"/>
              <a:gd name="connsiteY830" fmla="*/ 1470572 h 6858000"/>
              <a:gd name="connsiteX831" fmla="*/ 5755832 w 7467600"/>
              <a:gd name="connsiteY831" fmla="*/ 1383886 h 6858000"/>
              <a:gd name="connsiteX832" fmla="*/ 6014186 w 7467600"/>
              <a:gd name="connsiteY832" fmla="*/ 1279799 h 6858000"/>
              <a:gd name="connsiteX833" fmla="*/ 6901619 w 7467600"/>
              <a:gd name="connsiteY833" fmla="*/ 1047874 h 6858000"/>
              <a:gd name="connsiteX834" fmla="*/ 6931566 w 7467600"/>
              <a:gd name="connsiteY834" fmla="*/ 1062034 h 6858000"/>
              <a:gd name="connsiteX835" fmla="*/ 5790982 w 7467600"/>
              <a:gd name="connsiteY835" fmla="*/ 1561380 h 6858000"/>
              <a:gd name="connsiteX836" fmla="*/ 6188971 w 7467600"/>
              <a:gd name="connsiteY836" fmla="*/ 1755168 h 6858000"/>
              <a:gd name="connsiteX837" fmla="*/ 6202446 w 7467600"/>
              <a:gd name="connsiteY837" fmla="*/ 1752268 h 6858000"/>
              <a:gd name="connsiteX838" fmla="*/ 7179560 w 7467600"/>
              <a:gd name="connsiteY838" fmla="*/ 1467551 h 6858000"/>
              <a:gd name="connsiteX839" fmla="*/ 7158730 w 7467600"/>
              <a:gd name="connsiteY839" fmla="*/ 1507835 h 6858000"/>
              <a:gd name="connsiteX840" fmla="*/ 6326959 w 7467600"/>
              <a:gd name="connsiteY840" fmla="*/ 1817686 h 6858000"/>
              <a:gd name="connsiteX841" fmla="*/ 6537433 w 7467600"/>
              <a:gd name="connsiteY841" fmla="*/ 1907790 h 6858000"/>
              <a:gd name="connsiteX842" fmla="*/ 6550221 w 7467600"/>
              <a:gd name="connsiteY842" fmla="*/ 1910729 h 6858000"/>
              <a:gd name="connsiteX843" fmla="*/ 6964438 w 7467600"/>
              <a:gd name="connsiteY843" fmla="*/ 2209505 h 6858000"/>
              <a:gd name="connsiteX844" fmla="*/ 7367862 w 7467600"/>
              <a:gd name="connsiteY844" fmla="*/ 2806833 h 6858000"/>
              <a:gd name="connsiteX845" fmla="*/ 7364329 w 7467600"/>
              <a:gd name="connsiteY845" fmla="*/ 2826907 h 6858000"/>
              <a:gd name="connsiteX846" fmla="*/ 7290545 w 7467600"/>
              <a:gd name="connsiteY846" fmla="*/ 2850663 h 6858000"/>
              <a:gd name="connsiteX847" fmla="*/ 6472036 w 7467600"/>
              <a:gd name="connsiteY847" fmla="*/ 1959003 h 6858000"/>
              <a:gd name="connsiteX848" fmla="*/ 5792897 w 7467600"/>
              <a:gd name="connsiteY848" fmla="*/ 1647747 h 6858000"/>
              <a:gd name="connsiteX849" fmla="*/ 5842751 w 7467600"/>
              <a:gd name="connsiteY849" fmla="*/ 1816112 h 6858000"/>
              <a:gd name="connsiteX850" fmla="*/ 5847424 w 7467600"/>
              <a:gd name="connsiteY850" fmla="*/ 1815776 h 6858000"/>
              <a:gd name="connsiteX851" fmla="*/ 6399821 w 7467600"/>
              <a:gd name="connsiteY851" fmla="*/ 2344799 h 6858000"/>
              <a:gd name="connsiteX852" fmla="*/ 6323232 w 7467600"/>
              <a:gd name="connsiteY852" fmla="*/ 2389634 h 6858000"/>
              <a:gd name="connsiteX853" fmla="*/ 5942958 w 7467600"/>
              <a:gd name="connsiteY853" fmla="*/ 2077708 h 6858000"/>
              <a:gd name="connsiteX854" fmla="*/ 5921559 w 7467600"/>
              <a:gd name="connsiteY854" fmla="*/ 2378596 h 6858000"/>
              <a:gd name="connsiteX855" fmla="*/ 5817651 w 7467600"/>
              <a:gd name="connsiteY855" fmla="*/ 3023919 h 6858000"/>
              <a:gd name="connsiteX856" fmla="*/ 5729634 w 7467600"/>
              <a:gd name="connsiteY856" fmla="*/ 3051849 h 6858000"/>
              <a:gd name="connsiteX857" fmla="*/ 5611018 w 7467600"/>
              <a:gd name="connsiteY857" fmla="*/ 2316769 h 6858000"/>
              <a:gd name="connsiteX858" fmla="*/ 5687608 w 7467600"/>
              <a:gd name="connsiteY858" fmla="*/ 2039972 h 6858000"/>
              <a:gd name="connsiteX859" fmla="*/ 5657554 w 7467600"/>
              <a:gd name="connsiteY859" fmla="*/ 1576445 h 6858000"/>
              <a:gd name="connsiteX860" fmla="*/ 5150475 w 7467600"/>
              <a:gd name="connsiteY860" fmla="*/ 1274012 h 6858000"/>
              <a:gd name="connsiteX861" fmla="*/ 5349142 w 7467600"/>
              <a:gd name="connsiteY861" fmla="*/ 2204405 h 6858000"/>
              <a:gd name="connsiteX862" fmla="*/ 5262214 w 7467600"/>
              <a:gd name="connsiteY862" fmla="*/ 2233836 h 6858000"/>
              <a:gd name="connsiteX863" fmla="*/ 4981539 w 7467600"/>
              <a:gd name="connsiteY863" fmla="*/ 1542201 h 6858000"/>
              <a:gd name="connsiteX864" fmla="*/ 4958461 w 7467600"/>
              <a:gd name="connsiteY864" fmla="*/ 1136957 h 6858000"/>
              <a:gd name="connsiteX865" fmla="*/ 4655015 w 7467600"/>
              <a:gd name="connsiteY865" fmla="*/ 891426 h 6858000"/>
              <a:gd name="connsiteX866" fmla="*/ 4348002 w 7467600"/>
              <a:gd name="connsiteY866" fmla="*/ 2205895 h 6858000"/>
              <a:gd name="connsiteX867" fmla="*/ 4262250 w 7467600"/>
              <a:gd name="connsiteY867" fmla="*/ 2219972 h 6858000"/>
              <a:gd name="connsiteX868" fmla="*/ 4550611 w 7467600"/>
              <a:gd name="connsiteY868" fmla="*/ 817540 h 6858000"/>
              <a:gd name="connsiteX869" fmla="*/ 4564418 w 7467600"/>
              <a:gd name="connsiteY869" fmla="*/ 808293 h 6858000"/>
              <a:gd name="connsiteX870" fmla="*/ 4266388 w 7467600"/>
              <a:gd name="connsiteY870" fmla="*/ 500083 h 6858000"/>
              <a:gd name="connsiteX871" fmla="*/ 4032842 w 7467600"/>
              <a:gd name="connsiteY871" fmla="*/ 211809 h 6858000"/>
              <a:gd name="connsiteX872" fmla="*/ 3882765 w 7467600"/>
              <a:gd name="connsiteY872" fmla="*/ 0 h 6858000"/>
              <a:gd name="connsiteX873" fmla="*/ 3721337 w 7467600"/>
              <a:gd name="connsiteY873" fmla="*/ 0 h 6858000"/>
              <a:gd name="connsiteX874" fmla="*/ 3797544 w 7467600"/>
              <a:gd name="connsiteY874" fmla="*/ 0 h 6858000"/>
              <a:gd name="connsiteX875" fmla="*/ 3775734 w 7467600"/>
              <a:gd name="connsiteY875" fmla="*/ 95131 h 6858000"/>
              <a:gd name="connsiteX876" fmla="*/ 3724807 w 7467600"/>
              <a:gd name="connsiteY876" fmla="*/ 272257 h 6858000"/>
              <a:gd name="connsiteX877" fmla="*/ 3726844 w 7467600"/>
              <a:gd name="connsiteY877" fmla="*/ 282988 h 6858000"/>
              <a:gd name="connsiteX878" fmla="*/ 3742664 w 7467600"/>
              <a:gd name="connsiteY878" fmla="*/ 279918 h 6858000"/>
              <a:gd name="connsiteX879" fmla="*/ 4103910 w 7467600"/>
              <a:gd name="connsiteY879" fmla="*/ 1161917 h 6858000"/>
              <a:gd name="connsiteX880" fmla="*/ 4020269 w 7467600"/>
              <a:gd name="connsiteY880" fmla="*/ 1200406 h 6858000"/>
              <a:gd name="connsiteX881" fmla="*/ 3674882 w 7467600"/>
              <a:gd name="connsiteY881" fmla="*/ 488524 h 6858000"/>
              <a:gd name="connsiteX882" fmla="*/ 3132682 w 7467600"/>
              <a:gd name="connsiteY882" fmla="*/ 1072284 h 6858000"/>
              <a:gd name="connsiteX883" fmla="*/ 2716346 w 7467600"/>
              <a:gd name="connsiteY883" fmla="*/ 1276376 h 6858000"/>
              <a:gd name="connsiteX884" fmla="*/ 2716772 w 7467600"/>
              <a:gd name="connsiteY884" fmla="*/ 1255462 h 6858000"/>
              <a:gd name="connsiteX885" fmla="*/ 3471096 w 7467600"/>
              <a:gd name="connsiteY885" fmla="*/ 437072 h 6858000"/>
              <a:gd name="connsiteX886" fmla="*/ 3639057 w 7467600"/>
              <a:gd name="connsiteY886" fmla="*/ 286334 h 6858000"/>
              <a:gd name="connsiteX887" fmla="*/ 3640309 w 7467600"/>
              <a:gd name="connsiteY887" fmla="*/ 284664 h 6858000"/>
              <a:gd name="connsiteX888" fmla="*/ 3646022 w 7467600"/>
              <a:gd name="connsiteY888" fmla="*/ 276711 h 6858000"/>
              <a:gd name="connsiteX889" fmla="*/ 3707943 w 7467600"/>
              <a:gd name="connsiteY889" fmla="*/ 65958 h 6858000"/>
              <a:gd name="connsiteX890" fmla="*/ 3721337 w 7467600"/>
              <a:gd name="connsiteY890" fmla="*/ 0 h 6858000"/>
              <a:gd name="connsiteX891" fmla="*/ 2867960 w 7467600"/>
              <a:gd name="connsiteY891" fmla="*/ 0 h 6858000"/>
              <a:gd name="connsiteX892" fmla="*/ 2926351 w 7467600"/>
              <a:gd name="connsiteY892" fmla="*/ 0 h 6858000"/>
              <a:gd name="connsiteX893" fmla="*/ 2902823 w 7467600"/>
              <a:gd name="connsiteY893" fmla="*/ 262929 h 6858000"/>
              <a:gd name="connsiteX894" fmla="*/ 2940663 w 7467600"/>
              <a:gd name="connsiteY894" fmla="*/ 140884 h 6858000"/>
              <a:gd name="connsiteX895" fmla="*/ 2947039 w 7467600"/>
              <a:gd name="connsiteY895" fmla="*/ 122524 h 6858000"/>
              <a:gd name="connsiteX896" fmla="*/ 2984316 w 7467600"/>
              <a:gd name="connsiteY896" fmla="*/ 0 h 6858000"/>
              <a:gd name="connsiteX897" fmla="*/ 3016114 w 7467600"/>
              <a:gd name="connsiteY897" fmla="*/ 0 h 6858000"/>
              <a:gd name="connsiteX898" fmla="*/ 2979949 w 7467600"/>
              <a:gd name="connsiteY898" fmla="*/ 119274 h 6858000"/>
              <a:gd name="connsiteX899" fmla="*/ 3023879 w 7467600"/>
              <a:gd name="connsiteY899" fmla="*/ 0 h 6858000"/>
              <a:gd name="connsiteX900" fmla="*/ 3105400 w 7467600"/>
              <a:gd name="connsiteY900" fmla="*/ 0 h 6858000"/>
              <a:gd name="connsiteX901" fmla="*/ 3094669 w 7467600"/>
              <a:gd name="connsiteY901" fmla="*/ 30308 h 6858000"/>
              <a:gd name="connsiteX902" fmla="*/ 2901945 w 7467600"/>
              <a:gd name="connsiteY902" fmla="*/ 466538 h 6858000"/>
              <a:gd name="connsiteX903" fmla="*/ 2815209 w 7467600"/>
              <a:gd name="connsiteY903" fmla="*/ 497361 h 6858000"/>
              <a:gd name="connsiteX904" fmla="*/ 2844845 w 7467600"/>
              <a:gd name="connsiteY904" fmla="*/ 127638 h 6858000"/>
              <a:gd name="connsiteX905" fmla="*/ 2867960 w 7467600"/>
              <a:gd name="connsiteY905" fmla="*/ 0 h 6858000"/>
              <a:gd name="connsiteX906" fmla="*/ 1057230 w 7467600"/>
              <a:gd name="connsiteY906" fmla="*/ 0 h 6858000"/>
              <a:gd name="connsiteX907" fmla="*/ 1111003 w 7467600"/>
              <a:gd name="connsiteY907" fmla="*/ 0 h 6858000"/>
              <a:gd name="connsiteX908" fmla="*/ 1125553 w 7467600"/>
              <a:gd name="connsiteY908" fmla="*/ 52588 h 6858000"/>
              <a:gd name="connsiteX909" fmla="*/ 1304276 w 7467600"/>
              <a:gd name="connsiteY909" fmla="*/ 476275 h 6858000"/>
              <a:gd name="connsiteX910" fmla="*/ 1492066 w 7467600"/>
              <a:gd name="connsiteY910" fmla="*/ 886333 h 6858000"/>
              <a:gd name="connsiteX911" fmla="*/ 1423698 w 7467600"/>
              <a:gd name="connsiteY911" fmla="*/ 710817 h 6858000"/>
              <a:gd name="connsiteX912" fmla="*/ 1357609 w 7467600"/>
              <a:gd name="connsiteY912" fmla="*/ 532892 h 6858000"/>
              <a:gd name="connsiteX913" fmla="*/ 1309550 w 7467600"/>
              <a:gd name="connsiteY913" fmla="*/ 374031 h 6858000"/>
              <a:gd name="connsiteX914" fmla="*/ 1193673 w 7467600"/>
              <a:gd name="connsiteY914" fmla="*/ 49533 h 6858000"/>
              <a:gd name="connsiteX915" fmla="*/ 1164391 w 7467600"/>
              <a:gd name="connsiteY915" fmla="*/ 0 h 6858000"/>
              <a:gd name="connsiteX916" fmla="*/ 1200666 w 7467600"/>
              <a:gd name="connsiteY916" fmla="*/ 0 h 6858000"/>
              <a:gd name="connsiteX917" fmla="*/ 1223408 w 7467600"/>
              <a:gd name="connsiteY917" fmla="*/ 38996 h 6858000"/>
              <a:gd name="connsiteX918" fmla="*/ 1339635 w 7467600"/>
              <a:gd name="connsiteY918" fmla="*/ 365517 h 6858000"/>
              <a:gd name="connsiteX919" fmla="*/ 1387469 w 7467600"/>
              <a:gd name="connsiteY919" fmla="*/ 523079 h 6858000"/>
              <a:gd name="connsiteX920" fmla="*/ 1452685 w 7467600"/>
              <a:gd name="connsiteY920" fmla="*/ 699806 h 6858000"/>
              <a:gd name="connsiteX921" fmla="*/ 1492092 w 7467600"/>
              <a:gd name="connsiteY921" fmla="*/ 800424 h 6858000"/>
              <a:gd name="connsiteX922" fmla="*/ 1455302 w 7467600"/>
              <a:gd name="connsiteY922" fmla="*/ 632913 h 6858000"/>
              <a:gd name="connsiteX923" fmla="*/ 1222336 w 7467600"/>
              <a:gd name="connsiteY923" fmla="*/ 9480 h 6858000"/>
              <a:gd name="connsiteX924" fmla="*/ 1214634 w 7467600"/>
              <a:gd name="connsiteY924" fmla="*/ 0 h 6858000"/>
              <a:gd name="connsiteX925" fmla="*/ 1289827 w 7467600"/>
              <a:gd name="connsiteY925" fmla="*/ 0 h 6858000"/>
              <a:gd name="connsiteX926" fmla="*/ 1321076 w 7467600"/>
              <a:gd name="connsiteY926" fmla="*/ 59722 h 6858000"/>
              <a:gd name="connsiteX927" fmla="*/ 1512579 w 7467600"/>
              <a:gd name="connsiteY927" fmla="*/ 626441 h 6858000"/>
              <a:gd name="connsiteX928" fmla="*/ 1506076 w 7467600"/>
              <a:gd name="connsiteY928" fmla="*/ 1089289 h 6858000"/>
              <a:gd name="connsiteX929" fmla="*/ 1486346 w 7467600"/>
              <a:gd name="connsiteY929" fmla="*/ 1079919 h 6858000"/>
              <a:gd name="connsiteX930" fmla="*/ 1070511 w 7467600"/>
              <a:gd name="connsiteY930" fmla="*/ 48609 h 6858000"/>
              <a:gd name="connsiteX931" fmla="*/ 1057230 w 7467600"/>
              <a:gd name="connsiteY931" fmla="*/ 0 h 6858000"/>
              <a:gd name="connsiteX932" fmla="*/ 43151 w 7467600"/>
              <a:gd name="connsiteY932" fmla="*/ 0 h 6858000"/>
              <a:gd name="connsiteX933" fmla="*/ 95283 w 7467600"/>
              <a:gd name="connsiteY933" fmla="*/ 0 h 6858000"/>
              <a:gd name="connsiteX934" fmla="*/ 300708 w 7467600"/>
              <a:gd name="connsiteY934" fmla="*/ 154571 h 6858000"/>
              <a:gd name="connsiteX935" fmla="*/ 530414 w 7467600"/>
              <a:gd name="connsiteY935" fmla="*/ 354673 h 6858000"/>
              <a:gd name="connsiteX936" fmla="*/ 333785 w 7467600"/>
              <a:gd name="connsiteY936" fmla="*/ 161564 h 6858000"/>
              <a:gd name="connsiteX937" fmla="*/ 147005 w 7467600"/>
              <a:gd name="connsiteY937" fmla="*/ 0 h 6858000"/>
              <a:gd name="connsiteX938" fmla="*/ 272509 w 7467600"/>
              <a:gd name="connsiteY938" fmla="*/ 0 h 6858000"/>
              <a:gd name="connsiteX939" fmla="*/ 326276 w 7467600"/>
              <a:gd name="connsiteY939" fmla="*/ 45847 h 6858000"/>
              <a:gd name="connsiteX940" fmla="*/ 823759 w 7467600"/>
              <a:gd name="connsiteY940" fmla="*/ 574145 h 6858000"/>
              <a:gd name="connsiteX941" fmla="*/ 811254 w 7467600"/>
              <a:gd name="connsiteY941" fmla="*/ 665546 h 6858000"/>
              <a:gd name="connsiteX942" fmla="*/ 154042 w 7467600"/>
              <a:gd name="connsiteY942" fmla="*/ 261522 h 6858000"/>
              <a:gd name="connsiteX943" fmla="*/ 13550 w 7467600"/>
              <a:gd name="connsiteY943" fmla="*/ 158423 h 6858000"/>
              <a:gd name="connsiteX944" fmla="*/ 0 w 7467600"/>
              <a:gd name="connsiteY944" fmla="*/ 146618 h 6858000"/>
              <a:gd name="connsiteX945" fmla="*/ 0 w 7467600"/>
              <a:gd name="connsiteY945" fmla="*/ 59161 h 6858000"/>
              <a:gd name="connsiteX946" fmla="*/ 45427 w 7467600"/>
              <a:gd name="connsiteY946" fmla="*/ 101078 h 6858000"/>
              <a:gd name="connsiteX947" fmla="*/ 630103 w 7467600"/>
              <a:gd name="connsiteY947" fmla="*/ 485885 h 6858000"/>
              <a:gd name="connsiteX948" fmla="*/ 532040 w 7467600"/>
              <a:gd name="connsiteY948" fmla="*/ 399359 h 6858000"/>
              <a:gd name="connsiteX949" fmla="*/ 517618 w 7467600"/>
              <a:gd name="connsiteY949" fmla="*/ 385726 h 6858000"/>
              <a:gd name="connsiteX950" fmla="*/ 285074 w 7467600"/>
              <a:gd name="connsiteY950" fmla="*/ 182755 h 6858000"/>
              <a:gd name="connsiteX951" fmla="*/ 43151 w 7467600"/>
              <a:gd name="connsiteY95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7410696 w 7467600"/>
              <a:gd name="connsiteY18" fmla="*/ 6803861 h 6858000"/>
              <a:gd name="connsiteX19" fmla="*/ 1019354 w 7467600"/>
              <a:gd name="connsiteY19" fmla="*/ 6315006 h 6858000"/>
              <a:gd name="connsiteX20" fmla="*/ 441046 w 7467600"/>
              <a:gd name="connsiteY20" fmla="*/ 6691153 h 6858000"/>
              <a:gd name="connsiteX21" fmla="*/ 1019354 w 7467600"/>
              <a:gd name="connsiteY21" fmla="*/ 6315006 h 6858000"/>
              <a:gd name="connsiteX22" fmla="*/ 991680 w 7467600"/>
              <a:gd name="connsiteY22" fmla="*/ 6298413 h 6858000"/>
              <a:gd name="connsiteX23" fmla="*/ 409060 w 7467600"/>
              <a:gd name="connsiteY23" fmla="*/ 6671470 h 6858000"/>
              <a:gd name="connsiteX24" fmla="*/ 991680 w 7467600"/>
              <a:gd name="connsiteY24" fmla="*/ 6298413 h 6858000"/>
              <a:gd name="connsiteX25" fmla="*/ 103333 w 7467600"/>
              <a:gd name="connsiteY25" fmla="*/ 5699602 h 6858000"/>
              <a:gd name="connsiteX26" fmla="*/ 233938 w 7467600"/>
              <a:gd name="connsiteY26" fmla="*/ 5809416 h 6858000"/>
              <a:gd name="connsiteX27" fmla="*/ 883580 w 7467600"/>
              <a:gd name="connsiteY27" fmla="*/ 6180710 h 6858000"/>
              <a:gd name="connsiteX28" fmla="*/ 487337 w 7467600"/>
              <a:gd name="connsiteY28" fmla="*/ 5950182 h 6858000"/>
              <a:gd name="connsiteX29" fmla="*/ 354051 w 7467600"/>
              <a:gd name="connsiteY29" fmla="*/ 5854912 h 6858000"/>
              <a:gd name="connsiteX30" fmla="*/ 195436 w 7467600"/>
              <a:gd name="connsiteY30" fmla="*/ 5755068 h 6858000"/>
              <a:gd name="connsiteX31" fmla="*/ 103333 w 7467600"/>
              <a:gd name="connsiteY31" fmla="*/ 5699602 h 6858000"/>
              <a:gd name="connsiteX32" fmla="*/ 5539432 w 7467600"/>
              <a:gd name="connsiteY32" fmla="*/ 5642928 h 6858000"/>
              <a:gd name="connsiteX33" fmla="*/ 5555462 w 7467600"/>
              <a:gd name="connsiteY33" fmla="*/ 5694454 h 6858000"/>
              <a:gd name="connsiteX34" fmla="*/ 5828270 w 7467600"/>
              <a:gd name="connsiteY34" fmla="*/ 6320663 h 6858000"/>
              <a:gd name="connsiteX35" fmla="*/ 5947416 w 7467600"/>
              <a:gd name="connsiteY35" fmla="*/ 6574846 h 6858000"/>
              <a:gd name="connsiteX36" fmla="*/ 5539432 w 7467600"/>
              <a:gd name="connsiteY36" fmla="*/ 5642928 h 6858000"/>
              <a:gd name="connsiteX37" fmla="*/ 51253 w 7467600"/>
              <a:gd name="connsiteY37" fmla="*/ 5631825 h 6858000"/>
              <a:gd name="connsiteX38" fmla="*/ 211622 w 7467600"/>
              <a:gd name="connsiteY38" fmla="*/ 5728803 h 6858000"/>
              <a:gd name="connsiteX39" fmla="*/ 371652 w 7467600"/>
              <a:gd name="connsiteY39" fmla="*/ 5829062 h 6858000"/>
              <a:gd name="connsiteX40" fmla="*/ 505903 w 7467600"/>
              <a:gd name="connsiteY40" fmla="*/ 5925221 h 6858000"/>
              <a:gd name="connsiteX41" fmla="*/ 899240 w 7467600"/>
              <a:gd name="connsiteY41" fmla="*/ 6153068 h 6858000"/>
              <a:gd name="connsiteX42" fmla="*/ 988114 w 7467600"/>
              <a:gd name="connsiteY42" fmla="*/ 6174204 h 6858000"/>
              <a:gd name="connsiteX43" fmla="*/ 845971 w 7467600"/>
              <a:gd name="connsiteY43" fmla="*/ 6067177 h 6858000"/>
              <a:gd name="connsiteX44" fmla="*/ 448057 w 7467600"/>
              <a:gd name="connsiteY44" fmla="*/ 5841376 h 6858000"/>
              <a:gd name="connsiteX45" fmla="*/ 51253 w 7467600"/>
              <a:gd name="connsiteY45" fmla="*/ 5631825 h 6858000"/>
              <a:gd name="connsiteX46" fmla="*/ 2606687 w 7467600"/>
              <a:gd name="connsiteY46" fmla="*/ 5630718 h 6858000"/>
              <a:gd name="connsiteX47" fmla="*/ 2645658 w 7467600"/>
              <a:gd name="connsiteY47" fmla="*/ 6640259 h 6858000"/>
              <a:gd name="connsiteX48" fmla="*/ 2606687 w 7467600"/>
              <a:gd name="connsiteY48" fmla="*/ 5630718 h 6858000"/>
              <a:gd name="connsiteX49" fmla="*/ 3642057 w 7467600"/>
              <a:gd name="connsiteY49" fmla="*/ 5573487 h 6858000"/>
              <a:gd name="connsiteX50" fmla="*/ 3632981 w 7467600"/>
              <a:gd name="connsiteY50" fmla="*/ 5579437 h 6858000"/>
              <a:gd name="connsiteX51" fmla="*/ 3382436 w 7467600"/>
              <a:gd name="connsiteY51" fmla="*/ 5952726 h 6858000"/>
              <a:gd name="connsiteX52" fmla="*/ 3191929 w 7467600"/>
              <a:gd name="connsiteY52" fmla="*/ 6662669 h 6858000"/>
              <a:gd name="connsiteX53" fmla="*/ 3369898 w 7467600"/>
              <a:gd name="connsiteY53" fmla="*/ 6081771 h 6858000"/>
              <a:gd name="connsiteX54" fmla="*/ 3642057 w 7467600"/>
              <a:gd name="connsiteY54" fmla="*/ 5573487 h 6858000"/>
              <a:gd name="connsiteX55" fmla="*/ 2650666 w 7467600"/>
              <a:gd name="connsiteY55" fmla="*/ 5530686 h 6858000"/>
              <a:gd name="connsiteX56" fmla="*/ 2650249 w 7467600"/>
              <a:gd name="connsiteY56" fmla="*/ 5532101 h 6858000"/>
              <a:gd name="connsiteX57" fmla="*/ 2663808 w 7467600"/>
              <a:gd name="connsiteY57" fmla="*/ 6535215 h 6858000"/>
              <a:gd name="connsiteX58" fmla="*/ 2665418 w 7467600"/>
              <a:gd name="connsiteY58" fmla="*/ 6132756 h 6858000"/>
              <a:gd name="connsiteX59" fmla="*/ 2650666 w 7467600"/>
              <a:gd name="connsiteY59" fmla="*/ 5530686 h 6858000"/>
              <a:gd name="connsiteX60" fmla="*/ 2680277 w 7467600"/>
              <a:gd name="connsiteY60" fmla="*/ 5479204 h 6858000"/>
              <a:gd name="connsiteX61" fmla="*/ 2678972 w 7467600"/>
              <a:gd name="connsiteY61" fmla="*/ 5481582 h 6858000"/>
              <a:gd name="connsiteX62" fmla="*/ 2696666 w 7467600"/>
              <a:gd name="connsiteY62" fmla="*/ 6133836 h 6858000"/>
              <a:gd name="connsiteX63" fmla="*/ 2695769 w 7467600"/>
              <a:gd name="connsiteY63" fmla="*/ 6390955 h 6858000"/>
              <a:gd name="connsiteX64" fmla="*/ 2739893 w 7467600"/>
              <a:gd name="connsiteY64" fmla="*/ 6108357 h 6858000"/>
              <a:gd name="connsiteX65" fmla="*/ 2680277 w 7467600"/>
              <a:gd name="connsiteY65" fmla="*/ 5479204 h 6858000"/>
              <a:gd name="connsiteX66" fmla="*/ 1132195 w 7467600"/>
              <a:gd name="connsiteY66" fmla="*/ 5467980 h 6858000"/>
              <a:gd name="connsiteX67" fmla="*/ 1679056 w 7467600"/>
              <a:gd name="connsiteY67" fmla="*/ 5516907 h 6858000"/>
              <a:gd name="connsiteX68" fmla="*/ 2128648 w 7467600"/>
              <a:gd name="connsiteY68" fmla="*/ 5474249 h 6858000"/>
              <a:gd name="connsiteX69" fmla="*/ 1825619 w 7467600"/>
              <a:gd name="connsiteY69" fmla="*/ 5478447 h 6858000"/>
              <a:gd name="connsiteX70" fmla="*/ 1737798 w 7467600"/>
              <a:gd name="connsiteY70" fmla="*/ 5483353 h 6858000"/>
              <a:gd name="connsiteX71" fmla="*/ 1132195 w 7467600"/>
              <a:gd name="connsiteY71" fmla="*/ 5467980 h 6858000"/>
              <a:gd name="connsiteX72" fmla="*/ 1456157 w 7467600"/>
              <a:gd name="connsiteY72" fmla="*/ 5371404 h 6858000"/>
              <a:gd name="connsiteX73" fmla="*/ 1244432 w 7467600"/>
              <a:gd name="connsiteY73" fmla="*/ 5385601 h 6858000"/>
              <a:gd name="connsiteX74" fmla="*/ 973990 w 7467600"/>
              <a:gd name="connsiteY74" fmla="*/ 5424940 h 6858000"/>
              <a:gd name="connsiteX75" fmla="*/ 1103809 w 7467600"/>
              <a:gd name="connsiteY75" fmla="*/ 5433720 h 6858000"/>
              <a:gd name="connsiteX76" fmla="*/ 1123454 w 7467600"/>
              <a:gd name="connsiteY76" fmla="*/ 5435727 h 6858000"/>
              <a:gd name="connsiteX77" fmla="*/ 1737017 w 7467600"/>
              <a:gd name="connsiteY77" fmla="*/ 5452183 h 6858000"/>
              <a:gd name="connsiteX78" fmla="*/ 1824397 w 7467600"/>
              <a:gd name="connsiteY78" fmla="*/ 5447757 h 6858000"/>
              <a:gd name="connsiteX79" fmla="*/ 2070059 w 7467600"/>
              <a:gd name="connsiteY79" fmla="*/ 5441660 h 6858000"/>
              <a:gd name="connsiteX80" fmla="*/ 1456157 w 7467600"/>
              <a:gd name="connsiteY80" fmla="*/ 5371404 h 6858000"/>
              <a:gd name="connsiteX81" fmla="*/ 4988186 w 7467600"/>
              <a:gd name="connsiteY81" fmla="*/ 5216467 h 6858000"/>
              <a:gd name="connsiteX82" fmla="*/ 4777334 w 7467600"/>
              <a:gd name="connsiteY82" fmla="*/ 5406072 h 6858000"/>
              <a:gd name="connsiteX83" fmla="*/ 4718341 w 7467600"/>
              <a:gd name="connsiteY83" fmla="*/ 5468043 h 6858000"/>
              <a:gd name="connsiteX84" fmla="*/ 4604655 w 7467600"/>
              <a:gd name="connsiteY84" fmla="*/ 5583434 h 6858000"/>
              <a:gd name="connsiteX85" fmla="*/ 4565074 w 7467600"/>
              <a:gd name="connsiteY85" fmla="*/ 5618550 h 6858000"/>
              <a:gd name="connsiteX86" fmla="*/ 4988186 w 7467600"/>
              <a:gd name="connsiteY86" fmla="*/ 5216467 h 6858000"/>
              <a:gd name="connsiteX87" fmla="*/ 4978032 w 7467600"/>
              <a:gd name="connsiteY87" fmla="*/ 5183809 h 6858000"/>
              <a:gd name="connsiteX88" fmla="*/ 4463413 w 7467600"/>
              <a:gd name="connsiteY88" fmla="*/ 5615162 h 6858000"/>
              <a:gd name="connsiteX89" fmla="*/ 4358134 w 7467600"/>
              <a:gd name="connsiteY89" fmla="*/ 5742791 h 6858000"/>
              <a:gd name="connsiteX90" fmla="*/ 4376219 w 7467600"/>
              <a:gd name="connsiteY90" fmla="*/ 5729027 h 6858000"/>
              <a:gd name="connsiteX91" fmla="*/ 4582340 w 7467600"/>
              <a:gd name="connsiteY91" fmla="*/ 5561037 h 6858000"/>
              <a:gd name="connsiteX92" fmla="*/ 4694684 w 7467600"/>
              <a:gd name="connsiteY92" fmla="*/ 5447098 h 6858000"/>
              <a:gd name="connsiteX93" fmla="*/ 4754123 w 7467600"/>
              <a:gd name="connsiteY93" fmla="*/ 5384643 h 6858000"/>
              <a:gd name="connsiteX94" fmla="*/ 4978032 w 7467600"/>
              <a:gd name="connsiteY94" fmla="*/ 5183809 h 6858000"/>
              <a:gd name="connsiteX95" fmla="*/ 1903353 w 7467600"/>
              <a:gd name="connsiteY95" fmla="*/ 5044827 h 6858000"/>
              <a:gd name="connsiteX96" fmla="*/ 1936931 w 7467600"/>
              <a:gd name="connsiteY96" fmla="*/ 5093954 h 6858000"/>
              <a:gd name="connsiteX97" fmla="*/ 2195868 w 7467600"/>
              <a:gd name="connsiteY97" fmla="*/ 5396574 h 6858000"/>
              <a:gd name="connsiteX98" fmla="*/ 2088852 w 7467600"/>
              <a:gd name="connsiteY98" fmla="*/ 5166123 h 6858000"/>
              <a:gd name="connsiteX99" fmla="*/ 1958241 w 7467600"/>
              <a:gd name="connsiteY99" fmla="*/ 5067955 h 6858000"/>
              <a:gd name="connsiteX100" fmla="*/ 1903353 w 7467600"/>
              <a:gd name="connsiteY100" fmla="*/ 5044827 h 6858000"/>
              <a:gd name="connsiteX101" fmla="*/ 1979378 w 7467600"/>
              <a:gd name="connsiteY101" fmla="*/ 4769504 h 6858000"/>
              <a:gd name="connsiteX102" fmla="*/ 2882120 w 7467600"/>
              <a:gd name="connsiteY102" fmla="*/ 5064547 h 6858000"/>
              <a:gd name="connsiteX103" fmla="*/ 2793103 w 7467600"/>
              <a:gd name="connsiteY103" fmla="*/ 5039699 h 6858000"/>
              <a:gd name="connsiteX104" fmla="*/ 2770041 w 7467600"/>
              <a:gd name="connsiteY104" fmla="*/ 5033634 h 6858000"/>
              <a:gd name="connsiteX105" fmla="*/ 1979378 w 7467600"/>
              <a:gd name="connsiteY105" fmla="*/ 4769504 h 6858000"/>
              <a:gd name="connsiteX106" fmla="*/ 1927410 w 7467600"/>
              <a:gd name="connsiteY106" fmla="*/ 4716164 h 6858000"/>
              <a:gd name="connsiteX107" fmla="*/ 1959587 w 7467600"/>
              <a:gd name="connsiteY107" fmla="*/ 4728849 h 6858000"/>
              <a:gd name="connsiteX108" fmla="*/ 2777707 w 7467600"/>
              <a:gd name="connsiteY108" fmla="*/ 5003991 h 6858000"/>
              <a:gd name="connsiteX109" fmla="*/ 2800768 w 7467600"/>
              <a:gd name="connsiteY109" fmla="*/ 5010056 h 6858000"/>
              <a:gd name="connsiteX110" fmla="*/ 2879408 w 7467600"/>
              <a:gd name="connsiteY110" fmla="*/ 5031590 h 6858000"/>
              <a:gd name="connsiteX111" fmla="*/ 2862295 w 7467600"/>
              <a:gd name="connsiteY111" fmla="*/ 5022958 h 6858000"/>
              <a:gd name="connsiteX112" fmla="*/ 2813343 w 7467600"/>
              <a:gd name="connsiteY112" fmla="*/ 4998369 h 6858000"/>
              <a:gd name="connsiteX113" fmla="*/ 2646245 w 7467600"/>
              <a:gd name="connsiteY113" fmla="*/ 4930999 h 6858000"/>
              <a:gd name="connsiteX114" fmla="*/ 1999243 w 7467600"/>
              <a:gd name="connsiteY114" fmla="*/ 4730524 h 6858000"/>
              <a:gd name="connsiteX115" fmla="*/ 1979527 w 7467600"/>
              <a:gd name="connsiteY115" fmla="*/ 4726651 h 6858000"/>
              <a:gd name="connsiteX116" fmla="*/ 1927410 w 7467600"/>
              <a:gd name="connsiteY116" fmla="*/ 4716164 h 6858000"/>
              <a:gd name="connsiteX117" fmla="*/ 1997014 w 7467600"/>
              <a:gd name="connsiteY117" fmla="*/ 4698007 h 6858000"/>
              <a:gd name="connsiteX118" fmla="*/ 2005458 w 7467600"/>
              <a:gd name="connsiteY118" fmla="*/ 4699540 h 6858000"/>
              <a:gd name="connsiteX119" fmla="*/ 2657186 w 7467600"/>
              <a:gd name="connsiteY119" fmla="*/ 4901687 h 6858000"/>
              <a:gd name="connsiteX120" fmla="*/ 2826662 w 7467600"/>
              <a:gd name="connsiteY120" fmla="*/ 4970362 h 6858000"/>
              <a:gd name="connsiteX121" fmla="*/ 2876100 w 7467600"/>
              <a:gd name="connsiteY121" fmla="*/ 4995397 h 6858000"/>
              <a:gd name="connsiteX122" fmla="*/ 3042600 w 7467600"/>
              <a:gd name="connsiteY122" fmla="*/ 5059532 h 6858000"/>
              <a:gd name="connsiteX123" fmla="*/ 1997014 w 7467600"/>
              <a:gd name="connsiteY123" fmla="*/ 4698007 h 6858000"/>
              <a:gd name="connsiteX124" fmla="*/ 2305292 w 7467600"/>
              <a:gd name="connsiteY124" fmla="*/ 4219492 h 6858000"/>
              <a:gd name="connsiteX125" fmla="*/ 3360922 w 7467600"/>
              <a:gd name="connsiteY125" fmla="*/ 4529373 h 6858000"/>
              <a:gd name="connsiteX126" fmla="*/ 3492420 w 7467600"/>
              <a:gd name="connsiteY126" fmla="*/ 4510145 h 6858000"/>
              <a:gd name="connsiteX127" fmla="*/ 3364086 w 7467600"/>
              <a:gd name="connsiteY127" fmla="*/ 4480340 h 6858000"/>
              <a:gd name="connsiteX128" fmla="*/ 3225818 w 7467600"/>
              <a:gd name="connsiteY128" fmla="*/ 4411822 h 6858000"/>
              <a:gd name="connsiteX129" fmla="*/ 3129696 w 7467600"/>
              <a:gd name="connsiteY129" fmla="*/ 4360704 h 6858000"/>
              <a:gd name="connsiteX130" fmla="*/ 2814545 w 7467600"/>
              <a:gd name="connsiteY130" fmla="*/ 4282955 h 6858000"/>
              <a:gd name="connsiteX131" fmla="*/ 2305292 w 7467600"/>
              <a:gd name="connsiteY131" fmla="*/ 4219492 h 6858000"/>
              <a:gd name="connsiteX132" fmla="*/ 2626982 w 7467600"/>
              <a:gd name="connsiteY132" fmla="*/ 4206450 h 6858000"/>
              <a:gd name="connsiteX133" fmla="*/ 2490617 w 7467600"/>
              <a:gd name="connsiteY133" fmla="*/ 4206951 h 6858000"/>
              <a:gd name="connsiteX134" fmla="*/ 2819869 w 7467600"/>
              <a:gd name="connsiteY134" fmla="*/ 4252936 h 6858000"/>
              <a:gd name="connsiteX135" fmla="*/ 3143018 w 7467600"/>
              <a:gd name="connsiteY135" fmla="*/ 4332698 h 6858000"/>
              <a:gd name="connsiteX136" fmla="*/ 3241520 w 7467600"/>
              <a:gd name="connsiteY136" fmla="*/ 4385112 h 6858000"/>
              <a:gd name="connsiteX137" fmla="*/ 3374575 w 7467600"/>
              <a:gd name="connsiteY137" fmla="*/ 4451517 h 6858000"/>
              <a:gd name="connsiteX138" fmla="*/ 3505221 w 7467600"/>
              <a:gd name="connsiteY138" fmla="*/ 4480757 h 6858000"/>
              <a:gd name="connsiteX139" fmla="*/ 2626982 w 7467600"/>
              <a:gd name="connsiteY139" fmla="*/ 4206450 h 6858000"/>
              <a:gd name="connsiteX140" fmla="*/ 1310106 w 7467600"/>
              <a:gd name="connsiteY140" fmla="*/ 3943217 h 6858000"/>
              <a:gd name="connsiteX141" fmla="*/ 854994 w 7467600"/>
              <a:gd name="connsiteY141" fmla="*/ 4399136 h 6858000"/>
              <a:gd name="connsiteX142" fmla="*/ 742462 w 7467600"/>
              <a:gd name="connsiteY142" fmla="*/ 4594648 h 6858000"/>
              <a:gd name="connsiteX143" fmla="*/ 820602 w 7467600"/>
              <a:gd name="connsiteY143" fmla="*/ 4485915 h 6858000"/>
              <a:gd name="connsiteX144" fmla="*/ 878295 w 7467600"/>
              <a:gd name="connsiteY144" fmla="*/ 4403594 h 6858000"/>
              <a:gd name="connsiteX145" fmla="*/ 1240607 w 7467600"/>
              <a:gd name="connsiteY145" fmla="*/ 4010401 h 6858000"/>
              <a:gd name="connsiteX146" fmla="*/ 1310106 w 7467600"/>
              <a:gd name="connsiteY146" fmla="*/ 3943217 h 6858000"/>
              <a:gd name="connsiteX147" fmla="*/ 1423113 w 7467600"/>
              <a:gd name="connsiteY147" fmla="*/ 3874565 h 6858000"/>
              <a:gd name="connsiteX148" fmla="*/ 1260565 w 7467600"/>
              <a:gd name="connsiteY148" fmla="*/ 4031982 h 6858000"/>
              <a:gd name="connsiteX149" fmla="*/ 901900 w 7467600"/>
              <a:gd name="connsiteY149" fmla="*/ 4421236 h 6858000"/>
              <a:gd name="connsiteX150" fmla="*/ 845044 w 7467600"/>
              <a:gd name="connsiteY150" fmla="*/ 4502436 h 6858000"/>
              <a:gd name="connsiteX151" fmla="*/ 685926 w 7467600"/>
              <a:gd name="connsiteY151" fmla="*/ 4703069 h 6858000"/>
              <a:gd name="connsiteX152" fmla="*/ 684248 w 7467600"/>
              <a:gd name="connsiteY152" fmla="*/ 4706721 h 6858000"/>
              <a:gd name="connsiteX153" fmla="*/ 1423113 w 7467600"/>
              <a:gd name="connsiteY153" fmla="*/ 3874565 h 6858000"/>
              <a:gd name="connsiteX154" fmla="*/ 3316479 w 7467600"/>
              <a:gd name="connsiteY154" fmla="*/ 3872136 h 6858000"/>
              <a:gd name="connsiteX155" fmla="*/ 3546806 w 7467600"/>
              <a:gd name="connsiteY155" fmla="*/ 4356139 h 6858000"/>
              <a:gd name="connsiteX156" fmla="*/ 3364433 w 7467600"/>
              <a:gd name="connsiteY156" fmla="*/ 3953121 h 6858000"/>
              <a:gd name="connsiteX157" fmla="*/ 3316479 w 7467600"/>
              <a:gd name="connsiteY157" fmla="*/ 3872136 h 6858000"/>
              <a:gd name="connsiteX158" fmla="*/ 3291335 w 7467600"/>
              <a:gd name="connsiteY158" fmla="*/ 3767420 h 6858000"/>
              <a:gd name="connsiteX159" fmla="*/ 3390805 w 7467600"/>
              <a:gd name="connsiteY159" fmla="*/ 3937163 h 6858000"/>
              <a:gd name="connsiteX160" fmla="*/ 3579062 w 7467600"/>
              <a:gd name="connsiteY160" fmla="*/ 4359040 h 6858000"/>
              <a:gd name="connsiteX161" fmla="*/ 3467355 w 7467600"/>
              <a:gd name="connsiteY161" fmla="*/ 3988130 h 6858000"/>
              <a:gd name="connsiteX162" fmla="*/ 3310753 w 7467600"/>
              <a:gd name="connsiteY162" fmla="*/ 3787140 h 6858000"/>
              <a:gd name="connsiteX163" fmla="*/ 3291335 w 7467600"/>
              <a:gd name="connsiteY163" fmla="*/ 3767420 h 6858000"/>
              <a:gd name="connsiteX164" fmla="*/ 1635889 w 7467600"/>
              <a:gd name="connsiteY164" fmla="*/ 3709494 h 6858000"/>
              <a:gd name="connsiteX165" fmla="*/ 1634800 w 7467600"/>
              <a:gd name="connsiteY165" fmla="*/ 3731111 h 6858000"/>
              <a:gd name="connsiteX166" fmla="*/ 1635889 w 7467600"/>
              <a:gd name="connsiteY166" fmla="*/ 3709494 h 6858000"/>
              <a:gd name="connsiteX167" fmla="*/ 1510397 w 7467600"/>
              <a:gd name="connsiteY167" fmla="*/ 3684705 h 6858000"/>
              <a:gd name="connsiteX168" fmla="*/ 1146550 w 7467600"/>
              <a:gd name="connsiteY168" fmla="*/ 3802012 h 6858000"/>
              <a:gd name="connsiteX169" fmla="*/ 698834 w 7467600"/>
              <a:gd name="connsiteY169" fmla="*/ 3952272 h 6858000"/>
              <a:gd name="connsiteX170" fmla="*/ 34256 w 7467600"/>
              <a:gd name="connsiteY170" fmla="*/ 4347603 h 6858000"/>
              <a:gd name="connsiteX171" fmla="*/ 527241 w 7467600"/>
              <a:gd name="connsiteY171" fmla="*/ 4065078 h 6858000"/>
              <a:gd name="connsiteX172" fmla="*/ 1510397 w 7467600"/>
              <a:gd name="connsiteY172" fmla="*/ 3684705 h 6858000"/>
              <a:gd name="connsiteX173" fmla="*/ 1313114 w 7467600"/>
              <a:gd name="connsiteY173" fmla="*/ 3655216 h 6858000"/>
              <a:gd name="connsiteX174" fmla="*/ 1109304 w 7467600"/>
              <a:gd name="connsiteY174" fmla="*/ 3669030 h 6858000"/>
              <a:gd name="connsiteX175" fmla="*/ 8129 w 7467600"/>
              <a:gd name="connsiteY175" fmla="*/ 4330519 h 6858000"/>
              <a:gd name="connsiteX176" fmla="*/ 687572 w 7467600"/>
              <a:gd name="connsiteY176" fmla="*/ 3925629 h 6858000"/>
              <a:gd name="connsiteX177" fmla="*/ 1138365 w 7467600"/>
              <a:gd name="connsiteY177" fmla="*/ 3774515 h 6858000"/>
              <a:gd name="connsiteX178" fmla="*/ 1505579 w 7467600"/>
              <a:gd name="connsiteY178" fmla="*/ 3655526 h 6858000"/>
              <a:gd name="connsiteX179" fmla="*/ 1313114 w 7467600"/>
              <a:gd name="connsiteY179" fmla="*/ 3655216 h 6858000"/>
              <a:gd name="connsiteX180" fmla="*/ 3655073 w 7467600"/>
              <a:gd name="connsiteY180" fmla="*/ 3650884 h 6858000"/>
              <a:gd name="connsiteX181" fmla="*/ 3989938 w 7467600"/>
              <a:gd name="connsiteY181" fmla="*/ 3991685 h 6858000"/>
              <a:gd name="connsiteX182" fmla="*/ 4393907 w 7467600"/>
              <a:gd name="connsiteY182" fmla="*/ 4261258 h 6858000"/>
              <a:gd name="connsiteX183" fmla="*/ 4648051 w 7467600"/>
              <a:gd name="connsiteY183" fmla="*/ 4374051 h 6858000"/>
              <a:gd name="connsiteX184" fmla="*/ 4383389 w 7467600"/>
              <a:gd name="connsiteY184" fmla="*/ 4184369 h 6858000"/>
              <a:gd name="connsiteX185" fmla="*/ 4165508 w 7467600"/>
              <a:gd name="connsiteY185" fmla="*/ 4035196 h 6858000"/>
              <a:gd name="connsiteX186" fmla="*/ 4068162 w 7467600"/>
              <a:gd name="connsiteY186" fmla="*/ 3953394 h 6858000"/>
              <a:gd name="connsiteX187" fmla="*/ 3981416 w 7467600"/>
              <a:gd name="connsiteY187" fmla="*/ 3880482 h 6858000"/>
              <a:gd name="connsiteX188" fmla="*/ 3800147 w 7467600"/>
              <a:gd name="connsiteY188" fmla="*/ 3749872 h 6858000"/>
              <a:gd name="connsiteX189" fmla="*/ 3655073 w 7467600"/>
              <a:gd name="connsiteY189" fmla="*/ 3650884 h 6858000"/>
              <a:gd name="connsiteX190" fmla="*/ 3670252 w 7467600"/>
              <a:gd name="connsiteY190" fmla="*/ 3622798 h 6858000"/>
              <a:gd name="connsiteX191" fmla="*/ 3817258 w 7467600"/>
              <a:gd name="connsiteY191" fmla="*/ 3723577 h 6858000"/>
              <a:gd name="connsiteX192" fmla="*/ 4000461 w 7467600"/>
              <a:gd name="connsiteY192" fmla="*/ 3855966 h 6858000"/>
              <a:gd name="connsiteX193" fmla="*/ 4088180 w 7467600"/>
              <a:gd name="connsiteY193" fmla="*/ 3929774 h 6858000"/>
              <a:gd name="connsiteX194" fmla="*/ 4184555 w 7467600"/>
              <a:gd name="connsiteY194" fmla="*/ 4010683 h 6858000"/>
              <a:gd name="connsiteX195" fmla="*/ 4399563 w 7467600"/>
              <a:gd name="connsiteY195" fmla="*/ 4158106 h 6858000"/>
              <a:gd name="connsiteX196" fmla="*/ 4684469 w 7467600"/>
              <a:gd name="connsiteY196" fmla="*/ 4364680 h 6858000"/>
              <a:gd name="connsiteX197" fmla="*/ 4690271 w 7467600"/>
              <a:gd name="connsiteY197" fmla="*/ 4370034 h 6858000"/>
              <a:gd name="connsiteX198" fmla="*/ 4136093 w 7467600"/>
              <a:gd name="connsiteY198" fmla="*/ 3858466 h 6858000"/>
              <a:gd name="connsiteX199" fmla="*/ 3670252 w 7467600"/>
              <a:gd name="connsiteY199" fmla="*/ 3622798 h 6858000"/>
              <a:gd name="connsiteX200" fmla="*/ 4440129 w 7467600"/>
              <a:gd name="connsiteY200" fmla="*/ 3448571 h 6858000"/>
              <a:gd name="connsiteX201" fmla="*/ 4856525 w 7467600"/>
              <a:gd name="connsiteY201" fmla="*/ 3915351 h 6858000"/>
              <a:gd name="connsiteX202" fmla="*/ 5059055 w 7467600"/>
              <a:gd name="connsiteY202" fmla="*/ 4108918 h 6858000"/>
              <a:gd name="connsiteX203" fmla="*/ 5290070 w 7467600"/>
              <a:gd name="connsiteY203" fmla="*/ 4263619 h 6858000"/>
              <a:gd name="connsiteX204" fmla="*/ 4834991 w 7467600"/>
              <a:gd name="connsiteY204" fmla="*/ 3830985 h 6858000"/>
              <a:gd name="connsiteX205" fmla="*/ 4440129 w 7467600"/>
              <a:gd name="connsiteY205" fmla="*/ 3448571 h 6858000"/>
              <a:gd name="connsiteX206" fmla="*/ 4441737 w 7467600"/>
              <a:gd name="connsiteY206" fmla="*/ 3399734 h 6858000"/>
              <a:gd name="connsiteX207" fmla="*/ 4431236 w 7467600"/>
              <a:gd name="connsiteY207" fmla="*/ 3400954 h 6858000"/>
              <a:gd name="connsiteX208" fmla="*/ 4557150 w 7467600"/>
              <a:gd name="connsiteY208" fmla="*/ 3510023 h 6858000"/>
              <a:gd name="connsiteX209" fmla="*/ 4856936 w 7467600"/>
              <a:gd name="connsiteY209" fmla="*/ 3809146 h 6858000"/>
              <a:gd name="connsiteX210" fmla="*/ 5111996 w 7467600"/>
              <a:gd name="connsiteY210" fmla="*/ 4065759 h 6858000"/>
              <a:gd name="connsiteX211" fmla="*/ 5388878 w 7467600"/>
              <a:gd name="connsiteY211" fmla="*/ 4300185 h 6858000"/>
              <a:gd name="connsiteX212" fmla="*/ 5425556 w 7467600"/>
              <a:gd name="connsiteY212" fmla="*/ 4308967 h 6858000"/>
              <a:gd name="connsiteX213" fmla="*/ 4943646 w 7467600"/>
              <a:gd name="connsiteY213" fmla="*/ 3822916 h 6858000"/>
              <a:gd name="connsiteX214" fmla="*/ 4594837 w 7467600"/>
              <a:gd name="connsiteY214" fmla="*/ 3532274 h 6858000"/>
              <a:gd name="connsiteX215" fmla="*/ 4441737 w 7467600"/>
              <a:gd name="connsiteY215" fmla="*/ 3399734 h 6858000"/>
              <a:gd name="connsiteX216" fmla="*/ 5425834 w 7467600"/>
              <a:gd name="connsiteY216" fmla="*/ 3162785 h 6858000"/>
              <a:gd name="connsiteX217" fmla="*/ 5401644 w 7467600"/>
              <a:gd name="connsiteY217" fmla="*/ 3617847 h 6858000"/>
              <a:gd name="connsiteX218" fmla="*/ 5467256 w 7467600"/>
              <a:gd name="connsiteY218" fmla="*/ 4175494 h 6858000"/>
              <a:gd name="connsiteX219" fmla="*/ 5448069 w 7467600"/>
              <a:gd name="connsiteY219" fmla="*/ 3567554 h 6858000"/>
              <a:gd name="connsiteX220" fmla="*/ 5425834 w 7467600"/>
              <a:gd name="connsiteY220" fmla="*/ 3162785 h 6858000"/>
              <a:gd name="connsiteX221" fmla="*/ 1318687 w 7467600"/>
              <a:gd name="connsiteY221" fmla="*/ 3113840 h 6858000"/>
              <a:gd name="connsiteX222" fmla="*/ 1066793 w 7467600"/>
              <a:gd name="connsiteY222" fmla="*/ 3212171 h 6858000"/>
              <a:gd name="connsiteX223" fmla="*/ 993319 w 7467600"/>
              <a:gd name="connsiteY223" fmla="*/ 3247648 h 6858000"/>
              <a:gd name="connsiteX224" fmla="*/ 853081 w 7467600"/>
              <a:gd name="connsiteY224" fmla="*/ 3312410 h 6858000"/>
              <a:gd name="connsiteX225" fmla="*/ 805957 w 7467600"/>
              <a:gd name="connsiteY225" fmla="*/ 3330443 h 6858000"/>
              <a:gd name="connsiteX226" fmla="*/ 1318687 w 7467600"/>
              <a:gd name="connsiteY226" fmla="*/ 3113840 h 6858000"/>
              <a:gd name="connsiteX227" fmla="*/ 5453702 w 7467600"/>
              <a:gd name="connsiteY227" fmla="*/ 3090882 h 6858000"/>
              <a:gd name="connsiteX228" fmla="*/ 5480135 w 7467600"/>
              <a:gd name="connsiteY228" fmla="*/ 3565802 h 6858000"/>
              <a:gd name="connsiteX229" fmla="*/ 5499023 w 7467600"/>
              <a:gd name="connsiteY229" fmla="*/ 4166310 h 6858000"/>
              <a:gd name="connsiteX230" fmla="*/ 5547022 w 7467600"/>
              <a:gd name="connsiteY230" fmla="*/ 3607838 h 6858000"/>
              <a:gd name="connsiteX231" fmla="*/ 5515964 w 7467600"/>
              <a:gd name="connsiteY231" fmla="*/ 3378541 h 6858000"/>
              <a:gd name="connsiteX232" fmla="*/ 5453702 w 7467600"/>
              <a:gd name="connsiteY232" fmla="*/ 3090882 h 6858000"/>
              <a:gd name="connsiteX233" fmla="*/ 1238695 w 7467600"/>
              <a:gd name="connsiteY233" fmla="*/ 3076820 h 6858000"/>
              <a:gd name="connsiteX234" fmla="*/ 716371 w 7467600"/>
              <a:gd name="connsiteY234" fmla="*/ 3293249 h 6858000"/>
              <a:gd name="connsiteX235" fmla="*/ 579522 w 7467600"/>
              <a:gd name="connsiteY235" fmla="*/ 3371759 h 6858000"/>
              <a:gd name="connsiteX236" fmla="*/ 600288 w 7467600"/>
              <a:gd name="connsiteY236" fmla="*/ 3365555 h 6858000"/>
              <a:gd name="connsiteX237" fmla="*/ 840692 w 7467600"/>
              <a:gd name="connsiteY237" fmla="*/ 3284921 h 6858000"/>
              <a:gd name="connsiteX238" fmla="*/ 979248 w 7467600"/>
              <a:gd name="connsiteY238" fmla="*/ 3221003 h 6858000"/>
              <a:gd name="connsiteX239" fmla="*/ 1053282 w 7467600"/>
              <a:gd name="connsiteY239" fmla="*/ 3185247 h 6858000"/>
              <a:gd name="connsiteX240" fmla="*/ 1320603 w 7467600"/>
              <a:gd name="connsiteY240" fmla="*/ 3081281 h 6858000"/>
              <a:gd name="connsiteX241" fmla="*/ 1238695 w 7467600"/>
              <a:gd name="connsiteY241" fmla="*/ 3076820 h 6858000"/>
              <a:gd name="connsiteX242" fmla="*/ 5425627 w 7467600"/>
              <a:gd name="connsiteY242" fmla="*/ 2954192 h 6858000"/>
              <a:gd name="connsiteX243" fmla="*/ 5470770 w 7467600"/>
              <a:gd name="connsiteY243" fmla="*/ 3005435 h 6858000"/>
              <a:gd name="connsiteX244" fmla="*/ 5519779 w 7467600"/>
              <a:gd name="connsiteY244" fmla="*/ 4359223 h 6858000"/>
              <a:gd name="connsiteX245" fmla="*/ 5520293 w 7467600"/>
              <a:gd name="connsiteY245" fmla="*/ 4360602 h 6858000"/>
              <a:gd name="connsiteX246" fmla="*/ 5767221 w 7467600"/>
              <a:gd name="connsiteY246" fmla="*/ 4665564 h 6858000"/>
              <a:gd name="connsiteX247" fmla="*/ 6937169 w 7467600"/>
              <a:gd name="connsiteY247" fmla="*/ 4815941 h 6858000"/>
              <a:gd name="connsiteX248" fmla="*/ 6953922 w 7467600"/>
              <a:gd name="connsiteY248" fmla="*/ 4890068 h 6858000"/>
              <a:gd name="connsiteX249" fmla="*/ 6071359 w 7467600"/>
              <a:gd name="connsiteY249" fmla="*/ 4770770 h 6858000"/>
              <a:gd name="connsiteX250" fmla="*/ 6038839 w 7467600"/>
              <a:gd name="connsiteY250" fmla="*/ 4764474 h 6858000"/>
              <a:gd name="connsiteX251" fmla="*/ 6038706 w 7467600"/>
              <a:gd name="connsiteY251" fmla="*/ 4763847 h 6858000"/>
              <a:gd name="connsiteX252" fmla="*/ 6037784 w 7467600"/>
              <a:gd name="connsiteY252" fmla="*/ 4764270 h 6858000"/>
              <a:gd name="connsiteX253" fmla="*/ 6038839 w 7467600"/>
              <a:gd name="connsiteY253" fmla="*/ 4764474 h 6858000"/>
              <a:gd name="connsiteX254" fmla="*/ 6040338 w 7467600"/>
              <a:gd name="connsiteY254" fmla="*/ 4771418 h 6858000"/>
              <a:gd name="connsiteX255" fmla="*/ 6024488 w 7467600"/>
              <a:gd name="connsiteY255" fmla="*/ 4809903 h 6858000"/>
              <a:gd name="connsiteX256" fmla="*/ 5599771 w 7467600"/>
              <a:gd name="connsiteY256" fmla="*/ 5509652 h 6858000"/>
              <a:gd name="connsiteX257" fmla="*/ 5548843 w 7467600"/>
              <a:gd name="connsiteY257" fmla="*/ 5563845 h 6858000"/>
              <a:gd name="connsiteX258" fmla="*/ 5940952 w 7467600"/>
              <a:gd name="connsiteY258" fmla="*/ 6250028 h 6858000"/>
              <a:gd name="connsiteX259" fmla="*/ 6043441 w 7467600"/>
              <a:gd name="connsiteY259" fmla="*/ 6665847 h 6858000"/>
              <a:gd name="connsiteX260" fmla="*/ 6093432 w 7467600"/>
              <a:gd name="connsiteY260" fmla="*/ 6858000 h 6858000"/>
              <a:gd name="connsiteX261" fmla="*/ 6034344 w 7467600"/>
              <a:gd name="connsiteY261" fmla="*/ 6858000 h 6858000"/>
              <a:gd name="connsiteX262" fmla="*/ 6026679 w 7467600"/>
              <a:gd name="connsiteY262" fmla="*/ 6836959 h 6858000"/>
              <a:gd name="connsiteX263" fmla="*/ 5800441 w 7467600"/>
              <a:gd name="connsiteY263" fmla="*/ 6335286 h 6858000"/>
              <a:gd name="connsiteX264" fmla="*/ 5526562 w 7467600"/>
              <a:gd name="connsiteY264" fmla="*/ 5705388 h 6858000"/>
              <a:gd name="connsiteX265" fmla="*/ 5519640 w 7467600"/>
              <a:gd name="connsiteY265" fmla="*/ 5683774 h 6858000"/>
              <a:gd name="connsiteX266" fmla="*/ 5844559 w 7467600"/>
              <a:gd name="connsiteY266" fmla="*/ 6553349 h 6858000"/>
              <a:gd name="connsiteX267" fmla="*/ 5975994 w 7467600"/>
              <a:gd name="connsiteY267" fmla="*/ 6858000 h 6858000"/>
              <a:gd name="connsiteX268" fmla="*/ 5898547 w 7467600"/>
              <a:gd name="connsiteY268" fmla="*/ 6858000 h 6858000"/>
              <a:gd name="connsiteX269" fmla="*/ 5682041 w 7467600"/>
              <a:gd name="connsiteY269" fmla="*/ 6355860 h 6858000"/>
              <a:gd name="connsiteX270" fmla="*/ 5461758 w 7467600"/>
              <a:gd name="connsiteY270" fmla="*/ 5820220 h 6858000"/>
              <a:gd name="connsiteX271" fmla="*/ 5237282 w 7467600"/>
              <a:gd name="connsiteY271" fmla="*/ 6579086 h 6858000"/>
              <a:gd name="connsiteX272" fmla="*/ 5115009 w 7467600"/>
              <a:gd name="connsiteY272" fmla="*/ 6858000 h 6858000"/>
              <a:gd name="connsiteX273" fmla="*/ 5028074 w 7467600"/>
              <a:gd name="connsiteY273" fmla="*/ 6858000 h 6858000"/>
              <a:gd name="connsiteX274" fmla="*/ 5079508 w 7467600"/>
              <a:gd name="connsiteY274" fmla="*/ 6749074 h 6858000"/>
              <a:gd name="connsiteX275" fmla="*/ 5371846 w 7467600"/>
              <a:gd name="connsiteY275" fmla="*/ 5924413 h 6858000"/>
              <a:gd name="connsiteX276" fmla="*/ 5270512 w 7467600"/>
              <a:gd name="connsiteY276" fmla="*/ 6138975 h 6858000"/>
              <a:gd name="connsiteX277" fmla="*/ 5062409 w 7467600"/>
              <a:gd name="connsiteY277" fmla="*/ 6653544 h 6858000"/>
              <a:gd name="connsiteX278" fmla="*/ 5036628 w 7467600"/>
              <a:gd name="connsiteY278" fmla="*/ 6754247 h 6858000"/>
              <a:gd name="connsiteX279" fmla="*/ 5009112 w 7467600"/>
              <a:gd name="connsiteY279" fmla="*/ 6858000 h 6858000"/>
              <a:gd name="connsiteX280" fmla="*/ 4976679 w 7467600"/>
              <a:gd name="connsiteY280" fmla="*/ 6858000 h 6858000"/>
              <a:gd name="connsiteX281" fmla="*/ 5006537 w 7467600"/>
              <a:gd name="connsiteY281" fmla="*/ 6747068 h 6858000"/>
              <a:gd name="connsiteX282" fmla="*/ 5032723 w 7467600"/>
              <a:gd name="connsiteY282" fmla="*/ 6644957 h 6858000"/>
              <a:gd name="connsiteX283" fmla="*/ 5242949 w 7467600"/>
              <a:gd name="connsiteY283" fmla="*/ 6125175 h 6858000"/>
              <a:gd name="connsiteX284" fmla="*/ 5286321 w 7467600"/>
              <a:gd name="connsiteY284" fmla="*/ 6033555 h 6858000"/>
              <a:gd name="connsiteX285" fmla="*/ 5008210 w 7467600"/>
              <a:gd name="connsiteY285" fmla="*/ 6649194 h 6858000"/>
              <a:gd name="connsiteX286" fmla="*/ 4986321 w 7467600"/>
              <a:gd name="connsiteY286" fmla="*/ 6765687 h 6858000"/>
              <a:gd name="connsiteX287" fmla="*/ 4973474 w 7467600"/>
              <a:gd name="connsiteY287" fmla="*/ 6858000 h 6858000"/>
              <a:gd name="connsiteX288" fmla="*/ 4907178 w 7467600"/>
              <a:gd name="connsiteY288" fmla="*/ 6858000 h 6858000"/>
              <a:gd name="connsiteX289" fmla="*/ 4910810 w 7467600"/>
              <a:gd name="connsiteY289" fmla="*/ 6829660 h 6858000"/>
              <a:gd name="connsiteX290" fmla="*/ 4987461 w 7467600"/>
              <a:gd name="connsiteY290" fmla="*/ 6432994 h 6858000"/>
              <a:gd name="connsiteX291" fmla="*/ 5179262 w 7467600"/>
              <a:gd name="connsiteY291" fmla="*/ 6035044 h 6858000"/>
              <a:gd name="connsiteX292" fmla="*/ 4689678 w 7467600"/>
              <a:gd name="connsiteY292" fmla="*/ 6440241 h 6858000"/>
              <a:gd name="connsiteX293" fmla="*/ 4477543 w 7467600"/>
              <a:gd name="connsiteY293" fmla="*/ 6674836 h 6858000"/>
              <a:gd name="connsiteX294" fmla="*/ 4329957 w 7467600"/>
              <a:gd name="connsiteY294" fmla="*/ 6858000 h 6858000"/>
              <a:gd name="connsiteX295" fmla="*/ 4218595 w 7467600"/>
              <a:gd name="connsiteY295" fmla="*/ 6858000 h 6858000"/>
              <a:gd name="connsiteX296" fmla="*/ 4368888 w 7467600"/>
              <a:gd name="connsiteY296" fmla="*/ 6668412 h 6858000"/>
              <a:gd name="connsiteX297" fmla="*/ 4563091 w 7467600"/>
              <a:gd name="connsiteY297" fmla="*/ 6442508 h 6858000"/>
              <a:gd name="connsiteX298" fmla="*/ 5387324 w 7467600"/>
              <a:gd name="connsiteY298" fmla="*/ 5705830 h 6858000"/>
              <a:gd name="connsiteX299" fmla="*/ 5073620 w 7467600"/>
              <a:gd name="connsiteY299" fmla="*/ 5955437 h 6858000"/>
              <a:gd name="connsiteX300" fmla="*/ 4689789 w 7467600"/>
              <a:gd name="connsiteY300" fmla="*/ 6268382 h 6858000"/>
              <a:gd name="connsiteX301" fmla="*/ 4418722 w 7467600"/>
              <a:gd name="connsiteY301" fmla="*/ 6570886 h 6858000"/>
              <a:gd name="connsiteX302" fmla="*/ 4214944 w 7467600"/>
              <a:gd name="connsiteY302" fmla="*/ 6858000 h 6858000"/>
              <a:gd name="connsiteX303" fmla="*/ 4177898 w 7467600"/>
              <a:gd name="connsiteY303" fmla="*/ 6858000 h 6858000"/>
              <a:gd name="connsiteX304" fmla="*/ 4391597 w 7467600"/>
              <a:gd name="connsiteY304" fmla="*/ 6556370 h 6858000"/>
              <a:gd name="connsiteX305" fmla="*/ 4668889 w 7467600"/>
              <a:gd name="connsiteY305" fmla="*/ 6246399 h 6858000"/>
              <a:gd name="connsiteX306" fmla="*/ 5055427 w 7467600"/>
              <a:gd name="connsiteY306" fmla="*/ 5931476 h 6858000"/>
              <a:gd name="connsiteX307" fmla="*/ 5371814 w 7467600"/>
              <a:gd name="connsiteY307" fmla="*/ 5678975 h 6858000"/>
              <a:gd name="connsiteX308" fmla="*/ 4987918 w 7467600"/>
              <a:gd name="connsiteY308" fmla="*/ 5838701 h 6858000"/>
              <a:gd name="connsiteX309" fmla="*/ 4317146 w 7467600"/>
              <a:gd name="connsiteY309" fmla="*/ 6587716 h 6858000"/>
              <a:gd name="connsiteX310" fmla="*/ 4171627 w 7467600"/>
              <a:gd name="connsiteY310" fmla="*/ 6858000 h 6858000"/>
              <a:gd name="connsiteX311" fmla="*/ 4081585 w 7467600"/>
              <a:gd name="connsiteY311" fmla="*/ 6858000 h 6858000"/>
              <a:gd name="connsiteX312" fmla="*/ 4238603 w 7467600"/>
              <a:gd name="connsiteY312" fmla="*/ 6559341 h 6858000"/>
              <a:gd name="connsiteX313" fmla="*/ 4778333 w 7467600"/>
              <a:gd name="connsiteY313" fmla="*/ 5873626 h 6858000"/>
              <a:gd name="connsiteX314" fmla="*/ 5414185 w 7467600"/>
              <a:gd name="connsiteY314" fmla="*/ 5573882 h 6858000"/>
              <a:gd name="connsiteX315" fmla="*/ 5959648 w 7467600"/>
              <a:gd name="connsiteY315" fmla="*/ 4760797 h 6858000"/>
              <a:gd name="connsiteX316" fmla="*/ 5355019 w 7467600"/>
              <a:gd name="connsiteY316" fmla="*/ 4734672 h 6858000"/>
              <a:gd name="connsiteX317" fmla="*/ 5083565 w 7467600"/>
              <a:gd name="connsiteY317" fmla="*/ 5179121 h 6858000"/>
              <a:gd name="connsiteX318" fmla="*/ 4713577 w 7467600"/>
              <a:gd name="connsiteY318" fmla="*/ 5616803 h 6858000"/>
              <a:gd name="connsiteX319" fmla="*/ 3989559 w 7467600"/>
              <a:gd name="connsiteY319" fmla="*/ 6145945 h 6858000"/>
              <a:gd name="connsiteX320" fmla="*/ 3939824 w 7467600"/>
              <a:gd name="connsiteY320" fmla="*/ 6066900 h 6858000"/>
              <a:gd name="connsiteX321" fmla="*/ 4584537 w 7467600"/>
              <a:gd name="connsiteY321" fmla="*/ 5324826 h 6858000"/>
              <a:gd name="connsiteX322" fmla="*/ 5037105 w 7467600"/>
              <a:gd name="connsiteY322" fmla="*/ 5088765 h 6858000"/>
              <a:gd name="connsiteX323" fmla="*/ 5039930 w 7467600"/>
              <a:gd name="connsiteY323" fmla="*/ 5089585 h 6858000"/>
              <a:gd name="connsiteX324" fmla="*/ 5263764 w 7467600"/>
              <a:gd name="connsiteY324" fmla="*/ 4735525 h 6858000"/>
              <a:gd name="connsiteX325" fmla="*/ 4086300 w 7467600"/>
              <a:gd name="connsiteY325" fmla="*/ 4884599 h 6858000"/>
              <a:gd name="connsiteX326" fmla="*/ 4085485 w 7467600"/>
              <a:gd name="connsiteY326" fmla="*/ 4899070 h 6858000"/>
              <a:gd name="connsiteX327" fmla="*/ 3871915 w 7467600"/>
              <a:gd name="connsiteY327" fmla="*/ 5253645 h 6858000"/>
              <a:gd name="connsiteX328" fmla="*/ 3799374 w 7467600"/>
              <a:gd name="connsiteY328" fmla="*/ 5466127 h 6858000"/>
              <a:gd name="connsiteX329" fmla="*/ 3498850 w 7467600"/>
              <a:gd name="connsiteY329" fmla="*/ 6661888 h 6858000"/>
              <a:gd name="connsiteX330" fmla="*/ 3399216 w 7467600"/>
              <a:gd name="connsiteY330" fmla="*/ 6858000 h 6858000"/>
              <a:gd name="connsiteX331" fmla="*/ 3303688 w 7467600"/>
              <a:gd name="connsiteY331" fmla="*/ 6858000 h 6858000"/>
              <a:gd name="connsiteX332" fmla="*/ 3391774 w 7467600"/>
              <a:gd name="connsiteY332" fmla="*/ 6697181 h 6858000"/>
              <a:gd name="connsiteX333" fmla="*/ 3735540 w 7467600"/>
              <a:gd name="connsiteY333" fmla="*/ 5546923 h 6858000"/>
              <a:gd name="connsiteX334" fmla="*/ 3729438 w 7467600"/>
              <a:gd name="connsiteY334" fmla="*/ 5569058 h 6858000"/>
              <a:gd name="connsiteX335" fmla="*/ 3707782 w 7467600"/>
              <a:gd name="connsiteY335" fmla="*/ 5644908 h 6858000"/>
              <a:gd name="connsiteX336" fmla="*/ 3583827 w 7467600"/>
              <a:gd name="connsiteY336" fmla="*/ 6039215 h 6858000"/>
              <a:gd name="connsiteX337" fmla="*/ 3547861 w 7467600"/>
              <a:gd name="connsiteY337" fmla="*/ 6129609 h 6858000"/>
              <a:gd name="connsiteX338" fmla="*/ 3490905 w 7467600"/>
              <a:gd name="connsiteY338" fmla="*/ 6277660 h 6858000"/>
              <a:gd name="connsiteX339" fmla="*/ 3455859 w 7467600"/>
              <a:gd name="connsiteY339" fmla="*/ 6391301 h 6858000"/>
              <a:gd name="connsiteX340" fmla="*/ 3429112 w 7467600"/>
              <a:gd name="connsiteY340" fmla="*/ 6479469 h 6858000"/>
              <a:gd name="connsiteX341" fmla="*/ 3304862 w 7467600"/>
              <a:gd name="connsiteY341" fmla="*/ 6796476 h 6858000"/>
              <a:gd name="connsiteX342" fmla="*/ 3276071 w 7467600"/>
              <a:gd name="connsiteY342" fmla="*/ 6858000 h 6858000"/>
              <a:gd name="connsiteX343" fmla="*/ 3240805 w 7467600"/>
              <a:gd name="connsiteY343" fmla="*/ 6858000 h 6858000"/>
              <a:gd name="connsiteX344" fmla="*/ 3275917 w 7467600"/>
              <a:gd name="connsiteY344" fmla="*/ 6783192 h 6858000"/>
              <a:gd name="connsiteX345" fmla="*/ 3399358 w 7467600"/>
              <a:gd name="connsiteY345" fmla="*/ 6469011 h 6858000"/>
              <a:gd name="connsiteX346" fmla="*/ 3425650 w 7467600"/>
              <a:gd name="connsiteY346" fmla="*/ 6381333 h 6858000"/>
              <a:gd name="connsiteX347" fmla="*/ 3460661 w 7467600"/>
              <a:gd name="connsiteY347" fmla="*/ 6266763 h 6858000"/>
              <a:gd name="connsiteX348" fmla="*/ 3518021 w 7467600"/>
              <a:gd name="connsiteY348" fmla="*/ 6117298 h 6858000"/>
              <a:gd name="connsiteX349" fmla="*/ 3554035 w 7467600"/>
              <a:gd name="connsiteY349" fmla="*/ 6027832 h 6858000"/>
              <a:gd name="connsiteX350" fmla="*/ 3677174 w 7467600"/>
              <a:gd name="connsiteY350" fmla="*/ 5636351 h 6858000"/>
              <a:gd name="connsiteX351" fmla="*/ 3698819 w 7467600"/>
              <a:gd name="connsiteY351" fmla="*/ 5560503 h 6858000"/>
              <a:gd name="connsiteX352" fmla="*/ 3702094 w 7467600"/>
              <a:gd name="connsiteY352" fmla="*/ 5549194 h 6858000"/>
              <a:gd name="connsiteX353" fmla="*/ 3398355 w 7467600"/>
              <a:gd name="connsiteY353" fmla="*/ 6094603 h 6858000"/>
              <a:gd name="connsiteX354" fmla="*/ 3193941 w 7467600"/>
              <a:gd name="connsiteY354" fmla="*/ 6798775 h 6858000"/>
              <a:gd name="connsiteX355" fmla="*/ 3184140 w 7467600"/>
              <a:gd name="connsiteY355" fmla="*/ 6858000 h 6858000"/>
              <a:gd name="connsiteX356" fmla="*/ 3099978 w 7467600"/>
              <a:gd name="connsiteY356" fmla="*/ 6858000 h 6858000"/>
              <a:gd name="connsiteX357" fmla="*/ 3101556 w 7467600"/>
              <a:gd name="connsiteY357" fmla="*/ 6843337 h 6858000"/>
              <a:gd name="connsiteX358" fmla="*/ 3370162 w 7467600"/>
              <a:gd name="connsiteY358" fmla="*/ 5785550 h 6858000"/>
              <a:gd name="connsiteX359" fmla="*/ 3746477 w 7467600"/>
              <a:gd name="connsiteY359" fmla="*/ 5377889 h 6858000"/>
              <a:gd name="connsiteX360" fmla="*/ 3863399 w 7467600"/>
              <a:gd name="connsiteY360" fmla="*/ 5087257 h 6858000"/>
              <a:gd name="connsiteX361" fmla="*/ 3968712 w 7467600"/>
              <a:gd name="connsiteY361" fmla="*/ 4913989 h 6858000"/>
              <a:gd name="connsiteX362" fmla="*/ 2792390 w 7467600"/>
              <a:gd name="connsiteY362" fmla="*/ 5382974 h 6858000"/>
              <a:gd name="connsiteX363" fmla="*/ 2714982 w 7467600"/>
              <a:gd name="connsiteY363" fmla="*/ 5427051 h 6858000"/>
              <a:gd name="connsiteX364" fmla="*/ 2813361 w 7467600"/>
              <a:gd name="connsiteY364" fmla="*/ 6023912 h 6858000"/>
              <a:gd name="connsiteX365" fmla="*/ 2688430 w 7467600"/>
              <a:gd name="connsiteY365" fmla="*/ 6801564 h 6858000"/>
              <a:gd name="connsiteX366" fmla="*/ 2629626 w 7467600"/>
              <a:gd name="connsiteY366" fmla="*/ 6763394 h 6858000"/>
              <a:gd name="connsiteX367" fmla="*/ 2565328 w 7467600"/>
              <a:gd name="connsiteY367" fmla="*/ 5516399 h 6858000"/>
              <a:gd name="connsiteX368" fmla="*/ 1922999 w 7467600"/>
              <a:gd name="connsiteY368" fmla="*/ 5980343 h 6858000"/>
              <a:gd name="connsiteX369" fmla="*/ 1950261 w 7467600"/>
              <a:gd name="connsiteY369" fmla="*/ 6405858 h 6858000"/>
              <a:gd name="connsiteX370" fmla="*/ 2365554 w 7467600"/>
              <a:gd name="connsiteY370" fmla="*/ 6759107 h 6858000"/>
              <a:gd name="connsiteX371" fmla="*/ 2424142 w 7467600"/>
              <a:gd name="connsiteY371" fmla="*/ 6858000 h 6858000"/>
              <a:gd name="connsiteX372" fmla="*/ 2395994 w 7467600"/>
              <a:gd name="connsiteY372" fmla="*/ 6858000 h 6858000"/>
              <a:gd name="connsiteX373" fmla="*/ 2392863 w 7467600"/>
              <a:gd name="connsiteY373" fmla="*/ 6852964 h 6858000"/>
              <a:gd name="connsiteX374" fmla="*/ 2017589 w 7467600"/>
              <a:gd name="connsiteY374" fmla="*/ 6493982 h 6858000"/>
              <a:gd name="connsiteX375" fmla="*/ 2147336 w 7467600"/>
              <a:gd name="connsiteY375" fmla="*/ 6594052 h 6858000"/>
              <a:gd name="connsiteX376" fmla="*/ 2207047 w 7467600"/>
              <a:gd name="connsiteY376" fmla="*/ 6654540 h 6858000"/>
              <a:gd name="connsiteX377" fmla="*/ 2299106 w 7467600"/>
              <a:gd name="connsiteY377" fmla="*/ 6778931 h 6858000"/>
              <a:gd name="connsiteX378" fmla="*/ 2314430 w 7467600"/>
              <a:gd name="connsiteY378" fmla="*/ 6801144 h 6858000"/>
              <a:gd name="connsiteX379" fmla="*/ 2352406 w 7467600"/>
              <a:gd name="connsiteY379" fmla="*/ 6858000 h 6858000"/>
              <a:gd name="connsiteX380" fmla="*/ 2314492 w 7467600"/>
              <a:gd name="connsiteY380" fmla="*/ 6858000 h 6858000"/>
              <a:gd name="connsiteX381" fmla="*/ 2288095 w 7467600"/>
              <a:gd name="connsiteY381" fmla="*/ 6818030 h 6858000"/>
              <a:gd name="connsiteX382" fmla="*/ 2272768 w 7467600"/>
              <a:gd name="connsiteY382" fmla="*/ 6795822 h 6858000"/>
              <a:gd name="connsiteX383" fmla="*/ 2182715 w 7467600"/>
              <a:gd name="connsiteY383" fmla="*/ 6675071 h 6858000"/>
              <a:gd name="connsiteX384" fmla="*/ 2032061 w 7467600"/>
              <a:gd name="connsiteY384" fmla="*/ 6541380 h 6858000"/>
              <a:gd name="connsiteX385" fmla="*/ 2257220 w 7467600"/>
              <a:gd name="connsiteY385" fmla="*/ 6826257 h 6858000"/>
              <a:gd name="connsiteX386" fmla="*/ 2281324 w 7467600"/>
              <a:gd name="connsiteY386" fmla="*/ 6858000 h 6858000"/>
              <a:gd name="connsiteX387" fmla="*/ 2242860 w 7467600"/>
              <a:gd name="connsiteY387" fmla="*/ 6858000 h 6858000"/>
              <a:gd name="connsiteX388" fmla="*/ 2232818 w 7467600"/>
              <a:gd name="connsiteY388" fmla="*/ 6844926 h 6858000"/>
              <a:gd name="connsiteX389" fmla="*/ 1990172 w 7467600"/>
              <a:gd name="connsiteY389" fmla="*/ 6542121 h 6858000"/>
              <a:gd name="connsiteX390" fmla="*/ 2124090 w 7467600"/>
              <a:gd name="connsiteY390" fmla="*/ 6761017 h 6858000"/>
              <a:gd name="connsiteX391" fmla="*/ 2200380 w 7467600"/>
              <a:gd name="connsiteY391" fmla="*/ 6858000 h 6858000"/>
              <a:gd name="connsiteX392" fmla="*/ 2147507 w 7467600"/>
              <a:gd name="connsiteY392" fmla="*/ 6858000 h 6858000"/>
              <a:gd name="connsiteX393" fmla="*/ 2070668 w 7467600"/>
              <a:gd name="connsiteY393" fmla="*/ 6761520 h 6858000"/>
              <a:gd name="connsiteX394" fmla="*/ 1975142 w 7467600"/>
              <a:gd name="connsiteY394" fmla="*/ 6585570 h 6858000"/>
              <a:gd name="connsiteX395" fmla="*/ 2050035 w 7467600"/>
              <a:gd name="connsiteY395" fmla="*/ 6813345 h 6858000"/>
              <a:gd name="connsiteX396" fmla="*/ 2063025 w 7467600"/>
              <a:gd name="connsiteY396" fmla="*/ 6858000 h 6858000"/>
              <a:gd name="connsiteX397" fmla="*/ 2021675 w 7467600"/>
              <a:gd name="connsiteY397" fmla="*/ 6858000 h 6858000"/>
              <a:gd name="connsiteX398" fmla="*/ 2019308 w 7467600"/>
              <a:gd name="connsiteY398" fmla="*/ 6847118 h 6858000"/>
              <a:gd name="connsiteX399" fmla="*/ 1938835 w 7467600"/>
              <a:gd name="connsiteY399" fmla="*/ 6551160 h 6858000"/>
              <a:gd name="connsiteX400" fmla="*/ 1953230 w 7467600"/>
              <a:gd name="connsiteY400" fmla="*/ 6759699 h 6858000"/>
              <a:gd name="connsiteX401" fmla="*/ 1956763 w 7467600"/>
              <a:gd name="connsiteY401" fmla="*/ 6778191 h 6858000"/>
              <a:gd name="connsiteX402" fmla="*/ 1967925 w 7467600"/>
              <a:gd name="connsiteY402" fmla="*/ 6858000 h 6858000"/>
              <a:gd name="connsiteX403" fmla="*/ 1936622 w 7467600"/>
              <a:gd name="connsiteY403" fmla="*/ 6858000 h 6858000"/>
              <a:gd name="connsiteX404" fmla="*/ 1926261 w 7467600"/>
              <a:gd name="connsiteY404" fmla="*/ 6784064 h 6858000"/>
              <a:gd name="connsiteX405" fmla="*/ 1922724 w 7467600"/>
              <a:gd name="connsiteY405" fmla="*/ 6765577 h 6858000"/>
              <a:gd name="connsiteX406" fmla="*/ 1904650 w 7467600"/>
              <a:gd name="connsiteY406" fmla="*/ 6639616 h 6858000"/>
              <a:gd name="connsiteX407" fmla="*/ 1885273 w 7467600"/>
              <a:gd name="connsiteY407" fmla="*/ 6858000 h 6858000"/>
              <a:gd name="connsiteX408" fmla="*/ 1854363 w 7467600"/>
              <a:gd name="connsiteY408" fmla="*/ 6858000 h 6858000"/>
              <a:gd name="connsiteX409" fmla="*/ 1880391 w 7467600"/>
              <a:gd name="connsiteY409" fmla="*/ 6603796 h 6858000"/>
              <a:gd name="connsiteX410" fmla="*/ 1818273 w 7467600"/>
              <a:gd name="connsiteY410" fmla="*/ 6715729 h 6858000"/>
              <a:gd name="connsiteX411" fmla="*/ 1794691 w 7467600"/>
              <a:gd name="connsiteY411" fmla="*/ 6843239 h 6858000"/>
              <a:gd name="connsiteX412" fmla="*/ 1794914 w 7467600"/>
              <a:gd name="connsiteY412" fmla="*/ 6858000 h 6858000"/>
              <a:gd name="connsiteX413" fmla="*/ 1746128 w 7467600"/>
              <a:gd name="connsiteY413" fmla="*/ 6858000 h 6858000"/>
              <a:gd name="connsiteX414" fmla="*/ 1753934 w 7467600"/>
              <a:gd name="connsiteY414" fmla="*/ 6724796 h 6858000"/>
              <a:gd name="connsiteX415" fmla="*/ 1792053 w 7467600"/>
              <a:gd name="connsiteY415" fmla="*/ 6572396 h 6858000"/>
              <a:gd name="connsiteX416" fmla="*/ 1862248 w 7467600"/>
              <a:gd name="connsiteY416" fmla="*/ 6266397 h 6858000"/>
              <a:gd name="connsiteX417" fmla="*/ 1862250 w 7467600"/>
              <a:gd name="connsiteY417" fmla="*/ 6033531 h 6858000"/>
              <a:gd name="connsiteX418" fmla="*/ 1211999 w 7467600"/>
              <a:gd name="connsiteY418" fmla="*/ 6683610 h 6858000"/>
              <a:gd name="connsiteX419" fmla="*/ 1213266 w 7467600"/>
              <a:gd name="connsiteY419" fmla="*/ 6691947 h 6858000"/>
              <a:gd name="connsiteX420" fmla="*/ 1203370 w 7467600"/>
              <a:gd name="connsiteY420" fmla="*/ 6850676 h 6858000"/>
              <a:gd name="connsiteX421" fmla="*/ 1203671 w 7467600"/>
              <a:gd name="connsiteY421" fmla="*/ 6858000 h 6858000"/>
              <a:gd name="connsiteX422" fmla="*/ 1143180 w 7467600"/>
              <a:gd name="connsiteY422" fmla="*/ 6858000 h 6858000"/>
              <a:gd name="connsiteX423" fmla="*/ 1142176 w 7467600"/>
              <a:gd name="connsiteY423" fmla="*/ 6766045 h 6858000"/>
              <a:gd name="connsiteX424" fmla="*/ 1067484 w 7467600"/>
              <a:gd name="connsiteY424" fmla="*/ 6858000 h 6858000"/>
              <a:gd name="connsiteX425" fmla="*/ 953928 w 7467600"/>
              <a:gd name="connsiteY425" fmla="*/ 6858000 h 6858000"/>
              <a:gd name="connsiteX426" fmla="*/ 959715 w 7467600"/>
              <a:gd name="connsiteY426" fmla="*/ 6850185 h 6858000"/>
              <a:gd name="connsiteX427" fmla="*/ 1483788 w 7467600"/>
              <a:gd name="connsiteY427" fmla="*/ 6259174 h 6858000"/>
              <a:gd name="connsiteX428" fmla="*/ 1100671 w 7467600"/>
              <a:gd name="connsiteY428" fmla="*/ 6252137 h 6858000"/>
              <a:gd name="connsiteX429" fmla="*/ 1090144 w 7467600"/>
              <a:gd name="connsiteY429" fmla="*/ 6256748 h 6858000"/>
              <a:gd name="connsiteX430" fmla="*/ 1095872 w 7467600"/>
              <a:gd name="connsiteY430" fmla="*/ 6271892 h 6858000"/>
              <a:gd name="connsiteX431" fmla="*/ 262785 w 7467600"/>
              <a:gd name="connsiteY431" fmla="*/ 6845450 h 6858000"/>
              <a:gd name="connsiteX432" fmla="*/ 209968 w 7467600"/>
              <a:gd name="connsiteY432" fmla="*/ 6770713 h 6858000"/>
              <a:gd name="connsiteX433" fmla="*/ 873460 w 7467600"/>
              <a:gd name="connsiteY433" fmla="*/ 6253768 h 6858000"/>
              <a:gd name="connsiteX434" fmla="*/ 192686 w 7467600"/>
              <a:gd name="connsiteY434" fmla="*/ 5849257 h 6858000"/>
              <a:gd name="connsiteX435" fmla="*/ 4696 w 7467600"/>
              <a:gd name="connsiteY435" fmla="*/ 5697668 h 6858000"/>
              <a:gd name="connsiteX436" fmla="*/ 0 w 7467600"/>
              <a:gd name="connsiteY436" fmla="*/ 5689984 h 6858000"/>
              <a:gd name="connsiteX437" fmla="*/ 0 w 7467600"/>
              <a:gd name="connsiteY437" fmla="*/ 5513472 h 6858000"/>
              <a:gd name="connsiteX438" fmla="*/ 174101 w 7467600"/>
              <a:gd name="connsiteY438" fmla="*/ 5620277 h 6858000"/>
              <a:gd name="connsiteX439" fmla="*/ 891800 w 7467600"/>
              <a:gd name="connsiteY439" fmla="*/ 6036935 h 6858000"/>
              <a:gd name="connsiteX440" fmla="*/ 1072219 w 7467600"/>
              <a:gd name="connsiteY440" fmla="*/ 6169443 h 6858000"/>
              <a:gd name="connsiteX441" fmla="*/ 1074117 w 7467600"/>
              <a:gd name="connsiteY441" fmla="*/ 6170301 h 6858000"/>
              <a:gd name="connsiteX442" fmla="*/ 1083114 w 7467600"/>
              <a:gd name="connsiteY442" fmla="*/ 6174131 h 6858000"/>
              <a:gd name="connsiteX443" fmla="*/ 1543010 w 7467600"/>
              <a:gd name="connsiteY443" fmla="*/ 6191140 h 6858000"/>
              <a:gd name="connsiteX444" fmla="*/ 1551080 w 7467600"/>
              <a:gd name="connsiteY444" fmla="*/ 6195006 h 6858000"/>
              <a:gd name="connsiteX445" fmla="*/ 2345443 w 7467600"/>
              <a:gd name="connsiteY445" fmla="*/ 5549882 h 6858000"/>
              <a:gd name="connsiteX446" fmla="*/ 1721499 w 7467600"/>
              <a:gd name="connsiteY446" fmla="*/ 5599969 h 6858000"/>
              <a:gd name="connsiteX447" fmla="*/ 767716 w 7467600"/>
              <a:gd name="connsiteY447" fmla="*/ 5472768 h 6858000"/>
              <a:gd name="connsiteX448" fmla="*/ 722147 w 7467600"/>
              <a:gd name="connsiteY448" fmla="*/ 5393091 h 6858000"/>
              <a:gd name="connsiteX449" fmla="*/ 1485552 w 7467600"/>
              <a:gd name="connsiteY449" fmla="*/ 5313202 h 6858000"/>
              <a:gd name="connsiteX450" fmla="*/ 2143004 w 7467600"/>
              <a:gd name="connsiteY450" fmla="*/ 5402420 h 6858000"/>
              <a:gd name="connsiteX451" fmla="*/ 1933391 w 7467600"/>
              <a:gd name="connsiteY451" fmla="*/ 5156971 h 6858000"/>
              <a:gd name="connsiteX452" fmla="*/ 1827118 w 7467600"/>
              <a:gd name="connsiteY452" fmla="*/ 4968410 h 6858000"/>
              <a:gd name="connsiteX453" fmla="*/ 1837349 w 7467600"/>
              <a:gd name="connsiteY453" fmla="*/ 4956357 h 6858000"/>
              <a:gd name="connsiteX454" fmla="*/ 2162835 w 7467600"/>
              <a:gd name="connsiteY454" fmla="*/ 5187853 h 6858000"/>
              <a:gd name="connsiteX455" fmla="*/ 2257167 w 7467600"/>
              <a:gd name="connsiteY455" fmla="*/ 5462123 h 6858000"/>
              <a:gd name="connsiteX456" fmla="*/ 2261598 w 7467600"/>
              <a:gd name="connsiteY456" fmla="*/ 5467998 h 6858000"/>
              <a:gd name="connsiteX457" fmla="*/ 2437177 w 7467600"/>
              <a:gd name="connsiteY457" fmla="*/ 5479608 h 6858000"/>
              <a:gd name="connsiteX458" fmla="*/ 2445247 w 7467600"/>
              <a:gd name="connsiteY458" fmla="*/ 5483476 h 6858000"/>
              <a:gd name="connsiteX459" fmla="*/ 2743626 w 7467600"/>
              <a:gd name="connsiteY459" fmla="*/ 5304819 h 6858000"/>
              <a:gd name="connsiteX460" fmla="*/ 3048102 w 7467600"/>
              <a:gd name="connsiteY460" fmla="*/ 5150595 h 6858000"/>
              <a:gd name="connsiteX461" fmla="*/ 1799414 w 7467600"/>
              <a:gd name="connsiteY461" fmla="*/ 4694732 h 6858000"/>
              <a:gd name="connsiteX462" fmla="*/ 1771735 w 7467600"/>
              <a:gd name="connsiteY462" fmla="*/ 4619929 h 6858000"/>
              <a:gd name="connsiteX463" fmla="*/ 3104273 w 7467600"/>
              <a:gd name="connsiteY463" fmla="*/ 5076159 h 6858000"/>
              <a:gd name="connsiteX464" fmla="*/ 3113245 w 7467600"/>
              <a:gd name="connsiteY464" fmla="*/ 5090705 h 6858000"/>
              <a:gd name="connsiteX465" fmla="*/ 3126294 w 7467600"/>
              <a:gd name="connsiteY465" fmla="*/ 5114400 h 6858000"/>
              <a:gd name="connsiteX466" fmla="*/ 3937433 w 7467600"/>
              <a:gd name="connsiteY466" fmla="*/ 4830473 h 6858000"/>
              <a:gd name="connsiteX467" fmla="*/ 3590475 w 7467600"/>
              <a:gd name="connsiteY467" fmla="*/ 4597974 h 6858000"/>
              <a:gd name="connsiteX468" fmla="*/ 3100264 w 7467600"/>
              <a:gd name="connsiteY468" fmla="*/ 4579845 h 6858000"/>
              <a:gd name="connsiteX469" fmla="*/ 2183576 w 7467600"/>
              <a:gd name="connsiteY469" fmla="*/ 4227150 h 6858000"/>
              <a:gd name="connsiteX470" fmla="*/ 2151029 w 7467600"/>
              <a:gd name="connsiteY470" fmla="*/ 4146947 h 6858000"/>
              <a:gd name="connsiteX471" fmla="*/ 3563434 w 7467600"/>
              <a:gd name="connsiteY471" fmla="*/ 4469115 h 6858000"/>
              <a:gd name="connsiteX472" fmla="*/ 3177952 w 7467600"/>
              <a:gd name="connsiteY472" fmla="*/ 3657386 h 6858000"/>
              <a:gd name="connsiteX473" fmla="*/ 3189263 w 7467600"/>
              <a:gd name="connsiteY473" fmla="*/ 3625726 h 6858000"/>
              <a:gd name="connsiteX474" fmla="*/ 3560912 w 7467600"/>
              <a:gd name="connsiteY474" fmla="*/ 4079863 h 6858000"/>
              <a:gd name="connsiteX475" fmla="*/ 3626636 w 7467600"/>
              <a:gd name="connsiteY475" fmla="*/ 4512230 h 6858000"/>
              <a:gd name="connsiteX476" fmla="*/ 3653088 w 7467600"/>
              <a:gd name="connsiteY476" fmla="*/ 4521417 h 6858000"/>
              <a:gd name="connsiteX477" fmla="*/ 3988128 w 7467600"/>
              <a:gd name="connsiteY477" fmla="*/ 4817267 h 6858000"/>
              <a:gd name="connsiteX478" fmla="*/ 4830582 w 7467600"/>
              <a:gd name="connsiteY478" fmla="*/ 4676000 h 6858000"/>
              <a:gd name="connsiteX479" fmla="*/ 4830100 w 7467600"/>
              <a:gd name="connsiteY479" fmla="*/ 4675554 h 6858000"/>
              <a:gd name="connsiteX480" fmla="*/ 4036318 w 7467600"/>
              <a:gd name="connsiteY480" fmla="*/ 4147013 h 6858000"/>
              <a:gd name="connsiteX481" fmla="*/ 3432098 w 7467600"/>
              <a:gd name="connsiteY481" fmla="*/ 3537312 h 6858000"/>
              <a:gd name="connsiteX482" fmla="*/ 3446761 w 7467600"/>
              <a:gd name="connsiteY482" fmla="*/ 3461278 h 6858000"/>
              <a:gd name="connsiteX483" fmla="*/ 4419733 w 7467600"/>
              <a:gd name="connsiteY483" fmla="*/ 3963555 h 6858000"/>
              <a:gd name="connsiteX484" fmla="*/ 4781371 w 7467600"/>
              <a:gd name="connsiteY484" fmla="*/ 4458604 h 6858000"/>
              <a:gd name="connsiteX485" fmla="*/ 4780440 w 7467600"/>
              <a:gd name="connsiteY485" fmla="*/ 4470290 h 6858000"/>
              <a:gd name="connsiteX486" fmla="*/ 4898954 w 7467600"/>
              <a:gd name="connsiteY486" fmla="*/ 4662092 h 6858000"/>
              <a:gd name="connsiteX487" fmla="*/ 4900699 w 7467600"/>
              <a:gd name="connsiteY487" fmla="*/ 4670867 h 6858000"/>
              <a:gd name="connsiteX488" fmla="*/ 5714511 w 7467600"/>
              <a:gd name="connsiteY488" fmla="*/ 4663483 h 6858000"/>
              <a:gd name="connsiteX489" fmla="*/ 5464793 w 7467600"/>
              <a:gd name="connsiteY489" fmla="*/ 4393556 h 6858000"/>
              <a:gd name="connsiteX490" fmla="*/ 5461897 w 7467600"/>
              <a:gd name="connsiteY490" fmla="*/ 4390879 h 6858000"/>
              <a:gd name="connsiteX491" fmla="*/ 4294126 w 7467600"/>
              <a:gd name="connsiteY491" fmla="*/ 3303048 h 6858000"/>
              <a:gd name="connsiteX492" fmla="*/ 4305321 w 7467600"/>
              <a:gd name="connsiteY492" fmla="*/ 3256953 h 6858000"/>
              <a:gd name="connsiteX493" fmla="*/ 4949299 w 7467600"/>
              <a:gd name="connsiteY493" fmla="*/ 3766336 h 6858000"/>
              <a:gd name="connsiteX494" fmla="*/ 5291452 w 7467600"/>
              <a:gd name="connsiteY494" fmla="*/ 4076801 h 6858000"/>
              <a:gd name="connsiteX495" fmla="*/ 5434998 w 7467600"/>
              <a:gd name="connsiteY495" fmla="*/ 4254100 h 6858000"/>
              <a:gd name="connsiteX496" fmla="*/ 5351015 w 7467600"/>
              <a:gd name="connsiteY496" fmla="*/ 3760989 h 6858000"/>
              <a:gd name="connsiteX497" fmla="*/ 5413780 w 7467600"/>
              <a:gd name="connsiteY497" fmla="*/ 2966265 h 6858000"/>
              <a:gd name="connsiteX498" fmla="*/ 5425627 w 7467600"/>
              <a:gd name="connsiteY498" fmla="*/ 2954192 h 6858000"/>
              <a:gd name="connsiteX499" fmla="*/ 6604735 w 7467600"/>
              <a:gd name="connsiteY499" fmla="*/ 2041381 h 6858000"/>
              <a:gd name="connsiteX500" fmla="*/ 7204487 w 7467600"/>
              <a:gd name="connsiteY500" fmla="*/ 2742112 h 6858000"/>
              <a:gd name="connsiteX501" fmla="*/ 7131592 w 7467600"/>
              <a:gd name="connsiteY501" fmla="*/ 2672096 h 6858000"/>
              <a:gd name="connsiteX502" fmla="*/ 6996344 w 7467600"/>
              <a:gd name="connsiteY502" fmla="*/ 2518310 h 6858000"/>
              <a:gd name="connsiteX503" fmla="*/ 6735495 w 7467600"/>
              <a:gd name="connsiteY503" fmla="*/ 2196890 h 6858000"/>
              <a:gd name="connsiteX504" fmla="*/ 6721901 w 7467600"/>
              <a:gd name="connsiteY504" fmla="*/ 2179274 h 6858000"/>
              <a:gd name="connsiteX505" fmla="*/ 6604735 w 7467600"/>
              <a:gd name="connsiteY505" fmla="*/ 2041381 h 6858000"/>
              <a:gd name="connsiteX506" fmla="*/ 6591670 w 7467600"/>
              <a:gd name="connsiteY506" fmla="*/ 1988277 h 6858000"/>
              <a:gd name="connsiteX507" fmla="*/ 6747349 w 7467600"/>
              <a:gd name="connsiteY507" fmla="*/ 2160069 h 6858000"/>
              <a:gd name="connsiteX508" fmla="*/ 6760943 w 7467600"/>
              <a:gd name="connsiteY508" fmla="*/ 2177686 h 6858000"/>
              <a:gd name="connsiteX509" fmla="*/ 7021065 w 7467600"/>
              <a:gd name="connsiteY509" fmla="*/ 2498102 h 6858000"/>
              <a:gd name="connsiteX510" fmla="*/ 7155223 w 7467600"/>
              <a:gd name="connsiteY510" fmla="*/ 2650386 h 6858000"/>
              <a:gd name="connsiteX511" fmla="*/ 7203167 w 7467600"/>
              <a:gd name="connsiteY511" fmla="*/ 2697288 h 6858000"/>
              <a:gd name="connsiteX512" fmla="*/ 6937703 w 7467600"/>
              <a:gd name="connsiteY512" fmla="*/ 2321981 h 6858000"/>
              <a:gd name="connsiteX513" fmla="*/ 6591670 w 7467600"/>
              <a:gd name="connsiteY513" fmla="*/ 1988277 h 6858000"/>
              <a:gd name="connsiteX514" fmla="*/ 5798671 w 7467600"/>
              <a:gd name="connsiteY514" fmla="*/ 1981601 h 6858000"/>
              <a:gd name="connsiteX515" fmla="*/ 5754709 w 7467600"/>
              <a:gd name="connsiteY515" fmla="*/ 2071454 h 6858000"/>
              <a:gd name="connsiteX516" fmla="*/ 5763044 w 7467600"/>
              <a:gd name="connsiteY516" fmla="*/ 2842206 h 6858000"/>
              <a:gd name="connsiteX517" fmla="*/ 5764974 w 7467600"/>
              <a:gd name="connsiteY517" fmla="*/ 2799609 h 6858000"/>
              <a:gd name="connsiteX518" fmla="*/ 5767665 w 7467600"/>
              <a:gd name="connsiteY518" fmla="*/ 2666409 h 6858000"/>
              <a:gd name="connsiteX519" fmla="*/ 5763055 w 7467600"/>
              <a:gd name="connsiteY519" fmla="*/ 2579705 h 6858000"/>
              <a:gd name="connsiteX520" fmla="*/ 5758079 w 7467600"/>
              <a:gd name="connsiteY520" fmla="*/ 2492508 h 6858000"/>
              <a:gd name="connsiteX521" fmla="*/ 5779325 w 7467600"/>
              <a:gd name="connsiteY521" fmla="*/ 2197069 h 6858000"/>
              <a:gd name="connsiteX522" fmla="*/ 5798671 w 7467600"/>
              <a:gd name="connsiteY522" fmla="*/ 1981601 h 6858000"/>
              <a:gd name="connsiteX523" fmla="*/ 5829202 w 7467600"/>
              <a:gd name="connsiteY523" fmla="*/ 1971679 h 6858000"/>
              <a:gd name="connsiteX524" fmla="*/ 5809558 w 7467600"/>
              <a:gd name="connsiteY524" fmla="*/ 2198043 h 6858000"/>
              <a:gd name="connsiteX525" fmla="*/ 5788653 w 7467600"/>
              <a:gd name="connsiteY525" fmla="*/ 2489430 h 6858000"/>
              <a:gd name="connsiteX526" fmla="*/ 5793439 w 7467600"/>
              <a:gd name="connsiteY526" fmla="*/ 2575235 h 6858000"/>
              <a:gd name="connsiteX527" fmla="*/ 5796837 w 7467600"/>
              <a:gd name="connsiteY527" fmla="*/ 2637633 h 6858000"/>
              <a:gd name="connsiteX528" fmla="*/ 5818614 w 7467600"/>
              <a:gd name="connsiteY528" fmla="*/ 2473055 h 6858000"/>
              <a:gd name="connsiteX529" fmla="*/ 5829202 w 7467600"/>
              <a:gd name="connsiteY529" fmla="*/ 1971679 h 6858000"/>
              <a:gd name="connsiteX530" fmla="*/ 5911389 w 7467600"/>
              <a:gd name="connsiteY530" fmla="*/ 1898371 h 6858000"/>
              <a:gd name="connsiteX531" fmla="*/ 6237627 w 7467600"/>
              <a:gd name="connsiteY531" fmla="*/ 2231921 h 6858000"/>
              <a:gd name="connsiteX532" fmla="*/ 5911389 w 7467600"/>
              <a:gd name="connsiteY532" fmla="*/ 1898371 h 6858000"/>
              <a:gd name="connsiteX533" fmla="*/ 6944437 w 7467600"/>
              <a:gd name="connsiteY533" fmla="*/ 1575402 h 6858000"/>
              <a:gd name="connsiteX534" fmla="*/ 6304730 w 7467600"/>
              <a:gd name="connsiteY534" fmla="*/ 1766654 h 6858000"/>
              <a:gd name="connsiteX535" fmla="*/ 6944437 w 7467600"/>
              <a:gd name="connsiteY535" fmla="*/ 1575402 h 6858000"/>
              <a:gd name="connsiteX536" fmla="*/ 7019523 w 7467600"/>
              <a:gd name="connsiteY536" fmla="*/ 1519450 h 6858000"/>
              <a:gd name="connsiteX537" fmla="*/ 6298091 w 7467600"/>
              <a:gd name="connsiteY537" fmla="*/ 1737122 h 6858000"/>
              <a:gd name="connsiteX538" fmla="*/ 7019523 w 7467600"/>
              <a:gd name="connsiteY538" fmla="*/ 1519450 h 6858000"/>
              <a:gd name="connsiteX539" fmla="*/ 2399523 w 7467600"/>
              <a:gd name="connsiteY539" fmla="*/ 1428234 h 6858000"/>
              <a:gd name="connsiteX540" fmla="*/ 2224982 w 7467600"/>
              <a:gd name="connsiteY540" fmla="*/ 1826201 h 6858000"/>
              <a:gd name="connsiteX541" fmla="*/ 2096099 w 7467600"/>
              <a:gd name="connsiteY541" fmla="*/ 2345900 h 6858000"/>
              <a:gd name="connsiteX542" fmla="*/ 2283317 w 7467600"/>
              <a:gd name="connsiteY542" fmla="*/ 1796925 h 6858000"/>
              <a:gd name="connsiteX543" fmla="*/ 2399523 w 7467600"/>
              <a:gd name="connsiteY543" fmla="*/ 1428234 h 6858000"/>
              <a:gd name="connsiteX544" fmla="*/ 2448558 w 7467600"/>
              <a:gd name="connsiteY544" fmla="*/ 1373435 h 6858000"/>
              <a:gd name="connsiteX545" fmla="*/ 2312521 w 7467600"/>
              <a:gd name="connsiteY545" fmla="*/ 1806140 h 6858000"/>
              <a:gd name="connsiteX546" fmla="*/ 2127533 w 7467600"/>
              <a:gd name="connsiteY546" fmla="*/ 2348380 h 6858000"/>
              <a:gd name="connsiteX547" fmla="*/ 2358080 w 7467600"/>
              <a:gd name="connsiteY547" fmla="*/ 1866134 h 6858000"/>
              <a:gd name="connsiteX548" fmla="*/ 2407436 w 7467600"/>
              <a:gd name="connsiteY548" fmla="*/ 1651070 h 6858000"/>
              <a:gd name="connsiteX549" fmla="*/ 2448558 w 7467600"/>
              <a:gd name="connsiteY549" fmla="*/ 1373435 h 6858000"/>
              <a:gd name="connsiteX550" fmla="*/ 278707 w 7467600"/>
              <a:gd name="connsiteY550" fmla="*/ 1352270 h 6858000"/>
              <a:gd name="connsiteX551" fmla="*/ 321570 w 7467600"/>
              <a:gd name="connsiteY551" fmla="*/ 1861610 h 6858000"/>
              <a:gd name="connsiteX552" fmla="*/ 294281 w 7467600"/>
              <a:gd name="connsiteY552" fmla="*/ 1440658 h 6858000"/>
              <a:gd name="connsiteX553" fmla="*/ 278707 w 7467600"/>
              <a:gd name="connsiteY553" fmla="*/ 1352270 h 6858000"/>
              <a:gd name="connsiteX554" fmla="*/ 1423821 w 7467600"/>
              <a:gd name="connsiteY554" fmla="*/ 1351958 h 6858000"/>
              <a:gd name="connsiteX555" fmla="*/ 1638521 w 7467600"/>
              <a:gd name="connsiteY555" fmla="*/ 1908470 h 6858000"/>
              <a:gd name="connsiteX556" fmla="*/ 1754199 w 7467600"/>
              <a:gd name="connsiteY556" fmla="*/ 2149284 h 6858000"/>
              <a:gd name="connsiteX557" fmla="*/ 1908359 w 7467600"/>
              <a:gd name="connsiteY557" fmla="*/ 2364988 h 6858000"/>
              <a:gd name="connsiteX558" fmla="*/ 1647661 w 7467600"/>
              <a:gd name="connsiteY558" fmla="*/ 1825945 h 6858000"/>
              <a:gd name="connsiteX559" fmla="*/ 1423821 w 7467600"/>
              <a:gd name="connsiteY559" fmla="*/ 1351958 h 6858000"/>
              <a:gd name="connsiteX560" fmla="*/ 1431890 w 7467600"/>
              <a:gd name="connsiteY560" fmla="*/ 1306475 h 6858000"/>
              <a:gd name="connsiteX561" fmla="*/ 1507597 w 7467600"/>
              <a:gd name="connsiteY561" fmla="*/ 1446132 h 6858000"/>
              <a:gd name="connsiteX562" fmla="*/ 1674586 w 7467600"/>
              <a:gd name="connsiteY562" fmla="*/ 1813832 h 6858000"/>
              <a:gd name="connsiteX563" fmla="*/ 1815950 w 7467600"/>
              <a:gd name="connsiteY563" fmla="*/ 2128564 h 6858000"/>
              <a:gd name="connsiteX564" fmla="*/ 1984242 w 7467600"/>
              <a:gd name="connsiteY564" fmla="*/ 2430829 h 6858000"/>
              <a:gd name="connsiteX565" fmla="*/ 2014023 w 7467600"/>
              <a:gd name="connsiteY565" fmla="*/ 2450995 h 6858000"/>
              <a:gd name="connsiteX566" fmla="*/ 1747337 w 7467600"/>
              <a:gd name="connsiteY566" fmla="*/ 1855264 h 6858000"/>
              <a:gd name="connsiteX567" fmla="*/ 1533749 w 7467600"/>
              <a:gd name="connsiteY567" fmla="*/ 1478656 h 6858000"/>
              <a:gd name="connsiteX568" fmla="*/ 1431890 w 7467600"/>
              <a:gd name="connsiteY568" fmla="*/ 1306475 h 6858000"/>
              <a:gd name="connsiteX569" fmla="*/ 5052692 w 7467600"/>
              <a:gd name="connsiteY569" fmla="*/ 1292994 h 6858000"/>
              <a:gd name="connsiteX570" fmla="*/ 5200661 w 7467600"/>
              <a:gd name="connsiteY570" fmla="*/ 1635186 h 6858000"/>
              <a:gd name="connsiteX571" fmla="*/ 5297138 w 7467600"/>
              <a:gd name="connsiteY571" fmla="*/ 1906351 h 6858000"/>
              <a:gd name="connsiteX572" fmla="*/ 5052692 w 7467600"/>
              <a:gd name="connsiteY572" fmla="*/ 1292994 h 6858000"/>
              <a:gd name="connsiteX573" fmla="*/ 5009948 w 7467600"/>
              <a:gd name="connsiteY573" fmla="*/ 1273619 h 6858000"/>
              <a:gd name="connsiteX574" fmla="*/ 5121777 w 7467600"/>
              <a:gd name="connsiteY574" fmla="*/ 1654213 h 6858000"/>
              <a:gd name="connsiteX575" fmla="*/ 5293545 w 7467600"/>
              <a:gd name="connsiteY575" fmla="*/ 2072247 h 6858000"/>
              <a:gd name="connsiteX576" fmla="*/ 5294042 w 7467600"/>
              <a:gd name="connsiteY576" fmla="*/ 2065019 h 6858000"/>
              <a:gd name="connsiteX577" fmla="*/ 5171936 w 7467600"/>
              <a:gd name="connsiteY577" fmla="*/ 1647613 h 6858000"/>
              <a:gd name="connsiteX578" fmla="*/ 5009948 w 7467600"/>
              <a:gd name="connsiteY578" fmla="*/ 1273619 h 6858000"/>
              <a:gd name="connsiteX579" fmla="*/ 655236 w 7467600"/>
              <a:gd name="connsiteY579" fmla="*/ 1268632 h 6858000"/>
              <a:gd name="connsiteX580" fmla="*/ 839521 w 7467600"/>
              <a:gd name="connsiteY580" fmla="*/ 1685315 h 6858000"/>
              <a:gd name="connsiteX581" fmla="*/ 1109416 w 7467600"/>
              <a:gd name="connsiteY581" fmla="*/ 2061663 h 6858000"/>
              <a:gd name="connsiteX582" fmla="*/ 1298300 w 7467600"/>
              <a:gd name="connsiteY582" fmla="*/ 2247742 h 6858000"/>
              <a:gd name="connsiteX583" fmla="*/ 1125871 w 7467600"/>
              <a:gd name="connsiteY583" fmla="*/ 1989513 h 6858000"/>
              <a:gd name="connsiteX584" fmla="*/ 981574 w 7467600"/>
              <a:gd name="connsiteY584" fmla="*/ 1783157 h 6858000"/>
              <a:gd name="connsiteX585" fmla="*/ 922198 w 7467600"/>
              <a:gd name="connsiteY585" fmla="*/ 1677437 h 6858000"/>
              <a:gd name="connsiteX586" fmla="*/ 869293 w 7467600"/>
              <a:gd name="connsiteY586" fmla="*/ 1583214 h 6858000"/>
              <a:gd name="connsiteX587" fmla="*/ 751431 w 7467600"/>
              <a:gd name="connsiteY587" fmla="*/ 1405731 h 6858000"/>
              <a:gd name="connsiteX588" fmla="*/ 655236 w 7467600"/>
              <a:gd name="connsiteY588" fmla="*/ 1268632 h 6858000"/>
              <a:gd name="connsiteX589" fmla="*/ 6516292 w 7467600"/>
              <a:gd name="connsiteY589" fmla="*/ 1263064 h 6858000"/>
              <a:gd name="connsiteX590" fmla="*/ 5736320 w 7467600"/>
              <a:gd name="connsiteY590" fmla="*/ 1501803 h 6858000"/>
              <a:gd name="connsiteX591" fmla="*/ 6516292 w 7467600"/>
              <a:gd name="connsiteY591" fmla="*/ 1263064 h 6858000"/>
              <a:gd name="connsiteX592" fmla="*/ 291466 w 7467600"/>
              <a:gd name="connsiteY592" fmla="*/ 1250369 h 6858000"/>
              <a:gd name="connsiteX593" fmla="*/ 323180 w 7467600"/>
              <a:gd name="connsiteY593" fmla="*/ 1435283 h 6858000"/>
              <a:gd name="connsiteX594" fmla="*/ 349381 w 7467600"/>
              <a:gd name="connsiteY594" fmla="*/ 1875041 h 6858000"/>
              <a:gd name="connsiteX595" fmla="*/ 374363 w 7467600"/>
              <a:gd name="connsiteY595" fmla="*/ 1506494 h 6858000"/>
              <a:gd name="connsiteX596" fmla="*/ 302168 w 7467600"/>
              <a:gd name="connsiteY596" fmla="*/ 1274495 h 6858000"/>
              <a:gd name="connsiteX597" fmla="*/ 291466 w 7467600"/>
              <a:gd name="connsiteY597" fmla="*/ 1250369 h 6858000"/>
              <a:gd name="connsiteX598" fmla="*/ 678222 w 7467600"/>
              <a:gd name="connsiteY598" fmla="*/ 1248670 h 6858000"/>
              <a:gd name="connsiteX599" fmla="*/ 775536 w 7467600"/>
              <a:gd name="connsiteY599" fmla="*/ 1388015 h 6858000"/>
              <a:gd name="connsiteX600" fmla="*/ 894529 w 7467600"/>
              <a:gd name="connsiteY600" fmla="*/ 1567739 h 6858000"/>
              <a:gd name="connsiteX601" fmla="*/ 948000 w 7467600"/>
              <a:gd name="connsiteY601" fmla="*/ 1663088 h 6858000"/>
              <a:gd name="connsiteX602" fmla="*/ 1006812 w 7467600"/>
              <a:gd name="connsiteY602" fmla="*/ 1767683 h 6858000"/>
              <a:gd name="connsiteX603" fmla="*/ 1149133 w 7467600"/>
              <a:gd name="connsiteY603" fmla="*/ 1971513 h 6858000"/>
              <a:gd name="connsiteX604" fmla="*/ 1333952 w 7467600"/>
              <a:gd name="connsiteY604" fmla="*/ 2251620 h 6858000"/>
              <a:gd name="connsiteX605" fmla="*/ 1337329 w 7467600"/>
              <a:gd name="connsiteY605" fmla="*/ 2258350 h 6858000"/>
              <a:gd name="connsiteX606" fmla="*/ 1014726 w 7467600"/>
              <a:gd name="connsiteY606" fmla="*/ 1615556 h 6858000"/>
              <a:gd name="connsiteX607" fmla="*/ 678222 w 7467600"/>
              <a:gd name="connsiteY607" fmla="*/ 1248670 h 6858000"/>
              <a:gd name="connsiteX608" fmla="*/ 6691602 w 7467600"/>
              <a:gd name="connsiteY608" fmla="*/ 1140573 h 6858000"/>
              <a:gd name="connsiteX609" fmla="*/ 6571100 w 7467600"/>
              <a:gd name="connsiteY609" fmla="*/ 1183662 h 6858000"/>
              <a:gd name="connsiteX610" fmla="*/ 6241687 w 7467600"/>
              <a:gd name="connsiteY610" fmla="*/ 1257600 h 6858000"/>
              <a:gd name="connsiteX611" fmla="*/ 5693009 w 7467600"/>
              <a:gd name="connsiteY611" fmla="*/ 1478256 h 6858000"/>
              <a:gd name="connsiteX612" fmla="*/ 6548420 w 7467600"/>
              <a:gd name="connsiteY612" fmla="*/ 1214599 h 6858000"/>
              <a:gd name="connsiteX613" fmla="*/ 6605473 w 7467600"/>
              <a:gd name="connsiteY613" fmla="*/ 1184686 h 6858000"/>
              <a:gd name="connsiteX614" fmla="*/ 6691602 w 7467600"/>
              <a:gd name="connsiteY614" fmla="*/ 1140573 h 6858000"/>
              <a:gd name="connsiteX615" fmla="*/ 4002475 w 7467600"/>
              <a:gd name="connsiteY615" fmla="*/ 1037802 h 6858000"/>
              <a:gd name="connsiteX616" fmla="*/ 4000324 w 7467600"/>
              <a:gd name="connsiteY616" fmla="*/ 1039362 h 6858000"/>
              <a:gd name="connsiteX617" fmla="*/ 4002862 w 7467600"/>
              <a:gd name="connsiteY617" fmla="*/ 1042866 h 6858000"/>
              <a:gd name="connsiteX618" fmla="*/ 4002475 w 7467600"/>
              <a:gd name="connsiteY618" fmla="*/ 1037802 h 6858000"/>
              <a:gd name="connsiteX619" fmla="*/ 506322 w 7467600"/>
              <a:gd name="connsiteY619" fmla="*/ 1020997 h 6858000"/>
              <a:gd name="connsiteX620" fmla="*/ 533068 w 7467600"/>
              <a:gd name="connsiteY620" fmla="*/ 1029409 h 6858000"/>
              <a:gd name="connsiteX621" fmla="*/ 1232525 w 7467600"/>
              <a:gd name="connsiteY621" fmla="*/ 1804675 h 6858000"/>
              <a:gd name="connsiteX622" fmla="*/ 1388858 w 7467600"/>
              <a:gd name="connsiteY622" fmla="*/ 2368011 h 6858000"/>
              <a:gd name="connsiteX623" fmla="*/ 1384098 w 7467600"/>
              <a:gd name="connsiteY623" fmla="*/ 2378125 h 6858000"/>
              <a:gd name="connsiteX624" fmla="*/ 1425393 w 7467600"/>
              <a:gd name="connsiteY624" fmla="*/ 2589124 h 6858000"/>
              <a:gd name="connsiteX625" fmla="*/ 1424001 w 7467600"/>
              <a:gd name="connsiteY625" fmla="*/ 2597541 h 6858000"/>
              <a:gd name="connsiteX626" fmla="*/ 2152729 w 7467600"/>
              <a:gd name="connsiteY626" fmla="*/ 2864487 h 6858000"/>
              <a:gd name="connsiteX627" fmla="*/ 2020609 w 7467600"/>
              <a:gd name="connsiteY627" fmla="*/ 2539671 h 6858000"/>
              <a:gd name="connsiteX628" fmla="*/ 2018920 w 7467600"/>
              <a:gd name="connsiteY628" fmla="*/ 2536309 h 6858000"/>
              <a:gd name="connsiteX629" fmla="*/ 1342441 w 7467600"/>
              <a:gd name="connsiteY629" fmla="*/ 1173017 h 6858000"/>
              <a:gd name="connsiteX630" fmla="*/ 1367925 w 7467600"/>
              <a:gd name="connsiteY630" fmla="*/ 1135648 h 6858000"/>
              <a:gd name="connsiteX631" fmla="*/ 1771401 w 7467600"/>
              <a:gd name="connsiteY631" fmla="*/ 1806673 h 6858000"/>
              <a:gd name="connsiteX632" fmla="*/ 1972385 w 7467600"/>
              <a:gd name="connsiteY632" fmla="*/ 2198735 h 6858000"/>
              <a:gd name="connsiteX633" fmla="*/ 2040892 w 7467600"/>
              <a:gd name="connsiteY633" fmla="*/ 2405205 h 6858000"/>
              <a:gd name="connsiteX634" fmla="*/ 2131689 w 7467600"/>
              <a:gd name="connsiteY634" fmla="*/ 1936926 h 6858000"/>
              <a:gd name="connsiteX635" fmla="*/ 2454820 w 7467600"/>
              <a:gd name="connsiteY635" fmla="*/ 1248808 h 6858000"/>
              <a:gd name="connsiteX636" fmla="*/ 2492512 w 7467600"/>
              <a:gd name="connsiteY636" fmla="*/ 1302920 h 6858000"/>
              <a:gd name="connsiteX637" fmla="*/ 2081216 w 7467600"/>
              <a:gd name="connsiteY637" fmla="*/ 2527513 h 6858000"/>
              <a:gd name="connsiteX638" fmla="*/ 2081211 w 7467600"/>
              <a:gd name="connsiteY638" fmla="*/ 2528916 h 6858000"/>
              <a:gd name="connsiteX639" fmla="*/ 2199067 w 7467600"/>
              <a:gd name="connsiteY639" fmla="*/ 2884061 h 6858000"/>
              <a:gd name="connsiteX640" fmla="*/ 3192586 w 7467600"/>
              <a:gd name="connsiteY640" fmla="*/ 3411496 h 6858000"/>
              <a:gd name="connsiteX641" fmla="*/ 3182620 w 7467600"/>
              <a:gd name="connsiteY641" fmla="*/ 3483279 h 6858000"/>
              <a:gd name="connsiteX642" fmla="*/ 2435119 w 7467600"/>
              <a:gd name="connsiteY642" fmla="*/ 3080173 h 6858000"/>
              <a:gd name="connsiteX643" fmla="*/ 2410152 w 7467600"/>
              <a:gd name="connsiteY643" fmla="*/ 3063751 h 6858000"/>
              <a:gd name="connsiteX644" fmla="*/ 2408099 w 7467600"/>
              <a:gd name="connsiteY644" fmla="*/ 3064403 h 6858000"/>
              <a:gd name="connsiteX645" fmla="*/ 2407218 w 7467600"/>
              <a:gd name="connsiteY645" fmla="*/ 3070324 h 6858000"/>
              <a:gd name="connsiteX646" fmla="*/ 2380138 w 7467600"/>
              <a:gd name="connsiteY646" fmla="*/ 3099341 h 6858000"/>
              <a:gd name="connsiteX647" fmla="*/ 1765923 w 7467600"/>
              <a:gd name="connsiteY647" fmla="*/ 3581043 h 6858000"/>
              <a:gd name="connsiteX648" fmla="*/ 1702258 w 7467600"/>
              <a:gd name="connsiteY648" fmla="*/ 3612286 h 6858000"/>
              <a:gd name="connsiteX649" fmla="*/ 1538370 w 7467600"/>
              <a:gd name="connsiteY649" fmla="*/ 3811804 h 6858000"/>
              <a:gd name="connsiteX650" fmla="*/ 542867 w 7467600"/>
              <a:gd name="connsiteY650" fmla="*/ 4944092 h 6858000"/>
              <a:gd name="connsiteX651" fmla="*/ 515800 w 7467600"/>
              <a:gd name="connsiteY651" fmla="*/ 4862180 h 6858000"/>
              <a:gd name="connsiteX652" fmla="*/ 909145 w 7467600"/>
              <a:gd name="connsiteY652" fmla="*/ 4199225 h 6858000"/>
              <a:gd name="connsiteX653" fmla="*/ 1214067 w 7467600"/>
              <a:gd name="connsiteY653" fmla="*/ 3908561 h 6858000"/>
              <a:gd name="connsiteX654" fmla="*/ 640967 w 7467600"/>
              <a:gd name="connsiteY654" fmla="*/ 4105601 h 6858000"/>
              <a:gd name="connsiteX655" fmla="*/ 112563 w 7467600"/>
              <a:gd name="connsiteY655" fmla="*/ 4396952 h 6858000"/>
              <a:gd name="connsiteX656" fmla="*/ 0 w 7467600"/>
              <a:gd name="connsiteY656" fmla="*/ 4466006 h 6858000"/>
              <a:gd name="connsiteX657" fmla="*/ 0 w 7467600"/>
              <a:gd name="connsiteY657" fmla="*/ 4233763 h 6858000"/>
              <a:gd name="connsiteX658" fmla="*/ 36881 w 7467600"/>
              <a:gd name="connsiteY658" fmla="*/ 4200118 h 6858000"/>
              <a:gd name="connsiteX659" fmla="*/ 910534 w 7467600"/>
              <a:gd name="connsiteY659" fmla="*/ 3629753 h 6858000"/>
              <a:gd name="connsiteX660" fmla="*/ 1578717 w 7467600"/>
              <a:gd name="connsiteY660" fmla="*/ 3575982 h 6858000"/>
              <a:gd name="connsiteX661" fmla="*/ 2338780 w 7467600"/>
              <a:gd name="connsiteY661" fmla="*/ 3033725 h 6858000"/>
              <a:gd name="connsiteX662" fmla="*/ 1807991 w 7467600"/>
              <a:gd name="connsiteY662" fmla="*/ 2807184 h 6858000"/>
              <a:gd name="connsiteX663" fmla="*/ 1416358 w 7467600"/>
              <a:gd name="connsiteY663" fmla="*/ 3112571 h 6858000"/>
              <a:gd name="connsiteX664" fmla="*/ 939066 w 7467600"/>
              <a:gd name="connsiteY664" fmla="*/ 3378798 h 6858000"/>
              <a:gd name="connsiteX665" fmla="*/ 115099 w 7467600"/>
              <a:gd name="connsiteY665" fmla="*/ 3607650 h 6858000"/>
              <a:gd name="connsiteX666" fmla="*/ 97284 w 7467600"/>
              <a:gd name="connsiteY666" fmla="*/ 3520393 h 6858000"/>
              <a:gd name="connsiteX667" fmla="*/ 922050 w 7467600"/>
              <a:gd name="connsiteY667" fmla="*/ 3074867 h 6858000"/>
              <a:gd name="connsiteX668" fmla="*/ 1405265 w 7467600"/>
              <a:gd name="connsiteY668" fmla="*/ 3016319 h 6858000"/>
              <a:gd name="connsiteX669" fmla="*/ 1407512 w 7467600"/>
              <a:gd name="connsiteY669" fmla="*/ 3018001 h 6858000"/>
              <a:gd name="connsiteX670" fmla="*/ 1726266 w 7467600"/>
              <a:gd name="connsiteY670" fmla="*/ 2777274 h 6858000"/>
              <a:gd name="connsiteX671" fmla="*/ 625390 w 7467600"/>
              <a:gd name="connsiteY671" fmla="*/ 2514541 h 6858000"/>
              <a:gd name="connsiteX672" fmla="*/ 619799 w 7467600"/>
              <a:gd name="connsiteY672" fmla="*/ 2527180 h 6858000"/>
              <a:gd name="connsiteX673" fmla="*/ 310030 w 7467600"/>
              <a:gd name="connsiteY673" fmla="*/ 2771818 h 6858000"/>
              <a:gd name="connsiteX674" fmla="*/ 173877 w 7467600"/>
              <a:gd name="connsiteY674" fmla="*/ 2937056 h 6858000"/>
              <a:gd name="connsiteX675" fmla="*/ 77889 w 7467600"/>
              <a:gd name="connsiteY675" fmla="*/ 3138440 h 6858000"/>
              <a:gd name="connsiteX676" fmla="*/ 0 w 7467600"/>
              <a:gd name="connsiteY676" fmla="*/ 3271395 h 6858000"/>
              <a:gd name="connsiteX677" fmla="*/ 0 w 7467600"/>
              <a:gd name="connsiteY677" fmla="*/ 3153002 h 6858000"/>
              <a:gd name="connsiteX678" fmla="*/ 2386 w 7467600"/>
              <a:gd name="connsiteY678" fmla="*/ 3149203 h 6858000"/>
              <a:gd name="connsiteX679" fmla="*/ 89753 w 7467600"/>
              <a:gd name="connsiteY679" fmla="*/ 2987702 h 6858000"/>
              <a:gd name="connsiteX680" fmla="*/ 76869 w 7467600"/>
              <a:gd name="connsiteY680" fmla="*/ 3005404 h 6858000"/>
              <a:gd name="connsiteX681" fmla="*/ 32049 w 7467600"/>
              <a:gd name="connsiteY681" fmla="*/ 3065814 h 6858000"/>
              <a:gd name="connsiteX682" fmla="*/ 0 w 7467600"/>
              <a:gd name="connsiteY682" fmla="*/ 3108744 h 6858000"/>
              <a:gd name="connsiteX683" fmla="*/ 0 w 7467600"/>
              <a:gd name="connsiteY683" fmla="*/ 3058059 h 6858000"/>
              <a:gd name="connsiteX684" fmla="*/ 7610 w 7467600"/>
              <a:gd name="connsiteY684" fmla="*/ 3047889 h 6858000"/>
              <a:gd name="connsiteX685" fmla="*/ 52419 w 7467600"/>
              <a:gd name="connsiteY685" fmla="*/ 2987479 h 6858000"/>
              <a:gd name="connsiteX686" fmla="*/ 59142 w 7467600"/>
              <a:gd name="connsiteY686" fmla="*/ 2978488 h 6858000"/>
              <a:gd name="connsiteX687" fmla="*/ 0 w 7467600"/>
              <a:gd name="connsiteY687" fmla="*/ 3015334 h 6858000"/>
              <a:gd name="connsiteX688" fmla="*/ 0 w 7467600"/>
              <a:gd name="connsiteY688" fmla="*/ 2914286 h 6858000"/>
              <a:gd name="connsiteX689" fmla="*/ 36383 w 7467600"/>
              <a:gd name="connsiteY689" fmla="*/ 2901128 h 6858000"/>
              <a:gd name="connsiteX690" fmla="*/ 156329 w 7467600"/>
              <a:gd name="connsiteY690" fmla="*/ 2840533 h 6858000"/>
              <a:gd name="connsiteX691" fmla="*/ 358355 w 7467600"/>
              <a:gd name="connsiteY691" fmla="*/ 2620471 h 6858000"/>
              <a:gd name="connsiteX692" fmla="*/ 510577 w 7467600"/>
              <a:gd name="connsiteY692" fmla="*/ 2501244 h 6858000"/>
              <a:gd name="connsiteX693" fmla="*/ 211967 w 7467600"/>
              <a:gd name="connsiteY693" fmla="*/ 2479171 h 6858000"/>
              <a:gd name="connsiteX694" fmla="*/ 0 w 7467600"/>
              <a:gd name="connsiteY694" fmla="*/ 2476398 h 6858000"/>
              <a:gd name="connsiteX695" fmla="*/ 0 w 7467600"/>
              <a:gd name="connsiteY695" fmla="*/ 2389189 h 6858000"/>
              <a:gd name="connsiteX696" fmla="*/ 103062 w 7467600"/>
              <a:gd name="connsiteY696" fmla="*/ 2389518 h 6858000"/>
              <a:gd name="connsiteX697" fmla="*/ 510734 w 7467600"/>
              <a:gd name="connsiteY697" fmla="*/ 2416201 h 6858000"/>
              <a:gd name="connsiteX698" fmla="*/ 279257 w 7467600"/>
              <a:gd name="connsiteY698" fmla="*/ 2092102 h 6858000"/>
              <a:gd name="connsiteX699" fmla="*/ 65265 w 7467600"/>
              <a:gd name="connsiteY699" fmla="*/ 2006049 h 6858000"/>
              <a:gd name="connsiteX700" fmla="*/ 0 w 7467600"/>
              <a:gd name="connsiteY700" fmla="*/ 1982532 h 6858000"/>
              <a:gd name="connsiteX701" fmla="*/ 0 w 7467600"/>
              <a:gd name="connsiteY701" fmla="*/ 1912789 h 6858000"/>
              <a:gd name="connsiteX702" fmla="*/ 97460 w 7467600"/>
              <a:gd name="connsiteY702" fmla="*/ 1953725 h 6858000"/>
              <a:gd name="connsiteX703" fmla="*/ 221272 w 7467600"/>
              <a:gd name="connsiteY703" fmla="*/ 1980766 h 6858000"/>
              <a:gd name="connsiteX704" fmla="*/ 116765 w 7467600"/>
              <a:gd name="connsiteY704" fmla="*/ 1911033 h 6858000"/>
              <a:gd name="connsiteX705" fmla="*/ 16405 w 7467600"/>
              <a:gd name="connsiteY705" fmla="*/ 1803412 h 6858000"/>
              <a:gd name="connsiteX706" fmla="*/ 0 w 7467600"/>
              <a:gd name="connsiteY706" fmla="*/ 1784777 h 6858000"/>
              <a:gd name="connsiteX707" fmla="*/ 0 w 7467600"/>
              <a:gd name="connsiteY707" fmla="*/ 1740082 h 6858000"/>
              <a:gd name="connsiteX708" fmla="*/ 39394 w 7467600"/>
              <a:gd name="connsiteY708" fmla="*/ 1784856 h 6858000"/>
              <a:gd name="connsiteX709" fmla="*/ 135813 w 7467600"/>
              <a:gd name="connsiteY709" fmla="*/ 1888838 h 6858000"/>
              <a:gd name="connsiteX710" fmla="*/ 242575 w 7467600"/>
              <a:gd name="connsiteY710" fmla="*/ 1958841 h 6858000"/>
              <a:gd name="connsiteX711" fmla="*/ 82197 w 7467600"/>
              <a:gd name="connsiteY711" fmla="*/ 1754826 h 6858000"/>
              <a:gd name="connsiteX712" fmla="*/ 0 w 7467600"/>
              <a:gd name="connsiteY712" fmla="*/ 1679650 h 6858000"/>
              <a:gd name="connsiteX713" fmla="*/ 0 w 7467600"/>
              <a:gd name="connsiteY713" fmla="*/ 1602463 h 6858000"/>
              <a:gd name="connsiteX714" fmla="*/ 84689 w 7467600"/>
              <a:gd name="connsiteY714" fmla="*/ 1677442 h 6858000"/>
              <a:gd name="connsiteX715" fmla="*/ 298437 w 7467600"/>
              <a:gd name="connsiteY715" fmla="*/ 1968019 h 6858000"/>
              <a:gd name="connsiteX716" fmla="*/ 227269 w 7467600"/>
              <a:gd name="connsiteY716" fmla="*/ 1114064 h 6858000"/>
              <a:gd name="connsiteX717" fmla="*/ 248003 w 7467600"/>
              <a:gd name="connsiteY717" fmla="*/ 1089613 h 6858000"/>
              <a:gd name="connsiteX718" fmla="*/ 427020 w 7467600"/>
              <a:gd name="connsiteY718" fmla="*/ 1619803 h 6858000"/>
              <a:gd name="connsiteX719" fmla="*/ 340345 w 7467600"/>
              <a:gd name="connsiteY719" fmla="*/ 2027739 h 6858000"/>
              <a:gd name="connsiteX720" fmla="*/ 360865 w 7467600"/>
              <a:gd name="connsiteY720" fmla="*/ 2044827 h 6858000"/>
              <a:gd name="connsiteX721" fmla="*/ 560414 w 7467600"/>
              <a:gd name="connsiteY721" fmla="*/ 2421457 h 6858000"/>
              <a:gd name="connsiteX722" fmla="*/ 1359703 w 7467600"/>
              <a:gd name="connsiteY722" fmla="*/ 2578554 h 6858000"/>
              <a:gd name="connsiteX723" fmla="*/ 1359422 w 7467600"/>
              <a:gd name="connsiteY723" fmla="*/ 2577994 h 6858000"/>
              <a:gd name="connsiteX724" fmla="*/ 828701 w 7467600"/>
              <a:gd name="connsiteY724" fmla="*/ 1839520 h 6858000"/>
              <a:gd name="connsiteX725" fmla="*/ 494427 w 7467600"/>
              <a:gd name="connsiteY725" fmla="*/ 1092333 h 6858000"/>
              <a:gd name="connsiteX726" fmla="*/ 506322 w 7467600"/>
              <a:gd name="connsiteY726" fmla="*/ 1020997 h 6858000"/>
              <a:gd name="connsiteX727" fmla="*/ 4570198 w 7467600"/>
              <a:gd name="connsiteY727" fmla="*/ 978081 h 6858000"/>
              <a:gd name="connsiteX728" fmla="*/ 4523691 w 7467600"/>
              <a:gd name="connsiteY728" fmla="*/ 1127776 h 6858000"/>
              <a:gd name="connsiteX729" fmla="*/ 4509875 w 7467600"/>
              <a:gd name="connsiteY729" fmla="*/ 1167552 h 6858000"/>
              <a:gd name="connsiteX730" fmla="*/ 4478168 w 7467600"/>
              <a:gd name="connsiteY730" fmla="*/ 1260735 h 6858000"/>
              <a:gd name="connsiteX731" fmla="*/ 4409309 w 7467600"/>
              <a:gd name="connsiteY731" fmla="*/ 1666996 h 6858000"/>
              <a:gd name="connsiteX732" fmla="*/ 4370031 w 7467600"/>
              <a:gd name="connsiteY732" fmla="*/ 1955666 h 6858000"/>
              <a:gd name="connsiteX733" fmla="*/ 4570198 w 7467600"/>
              <a:gd name="connsiteY733" fmla="*/ 978081 h 6858000"/>
              <a:gd name="connsiteX734" fmla="*/ 4557898 w 7467600"/>
              <a:gd name="connsiteY734" fmla="*/ 900011 h 6858000"/>
              <a:gd name="connsiteX735" fmla="*/ 4344840 w 7467600"/>
              <a:gd name="connsiteY735" fmla="*/ 1922038 h 6858000"/>
              <a:gd name="connsiteX736" fmla="*/ 4378710 w 7467600"/>
              <a:gd name="connsiteY736" fmla="*/ 1665516 h 6858000"/>
              <a:gd name="connsiteX737" fmla="*/ 4448798 w 7467600"/>
              <a:gd name="connsiteY737" fmla="*/ 1253024 h 6858000"/>
              <a:gd name="connsiteX738" fmla="*/ 4480315 w 7467600"/>
              <a:gd name="connsiteY738" fmla="*/ 1158454 h 6858000"/>
              <a:gd name="connsiteX739" fmla="*/ 4494133 w 7467600"/>
              <a:gd name="connsiteY739" fmla="*/ 1118676 h 6858000"/>
              <a:gd name="connsiteX740" fmla="*/ 4557898 w 7467600"/>
              <a:gd name="connsiteY740" fmla="*/ 900011 h 6858000"/>
              <a:gd name="connsiteX741" fmla="*/ 5870151 w 7467600"/>
              <a:gd name="connsiteY741" fmla="*/ 898890 h 6858000"/>
              <a:gd name="connsiteX742" fmla="*/ 5861335 w 7467600"/>
              <a:gd name="connsiteY742" fmla="*/ 899177 h 6858000"/>
              <a:gd name="connsiteX743" fmla="*/ 5843702 w 7467600"/>
              <a:gd name="connsiteY743" fmla="*/ 899748 h 6858000"/>
              <a:gd name="connsiteX744" fmla="*/ 5651107 w 7467600"/>
              <a:gd name="connsiteY744" fmla="*/ 920306 h 6858000"/>
              <a:gd name="connsiteX745" fmla="*/ 5459407 w 7467600"/>
              <a:gd name="connsiteY745" fmla="*/ 940975 h 6858000"/>
              <a:gd name="connsiteX746" fmla="*/ 5374846 w 7467600"/>
              <a:gd name="connsiteY746" fmla="*/ 941988 h 6858000"/>
              <a:gd name="connsiteX747" fmla="*/ 5256105 w 7467600"/>
              <a:gd name="connsiteY747" fmla="*/ 945632 h 6858000"/>
              <a:gd name="connsiteX748" fmla="*/ 5107071 w 7467600"/>
              <a:gd name="connsiteY748" fmla="*/ 969720 h 6858000"/>
              <a:gd name="connsiteX749" fmla="*/ 4998681 w 7467600"/>
              <a:gd name="connsiteY749" fmla="*/ 988771 h 6858000"/>
              <a:gd name="connsiteX750" fmla="*/ 5870151 w 7467600"/>
              <a:gd name="connsiteY750" fmla="*/ 898890 h 6858000"/>
              <a:gd name="connsiteX751" fmla="*/ 5504425 w 7467600"/>
              <a:gd name="connsiteY751" fmla="*/ 848067 h 6858000"/>
              <a:gd name="connsiteX752" fmla="*/ 4968849 w 7467600"/>
              <a:gd name="connsiteY752" fmla="*/ 962318 h 6858000"/>
              <a:gd name="connsiteX753" fmla="*/ 5104039 w 7467600"/>
              <a:gd name="connsiteY753" fmla="*/ 940634 h 6858000"/>
              <a:gd name="connsiteX754" fmla="*/ 5256311 w 7467600"/>
              <a:gd name="connsiteY754" fmla="*/ 916490 h 6858000"/>
              <a:gd name="connsiteX755" fmla="*/ 5377381 w 7467600"/>
              <a:gd name="connsiteY755" fmla="*/ 912671 h 6858000"/>
              <a:gd name="connsiteX756" fmla="*/ 5460148 w 7467600"/>
              <a:gd name="connsiteY756" fmla="*/ 911442 h 6858000"/>
              <a:gd name="connsiteX757" fmla="*/ 5648971 w 7467600"/>
              <a:gd name="connsiteY757" fmla="*/ 891331 h 6858000"/>
              <a:gd name="connsiteX758" fmla="*/ 5844807 w 7467600"/>
              <a:gd name="connsiteY758" fmla="*/ 870718 h 6858000"/>
              <a:gd name="connsiteX759" fmla="*/ 5862975 w 7467600"/>
              <a:gd name="connsiteY759" fmla="*/ 869756 h 6858000"/>
              <a:gd name="connsiteX760" fmla="*/ 5920887 w 7467600"/>
              <a:gd name="connsiteY760" fmla="*/ 865929 h 6858000"/>
              <a:gd name="connsiteX761" fmla="*/ 5504425 w 7467600"/>
              <a:gd name="connsiteY761" fmla="*/ 848067 h 6858000"/>
              <a:gd name="connsiteX762" fmla="*/ 3607114 w 7467600"/>
              <a:gd name="connsiteY762" fmla="*/ 467441 h 6858000"/>
              <a:gd name="connsiteX763" fmla="*/ 3296242 w 7467600"/>
              <a:gd name="connsiteY763" fmla="*/ 807991 h 6858000"/>
              <a:gd name="connsiteX764" fmla="*/ 3174674 w 7467600"/>
              <a:gd name="connsiteY764" fmla="*/ 919759 h 6858000"/>
              <a:gd name="connsiteX765" fmla="*/ 3042978 w 7467600"/>
              <a:gd name="connsiteY765" fmla="*/ 1054894 h 6858000"/>
              <a:gd name="connsiteX766" fmla="*/ 2968914 w 7467600"/>
              <a:gd name="connsiteY766" fmla="*/ 1133756 h 6858000"/>
              <a:gd name="connsiteX767" fmla="*/ 3103823 w 7467600"/>
              <a:gd name="connsiteY767" fmla="*/ 1026814 h 6858000"/>
              <a:gd name="connsiteX768" fmla="*/ 3607114 w 7467600"/>
              <a:gd name="connsiteY768" fmla="*/ 467441 h 6858000"/>
              <a:gd name="connsiteX769" fmla="*/ 3744487 w 7467600"/>
              <a:gd name="connsiteY769" fmla="*/ 383136 h 6858000"/>
              <a:gd name="connsiteX770" fmla="*/ 3970213 w 7467600"/>
              <a:gd name="connsiteY770" fmla="*/ 995559 h 6858000"/>
              <a:gd name="connsiteX771" fmla="*/ 3744487 w 7467600"/>
              <a:gd name="connsiteY771" fmla="*/ 383136 h 6858000"/>
              <a:gd name="connsiteX772" fmla="*/ 3624562 w 7467600"/>
              <a:gd name="connsiteY772" fmla="*/ 367041 h 6858000"/>
              <a:gd name="connsiteX773" fmla="*/ 3489712 w 7467600"/>
              <a:gd name="connsiteY773" fmla="*/ 485386 h 6858000"/>
              <a:gd name="connsiteX774" fmla="*/ 3182994 w 7467600"/>
              <a:gd name="connsiteY774" fmla="*/ 828265 h 6858000"/>
              <a:gd name="connsiteX775" fmla="*/ 2892114 w 7467600"/>
              <a:gd name="connsiteY775" fmla="*/ 1172635 h 6858000"/>
              <a:gd name="connsiteX776" fmla="*/ 3021459 w 7467600"/>
              <a:gd name="connsiteY776" fmla="*/ 1035385 h 6858000"/>
              <a:gd name="connsiteX777" fmla="*/ 3153873 w 7467600"/>
              <a:gd name="connsiteY777" fmla="*/ 898971 h 6858000"/>
              <a:gd name="connsiteX778" fmla="*/ 3276511 w 7467600"/>
              <a:gd name="connsiteY778" fmla="*/ 786423 h 6858000"/>
              <a:gd name="connsiteX779" fmla="*/ 3584154 w 7467600"/>
              <a:gd name="connsiteY779" fmla="*/ 448218 h 6858000"/>
              <a:gd name="connsiteX780" fmla="*/ 3624562 w 7467600"/>
              <a:gd name="connsiteY780" fmla="*/ 367041 h 6858000"/>
              <a:gd name="connsiteX781" fmla="*/ 3766672 w 7467600"/>
              <a:gd name="connsiteY781" fmla="*/ 359429 h 6858000"/>
              <a:gd name="connsiteX782" fmla="*/ 3996338 w 7467600"/>
              <a:gd name="connsiteY782" fmla="*/ 968237 h 6858000"/>
              <a:gd name="connsiteX783" fmla="*/ 3766672 w 7467600"/>
              <a:gd name="connsiteY783" fmla="*/ 359429 h 6858000"/>
              <a:gd name="connsiteX784" fmla="*/ 5805386 w 7467600"/>
              <a:gd name="connsiteY784" fmla="*/ 239240 h 6858000"/>
              <a:gd name="connsiteX785" fmla="*/ 5736947 w 7467600"/>
              <a:gd name="connsiteY785" fmla="*/ 261367 h 6858000"/>
              <a:gd name="connsiteX786" fmla="*/ 5427012 w 7467600"/>
              <a:gd name="connsiteY786" fmla="*/ 311272 h 6858000"/>
              <a:gd name="connsiteX787" fmla="*/ 5147818 w 7467600"/>
              <a:gd name="connsiteY787" fmla="*/ 322112 h 6858000"/>
              <a:gd name="connsiteX788" fmla="*/ 5060854 w 7467600"/>
              <a:gd name="connsiteY788" fmla="*/ 311882 h 6858000"/>
              <a:gd name="connsiteX789" fmla="*/ 4945989 w 7467600"/>
              <a:gd name="connsiteY789" fmla="*/ 300516 h 6858000"/>
              <a:gd name="connsiteX790" fmla="*/ 5410479 w 7467600"/>
              <a:gd name="connsiteY790" fmla="*/ 348434 h 6858000"/>
              <a:gd name="connsiteX791" fmla="*/ 5805386 w 7467600"/>
              <a:gd name="connsiteY791" fmla="*/ 239240 h 6858000"/>
              <a:gd name="connsiteX792" fmla="*/ 5905192 w 7467600"/>
              <a:gd name="connsiteY792" fmla="*/ 163079 h 6858000"/>
              <a:gd name="connsiteX793" fmla="*/ 5865655 w 7467600"/>
              <a:gd name="connsiteY793" fmla="*/ 171901 h 6858000"/>
              <a:gd name="connsiteX794" fmla="*/ 5259740 w 7467600"/>
              <a:gd name="connsiteY794" fmla="*/ 257013 h 6858000"/>
              <a:gd name="connsiteX795" fmla="*/ 5208466 w 7467600"/>
              <a:gd name="connsiteY795" fmla="*/ 257550 h 6858000"/>
              <a:gd name="connsiteX796" fmla="*/ 4980204 w 7467600"/>
              <a:gd name="connsiteY796" fmla="*/ 271903 h 6858000"/>
              <a:gd name="connsiteX797" fmla="*/ 5068068 w 7467600"/>
              <a:gd name="connsiteY797" fmla="*/ 282244 h 6858000"/>
              <a:gd name="connsiteX798" fmla="*/ 5153231 w 7467600"/>
              <a:gd name="connsiteY798" fmla="*/ 292240 h 6858000"/>
              <a:gd name="connsiteX799" fmla="*/ 5426491 w 7467600"/>
              <a:gd name="connsiteY799" fmla="*/ 281128 h 6858000"/>
              <a:gd name="connsiteX800" fmla="*/ 5731212 w 7467600"/>
              <a:gd name="connsiteY800" fmla="*/ 231951 h 6858000"/>
              <a:gd name="connsiteX801" fmla="*/ 5905192 w 7467600"/>
              <a:gd name="connsiteY801" fmla="*/ 163079 h 6858000"/>
              <a:gd name="connsiteX802" fmla="*/ 5944437 w 7467600"/>
              <a:gd name="connsiteY802" fmla="*/ 113829 h 6858000"/>
              <a:gd name="connsiteX803" fmla="*/ 5825032 w 7467600"/>
              <a:gd name="connsiteY803" fmla="*/ 146405 h 6858000"/>
              <a:gd name="connsiteX804" fmla="*/ 4955599 w 7467600"/>
              <a:gd name="connsiteY804" fmla="*/ 247008 h 6858000"/>
              <a:gd name="connsiteX805" fmla="*/ 5210104 w 7467600"/>
              <a:gd name="connsiteY805" fmla="*/ 228123 h 6858000"/>
              <a:gd name="connsiteX806" fmla="*/ 5261015 w 7467600"/>
              <a:gd name="connsiteY806" fmla="*/ 227087 h 6858000"/>
              <a:gd name="connsiteX807" fmla="*/ 5861181 w 7467600"/>
              <a:gd name="connsiteY807" fmla="*/ 143093 h 6858000"/>
              <a:gd name="connsiteX808" fmla="*/ 5961252 w 7467600"/>
              <a:gd name="connsiteY808" fmla="*/ 114820 h 6858000"/>
              <a:gd name="connsiteX809" fmla="*/ 5944437 w 7467600"/>
              <a:gd name="connsiteY809" fmla="*/ 113829 h 6858000"/>
              <a:gd name="connsiteX810" fmla="*/ 3882765 w 7467600"/>
              <a:gd name="connsiteY810" fmla="*/ 0 h 6858000"/>
              <a:gd name="connsiteX811" fmla="*/ 3995099 w 7467600"/>
              <a:gd name="connsiteY811" fmla="*/ 0 h 6858000"/>
              <a:gd name="connsiteX812" fmla="*/ 4163818 w 7467600"/>
              <a:gd name="connsiteY812" fmla="*/ 234104 h 6858000"/>
              <a:gd name="connsiteX813" fmla="*/ 4172099 w 7467600"/>
              <a:gd name="connsiteY813" fmla="*/ 234207 h 6858000"/>
              <a:gd name="connsiteX814" fmla="*/ 4784282 w 7467600"/>
              <a:gd name="connsiteY814" fmla="*/ 276561 h 6858000"/>
              <a:gd name="connsiteX815" fmla="*/ 4801687 w 7467600"/>
              <a:gd name="connsiteY815" fmla="*/ 267764 h 6858000"/>
              <a:gd name="connsiteX816" fmla="*/ 6082788 w 7467600"/>
              <a:gd name="connsiteY816" fmla="*/ 64119 h 6858000"/>
              <a:gd name="connsiteX817" fmla="*/ 6099442 w 7467600"/>
              <a:gd name="connsiteY817" fmla="*/ 82568 h 6858000"/>
              <a:gd name="connsiteX818" fmla="*/ 4804137 w 7467600"/>
              <a:gd name="connsiteY818" fmla="*/ 320931 h 6858000"/>
              <a:gd name="connsiteX819" fmla="*/ 4227047 w 7467600"/>
              <a:gd name="connsiteY819" fmla="*/ 313415 h 6858000"/>
              <a:gd name="connsiteX820" fmla="*/ 4346041 w 7467600"/>
              <a:gd name="connsiteY820" fmla="*/ 456086 h 6858000"/>
              <a:gd name="connsiteX821" fmla="*/ 4870967 w 7467600"/>
              <a:gd name="connsiteY821" fmla="*/ 963061 h 6858000"/>
              <a:gd name="connsiteX822" fmla="*/ 4889647 w 7467600"/>
              <a:gd name="connsiteY822" fmla="*/ 957147 h 6858000"/>
              <a:gd name="connsiteX823" fmla="*/ 5422504 w 7467600"/>
              <a:gd name="connsiteY823" fmla="*/ 805191 h 6858000"/>
              <a:gd name="connsiteX824" fmla="*/ 6087656 w 7467600"/>
              <a:gd name="connsiteY824" fmla="*/ 826703 h 6858000"/>
              <a:gd name="connsiteX825" fmla="*/ 6058717 w 7467600"/>
              <a:gd name="connsiteY825" fmla="*/ 865992 h 6858000"/>
              <a:gd name="connsiteX826" fmla="*/ 4974153 w 7467600"/>
              <a:gd name="connsiteY826" fmla="*/ 1045456 h 6858000"/>
              <a:gd name="connsiteX827" fmla="*/ 5627835 w 7467600"/>
              <a:gd name="connsiteY827" fmla="*/ 1472077 h 6858000"/>
              <a:gd name="connsiteX828" fmla="*/ 5629817 w 7467600"/>
              <a:gd name="connsiteY828" fmla="*/ 1471412 h 6858000"/>
              <a:gd name="connsiteX829" fmla="*/ 5634124 w 7467600"/>
              <a:gd name="connsiteY829" fmla="*/ 1470572 h 6858000"/>
              <a:gd name="connsiteX830" fmla="*/ 5755832 w 7467600"/>
              <a:gd name="connsiteY830" fmla="*/ 1383886 h 6858000"/>
              <a:gd name="connsiteX831" fmla="*/ 6014186 w 7467600"/>
              <a:gd name="connsiteY831" fmla="*/ 1279799 h 6858000"/>
              <a:gd name="connsiteX832" fmla="*/ 6901619 w 7467600"/>
              <a:gd name="connsiteY832" fmla="*/ 1047874 h 6858000"/>
              <a:gd name="connsiteX833" fmla="*/ 6931566 w 7467600"/>
              <a:gd name="connsiteY833" fmla="*/ 1062034 h 6858000"/>
              <a:gd name="connsiteX834" fmla="*/ 5790982 w 7467600"/>
              <a:gd name="connsiteY834" fmla="*/ 1561380 h 6858000"/>
              <a:gd name="connsiteX835" fmla="*/ 6188971 w 7467600"/>
              <a:gd name="connsiteY835" fmla="*/ 1755168 h 6858000"/>
              <a:gd name="connsiteX836" fmla="*/ 6202446 w 7467600"/>
              <a:gd name="connsiteY836" fmla="*/ 1752268 h 6858000"/>
              <a:gd name="connsiteX837" fmla="*/ 7179560 w 7467600"/>
              <a:gd name="connsiteY837" fmla="*/ 1467551 h 6858000"/>
              <a:gd name="connsiteX838" fmla="*/ 7158730 w 7467600"/>
              <a:gd name="connsiteY838" fmla="*/ 1507835 h 6858000"/>
              <a:gd name="connsiteX839" fmla="*/ 6326959 w 7467600"/>
              <a:gd name="connsiteY839" fmla="*/ 1817686 h 6858000"/>
              <a:gd name="connsiteX840" fmla="*/ 6537433 w 7467600"/>
              <a:gd name="connsiteY840" fmla="*/ 1907790 h 6858000"/>
              <a:gd name="connsiteX841" fmla="*/ 6550221 w 7467600"/>
              <a:gd name="connsiteY841" fmla="*/ 1910729 h 6858000"/>
              <a:gd name="connsiteX842" fmla="*/ 6964438 w 7467600"/>
              <a:gd name="connsiteY842" fmla="*/ 2209505 h 6858000"/>
              <a:gd name="connsiteX843" fmla="*/ 7367862 w 7467600"/>
              <a:gd name="connsiteY843" fmla="*/ 2806833 h 6858000"/>
              <a:gd name="connsiteX844" fmla="*/ 7364329 w 7467600"/>
              <a:gd name="connsiteY844" fmla="*/ 2826907 h 6858000"/>
              <a:gd name="connsiteX845" fmla="*/ 7290545 w 7467600"/>
              <a:gd name="connsiteY845" fmla="*/ 2850663 h 6858000"/>
              <a:gd name="connsiteX846" fmla="*/ 6472036 w 7467600"/>
              <a:gd name="connsiteY846" fmla="*/ 1959003 h 6858000"/>
              <a:gd name="connsiteX847" fmla="*/ 5792897 w 7467600"/>
              <a:gd name="connsiteY847" fmla="*/ 1647747 h 6858000"/>
              <a:gd name="connsiteX848" fmla="*/ 5842751 w 7467600"/>
              <a:gd name="connsiteY848" fmla="*/ 1816112 h 6858000"/>
              <a:gd name="connsiteX849" fmla="*/ 5847424 w 7467600"/>
              <a:gd name="connsiteY849" fmla="*/ 1815776 h 6858000"/>
              <a:gd name="connsiteX850" fmla="*/ 6399821 w 7467600"/>
              <a:gd name="connsiteY850" fmla="*/ 2344799 h 6858000"/>
              <a:gd name="connsiteX851" fmla="*/ 6323232 w 7467600"/>
              <a:gd name="connsiteY851" fmla="*/ 2389634 h 6858000"/>
              <a:gd name="connsiteX852" fmla="*/ 5942958 w 7467600"/>
              <a:gd name="connsiteY852" fmla="*/ 2077708 h 6858000"/>
              <a:gd name="connsiteX853" fmla="*/ 5921559 w 7467600"/>
              <a:gd name="connsiteY853" fmla="*/ 2378596 h 6858000"/>
              <a:gd name="connsiteX854" fmla="*/ 5817651 w 7467600"/>
              <a:gd name="connsiteY854" fmla="*/ 3023919 h 6858000"/>
              <a:gd name="connsiteX855" fmla="*/ 5729634 w 7467600"/>
              <a:gd name="connsiteY855" fmla="*/ 3051849 h 6858000"/>
              <a:gd name="connsiteX856" fmla="*/ 5611018 w 7467600"/>
              <a:gd name="connsiteY856" fmla="*/ 2316769 h 6858000"/>
              <a:gd name="connsiteX857" fmla="*/ 5687608 w 7467600"/>
              <a:gd name="connsiteY857" fmla="*/ 2039972 h 6858000"/>
              <a:gd name="connsiteX858" fmla="*/ 5657554 w 7467600"/>
              <a:gd name="connsiteY858" fmla="*/ 1576445 h 6858000"/>
              <a:gd name="connsiteX859" fmla="*/ 5150475 w 7467600"/>
              <a:gd name="connsiteY859" fmla="*/ 1274012 h 6858000"/>
              <a:gd name="connsiteX860" fmla="*/ 5349142 w 7467600"/>
              <a:gd name="connsiteY860" fmla="*/ 2204405 h 6858000"/>
              <a:gd name="connsiteX861" fmla="*/ 5262214 w 7467600"/>
              <a:gd name="connsiteY861" fmla="*/ 2233836 h 6858000"/>
              <a:gd name="connsiteX862" fmla="*/ 4981539 w 7467600"/>
              <a:gd name="connsiteY862" fmla="*/ 1542201 h 6858000"/>
              <a:gd name="connsiteX863" fmla="*/ 4958461 w 7467600"/>
              <a:gd name="connsiteY863" fmla="*/ 1136957 h 6858000"/>
              <a:gd name="connsiteX864" fmla="*/ 4655015 w 7467600"/>
              <a:gd name="connsiteY864" fmla="*/ 891426 h 6858000"/>
              <a:gd name="connsiteX865" fmla="*/ 4348002 w 7467600"/>
              <a:gd name="connsiteY865" fmla="*/ 2205895 h 6858000"/>
              <a:gd name="connsiteX866" fmla="*/ 4262250 w 7467600"/>
              <a:gd name="connsiteY866" fmla="*/ 2219972 h 6858000"/>
              <a:gd name="connsiteX867" fmla="*/ 4550611 w 7467600"/>
              <a:gd name="connsiteY867" fmla="*/ 817540 h 6858000"/>
              <a:gd name="connsiteX868" fmla="*/ 4564418 w 7467600"/>
              <a:gd name="connsiteY868" fmla="*/ 808293 h 6858000"/>
              <a:gd name="connsiteX869" fmla="*/ 4266388 w 7467600"/>
              <a:gd name="connsiteY869" fmla="*/ 500083 h 6858000"/>
              <a:gd name="connsiteX870" fmla="*/ 4032842 w 7467600"/>
              <a:gd name="connsiteY870" fmla="*/ 211809 h 6858000"/>
              <a:gd name="connsiteX871" fmla="*/ 3882765 w 7467600"/>
              <a:gd name="connsiteY871" fmla="*/ 0 h 6858000"/>
              <a:gd name="connsiteX872" fmla="*/ 3721337 w 7467600"/>
              <a:gd name="connsiteY872" fmla="*/ 0 h 6858000"/>
              <a:gd name="connsiteX873" fmla="*/ 3797544 w 7467600"/>
              <a:gd name="connsiteY873" fmla="*/ 0 h 6858000"/>
              <a:gd name="connsiteX874" fmla="*/ 3775734 w 7467600"/>
              <a:gd name="connsiteY874" fmla="*/ 95131 h 6858000"/>
              <a:gd name="connsiteX875" fmla="*/ 3724807 w 7467600"/>
              <a:gd name="connsiteY875" fmla="*/ 272257 h 6858000"/>
              <a:gd name="connsiteX876" fmla="*/ 3726844 w 7467600"/>
              <a:gd name="connsiteY876" fmla="*/ 282988 h 6858000"/>
              <a:gd name="connsiteX877" fmla="*/ 3742664 w 7467600"/>
              <a:gd name="connsiteY877" fmla="*/ 279918 h 6858000"/>
              <a:gd name="connsiteX878" fmla="*/ 4103910 w 7467600"/>
              <a:gd name="connsiteY878" fmla="*/ 1161917 h 6858000"/>
              <a:gd name="connsiteX879" fmla="*/ 4020269 w 7467600"/>
              <a:gd name="connsiteY879" fmla="*/ 1200406 h 6858000"/>
              <a:gd name="connsiteX880" fmla="*/ 3674882 w 7467600"/>
              <a:gd name="connsiteY880" fmla="*/ 488524 h 6858000"/>
              <a:gd name="connsiteX881" fmla="*/ 3132682 w 7467600"/>
              <a:gd name="connsiteY881" fmla="*/ 1072284 h 6858000"/>
              <a:gd name="connsiteX882" fmla="*/ 2716346 w 7467600"/>
              <a:gd name="connsiteY882" fmla="*/ 1276376 h 6858000"/>
              <a:gd name="connsiteX883" fmla="*/ 2716772 w 7467600"/>
              <a:gd name="connsiteY883" fmla="*/ 1255462 h 6858000"/>
              <a:gd name="connsiteX884" fmla="*/ 3471096 w 7467600"/>
              <a:gd name="connsiteY884" fmla="*/ 437072 h 6858000"/>
              <a:gd name="connsiteX885" fmla="*/ 3639057 w 7467600"/>
              <a:gd name="connsiteY885" fmla="*/ 286334 h 6858000"/>
              <a:gd name="connsiteX886" fmla="*/ 3640309 w 7467600"/>
              <a:gd name="connsiteY886" fmla="*/ 284664 h 6858000"/>
              <a:gd name="connsiteX887" fmla="*/ 3646022 w 7467600"/>
              <a:gd name="connsiteY887" fmla="*/ 276711 h 6858000"/>
              <a:gd name="connsiteX888" fmla="*/ 3707943 w 7467600"/>
              <a:gd name="connsiteY888" fmla="*/ 65958 h 6858000"/>
              <a:gd name="connsiteX889" fmla="*/ 3721337 w 7467600"/>
              <a:gd name="connsiteY889" fmla="*/ 0 h 6858000"/>
              <a:gd name="connsiteX890" fmla="*/ 2867960 w 7467600"/>
              <a:gd name="connsiteY890" fmla="*/ 0 h 6858000"/>
              <a:gd name="connsiteX891" fmla="*/ 2926351 w 7467600"/>
              <a:gd name="connsiteY891" fmla="*/ 0 h 6858000"/>
              <a:gd name="connsiteX892" fmla="*/ 2902823 w 7467600"/>
              <a:gd name="connsiteY892" fmla="*/ 262929 h 6858000"/>
              <a:gd name="connsiteX893" fmla="*/ 2940663 w 7467600"/>
              <a:gd name="connsiteY893" fmla="*/ 140884 h 6858000"/>
              <a:gd name="connsiteX894" fmla="*/ 2947039 w 7467600"/>
              <a:gd name="connsiteY894" fmla="*/ 122524 h 6858000"/>
              <a:gd name="connsiteX895" fmla="*/ 2984316 w 7467600"/>
              <a:gd name="connsiteY895" fmla="*/ 0 h 6858000"/>
              <a:gd name="connsiteX896" fmla="*/ 3016114 w 7467600"/>
              <a:gd name="connsiteY896" fmla="*/ 0 h 6858000"/>
              <a:gd name="connsiteX897" fmla="*/ 2979949 w 7467600"/>
              <a:gd name="connsiteY897" fmla="*/ 119274 h 6858000"/>
              <a:gd name="connsiteX898" fmla="*/ 3023879 w 7467600"/>
              <a:gd name="connsiteY898" fmla="*/ 0 h 6858000"/>
              <a:gd name="connsiteX899" fmla="*/ 3105400 w 7467600"/>
              <a:gd name="connsiteY899" fmla="*/ 0 h 6858000"/>
              <a:gd name="connsiteX900" fmla="*/ 3094669 w 7467600"/>
              <a:gd name="connsiteY900" fmla="*/ 30308 h 6858000"/>
              <a:gd name="connsiteX901" fmla="*/ 2901945 w 7467600"/>
              <a:gd name="connsiteY901" fmla="*/ 466538 h 6858000"/>
              <a:gd name="connsiteX902" fmla="*/ 2815209 w 7467600"/>
              <a:gd name="connsiteY902" fmla="*/ 497361 h 6858000"/>
              <a:gd name="connsiteX903" fmla="*/ 2844845 w 7467600"/>
              <a:gd name="connsiteY903" fmla="*/ 127638 h 6858000"/>
              <a:gd name="connsiteX904" fmla="*/ 2867960 w 7467600"/>
              <a:gd name="connsiteY904" fmla="*/ 0 h 6858000"/>
              <a:gd name="connsiteX905" fmla="*/ 1057230 w 7467600"/>
              <a:gd name="connsiteY905" fmla="*/ 0 h 6858000"/>
              <a:gd name="connsiteX906" fmla="*/ 1111003 w 7467600"/>
              <a:gd name="connsiteY906" fmla="*/ 0 h 6858000"/>
              <a:gd name="connsiteX907" fmla="*/ 1125553 w 7467600"/>
              <a:gd name="connsiteY907" fmla="*/ 52588 h 6858000"/>
              <a:gd name="connsiteX908" fmla="*/ 1304276 w 7467600"/>
              <a:gd name="connsiteY908" fmla="*/ 476275 h 6858000"/>
              <a:gd name="connsiteX909" fmla="*/ 1492066 w 7467600"/>
              <a:gd name="connsiteY909" fmla="*/ 886333 h 6858000"/>
              <a:gd name="connsiteX910" fmla="*/ 1423698 w 7467600"/>
              <a:gd name="connsiteY910" fmla="*/ 710817 h 6858000"/>
              <a:gd name="connsiteX911" fmla="*/ 1357609 w 7467600"/>
              <a:gd name="connsiteY911" fmla="*/ 532892 h 6858000"/>
              <a:gd name="connsiteX912" fmla="*/ 1309550 w 7467600"/>
              <a:gd name="connsiteY912" fmla="*/ 374031 h 6858000"/>
              <a:gd name="connsiteX913" fmla="*/ 1193673 w 7467600"/>
              <a:gd name="connsiteY913" fmla="*/ 49533 h 6858000"/>
              <a:gd name="connsiteX914" fmla="*/ 1164391 w 7467600"/>
              <a:gd name="connsiteY914" fmla="*/ 0 h 6858000"/>
              <a:gd name="connsiteX915" fmla="*/ 1200666 w 7467600"/>
              <a:gd name="connsiteY915" fmla="*/ 0 h 6858000"/>
              <a:gd name="connsiteX916" fmla="*/ 1223408 w 7467600"/>
              <a:gd name="connsiteY916" fmla="*/ 38996 h 6858000"/>
              <a:gd name="connsiteX917" fmla="*/ 1339635 w 7467600"/>
              <a:gd name="connsiteY917" fmla="*/ 365517 h 6858000"/>
              <a:gd name="connsiteX918" fmla="*/ 1387469 w 7467600"/>
              <a:gd name="connsiteY918" fmla="*/ 523079 h 6858000"/>
              <a:gd name="connsiteX919" fmla="*/ 1452685 w 7467600"/>
              <a:gd name="connsiteY919" fmla="*/ 699806 h 6858000"/>
              <a:gd name="connsiteX920" fmla="*/ 1492092 w 7467600"/>
              <a:gd name="connsiteY920" fmla="*/ 800424 h 6858000"/>
              <a:gd name="connsiteX921" fmla="*/ 1455302 w 7467600"/>
              <a:gd name="connsiteY921" fmla="*/ 632913 h 6858000"/>
              <a:gd name="connsiteX922" fmla="*/ 1222336 w 7467600"/>
              <a:gd name="connsiteY922" fmla="*/ 9480 h 6858000"/>
              <a:gd name="connsiteX923" fmla="*/ 1214634 w 7467600"/>
              <a:gd name="connsiteY923" fmla="*/ 0 h 6858000"/>
              <a:gd name="connsiteX924" fmla="*/ 1289827 w 7467600"/>
              <a:gd name="connsiteY924" fmla="*/ 0 h 6858000"/>
              <a:gd name="connsiteX925" fmla="*/ 1321076 w 7467600"/>
              <a:gd name="connsiteY925" fmla="*/ 59722 h 6858000"/>
              <a:gd name="connsiteX926" fmla="*/ 1512579 w 7467600"/>
              <a:gd name="connsiteY926" fmla="*/ 626441 h 6858000"/>
              <a:gd name="connsiteX927" fmla="*/ 1506076 w 7467600"/>
              <a:gd name="connsiteY927" fmla="*/ 1089289 h 6858000"/>
              <a:gd name="connsiteX928" fmla="*/ 1486346 w 7467600"/>
              <a:gd name="connsiteY928" fmla="*/ 1079919 h 6858000"/>
              <a:gd name="connsiteX929" fmla="*/ 1070511 w 7467600"/>
              <a:gd name="connsiteY929" fmla="*/ 48609 h 6858000"/>
              <a:gd name="connsiteX930" fmla="*/ 1057230 w 7467600"/>
              <a:gd name="connsiteY930" fmla="*/ 0 h 6858000"/>
              <a:gd name="connsiteX931" fmla="*/ 43151 w 7467600"/>
              <a:gd name="connsiteY931" fmla="*/ 0 h 6858000"/>
              <a:gd name="connsiteX932" fmla="*/ 95283 w 7467600"/>
              <a:gd name="connsiteY932" fmla="*/ 0 h 6858000"/>
              <a:gd name="connsiteX933" fmla="*/ 300708 w 7467600"/>
              <a:gd name="connsiteY933" fmla="*/ 154571 h 6858000"/>
              <a:gd name="connsiteX934" fmla="*/ 530414 w 7467600"/>
              <a:gd name="connsiteY934" fmla="*/ 354673 h 6858000"/>
              <a:gd name="connsiteX935" fmla="*/ 333785 w 7467600"/>
              <a:gd name="connsiteY935" fmla="*/ 161564 h 6858000"/>
              <a:gd name="connsiteX936" fmla="*/ 147005 w 7467600"/>
              <a:gd name="connsiteY936" fmla="*/ 0 h 6858000"/>
              <a:gd name="connsiteX937" fmla="*/ 272509 w 7467600"/>
              <a:gd name="connsiteY937" fmla="*/ 0 h 6858000"/>
              <a:gd name="connsiteX938" fmla="*/ 326276 w 7467600"/>
              <a:gd name="connsiteY938" fmla="*/ 45847 h 6858000"/>
              <a:gd name="connsiteX939" fmla="*/ 823759 w 7467600"/>
              <a:gd name="connsiteY939" fmla="*/ 574145 h 6858000"/>
              <a:gd name="connsiteX940" fmla="*/ 811254 w 7467600"/>
              <a:gd name="connsiteY940" fmla="*/ 665546 h 6858000"/>
              <a:gd name="connsiteX941" fmla="*/ 154042 w 7467600"/>
              <a:gd name="connsiteY941" fmla="*/ 261522 h 6858000"/>
              <a:gd name="connsiteX942" fmla="*/ 13550 w 7467600"/>
              <a:gd name="connsiteY942" fmla="*/ 158423 h 6858000"/>
              <a:gd name="connsiteX943" fmla="*/ 0 w 7467600"/>
              <a:gd name="connsiteY943" fmla="*/ 146618 h 6858000"/>
              <a:gd name="connsiteX944" fmla="*/ 0 w 7467600"/>
              <a:gd name="connsiteY944" fmla="*/ 59161 h 6858000"/>
              <a:gd name="connsiteX945" fmla="*/ 45427 w 7467600"/>
              <a:gd name="connsiteY945" fmla="*/ 101078 h 6858000"/>
              <a:gd name="connsiteX946" fmla="*/ 630103 w 7467600"/>
              <a:gd name="connsiteY946" fmla="*/ 485885 h 6858000"/>
              <a:gd name="connsiteX947" fmla="*/ 532040 w 7467600"/>
              <a:gd name="connsiteY947" fmla="*/ 399359 h 6858000"/>
              <a:gd name="connsiteX948" fmla="*/ 517618 w 7467600"/>
              <a:gd name="connsiteY948" fmla="*/ 385726 h 6858000"/>
              <a:gd name="connsiteX949" fmla="*/ 285074 w 7467600"/>
              <a:gd name="connsiteY949" fmla="*/ 182755 h 6858000"/>
              <a:gd name="connsiteX950" fmla="*/ 43151 w 7467600"/>
              <a:gd name="connsiteY95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3149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1019354 w 7467600"/>
              <a:gd name="connsiteY18" fmla="*/ 6315006 h 6858000"/>
              <a:gd name="connsiteX19" fmla="*/ 441046 w 7467600"/>
              <a:gd name="connsiteY19" fmla="*/ 6691153 h 6858000"/>
              <a:gd name="connsiteX20" fmla="*/ 1019354 w 7467600"/>
              <a:gd name="connsiteY20" fmla="*/ 6315006 h 6858000"/>
              <a:gd name="connsiteX21" fmla="*/ 991680 w 7467600"/>
              <a:gd name="connsiteY21" fmla="*/ 6298413 h 6858000"/>
              <a:gd name="connsiteX22" fmla="*/ 409060 w 7467600"/>
              <a:gd name="connsiteY22" fmla="*/ 6671470 h 6858000"/>
              <a:gd name="connsiteX23" fmla="*/ 991680 w 7467600"/>
              <a:gd name="connsiteY23" fmla="*/ 6298413 h 6858000"/>
              <a:gd name="connsiteX24" fmla="*/ 103333 w 7467600"/>
              <a:gd name="connsiteY24" fmla="*/ 5699602 h 6858000"/>
              <a:gd name="connsiteX25" fmla="*/ 233938 w 7467600"/>
              <a:gd name="connsiteY25" fmla="*/ 5809416 h 6858000"/>
              <a:gd name="connsiteX26" fmla="*/ 883580 w 7467600"/>
              <a:gd name="connsiteY26" fmla="*/ 6180710 h 6858000"/>
              <a:gd name="connsiteX27" fmla="*/ 487337 w 7467600"/>
              <a:gd name="connsiteY27" fmla="*/ 5950182 h 6858000"/>
              <a:gd name="connsiteX28" fmla="*/ 354051 w 7467600"/>
              <a:gd name="connsiteY28" fmla="*/ 5854912 h 6858000"/>
              <a:gd name="connsiteX29" fmla="*/ 195436 w 7467600"/>
              <a:gd name="connsiteY29" fmla="*/ 5755068 h 6858000"/>
              <a:gd name="connsiteX30" fmla="*/ 103333 w 7467600"/>
              <a:gd name="connsiteY30" fmla="*/ 5699602 h 6858000"/>
              <a:gd name="connsiteX31" fmla="*/ 5539432 w 7467600"/>
              <a:gd name="connsiteY31" fmla="*/ 5642928 h 6858000"/>
              <a:gd name="connsiteX32" fmla="*/ 5555462 w 7467600"/>
              <a:gd name="connsiteY32" fmla="*/ 5694454 h 6858000"/>
              <a:gd name="connsiteX33" fmla="*/ 5828270 w 7467600"/>
              <a:gd name="connsiteY33" fmla="*/ 6320663 h 6858000"/>
              <a:gd name="connsiteX34" fmla="*/ 5947416 w 7467600"/>
              <a:gd name="connsiteY34" fmla="*/ 6574846 h 6858000"/>
              <a:gd name="connsiteX35" fmla="*/ 5539432 w 7467600"/>
              <a:gd name="connsiteY35" fmla="*/ 5642928 h 6858000"/>
              <a:gd name="connsiteX36" fmla="*/ 51253 w 7467600"/>
              <a:gd name="connsiteY36" fmla="*/ 5631825 h 6858000"/>
              <a:gd name="connsiteX37" fmla="*/ 211622 w 7467600"/>
              <a:gd name="connsiteY37" fmla="*/ 5728803 h 6858000"/>
              <a:gd name="connsiteX38" fmla="*/ 371652 w 7467600"/>
              <a:gd name="connsiteY38" fmla="*/ 5829062 h 6858000"/>
              <a:gd name="connsiteX39" fmla="*/ 505903 w 7467600"/>
              <a:gd name="connsiteY39" fmla="*/ 5925221 h 6858000"/>
              <a:gd name="connsiteX40" fmla="*/ 899240 w 7467600"/>
              <a:gd name="connsiteY40" fmla="*/ 6153068 h 6858000"/>
              <a:gd name="connsiteX41" fmla="*/ 988114 w 7467600"/>
              <a:gd name="connsiteY41" fmla="*/ 6174204 h 6858000"/>
              <a:gd name="connsiteX42" fmla="*/ 845971 w 7467600"/>
              <a:gd name="connsiteY42" fmla="*/ 6067177 h 6858000"/>
              <a:gd name="connsiteX43" fmla="*/ 448057 w 7467600"/>
              <a:gd name="connsiteY43" fmla="*/ 5841376 h 6858000"/>
              <a:gd name="connsiteX44" fmla="*/ 51253 w 7467600"/>
              <a:gd name="connsiteY44" fmla="*/ 5631825 h 6858000"/>
              <a:gd name="connsiteX45" fmla="*/ 2606687 w 7467600"/>
              <a:gd name="connsiteY45" fmla="*/ 5630718 h 6858000"/>
              <a:gd name="connsiteX46" fmla="*/ 2645658 w 7467600"/>
              <a:gd name="connsiteY46" fmla="*/ 6640259 h 6858000"/>
              <a:gd name="connsiteX47" fmla="*/ 2606687 w 7467600"/>
              <a:gd name="connsiteY47" fmla="*/ 5630718 h 6858000"/>
              <a:gd name="connsiteX48" fmla="*/ 3642057 w 7467600"/>
              <a:gd name="connsiteY48" fmla="*/ 5573487 h 6858000"/>
              <a:gd name="connsiteX49" fmla="*/ 3632981 w 7467600"/>
              <a:gd name="connsiteY49" fmla="*/ 5579437 h 6858000"/>
              <a:gd name="connsiteX50" fmla="*/ 3382436 w 7467600"/>
              <a:gd name="connsiteY50" fmla="*/ 5952726 h 6858000"/>
              <a:gd name="connsiteX51" fmla="*/ 3191929 w 7467600"/>
              <a:gd name="connsiteY51" fmla="*/ 6662669 h 6858000"/>
              <a:gd name="connsiteX52" fmla="*/ 3369898 w 7467600"/>
              <a:gd name="connsiteY52" fmla="*/ 6081771 h 6858000"/>
              <a:gd name="connsiteX53" fmla="*/ 3642057 w 7467600"/>
              <a:gd name="connsiteY53" fmla="*/ 5573487 h 6858000"/>
              <a:gd name="connsiteX54" fmla="*/ 2650666 w 7467600"/>
              <a:gd name="connsiteY54" fmla="*/ 5530686 h 6858000"/>
              <a:gd name="connsiteX55" fmla="*/ 2650249 w 7467600"/>
              <a:gd name="connsiteY55" fmla="*/ 5532101 h 6858000"/>
              <a:gd name="connsiteX56" fmla="*/ 2663808 w 7467600"/>
              <a:gd name="connsiteY56" fmla="*/ 6535215 h 6858000"/>
              <a:gd name="connsiteX57" fmla="*/ 2665418 w 7467600"/>
              <a:gd name="connsiteY57" fmla="*/ 6132756 h 6858000"/>
              <a:gd name="connsiteX58" fmla="*/ 2650666 w 7467600"/>
              <a:gd name="connsiteY58" fmla="*/ 5530686 h 6858000"/>
              <a:gd name="connsiteX59" fmla="*/ 2680277 w 7467600"/>
              <a:gd name="connsiteY59" fmla="*/ 5479204 h 6858000"/>
              <a:gd name="connsiteX60" fmla="*/ 2678972 w 7467600"/>
              <a:gd name="connsiteY60" fmla="*/ 5481582 h 6858000"/>
              <a:gd name="connsiteX61" fmla="*/ 2696666 w 7467600"/>
              <a:gd name="connsiteY61" fmla="*/ 6133836 h 6858000"/>
              <a:gd name="connsiteX62" fmla="*/ 2695769 w 7467600"/>
              <a:gd name="connsiteY62" fmla="*/ 6390955 h 6858000"/>
              <a:gd name="connsiteX63" fmla="*/ 2739893 w 7467600"/>
              <a:gd name="connsiteY63" fmla="*/ 6108357 h 6858000"/>
              <a:gd name="connsiteX64" fmla="*/ 2680277 w 7467600"/>
              <a:gd name="connsiteY64" fmla="*/ 5479204 h 6858000"/>
              <a:gd name="connsiteX65" fmla="*/ 1132195 w 7467600"/>
              <a:gd name="connsiteY65" fmla="*/ 5467980 h 6858000"/>
              <a:gd name="connsiteX66" fmla="*/ 1679056 w 7467600"/>
              <a:gd name="connsiteY66" fmla="*/ 5516907 h 6858000"/>
              <a:gd name="connsiteX67" fmla="*/ 2128648 w 7467600"/>
              <a:gd name="connsiteY67" fmla="*/ 5474249 h 6858000"/>
              <a:gd name="connsiteX68" fmla="*/ 1825619 w 7467600"/>
              <a:gd name="connsiteY68" fmla="*/ 5478447 h 6858000"/>
              <a:gd name="connsiteX69" fmla="*/ 1737798 w 7467600"/>
              <a:gd name="connsiteY69" fmla="*/ 5483353 h 6858000"/>
              <a:gd name="connsiteX70" fmla="*/ 1132195 w 7467600"/>
              <a:gd name="connsiteY70" fmla="*/ 5467980 h 6858000"/>
              <a:gd name="connsiteX71" fmla="*/ 1456157 w 7467600"/>
              <a:gd name="connsiteY71" fmla="*/ 5371404 h 6858000"/>
              <a:gd name="connsiteX72" fmla="*/ 1244432 w 7467600"/>
              <a:gd name="connsiteY72" fmla="*/ 5385601 h 6858000"/>
              <a:gd name="connsiteX73" fmla="*/ 973990 w 7467600"/>
              <a:gd name="connsiteY73" fmla="*/ 5424940 h 6858000"/>
              <a:gd name="connsiteX74" fmla="*/ 1103809 w 7467600"/>
              <a:gd name="connsiteY74" fmla="*/ 5433720 h 6858000"/>
              <a:gd name="connsiteX75" fmla="*/ 1123454 w 7467600"/>
              <a:gd name="connsiteY75" fmla="*/ 5435727 h 6858000"/>
              <a:gd name="connsiteX76" fmla="*/ 1737017 w 7467600"/>
              <a:gd name="connsiteY76" fmla="*/ 5452183 h 6858000"/>
              <a:gd name="connsiteX77" fmla="*/ 1824397 w 7467600"/>
              <a:gd name="connsiteY77" fmla="*/ 5447757 h 6858000"/>
              <a:gd name="connsiteX78" fmla="*/ 2070059 w 7467600"/>
              <a:gd name="connsiteY78" fmla="*/ 5441660 h 6858000"/>
              <a:gd name="connsiteX79" fmla="*/ 1456157 w 7467600"/>
              <a:gd name="connsiteY79" fmla="*/ 5371404 h 6858000"/>
              <a:gd name="connsiteX80" fmla="*/ 4988186 w 7467600"/>
              <a:gd name="connsiteY80" fmla="*/ 5216467 h 6858000"/>
              <a:gd name="connsiteX81" fmla="*/ 4777334 w 7467600"/>
              <a:gd name="connsiteY81" fmla="*/ 5406072 h 6858000"/>
              <a:gd name="connsiteX82" fmla="*/ 4718341 w 7467600"/>
              <a:gd name="connsiteY82" fmla="*/ 5468043 h 6858000"/>
              <a:gd name="connsiteX83" fmla="*/ 4604655 w 7467600"/>
              <a:gd name="connsiteY83" fmla="*/ 5583434 h 6858000"/>
              <a:gd name="connsiteX84" fmla="*/ 4565074 w 7467600"/>
              <a:gd name="connsiteY84" fmla="*/ 5618550 h 6858000"/>
              <a:gd name="connsiteX85" fmla="*/ 4988186 w 7467600"/>
              <a:gd name="connsiteY85" fmla="*/ 5216467 h 6858000"/>
              <a:gd name="connsiteX86" fmla="*/ 4978032 w 7467600"/>
              <a:gd name="connsiteY86" fmla="*/ 5183809 h 6858000"/>
              <a:gd name="connsiteX87" fmla="*/ 4463413 w 7467600"/>
              <a:gd name="connsiteY87" fmla="*/ 5615162 h 6858000"/>
              <a:gd name="connsiteX88" fmla="*/ 4358134 w 7467600"/>
              <a:gd name="connsiteY88" fmla="*/ 5742791 h 6858000"/>
              <a:gd name="connsiteX89" fmla="*/ 4376219 w 7467600"/>
              <a:gd name="connsiteY89" fmla="*/ 5729027 h 6858000"/>
              <a:gd name="connsiteX90" fmla="*/ 4582340 w 7467600"/>
              <a:gd name="connsiteY90" fmla="*/ 5561037 h 6858000"/>
              <a:gd name="connsiteX91" fmla="*/ 4694684 w 7467600"/>
              <a:gd name="connsiteY91" fmla="*/ 5447098 h 6858000"/>
              <a:gd name="connsiteX92" fmla="*/ 4754123 w 7467600"/>
              <a:gd name="connsiteY92" fmla="*/ 5384643 h 6858000"/>
              <a:gd name="connsiteX93" fmla="*/ 4978032 w 7467600"/>
              <a:gd name="connsiteY93" fmla="*/ 5183809 h 6858000"/>
              <a:gd name="connsiteX94" fmla="*/ 1903353 w 7467600"/>
              <a:gd name="connsiteY94" fmla="*/ 5044827 h 6858000"/>
              <a:gd name="connsiteX95" fmla="*/ 1936931 w 7467600"/>
              <a:gd name="connsiteY95" fmla="*/ 5093954 h 6858000"/>
              <a:gd name="connsiteX96" fmla="*/ 2195868 w 7467600"/>
              <a:gd name="connsiteY96" fmla="*/ 5396574 h 6858000"/>
              <a:gd name="connsiteX97" fmla="*/ 2088852 w 7467600"/>
              <a:gd name="connsiteY97" fmla="*/ 5166123 h 6858000"/>
              <a:gd name="connsiteX98" fmla="*/ 1958241 w 7467600"/>
              <a:gd name="connsiteY98" fmla="*/ 5067955 h 6858000"/>
              <a:gd name="connsiteX99" fmla="*/ 1903353 w 7467600"/>
              <a:gd name="connsiteY99" fmla="*/ 5044827 h 6858000"/>
              <a:gd name="connsiteX100" fmla="*/ 1979378 w 7467600"/>
              <a:gd name="connsiteY100" fmla="*/ 4769504 h 6858000"/>
              <a:gd name="connsiteX101" fmla="*/ 2882120 w 7467600"/>
              <a:gd name="connsiteY101" fmla="*/ 5064547 h 6858000"/>
              <a:gd name="connsiteX102" fmla="*/ 2793103 w 7467600"/>
              <a:gd name="connsiteY102" fmla="*/ 5039699 h 6858000"/>
              <a:gd name="connsiteX103" fmla="*/ 2770041 w 7467600"/>
              <a:gd name="connsiteY103" fmla="*/ 5033634 h 6858000"/>
              <a:gd name="connsiteX104" fmla="*/ 1979378 w 7467600"/>
              <a:gd name="connsiteY104" fmla="*/ 4769504 h 6858000"/>
              <a:gd name="connsiteX105" fmla="*/ 1927410 w 7467600"/>
              <a:gd name="connsiteY105" fmla="*/ 4716164 h 6858000"/>
              <a:gd name="connsiteX106" fmla="*/ 1959587 w 7467600"/>
              <a:gd name="connsiteY106" fmla="*/ 4728849 h 6858000"/>
              <a:gd name="connsiteX107" fmla="*/ 2777707 w 7467600"/>
              <a:gd name="connsiteY107" fmla="*/ 5003991 h 6858000"/>
              <a:gd name="connsiteX108" fmla="*/ 2800768 w 7467600"/>
              <a:gd name="connsiteY108" fmla="*/ 5010056 h 6858000"/>
              <a:gd name="connsiteX109" fmla="*/ 2879408 w 7467600"/>
              <a:gd name="connsiteY109" fmla="*/ 5031590 h 6858000"/>
              <a:gd name="connsiteX110" fmla="*/ 2862295 w 7467600"/>
              <a:gd name="connsiteY110" fmla="*/ 5022958 h 6858000"/>
              <a:gd name="connsiteX111" fmla="*/ 2813343 w 7467600"/>
              <a:gd name="connsiteY111" fmla="*/ 4998369 h 6858000"/>
              <a:gd name="connsiteX112" fmla="*/ 2646245 w 7467600"/>
              <a:gd name="connsiteY112" fmla="*/ 4930999 h 6858000"/>
              <a:gd name="connsiteX113" fmla="*/ 1999243 w 7467600"/>
              <a:gd name="connsiteY113" fmla="*/ 4730524 h 6858000"/>
              <a:gd name="connsiteX114" fmla="*/ 1979527 w 7467600"/>
              <a:gd name="connsiteY114" fmla="*/ 4726651 h 6858000"/>
              <a:gd name="connsiteX115" fmla="*/ 1927410 w 7467600"/>
              <a:gd name="connsiteY115" fmla="*/ 4716164 h 6858000"/>
              <a:gd name="connsiteX116" fmla="*/ 1997014 w 7467600"/>
              <a:gd name="connsiteY116" fmla="*/ 4698007 h 6858000"/>
              <a:gd name="connsiteX117" fmla="*/ 2005458 w 7467600"/>
              <a:gd name="connsiteY117" fmla="*/ 4699540 h 6858000"/>
              <a:gd name="connsiteX118" fmla="*/ 2657186 w 7467600"/>
              <a:gd name="connsiteY118" fmla="*/ 4901687 h 6858000"/>
              <a:gd name="connsiteX119" fmla="*/ 2826662 w 7467600"/>
              <a:gd name="connsiteY119" fmla="*/ 4970362 h 6858000"/>
              <a:gd name="connsiteX120" fmla="*/ 2876100 w 7467600"/>
              <a:gd name="connsiteY120" fmla="*/ 4995397 h 6858000"/>
              <a:gd name="connsiteX121" fmla="*/ 3042600 w 7467600"/>
              <a:gd name="connsiteY121" fmla="*/ 5059532 h 6858000"/>
              <a:gd name="connsiteX122" fmla="*/ 1997014 w 7467600"/>
              <a:gd name="connsiteY122" fmla="*/ 4698007 h 6858000"/>
              <a:gd name="connsiteX123" fmla="*/ 2305292 w 7467600"/>
              <a:gd name="connsiteY123" fmla="*/ 4219492 h 6858000"/>
              <a:gd name="connsiteX124" fmla="*/ 3360922 w 7467600"/>
              <a:gd name="connsiteY124" fmla="*/ 4529373 h 6858000"/>
              <a:gd name="connsiteX125" fmla="*/ 3492420 w 7467600"/>
              <a:gd name="connsiteY125" fmla="*/ 4510145 h 6858000"/>
              <a:gd name="connsiteX126" fmla="*/ 3364086 w 7467600"/>
              <a:gd name="connsiteY126" fmla="*/ 4480340 h 6858000"/>
              <a:gd name="connsiteX127" fmla="*/ 3225818 w 7467600"/>
              <a:gd name="connsiteY127" fmla="*/ 4411822 h 6858000"/>
              <a:gd name="connsiteX128" fmla="*/ 3129696 w 7467600"/>
              <a:gd name="connsiteY128" fmla="*/ 4360704 h 6858000"/>
              <a:gd name="connsiteX129" fmla="*/ 2814545 w 7467600"/>
              <a:gd name="connsiteY129" fmla="*/ 4282955 h 6858000"/>
              <a:gd name="connsiteX130" fmla="*/ 2305292 w 7467600"/>
              <a:gd name="connsiteY130" fmla="*/ 4219492 h 6858000"/>
              <a:gd name="connsiteX131" fmla="*/ 2626982 w 7467600"/>
              <a:gd name="connsiteY131" fmla="*/ 4206450 h 6858000"/>
              <a:gd name="connsiteX132" fmla="*/ 2490617 w 7467600"/>
              <a:gd name="connsiteY132" fmla="*/ 4206951 h 6858000"/>
              <a:gd name="connsiteX133" fmla="*/ 2819869 w 7467600"/>
              <a:gd name="connsiteY133" fmla="*/ 4252936 h 6858000"/>
              <a:gd name="connsiteX134" fmla="*/ 3143018 w 7467600"/>
              <a:gd name="connsiteY134" fmla="*/ 4332698 h 6858000"/>
              <a:gd name="connsiteX135" fmla="*/ 3241520 w 7467600"/>
              <a:gd name="connsiteY135" fmla="*/ 4385112 h 6858000"/>
              <a:gd name="connsiteX136" fmla="*/ 3374575 w 7467600"/>
              <a:gd name="connsiteY136" fmla="*/ 4451517 h 6858000"/>
              <a:gd name="connsiteX137" fmla="*/ 3505221 w 7467600"/>
              <a:gd name="connsiteY137" fmla="*/ 4480757 h 6858000"/>
              <a:gd name="connsiteX138" fmla="*/ 2626982 w 7467600"/>
              <a:gd name="connsiteY138" fmla="*/ 4206450 h 6858000"/>
              <a:gd name="connsiteX139" fmla="*/ 1310106 w 7467600"/>
              <a:gd name="connsiteY139" fmla="*/ 3943217 h 6858000"/>
              <a:gd name="connsiteX140" fmla="*/ 854994 w 7467600"/>
              <a:gd name="connsiteY140" fmla="*/ 4399136 h 6858000"/>
              <a:gd name="connsiteX141" fmla="*/ 742462 w 7467600"/>
              <a:gd name="connsiteY141" fmla="*/ 4594648 h 6858000"/>
              <a:gd name="connsiteX142" fmla="*/ 820602 w 7467600"/>
              <a:gd name="connsiteY142" fmla="*/ 4485915 h 6858000"/>
              <a:gd name="connsiteX143" fmla="*/ 878295 w 7467600"/>
              <a:gd name="connsiteY143" fmla="*/ 4403594 h 6858000"/>
              <a:gd name="connsiteX144" fmla="*/ 1240607 w 7467600"/>
              <a:gd name="connsiteY144" fmla="*/ 4010401 h 6858000"/>
              <a:gd name="connsiteX145" fmla="*/ 1310106 w 7467600"/>
              <a:gd name="connsiteY145" fmla="*/ 3943217 h 6858000"/>
              <a:gd name="connsiteX146" fmla="*/ 1423113 w 7467600"/>
              <a:gd name="connsiteY146" fmla="*/ 3874565 h 6858000"/>
              <a:gd name="connsiteX147" fmla="*/ 1260565 w 7467600"/>
              <a:gd name="connsiteY147" fmla="*/ 4031982 h 6858000"/>
              <a:gd name="connsiteX148" fmla="*/ 901900 w 7467600"/>
              <a:gd name="connsiteY148" fmla="*/ 4421236 h 6858000"/>
              <a:gd name="connsiteX149" fmla="*/ 845044 w 7467600"/>
              <a:gd name="connsiteY149" fmla="*/ 4502436 h 6858000"/>
              <a:gd name="connsiteX150" fmla="*/ 685926 w 7467600"/>
              <a:gd name="connsiteY150" fmla="*/ 4703069 h 6858000"/>
              <a:gd name="connsiteX151" fmla="*/ 684248 w 7467600"/>
              <a:gd name="connsiteY151" fmla="*/ 4706721 h 6858000"/>
              <a:gd name="connsiteX152" fmla="*/ 1423113 w 7467600"/>
              <a:gd name="connsiteY152" fmla="*/ 3874565 h 6858000"/>
              <a:gd name="connsiteX153" fmla="*/ 3316479 w 7467600"/>
              <a:gd name="connsiteY153" fmla="*/ 3872136 h 6858000"/>
              <a:gd name="connsiteX154" fmla="*/ 3546806 w 7467600"/>
              <a:gd name="connsiteY154" fmla="*/ 4356139 h 6858000"/>
              <a:gd name="connsiteX155" fmla="*/ 3364433 w 7467600"/>
              <a:gd name="connsiteY155" fmla="*/ 3953121 h 6858000"/>
              <a:gd name="connsiteX156" fmla="*/ 3316479 w 7467600"/>
              <a:gd name="connsiteY156" fmla="*/ 3872136 h 6858000"/>
              <a:gd name="connsiteX157" fmla="*/ 3291335 w 7467600"/>
              <a:gd name="connsiteY157" fmla="*/ 3767420 h 6858000"/>
              <a:gd name="connsiteX158" fmla="*/ 3390805 w 7467600"/>
              <a:gd name="connsiteY158" fmla="*/ 3937163 h 6858000"/>
              <a:gd name="connsiteX159" fmla="*/ 3579062 w 7467600"/>
              <a:gd name="connsiteY159" fmla="*/ 4359040 h 6858000"/>
              <a:gd name="connsiteX160" fmla="*/ 3467355 w 7467600"/>
              <a:gd name="connsiteY160" fmla="*/ 3988130 h 6858000"/>
              <a:gd name="connsiteX161" fmla="*/ 3310753 w 7467600"/>
              <a:gd name="connsiteY161" fmla="*/ 3787140 h 6858000"/>
              <a:gd name="connsiteX162" fmla="*/ 3291335 w 7467600"/>
              <a:gd name="connsiteY162" fmla="*/ 3767420 h 6858000"/>
              <a:gd name="connsiteX163" fmla="*/ 1635889 w 7467600"/>
              <a:gd name="connsiteY163" fmla="*/ 3709494 h 6858000"/>
              <a:gd name="connsiteX164" fmla="*/ 1634800 w 7467600"/>
              <a:gd name="connsiteY164" fmla="*/ 3731111 h 6858000"/>
              <a:gd name="connsiteX165" fmla="*/ 1635889 w 7467600"/>
              <a:gd name="connsiteY165" fmla="*/ 3709494 h 6858000"/>
              <a:gd name="connsiteX166" fmla="*/ 1510397 w 7467600"/>
              <a:gd name="connsiteY166" fmla="*/ 3684705 h 6858000"/>
              <a:gd name="connsiteX167" fmla="*/ 1146550 w 7467600"/>
              <a:gd name="connsiteY167" fmla="*/ 3802012 h 6858000"/>
              <a:gd name="connsiteX168" fmla="*/ 698834 w 7467600"/>
              <a:gd name="connsiteY168" fmla="*/ 3952272 h 6858000"/>
              <a:gd name="connsiteX169" fmla="*/ 34256 w 7467600"/>
              <a:gd name="connsiteY169" fmla="*/ 4347603 h 6858000"/>
              <a:gd name="connsiteX170" fmla="*/ 527241 w 7467600"/>
              <a:gd name="connsiteY170" fmla="*/ 4065078 h 6858000"/>
              <a:gd name="connsiteX171" fmla="*/ 1510397 w 7467600"/>
              <a:gd name="connsiteY171" fmla="*/ 3684705 h 6858000"/>
              <a:gd name="connsiteX172" fmla="*/ 1313114 w 7467600"/>
              <a:gd name="connsiteY172" fmla="*/ 3655216 h 6858000"/>
              <a:gd name="connsiteX173" fmla="*/ 1109304 w 7467600"/>
              <a:gd name="connsiteY173" fmla="*/ 3669030 h 6858000"/>
              <a:gd name="connsiteX174" fmla="*/ 8129 w 7467600"/>
              <a:gd name="connsiteY174" fmla="*/ 4330519 h 6858000"/>
              <a:gd name="connsiteX175" fmla="*/ 687572 w 7467600"/>
              <a:gd name="connsiteY175" fmla="*/ 3925629 h 6858000"/>
              <a:gd name="connsiteX176" fmla="*/ 1138365 w 7467600"/>
              <a:gd name="connsiteY176" fmla="*/ 3774515 h 6858000"/>
              <a:gd name="connsiteX177" fmla="*/ 1505579 w 7467600"/>
              <a:gd name="connsiteY177" fmla="*/ 3655526 h 6858000"/>
              <a:gd name="connsiteX178" fmla="*/ 1313114 w 7467600"/>
              <a:gd name="connsiteY178" fmla="*/ 3655216 h 6858000"/>
              <a:gd name="connsiteX179" fmla="*/ 3655073 w 7467600"/>
              <a:gd name="connsiteY179" fmla="*/ 3650884 h 6858000"/>
              <a:gd name="connsiteX180" fmla="*/ 3989938 w 7467600"/>
              <a:gd name="connsiteY180" fmla="*/ 3991685 h 6858000"/>
              <a:gd name="connsiteX181" fmla="*/ 4393907 w 7467600"/>
              <a:gd name="connsiteY181" fmla="*/ 4261258 h 6858000"/>
              <a:gd name="connsiteX182" fmla="*/ 4648051 w 7467600"/>
              <a:gd name="connsiteY182" fmla="*/ 4374051 h 6858000"/>
              <a:gd name="connsiteX183" fmla="*/ 4383389 w 7467600"/>
              <a:gd name="connsiteY183" fmla="*/ 4184369 h 6858000"/>
              <a:gd name="connsiteX184" fmla="*/ 4165508 w 7467600"/>
              <a:gd name="connsiteY184" fmla="*/ 4035196 h 6858000"/>
              <a:gd name="connsiteX185" fmla="*/ 4068162 w 7467600"/>
              <a:gd name="connsiteY185" fmla="*/ 3953394 h 6858000"/>
              <a:gd name="connsiteX186" fmla="*/ 3981416 w 7467600"/>
              <a:gd name="connsiteY186" fmla="*/ 3880482 h 6858000"/>
              <a:gd name="connsiteX187" fmla="*/ 3800147 w 7467600"/>
              <a:gd name="connsiteY187" fmla="*/ 3749872 h 6858000"/>
              <a:gd name="connsiteX188" fmla="*/ 3655073 w 7467600"/>
              <a:gd name="connsiteY188" fmla="*/ 3650884 h 6858000"/>
              <a:gd name="connsiteX189" fmla="*/ 3670252 w 7467600"/>
              <a:gd name="connsiteY189" fmla="*/ 3622798 h 6858000"/>
              <a:gd name="connsiteX190" fmla="*/ 3817258 w 7467600"/>
              <a:gd name="connsiteY190" fmla="*/ 3723577 h 6858000"/>
              <a:gd name="connsiteX191" fmla="*/ 4000461 w 7467600"/>
              <a:gd name="connsiteY191" fmla="*/ 3855966 h 6858000"/>
              <a:gd name="connsiteX192" fmla="*/ 4088180 w 7467600"/>
              <a:gd name="connsiteY192" fmla="*/ 3929774 h 6858000"/>
              <a:gd name="connsiteX193" fmla="*/ 4184555 w 7467600"/>
              <a:gd name="connsiteY193" fmla="*/ 4010683 h 6858000"/>
              <a:gd name="connsiteX194" fmla="*/ 4399563 w 7467600"/>
              <a:gd name="connsiteY194" fmla="*/ 4158106 h 6858000"/>
              <a:gd name="connsiteX195" fmla="*/ 4684469 w 7467600"/>
              <a:gd name="connsiteY195" fmla="*/ 4364680 h 6858000"/>
              <a:gd name="connsiteX196" fmla="*/ 4690271 w 7467600"/>
              <a:gd name="connsiteY196" fmla="*/ 4370034 h 6858000"/>
              <a:gd name="connsiteX197" fmla="*/ 4136093 w 7467600"/>
              <a:gd name="connsiteY197" fmla="*/ 3858466 h 6858000"/>
              <a:gd name="connsiteX198" fmla="*/ 3670252 w 7467600"/>
              <a:gd name="connsiteY198" fmla="*/ 3622798 h 6858000"/>
              <a:gd name="connsiteX199" fmla="*/ 4440129 w 7467600"/>
              <a:gd name="connsiteY199" fmla="*/ 3448571 h 6858000"/>
              <a:gd name="connsiteX200" fmla="*/ 4856525 w 7467600"/>
              <a:gd name="connsiteY200" fmla="*/ 3915351 h 6858000"/>
              <a:gd name="connsiteX201" fmla="*/ 5059055 w 7467600"/>
              <a:gd name="connsiteY201" fmla="*/ 4108918 h 6858000"/>
              <a:gd name="connsiteX202" fmla="*/ 5290070 w 7467600"/>
              <a:gd name="connsiteY202" fmla="*/ 4263619 h 6858000"/>
              <a:gd name="connsiteX203" fmla="*/ 4834991 w 7467600"/>
              <a:gd name="connsiteY203" fmla="*/ 3830985 h 6858000"/>
              <a:gd name="connsiteX204" fmla="*/ 4440129 w 7467600"/>
              <a:gd name="connsiteY204" fmla="*/ 3448571 h 6858000"/>
              <a:gd name="connsiteX205" fmla="*/ 4441737 w 7467600"/>
              <a:gd name="connsiteY205" fmla="*/ 3399734 h 6858000"/>
              <a:gd name="connsiteX206" fmla="*/ 4431236 w 7467600"/>
              <a:gd name="connsiteY206" fmla="*/ 3400954 h 6858000"/>
              <a:gd name="connsiteX207" fmla="*/ 4557150 w 7467600"/>
              <a:gd name="connsiteY207" fmla="*/ 3510023 h 6858000"/>
              <a:gd name="connsiteX208" fmla="*/ 4856936 w 7467600"/>
              <a:gd name="connsiteY208" fmla="*/ 3809146 h 6858000"/>
              <a:gd name="connsiteX209" fmla="*/ 5111996 w 7467600"/>
              <a:gd name="connsiteY209" fmla="*/ 4065759 h 6858000"/>
              <a:gd name="connsiteX210" fmla="*/ 5388878 w 7467600"/>
              <a:gd name="connsiteY210" fmla="*/ 4300185 h 6858000"/>
              <a:gd name="connsiteX211" fmla="*/ 5425556 w 7467600"/>
              <a:gd name="connsiteY211" fmla="*/ 4308967 h 6858000"/>
              <a:gd name="connsiteX212" fmla="*/ 4943646 w 7467600"/>
              <a:gd name="connsiteY212" fmla="*/ 3822916 h 6858000"/>
              <a:gd name="connsiteX213" fmla="*/ 4594837 w 7467600"/>
              <a:gd name="connsiteY213" fmla="*/ 3532274 h 6858000"/>
              <a:gd name="connsiteX214" fmla="*/ 4441737 w 7467600"/>
              <a:gd name="connsiteY214" fmla="*/ 3399734 h 6858000"/>
              <a:gd name="connsiteX215" fmla="*/ 5425834 w 7467600"/>
              <a:gd name="connsiteY215" fmla="*/ 3162785 h 6858000"/>
              <a:gd name="connsiteX216" fmla="*/ 5401644 w 7467600"/>
              <a:gd name="connsiteY216" fmla="*/ 3617847 h 6858000"/>
              <a:gd name="connsiteX217" fmla="*/ 5467256 w 7467600"/>
              <a:gd name="connsiteY217" fmla="*/ 4175494 h 6858000"/>
              <a:gd name="connsiteX218" fmla="*/ 5448069 w 7467600"/>
              <a:gd name="connsiteY218" fmla="*/ 3567554 h 6858000"/>
              <a:gd name="connsiteX219" fmla="*/ 5425834 w 7467600"/>
              <a:gd name="connsiteY219" fmla="*/ 3162785 h 6858000"/>
              <a:gd name="connsiteX220" fmla="*/ 1318687 w 7467600"/>
              <a:gd name="connsiteY220" fmla="*/ 3113840 h 6858000"/>
              <a:gd name="connsiteX221" fmla="*/ 1066793 w 7467600"/>
              <a:gd name="connsiteY221" fmla="*/ 3212171 h 6858000"/>
              <a:gd name="connsiteX222" fmla="*/ 993319 w 7467600"/>
              <a:gd name="connsiteY222" fmla="*/ 3247648 h 6858000"/>
              <a:gd name="connsiteX223" fmla="*/ 853081 w 7467600"/>
              <a:gd name="connsiteY223" fmla="*/ 3312410 h 6858000"/>
              <a:gd name="connsiteX224" fmla="*/ 805957 w 7467600"/>
              <a:gd name="connsiteY224" fmla="*/ 3330443 h 6858000"/>
              <a:gd name="connsiteX225" fmla="*/ 1318687 w 7467600"/>
              <a:gd name="connsiteY225" fmla="*/ 3113840 h 6858000"/>
              <a:gd name="connsiteX226" fmla="*/ 5453702 w 7467600"/>
              <a:gd name="connsiteY226" fmla="*/ 3090882 h 6858000"/>
              <a:gd name="connsiteX227" fmla="*/ 5480135 w 7467600"/>
              <a:gd name="connsiteY227" fmla="*/ 3565802 h 6858000"/>
              <a:gd name="connsiteX228" fmla="*/ 5499023 w 7467600"/>
              <a:gd name="connsiteY228" fmla="*/ 4166310 h 6858000"/>
              <a:gd name="connsiteX229" fmla="*/ 5547022 w 7467600"/>
              <a:gd name="connsiteY229" fmla="*/ 3607838 h 6858000"/>
              <a:gd name="connsiteX230" fmla="*/ 5515964 w 7467600"/>
              <a:gd name="connsiteY230" fmla="*/ 3378541 h 6858000"/>
              <a:gd name="connsiteX231" fmla="*/ 5453702 w 7467600"/>
              <a:gd name="connsiteY231" fmla="*/ 3090882 h 6858000"/>
              <a:gd name="connsiteX232" fmla="*/ 1238695 w 7467600"/>
              <a:gd name="connsiteY232" fmla="*/ 3076820 h 6858000"/>
              <a:gd name="connsiteX233" fmla="*/ 716371 w 7467600"/>
              <a:gd name="connsiteY233" fmla="*/ 3293249 h 6858000"/>
              <a:gd name="connsiteX234" fmla="*/ 579522 w 7467600"/>
              <a:gd name="connsiteY234" fmla="*/ 3371759 h 6858000"/>
              <a:gd name="connsiteX235" fmla="*/ 600288 w 7467600"/>
              <a:gd name="connsiteY235" fmla="*/ 3365555 h 6858000"/>
              <a:gd name="connsiteX236" fmla="*/ 840692 w 7467600"/>
              <a:gd name="connsiteY236" fmla="*/ 3284921 h 6858000"/>
              <a:gd name="connsiteX237" fmla="*/ 979248 w 7467600"/>
              <a:gd name="connsiteY237" fmla="*/ 3221003 h 6858000"/>
              <a:gd name="connsiteX238" fmla="*/ 1053282 w 7467600"/>
              <a:gd name="connsiteY238" fmla="*/ 3185247 h 6858000"/>
              <a:gd name="connsiteX239" fmla="*/ 1320603 w 7467600"/>
              <a:gd name="connsiteY239" fmla="*/ 3081281 h 6858000"/>
              <a:gd name="connsiteX240" fmla="*/ 1238695 w 7467600"/>
              <a:gd name="connsiteY240" fmla="*/ 3076820 h 6858000"/>
              <a:gd name="connsiteX241" fmla="*/ 5425627 w 7467600"/>
              <a:gd name="connsiteY241" fmla="*/ 2954192 h 6858000"/>
              <a:gd name="connsiteX242" fmla="*/ 5470770 w 7467600"/>
              <a:gd name="connsiteY242" fmla="*/ 3005435 h 6858000"/>
              <a:gd name="connsiteX243" fmla="*/ 5519779 w 7467600"/>
              <a:gd name="connsiteY243" fmla="*/ 4359223 h 6858000"/>
              <a:gd name="connsiteX244" fmla="*/ 5520293 w 7467600"/>
              <a:gd name="connsiteY244" fmla="*/ 4360602 h 6858000"/>
              <a:gd name="connsiteX245" fmla="*/ 5767221 w 7467600"/>
              <a:gd name="connsiteY245" fmla="*/ 4665564 h 6858000"/>
              <a:gd name="connsiteX246" fmla="*/ 6937169 w 7467600"/>
              <a:gd name="connsiteY246" fmla="*/ 4815941 h 6858000"/>
              <a:gd name="connsiteX247" fmla="*/ 6953922 w 7467600"/>
              <a:gd name="connsiteY247" fmla="*/ 4890068 h 6858000"/>
              <a:gd name="connsiteX248" fmla="*/ 6071359 w 7467600"/>
              <a:gd name="connsiteY248" fmla="*/ 4770770 h 6858000"/>
              <a:gd name="connsiteX249" fmla="*/ 6038839 w 7467600"/>
              <a:gd name="connsiteY249" fmla="*/ 4764474 h 6858000"/>
              <a:gd name="connsiteX250" fmla="*/ 6038706 w 7467600"/>
              <a:gd name="connsiteY250" fmla="*/ 4763847 h 6858000"/>
              <a:gd name="connsiteX251" fmla="*/ 6037784 w 7467600"/>
              <a:gd name="connsiteY251" fmla="*/ 4764270 h 6858000"/>
              <a:gd name="connsiteX252" fmla="*/ 6038839 w 7467600"/>
              <a:gd name="connsiteY252" fmla="*/ 4764474 h 6858000"/>
              <a:gd name="connsiteX253" fmla="*/ 6040338 w 7467600"/>
              <a:gd name="connsiteY253" fmla="*/ 4771418 h 6858000"/>
              <a:gd name="connsiteX254" fmla="*/ 6024488 w 7467600"/>
              <a:gd name="connsiteY254" fmla="*/ 4809903 h 6858000"/>
              <a:gd name="connsiteX255" fmla="*/ 5599771 w 7467600"/>
              <a:gd name="connsiteY255" fmla="*/ 5509652 h 6858000"/>
              <a:gd name="connsiteX256" fmla="*/ 5548843 w 7467600"/>
              <a:gd name="connsiteY256" fmla="*/ 5563845 h 6858000"/>
              <a:gd name="connsiteX257" fmla="*/ 5940952 w 7467600"/>
              <a:gd name="connsiteY257" fmla="*/ 6250028 h 6858000"/>
              <a:gd name="connsiteX258" fmla="*/ 6043441 w 7467600"/>
              <a:gd name="connsiteY258" fmla="*/ 6665847 h 6858000"/>
              <a:gd name="connsiteX259" fmla="*/ 6093432 w 7467600"/>
              <a:gd name="connsiteY259" fmla="*/ 6858000 h 6858000"/>
              <a:gd name="connsiteX260" fmla="*/ 6034344 w 7467600"/>
              <a:gd name="connsiteY260" fmla="*/ 6858000 h 6858000"/>
              <a:gd name="connsiteX261" fmla="*/ 6026679 w 7467600"/>
              <a:gd name="connsiteY261" fmla="*/ 6836959 h 6858000"/>
              <a:gd name="connsiteX262" fmla="*/ 5800441 w 7467600"/>
              <a:gd name="connsiteY262" fmla="*/ 6335286 h 6858000"/>
              <a:gd name="connsiteX263" fmla="*/ 5526562 w 7467600"/>
              <a:gd name="connsiteY263" fmla="*/ 5705388 h 6858000"/>
              <a:gd name="connsiteX264" fmla="*/ 5519640 w 7467600"/>
              <a:gd name="connsiteY264" fmla="*/ 5683774 h 6858000"/>
              <a:gd name="connsiteX265" fmla="*/ 5844559 w 7467600"/>
              <a:gd name="connsiteY265" fmla="*/ 6553349 h 6858000"/>
              <a:gd name="connsiteX266" fmla="*/ 5975994 w 7467600"/>
              <a:gd name="connsiteY266" fmla="*/ 6858000 h 6858000"/>
              <a:gd name="connsiteX267" fmla="*/ 5898547 w 7467600"/>
              <a:gd name="connsiteY267" fmla="*/ 6858000 h 6858000"/>
              <a:gd name="connsiteX268" fmla="*/ 5682041 w 7467600"/>
              <a:gd name="connsiteY268" fmla="*/ 6355860 h 6858000"/>
              <a:gd name="connsiteX269" fmla="*/ 5461758 w 7467600"/>
              <a:gd name="connsiteY269" fmla="*/ 5820220 h 6858000"/>
              <a:gd name="connsiteX270" fmla="*/ 5237282 w 7467600"/>
              <a:gd name="connsiteY270" fmla="*/ 6579086 h 6858000"/>
              <a:gd name="connsiteX271" fmla="*/ 5115009 w 7467600"/>
              <a:gd name="connsiteY271" fmla="*/ 6858000 h 6858000"/>
              <a:gd name="connsiteX272" fmla="*/ 5028074 w 7467600"/>
              <a:gd name="connsiteY272" fmla="*/ 6858000 h 6858000"/>
              <a:gd name="connsiteX273" fmla="*/ 5079508 w 7467600"/>
              <a:gd name="connsiteY273" fmla="*/ 6749074 h 6858000"/>
              <a:gd name="connsiteX274" fmla="*/ 5371846 w 7467600"/>
              <a:gd name="connsiteY274" fmla="*/ 5924413 h 6858000"/>
              <a:gd name="connsiteX275" fmla="*/ 5270512 w 7467600"/>
              <a:gd name="connsiteY275" fmla="*/ 6138975 h 6858000"/>
              <a:gd name="connsiteX276" fmla="*/ 5062409 w 7467600"/>
              <a:gd name="connsiteY276" fmla="*/ 6653544 h 6858000"/>
              <a:gd name="connsiteX277" fmla="*/ 5036628 w 7467600"/>
              <a:gd name="connsiteY277" fmla="*/ 6754247 h 6858000"/>
              <a:gd name="connsiteX278" fmla="*/ 5009112 w 7467600"/>
              <a:gd name="connsiteY278" fmla="*/ 6858000 h 6858000"/>
              <a:gd name="connsiteX279" fmla="*/ 4976679 w 7467600"/>
              <a:gd name="connsiteY279" fmla="*/ 6858000 h 6858000"/>
              <a:gd name="connsiteX280" fmla="*/ 5006537 w 7467600"/>
              <a:gd name="connsiteY280" fmla="*/ 6747068 h 6858000"/>
              <a:gd name="connsiteX281" fmla="*/ 5032723 w 7467600"/>
              <a:gd name="connsiteY281" fmla="*/ 6644957 h 6858000"/>
              <a:gd name="connsiteX282" fmla="*/ 5242949 w 7467600"/>
              <a:gd name="connsiteY282" fmla="*/ 6125175 h 6858000"/>
              <a:gd name="connsiteX283" fmla="*/ 5286321 w 7467600"/>
              <a:gd name="connsiteY283" fmla="*/ 6033555 h 6858000"/>
              <a:gd name="connsiteX284" fmla="*/ 5008210 w 7467600"/>
              <a:gd name="connsiteY284" fmla="*/ 6649194 h 6858000"/>
              <a:gd name="connsiteX285" fmla="*/ 4986321 w 7467600"/>
              <a:gd name="connsiteY285" fmla="*/ 6765687 h 6858000"/>
              <a:gd name="connsiteX286" fmla="*/ 4973474 w 7467600"/>
              <a:gd name="connsiteY286" fmla="*/ 6858000 h 6858000"/>
              <a:gd name="connsiteX287" fmla="*/ 4907178 w 7467600"/>
              <a:gd name="connsiteY287" fmla="*/ 6858000 h 6858000"/>
              <a:gd name="connsiteX288" fmla="*/ 4910810 w 7467600"/>
              <a:gd name="connsiteY288" fmla="*/ 6829660 h 6858000"/>
              <a:gd name="connsiteX289" fmla="*/ 4987461 w 7467600"/>
              <a:gd name="connsiteY289" fmla="*/ 6432994 h 6858000"/>
              <a:gd name="connsiteX290" fmla="*/ 5179262 w 7467600"/>
              <a:gd name="connsiteY290" fmla="*/ 6035044 h 6858000"/>
              <a:gd name="connsiteX291" fmla="*/ 4689678 w 7467600"/>
              <a:gd name="connsiteY291" fmla="*/ 6440241 h 6858000"/>
              <a:gd name="connsiteX292" fmla="*/ 4477543 w 7467600"/>
              <a:gd name="connsiteY292" fmla="*/ 6674836 h 6858000"/>
              <a:gd name="connsiteX293" fmla="*/ 4329957 w 7467600"/>
              <a:gd name="connsiteY293" fmla="*/ 6858000 h 6858000"/>
              <a:gd name="connsiteX294" fmla="*/ 4218595 w 7467600"/>
              <a:gd name="connsiteY294" fmla="*/ 6858000 h 6858000"/>
              <a:gd name="connsiteX295" fmla="*/ 4368888 w 7467600"/>
              <a:gd name="connsiteY295" fmla="*/ 6668412 h 6858000"/>
              <a:gd name="connsiteX296" fmla="*/ 4563091 w 7467600"/>
              <a:gd name="connsiteY296" fmla="*/ 6442508 h 6858000"/>
              <a:gd name="connsiteX297" fmla="*/ 5387324 w 7467600"/>
              <a:gd name="connsiteY297" fmla="*/ 5705830 h 6858000"/>
              <a:gd name="connsiteX298" fmla="*/ 5073620 w 7467600"/>
              <a:gd name="connsiteY298" fmla="*/ 5955437 h 6858000"/>
              <a:gd name="connsiteX299" fmla="*/ 4689789 w 7467600"/>
              <a:gd name="connsiteY299" fmla="*/ 6268382 h 6858000"/>
              <a:gd name="connsiteX300" fmla="*/ 4418722 w 7467600"/>
              <a:gd name="connsiteY300" fmla="*/ 6570886 h 6858000"/>
              <a:gd name="connsiteX301" fmla="*/ 4214944 w 7467600"/>
              <a:gd name="connsiteY301" fmla="*/ 6858000 h 6858000"/>
              <a:gd name="connsiteX302" fmla="*/ 4177898 w 7467600"/>
              <a:gd name="connsiteY302" fmla="*/ 6858000 h 6858000"/>
              <a:gd name="connsiteX303" fmla="*/ 4391597 w 7467600"/>
              <a:gd name="connsiteY303" fmla="*/ 6556370 h 6858000"/>
              <a:gd name="connsiteX304" fmla="*/ 4668889 w 7467600"/>
              <a:gd name="connsiteY304" fmla="*/ 6246399 h 6858000"/>
              <a:gd name="connsiteX305" fmla="*/ 5055427 w 7467600"/>
              <a:gd name="connsiteY305" fmla="*/ 5931476 h 6858000"/>
              <a:gd name="connsiteX306" fmla="*/ 5371814 w 7467600"/>
              <a:gd name="connsiteY306" fmla="*/ 5678975 h 6858000"/>
              <a:gd name="connsiteX307" fmla="*/ 4987918 w 7467600"/>
              <a:gd name="connsiteY307" fmla="*/ 5838701 h 6858000"/>
              <a:gd name="connsiteX308" fmla="*/ 4317146 w 7467600"/>
              <a:gd name="connsiteY308" fmla="*/ 6587716 h 6858000"/>
              <a:gd name="connsiteX309" fmla="*/ 4171627 w 7467600"/>
              <a:gd name="connsiteY309" fmla="*/ 6858000 h 6858000"/>
              <a:gd name="connsiteX310" fmla="*/ 4081585 w 7467600"/>
              <a:gd name="connsiteY310" fmla="*/ 6858000 h 6858000"/>
              <a:gd name="connsiteX311" fmla="*/ 4238603 w 7467600"/>
              <a:gd name="connsiteY311" fmla="*/ 6559341 h 6858000"/>
              <a:gd name="connsiteX312" fmla="*/ 4778333 w 7467600"/>
              <a:gd name="connsiteY312" fmla="*/ 5873626 h 6858000"/>
              <a:gd name="connsiteX313" fmla="*/ 5414185 w 7467600"/>
              <a:gd name="connsiteY313" fmla="*/ 5573882 h 6858000"/>
              <a:gd name="connsiteX314" fmla="*/ 5959648 w 7467600"/>
              <a:gd name="connsiteY314" fmla="*/ 4760797 h 6858000"/>
              <a:gd name="connsiteX315" fmla="*/ 5355019 w 7467600"/>
              <a:gd name="connsiteY315" fmla="*/ 4734672 h 6858000"/>
              <a:gd name="connsiteX316" fmla="*/ 5083565 w 7467600"/>
              <a:gd name="connsiteY316" fmla="*/ 5179121 h 6858000"/>
              <a:gd name="connsiteX317" fmla="*/ 4713577 w 7467600"/>
              <a:gd name="connsiteY317" fmla="*/ 5616803 h 6858000"/>
              <a:gd name="connsiteX318" fmla="*/ 3989559 w 7467600"/>
              <a:gd name="connsiteY318" fmla="*/ 6145945 h 6858000"/>
              <a:gd name="connsiteX319" fmla="*/ 3939824 w 7467600"/>
              <a:gd name="connsiteY319" fmla="*/ 6066900 h 6858000"/>
              <a:gd name="connsiteX320" fmla="*/ 4584537 w 7467600"/>
              <a:gd name="connsiteY320" fmla="*/ 5324826 h 6858000"/>
              <a:gd name="connsiteX321" fmla="*/ 5037105 w 7467600"/>
              <a:gd name="connsiteY321" fmla="*/ 5088765 h 6858000"/>
              <a:gd name="connsiteX322" fmla="*/ 5039930 w 7467600"/>
              <a:gd name="connsiteY322" fmla="*/ 5089585 h 6858000"/>
              <a:gd name="connsiteX323" fmla="*/ 5263764 w 7467600"/>
              <a:gd name="connsiteY323" fmla="*/ 4735525 h 6858000"/>
              <a:gd name="connsiteX324" fmla="*/ 4086300 w 7467600"/>
              <a:gd name="connsiteY324" fmla="*/ 4884599 h 6858000"/>
              <a:gd name="connsiteX325" fmla="*/ 4085485 w 7467600"/>
              <a:gd name="connsiteY325" fmla="*/ 4899070 h 6858000"/>
              <a:gd name="connsiteX326" fmla="*/ 3871915 w 7467600"/>
              <a:gd name="connsiteY326" fmla="*/ 5253645 h 6858000"/>
              <a:gd name="connsiteX327" fmla="*/ 3799374 w 7467600"/>
              <a:gd name="connsiteY327" fmla="*/ 5466127 h 6858000"/>
              <a:gd name="connsiteX328" fmla="*/ 3498850 w 7467600"/>
              <a:gd name="connsiteY328" fmla="*/ 6661888 h 6858000"/>
              <a:gd name="connsiteX329" fmla="*/ 3399216 w 7467600"/>
              <a:gd name="connsiteY329" fmla="*/ 6858000 h 6858000"/>
              <a:gd name="connsiteX330" fmla="*/ 3303688 w 7467600"/>
              <a:gd name="connsiteY330" fmla="*/ 6858000 h 6858000"/>
              <a:gd name="connsiteX331" fmla="*/ 3391774 w 7467600"/>
              <a:gd name="connsiteY331" fmla="*/ 6697181 h 6858000"/>
              <a:gd name="connsiteX332" fmla="*/ 3735540 w 7467600"/>
              <a:gd name="connsiteY332" fmla="*/ 5546923 h 6858000"/>
              <a:gd name="connsiteX333" fmla="*/ 3729438 w 7467600"/>
              <a:gd name="connsiteY333" fmla="*/ 5569058 h 6858000"/>
              <a:gd name="connsiteX334" fmla="*/ 3707782 w 7467600"/>
              <a:gd name="connsiteY334" fmla="*/ 5644908 h 6858000"/>
              <a:gd name="connsiteX335" fmla="*/ 3583827 w 7467600"/>
              <a:gd name="connsiteY335" fmla="*/ 6039215 h 6858000"/>
              <a:gd name="connsiteX336" fmla="*/ 3547861 w 7467600"/>
              <a:gd name="connsiteY336" fmla="*/ 6129609 h 6858000"/>
              <a:gd name="connsiteX337" fmla="*/ 3490905 w 7467600"/>
              <a:gd name="connsiteY337" fmla="*/ 6277660 h 6858000"/>
              <a:gd name="connsiteX338" fmla="*/ 3455859 w 7467600"/>
              <a:gd name="connsiteY338" fmla="*/ 6391301 h 6858000"/>
              <a:gd name="connsiteX339" fmla="*/ 3429112 w 7467600"/>
              <a:gd name="connsiteY339" fmla="*/ 6479469 h 6858000"/>
              <a:gd name="connsiteX340" fmla="*/ 3304862 w 7467600"/>
              <a:gd name="connsiteY340" fmla="*/ 6796476 h 6858000"/>
              <a:gd name="connsiteX341" fmla="*/ 3276071 w 7467600"/>
              <a:gd name="connsiteY341" fmla="*/ 6858000 h 6858000"/>
              <a:gd name="connsiteX342" fmla="*/ 3240805 w 7467600"/>
              <a:gd name="connsiteY342" fmla="*/ 6858000 h 6858000"/>
              <a:gd name="connsiteX343" fmla="*/ 3275917 w 7467600"/>
              <a:gd name="connsiteY343" fmla="*/ 6783192 h 6858000"/>
              <a:gd name="connsiteX344" fmla="*/ 3399358 w 7467600"/>
              <a:gd name="connsiteY344" fmla="*/ 6469011 h 6858000"/>
              <a:gd name="connsiteX345" fmla="*/ 3425650 w 7467600"/>
              <a:gd name="connsiteY345" fmla="*/ 6381333 h 6858000"/>
              <a:gd name="connsiteX346" fmla="*/ 3460661 w 7467600"/>
              <a:gd name="connsiteY346" fmla="*/ 6266763 h 6858000"/>
              <a:gd name="connsiteX347" fmla="*/ 3518021 w 7467600"/>
              <a:gd name="connsiteY347" fmla="*/ 6117298 h 6858000"/>
              <a:gd name="connsiteX348" fmla="*/ 3554035 w 7467600"/>
              <a:gd name="connsiteY348" fmla="*/ 6027832 h 6858000"/>
              <a:gd name="connsiteX349" fmla="*/ 3677174 w 7467600"/>
              <a:gd name="connsiteY349" fmla="*/ 5636351 h 6858000"/>
              <a:gd name="connsiteX350" fmla="*/ 3698819 w 7467600"/>
              <a:gd name="connsiteY350" fmla="*/ 5560503 h 6858000"/>
              <a:gd name="connsiteX351" fmla="*/ 3702094 w 7467600"/>
              <a:gd name="connsiteY351" fmla="*/ 5549194 h 6858000"/>
              <a:gd name="connsiteX352" fmla="*/ 3398355 w 7467600"/>
              <a:gd name="connsiteY352" fmla="*/ 6094603 h 6858000"/>
              <a:gd name="connsiteX353" fmla="*/ 3193941 w 7467600"/>
              <a:gd name="connsiteY353" fmla="*/ 6798775 h 6858000"/>
              <a:gd name="connsiteX354" fmla="*/ 3184140 w 7467600"/>
              <a:gd name="connsiteY354" fmla="*/ 6858000 h 6858000"/>
              <a:gd name="connsiteX355" fmla="*/ 3099978 w 7467600"/>
              <a:gd name="connsiteY355" fmla="*/ 6858000 h 6858000"/>
              <a:gd name="connsiteX356" fmla="*/ 3101556 w 7467600"/>
              <a:gd name="connsiteY356" fmla="*/ 6843337 h 6858000"/>
              <a:gd name="connsiteX357" fmla="*/ 3370162 w 7467600"/>
              <a:gd name="connsiteY357" fmla="*/ 5785550 h 6858000"/>
              <a:gd name="connsiteX358" fmla="*/ 3746477 w 7467600"/>
              <a:gd name="connsiteY358" fmla="*/ 5377889 h 6858000"/>
              <a:gd name="connsiteX359" fmla="*/ 3863399 w 7467600"/>
              <a:gd name="connsiteY359" fmla="*/ 5087257 h 6858000"/>
              <a:gd name="connsiteX360" fmla="*/ 3968712 w 7467600"/>
              <a:gd name="connsiteY360" fmla="*/ 4913989 h 6858000"/>
              <a:gd name="connsiteX361" fmla="*/ 2792390 w 7467600"/>
              <a:gd name="connsiteY361" fmla="*/ 5382974 h 6858000"/>
              <a:gd name="connsiteX362" fmla="*/ 2714982 w 7467600"/>
              <a:gd name="connsiteY362" fmla="*/ 5427051 h 6858000"/>
              <a:gd name="connsiteX363" fmla="*/ 2813361 w 7467600"/>
              <a:gd name="connsiteY363" fmla="*/ 6023912 h 6858000"/>
              <a:gd name="connsiteX364" fmla="*/ 2688430 w 7467600"/>
              <a:gd name="connsiteY364" fmla="*/ 6801564 h 6858000"/>
              <a:gd name="connsiteX365" fmla="*/ 2629626 w 7467600"/>
              <a:gd name="connsiteY365" fmla="*/ 6763394 h 6858000"/>
              <a:gd name="connsiteX366" fmla="*/ 2565328 w 7467600"/>
              <a:gd name="connsiteY366" fmla="*/ 5516399 h 6858000"/>
              <a:gd name="connsiteX367" fmla="*/ 1922999 w 7467600"/>
              <a:gd name="connsiteY367" fmla="*/ 5980343 h 6858000"/>
              <a:gd name="connsiteX368" fmla="*/ 1950261 w 7467600"/>
              <a:gd name="connsiteY368" fmla="*/ 6405858 h 6858000"/>
              <a:gd name="connsiteX369" fmla="*/ 2365554 w 7467600"/>
              <a:gd name="connsiteY369" fmla="*/ 6759107 h 6858000"/>
              <a:gd name="connsiteX370" fmla="*/ 2424142 w 7467600"/>
              <a:gd name="connsiteY370" fmla="*/ 6858000 h 6858000"/>
              <a:gd name="connsiteX371" fmla="*/ 2395994 w 7467600"/>
              <a:gd name="connsiteY371" fmla="*/ 6858000 h 6858000"/>
              <a:gd name="connsiteX372" fmla="*/ 2392863 w 7467600"/>
              <a:gd name="connsiteY372" fmla="*/ 6852964 h 6858000"/>
              <a:gd name="connsiteX373" fmla="*/ 2017589 w 7467600"/>
              <a:gd name="connsiteY373" fmla="*/ 6493982 h 6858000"/>
              <a:gd name="connsiteX374" fmla="*/ 2147336 w 7467600"/>
              <a:gd name="connsiteY374" fmla="*/ 6594052 h 6858000"/>
              <a:gd name="connsiteX375" fmla="*/ 2207047 w 7467600"/>
              <a:gd name="connsiteY375" fmla="*/ 6654540 h 6858000"/>
              <a:gd name="connsiteX376" fmla="*/ 2299106 w 7467600"/>
              <a:gd name="connsiteY376" fmla="*/ 6778931 h 6858000"/>
              <a:gd name="connsiteX377" fmla="*/ 2314430 w 7467600"/>
              <a:gd name="connsiteY377" fmla="*/ 6801144 h 6858000"/>
              <a:gd name="connsiteX378" fmla="*/ 2352406 w 7467600"/>
              <a:gd name="connsiteY378" fmla="*/ 6858000 h 6858000"/>
              <a:gd name="connsiteX379" fmla="*/ 2314492 w 7467600"/>
              <a:gd name="connsiteY379" fmla="*/ 6858000 h 6858000"/>
              <a:gd name="connsiteX380" fmla="*/ 2288095 w 7467600"/>
              <a:gd name="connsiteY380" fmla="*/ 6818030 h 6858000"/>
              <a:gd name="connsiteX381" fmla="*/ 2272768 w 7467600"/>
              <a:gd name="connsiteY381" fmla="*/ 6795822 h 6858000"/>
              <a:gd name="connsiteX382" fmla="*/ 2182715 w 7467600"/>
              <a:gd name="connsiteY382" fmla="*/ 6675071 h 6858000"/>
              <a:gd name="connsiteX383" fmla="*/ 2032061 w 7467600"/>
              <a:gd name="connsiteY383" fmla="*/ 6541380 h 6858000"/>
              <a:gd name="connsiteX384" fmla="*/ 2257220 w 7467600"/>
              <a:gd name="connsiteY384" fmla="*/ 6826257 h 6858000"/>
              <a:gd name="connsiteX385" fmla="*/ 2281324 w 7467600"/>
              <a:gd name="connsiteY385" fmla="*/ 6858000 h 6858000"/>
              <a:gd name="connsiteX386" fmla="*/ 2242860 w 7467600"/>
              <a:gd name="connsiteY386" fmla="*/ 6858000 h 6858000"/>
              <a:gd name="connsiteX387" fmla="*/ 2232818 w 7467600"/>
              <a:gd name="connsiteY387" fmla="*/ 6844926 h 6858000"/>
              <a:gd name="connsiteX388" fmla="*/ 1990172 w 7467600"/>
              <a:gd name="connsiteY388" fmla="*/ 6542121 h 6858000"/>
              <a:gd name="connsiteX389" fmla="*/ 2124090 w 7467600"/>
              <a:gd name="connsiteY389" fmla="*/ 6761017 h 6858000"/>
              <a:gd name="connsiteX390" fmla="*/ 2200380 w 7467600"/>
              <a:gd name="connsiteY390" fmla="*/ 6858000 h 6858000"/>
              <a:gd name="connsiteX391" fmla="*/ 2147507 w 7467600"/>
              <a:gd name="connsiteY391" fmla="*/ 6858000 h 6858000"/>
              <a:gd name="connsiteX392" fmla="*/ 2070668 w 7467600"/>
              <a:gd name="connsiteY392" fmla="*/ 6761520 h 6858000"/>
              <a:gd name="connsiteX393" fmla="*/ 1975142 w 7467600"/>
              <a:gd name="connsiteY393" fmla="*/ 6585570 h 6858000"/>
              <a:gd name="connsiteX394" fmla="*/ 2050035 w 7467600"/>
              <a:gd name="connsiteY394" fmla="*/ 6813345 h 6858000"/>
              <a:gd name="connsiteX395" fmla="*/ 2063025 w 7467600"/>
              <a:gd name="connsiteY395" fmla="*/ 6858000 h 6858000"/>
              <a:gd name="connsiteX396" fmla="*/ 2021675 w 7467600"/>
              <a:gd name="connsiteY396" fmla="*/ 6858000 h 6858000"/>
              <a:gd name="connsiteX397" fmla="*/ 2019308 w 7467600"/>
              <a:gd name="connsiteY397" fmla="*/ 6847118 h 6858000"/>
              <a:gd name="connsiteX398" fmla="*/ 1938835 w 7467600"/>
              <a:gd name="connsiteY398" fmla="*/ 6551160 h 6858000"/>
              <a:gd name="connsiteX399" fmla="*/ 1953230 w 7467600"/>
              <a:gd name="connsiteY399" fmla="*/ 6759699 h 6858000"/>
              <a:gd name="connsiteX400" fmla="*/ 1956763 w 7467600"/>
              <a:gd name="connsiteY400" fmla="*/ 6778191 h 6858000"/>
              <a:gd name="connsiteX401" fmla="*/ 1967925 w 7467600"/>
              <a:gd name="connsiteY401" fmla="*/ 6858000 h 6858000"/>
              <a:gd name="connsiteX402" fmla="*/ 1936622 w 7467600"/>
              <a:gd name="connsiteY402" fmla="*/ 6858000 h 6858000"/>
              <a:gd name="connsiteX403" fmla="*/ 1926261 w 7467600"/>
              <a:gd name="connsiteY403" fmla="*/ 6784064 h 6858000"/>
              <a:gd name="connsiteX404" fmla="*/ 1922724 w 7467600"/>
              <a:gd name="connsiteY404" fmla="*/ 6765577 h 6858000"/>
              <a:gd name="connsiteX405" fmla="*/ 1904650 w 7467600"/>
              <a:gd name="connsiteY405" fmla="*/ 6639616 h 6858000"/>
              <a:gd name="connsiteX406" fmla="*/ 1885273 w 7467600"/>
              <a:gd name="connsiteY406" fmla="*/ 6858000 h 6858000"/>
              <a:gd name="connsiteX407" fmla="*/ 1854363 w 7467600"/>
              <a:gd name="connsiteY407" fmla="*/ 6858000 h 6858000"/>
              <a:gd name="connsiteX408" fmla="*/ 1880391 w 7467600"/>
              <a:gd name="connsiteY408" fmla="*/ 6603796 h 6858000"/>
              <a:gd name="connsiteX409" fmla="*/ 1818273 w 7467600"/>
              <a:gd name="connsiteY409" fmla="*/ 6715729 h 6858000"/>
              <a:gd name="connsiteX410" fmla="*/ 1794691 w 7467600"/>
              <a:gd name="connsiteY410" fmla="*/ 6843239 h 6858000"/>
              <a:gd name="connsiteX411" fmla="*/ 1794914 w 7467600"/>
              <a:gd name="connsiteY411" fmla="*/ 6858000 h 6858000"/>
              <a:gd name="connsiteX412" fmla="*/ 1746128 w 7467600"/>
              <a:gd name="connsiteY412" fmla="*/ 6858000 h 6858000"/>
              <a:gd name="connsiteX413" fmla="*/ 1753934 w 7467600"/>
              <a:gd name="connsiteY413" fmla="*/ 6724796 h 6858000"/>
              <a:gd name="connsiteX414" fmla="*/ 1792053 w 7467600"/>
              <a:gd name="connsiteY414" fmla="*/ 6572396 h 6858000"/>
              <a:gd name="connsiteX415" fmla="*/ 1862248 w 7467600"/>
              <a:gd name="connsiteY415" fmla="*/ 6266397 h 6858000"/>
              <a:gd name="connsiteX416" fmla="*/ 1862250 w 7467600"/>
              <a:gd name="connsiteY416" fmla="*/ 6033531 h 6858000"/>
              <a:gd name="connsiteX417" fmla="*/ 1211999 w 7467600"/>
              <a:gd name="connsiteY417" fmla="*/ 6683610 h 6858000"/>
              <a:gd name="connsiteX418" fmla="*/ 1213266 w 7467600"/>
              <a:gd name="connsiteY418" fmla="*/ 6691947 h 6858000"/>
              <a:gd name="connsiteX419" fmla="*/ 1203370 w 7467600"/>
              <a:gd name="connsiteY419" fmla="*/ 6850676 h 6858000"/>
              <a:gd name="connsiteX420" fmla="*/ 1203671 w 7467600"/>
              <a:gd name="connsiteY420" fmla="*/ 6858000 h 6858000"/>
              <a:gd name="connsiteX421" fmla="*/ 1143180 w 7467600"/>
              <a:gd name="connsiteY421" fmla="*/ 6858000 h 6858000"/>
              <a:gd name="connsiteX422" fmla="*/ 1142176 w 7467600"/>
              <a:gd name="connsiteY422" fmla="*/ 6766045 h 6858000"/>
              <a:gd name="connsiteX423" fmla="*/ 1067484 w 7467600"/>
              <a:gd name="connsiteY423" fmla="*/ 6858000 h 6858000"/>
              <a:gd name="connsiteX424" fmla="*/ 953928 w 7467600"/>
              <a:gd name="connsiteY424" fmla="*/ 6858000 h 6858000"/>
              <a:gd name="connsiteX425" fmla="*/ 959715 w 7467600"/>
              <a:gd name="connsiteY425" fmla="*/ 6850185 h 6858000"/>
              <a:gd name="connsiteX426" fmla="*/ 1483788 w 7467600"/>
              <a:gd name="connsiteY426" fmla="*/ 6259174 h 6858000"/>
              <a:gd name="connsiteX427" fmla="*/ 1100671 w 7467600"/>
              <a:gd name="connsiteY427" fmla="*/ 6252137 h 6858000"/>
              <a:gd name="connsiteX428" fmla="*/ 1090144 w 7467600"/>
              <a:gd name="connsiteY428" fmla="*/ 6256748 h 6858000"/>
              <a:gd name="connsiteX429" fmla="*/ 1095872 w 7467600"/>
              <a:gd name="connsiteY429" fmla="*/ 6271892 h 6858000"/>
              <a:gd name="connsiteX430" fmla="*/ 262785 w 7467600"/>
              <a:gd name="connsiteY430" fmla="*/ 6845450 h 6858000"/>
              <a:gd name="connsiteX431" fmla="*/ 209968 w 7467600"/>
              <a:gd name="connsiteY431" fmla="*/ 6770713 h 6858000"/>
              <a:gd name="connsiteX432" fmla="*/ 873460 w 7467600"/>
              <a:gd name="connsiteY432" fmla="*/ 6253768 h 6858000"/>
              <a:gd name="connsiteX433" fmla="*/ 192686 w 7467600"/>
              <a:gd name="connsiteY433" fmla="*/ 5849257 h 6858000"/>
              <a:gd name="connsiteX434" fmla="*/ 4696 w 7467600"/>
              <a:gd name="connsiteY434" fmla="*/ 5697668 h 6858000"/>
              <a:gd name="connsiteX435" fmla="*/ 0 w 7467600"/>
              <a:gd name="connsiteY435" fmla="*/ 5689984 h 6858000"/>
              <a:gd name="connsiteX436" fmla="*/ 0 w 7467600"/>
              <a:gd name="connsiteY436" fmla="*/ 5513472 h 6858000"/>
              <a:gd name="connsiteX437" fmla="*/ 174101 w 7467600"/>
              <a:gd name="connsiteY437" fmla="*/ 5620277 h 6858000"/>
              <a:gd name="connsiteX438" fmla="*/ 891800 w 7467600"/>
              <a:gd name="connsiteY438" fmla="*/ 6036935 h 6858000"/>
              <a:gd name="connsiteX439" fmla="*/ 1072219 w 7467600"/>
              <a:gd name="connsiteY439" fmla="*/ 6169443 h 6858000"/>
              <a:gd name="connsiteX440" fmla="*/ 1074117 w 7467600"/>
              <a:gd name="connsiteY440" fmla="*/ 6170301 h 6858000"/>
              <a:gd name="connsiteX441" fmla="*/ 1083114 w 7467600"/>
              <a:gd name="connsiteY441" fmla="*/ 6174131 h 6858000"/>
              <a:gd name="connsiteX442" fmla="*/ 1543010 w 7467600"/>
              <a:gd name="connsiteY442" fmla="*/ 6191140 h 6858000"/>
              <a:gd name="connsiteX443" fmla="*/ 1551080 w 7467600"/>
              <a:gd name="connsiteY443" fmla="*/ 6195006 h 6858000"/>
              <a:gd name="connsiteX444" fmla="*/ 2345443 w 7467600"/>
              <a:gd name="connsiteY444" fmla="*/ 5549882 h 6858000"/>
              <a:gd name="connsiteX445" fmla="*/ 1721499 w 7467600"/>
              <a:gd name="connsiteY445" fmla="*/ 5599969 h 6858000"/>
              <a:gd name="connsiteX446" fmla="*/ 767716 w 7467600"/>
              <a:gd name="connsiteY446" fmla="*/ 5472768 h 6858000"/>
              <a:gd name="connsiteX447" fmla="*/ 722147 w 7467600"/>
              <a:gd name="connsiteY447" fmla="*/ 5393091 h 6858000"/>
              <a:gd name="connsiteX448" fmla="*/ 1485552 w 7467600"/>
              <a:gd name="connsiteY448" fmla="*/ 5313202 h 6858000"/>
              <a:gd name="connsiteX449" fmla="*/ 2143004 w 7467600"/>
              <a:gd name="connsiteY449" fmla="*/ 5402420 h 6858000"/>
              <a:gd name="connsiteX450" fmla="*/ 1933391 w 7467600"/>
              <a:gd name="connsiteY450" fmla="*/ 5156971 h 6858000"/>
              <a:gd name="connsiteX451" fmla="*/ 1827118 w 7467600"/>
              <a:gd name="connsiteY451" fmla="*/ 4968410 h 6858000"/>
              <a:gd name="connsiteX452" fmla="*/ 1837349 w 7467600"/>
              <a:gd name="connsiteY452" fmla="*/ 4956357 h 6858000"/>
              <a:gd name="connsiteX453" fmla="*/ 2162835 w 7467600"/>
              <a:gd name="connsiteY453" fmla="*/ 5187853 h 6858000"/>
              <a:gd name="connsiteX454" fmla="*/ 2257167 w 7467600"/>
              <a:gd name="connsiteY454" fmla="*/ 5462123 h 6858000"/>
              <a:gd name="connsiteX455" fmla="*/ 2261598 w 7467600"/>
              <a:gd name="connsiteY455" fmla="*/ 5467998 h 6858000"/>
              <a:gd name="connsiteX456" fmla="*/ 2437177 w 7467600"/>
              <a:gd name="connsiteY456" fmla="*/ 5479608 h 6858000"/>
              <a:gd name="connsiteX457" fmla="*/ 2445247 w 7467600"/>
              <a:gd name="connsiteY457" fmla="*/ 5483476 h 6858000"/>
              <a:gd name="connsiteX458" fmla="*/ 2743626 w 7467600"/>
              <a:gd name="connsiteY458" fmla="*/ 5304819 h 6858000"/>
              <a:gd name="connsiteX459" fmla="*/ 3048102 w 7467600"/>
              <a:gd name="connsiteY459" fmla="*/ 5150595 h 6858000"/>
              <a:gd name="connsiteX460" fmla="*/ 1799414 w 7467600"/>
              <a:gd name="connsiteY460" fmla="*/ 4694732 h 6858000"/>
              <a:gd name="connsiteX461" fmla="*/ 1771735 w 7467600"/>
              <a:gd name="connsiteY461" fmla="*/ 4619929 h 6858000"/>
              <a:gd name="connsiteX462" fmla="*/ 3104273 w 7467600"/>
              <a:gd name="connsiteY462" fmla="*/ 5076159 h 6858000"/>
              <a:gd name="connsiteX463" fmla="*/ 3113245 w 7467600"/>
              <a:gd name="connsiteY463" fmla="*/ 5090705 h 6858000"/>
              <a:gd name="connsiteX464" fmla="*/ 3126294 w 7467600"/>
              <a:gd name="connsiteY464" fmla="*/ 5114400 h 6858000"/>
              <a:gd name="connsiteX465" fmla="*/ 3937433 w 7467600"/>
              <a:gd name="connsiteY465" fmla="*/ 4830473 h 6858000"/>
              <a:gd name="connsiteX466" fmla="*/ 3590475 w 7467600"/>
              <a:gd name="connsiteY466" fmla="*/ 4597974 h 6858000"/>
              <a:gd name="connsiteX467" fmla="*/ 3100264 w 7467600"/>
              <a:gd name="connsiteY467" fmla="*/ 4579845 h 6858000"/>
              <a:gd name="connsiteX468" fmla="*/ 2183576 w 7467600"/>
              <a:gd name="connsiteY468" fmla="*/ 4227150 h 6858000"/>
              <a:gd name="connsiteX469" fmla="*/ 2151029 w 7467600"/>
              <a:gd name="connsiteY469" fmla="*/ 4146947 h 6858000"/>
              <a:gd name="connsiteX470" fmla="*/ 3563434 w 7467600"/>
              <a:gd name="connsiteY470" fmla="*/ 4469115 h 6858000"/>
              <a:gd name="connsiteX471" fmla="*/ 3177952 w 7467600"/>
              <a:gd name="connsiteY471" fmla="*/ 3657386 h 6858000"/>
              <a:gd name="connsiteX472" fmla="*/ 3189263 w 7467600"/>
              <a:gd name="connsiteY472" fmla="*/ 3625726 h 6858000"/>
              <a:gd name="connsiteX473" fmla="*/ 3560912 w 7467600"/>
              <a:gd name="connsiteY473" fmla="*/ 4079863 h 6858000"/>
              <a:gd name="connsiteX474" fmla="*/ 3626636 w 7467600"/>
              <a:gd name="connsiteY474" fmla="*/ 4512230 h 6858000"/>
              <a:gd name="connsiteX475" fmla="*/ 3653088 w 7467600"/>
              <a:gd name="connsiteY475" fmla="*/ 4521417 h 6858000"/>
              <a:gd name="connsiteX476" fmla="*/ 3988128 w 7467600"/>
              <a:gd name="connsiteY476" fmla="*/ 4817267 h 6858000"/>
              <a:gd name="connsiteX477" fmla="*/ 4830582 w 7467600"/>
              <a:gd name="connsiteY477" fmla="*/ 4676000 h 6858000"/>
              <a:gd name="connsiteX478" fmla="*/ 4830100 w 7467600"/>
              <a:gd name="connsiteY478" fmla="*/ 4675554 h 6858000"/>
              <a:gd name="connsiteX479" fmla="*/ 4036318 w 7467600"/>
              <a:gd name="connsiteY479" fmla="*/ 4147013 h 6858000"/>
              <a:gd name="connsiteX480" fmla="*/ 3432098 w 7467600"/>
              <a:gd name="connsiteY480" fmla="*/ 3537312 h 6858000"/>
              <a:gd name="connsiteX481" fmla="*/ 3446761 w 7467600"/>
              <a:gd name="connsiteY481" fmla="*/ 3461278 h 6858000"/>
              <a:gd name="connsiteX482" fmla="*/ 4419733 w 7467600"/>
              <a:gd name="connsiteY482" fmla="*/ 3963555 h 6858000"/>
              <a:gd name="connsiteX483" fmla="*/ 4781371 w 7467600"/>
              <a:gd name="connsiteY483" fmla="*/ 4458604 h 6858000"/>
              <a:gd name="connsiteX484" fmla="*/ 4780440 w 7467600"/>
              <a:gd name="connsiteY484" fmla="*/ 4470290 h 6858000"/>
              <a:gd name="connsiteX485" fmla="*/ 4898954 w 7467600"/>
              <a:gd name="connsiteY485" fmla="*/ 4662092 h 6858000"/>
              <a:gd name="connsiteX486" fmla="*/ 4900699 w 7467600"/>
              <a:gd name="connsiteY486" fmla="*/ 4670867 h 6858000"/>
              <a:gd name="connsiteX487" fmla="*/ 5714511 w 7467600"/>
              <a:gd name="connsiteY487" fmla="*/ 4663483 h 6858000"/>
              <a:gd name="connsiteX488" fmla="*/ 5464793 w 7467600"/>
              <a:gd name="connsiteY488" fmla="*/ 4393556 h 6858000"/>
              <a:gd name="connsiteX489" fmla="*/ 5461897 w 7467600"/>
              <a:gd name="connsiteY489" fmla="*/ 4390879 h 6858000"/>
              <a:gd name="connsiteX490" fmla="*/ 4294126 w 7467600"/>
              <a:gd name="connsiteY490" fmla="*/ 3303048 h 6858000"/>
              <a:gd name="connsiteX491" fmla="*/ 4305321 w 7467600"/>
              <a:gd name="connsiteY491" fmla="*/ 3256953 h 6858000"/>
              <a:gd name="connsiteX492" fmla="*/ 4949299 w 7467600"/>
              <a:gd name="connsiteY492" fmla="*/ 3766336 h 6858000"/>
              <a:gd name="connsiteX493" fmla="*/ 5291452 w 7467600"/>
              <a:gd name="connsiteY493" fmla="*/ 4076801 h 6858000"/>
              <a:gd name="connsiteX494" fmla="*/ 5434998 w 7467600"/>
              <a:gd name="connsiteY494" fmla="*/ 4254100 h 6858000"/>
              <a:gd name="connsiteX495" fmla="*/ 5351015 w 7467600"/>
              <a:gd name="connsiteY495" fmla="*/ 3760989 h 6858000"/>
              <a:gd name="connsiteX496" fmla="*/ 5413780 w 7467600"/>
              <a:gd name="connsiteY496" fmla="*/ 2966265 h 6858000"/>
              <a:gd name="connsiteX497" fmla="*/ 5425627 w 7467600"/>
              <a:gd name="connsiteY497" fmla="*/ 2954192 h 6858000"/>
              <a:gd name="connsiteX498" fmla="*/ 6604735 w 7467600"/>
              <a:gd name="connsiteY498" fmla="*/ 2041381 h 6858000"/>
              <a:gd name="connsiteX499" fmla="*/ 7204487 w 7467600"/>
              <a:gd name="connsiteY499" fmla="*/ 2742112 h 6858000"/>
              <a:gd name="connsiteX500" fmla="*/ 7131592 w 7467600"/>
              <a:gd name="connsiteY500" fmla="*/ 2672096 h 6858000"/>
              <a:gd name="connsiteX501" fmla="*/ 6996344 w 7467600"/>
              <a:gd name="connsiteY501" fmla="*/ 2518310 h 6858000"/>
              <a:gd name="connsiteX502" fmla="*/ 6735495 w 7467600"/>
              <a:gd name="connsiteY502" fmla="*/ 2196890 h 6858000"/>
              <a:gd name="connsiteX503" fmla="*/ 6721901 w 7467600"/>
              <a:gd name="connsiteY503" fmla="*/ 2179274 h 6858000"/>
              <a:gd name="connsiteX504" fmla="*/ 6604735 w 7467600"/>
              <a:gd name="connsiteY504" fmla="*/ 2041381 h 6858000"/>
              <a:gd name="connsiteX505" fmla="*/ 6591670 w 7467600"/>
              <a:gd name="connsiteY505" fmla="*/ 1988277 h 6858000"/>
              <a:gd name="connsiteX506" fmla="*/ 6747349 w 7467600"/>
              <a:gd name="connsiteY506" fmla="*/ 2160069 h 6858000"/>
              <a:gd name="connsiteX507" fmla="*/ 6760943 w 7467600"/>
              <a:gd name="connsiteY507" fmla="*/ 2177686 h 6858000"/>
              <a:gd name="connsiteX508" fmla="*/ 7021065 w 7467600"/>
              <a:gd name="connsiteY508" fmla="*/ 2498102 h 6858000"/>
              <a:gd name="connsiteX509" fmla="*/ 7155223 w 7467600"/>
              <a:gd name="connsiteY509" fmla="*/ 2650386 h 6858000"/>
              <a:gd name="connsiteX510" fmla="*/ 7203167 w 7467600"/>
              <a:gd name="connsiteY510" fmla="*/ 2697288 h 6858000"/>
              <a:gd name="connsiteX511" fmla="*/ 6937703 w 7467600"/>
              <a:gd name="connsiteY511" fmla="*/ 2321981 h 6858000"/>
              <a:gd name="connsiteX512" fmla="*/ 6591670 w 7467600"/>
              <a:gd name="connsiteY512" fmla="*/ 1988277 h 6858000"/>
              <a:gd name="connsiteX513" fmla="*/ 5798671 w 7467600"/>
              <a:gd name="connsiteY513" fmla="*/ 1981601 h 6858000"/>
              <a:gd name="connsiteX514" fmla="*/ 5754709 w 7467600"/>
              <a:gd name="connsiteY514" fmla="*/ 2071454 h 6858000"/>
              <a:gd name="connsiteX515" fmla="*/ 5763044 w 7467600"/>
              <a:gd name="connsiteY515" fmla="*/ 2842206 h 6858000"/>
              <a:gd name="connsiteX516" fmla="*/ 5764974 w 7467600"/>
              <a:gd name="connsiteY516" fmla="*/ 2799609 h 6858000"/>
              <a:gd name="connsiteX517" fmla="*/ 5767665 w 7467600"/>
              <a:gd name="connsiteY517" fmla="*/ 2666409 h 6858000"/>
              <a:gd name="connsiteX518" fmla="*/ 5763055 w 7467600"/>
              <a:gd name="connsiteY518" fmla="*/ 2579705 h 6858000"/>
              <a:gd name="connsiteX519" fmla="*/ 5758079 w 7467600"/>
              <a:gd name="connsiteY519" fmla="*/ 2492508 h 6858000"/>
              <a:gd name="connsiteX520" fmla="*/ 5779325 w 7467600"/>
              <a:gd name="connsiteY520" fmla="*/ 2197069 h 6858000"/>
              <a:gd name="connsiteX521" fmla="*/ 5798671 w 7467600"/>
              <a:gd name="connsiteY521" fmla="*/ 1981601 h 6858000"/>
              <a:gd name="connsiteX522" fmla="*/ 5829202 w 7467600"/>
              <a:gd name="connsiteY522" fmla="*/ 1971679 h 6858000"/>
              <a:gd name="connsiteX523" fmla="*/ 5809558 w 7467600"/>
              <a:gd name="connsiteY523" fmla="*/ 2198043 h 6858000"/>
              <a:gd name="connsiteX524" fmla="*/ 5788653 w 7467600"/>
              <a:gd name="connsiteY524" fmla="*/ 2489430 h 6858000"/>
              <a:gd name="connsiteX525" fmla="*/ 5793439 w 7467600"/>
              <a:gd name="connsiteY525" fmla="*/ 2575235 h 6858000"/>
              <a:gd name="connsiteX526" fmla="*/ 5796837 w 7467600"/>
              <a:gd name="connsiteY526" fmla="*/ 2637633 h 6858000"/>
              <a:gd name="connsiteX527" fmla="*/ 5818614 w 7467600"/>
              <a:gd name="connsiteY527" fmla="*/ 2473055 h 6858000"/>
              <a:gd name="connsiteX528" fmla="*/ 5829202 w 7467600"/>
              <a:gd name="connsiteY528" fmla="*/ 1971679 h 6858000"/>
              <a:gd name="connsiteX529" fmla="*/ 5911389 w 7467600"/>
              <a:gd name="connsiteY529" fmla="*/ 1898371 h 6858000"/>
              <a:gd name="connsiteX530" fmla="*/ 6237627 w 7467600"/>
              <a:gd name="connsiteY530" fmla="*/ 2231921 h 6858000"/>
              <a:gd name="connsiteX531" fmla="*/ 5911389 w 7467600"/>
              <a:gd name="connsiteY531" fmla="*/ 1898371 h 6858000"/>
              <a:gd name="connsiteX532" fmla="*/ 6944437 w 7467600"/>
              <a:gd name="connsiteY532" fmla="*/ 1575402 h 6858000"/>
              <a:gd name="connsiteX533" fmla="*/ 6304730 w 7467600"/>
              <a:gd name="connsiteY533" fmla="*/ 1766654 h 6858000"/>
              <a:gd name="connsiteX534" fmla="*/ 6944437 w 7467600"/>
              <a:gd name="connsiteY534" fmla="*/ 1575402 h 6858000"/>
              <a:gd name="connsiteX535" fmla="*/ 7019523 w 7467600"/>
              <a:gd name="connsiteY535" fmla="*/ 1519450 h 6858000"/>
              <a:gd name="connsiteX536" fmla="*/ 6298091 w 7467600"/>
              <a:gd name="connsiteY536" fmla="*/ 1737122 h 6858000"/>
              <a:gd name="connsiteX537" fmla="*/ 7019523 w 7467600"/>
              <a:gd name="connsiteY537" fmla="*/ 1519450 h 6858000"/>
              <a:gd name="connsiteX538" fmla="*/ 2399523 w 7467600"/>
              <a:gd name="connsiteY538" fmla="*/ 1428234 h 6858000"/>
              <a:gd name="connsiteX539" fmla="*/ 2224982 w 7467600"/>
              <a:gd name="connsiteY539" fmla="*/ 1826201 h 6858000"/>
              <a:gd name="connsiteX540" fmla="*/ 2096099 w 7467600"/>
              <a:gd name="connsiteY540" fmla="*/ 2345900 h 6858000"/>
              <a:gd name="connsiteX541" fmla="*/ 2283317 w 7467600"/>
              <a:gd name="connsiteY541" fmla="*/ 1796925 h 6858000"/>
              <a:gd name="connsiteX542" fmla="*/ 2399523 w 7467600"/>
              <a:gd name="connsiteY542" fmla="*/ 1428234 h 6858000"/>
              <a:gd name="connsiteX543" fmla="*/ 2448558 w 7467600"/>
              <a:gd name="connsiteY543" fmla="*/ 1373435 h 6858000"/>
              <a:gd name="connsiteX544" fmla="*/ 2312521 w 7467600"/>
              <a:gd name="connsiteY544" fmla="*/ 1806140 h 6858000"/>
              <a:gd name="connsiteX545" fmla="*/ 2127533 w 7467600"/>
              <a:gd name="connsiteY545" fmla="*/ 2348380 h 6858000"/>
              <a:gd name="connsiteX546" fmla="*/ 2358080 w 7467600"/>
              <a:gd name="connsiteY546" fmla="*/ 1866134 h 6858000"/>
              <a:gd name="connsiteX547" fmla="*/ 2407436 w 7467600"/>
              <a:gd name="connsiteY547" fmla="*/ 1651070 h 6858000"/>
              <a:gd name="connsiteX548" fmla="*/ 2448558 w 7467600"/>
              <a:gd name="connsiteY548" fmla="*/ 1373435 h 6858000"/>
              <a:gd name="connsiteX549" fmla="*/ 278707 w 7467600"/>
              <a:gd name="connsiteY549" fmla="*/ 1352270 h 6858000"/>
              <a:gd name="connsiteX550" fmla="*/ 321570 w 7467600"/>
              <a:gd name="connsiteY550" fmla="*/ 1861610 h 6858000"/>
              <a:gd name="connsiteX551" fmla="*/ 294281 w 7467600"/>
              <a:gd name="connsiteY551" fmla="*/ 1440658 h 6858000"/>
              <a:gd name="connsiteX552" fmla="*/ 278707 w 7467600"/>
              <a:gd name="connsiteY552" fmla="*/ 1352270 h 6858000"/>
              <a:gd name="connsiteX553" fmla="*/ 1423821 w 7467600"/>
              <a:gd name="connsiteY553" fmla="*/ 1351958 h 6858000"/>
              <a:gd name="connsiteX554" fmla="*/ 1638521 w 7467600"/>
              <a:gd name="connsiteY554" fmla="*/ 1908470 h 6858000"/>
              <a:gd name="connsiteX555" fmla="*/ 1754199 w 7467600"/>
              <a:gd name="connsiteY555" fmla="*/ 2149284 h 6858000"/>
              <a:gd name="connsiteX556" fmla="*/ 1908359 w 7467600"/>
              <a:gd name="connsiteY556" fmla="*/ 2364988 h 6858000"/>
              <a:gd name="connsiteX557" fmla="*/ 1647661 w 7467600"/>
              <a:gd name="connsiteY557" fmla="*/ 1825945 h 6858000"/>
              <a:gd name="connsiteX558" fmla="*/ 1423821 w 7467600"/>
              <a:gd name="connsiteY558" fmla="*/ 1351958 h 6858000"/>
              <a:gd name="connsiteX559" fmla="*/ 1431890 w 7467600"/>
              <a:gd name="connsiteY559" fmla="*/ 1306475 h 6858000"/>
              <a:gd name="connsiteX560" fmla="*/ 1507597 w 7467600"/>
              <a:gd name="connsiteY560" fmla="*/ 1446132 h 6858000"/>
              <a:gd name="connsiteX561" fmla="*/ 1674586 w 7467600"/>
              <a:gd name="connsiteY561" fmla="*/ 1813832 h 6858000"/>
              <a:gd name="connsiteX562" fmla="*/ 1815950 w 7467600"/>
              <a:gd name="connsiteY562" fmla="*/ 2128564 h 6858000"/>
              <a:gd name="connsiteX563" fmla="*/ 1984242 w 7467600"/>
              <a:gd name="connsiteY563" fmla="*/ 2430829 h 6858000"/>
              <a:gd name="connsiteX564" fmla="*/ 2014023 w 7467600"/>
              <a:gd name="connsiteY564" fmla="*/ 2450995 h 6858000"/>
              <a:gd name="connsiteX565" fmla="*/ 1747337 w 7467600"/>
              <a:gd name="connsiteY565" fmla="*/ 1855264 h 6858000"/>
              <a:gd name="connsiteX566" fmla="*/ 1533749 w 7467600"/>
              <a:gd name="connsiteY566" fmla="*/ 1478656 h 6858000"/>
              <a:gd name="connsiteX567" fmla="*/ 1431890 w 7467600"/>
              <a:gd name="connsiteY567" fmla="*/ 1306475 h 6858000"/>
              <a:gd name="connsiteX568" fmla="*/ 5052692 w 7467600"/>
              <a:gd name="connsiteY568" fmla="*/ 1292994 h 6858000"/>
              <a:gd name="connsiteX569" fmla="*/ 5200661 w 7467600"/>
              <a:gd name="connsiteY569" fmla="*/ 1635186 h 6858000"/>
              <a:gd name="connsiteX570" fmla="*/ 5297138 w 7467600"/>
              <a:gd name="connsiteY570" fmla="*/ 1906351 h 6858000"/>
              <a:gd name="connsiteX571" fmla="*/ 5052692 w 7467600"/>
              <a:gd name="connsiteY571" fmla="*/ 1292994 h 6858000"/>
              <a:gd name="connsiteX572" fmla="*/ 5009948 w 7467600"/>
              <a:gd name="connsiteY572" fmla="*/ 1273619 h 6858000"/>
              <a:gd name="connsiteX573" fmla="*/ 5121777 w 7467600"/>
              <a:gd name="connsiteY573" fmla="*/ 1654213 h 6858000"/>
              <a:gd name="connsiteX574" fmla="*/ 5293545 w 7467600"/>
              <a:gd name="connsiteY574" fmla="*/ 2072247 h 6858000"/>
              <a:gd name="connsiteX575" fmla="*/ 5294042 w 7467600"/>
              <a:gd name="connsiteY575" fmla="*/ 2065019 h 6858000"/>
              <a:gd name="connsiteX576" fmla="*/ 5171936 w 7467600"/>
              <a:gd name="connsiteY576" fmla="*/ 1647613 h 6858000"/>
              <a:gd name="connsiteX577" fmla="*/ 5009948 w 7467600"/>
              <a:gd name="connsiteY577" fmla="*/ 1273619 h 6858000"/>
              <a:gd name="connsiteX578" fmla="*/ 655236 w 7467600"/>
              <a:gd name="connsiteY578" fmla="*/ 1268632 h 6858000"/>
              <a:gd name="connsiteX579" fmla="*/ 839521 w 7467600"/>
              <a:gd name="connsiteY579" fmla="*/ 1685315 h 6858000"/>
              <a:gd name="connsiteX580" fmla="*/ 1109416 w 7467600"/>
              <a:gd name="connsiteY580" fmla="*/ 2061663 h 6858000"/>
              <a:gd name="connsiteX581" fmla="*/ 1298300 w 7467600"/>
              <a:gd name="connsiteY581" fmla="*/ 2247742 h 6858000"/>
              <a:gd name="connsiteX582" fmla="*/ 1125871 w 7467600"/>
              <a:gd name="connsiteY582" fmla="*/ 1989513 h 6858000"/>
              <a:gd name="connsiteX583" fmla="*/ 981574 w 7467600"/>
              <a:gd name="connsiteY583" fmla="*/ 1783157 h 6858000"/>
              <a:gd name="connsiteX584" fmla="*/ 922198 w 7467600"/>
              <a:gd name="connsiteY584" fmla="*/ 1677437 h 6858000"/>
              <a:gd name="connsiteX585" fmla="*/ 869293 w 7467600"/>
              <a:gd name="connsiteY585" fmla="*/ 1583214 h 6858000"/>
              <a:gd name="connsiteX586" fmla="*/ 751431 w 7467600"/>
              <a:gd name="connsiteY586" fmla="*/ 1405731 h 6858000"/>
              <a:gd name="connsiteX587" fmla="*/ 655236 w 7467600"/>
              <a:gd name="connsiteY587" fmla="*/ 1268632 h 6858000"/>
              <a:gd name="connsiteX588" fmla="*/ 6516292 w 7467600"/>
              <a:gd name="connsiteY588" fmla="*/ 1263064 h 6858000"/>
              <a:gd name="connsiteX589" fmla="*/ 5736320 w 7467600"/>
              <a:gd name="connsiteY589" fmla="*/ 1501803 h 6858000"/>
              <a:gd name="connsiteX590" fmla="*/ 6516292 w 7467600"/>
              <a:gd name="connsiteY590" fmla="*/ 1263064 h 6858000"/>
              <a:gd name="connsiteX591" fmla="*/ 291466 w 7467600"/>
              <a:gd name="connsiteY591" fmla="*/ 1250369 h 6858000"/>
              <a:gd name="connsiteX592" fmla="*/ 323180 w 7467600"/>
              <a:gd name="connsiteY592" fmla="*/ 1435283 h 6858000"/>
              <a:gd name="connsiteX593" fmla="*/ 349381 w 7467600"/>
              <a:gd name="connsiteY593" fmla="*/ 1875041 h 6858000"/>
              <a:gd name="connsiteX594" fmla="*/ 374363 w 7467600"/>
              <a:gd name="connsiteY594" fmla="*/ 1506494 h 6858000"/>
              <a:gd name="connsiteX595" fmla="*/ 302168 w 7467600"/>
              <a:gd name="connsiteY595" fmla="*/ 1274495 h 6858000"/>
              <a:gd name="connsiteX596" fmla="*/ 291466 w 7467600"/>
              <a:gd name="connsiteY596" fmla="*/ 1250369 h 6858000"/>
              <a:gd name="connsiteX597" fmla="*/ 678222 w 7467600"/>
              <a:gd name="connsiteY597" fmla="*/ 1248670 h 6858000"/>
              <a:gd name="connsiteX598" fmla="*/ 775536 w 7467600"/>
              <a:gd name="connsiteY598" fmla="*/ 1388015 h 6858000"/>
              <a:gd name="connsiteX599" fmla="*/ 894529 w 7467600"/>
              <a:gd name="connsiteY599" fmla="*/ 1567739 h 6858000"/>
              <a:gd name="connsiteX600" fmla="*/ 948000 w 7467600"/>
              <a:gd name="connsiteY600" fmla="*/ 1663088 h 6858000"/>
              <a:gd name="connsiteX601" fmla="*/ 1006812 w 7467600"/>
              <a:gd name="connsiteY601" fmla="*/ 1767683 h 6858000"/>
              <a:gd name="connsiteX602" fmla="*/ 1149133 w 7467600"/>
              <a:gd name="connsiteY602" fmla="*/ 1971513 h 6858000"/>
              <a:gd name="connsiteX603" fmla="*/ 1333952 w 7467600"/>
              <a:gd name="connsiteY603" fmla="*/ 2251620 h 6858000"/>
              <a:gd name="connsiteX604" fmla="*/ 1337329 w 7467600"/>
              <a:gd name="connsiteY604" fmla="*/ 2258350 h 6858000"/>
              <a:gd name="connsiteX605" fmla="*/ 1014726 w 7467600"/>
              <a:gd name="connsiteY605" fmla="*/ 1615556 h 6858000"/>
              <a:gd name="connsiteX606" fmla="*/ 678222 w 7467600"/>
              <a:gd name="connsiteY606" fmla="*/ 1248670 h 6858000"/>
              <a:gd name="connsiteX607" fmla="*/ 6691602 w 7467600"/>
              <a:gd name="connsiteY607" fmla="*/ 1140573 h 6858000"/>
              <a:gd name="connsiteX608" fmla="*/ 6571100 w 7467600"/>
              <a:gd name="connsiteY608" fmla="*/ 1183662 h 6858000"/>
              <a:gd name="connsiteX609" fmla="*/ 6241687 w 7467600"/>
              <a:gd name="connsiteY609" fmla="*/ 1257600 h 6858000"/>
              <a:gd name="connsiteX610" fmla="*/ 5693009 w 7467600"/>
              <a:gd name="connsiteY610" fmla="*/ 1478256 h 6858000"/>
              <a:gd name="connsiteX611" fmla="*/ 6548420 w 7467600"/>
              <a:gd name="connsiteY611" fmla="*/ 1214599 h 6858000"/>
              <a:gd name="connsiteX612" fmla="*/ 6605473 w 7467600"/>
              <a:gd name="connsiteY612" fmla="*/ 1184686 h 6858000"/>
              <a:gd name="connsiteX613" fmla="*/ 6691602 w 7467600"/>
              <a:gd name="connsiteY613" fmla="*/ 1140573 h 6858000"/>
              <a:gd name="connsiteX614" fmla="*/ 4002475 w 7467600"/>
              <a:gd name="connsiteY614" fmla="*/ 1037802 h 6858000"/>
              <a:gd name="connsiteX615" fmla="*/ 4000324 w 7467600"/>
              <a:gd name="connsiteY615" fmla="*/ 1039362 h 6858000"/>
              <a:gd name="connsiteX616" fmla="*/ 4002862 w 7467600"/>
              <a:gd name="connsiteY616" fmla="*/ 1042866 h 6858000"/>
              <a:gd name="connsiteX617" fmla="*/ 4002475 w 7467600"/>
              <a:gd name="connsiteY617" fmla="*/ 1037802 h 6858000"/>
              <a:gd name="connsiteX618" fmla="*/ 506322 w 7467600"/>
              <a:gd name="connsiteY618" fmla="*/ 1020997 h 6858000"/>
              <a:gd name="connsiteX619" fmla="*/ 533068 w 7467600"/>
              <a:gd name="connsiteY619" fmla="*/ 1029409 h 6858000"/>
              <a:gd name="connsiteX620" fmla="*/ 1232525 w 7467600"/>
              <a:gd name="connsiteY620" fmla="*/ 1804675 h 6858000"/>
              <a:gd name="connsiteX621" fmla="*/ 1388858 w 7467600"/>
              <a:gd name="connsiteY621" fmla="*/ 2368011 h 6858000"/>
              <a:gd name="connsiteX622" fmla="*/ 1384098 w 7467600"/>
              <a:gd name="connsiteY622" fmla="*/ 2378125 h 6858000"/>
              <a:gd name="connsiteX623" fmla="*/ 1425393 w 7467600"/>
              <a:gd name="connsiteY623" fmla="*/ 2589124 h 6858000"/>
              <a:gd name="connsiteX624" fmla="*/ 1424001 w 7467600"/>
              <a:gd name="connsiteY624" fmla="*/ 2597541 h 6858000"/>
              <a:gd name="connsiteX625" fmla="*/ 2152729 w 7467600"/>
              <a:gd name="connsiteY625" fmla="*/ 2864487 h 6858000"/>
              <a:gd name="connsiteX626" fmla="*/ 2020609 w 7467600"/>
              <a:gd name="connsiteY626" fmla="*/ 2539671 h 6858000"/>
              <a:gd name="connsiteX627" fmla="*/ 2018920 w 7467600"/>
              <a:gd name="connsiteY627" fmla="*/ 2536309 h 6858000"/>
              <a:gd name="connsiteX628" fmla="*/ 1342441 w 7467600"/>
              <a:gd name="connsiteY628" fmla="*/ 1173017 h 6858000"/>
              <a:gd name="connsiteX629" fmla="*/ 1367925 w 7467600"/>
              <a:gd name="connsiteY629" fmla="*/ 1135648 h 6858000"/>
              <a:gd name="connsiteX630" fmla="*/ 1771401 w 7467600"/>
              <a:gd name="connsiteY630" fmla="*/ 1806673 h 6858000"/>
              <a:gd name="connsiteX631" fmla="*/ 1972385 w 7467600"/>
              <a:gd name="connsiteY631" fmla="*/ 2198735 h 6858000"/>
              <a:gd name="connsiteX632" fmla="*/ 2040892 w 7467600"/>
              <a:gd name="connsiteY632" fmla="*/ 2405205 h 6858000"/>
              <a:gd name="connsiteX633" fmla="*/ 2131689 w 7467600"/>
              <a:gd name="connsiteY633" fmla="*/ 1936926 h 6858000"/>
              <a:gd name="connsiteX634" fmla="*/ 2454820 w 7467600"/>
              <a:gd name="connsiteY634" fmla="*/ 1248808 h 6858000"/>
              <a:gd name="connsiteX635" fmla="*/ 2492512 w 7467600"/>
              <a:gd name="connsiteY635" fmla="*/ 1302920 h 6858000"/>
              <a:gd name="connsiteX636" fmla="*/ 2081216 w 7467600"/>
              <a:gd name="connsiteY636" fmla="*/ 2527513 h 6858000"/>
              <a:gd name="connsiteX637" fmla="*/ 2081211 w 7467600"/>
              <a:gd name="connsiteY637" fmla="*/ 2528916 h 6858000"/>
              <a:gd name="connsiteX638" fmla="*/ 2199067 w 7467600"/>
              <a:gd name="connsiteY638" fmla="*/ 2884061 h 6858000"/>
              <a:gd name="connsiteX639" fmla="*/ 3192586 w 7467600"/>
              <a:gd name="connsiteY639" fmla="*/ 3411496 h 6858000"/>
              <a:gd name="connsiteX640" fmla="*/ 3182620 w 7467600"/>
              <a:gd name="connsiteY640" fmla="*/ 3483279 h 6858000"/>
              <a:gd name="connsiteX641" fmla="*/ 2435119 w 7467600"/>
              <a:gd name="connsiteY641" fmla="*/ 3080173 h 6858000"/>
              <a:gd name="connsiteX642" fmla="*/ 2410152 w 7467600"/>
              <a:gd name="connsiteY642" fmla="*/ 3063751 h 6858000"/>
              <a:gd name="connsiteX643" fmla="*/ 2408099 w 7467600"/>
              <a:gd name="connsiteY643" fmla="*/ 3064403 h 6858000"/>
              <a:gd name="connsiteX644" fmla="*/ 2407218 w 7467600"/>
              <a:gd name="connsiteY644" fmla="*/ 3070324 h 6858000"/>
              <a:gd name="connsiteX645" fmla="*/ 2380138 w 7467600"/>
              <a:gd name="connsiteY645" fmla="*/ 3099341 h 6858000"/>
              <a:gd name="connsiteX646" fmla="*/ 1765923 w 7467600"/>
              <a:gd name="connsiteY646" fmla="*/ 3581043 h 6858000"/>
              <a:gd name="connsiteX647" fmla="*/ 1702258 w 7467600"/>
              <a:gd name="connsiteY647" fmla="*/ 3612286 h 6858000"/>
              <a:gd name="connsiteX648" fmla="*/ 1538370 w 7467600"/>
              <a:gd name="connsiteY648" fmla="*/ 3811804 h 6858000"/>
              <a:gd name="connsiteX649" fmla="*/ 542867 w 7467600"/>
              <a:gd name="connsiteY649" fmla="*/ 4944092 h 6858000"/>
              <a:gd name="connsiteX650" fmla="*/ 515800 w 7467600"/>
              <a:gd name="connsiteY650" fmla="*/ 4862180 h 6858000"/>
              <a:gd name="connsiteX651" fmla="*/ 909145 w 7467600"/>
              <a:gd name="connsiteY651" fmla="*/ 4199225 h 6858000"/>
              <a:gd name="connsiteX652" fmla="*/ 1214067 w 7467600"/>
              <a:gd name="connsiteY652" fmla="*/ 3908561 h 6858000"/>
              <a:gd name="connsiteX653" fmla="*/ 640967 w 7467600"/>
              <a:gd name="connsiteY653" fmla="*/ 4105601 h 6858000"/>
              <a:gd name="connsiteX654" fmla="*/ 112563 w 7467600"/>
              <a:gd name="connsiteY654" fmla="*/ 4396952 h 6858000"/>
              <a:gd name="connsiteX655" fmla="*/ 0 w 7467600"/>
              <a:gd name="connsiteY655" fmla="*/ 4466006 h 6858000"/>
              <a:gd name="connsiteX656" fmla="*/ 0 w 7467600"/>
              <a:gd name="connsiteY656" fmla="*/ 4233763 h 6858000"/>
              <a:gd name="connsiteX657" fmla="*/ 36881 w 7467600"/>
              <a:gd name="connsiteY657" fmla="*/ 4200118 h 6858000"/>
              <a:gd name="connsiteX658" fmla="*/ 910534 w 7467600"/>
              <a:gd name="connsiteY658" fmla="*/ 3629753 h 6858000"/>
              <a:gd name="connsiteX659" fmla="*/ 1578717 w 7467600"/>
              <a:gd name="connsiteY659" fmla="*/ 3575982 h 6858000"/>
              <a:gd name="connsiteX660" fmla="*/ 2338780 w 7467600"/>
              <a:gd name="connsiteY660" fmla="*/ 3033725 h 6858000"/>
              <a:gd name="connsiteX661" fmla="*/ 1807991 w 7467600"/>
              <a:gd name="connsiteY661" fmla="*/ 2807184 h 6858000"/>
              <a:gd name="connsiteX662" fmla="*/ 1416358 w 7467600"/>
              <a:gd name="connsiteY662" fmla="*/ 3112571 h 6858000"/>
              <a:gd name="connsiteX663" fmla="*/ 939066 w 7467600"/>
              <a:gd name="connsiteY663" fmla="*/ 3378798 h 6858000"/>
              <a:gd name="connsiteX664" fmla="*/ 115099 w 7467600"/>
              <a:gd name="connsiteY664" fmla="*/ 3607650 h 6858000"/>
              <a:gd name="connsiteX665" fmla="*/ 97284 w 7467600"/>
              <a:gd name="connsiteY665" fmla="*/ 3520393 h 6858000"/>
              <a:gd name="connsiteX666" fmla="*/ 922050 w 7467600"/>
              <a:gd name="connsiteY666" fmla="*/ 3074867 h 6858000"/>
              <a:gd name="connsiteX667" fmla="*/ 1405265 w 7467600"/>
              <a:gd name="connsiteY667" fmla="*/ 3016319 h 6858000"/>
              <a:gd name="connsiteX668" fmla="*/ 1407512 w 7467600"/>
              <a:gd name="connsiteY668" fmla="*/ 3018001 h 6858000"/>
              <a:gd name="connsiteX669" fmla="*/ 1726266 w 7467600"/>
              <a:gd name="connsiteY669" fmla="*/ 2777274 h 6858000"/>
              <a:gd name="connsiteX670" fmla="*/ 625390 w 7467600"/>
              <a:gd name="connsiteY670" fmla="*/ 2514541 h 6858000"/>
              <a:gd name="connsiteX671" fmla="*/ 619799 w 7467600"/>
              <a:gd name="connsiteY671" fmla="*/ 2527180 h 6858000"/>
              <a:gd name="connsiteX672" fmla="*/ 310030 w 7467600"/>
              <a:gd name="connsiteY672" fmla="*/ 2771818 h 6858000"/>
              <a:gd name="connsiteX673" fmla="*/ 173877 w 7467600"/>
              <a:gd name="connsiteY673" fmla="*/ 2937056 h 6858000"/>
              <a:gd name="connsiteX674" fmla="*/ 77889 w 7467600"/>
              <a:gd name="connsiteY674" fmla="*/ 3138440 h 6858000"/>
              <a:gd name="connsiteX675" fmla="*/ 0 w 7467600"/>
              <a:gd name="connsiteY675" fmla="*/ 3271395 h 6858000"/>
              <a:gd name="connsiteX676" fmla="*/ 0 w 7467600"/>
              <a:gd name="connsiteY676" fmla="*/ 3153002 h 6858000"/>
              <a:gd name="connsiteX677" fmla="*/ 2386 w 7467600"/>
              <a:gd name="connsiteY677" fmla="*/ 3149203 h 6858000"/>
              <a:gd name="connsiteX678" fmla="*/ 89753 w 7467600"/>
              <a:gd name="connsiteY678" fmla="*/ 2987702 h 6858000"/>
              <a:gd name="connsiteX679" fmla="*/ 76869 w 7467600"/>
              <a:gd name="connsiteY679" fmla="*/ 3005404 h 6858000"/>
              <a:gd name="connsiteX680" fmla="*/ 32049 w 7467600"/>
              <a:gd name="connsiteY680" fmla="*/ 3065814 h 6858000"/>
              <a:gd name="connsiteX681" fmla="*/ 0 w 7467600"/>
              <a:gd name="connsiteY681" fmla="*/ 3108744 h 6858000"/>
              <a:gd name="connsiteX682" fmla="*/ 0 w 7467600"/>
              <a:gd name="connsiteY682" fmla="*/ 3058059 h 6858000"/>
              <a:gd name="connsiteX683" fmla="*/ 7610 w 7467600"/>
              <a:gd name="connsiteY683" fmla="*/ 3047889 h 6858000"/>
              <a:gd name="connsiteX684" fmla="*/ 52419 w 7467600"/>
              <a:gd name="connsiteY684" fmla="*/ 2987479 h 6858000"/>
              <a:gd name="connsiteX685" fmla="*/ 59142 w 7467600"/>
              <a:gd name="connsiteY685" fmla="*/ 2978488 h 6858000"/>
              <a:gd name="connsiteX686" fmla="*/ 0 w 7467600"/>
              <a:gd name="connsiteY686" fmla="*/ 3015334 h 6858000"/>
              <a:gd name="connsiteX687" fmla="*/ 0 w 7467600"/>
              <a:gd name="connsiteY687" fmla="*/ 2914286 h 6858000"/>
              <a:gd name="connsiteX688" fmla="*/ 36383 w 7467600"/>
              <a:gd name="connsiteY688" fmla="*/ 2901128 h 6858000"/>
              <a:gd name="connsiteX689" fmla="*/ 156329 w 7467600"/>
              <a:gd name="connsiteY689" fmla="*/ 2840533 h 6858000"/>
              <a:gd name="connsiteX690" fmla="*/ 358355 w 7467600"/>
              <a:gd name="connsiteY690" fmla="*/ 2620471 h 6858000"/>
              <a:gd name="connsiteX691" fmla="*/ 510577 w 7467600"/>
              <a:gd name="connsiteY691" fmla="*/ 2501244 h 6858000"/>
              <a:gd name="connsiteX692" fmla="*/ 211967 w 7467600"/>
              <a:gd name="connsiteY692" fmla="*/ 2479171 h 6858000"/>
              <a:gd name="connsiteX693" fmla="*/ 0 w 7467600"/>
              <a:gd name="connsiteY693" fmla="*/ 2476398 h 6858000"/>
              <a:gd name="connsiteX694" fmla="*/ 0 w 7467600"/>
              <a:gd name="connsiteY694" fmla="*/ 2389189 h 6858000"/>
              <a:gd name="connsiteX695" fmla="*/ 103062 w 7467600"/>
              <a:gd name="connsiteY695" fmla="*/ 2389518 h 6858000"/>
              <a:gd name="connsiteX696" fmla="*/ 510734 w 7467600"/>
              <a:gd name="connsiteY696" fmla="*/ 2416201 h 6858000"/>
              <a:gd name="connsiteX697" fmla="*/ 279257 w 7467600"/>
              <a:gd name="connsiteY697" fmla="*/ 2092102 h 6858000"/>
              <a:gd name="connsiteX698" fmla="*/ 65265 w 7467600"/>
              <a:gd name="connsiteY698" fmla="*/ 2006049 h 6858000"/>
              <a:gd name="connsiteX699" fmla="*/ 0 w 7467600"/>
              <a:gd name="connsiteY699" fmla="*/ 1982532 h 6858000"/>
              <a:gd name="connsiteX700" fmla="*/ 0 w 7467600"/>
              <a:gd name="connsiteY700" fmla="*/ 1912789 h 6858000"/>
              <a:gd name="connsiteX701" fmla="*/ 97460 w 7467600"/>
              <a:gd name="connsiteY701" fmla="*/ 1953725 h 6858000"/>
              <a:gd name="connsiteX702" fmla="*/ 221272 w 7467600"/>
              <a:gd name="connsiteY702" fmla="*/ 1980766 h 6858000"/>
              <a:gd name="connsiteX703" fmla="*/ 116765 w 7467600"/>
              <a:gd name="connsiteY703" fmla="*/ 1911033 h 6858000"/>
              <a:gd name="connsiteX704" fmla="*/ 16405 w 7467600"/>
              <a:gd name="connsiteY704" fmla="*/ 1803412 h 6858000"/>
              <a:gd name="connsiteX705" fmla="*/ 0 w 7467600"/>
              <a:gd name="connsiteY705" fmla="*/ 1784777 h 6858000"/>
              <a:gd name="connsiteX706" fmla="*/ 0 w 7467600"/>
              <a:gd name="connsiteY706" fmla="*/ 1740082 h 6858000"/>
              <a:gd name="connsiteX707" fmla="*/ 39394 w 7467600"/>
              <a:gd name="connsiteY707" fmla="*/ 1784856 h 6858000"/>
              <a:gd name="connsiteX708" fmla="*/ 135813 w 7467600"/>
              <a:gd name="connsiteY708" fmla="*/ 1888838 h 6858000"/>
              <a:gd name="connsiteX709" fmla="*/ 242575 w 7467600"/>
              <a:gd name="connsiteY709" fmla="*/ 1958841 h 6858000"/>
              <a:gd name="connsiteX710" fmla="*/ 82197 w 7467600"/>
              <a:gd name="connsiteY710" fmla="*/ 1754826 h 6858000"/>
              <a:gd name="connsiteX711" fmla="*/ 0 w 7467600"/>
              <a:gd name="connsiteY711" fmla="*/ 1679650 h 6858000"/>
              <a:gd name="connsiteX712" fmla="*/ 0 w 7467600"/>
              <a:gd name="connsiteY712" fmla="*/ 1602463 h 6858000"/>
              <a:gd name="connsiteX713" fmla="*/ 84689 w 7467600"/>
              <a:gd name="connsiteY713" fmla="*/ 1677442 h 6858000"/>
              <a:gd name="connsiteX714" fmla="*/ 298437 w 7467600"/>
              <a:gd name="connsiteY714" fmla="*/ 1968019 h 6858000"/>
              <a:gd name="connsiteX715" fmla="*/ 227269 w 7467600"/>
              <a:gd name="connsiteY715" fmla="*/ 1114064 h 6858000"/>
              <a:gd name="connsiteX716" fmla="*/ 248003 w 7467600"/>
              <a:gd name="connsiteY716" fmla="*/ 1089613 h 6858000"/>
              <a:gd name="connsiteX717" fmla="*/ 427020 w 7467600"/>
              <a:gd name="connsiteY717" fmla="*/ 1619803 h 6858000"/>
              <a:gd name="connsiteX718" fmla="*/ 340345 w 7467600"/>
              <a:gd name="connsiteY718" fmla="*/ 2027739 h 6858000"/>
              <a:gd name="connsiteX719" fmla="*/ 360865 w 7467600"/>
              <a:gd name="connsiteY719" fmla="*/ 2044827 h 6858000"/>
              <a:gd name="connsiteX720" fmla="*/ 560414 w 7467600"/>
              <a:gd name="connsiteY720" fmla="*/ 2421457 h 6858000"/>
              <a:gd name="connsiteX721" fmla="*/ 1359703 w 7467600"/>
              <a:gd name="connsiteY721" fmla="*/ 2578554 h 6858000"/>
              <a:gd name="connsiteX722" fmla="*/ 1359422 w 7467600"/>
              <a:gd name="connsiteY722" fmla="*/ 2577994 h 6858000"/>
              <a:gd name="connsiteX723" fmla="*/ 828701 w 7467600"/>
              <a:gd name="connsiteY723" fmla="*/ 1839520 h 6858000"/>
              <a:gd name="connsiteX724" fmla="*/ 494427 w 7467600"/>
              <a:gd name="connsiteY724" fmla="*/ 1092333 h 6858000"/>
              <a:gd name="connsiteX725" fmla="*/ 506322 w 7467600"/>
              <a:gd name="connsiteY725" fmla="*/ 1020997 h 6858000"/>
              <a:gd name="connsiteX726" fmla="*/ 4570198 w 7467600"/>
              <a:gd name="connsiteY726" fmla="*/ 978081 h 6858000"/>
              <a:gd name="connsiteX727" fmla="*/ 4523691 w 7467600"/>
              <a:gd name="connsiteY727" fmla="*/ 1127776 h 6858000"/>
              <a:gd name="connsiteX728" fmla="*/ 4509875 w 7467600"/>
              <a:gd name="connsiteY728" fmla="*/ 1167552 h 6858000"/>
              <a:gd name="connsiteX729" fmla="*/ 4478168 w 7467600"/>
              <a:gd name="connsiteY729" fmla="*/ 1260735 h 6858000"/>
              <a:gd name="connsiteX730" fmla="*/ 4409309 w 7467600"/>
              <a:gd name="connsiteY730" fmla="*/ 1666996 h 6858000"/>
              <a:gd name="connsiteX731" fmla="*/ 4370031 w 7467600"/>
              <a:gd name="connsiteY731" fmla="*/ 1955666 h 6858000"/>
              <a:gd name="connsiteX732" fmla="*/ 4570198 w 7467600"/>
              <a:gd name="connsiteY732" fmla="*/ 978081 h 6858000"/>
              <a:gd name="connsiteX733" fmla="*/ 4557898 w 7467600"/>
              <a:gd name="connsiteY733" fmla="*/ 900011 h 6858000"/>
              <a:gd name="connsiteX734" fmla="*/ 4344840 w 7467600"/>
              <a:gd name="connsiteY734" fmla="*/ 1922038 h 6858000"/>
              <a:gd name="connsiteX735" fmla="*/ 4378710 w 7467600"/>
              <a:gd name="connsiteY735" fmla="*/ 1665516 h 6858000"/>
              <a:gd name="connsiteX736" fmla="*/ 4448798 w 7467600"/>
              <a:gd name="connsiteY736" fmla="*/ 1253024 h 6858000"/>
              <a:gd name="connsiteX737" fmla="*/ 4480315 w 7467600"/>
              <a:gd name="connsiteY737" fmla="*/ 1158454 h 6858000"/>
              <a:gd name="connsiteX738" fmla="*/ 4494133 w 7467600"/>
              <a:gd name="connsiteY738" fmla="*/ 1118676 h 6858000"/>
              <a:gd name="connsiteX739" fmla="*/ 4557898 w 7467600"/>
              <a:gd name="connsiteY739" fmla="*/ 900011 h 6858000"/>
              <a:gd name="connsiteX740" fmla="*/ 5870151 w 7467600"/>
              <a:gd name="connsiteY740" fmla="*/ 898890 h 6858000"/>
              <a:gd name="connsiteX741" fmla="*/ 5861335 w 7467600"/>
              <a:gd name="connsiteY741" fmla="*/ 899177 h 6858000"/>
              <a:gd name="connsiteX742" fmla="*/ 5843702 w 7467600"/>
              <a:gd name="connsiteY742" fmla="*/ 899748 h 6858000"/>
              <a:gd name="connsiteX743" fmla="*/ 5651107 w 7467600"/>
              <a:gd name="connsiteY743" fmla="*/ 920306 h 6858000"/>
              <a:gd name="connsiteX744" fmla="*/ 5459407 w 7467600"/>
              <a:gd name="connsiteY744" fmla="*/ 940975 h 6858000"/>
              <a:gd name="connsiteX745" fmla="*/ 5374846 w 7467600"/>
              <a:gd name="connsiteY745" fmla="*/ 941988 h 6858000"/>
              <a:gd name="connsiteX746" fmla="*/ 5256105 w 7467600"/>
              <a:gd name="connsiteY746" fmla="*/ 945632 h 6858000"/>
              <a:gd name="connsiteX747" fmla="*/ 5107071 w 7467600"/>
              <a:gd name="connsiteY747" fmla="*/ 969720 h 6858000"/>
              <a:gd name="connsiteX748" fmla="*/ 4998681 w 7467600"/>
              <a:gd name="connsiteY748" fmla="*/ 988771 h 6858000"/>
              <a:gd name="connsiteX749" fmla="*/ 5870151 w 7467600"/>
              <a:gd name="connsiteY749" fmla="*/ 898890 h 6858000"/>
              <a:gd name="connsiteX750" fmla="*/ 5504425 w 7467600"/>
              <a:gd name="connsiteY750" fmla="*/ 848067 h 6858000"/>
              <a:gd name="connsiteX751" fmla="*/ 4968849 w 7467600"/>
              <a:gd name="connsiteY751" fmla="*/ 962318 h 6858000"/>
              <a:gd name="connsiteX752" fmla="*/ 5104039 w 7467600"/>
              <a:gd name="connsiteY752" fmla="*/ 940634 h 6858000"/>
              <a:gd name="connsiteX753" fmla="*/ 5256311 w 7467600"/>
              <a:gd name="connsiteY753" fmla="*/ 916490 h 6858000"/>
              <a:gd name="connsiteX754" fmla="*/ 5377381 w 7467600"/>
              <a:gd name="connsiteY754" fmla="*/ 912671 h 6858000"/>
              <a:gd name="connsiteX755" fmla="*/ 5460148 w 7467600"/>
              <a:gd name="connsiteY755" fmla="*/ 911442 h 6858000"/>
              <a:gd name="connsiteX756" fmla="*/ 5648971 w 7467600"/>
              <a:gd name="connsiteY756" fmla="*/ 891331 h 6858000"/>
              <a:gd name="connsiteX757" fmla="*/ 5844807 w 7467600"/>
              <a:gd name="connsiteY757" fmla="*/ 870718 h 6858000"/>
              <a:gd name="connsiteX758" fmla="*/ 5862975 w 7467600"/>
              <a:gd name="connsiteY758" fmla="*/ 869756 h 6858000"/>
              <a:gd name="connsiteX759" fmla="*/ 5920887 w 7467600"/>
              <a:gd name="connsiteY759" fmla="*/ 865929 h 6858000"/>
              <a:gd name="connsiteX760" fmla="*/ 5504425 w 7467600"/>
              <a:gd name="connsiteY760" fmla="*/ 848067 h 6858000"/>
              <a:gd name="connsiteX761" fmla="*/ 3607114 w 7467600"/>
              <a:gd name="connsiteY761" fmla="*/ 467441 h 6858000"/>
              <a:gd name="connsiteX762" fmla="*/ 3296242 w 7467600"/>
              <a:gd name="connsiteY762" fmla="*/ 807991 h 6858000"/>
              <a:gd name="connsiteX763" fmla="*/ 3174674 w 7467600"/>
              <a:gd name="connsiteY763" fmla="*/ 919759 h 6858000"/>
              <a:gd name="connsiteX764" fmla="*/ 3042978 w 7467600"/>
              <a:gd name="connsiteY764" fmla="*/ 1054894 h 6858000"/>
              <a:gd name="connsiteX765" fmla="*/ 2968914 w 7467600"/>
              <a:gd name="connsiteY765" fmla="*/ 1133756 h 6858000"/>
              <a:gd name="connsiteX766" fmla="*/ 3103823 w 7467600"/>
              <a:gd name="connsiteY766" fmla="*/ 1026814 h 6858000"/>
              <a:gd name="connsiteX767" fmla="*/ 3607114 w 7467600"/>
              <a:gd name="connsiteY767" fmla="*/ 467441 h 6858000"/>
              <a:gd name="connsiteX768" fmla="*/ 3744487 w 7467600"/>
              <a:gd name="connsiteY768" fmla="*/ 383136 h 6858000"/>
              <a:gd name="connsiteX769" fmla="*/ 3970213 w 7467600"/>
              <a:gd name="connsiteY769" fmla="*/ 995559 h 6858000"/>
              <a:gd name="connsiteX770" fmla="*/ 3744487 w 7467600"/>
              <a:gd name="connsiteY770" fmla="*/ 383136 h 6858000"/>
              <a:gd name="connsiteX771" fmla="*/ 3624562 w 7467600"/>
              <a:gd name="connsiteY771" fmla="*/ 367041 h 6858000"/>
              <a:gd name="connsiteX772" fmla="*/ 3489712 w 7467600"/>
              <a:gd name="connsiteY772" fmla="*/ 485386 h 6858000"/>
              <a:gd name="connsiteX773" fmla="*/ 3182994 w 7467600"/>
              <a:gd name="connsiteY773" fmla="*/ 828265 h 6858000"/>
              <a:gd name="connsiteX774" fmla="*/ 2892114 w 7467600"/>
              <a:gd name="connsiteY774" fmla="*/ 1172635 h 6858000"/>
              <a:gd name="connsiteX775" fmla="*/ 3021459 w 7467600"/>
              <a:gd name="connsiteY775" fmla="*/ 1035385 h 6858000"/>
              <a:gd name="connsiteX776" fmla="*/ 3153873 w 7467600"/>
              <a:gd name="connsiteY776" fmla="*/ 898971 h 6858000"/>
              <a:gd name="connsiteX777" fmla="*/ 3276511 w 7467600"/>
              <a:gd name="connsiteY777" fmla="*/ 786423 h 6858000"/>
              <a:gd name="connsiteX778" fmla="*/ 3584154 w 7467600"/>
              <a:gd name="connsiteY778" fmla="*/ 448218 h 6858000"/>
              <a:gd name="connsiteX779" fmla="*/ 3624562 w 7467600"/>
              <a:gd name="connsiteY779" fmla="*/ 367041 h 6858000"/>
              <a:gd name="connsiteX780" fmla="*/ 3766672 w 7467600"/>
              <a:gd name="connsiteY780" fmla="*/ 359429 h 6858000"/>
              <a:gd name="connsiteX781" fmla="*/ 3996338 w 7467600"/>
              <a:gd name="connsiteY781" fmla="*/ 968237 h 6858000"/>
              <a:gd name="connsiteX782" fmla="*/ 3766672 w 7467600"/>
              <a:gd name="connsiteY782" fmla="*/ 359429 h 6858000"/>
              <a:gd name="connsiteX783" fmla="*/ 5805386 w 7467600"/>
              <a:gd name="connsiteY783" fmla="*/ 239240 h 6858000"/>
              <a:gd name="connsiteX784" fmla="*/ 5736947 w 7467600"/>
              <a:gd name="connsiteY784" fmla="*/ 261367 h 6858000"/>
              <a:gd name="connsiteX785" fmla="*/ 5427012 w 7467600"/>
              <a:gd name="connsiteY785" fmla="*/ 311272 h 6858000"/>
              <a:gd name="connsiteX786" fmla="*/ 5147818 w 7467600"/>
              <a:gd name="connsiteY786" fmla="*/ 322112 h 6858000"/>
              <a:gd name="connsiteX787" fmla="*/ 5060854 w 7467600"/>
              <a:gd name="connsiteY787" fmla="*/ 311882 h 6858000"/>
              <a:gd name="connsiteX788" fmla="*/ 4945989 w 7467600"/>
              <a:gd name="connsiteY788" fmla="*/ 300516 h 6858000"/>
              <a:gd name="connsiteX789" fmla="*/ 5410479 w 7467600"/>
              <a:gd name="connsiteY789" fmla="*/ 348434 h 6858000"/>
              <a:gd name="connsiteX790" fmla="*/ 5805386 w 7467600"/>
              <a:gd name="connsiteY790" fmla="*/ 239240 h 6858000"/>
              <a:gd name="connsiteX791" fmla="*/ 5905192 w 7467600"/>
              <a:gd name="connsiteY791" fmla="*/ 163079 h 6858000"/>
              <a:gd name="connsiteX792" fmla="*/ 5865655 w 7467600"/>
              <a:gd name="connsiteY792" fmla="*/ 171901 h 6858000"/>
              <a:gd name="connsiteX793" fmla="*/ 5259740 w 7467600"/>
              <a:gd name="connsiteY793" fmla="*/ 257013 h 6858000"/>
              <a:gd name="connsiteX794" fmla="*/ 5208466 w 7467600"/>
              <a:gd name="connsiteY794" fmla="*/ 257550 h 6858000"/>
              <a:gd name="connsiteX795" fmla="*/ 4980204 w 7467600"/>
              <a:gd name="connsiteY795" fmla="*/ 271903 h 6858000"/>
              <a:gd name="connsiteX796" fmla="*/ 5068068 w 7467600"/>
              <a:gd name="connsiteY796" fmla="*/ 282244 h 6858000"/>
              <a:gd name="connsiteX797" fmla="*/ 5153231 w 7467600"/>
              <a:gd name="connsiteY797" fmla="*/ 292240 h 6858000"/>
              <a:gd name="connsiteX798" fmla="*/ 5426491 w 7467600"/>
              <a:gd name="connsiteY798" fmla="*/ 281128 h 6858000"/>
              <a:gd name="connsiteX799" fmla="*/ 5731212 w 7467600"/>
              <a:gd name="connsiteY799" fmla="*/ 231951 h 6858000"/>
              <a:gd name="connsiteX800" fmla="*/ 5905192 w 7467600"/>
              <a:gd name="connsiteY800" fmla="*/ 163079 h 6858000"/>
              <a:gd name="connsiteX801" fmla="*/ 5944437 w 7467600"/>
              <a:gd name="connsiteY801" fmla="*/ 113829 h 6858000"/>
              <a:gd name="connsiteX802" fmla="*/ 5825032 w 7467600"/>
              <a:gd name="connsiteY802" fmla="*/ 146405 h 6858000"/>
              <a:gd name="connsiteX803" fmla="*/ 4955599 w 7467600"/>
              <a:gd name="connsiteY803" fmla="*/ 247008 h 6858000"/>
              <a:gd name="connsiteX804" fmla="*/ 5210104 w 7467600"/>
              <a:gd name="connsiteY804" fmla="*/ 228123 h 6858000"/>
              <a:gd name="connsiteX805" fmla="*/ 5261015 w 7467600"/>
              <a:gd name="connsiteY805" fmla="*/ 227087 h 6858000"/>
              <a:gd name="connsiteX806" fmla="*/ 5861181 w 7467600"/>
              <a:gd name="connsiteY806" fmla="*/ 143093 h 6858000"/>
              <a:gd name="connsiteX807" fmla="*/ 5961252 w 7467600"/>
              <a:gd name="connsiteY807" fmla="*/ 114820 h 6858000"/>
              <a:gd name="connsiteX808" fmla="*/ 5944437 w 7467600"/>
              <a:gd name="connsiteY808" fmla="*/ 113829 h 6858000"/>
              <a:gd name="connsiteX809" fmla="*/ 3882765 w 7467600"/>
              <a:gd name="connsiteY809" fmla="*/ 0 h 6858000"/>
              <a:gd name="connsiteX810" fmla="*/ 3995099 w 7467600"/>
              <a:gd name="connsiteY810" fmla="*/ 0 h 6858000"/>
              <a:gd name="connsiteX811" fmla="*/ 4163818 w 7467600"/>
              <a:gd name="connsiteY811" fmla="*/ 234104 h 6858000"/>
              <a:gd name="connsiteX812" fmla="*/ 4172099 w 7467600"/>
              <a:gd name="connsiteY812" fmla="*/ 234207 h 6858000"/>
              <a:gd name="connsiteX813" fmla="*/ 4784282 w 7467600"/>
              <a:gd name="connsiteY813" fmla="*/ 276561 h 6858000"/>
              <a:gd name="connsiteX814" fmla="*/ 4801687 w 7467600"/>
              <a:gd name="connsiteY814" fmla="*/ 267764 h 6858000"/>
              <a:gd name="connsiteX815" fmla="*/ 6082788 w 7467600"/>
              <a:gd name="connsiteY815" fmla="*/ 64119 h 6858000"/>
              <a:gd name="connsiteX816" fmla="*/ 6099442 w 7467600"/>
              <a:gd name="connsiteY816" fmla="*/ 82568 h 6858000"/>
              <a:gd name="connsiteX817" fmla="*/ 4804137 w 7467600"/>
              <a:gd name="connsiteY817" fmla="*/ 320931 h 6858000"/>
              <a:gd name="connsiteX818" fmla="*/ 4227047 w 7467600"/>
              <a:gd name="connsiteY818" fmla="*/ 313415 h 6858000"/>
              <a:gd name="connsiteX819" fmla="*/ 4346041 w 7467600"/>
              <a:gd name="connsiteY819" fmla="*/ 456086 h 6858000"/>
              <a:gd name="connsiteX820" fmla="*/ 4870967 w 7467600"/>
              <a:gd name="connsiteY820" fmla="*/ 963061 h 6858000"/>
              <a:gd name="connsiteX821" fmla="*/ 4889647 w 7467600"/>
              <a:gd name="connsiteY821" fmla="*/ 957147 h 6858000"/>
              <a:gd name="connsiteX822" fmla="*/ 5422504 w 7467600"/>
              <a:gd name="connsiteY822" fmla="*/ 805191 h 6858000"/>
              <a:gd name="connsiteX823" fmla="*/ 6087656 w 7467600"/>
              <a:gd name="connsiteY823" fmla="*/ 826703 h 6858000"/>
              <a:gd name="connsiteX824" fmla="*/ 6058717 w 7467600"/>
              <a:gd name="connsiteY824" fmla="*/ 865992 h 6858000"/>
              <a:gd name="connsiteX825" fmla="*/ 4974153 w 7467600"/>
              <a:gd name="connsiteY825" fmla="*/ 1045456 h 6858000"/>
              <a:gd name="connsiteX826" fmla="*/ 5627835 w 7467600"/>
              <a:gd name="connsiteY826" fmla="*/ 1472077 h 6858000"/>
              <a:gd name="connsiteX827" fmla="*/ 5629817 w 7467600"/>
              <a:gd name="connsiteY827" fmla="*/ 1471412 h 6858000"/>
              <a:gd name="connsiteX828" fmla="*/ 5634124 w 7467600"/>
              <a:gd name="connsiteY828" fmla="*/ 1470572 h 6858000"/>
              <a:gd name="connsiteX829" fmla="*/ 5755832 w 7467600"/>
              <a:gd name="connsiteY829" fmla="*/ 1383886 h 6858000"/>
              <a:gd name="connsiteX830" fmla="*/ 6014186 w 7467600"/>
              <a:gd name="connsiteY830" fmla="*/ 1279799 h 6858000"/>
              <a:gd name="connsiteX831" fmla="*/ 6901619 w 7467600"/>
              <a:gd name="connsiteY831" fmla="*/ 1047874 h 6858000"/>
              <a:gd name="connsiteX832" fmla="*/ 6931566 w 7467600"/>
              <a:gd name="connsiteY832" fmla="*/ 1062034 h 6858000"/>
              <a:gd name="connsiteX833" fmla="*/ 5790982 w 7467600"/>
              <a:gd name="connsiteY833" fmla="*/ 1561380 h 6858000"/>
              <a:gd name="connsiteX834" fmla="*/ 6188971 w 7467600"/>
              <a:gd name="connsiteY834" fmla="*/ 1755168 h 6858000"/>
              <a:gd name="connsiteX835" fmla="*/ 6202446 w 7467600"/>
              <a:gd name="connsiteY835" fmla="*/ 1752268 h 6858000"/>
              <a:gd name="connsiteX836" fmla="*/ 7179560 w 7467600"/>
              <a:gd name="connsiteY836" fmla="*/ 1467551 h 6858000"/>
              <a:gd name="connsiteX837" fmla="*/ 7158730 w 7467600"/>
              <a:gd name="connsiteY837" fmla="*/ 1507835 h 6858000"/>
              <a:gd name="connsiteX838" fmla="*/ 6326959 w 7467600"/>
              <a:gd name="connsiteY838" fmla="*/ 1817686 h 6858000"/>
              <a:gd name="connsiteX839" fmla="*/ 6537433 w 7467600"/>
              <a:gd name="connsiteY839" fmla="*/ 1907790 h 6858000"/>
              <a:gd name="connsiteX840" fmla="*/ 6550221 w 7467600"/>
              <a:gd name="connsiteY840" fmla="*/ 1910729 h 6858000"/>
              <a:gd name="connsiteX841" fmla="*/ 6964438 w 7467600"/>
              <a:gd name="connsiteY841" fmla="*/ 2209505 h 6858000"/>
              <a:gd name="connsiteX842" fmla="*/ 7367862 w 7467600"/>
              <a:gd name="connsiteY842" fmla="*/ 2806833 h 6858000"/>
              <a:gd name="connsiteX843" fmla="*/ 7364329 w 7467600"/>
              <a:gd name="connsiteY843" fmla="*/ 2826907 h 6858000"/>
              <a:gd name="connsiteX844" fmla="*/ 7290545 w 7467600"/>
              <a:gd name="connsiteY844" fmla="*/ 2850663 h 6858000"/>
              <a:gd name="connsiteX845" fmla="*/ 6472036 w 7467600"/>
              <a:gd name="connsiteY845" fmla="*/ 1959003 h 6858000"/>
              <a:gd name="connsiteX846" fmla="*/ 5792897 w 7467600"/>
              <a:gd name="connsiteY846" fmla="*/ 1647747 h 6858000"/>
              <a:gd name="connsiteX847" fmla="*/ 5842751 w 7467600"/>
              <a:gd name="connsiteY847" fmla="*/ 1816112 h 6858000"/>
              <a:gd name="connsiteX848" fmla="*/ 5847424 w 7467600"/>
              <a:gd name="connsiteY848" fmla="*/ 1815776 h 6858000"/>
              <a:gd name="connsiteX849" fmla="*/ 6399821 w 7467600"/>
              <a:gd name="connsiteY849" fmla="*/ 2344799 h 6858000"/>
              <a:gd name="connsiteX850" fmla="*/ 6323232 w 7467600"/>
              <a:gd name="connsiteY850" fmla="*/ 2389634 h 6858000"/>
              <a:gd name="connsiteX851" fmla="*/ 5942958 w 7467600"/>
              <a:gd name="connsiteY851" fmla="*/ 2077708 h 6858000"/>
              <a:gd name="connsiteX852" fmla="*/ 5921559 w 7467600"/>
              <a:gd name="connsiteY852" fmla="*/ 2378596 h 6858000"/>
              <a:gd name="connsiteX853" fmla="*/ 5817651 w 7467600"/>
              <a:gd name="connsiteY853" fmla="*/ 3023919 h 6858000"/>
              <a:gd name="connsiteX854" fmla="*/ 5729634 w 7467600"/>
              <a:gd name="connsiteY854" fmla="*/ 3051849 h 6858000"/>
              <a:gd name="connsiteX855" fmla="*/ 5611018 w 7467600"/>
              <a:gd name="connsiteY855" fmla="*/ 2316769 h 6858000"/>
              <a:gd name="connsiteX856" fmla="*/ 5687608 w 7467600"/>
              <a:gd name="connsiteY856" fmla="*/ 2039972 h 6858000"/>
              <a:gd name="connsiteX857" fmla="*/ 5657554 w 7467600"/>
              <a:gd name="connsiteY857" fmla="*/ 1576445 h 6858000"/>
              <a:gd name="connsiteX858" fmla="*/ 5150475 w 7467600"/>
              <a:gd name="connsiteY858" fmla="*/ 1274012 h 6858000"/>
              <a:gd name="connsiteX859" fmla="*/ 5349142 w 7467600"/>
              <a:gd name="connsiteY859" fmla="*/ 2204405 h 6858000"/>
              <a:gd name="connsiteX860" fmla="*/ 5262214 w 7467600"/>
              <a:gd name="connsiteY860" fmla="*/ 2233836 h 6858000"/>
              <a:gd name="connsiteX861" fmla="*/ 4981539 w 7467600"/>
              <a:gd name="connsiteY861" fmla="*/ 1542201 h 6858000"/>
              <a:gd name="connsiteX862" fmla="*/ 4958461 w 7467600"/>
              <a:gd name="connsiteY862" fmla="*/ 1136957 h 6858000"/>
              <a:gd name="connsiteX863" fmla="*/ 4655015 w 7467600"/>
              <a:gd name="connsiteY863" fmla="*/ 891426 h 6858000"/>
              <a:gd name="connsiteX864" fmla="*/ 4348002 w 7467600"/>
              <a:gd name="connsiteY864" fmla="*/ 2205895 h 6858000"/>
              <a:gd name="connsiteX865" fmla="*/ 4262250 w 7467600"/>
              <a:gd name="connsiteY865" fmla="*/ 2219972 h 6858000"/>
              <a:gd name="connsiteX866" fmla="*/ 4550611 w 7467600"/>
              <a:gd name="connsiteY866" fmla="*/ 817540 h 6858000"/>
              <a:gd name="connsiteX867" fmla="*/ 4564418 w 7467600"/>
              <a:gd name="connsiteY867" fmla="*/ 808293 h 6858000"/>
              <a:gd name="connsiteX868" fmla="*/ 4266388 w 7467600"/>
              <a:gd name="connsiteY868" fmla="*/ 500083 h 6858000"/>
              <a:gd name="connsiteX869" fmla="*/ 4032842 w 7467600"/>
              <a:gd name="connsiteY869" fmla="*/ 211809 h 6858000"/>
              <a:gd name="connsiteX870" fmla="*/ 3882765 w 7467600"/>
              <a:gd name="connsiteY870" fmla="*/ 0 h 6858000"/>
              <a:gd name="connsiteX871" fmla="*/ 3721337 w 7467600"/>
              <a:gd name="connsiteY871" fmla="*/ 0 h 6858000"/>
              <a:gd name="connsiteX872" fmla="*/ 3797544 w 7467600"/>
              <a:gd name="connsiteY872" fmla="*/ 0 h 6858000"/>
              <a:gd name="connsiteX873" fmla="*/ 3775734 w 7467600"/>
              <a:gd name="connsiteY873" fmla="*/ 95131 h 6858000"/>
              <a:gd name="connsiteX874" fmla="*/ 3724807 w 7467600"/>
              <a:gd name="connsiteY874" fmla="*/ 272257 h 6858000"/>
              <a:gd name="connsiteX875" fmla="*/ 3726844 w 7467600"/>
              <a:gd name="connsiteY875" fmla="*/ 282988 h 6858000"/>
              <a:gd name="connsiteX876" fmla="*/ 3742664 w 7467600"/>
              <a:gd name="connsiteY876" fmla="*/ 279918 h 6858000"/>
              <a:gd name="connsiteX877" fmla="*/ 4103910 w 7467600"/>
              <a:gd name="connsiteY877" fmla="*/ 1161917 h 6858000"/>
              <a:gd name="connsiteX878" fmla="*/ 4020269 w 7467600"/>
              <a:gd name="connsiteY878" fmla="*/ 1200406 h 6858000"/>
              <a:gd name="connsiteX879" fmla="*/ 3674882 w 7467600"/>
              <a:gd name="connsiteY879" fmla="*/ 488524 h 6858000"/>
              <a:gd name="connsiteX880" fmla="*/ 3132682 w 7467600"/>
              <a:gd name="connsiteY880" fmla="*/ 1072284 h 6858000"/>
              <a:gd name="connsiteX881" fmla="*/ 2716346 w 7467600"/>
              <a:gd name="connsiteY881" fmla="*/ 1276376 h 6858000"/>
              <a:gd name="connsiteX882" fmla="*/ 2716772 w 7467600"/>
              <a:gd name="connsiteY882" fmla="*/ 1255462 h 6858000"/>
              <a:gd name="connsiteX883" fmla="*/ 3471096 w 7467600"/>
              <a:gd name="connsiteY883" fmla="*/ 437072 h 6858000"/>
              <a:gd name="connsiteX884" fmla="*/ 3639057 w 7467600"/>
              <a:gd name="connsiteY884" fmla="*/ 286334 h 6858000"/>
              <a:gd name="connsiteX885" fmla="*/ 3640309 w 7467600"/>
              <a:gd name="connsiteY885" fmla="*/ 284664 h 6858000"/>
              <a:gd name="connsiteX886" fmla="*/ 3646022 w 7467600"/>
              <a:gd name="connsiteY886" fmla="*/ 276711 h 6858000"/>
              <a:gd name="connsiteX887" fmla="*/ 3707943 w 7467600"/>
              <a:gd name="connsiteY887" fmla="*/ 65958 h 6858000"/>
              <a:gd name="connsiteX888" fmla="*/ 3721337 w 7467600"/>
              <a:gd name="connsiteY888" fmla="*/ 0 h 6858000"/>
              <a:gd name="connsiteX889" fmla="*/ 2867960 w 7467600"/>
              <a:gd name="connsiteY889" fmla="*/ 0 h 6858000"/>
              <a:gd name="connsiteX890" fmla="*/ 2926351 w 7467600"/>
              <a:gd name="connsiteY890" fmla="*/ 0 h 6858000"/>
              <a:gd name="connsiteX891" fmla="*/ 2902823 w 7467600"/>
              <a:gd name="connsiteY891" fmla="*/ 262929 h 6858000"/>
              <a:gd name="connsiteX892" fmla="*/ 2940663 w 7467600"/>
              <a:gd name="connsiteY892" fmla="*/ 140884 h 6858000"/>
              <a:gd name="connsiteX893" fmla="*/ 2947039 w 7467600"/>
              <a:gd name="connsiteY893" fmla="*/ 122524 h 6858000"/>
              <a:gd name="connsiteX894" fmla="*/ 2984316 w 7467600"/>
              <a:gd name="connsiteY894" fmla="*/ 0 h 6858000"/>
              <a:gd name="connsiteX895" fmla="*/ 3016114 w 7467600"/>
              <a:gd name="connsiteY895" fmla="*/ 0 h 6858000"/>
              <a:gd name="connsiteX896" fmla="*/ 2979949 w 7467600"/>
              <a:gd name="connsiteY896" fmla="*/ 119274 h 6858000"/>
              <a:gd name="connsiteX897" fmla="*/ 3023879 w 7467600"/>
              <a:gd name="connsiteY897" fmla="*/ 0 h 6858000"/>
              <a:gd name="connsiteX898" fmla="*/ 3105400 w 7467600"/>
              <a:gd name="connsiteY898" fmla="*/ 0 h 6858000"/>
              <a:gd name="connsiteX899" fmla="*/ 3094669 w 7467600"/>
              <a:gd name="connsiteY899" fmla="*/ 30308 h 6858000"/>
              <a:gd name="connsiteX900" fmla="*/ 2901945 w 7467600"/>
              <a:gd name="connsiteY900" fmla="*/ 466538 h 6858000"/>
              <a:gd name="connsiteX901" fmla="*/ 2815209 w 7467600"/>
              <a:gd name="connsiteY901" fmla="*/ 497361 h 6858000"/>
              <a:gd name="connsiteX902" fmla="*/ 2844845 w 7467600"/>
              <a:gd name="connsiteY902" fmla="*/ 127638 h 6858000"/>
              <a:gd name="connsiteX903" fmla="*/ 2867960 w 7467600"/>
              <a:gd name="connsiteY903" fmla="*/ 0 h 6858000"/>
              <a:gd name="connsiteX904" fmla="*/ 1057230 w 7467600"/>
              <a:gd name="connsiteY904" fmla="*/ 0 h 6858000"/>
              <a:gd name="connsiteX905" fmla="*/ 1111003 w 7467600"/>
              <a:gd name="connsiteY905" fmla="*/ 0 h 6858000"/>
              <a:gd name="connsiteX906" fmla="*/ 1125553 w 7467600"/>
              <a:gd name="connsiteY906" fmla="*/ 52588 h 6858000"/>
              <a:gd name="connsiteX907" fmla="*/ 1304276 w 7467600"/>
              <a:gd name="connsiteY907" fmla="*/ 476275 h 6858000"/>
              <a:gd name="connsiteX908" fmla="*/ 1492066 w 7467600"/>
              <a:gd name="connsiteY908" fmla="*/ 886333 h 6858000"/>
              <a:gd name="connsiteX909" fmla="*/ 1423698 w 7467600"/>
              <a:gd name="connsiteY909" fmla="*/ 710817 h 6858000"/>
              <a:gd name="connsiteX910" fmla="*/ 1357609 w 7467600"/>
              <a:gd name="connsiteY910" fmla="*/ 532892 h 6858000"/>
              <a:gd name="connsiteX911" fmla="*/ 1309550 w 7467600"/>
              <a:gd name="connsiteY911" fmla="*/ 374031 h 6858000"/>
              <a:gd name="connsiteX912" fmla="*/ 1193673 w 7467600"/>
              <a:gd name="connsiteY912" fmla="*/ 49533 h 6858000"/>
              <a:gd name="connsiteX913" fmla="*/ 1164391 w 7467600"/>
              <a:gd name="connsiteY913" fmla="*/ 0 h 6858000"/>
              <a:gd name="connsiteX914" fmla="*/ 1200666 w 7467600"/>
              <a:gd name="connsiteY914" fmla="*/ 0 h 6858000"/>
              <a:gd name="connsiteX915" fmla="*/ 1223408 w 7467600"/>
              <a:gd name="connsiteY915" fmla="*/ 38996 h 6858000"/>
              <a:gd name="connsiteX916" fmla="*/ 1339635 w 7467600"/>
              <a:gd name="connsiteY916" fmla="*/ 365517 h 6858000"/>
              <a:gd name="connsiteX917" fmla="*/ 1387469 w 7467600"/>
              <a:gd name="connsiteY917" fmla="*/ 523079 h 6858000"/>
              <a:gd name="connsiteX918" fmla="*/ 1452685 w 7467600"/>
              <a:gd name="connsiteY918" fmla="*/ 699806 h 6858000"/>
              <a:gd name="connsiteX919" fmla="*/ 1492092 w 7467600"/>
              <a:gd name="connsiteY919" fmla="*/ 800424 h 6858000"/>
              <a:gd name="connsiteX920" fmla="*/ 1455302 w 7467600"/>
              <a:gd name="connsiteY920" fmla="*/ 632913 h 6858000"/>
              <a:gd name="connsiteX921" fmla="*/ 1222336 w 7467600"/>
              <a:gd name="connsiteY921" fmla="*/ 9480 h 6858000"/>
              <a:gd name="connsiteX922" fmla="*/ 1214634 w 7467600"/>
              <a:gd name="connsiteY922" fmla="*/ 0 h 6858000"/>
              <a:gd name="connsiteX923" fmla="*/ 1289827 w 7467600"/>
              <a:gd name="connsiteY923" fmla="*/ 0 h 6858000"/>
              <a:gd name="connsiteX924" fmla="*/ 1321076 w 7467600"/>
              <a:gd name="connsiteY924" fmla="*/ 59722 h 6858000"/>
              <a:gd name="connsiteX925" fmla="*/ 1512579 w 7467600"/>
              <a:gd name="connsiteY925" fmla="*/ 626441 h 6858000"/>
              <a:gd name="connsiteX926" fmla="*/ 1506076 w 7467600"/>
              <a:gd name="connsiteY926" fmla="*/ 1089289 h 6858000"/>
              <a:gd name="connsiteX927" fmla="*/ 1486346 w 7467600"/>
              <a:gd name="connsiteY927" fmla="*/ 1079919 h 6858000"/>
              <a:gd name="connsiteX928" fmla="*/ 1070511 w 7467600"/>
              <a:gd name="connsiteY928" fmla="*/ 48609 h 6858000"/>
              <a:gd name="connsiteX929" fmla="*/ 1057230 w 7467600"/>
              <a:gd name="connsiteY929" fmla="*/ 0 h 6858000"/>
              <a:gd name="connsiteX930" fmla="*/ 43151 w 7467600"/>
              <a:gd name="connsiteY930" fmla="*/ 0 h 6858000"/>
              <a:gd name="connsiteX931" fmla="*/ 95283 w 7467600"/>
              <a:gd name="connsiteY931" fmla="*/ 0 h 6858000"/>
              <a:gd name="connsiteX932" fmla="*/ 300708 w 7467600"/>
              <a:gd name="connsiteY932" fmla="*/ 154571 h 6858000"/>
              <a:gd name="connsiteX933" fmla="*/ 530414 w 7467600"/>
              <a:gd name="connsiteY933" fmla="*/ 354673 h 6858000"/>
              <a:gd name="connsiteX934" fmla="*/ 333785 w 7467600"/>
              <a:gd name="connsiteY934" fmla="*/ 161564 h 6858000"/>
              <a:gd name="connsiteX935" fmla="*/ 147005 w 7467600"/>
              <a:gd name="connsiteY935" fmla="*/ 0 h 6858000"/>
              <a:gd name="connsiteX936" fmla="*/ 272509 w 7467600"/>
              <a:gd name="connsiteY936" fmla="*/ 0 h 6858000"/>
              <a:gd name="connsiteX937" fmla="*/ 326276 w 7467600"/>
              <a:gd name="connsiteY937" fmla="*/ 45847 h 6858000"/>
              <a:gd name="connsiteX938" fmla="*/ 823759 w 7467600"/>
              <a:gd name="connsiteY938" fmla="*/ 574145 h 6858000"/>
              <a:gd name="connsiteX939" fmla="*/ 811254 w 7467600"/>
              <a:gd name="connsiteY939" fmla="*/ 665546 h 6858000"/>
              <a:gd name="connsiteX940" fmla="*/ 154042 w 7467600"/>
              <a:gd name="connsiteY940" fmla="*/ 261522 h 6858000"/>
              <a:gd name="connsiteX941" fmla="*/ 13550 w 7467600"/>
              <a:gd name="connsiteY941" fmla="*/ 158423 h 6858000"/>
              <a:gd name="connsiteX942" fmla="*/ 0 w 7467600"/>
              <a:gd name="connsiteY942" fmla="*/ 146618 h 6858000"/>
              <a:gd name="connsiteX943" fmla="*/ 0 w 7467600"/>
              <a:gd name="connsiteY943" fmla="*/ 59161 h 6858000"/>
              <a:gd name="connsiteX944" fmla="*/ 45427 w 7467600"/>
              <a:gd name="connsiteY944" fmla="*/ 101078 h 6858000"/>
              <a:gd name="connsiteX945" fmla="*/ 630103 w 7467600"/>
              <a:gd name="connsiteY945" fmla="*/ 485885 h 6858000"/>
              <a:gd name="connsiteX946" fmla="*/ 532040 w 7467600"/>
              <a:gd name="connsiteY946" fmla="*/ 399359 h 6858000"/>
              <a:gd name="connsiteX947" fmla="*/ 517618 w 7467600"/>
              <a:gd name="connsiteY947" fmla="*/ 385726 h 6858000"/>
              <a:gd name="connsiteX948" fmla="*/ 285074 w 7467600"/>
              <a:gd name="connsiteY948" fmla="*/ 182755 h 6858000"/>
              <a:gd name="connsiteX949" fmla="*/ 43151 w 7467600"/>
              <a:gd name="connsiteY94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05948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1019354 w 7467600"/>
              <a:gd name="connsiteY17" fmla="*/ 6315006 h 6858000"/>
              <a:gd name="connsiteX18" fmla="*/ 441046 w 7467600"/>
              <a:gd name="connsiteY18" fmla="*/ 6691153 h 6858000"/>
              <a:gd name="connsiteX19" fmla="*/ 1019354 w 7467600"/>
              <a:gd name="connsiteY19" fmla="*/ 6315006 h 6858000"/>
              <a:gd name="connsiteX20" fmla="*/ 991680 w 7467600"/>
              <a:gd name="connsiteY20" fmla="*/ 6298413 h 6858000"/>
              <a:gd name="connsiteX21" fmla="*/ 409060 w 7467600"/>
              <a:gd name="connsiteY21" fmla="*/ 6671470 h 6858000"/>
              <a:gd name="connsiteX22" fmla="*/ 991680 w 7467600"/>
              <a:gd name="connsiteY22" fmla="*/ 6298413 h 6858000"/>
              <a:gd name="connsiteX23" fmla="*/ 103333 w 7467600"/>
              <a:gd name="connsiteY23" fmla="*/ 5699602 h 6858000"/>
              <a:gd name="connsiteX24" fmla="*/ 233938 w 7467600"/>
              <a:gd name="connsiteY24" fmla="*/ 5809416 h 6858000"/>
              <a:gd name="connsiteX25" fmla="*/ 883580 w 7467600"/>
              <a:gd name="connsiteY25" fmla="*/ 6180710 h 6858000"/>
              <a:gd name="connsiteX26" fmla="*/ 487337 w 7467600"/>
              <a:gd name="connsiteY26" fmla="*/ 5950182 h 6858000"/>
              <a:gd name="connsiteX27" fmla="*/ 354051 w 7467600"/>
              <a:gd name="connsiteY27" fmla="*/ 5854912 h 6858000"/>
              <a:gd name="connsiteX28" fmla="*/ 195436 w 7467600"/>
              <a:gd name="connsiteY28" fmla="*/ 5755068 h 6858000"/>
              <a:gd name="connsiteX29" fmla="*/ 103333 w 7467600"/>
              <a:gd name="connsiteY29" fmla="*/ 5699602 h 6858000"/>
              <a:gd name="connsiteX30" fmla="*/ 5539432 w 7467600"/>
              <a:gd name="connsiteY30" fmla="*/ 5642928 h 6858000"/>
              <a:gd name="connsiteX31" fmla="*/ 5555462 w 7467600"/>
              <a:gd name="connsiteY31" fmla="*/ 5694454 h 6858000"/>
              <a:gd name="connsiteX32" fmla="*/ 5828270 w 7467600"/>
              <a:gd name="connsiteY32" fmla="*/ 6320663 h 6858000"/>
              <a:gd name="connsiteX33" fmla="*/ 5947416 w 7467600"/>
              <a:gd name="connsiteY33" fmla="*/ 6574846 h 6858000"/>
              <a:gd name="connsiteX34" fmla="*/ 5539432 w 7467600"/>
              <a:gd name="connsiteY34" fmla="*/ 5642928 h 6858000"/>
              <a:gd name="connsiteX35" fmla="*/ 51253 w 7467600"/>
              <a:gd name="connsiteY35" fmla="*/ 5631825 h 6858000"/>
              <a:gd name="connsiteX36" fmla="*/ 211622 w 7467600"/>
              <a:gd name="connsiteY36" fmla="*/ 5728803 h 6858000"/>
              <a:gd name="connsiteX37" fmla="*/ 371652 w 7467600"/>
              <a:gd name="connsiteY37" fmla="*/ 5829062 h 6858000"/>
              <a:gd name="connsiteX38" fmla="*/ 505903 w 7467600"/>
              <a:gd name="connsiteY38" fmla="*/ 5925221 h 6858000"/>
              <a:gd name="connsiteX39" fmla="*/ 899240 w 7467600"/>
              <a:gd name="connsiteY39" fmla="*/ 6153068 h 6858000"/>
              <a:gd name="connsiteX40" fmla="*/ 988114 w 7467600"/>
              <a:gd name="connsiteY40" fmla="*/ 6174204 h 6858000"/>
              <a:gd name="connsiteX41" fmla="*/ 845971 w 7467600"/>
              <a:gd name="connsiteY41" fmla="*/ 6067177 h 6858000"/>
              <a:gd name="connsiteX42" fmla="*/ 448057 w 7467600"/>
              <a:gd name="connsiteY42" fmla="*/ 5841376 h 6858000"/>
              <a:gd name="connsiteX43" fmla="*/ 51253 w 7467600"/>
              <a:gd name="connsiteY43" fmla="*/ 5631825 h 6858000"/>
              <a:gd name="connsiteX44" fmla="*/ 2606687 w 7467600"/>
              <a:gd name="connsiteY44" fmla="*/ 5630718 h 6858000"/>
              <a:gd name="connsiteX45" fmla="*/ 2645658 w 7467600"/>
              <a:gd name="connsiteY45" fmla="*/ 6640259 h 6858000"/>
              <a:gd name="connsiteX46" fmla="*/ 2606687 w 7467600"/>
              <a:gd name="connsiteY46" fmla="*/ 5630718 h 6858000"/>
              <a:gd name="connsiteX47" fmla="*/ 3642057 w 7467600"/>
              <a:gd name="connsiteY47" fmla="*/ 5573487 h 6858000"/>
              <a:gd name="connsiteX48" fmla="*/ 3632981 w 7467600"/>
              <a:gd name="connsiteY48" fmla="*/ 5579437 h 6858000"/>
              <a:gd name="connsiteX49" fmla="*/ 3382436 w 7467600"/>
              <a:gd name="connsiteY49" fmla="*/ 5952726 h 6858000"/>
              <a:gd name="connsiteX50" fmla="*/ 3191929 w 7467600"/>
              <a:gd name="connsiteY50" fmla="*/ 6662669 h 6858000"/>
              <a:gd name="connsiteX51" fmla="*/ 3369898 w 7467600"/>
              <a:gd name="connsiteY51" fmla="*/ 6081771 h 6858000"/>
              <a:gd name="connsiteX52" fmla="*/ 3642057 w 7467600"/>
              <a:gd name="connsiteY52" fmla="*/ 5573487 h 6858000"/>
              <a:gd name="connsiteX53" fmla="*/ 2650666 w 7467600"/>
              <a:gd name="connsiteY53" fmla="*/ 5530686 h 6858000"/>
              <a:gd name="connsiteX54" fmla="*/ 2650249 w 7467600"/>
              <a:gd name="connsiteY54" fmla="*/ 5532101 h 6858000"/>
              <a:gd name="connsiteX55" fmla="*/ 2663808 w 7467600"/>
              <a:gd name="connsiteY55" fmla="*/ 6535215 h 6858000"/>
              <a:gd name="connsiteX56" fmla="*/ 2665418 w 7467600"/>
              <a:gd name="connsiteY56" fmla="*/ 6132756 h 6858000"/>
              <a:gd name="connsiteX57" fmla="*/ 2650666 w 7467600"/>
              <a:gd name="connsiteY57" fmla="*/ 5530686 h 6858000"/>
              <a:gd name="connsiteX58" fmla="*/ 2680277 w 7467600"/>
              <a:gd name="connsiteY58" fmla="*/ 5479204 h 6858000"/>
              <a:gd name="connsiteX59" fmla="*/ 2678972 w 7467600"/>
              <a:gd name="connsiteY59" fmla="*/ 5481582 h 6858000"/>
              <a:gd name="connsiteX60" fmla="*/ 2696666 w 7467600"/>
              <a:gd name="connsiteY60" fmla="*/ 6133836 h 6858000"/>
              <a:gd name="connsiteX61" fmla="*/ 2695769 w 7467600"/>
              <a:gd name="connsiteY61" fmla="*/ 6390955 h 6858000"/>
              <a:gd name="connsiteX62" fmla="*/ 2739893 w 7467600"/>
              <a:gd name="connsiteY62" fmla="*/ 6108357 h 6858000"/>
              <a:gd name="connsiteX63" fmla="*/ 2680277 w 7467600"/>
              <a:gd name="connsiteY63" fmla="*/ 5479204 h 6858000"/>
              <a:gd name="connsiteX64" fmla="*/ 1132195 w 7467600"/>
              <a:gd name="connsiteY64" fmla="*/ 5467980 h 6858000"/>
              <a:gd name="connsiteX65" fmla="*/ 1679056 w 7467600"/>
              <a:gd name="connsiteY65" fmla="*/ 5516907 h 6858000"/>
              <a:gd name="connsiteX66" fmla="*/ 2128648 w 7467600"/>
              <a:gd name="connsiteY66" fmla="*/ 5474249 h 6858000"/>
              <a:gd name="connsiteX67" fmla="*/ 1825619 w 7467600"/>
              <a:gd name="connsiteY67" fmla="*/ 5478447 h 6858000"/>
              <a:gd name="connsiteX68" fmla="*/ 1737798 w 7467600"/>
              <a:gd name="connsiteY68" fmla="*/ 5483353 h 6858000"/>
              <a:gd name="connsiteX69" fmla="*/ 1132195 w 7467600"/>
              <a:gd name="connsiteY69" fmla="*/ 5467980 h 6858000"/>
              <a:gd name="connsiteX70" fmla="*/ 1456157 w 7467600"/>
              <a:gd name="connsiteY70" fmla="*/ 5371404 h 6858000"/>
              <a:gd name="connsiteX71" fmla="*/ 1244432 w 7467600"/>
              <a:gd name="connsiteY71" fmla="*/ 5385601 h 6858000"/>
              <a:gd name="connsiteX72" fmla="*/ 973990 w 7467600"/>
              <a:gd name="connsiteY72" fmla="*/ 5424940 h 6858000"/>
              <a:gd name="connsiteX73" fmla="*/ 1103809 w 7467600"/>
              <a:gd name="connsiteY73" fmla="*/ 5433720 h 6858000"/>
              <a:gd name="connsiteX74" fmla="*/ 1123454 w 7467600"/>
              <a:gd name="connsiteY74" fmla="*/ 5435727 h 6858000"/>
              <a:gd name="connsiteX75" fmla="*/ 1737017 w 7467600"/>
              <a:gd name="connsiteY75" fmla="*/ 5452183 h 6858000"/>
              <a:gd name="connsiteX76" fmla="*/ 1824397 w 7467600"/>
              <a:gd name="connsiteY76" fmla="*/ 5447757 h 6858000"/>
              <a:gd name="connsiteX77" fmla="*/ 2070059 w 7467600"/>
              <a:gd name="connsiteY77" fmla="*/ 5441660 h 6858000"/>
              <a:gd name="connsiteX78" fmla="*/ 1456157 w 7467600"/>
              <a:gd name="connsiteY78" fmla="*/ 5371404 h 6858000"/>
              <a:gd name="connsiteX79" fmla="*/ 4988186 w 7467600"/>
              <a:gd name="connsiteY79" fmla="*/ 5216467 h 6858000"/>
              <a:gd name="connsiteX80" fmla="*/ 4777334 w 7467600"/>
              <a:gd name="connsiteY80" fmla="*/ 5406072 h 6858000"/>
              <a:gd name="connsiteX81" fmla="*/ 4718341 w 7467600"/>
              <a:gd name="connsiteY81" fmla="*/ 5468043 h 6858000"/>
              <a:gd name="connsiteX82" fmla="*/ 4604655 w 7467600"/>
              <a:gd name="connsiteY82" fmla="*/ 5583434 h 6858000"/>
              <a:gd name="connsiteX83" fmla="*/ 4565074 w 7467600"/>
              <a:gd name="connsiteY83" fmla="*/ 5618550 h 6858000"/>
              <a:gd name="connsiteX84" fmla="*/ 4988186 w 7467600"/>
              <a:gd name="connsiteY84" fmla="*/ 5216467 h 6858000"/>
              <a:gd name="connsiteX85" fmla="*/ 4978032 w 7467600"/>
              <a:gd name="connsiteY85" fmla="*/ 5183809 h 6858000"/>
              <a:gd name="connsiteX86" fmla="*/ 4463413 w 7467600"/>
              <a:gd name="connsiteY86" fmla="*/ 5615162 h 6858000"/>
              <a:gd name="connsiteX87" fmla="*/ 4358134 w 7467600"/>
              <a:gd name="connsiteY87" fmla="*/ 5742791 h 6858000"/>
              <a:gd name="connsiteX88" fmla="*/ 4376219 w 7467600"/>
              <a:gd name="connsiteY88" fmla="*/ 5729027 h 6858000"/>
              <a:gd name="connsiteX89" fmla="*/ 4582340 w 7467600"/>
              <a:gd name="connsiteY89" fmla="*/ 5561037 h 6858000"/>
              <a:gd name="connsiteX90" fmla="*/ 4694684 w 7467600"/>
              <a:gd name="connsiteY90" fmla="*/ 5447098 h 6858000"/>
              <a:gd name="connsiteX91" fmla="*/ 4754123 w 7467600"/>
              <a:gd name="connsiteY91" fmla="*/ 5384643 h 6858000"/>
              <a:gd name="connsiteX92" fmla="*/ 4978032 w 7467600"/>
              <a:gd name="connsiteY92" fmla="*/ 5183809 h 6858000"/>
              <a:gd name="connsiteX93" fmla="*/ 1903353 w 7467600"/>
              <a:gd name="connsiteY93" fmla="*/ 5044827 h 6858000"/>
              <a:gd name="connsiteX94" fmla="*/ 1936931 w 7467600"/>
              <a:gd name="connsiteY94" fmla="*/ 5093954 h 6858000"/>
              <a:gd name="connsiteX95" fmla="*/ 2195868 w 7467600"/>
              <a:gd name="connsiteY95" fmla="*/ 5396574 h 6858000"/>
              <a:gd name="connsiteX96" fmla="*/ 2088852 w 7467600"/>
              <a:gd name="connsiteY96" fmla="*/ 5166123 h 6858000"/>
              <a:gd name="connsiteX97" fmla="*/ 1958241 w 7467600"/>
              <a:gd name="connsiteY97" fmla="*/ 5067955 h 6858000"/>
              <a:gd name="connsiteX98" fmla="*/ 1903353 w 7467600"/>
              <a:gd name="connsiteY98" fmla="*/ 5044827 h 6858000"/>
              <a:gd name="connsiteX99" fmla="*/ 1979378 w 7467600"/>
              <a:gd name="connsiteY99" fmla="*/ 4769504 h 6858000"/>
              <a:gd name="connsiteX100" fmla="*/ 2882120 w 7467600"/>
              <a:gd name="connsiteY100" fmla="*/ 5064547 h 6858000"/>
              <a:gd name="connsiteX101" fmla="*/ 2793103 w 7467600"/>
              <a:gd name="connsiteY101" fmla="*/ 5039699 h 6858000"/>
              <a:gd name="connsiteX102" fmla="*/ 2770041 w 7467600"/>
              <a:gd name="connsiteY102" fmla="*/ 5033634 h 6858000"/>
              <a:gd name="connsiteX103" fmla="*/ 1979378 w 7467600"/>
              <a:gd name="connsiteY103" fmla="*/ 4769504 h 6858000"/>
              <a:gd name="connsiteX104" fmla="*/ 1927410 w 7467600"/>
              <a:gd name="connsiteY104" fmla="*/ 4716164 h 6858000"/>
              <a:gd name="connsiteX105" fmla="*/ 1959587 w 7467600"/>
              <a:gd name="connsiteY105" fmla="*/ 4728849 h 6858000"/>
              <a:gd name="connsiteX106" fmla="*/ 2777707 w 7467600"/>
              <a:gd name="connsiteY106" fmla="*/ 5003991 h 6858000"/>
              <a:gd name="connsiteX107" fmla="*/ 2800768 w 7467600"/>
              <a:gd name="connsiteY107" fmla="*/ 5010056 h 6858000"/>
              <a:gd name="connsiteX108" fmla="*/ 2879408 w 7467600"/>
              <a:gd name="connsiteY108" fmla="*/ 5031590 h 6858000"/>
              <a:gd name="connsiteX109" fmla="*/ 2862295 w 7467600"/>
              <a:gd name="connsiteY109" fmla="*/ 5022958 h 6858000"/>
              <a:gd name="connsiteX110" fmla="*/ 2813343 w 7467600"/>
              <a:gd name="connsiteY110" fmla="*/ 4998369 h 6858000"/>
              <a:gd name="connsiteX111" fmla="*/ 2646245 w 7467600"/>
              <a:gd name="connsiteY111" fmla="*/ 4930999 h 6858000"/>
              <a:gd name="connsiteX112" fmla="*/ 1999243 w 7467600"/>
              <a:gd name="connsiteY112" fmla="*/ 4730524 h 6858000"/>
              <a:gd name="connsiteX113" fmla="*/ 1979527 w 7467600"/>
              <a:gd name="connsiteY113" fmla="*/ 4726651 h 6858000"/>
              <a:gd name="connsiteX114" fmla="*/ 1927410 w 7467600"/>
              <a:gd name="connsiteY114" fmla="*/ 4716164 h 6858000"/>
              <a:gd name="connsiteX115" fmla="*/ 1997014 w 7467600"/>
              <a:gd name="connsiteY115" fmla="*/ 4698007 h 6858000"/>
              <a:gd name="connsiteX116" fmla="*/ 2005458 w 7467600"/>
              <a:gd name="connsiteY116" fmla="*/ 4699540 h 6858000"/>
              <a:gd name="connsiteX117" fmla="*/ 2657186 w 7467600"/>
              <a:gd name="connsiteY117" fmla="*/ 4901687 h 6858000"/>
              <a:gd name="connsiteX118" fmla="*/ 2826662 w 7467600"/>
              <a:gd name="connsiteY118" fmla="*/ 4970362 h 6858000"/>
              <a:gd name="connsiteX119" fmla="*/ 2876100 w 7467600"/>
              <a:gd name="connsiteY119" fmla="*/ 4995397 h 6858000"/>
              <a:gd name="connsiteX120" fmla="*/ 3042600 w 7467600"/>
              <a:gd name="connsiteY120" fmla="*/ 5059532 h 6858000"/>
              <a:gd name="connsiteX121" fmla="*/ 1997014 w 7467600"/>
              <a:gd name="connsiteY121" fmla="*/ 4698007 h 6858000"/>
              <a:gd name="connsiteX122" fmla="*/ 2305292 w 7467600"/>
              <a:gd name="connsiteY122" fmla="*/ 4219492 h 6858000"/>
              <a:gd name="connsiteX123" fmla="*/ 3360922 w 7467600"/>
              <a:gd name="connsiteY123" fmla="*/ 4529373 h 6858000"/>
              <a:gd name="connsiteX124" fmla="*/ 3492420 w 7467600"/>
              <a:gd name="connsiteY124" fmla="*/ 4510145 h 6858000"/>
              <a:gd name="connsiteX125" fmla="*/ 3364086 w 7467600"/>
              <a:gd name="connsiteY125" fmla="*/ 4480340 h 6858000"/>
              <a:gd name="connsiteX126" fmla="*/ 3225818 w 7467600"/>
              <a:gd name="connsiteY126" fmla="*/ 4411822 h 6858000"/>
              <a:gd name="connsiteX127" fmla="*/ 3129696 w 7467600"/>
              <a:gd name="connsiteY127" fmla="*/ 4360704 h 6858000"/>
              <a:gd name="connsiteX128" fmla="*/ 2814545 w 7467600"/>
              <a:gd name="connsiteY128" fmla="*/ 4282955 h 6858000"/>
              <a:gd name="connsiteX129" fmla="*/ 2305292 w 7467600"/>
              <a:gd name="connsiteY129" fmla="*/ 4219492 h 6858000"/>
              <a:gd name="connsiteX130" fmla="*/ 2626982 w 7467600"/>
              <a:gd name="connsiteY130" fmla="*/ 4206450 h 6858000"/>
              <a:gd name="connsiteX131" fmla="*/ 2490617 w 7467600"/>
              <a:gd name="connsiteY131" fmla="*/ 4206951 h 6858000"/>
              <a:gd name="connsiteX132" fmla="*/ 2819869 w 7467600"/>
              <a:gd name="connsiteY132" fmla="*/ 4252936 h 6858000"/>
              <a:gd name="connsiteX133" fmla="*/ 3143018 w 7467600"/>
              <a:gd name="connsiteY133" fmla="*/ 4332698 h 6858000"/>
              <a:gd name="connsiteX134" fmla="*/ 3241520 w 7467600"/>
              <a:gd name="connsiteY134" fmla="*/ 4385112 h 6858000"/>
              <a:gd name="connsiteX135" fmla="*/ 3374575 w 7467600"/>
              <a:gd name="connsiteY135" fmla="*/ 4451517 h 6858000"/>
              <a:gd name="connsiteX136" fmla="*/ 3505221 w 7467600"/>
              <a:gd name="connsiteY136" fmla="*/ 4480757 h 6858000"/>
              <a:gd name="connsiteX137" fmla="*/ 2626982 w 7467600"/>
              <a:gd name="connsiteY137" fmla="*/ 4206450 h 6858000"/>
              <a:gd name="connsiteX138" fmla="*/ 1310106 w 7467600"/>
              <a:gd name="connsiteY138" fmla="*/ 3943217 h 6858000"/>
              <a:gd name="connsiteX139" fmla="*/ 854994 w 7467600"/>
              <a:gd name="connsiteY139" fmla="*/ 4399136 h 6858000"/>
              <a:gd name="connsiteX140" fmla="*/ 742462 w 7467600"/>
              <a:gd name="connsiteY140" fmla="*/ 4594648 h 6858000"/>
              <a:gd name="connsiteX141" fmla="*/ 820602 w 7467600"/>
              <a:gd name="connsiteY141" fmla="*/ 4485915 h 6858000"/>
              <a:gd name="connsiteX142" fmla="*/ 878295 w 7467600"/>
              <a:gd name="connsiteY142" fmla="*/ 4403594 h 6858000"/>
              <a:gd name="connsiteX143" fmla="*/ 1240607 w 7467600"/>
              <a:gd name="connsiteY143" fmla="*/ 4010401 h 6858000"/>
              <a:gd name="connsiteX144" fmla="*/ 1310106 w 7467600"/>
              <a:gd name="connsiteY144" fmla="*/ 3943217 h 6858000"/>
              <a:gd name="connsiteX145" fmla="*/ 1423113 w 7467600"/>
              <a:gd name="connsiteY145" fmla="*/ 3874565 h 6858000"/>
              <a:gd name="connsiteX146" fmla="*/ 1260565 w 7467600"/>
              <a:gd name="connsiteY146" fmla="*/ 4031982 h 6858000"/>
              <a:gd name="connsiteX147" fmla="*/ 901900 w 7467600"/>
              <a:gd name="connsiteY147" fmla="*/ 4421236 h 6858000"/>
              <a:gd name="connsiteX148" fmla="*/ 845044 w 7467600"/>
              <a:gd name="connsiteY148" fmla="*/ 4502436 h 6858000"/>
              <a:gd name="connsiteX149" fmla="*/ 685926 w 7467600"/>
              <a:gd name="connsiteY149" fmla="*/ 4703069 h 6858000"/>
              <a:gd name="connsiteX150" fmla="*/ 684248 w 7467600"/>
              <a:gd name="connsiteY150" fmla="*/ 4706721 h 6858000"/>
              <a:gd name="connsiteX151" fmla="*/ 1423113 w 7467600"/>
              <a:gd name="connsiteY151" fmla="*/ 3874565 h 6858000"/>
              <a:gd name="connsiteX152" fmla="*/ 3316479 w 7467600"/>
              <a:gd name="connsiteY152" fmla="*/ 3872136 h 6858000"/>
              <a:gd name="connsiteX153" fmla="*/ 3546806 w 7467600"/>
              <a:gd name="connsiteY153" fmla="*/ 4356139 h 6858000"/>
              <a:gd name="connsiteX154" fmla="*/ 3364433 w 7467600"/>
              <a:gd name="connsiteY154" fmla="*/ 3953121 h 6858000"/>
              <a:gd name="connsiteX155" fmla="*/ 3316479 w 7467600"/>
              <a:gd name="connsiteY155" fmla="*/ 3872136 h 6858000"/>
              <a:gd name="connsiteX156" fmla="*/ 3291335 w 7467600"/>
              <a:gd name="connsiteY156" fmla="*/ 3767420 h 6858000"/>
              <a:gd name="connsiteX157" fmla="*/ 3390805 w 7467600"/>
              <a:gd name="connsiteY157" fmla="*/ 3937163 h 6858000"/>
              <a:gd name="connsiteX158" fmla="*/ 3579062 w 7467600"/>
              <a:gd name="connsiteY158" fmla="*/ 4359040 h 6858000"/>
              <a:gd name="connsiteX159" fmla="*/ 3467355 w 7467600"/>
              <a:gd name="connsiteY159" fmla="*/ 3988130 h 6858000"/>
              <a:gd name="connsiteX160" fmla="*/ 3310753 w 7467600"/>
              <a:gd name="connsiteY160" fmla="*/ 3787140 h 6858000"/>
              <a:gd name="connsiteX161" fmla="*/ 3291335 w 7467600"/>
              <a:gd name="connsiteY161" fmla="*/ 3767420 h 6858000"/>
              <a:gd name="connsiteX162" fmla="*/ 1635889 w 7467600"/>
              <a:gd name="connsiteY162" fmla="*/ 3709494 h 6858000"/>
              <a:gd name="connsiteX163" fmla="*/ 1634800 w 7467600"/>
              <a:gd name="connsiteY163" fmla="*/ 3731111 h 6858000"/>
              <a:gd name="connsiteX164" fmla="*/ 1635889 w 7467600"/>
              <a:gd name="connsiteY164" fmla="*/ 3709494 h 6858000"/>
              <a:gd name="connsiteX165" fmla="*/ 1510397 w 7467600"/>
              <a:gd name="connsiteY165" fmla="*/ 3684705 h 6858000"/>
              <a:gd name="connsiteX166" fmla="*/ 1146550 w 7467600"/>
              <a:gd name="connsiteY166" fmla="*/ 3802012 h 6858000"/>
              <a:gd name="connsiteX167" fmla="*/ 698834 w 7467600"/>
              <a:gd name="connsiteY167" fmla="*/ 3952272 h 6858000"/>
              <a:gd name="connsiteX168" fmla="*/ 34256 w 7467600"/>
              <a:gd name="connsiteY168" fmla="*/ 4347603 h 6858000"/>
              <a:gd name="connsiteX169" fmla="*/ 527241 w 7467600"/>
              <a:gd name="connsiteY169" fmla="*/ 4065078 h 6858000"/>
              <a:gd name="connsiteX170" fmla="*/ 1510397 w 7467600"/>
              <a:gd name="connsiteY170" fmla="*/ 3684705 h 6858000"/>
              <a:gd name="connsiteX171" fmla="*/ 1313114 w 7467600"/>
              <a:gd name="connsiteY171" fmla="*/ 3655216 h 6858000"/>
              <a:gd name="connsiteX172" fmla="*/ 1109304 w 7467600"/>
              <a:gd name="connsiteY172" fmla="*/ 3669030 h 6858000"/>
              <a:gd name="connsiteX173" fmla="*/ 8129 w 7467600"/>
              <a:gd name="connsiteY173" fmla="*/ 4330519 h 6858000"/>
              <a:gd name="connsiteX174" fmla="*/ 687572 w 7467600"/>
              <a:gd name="connsiteY174" fmla="*/ 3925629 h 6858000"/>
              <a:gd name="connsiteX175" fmla="*/ 1138365 w 7467600"/>
              <a:gd name="connsiteY175" fmla="*/ 3774515 h 6858000"/>
              <a:gd name="connsiteX176" fmla="*/ 1505579 w 7467600"/>
              <a:gd name="connsiteY176" fmla="*/ 3655526 h 6858000"/>
              <a:gd name="connsiteX177" fmla="*/ 1313114 w 7467600"/>
              <a:gd name="connsiteY177" fmla="*/ 3655216 h 6858000"/>
              <a:gd name="connsiteX178" fmla="*/ 3655073 w 7467600"/>
              <a:gd name="connsiteY178" fmla="*/ 3650884 h 6858000"/>
              <a:gd name="connsiteX179" fmla="*/ 3989938 w 7467600"/>
              <a:gd name="connsiteY179" fmla="*/ 3991685 h 6858000"/>
              <a:gd name="connsiteX180" fmla="*/ 4393907 w 7467600"/>
              <a:gd name="connsiteY180" fmla="*/ 4261258 h 6858000"/>
              <a:gd name="connsiteX181" fmla="*/ 4648051 w 7467600"/>
              <a:gd name="connsiteY181" fmla="*/ 4374051 h 6858000"/>
              <a:gd name="connsiteX182" fmla="*/ 4383389 w 7467600"/>
              <a:gd name="connsiteY182" fmla="*/ 4184369 h 6858000"/>
              <a:gd name="connsiteX183" fmla="*/ 4165508 w 7467600"/>
              <a:gd name="connsiteY183" fmla="*/ 4035196 h 6858000"/>
              <a:gd name="connsiteX184" fmla="*/ 4068162 w 7467600"/>
              <a:gd name="connsiteY184" fmla="*/ 3953394 h 6858000"/>
              <a:gd name="connsiteX185" fmla="*/ 3981416 w 7467600"/>
              <a:gd name="connsiteY185" fmla="*/ 3880482 h 6858000"/>
              <a:gd name="connsiteX186" fmla="*/ 3800147 w 7467600"/>
              <a:gd name="connsiteY186" fmla="*/ 3749872 h 6858000"/>
              <a:gd name="connsiteX187" fmla="*/ 3655073 w 7467600"/>
              <a:gd name="connsiteY187" fmla="*/ 3650884 h 6858000"/>
              <a:gd name="connsiteX188" fmla="*/ 3670252 w 7467600"/>
              <a:gd name="connsiteY188" fmla="*/ 3622798 h 6858000"/>
              <a:gd name="connsiteX189" fmla="*/ 3817258 w 7467600"/>
              <a:gd name="connsiteY189" fmla="*/ 3723577 h 6858000"/>
              <a:gd name="connsiteX190" fmla="*/ 4000461 w 7467600"/>
              <a:gd name="connsiteY190" fmla="*/ 3855966 h 6858000"/>
              <a:gd name="connsiteX191" fmla="*/ 4088180 w 7467600"/>
              <a:gd name="connsiteY191" fmla="*/ 3929774 h 6858000"/>
              <a:gd name="connsiteX192" fmla="*/ 4184555 w 7467600"/>
              <a:gd name="connsiteY192" fmla="*/ 4010683 h 6858000"/>
              <a:gd name="connsiteX193" fmla="*/ 4399563 w 7467600"/>
              <a:gd name="connsiteY193" fmla="*/ 4158106 h 6858000"/>
              <a:gd name="connsiteX194" fmla="*/ 4684469 w 7467600"/>
              <a:gd name="connsiteY194" fmla="*/ 4364680 h 6858000"/>
              <a:gd name="connsiteX195" fmla="*/ 4690271 w 7467600"/>
              <a:gd name="connsiteY195" fmla="*/ 4370034 h 6858000"/>
              <a:gd name="connsiteX196" fmla="*/ 4136093 w 7467600"/>
              <a:gd name="connsiteY196" fmla="*/ 3858466 h 6858000"/>
              <a:gd name="connsiteX197" fmla="*/ 3670252 w 7467600"/>
              <a:gd name="connsiteY197" fmla="*/ 3622798 h 6858000"/>
              <a:gd name="connsiteX198" fmla="*/ 4440129 w 7467600"/>
              <a:gd name="connsiteY198" fmla="*/ 3448571 h 6858000"/>
              <a:gd name="connsiteX199" fmla="*/ 4856525 w 7467600"/>
              <a:gd name="connsiteY199" fmla="*/ 3915351 h 6858000"/>
              <a:gd name="connsiteX200" fmla="*/ 5059055 w 7467600"/>
              <a:gd name="connsiteY200" fmla="*/ 4108918 h 6858000"/>
              <a:gd name="connsiteX201" fmla="*/ 5290070 w 7467600"/>
              <a:gd name="connsiteY201" fmla="*/ 4263619 h 6858000"/>
              <a:gd name="connsiteX202" fmla="*/ 4834991 w 7467600"/>
              <a:gd name="connsiteY202" fmla="*/ 3830985 h 6858000"/>
              <a:gd name="connsiteX203" fmla="*/ 4440129 w 7467600"/>
              <a:gd name="connsiteY203" fmla="*/ 3448571 h 6858000"/>
              <a:gd name="connsiteX204" fmla="*/ 4441737 w 7467600"/>
              <a:gd name="connsiteY204" fmla="*/ 3399734 h 6858000"/>
              <a:gd name="connsiteX205" fmla="*/ 4431236 w 7467600"/>
              <a:gd name="connsiteY205" fmla="*/ 3400954 h 6858000"/>
              <a:gd name="connsiteX206" fmla="*/ 4557150 w 7467600"/>
              <a:gd name="connsiteY206" fmla="*/ 3510023 h 6858000"/>
              <a:gd name="connsiteX207" fmla="*/ 4856936 w 7467600"/>
              <a:gd name="connsiteY207" fmla="*/ 3809146 h 6858000"/>
              <a:gd name="connsiteX208" fmla="*/ 5111996 w 7467600"/>
              <a:gd name="connsiteY208" fmla="*/ 4065759 h 6858000"/>
              <a:gd name="connsiteX209" fmla="*/ 5388878 w 7467600"/>
              <a:gd name="connsiteY209" fmla="*/ 4300185 h 6858000"/>
              <a:gd name="connsiteX210" fmla="*/ 5425556 w 7467600"/>
              <a:gd name="connsiteY210" fmla="*/ 4308967 h 6858000"/>
              <a:gd name="connsiteX211" fmla="*/ 4943646 w 7467600"/>
              <a:gd name="connsiteY211" fmla="*/ 3822916 h 6858000"/>
              <a:gd name="connsiteX212" fmla="*/ 4594837 w 7467600"/>
              <a:gd name="connsiteY212" fmla="*/ 3532274 h 6858000"/>
              <a:gd name="connsiteX213" fmla="*/ 4441737 w 7467600"/>
              <a:gd name="connsiteY213" fmla="*/ 3399734 h 6858000"/>
              <a:gd name="connsiteX214" fmla="*/ 5425834 w 7467600"/>
              <a:gd name="connsiteY214" fmla="*/ 3162785 h 6858000"/>
              <a:gd name="connsiteX215" fmla="*/ 5401644 w 7467600"/>
              <a:gd name="connsiteY215" fmla="*/ 3617847 h 6858000"/>
              <a:gd name="connsiteX216" fmla="*/ 5467256 w 7467600"/>
              <a:gd name="connsiteY216" fmla="*/ 4175494 h 6858000"/>
              <a:gd name="connsiteX217" fmla="*/ 5448069 w 7467600"/>
              <a:gd name="connsiteY217" fmla="*/ 3567554 h 6858000"/>
              <a:gd name="connsiteX218" fmla="*/ 5425834 w 7467600"/>
              <a:gd name="connsiteY218" fmla="*/ 3162785 h 6858000"/>
              <a:gd name="connsiteX219" fmla="*/ 1318687 w 7467600"/>
              <a:gd name="connsiteY219" fmla="*/ 3113840 h 6858000"/>
              <a:gd name="connsiteX220" fmla="*/ 1066793 w 7467600"/>
              <a:gd name="connsiteY220" fmla="*/ 3212171 h 6858000"/>
              <a:gd name="connsiteX221" fmla="*/ 993319 w 7467600"/>
              <a:gd name="connsiteY221" fmla="*/ 3247648 h 6858000"/>
              <a:gd name="connsiteX222" fmla="*/ 853081 w 7467600"/>
              <a:gd name="connsiteY222" fmla="*/ 3312410 h 6858000"/>
              <a:gd name="connsiteX223" fmla="*/ 805957 w 7467600"/>
              <a:gd name="connsiteY223" fmla="*/ 3330443 h 6858000"/>
              <a:gd name="connsiteX224" fmla="*/ 1318687 w 7467600"/>
              <a:gd name="connsiteY224" fmla="*/ 3113840 h 6858000"/>
              <a:gd name="connsiteX225" fmla="*/ 5453702 w 7467600"/>
              <a:gd name="connsiteY225" fmla="*/ 3090882 h 6858000"/>
              <a:gd name="connsiteX226" fmla="*/ 5480135 w 7467600"/>
              <a:gd name="connsiteY226" fmla="*/ 3565802 h 6858000"/>
              <a:gd name="connsiteX227" fmla="*/ 5499023 w 7467600"/>
              <a:gd name="connsiteY227" fmla="*/ 4166310 h 6858000"/>
              <a:gd name="connsiteX228" fmla="*/ 5547022 w 7467600"/>
              <a:gd name="connsiteY228" fmla="*/ 3607838 h 6858000"/>
              <a:gd name="connsiteX229" fmla="*/ 5515964 w 7467600"/>
              <a:gd name="connsiteY229" fmla="*/ 3378541 h 6858000"/>
              <a:gd name="connsiteX230" fmla="*/ 5453702 w 7467600"/>
              <a:gd name="connsiteY230" fmla="*/ 3090882 h 6858000"/>
              <a:gd name="connsiteX231" fmla="*/ 1238695 w 7467600"/>
              <a:gd name="connsiteY231" fmla="*/ 3076820 h 6858000"/>
              <a:gd name="connsiteX232" fmla="*/ 716371 w 7467600"/>
              <a:gd name="connsiteY232" fmla="*/ 3293249 h 6858000"/>
              <a:gd name="connsiteX233" fmla="*/ 579522 w 7467600"/>
              <a:gd name="connsiteY233" fmla="*/ 3371759 h 6858000"/>
              <a:gd name="connsiteX234" fmla="*/ 600288 w 7467600"/>
              <a:gd name="connsiteY234" fmla="*/ 3365555 h 6858000"/>
              <a:gd name="connsiteX235" fmla="*/ 840692 w 7467600"/>
              <a:gd name="connsiteY235" fmla="*/ 3284921 h 6858000"/>
              <a:gd name="connsiteX236" fmla="*/ 979248 w 7467600"/>
              <a:gd name="connsiteY236" fmla="*/ 3221003 h 6858000"/>
              <a:gd name="connsiteX237" fmla="*/ 1053282 w 7467600"/>
              <a:gd name="connsiteY237" fmla="*/ 3185247 h 6858000"/>
              <a:gd name="connsiteX238" fmla="*/ 1320603 w 7467600"/>
              <a:gd name="connsiteY238" fmla="*/ 3081281 h 6858000"/>
              <a:gd name="connsiteX239" fmla="*/ 1238695 w 7467600"/>
              <a:gd name="connsiteY239" fmla="*/ 3076820 h 6858000"/>
              <a:gd name="connsiteX240" fmla="*/ 5425627 w 7467600"/>
              <a:gd name="connsiteY240" fmla="*/ 2954192 h 6858000"/>
              <a:gd name="connsiteX241" fmla="*/ 5470770 w 7467600"/>
              <a:gd name="connsiteY241" fmla="*/ 3005435 h 6858000"/>
              <a:gd name="connsiteX242" fmla="*/ 5519779 w 7467600"/>
              <a:gd name="connsiteY242" fmla="*/ 4359223 h 6858000"/>
              <a:gd name="connsiteX243" fmla="*/ 5520293 w 7467600"/>
              <a:gd name="connsiteY243" fmla="*/ 4360602 h 6858000"/>
              <a:gd name="connsiteX244" fmla="*/ 5767221 w 7467600"/>
              <a:gd name="connsiteY244" fmla="*/ 4665564 h 6858000"/>
              <a:gd name="connsiteX245" fmla="*/ 6937169 w 7467600"/>
              <a:gd name="connsiteY245" fmla="*/ 4815941 h 6858000"/>
              <a:gd name="connsiteX246" fmla="*/ 6953922 w 7467600"/>
              <a:gd name="connsiteY246" fmla="*/ 4890068 h 6858000"/>
              <a:gd name="connsiteX247" fmla="*/ 6071359 w 7467600"/>
              <a:gd name="connsiteY247" fmla="*/ 4770770 h 6858000"/>
              <a:gd name="connsiteX248" fmla="*/ 6038839 w 7467600"/>
              <a:gd name="connsiteY248" fmla="*/ 4764474 h 6858000"/>
              <a:gd name="connsiteX249" fmla="*/ 6038706 w 7467600"/>
              <a:gd name="connsiteY249" fmla="*/ 4763847 h 6858000"/>
              <a:gd name="connsiteX250" fmla="*/ 6037784 w 7467600"/>
              <a:gd name="connsiteY250" fmla="*/ 4764270 h 6858000"/>
              <a:gd name="connsiteX251" fmla="*/ 6038839 w 7467600"/>
              <a:gd name="connsiteY251" fmla="*/ 4764474 h 6858000"/>
              <a:gd name="connsiteX252" fmla="*/ 6040338 w 7467600"/>
              <a:gd name="connsiteY252" fmla="*/ 4771418 h 6858000"/>
              <a:gd name="connsiteX253" fmla="*/ 6024488 w 7467600"/>
              <a:gd name="connsiteY253" fmla="*/ 4809903 h 6858000"/>
              <a:gd name="connsiteX254" fmla="*/ 5599771 w 7467600"/>
              <a:gd name="connsiteY254" fmla="*/ 5509652 h 6858000"/>
              <a:gd name="connsiteX255" fmla="*/ 5548843 w 7467600"/>
              <a:gd name="connsiteY255" fmla="*/ 5563845 h 6858000"/>
              <a:gd name="connsiteX256" fmla="*/ 5940952 w 7467600"/>
              <a:gd name="connsiteY256" fmla="*/ 6250028 h 6858000"/>
              <a:gd name="connsiteX257" fmla="*/ 6043441 w 7467600"/>
              <a:gd name="connsiteY257" fmla="*/ 6665847 h 6858000"/>
              <a:gd name="connsiteX258" fmla="*/ 6093432 w 7467600"/>
              <a:gd name="connsiteY258" fmla="*/ 6858000 h 6858000"/>
              <a:gd name="connsiteX259" fmla="*/ 6034344 w 7467600"/>
              <a:gd name="connsiteY259" fmla="*/ 6858000 h 6858000"/>
              <a:gd name="connsiteX260" fmla="*/ 6026679 w 7467600"/>
              <a:gd name="connsiteY260" fmla="*/ 6836959 h 6858000"/>
              <a:gd name="connsiteX261" fmla="*/ 5800441 w 7467600"/>
              <a:gd name="connsiteY261" fmla="*/ 6335286 h 6858000"/>
              <a:gd name="connsiteX262" fmla="*/ 5526562 w 7467600"/>
              <a:gd name="connsiteY262" fmla="*/ 5705388 h 6858000"/>
              <a:gd name="connsiteX263" fmla="*/ 5519640 w 7467600"/>
              <a:gd name="connsiteY263" fmla="*/ 5683774 h 6858000"/>
              <a:gd name="connsiteX264" fmla="*/ 5844559 w 7467600"/>
              <a:gd name="connsiteY264" fmla="*/ 6553349 h 6858000"/>
              <a:gd name="connsiteX265" fmla="*/ 5975994 w 7467600"/>
              <a:gd name="connsiteY265" fmla="*/ 6858000 h 6858000"/>
              <a:gd name="connsiteX266" fmla="*/ 5898547 w 7467600"/>
              <a:gd name="connsiteY266" fmla="*/ 6858000 h 6858000"/>
              <a:gd name="connsiteX267" fmla="*/ 5682041 w 7467600"/>
              <a:gd name="connsiteY267" fmla="*/ 6355860 h 6858000"/>
              <a:gd name="connsiteX268" fmla="*/ 5461758 w 7467600"/>
              <a:gd name="connsiteY268" fmla="*/ 5820220 h 6858000"/>
              <a:gd name="connsiteX269" fmla="*/ 5237282 w 7467600"/>
              <a:gd name="connsiteY269" fmla="*/ 6579086 h 6858000"/>
              <a:gd name="connsiteX270" fmla="*/ 5115009 w 7467600"/>
              <a:gd name="connsiteY270" fmla="*/ 6858000 h 6858000"/>
              <a:gd name="connsiteX271" fmla="*/ 5028074 w 7467600"/>
              <a:gd name="connsiteY271" fmla="*/ 6858000 h 6858000"/>
              <a:gd name="connsiteX272" fmla="*/ 5079508 w 7467600"/>
              <a:gd name="connsiteY272" fmla="*/ 6749074 h 6858000"/>
              <a:gd name="connsiteX273" fmla="*/ 5371846 w 7467600"/>
              <a:gd name="connsiteY273" fmla="*/ 5924413 h 6858000"/>
              <a:gd name="connsiteX274" fmla="*/ 5270512 w 7467600"/>
              <a:gd name="connsiteY274" fmla="*/ 6138975 h 6858000"/>
              <a:gd name="connsiteX275" fmla="*/ 5062409 w 7467600"/>
              <a:gd name="connsiteY275" fmla="*/ 6653544 h 6858000"/>
              <a:gd name="connsiteX276" fmla="*/ 5036628 w 7467600"/>
              <a:gd name="connsiteY276" fmla="*/ 6754247 h 6858000"/>
              <a:gd name="connsiteX277" fmla="*/ 5009112 w 7467600"/>
              <a:gd name="connsiteY277" fmla="*/ 6858000 h 6858000"/>
              <a:gd name="connsiteX278" fmla="*/ 4976679 w 7467600"/>
              <a:gd name="connsiteY278" fmla="*/ 6858000 h 6858000"/>
              <a:gd name="connsiteX279" fmla="*/ 5006537 w 7467600"/>
              <a:gd name="connsiteY279" fmla="*/ 6747068 h 6858000"/>
              <a:gd name="connsiteX280" fmla="*/ 5032723 w 7467600"/>
              <a:gd name="connsiteY280" fmla="*/ 6644957 h 6858000"/>
              <a:gd name="connsiteX281" fmla="*/ 5242949 w 7467600"/>
              <a:gd name="connsiteY281" fmla="*/ 6125175 h 6858000"/>
              <a:gd name="connsiteX282" fmla="*/ 5286321 w 7467600"/>
              <a:gd name="connsiteY282" fmla="*/ 6033555 h 6858000"/>
              <a:gd name="connsiteX283" fmla="*/ 5008210 w 7467600"/>
              <a:gd name="connsiteY283" fmla="*/ 6649194 h 6858000"/>
              <a:gd name="connsiteX284" fmla="*/ 4986321 w 7467600"/>
              <a:gd name="connsiteY284" fmla="*/ 6765687 h 6858000"/>
              <a:gd name="connsiteX285" fmla="*/ 4973474 w 7467600"/>
              <a:gd name="connsiteY285" fmla="*/ 6858000 h 6858000"/>
              <a:gd name="connsiteX286" fmla="*/ 4907178 w 7467600"/>
              <a:gd name="connsiteY286" fmla="*/ 6858000 h 6858000"/>
              <a:gd name="connsiteX287" fmla="*/ 4910810 w 7467600"/>
              <a:gd name="connsiteY287" fmla="*/ 6829660 h 6858000"/>
              <a:gd name="connsiteX288" fmla="*/ 4987461 w 7467600"/>
              <a:gd name="connsiteY288" fmla="*/ 6432994 h 6858000"/>
              <a:gd name="connsiteX289" fmla="*/ 5179262 w 7467600"/>
              <a:gd name="connsiteY289" fmla="*/ 6035044 h 6858000"/>
              <a:gd name="connsiteX290" fmla="*/ 4689678 w 7467600"/>
              <a:gd name="connsiteY290" fmla="*/ 6440241 h 6858000"/>
              <a:gd name="connsiteX291" fmla="*/ 4477543 w 7467600"/>
              <a:gd name="connsiteY291" fmla="*/ 6674836 h 6858000"/>
              <a:gd name="connsiteX292" fmla="*/ 4329957 w 7467600"/>
              <a:gd name="connsiteY292" fmla="*/ 6858000 h 6858000"/>
              <a:gd name="connsiteX293" fmla="*/ 4218595 w 7467600"/>
              <a:gd name="connsiteY293" fmla="*/ 6858000 h 6858000"/>
              <a:gd name="connsiteX294" fmla="*/ 4368888 w 7467600"/>
              <a:gd name="connsiteY294" fmla="*/ 6668412 h 6858000"/>
              <a:gd name="connsiteX295" fmla="*/ 4563091 w 7467600"/>
              <a:gd name="connsiteY295" fmla="*/ 6442508 h 6858000"/>
              <a:gd name="connsiteX296" fmla="*/ 5387324 w 7467600"/>
              <a:gd name="connsiteY296" fmla="*/ 5705830 h 6858000"/>
              <a:gd name="connsiteX297" fmla="*/ 5073620 w 7467600"/>
              <a:gd name="connsiteY297" fmla="*/ 5955437 h 6858000"/>
              <a:gd name="connsiteX298" fmla="*/ 4689789 w 7467600"/>
              <a:gd name="connsiteY298" fmla="*/ 6268382 h 6858000"/>
              <a:gd name="connsiteX299" fmla="*/ 4418722 w 7467600"/>
              <a:gd name="connsiteY299" fmla="*/ 6570886 h 6858000"/>
              <a:gd name="connsiteX300" fmla="*/ 4214944 w 7467600"/>
              <a:gd name="connsiteY300" fmla="*/ 6858000 h 6858000"/>
              <a:gd name="connsiteX301" fmla="*/ 4177898 w 7467600"/>
              <a:gd name="connsiteY301" fmla="*/ 6858000 h 6858000"/>
              <a:gd name="connsiteX302" fmla="*/ 4391597 w 7467600"/>
              <a:gd name="connsiteY302" fmla="*/ 6556370 h 6858000"/>
              <a:gd name="connsiteX303" fmla="*/ 4668889 w 7467600"/>
              <a:gd name="connsiteY303" fmla="*/ 6246399 h 6858000"/>
              <a:gd name="connsiteX304" fmla="*/ 5055427 w 7467600"/>
              <a:gd name="connsiteY304" fmla="*/ 5931476 h 6858000"/>
              <a:gd name="connsiteX305" fmla="*/ 5371814 w 7467600"/>
              <a:gd name="connsiteY305" fmla="*/ 5678975 h 6858000"/>
              <a:gd name="connsiteX306" fmla="*/ 4987918 w 7467600"/>
              <a:gd name="connsiteY306" fmla="*/ 5838701 h 6858000"/>
              <a:gd name="connsiteX307" fmla="*/ 4317146 w 7467600"/>
              <a:gd name="connsiteY307" fmla="*/ 6587716 h 6858000"/>
              <a:gd name="connsiteX308" fmla="*/ 4171627 w 7467600"/>
              <a:gd name="connsiteY308" fmla="*/ 6858000 h 6858000"/>
              <a:gd name="connsiteX309" fmla="*/ 4081585 w 7467600"/>
              <a:gd name="connsiteY309" fmla="*/ 6858000 h 6858000"/>
              <a:gd name="connsiteX310" fmla="*/ 4238603 w 7467600"/>
              <a:gd name="connsiteY310" fmla="*/ 6559341 h 6858000"/>
              <a:gd name="connsiteX311" fmla="*/ 4778333 w 7467600"/>
              <a:gd name="connsiteY311" fmla="*/ 5873626 h 6858000"/>
              <a:gd name="connsiteX312" fmla="*/ 5414185 w 7467600"/>
              <a:gd name="connsiteY312" fmla="*/ 5573882 h 6858000"/>
              <a:gd name="connsiteX313" fmla="*/ 5959648 w 7467600"/>
              <a:gd name="connsiteY313" fmla="*/ 4760797 h 6858000"/>
              <a:gd name="connsiteX314" fmla="*/ 5355019 w 7467600"/>
              <a:gd name="connsiteY314" fmla="*/ 4734672 h 6858000"/>
              <a:gd name="connsiteX315" fmla="*/ 5083565 w 7467600"/>
              <a:gd name="connsiteY315" fmla="*/ 5179121 h 6858000"/>
              <a:gd name="connsiteX316" fmla="*/ 4713577 w 7467600"/>
              <a:gd name="connsiteY316" fmla="*/ 5616803 h 6858000"/>
              <a:gd name="connsiteX317" fmla="*/ 3989559 w 7467600"/>
              <a:gd name="connsiteY317" fmla="*/ 6145945 h 6858000"/>
              <a:gd name="connsiteX318" fmla="*/ 3939824 w 7467600"/>
              <a:gd name="connsiteY318" fmla="*/ 6066900 h 6858000"/>
              <a:gd name="connsiteX319" fmla="*/ 4584537 w 7467600"/>
              <a:gd name="connsiteY319" fmla="*/ 5324826 h 6858000"/>
              <a:gd name="connsiteX320" fmla="*/ 5037105 w 7467600"/>
              <a:gd name="connsiteY320" fmla="*/ 5088765 h 6858000"/>
              <a:gd name="connsiteX321" fmla="*/ 5039930 w 7467600"/>
              <a:gd name="connsiteY321" fmla="*/ 5089585 h 6858000"/>
              <a:gd name="connsiteX322" fmla="*/ 5263764 w 7467600"/>
              <a:gd name="connsiteY322" fmla="*/ 4735525 h 6858000"/>
              <a:gd name="connsiteX323" fmla="*/ 4086300 w 7467600"/>
              <a:gd name="connsiteY323" fmla="*/ 4884599 h 6858000"/>
              <a:gd name="connsiteX324" fmla="*/ 4085485 w 7467600"/>
              <a:gd name="connsiteY324" fmla="*/ 4899070 h 6858000"/>
              <a:gd name="connsiteX325" fmla="*/ 3871915 w 7467600"/>
              <a:gd name="connsiteY325" fmla="*/ 5253645 h 6858000"/>
              <a:gd name="connsiteX326" fmla="*/ 3799374 w 7467600"/>
              <a:gd name="connsiteY326" fmla="*/ 5466127 h 6858000"/>
              <a:gd name="connsiteX327" fmla="*/ 3498850 w 7467600"/>
              <a:gd name="connsiteY327" fmla="*/ 6661888 h 6858000"/>
              <a:gd name="connsiteX328" fmla="*/ 3399216 w 7467600"/>
              <a:gd name="connsiteY328" fmla="*/ 6858000 h 6858000"/>
              <a:gd name="connsiteX329" fmla="*/ 3303688 w 7467600"/>
              <a:gd name="connsiteY329" fmla="*/ 6858000 h 6858000"/>
              <a:gd name="connsiteX330" fmla="*/ 3391774 w 7467600"/>
              <a:gd name="connsiteY330" fmla="*/ 6697181 h 6858000"/>
              <a:gd name="connsiteX331" fmla="*/ 3735540 w 7467600"/>
              <a:gd name="connsiteY331" fmla="*/ 5546923 h 6858000"/>
              <a:gd name="connsiteX332" fmla="*/ 3729438 w 7467600"/>
              <a:gd name="connsiteY332" fmla="*/ 5569058 h 6858000"/>
              <a:gd name="connsiteX333" fmla="*/ 3707782 w 7467600"/>
              <a:gd name="connsiteY333" fmla="*/ 5644908 h 6858000"/>
              <a:gd name="connsiteX334" fmla="*/ 3583827 w 7467600"/>
              <a:gd name="connsiteY334" fmla="*/ 6039215 h 6858000"/>
              <a:gd name="connsiteX335" fmla="*/ 3547861 w 7467600"/>
              <a:gd name="connsiteY335" fmla="*/ 6129609 h 6858000"/>
              <a:gd name="connsiteX336" fmla="*/ 3490905 w 7467600"/>
              <a:gd name="connsiteY336" fmla="*/ 6277660 h 6858000"/>
              <a:gd name="connsiteX337" fmla="*/ 3455859 w 7467600"/>
              <a:gd name="connsiteY337" fmla="*/ 6391301 h 6858000"/>
              <a:gd name="connsiteX338" fmla="*/ 3429112 w 7467600"/>
              <a:gd name="connsiteY338" fmla="*/ 6479469 h 6858000"/>
              <a:gd name="connsiteX339" fmla="*/ 3304862 w 7467600"/>
              <a:gd name="connsiteY339" fmla="*/ 6796476 h 6858000"/>
              <a:gd name="connsiteX340" fmla="*/ 3276071 w 7467600"/>
              <a:gd name="connsiteY340" fmla="*/ 6858000 h 6858000"/>
              <a:gd name="connsiteX341" fmla="*/ 3240805 w 7467600"/>
              <a:gd name="connsiteY341" fmla="*/ 6858000 h 6858000"/>
              <a:gd name="connsiteX342" fmla="*/ 3275917 w 7467600"/>
              <a:gd name="connsiteY342" fmla="*/ 6783192 h 6858000"/>
              <a:gd name="connsiteX343" fmla="*/ 3399358 w 7467600"/>
              <a:gd name="connsiteY343" fmla="*/ 6469011 h 6858000"/>
              <a:gd name="connsiteX344" fmla="*/ 3425650 w 7467600"/>
              <a:gd name="connsiteY344" fmla="*/ 6381333 h 6858000"/>
              <a:gd name="connsiteX345" fmla="*/ 3460661 w 7467600"/>
              <a:gd name="connsiteY345" fmla="*/ 6266763 h 6858000"/>
              <a:gd name="connsiteX346" fmla="*/ 3518021 w 7467600"/>
              <a:gd name="connsiteY346" fmla="*/ 6117298 h 6858000"/>
              <a:gd name="connsiteX347" fmla="*/ 3554035 w 7467600"/>
              <a:gd name="connsiteY347" fmla="*/ 6027832 h 6858000"/>
              <a:gd name="connsiteX348" fmla="*/ 3677174 w 7467600"/>
              <a:gd name="connsiteY348" fmla="*/ 5636351 h 6858000"/>
              <a:gd name="connsiteX349" fmla="*/ 3698819 w 7467600"/>
              <a:gd name="connsiteY349" fmla="*/ 5560503 h 6858000"/>
              <a:gd name="connsiteX350" fmla="*/ 3702094 w 7467600"/>
              <a:gd name="connsiteY350" fmla="*/ 5549194 h 6858000"/>
              <a:gd name="connsiteX351" fmla="*/ 3398355 w 7467600"/>
              <a:gd name="connsiteY351" fmla="*/ 6094603 h 6858000"/>
              <a:gd name="connsiteX352" fmla="*/ 3193941 w 7467600"/>
              <a:gd name="connsiteY352" fmla="*/ 6798775 h 6858000"/>
              <a:gd name="connsiteX353" fmla="*/ 3184140 w 7467600"/>
              <a:gd name="connsiteY353" fmla="*/ 6858000 h 6858000"/>
              <a:gd name="connsiteX354" fmla="*/ 3099978 w 7467600"/>
              <a:gd name="connsiteY354" fmla="*/ 6858000 h 6858000"/>
              <a:gd name="connsiteX355" fmla="*/ 3101556 w 7467600"/>
              <a:gd name="connsiteY355" fmla="*/ 6843337 h 6858000"/>
              <a:gd name="connsiteX356" fmla="*/ 3370162 w 7467600"/>
              <a:gd name="connsiteY356" fmla="*/ 5785550 h 6858000"/>
              <a:gd name="connsiteX357" fmla="*/ 3746477 w 7467600"/>
              <a:gd name="connsiteY357" fmla="*/ 5377889 h 6858000"/>
              <a:gd name="connsiteX358" fmla="*/ 3863399 w 7467600"/>
              <a:gd name="connsiteY358" fmla="*/ 5087257 h 6858000"/>
              <a:gd name="connsiteX359" fmla="*/ 3968712 w 7467600"/>
              <a:gd name="connsiteY359" fmla="*/ 4913989 h 6858000"/>
              <a:gd name="connsiteX360" fmla="*/ 2792390 w 7467600"/>
              <a:gd name="connsiteY360" fmla="*/ 5382974 h 6858000"/>
              <a:gd name="connsiteX361" fmla="*/ 2714982 w 7467600"/>
              <a:gd name="connsiteY361" fmla="*/ 5427051 h 6858000"/>
              <a:gd name="connsiteX362" fmla="*/ 2813361 w 7467600"/>
              <a:gd name="connsiteY362" fmla="*/ 6023912 h 6858000"/>
              <a:gd name="connsiteX363" fmla="*/ 2688430 w 7467600"/>
              <a:gd name="connsiteY363" fmla="*/ 6801564 h 6858000"/>
              <a:gd name="connsiteX364" fmla="*/ 2629626 w 7467600"/>
              <a:gd name="connsiteY364" fmla="*/ 6763394 h 6858000"/>
              <a:gd name="connsiteX365" fmla="*/ 2565328 w 7467600"/>
              <a:gd name="connsiteY365" fmla="*/ 5516399 h 6858000"/>
              <a:gd name="connsiteX366" fmla="*/ 1922999 w 7467600"/>
              <a:gd name="connsiteY366" fmla="*/ 5980343 h 6858000"/>
              <a:gd name="connsiteX367" fmla="*/ 1950261 w 7467600"/>
              <a:gd name="connsiteY367" fmla="*/ 6405858 h 6858000"/>
              <a:gd name="connsiteX368" fmla="*/ 2365554 w 7467600"/>
              <a:gd name="connsiteY368" fmla="*/ 6759107 h 6858000"/>
              <a:gd name="connsiteX369" fmla="*/ 2424142 w 7467600"/>
              <a:gd name="connsiteY369" fmla="*/ 6858000 h 6858000"/>
              <a:gd name="connsiteX370" fmla="*/ 2395994 w 7467600"/>
              <a:gd name="connsiteY370" fmla="*/ 6858000 h 6858000"/>
              <a:gd name="connsiteX371" fmla="*/ 2392863 w 7467600"/>
              <a:gd name="connsiteY371" fmla="*/ 6852964 h 6858000"/>
              <a:gd name="connsiteX372" fmla="*/ 2017589 w 7467600"/>
              <a:gd name="connsiteY372" fmla="*/ 6493982 h 6858000"/>
              <a:gd name="connsiteX373" fmla="*/ 2147336 w 7467600"/>
              <a:gd name="connsiteY373" fmla="*/ 6594052 h 6858000"/>
              <a:gd name="connsiteX374" fmla="*/ 2207047 w 7467600"/>
              <a:gd name="connsiteY374" fmla="*/ 6654540 h 6858000"/>
              <a:gd name="connsiteX375" fmla="*/ 2299106 w 7467600"/>
              <a:gd name="connsiteY375" fmla="*/ 6778931 h 6858000"/>
              <a:gd name="connsiteX376" fmla="*/ 2314430 w 7467600"/>
              <a:gd name="connsiteY376" fmla="*/ 6801144 h 6858000"/>
              <a:gd name="connsiteX377" fmla="*/ 2352406 w 7467600"/>
              <a:gd name="connsiteY377" fmla="*/ 6858000 h 6858000"/>
              <a:gd name="connsiteX378" fmla="*/ 2314492 w 7467600"/>
              <a:gd name="connsiteY378" fmla="*/ 6858000 h 6858000"/>
              <a:gd name="connsiteX379" fmla="*/ 2288095 w 7467600"/>
              <a:gd name="connsiteY379" fmla="*/ 6818030 h 6858000"/>
              <a:gd name="connsiteX380" fmla="*/ 2272768 w 7467600"/>
              <a:gd name="connsiteY380" fmla="*/ 6795822 h 6858000"/>
              <a:gd name="connsiteX381" fmla="*/ 2182715 w 7467600"/>
              <a:gd name="connsiteY381" fmla="*/ 6675071 h 6858000"/>
              <a:gd name="connsiteX382" fmla="*/ 2032061 w 7467600"/>
              <a:gd name="connsiteY382" fmla="*/ 6541380 h 6858000"/>
              <a:gd name="connsiteX383" fmla="*/ 2257220 w 7467600"/>
              <a:gd name="connsiteY383" fmla="*/ 6826257 h 6858000"/>
              <a:gd name="connsiteX384" fmla="*/ 2281324 w 7467600"/>
              <a:gd name="connsiteY384" fmla="*/ 6858000 h 6858000"/>
              <a:gd name="connsiteX385" fmla="*/ 2242860 w 7467600"/>
              <a:gd name="connsiteY385" fmla="*/ 6858000 h 6858000"/>
              <a:gd name="connsiteX386" fmla="*/ 2232818 w 7467600"/>
              <a:gd name="connsiteY386" fmla="*/ 6844926 h 6858000"/>
              <a:gd name="connsiteX387" fmla="*/ 1990172 w 7467600"/>
              <a:gd name="connsiteY387" fmla="*/ 6542121 h 6858000"/>
              <a:gd name="connsiteX388" fmla="*/ 2124090 w 7467600"/>
              <a:gd name="connsiteY388" fmla="*/ 6761017 h 6858000"/>
              <a:gd name="connsiteX389" fmla="*/ 2200380 w 7467600"/>
              <a:gd name="connsiteY389" fmla="*/ 6858000 h 6858000"/>
              <a:gd name="connsiteX390" fmla="*/ 2147507 w 7467600"/>
              <a:gd name="connsiteY390" fmla="*/ 6858000 h 6858000"/>
              <a:gd name="connsiteX391" fmla="*/ 2070668 w 7467600"/>
              <a:gd name="connsiteY391" fmla="*/ 6761520 h 6858000"/>
              <a:gd name="connsiteX392" fmla="*/ 1975142 w 7467600"/>
              <a:gd name="connsiteY392" fmla="*/ 6585570 h 6858000"/>
              <a:gd name="connsiteX393" fmla="*/ 2050035 w 7467600"/>
              <a:gd name="connsiteY393" fmla="*/ 6813345 h 6858000"/>
              <a:gd name="connsiteX394" fmla="*/ 2063025 w 7467600"/>
              <a:gd name="connsiteY394" fmla="*/ 6858000 h 6858000"/>
              <a:gd name="connsiteX395" fmla="*/ 2021675 w 7467600"/>
              <a:gd name="connsiteY395" fmla="*/ 6858000 h 6858000"/>
              <a:gd name="connsiteX396" fmla="*/ 2019308 w 7467600"/>
              <a:gd name="connsiteY396" fmla="*/ 6847118 h 6858000"/>
              <a:gd name="connsiteX397" fmla="*/ 1938835 w 7467600"/>
              <a:gd name="connsiteY397" fmla="*/ 6551160 h 6858000"/>
              <a:gd name="connsiteX398" fmla="*/ 1953230 w 7467600"/>
              <a:gd name="connsiteY398" fmla="*/ 6759699 h 6858000"/>
              <a:gd name="connsiteX399" fmla="*/ 1956763 w 7467600"/>
              <a:gd name="connsiteY399" fmla="*/ 6778191 h 6858000"/>
              <a:gd name="connsiteX400" fmla="*/ 1967925 w 7467600"/>
              <a:gd name="connsiteY400" fmla="*/ 6858000 h 6858000"/>
              <a:gd name="connsiteX401" fmla="*/ 1936622 w 7467600"/>
              <a:gd name="connsiteY401" fmla="*/ 6858000 h 6858000"/>
              <a:gd name="connsiteX402" fmla="*/ 1926261 w 7467600"/>
              <a:gd name="connsiteY402" fmla="*/ 6784064 h 6858000"/>
              <a:gd name="connsiteX403" fmla="*/ 1922724 w 7467600"/>
              <a:gd name="connsiteY403" fmla="*/ 6765577 h 6858000"/>
              <a:gd name="connsiteX404" fmla="*/ 1904650 w 7467600"/>
              <a:gd name="connsiteY404" fmla="*/ 6639616 h 6858000"/>
              <a:gd name="connsiteX405" fmla="*/ 1885273 w 7467600"/>
              <a:gd name="connsiteY405" fmla="*/ 6858000 h 6858000"/>
              <a:gd name="connsiteX406" fmla="*/ 1854363 w 7467600"/>
              <a:gd name="connsiteY406" fmla="*/ 6858000 h 6858000"/>
              <a:gd name="connsiteX407" fmla="*/ 1880391 w 7467600"/>
              <a:gd name="connsiteY407" fmla="*/ 6603796 h 6858000"/>
              <a:gd name="connsiteX408" fmla="*/ 1818273 w 7467600"/>
              <a:gd name="connsiteY408" fmla="*/ 6715729 h 6858000"/>
              <a:gd name="connsiteX409" fmla="*/ 1794691 w 7467600"/>
              <a:gd name="connsiteY409" fmla="*/ 6843239 h 6858000"/>
              <a:gd name="connsiteX410" fmla="*/ 1794914 w 7467600"/>
              <a:gd name="connsiteY410" fmla="*/ 6858000 h 6858000"/>
              <a:gd name="connsiteX411" fmla="*/ 1746128 w 7467600"/>
              <a:gd name="connsiteY411" fmla="*/ 6858000 h 6858000"/>
              <a:gd name="connsiteX412" fmla="*/ 1753934 w 7467600"/>
              <a:gd name="connsiteY412" fmla="*/ 6724796 h 6858000"/>
              <a:gd name="connsiteX413" fmla="*/ 1792053 w 7467600"/>
              <a:gd name="connsiteY413" fmla="*/ 6572396 h 6858000"/>
              <a:gd name="connsiteX414" fmla="*/ 1862248 w 7467600"/>
              <a:gd name="connsiteY414" fmla="*/ 6266397 h 6858000"/>
              <a:gd name="connsiteX415" fmla="*/ 1862250 w 7467600"/>
              <a:gd name="connsiteY415" fmla="*/ 6033531 h 6858000"/>
              <a:gd name="connsiteX416" fmla="*/ 1211999 w 7467600"/>
              <a:gd name="connsiteY416" fmla="*/ 6683610 h 6858000"/>
              <a:gd name="connsiteX417" fmla="*/ 1213266 w 7467600"/>
              <a:gd name="connsiteY417" fmla="*/ 6691947 h 6858000"/>
              <a:gd name="connsiteX418" fmla="*/ 1203370 w 7467600"/>
              <a:gd name="connsiteY418" fmla="*/ 6850676 h 6858000"/>
              <a:gd name="connsiteX419" fmla="*/ 1203671 w 7467600"/>
              <a:gd name="connsiteY419" fmla="*/ 6858000 h 6858000"/>
              <a:gd name="connsiteX420" fmla="*/ 1143180 w 7467600"/>
              <a:gd name="connsiteY420" fmla="*/ 6858000 h 6858000"/>
              <a:gd name="connsiteX421" fmla="*/ 1142176 w 7467600"/>
              <a:gd name="connsiteY421" fmla="*/ 6766045 h 6858000"/>
              <a:gd name="connsiteX422" fmla="*/ 1067484 w 7467600"/>
              <a:gd name="connsiteY422" fmla="*/ 6858000 h 6858000"/>
              <a:gd name="connsiteX423" fmla="*/ 953928 w 7467600"/>
              <a:gd name="connsiteY423" fmla="*/ 6858000 h 6858000"/>
              <a:gd name="connsiteX424" fmla="*/ 959715 w 7467600"/>
              <a:gd name="connsiteY424" fmla="*/ 6850185 h 6858000"/>
              <a:gd name="connsiteX425" fmla="*/ 1483788 w 7467600"/>
              <a:gd name="connsiteY425" fmla="*/ 6259174 h 6858000"/>
              <a:gd name="connsiteX426" fmla="*/ 1100671 w 7467600"/>
              <a:gd name="connsiteY426" fmla="*/ 6252137 h 6858000"/>
              <a:gd name="connsiteX427" fmla="*/ 1090144 w 7467600"/>
              <a:gd name="connsiteY427" fmla="*/ 6256748 h 6858000"/>
              <a:gd name="connsiteX428" fmla="*/ 1095872 w 7467600"/>
              <a:gd name="connsiteY428" fmla="*/ 6271892 h 6858000"/>
              <a:gd name="connsiteX429" fmla="*/ 262785 w 7467600"/>
              <a:gd name="connsiteY429" fmla="*/ 6845450 h 6858000"/>
              <a:gd name="connsiteX430" fmla="*/ 209968 w 7467600"/>
              <a:gd name="connsiteY430" fmla="*/ 6770713 h 6858000"/>
              <a:gd name="connsiteX431" fmla="*/ 873460 w 7467600"/>
              <a:gd name="connsiteY431" fmla="*/ 6253768 h 6858000"/>
              <a:gd name="connsiteX432" fmla="*/ 192686 w 7467600"/>
              <a:gd name="connsiteY432" fmla="*/ 5849257 h 6858000"/>
              <a:gd name="connsiteX433" fmla="*/ 4696 w 7467600"/>
              <a:gd name="connsiteY433" fmla="*/ 5697668 h 6858000"/>
              <a:gd name="connsiteX434" fmla="*/ 0 w 7467600"/>
              <a:gd name="connsiteY434" fmla="*/ 5689984 h 6858000"/>
              <a:gd name="connsiteX435" fmla="*/ 0 w 7467600"/>
              <a:gd name="connsiteY435" fmla="*/ 5513472 h 6858000"/>
              <a:gd name="connsiteX436" fmla="*/ 174101 w 7467600"/>
              <a:gd name="connsiteY436" fmla="*/ 5620277 h 6858000"/>
              <a:gd name="connsiteX437" fmla="*/ 891800 w 7467600"/>
              <a:gd name="connsiteY437" fmla="*/ 6036935 h 6858000"/>
              <a:gd name="connsiteX438" fmla="*/ 1072219 w 7467600"/>
              <a:gd name="connsiteY438" fmla="*/ 6169443 h 6858000"/>
              <a:gd name="connsiteX439" fmla="*/ 1074117 w 7467600"/>
              <a:gd name="connsiteY439" fmla="*/ 6170301 h 6858000"/>
              <a:gd name="connsiteX440" fmla="*/ 1083114 w 7467600"/>
              <a:gd name="connsiteY440" fmla="*/ 6174131 h 6858000"/>
              <a:gd name="connsiteX441" fmla="*/ 1543010 w 7467600"/>
              <a:gd name="connsiteY441" fmla="*/ 6191140 h 6858000"/>
              <a:gd name="connsiteX442" fmla="*/ 1551080 w 7467600"/>
              <a:gd name="connsiteY442" fmla="*/ 6195006 h 6858000"/>
              <a:gd name="connsiteX443" fmla="*/ 2345443 w 7467600"/>
              <a:gd name="connsiteY443" fmla="*/ 5549882 h 6858000"/>
              <a:gd name="connsiteX444" fmla="*/ 1721499 w 7467600"/>
              <a:gd name="connsiteY444" fmla="*/ 5599969 h 6858000"/>
              <a:gd name="connsiteX445" fmla="*/ 767716 w 7467600"/>
              <a:gd name="connsiteY445" fmla="*/ 5472768 h 6858000"/>
              <a:gd name="connsiteX446" fmla="*/ 722147 w 7467600"/>
              <a:gd name="connsiteY446" fmla="*/ 5393091 h 6858000"/>
              <a:gd name="connsiteX447" fmla="*/ 1485552 w 7467600"/>
              <a:gd name="connsiteY447" fmla="*/ 5313202 h 6858000"/>
              <a:gd name="connsiteX448" fmla="*/ 2143004 w 7467600"/>
              <a:gd name="connsiteY448" fmla="*/ 5402420 h 6858000"/>
              <a:gd name="connsiteX449" fmla="*/ 1933391 w 7467600"/>
              <a:gd name="connsiteY449" fmla="*/ 5156971 h 6858000"/>
              <a:gd name="connsiteX450" fmla="*/ 1827118 w 7467600"/>
              <a:gd name="connsiteY450" fmla="*/ 4968410 h 6858000"/>
              <a:gd name="connsiteX451" fmla="*/ 1837349 w 7467600"/>
              <a:gd name="connsiteY451" fmla="*/ 4956357 h 6858000"/>
              <a:gd name="connsiteX452" fmla="*/ 2162835 w 7467600"/>
              <a:gd name="connsiteY452" fmla="*/ 5187853 h 6858000"/>
              <a:gd name="connsiteX453" fmla="*/ 2257167 w 7467600"/>
              <a:gd name="connsiteY453" fmla="*/ 5462123 h 6858000"/>
              <a:gd name="connsiteX454" fmla="*/ 2261598 w 7467600"/>
              <a:gd name="connsiteY454" fmla="*/ 5467998 h 6858000"/>
              <a:gd name="connsiteX455" fmla="*/ 2437177 w 7467600"/>
              <a:gd name="connsiteY455" fmla="*/ 5479608 h 6858000"/>
              <a:gd name="connsiteX456" fmla="*/ 2445247 w 7467600"/>
              <a:gd name="connsiteY456" fmla="*/ 5483476 h 6858000"/>
              <a:gd name="connsiteX457" fmla="*/ 2743626 w 7467600"/>
              <a:gd name="connsiteY457" fmla="*/ 5304819 h 6858000"/>
              <a:gd name="connsiteX458" fmla="*/ 3048102 w 7467600"/>
              <a:gd name="connsiteY458" fmla="*/ 5150595 h 6858000"/>
              <a:gd name="connsiteX459" fmla="*/ 1799414 w 7467600"/>
              <a:gd name="connsiteY459" fmla="*/ 4694732 h 6858000"/>
              <a:gd name="connsiteX460" fmla="*/ 1771735 w 7467600"/>
              <a:gd name="connsiteY460" fmla="*/ 4619929 h 6858000"/>
              <a:gd name="connsiteX461" fmla="*/ 3104273 w 7467600"/>
              <a:gd name="connsiteY461" fmla="*/ 5076159 h 6858000"/>
              <a:gd name="connsiteX462" fmla="*/ 3113245 w 7467600"/>
              <a:gd name="connsiteY462" fmla="*/ 5090705 h 6858000"/>
              <a:gd name="connsiteX463" fmla="*/ 3126294 w 7467600"/>
              <a:gd name="connsiteY463" fmla="*/ 5114400 h 6858000"/>
              <a:gd name="connsiteX464" fmla="*/ 3937433 w 7467600"/>
              <a:gd name="connsiteY464" fmla="*/ 4830473 h 6858000"/>
              <a:gd name="connsiteX465" fmla="*/ 3590475 w 7467600"/>
              <a:gd name="connsiteY465" fmla="*/ 4597974 h 6858000"/>
              <a:gd name="connsiteX466" fmla="*/ 3100264 w 7467600"/>
              <a:gd name="connsiteY466" fmla="*/ 4579845 h 6858000"/>
              <a:gd name="connsiteX467" fmla="*/ 2183576 w 7467600"/>
              <a:gd name="connsiteY467" fmla="*/ 4227150 h 6858000"/>
              <a:gd name="connsiteX468" fmla="*/ 2151029 w 7467600"/>
              <a:gd name="connsiteY468" fmla="*/ 4146947 h 6858000"/>
              <a:gd name="connsiteX469" fmla="*/ 3563434 w 7467600"/>
              <a:gd name="connsiteY469" fmla="*/ 4469115 h 6858000"/>
              <a:gd name="connsiteX470" fmla="*/ 3177952 w 7467600"/>
              <a:gd name="connsiteY470" fmla="*/ 3657386 h 6858000"/>
              <a:gd name="connsiteX471" fmla="*/ 3189263 w 7467600"/>
              <a:gd name="connsiteY471" fmla="*/ 3625726 h 6858000"/>
              <a:gd name="connsiteX472" fmla="*/ 3560912 w 7467600"/>
              <a:gd name="connsiteY472" fmla="*/ 4079863 h 6858000"/>
              <a:gd name="connsiteX473" fmla="*/ 3626636 w 7467600"/>
              <a:gd name="connsiteY473" fmla="*/ 4512230 h 6858000"/>
              <a:gd name="connsiteX474" fmla="*/ 3653088 w 7467600"/>
              <a:gd name="connsiteY474" fmla="*/ 4521417 h 6858000"/>
              <a:gd name="connsiteX475" fmla="*/ 3988128 w 7467600"/>
              <a:gd name="connsiteY475" fmla="*/ 4817267 h 6858000"/>
              <a:gd name="connsiteX476" fmla="*/ 4830582 w 7467600"/>
              <a:gd name="connsiteY476" fmla="*/ 4676000 h 6858000"/>
              <a:gd name="connsiteX477" fmla="*/ 4830100 w 7467600"/>
              <a:gd name="connsiteY477" fmla="*/ 4675554 h 6858000"/>
              <a:gd name="connsiteX478" fmla="*/ 4036318 w 7467600"/>
              <a:gd name="connsiteY478" fmla="*/ 4147013 h 6858000"/>
              <a:gd name="connsiteX479" fmla="*/ 3432098 w 7467600"/>
              <a:gd name="connsiteY479" fmla="*/ 3537312 h 6858000"/>
              <a:gd name="connsiteX480" fmla="*/ 3446761 w 7467600"/>
              <a:gd name="connsiteY480" fmla="*/ 3461278 h 6858000"/>
              <a:gd name="connsiteX481" fmla="*/ 4419733 w 7467600"/>
              <a:gd name="connsiteY481" fmla="*/ 3963555 h 6858000"/>
              <a:gd name="connsiteX482" fmla="*/ 4781371 w 7467600"/>
              <a:gd name="connsiteY482" fmla="*/ 4458604 h 6858000"/>
              <a:gd name="connsiteX483" fmla="*/ 4780440 w 7467600"/>
              <a:gd name="connsiteY483" fmla="*/ 4470290 h 6858000"/>
              <a:gd name="connsiteX484" fmla="*/ 4898954 w 7467600"/>
              <a:gd name="connsiteY484" fmla="*/ 4662092 h 6858000"/>
              <a:gd name="connsiteX485" fmla="*/ 4900699 w 7467600"/>
              <a:gd name="connsiteY485" fmla="*/ 4670867 h 6858000"/>
              <a:gd name="connsiteX486" fmla="*/ 5714511 w 7467600"/>
              <a:gd name="connsiteY486" fmla="*/ 4663483 h 6858000"/>
              <a:gd name="connsiteX487" fmla="*/ 5464793 w 7467600"/>
              <a:gd name="connsiteY487" fmla="*/ 4393556 h 6858000"/>
              <a:gd name="connsiteX488" fmla="*/ 5461897 w 7467600"/>
              <a:gd name="connsiteY488" fmla="*/ 4390879 h 6858000"/>
              <a:gd name="connsiteX489" fmla="*/ 4294126 w 7467600"/>
              <a:gd name="connsiteY489" fmla="*/ 3303048 h 6858000"/>
              <a:gd name="connsiteX490" fmla="*/ 4305321 w 7467600"/>
              <a:gd name="connsiteY490" fmla="*/ 3256953 h 6858000"/>
              <a:gd name="connsiteX491" fmla="*/ 4949299 w 7467600"/>
              <a:gd name="connsiteY491" fmla="*/ 3766336 h 6858000"/>
              <a:gd name="connsiteX492" fmla="*/ 5291452 w 7467600"/>
              <a:gd name="connsiteY492" fmla="*/ 4076801 h 6858000"/>
              <a:gd name="connsiteX493" fmla="*/ 5434998 w 7467600"/>
              <a:gd name="connsiteY493" fmla="*/ 4254100 h 6858000"/>
              <a:gd name="connsiteX494" fmla="*/ 5351015 w 7467600"/>
              <a:gd name="connsiteY494" fmla="*/ 3760989 h 6858000"/>
              <a:gd name="connsiteX495" fmla="*/ 5413780 w 7467600"/>
              <a:gd name="connsiteY495" fmla="*/ 2966265 h 6858000"/>
              <a:gd name="connsiteX496" fmla="*/ 5425627 w 7467600"/>
              <a:gd name="connsiteY496" fmla="*/ 2954192 h 6858000"/>
              <a:gd name="connsiteX497" fmla="*/ 6604735 w 7467600"/>
              <a:gd name="connsiteY497" fmla="*/ 2041381 h 6858000"/>
              <a:gd name="connsiteX498" fmla="*/ 7204487 w 7467600"/>
              <a:gd name="connsiteY498" fmla="*/ 2742112 h 6858000"/>
              <a:gd name="connsiteX499" fmla="*/ 7131592 w 7467600"/>
              <a:gd name="connsiteY499" fmla="*/ 2672096 h 6858000"/>
              <a:gd name="connsiteX500" fmla="*/ 6996344 w 7467600"/>
              <a:gd name="connsiteY500" fmla="*/ 2518310 h 6858000"/>
              <a:gd name="connsiteX501" fmla="*/ 6735495 w 7467600"/>
              <a:gd name="connsiteY501" fmla="*/ 2196890 h 6858000"/>
              <a:gd name="connsiteX502" fmla="*/ 6721901 w 7467600"/>
              <a:gd name="connsiteY502" fmla="*/ 2179274 h 6858000"/>
              <a:gd name="connsiteX503" fmla="*/ 6604735 w 7467600"/>
              <a:gd name="connsiteY503" fmla="*/ 2041381 h 6858000"/>
              <a:gd name="connsiteX504" fmla="*/ 6591670 w 7467600"/>
              <a:gd name="connsiteY504" fmla="*/ 1988277 h 6858000"/>
              <a:gd name="connsiteX505" fmla="*/ 6747349 w 7467600"/>
              <a:gd name="connsiteY505" fmla="*/ 2160069 h 6858000"/>
              <a:gd name="connsiteX506" fmla="*/ 6760943 w 7467600"/>
              <a:gd name="connsiteY506" fmla="*/ 2177686 h 6858000"/>
              <a:gd name="connsiteX507" fmla="*/ 7021065 w 7467600"/>
              <a:gd name="connsiteY507" fmla="*/ 2498102 h 6858000"/>
              <a:gd name="connsiteX508" fmla="*/ 7155223 w 7467600"/>
              <a:gd name="connsiteY508" fmla="*/ 2650386 h 6858000"/>
              <a:gd name="connsiteX509" fmla="*/ 7203167 w 7467600"/>
              <a:gd name="connsiteY509" fmla="*/ 2697288 h 6858000"/>
              <a:gd name="connsiteX510" fmla="*/ 6937703 w 7467600"/>
              <a:gd name="connsiteY510" fmla="*/ 2321981 h 6858000"/>
              <a:gd name="connsiteX511" fmla="*/ 6591670 w 7467600"/>
              <a:gd name="connsiteY511" fmla="*/ 1988277 h 6858000"/>
              <a:gd name="connsiteX512" fmla="*/ 5798671 w 7467600"/>
              <a:gd name="connsiteY512" fmla="*/ 1981601 h 6858000"/>
              <a:gd name="connsiteX513" fmla="*/ 5754709 w 7467600"/>
              <a:gd name="connsiteY513" fmla="*/ 2071454 h 6858000"/>
              <a:gd name="connsiteX514" fmla="*/ 5763044 w 7467600"/>
              <a:gd name="connsiteY514" fmla="*/ 2842206 h 6858000"/>
              <a:gd name="connsiteX515" fmla="*/ 5764974 w 7467600"/>
              <a:gd name="connsiteY515" fmla="*/ 2799609 h 6858000"/>
              <a:gd name="connsiteX516" fmla="*/ 5767665 w 7467600"/>
              <a:gd name="connsiteY516" fmla="*/ 2666409 h 6858000"/>
              <a:gd name="connsiteX517" fmla="*/ 5763055 w 7467600"/>
              <a:gd name="connsiteY517" fmla="*/ 2579705 h 6858000"/>
              <a:gd name="connsiteX518" fmla="*/ 5758079 w 7467600"/>
              <a:gd name="connsiteY518" fmla="*/ 2492508 h 6858000"/>
              <a:gd name="connsiteX519" fmla="*/ 5779325 w 7467600"/>
              <a:gd name="connsiteY519" fmla="*/ 2197069 h 6858000"/>
              <a:gd name="connsiteX520" fmla="*/ 5798671 w 7467600"/>
              <a:gd name="connsiteY520" fmla="*/ 1981601 h 6858000"/>
              <a:gd name="connsiteX521" fmla="*/ 5829202 w 7467600"/>
              <a:gd name="connsiteY521" fmla="*/ 1971679 h 6858000"/>
              <a:gd name="connsiteX522" fmla="*/ 5809558 w 7467600"/>
              <a:gd name="connsiteY522" fmla="*/ 2198043 h 6858000"/>
              <a:gd name="connsiteX523" fmla="*/ 5788653 w 7467600"/>
              <a:gd name="connsiteY523" fmla="*/ 2489430 h 6858000"/>
              <a:gd name="connsiteX524" fmla="*/ 5793439 w 7467600"/>
              <a:gd name="connsiteY524" fmla="*/ 2575235 h 6858000"/>
              <a:gd name="connsiteX525" fmla="*/ 5796837 w 7467600"/>
              <a:gd name="connsiteY525" fmla="*/ 2637633 h 6858000"/>
              <a:gd name="connsiteX526" fmla="*/ 5818614 w 7467600"/>
              <a:gd name="connsiteY526" fmla="*/ 2473055 h 6858000"/>
              <a:gd name="connsiteX527" fmla="*/ 5829202 w 7467600"/>
              <a:gd name="connsiteY527" fmla="*/ 1971679 h 6858000"/>
              <a:gd name="connsiteX528" fmla="*/ 5911389 w 7467600"/>
              <a:gd name="connsiteY528" fmla="*/ 1898371 h 6858000"/>
              <a:gd name="connsiteX529" fmla="*/ 6237627 w 7467600"/>
              <a:gd name="connsiteY529" fmla="*/ 2231921 h 6858000"/>
              <a:gd name="connsiteX530" fmla="*/ 5911389 w 7467600"/>
              <a:gd name="connsiteY530" fmla="*/ 1898371 h 6858000"/>
              <a:gd name="connsiteX531" fmla="*/ 6944437 w 7467600"/>
              <a:gd name="connsiteY531" fmla="*/ 1575402 h 6858000"/>
              <a:gd name="connsiteX532" fmla="*/ 6304730 w 7467600"/>
              <a:gd name="connsiteY532" fmla="*/ 1766654 h 6858000"/>
              <a:gd name="connsiteX533" fmla="*/ 6944437 w 7467600"/>
              <a:gd name="connsiteY533" fmla="*/ 1575402 h 6858000"/>
              <a:gd name="connsiteX534" fmla="*/ 7019523 w 7467600"/>
              <a:gd name="connsiteY534" fmla="*/ 1519450 h 6858000"/>
              <a:gd name="connsiteX535" fmla="*/ 6298091 w 7467600"/>
              <a:gd name="connsiteY535" fmla="*/ 1737122 h 6858000"/>
              <a:gd name="connsiteX536" fmla="*/ 7019523 w 7467600"/>
              <a:gd name="connsiteY536" fmla="*/ 1519450 h 6858000"/>
              <a:gd name="connsiteX537" fmla="*/ 2399523 w 7467600"/>
              <a:gd name="connsiteY537" fmla="*/ 1428234 h 6858000"/>
              <a:gd name="connsiteX538" fmla="*/ 2224982 w 7467600"/>
              <a:gd name="connsiteY538" fmla="*/ 1826201 h 6858000"/>
              <a:gd name="connsiteX539" fmla="*/ 2096099 w 7467600"/>
              <a:gd name="connsiteY539" fmla="*/ 2345900 h 6858000"/>
              <a:gd name="connsiteX540" fmla="*/ 2283317 w 7467600"/>
              <a:gd name="connsiteY540" fmla="*/ 1796925 h 6858000"/>
              <a:gd name="connsiteX541" fmla="*/ 2399523 w 7467600"/>
              <a:gd name="connsiteY541" fmla="*/ 1428234 h 6858000"/>
              <a:gd name="connsiteX542" fmla="*/ 2448558 w 7467600"/>
              <a:gd name="connsiteY542" fmla="*/ 1373435 h 6858000"/>
              <a:gd name="connsiteX543" fmla="*/ 2312521 w 7467600"/>
              <a:gd name="connsiteY543" fmla="*/ 1806140 h 6858000"/>
              <a:gd name="connsiteX544" fmla="*/ 2127533 w 7467600"/>
              <a:gd name="connsiteY544" fmla="*/ 2348380 h 6858000"/>
              <a:gd name="connsiteX545" fmla="*/ 2358080 w 7467600"/>
              <a:gd name="connsiteY545" fmla="*/ 1866134 h 6858000"/>
              <a:gd name="connsiteX546" fmla="*/ 2407436 w 7467600"/>
              <a:gd name="connsiteY546" fmla="*/ 1651070 h 6858000"/>
              <a:gd name="connsiteX547" fmla="*/ 2448558 w 7467600"/>
              <a:gd name="connsiteY547" fmla="*/ 1373435 h 6858000"/>
              <a:gd name="connsiteX548" fmla="*/ 278707 w 7467600"/>
              <a:gd name="connsiteY548" fmla="*/ 1352270 h 6858000"/>
              <a:gd name="connsiteX549" fmla="*/ 321570 w 7467600"/>
              <a:gd name="connsiteY549" fmla="*/ 1861610 h 6858000"/>
              <a:gd name="connsiteX550" fmla="*/ 294281 w 7467600"/>
              <a:gd name="connsiteY550" fmla="*/ 1440658 h 6858000"/>
              <a:gd name="connsiteX551" fmla="*/ 278707 w 7467600"/>
              <a:gd name="connsiteY551" fmla="*/ 1352270 h 6858000"/>
              <a:gd name="connsiteX552" fmla="*/ 1423821 w 7467600"/>
              <a:gd name="connsiteY552" fmla="*/ 1351958 h 6858000"/>
              <a:gd name="connsiteX553" fmla="*/ 1638521 w 7467600"/>
              <a:gd name="connsiteY553" fmla="*/ 1908470 h 6858000"/>
              <a:gd name="connsiteX554" fmla="*/ 1754199 w 7467600"/>
              <a:gd name="connsiteY554" fmla="*/ 2149284 h 6858000"/>
              <a:gd name="connsiteX555" fmla="*/ 1908359 w 7467600"/>
              <a:gd name="connsiteY555" fmla="*/ 2364988 h 6858000"/>
              <a:gd name="connsiteX556" fmla="*/ 1647661 w 7467600"/>
              <a:gd name="connsiteY556" fmla="*/ 1825945 h 6858000"/>
              <a:gd name="connsiteX557" fmla="*/ 1423821 w 7467600"/>
              <a:gd name="connsiteY557" fmla="*/ 1351958 h 6858000"/>
              <a:gd name="connsiteX558" fmla="*/ 1431890 w 7467600"/>
              <a:gd name="connsiteY558" fmla="*/ 1306475 h 6858000"/>
              <a:gd name="connsiteX559" fmla="*/ 1507597 w 7467600"/>
              <a:gd name="connsiteY559" fmla="*/ 1446132 h 6858000"/>
              <a:gd name="connsiteX560" fmla="*/ 1674586 w 7467600"/>
              <a:gd name="connsiteY560" fmla="*/ 1813832 h 6858000"/>
              <a:gd name="connsiteX561" fmla="*/ 1815950 w 7467600"/>
              <a:gd name="connsiteY561" fmla="*/ 2128564 h 6858000"/>
              <a:gd name="connsiteX562" fmla="*/ 1984242 w 7467600"/>
              <a:gd name="connsiteY562" fmla="*/ 2430829 h 6858000"/>
              <a:gd name="connsiteX563" fmla="*/ 2014023 w 7467600"/>
              <a:gd name="connsiteY563" fmla="*/ 2450995 h 6858000"/>
              <a:gd name="connsiteX564" fmla="*/ 1747337 w 7467600"/>
              <a:gd name="connsiteY564" fmla="*/ 1855264 h 6858000"/>
              <a:gd name="connsiteX565" fmla="*/ 1533749 w 7467600"/>
              <a:gd name="connsiteY565" fmla="*/ 1478656 h 6858000"/>
              <a:gd name="connsiteX566" fmla="*/ 1431890 w 7467600"/>
              <a:gd name="connsiteY566" fmla="*/ 1306475 h 6858000"/>
              <a:gd name="connsiteX567" fmla="*/ 5052692 w 7467600"/>
              <a:gd name="connsiteY567" fmla="*/ 1292994 h 6858000"/>
              <a:gd name="connsiteX568" fmla="*/ 5200661 w 7467600"/>
              <a:gd name="connsiteY568" fmla="*/ 1635186 h 6858000"/>
              <a:gd name="connsiteX569" fmla="*/ 5297138 w 7467600"/>
              <a:gd name="connsiteY569" fmla="*/ 1906351 h 6858000"/>
              <a:gd name="connsiteX570" fmla="*/ 5052692 w 7467600"/>
              <a:gd name="connsiteY570" fmla="*/ 1292994 h 6858000"/>
              <a:gd name="connsiteX571" fmla="*/ 5009948 w 7467600"/>
              <a:gd name="connsiteY571" fmla="*/ 1273619 h 6858000"/>
              <a:gd name="connsiteX572" fmla="*/ 5121777 w 7467600"/>
              <a:gd name="connsiteY572" fmla="*/ 1654213 h 6858000"/>
              <a:gd name="connsiteX573" fmla="*/ 5293545 w 7467600"/>
              <a:gd name="connsiteY573" fmla="*/ 2072247 h 6858000"/>
              <a:gd name="connsiteX574" fmla="*/ 5294042 w 7467600"/>
              <a:gd name="connsiteY574" fmla="*/ 2065019 h 6858000"/>
              <a:gd name="connsiteX575" fmla="*/ 5171936 w 7467600"/>
              <a:gd name="connsiteY575" fmla="*/ 1647613 h 6858000"/>
              <a:gd name="connsiteX576" fmla="*/ 5009948 w 7467600"/>
              <a:gd name="connsiteY576" fmla="*/ 1273619 h 6858000"/>
              <a:gd name="connsiteX577" fmla="*/ 655236 w 7467600"/>
              <a:gd name="connsiteY577" fmla="*/ 1268632 h 6858000"/>
              <a:gd name="connsiteX578" fmla="*/ 839521 w 7467600"/>
              <a:gd name="connsiteY578" fmla="*/ 1685315 h 6858000"/>
              <a:gd name="connsiteX579" fmla="*/ 1109416 w 7467600"/>
              <a:gd name="connsiteY579" fmla="*/ 2061663 h 6858000"/>
              <a:gd name="connsiteX580" fmla="*/ 1298300 w 7467600"/>
              <a:gd name="connsiteY580" fmla="*/ 2247742 h 6858000"/>
              <a:gd name="connsiteX581" fmla="*/ 1125871 w 7467600"/>
              <a:gd name="connsiteY581" fmla="*/ 1989513 h 6858000"/>
              <a:gd name="connsiteX582" fmla="*/ 981574 w 7467600"/>
              <a:gd name="connsiteY582" fmla="*/ 1783157 h 6858000"/>
              <a:gd name="connsiteX583" fmla="*/ 922198 w 7467600"/>
              <a:gd name="connsiteY583" fmla="*/ 1677437 h 6858000"/>
              <a:gd name="connsiteX584" fmla="*/ 869293 w 7467600"/>
              <a:gd name="connsiteY584" fmla="*/ 1583214 h 6858000"/>
              <a:gd name="connsiteX585" fmla="*/ 751431 w 7467600"/>
              <a:gd name="connsiteY585" fmla="*/ 1405731 h 6858000"/>
              <a:gd name="connsiteX586" fmla="*/ 655236 w 7467600"/>
              <a:gd name="connsiteY586" fmla="*/ 1268632 h 6858000"/>
              <a:gd name="connsiteX587" fmla="*/ 6516292 w 7467600"/>
              <a:gd name="connsiteY587" fmla="*/ 1263064 h 6858000"/>
              <a:gd name="connsiteX588" fmla="*/ 5736320 w 7467600"/>
              <a:gd name="connsiteY588" fmla="*/ 1501803 h 6858000"/>
              <a:gd name="connsiteX589" fmla="*/ 6516292 w 7467600"/>
              <a:gd name="connsiteY589" fmla="*/ 1263064 h 6858000"/>
              <a:gd name="connsiteX590" fmla="*/ 291466 w 7467600"/>
              <a:gd name="connsiteY590" fmla="*/ 1250369 h 6858000"/>
              <a:gd name="connsiteX591" fmla="*/ 323180 w 7467600"/>
              <a:gd name="connsiteY591" fmla="*/ 1435283 h 6858000"/>
              <a:gd name="connsiteX592" fmla="*/ 349381 w 7467600"/>
              <a:gd name="connsiteY592" fmla="*/ 1875041 h 6858000"/>
              <a:gd name="connsiteX593" fmla="*/ 374363 w 7467600"/>
              <a:gd name="connsiteY593" fmla="*/ 1506494 h 6858000"/>
              <a:gd name="connsiteX594" fmla="*/ 302168 w 7467600"/>
              <a:gd name="connsiteY594" fmla="*/ 1274495 h 6858000"/>
              <a:gd name="connsiteX595" fmla="*/ 291466 w 7467600"/>
              <a:gd name="connsiteY595" fmla="*/ 1250369 h 6858000"/>
              <a:gd name="connsiteX596" fmla="*/ 678222 w 7467600"/>
              <a:gd name="connsiteY596" fmla="*/ 1248670 h 6858000"/>
              <a:gd name="connsiteX597" fmla="*/ 775536 w 7467600"/>
              <a:gd name="connsiteY597" fmla="*/ 1388015 h 6858000"/>
              <a:gd name="connsiteX598" fmla="*/ 894529 w 7467600"/>
              <a:gd name="connsiteY598" fmla="*/ 1567739 h 6858000"/>
              <a:gd name="connsiteX599" fmla="*/ 948000 w 7467600"/>
              <a:gd name="connsiteY599" fmla="*/ 1663088 h 6858000"/>
              <a:gd name="connsiteX600" fmla="*/ 1006812 w 7467600"/>
              <a:gd name="connsiteY600" fmla="*/ 1767683 h 6858000"/>
              <a:gd name="connsiteX601" fmla="*/ 1149133 w 7467600"/>
              <a:gd name="connsiteY601" fmla="*/ 1971513 h 6858000"/>
              <a:gd name="connsiteX602" fmla="*/ 1333952 w 7467600"/>
              <a:gd name="connsiteY602" fmla="*/ 2251620 h 6858000"/>
              <a:gd name="connsiteX603" fmla="*/ 1337329 w 7467600"/>
              <a:gd name="connsiteY603" fmla="*/ 2258350 h 6858000"/>
              <a:gd name="connsiteX604" fmla="*/ 1014726 w 7467600"/>
              <a:gd name="connsiteY604" fmla="*/ 1615556 h 6858000"/>
              <a:gd name="connsiteX605" fmla="*/ 678222 w 7467600"/>
              <a:gd name="connsiteY605" fmla="*/ 1248670 h 6858000"/>
              <a:gd name="connsiteX606" fmla="*/ 6691602 w 7467600"/>
              <a:gd name="connsiteY606" fmla="*/ 1140573 h 6858000"/>
              <a:gd name="connsiteX607" fmla="*/ 6571100 w 7467600"/>
              <a:gd name="connsiteY607" fmla="*/ 1183662 h 6858000"/>
              <a:gd name="connsiteX608" fmla="*/ 6241687 w 7467600"/>
              <a:gd name="connsiteY608" fmla="*/ 1257600 h 6858000"/>
              <a:gd name="connsiteX609" fmla="*/ 5693009 w 7467600"/>
              <a:gd name="connsiteY609" fmla="*/ 1478256 h 6858000"/>
              <a:gd name="connsiteX610" fmla="*/ 6548420 w 7467600"/>
              <a:gd name="connsiteY610" fmla="*/ 1214599 h 6858000"/>
              <a:gd name="connsiteX611" fmla="*/ 6605473 w 7467600"/>
              <a:gd name="connsiteY611" fmla="*/ 1184686 h 6858000"/>
              <a:gd name="connsiteX612" fmla="*/ 6691602 w 7467600"/>
              <a:gd name="connsiteY612" fmla="*/ 1140573 h 6858000"/>
              <a:gd name="connsiteX613" fmla="*/ 4002475 w 7467600"/>
              <a:gd name="connsiteY613" fmla="*/ 1037802 h 6858000"/>
              <a:gd name="connsiteX614" fmla="*/ 4000324 w 7467600"/>
              <a:gd name="connsiteY614" fmla="*/ 1039362 h 6858000"/>
              <a:gd name="connsiteX615" fmla="*/ 4002862 w 7467600"/>
              <a:gd name="connsiteY615" fmla="*/ 1042866 h 6858000"/>
              <a:gd name="connsiteX616" fmla="*/ 4002475 w 7467600"/>
              <a:gd name="connsiteY616" fmla="*/ 1037802 h 6858000"/>
              <a:gd name="connsiteX617" fmla="*/ 506322 w 7467600"/>
              <a:gd name="connsiteY617" fmla="*/ 1020997 h 6858000"/>
              <a:gd name="connsiteX618" fmla="*/ 533068 w 7467600"/>
              <a:gd name="connsiteY618" fmla="*/ 1029409 h 6858000"/>
              <a:gd name="connsiteX619" fmla="*/ 1232525 w 7467600"/>
              <a:gd name="connsiteY619" fmla="*/ 1804675 h 6858000"/>
              <a:gd name="connsiteX620" fmla="*/ 1388858 w 7467600"/>
              <a:gd name="connsiteY620" fmla="*/ 2368011 h 6858000"/>
              <a:gd name="connsiteX621" fmla="*/ 1384098 w 7467600"/>
              <a:gd name="connsiteY621" fmla="*/ 2378125 h 6858000"/>
              <a:gd name="connsiteX622" fmla="*/ 1425393 w 7467600"/>
              <a:gd name="connsiteY622" fmla="*/ 2589124 h 6858000"/>
              <a:gd name="connsiteX623" fmla="*/ 1424001 w 7467600"/>
              <a:gd name="connsiteY623" fmla="*/ 2597541 h 6858000"/>
              <a:gd name="connsiteX624" fmla="*/ 2152729 w 7467600"/>
              <a:gd name="connsiteY624" fmla="*/ 2864487 h 6858000"/>
              <a:gd name="connsiteX625" fmla="*/ 2020609 w 7467600"/>
              <a:gd name="connsiteY625" fmla="*/ 2539671 h 6858000"/>
              <a:gd name="connsiteX626" fmla="*/ 2018920 w 7467600"/>
              <a:gd name="connsiteY626" fmla="*/ 2536309 h 6858000"/>
              <a:gd name="connsiteX627" fmla="*/ 1342441 w 7467600"/>
              <a:gd name="connsiteY627" fmla="*/ 1173017 h 6858000"/>
              <a:gd name="connsiteX628" fmla="*/ 1367925 w 7467600"/>
              <a:gd name="connsiteY628" fmla="*/ 1135648 h 6858000"/>
              <a:gd name="connsiteX629" fmla="*/ 1771401 w 7467600"/>
              <a:gd name="connsiteY629" fmla="*/ 1806673 h 6858000"/>
              <a:gd name="connsiteX630" fmla="*/ 1972385 w 7467600"/>
              <a:gd name="connsiteY630" fmla="*/ 2198735 h 6858000"/>
              <a:gd name="connsiteX631" fmla="*/ 2040892 w 7467600"/>
              <a:gd name="connsiteY631" fmla="*/ 2405205 h 6858000"/>
              <a:gd name="connsiteX632" fmla="*/ 2131689 w 7467600"/>
              <a:gd name="connsiteY632" fmla="*/ 1936926 h 6858000"/>
              <a:gd name="connsiteX633" fmla="*/ 2454820 w 7467600"/>
              <a:gd name="connsiteY633" fmla="*/ 1248808 h 6858000"/>
              <a:gd name="connsiteX634" fmla="*/ 2492512 w 7467600"/>
              <a:gd name="connsiteY634" fmla="*/ 1302920 h 6858000"/>
              <a:gd name="connsiteX635" fmla="*/ 2081216 w 7467600"/>
              <a:gd name="connsiteY635" fmla="*/ 2527513 h 6858000"/>
              <a:gd name="connsiteX636" fmla="*/ 2081211 w 7467600"/>
              <a:gd name="connsiteY636" fmla="*/ 2528916 h 6858000"/>
              <a:gd name="connsiteX637" fmla="*/ 2199067 w 7467600"/>
              <a:gd name="connsiteY637" fmla="*/ 2884061 h 6858000"/>
              <a:gd name="connsiteX638" fmla="*/ 3192586 w 7467600"/>
              <a:gd name="connsiteY638" fmla="*/ 3411496 h 6858000"/>
              <a:gd name="connsiteX639" fmla="*/ 3182620 w 7467600"/>
              <a:gd name="connsiteY639" fmla="*/ 3483279 h 6858000"/>
              <a:gd name="connsiteX640" fmla="*/ 2435119 w 7467600"/>
              <a:gd name="connsiteY640" fmla="*/ 3080173 h 6858000"/>
              <a:gd name="connsiteX641" fmla="*/ 2410152 w 7467600"/>
              <a:gd name="connsiteY641" fmla="*/ 3063751 h 6858000"/>
              <a:gd name="connsiteX642" fmla="*/ 2408099 w 7467600"/>
              <a:gd name="connsiteY642" fmla="*/ 3064403 h 6858000"/>
              <a:gd name="connsiteX643" fmla="*/ 2407218 w 7467600"/>
              <a:gd name="connsiteY643" fmla="*/ 3070324 h 6858000"/>
              <a:gd name="connsiteX644" fmla="*/ 2380138 w 7467600"/>
              <a:gd name="connsiteY644" fmla="*/ 3099341 h 6858000"/>
              <a:gd name="connsiteX645" fmla="*/ 1765923 w 7467600"/>
              <a:gd name="connsiteY645" fmla="*/ 3581043 h 6858000"/>
              <a:gd name="connsiteX646" fmla="*/ 1702258 w 7467600"/>
              <a:gd name="connsiteY646" fmla="*/ 3612286 h 6858000"/>
              <a:gd name="connsiteX647" fmla="*/ 1538370 w 7467600"/>
              <a:gd name="connsiteY647" fmla="*/ 3811804 h 6858000"/>
              <a:gd name="connsiteX648" fmla="*/ 542867 w 7467600"/>
              <a:gd name="connsiteY648" fmla="*/ 4944092 h 6858000"/>
              <a:gd name="connsiteX649" fmla="*/ 515800 w 7467600"/>
              <a:gd name="connsiteY649" fmla="*/ 4862180 h 6858000"/>
              <a:gd name="connsiteX650" fmla="*/ 909145 w 7467600"/>
              <a:gd name="connsiteY650" fmla="*/ 4199225 h 6858000"/>
              <a:gd name="connsiteX651" fmla="*/ 1214067 w 7467600"/>
              <a:gd name="connsiteY651" fmla="*/ 3908561 h 6858000"/>
              <a:gd name="connsiteX652" fmla="*/ 640967 w 7467600"/>
              <a:gd name="connsiteY652" fmla="*/ 4105601 h 6858000"/>
              <a:gd name="connsiteX653" fmla="*/ 112563 w 7467600"/>
              <a:gd name="connsiteY653" fmla="*/ 4396952 h 6858000"/>
              <a:gd name="connsiteX654" fmla="*/ 0 w 7467600"/>
              <a:gd name="connsiteY654" fmla="*/ 4466006 h 6858000"/>
              <a:gd name="connsiteX655" fmla="*/ 0 w 7467600"/>
              <a:gd name="connsiteY655" fmla="*/ 4233763 h 6858000"/>
              <a:gd name="connsiteX656" fmla="*/ 36881 w 7467600"/>
              <a:gd name="connsiteY656" fmla="*/ 4200118 h 6858000"/>
              <a:gd name="connsiteX657" fmla="*/ 910534 w 7467600"/>
              <a:gd name="connsiteY657" fmla="*/ 3629753 h 6858000"/>
              <a:gd name="connsiteX658" fmla="*/ 1578717 w 7467600"/>
              <a:gd name="connsiteY658" fmla="*/ 3575982 h 6858000"/>
              <a:gd name="connsiteX659" fmla="*/ 2338780 w 7467600"/>
              <a:gd name="connsiteY659" fmla="*/ 3033725 h 6858000"/>
              <a:gd name="connsiteX660" fmla="*/ 1807991 w 7467600"/>
              <a:gd name="connsiteY660" fmla="*/ 2807184 h 6858000"/>
              <a:gd name="connsiteX661" fmla="*/ 1416358 w 7467600"/>
              <a:gd name="connsiteY661" fmla="*/ 3112571 h 6858000"/>
              <a:gd name="connsiteX662" fmla="*/ 939066 w 7467600"/>
              <a:gd name="connsiteY662" fmla="*/ 3378798 h 6858000"/>
              <a:gd name="connsiteX663" fmla="*/ 115099 w 7467600"/>
              <a:gd name="connsiteY663" fmla="*/ 3607650 h 6858000"/>
              <a:gd name="connsiteX664" fmla="*/ 97284 w 7467600"/>
              <a:gd name="connsiteY664" fmla="*/ 3520393 h 6858000"/>
              <a:gd name="connsiteX665" fmla="*/ 922050 w 7467600"/>
              <a:gd name="connsiteY665" fmla="*/ 3074867 h 6858000"/>
              <a:gd name="connsiteX666" fmla="*/ 1405265 w 7467600"/>
              <a:gd name="connsiteY666" fmla="*/ 3016319 h 6858000"/>
              <a:gd name="connsiteX667" fmla="*/ 1407512 w 7467600"/>
              <a:gd name="connsiteY667" fmla="*/ 3018001 h 6858000"/>
              <a:gd name="connsiteX668" fmla="*/ 1726266 w 7467600"/>
              <a:gd name="connsiteY668" fmla="*/ 2777274 h 6858000"/>
              <a:gd name="connsiteX669" fmla="*/ 625390 w 7467600"/>
              <a:gd name="connsiteY669" fmla="*/ 2514541 h 6858000"/>
              <a:gd name="connsiteX670" fmla="*/ 619799 w 7467600"/>
              <a:gd name="connsiteY670" fmla="*/ 2527180 h 6858000"/>
              <a:gd name="connsiteX671" fmla="*/ 310030 w 7467600"/>
              <a:gd name="connsiteY671" fmla="*/ 2771818 h 6858000"/>
              <a:gd name="connsiteX672" fmla="*/ 173877 w 7467600"/>
              <a:gd name="connsiteY672" fmla="*/ 2937056 h 6858000"/>
              <a:gd name="connsiteX673" fmla="*/ 77889 w 7467600"/>
              <a:gd name="connsiteY673" fmla="*/ 3138440 h 6858000"/>
              <a:gd name="connsiteX674" fmla="*/ 0 w 7467600"/>
              <a:gd name="connsiteY674" fmla="*/ 3271395 h 6858000"/>
              <a:gd name="connsiteX675" fmla="*/ 0 w 7467600"/>
              <a:gd name="connsiteY675" fmla="*/ 3153002 h 6858000"/>
              <a:gd name="connsiteX676" fmla="*/ 2386 w 7467600"/>
              <a:gd name="connsiteY676" fmla="*/ 3149203 h 6858000"/>
              <a:gd name="connsiteX677" fmla="*/ 89753 w 7467600"/>
              <a:gd name="connsiteY677" fmla="*/ 2987702 h 6858000"/>
              <a:gd name="connsiteX678" fmla="*/ 76869 w 7467600"/>
              <a:gd name="connsiteY678" fmla="*/ 3005404 h 6858000"/>
              <a:gd name="connsiteX679" fmla="*/ 32049 w 7467600"/>
              <a:gd name="connsiteY679" fmla="*/ 3065814 h 6858000"/>
              <a:gd name="connsiteX680" fmla="*/ 0 w 7467600"/>
              <a:gd name="connsiteY680" fmla="*/ 3108744 h 6858000"/>
              <a:gd name="connsiteX681" fmla="*/ 0 w 7467600"/>
              <a:gd name="connsiteY681" fmla="*/ 3058059 h 6858000"/>
              <a:gd name="connsiteX682" fmla="*/ 7610 w 7467600"/>
              <a:gd name="connsiteY682" fmla="*/ 3047889 h 6858000"/>
              <a:gd name="connsiteX683" fmla="*/ 52419 w 7467600"/>
              <a:gd name="connsiteY683" fmla="*/ 2987479 h 6858000"/>
              <a:gd name="connsiteX684" fmla="*/ 59142 w 7467600"/>
              <a:gd name="connsiteY684" fmla="*/ 2978488 h 6858000"/>
              <a:gd name="connsiteX685" fmla="*/ 0 w 7467600"/>
              <a:gd name="connsiteY685" fmla="*/ 3015334 h 6858000"/>
              <a:gd name="connsiteX686" fmla="*/ 0 w 7467600"/>
              <a:gd name="connsiteY686" fmla="*/ 2914286 h 6858000"/>
              <a:gd name="connsiteX687" fmla="*/ 36383 w 7467600"/>
              <a:gd name="connsiteY687" fmla="*/ 2901128 h 6858000"/>
              <a:gd name="connsiteX688" fmla="*/ 156329 w 7467600"/>
              <a:gd name="connsiteY688" fmla="*/ 2840533 h 6858000"/>
              <a:gd name="connsiteX689" fmla="*/ 358355 w 7467600"/>
              <a:gd name="connsiteY689" fmla="*/ 2620471 h 6858000"/>
              <a:gd name="connsiteX690" fmla="*/ 510577 w 7467600"/>
              <a:gd name="connsiteY690" fmla="*/ 2501244 h 6858000"/>
              <a:gd name="connsiteX691" fmla="*/ 211967 w 7467600"/>
              <a:gd name="connsiteY691" fmla="*/ 2479171 h 6858000"/>
              <a:gd name="connsiteX692" fmla="*/ 0 w 7467600"/>
              <a:gd name="connsiteY692" fmla="*/ 2476398 h 6858000"/>
              <a:gd name="connsiteX693" fmla="*/ 0 w 7467600"/>
              <a:gd name="connsiteY693" fmla="*/ 2389189 h 6858000"/>
              <a:gd name="connsiteX694" fmla="*/ 103062 w 7467600"/>
              <a:gd name="connsiteY694" fmla="*/ 2389518 h 6858000"/>
              <a:gd name="connsiteX695" fmla="*/ 510734 w 7467600"/>
              <a:gd name="connsiteY695" fmla="*/ 2416201 h 6858000"/>
              <a:gd name="connsiteX696" fmla="*/ 279257 w 7467600"/>
              <a:gd name="connsiteY696" fmla="*/ 2092102 h 6858000"/>
              <a:gd name="connsiteX697" fmla="*/ 65265 w 7467600"/>
              <a:gd name="connsiteY697" fmla="*/ 2006049 h 6858000"/>
              <a:gd name="connsiteX698" fmla="*/ 0 w 7467600"/>
              <a:gd name="connsiteY698" fmla="*/ 1982532 h 6858000"/>
              <a:gd name="connsiteX699" fmla="*/ 0 w 7467600"/>
              <a:gd name="connsiteY699" fmla="*/ 1912789 h 6858000"/>
              <a:gd name="connsiteX700" fmla="*/ 97460 w 7467600"/>
              <a:gd name="connsiteY700" fmla="*/ 1953725 h 6858000"/>
              <a:gd name="connsiteX701" fmla="*/ 221272 w 7467600"/>
              <a:gd name="connsiteY701" fmla="*/ 1980766 h 6858000"/>
              <a:gd name="connsiteX702" fmla="*/ 116765 w 7467600"/>
              <a:gd name="connsiteY702" fmla="*/ 1911033 h 6858000"/>
              <a:gd name="connsiteX703" fmla="*/ 16405 w 7467600"/>
              <a:gd name="connsiteY703" fmla="*/ 1803412 h 6858000"/>
              <a:gd name="connsiteX704" fmla="*/ 0 w 7467600"/>
              <a:gd name="connsiteY704" fmla="*/ 1784777 h 6858000"/>
              <a:gd name="connsiteX705" fmla="*/ 0 w 7467600"/>
              <a:gd name="connsiteY705" fmla="*/ 1740082 h 6858000"/>
              <a:gd name="connsiteX706" fmla="*/ 39394 w 7467600"/>
              <a:gd name="connsiteY706" fmla="*/ 1784856 h 6858000"/>
              <a:gd name="connsiteX707" fmla="*/ 135813 w 7467600"/>
              <a:gd name="connsiteY707" fmla="*/ 1888838 h 6858000"/>
              <a:gd name="connsiteX708" fmla="*/ 242575 w 7467600"/>
              <a:gd name="connsiteY708" fmla="*/ 1958841 h 6858000"/>
              <a:gd name="connsiteX709" fmla="*/ 82197 w 7467600"/>
              <a:gd name="connsiteY709" fmla="*/ 1754826 h 6858000"/>
              <a:gd name="connsiteX710" fmla="*/ 0 w 7467600"/>
              <a:gd name="connsiteY710" fmla="*/ 1679650 h 6858000"/>
              <a:gd name="connsiteX711" fmla="*/ 0 w 7467600"/>
              <a:gd name="connsiteY711" fmla="*/ 1602463 h 6858000"/>
              <a:gd name="connsiteX712" fmla="*/ 84689 w 7467600"/>
              <a:gd name="connsiteY712" fmla="*/ 1677442 h 6858000"/>
              <a:gd name="connsiteX713" fmla="*/ 298437 w 7467600"/>
              <a:gd name="connsiteY713" fmla="*/ 1968019 h 6858000"/>
              <a:gd name="connsiteX714" fmla="*/ 227269 w 7467600"/>
              <a:gd name="connsiteY714" fmla="*/ 1114064 h 6858000"/>
              <a:gd name="connsiteX715" fmla="*/ 248003 w 7467600"/>
              <a:gd name="connsiteY715" fmla="*/ 1089613 h 6858000"/>
              <a:gd name="connsiteX716" fmla="*/ 427020 w 7467600"/>
              <a:gd name="connsiteY716" fmla="*/ 1619803 h 6858000"/>
              <a:gd name="connsiteX717" fmla="*/ 340345 w 7467600"/>
              <a:gd name="connsiteY717" fmla="*/ 2027739 h 6858000"/>
              <a:gd name="connsiteX718" fmla="*/ 360865 w 7467600"/>
              <a:gd name="connsiteY718" fmla="*/ 2044827 h 6858000"/>
              <a:gd name="connsiteX719" fmla="*/ 560414 w 7467600"/>
              <a:gd name="connsiteY719" fmla="*/ 2421457 h 6858000"/>
              <a:gd name="connsiteX720" fmla="*/ 1359703 w 7467600"/>
              <a:gd name="connsiteY720" fmla="*/ 2578554 h 6858000"/>
              <a:gd name="connsiteX721" fmla="*/ 1359422 w 7467600"/>
              <a:gd name="connsiteY721" fmla="*/ 2577994 h 6858000"/>
              <a:gd name="connsiteX722" fmla="*/ 828701 w 7467600"/>
              <a:gd name="connsiteY722" fmla="*/ 1839520 h 6858000"/>
              <a:gd name="connsiteX723" fmla="*/ 494427 w 7467600"/>
              <a:gd name="connsiteY723" fmla="*/ 1092333 h 6858000"/>
              <a:gd name="connsiteX724" fmla="*/ 506322 w 7467600"/>
              <a:gd name="connsiteY724" fmla="*/ 1020997 h 6858000"/>
              <a:gd name="connsiteX725" fmla="*/ 4570198 w 7467600"/>
              <a:gd name="connsiteY725" fmla="*/ 978081 h 6858000"/>
              <a:gd name="connsiteX726" fmla="*/ 4523691 w 7467600"/>
              <a:gd name="connsiteY726" fmla="*/ 1127776 h 6858000"/>
              <a:gd name="connsiteX727" fmla="*/ 4509875 w 7467600"/>
              <a:gd name="connsiteY727" fmla="*/ 1167552 h 6858000"/>
              <a:gd name="connsiteX728" fmla="*/ 4478168 w 7467600"/>
              <a:gd name="connsiteY728" fmla="*/ 1260735 h 6858000"/>
              <a:gd name="connsiteX729" fmla="*/ 4409309 w 7467600"/>
              <a:gd name="connsiteY729" fmla="*/ 1666996 h 6858000"/>
              <a:gd name="connsiteX730" fmla="*/ 4370031 w 7467600"/>
              <a:gd name="connsiteY730" fmla="*/ 1955666 h 6858000"/>
              <a:gd name="connsiteX731" fmla="*/ 4570198 w 7467600"/>
              <a:gd name="connsiteY731" fmla="*/ 978081 h 6858000"/>
              <a:gd name="connsiteX732" fmla="*/ 4557898 w 7467600"/>
              <a:gd name="connsiteY732" fmla="*/ 900011 h 6858000"/>
              <a:gd name="connsiteX733" fmla="*/ 4344840 w 7467600"/>
              <a:gd name="connsiteY733" fmla="*/ 1922038 h 6858000"/>
              <a:gd name="connsiteX734" fmla="*/ 4378710 w 7467600"/>
              <a:gd name="connsiteY734" fmla="*/ 1665516 h 6858000"/>
              <a:gd name="connsiteX735" fmla="*/ 4448798 w 7467600"/>
              <a:gd name="connsiteY735" fmla="*/ 1253024 h 6858000"/>
              <a:gd name="connsiteX736" fmla="*/ 4480315 w 7467600"/>
              <a:gd name="connsiteY736" fmla="*/ 1158454 h 6858000"/>
              <a:gd name="connsiteX737" fmla="*/ 4494133 w 7467600"/>
              <a:gd name="connsiteY737" fmla="*/ 1118676 h 6858000"/>
              <a:gd name="connsiteX738" fmla="*/ 4557898 w 7467600"/>
              <a:gd name="connsiteY738" fmla="*/ 900011 h 6858000"/>
              <a:gd name="connsiteX739" fmla="*/ 5870151 w 7467600"/>
              <a:gd name="connsiteY739" fmla="*/ 898890 h 6858000"/>
              <a:gd name="connsiteX740" fmla="*/ 5861335 w 7467600"/>
              <a:gd name="connsiteY740" fmla="*/ 899177 h 6858000"/>
              <a:gd name="connsiteX741" fmla="*/ 5843702 w 7467600"/>
              <a:gd name="connsiteY741" fmla="*/ 899748 h 6858000"/>
              <a:gd name="connsiteX742" fmla="*/ 5651107 w 7467600"/>
              <a:gd name="connsiteY742" fmla="*/ 920306 h 6858000"/>
              <a:gd name="connsiteX743" fmla="*/ 5459407 w 7467600"/>
              <a:gd name="connsiteY743" fmla="*/ 940975 h 6858000"/>
              <a:gd name="connsiteX744" fmla="*/ 5374846 w 7467600"/>
              <a:gd name="connsiteY744" fmla="*/ 941988 h 6858000"/>
              <a:gd name="connsiteX745" fmla="*/ 5256105 w 7467600"/>
              <a:gd name="connsiteY745" fmla="*/ 945632 h 6858000"/>
              <a:gd name="connsiteX746" fmla="*/ 5107071 w 7467600"/>
              <a:gd name="connsiteY746" fmla="*/ 969720 h 6858000"/>
              <a:gd name="connsiteX747" fmla="*/ 4998681 w 7467600"/>
              <a:gd name="connsiteY747" fmla="*/ 988771 h 6858000"/>
              <a:gd name="connsiteX748" fmla="*/ 5870151 w 7467600"/>
              <a:gd name="connsiteY748" fmla="*/ 898890 h 6858000"/>
              <a:gd name="connsiteX749" fmla="*/ 5504425 w 7467600"/>
              <a:gd name="connsiteY749" fmla="*/ 848067 h 6858000"/>
              <a:gd name="connsiteX750" fmla="*/ 4968849 w 7467600"/>
              <a:gd name="connsiteY750" fmla="*/ 962318 h 6858000"/>
              <a:gd name="connsiteX751" fmla="*/ 5104039 w 7467600"/>
              <a:gd name="connsiteY751" fmla="*/ 940634 h 6858000"/>
              <a:gd name="connsiteX752" fmla="*/ 5256311 w 7467600"/>
              <a:gd name="connsiteY752" fmla="*/ 916490 h 6858000"/>
              <a:gd name="connsiteX753" fmla="*/ 5377381 w 7467600"/>
              <a:gd name="connsiteY753" fmla="*/ 912671 h 6858000"/>
              <a:gd name="connsiteX754" fmla="*/ 5460148 w 7467600"/>
              <a:gd name="connsiteY754" fmla="*/ 911442 h 6858000"/>
              <a:gd name="connsiteX755" fmla="*/ 5648971 w 7467600"/>
              <a:gd name="connsiteY755" fmla="*/ 891331 h 6858000"/>
              <a:gd name="connsiteX756" fmla="*/ 5844807 w 7467600"/>
              <a:gd name="connsiteY756" fmla="*/ 870718 h 6858000"/>
              <a:gd name="connsiteX757" fmla="*/ 5862975 w 7467600"/>
              <a:gd name="connsiteY757" fmla="*/ 869756 h 6858000"/>
              <a:gd name="connsiteX758" fmla="*/ 5920887 w 7467600"/>
              <a:gd name="connsiteY758" fmla="*/ 865929 h 6858000"/>
              <a:gd name="connsiteX759" fmla="*/ 5504425 w 7467600"/>
              <a:gd name="connsiteY759" fmla="*/ 848067 h 6858000"/>
              <a:gd name="connsiteX760" fmla="*/ 3607114 w 7467600"/>
              <a:gd name="connsiteY760" fmla="*/ 467441 h 6858000"/>
              <a:gd name="connsiteX761" fmla="*/ 3296242 w 7467600"/>
              <a:gd name="connsiteY761" fmla="*/ 807991 h 6858000"/>
              <a:gd name="connsiteX762" fmla="*/ 3174674 w 7467600"/>
              <a:gd name="connsiteY762" fmla="*/ 919759 h 6858000"/>
              <a:gd name="connsiteX763" fmla="*/ 3042978 w 7467600"/>
              <a:gd name="connsiteY763" fmla="*/ 1054894 h 6858000"/>
              <a:gd name="connsiteX764" fmla="*/ 2968914 w 7467600"/>
              <a:gd name="connsiteY764" fmla="*/ 1133756 h 6858000"/>
              <a:gd name="connsiteX765" fmla="*/ 3103823 w 7467600"/>
              <a:gd name="connsiteY765" fmla="*/ 1026814 h 6858000"/>
              <a:gd name="connsiteX766" fmla="*/ 3607114 w 7467600"/>
              <a:gd name="connsiteY766" fmla="*/ 467441 h 6858000"/>
              <a:gd name="connsiteX767" fmla="*/ 3744487 w 7467600"/>
              <a:gd name="connsiteY767" fmla="*/ 383136 h 6858000"/>
              <a:gd name="connsiteX768" fmla="*/ 3970213 w 7467600"/>
              <a:gd name="connsiteY768" fmla="*/ 995559 h 6858000"/>
              <a:gd name="connsiteX769" fmla="*/ 3744487 w 7467600"/>
              <a:gd name="connsiteY769" fmla="*/ 383136 h 6858000"/>
              <a:gd name="connsiteX770" fmla="*/ 3624562 w 7467600"/>
              <a:gd name="connsiteY770" fmla="*/ 367041 h 6858000"/>
              <a:gd name="connsiteX771" fmla="*/ 3489712 w 7467600"/>
              <a:gd name="connsiteY771" fmla="*/ 485386 h 6858000"/>
              <a:gd name="connsiteX772" fmla="*/ 3182994 w 7467600"/>
              <a:gd name="connsiteY772" fmla="*/ 828265 h 6858000"/>
              <a:gd name="connsiteX773" fmla="*/ 2892114 w 7467600"/>
              <a:gd name="connsiteY773" fmla="*/ 1172635 h 6858000"/>
              <a:gd name="connsiteX774" fmla="*/ 3021459 w 7467600"/>
              <a:gd name="connsiteY774" fmla="*/ 1035385 h 6858000"/>
              <a:gd name="connsiteX775" fmla="*/ 3153873 w 7467600"/>
              <a:gd name="connsiteY775" fmla="*/ 898971 h 6858000"/>
              <a:gd name="connsiteX776" fmla="*/ 3276511 w 7467600"/>
              <a:gd name="connsiteY776" fmla="*/ 786423 h 6858000"/>
              <a:gd name="connsiteX777" fmla="*/ 3584154 w 7467600"/>
              <a:gd name="connsiteY777" fmla="*/ 448218 h 6858000"/>
              <a:gd name="connsiteX778" fmla="*/ 3624562 w 7467600"/>
              <a:gd name="connsiteY778" fmla="*/ 367041 h 6858000"/>
              <a:gd name="connsiteX779" fmla="*/ 3766672 w 7467600"/>
              <a:gd name="connsiteY779" fmla="*/ 359429 h 6858000"/>
              <a:gd name="connsiteX780" fmla="*/ 3996338 w 7467600"/>
              <a:gd name="connsiteY780" fmla="*/ 968237 h 6858000"/>
              <a:gd name="connsiteX781" fmla="*/ 3766672 w 7467600"/>
              <a:gd name="connsiteY781" fmla="*/ 359429 h 6858000"/>
              <a:gd name="connsiteX782" fmla="*/ 5805386 w 7467600"/>
              <a:gd name="connsiteY782" fmla="*/ 239240 h 6858000"/>
              <a:gd name="connsiteX783" fmla="*/ 5736947 w 7467600"/>
              <a:gd name="connsiteY783" fmla="*/ 261367 h 6858000"/>
              <a:gd name="connsiteX784" fmla="*/ 5427012 w 7467600"/>
              <a:gd name="connsiteY784" fmla="*/ 311272 h 6858000"/>
              <a:gd name="connsiteX785" fmla="*/ 5147818 w 7467600"/>
              <a:gd name="connsiteY785" fmla="*/ 322112 h 6858000"/>
              <a:gd name="connsiteX786" fmla="*/ 5060854 w 7467600"/>
              <a:gd name="connsiteY786" fmla="*/ 311882 h 6858000"/>
              <a:gd name="connsiteX787" fmla="*/ 4945989 w 7467600"/>
              <a:gd name="connsiteY787" fmla="*/ 300516 h 6858000"/>
              <a:gd name="connsiteX788" fmla="*/ 5410479 w 7467600"/>
              <a:gd name="connsiteY788" fmla="*/ 348434 h 6858000"/>
              <a:gd name="connsiteX789" fmla="*/ 5805386 w 7467600"/>
              <a:gd name="connsiteY789" fmla="*/ 239240 h 6858000"/>
              <a:gd name="connsiteX790" fmla="*/ 5905192 w 7467600"/>
              <a:gd name="connsiteY790" fmla="*/ 163079 h 6858000"/>
              <a:gd name="connsiteX791" fmla="*/ 5865655 w 7467600"/>
              <a:gd name="connsiteY791" fmla="*/ 171901 h 6858000"/>
              <a:gd name="connsiteX792" fmla="*/ 5259740 w 7467600"/>
              <a:gd name="connsiteY792" fmla="*/ 257013 h 6858000"/>
              <a:gd name="connsiteX793" fmla="*/ 5208466 w 7467600"/>
              <a:gd name="connsiteY793" fmla="*/ 257550 h 6858000"/>
              <a:gd name="connsiteX794" fmla="*/ 4980204 w 7467600"/>
              <a:gd name="connsiteY794" fmla="*/ 271903 h 6858000"/>
              <a:gd name="connsiteX795" fmla="*/ 5068068 w 7467600"/>
              <a:gd name="connsiteY795" fmla="*/ 282244 h 6858000"/>
              <a:gd name="connsiteX796" fmla="*/ 5153231 w 7467600"/>
              <a:gd name="connsiteY796" fmla="*/ 292240 h 6858000"/>
              <a:gd name="connsiteX797" fmla="*/ 5426491 w 7467600"/>
              <a:gd name="connsiteY797" fmla="*/ 281128 h 6858000"/>
              <a:gd name="connsiteX798" fmla="*/ 5731212 w 7467600"/>
              <a:gd name="connsiteY798" fmla="*/ 231951 h 6858000"/>
              <a:gd name="connsiteX799" fmla="*/ 5905192 w 7467600"/>
              <a:gd name="connsiteY799" fmla="*/ 163079 h 6858000"/>
              <a:gd name="connsiteX800" fmla="*/ 5944437 w 7467600"/>
              <a:gd name="connsiteY800" fmla="*/ 113829 h 6858000"/>
              <a:gd name="connsiteX801" fmla="*/ 5825032 w 7467600"/>
              <a:gd name="connsiteY801" fmla="*/ 146405 h 6858000"/>
              <a:gd name="connsiteX802" fmla="*/ 4955599 w 7467600"/>
              <a:gd name="connsiteY802" fmla="*/ 247008 h 6858000"/>
              <a:gd name="connsiteX803" fmla="*/ 5210104 w 7467600"/>
              <a:gd name="connsiteY803" fmla="*/ 228123 h 6858000"/>
              <a:gd name="connsiteX804" fmla="*/ 5261015 w 7467600"/>
              <a:gd name="connsiteY804" fmla="*/ 227087 h 6858000"/>
              <a:gd name="connsiteX805" fmla="*/ 5861181 w 7467600"/>
              <a:gd name="connsiteY805" fmla="*/ 143093 h 6858000"/>
              <a:gd name="connsiteX806" fmla="*/ 5961252 w 7467600"/>
              <a:gd name="connsiteY806" fmla="*/ 114820 h 6858000"/>
              <a:gd name="connsiteX807" fmla="*/ 5944437 w 7467600"/>
              <a:gd name="connsiteY807" fmla="*/ 113829 h 6858000"/>
              <a:gd name="connsiteX808" fmla="*/ 3882765 w 7467600"/>
              <a:gd name="connsiteY808" fmla="*/ 0 h 6858000"/>
              <a:gd name="connsiteX809" fmla="*/ 3995099 w 7467600"/>
              <a:gd name="connsiteY809" fmla="*/ 0 h 6858000"/>
              <a:gd name="connsiteX810" fmla="*/ 4163818 w 7467600"/>
              <a:gd name="connsiteY810" fmla="*/ 234104 h 6858000"/>
              <a:gd name="connsiteX811" fmla="*/ 4172099 w 7467600"/>
              <a:gd name="connsiteY811" fmla="*/ 234207 h 6858000"/>
              <a:gd name="connsiteX812" fmla="*/ 4784282 w 7467600"/>
              <a:gd name="connsiteY812" fmla="*/ 276561 h 6858000"/>
              <a:gd name="connsiteX813" fmla="*/ 4801687 w 7467600"/>
              <a:gd name="connsiteY813" fmla="*/ 267764 h 6858000"/>
              <a:gd name="connsiteX814" fmla="*/ 6082788 w 7467600"/>
              <a:gd name="connsiteY814" fmla="*/ 64119 h 6858000"/>
              <a:gd name="connsiteX815" fmla="*/ 6099442 w 7467600"/>
              <a:gd name="connsiteY815" fmla="*/ 82568 h 6858000"/>
              <a:gd name="connsiteX816" fmla="*/ 4804137 w 7467600"/>
              <a:gd name="connsiteY816" fmla="*/ 320931 h 6858000"/>
              <a:gd name="connsiteX817" fmla="*/ 4227047 w 7467600"/>
              <a:gd name="connsiteY817" fmla="*/ 313415 h 6858000"/>
              <a:gd name="connsiteX818" fmla="*/ 4346041 w 7467600"/>
              <a:gd name="connsiteY818" fmla="*/ 456086 h 6858000"/>
              <a:gd name="connsiteX819" fmla="*/ 4870967 w 7467600"/>
              <a:gd name="connsiteY819" fmla="*/ 963061 h 6858000"/>
              <a:gd name="connsiteX820" fmla="*/ 4889647 w 7467600"/>
              <a:gd name="connsiteY820" fmla="*/ 957147 h 6858000"/>
              <a:gd name="connsiteX821" fmla="*/ 5422504 w 7467600"/>
              <a:gd name="connsiteY821" fmla="*/ 805191 h 6858000"/>
              <a:gd name="connsiteX822" fmla="*/ 6087656 w 7467600"/>
              <a:gd name="connsiteY822" fmla="*/ 826703 h 6858000"/>
              <a:gd name="connsiteX823" fmla="*/ 6058717 w 7467600"/>
              <a:gd name="connsiteY823" fmla="*/ 865992 h 6858000"/>
              <a:gd name="connsiteX824" fmla="*/ 4974153 w 7467600"/>
              <a:gd name="connsiteY824" fmla="*/ 1045456 h 6858000"/>
              <a:gd name="connsiteX825" fmla="*/ 5627835 w 7467600"/>
              <a:gd name="connsiteY825" fmla="*/ 1472077 h 6858000"/>
              <a:gd name="connsiteX826" fmla="*/ 5629817 w 7467600"/>
              <a:gd name="connsiteY826" fmla="*/ 1471412 h 6858000"/>
              <a:gd name="connsiteX827" fmla="*/ 5634124 w 7467600"/>
              <a:gd name="connsiteY827" fmla="*/ 1470572 h 6858000"/>
              <a:gd name="connsiteX828" fmla="*/ 5755832 w 7467600"/>
              <a:gd name="connsiteY828" fmla="*/ 1383886 h 6858000"/>
              <a:gd name="connsiteX829" fmla="*/ 6014186 w 7467600"/>
              <a:gd name="connsiteY829" fmla="*/ 1279799 h 6858000"/>
              <a:gd name="connsiteX830" fmla="*/ 6901619 w 7467600"/>
              <a:gd name="connsiteY830" fmla="*/ 1047874 h 6858000"/>
              <a:gd name="connsiteX831" fmla="*/ 6931566 w 7467600"/>
              <a:gd name="connsiteY831" fmla="*/ 1062034 h 6858000"/>
              <a:gd name="connsiteX832" fmla="*/ 5790982 w 7467600"/>
              <a:gd name="connsiteY832" fmla="*/ 1561380 h 6858000"/>
              <a:gd name="connsiteX833" fmla="*/ 6188971 w 7467600"/>
              <a:gd name="connsiteY833" fmla="*/ 1755168 h 6858000"/>
              <a:gd name="connsiteX834" fmla="*/ 6202446 w 7467600"/>
              <a:gd name="connsiteY834" fmla="*/ 1752268 h 6858000"/>
              <a:gd name="connsiteX835" fmla="*/ 7179560 w 7467600"/>
              <a:gd name="connsiteY835" fmla="*/ 1467551 h 6858000"/>
              <a:gd name="connsiteX836" fmla="*/ 7158730 w 7467600"/>
              <a:gd name="connsiteY836" fmla="*/ 1507835 h 6858000"/>
              <a:gd name="connsiteX837" fmla="*/ 6326959 w 7467600"/>
              <a:gd name="connsiteY837" fmla="*/ 1817686 h 6858000"/>
              <a:gd name="connsiteX838" fmla="*/ 6537433 w 7467600"/>
              <a:gd name="connsiteY838" fmla="*/ 1907790 h 6858000"/>
              <a:gd name="connsiteX839" fmla="*/ 6550221 w 7467600"/>
              <a:gd name="connsiteY839" fmla="*/ 1910729 h 6858000"/>
              <a:gd name="connsiteX840" fmla="*/ 6964438 w 7467600"/>
              <a:gd name="connsiteY840" fmla="*/ 2209505 h 6858000"/>
              <a:gd name="connsiteX841" fmla="*/ 7367862 w 7467600"/>
              <a:gd name="connsiteY841" fmla="*/ 2806833 h 6858000"/>
              <a:gd name="connsiteX842" fmla="*/ 7364329 w 7467600"/>
              <a:gd name="connsiteY842" fmla="*/ 2826907 h 6858000"/>
              <a:gd name="connsiteX843" fmla="*/ 7290545 w 7467600"/>
              <a:gd name="connsiteY843" fmla="*/ 2850663 h 6858000"/>
              <a:gd name="connsiteX844" fmla="*/ 6472036 w 7467600"/>
              <a:gd name="connsiteY844" fmla="*/ 1959003 h 6858000"/>
              <a:gd name="connsiteX845" fmla="*/ 5792897 w 7467600"/>
              <a:gd name="connsiteY845" fmla="*/ 1647747 h 6858000"/>
              <a:gd name="connsiteX846" fmla="*/ 5842751 w 7467600"/>
              <a:gd name="connsiteY846" fmla="*/ 1816112 h 6858000"/>
              <a:gd name="connsiteX847" fmla="*/ 5847424 w 7467600"/>
              <a:gd name="connsiteY847" fmla="*/ 1815776 h 6858000"/>
              <a:gd name="connsiteX848" fmla="*/ 6399821 w 7467600"/>
              <a:gd name="connsiteY848" fmla="*/ 2344799 h 6858000"/>
              <a:gd name="connsiteX849" fmla="*/ 6323232 w 7467600"/>
              <a:gd name="connsiteY849" fmla="*/ 2389634 h 6858000"/>
              <a:gd name="connsiteX850" fmla="*/ 5942958 w 7467600"/>
              <a:gd name="connsiteY850" fmla="*/ 2077708 h 6858000"/>
              <a:gd name="connsiteX851" fmla="*/ 5921559 w 7467600"/>
              <a:gd name="connsiteY851" fmla="*/ 2378596 h 6858000"/>
              <a:gd name="connsiteX852" fmla="*/ 5817651 w 7467600"/>
              <a:gd name="connsiteY852" fmla="*/ 3023919 h 6858000"/>
              <a:gd name="connsiteX853" fmla="*/ 5729634 w 7467600"/>
              <a:gd name="connsiteY853" fmla="*/ 3051849 h 6858000"/>
              <a:gd name="connsiteX854" fmla="*/ 5611018 w 7467600"/>
              <a:gd name="connsiteY854" fmla="*/ 2316769 h 6858000"/>
              <a:gd name="connsiteX855" fmla="*/ 5687608 w 7467600"/>
              <a:gd name="connsiteY855" fmla="*/ 2039972 h 6858000"/>
              <a:gd name="connsiteX856" fmla="*/ 5657554 w 7467600"/>
              <a:gd name="connsiteY856" fmla="*/ 1576445 h 6858000"/>
              <a:gd name="connsiteX857" fmla="*/ 5150475 w 7467600"/>
              <a:gd name="connsiteY857" fmla="*/ 1274012 h 6858000"/>
              <a:gd name="connsiteX858" fmla="*/ 5349142 w 7467600"/>
              <a:gd name="connsiteY858" fmla="*/ 2204405 h 6858000"/>
              <a:gd name="connsiteX859" fmla="*/ 5262214 w 7467600"/>
              <a:gd name="connsiteY859" fmla="*/ 2233836 h 6858000"/>
              <a:gd name="connsiteX860" fmla="*/ 4981539 w 7467600"/>
              <a:gd name="connsiteY860" fmla="*/ 1542201 h 6858000"/>
              <a:gd name="connsiteX861" fmla="*/ 4958461 w 7467600"/>
              <a:gd name="connsiteY861" fmla="*/ 1136957 h 6858000"/>
              <a:gd name="connsiteX862" fmla="*/ 4655015 w 7467600"/>
              <a:gd name="connsiteY862" fmla="*/ 891426 h 6858000"/>
              <a:gd name="connsiteX863" fmla="*/ 4348002 w 7467600"/>
              <a:gd name="connsiteY863" fmla="*/ 2205895 h 6858000"/>
              <a:gd name="connsiteX864" fmla="*/ 4262250 w 7467600"/>
              <a:gd name="connsiteY864" fmla="*/ 2219972 h 6858000"/>
              <a:gd name="connsiteX865" fmla="*/ 4550611 w 7467600"/>
              <a:gd name="connsiteY865" fmla="*/ 817540 h 6858000"/>
              <a:gd name="connsiteX866" fmla="*/ 4564418 w 7467600"/>
              <a:gd name="connsiteY866" fmla="*/ 808293 h 6858000"/>
              <a:gd name="connsiteX867" fmla="*/ 4266388 w 7467600"/>
              <a:gd name="connsiteY867" fmla="*/ 500083 h 6858000"/>
              <a:gd name="connsiteX868" fmla="*/ 4032842 w 7467600"/>
              <a:gd name="connsiteY868" fmla="*/ 211809 h 6858000"/>
              <a:gd name="connsiteX869" fmla="*/ 3882765 w 7467600"/>
              <a:gd name="connsiteY869" fmla="*/ 0 h 6858000"/>
              <a:gd name="connsiteX870" fmla="*/ 3721337 w 7467600"/>
              <a:gd name="connsiteY870" fmla="*/ 0 h 6858000"/>
              <a:gd name="connsiteX871" fmla="*/ 3797544 w 7467600"/>
              <a:gd name="connsiteY871" fmla="*/ 0 h 6858000"/>
              <a:gd name="connsiteX872" fmla="*/ 3775734 w 7467600"/>
              <a:gd name="connsiteY872" fmla="*/ 95131 h 6858000"/>
              <a:gd name="connsiteX873" fmla="*/ 3724807 w 7467600"/>
              <a:gd name="connsiteY873" fmla="*/ 272257 h 6858000"/>
              <a:gd name="connsiteX874" fmla="*/ 3726844 w 7467600"/>
              <a:gd name="connsiteY874" fmla="*/ 282988 h 6858000"/>
              <a:gd name="connsiteX875" fmla="*/ 3742664 w 7467600"/>
              <a:gd name="connsiteY875" fmla="*/ 279918 h 6858000"/>
              <a:gd name="connsiteX876" fmla="*/ 4103910 w 7467600"/>
              <a:gd name="connsiteY876" fmla="*/ 1161917 h 6858000"/>
              <a:gd name="connsiteX877" fmla="*/ 4020269 w 7467600"/>
              <a:gd name="connsiteY877" fmla="*/ 1200406 h 6858000"/>
              <a:gd name="connsiteX878" fmla="*/ 3674882 w 7467600"/>
              <a:gd name="connsiteY878" fmla="*/ 488524 h 6858000"/>
              <a:gd name="connsiteX879" fmla="*/ 3132682 w 7467600"/>
              <a:gd name="connsiteY879" fmla="*/ 1072284 h 6858000"/>
              <a:gd name="connsiteX880" fmla="*/ 2716346 w 7467600"/>
              <a:gd name="connsiteY880" fmla="*/ 1276376 h 6858000"/>
              <a:gd name="connsiteX881" fmla="*/ 2716772 w 7467600"/>
              <a:gd name="connsiteY881" fmla="*/ 1255462 h 6858000"/>
              <a:gd name="connsiteX882" fmla="*/ 3471096 w 7467600"/>
              <a:gd name="connsiteY882" fmla="*/ 437072 h 6858000"/>
              <a:gd name="connsiteX883" fmla="*/ 3639057 w 7467600"/>
              <a:gd name="connsiteY883" fmla="*/ 286334 h 6858000"/>
              <a:gd name="connsiteX884" fmla="*/ 3640309 w 7467600"/>
              <a:gd name="connsiteY884" fmla="*/ 284664 h 6858000"/>
              <a:gd name="connsiteX885" fmla="*/ 3646022 w 7467600"/>
              <a:gd name="connsiteY885" fmla="*/ 276711 h 6858000"/>
              <a:gd name="connsiteX886" fmla="*/ 3707943 w 7467600"/>
              <a:gd name="connsiteY886" fmla="*/ 65958 h 6858000"/>
              <a:gd name="connsiteX887" fmla="*/ 3721337 w 7467600"/>
              <a:gd name="connsiteY887" fmla="*/ 0 h 6858000"/>
              <a:gd name="connsiteX888" fmla="*/ 2867960 w 7467600"/>
              <a:gd name="connsiteY888" fmla="*/ 0 h 6858000"/>
              <a:gd name="connsiteX889" fmla="*/ 2926351 w 7467600"/>
              <a:gd name="connsiteY889" fmla="*/ 0 h 6858000"/>
              <a:gd name="connsiteX890" fmla="*/ 2902823 w 7467600"/>
              <a:gd name="connsiteY890" fmla="*/ 262929 h 6858000"/>
              <a:gd name="connsiteX891" fmla="*/ 2940663 w 7467600"/>
              <a:gd name="connsiteY891" fmla="*/ 140884 h 6858000"/>
              <a:gd name="connsiteX892" fmla="*/ 2947039 w 7467600"/>
              <a:gd name="connsiteY892" fmla="*/ 122524 h 6858000"/>
              <a:gd name="connsiteX893" fmla="*/ 2984316 w 7467600"/>
              <a:gd name="connsiteY893" fmla="*/ 0 h 6858000"/>
              <a:gd name="connsiteX894" fmla="*/ 3016114 w 7467600"/>
              <a:gd name="connsiteY894" fmla="*/ 0 h 6858000"/>
              <a:gd name="connsiteX895" fmla="*/ 2979949 w 7467600"/>
              <a:gd name="connsiteY895" fmla="*/ 119274 h 6858000"/>
              <a:gd name="connsiteX896" fmla="*/ 3023879 w 7467600"/>
              <a:gd name="connsiteY896" fmla="*/ 0 h 6858000"/>
              <a:gd name="connsiteX897" fmla="*/ 3105400 w 7467600"/>
              <a:gd name="connsiteY897" fmla="*/ 0 h 6858000"/>
              <a:gd name="connsiteX898" fmla="*/ 3094669 w 7467600"/>
              <a:gd name="connsiteY898" fmla="*/ 30308 h 6858000"/>
              <a:gd name="connsiteX899" fmla="*/ 2901945 w 7467600"/>
              <a:gd name="connsiteY899" fmla="*/ 466538 h 6858000"/>
              <a:gd name="connsiteX900" fmla="*/ 2815209 w 7467600"/>
              <a:gd name="connsiteY900" fmla="*/ 497361 h 6858000"/>
              <a:gd name="connsiteX901" fmla="*/ 2844845 w 7467600"/>
              <a:gd name="connsiteY901" fmla="*/ 127638 h 6858000"/>
              <a:gd name="connsiteX902" fmla="*/ 2867960 w 7467600"/>
              <a:gd name="connsiteY902" fmla="*/ 0 h 6858000"/>
              <a:gd name="connsiteX903" fmla="*/ 1057230 w 7467600"/>
              <a:gd name="connsiteY903" fmla="*/ 0 h 6858000"/>
              <a:gd name="connsiteX904" fmla="*/ 1111003 w 7467600"/>
              <a:gd name="connsiteY904" fmla="*/ 0 h 6858000"/>
              <a:gd name="connsiteX905" fmla="*/ 1125553 w 7467600"/>
              <a:gd name="connsiteY905" fmla="*/ 52588 h 6858000"/>
              <a:gd name="connsiteX906" fmla="*/ 1304276 w 7467600"/>
              <a:gd name="connsiteY906" fmla="*/ 476275 h 6858000"/>
              <a:gd name="connsiteX907" fmla="*/ 1492066 w 7467600"/>
              <a:gd name="connsiteY907" fmla="*/ 886333 h 6858000"/>
              <a:gd name="connsiteX908" fmla="*/ 1423698 w 7467600"/>
              <a:gd name="connsiteY908" fmla="*/ 710817 h 6858000"/>
              <a:gd name="connsiteX909" fmla="*/ 1357609 w 7467600"/>
              <a:gd name="connsiteY909" fmla="*/ 532892 h 6858000"/>
              <a:gd name="connsiteX910" fmla="*/ 1309550 w 7467600"/>
              <a:gd name="connsiteY910" fmla="*/ 374031 h 6858000"/>
              <a:gd name="connsiteX911" fmla="*/ 1193673 w 7467600"/>
              <a:gd name="connsiteY911" fmla="*/ 49533 h 6858000"/>
              <a:gd name="connsiteX912" fmla="*/ 1164391 w 7467600"/>
              <a:gd name="connsiteY912" fmla="*/ 0 h 6858000"/>
              <a:gd name="connsiteX913" fmla="*/ 1200666 w 7467600"/>
              <a:gd name="connsiteY913" fmla="*/ 0 h 6858000"/>
              <a:gd name="connsiteX914" fmla="*/ 1223408 w 7467600"/>
              <a:gd name="connsiteY914" fmla="*/ 38996 h 6858000"/>
              <a:gd name="connsiteX915" fmla="*/ 1339635 w 7467600"/>
              <a:gd name="connsiteY915" fmla="*/ 365517 h 6858000"/>
              <a:gd name="connsiteX916" fmla="*/ 1387469 w 7467600"/>
              <a:gd name="connsiteY916" fmla="*/ 523079 h 6858000"/>
              <a:gd name="connsiteX917" fmla="*/ 1452685 w 7467600"/>
              <a:gd name="connsiteY917" fmla="*/ 699806 h 6858000"/>
              <a:gd name="connsiteX918" fmla="*/ 1492092 w 7467600"/>
              <a:gd name="connsiteY918" fmla="*/ 800424 h 6858000"/>
              <a:gd name="connsiteX919" fmla="*/ 1455302 w 7467600"/>
              <a:gd name="connsiteY919" fmla="*/ 632913 h 6858000"/>
              <a:gd name="connsiteX920" fmla="*/ 1222336 w 7467600"/>
              <a:gd name="connsiteY920" fmla="*/ 9480 h 6858000"/>
              <a:gd name="connsiteX921" fmla="*/ 1214634 w 7467600"/>
              <a:gd name="connsiteY921" fmla="*/ 0 h 6858000"/>
              <a:gd name="connsiteX922" fmla="*/ 1289827 w 7467600"/>
              <a:gd name="connsiteY922" fmla="*/ 0 h 6858000"/>
              <a:gd name="connsiteX923" fmla="*/ 1321076 w 7467600"/>
              <a:gd name="connsiteY923" fmla="*/ 59722 h 6858000"/>
              <a:gd name="connsiteX924" fmla="*/ 1512579 w 7467600"/>
              <a:gd name="connsiteY924" fmla="*/ 626441 h 6858000"/>
              <a:gd name="connsiteX925" fmla="*/ 1506076 w 7467600"/>
              <a:gd name="connsiteY925" fmla="*/ 1089289 h 6858000"/>
              <a:gd name="connsiteX926" fmla="*/ 1486346 w 7467600"/>
              <a:gd name="connsiteY926" fmla="*/ 1079919 h 6858000"/>
              <a:gd name="connsiteX927" fmla="*/ 1070511 w 7467600"/>
              <a:gd name="connsiteY927" fmla="*/ 48609 h 6858000"/>
              <a:gd name="connsiteX928" fmla="*/ 1057230 w 7467600"/>
              <a:gd name="connsiteY928" fmla="*/ 0 h 6858000"/>
              <a:gd name="connsiteX929" fmla="*/ 43151 w 7467600"/>
              <a:gd name="connsiteY929" fmla="*/ 0 h 6858000"/>
              <a:gd name="connsiteX930" fmla="*/ 95283 w 7467600"/>
              <a:gd name="connsiteY930" fmla="*/ 0 h 6858000"/>
              <a:gd name="connsiteX931" fmla="*/ 300708 w 7467600"/>
              <a:gd name="connsiteY931" fmla="*/ 154571 h 6858000"/>
              <a:gd name="connsiteX932" fmla="*/ 530414 w 7467600"/>
              <a:gd name="connsiteY932" fmla="*/ 354673 h 6858000"/>
              <a:gd name="connsiteX933" fmla="*/ 333785 w 7467600"/>
              <a:gd name="connsiteY933" fmla="*/ 161564 h 6858000"/>
              <a:gd name="connsiteX934" fmla="*/ 147005 w 7467600"/>
              <a:gd name="connsiteY934" fmla="*/ 0 h 6858000"/>
              <a:gd name="connsiteX935" fmla="*/ 272509 w 7467600"/>
              <a:gd name="connsiteY935" fmla="*/ 0 h 6858000"/>
              <a:gd name="connsiteX936" fmla="*/ 326276 w 7467600"/>
              <a:gd name="connsiteY936" fmla="*/ 45847 h 6858000"/>
              <a:gd name="connsiteX937" fmla="*/ 823759 w 7467600"/>
              <a:gd name="connsiteY937" fmla="*/ 574145 h 6858000"/>
              <a:gd name="connsiteX938" fmla="*/ 811254 w 7467600"/>
              <a:gd name="connsiteY938" fmla="*/ 665546 h 6858000"/>
              <a:gd name="connsiteX939" fmla="*/ 154042 w 7467600"/>
              <a:gd name="connsiteY939" fmla="*/ 261522 h 6858000"/>
              <a:gd name="connsiteX940" fmla="*/ 13550 w 7467600"/>
              <a:gd name="connsiteY940" fmla="*/ 158423 h 6858000"/>
              <a:gd name="connsiteX941" fmla="*/ 0 w 7467600"/>
              <a:gd name="connsiteY941" fmla="*/ 146618 h 6858000"/>
              <a:gd name="connsiteX942" fmla="*/ 0 w 7467600"/>
              <a:gd name="connsiteY942" fmla="*/ 59161 h 6858000"/>
              <a:gd name="connsiteX943" fmla="*/ 45427 w 7467600"/>
              <a:gd name="connsiteY943" fmla="*/ 101078 h 6858000"/>
              <a:gd name="connsiteX944" fmla="*/ 630103 w 7467600"/>
              <a:gd name="connsiteY944" fmla="*/ 485885 h 6858000"/>
              <a:gd name="connsiteX945" fmla="*/ 532040 w 7467600"/>
              <a:gd name="connsiteY945" fmla="*/ 399359 h 6858000"/>
              <a:gd name="connsiteX946" fmla="*/ 517618 w 7467600"/>
              <a:gd name="connsiteY946" fmla="*/ 385726 h 6858000"/>
              <a:gd name="connsiteX947" fmla="*/ 285074 w 7467600"/>
              <a:gd name="connsiteY947" fmla="*/ 182755 h 6858000"/>
              <a:gd name="connsiteX948" fmla="*/ 43151 w 7467600"/>
              <a:gd name="connsiteY94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67913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1019354 w 7467600"/>
              <a:gd name="connsiteY16" fmla="*/ 6315006 h 6858000"/>
              <a:gd name="connsiteX17" fmla="*/ 441046 w 7467600"/>
              <a:gd name="connsiteY17" fmla="*/ 6691153 h 6858000"/>
              <a:gd name="connsiteX18" fmla="*/ 1019354 w 7467600"/>
              <a:gd name="connsiteY18" fmla="*/ 6315006 h 6858000"/>
              <a:gd name="connsiteX19" fmla="*/ 991680 w 7467600"/>
              <a:gd name="connsiteY19" fmla="*/ 6298413 h 6858000"/>
              <a:gd name="connsiteX20" fmla="*/ 409060 w 7467600"/>
              <a:gd name="connsiteY20" fmla="*/ 6671470 h 6858000"/>
              <a:gd name="connsiteX21" fmla="*/ 991680 w 7467600"/>
              <a:gd name="connsiteY21" fmla="*/ 6298413 h 6858000"/>
              <a:gd name="connsiteX22" fmla="*/ 103333 w 7467600"/>
              <a:gd name="connsiteY22" fmla="*/ 5699602 h 6858000"/>
              <a:gd name="connsiteX23" fmla="*/ 233938 w 7467600"/>
              <a:gd name="connsiteY23" fmla="*/ 5809416 h 6858000"/>
              <a:gd name="connsiteX24" fmla="*/ 883580 w 7467600"/>
              <a:gd name="connsiteY24" fmla="*/ 6180710 h 6858000"/>
              <a:gd name="connsiteX25" fmla="*/ 487337 w 7467600"/>
              <a:gd name="connsiteY25" fmla="*/ 5950182 h 6858000"/>
              <a:gd name="connsiteX26" fmla="*/ 354051 w 7467600"/>
              <a:gd name="connsiteY26" fmla="*/ 5854912 h 6858000"/>
              <a:gd name="connsiteX27" fmla="*/ 195436 w 7467600"/>
              <a:gd name="connsiteY27" fmla="*/ 5755068 h 6858000"/>
              <a:gd name="connsiteX28" fmla="*/ 103333 w 7467600"/>
              <a:gd name="connsiteY28" fmla="*/ 5699602 h 6858000"/>
              <a:gd name="connsiteX29" fmla="*/ 5539432 w 7467600"/>
              <a:gd name="connsiteY29" fmla="*/ 5642928 h 6858000"/>
              <a:gd name="connsiteX30" fmla="*/ 5555462 w 7467600"/>
              <a:gd name="connsiteY30" fmla="*/ 5694454 h 6858000"/>
              <a:gd name="connsiteX31" fmla="*/ 5828270 w 7467600"/>
              <a:gd name="connsiteY31" fmla="*/ 6320663 h 6858000"/>
              <a:gd name="connsiteX32" fmla="*/ 5947416 w 7467600"/>
              <a:gd name="connsiteY32" fmla="*/ 6574846 h 6858000"/>
              <a:gd name="connsiteX33" fmla="*/ 5539432 w 7467600"/>
              <a:gd name="connsiteY33" fmla="*/ 5642928 h 6858000"/>
              <a:gd name="connsiteX34" fmla="*/ 51253 w 7467600"/>
              <a:gd name="connsiteY34" fmla="*/ 5631825 h 6858000"/>
              <a:gd name="connsiteX35" fmla="*/ 211622 w 7467600"/>
              <a:gd name="connsiteY35" fmla="*/ 5728803 h 6858000"/>
              <a:gd name="connsiteX36" fmla="*/ 371652 w 7467600"/>
              <a:gd name="connsiteY36" fmla="*/ 5829062 h 6858000"/>
              <a:gd name="connsiteX37" fmla="*/ 505903 w 7467600"/>
              <a:gd name="connsiteY37" fmla="*/ 5925221 h 6858000"/>
              <a:gd name="connsiteX38" fmla="*/ 899240 w 7467600"/>
              <a:gd name="connsiteY38" fmla="*/ 6153068 h 6858000"/>
              <a:gd name="connsiteX39" fmla="*/ 988114 w 7467600"/>
              <a:gd name="connsiteY39" fmla="*/ 6174204 h 6858000"/>
              <a:gd name="connsiteX40" fmla="*/ 845971 w 7467600"/>
              <a:gd name="connsiteY40" fmla="*/ 6067177 h 6858000"/>
              <a:gd name="connsiteX41" fmla="*/ 448057 w 7467600"/>
              <a:gd name="connsiteY41" fmla="*/ 5841376 h 6858000"/>
              <a:gd name="connsiteX42" fmla="*/ 51253 w 7467600"/>
              <a:gd name="connsiteY42" fmla="*/ 5631825 h 6858000"/>
              <a:gd name="connsiteX43" fmla="*/ 2606687 w 7467600"/>
              <a:gd name="connsiteY43" fmla="*/ 5630718 h 6858000"/>
              <a:gd name="connsiteX44" fmla="*/ 2645658 w 7467600"/>
              <a:gd name="connsiteY44" fmla="*/ 6640259 h 6858000"/>
              <a:gd name="connsiteX45" fmla="*/ 2606687 w 7467600"/>
              <a:gd name="connsiteY45" fmla="*/ 5630718 h 6858000"/>
              <a:gd name="connsiteX46" fmla="*/ 3642057 w 7467600"/>
              <a:gd name="connsiteY46" fmla="*/ 5573487 h 6858000"/>
              <a:gd name="connsiteX47" fmla="*/ 3632981 w 7467600"/>
              <a:gd name="connsiteY47" fmla="*/ 5579437 h 6858000"/>
              <a:gd name="connsiteX48" fmla="*/ 3382436 w 7467600"/>
              <a:gd name="connsiteY48" fmla="*/ 5952726 h 6858000"/>
              <a:gd name="connsiteX49" fmla="*/ 3191929 w 7467600"/>
              <a:gd name="connsiteY49" fmla="*/ 6662669 h 6858000"/>
              <a:gd name="connsiteX50" fmla="*/ 3369898 w 7467600"/>
              <a:gd name="connsiteY50" fmla="*/ 6081771 h 6858000"/>
              <a:gd name="connsiteX51" fmla="*/ 3642057 w 7467600"/>
              <a:gd name="connsiteY51" fmla="*/ 5573487 h 6858000"/>
              <a:gd name="connsiteX52" fmla="*/ 2650666 w 7467600"/>
              <a:gd name="connsiteY52" fmla="*/ 5530686 h 6858000"/>
              <a:gd name="connsiteX53" fmla="*/ 2650249 w 7467600"/>
              <a:gd name="connsiteY53" fmla="*/ 5532101 h 6858000"/>
              <a:gd name="connsiteX54" fmla="*/ 2663808 w 7467600"/>
              <a:gd name="connsiteY54" fmla="*/ 6535215 h 6858000"/>
              <a:gd name="connsiteX55" fmla="*/ 2665418 w 7467600"/>
              <a:gd name="connsiteY55" fmla="*/ 6132756 h 6858000"/>
              <a:gd name="connsiteX56" fmla="*/ 2650666 w 7467600"/>
              <a:gd name="connsiteY56" fmla="*/ 5530686 h 6858000"/>
              <a:gd name="connsiteX57" fmla="*/ 2680277 w 7467600"/>
              <a:gd name="connsiteY57" fmla="*/ 5479204 h 6858000"/>
              <a:gd name="connsiteX58" fmla="*/ 2678972 w 7467600"/>
              <a:gd name="connsiteY58" fmla="*/ 5481582 h 6858000"/>
              <a:gd name="connsiteX59" fmla="*/ 2696666 w 7467600"/>
              <a:gd name="connsiteY59" fmla="*/ 6133836 h 6858000"/>
              <a:gd name="connsiteX60" fmla="*/ 2695769 w 7467600"/>
              <a:gd name="connsiteY60" fmla="*/ 6390955 h 6858000"/>
              <a:gd name="connsiteX61" fmla="*/ 2739893 w 7467600"/>
              <a:gd name="connsiteY61" fmla="*/ 6108357 h 6858000"/>
              <a:gd name="connsiteX62" fmla="*/ 2680277 w 7467600"/>
              <a:gd name="connsiteY62" fmla="*/ 5479204 h 6858000"/>
              <a:gd name="connsiteX63" fmla="*/ 1132195 w 7467600"/>
              <a:gd name="connsiteY63" fmla="*/ 5467980 h 6858000"/>
              <a:gd name="connsiteX64" fmla="*/ 1679056 w 7467600"/>
              <a:gd name="connsiteY64" fmla="*/ 5516907 h 6858000"/>
              <a:gd name="connsiteX65" fmla="*/ 2128648 w 7467600"/>
              <a:gd name="connsiteY65" fmla="*/ 5474249 h 6858000"/>
              <a:gd name="connsiteX66" fmla="*/ 1825619 w 7467600"/>
              <a:gd name="connsiteY66" fmla="*/ 5478447 h 6858000"/>
              <a:gd name="connsiteX67" fmla="*/ 1737798 w 7467600"/>
              <a:gd name="connsiteY67" fmla="*/ 5483353 h 6858000"/>
              <a:gd name="connsiteX68" fmla="*/ 1132195 w 7467600"/>
              <a:gd name="connsiteY68" fmla="*/ 5467980 h 6858000"/>
              <a:gd name="connsiteX69" fmla="*/ 1456157 w 7467600"/>
              <a:gd name="connsiteY69" fmla="*/ 5371404 h 6858000"/>
              <a:gd name="connsiteX70" fmla="*/ 1244432 w 7467600"/>
              <a:gd name="connsiteY70" fmla="*/ 5385601 h 6858000"/>
              <a:gd name="connsiteX71" fmla="*/ 973990 w 7467600"/>
              <a:gd name="connsiteY71" fmla="*/ 5424940 h 6858000"/>
              <a:gd name="connsiteX72" fmla="*/ 1103809 w 7467600"/>
              <a:gd name="connsiteY72" fmla="*/ 5433720 h 6858000"/>
              <a:gd name="connsiteX73" fmla="*/ 1123454 w 7467600"/>
              <a:gd name="connsiteY73" fmla="*/ 5435727 h 6858000"/>
              <a:gd name="connsiteX74" fmla="*/ 1737017 w 7467600"/>
              <a:gd name="connsiteY74" fmla="*/ 5452183 h 6858000"/>
              <a:gd name="connsiteX75" fmla="*/ 1824397 w 7467600"/>
              <a:gd name="connsiteY75" fmla="*/ 5447757 h 6858000"/>
              <a:gd name="connsiteX76" fmla="*/ 2070059 w 7467600"/>
              <a:gd name="connsiteY76" fmla="*/ 5441660 h 6858000"/>
              <a:gd name="connsiteX77" fmla="*/ 1456157 w 7467600"/>
              <a:gd name="connsiteY77" fmla="*/ 5371404 h 6858000"/>
              <a:gd name="connsiteX78" fmla="*/ 4988186 w 7467600"/>
              <a:gd name="connsiteY78" fmla="*/ 5216467 h 6858000"/>
              <a:gd name="connsiteX79" fmla="*/ 4777334 w 7467600"/>
              <a:gd name="connsiteY79" fmla="*/ 5406072 h 6858000"/>
              <a:gd name="connsiteX80" fmla="*/ 4718341 w 7467600"/>
              <a:gd name="connsiteY80" fmla="*/ 5468043 h 6858000"/>
              <a:gd name="connsiteX81" fmla="*/ 4604655 w 7467600"/>
              <a:gd name="connsiteY81" fmla="*/ 5583434 h 6858000"/>
              <a:gd name="connsiteX82" fmla="*/ 4565074 w 7467600"/>
              <a:gd name="connsiteY82" fmla="*/ 5618550 h 6858000"/>
              <a:gd name="connsiteX83" fmla="*/ 4988186 w 7467600"/>
              <a:gd name="connsiteY83" fmla="*/ 5216467 h 6858000"/>
              <a:gd name="connsiteX84" fmla="*/ 4978032 w 7467600"/>
              <a:gd name="connsiteY84" fmla="*/ 5183809 h 6858000"/>
              <a:gd name="connsiteX85" fmla="*/ 4463413 w 7467600"/>
              <a:gd name="connsiteY85" fmla="*/ 5615162 h 6858000"/>
              <a:gd name="connsiteX86" fmla="*/ 4358134 w 7467600"/>
              <a:gd name="connsiteY86" fmla="*/ 5742791 h 6858000"/>
              <a:gd name="connsiteX87" fmla="*/ 4376219 w 7467600"/>
              <a:gd name="connsiteY87" fmla="*/ 5729027 h 6858000"/>
              <a:gd name="connsiteX88" fmla="*/ 4582340 w 7467600"/>
              <a:gd name="connsiteY88" fmla="*/ 5561037 h 6858000"/>
              <a:gd name="connsiteX89" fmla="*/ 4694684 w 7467600"/>
              <a:gd name="connsiteY89" fmla="*/ 5447098 h 6858000"/>
              <a:gd name="connsiteX90" fmla="*/ 4754123 w 7467600"/>
              <a:gd name="connsiteY90" fmla="*/ 5384643 h 6858000"/>
              <a:gd name="connsiteX91" fmla="*/ 4978032 w 7467600"/>
              <a:gd name="connsiteY91" fmla="*/ 5183809 h 6858000"/>
              <a:gd name="connsiteX92" fmla="*/ 1903353 w 7467600"/>
              <a:gd name="connsiteY92" fmla="*/ 5044827 h 6858000"/>
              <a:gd name="connsiteX93" fmla="*/ 1936931 w 7467600"/>
              <a:gd name="connsiteY93" fmla="*/ 5093954 h 6858000"/>
              <a:gd name="connsiteX94" fmla="*/ 2195868 w 7467600"/>
              <a:gd name="connsiteY94" fmla="*/ 5396574 h 6858000"/>
              <a:gd name="connsiteX95" fmla="*/ 2088852 w 7467600"/>
              <a:gd name="connsiteY95" fmla="*/ 5166123 h 6858000"/>
              <a:gd name="connsiteX96" fmla="*/ 1958241 w 7467600"/>
              <a:gd name="connsiteY96" fmla="*/ 5067955 h 6858000"/>
              <a:gd name="connsiteX97" fmla="*/ 1903353 w 7467600"/>
              <a:gd name="connsiteY97" fmla="*/ 5044827 h 6858000"/>
              <a:gd name="connsiteX98" fmla="*/ 1979378 w 7467600"/>
              <a:gd name="connsiteY98" fmla="*/ 4769504 h 6858000"/>
              <a:gd name="connsiteX99" fmla="*/ 2882120 w 7467600"/>
              <a:gd name="connsiteY99" fmla="*/ 5064547 h 6858000"/>
              <a:gd name="connsiteX100" fmla="*/ 2793103 w 7467600"/>
              <a:gd name="connsiteY100" fmla="*/ 5039699 h 6858000"/>
              <a:gd name="connsiteX101" fmla="*/ 2770041 w 7467600"/>
              <a:gd name="connsiteY101" fmla="*/ 5033634 h 6858000"/>
              <a:gd name="connsiteX102" fmla="*/ 1979378 w 7467600"/>
              <a:gd name="connsiteY102" fmla="*/ 4769504 h 6858000"/>
              <a:gd name="connsiteX103" fmla="*/ 1927410 w 7467600"/>
              <a:gd name="connsiteY103" fmla="*/ 4716164 h 6858000"/>
              <a:gd name="connsiteX104" fmla="*/ 1959587 w 7467600"/>
              <a:gd name="connsiteY104" fmla="*/ 4728849 h 6858000"/>
              <a:gd name="connsiteX105" fmla="*/ 2777707 w 7467600"/>
              <a:gd name="connsiteY105" fmla="*/ 5003991 h 6858000"/>
              <a:gd name="connsiteX106" fmla="*/ 2800768 w 7467600"/>
              <a:gd name="connsiteY106" fmla="*/ 5010056 h 6858000"/>
              <a:gd name="connsiteX107" fmla="*/ 2879408 w 7467600"/>
              <a:gd name="connsiteY107" fmla="*/ 5031590 h 6858000"/>
              <a:gd name="connsiteX108" fmla="*/ 2862295 w 7467600"/>
              <a:gd name="connsiteY108" fmla="*/ 5022958 h 6858000"/>
              <a:gd name="connsiteX109" fmla="*/ 2813343 w 7467600"/>
              <a:gd name="connsiteY109" fmla="*/ 4998369 h 6858000"/>
              <a:gd name="connsiteX110" fmla="*/ 2646245 w 7467600"/>
              <a:gd name="connsiteY110" fmla="*/ 4930999 h 6858000"/>
              <a:gd name="connsiteX111" fmla="*/ 1999243 w 7467600"/>
              <a:gd name="connsiteY111" fmla="*/ 4730524 h 6858000"/>
              <a:gd name="connsiteX112" fmla="*/ 1979527 w 7467600"/>
              <a:gd name="connsiteY112" fmla="*/ 4726651 h 6858000"/>
              <a:gd name="connsiteX113" fmla="*/ 1927410 w 7467600"/>
              <a:gd name="connsiteY113" fmla="*/ 4716164 h 6858000"/>
              <a:gd name="connsiteX114" fmla="*/ 1997014 w 7467600"/>
              <a:gd name="connsiteY114" fmla="*/ 4698007 h 6858000"/>
              <a:gd name="connsiteX115" fmla="*/ 2005458 w 7467600"/>
              <a:gd name="connsiteY115" fmla="*/ 4699540 h 6858000"/>
              <a:gd name="connsiteX116" fmla="*/ 2657186 w 7467600"/>
              <a:gd name="connsiteY116" fmla="*/ 4901687 h 6858000"/>
              <a:gd name="connsiteX117" fmla="*/ 2826662 w 7467600"/>
              <a:gd name="connsiteY117" fmla="*/ 4970362 h 6858000"/>
              <a:gd name="connsiteX118" fmla="*/ 2876100 w 7467600"/>
              <a:gd name="connsiteY118" fmla="*/ 4995397 h 6858000"/>
              <a:gd name="connsiteX119" fmla="*/ 3042600 w 7467600"/>
              <a:gd name="connsiteY119" fmla="*/ 5059532 h 6858000"/>
              <a:gd name="connsiteX120" fmla="*/ 1997014 w 7467600"/>
              <a:gd name="connsiteY120" fmla="*/ 4698007 h 6858000"/>
              <a:gd name="connsiteX121" fmla="*/ 2305292 w 7467600"/>
              <a:gd name="connsiteY121" fmla="*/ 4219492 h 6858000"/>
              <a:gd name="connsiteX122" fmla="*/ 3360922 w 7467600"/>
              <a:gd name="connsiteY122" fmla="*/ 4529373 h 6858000"/>
              <a:gd name="connsiteX123" fmla="*/ 3492420 w 7467600"/>
              <a:gd name="connsiteY123" fmla="*/ 4510145 h 6858000"/>
              <a:gd name="connsiteX124" fmla="*/ 3364086 w 7467600"/>
              <a:gd name="connsiteY124" fmla="*/ 4480340 h 6858000"/>
              <a:gd name="connsiteX125" fmla="*/ 3225818 w 7467600"/>
              <a:gd name="connsiteY125" fmla="*/ 4411822 h 6858000"/>
              <a:gd name="connsiteX126" fmla="*/ 3129696 w 7467600"/>
              <a:gd name="connsiteY126" fmla="*/ 4360704 h 6858000"/>
              <a:gd name="connsiteX127" fmla="*/ 2814545 w 7467600"/>
              <a:gd name="connsiteY127" fmla="*/ 4282955 h 6858000"/>
              <a:gd name="connsiteX128" fmla="*/ 2305292 w 7467600"/>
              <a:gd name="connsiteY128" fmla="*/ 4219492 h 6858000"/>
              <a:gd name="connsiteX129" fmla="*/ 2626982 w 7467600"/>
              <a:gd name="connsiteY129" fmla="*/ 4206450 h 6858000"/>
              <a:gd name="connsiteX130" fmla="*/ 2490617 w 7467600"/>
              <a:gd name="connsiteY130" fmla="*/ 4206951 h 6858000"/>
              <a:gd name="connsiteX131" fmla="*/ 2819869 w 7467600"/>
              <a:gd name="connsiteY131" fmla="*/ 4252936 h 6858000"/>
              <a:gd name="connsiteX132" fmla="*/ 3143018 w 7467600"/>
              <a:gd name="connsiteY132" fmla="*/ 4332698 h 6858000"/>
              <a:gd name="connsiteX133" fmla="*/ 3241520 w 7467600"/>
              <a:gd name="connsiteY133" fmla="*/ 4385112 h 6858000"/>
              <a:gd name="connsiteX134" fmla="*/ 3374575 w 7467600"/>
              <a:gd name="connsiteY134" fmla="*/ 4451517 h 6858000"/>
              <a:gd name="connsiteX135" fmla="*/ 3505221 w 7467600"/>
              <a:gd name="connsiteY135" fmla="*/ 4480757 h 6858000"/>
              <a:gd name="connsiteX136" fmla="*/ 2626982 w 7467600"/>
              <a:gd name="connsiteY136" fmla="*/ 4206450 h 6858000"/>
              <a:gd name="connsiteX137" fmla="*/ 1310106 w 7467600"/>
              <a:gd name="connsiteY137" fmla="*/ 3943217 h 6858000"/>
              <a:gd name="connsiteX138" fmla="*/ 854994 w 7467600"/>
              <a:gd name="connsiteY138" fmla="*/ 4399136 h 6858000"/>
              <a:gd name="connsiteX139" fmla="*/ 742462 w 7467600"/>
              <a:gd name="connsiteY139" fmla="*/ 4594648 h 6858000"/>
              <a:gd name="connsiteX140" fmla="*/ 820602 w 7467600"/>
              <a:gd name="connsiteY140" fmla="*/ 4485915 h 6858000"/>
              <a:gd name="connsiteX141" fmla="*/ 878295 w 7467600"/>
              <a:gd name="connsiteY141" fmla="*/ 4403594 h 6858000"/>
              <a:gd name="connsiteX142" fmla="*/ 1240607 w 7467600"/>
              <a:gd name="connsiteY142" fmla="*/ 4010401 h 6858000"/>
              <a:gd name="connsiteX143" fmla="*/ 1310106 w 7467600"/>
              <a:gd name="connsiteY143" fmla="*/ 3943217 h 6858000"/>
              <a:gd name="connsiteX144" fmla="*/ 1423113 w 7467600"/>
              <a:gd name="connsiteY144" fmla="*/ 3874565 h 6858000"/>
              <a:gd name="connsiteX145" fmla="*/ 1260565 w 7467600"/>
              <a:gd name="connsiteY145" fmla="*/ 4031982 h 6858000"/>
              <a:gd name="connsiteX146" fmla="*/ 901900 w 7467600"/>
              <a:gd name="connsiteY146" fmla="*/ 4421236 h 6858000"/>
              <a:gd name="connsiteX147" fmla="*/ 845044 w 7467600"/>
              <a:gd name="connsiteY147" fmla="*/ 4502436 h 6858000"/>
              <a:gd name="connsiteX148" fmla="*/ 685926 w 7467600"/>
              <a:gd name="connsiteY148" fmla="*/ 4703069 h 6858000"/>
              <a:gd name="connsiteX149" fmla="*/ 684248 w 7467600"/>
              <a:gd name="connsiteY149" fmla="*/ 4706721 h 6858000"/>
              <a:gd name="connsiteX150" fmla="*/ 1423113 w 7467600"/>
              <a:gd name="connsiteY150" fmla="*/ 3874565 h 6858000"/>
              <a:gd name="connsiteX151" fmla="*/ 3316479 w 7467600"/>
              <a:gd name="connsiteY151" fmla="*/ 3872136 h 6858000"/>
              <a:gd name="connsiteX152" fmla="*/ 3546806 w 7467600"/>
              <a:gd name="connsiteY152" fmla="*/ 4356139 h 6858000"/>
              <a:gd name="connsiteX153" fmla="*/ 3364433 w 7467600"/>
              <a:gd name="connsiteY153" fmla="*/ 3953121 h 6858000"/>
              <a:gd name="connsiteX154" fmla="*/ 3316479 w 7467600"/>
              <a:gd name="connsiteY154" fmla="*/ 3872136 h 6858000"/>
              <a:gd name="connsiteX155" fmla="*/ 3291335 w 7467600"/>
              <a:gd name="connsiteY155" fmla="*/ 3767420 h 6858000"/>
              <a:gd name="connsiteX156" fmla="*/ 3390805 w 7467600"/>
              <a:gd name="connsiteY156" fmla="*/ 3937163 h 6858000"/>
              <a:gd name="connsiteX157" fmla="*/ 3579062 w 7467600"/>
              <a:gd name="connsiteY157" fmla="*/ 4359040 h 6858000"/>
              <a:gd name="connsiteX158" fmla="*/ 3467355 w 7467600"/>
              <a:gd name="connsiteY158" fmla="*/ 3988130 h 6858000"/>
              <a:gd name="connsiteX159" fmla="*/ 3310753 w 7467600"/>
              <a:gd name="connsiteY159" fmla="*/ 3787140 h 6858000"/>
              <a:gd name="connsiteX160" fmla="*/ 3291335 w 7467600"/>
              <a:gd name="connsiteY160" fmla="*/ 3767420 h 6858000"/>
              <a:gd name="connsiteX161" fmla="*/ 1635889 w 7467600"/>
              <a:gd name="connsiteY161" fmla="*/ 3709494 h 6858000"/>
              <a:gd name="connsiteX162" fmla="*/ 1634800 w 7467600"/>
              <a:gd name="connsiteY162" fmla="*/ 3731111 h 6858000"/>
              <a:gd name="connsiteX163" fmla="*/ 1635889 w 7467600"/>
              <a:gd name="connsiteY163" fmla="*/ 3709494 h 6858000"/>
              <a:gd name="connsiteX164" fmla="*/ 1510397 w 7467600"/>
              <a:gd name="connsiteY164" fmla="*/ 3684705 h 6858000"/>
              <a:gd name="connsiteX165" fmla="*/ 1146550 w 7467600"/>
              <a:gd name="connsiteY165" fmla="*/ 3802012 h 6858000"/>
              <a:gd name="connsiteX166" fmla="*/ 698834 w 7467600"/>
              <a:gd name="connsiteY166" fmla="*/ 3952272 h 6858000"/>
              <a:gd name="connsiteX167" fmla="*/ 34256 w 7467600"/>
              <a:gd name="connsiteY167" fmla="*/ 4347603 h 6858000"/>
              <a:gd name="connsiteX168" fmla="*/ 527241 w 7467600"/>
              <a:gd name="connsiteY168" fmla="*/ 4065078 h 6858000"/>
              <a:gd name="connsiteX169" fmla="*/ 1510397 w 7467600"/>
              <a:gd name="connsiteY169" fmla="*/ 3684705 h 6858000"/>
              <a:gd name="connsiteX170" fmla="*/ 1313114 w 7467600"/>
              <a:gd name="connsiteY170" fmla="*/ 3655216 h 6858000"/>
              <a:gd name="connsiteX171" fmla="*/ 1109304 w 7467600"/>
              <a:gd name="connsiteY171" fmla="*/ 3669030 h 6858000"/>
              <a:gd name="connsiteX172" fmla="*/ 8129 w 7467600"/>
              <a:gd name="connsiteY172" fmla="*/ 4330519 h 6858000"/>
              <a:gd name="connsiteX173" fmla="*/ 687572 w 7467600"/>
              <a:gd name="connsiteY173" fmla="*/ 3925629 h 6858000"/>
              <a:gd name="connsiteX174" fmla="*/ 1138365 w 7467600"/>
              <a:gd name="connsiteY174" fmla="*/ 3774515 h 6858000"/>
              <a:gd name="connsiteX175" fmla="*/ 1505579 w 7467600"/>
              <a:gd name="connsiteY175" fmla="*/ 3655526 h 6858000"/>
              <a:gd name="connsiteX176" fmla="*/ 1313114 w 7467600"/>
              <a:gd name="connsiteY176" fmla="*/ 3655216 h 6858000"/>
              <a:gd name="connsiteX177" fmla="*/ 3655073 w 7467600"/>
              <a:gd name="connsiteY177" fmla="*/ 3650884 h 6858000"/>
              <a:gd name="connsiteX178" fmla="*/ 3989938 w 7467600"/>
              <a:gd name="connsiteY178" fmla="*/ 3991685 h 6858000"/>
              <a:gd name="connsiteX179" fmla="*/ 4393907 w 7467600"/>
              <a:gd name="connsiteY179" fmla="*/ 4261258 h 6858000"/>
              <a:gd name="connsiteX180" fmla="*/ 4648051 w 7467600"/>
              <a:gd name="connsiteY180" fmla="*/ 4374051 h 6858000"/>
              <a:gd name="connsiteX181" fmla="*/ 4383389 w 7467600"/>
              <a:gd name="connsiteY181" fmla="*/ 4184369 h 6858000"/>
              <a:gd name="connsiteX182" fmla="*/ 4165508 w 7467600"/>
              <a:gd name="connsiteY182" fmla="*/ 4035196 h 6858000"/>
              <a:gd name="connsiteX183" fmla="*/ 4068162 w 7467600"/>
              <a:gd name="connsiteY183" fmla="*/ 3953394 h 6858000"/>
              <a:gd name="connsiteX184" fmla="*/ 3981416 w 7467600"/>
              <a:gd name="connsiteY184" fmla="*/ 3880482 h 6858000"/>
              <a:gd name="connsiteX185" fmla="*/ 3800147 w 7467600"/>
              <a:gd name="connsiteY185" fmla="*/ 3749872 h 6858000"/>
              <a:gd name="connsiteX186" fmla="*/ 3655073 w 7467600"/>
              <a:gd name="connsiteY186" fmla="*/ 3650884 h 6858000"/>
              <a:gd name="connsiteX187" fmla="*/ 3670252 w 7467600"/>
              <a:gd name="connsiteY187" fmla="*/ 3622798 h 6858000"/>
              <a:gd name="connsiteX188" fmla="*/ 3817258 w 7467600"/>
              <a:gd name="connsiteY188" fmla="*/ 3723577 h 6858000"/>
              <a:gd name="connsiteX189" fmla="*/ 4000461 w 7467600"/>
              <a:gd name="connsiteY189" fmla="*/ 3855966 h 6858000"/>
              <a:gd name="connsiteX190" fmla="*/ 4088180 w 7467600"/>
              <a:gd name="connsiteY190" fmla="*/ 3929774 h 6858000"/>
              <a:gd name="connsiteX191" fmla="*/ 4184555 w 7467600"/>
              <a:gd name="connsiteY191" fmla="*/ 4010683 h 6858000"/>
              <a:gd name="connsiteX192" fmla="*/ 4399563 w 7467600"/>
              <a:gd name="connsiteY192" fmla="*/ 4158106 h 6858000"/>
              <a:gd name="connsiteX193" fmla="*/ 4684469 w 7467600"/>
              <a:gd name="connsiteY193" fmla="*/ 4364680 h 6858000"/>
              <a:gd name="connsiteX194" fmla="*/ 4690271 w 7467600"/>
              <a:gd name="connsiteY194" fmla="*/ 4370034 h 6858000"/>
              <a:gd name="connsiteX195" fmla="*/ 4136093 w 7467600"/>
              <a:gd name="connsiteY195" fmla="*/ 3858466 h 6858000"/>
              <a:gd name="connsiteX196" fmla="*/ 3670252 w 7467600"/>
              <a:gd name="connsiteY196" fmla="*/ 3622798 h 6858000"/>
              <a:gd name="connsiteX197" fmla="*/ 4440129 w 7467600"/>
              <a:gd name="connsiteY197" fmla="*/ 3448571 h 6858000"/>
              <a:gd name="connsiteX198" fmla="*/ 4856525 w 7467600"/>
              <a:gd name="connsiteY198" fmla="*/ 3915351 h 6858000"/>
              <a:gd name="connsiteX199" fmla="*/ 5059055 w 7467600"/>
              <a:gd name="connsiteY199" fmla="*/ 4108918 h 6858000"/>
              <a:gd name="connsiteX200" fmla="*/ 5290070 w 7467600"/>
              <a:gd name="connsiteY200" fmla="*/ 4263619 h 6858000"/>
              <a:gd name="connsiteX201" fmla="*/ 4834991 w 7467600"/>
              <a:gd name="connsiteY201" fmla="*/ 3830985 h 6858000"/>
              <a:gd name="connsiteX202" fmla="*/ 4440129 w 7467600"/>
              <a:gd name="connsiteY202" fmla="*/ 3448571 h 6858000"/>
              <a:gd name="connsiteX203" fmla="*/ 4441737 w 7467600"/>
              <a:gd name="connsiteY203" fmla="*/ 3399734 h 6858000"/>
              <a:gd name="connsiteX204" fmla="*/ 4431236 w 7467600"/>
              <a:gd name="connsiteY204" fmla="*/ 3400954 h 6858000"/>
              <a:gd name="connsiteX205" fmla="*/ 4557150 w 7467600"/>
              <a:gd name="connsiteY205" fmla="*/ 3510023 h 6858000"/>
              <a:gd name="connsiteX206" fmla="*/ 4856936 w 7467600"/>
              <a:gd name="connsiteY206" fmla="*/ 3809146 h 6858000"/>
              <a:gd name="connsiteX207" fmla="*/ 5111996 w 7467600"/>
              <a:gd name="connsiteY207" fmla="*/ 4065759 h 6858000"/>
              <a:gd name="connsiteX208" fmla="*/ 5388878 w 7467600"/>
              <a:gd name="connsiteY208" fmla="*/ 4300185 h 6858000"/>
              <a:gd name="connsiteX209" fmla="*/ 5425556 w 7467600"/>
              <a:gd name="connsiteY209" fmla="*/ 4308967 h 6858000"/>
              <a:gd name="connsiteX210" fmla="*/ 4943646 w 7467600"/>
              <a:gd name="connsiteY210" fmla="*/ 3822916 h 6858000"/>
              <a:gd name="connsiteX211" fmla="*/ 4594837 w 7467600"/>
              <a:gd name="connsiteY211" fmla="*/ 3532274 h 6858000"/>
              <a:gd name="connsiteX212" fmla="*/ 4441737 w 7467600"/>
              <a:gd name="connsiteY212" fmla="*/ 3399734 h 6858000"/>
              <a:gd name="connsiteX213" fmla="*/ 5425834 w 7467600"/>
              <a:gd name="connsiteY213" fmla="*/ 3162785 h 6858000"/>
              <a:gd name="connsiteX214" fmla="*/ 5401644 w 7467600"/>
              <a:gd name="connsiteY214" fmla="*/ 3617847 h 6858000"/>
              <a:gd name="connsiteX215" fmla="*/ 5467256 w 7467600"/>
              <a:gd name="connsiteY215" fmla="*/ 4175494 h 6858000"/>
              <a:gd name="connsiteX216" fmla="*/ 5448069 w 7467600"/>
              <a:gd name="connsiteY216" fmla="*/ 3567554 h 6858000"/>
              <a:gd name="connsiteX217" fmla="*/ 5425834 w 7467600"/>
              <a:gd name="connsiteY217" fmla="*/ 3162785 h 6858000"/>
              <a:gd name="connsiteX218" fmla="*/ 1318687 w 7467600"/>
              <a:gd name="connsiteY218" fmla="*/ 3113840 h 6858000"/>
              <a:gd name="connsiteX219" fmla="*/ 1066793 w 7467600"/>
              <a:gd name="connsiteY219" fmla="*/ 3212171 h 6858000"/>
              <a:gd name="connsiteX220" fmla="*/ 993319 w 7467600"/>
              <a:gd name="connsiteY220" fmla="*/ 3247648 h 6858000"/>
              <a:gd name="connsiteX221" fmla="*/ 853081 w 7467600"/>
              <a:gd name="connsiteY221" fmla="*/ 3312410 h 6858000"/>
              <a:gd name="connsiteX222" fmla="*/ 805957 w 7467600"/>
              <a:gd name="connsiteY222" fmla="*/ 3330443 h 6858000"/>
              <a:gd name="connsiteX223" fmla="*/ 1318687 w 7467600"/>
              <a:gd name="connsiteY223" fmla="*/ 3113840 h 6858000"/>
              <a:gd name="connsiteX224" fmla="*/ 5453702 w 7467600"/>
              <a:gd name="connsiteY224" fmla="*/ 3090882 h 6858000"/>
              <a:gd name="connsiteX225" fmla="*/ 5480135 w 7467600"/>
              <a:gd name="connsiteY225" fmla="*/ 3565802 h 6858000"/>
              <a:gd name="connsiteX226" fmla="*/ 5499023 w 7467600"/>
              <a:gd name="connsiteY226" fmla="*/ 4166310 h 6858000"/>
              <a:gd name="connsiteX227" fmla="*/ 5547022 w 7467600"/>
              <a:gd name="connsiteY227" fmla="*/ 3607838 h 6858000"/>
              <a:gd name="connsiteX228" fmla="*/ 5515964 w 7467600"/>
              <a:gd name="connsiteY228" fmla="*/ 3378541 h 6858000"/>
              <a:gd name="connsiteX229" fmla="*/ 5453702 w 7467600"/>
              <a:gd name="connsiteY229" fmla="*/ 3090882 h 6858000"/>
              <a:gd name="connsiteX230" fmla="*/ 1238695 w 7467600"/>
              <a:gd name="connsiteY230" fmla="*/ 3076820 h 6858000"/>
              <a:gd name="connsiteX231" fmla="*/ 716371 w 7467600"/>
              <a:gd name="connsiteY231" fmla="*/ 3293249 h 6858000"/>
              <a:gd name="connsiteX232" fmla="*/ 579522 w 7467600"/>
              <a:gd name="connsiteY232" fmla="*/ 3371759 h 6858000"/>
              <a:gd name="connsiteX233" fmla="*/ 600288 w 7467600"/>
              <a:gd name="connsiteY233" fmla="*/ 3365555 h 6858000"/>
              <a:gd name="connsiteX234" fmla="*/ 840692 w 7467600"/>
              <a:gd name="connsiteY234" fmla="*/ 3284921 h 6858000"/>
              <a:gd name="connsiteX235" fmla="*/ 979248 w 7467600"/>
              <a:gd name="connsiteY235" fmla="*/ 3221003 h 6858000"/>
              <a:gd name="connsiteX236" fmla="*/ 1053282 w 7467600"/>
              <a:gd name="connsiteY236" fmla="*/ 3185247 h 6858000"/>
              <a:gd name="connsiteX237" fmla="*/ 1320603 w 7467600"/>
              <a:gd name="connsiteY237" fmla="*/ 3081281 h 6858000"/>
              <a:gd name="connsiteX238" fmla="*/ 1238695 w 7467600"/>
              <a:gd name="connsiteY238" fmla="*/ 3076820 h 6858000"/>
              <a:gd name="connsiteX239" fmla="*/ 5425627 w 7467600"/>
              <a:gd name="connsiteY239" fmla="*/ 2954192 h 6858000"/>
              <a:gd name="connsiteX240" fmla="*/ 5470770 w 7467600"/>
              <a:gd name="connsiteY240" fmla="*/ 3005435 h 6858000"/>
              <a:gd name="connsiteX241" fmla="*/ 5519779 w 7467600"/>
              <a:gd name="connsiteY241" fmla="*/ 4359223 h 6858000"/>
              <a:gd name="connsiteX242" fmla="*/ 5520293 w 7467600"/>
              <a:gd name="connsiteY242" fmla="*/ 4360602 h 6858000"/>
              <a:gd name="connsiteX243" fmla="*/ 5767221 w 7467600"/>
              <a:gd name="connsiteY243" fmla="*/ 4665564 h 6858000"/>
              <a:gd name="connsiteX244" fmla="*/ 6937169 w 7467600"/>
              <a:gd name="connsiteY244" fmla="*/ 4815941 h 6858000"/>
              <a:gd name="connsiteX245" fmla="*/ 6953922 w 7467600"/>
              <a:gd name="connsiteY245" fmla="*/ 4890068 h 6858000"/>
              <a:gd name="connsiteX246" fmla="*/ 6071359 w 7467600"/>
              <a:gd name="connsiteY246" fmla="*/ 4770770 h 6858000"/>
              <a:gd name="connsiteX247" fmla="*/ 6038839 w 7467600"/>
              <a:gd name="connsiteY247" fmla="*/ 4764474 h 6858000"/>
              <a:gd name="connsiteX248" fmla="*/ 6038706 w 7467600"/>
              <a:gd name="connsiteY248" fmla="*/ 4763847 h 6858000"/>
              <a:gd name="connsiteX249" fmla="*/ 6037784 w 7467600"/>
              <a:gd name="connsiteY249" fmla="*/ 4764270 h 6858000"/>
              <a:gd name="connsiteX250" fmla="*/ 6038839 w 7467600"/>
              <a:gd name="connsiteY250" fmla="*/ 4764474 h 6858000"/>
              <a:gd name="connsiteX251" fmla="*/ 6040338 w 7467600"/>
              <a:gd name="connsiteY251" fmla="*/ 4771418 h 6858000"/>
              <a:gd name="connsiteX252" fmla="*/ 6024488 w 7467600"/>
              <a:gd name="connsiteY252" fmla="*/ 4809903 h 6858000"/>
              <a:gd name="connsiteX253" fmla="*/ 5599771 w 7467600"/>
              <a:gd name="connsiteY253" fmla="*/ 5509652 h 6858000"/>
              <a:gd name="connsiteX254" fmla="*/ 5548843 w 7467600"/>
              <a:gd name="connsiteY254" fmla="*/ 5563845 h 6858000"/>
              <a:gd name="connsiteX255" fmla="*/ 5940952 w 7467600"/>
              <a:gd name="connsiteY255" fmla="*/ 6250028 h 6858000"/>
              <a:gd name="connsiteX256" fmla="*/ 6043441 w 7467600"/>
              <a:gd name="connsiteY256" fmla="*/ 6665847 h 6858000"/>
              <a:gd name="connsiteX257" fmla="*/ 6093432 w 7467600"/>
              <a:gd name="connsiteY257" fmla="*/ 6858000 h 6858000"/>
              <a:gd name="connsiteX258" fmla="*/ 6034344 w 7467600"/>
              <a:gd name="connsiteY258" fmla="*/ 6858000 h 6858000"/>
              <a:gd name="connsiteX259" fmla="*/ 6026679 w 7467600"/>
              <a:gd name="connsiteY259" fmla="*/ 6836959 h 6858000"/>
              <a:gd name="connsiteX260" fmla="*/ 5800441 w 7467600"/>
              <a:gd name="connsiteY260" fmla="*/ 6335286 h 6858000"/>
              <a:gd name="connsiteX261" fmla="*/ 5526562 w 7467600"/>
              <a:gd name="connsiteY261" fmla="*/ 5705388 h 6858000"/>
              <a:gd name="connsiteX262" fmla="*/ 5519640 w 7467600"/>
              <a:gd name="connsiteY262" fmla="*/ 5683774 h 6858000"/>
              <a:gd name="connsiteX263" fmla="*/ 5844559 w 7467600"/>
              <a:gd name="connsiteY263" fmla="*/ 6553349 h 6858000"/>
              <a:gd name="connsiteX264" fmla="*/ 5975994 w 7467600"/>
              <a:gd name="connsiteY264" fmla="*/ 6858000 h 6858000"/>
              <a:gd name="connsiteX265" fmla="*/ 5898547 w 7467600"/>
              <a:gd name="connsiteY265" fmla="*/ 6858000 h 6858000"/>
              <a:gd name="connsiteX266" fmla="*/ 5682041 w 7467600"/>
              <a:gd name="connsiteY266" fmla="*/ 6355860 h 6858000"/>
              <a:gd name="connsiteX267" fmla="*/ 5461758 w 7467600"/>
              <a:gd name="connsiteY267" fmla="*/ 5820220 h 6858000"/>
              <a:gd name="connsiteX268" fmla="*/ 5237282 w 7467600"/>
              <a:gd name="connsiteY268" fmla="*/ 6579086 h 6858000"/>
              <a:gd name="connsiteX269" fmla="*/ 5115009 w 7467600"/>
              <a:gd name="connsiteY269" fmla="*/ 6858000 h 6858000"/>
              <a:gd name="connsiteX270" fmla="*/ 5028074 w 7467600"/>
              <a:gd name="connsiteY270" fmla="*/ 6858000 h 6858000"/>
              <a:gd name="connsiteX271" fmla="*/ 5079508 w 7467600"/>
              <a:gd name="connsiteY271" fmla="*/ 6749074 h 6858000"/>
              <a:gd name="connsiteX272" fmla="*/ 5371846 w 7467600"/>
              <a:gd name="connsiteY272" fmla="*/ 5924413 h 6858000"/>
              <a:gd name="connsiteX273" fmla="*/ 5270512 w 7467600"/>
              <a:gd name="connsiteY273" fmla="*/ 6138975 h 6858000"/>
              <a:gd name="connsiteX274" fmla="*/ 5062409 w 7467600"/>
              <a:gd name="connsiteY274" fmla="*/ 6653544 h 6858000"/>
              <a:gd name="connsiteX275" fmla="*/ 5036628 w 7467600"/>
              <a:gd name="connsiteY275" fmla="*/ 6754247 h 6858000"/>
              <a:gd name="connsiteX276" fmla="*/ 5009112 w 7467600"/>
              <a:gd name="connsiteY276" fmla="*/ 6858000 h 6858000"/>
              <a:gd name="connsiteX277" fmla="*/ 4976679 w 7467600"/>
              <a:gd name="connsiteY277" fmla="*/ 6858000 h 6858000"/>
              <a:gd name="connsiteX278" fmla="*/ 5006537 w 7467600"/>
              <a:gd name="connsiteY278" fmla="*/ 6747068 h 6858000"/>
              <a:gd name="connsiteX279" fmla="*/ 5032723 w 7467600"/>
              <a:gd name="connsiteY279" fmla="*/ 6644957 h 6858000"/>
              <a:gd name="connsiteX280" fmla="*/ 5242949 w 7467600"/>
              <a:gd name="connsiteY280" fmla="*/ 6125175 h 6858000"/>
              <a:gd name="connsiteX281" fmla="*/ 5286321 w 7467600"/>
              <a:gd name="connsiteY281" fmla="*/ 6033555 h 6858000"/>
              <a:gd name="connsiteX282" fmla="*/ 5008210 w 7467600"/>
              <a:gd name="connsiteY282" fmla="*/ 6649194 h 6858000"/>
              <a:gd name="connsiteX283" fmla="*/ 4986321 w 7467600"/>
              <a:gd name="connsiteY283" fmla="*/ 6765687 h 6858000"/>
              <a:gd name="connsiteX284" fmla="*/ 4973474 w 7467600"/>
              <a:gd name="connsiteY284" fmla="*/ 6858000 h 6858000"/>
              <a:gd name="connsiteX285" fmla="*/ 4907178 w 7467600"/>
              <a:gd name="connsiteY285" fmla="*/ 6858000 h 6858000"/>
              <a:gd name="connsiteX286" fmla="*/ 4910810 w 7467600"/>
              <a:gd name="connsiteY286" fmla="*/ 6829660 h 6858000"/>
              <a:gd name="connsiteX287" fmla="*/ 4987461 w 7467600"/>
              <a:gd name="connsiteY287" fmla="*/ 6432994 h 6858000"/>
              <a:gd name="connsiteX288" fmla="*/ 5179262 w 7467600"/>
              <a:gd name="connsiteY288" fmla="*/ 6035044 h 6858000"/>
              <a:gd name="connsiteX289" fmla="*/ 4689678 w 7467600"/>
              <a:gd name="connsiteY289" fmla="*/ 6440241 h 6858000"/>
              <a:gd name="connsiteX290" fmla="*/ 4477543 w 7467600"/>
              <a:gd name="connsiteY290" fmla="*/ 6674836 h 6858000"/>
              <a:gd name="connsiteX291" fmla="*/ 4329957 w 7467600"/>
              <a:gd name="connsiteY291" fmla="*/ 6858000 h 6858000"/>
              <a:gd name="connsiteX292" fmla="*/ 4218595 w 7467600"/>
              <a:gd name="connsiteY292" fmla="*/ 6858000 h 6858000"/>
              <a:gd name="connsiteX293" fmla="*/ 4368888 w 7467600"/>
              <a:gd name="connsiteY293" fmla="*/ 6668412 h 6858000"/>
              <a:gd name="connsiteX294" fmla="*/ 4563091 w 7467600"/>
              <a:gd name="connsiteY294" fmla="*/ 6442508 h 6858000"/>
              <a:gd name="connsiteX295" fmla="*/ 5387324 w 7467600"/>
              <a:gd name="connsiteY295" fmla="*/ 5705830 h 6858000"/>
              <a:gd name="connsiteX296" fmla="*/ 5073620 w 7467600"/>
              <a:gd name="connsiteY296" fmla="*/ 5955437 h 6858000"/>
              <a:gd name="connsiteX297" fmla="*/ 4689789 w 7467600"/>
              <a:gd name="connsiteY297" fmla="*/ 6268382 h 6858000"/>
              <a:gd name="connsiteX298" fmla="*/ 4418722 w 7467600"/>
              <a:gd name="connsiteY298" fmla="*/ 6570886 h 6858000"/>
              <a:gd name="connsiteX299" fmla="*/ 4214944 w 7467600"/>
              <a:gd name="connsiteY299" fmla="*/ 6858000 h 6858000"/>
              <a:gd name="connsiteX300" fmla="*/ 4177898 w 7467600"/>
              <a:gd name="connsiteY300" fmla="*/ 6858000 h 6858000"/>
              <a:gd name="connsiteX301" fmla="*/ 4391597 w 7467600"/>
              <a:gd name="connsiteY301" fmla="*/ 6556370 h 6858000"/>
              <a:gd name="connsiteX302" fmla="*/ 4668889 w 7467600"/>
              <a:gd name="connsiteY302" fmla="*/ 6246399 h 6858000"/>
              <a:gd name="connsiteX303" fmla="*/ 5055427 w 7467600"/>
              <a:gd name="connsiteY303" fmla="*/ 5931476 h 6858000"/>
              <a:gd name="connsiteX304" fmla="*/ 5371814 w 7467600"/>
              <a:gd name="connsiteY304" fmla="*/ 5678975 h 6858000"/>
              <a:gd name="connsiteX305" fmla="*/ 4987918 w 7467600"/>
              <a:gd name="connsiteY305" fmla="*/ 5838701 h 6858000"/>
              <a:gd name="connsiteX306" fmla="*/ 4317146 w 7467600"/>
              <a:gd name="connsiteY306" fmla="*/ 6587716 h 6858000"/>
              <a:gd name="connsiteX307" fmla="*/ 4171627 w 7467600"/>
              <a:gd name="connsiteY307" fmla="*/ 6858000 h 6858000"/>
              <a:gd name="connsiteX308" fmla="*/ 4081585 w 7467600"/>
              <a:gd name="connsiteY308" fmla="*/ 6858000 h 6858000"/>
              <a:gd name="connsiteX309" fmla="*/ 4238603 w 7467600"/>
              <a:gd name="connsiteY309" fmla="*/ 6559341 h 6858000"/>
              <a:gd name="connsiteX310" fmla="*/ 4778333 w 7467600"/>
              <a:gd name="connsiteY310" fmla="*/ 5873626 h 6858000"/>
              <a:gd name="connsiteX311" fmla="*/ 5414185 w 7467600"/>
              <a:gd name="connsiteY311" fmla="*/ 5573882 h 6858000"/>
              <a:gd name="connsiteX312" fmla="*/ 5959648 w 7467600"/>
              <a:gd name="connsiteY312" fmla="*/ 4760797 h 6858000"/>
              <a:gd name="connsiteX313" fmla="*/ 5355019 w 7467600"/>
              <a:gd name="connsiteY313" fmla="*/ 4734672 h 6858000"/>
              <a:gd name="connsiteX314" fmla="*/ 5083565 w 7467600"/>
              <a:gd name="connsiteY314" fmla="*/ 5179121 h 6858000"/>
              <a:gd name="connsiteX315" fmla="*/ 4713577 w 7467600"/>
              <a:gd name="connsiteY315" fmla="*/ 5616803 h 6858000"/>
              <a:gd name="connsiteX316" fmla="*/ 3989559 w 7467600"/>
              <a:gd name="connsiteY316" fmla="*/ 6145945 h 6858000"/>
              <a:gd name="connsiteX317" fmla="*/ 3939824 w 7467600"/>
              <a:gd name="connsiteY317" fmla="*/ 6066900 h 6858000"/>
              <a:gd name="connsiteX318" fmla="*/ 4584537 w 7467600"/>
              <a:gd name="connsiteY318" fmla="*/ 5324826 h 6858000"/>
              <a:gd name="connsiteX319" fmla="*/ 5037105 w 7467600"/>
              <a:gd name="connsiteY319" fmla="*/ 5088765 h 6858000"/>
              <a:gd name="connsiteX320" fmla="*/ 5039930 w 7467600"/>
              <a:gd name="connsiteY320" fmla="*/ 5089585 h 6858000"/>
              <a:gd name="connsiteX321" fmla="*/ 5263764 w 7467600"/>
              <a:gd name="connsiteY321" fmla="*/ 4735525 h 6858000"/>
              <a:gd name="connsiteX322" fmla="*/ 4086300 w 7467600"/>
              <a:gd name="connsiteY322" fmla="*/ 4884599 h 6858000"/>
              <a:gd name="connsiteX323" fmla="*/ 4085485 w 7467600"/>
              <a:gd name="connsiteY323" fmla="*/ 4899070 h 6858000"/>
              <a:gd name="connsiteX324" fmla="*/ 3871915 w 7467600"/>
              <a:gd name="connsiteY324" fmla="*/ 5253645 h 6858000"/>
              <a:gd name="connsiteX325" fmla="*/ 3799374 w 7467600"/>
              <a:gd name="connsiteY325" fmla="*/ 5466127 h 6858000"/>
              <a:gd name="connsiteX326" fmla="*/ 3498850 w 7467600"/>
              <a:gd name="connsiteY326" fmla="*/ 6661888 h 6858000"/>
              <a:gd name="connsiteX327" fmla="*/ 3399216 w 7467600"/>
              <a:gd name="connsiteY327" fmla="*/ 6858000 h 6858000"/>
              <a:gd name="connsiteX328" fmla="*/ 3303688 w 7467600"/>
              <a:gd name="connsiteY328" fmla="*/ 6858000 h 6858000"/>
              <a:gd name="connsiteX329" fmla="*/ 3391774 w 7467600"/>
              <a:gd name="connsiteY329" fmla="*/ 6697181 h 6858000"/>
              <a:gd name="connsiteX330" fmla="*/ 3735540 w 7467600"/>
              <a:gd name="connsiteY330" fmla="*/ 5546923 h 6858000"/>
              <a:gd name="connsiteX331" fmla="*/ 3729438 w 7467600"/>
              <a:gd name="connsiteY331" fmla="*/ 5569058 h 6858000"/>
              <a:gd name="connsiteX332" fmla="*/ 3707782 w 7467600"/>
              <a:gd name="connsiteY332" fmla="*/ 5644908 h 6858000"/>
              <a:gd name="connsiteX333" fmla="*/ 3583827 w 7467600"/>
              <a:gd name="connsiteY333" fmla="*/ 6039215 h 6858000"/>
              <a:gd name="connsiteX334" fmla="*/ 3547861 w 7467600"/>
              <a:gd name="connsiteY334" fmla="*/ 6129609 h 6858000"/>
              <a:gd name="connsiteX335" fmla="*/ 3490905 w 7467600"/>
              <a:gd name="connsiteY335" fmla="*/ 6277660 h 6858000"/>
              <a:gd name="connsiteX336" fmla="*/ 3455859 w 7467600"/>
              <a:gd name="connsiteY336" fmla="*/ 6391301 h 6858000"/>
              <a:gd name="connsiteX337" fmla="*/ 3429112 w 7467600"/>
              <a:gd name="connsiteY337" fmla="*/ 6479469 h 6858000"/>
              <a:gd name="connsiteX338" fmla="*/ 3304862 w 7467600"/>
              <a:gd name="connsiteY338" fmla="*/ 6796476 h 6858000"/>
              <a:gd name="connsiteX339" fmla="*/ 3276071 w 7467600"/>
              <a:gd name="connsiteY339" fmla="*/ 6858000 h 6858000"/>
              <a:gd name="connsiteX340" fmla="*/ 3240805 w 7467600"/>
              <a:gd name="connsiteY340" fmla="*/ 6858000 h 6858000"/>
              <a:gd name="connsiteX341" fmla="*/ 3275917 w 7467600"/>
              <a:gd name="connsiteY341" fmla="*/ 6783192 h 6858000"/>
              <a:gd name="connsiteX342" fmla="*/ 3399358 w 7467600"/>
              <a:gd name="connsiteY342" fmla="*/ 6469011 h 6858000"/>
              <a:gd name="connsiteX343" fmla="*/ 3425650 w 7467600"/>
              <a:gd name="connsiteY343" fmla="*/ 6381333 h 6858000"/>
              <a:gd name="connsiteX344" fmla="*/ 3460661 w 7467600"/>
              <a:gd name="connsiteY344" fmla="*/ 6266763 h 6858000"/>
              <a:gd name="connsiteX345" fmla="*/ 3518021 w 7467600"/>
              <a:gd name="connsiteY345" fmla="*/ 6117298 h 6858000"/>
              <a:gd name="connsiteX346" fmla="*/ 3554035 w 7467600"/>
              <a:gd name="connsiteY346" fmla="*/ 6027832 h 6858000"/>
              <a:gd name="connsiteX347" fmla="*/ 3677174 w 7467600"/>
              <a:gd name="connsiteY347" fmla="*/ 5636351 h 6858000"/>
              <a:gd name="connsiteX348" fmla="*/ 3698819 w 7467600"/>
              <a:gd name="connsiteY348" fmla="*/ 5560503 h 6858000"/>
              <a:gd name="connsiteX349" fmla="*/ 3702094 w 7467600"/>
              <a:gd name="connsiteY349" fmla="*/ 5549194 h 6858000"/>
              <a:gd name="connsiteX350" fmla="*/ 3398355 w 7467600"/>
              <a:gd name="connsiteY350" fmla="*/ 6094603 h 6858000"/>
              <a:gd name="connsiteX351" fmla="*/ 3193941 w 7467600"/>
              <a:gd name="connsiteY351" fmla="*/ 6798775 h 6858000"/>
              <a:gd name="connsiteX352" fmla="*/ 3184140 w 7467600"/>
              <a:gd name="connsiteY352" fmla="*/ 6858000 h 6858000"/>
              <a:gd name="connsiteX353" fmla="*/ 3099978 w 7467600"/>
              <a:gd name="connsiteY353" fmla="*/ 6858000 h 6858000"/>
              <a:gd name="connsiteX354" fmla="*/ 3101556 w 7467600"/>
              <a:gd name="connsiteY354" fmla="*/ 6843337 h 6858000"/>
              <a:gd name="connsiteX355" fmla="*/ 3370162 w 7467600"/>
              <a:gd name="connsiteY355" fmla="*/ 5785550 h 6858000"/>
              <a:gd name="connsiteX356" fmla="*/ 3746477 w 7467600"/>
              <a:gd name="connsiteY356" fmla="*/ 5377889 h 6858000"/>
              <a:gd name="connsiteX357" fmla="*/ 3863399 w 7467600"/>
              <a:gd name="connsiteY357" fmla="*/ 5087257 h 6858000"/>
              <a:gd name="connsiteX358" fmla="*/ 3968712 w 7467600"/>
              <a:gd name="connsiteY358" fmla="*/ 4913989 h 6858000"/>
              <a:gd name="connsiteX359" fmla="*/ 2792390 w 7467600"/>
              <a:gd name="connsiteY359" fmla="*/ 5382974 h 6858000"/>
              <a:gd name="connsiteX360" fmla="*/ 2714982 w 7467600"/>
              <a:gd name="connsiteY360" fmla="*/ 5427051 h 6858000"/>
              <a:gd name="connsiteX361" fmla="*/ 2813361 w 7467600"/>
              <a:gd name="connsiteY361" fmla="*/ 6023912 h 6858000"/>
              <a:gd name="connsiteX362" fmla="*/ 2688430 w 7467600"/>
              <a:gd name="connsiteY362" fmla="*/ 6801564 h 6858000"/>
              <a:gd name="connsiteX363" fmla="*/ 2629626 w 7467600"/>
              <a:gd name="connsiteY363" fmla="*/ 6763394 h 6858000"/>
              <a:gd name="connsiteX364" fmla="*/ 2565328 w 7467600"/>
              <a:gd name="connsiteY364" fmla="*/ 5516399 h 6858000"/>
              <a:gd name="connsiteX365" fmla="*/ 1922999 w 7467600"/>
              <a:gd name="connsiteY365" fmla="*/ 5980343 h 6858000"/>
              <a:gd name="connsiteX366" fmla="*/ 1950261 w 7467600"/>
              <a:gd name="connsiteY366" fmla="*/ 6405858 h 6858000"/>
              <a:gd name="connsiteX367" fmla="*/ 2365554 w 7467600"/>
              <a:gd name="connsiteY367" fmla="*/ 6759107 h 6858000"/>
              <a:gd name="connsiteX368" fmla="*/ 2424142 w 7467600"/>
              <a:gd name="connsiteY368" fmla="*/ 6858000 h 6858000"/>
              <a:gd name="connsiteX369" fmla="*/ 2395994 w 7467600"/>
              <a:gd name="connsiteY369" fmla="*/ 6858000 h 6858000"/>
              <a:gd name="connsiteX370" fmla="*/ 2392863 w 7467600"/>
              <a:gd name="connsiteY370" fmla="*/ 6852964 h 6858000"/>
              <a:gd name="connsiteX371" fmla="*/ 2017589 w 7467600"/>
              <a:gd name="connsiteY371" fmla="*/ 6493982 h 6858000"/>
              <a:gd name="connsiteX372" fmla="*/ 2147336 w 7467600"/>
              <a:gd name="connsiteY372" fmla="*/ 6594052 h 6858000"/>
              <a:gd name="connsiteX373" fmla="*/ 2207047 w 7467600"/>
              <a:gd name="connsiteY373" fmla="*/ 6654540 h 6858000"/>
              <a:gd name="connsiteX374" fmla="*/ 2299106 w 7467600"/>
              <a:gd name="connsiteY374" fmla="*/ 6778931 h 6858000"/>
              <a:gd name="connsiteX375" fmla="*/ 2314430 w 7467600"/>
              <a:gd name="connsiteY375" fmla="*/ 6801144 h 6858000"/>
              <a:gd name="connsiteX376" fmla="*/ 2352406 w 7467600"/>
              <a:gd name="connsiteY376" fmla="*/ 6858000 h 6858000"/>
              <a:gd name="connsiteX377" fmla="*/ 2314492 w 7467600"/>
              <a:gd name="connsiteY377" fmla="*/ 6858000 h 6858000"/>
              <a:gd name="connsiteX378" fmla="*/ 2288095 w 7467600"/>
              <a:gd name="connsiteY378" fmla="*/ 6818030 h 6858000"/>
              <a:gd name="connsiteX379" fmla="*/ 2272768 w 7467600"/>
              <a:gd name="connsiteY379" fmla="*/ 6795822 h 6858000"/>
              <a:gd name="connsiteX380" fmla="*/ 2182715 w 7467600"/>
              <a:gd name="connsiteY380" fmla="*/ 6675071 h 6858000"/>
              <a:gd name="connsiteX381" fmla="*/ 2032061 w 7467600"/>
              <a:gd name="connsiteY381" fmla="*/ 6541380 h 6858000"/>
              <a:gd name="connsiteX382" fmla="*/ 2257220 w 7467600"/>
              <a:gd name="connsiteY382" fmla="*/ 6826257 h 6858000"/>
              <a:gd name="connsiteX383" fmla="*/ 2281324 w 7467600"/>
              <a:gd name="connsiteY383" fmla="*/ 6858000 h 6858000"/>
              <a:gd name="connsiteX384" fmla="*/ 2242860 w 7467600"/>
              <a:gd name="connsiteY384" fmla="*/ 6858000 h 6858000"/>
              <a:gd name="connsiteX385" fmla="*/ 2232818 w 7467600"/>
              <a:gd name="connsiteY385" fmla="*/ 6844926 h 6858000"/>
              <a:gd name="connsiteX386" fmla="*/ 1990172 w 7467600"/>
              <a:gd name="connsiteY386" fmla="*/ 6542121 h 6858000"/>
              <a:gd name="connsiteX387" fmla="*/ 2124090 w 7467600"/>
              <a:gd name="connsiteY387" fmla="*/ 6761017 h 6858000"/>
              <a:gd name="connsiteX388" fmla="*/ 2200380 w 7467600"/>
              <a:gd name="connsiteY388" fmla="*/ 6858000 h 6858000"/>
              <a:gd name="connsiteX389" fmla="*/ 2147507 w 7467600"/>
              <a:gd name="connsiteY389" fmla="*/ 6858000 h 6858000"/>
              <a:gd name="connsiteX390" fmla="*/ 2070668 w 7467600"/>
              <a:gd name="connsiteY390" fmla="*/ 6761520 h 6858000"/>
              <a:gd name="connsiteX391" fmla="*/ 1975142 w 7467600"/>
              <a:gd name="connsiteY391" fmla="*/ 6585570 h 6858000"/>
              <a:gd name="connsiteX392" fmla="*/ 2050035 w 7467600"/>
              <a:gd name="connsiteY392" fmla="*/ 6813345 h 6858000"/>
              <a:gd name="connsiteX393" fmla="*/ 2063025 w 7467600"/>
              <a:gd name="connsiteY393" fmla="*/ 6858000 h 6858000"/>
              <a:gd name="connsiteX394" fmla="*/ 2021675 w 7467600"/>
              <a:gd name="connsiteY394" fmla="*/ 6858000 h 6858000"/>
              <a:gd name="connsiteX395" fmla="*/ 2019308 w 7467600"/>
              <a:gd name="connsiteY395" fmla="*/ 6847118 h 6858000"/>
              <a:gd name="connsiteX396" fmla="*/ 1938835 w 7467600"/>
              <a:gd name="connsiteY396" fmla="*/ 6551160 h 6858000"/>
              <a:gd name="connsiteX397" fmla="*/ 1953230 w 7467600"/>
              <a:gd name="connsiteY397" fmla="*/ 6759699 h 6858000"/>
              <a:gd name="connsiteX398" fmla="*/ 1956763 w 7467600"/>
              <a:gd name="connsiteY398" fmla="*/ 6778191 h 6858000"/>
              <a:gd name="connsiteX399" fmla="*/ 1967925 w 7467600"/>
              <a:gd name="connsiteY399" fmla="*/ 6858000 h 6858000"/>
              <a:gd name="connsiteX400" fmla="*/ 1936622 w 7467600"/>
              <a:gd name="connsiteY400" fmla="*/ 6858000 h 6858000"/>
              <a:gd name="connsiteX401" fmla="*/ 1926261 w 7467600"/>
              <a:gd name="connsiteY401" fmla="*/ 6784064 h 6858000"/>
              <a:gd name="connsiteX402" fmla="*/ 1922724 w 7467600"/>
              <a:gd name="connsiteY402" fmla="*/ 6765577 h 6858000"/>
              <a:gd name="connsiteX403" fmla="*/ 1904650 w 7467600"/>
              <a:gd name="connsiteY403" fmla="*/ 6639616 h 6858000"/>
              <a:gd name="connsiteX404" fmla="*/ 1885273 w 7467600"/>
              <a:gd name="connsiteY404" fmla="*/ 6858000 h 6858000"/>
              <a:gd name="connsiteX405" fmla="*/ 1854363 w 7467600"/>
              <a:gd name="connsiteY405" fmla="*/ 6858000 h 6858000"/>
              <a:gd name="connsiteX406" fmla="*/ 1880391 w 7467600"/>
              <a:gd name="connsiteY406" fmla="*/ 6603796 h 6858000"/>
              <a:gd name="connsiteX407" fmla="*/ 1818273 w 7467600"/>
              <a:gd name="connsiteY407" fmla="*/ 6715729 h 6858000"/>
              <a:gd name="connsiteX408" fmla="*/ 1794691 w 7467600"/>
              <a:gd name="connsiteY408" fmla="*/ 6843239 h 6858000"/>
              <a:gd name="connsiteX409" fmla="*/ 1794914 w 7467600"/>
              <a:gd name="connsiteY409" fmla="*/ 6858000 h 6858000"/>
              <a:gd name="connsiteX410" fmla="*/ 1746128 w 7467600"/>
              <a:gd name="connsiteY410" fmla="*/ 6858000 h 6858000"/>
              <a:gd name="connsiteX411" fmla="*/ 1753934 w 7467600"/>
              <a:gd name="connsiteY411" fmla="*/ 6724796 h 6858000"/>
              <a:gd name="connsiteX412" fmla="*/ 1792053 w 7467600"/>
              <a:gd name="connsiteY412" fmla="*/ 6572396 h 6858000"/>
              <a:gd name="connsiteX413" fmla="*/ 1862248 w 7467600"/>
              <a:gd name="connsiteY413" fmla="*/ 6266397 h 6858000"/>
              <a:gd name="connsiteX414" fmla="*/ 1862250 w 7467600"/>
              <a:gd name="connsiteY414" fmla="*/ 6033531 h 6858000"/>
              <a:gd name="connsiteX415" fmla="*/ 1211999 w 7467600"/>
              <a:gd name="connsiteY415" fmla="*/ 6683610 h 6858000"/>
              <a:gd name="connsiteX416" fmla="*/ 1213266 w 7467600"/>
              <a:gd name="connsiteY416" fmla="*/ 6691947 h 6858000"/>
              <a:gd name="connsiteX417" fmla="*/ 1203370 w 7467600"/>
              <a:gd name="connsiteY417" fmla="*/ 6850676 h 6858000"/>
              <a:gd name="connsiteX418" fmla="*/ 1203671 w 7467600"/>
              <a:gd name="connsiteY418" fmla="*/ 6858000 h 6858000"/>
              <a:gd name="connsiteX419" fmla="*/ 1143180 w 7467600"/>
              <a:gd name="connsiteY419" fmla="*/ 6858000 h 6858000"/>
              <a:gd name="connsiteX420" fmla="*/ 1142176 w 7467600"/>
              <a:gd name="connsiteY420" fmla="*/ 6766045 h 6858000"/>
              <a:gd name="connsiteX421" fmla="*/ 1067484 w 7467600"/>
              <a:gd name="connsiteY421" fmla="*/ 6858000 h 6858000"/>
              <a:gd name="connsiteX422" fmla="*/ 953928 w 7467600"/>
              <a:gd name="connsiteY422" fmla="*/ 6858000 h 6858000"/>
              <a:gd name="connsiteX423" fmla="*/ 959715 w 7467600"/>
              <a:gd name="connsiteY423" fmla="*/ 6850185 h 6858000"/>
              <a:gd name="connsiteX424" fmla="*/ 1483788 w 7467600"/>
              <a:gd name="connsiteY424" fmla="*/ 6259174 h 6858000"/>
              <a:gd name="connsiteX425" fmla="*/ 1100671 w 7467600"/>
              <a:gd name="connsiteY425" fmla="*/ 6252137 h 6858000"/>
              <a:gd name="connsiteX426" fmla="*/ 1090144 w 7467600"/>
              <a:gd name="connsiteY426" fmla="*/ 6256748 h 6858000"/>
              <a:gd name="connsiteX427" fmla="*/ 1095872 w 7467600"/>
              <a:gd name="connsiteY427" fmla="*/ 6271892 h 6858000"/>
              <a:gd name="connsiteX428" fmla="*/ 262785 w 7467600"/>
              <a:gd name="connsiteY428" fmla="*/ 6845450 h 6858000"/>
              <a:gd name="connsiteX429" fmla="*/ 209968 w 7467600"/>
              <a:gd name="connsiteY429" fmla="*/ 6770713 h 6858000"/>
              <a:gd name="connsiteX430" fmla="*/ 873460 w 7467600"/>
              <a:gd name="connsiteY430" fmla="*/ 6253768 h 6858000"/>
              <a:gd name="connsiteX431" fmla="*/ 192686 w 7467600"/>
              <a:gd name="connsiteY431" fmla="*/ 5849257 h 6858000"/>
              <a:gd name="connsiteX432" fmla="*/ 4696 w 7467600"/>
              <a:gd name="connsiteY432" fmla="*/ 5697668 h 6858000"/>
              <a:gd name="connsiteX433" fmla="*/ 0 w 7467600"/>
              <a:gd name="connsiteY433" fmla="*/ 5689984 h 6858000"/>
              <a:gd name="connsiteX434" fmla="*/ 0 w 7467600"/>
              <a:gd name="connsiteY434" fmla="*/ 5513472 h 6858000"/>
              <a:gd name="connsiteX435" fmla="*/ 174101 w 7467600"/>
              <a:gd name="connsiteY435" fmla="*/ 5620277 h 6858000"/>
              <a:gd name="connsiteX436" fmla="*/ 891800 w 7467600"/>
              <a:gd name="connsiteY436" fmla="*/ 6036935 h 6858000"/>
              <a:gd name="connsiteX437" fmla="*/ 1072219 w 7467600"/>
              <a:gd name="connsiteY437" fmla="*/ 6169443 h 6858000"/>
              <a:gd name="connsiteX438" fmla="*/ 1074117 w 7467600"/>
              <a:gd name="connsiteY438" fmla="*/ 6170301 h 6858000"/>
              <a:gd name="connsiteX439" fmla="*/ 1083114 w 7467600"/>
              <a:gd name="connsiteY439" fmla="*/ 6174131 h 6858000"/>
              <a:gd name="connsiteX440" fmla="*/ 1543010 w 7467600"/>
              <a:gd name="connsiteY440" fmla="*/ 6191140 h 6858000"/>
              <a:gd name="connsiteX441" fmla="*/ 1551080 w 7467600"/>
              <a:gd name="connsiteY441" fmla="*/ 6195006 h 6858000"/>
              <a:gd name="connsiteX442" fmla="*/ 2345443 w 7467600"/>
              <a:gd name="connsiteY442" fmla="*/ 5549882 h 6858000"/>
              <a:gd name="connsiteX443" fmla="*/ 1721499 w 7467600"/>
              <a:gd name="connsiteY443" fmla="*/ 5599969 h 6858000"/>
              <a:gd name="connsiteX444" fmla="*/ 767716 w 7467600"/>
              <a:gd name="connsiteY444" fmla="*/ 5472768 h 6858000"/>
              <a:gd name="connsiteX445" fmla="*/ 722147 w 7467600"/>
              <a:gd name="connsiteY445" fmla="*/ 5393091 h 6858000"/>
              <a:gd name="connsiteX446" fmla="*/ 1485552 w 7467600"/>
              <a:gd name="connsiteY446" fmla="*/ 5313202 h 6858000"/>
              <a:gd name="connsiteX447" fmla="*/ 2143004 w 7467600"/>
              <a:gd name="connsiteY447" fmla="*/ 5402420 h 6858000"/>
              <a:gd name="connsiteX448" fmla="*/ 1933391 w 7467600"/>
              <a:gd name="connsiteY448" fmla="*/ 5156971 h 6858000"/>
              <a:gd name="connsiteX449" fmla="*/ 1827118 w 7467600"/>
              <a:gd name="connsiteY449" fmla="*/ 4968410 h 6858000"/>
              <a:gd name="connsiteX450" fmla="*/ 1837349 w 7467600"/>
              <a:gd name="connsiteY450" fmla="*/ 4956357 h 6858000"/>
              <a:gd name="connsiteX451" fmla="*/ 2162835 w 7467600"/>
              <a:gd name="connsiteY451" fmla="*/ 5187853 h 6858000"/>
              <a:gd name="connsiteX452" fmla="*/ 2257167 w 7467600"/>
              <a:gd name="connsiteY452" fmla="*/ 5462123 h 6858000"/>
              <a:gd name="connsiteX453" fmla="*/ 2261598 w 7467600"/>
              <a:gd name="connsiteY453" fmla="*/ 5467998 h 6858000"/>
              <a:gd name="connsiteX454" fmla="*/ 2437177 w 7467600"/>
              <a:gd name="connsiteY454" fmla="*/ 5479608 h 6858000"/>
              <a:gd name="connsiteX455" fmla="*/ 2445247 w 7467600"/>
              <a:gd name="connsiteY455" fmla="*/ 5483476 h 6858000"/>
              <a:gd name="connsiteX456" fmla="*/ 2743626 w 7467600"/>
              <a:gd name="connsiteY456" fmla="*/ 5304819 h 6858000"/>
              <a:gd name="connsiteX457" fmla="*/ 3048102 w 7467600"/>
              <a:gd name="connsiteY457" fmla="*/ 5150595 h 6858000"/>
              <a:gd name="connsiteX458" fmla="*/ 1799414 w 7467600"/>
              <a:gd name="connsiteY458" fmla="*/ 4694732 h 6858000"/>
              <a:gd name="connsiteX459" fmla="*/ 1771735 w 7467600"/>
              <a:gd name="connsiteY459" fmla="*/ 4619929 h 6858000"/>
              <a:gd name="connsiteX460" fmla="*/ 3104273 w 7467600"/>
              <a:gd name="connsiteY460" fmla="*/ 5076159 h 6858000"/>
              <a:gd name="connsiteX461" fmla="*/ 3113245 w 7467600"/>
              <a:gd name="connsiteY461" fmla="*/ 5090705 h 6858000"/>
              <a:gd name="connsiteX462" fmla="*/ 3126294 w 7467600"/>
              <a:gd name="connsiteY462" fmla="*/ 5114400 h 6858000"/>
              <a:gd name="connsiteX463" fmla="*/ 3937433 w 7467600"/>
              <a:gd name="connsiteY463" fmla="*/ 4830473 h 6858000"/>
              <a:gd name="connsiteX464" fmla="*/ 3590475 w 7467600"/>
              <a:gd name="connsiteY464" fmla="*/ 4597974 h 6858000"/>
              <a:gd name="connsiteX465" fmla="*/ 3100264 w 7467600"/>
              <a:gd name="connsiteY465" fmla="*/ 4579845 h 6858000"/>
              <a:gd name="connsiteX466" fmla="*/ 2183576 w 7467600"/>
              <a:gd name="connsiteY466" fmla="*/ 4227150 h 6858000"/>
              <a:gd name="connsiteX467" fmla="*/ 2151029 w 7467600"/>
              <a:gd name="connsiteY467" fmla="*/ 4146947 h 6858000"/>
              <a:gd name="connsiteX468" fmla="*/ 3563434 w 7467600"/>
              <a:gd name="connsiteY468" fmla="*/ 4469115 h 6858000"/>
              <a:gd name="connsiteX469" fmla="*/ 3177952 w 7467600"/>
              <a:gd name="connsiteY469" fmla="*/ 3657386 h 6858000"/>
              <a:gd name="connsiteX470" fmla="*/ 3189263 w 7467600"/>
              <a:gd name="connsiteY470" fmla="*/ 3625726 h 6858000"/>
              <a:gd name="connsiteX471" fmla="*/ 3560912 w 7467600"/>
              <a:gd name="connsiteY471" fmla="*/ 4079863 h 6858000"/>
              <a:gd name="connsiteX472" fmla="*/ 3626636 w 7467600"/>
              <a:gd name="connsiteY472" fmla="*/ 4512230 h 6858000"/>
              <a:gd name="connsiteX473" fmla="*/ 3653088 w 7467600"/>
              <a:gd name="connsiteY473" fmla="*/ 4521417 h 6858000"/>
              <a:gd name="connsiteX474" fmla="*/ 3988128 w 7467600"/>
              <a:gd name="connsiteY474" fmla="*/ 4817267 h 6858000"/>
              <a:gd name="connsiteX475" fmla="*/ 4830582 w 7467600"/>
              <a:gd name="connsiteY475" fmla="*/ 4676000 h 6858000"/>
              <a:gd name="connsiteX476" fmla="*/ 4830100 w 7467600"/>
              <a:gd name="connsiteY476" fmla="*/ 4675554 h 6858000"/>
              <a:gd name="connsiteX477" fmla="*/ 4036318 w 7467600"/>
              <a:gd name="connsiteY477" fmla="*/ 4147013 h 6858000"/>
              <a:gd name="connsiteX478" fmla="*/ 3432098 w 7467600"/>
              <a:gd name="connsiteY478" fmla="*/ 3537312 h 6858000"/>
              <a:gd name="connsiteX479" fmla="*/ 3446761 w 7467600"/>
              <a:gd name="connsiteY479" fmla="*/ 3461278 h 6858000"/>
              <a:gd name="connsiteX480" fmla="*/ 4419733 w 7467600"/>
              <a:gd name="connsiteY480" fmla="*/ 3963555 h 6858000"/>
              <a:gd name="connsiteX481" fmla="*/ 4781371 w 7467600"/>
              <a:gd name="connsiteY481" fmla="*/ 4458604 h 6858000"/>
              <a:gd name="connsiteX482" fmla="*/ 4780440 w 7467600"/>
              <a:gd name="connsiteY482" fmla="*/ 4470290 h 6858000"/>
              <a:gd name="connsiteX483" fmla="*/ 4898954 w 7467600"/>
              <a:gd name="connsiteY483" fmla="*/ 4662092 h 6858000"/>
              <a:gd name="connsiteX484" fmla="*/ 4900699 w 7467600"/>
              <a:gd name="connsiteY484" fmla="*/ 4670867 h 6858000"/>
              <a:gd name="connsiteX485" fmla="*/ 5714511 w 7467600"/>
              <a:gd name="connsiteY485" fmla="*/ 4663483 h 6858000"/>
              <a:gd name="connsiteX486" fmla="*/ 5464793 w 7467600"/>
              <a:gd name="connsiteY486" fmla="*/ 4393556 h 6858000"/>
              <a:gd name="connsiteX487" fmla="*/ 5461897 w 7467600"/>
              <a:gd name="connsiteY487" fmla="*/ 4390879 h 6858000"/>
              <a:gd name="connsiteX488" fmla="*/ 4294126 w 7467600"/>
              <a:gd name="connsiteY488" fmla="*/ 3303048 h 6858000"/>
              <a:gd name="connsiteX489" fmla="*/ 4305321 w 7467600"/>
              <a:gd name="connsiteY489" fmla="*/ 3256953 h 6858000"/>
              <a:gd name="connsiteX490" fmla="*/ 4949299 w 7467600"/>
              <a:gd name="connsiteY490" fmla="*/ 3766336 h 6858000"/>
              <a:gd name="connsiteX491" fmla="*/ 5291452 w 7467600"/>
              <a:gd name="connsiteY491" fmla="*/ 4076801 h 6858000"/>
              <a:gd name="connsiteX492" fmla="*/ 5434998 w 7467600"/>
              <a:gd name="connsiteY492" fmla="*/ 4254100 h 6858000"/>
              <a:gd name="connsiteX493" fmla="*/ 5351015 w 7467600"/>
              <a:gd name="connsiteY493" fmla="*/ 3760989 h 6858000"/>
              <a:gd name="connsiteX494" fmla="*/ 5413780 w 7467600"/>
              <a:gd name="connsiteY494" fmla="*/ 2966265 h 6858000"/>
              <a:gd name="connsiteX495" fmla="*/ 5425627 w 7467600"/>
              <a:gd name="connsiteY495" fmla="*/ 2954192 h 6858000"/>
              <a:gd name="connsiteX496" fmla="*/ 6604735 w 7467600"/>
              <a:gd name="connsiteY496" fmla="*/ 2041381 h 6858000"/>
              <a:gd name="connsiteX497" fmla="*/ 7204487 w 7467600"/>
              <a:gd name="connsiteY497" fmla="*/ 2742112 h 6858000"/>
              <a:gd name="connsiteX498" fmla="*/ 7131592 w 7467600"/>
              <a:gd name="connsiteY498" fmla="*/ 2672096 h 6858000"/>
              <a:gd name="connsiteX499" fmla="*/ 6996344 w 7467600"/>
              <a:gd name="connsiteY499" fmla="*/ 2518310 h 6858000"/>
              <a:gd name="connsiteX500" fmla="*/ 6735495 w 7467600"/>
              <a:gd name="connsiteY500" fmla="*/ 2196890 h 6858000"/>
              <a:gd name="connsiteX501" fmla="*/ 6721901 w 7467600"/>
              <a:gd name="connsiteY501" fmla="*/ 2179274 h 6858000"/>
              <a:gd name="connsiteX502" fmla="*/ 6604735 w 7467600"/>
              <a:gd name="connsiteY502" fmla="*/ 2041381 h 6858000"/>
              <a:gd name="connsiteX503" fmla="*/ 6591670 w 7467600"/>
              <a:gd name="connsiteY503" fmla="*/ 1988277 h 6858000"/>
              <a:gd name="connsiteX504" fmla="*/ 6747349 w 7467600"/>
              <a:gd name="connsiteY504" fmla="*/ 2160069 h 6858000"/>
              <a:gd name="connsiteX505" fmla="*/ 6760943 w 7467600"/>
              <a:gd name="connsiteY505" fmla="*/ 2177686 h 6858000"/>
              <a:gd name="connsiteX506" fmla="*/ 7021065 w 7467600"/>
              <a:gd name="connsiteY506" fmla="*/ 2498102 h 6858000"/>
              <a:gd name="connsiteX507" fmla="*/ 7155223 w 7467600"/>
              <a:gd name="connsiteY507" fmla="*/ 2650386 h 6858000"/>
              <a:gd name="connsiteX508" fmla="*/ 7203167 w 7467600"/>
              <a:gd name="connsiteY508" fmla="*/ 2697288 h 6858000"/>
              <a:gd name="connsiteX509" fmla="*/ 6937703 w 7467600"/>
              <a:gd name="connsiteY509" fmla="*/ 2321981 h 6858000"/>
              <a:gd name="connsiteX510" fmla="*/ 6591670 w 7467600"/>
              <a:gd name="connsiteY510" fmla="*/ 1988277 h 6858000"/>
              <a:gd name="connsiteX511" fmla="*/ 5798671 w 7467600"/>
              <a:gd name="connsiteY511" fmla="*/ 1981601 h 6858000"/>
              <a:gd name="connsiteX512" fmla="*/ 5754709 w 7467600"/>
              <a:gd name="connsiteY512" fmla="*/ 2071454 h 6858000"/>
              <a:gd name="connsiteX513" fmla="*/ 5763044 w 7467600"/>
              <a:gd name="connsiteY513" fmla="*/ 2842206 h 6858000"/>
              <a:gd name="connsiteX514" fmla="*/ 5764974 w 7467600"/>
              <a:gd name="connsiteY514" fmla="*/ 2799609 h 6858000"/>
              <a:gd name="connsiteX515" fmla="*/ 5767665 w 7467600"/>
              <a:gd name="connsiteY515" fmla="*/ 2666409 h 6858000"/>
              <a:gd name="connsiteX516" fmla="*/ 5763055 w 7467600"/>
              <a:gd name="connsiteY516" fmla="*/ 2579705 h 6858000"/>
              <a:gd name="connsiteX517" fmla="*/ 5758079 w 7467600"/>
              <a:gd name="connsiteY517" fmla="*/ 2492508 h 6858000"/>
              <a:gd name="connsiteX518" fmla="*/ 5779325 w 7467600"/>
              <a:gd name="connsiteY518" fmla="*/ 2197069 h 6858000"/>
              <a:gd name="connsiteX519" fmla="*/ 5798671 w 7467600"/>
              <a:gd name="connsiteY519" fmla="*/ 1981601 h 6858000"/>
              <a:gd name="connsiteX520" fmla="*/ 5829202 w 7467600"/>
              <a:gd name="connsiteY520" fmla="*/ 1971679 h 6858000"/>
              <a:gd name="connsiteX521" fmla="*/ 5809558 w 7467600"/>
              <a:gd name="connsiteY521" fmla="*/ 2198043 h 6858000"/>
              <a:gd name="connsiteX522" fmla="*/ 5788653 w 7467600"/>
              <a:gd name="connsiteY522" fmla="*/ 2489430 h 6858000"/>
              <a:gd name="connsiteX523" fmla="*/ 5793439 w 7467600"/>
              <a:gd name="connsiteY523" fmla="*/ 2575235 h 6858000"/>
              <a:gd name="connsiteX524" fmla="*/ 5796837 w 7467600"/>
              <a:gd name="connsiteY524" fmla="*/ 2637633 h 6858000"/>
              <a:gd name="connsiteX525" fmla="*/ 5818614 w 7467600"/>
              <a:gd name="connsiteY525" fmla="*/ 2473055 h 6858000"/>
              <a:gd name="connsiteX526" fmla="*/ 5829202 w 7467600"/>
              <a:gd name="connsiteY526" fmla="*/ 1971679 h 6858000"/>
              <a:gd name="connsiteX527" fmla="*/ 5911389 w 7467600"/>
              <a:gd name="connsiteY527" fmla="*/ 1898371 h 6858000"/>
              <a:gd name="connsiteX528" fmla="*/ 6237627 w 7467600"/>
              <a:gd name="connsiteY528" fmla="*/ 2231921 h 6858000"/>
              <a:gd name="connsiteX529" fmla="*/ 5911389 w 7467600"/>
              <a:gd name="connsiteY529" fmla="*/ 1898371 h 6858000"/>
              <a:gd name="connsiteX530" fmla="*/ 6944437 w 7467600"/>
              <a:gd name="connsiteY530" fmla="*/ 1575402 h 6858000"/>
              <a:gd name="connsiteX531" fmla="*/ 6304730 w 7467600"/>
              <a:gd name="connsiteY531" fmla="*/ 1766654 h 6858000"/>
              <a:gd name="connsiteX532" fmla="*/ 6944437 w 7467600"/>
              <a:gd name="connsiteY532" fmla="*/ 1575402 h 6858000"/>
              <a:gd name="connsiteX533" fmla="*/ 7019523 w 7467600"/>
              <a:gd name="connsiteY533" fmla="*/ 1519450 h 6858000"/>
              <a:gd name="connsiteX534" fmla="*/ 6298091 w 7467600"/>
              <a:gd name="connsiteY534" fmla="*/ 1737122 h 6858000"/>
              <a:gd name="connsiteX535" fmla="*/ 7019523 w 7467600"/>
              <a:gd name="connsiteY535" fmla="*/ 1519450 h 6858000"/>
              <a:gd name="connsiteX536" fmla="*/ 2399523 w 7467600"/>
              <a:gd name="connsiteY536" fmla="*/ 1428234 h 6858000"/>
              <a:gd name="connsiteX537" fmla="*/ 2224982 w 7467600"/>
              <a:gd name="connsiteY537" fmla="*/ 1826201 h 6858000"/>
              <a:gd name="connsiteX538" fmla="*/ 2096099 w 7467600"/>
              <a:gd name="connsiteY538" fmla="*/ 2345900 h 6858000"/>
              <a:gd name="connsiteX539" fmla="*/ 2283317 w 7467600"/>
              <a:gd name="connsiteY539" fmla="*/ 1796925 h 6858000"/>
              <a:gd name="connsiteX540" fmla="*/ 2399523 w 7467600"/>
              <a:gd name="connsiteY540" fmla="*/ 1428234 h 6858000"/>
              <a:gd name="connsiteX541" fmla="*/ 2448558 w 7467600"/>
              <a:gd name="connsiteY541" fmla="*/ 1373435 h 6858000"/>
              <a:gd name="connsiteX542" fmla="*/ 2312521 w 7467600"/>
              <a:gd name="connsiteY542" fmla="*/ 1806140 h 6858000"/>
              <a:gd name="connsiteX543" fmla="*/ 2127533 w 7467600"/>
              <a:gd name="connsiteY543" fmla="*/ 2348380 h 6858000"/>
              <a:gd name="connsiteX544" fmla="*/ 2358080 w 7467600"/>
              <a:gd name="connsiteY544" fmla="*/ 1866134 h 6858000"/>
              <a:gd name="connsiteX545" fmla="*/ 2407436 w 7467600"/>
              <a:gd name="connsiteY545" fmla="*/ 1651070 h 6858000"/>
              <a:gd name="connsiteX546" fmla="*/ 2448558 w 7467600"/>
              <a:gd name="connsiteY546" fmla="*/ 1373435 h 6858000"/>
              <a:gd name="connsiteX547" fmla="*/ 278707 w 7467600"/>
              <a:gd name="connsiteY547" fmla="*/ 1352270 h 6858000"/>
              <a:gd name="connsiteX548" fmla="*/ 321570 w 7467600"/>
              <a:gd name="connsiteY548" fmla="*/ 1861610 h 6858000"/>
              <a:gd name="connsiteX549" fmla="*/ 294281 w 7467600"/>
              <a:gd name="connsiteY549" fmla="*/ 1440658 h 6858000"/>
              <a:gd name="connsiteX550" fmla="*/ 278707 w 7467600"/>
              <a:gd name="connsiteY550" fmla="*/ 1352270 h 6858000"/>
              <a:gd name="connsiteX551" fmla="*/ 1423821 w 7467600"/>
              <a:gd name="connsiteY551" fmla="*/ 1351958 h 6858000"/>
              <a:gd name="connsiteX552" fmla="*/ 1638521 w 7467600"/>
              <a:gd name="connsiteY552" fmla="*/ 1908470 h 6858000"/>
              <a:gd name="connsiteX553" fmla="*/ 1754199 w 7467600"/>
              <a:gd name="connsiteY553" fmla="*/ 2149284 h 6858000"/>
              <a:gd name="connsiteX554" fmla="*/ 1908359 w 7467600"/>
              <a:gd name="connsiteY554" fmla="*/ 2364988 h 6858000"/>
              <a:gd name="connsiteX555" fmla="*/ 1647661 w 7467600"/>
              <a:gd name="connsiteY555" fmla="*/ 1825945 h 6858000"/>
              <a:gd name="connsiteX556" fmla="*/ 1423821 w 7467600"/>
              <a:gd name="connsiteY556" fmla="*/ 1351958 h 6858000"/>
              <a:gd name="connsiteX557" fmla="*/ 1431890 w 7467600"/>
              <a:gd name="connsiteY557" fmla="*/ 1306475 h 6858000"/>
              <a:gd name="connsiteX558" fmla="*/ 1507597 w 7467600"/>
              <a:gd name="connsiteY558" fmla="*/ 1446132 h 6858000"/>
              <a:gd name="connsiteX559" fmla="*/ 1674586 w 7467600"/>
              <a:gd name="connsiteY559" fmla="*/ 1813832 h 6858000"/>
              <a:gd name="connsiteX560" fmla="*/ 1815950 w 7467600"/>
              <a:gd name="connsiteY560" fmla="*/ 2128564 h 6858000"/>
              <a:gd name="connsiteX561" fmla="*/ 1984242 w 7467600"/>
              <a:gd name="connsiteY561" fmla="*/ 2430829 h 6858000"/>
              <a:gd name="connsiteX562" fmla="*/ 2014023 w 7467600"/>
              <a:gd name="connsiteY562" fmla="*/ 2450995 h 6858000"/>
              <a:gd name="connsiteX563" fmla="*/ 1747337 w 7467600"/>
              <a:gd name="connsiteY563" fmla="*/ 1855264 h 6858000"/>
              <a:gd name="connsiteX564" fmla="*/ 1533749 w 7467600"/>
              <a:gd name="connsiteY564" fmla="*/ 1478656 h 6858000"/>
              <a:gd name="connsiteX565" fmla="*/ 1431890 w 7467600"/>
              <a:gd name="connsiteY565" fmla="*/ 1306475 h 6858000"/>
              <a:gd name="connsiteX566" fmla="*/ 5052692 w 7467600"/>
              <a:gd name="connsiteY566" fmla="*/ 1292994 h 6858000"/>
              <a:gd name="connsiteX567" fmla="*/ 5200661 w 7467600"/>
              <a:gd name="connsiteY567" fmla="*/ 1635186 h 6858000"/>
              <a:gd name="connsiteX568" fmla="*/ 5297138 w 7467600"/>
              <a:gd name="connsiteY568" fmla="*/ 1906351 h 6858000"/>
              <a:gd name="connsiteX569" fmla="*/ 5052692 w 7467600"/>
              <a:gd name="connsiteY569" fmla="*/ 1292994 h 6858000"/>
              <a:gd name="connsiteX570" fmla="*/ 5009948 w 7467600"/>
              <a:gd name="connsiteY570" fmla="*/ 1273619 h 6858000"/>
              <a:gd name="connsiteX571" fmla="*/ 5121777 w 7467600"/>
              <a:gd name="connsiteY571" fmla="*/ 1654213 h 6858000"/>
              <a:gd name="connsiteX572" fmla="*/ 5293545 w 7467600"/>
              <a:gd name="connsiteY572" fmla="*/ 2072247 h 6858000"/>
              <a:gd name="connsiteX573" fmla="*/ 5294042 w 7467600"/>
              <a:gd name="connsiteY573" fmla="*/ 2065019 h 6858000"/>
              <a:gd name="connsiteX574" fmla="*/ 5171936 w 7467600"/>
              <a:gd name="connsiteY574" fmla="*/ 1647613 h 6858000"/>
              <a:gd name="connsiteX575" fmla="*/ 5009948 w 7467600"/>
              <a:gd name="connsiteY575" fmla="*/ 1273619 h 6858000"/>
              <a:gd name="connsiteX576" fmla="*/ 655236 w 7467600"/>
              <a:gd name="connsiteY576" fmla="*/ 1268632 h 6858000"/>
              <a:gd name="connsiteX577" fmla="*/ 839521 w 7467600"/>
              <a:gd name="connsiteY577" fmla="*/ 1685315 h 6858000"/>
              <a:gd name="connsiteX578" fmla="*/ 1109416 w 7467600"/>
              <a:gd name="connsiteY578" fmla="*/ 2061663 h 6858000"/>
              <a:gd name="connsiteX579" fmla="*/ 1298300 w 7467600"/>
              <a:gd name="connsiteY579" fmla="*/ 2247742 h 6858000"/>
              <a:gd name="connsiteX580" fmla="*/ 1125871 w 7467600"/>
              <a:gd name="connsiteY580" fmla="*/ 1989513 h 6858000"/>
              <a:gd name="connsiteX581" fmla="*/ 981574 w 7467600"/>
              <a:gd name="connsiteY581" fmla="*/ 1783157 h 6858000"/>
              <a:gd name="connsiteX582" fmla="*/ 922198 w 7467600"/>
              <a:gd name="connsiteY582" fmla="*/ 1677437 h 6858000"/>
              <a:gd name="connsiteX583" fmla="*/ 869293 w 7467600"/>
              <a:gd name="connsiteY583" fmla="*/ 1583214 h 6858000"/>
              <a:gd name="connsiteX584" fmla="*/ 751431 w 7467600"/>
              <a:gd name="connsiteY584" fmla="*/ 1405731 h 6858000"/>
              <a:gd name="connsiteX585" fmla="*/ 655236 w 7467600"/>
              <a:gd name="connsiteY585" fmla="*/ 1268632 h 6858000"/>
              <a:gd name="connsiteX586" fmla="*/ 6516292 w 7467600"/>
              <a:gd name="connsiteY586" fmla="*/ 1263064 h 6858000"/>
              <a:gd name="connsiteX587" fmla="*/ 5736320 w 7467600"/>
              <a:gd name="connsiteY587" fmla="*/ 1501803 h 6858000"/>
              <a:gd name="connsiteX588" fmla="*/ 6516292 w 7467600"/>
              <a:gd name="connsiteY588" fmla="*/ 1263064 h 6858000"/>
              <a:gd name="connsiteX589" fmla="*/ 291466 w 7467600"/>
              <a:gd name="connsiteY589" fmla="*/ 1250369 h 6858000"/>
              <a:gd name="connsiteX590" fmla="*/ 323180 w 7467600"/>
              <a:gd name="connsiteY590" fmla="*/ 1435283 h 6858000"/>
              <a:gd name="connsiteX591" fmla="*/ 349381 w 7467600"/>
              <a:gd name="connsiteY591" fmla="*/ 1875041 h 6858000"/>
              <a:gd name="connsiteX592" fmla="*/ 374363 w 7467600"/>
              <a:gd name="connsiteY592" fmla="*/ 1506494 h 6858000"/>
              <a:gd name="connsiteX593" fmla="*/ 302168 w 7467600"/>
              <a:gd name="connsiteY593" fmla="*/ 1274495 h 6858000"/>
              <a:gd name="connsiteX594" fmla="*/ 291466 w 7467600"/>
              <a:gd name="connsiteY594" fmla="*/ 1250369 h 6858000"/>
              <a:gd name="connsiteX595" fmla="*/ 678222 w 7467600"/>
              <a:gd name="connsiteY595" fmla="*/ 1248670 h 6858000"/>
              <a:gd name="connsiteX596" fmla="*/ 775536 w 7467600"/>
              <a:gd name="connsiteY596" fmla="*/ 1388015 h 6858000"/>
              <a:gd name="connsiteX597" fmla="*/ 894529 w 7467600"/>
              <a:gd name="connsiteY597" fmla="*/ 1567739 h 6858000"/>
              <a:gd name="connsiteX598" fmla="*/ 948000 w 7467600"/>
              <a:gd name="connsiteY598" fmla="*/ 1663088 h 6858000"/>
              <a:gd name="connsiteX599" fmla="*/ 1006812 w 7467600"/>
              <a:gd name="connsiteY599" fmla="*/ 1767683 h 6858000"/>
              <a:gd name="connsiteX600" fmla="*/ 1149133 w 7467600"/>
              <a:gd name="connsiteY600" fmla="*/ 1971513 h 6858000"/>
              <a:gd name="connsiteX601" fmla="*/ 1333952 w 7467600"/>
              <a:gd name="connsiteY601" fmla="*/ 2251620 h 6858000"/>
              <a:gd name="connsiteX602" fmla="*/ 1337329 w 7467600"/>
              <a:gd name="connsiteY602" fmla="*/ 2258350 h 6858000"/>
              <a:gd name="connsiteX603" fmla="*/ 1014726 w 7467600"/>
              <a:gd name="connsiteY603" fmla="*/ 1615556 h 6858000"/>
              <a:gd name="connsiteX604" fmla="*/ 678222 w 7467600"/>
              <a:gd name="connsiteY604" fmla="*/ 1248670 h 6858000"/>
              <a:gd name="connsiteX605" fmla="*/ 6691602 w 7467600"/>
              <a:gd name="connsiteY605" fmla="*/ 1140573 h 6858000"/>
              <a:gd name="connsiteX606" fmla="*/ 6571100 w 7467600"/>
              <a:gd name="connsiteY606" fmla="*/ 1183662 h 6858000"/>
              <a:gd name="connsiteX607" fmla="*/ 6241687 w 7467600"/>
              <a:gd name="connsiteY607" fmla="*/ 1257600 h 6858000"/>
              <a:gd name="connsiteX608" fmla="*/ 5693009 w 7467600"/>
              <a:gd name="connsiteY608" fmla="*/ 1478256 h 6858000"/>
              <a:gd name="connsiteX609" fmla="*/ 6548420 w 7467600"/>
              <a:gd name="connsiteY609" fmla="*/ 1214599 h 6858000"/>
              <a:gd name="connsiteX610" fmla="*/ 6605473 w 7467600"/>
              <a:gd name="connsiteY610" fmla="*/ 1184686 h 6858000"/>
              <a:gd name="connsiteX611" fmla="*/ 6691602 w 7467600"/>
              <a:gd name="connsiteY611" fmla="*/ 1140573 h 6858000"/>
              <a:gd name="connsiteX612" fmla="*/ 4002475 w 7467600"/>
              <a:gd name="connsiteY612" fmla="*/ 1037802 h 6858000"/>
              <a:gd name="connsiteX613" fmla="*/ 4000324 w 7467600"/>
              <a:gd name="connsiteY613" fmla="*/ 1039362 h 6858000"/>
              <a:gd name="connsiteX614" fmla="*/ 4002862 w 7467600"/>
              <a:gd name="connsiteY614" fmla="*/ 1042866 h 6858000"/>
              <a:gd name="connsiteX615" fmla="*/ 4002475 w 7467600"/>
              <a:gd name="connsiteY615" fmla="*/ 1037802 h 6858000"/>
              <a:gd name="connsiteX616" fmla="*/ 506322 w 7467600"/>
              <a:gd name="connsiteY616" fmla="*/ 1020997 h 6858000"/>
              <a:gd name="connsiteX617" fmla="*/ 533068 w 7467600"/>
              <a:gd name="connsiteY617" fmla="*/ 1029409 h 6858000"/>
              <a:gd name="connsiteX618" fmla="*/ 1232525 w 7467600"/>
              <a:gd name="connsiteY618" fmla="*/ 1804675 h 6858000"/>
              <a:gd name="connsiteX619" fmla="*/ 1388858 w 7467600"/>
              <a:gd name="connsiteY619" fmla="*/ 2368011 h 6858000"/>
              <a:gd name="connsiteX620" fmla="*/ 1384098 w 7467600"/>
              <a:gd name="connsiteY620" fmla="*/ 2378125 h 6858000"/>
              <a:gd name="connsiteX621" fmla="*/ 1425393 w 7467600"/>
              <a:gd name="connsiteY621" fmla="*/ 2589124 h 6858000"/>
              <a:gd name="connsiteX622" fmla="*/ 1424001 w 7467600"/>
              <a:gd name="connsiteY622" fmla="*/ 2597541 h 6858000"/>
              <a:gd name="connsiteX623" fmla="*/ 2152729 w 7467600"/>
              <a:gd name="connsiteY623" fmla="*/ 2864487 h 6858000"/>
              <a:gd name="connsiteX624" fmla="*/ 2020609 w 7467600"/>
              <a:gd name="connsiteY624" fmla="*/ 2539671 h 6858000"/>
              <a:gd name="connsiteX625" fmla="*/ 2018920 w 7467600"/>
              <a:gd name="connsiteY625" fmla="*/ 2536309 h 6858000"/>
              <a:gd name="connsiteX626" fmla="*/ 1342441 w 7467600"/>
              <a:gd name="connsiteY626" fmla="*/ 1173017 h 6858000"/>
              <a:gd name="connsiteX627" fmla="*/ 1367925 w 7467600"/>
              <a:gd name="connsiteY627" fmla="*/ 1135648 h 6858000"/>
              <a:gd name="connsiteX628" fmla="*/ 1771401 w 7467600"/>
              <a:gd name="connsiteY628" fmla="*/ 1806673 h 6858000"/>
              <a:gd name="connsiteX629" fmla="*/ 1972385 w 7467600"/>
              <a:gd name="connsiteY629" fmla="*/ 2198735 h 6858000"/>
              <a:gd name="connsiteX630" fmla="*/ 2040892 w 7467600"/>
              <a:gd name="connsiteY630" fmla="*/ 2405205 h 6858000"/>
              <a:gd name="connsiteX631" fmla="*/ 2131689 w 7467600"/>
              <a:gd name="connsiteY631" fmla="*/ 1936926 h 6858000"/>
              <a:gd name="connsiteX632" fmla="*/ 2454820 w 7467600"/>
              <a:gd name="connsiteY632" fmla="*/ 1248808 h 6858000"/>
              <a:gd name="connsiteX633" fmla="*/ 2492512 w 7467600"/>
              <a:gd name="connsiteY633" fmla="*/ 1302920 h 6858000"/>
              <a:gd name="connsiteX634" fmla="*/ 2081216 w 7467600"/>
              <a:gd name="connsiteY634" fmla="*/ 2527513 h 6858000"/>
              <a:gd name="connsiteX635" fmla="*/ 2081211 w 7467600"/>
              <a:gd name="connsiteY635" fmla="*/ 2528916 h 6858000"/>
              <a:gd name="connsiteX636" fmla="*/ 2199067 w 7467600"/>
              <a:gd name="connsiteY636" fmla="*/ 2884061 h 6858000"/>
              <a:gd name="connsiteX637" fmla="*/ 3192586 w 7467600"/>
              <a:gd name="connsiteY637" fmla="*/ 3411496 h 6858000"/>
              <a:gd name="connsiteX638" fmla="*/ 3182620 w 7467600"/>
              <a:gd name="connsiteY638" fmla="*/ 3483279 h 6858000"/>
              <a:gd name="connsiteX639" fmla="*/ 2435119 w 7467600"/>
              <a:gd name="connsiteY639" fmla="*/ 3080173 h 6858000"/>
              <a:gd name="connsiteX640" fmla="*/ 2410152 w 7467600"/>
              <a:gd name="connsiteY640" fmla="*/ 3063751 h 6858000"/>
              <a:gd name="connsiteX641" fmla="*/ 2408099 w 7467600"/>
              <a:gd name="connsiteY641" fmla="*/ 3064403 h 6858000"/>
              <a:gd name="connsiteX642" fmla="*/ 2407218 w 7467600"/>
              <a:gd name="connsiteY642" fmla="*/ 3070324 h 6858000"/>
              <a:gd name="connsiteX643" fmla="*/ 2380138 w 7467600"/>
              <a:gd name="connsiteY643" fmla="*/ 3099341 h 6858000"/>
              <a:gd name="connsiteX644" fmla="*/ 1765923 w 7467600"/>
              <a:gd name="connsiteY644" fmla="*/ 3581043 h 6858000"/>
              <a:gd name="connsiteX645" fmla="*/ 1702258 w 7467600"/>
              <a:gd name="connsiteY645" fmla="*/ 3612286 h 6858000"/>
              <a:gd name="connsiteX646" fmla="*/ 1538370 w 7467600"/>
              <a:gd name="connsiteY646" fmla="*/ 3811804 h 6858000"/>
              <a:gd name="connsiteX647" fmla="*/ 542867 w 7467600"/>
              <a:gd name="connsiteY647" fmla="*/ 4944092 h 6858000"/>
              <a:gd name="connsiteX648" fmla="*/ 515800 w 7467600"/>
              <a:gd name="connsiteY648" fmla="*/ 4862180 h 6858000"/>
              <a:gd name="connsiteX649" fmla="*/ 909145 w 7467600"/>
              <a:gd name="connsiteY649" fmla="*/ 4199225 h 6858000"/>
              <a:gd name="connsiteX650" fmla="*/ 1214067 w 7467600"/>
              <a:gd name="connsiteY650" fmla="*/ 3908561 h 6858000"/>
              <a:gd name="connsiteX651" fmla="*/ 640967 w 7467600"/>
              <a:gd name="connsiteY651" fmla="*/ 4105601 h 6858000"/>
              <a:gd name="connsiteX652" fmla="*/ 112563 w 7467600"/>
              <a:gd name="connsiteY652" fmla="*/ 4396952 h 6858000"/>
              <a:gd name="connsiteX653" fmla="*/ 0 w 7467600"/>
              <a:gd name="connsiteY653" fmla="*/ 4466006 h 6858000"/>
              <a:gd name="connsiteX654" fmla="*/ 0 w 7467600"/>
              <a:gd name="connsiteY654" fmla="*/ 4233763 h 6858000"/>
              <a:gd name="connsiteX655" fmla="*/ 36881 w 7467600"/>
              <a:gd name="connsiteY655" fmla="*/ 4200118 h 6858000"/>
              <a:gd name="connsiteX656" fmla="*/ 910534 w 7467600"/>
              <a:gd name="connsiteY656" fmla="*/ 3629753 h 6858000"/>
              <a:gd name="connsiteX657" fmla="*/ 1578717 w 7467600"/>
              <a:gd name="connsiteY657" fmla="*/ 3575982 h 6858000"/>
              <a:gd name="connsiteX658" fmla="*/ 2338780 w 7467600"/>
              <a:gd name="connsiteY658" fmla="*/ 3033725 h 6858000"/>
              <a:gd name="connsiteX659" fmla="*/ 1807991 w 7467600"/>
              <a:gd name="connsiteY659" fmla="*/ 2807184 h 6858000"/>
              <a:gd name="connsiteX660" fmla="*/ 1416358 w 7467600"/>
              <a:gd name="connsiteY660" fmla="*/ 3112571 h 6858000"/>
              <a:gd name="connsiteX661" fmla="*/ 939066 w 7467600"/>
              <a:gd name="connsiteY661" fmla="*/ 3378798 h 6858000"/>
              <a:gd name="connsiteX662" fmla="*/ 115099 w 7467600"/>
              <a:gd name="connsiteY662" fmla="*/ 3607650 h 6858000"/>
              <a:gd name="connsiteX663" fmla="*/ 97284 w 7467600"/>
              <a:gd name="connsiteY663" fmla="*/ 3520393 h 6858000"/>
              <a:gd name="connsiteX664" fmla="*/ 922050 w 7467600"/>
              <a:gd name="connsiteY664" fmla="*/ 3074867 h 6858000"/>
              <a:gd name="connsiteX665" fmla="*/ 1405265 w 7467600"/>
              <a:gd name="connsiteY665" fmla="*/ 3016319 h 6858000"/>
              <a:gd name="connsiteX666" fmla="*/ 1407512 w 7467600"/>
              <a:gd name="connsiteY666" fmla="*/ 3018001 h 6858000"/>
              <a:gd name="connsiteX667" fmla="*/ 1726266 w 7467600"/>
              <a:gd name="connsiteY667" fmla="*/ 2777274 h 6858000"/>
              <a:gd name="connsiteX668" fmla="*/ 625390 w 7467600"/>
              <a:gd name="connsiteY668" fmla="*/ 2514541 h 6858000"/>
              <a:gd name="connsiteX669" fmla="*/ 619799 w 7467600"/>
              <a:gd name="connsiteY669" fmla="*/ 2527180 h 6858000"/>
              <a:gd name="connsiteX670" fmla="*/ 310030 w 7467600"/>
              <a:gd name="connsiteY670" fmla="*/ 2771818 h 6858000"/>
              <a:gd name="connsiteX671" fmla="*/ 173877 w 7467600"/>
              <a:gd name="connsiteY671" fmla="*/ 2937056 h 6858000"/>
              <a:gd name="connsiteX672" fmla="*/ 77889 w 7467600"/>
              <a:gd name="connsiteY672" fmla="*/ 3138440 h 6858000"/>
              <a:gd name="connsiteX673" fmla="*/ 0 w 7467600"/>
              <a:gd name="connsiteY673" fmla="*/ 3271395 h 6858000"/>
              <a:gd name="connsiteX674" fmla="*/ 0 w 7467600"/>
              <a:gd name="connsiteY674" fmla="*/ 3153002 h 6858000"/>
              <a:gd name="connsiteX675" fmla="*/ 2386 w 7467600"/>
              <a:gd name="connsiteY675" fmla="*/ 3149203 h 6858000"/>
              <a:gd name="connsiteX676" fmla="*/ 89753 w 7467600"/>
              <a:gd name="connsiteY676" fmla="*/ 2987702 h 6858000"/>
              <a:gd name="connsiteX677" fmla="*/ 76869 w 7467600"/>
              <a:gd name="connsiteY677" fmla="*/ 3005404 h 6858000"/>
              <a:gd name="connsiteX678" fmla="*/ 32049 w 7467600"/>
              <a:gd name="connsiteY678" fmla="*/ 3065814 h 6858000"/>
              <a:gd name="connsiteX679" fmla="*/ 0 w 7467600"/>
              <a:gd name="connsiteY679" fmla="*/ 3108744 h 6858000"/>
              <a:gd name="connsiteX680" fmla="*/ 0 w 7467600"/>
              <a:gd name="connsiteY680" fmla="*/ 3058059 h 6858000"/>
              <a:gd name="connsiteX681" fmla="*/ 7610 w 7467600"/>
              <a:gd name="connsiteY681" fmla="*/ 3047889 h 6858000"/>
              <a:gd name="connsiteX682" fmla="*/ 52419 w 7467600"/>
              <a:gd name="connsiteY682" fmla="*/ 2987479 h 6858000"/>
              <a:gd name="connsiteX683" fmla="*/ 59142 w 7467600"/>
              <a:gd name="connsiteY683" fmla="*/ 2978488 h 6858000"/>
              <a:gd name="connsiteX684" fmla="*/ 0 w 7467600"/>
              <a:gd name="connsiteY684" fmla="*/ 3015334 h 6858000"/>
              <a:gd name="connsiteX685" fmla="*/ 0 w 7467600"/>
              <a:gd name="connsiteY685" fmla="*/ 2914286 h 6858000"/>
              <a:gd name="connsiteX686" fmla="*/ 36383 w 7467600"/>
              <a:gd name="connsiteY686" fmla="*/ 2901128 h 6858000"/>
              <a:gd name="connsiteX687" fmla="*/ 156329 w 7467600"/>
              <a:gd name="connsiteY687" fmla="*/ 2840533 h 6858000"/>
              <a:gd name="connsiteX688" fmla="*/ 358355 w 7467600"/>
              <a:gd name="connsiteY688" fmla="*/ 2620471 h 6858000"/>
              <a:gd name="connsiteX689" fmla="*/ 510577 w 7467600"/>
              <a:gd name="connsiteY689" fmla="*/ 2501244 h 6858000"/>
              <a:gd name="connsiteX690" fmla="*/ 211967 w 7467600"/>
              <a:gd name="connsiteY690" fmla="*/ 2479171 h 6858000"/>
              <a:gd name="connsiteX691" fmla="*/ 0 w 7467600"/>
              <a:gd name="connsiteY691" fmla="*/ 2476398 h 6858000"/>
              <a:gd name="connsiteX692" fmla="*/ 0 w 7467600"/>
              <a:gd name="connsiteY692" fmla="*/ 2389189 h 6858000"/>
              <a:gd name="connsiteX693" fmla="*/ 103062 w 7467600"/>
              <a:gd name="connsiteY693" fmla="*/ 2389518 h 6858000"/>
              <a:gd name="connsiteX694" fmla="*/ 510734 w 7467600"/>
              <a:gd name="connsiteY694" fmla="*/ 2416201 h 6858000"/>
              <a:gd name="connsiteX695" fmla="*/ 279257 w 7467600"/>
              <a:gd name="connsiteY695" fmla="*/ 2092102 h 6858000"/>
              <a:gd name="connsiteX696" fmla="*/ 65265 w 7467600"/>
              <a:gd name="connsiteY696" fmla="*/ 2006049 h 6858000"/>
              <a:gd name="connsiteX697" fmla="*/ 0 w 7467600"/>
              <a:gd name="connsiteY697" fmla="*/ 1982532 h 6858000"/>
              <a:gd name="connsiteX698" fmla="*/ 0 w 7467600"/>
              <a:gd name="connsiteY698" fmla="*/ 1912789 h 6858000"/>
              <a:gd name="connsiteX699" fmla="*/ 97460 w 7467600"/>
              <a:gd name="connsiteY699" fmla="*/ 1953725 h 6858000"/>
              <a:gd name="connsiteX700" fmla="*/ 221272 w 7467600"/>
              <a:gd name="connsiteY700" fmla="*/ 1980766 h 6858000"/>
              <a:gd name="connsiteX701" fmla="*/ 116765 w 7467600"/>
              <a:gd name="connsiteY701" fmla="*/ 1911033 h 6858000"/>
              <a:gd name="connsiteX702" fmla="*/ 16405 w 7467600"/>
              <a:gd name="connsiteY702" fmla="*/ 1803412 h 6858000"/>
              <a:gd name="connsiteX703" fmla="*/ 0 w 7467600"/>
              <a:gd name="connsiteY703" fmla="*/ 1784777 h 6858000"/>
              <a:gd name="connsiteX704" fmla="*/ 0 w 7467600"/>
              <a:gd name="connsiteY704" fmla="*/ 1740082 h 6858000"/>
              <a:gd name="connsiteX705" fmla="*/ 39394 w 7467600"/>
              <a:gd name="connsiteY705" fmla="*/ 1784856 h 6858000"/>
              <a:gd name="connsiteX706" fmla="*/ 135813 w 7467600"/>
              <a:gd name="connsiteY706" fmla="*/ 1888838 h 6858000"/>
              <a:gd name="connsiteX707" fmla="*/ 242575 w 7467600"/>
              <a:gd name="connsiteY707" fmla="*/ 1958841 h 6858000"/>
              <a:gd name="connsiteX708" fmla="*/ 82197 w 7467600"/>
              <a:gd name="connsiteY708" fmla="*/ 1754826 h 6858000"/>
              <a:gd name="connsiteX709" fmla="*/ 0 w 7467600"/>
              <a:gd name="connsiteY709" fmla="*/ 1679650 h 6858000"/>
              <a:gd name="connsiteX710" fmla="*/ 0 w 7467600"/>
              <a:gd name="connsiteY710" fmla="*/ 1602463 h 6858000"/>
              <a:gd name="connsiteX711" fmla="*/ 84689 w 7467600"/>
              <a:gd name="connsiteY711" fmla="*/ 1677442 h 6858000"/>
              <a:gd name="connsiteX712" fmla="*/ 298437 w 7467600"/>
              <a:gd name="connsiteY712" fmla="*/ 1968019 h 6858000"/>
              <a:gd name="connsiteX713" fmla="*/ 227269 w 7467600"/>
              <a:gd name="connsiteY713" fmla="*/ 1114064 h 6858000"/>
              <a:gd name="connsiteX714" fmla="*/ 248003 w 7467600"/>
              <a:gd name="connsiteY714" fmla="*/ 1089613 h 6858000"/>
              <a:gd name="connsiteX715" fmla="*/ 427020 w 7467600"/>
              <a:gd name="connsiteY715" fmla="*/ 1619803 h 6858000"/>
              <a:gd name="connsiteX716" fmla="*/ 340345 w 7467600"/>
              <a:gd name="connsiteY716" fmla="*/ 2027739 h 6858000"/>
              <a:gd name="connsiteX717" fmla="*/ 360865 w 7467600"/>
              <a:gd name="connsiteY717" fmla="*/ 2044827 h 6858000"/>
              <a:gd name="connsiteX718" fmla="*/ 560414 w 7467600"/>
              <a:gd name="connsiteY718" fmla="*/ 2421457 h 6858000"/>
              <a:gd name="connsiteX719" fmla="*/ 1359703 w 7467600"/>
              <a:gd name="connsiteY719" fmla="*/ 2578554 h 6858000"/>
              <a:gd name="connsiteX720" fmla="*/ 1359422 w 7467600"/>
              <a:gd name="connsiteY720" fmla="*/ 2577994 h 6858000"/>
              <a:gd name="connsiteX721" fmla="*/ 828701 w 7467600"/>
              <a:gd name="connsiteY721" fmla="*/ 1839520 h 6858000"/>
              <a:gd name="connsiteX722" fmla="*/ 494427 w 7467600"/>
              <a:gd name="connsiteY722" fmla="*/ 1092333 h 6858000"/>
              <a:gd name="connsiteX723" fmla="*/ 506322 w 7467600"/>
              <a:gd name="connsiteY723" fmla="*/ 1020997 h 6858000"/>
              <a:gd name="connsiteX724" fmla="*/ 4570198 w 7467600"/>
              <a:gd name="connsiteY724" fmla="*/ 978081 h 6858000"/>
              <a:gd name="connsiteX725" fmla="*/ 4523691 w 7467600"/>
              <a:gd name="connsiteY725" fmla="*/ 1127776 h 6858000"/>
              <a:gd name="connsiteX726" fmla="*/ 4509875 w 7467600"/>
              <a:gd name="connsiteY726" fmla="*/ 1167552 h 6858000"/>
              <a:gd name="connsiteX727" fmla="*/ 4478168 w 7467600"/>
              <a:gd name="connsiteY727" fmla="*/ 1260735 h 6858000"/>
              <a:gd name="connsiteX728" fmla="*/ 4409309 w 7467600"/>
              <a:gd name="connsiteY728" fmla="*/ 1666996 h 6858000"/>
              <a:gd name="connsiteX729" fmla="*/ 4370031 w 7467600"/>
              <a:gd name="connsiteY729" fmla="*/ 1955666 h 6858000"/>
              <a:gd name="connsiteX730" fmla="*/ 4570198 w 7467600"/>
              <a:gd name="connsiteY730" fmla="*/ 978081 h 6858000"/>
              <a:gd name="connsiteX731" fmla="*/ 4557898 w 7467600"/>
              <a:gd name="connsiteY731" fmla="*/ 900011 h 6858000"/>
              <a:gd name="connsiteX732" fmla="*/ 4344840 w 7467600"/>
              <a:gd name="connsiteY732" fmla="*/ 1922038 h 6858000"/>
              <a:gd name="connsiteX733" fmla="*/ 4378710 w 7467600"/>
              <a:gd name="connsiteY733" fmla="*/ 1665516 h 6858000"/>
              <a:gd name="connsiteX734" fmla="*/ 4448798 w 7467600"/>
              <a:gd name="connsiteY734" fmla="*/ 1253024 h 6858000"/>
              <a:gd name="connsiteX735" fmla="*/ 4480315 w 7467600"/>
              <a:gd name="connsiteY735" fmla="*/ 1158454 h 6858000"/>
              <a:gd name="connsiteX736" fmla="*/ 4494133 w 7467600"/>
              <a:gd name="connsiteY736" fmla="*/ 1118676 h 6858000"/>
              <a:gd name="connsiteX737" fmla="*/ 4557898 w 7467600"/>
              <a:gd name="connsiteY737" fmla="*/ 900011 h 6858000"/>
              <a:gd name="connsiteX738" fmla="*/ 5870151 w 7467600"/>
              <a:gd name="connsiteY738" fmla="*/ 898890 h 6858000"/>
              <a:gd name="connsiteX739" fmla="*/ 5861335 w 7467600"/>
              <a:gd name="connsiteY739" fmla="*/ 899177 h 6858000"/>
              <a:gd name="connsiteX740" fmla="*/ 5843702 w 7467600"/>
              <a:gd name="connsiteY740" fmla="*/ 899748 h 6858000"/>
              <a:gd name="connsiteX741" fmla="*/ 5651107 w 7467600"/>
              <a:gd name="connsiteY741" fmla="*/ 920306 h 6858000"/>
              <a:gd name="connsiteX742" fmla="*/ 5459407 w 7467600"/>
              <a:gd name="connsiteY742" fmla="*/ 940975 h 6858000"/>
              <a:gd name="connsiteX743" fmla="*/ 5374846 w 7467600"/>
              <a:gd name="connsiteY743" fmla="*/ 941988 h 6858000"/>
              <a:gd name="connsiteX744" fmla="*/ 5256105 w 7467600"/>
              <a:gd name="connsiteY744" fmla="*/ 945632 h 6858000"/>
              <a:gd name="connsiteX745" fmla="*/ 5107071 w 7467600"/>
              <a:gd name="connsiteY745" fmla="*/ 969720 h 6858000"/>
              <a:gd name="connsiteX746" fmla="*/ 4998681 w 7467600"/>
              <a:gd name="connsiteY746" fmla="*/ 988771 h 6858000"/>
              <a:gd name="connsiteX747" fmla="*/ 5870151 w 7467600"/>
              <a:gd name="connsiteY747" fmla="*/ 898890 h 6858000"/>
              <a:gd name="connsiteX748" fmla="*/ 5504425 w 7467600"/>
              <a:gd name="connsiteY748" fmla="*/ 848067 h 6858000"/>
              <a:gd name="connsiteX749" fmla="*/ 4968849 w 7467600"/>
              <a:gd name="connsiteY749" fmla="*/ 962318 h 6858000"/>
              <a:gd name="connsiteX750" fmla="*/ 5104039 w 7467600"/>
              <a:gd name="connsiteY750" fmla="*/ 940634 h 6858000"/>
              <a:gd name="connsiteX751" fmla="*/ 5256311 w 7467600"/>
              <a:gd name="connsiteY751" fmla="*/ 916490 h 6858000"/>
              <a:gd name="connsiteX752" fmla="*/ 5377381 w 7467600"/>
              <a:gd name="connsiteY752" fmla="*/ 912671 h 6858000"/>
              <a:gd name="connsiteX753" fmla="*/ 5460148 w 7467600"/>
              <a:gd name="connsiteY753" fmla="*/ 911442 h 6858000"/>
              <a:gd name="connsiteX754" fmla="*/ 5648971 w 7467600"/>
              <a:gd name="connsiteY754" fmla="*/ 891331 h 6858000"/>
              <a:gd name="connsiteX755" fmla="*/ 5844807 w 7467600"/>
              <a:gd name="connsiteY755" fmla="*/ 870718 h 6858000"/>
              <a:gd name="connsiteX756" fmla="*/ 5862975 w 7467600"/>
              <a:gd name="connsiteY756" fmla="*/ 869756 h 6858000"/>
              <a:gd name="connsiteX757" fmla="*/ 5920887 w 7467600"/>
              <a:gd name="connsiteY757" fmla="*/ 865929 h 6858000"/>
              <a:gd name="connsiteX758" fmla="*/ 5504425 w 7467600"/>
              <a:gd name="connsiteY758" fmla="*/ 848067 h 6858000"/>
              <a:gd name="connsiteX759" fmla="*/ 3607114 w 7467600"/>
              <a:gd name="connsiteY759" fmla="*/ 467441 h 6858000"/>
              <a:gd name="connsiteX760" fmla="*/ 3296242 w 7467600"/>
              <a:gd name="connsiteY760" fmla="*/ 807991 h 6858000"/>
              <a:gd name="connsiteX761" fmla="*/ 3174674 w 7467600"/>
              <a:gd name="connsiteY761" fmla="*/ 919759 h 6858000"/>
              <a:gd name="connsiteX762" fmla="*/ 3042978 w 7467600"/>
              <a:gd name="connsiteY762" fmla="*/ 1054894 h 6858000"/>
              <a:gd name="connsiteX763" fmla="*/ 2968914 w 7467600"/>
              <a:gd name="connsiteY763" fmla="*/ 1133756 h 6858000"/>
              <a:gd name="connsiteX764" fmla="*/ 3103823 w 7467600"/>
              <a:gd name="connsiteY764" fmla="*/ 1026814 h 6858000"/>
              <a:gd name="connsiteX765" fmla="*/ 3607114 w 7467600"/>
              <a:gd name="connsiteY765" fmla="*/ 467441 h 6858000"/>
              <a:gd name="connsiteX766" fmla="*/ 3744487 w 7467600"/>
              <a:gd name="connsiteY766" fmla="*/ 383136 h 6858000"/>
              <a:gd name="connsiteX767" fmla="*/ 3970213 w 7467600"/>
              <a:gd name="connsiteY767" fmla="*/ 995559 h 6858000"/>
              <a:gd name="connsiteX768" fmla="*/ 3744487 w 7467600"/>
              <a:gd name="connsiteY768" fmla="*/ 383136 h 6858000"/>
              <a:gd name="connsiteX769" fmla="*/ 3624562 w 7467600"/>
              <a:gd name="connsiteY769" fmla="*/ 367041 h 6858000"/>
              <a:gd name="connsiteX770" fmla="*/ 3489712 w 7467600"/>
              <a:gd name="connsiteY770" fmla="*/ 485386 h 6858000"/>
              <a:gd name="connsiteX771" fmla="*/ 3182994 w 7467600"/>
              <a:gd name="connsiteY771" fmla="*/ 828265 h 6858000"/>
              <a:gd name="connsiteX772" fmla="*/ 2892114 w 7467600"/>
              <a:gd name="connsiteY772" fmla="*/ 1172635 h 6858000"/>
              <a:gd name="connsiteX773" fmla="*/ 3021459 w 7467600"/>
              <a:gd name="connsiteY773" fmla="*/ 1035385 h 6858000"/>
              <a:gd name="connsiteX774" fmla="*/ 3153873 w 7467600"/>
              <a:gd name="connsiteY774" fmla="*/ 898971 h 6858000"/>
              <a:gd name="connsiteX775" fmla="*/ 3276511 w 7467600"/>
              <a:gd name="connsiteY775" fmla="*/ 786423 h 6858000"/>
              <a:gd name="connsiteX776" fmla="*/ 3584154 w 7467600"/>
              <a:gd name="connsiteY776" fmla="*/ 448218 h 6858000"/>
              <a:gd name="connsiteX777" fmla="*/ 3624562 w 7467600"/>
              <a:gd name="connsiteY777" fmla="*/ 367041 h 6858000"/>
              <a:gd name="connsiteX778" fmla="*/ 3766672 w 7467600"/>
              <a:gd name="connsiteY778" fmla="*/ 359429 h 6858000"/>
              <a:gd name="connsiteX779" fmla="*/ 3996338 w 7467600"/>
              <a:gd name="connsiteY779" fmla="*/ 968237 h 6858000"/>
              <a:gd name="connsiteX780" fmla="*/ 3766672 w 7467600"/>
              <a:gd name="connsiteY780" fmla="*/ 359429 h 6858000"/>
              <a:gd name="connsiteX781" fmla="*/ 5805386 w 7467600"/>
              <a:gd name="connsiteY781" fmla="*/ 239240 h 6858000"/>
              <a:gd name="connsiteX782" fmla="*/ 5736947 w 7467600"/>
              <a:gd name="connsiteY782" fmla="*/ 261367 h 6858000"/>
              <a:gd name="connsiteX783" fmla="*/ 5427012 w 7467600"/>
              <a:gd name="connsiteY783" fmla="*/ 311272 h 6858000"/>
              <a:gd name="connsiteX784" fmla="*/ 5147818 w 7467600"/>
              <a:gd name="connsiteY784" fmla="*/ 322112 h 6858000"/>
              <a:gd name="connsiteX785" fmla="*/ 5060854 w 7467600"/>
              <a:gd name="connsiteY785" fmla="*/ 311882 h 6858000"/>
              <a:gd name="connsiteX786" fmla="*/ 4945989 w 7467600"/>
              <a:gd name="connsiteY786" fmla="*/ 300516 h 6858000"/>
              <a:gd name="connsiteX787" fmla="*/ 5410479 w 7467600"/>
              <a:gd name="connsiteY787" fmla="*/ 348434 h 6858000"/>
              <a:gd name="connsiteX788" fmla="*/ 5805386 w 7467600"/>
              <a:gd name="connsiteY788" fmla="*/ 239240 h 6858000"/>
              <a:gd name="connsiteX789" fmla="*/ 5905192 w 7467600"/>
              <a:gd name="connsiteY789" fmla="*/ 163079 h 6858000"/>
              <a:gd name="connsiteX790" fmla="*/ 5865655 w 7467600"/>
              <a:gd name="connsiteY790" fmla="*/ 171901 h 6858000"/>
              <a:gd name="connsiteX791" fmla="*/ 5259740 w 7467600"/>
              <a:gd name="connsiteY791" fmla="*/ 257013 h 6858000"/>
              <a:gd name="connsiteX792" fmla="*/ 5208466 w 7467600"/>
              <a:gd name="connsiteY792" fmla="*/ 257550 h 6858000"/>
              <a:gd name="connsiteX793" fmla="*/ 4980204 w 7467600"/>
              <a:gd name="connsiteY793" fmla="*/ 271903 h 6858000"/>
              <a:gd name="connsiteX794" fmla="*/ 5068068 w 7467600"/>
              <a:gd name="connsiteY794" fmla="*/ 282244 h 6858000"/>
              <a:gd name="connsiteX795" fmla="*/ 5153231 w 7467600"/>
              <a:gd name="connsiteY795" fmla="*/ 292240 h 6858000"/>
              <a:gd name="connsiteX796" fmla="*/ 5426491 w 7467600"/>
              <a:gd name="connsiteY796" fmla="*/ 281128 h 6858000"/>
              <a:gd name="connsiteX797" fmla="*/ 5731212 w 7467600"/>
              <a:gd name="connsiteY797" fmla="*/ 231951 h 6858000"/>
              <a:gd name="connsiteX798" fmla="*/ 5905192 w 7467600"/>
              <a:gd name="connsiteY798" fmla="*/ 163079 h 6858000"/>
              <a:gd name="connsiteX799" fmla="*/ 5944437 w 7467600"/>
              <a:gd name="connsiteY799" fmla="*/ 113829 h 6858000"/>
              <a:gd name="connsiteX800" fmla="*/ 5825032 w 7467600"/>
              <a:gd name="connsiteY800" fmla="*/ 146405 h 6858000"/>
              <a:gd name="connsiteX801" fmla="*/ 4955599 w 7467600"/>
              <a:gd name="connsiteY801" fmla="*/ 247008 h 6858000"/>
              <a:gd name="connsiteX802" fmla="*/ 5210104 w 7467600"/>
              <a:gd name="connsiteY802" fmla="*/ 228123 h 6858000"/>
              <a:gd name="connsiteX803" fmla="*/ 5261015 w 7467600"/>
              <a:gd name="connsiteY803" fmla="*/ 227087 h 6858000"/>
              <a:gd name="connsiteX804" fmla="*/ 5861181 w 7467600"/>
              <a:gd name="connsiteY804" fmla="*/ 143093 h 6858000"/>
              <a:gd name="connsiteX805" fmla="*/ 5961252 w 7467600"/>
              <a:gd name="connsiteY805" fmla="*/ 114820 h 6858000"/>
              <a:gd name="connsiteX806" fmla="*/ 5944437 w 7467600"/>
              <a:gd name="connsiteY806" fmla="*/ 113829 h 6858000"/>
              <a:gd name="connsiteX807" fmla="*/ 3882765 w 7467600"/>
              <a:gd name="connsiteY807" fmla="*/ 0 h 6858000"/>
              <a:gd name="connsiteX808" fmla="*/ 3995099 w 7467600"/>
              <a:gd name="connsiteY808" fmla="*/ 0 h 6858000"/>
              <a:gd name="connsiteX809" fmla="*/ 4163818 w 7467600"/>
              <a:gd name="connsiteY809" fmla="*/ 234104 h 6858000"/>
              <a:gd name="connsiteX810" fmla="*/ 4172099 w 7467600"/>
              <a:gd name="connsiteY810" fmla="*/ 234207 h 6858000"/>
              <a:gd name="connsiteX811" fmla="*/ 4784282 w 7467600"/>
              <a:gd name="connsiteY811" fmla="*/ 276561 h 6858000"/>
              <a:gd name="connsiteX812" fmla="*/ 4801687 w 7467600"/>
              <a:gd name="connsiteY812" fmla="*/ 267764 h 6858000"/>
              <a:gd name="connsiteX813" fmla="*/ 6082788 w 7467600"/>
              <a:gd name="connsiteY813" fmla="*/ 64119 h 6858000"/>
              <a:gd name="connsiteX814" fmla="*/ 6099442 w 7467600"/>
              <a:gd name="connsiteY814" fmla="*/ 82568 h 6858000"/>
              <a:gd name="connsiteX815" fmla="*/ 4804137 w 7467600"/>
              <a:gd name="connsiteY815" fmla="*/ 320931 h 6858000"/>
              <a:gd name="connsiteX816" fmla="*/ 4227047 w 7467600"/>
              <a:gd name="connsiteY816" fmla="*/ 313415 h 6858000"/>
              <a:gd name="connsiteX817" fmla="*/ 4346041 w 7467600"/>
              <a:gd name="connsiteY817" fmla="*/ 456086 h 6858000"/>
              <a:gd name="connsiteX818" fmla="*/ 4870967 w 7467600"/>
              <a:gd name="connsiteY818" fmla="*/ 963061 h 6858000"/>
              <a:gd name="connsiteX819" fmla="*/ 4889647 w 7467600"/>
              <a:gd name="connsiteY819" fmla="*/ 957147 h 6858000"/>
              <a:gd name="connsiteX820" fmla="*/ 5422504 w 7467600"/>
              <a:gd name="connsiteY820" fmla="*/ 805191 h 6858000"/>
              <a:gd name="connsiteX821" fmla="*/ 6087656 w 7467600"/>
              <a:gd name="connsiteY821" fmla="*/ 826703 h 6858000"/>
              <a:gd name="connsiteX822" fmla="*/ 6058717 w 7467600"/>
              <a:gd name="connsiteY822" fmla="*/ 865992 h 6858000"/>
              <a:gd name="connsiteX823" fmla="*/ 4974153 w 7467600"/>
              <a:gd name="connsiteY823" fmla="*/ 1045456 h 6858000"/>
              <a:gd name="connsiteX824" fmla="*/ 5627835 w 7467600"/>
              <a:gd name="connsiteY824" fmla="*/ 1472077 h 6858000"/>
              <a:gd name="connsiteX825" fmla="*/ 5629817 w 7467600"/>
              <a:gd name="connsiteY825" fmla="*/ 1471412 h 6858000"/>
              <a:gd name="connsiteX826" fmla="*/ 5634124 w 7467600"/>
              <a:gd name="connsiteY826" fmla="*/ 1470572 h 6858000"/>
              <a:gd name="connsiteX827" fmla="*/ 5755832 w 7467600"/>
              <a:gd name="connsiteY827" fmla="*/ 1383886 h 6858000"/>
              <a:gd name="connsiteX828" fmla="*/ 6014186 w 7467600"/>
              <a:gd name="connsiteY828" fmla="*/ 1279799 h 6858000"/>
              <a:gd name="connsiteX829" fmla="*/ 6901619 w 7467600"/>
              <a:gd name="connsiteY829" fmla="*/ 1047874 h 6858000"/>
              <a:gd name="connsiteX830" fmla="*/ 6931566 w 7467600"/>
              <a:gd name="connsiteY830" fmla="*/ 1062034 h 6858000"/>
              <a:gd name="connsiteX831" fmla="*/ 5790982 w 7467600"/>
              <a:gd name="connsiteY831" fmla="*/ 1561380 h 6858000"/>
              <a:gd name="connsiteX832" fmla="*/ 6188971 w 7467600"/>
              <a:gd name="connsiteY832" fmla="*/ 1755168 h 6858000"/>
              <a:gd name="connsiteX833" fmla="*/ 6202446 w 7467600"/>
              <a:gd name="connsiteY833" fmla="*/ 1752268 h 6858000"/>
              <a:gd name="connsiteX834" fmla="*/ 7179560 w 7467600"/>
              <a:gd name="connsiteY834" fmla="*/ 1467551 h 6858000"/>
              <a:gd name="connsiteX835" fmla="*/ 7158730 w 7467600"/>
              <a:gd name="connsiteY835" fmla="*/ 1507835 h 6858000"/>
              <a:gd name="connsiteX836" fmla="*/ 6326959 w 7467600"/>
              <a:gd name="connsiteY836" fmla="*/ 1817686 h 6858000"/>
              <a:gd name="connsiteX837" fmla="*/ 6537433 w 7467600"/>
              <a:gd name="connsiteY837" fmla="*/ 1907790 h 6858000"/>
              <a:gd name="connsiteX838" fmla="*/ 6550221 w 7467600"/>
              <a:gd name="connsiteY838" fmla="*/ 1910729 h 6858000"/>
              <a:gd name="connsiteX839" fmla="*/ 6964438 w 7467600"/>
              <a:gd name="connsiteY839" fmla="*/ 2209505 h 6858000"/>
              <a:gd name="connsiteX840" fmla="*/ 7367862 w 7467600"/>
              <a:gd name="connsiteY840" fmla="*/ 2806833 h 6858000"/>
              <a:gd name="connsiteX841" fmla="*/ 7364329 w 7467600"/>
              <a:gd name="connsiteY841" fmla="*/ 2826907 h 6858000"/>
              <a:gd name="connsiteX842" fmla="*/ 7290545 w 7467600"/>
              <a:gd name="connsiteY842" fmla="*/ 2850663 h 6858000"/>
              <a:gd name="connsiteX843" fmla="*/ 6472036 w 7467600"/>
              <a:gd name="connsiteY843" fmla="*/ 1959003 h 6858000"/>
              <a:gd name="connsiteX844" fmla="*/ 5792897 w 7467600"/>
              <a:gd name="connsiteY844" fmla="*/ 1647747 h 6858000"/>
              <a:gd name="connsiteX845" fmla="*/ 5842751 w 7467600"/>
              <a:gd name="connsiteY845" fmla="*/ 1816112 h 6858000"/>
              <a:gd name="connsiteX846" fmla="*/ 5847424 w 7467600"/>
              <a:gd name="connsiteY846" fmla="*/ 1815776 h 6858000"/>
              <a:gd name="connsiteX847" fmla="*/ 6399821 w 7467600"/>
              <a:gd name="connsiteY847" fmla="*/ 2344799 h 6858000"/>
              <a:gd name="connsiteX848" fmla="*/ 6323232 w 7467600"/>
              <a:gd name="connsiteY848" fmla="*/ 2389634 h 6858000"/>
              <a:gd name="connsiteX849" fmla="*/ 5942958 w 7467600"/>
              <a:gd name="connsiteY849" fmla="*/ 2077708 h 6858000"/>
              <a:gd name="connsiteX850" fmla="*/ 5921559 w 7467600"/>
              <a:gd name="connsiteY850" fmla="*/ 2378596 h 6858000"/>
              <a:gd name="connsiteX851" fmla="*/ 5817651 w 7467600"/>
              <a:gd name="connsiteY851" fmla="*/ 3023919 h 6858000"/>
              <a:gd name="connsiteX852" fmla="*/ 5729634 w 7467600"/>
              <a:gd name="connsiteY852" fmla="*/ 3051849 h 6858000"/>
              <a:gd name="connsiteX853" fmla="*/ 5611018 w 7467600"/>
              <a:gd name="connsiteY853" fmla="*/ 2316769 h 6858000"/>
              <a:gd name="connsiteX854" fmla="*/ 5687608 w 7467600"/>
              <a:gd name="connsiteY854" fmla="*/ 2039972 h 6858000"/>
              <a:gd name="connsiteX855" fmla="*/ 5657554 w 7467600"/>
              <a:gd name="connsiteY855" fmla="*/ 1576445 h 6858000"/>
              <a:gd name="connsiteX856" fmla="*/ 5150475 w 7467600"/>
              <a:gd name="connsiteY856" fmla="*/ 1274012 h 6858000"/>
              <a:gd name="connsiteX857" fmla="*/ 5349142 w 7467600"/>
              <a:gd name="connsiteY857" fmla="*/ 2204405 h 6858000"/>
              <a:gd name="connsiteX858" fmla="*/ 5262214 w 7467600"/>
              <a:gd name="connsiteY858" fmla="*/ 2233836 h 6858000"/>
              <a:gd name="connsiteX859" fmla="*/ 4981539 w 7467600"/>
              <a:gd name="connsiteY859" fmla="*/ 1542201 h 6858000"/>
              <a:gd name="connsiteX860" fmla="*/ 4958461 w 7467600"/>
              <a:gd name="connsiteY860" fmla="*/ 1136957 h 6858000"/>
              <a:gd name="connsiteX861" fmla="*/ 4655015 w 7467600"/>
              <a:gd name="connsiteY861" fmla="*/ 891426 h 6858000"/>
              <a:gd name="connsiteX862" fmla="*/ 4348002 w 7467600"/>
              <a:gd name="connsiteY862" fmla="*/ 2205895 h 6858000"/>
              <a:gd name="connsiteX863" fmla="*/ 4262250 w 7467600"/>
              <a:gd name="connsiteY863" fmla="*/ 2219972 h 6858000"/>
              <a:gd name="connsiteX864" fmla="*/ 4550611 w 7467600"/>
              <a:gd name="connsiteY864" fmla="*/ 817540 h 6858000"/>
              <a:gd name="connsiteX865" fmla="*/ 4564418 w 7467600"/>
              <a:gd name="connsiteY865" fmla="*/ 808293 h 6858000"/>
              <a:gd name="connsiteX866" fmla="*/ 4266388 w 7467600"/>
              <a:gd name="connsiteY866" fmla="*/ 500083 h 6858000"/>
              <a:gd name="connsiteX867" fmla="*/ 4032842 w 7467600"/>
              <a:gd name="connsiteY867" fmla="*/ 211809 h 6858000"/>
              <a:gd name="connsiteX868" fmla="*/ 3882765 w 7467600"/>
              <a:gd name="connsiteY868" fmla="*/ 0 h 6858000"/>
              <a:gd name="connsiteX869" fmla="*/ 3721337 w 7467600"/>
              <a:gd name="connsiteY869" fmla="*/ 0 h 6858000"/>
              <a:gd name="connsiteX870" fmla="*/ 3797544 w 7467600"/>
              <a:gd name="connsiteY870" fmla="*/ 0 h 6858000"/>
              <a:gd name="connsiteX871" fmla="*/ 3775734 w 7467600"/>
              <a:gd name="connsiteY871" fmla="*/ 95131 h 6858000"/>
              <a:gd name="connsiteX872" fmla="*/ 3724807 w 7467600"/>
              <a:gd name="connsiteY872" fmla="*/ 272257 h 6858000"/>
              <a:gd name="connsiteX873" fmla="*/ 3726844 w 7467600"/>
              <a:gd name="connsiteY873" fmla="*/ 282988 h 6858000"/>
              <a:gd name="connsiteX874" fmla="*/ 3742664 w 7467600"/>
              <a:gd name="connsiteY874" fmla="*/ 279918 h 6858000"/>
              <a:gd name="connsiteX875" fmla="*/ 4103910 w 7467600"/>
              <a:gd name="connsiteY875" fmla="*/ 1161917 h 6858000"/>
              <a:gd name="connsiteX876" fmla="*/ 4020269 w 7467600"/>
              <a:gd name="connsiteY876" fmla="*/ 1200406 h 6858000"/>
              <a:gd name="connsiteX877" fmla="*/ 3674882 w 7467600"/>
              <a:gd name="connsiteY877" fmla="*/ 488524 h 6858000"/>
              <a:gd name="connsiteX878" fmla="*/ 3132682 w 7467600"/>
              <a:gd name="connsiteY878" fmla="*/ 1072284 h 6858000"/>
              <a:gd name="connsiteX879" fmla="*/ 2716346 w 7467600"/>
              <a:gd name="connsiteY879" fmla="*/ 1276376 h 6858000"/>
              <a:gd name="connsiteX880" fmla="*/ 2716772 w 7467600"/>
              <a:gd name="connsiteY880" fmla="*/ 1255462 h 6858000"/>
              <a:gd name="connsiteX881" fmla="*/ 3471096 w 7467600"/>
              <a:gd name="connsiteY881" fmla="*/ 437072 h 6858000"/>
              <a:gd name="connsiteX882" fmla="*/ 3639057 w 7467600"/>
              <a:gd name="connsiteY882" fmla="*/ 286334 h 6858000"/>
              <a:gd name="connsiteX883" fmla="*/ 3640309 w 7467600"/>
              <a:gd name="connsiteY883" fmla="*/ 284664 h 6858000"/>
              <a:gd name="connsiteX884" fmla="*/ 3646022 w 7467600"/>
              <a:gd name="connsiteY884" fmla="*/ 276711 h 6858000"/>
              <a:gd name="connsiteX885" fmla="*/ 3707943 w 7467600"/>
              <a:gd name="connsiteY885" fmla="*/ 65958 h 6858000"/>
              <a:gd name="connsiteX886" fmla="*/ 3721337 w 7467600"/>
              <a:gd name="connsiteY886" fmla="*/ 0 h 6858000"/>
              <a:gd name="connsiteX887" fmla="*/ 2867960 w 7467600"/>
              <a:gd name="connsiteY887" fmla="*/ 0 h 6858000"/>
              <a:gd name="connsiteX888" fmla="*/ 2926351 w 7467600"/>
              <a:gd name="connsiteY888" fmla="*/ 0 h 6858000"/>
              <a:gd name="connsiteX889" fmla="*/ 2902823 w 7467600"/>
              <a:gd name="connsiteY889" fmla="*/ 262929 h 6858000"/>
              <a:gd name="connsiteX890" fmla="*/ 2940663 w 7467600"/>
              <a:gd name="connsiteY890" fmla="*/ 140884 h 6858000"/>
              <a:gd name="connsiteX891" fmla="*/ 2947039 w 7467600"/>
              <a:gd name="connsiteY891" fmla="*/ 122524 h 6858000"/>
              <a:gd name="connsiteX892" fmla="*/ 2984316 w 7467600"/>
              <a:gd name="connsiteY892" fmla="*/ 0 h 6858000"/>
              <a:gd name="connsiteX893" fmla="*/ 3016114 w 7467600"/>
              <a:gd name="connsiteY893" fmla="*/ 0 h 6858000"/>
              <a:gd name="connsiteX894" fmla="*/ 2979949 w 7467600"/>
              <a:gd name="connsiteY894" fmla="*/ 119274 h 6858000"/>
              <a:gd name="connsiteX895" fmla="*/ 3023879 w 7467600"/>
              <a:gd name="connsiteY895" fmla="*/ 0 h 6858000"/>
              <a:gd name="connsiteX896" fmla="*/ 3105400 w 7467600"/>
              <a:gd name="connsiteY896" fmla="*/ 0 h 6858000"/>
              <a:gd name="connsiteX897" fmla="*/ 3094669 w 7467600"/>
              <a:gd name="connsiteY897" fmla="*/ 30308 h 6858000"/>
              <a:gd name="connsiteX898" fmla="*/ 2901945 w 7467600"/>
              <a:gd name="connsiteY898" fmla="*/ 466538 h 6858000"/>
              <a:gd name="connsiteX899" fmla="*/ 2815209 w 7467600"/>
              <a:gd name="connsiteY899" fmla="*/ 497361 h 6858000"/>
              <a:gd name="connsiteX900" fmla="*/ 2844845 w 7467600"/>
              <a:gd name="connsiteY900" fmla="*/ 127638 h 6858000"/>
              <a:gd name="connsiteX901" fmla="*/ 2867960 w 7467600"/>
              <a:gd name="connsiteY901" fmla="*/ 0 h 6858000"/>
              <a:gd name="connsiteX902" fmla="*/ 1057230 w 7467600"/>
              <a:gd name="connsiteY902" fmla="*/ 0 h 6858000"/>
              <a:gd name="connsiteX903" fmla="*/ 1111003 w 7467600"/>
              <a:gd name="connsiteY903" fmla="*/ 0 h 6858000"/>
              <a:gd name="connsiteX904" fmla="*/ 1125553 w 7467600"/>
              <a:gd name="connsiteY904" fmla="*/ 52588 h 6858000"/>
              <a:gd name="connsiteX905" fmla="*/ 1304276 w 7467600"/>
              <a:gd name="connsiteY905" fmla="*/ 476275 h 6858000"/>
              <a:gd name="connsiteX906" fmla="*/ 1492066 w 7467600"/>
              <a:gd name="connsiteY906" fmla="*/ 886333 h 6858000"/>
              <a:gd name="connsiteX907" fmla="*/ 1423698 w 7467600"/>
              <a:gd name="connsiteY907" fmla="*/ 710817 h 6858000"/>
              <a:gd name="connsiteX908" fmla="*/ 1357609 w 7467600"/>
              <a:gd name="connsiteY908" fmla="*/ 532892 h 6858000"/>
              <a:gd name="connsiteX909" fmla="*/ 1309550 w 7467600"/>
              <a:gd name="connsiteY909" fmla="*/ 374031 h 6858000"/>
              <a:gd name="connsiteX910" fmla="*/ 1193673 w 7467600"/>
              <a:gd name="connsiteY910" fmla="*/ 49533 h 6858000"/>
              <a:gd name="connsiteX911" fmla="*/ 1164391 w 7467600"/>
              <a:gd name="connsiteY911" fmla="*/ 0 h 6858000"/>
              <a:gd name="connsiteX912" fmla="*/ 1200666 w 7467600"/>
              <a:gd name="connsiteY912" fmla="*/ 0 h 6858000"/>
              <a:gd name="connsiteX913" fmla="*/ 1223408 w 7467600"/>
              <a:gd name="connsiteY913" fmla="*/ 38996 h 6858000"/>
              <a:gd name="connsiteX914" fmla="*/ 1339635 w 7467600"/>
              <a:gd name="connsiteY914" fmla="*/ 365517 h 6858000"/>
              <a:gd name="connsiteX915" fmla="*/ 1387469 w 7467600"/>
              <a:gd name="connsiteY915" fmla="*/ 523079 h 6858000"/>
              <a:gd name="connsiteX916" fmla="*/ 1452685 w 7467600"/>
              <a:gd name="connsiteY916" fmla="*/ 699806 h 6858000"/>
              <a:gd name="connsiteX917" fmla="*/ 1492092 w 7467600"/>
              <a:gd name="connsiteY917" fmla="*/ 800424 h 6858000"/>
              <a:gd name="connsiteX918" fmla="*/ 1455302 w 7467600"/>
              <a:gd name="connsiteY918" fmla="*/ 632913 h 6858000"/>
              <a:gd name="connsiteX919" fmla="*/ 1222336 w 7467600"/>
              <a:gd name="connsiteY919" fmla="*/ 9480 h 6858000"/>
              <a:gd name="connsiteX920" fmla="*/ 1214634 w 7467600"/>
              <a:gd name="connsiteY920" fmla="*/ 0 h 6858000"/>
              <a:gd name="connsiteX921" fmla="*/ 1289827 w 7467600"/>
              <a:gd name="connsiteY921" fmla="*/ 0 h 6858000"/>
              <a:gd name="connsiteX922" fmla="*/ 1321076 w 7467600"/>
              <a:gd name="connsiteY922" fmla="*/ 59722 h 6858000"/>
              <a:gd name="connsiteX923" fmla="*/ 1512579 w 7467600"/>
              <a:gd name="connsiteY923" fmla="*/ 626441 h 6858000"/>
              <a:gd name="connsiteX924" fmla="*/ 1506076 w 7467600"/>
              <a:gd name="connsiteY924" fmla="*/ 1089289 h 6858000"/>
              <a:gd name="connsiteX925" fmla="*/ 1486346 w 7467600"/>
              <a:gd name="connsiteY925" fmla="*/ 1079919 h 6858000"/>
              <a:gd name="connsiteX926" fmla="*/ 1070511 w 7467600"/>
              <a:gd name="connsiteY926" fmla="*/ 48609 h 6858000"/>
              <a:gd name="connsiteX927" fmla="*/ 1057230 w 7467600"/>
              <a:gd name="connsiteY927" fmla="*/ 0 h 6858000"/>
              <a:gd name="connsiteX928" fmla="*/ 43151 w 7467600"/>
              <a:gd name="connsiteY928" fmla="*/ 0 h 6858000"/>
              <a:gd name="connsiteX929" fmla="*/ 95283 w 7467600"/>
              <a:gd name="connsiteY929" fmla="*/ 0 h 6858000"/>
              <a:gd name="connsiteX930" fmla="*/ 300708 w 7467600"/>
              <a:gd name="connsiteY930" fmla="*/ 154571 h 6858000"/>
              <a:gd name="connsiteX931" fmla="*/ 530414 w 7467600"/>
              <a:gd name="connsiteY931" fmla="*/ 354673 h 6858000"/>
              <a:gd name="connsiteX932" fmla="*/ 333785 w 7467600"/>
              <a:gd name="connsiteY932" fmla="*/ 161564 h 6858000"/>
              <a:gd name="connsiteX933" fmla="*/ 147005 w 7467600"/>
              <a:gd name="connsiteY933" fmla="*/ 0 h 6858000"/>
              <a:gd name="connsiteX934" fmla="*/ 272509 w 7467600"/>
              <a:gd name="connsiteY934" fmla="*/ 0 h 6858000"/>
              <a:gd name="connsiteX935" fmla="*/ 326276 w 7467600"/>
              <a:gd name="connsiteY935" fmla="*/ 45847 h 6858000"/>
              <a:gd name="connsiteX936" fmla="*/ 823759 w 7467600"/>
              <a:gd name="connsiteY936" fmla="*/ 574145 h 6858000"/>
              <a:gd name="connsiteX937" fmla="*/ 811254 w 7467600"/>
              <a:gd name="connsiteY937" fmla="*/ 665546 h 6858000"/>
              <a:gd name="connsiteX938" fmla="*/ 154042 w 7467600"/>
              <a:gd name="connsiteY938" fmla="*/ 261522 h 6858000"/>
              <a:gd name="connsiteX939" fmla="*/ 13550 w 7467600"/>
              <a:gd name="connsiteY939" fmla="*/ 158423 h 6858000"/>
              <a:gd name="connsiteX940" fmla="*/ 0 w 7467600"/>
              <a:gd name="connsiteY940" fmla="*/ 146618 h 6858000"/>
              <a:gd name="connsiteX941" fmla="*/ 0 w 7467600"/>
              <a:gd name="connsiteY941" fmla="*/ 59161 h 6858000"/>
              <a:gd name="connsiteX942" fmla="*/ 45427 w 7467600"/>
              <a:gd name="connsiteY942" fmla="*/ 101078 h 6858000"/>
              <a:gd name="connsiteX943" fmla="*/ 630103 w 7467600"/>
              <a:gd name="connsiteY943" fmla="*/ 485885 h 6858000"/>
              <a:gd name="connsiteX944" fmla="*/ 532040 w 7467600"/>
              <a:gd name="connsiteY944" fmla="*/ 399359 h 6858000"/>
              <a:gd name="connsiteX945" fmla="*/ 517618 w 7467600"/>
              <a:gd name="connsiteY945" fmla="*/ 385726 h 6858000"/>
              <a:gd name="connsiteX946" fmla="*/ 285074 w 7467600"/>
              <a:gd name="connsiteY946" fmla="*/ 182755 h 6858000"/>
              <a:gd name="connsiteX947" fmla="*/ 43151 w 7467600"/>
              <a:gd name="connsiteY94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3615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1019354 w 7467600"/>
              <a:gd name="connsiteY15" fmla="*/ 6315006 h 6858000"/>
              <a:gd name="connsiteX16" fmla="*/ 441046 w 7467600"/>
              <a:gd name="connsiteY16" fmla="*/ 6691153 h 6858000"/>
              <a:gd name="connsiteX17" fmla="*/ 1019354 w 7467600"/>
              <a:gd name="connsiteY17" fmla="*/ 6315006 h 6858000"/>
              <a:gd name="connsiteX18" fmla="*/ 991680 w 7467600"/>
              <a:gd name="connsiteY18" fmla="*/ 6298413 h 6858000"/>
              <a:gd name="connsiteX19" fmla="*/ 409060 w 7467600"/>
              <a:gd name="connsiteY19" fmla="*/ 6671470 h 6858000"/>
              <a:gd name="connsiteX20" fmla="*/ 991680 w 7467600"/>
              <a:gd name="connsiteY20" fmla="*/ 6298413 h 6858000"/>
              <a:gd name="connsiteX21" fmla="*/ 103333 w 7467600"/>
              <a:gd name="connsiteY21" fmla="*/ 5699602 h 6858000"/>
              <a:gd name="connsiteX22" fmla="*/ 233938 w 7467600"/>
              <a:gd name="connsiteY22" fmla="*/ 5809416 h 6858000"/>
              <a:gd name="connsiteX23" fmla="*/ 883580 w 7467600"/>
              <a:gd name="connsiteY23" fmla="*/ 6180710 h 6858000"/>
              <a:gd name="connsiteX24" fmla="*/ 487337 w 7467600"/>
              <a:gd name="connsiteY24" fmla="*/ 5950182 h 6858000"/>
              <a:gd name="connsiteX25" fmla="*/ 354051 w 7467600"/>
              <a:gd name="connsiteY25" fmla="*/ 5854912 h 6858000"/>
              <a:gd name="connsiteX26" fmla="*/ 195436 w 7467600"/>
              <a:gd name="connsiteY26" fmla="*/ 5755068 h 6858000"/>
              <a:gd name="connsiteX27" fmla="*/ 103333 w 7467600"/>
              <a:gd name="connsiteY27" fmla="*/ 5699602 h 6858000"/>
              <a:gd name="connsiteX28" fmla="*/ 5539432 w 7467600"/>
              <a:gd name="connsiteY28" fmla="*/ 5642928 h 6858000"/>
              <a:gd name="connsiteX29" fmla="*/ 5555462 w 7467600"/>
              <a:gd name="connsiteY29" fmla="*/ 5694454 h 6858000"/>
              <a:gd name="connsiteX30" fmla="*/ 5828270 w 7467600"/>
              <a:gd name="connsiteY30" fmla="*/ 6320663 h 6858000"/>
              <a:gd name="connsiteX31" fmla="*/ 5947416 w 7467600"/>
              <a:gd name="connsiteY31" fmla="*/ 6574846 h 6858000"/>
              <a:gd name="connsiteX32" fmla="*/ 5539432 w 7467600"/>
              <a:gd name="connsiteY32" fmla="*/ 5642928 h 6858000"/>
              <a:gd name="connsiteX33" fmla="*/ 51253 w 7467600"/>
              <a:gd name="connsiteY33" fmla="*/ 5631825 h 6858000"/>
              <a:gd name="connsiteX34" fmla="*/ 211622 w 7467600"/>
              <a:gd name="connsiteY34" fmla="*/ 5728803 h 6858000"/>
              <a:gd name="connsiteX35" fmla="*/ 371652 w 7467600"/>
              <a:gd name="connsiteY35" fmla="*/ 5829062 h 6858000"/>
              <a:gd name="connsiteX36" fmla="*/ 505903 w 7467600"/>
              <a:gd name="connsiteY36" fmla="*/ 5925221 h 6858000"/>
              <a:gd name="connsiteX37" fmla="*/ 899240 w 7467600"/>
              <a:gd name="connsiteY37" fmla="*/ 6153068 h 6858000"/>
              <a:gd name="connsiteX38" fmla="*/ 988114 w 7467600"/>
              <a:gd name="connsiteY38" fmla="*/ 6174204 h 6858000"/>
              <a:gd name="connsiteX39" fmla="*/ 845971 w 7467600"/>
              <a:gd name="connsiteY39" fmla="*/ 6067177 h 6858000"/>
              <a:gd name="connsiteX40" fmla="*/ 448057 w 7467600"/>
              <a:gd name="connsiteY40" fmla="*/ 5841376 h 6858000"/>
              <a:gd name="connsiteX41" fmla="*/ 51253 w 7467600"/>
              <a:gd name="connsiteY41" fmla="*/ 5631825 h 6858000"/>
              <a:gd name="connsiteX42" fmla="*/ 2606687 w 7467600"/>
              <a:gd name="connsiteY42" fmla="*/ 5630718 h 6858000"/>
              <a:gd name="connsiteX43" fmla="*/ 2645658 w 7467600"/>
              <a:gd name="connsiteY43" fmla="*/ 6640259 h 6858000"/>
              <a:gd name="connsiteX44" fmla="*/ 2606687 w 7467600"/>
              <a:gd name="connsiteY44" fmla="*/ 5630718 h 6858000"/>
              <a:gd name="connsiteX45" fmla="*/ 3642057 w 7467600"/>
              <a:gd name="connsiteY45" fmla="*/ 5573487 h 6858000"/>
              <a:gd name="connsiteX46" fmla="*/ 3632981 w 7467600"/>
              <a:gd name="connsiteY46" fmla="*/ 5579437 h 6858000"/>
              <a:gd name="connsiteX47" fmla="*/ 3382436 w 7467600"/>
              <a:gd name="connsiteY47" fmla="*/ 5952726 h 6858000"/>
              <a:gd name="connsiteX48" fmla="*/ 3191929 w 7467600"/>
              <a:gd name="connsiteY48" fmla="*/ 6662669 h 6858000"/>
              <a:gd name="connsiteX49" fmla="*/ 3369898 w 7467600"/>
              <a:gd name="connsiteY49" fmla="*/ 6081771 h 6858000"/>
              <a:gd name="connsiteX50" fmla="*/ 3642057 w 7467600"/>
              <a:gd name="connsiteY50" fmla="*/ 5573487 h 6858000"/>
              <a:gd name="connsiteX51" fmla="*/ 2650666 w 7467600"/>
              <a:gd name="connsiteY51" fmla="*/ 5530686 h 6858000"/>
              <a:gd name="connsiteX52" fmla="*/ 2650249 w 7467600"/>
              <a:gd name="connsiteY52" fmla="*/ 5532101 h 6858000"/>
              <a:gd name="connsiteX53" fmla="*/ 2663808 w 7467600"/>
              <a:gd name="connsiteY53" fmla="*/ 6535215 h 6858000"/>
              <a:gd name="connsiteX54" fmla="*/ 2665418 w 7467600"/>
              <a:gd name="connsiteY54" fmla="*/ 6132756 h 6858000"/>
              <a:gd name="connsiteX55" fmla="*/ 2650666 w 7467600"/>
              <a:gd name="connsiteY55" fmla="*/ 5530686 h 6858000"/>
              <a:gd name="connsiteX56" fmla="*/ 2680277 w 7467600"/>
              <a:gd name="connsiteY56" fmla="*/ 5479204 h 6858000"/>
              <a:gd name="connsiteX57" fmla="*/ 2678972 w 7467600"/>
              <a:gd name="connsiteY57" fmla="*/ 5481582 h 6858000"/>
              <a:gd name="connsiteX58" fmla="*/ 2696666 w 7467600"/>
              <a:gd name="connsiteY58" fmla="*/ 6133836 h 6858000"/>
              <a:gd name="connsiteX59" fmla="*/ 2695769 w 7467600"/>
              <a:gd name="connsiteY59" fmla="*/ 6390955 h 6858000"/>
              <a:gd name="connsiteX60" fmla="*/ 2739893 w 7467600"/>
              <a:gd name="connsiteY60" fmla="*/ 6108357 h 6858000"/>
              <a:gd name="connsiteX61" fmla="*/ 2680277 w 7467600"/>
              <a:gd name="connsiteY61" fmla="*/ 5479204 h 6858000"/>
              <a:gd name="connsiteX62" fmla="*/ 1132195 w 7467600"/>
              <a:gd name="connsiteY62" fmla="*/ 5467980 h 6858000"/>
              <a:gd name="connsiteX63" fmla="*/ 1679056 w 7467600"/>
              <a:gd name="connsiteY63" fmla="*/ 5516907 h 6858000"/>
              <a:gd name="connsiteX64" fmla="*/ 2128648 w 7467600"/>
              <a:gd name="connsiteY64" fmla="*/ 5474249 h 6858000"/>
              <a:gd name="connsiteX65" fmla="*/ 1825619 w 7467600"/>
              <a:gd name="connsiteY65" fmla="*/ 5478447 h 6858000"/>
              <a:gd name="connsiteX66" fmla="*/ 1737798 w 7467600"/>
              <a:gd name="connsiteY66" fmla="*/ 5483353 h 6858000"/>
              <a:gd name="connsiteX67" fmla="*/ 1132195 w 7467600"/>
              <a:gd name="connsiteY67" fmla="*/ 5467980 h 6858000"/>
              <a:gd name="connsiteX68" fmla="*/ 1456157 w 7467600"/>
              <a:gd name="connsiteY68" fmla="*/ 5371404 h 6858000"/>
              <a:gd name="connsiteX69" fmla="*/ 1244432 w 7467600"/>
              <a:gd name="connsiteY69" fmla="*/ 5385601 h 6858000"/>
              <a:gd name="connsiteX70" fmla="*/ 973990 w 7467600"/>
              <a:gd name="connsiteY70" fmla="*/ 5424940 h 6858000"/>
              <a:gd name="connsiteX71" fmla="*/ 1103809 w 7467600"/>
              <a:gd name="connsiteY71" fmla="*/ 5433720 h 6858000"/>
              <a:gd name="connsiteX72" fmla="*/ 1123454 w 7467600"/>
              <a:gd name="connsiteY72" fmla="*/ 5435727 h 6858000"/>
              <a:gd name="connsiteX73" fmla="*/ 1737017 w 7467600"/>
              <a:gd name="connsiteY73" fmla="*/ 5452183 h 6858000"/>
              <a:gd name="connsiteX74" fmla="*/ 1824397 w 7467600"/>
              <a:gd name="connsiteY74" fmla="*/ 5447757 h 6858000"/>
              <a:gd name="connsiteX75" fmla="*/ 2070059 w 7467600"/>
              <a:gd name="connsiteY75" fmla="*/ 5441660 h 6858000"/>
              <a:gd name="connsiteX76" fmla="*/ 1456157 w 7467600"/>
              <a:gd name="connsiteY76" fmla="*/ 5371404 h 6858000"/>
              <a:gd name="connsiteX77" fmla="*/ 4988186 w 7467600"/>
              <a:gd name="connsiteY77" fmla="*/ 5216467 h 6858000"/>
              <a:gd name="connsiteX78" fmla="*/ 4777334 w 7467600"/>
              <a:gd name="connsiteY78" fmla="*/ 5406072 h 6858000"/>
              <a:gd name="connsiteX79" fmla="*/ 4718341 w 7467600"/>
              <a:gd name="connsiteY79" fmla="*/ 5468043 h 6858000"/>
              <a:gd name="connsiteX80" fmla="*/ 4604655 w 7467600"/>
              <a:gd name="connsiteY80" fmla="*/ 5583434 h 6858000"/>
              <a:gd name="connsiteX81" fmla="*/ 4565074 w 7467600"/>
              <a:gd name="connsiteY81" fmla="*/ 5618550 h 6858000"/>
              <a:gd name="connsiteX82" fmla="*/ 4988186 w 7467600"/>
              <a:gd name="connsiteY82" fmla="*/ 5216467 h 6858000"/>
              <a:gd name="connsiteX83" fmla="*/ 4978032 w 7467600"/>
              <a:gd name="connsiteY83" fmla="*/ 5183809 h 6858000"/>
              <a:gd name="connsiteX84" fmla="*/ 4463413 w 7467600"/>
              <a:gd name="connsiteY84" fmla="*/ 5615162 h 6858000"/>
              <a:gd name="connsiteX85" fmla="*/ 4358134 w 7467600"/>
              <a:gd name="connsiteY85" fmla="*/ 5742791 h 6858000"/>
              <a:gd name="connsiteX86" fmla="*/ 4376219 w 7467600"/>
              <a:gd name="connsiteY86" fmla="*/ 5729027 h 6858000"/>
              <a:gd name="connsiteX87" fmla="*/ 4582340 w 7467600"/>
              <a:gd name="connsiteY87" fmla="*/ 5561037 h 6858000"/>
              <a:gd name="connsiteX88" fmla="*/ 4694684 w 7467600"/>
              <a:gd name="connsiteY88" fmla="*/ 5447098 h 6858000"/>
              <a:gd name="connsiteX89" fmla="*/ 4754123 w 7467600"/>
              <a:gd name="connsiteY89" fmla="*/ 5384643 h 6858000"/>
              <a:gd name="connsiteX90" fmla="*/ 4978032 w 7467600"/>
              <a:gd name="connsiteY90" fmla="*/ 5183809 h 6858000"/>
              <a:gd name="connsiteX91" fmla="*/ 1903353 w 7467600"/>
              <a:gd name="connsiteY91" fmla="*/ 5044827 h 6858000"/>
              <a:gd name="connsiteX92" fmla="*/ 1936931 w 7467600"/>
              <a:gd name="connsiteY92" fmla="*/ 5093954 h 6858000"/>
              <a:gd name="connsiteX93" fmla="*/ 2195868 w 7467600"/>
              <a:gd name="connsiteY93" fmla="*/ 5396574 h 6858000"/>
              <a:gd name="connsiteX94" fmla="*/ 2088852 w 7467600"/>
              <a:gd name="connsiteY94" fmla="*/ 5166123 h 6858000"/>
              <a:gd name="connsiteX95" fmla="*/ 1958241 w 7467600"/>
              <a:gd name="connsiteY95" fmla="*/ 5067955 h 6858000"/>
              <a:gd name="connsiteX96" fmla="*/ 1903353 w 7467600"/>
              <a:gd name="connsiteY96" fmla="*/ 5044827 h 6858000"/>
              <a:gd name="connsiteX97" fmla="*/ 1979378 w 7467600"/>
              <a:gd name="connsiteY97" fmla="*/ 4769504 h 6858000"/>
              <a:gd name="connsiteX98" fmla="*/ 2882120 w 7467600"/>
              <a:gd name="connsiteY98" fmla="*/ 5064547 h 6858000"/>
              <a:gd name="connsiteX99" fmla="*/ 2793103 w 7467600"/>
              <a:gd name="connsiteY99" fmla="*/ 5039699 h 6858000"/>
              <a:gd name="connsiteX100" fmla="*/ 2770041 w 7467600"/>
              <a:gd name="connsiteY100" fmla="*/ 5033634 h 6858000"/>
              <a:gd name="connsiteX101" fmla="*/ 1979378 w 7467600"/>
              <a:gd name="connsiteY101" fmla="*/ 4769504 h 6858000"/>
              <a:gd name="connsiteX102" fmla="*/ 1927410 w 7467600"/>
              <a:gd name="connsiteY102" fmla="*/ 4716164 h 6858000"/>
              <a:gd name="connsiteX103" fmla="*/ 1959587 w 7467600"/>
              <a:gd name="connsiteY103" fmla="*/ 4728849 h 6858000"/>
              <a:gd name="connsiteX104" fmla="*/ 2777707 w 7467600"/>
              <a:gd name="connsiteY104" fmla="*/ 5003991 h 6858000"/>
              <a:gd name="connsiteX105" fmla="*/ 2800768 w 7467600"/>
              <a:gd name="connsiteY105" fmla="*/ 5010056 h 6858000"/>
              <a:gd name="connsiteX106" fmla="*/ 2879408 w 7467600"/>
              <a:gd name="connsiteY106" fmla="*/ 5031590 h 6858000"/>
              <a:gd name="connsiteX107" fmla="*/ 2862295 w 7467600"/>
              <a:gd name="connsiteY107" fmla="*/ 5022958 h 6858000"/>
              <a:gd name="connsiteX108" fmla="*/ 2813343 w 7467600"/>
              <a:gd name="connsiteY108" fmla="*/ 4998369 h 6858000"/>
              <a:gd name="connsiteX109" fmla="*/ 2646245 w 7467600"/>
              <a:gd name="connsiteY109" fmla="*/ 4930999 h 6858000"/>
              <a:gd name="connsiteX110" fmla="*/ 1999243 w 7467600"/>
              <a:gd name="connsiteY110" fmla="*/ 4730524 h 6858000"/>
              <a:gd name="connsiteX111" fmla="*/ 1979527 w 7467600"/>
              <a:gd name="connsiteY111" fmla="*/ 4726651 h 6858000"/>
              <a:gd name="connsiteX112" fmla="*/ 1927410 w 7467600"/>
              <a:gd name="connsiteY112" fmla="*/ 4716164 h 6858000"/>
              <a:gd name="connsiteX113" fmla="*/ 1997014 w 7467600"/>
              <a:gd name="connsiteY113" fmla="*/ 4698007 h 6858000"/>
              <a:gd name="connsiteX114" fmla="*/ 2005458 w 7467600"/>
              <a:gd name="connsiteY114" fmla="*/ 4699540 h 6858000"/>
              <a:gd name="connsiteX115" fmla="*/ 2657186 w 7467600"/>
              <a:gd name="connsiteY115" fmla="*/ 4901687 h 6858000"/>
              <a:gd name="connsiteX116" fmla="*/ 2826662 w 7467600"/>
              <a:gd name="connsiteY116" fmla="*/ 4970362 h 6858000"/>
              <a:gd name="connsiteX117" fmla="*/ 2876100 w 7467600"/>
              <a:gd name="connsiteY117" fmla="*/ 4995397 h 6858000"/>
              <a:gd name="connsiteX118" fmla="*/ 3042600 w 7467600"/>
              <a:gd name="connsiteY118" fmla="*/ 5059532 h 6858000"/>
              <a:gd name="connsiteX119" fmla="*/ 1997014 w 7467600"/>
              <a:gd name="connsiteY119" fmla="*/ 4698007 h 6858000"/>
              <a:gd name="connsiteX120" fmla="*/ 2305292 w 7467600"/>
              <a:gd name="connsiteY120" fmla="*/ 4219492 h 6858000"/>
              <a:gd name="connsiteX121" fmla="*/ 3360922 w 7467600"/>
              <a:gd name="connsiteY121" fmla="*/ 4529373 h 6858000"/>
              <a:gd name="connsiteX122" fmla="*/ 3492420 w 7467600"/>
              <a:gd name="connsiteY122" fmla="*/ 4510145 h 6858000"/>
              <a:gd name="connsiteX123" fmla="*/ 3364086 w 7467600"/>
              <a:gd name="connsiteY123" fmla="*/ 4480340 h 6858000"/>
              <a:gd name="connsiteX124" fmla="*/ 3225818 w 7467600"/>
              <a:gd name="connsiteY124" fmla="*/ 4411822 h 6858000"/>
              <a:gd name="connsiteX125" fmla="*/ 3129696 w 7467600"/>
              <a:gd name="connsiteY125" fmla="*/ 4360704 h 6858000"/>
              <a:gd name="connsiteX126" fmla="*/ 2814545 w 7467600"/>
              <a:gd name="connsiteY126" fmla="*/ 4282955 h 6858000"/>
              <a:gd name="connsiteX127" fmla="*/ 2305292 w 7467600"/>
              <a:gd name="connsiteY127" fmla="*/ 4219492 h 6858000"/>
              <a:gd name="connsiteX128" fmla="*/ 2626982 w 7467600"/>
              <a:gd name="connsiteY128" fmla="*/ 4206450 h 6858000"/>
              <a:gd name="connsiteX129" fmla="*/ 2490617 w 7467600"/>
              <a:gd name="connsiteY129" fmla="*/ 4206951 h 6858000"/>
              <a:gd name="connsiteX130" fmla="*/ 2819869 w 7467600"/>
              <a:gd name="connsiteY130" fmla="*/ 4252936 h 6858000"/>
              <a:gd name="connsiteX131" fmla="*/ 3143018 w 7467600"/>
              <a:gd name="connsiteY131" fmla="*/ 4332698 h 6858000"/>
              <a:gd name="connsiteX132" fmla="*/ 3241520 w 7467600"/>
              <a:gd name="connsiteY132" fmla="*/ 4385112 h 6858000"/>
              <a:gd name="connsiteX133" fmla="*/ 3374575 w 7467600"/>
              <a:gd name="connsiteY133" fmla="*/ 4451517 h 6858000"/>
              <a:gd name="connsiteX134" fmla="*/ 3505221 w 7467600"/>
              <a:gd name="connsiteY134" fmla="*/ 4480757 h 6858000"/>
              <a:gd name="connsiteX135" fmla="*/ 2626982 w 7467600"/>
              <a:gd name="connsiteY135" fmla="*/ 4206450 h 6858000"/>
              <a:gd name="connsiteX136" fmla="*/ 1310106 w 7467600"/>
              <a:gd name="connsiteY136" fmla="*/ 3943217 h 6858000"/>
              <a:gd name="connsiteX137" fmla="*/ 854994 w 7467600"/>
              <a:gd name="connsiteY137" fmla="*/ 4399136 h 6858000"/>
              <a:gd name="connsiteX138" fmla="*/ 742462 w 7467600"/>
              <a:gd name="connsiteY138" fmla="*/ 4594648 h 6858000"/>
              <a:gd name="connsiteX139" fmla="*/ 820602 w 7467600"/>
              <a:gd name="connsiteY139" fmla="*/ 4485915 h 6858000"/>
              <a:gd name="connsiteX140" fmla="*/ 878295 w 7467600"/>
              <a:gd name="connsiteY140" fmla="*/ 4403594 h 6858000"/>
              <a:gd name="connsiteX141" fmla="*/ 1240607 w 7467600"/>
              <a:gd name="connsiteY141" fmla="*/ 4010401 h 6858000"/>
              <a:gd name="connsiteX142" fmla="*/ 1310106 w 7467600"/>
              <a:gd name="connsiteY142" fmla="*/ 3943217 h 6858000"/>
              <a:gd name="connsiteX143" fmla="*/ 1423113 w 7467600"/>
              <a:gd name="connsiteY143" fmla="*/ 3874565 h 6858000"/>
              <a:gd name="connsiteX144" fmla="*/ 1260565 w 7467600"/>
              <a:gd name="connsiteY144" fmla="*/ 4031982 h 6858000"/>
              <a:gd name="connsiteX145" fmla="*/ 901900 w 7467600"/>
              <a:gd name="connsiteY145" fmla="*/ 4421236 h 6858000"/>
              <a:gd name="connsiteX146" fmla="*/ 845044 w 7467600"/>
              <a:gd name="connsiteY146" fmla="*/ 4502436 h 6858000"/>
              <a:gd name="connsiteX147" fmla="*/ 685926 w 7467600"/>
              <a:gd name="connsiteY147" fmla="*/ 4703069 h 6858000"/>
              <a:gd name="connsiteX148" fmla="*/ 684248 w 7467600"/>
              <a:gd name="connsiteY148" fmla="*/ 4706721 h 6858000"/>
              <a:gd name="connsiteX149" fmla="*/ 1423113 w 7467600"/>
              <a:gd name="connsiteY149" fmla="*/ 3874565 h 6858000"/>
              <a:gd name="connsiteX150" fmla="*/ 3316479 w 7467600"/>
              <a:gd name="connsiteY150" fmla="*/ 3872136 h 6858000"/>
              <a:gd name="connsiteX151" fmla="*/ 3546806 w 7467600"/>
              <a:gd name="connsiteY151" fmla="*/ 4356139 h 6858000"/>
              <a:gd name="connsiteX152" fmla="*/ 3364433 w 7467600"/>
              <a:gd name="connsiteY152" fmla="*/ 3953121 h 6858000"/>
              <a:gd name="connsiteX153" fmla="*/ 3316479 w 7467600"/>
              <a:gd name="connsiteY153" fmla="*/ 3872136 h 6858000"/>
              <a:gd name="connsiteX154" fmla="*/ 3291335 w 7467600"/>
              <a:gd name="connsiteY154" fmla="*/ 3767420 h 6858000"/>
              <a:gd name="connsiteX155" fmla="*/ 3390805 w 7467600"/>
              <a:gd name="connsiteY155" fmla="*/ 3937163 h 6858000"/>
              <a:gd name="connsiteX156" fmla="*/ 3579062 w 7467600"/>
              <a:gd name="connsiteY156" fmla="*/ 4359040 h 6858000"/>
              <a:gd name="connsiteX157" fmla="*/ 3467355 w 7467600"/>
              <a:gd name="connsiteY157" fmla="*/ 3988130 h 6858000"/>
              <a:gd name="connsiteX158" fmla="*/ 3310753 w 7467600"/>
              <a:gd name="connsiteY158" fmla="*/ 3787140 h 6858000"/>
              <a:gd name="connsiteX159" fmla="*/ 3291335 w 7467600"/>
              <a:gd name="connsiteY159" fmla="*/ 3767420 h 6858000"/>
              <a:gd name="connsiteX160" fmla="*/ 1635889 w 7467600"/>
              <a:gd name="connsiteY160" fmla="*/ 3709494 h 6858000"/>
              <a:gd name="connsiteX161" fmla="*/ 1634800 w 7467600"/>
              <a:gd name="connsiteY161" fmla="*/ 3731111 h 6858000"/>
              <a:gd name="connsiteX162" fmla="*/ 1635889 w 7467600"/>
              <a:gd name="connsiteY162" fmla="*/ 3709494 h 6858000"/>
              <a:gd name="connsiteX163" fmla="*/ 1510397 w 7467600"/>
              <a:gd name="connsiteY163" fmla="*/ 3684705 h 6858000"/>
              <a:gd name="connsiteX164" fmla="*/ 1146550 w 7467600"/>
              <a:gd name="connsiteY164" fmla="*/ 3802012 h 6858000"/>
              <a:gd name="connsiteX165" fmla="*/ 698834 w 7467600"/>
              <a:gd name="connsiteY165" fmla="*/ 3952272 h 6858000"/>
              <a:gd name="connsiteX166" fmla="*/ 34256 w 7467600"/>
              <a:gd name="connsiteY166" fmla="*/ 4347603 h 6858000"/>
              <a:gd name="connsiteX167" fmla="*/ 527241 w 7467600"/>
              <a:gd name="connsiteY167" fmla="*/ 4065078 h 6858000"/>
              <a:gd name="connsiteX168" fmla="*/ 1510397 w 7467600"/>
              <a:gd name="connsiteY168" fmla="*/ 3684705 h 6858000"/>
              <a:gd name="connsiteX169" fmla="*/ 1313114 w 7467600"/>
              <a:gd name="connsiteY169" fmla="*/ 3655216 h 6858000"/>
              <a:gd name="connsiteX170" fmla="*/ 1109304 w 7467600"/>
              <a:gd name="connsiteY170" fmla="*/ 3669030 h 6858000"/>
              <a:gd name="connsiteX171" fmla="*/ 8129 w 7467600"/>
              <a:gd name="connsiteY171" fmla="*/ 4330519 h 6858000"/>
              <a:gd name="connsiteX172" fmla="*/ 687572 w 7467600"/>
              <a:gd name="connsiteY172" fmla="*/ 3925629 h 6858000"/>
              <a:gd name="connsiteX173" fmla="*/ 1138365 w 7467600"/>
              <a:gd name="connsiteY173" fmla="*/ 3774515 h 6858000"/>
              <a:gd name="connsiteX174" fmla="*/ 1505579 w 7467600"/>
              <a:gd name="connsiteY174" fmla="*/ 3655526 h 6858000"/>
              <a:gd name="connsiteX175" fmla="*/ 1313114 w 7467600"/>
              <a:gd name="connsiteY175" fmla="*/ 3655216 h 6858000"/>
              <a:gd name="connsiteX176" fmla="*/ 3655073 w 7467600"/>
              <a:gd name="connsiteY176" fmla="*/ 3650884 h 6858000"/>
              <a:gd name="connsiteX177" fmla="*/ 3989938 w 7467600"/>
              <a:gd name="connsiteY177" fmla="*/ 3991685 h 6858000"/>
              <a:gd name="connsiteX178" fmla="*/ 4393907 w 7467600"/>
              <a:gd name="connsiteY178" fmla="*/ 4261258 h 6858000"/>
              <a:gd name="connsiteX179" fmla="*/ 4648051 w 7467600"/>
              <a:gd name="connsiteY179" fmla="*/ 4374051 h 6858000"/>
              <a:gd name="connsiteX180" fmla="*/ 4383389 w 7467600"/>
              <a:gd name="connsiteY180" fmla="*/ 4184369 h 6858000"/>
              <a:gd name="connsiteX181" fmla="*/ 4165508 w 7467600"/>
              <a:gd name="connsiteY181" fmla="*/ 4035196 h 6858000"/>
              <a:gd name="connsiteX182" fmla="*/ 4068162 w 7467600"/>
              <a:gd name="connsiteY182" fmla="*/ 3953394 h 6858000"/>
              <a:gd name="connsiteX183" fmla="*/ 3981416 w 7467600"/>
              <a:gd name="connsiteY183" fmla="*/ 3880482 h 6858000"/>
              <a:gd name="connsiteX184" fmla="*/ 3800147 w 7467600"/>
              <a:gd name="connsiteY184" fmla="*/ 3749872 h 6858000"/>
              <a:gd name="connsiteX185" fmla="*/ 3655073 w 7467600"/>
              <a:gd name="connsiteY185" fmla="*/ 3650884 h 6858000"/>
              <a:gd name="connsiteX186" fmla="*/ 3670252 w 7467600"/>
              <a:gd name="connsiteY186" fmla="*/ 3622798 h 6858000"/>
              <a:gd name="connsiteX187" fmla="*/ 3817258 w 7467600"/>
              <a:gd name="connsiteY187" fmla="*/ 3723577 h 6858000"/>
              <a:gd name="connsiteX188" fmla="*/ 4000461 w 7467600"/>
              <a:gd name="connsiteY188" fmla="*/ 3855966 h 6858000"/>
              <a:gd name="connsiteX189" fmla="*/ 4088180 w 7467600"/>
              <a:gd name="connsiteY189" fmla="*/ 3929774 h 6858000"/>
              <a:gd name="connsiteX190" fmla="*/ 4184555 w 7467600"/>
              <a:gd name="connsiteY190" fmla="*/ 4010683 h 6858000"/>
              <a:gd name="connsiteX191" fmla="*/ 4399563 w 7467600"/>
              <a:gd name="connsiteY191" fmla="*/ 4158106 h 6858000"/>
              <a:gd name="connsiteX192" fmla="*/ 4684469 w 7467600"/>
              <a:gd name="connsiteY192" fmla="*/ 4364680 h 6858000"/>
              <a:gd name="connsiteX193" fmla="*/ 4690271 w 7467600"/>
              <a:gd name="connsiteY193" fmla="*/ 4370034 h 6858000"/>
              <a:gd name="connsiteX194" fmla="*/ 4136093 w 7467600"/>
              <a:gd name="connsiteY194" fmla="*/ 3858466 h 6858000"/>
              <a:gd name="connsiteX195" fmla="*/ 3670252 w 7467600"/>
              <a:gd name="connsiteY195" fmla="*/ 3622798 h 6858000"/>
              <a:gd name="connsiteX196" fmla="*/ 4440129 w 7467600"/>
              <a:gd name="connsiteY196" fmla="*/ 3448571 h 6858000"/>
              <a:gd name="connsiteX197" fmla="*/ 4856525 w 7467600"/>
              <a:gd name="connsiteY197" fmla="*/ 3915351 h 6858000"/>
              <a:gd name="connsiteX198" fmla="*/ 5059055 w 7467600"/>
              <a:gd name="connsiteY198" fmla="*/ 4108918 h 6858000"/>
              <a:gd name="connsiteX199" fmla="*/ 5290070 w 7467600"/>
              <a:gd name="connsiteY199" fmla="*/ 4263619 h 6858000"/>
              <a:gd name="connsiteX200" fmla="*/ 4834991 w 7467600"/>
              <a:gd name="connsiteY200" fmla="*/ 3830985 h 6858000"/>
              <a:gd name="connsiteX201" fmla="*/ 4440129 w 7467600"/>
              <a:gd name="connsiteY201" fmla="*/ 3448571 h 6858000"/>
              <a:gd name="connsiteX202" fmla="*/ 4441737 w 7467600"/>
              <a:gd name="connsiteY202" fmla="*/ 3399734 h 6858000"/>
              <a:gd name="connsiteX203" fmla="*/ 4431236 w 7467600"/>
              <a:gd name="connsiteY203" fmla="*/ 3400954 h 6858000"/>
              <a:gd name="connsiteX204" fmla="*/ 4557150 w 7467600"/>
              <a:gd name="connsiteY204" fmla="*/ 3510023 h 6858000"/>
              <a:gd name="connsiteX205" fmla="*/ 4856936 w 7467600"/>
              <a:gd name="connsiteY205" fmla="*/ 3809146 h 6858000"/>
              <a:gd name="connsiteX206" fmla="*/ 5111996 w 7467600"/>
              <a:gd name="connsiteY206" fmla="*/ 4065759 h 6858000"/>
              <a:gd name="connsiteX207" fmla="*/ 5388878 w 7467600"/>
              <a:gd name="connsiteY207" fmla="*/ 4300185 h 6858000"/>
              <a:gd name="connsiteX208" fmla="*/ 5425556 w 7467600"/>
              <a:gd name="connsiteY208" fmla="*/ 4308967 h 6858000"/>
              <a:gd name="connsiteX209" fmla="*/ 4943646 w 7467600"/>
              <a:gd name="connsiteY209" fmla="*/ 3822916 h 6858000"/>
              <a:gd name="connsiteX210" fmla="*/ 4594837 w 7467600"/>
              <a:gd name="connsiteY210" fmla="*/ 3532274 h 6858000"/>
              <a:gd name="connsiteX211" fmla="*/ 4441737 w 7467600"/>
              <a:gd name="connsiteY211" fmla="*/ 3399734 h 6858000"/>
              <a:gd name="connsiteX212" fmla="*/ 5425834 w 7467600"/>
              <a:gd name="connsiteY212" fmla="*/ 3162785 h 6858000"/>
              <a:gd name="connsiteX213" fmla="*/ 5401644 w 7467600"/>
              <a:gd name="connsiteY213" fmla="*/ 3617847 h 6858000"/>
              <a:gd name="connsiteX214" fmla="*/ 5467256 w 7467600"/>
              <a:gd name="connsiteY214" fmla="*/ 4175494 h 6858000"/>
              <a:gd name="connsiteX215" fmla="*/ 5448069 w 7467600"/>
              <a:gd name="connsiteY215" fmla="*/ 3567554 h 6858000"/>
              <a:gd name="connsiteX216" fmla="*/ 5425834 w 7467600"/>
              <a:gd name="connsiteY216" fmla="*/ 3162785 h 6858000"/>
              <a:gd name="connsiteX217" fmla="*/ 1318687 w 7467600"/>
              <a:gd name="connsiteY217" fmla="*/ 3113840 h 6858000"/>
              <a:gd name="connsiteX218" fmla="*/ 1066793 w 7467600"/>
              <a:gd name="connsiteY218" fmla="*/ 3212171 h 6858000"/>
              <a:gd name="connsiteX219" fmla="*/ 993319 w 7467600"/>
              <a:gd name="connsiteY219" fmla="*/ 3247648 h 6858000"/>
              <a:gd name="connsiteX220" fmla="*/ 853081 w 7467600"/>
              <a:gd name="connsiteY220" fmla="*/ 3312410 h 6858000"/>
              <a:gd name="connsiteX221" fmla="*/ 805957 w 7467600"/>
              <a:gd name="connsiteY221" fmla="*/ 3330443 h 6858000"/>
              <a:gd name="connsiteX222" fmla="*/ 1318687 w 7467600"/>
              <a:gd name="connsiteY222" fmla="*/ 3113840 h 6858000"/>
              <a:gd name="connsiteX223" fmla="*/ 5453702 w 7467600"/>
              <a:gd name="connsiteY223" fmla="*/ 3090882 h 6858000"/>
              <a:gd name="connsiteX224" fmla="*/ 5480135 w 7467600"/>
              <a:gd name="connsiteY224" fmla="*/ 3565802 h 6858000"/>
              <a:gd name="connsiteX225" fmla="*/ 5499023 w 7467600"/>
              <a:gd name="connsiteY225" fmla="*/ 4166310 h 6858000"/>
              <a:gd name="connsiteX226" fmla="*/ 5547022 w 7467600"/>
              <a:gd name="connsiteY226" fmla="*/ 3607838 h 6858000"/>
              <a:gd name="connsiteX227" fmla="*/ 5515964 w 7467600"/>
              <a:gd name="connsiteY227" fmla="*/ 3378541 h 6858000"/>
              <a:gd name="connsiteX228" fmla="*/ 5453702 w 7467600"/>
              <a:gd name="connsiteY228" fmla="*/ 3090882 h 6858000"/>
              <a:gd name="connsiteX229" fmla="*/ 1238695 w 7467600"/>
              <a:gd name="connsiteY229" fmla="*/ 3076820 h 6858000"/>
              <a:gd name="connsiteX230" fmla="*/ 716371 w 7467600"/>
              <a:gd name="connsiteY230" fmla="*/ 3293249 h 6858000"/>
              <a:gd name="connsiteX231" fmla="*/ 579522 w 7467600"/>
              <a:gd name="connsiteY231" fmla="*/ 3371759 h 6858000"/>
              <a:gd name="connsiteX232" fmla="*/ 600288 w 7467600"/>
              <a:gd name="connsiteY232" fmla="*/ 3365555 h 6858000"/>
              <a:gd name="connsiteX233" fmla="*/ 840692 w 7467600"/>
              <a:gd name="connsiteY233" fmla="*/ 3284921 h 6858000"/>
              <a:gd name="connsiteX234" fmla="*/ 979248 w 7467600"/>
              <a:gd name="connsiteY234" fmla="*/ 3221003 h 6858000"/>
              <a:gd name="connsiteX235" fmla="*/ 1053282 w 7467600"/>
              <a:gd name="connsiteY235" fmla="*/ 3185247 h 6858000"/>
              <a:gd name="connsiteX236" fmla="*/ 1320603 w 7467600"/>
              <a:gd name="connsiteY236" fmla="*/ 3081281 h 6858000"/>
              <a:gd name="connsiteX237" fmla="*/ 1238695 w 7467600"/>
              <a:gd name="connsiteY237" fmla="*/ 3076820 h 6858000"/>
              <a:gd name="connsiteX238" fmla="*/ 5425627 w 7467600"/>
              <a:gd name="connsiteY238" fmla="*/ 2954192 h 6858000"/>
              <a:gd name="connsiteX239" fmla="*/ 5470770 w 7467600"/>
              <a:gd name="connsiteY239" fmla="*/ 3005435 h 6858000"/>
              <a:gd name="connsiteX240" fmla="*/ 5519779 w 7467600"/>
              <a:gd name="connsiteY240" fmla="*/ 4359223 h 6858000"/>
              <a:gd name="connsiteX241" fmla="*/ 5520293 w 7467600"/>
              <a:gd name="connsiteY241" fmla="*/ 4360602 h 6858000"/>
              <a:gd name="connsiteX242" fmla="*/ 5767221 w 7467600"/>
              <a:gd name="connsiteY242" fmla="*/ 4665564 h 6858000"/>
              <a:gd name="connsiteX243" fmla="*/ 6937169 w 7467600"/>
              <a:gd name="connsiteY243" fmla="*/ 4815941 h 6858000"/>
              <a:gd name="connsiteX244" fmla="*/ 6953922 w 7467600"/>
              <a:gd name="connsiteY244" fmla="*/ 4890068 h 6858000"/>
              <a:gd name="connsiteX245" fmla="*/ 6071359 w 7467600"/>
              <a:gd name="connsiteY245" fmla="*/ 4770770 h 6858000"/>
              <a:gd name="connsiteX246" fmla="*/ 6038839 w 7467600"/>
              <a:gd name="connsiteY246" fmla="*/ 4764474 h 6858000"/>
              <a:gd name="connsiteX247" fmla="*/ 6038706 w 7467600"/>
              <a:gd name="connsiteY247" fmla="*/ 4763847 h 6858000"/>
              <a:gd name="connsiteX248" fmla="*/ 6037784 w 7467600"/>
              <a:gd name="connsiteY248" fmla="*/ 4764270 h 6858000"/>
              <a:gd name="connsiteX249" fmla="*/ 6038839 w 7467600"/>
              <a:gd name="connsiteY249" fmla="*/ 4764474 h 6858000"/>
              <a:gd name="connsiteX250" fmla="*/ 6040338 w 7467600"/>
              <a:gd name="connsiteY250" fmla="*/ 4771418 h 6858000"/>
              <a:gd name="connsiteX251" fmla="*/ 6024488 w 7467600"/>
              <a:gd name="connsiteY251" fmla="*/ 4809903 h 6858000"/>
              <a:gd name="connsiteX252" fmla="*/ 5599771 w 7467600"/>
              <a:gd name="connsiteY252" fmla="*/ 5509652 h 6858000"/>
              <a:gd name="connsiteX253" fmla="*/ 5548843 w 7467600"/>
              <a:gd name="connsiteY253" fmla="*/ 5563845 h 6858000"/>
              <a:gd name="connsiteX254" fmla="*/ 5940952 w 7467600"/>
              <a:gd name="connsiteY254" fmla="*/ 6250028 h 6858000"/>
              <a:gd name="connsiteX255" fmla="*/ 6043441 w 7467600"/>
              <a:gd name="connsiteY255" fmla="*/ 6665847 h 6858000"/>
              <a:gd name="connsiteX256" fmla="*/ 6093432 w 7467600"/>
              <a:gd name="connsiteY256" fmla="*/ 6858000 h 6858000"/>
              <a:gd name="connsiteX257" fmla="*/ 6034344 w 7467600"/>
              <a:gd name="connsiteY257" fmla="*/ 6858000 h 6858000"/>
              <a:gd name="connsiteX258" fmla="*/ 6026679 w 7467600"/>
              <a:gd name="connsiteY258" fmla="*/ 6836959 h 6858000"/>
              <a:gd name="connsiteX259" fmla="*/ 5800441 w 7467600"/>
              <a:gd name="connsiteY259" fmla="*/ 6335286 h 6858000"/>
              <a:gd name="connsiteX260" fmla="*/ 5526562 w 7467600"/>
              <a:gd name="connsiteY260" fmla="*/ 5705388 h 6858000"/>
              <a:gd name="connsiteX261" fmla="*/ 5519640 w 7467600"/>
              <a:gd name="connsiteY261" fmla="*/ 5683774 h 6858000"/>
              <a:gd name="connsiteX262" fmla="*/ 5844559 w 7467600"/>
              <a:gd name="connsiteY262" fmla="*/ 6553349 h 6858000"/>
              <a:gd name="connsiteX263" fmla="*/ 5975994 w 7467600"/>
              <a:gd name="connsiteY263" fmla="*/ 6858000 h 6858000"/>
              <a:gd name="connsiteX264" fmla="*/ 5898547 w 7467600"/>
              <a:gd name="connsiteY264" fmla="*/ 6858000 h 6858000"/>
              <a:gd name="connsiteX265" fmla="*/ 5682041 w 7467600"/>
              <a:gd name="connsiteY265" fmla="*/ 6355860 h 6858000"/>
              <a:gd name="connsiteX266" fmla="*/ 5461758 w 7467600"/>
              <a:gd name="connsiteY266" fmla="*/ 5820220 h 6858000"/>
              <a:gd name="connsiteX267" fmla="*/ 5237282 w 7467600"/>
              <a:gd name="connsiteY267" fmla="*/ 6579086 h 6858000"/>
              <a:gd name="connsiteX268" fmla="*/ 5115009 w 7467600"/>
              <a:gd name="connsiteY268" fmla="*/ 6858000 h 6858000"/>
              <a:gd name="connsiteX269" fmla="*/ 5028074 w 7467600"/>
              <a:gd name="connsiteY269" fmla="*/ 6858000 h 6858000"/>
              <a:gd name="connsiteX270" fmla="*/ 5079508 w 7467600"/>
              <a:gd name="connsiteY270" fmla="*/ 6749074 h 6858000"/>
              <a:gd name="connsiteX271" fmla="*/ 5371846 w 7467600"/>
              <a:gd name="connsiteY271" fmla="*/ 5924413 h 6858000"/>
              <a:gd name="connsiteX272" fmla="*/ 5270512 w 7467600"/>
              <a:gd name="connsiteY272" fmla="*/ 6138975 h 6858000"/>
              <a:gd name="connsiteX273" fmla="*/ 5062409 w 7467600"/>
              <a:gd name="connsiteY273" fmla="*/ 6653544 h 6858000"/>
              <a:gd name="connsiteX274" fmla="*/ 5036628 w 7467600"/>
              <a:gd name="connsiteY274" fmla="*/ 6754247 h 6858000"/>
              <a:gd name="connsiteX275" fmla="*/ 5009112 w 7467600"/>
              <a:gd name="connsiteY275" fmla="*/ 6858000 h 6858000"/>
              <a:gd name="connsiteX276" fmla="*/ 4976679 w 7467600"/>
              <a:gd name="connsiteY276" fmla="*/ 6858000 h 6858000"/>
              <a:gd name="connsiteX277" fmla="*/ 5006537 w 7467600"/>
              <a:gd name="connsiteY277" fmla="*/ 6747068 h 6858000"/>
              <a:gd name="connsiteX278" fmla="*/ 5032723 w 7467600"/>
              <a:gd name="connsiteY278" fmla="*/ 6644957 h 6858000"/>
              <a:gd name="connsiteX279" fmla="*/ 5242949 w 7467600"/>
              <a:gd name="connsiteY279" fmla="*/ 6125175 h 6858000"/>
              <a:gd name="connsiteX280" fmla="*/ 5286321 w 7467600"/>
              <a:gd name="connsiteY280" fmla="*/ 6033555 h 6858000"/>
              <a:gd name="connsiteX281" fmla="*/ 5008210 w 7467600"/>
              <a:gd name="connsiteY281" fmla="*/ 6649194 h 6858000"/>
              <a:gd name="connsiteX282" fmla="*/ 4986321 w 7467600"/>
              <a:gd name="connsiteY282" fmla="*/ 6765687 h 6858000"/>
              <a:gd name="connsiteX283" fmla="*/ 4973474 w 7467600"/>
              <a:gd name="connsiteY283" fmla="*/ 6858000 h 6858000"/>
              <a:gd name="connsiteX284" fmla="*/ 4907178 w 7467600"/>
              <a:gd name="connsiteY284" fmla="*/ 6858000 h 6858000"/>
              <a:gd name="connsiteX285" fmla="*/ 4910810 w 7467600"/>
              <a:gd name="connsiteY285" fmla="*/ 6829660 h 6858000"/>
              <a:gd name="connsiteX286" fmla="*/ 4987461 w 7467600"/>
              <a:gd name="connsiteY286" fmla="*/ 6432994 h 6858000"/>
              <a:gd name="connsiteX287" fmla="*/ 5179262 w 7467600"/>
              <a:gd name="connsiteY287" fmla="*/ 6035044 h 6858000"/>
              <a:gd name="connsiteX288" fmla="*/ 4689678 w 7467600"/>
              <a:gd name="connsiteY288" fmla="*/ 6440241 h 6858000"/>
              <a:gd name="connsiteX289" fmla="*/ 4477543 w 7467600"/>
              <a:gd name="connsiteY289" fmla="*/ 6674836 h 6858000"/>
              <a:gd name="connsiteX290" fmla="*/ 4329957 w 7467600"/>
              <a:gd name="connsiteY290" fmla="*/ 6858000 h 6858000"/>
              <a:gd name="connsiteX291" fmla="*/ 4218595 w 7467600"/>
              <a:gd name="connsiteY291" fmla="*/ 6858000 h 6858000"/>
              <a:gd name="connsiteX292" fmla="*/ 4368888 w 7467600"/>
              <a:gd name="connsiteY292" fmla="*/ 6668412 h 6858000"/>
              <a:gd name="connsiteX293" fmla="*/ 4563091 w 7467600"/>
              <a:gd name="connsiteY293" fmla="*/ 6442508 h 6858000"/>
              <a:gd name="connsiteX294" fmla="*/ 5387324 w 7467600"/>
              <a:gd name="connsiteY294" fmla="*/ 5705830 h 6858000"/>
              <a:gd name="connsiteX295" fmla="*/ 5073620 w 7467600"/>
              <a:gd name="connsiteY295" fmla="*/ 5955437 h 6858000"/>
              <a:gd name="connsiteX296" fmla="*/ 4689789 w 7467600"/>
              <a:gd name="connsiteY296" fmla="*/ 6268382 h 6858000"/>
              <a:gd name="connsiteX297" fmla="*/ 4418722 w 7467600"/>
              <a:gd name="connsiteY297" fmla="*/ 6570886 h 6858000"/>
              <a:gd name="connsiteX298" fmla="*/ 4214944 w 7467600"/>
              <a:gd name="connsiteY298" fmla="*/ 6858000 h 6858000"/>
              <a:gd name="connsiteX299" fmla="*/ 4177898 w 7467600"/>
              <a:gd name="connsiteY299" fmla="*/ 6858000 h 6858000"/>
              <a:gd name="connsiteX300" fmla="*/ 4391597 w 7467600"/>
              <a:gd name="connsiteY300" fmla="*/ 6556370 h 6858000"/>
              <a:gd name="connsiteX301" fmla="*/ 4668889 w 7467600"/>
              <a:gd name="connsiteY301" fmla="*/ 6246399 h 6858000"/>
              <a:gd name="connsiteX302" fmla="*/ 5055427 w 7467600"/>
              <a:gd name="connsiteY302" fmla="*/ 5931476 h 6858000"/>
              <a:gd name="connsiteX303" fmla="*/ 5371814 w 7467600"/>
              <a:gd name="connsiteY303" fmla="*/ 5678975 h 6858000"/>
              <a:gd name="connsiteX304" fmla="*/ 4987918 w 7467600"/>
              <a:gd name="connsiteY304" fmla="*/ 5838701 h 6858000"/>
              <a:gd name="connsiteX305" fmla="*/ 4317146 w 7467600"/>
              <a:gd name="connsiteY305" fmla="*/ 6587716 h 6858000"/>
              <a:gd name="connsiteX306" fmla="*/ 4171627 w 7467600"/>
              <a:gd name="connsiteY306" fmla="*/ 6858000 h 6858000"/>
              <a:gd name="connsiteX307" fmla="*/ 4081585 w 7467600"/>
              <a:gd name="connsiteY307" fmla="*/ 6858000 h 6858000"/>
              <a:gd name="connsiteX308" fmla="*/ 4238603 w 7467600"/>
              <a:gd name="connsiteY308" fmla="*/ 6559341 h 6858000"/>
              <a:gd name="connsiteX309" fmla="*/ 4778333 w 7467600"/>
              <a:gd name="connsiteY309" fmla="*/ 5873626 h 6858000"/>
              <a:gd name="connsiteX310" fmla="*/ 5414185 w 7467600"/>
              <a:gd name="connsiteY310" fmla="*/ 5573882 h 6858000"/>
              <a:gd name="connsiteX311" fmla="*/ 5959648 w 7467600"/>
              <a:gd name="connsiteY311" fmla="*/ 4760797 h 6858000"/>
              <a:gd name="connsiteX312" fmla="*/ 5355019 w 7467600"/>
              <a:gd name="connsiteY312" fmla="*/ 4734672 h 6858000"/>
              <a:gd name="connsiteX313" fmla="*/ 5083565 w 7467600"/>
              <a:gd name="connsiteY313" fmla="*/ 5179121 h 6858000"/>
              <a:gd name="connsiteX314" fmla="*/ 4713577 w 7467600"/>
              <a:gd name="connsiteY314" fmla="*/ 5616803 h 6858000"/>
              <a:gd name="connsiteX315" fmla="*/ 3989559 w 7467600"/>
              <a:gd name="connsiteY315" fmla="*/ 6145945 h 6858000"/>
              <a:gd name="connsiteX316" fmla="*/ 3939824 w 7467600"/>
              <a:gd name="connsiteY316" fmla="*/ 6066900 h 6858000"/>
              <a:gd name="connsiteX317" fmla="*/ 4584537 w 7467600"/>
              <a:gd name="connsiteY317" fmla="*/ 5324826 h 6858000"/>
              <a:gd name="connsiteX318" fmla="*/ 5037105 w 7467600"/>
              <a:gd name="connsiteY318" fmla="*/ 5088765 h 6858000"/>
              <a:gd name="connsiteX319" fmla="*/ 5039930 w 7467600"/>
              <a:gd name="connsiteY319" fmla="*/ 5089585 h 6858000"/>
              <a:gd name="connsiteX320" fmla="*/ 5263764 w 7467600"/>
              <a:gd name="connsiteY320" fmla="*/ 4735525 h 6858000"/>
              <a:gd name="connsiteX321" fmla="*/ 4086300 w 7467600"/>
              <a:gd name="connsiteY321" fmla="*/ 4884599 h 6858000"/>
              <a:gd name="connsiteX322" fmla="*/ 4085485 w 7467600"/>
              <a:gd name="connsiteY322" fmla="*/ 4899070 h 6858000"/>
              <a:gd name="connsiteX323" fmla="*/ 3871915 w 7467600"/>
              <a:gd name="connsiteY323" fmla="*/ 5253645 h 6858000"/>
              <a:gd name="connsiteX324" fmla="*/ 3799374 w 7467600"/>
              <a:gd name="connsiteY324" fmla="*/ 5466127 h 6858000"/>
              <a:gd name="connsiteX325" fmla="*/ 3498850 w 7467600"/>
              <a:gd name="connsiteY325" fmla="*/ 6661888 h 6858000"/>
              <a:gd name="connsiteX326" fmla="*/ 3399216 w 7467600"/>
              <a:gd name="connsiteY326" fmla="*/ 6858000 h 6858000"/>
              <a:gd name="connsiteX327" fmla="*/ 3303688 w 7467600"/>
              <a:gd name="connsiteY327" fmla="*/ 6858000 h 6858000"/>
              <a:gd name="connsiteX328" fmla="*/ 3391774 w 7467600"/>
              <a:gd name="connsiteY328" fmla="*/ 6697181 h 6858000"/>
              <a:gd name="connsiteX329" fmla="*/ 3735540 w 7467600"/>
              <a:gd name="connsiteY329" fmla="*/ 5546923 h 6858000"/>
              <a:gd name="connsiteX330" fmla="*/ 3729438 w 7467600"/>
              <a:gd name="connsiteY330" fmla="*/ 5569058 h 6858000"/>
              <a:gd name="connsiteX331" fmla="*/ 3707782 w 7467600"/>
              <a:gd name="connsiteY331" fmla="*/ 5644908 h 6858000"/>
              <a:gd name="connsiteX332" fmla="*/ 3583827 w 7467600"/>
              <a:gd name="connsiteY332" fmla="*/ 6039215 h 6858000"/>
              <a:gd name="connsiteX333" fmla="*/ 3547861 w 7467600"/>
              <a:gd name="connsiteY333" fmla="*/ 6129609 h 6858000"/>
              <a:gd name="connsiteX334" fmla="*/ 3490905 w 7467600"/>
              <a:gd name="connsiteY334" fmla="*/ 6277660 h 6858000"/>
              <a:gd name="connsiteX335" fmla="*/ 3455859 w 7467600"/>
              <a:gd name="connsiteY335" fmla="*/ 6391301 h 6858000"/>
              <a:gd name="connsiteX336" fmla="*/ 3429112 w 7467600"/>
              <a:gd name="connsiteY336" fmla="*/ 6479469 h 6858000"/>
              <a:gd name="connsiteX337" fmla="*/ 3304862 w 7467600"/>
              <a:gd name="connsiteY337" fmla="*/ 6796476 h 6858000"/>
              <a:gd name="connsiteX338" fmla="*/ 3276071 w 7467600"/>
              <a:gd name="connsiteY338" fmla="*/ 6858000 h 6858000"/>
              <a:gd name="connsiteX339" fmla="*/ 3240805 w 7467600"/>
              <a:gd name="connsiteY339" fmla="*/ 6858000 h 6858000"/>
              <a:gd name="connsiteX340" fmla="*/ 3275917 w 7467600"/>
              <a:gd name="connsiteY340" fmla="*/ 6783192 h 6858000"/>
              <a:gd name="connsiteX341" fmla="*/ 3399358 w 7467600"/>
              <a:gd name="connsiteY341" fmla="*/ 6469011 h 6858000"/>
              <a:gd name="connsiteX342" fmla="*/ 3425650 w 7467600"/>
              <a:gd name="connsiteY342" fmla="*/ 6381333 h 6858000"/>
              <a:gd name="connsiteX343" fmla="*/ 3460661 w 7467600"/>
              <a:gd name="connsiteY343" fmla="*/ 6266763 h 6858000"/>
              <a:gd name="connsiteX344" fmla="*/ 3518021 w 7467600"/>
              <a:gd name="connsiteY344" fmla="*/ 6117298 h 6858000"/>
              <a:gd name="connsiteX345" fmla="*/ 3554035 w 7467600"/>
              <a:gd name="connsiteY345" fmla="*/ 6027832 h 6858000"/>
              <a:gd name="connsiteX346" fmla="*/ 3677174 w 7467600"/>
              <a:gd name="connsiteY346" fmla="*/ 5636351 h 6858000"/>
              <a:gd name="connsiteX347" fmla="*/ 3698819 w 7467600"/>
              <a:gd name="connsiteY347" fmla="*/ 5560503 h 6858000"/>
              <a:gd name="connsiteX348" fmla="*/ 3702094 w 7467600"/>
              <a:gd name="connsiteY348" fmla="*/ 5549194 h 6858000"/>
              <a:gd name="connsiteX349" fmla="*/ 3398355 w 7467600"/>
              <a:gd name="connsiteY349" fmla="*/ 6094603 h 6858000"/>
              <a:gd name="connsiteX350" fmla="*/ 3193941 w 7467600"/>
              <a:gd name="connsiteY350" fmla="*/ 6798775 h 6858000"/>
              <a:gd name="connsiteX351" fmla="*/ 3184140 w 7467600"/>
              <a:gd name="connsiteY351" fmla="*/ 6858000 h 6858000"/>
              <a:gd name="connsiteX352" fmla="*/ 3099978 w 7467600"/>
              <a:gd name="connsiteY352" fmla="*/ 6858000 h 6858000"/>
              <a:gd name="connsiteX353" fmla="*/ 3101556 w 7467600"/>
              <a:gd name="connsiteY353" fmla="*/ 6843337 h 6858000"/>
              <a:gd name="connsiteX354" fmla="*/ 3370162 w 7467600"/>
              <a:gd name="connsiteY354" fmla="*/ 5785550 h 6858000"/>
              <a:gd name="connsiteX355" fmla="*/ 3746477 w 7467600"/>
              <a:gd name="connsiteY355" fmla="*/ 5377889 h 6858000"/>
              <a:gd name="connsiteX356" fmla="*/ 3863399 w 7467600"/>
              <a:gd name="connsiteY356" fmla="*/ 5087257 h 6858000"/>
              <a:gd name="connsiteX357" fmla="*/ 3968712 w 7467600"/>
              <a:gd name="connsiteY357" fmla="*/ 4913989 h 6858000"/>
              <a:gd name="connsiteX358" fmla="*/ 2792390 w 7467600"/>
              <a:gd name="connsiteY358" fmla="*/ 5382974 h 6858000"/>
              <a:gd name="connsiteX359" fmla="*/ 2714982 w 7467600"/>
              <a:gd name="connsiteY359" fmla="*/ 5427051 h 6858000"/>
              <a:gd name="connsiteX360" fmla="*/ 2813361 w 7467600"/>
              <a:gd name="connsiteY360" fmla="*/ 6023912 h 6858000"/>
              <a:gd name="connsiteX361" fmla="*/ 2688430 w 7467600"/>
              <a:gd name="connsiteY361" fmla="*/ 6801564 h 6858000"/>
              <a:gd name="connsiteX362" fmla="*/ 2629626 w 7467600"/>
              <a:gd name="connsiteY362" fmla="*/ 6763394 h 6858000"/>
              <a:gd name="connsiteX363" fmla="*/ 2565328 w 7467600"/>
              <a:gd name="connsiteY363" fmla="*/ 5516399 h 6858000"/>
              <a:gd name="connsiteX364" fmla="*/ 1922999 w 7467600"/>
              <a:gd name="connsiteY364" fmla="*/ 5980343 h 6858000"/>
              <a:gd name="connsiteX365" fmla="*/ 1950261 w 7467600"/>
              <a:gd name="connsiteY365" fmla="*/ 6405858 h 6858000"/>
              <a:gd name="connsiteX366" fmla="*/ 2365554 w 7467600"/>
              <a:gd name="connsiteY366" fmla="*/ 6759107 h 6858000"/>
              <a:gd name="connsiteX367" fmla="*/ 2424142 w 7467600"/>
              <a:gd name="connsiteY367" fmla="*/ 6858000 h 6858000"/>
              <a:gd name="connsiteX368" fmla="*/ 2395994 w 7467600"/>
              <a:gd name="connsiteY368" fmla="*/ 6858000 h 6858000"/>
              <a:gd name="connsiteX369" fmla="*/ 2392863 w 7467600"/>
              <a:gd name="connsiteY369" fmla="*/ 6852964 h 6858000"/>
              <a:gd name="connsiteX370" fmla="*/ 2017589 w 7467600"/>
              <a:gd name="connsiteY370" fmla="*/ 6493982 h 6858000"/>
              <a:gd name="connsiteX371" fmla="*/ 2147336 w 7467600"/>
              <a:gd name="connsiteY371" fmla="*/ 6594052 h 6858000"/>
              <a:gd name="connsiteX372" fmla="*/ 2207047 w 7467600"/>
              <a:gd name="connsiteY372" fmla="*/ 6654540 h 6858000"/>
              <a:gd name="connsiteX373" fmla="*/ 2299106 w 7467600"/>
              <a:gd name="connsiteY373" fmla="*/ 6778931 h 6858000"/>
              <a:gd name="connsiteX374" fmla="*/ 2314430 w 7467600"/>
              <a:gd name="connsiteY374" fmla="*/ 6801144 h 6858000"/>
              <a:gd name="connsiteX375" fmla="*/ 2352406 w 7467600"/>
              <a:gd name="connsiteY375" fmla="*/ 6858000 h 6858000"/>
              <a:gd name="connsiteX376" fmla="*/ 2314492 w 7467600"/>
              <a:gd name="connsiteY376" fmla="*/ 6858000 h 6858000"/>
              <a:gd name="connsiteX377" fmla="*/ 2288095 w 7467600"/>
              <a:gd name="connsiteY377" fmla="*/ 6818030 h 6858000"/>
              <a:gd name="connsiteX378" fmla="*/ 2272768 w 7467600"/>
              <a:gd name="connsiteY378" fmla="*/ 6795822 h 6858000"/>
              <a:gd name="connsiteX379" fmla="*/ 2182715 w 7467600"/>
              <a:gd name="connsiteY379" fmla="*/ 6675071 h 6858000"/>
              <a:gd name="connsiteX380" fmla="*/ 2032061 w 7467600"/>
              <a:gd name="connsiteY380" fmla="*/ 6541380 h 6858000"/>
              <a:gd name="connsiteX381" fmla="*/ 2257220 w 7467600"/>
              <a:gd name="connsiteY381" fmla="*/ 6826257 h 6858000"/>
              <a:gd name="connsiteX382" fmla="*/ 2281324 w 7467600"/>
              <a:gd name="connsiteY382" fmla="*/ 6858000 h 6858000"/>
              <a:gd name="connsiteX383" fmla="*/ 2242860 w 7467600"/>
              <a:gd name="connsiteY383" fmla="*/ 6858000 h 6858000"/>
              <a:gd name="connsiteX384" fmla="*/ 2232818 w 7467600"/>
              <a:gd name="connsiteY384" fmla="*/ 6844926 h 6858000"/>
              <a:gd name="connsiteX385" fmla="*/ 1990172 w 7467600"/>
              <a:gd name="connsiteY385" fmla="*/ 6542121 h 6858000"/>
              <a:gd name="connsiteX386" fmla="*/ 2124090 w 7467600"/>
              <a:gd name="connsiteY386" fmla="*/ 6761017 h 6858000"/>
              <a:gd name="connsiteX387" fmla="*/ 2200380 w 7467600"/>
              <a:gd name="connsiteY387" fmla="*/ 6858000 h 6858000"/>
              <a:gd name="connsiteX388" fmla="*/ 2147507 w 7467600"/>
              <a:gd name="connsiteY388" fmla="*/ 6858000 h 6858000"/>
              <a:gd name="connsiteX389" fmla="*/ 2070668 w 7467600"/>
              <a:gd name="connsiteY389" fmla="*/ 6761520 h 6858000"/>
              <a:gd name="connsiteX390" fmla="*/ 1975142 w 7467600"/>
              <a:gd name="connsiteY390" fmla="*/ 6585570 h 6858000"/>
              <a:gd name="connsiteX391" fmla="*/ 2050035 w 7467600"/>
              <a:gd name="connsiteY391" fmla="*/ 6813345 h 6858000"/>
              <a:gd name="connsiteX392" fmla="*/ 2063025 w 7467600"/>
              <a:gd name="connsiteY392" fmla="*/ 6858000 h 6858000"/>
              <a:gd name="connsiteX393" fmla="*/ 2021675 w 7467600"/>
              <a:gd name="connsiteY393" fmla="*/ 6858000 h 6858000"/>
              <a:gd name="connsiteX394" fmla="*/ 2019308 w 7467600"/>
              <a:gd name="connsiteY394" fmla="*/ 6847118 h 6858000"/>
              <a:gd name="connsiteX395" fmla="*/ 1938835 w 7467600"/>
              <a:gd name="connsiteY395" fmla="*/ 6551160 h 6858000"/>
              <a:gd name="connsiteX396" fmla="*/ 1953230 w 7467600"/>
              <a:gd name="connsiteY396" fmla="*/ 6759699 h 6858000"/>
              <a:gd name="connsiteX397" fmla="*/ 1956763 w 7467600"/>
              <a:gd name="connsiteY397" fmla="*/ 6778191 h 6858000"/>
              <a:gd name="connsiteX398" fmla="*/ 1967925 w 7467600"/>
              <a:gd name="connsiteY398" fmla="*/ 6858000 h 6858000"/>
              <a:gd name="connsiteX399" fmla="*/ 1936622 w 7467600"/>
              <a:gd name="connsiteY399" fmla="*/ 6858000 h 6858000"/>
              <a:gd name="connsiteX400" fmla="*/ 1926261 w 7467600"/>
              <a:gd name="connsiteY400" fmla="*/ 6784064 h 6858000"/>
              <a:gd name="connsiteX401" fmla="*/ 1922724 w 7467600"/>
              <a:gd name="connsiteY401" fmla="*/ 6765577 h 6858000"/>
              <a:gd name="connsiteX402" fmla="*/ 1904650 w 7467600"/>
              <a:gd name="connsiteY402" fmla="*/ 6639616 h 6858000"/>
              <a:gd name="connsiteX403" fmla="*/ 1885273 w 7467600"/>
              <a:gd name="connsiteY403" fmla="*/ 6858000 h 6858000"/>
              <a:gd name="connsiteX404" fmla="*/ 1854363 w 7467600"/>
              <a:gd name="connsiteY404" fmla="*/ 6858000 h 6858000"/>
              <a:gd name="connsiteX405" fmla="*/ 1880391 w 7467600"/>
              <a:gd name="connsiteY405" fmla="*/ 6603796 h 6858000"/>
              <a:gd name="connsiteX406" fmla="*/ 1818273 w 7467600"/>
              <a:gd name="connsiteY406" fmla="*/ 6715729 h 6858000"/>
              <a:gd name="connsiteX407" fmla="*/ 1794691 w 7467600"/>
              <a:gd name="connsiteY407" fmla="*/ 6843239 h 6858000"/>
              <a:gd name="connsiteX408" fmla="*/ 1794914 w 7467600"/>
              <a:gd name="connsiteY408" fmla="*/ 6858000 h 6858000"/>
              <a:gd name="connsiteX409" fmla="*/ 1746128 w 7467600"/>
              <a:gd name="connsiteY409" fmla="*/ 6858000 h 6858000"/>
              <a:gd name="connsiteX410" fmla="*/ 1753934 w 7467600"/>
              <a:gd name="connsiteY410" fmla="*/ 6724796 h 6858000"/>
              <a:gd name="connsiteX411" fmla="*/ 1792053 w 7467600"/>
              <a:gd name="connsiteY411" fmla="*/ 6572396 h 6858000"/>
              <a:gd name="connsiteX412" fmla="*/ 1862248 w 7467600"/>
              <a:gd name="connsiteY412" fmla="*/ 6266397 h 6858000"/>
              <a:gd name="connsiteX413" fmla="*/ 1862250 w 7467600"/>
              <a:gd name="connsiteY413" fmla="*/ 6033531 h 6858000"/>
              <a:gd name="connsiteX414" fmla="*/ 1211999 w 7467600"/>
              <a:gd name="connsiteY414" fmla="*/ 6683610 h 6858000"/>
              <a:gd name="connsiteX415" fmla="*/ 1213266 w 7467600"/>
              <a:gd name="connsiteY415" fmla="*/ 6691947 h 6858000"/>
              <a:gd name="connsiteX416" fmla="*/ 1203370 w 7467600"/>
              <a:gd name="connsiteY416" fmla="*/ 6850676 h 6858000"/>
              <a:gd name="connsiteX417" fmla="*/ 1203671 w 7467600"/>
              <a:gd name="connsiteY417" fmla="*/ 6858000 h 6858000"/>
              <a:gd name="connsiteX418" fmla="*/ 1143180 w 7467600"/>
              <a:gd name="connsiteY418" fmla="*/ 6858000 h 6858000"/>
              <a:gd name="connsiteX419" fmla="*/ 1142176 w 7467600"/>
              <a:gd name="connsiteY419" fmla="*/ 6766045 h 6858000"/>
              <a:gd name="connsiteX420" fmla="*/ 1067484 w 7467600"/>
              <a:gd name="connsiteY420" fmla="*/ 6858000 h 6858000"/>
              <a:gd name="connsiteX421" fmla="*/ 953928 w 7467600"/>
              <a:gd name="connsiteY421" fmla="*/ 6858000 h 6858000"/>
              <a:gd name="connsiteX422" fmla="*/ 959715 w 7467600"/>
              <a:gd name="connsiteY422" fmla="*/ 6850185 h 6858000"/>
              <a:gd name="connsiteX423" fmla="*/ 1483788 w 7467600"/>
              <a:gd name="connsiteY423" fmla="*/ 6259174 h 6858000"/>
              <a:gd name="connsiteX424" fmla="*/ 1100671 w 7467600"/>
              <a:gd name="connsiteY424" fmla="*/ 6252137 h 6858000"/>
              <a:gd name="connsiteX425" fmla="*/ 1090144 w 7467600"/>
              <a:gd name="connsiteY425" fmla="*/ 6256748 h 6858000"/>
              <a:gd name="connsiteX426" fmla="*/ 1095872 w 7467600"/>
              <a:gd name="connsiteY426" fmla="*/ 6271892 h 6858000"/>
              <a:gd name="connsiteX427" fmla="*/ 262785 w 7467600"/>
              <a:gd name="connsiteY427" fmla="*/ 6845450 h 6858000"/>
              <a:gd name="connsiteX428" fmla="*/ 209968 w 7467600"/>
              <a:gd name="connsiteY428" fmla="*/ 6770713 h 6858000"/>
              <a:gd name="connsiteX429" fmla="*/ 873460 w 7467600"/>
              <a:gd name="connsiteY429" fmla="*/ 6253768 h 6858000"/>
              <a:gd name="connsiteX430" fmla="*/ 192686 w 7467600"/>
              <a:gd name="connsiteY430" fmla="*/ 5849257 h 6858000"/>
              <a:gd name="connsiteX431" fmla="*/ 4696 w 7467600"/>
              <a:gd name="connsiteY431" fmla="*/ 5697668 h 6858000"/>
              <a:gd name="connsiteX432" fmla="*/ 0 w 7467600"/>
              <a:gd name="connsiteY432" fmla="*/ 5689984 h 6858000"/>
              <a:gd name="connsiteX433" fmla="*/ 0 w 7467600"/>
              <a:gd name="connsiteY433" fmla="*/ 5513472 h 6858000"/>
              <a:gd name="connsiteX434" fmla="*/ 174101 w 7467600"/>
              <a:gd name="connsiteY434" fmla="*/ 5620277 h 6858000"/>
              <a:gd name="connsiteX435" fmla="*/ 891800 w 7467600"/>
              <a:gd name="connsiteY435" fmla="*/ 6036935 h 6858000"/>
              <a:gd name="connsiteX436" fmla="*/ 1072219 w 7467600"/>
              <a:gd name="connsiteY436" fmla="*/ 6169443 h 6858000"/>
              <a:gd name="connsiteX437" fmla="*/ 1074117 w 7467600"/>
              <a:gd name="connsiteY437" fmla="*/ 6170301 h 6858000"/>
              <a:gd name="connsiteX438" fmla="*/ 1083114 w 7467600"/>
              <a:gd name="connsiteY438" fmla="*/ 6174131 h 6858000"/>
              <a:gd name="connsiteX439" fmla="*/ 1543010 w 7467600"/>
              <a:gd name="connsiteY439" fmla="*/ 6191140 h 6858000"/>
              <a:gd name="connsiteX440" fmla="*/ 1551080 w 7467600"/>
              <a:gd name="connsiteY440" fmla="*/ 6195006 h 6858000"/>
              <a:gd name="connsiteX441" fmla="*/ 2345443 w 7467600"/>
              <a:gd name="connsiteY441" fmla="*/ 5549882 h 6858000"/>
              <a:gd name="connsiteX442" fmla="*/ 1721499 w 7467600"/>
              <a:gd name="connsiteY442" fmla="*/ 5599969 h 6858000"/>
              <a:gd name="connsiteX443" fmla="*/ 767716 w 7467600"/>
              <a:gd name="connsiteY443" fmla="*/ 5472768 h 6858000"/>
              <a:gd name="connsiteX444" fmla="*/ 722147 w 7467600"/>
              <a:gd name="connsiteY444" fmla="*/ 5393091 h 6858000"/>
              <a:gd name="connsiteX445" fmla="*/ 1485552 w 7467600"/>
              <a:gd name="connsiteY445" fmla="*/ 5313202 h 6858000"/>
              <a:gd name="connsiteX446" fmla="*/ 2143004 w 7467600"/>
              <a:gd name="connsiteY446" fmla="*/ 5402420 h 6858000"/>
              <a:gd name="connsiteX447" fmla="*/ 1933391 w 7467600"/>
              <a:gd name="connsiteY447" fmla="*/ 5156971 h 6858000"/>
              <a:gd name="connsiteX448" fmla="*/ 1827118 w 7467600"/>
              <a:gd name="connsiteY448" fmla="*/ 4968410 h 6858000"/>
              <a:gd name="connsiteX449" fmla="*/ 1837349 w 7467600"/>
              <a:gd name="connsiteY449" fmla="*/ 4956357 h 6858000"/>
              <a:gd name="connsiteX450" fmla="*/ 2162835 w 7467600"/>
              <a:gd name="connsiteY450" fmla="*/ 5187853 h 6858000"/>
              <a:gd name="connsiteX451" fmla="*/ 2257167 w 7467600"/>
              <a:gd name="connsiteY451" fmla="*/ 5462123 h 6858000"/>
              <a:gd name="connsiteX452" fmla="*/ 2261598 w 7467600"/>
              <a:gd name="connsiteY452" fmla="*/ 5467998 h 6858000"/>
              <a:gd name="connsiteX453" fmla="*/ 2437177 w 7467600"/>
              <a:gd name="connsiteY453" fmla="*/ 5479608 h 6858000"/>
              <a:gd name="connsiteX454" fmla="*/ 2445247 w 7467600"/>
              <a:gd name="connsiteY454" fmla="*/ 5483476 h 6858000"/>
              <a:gd name="connsiteX455" fmla="*/ 2743626 w 7467600"/>
              <a:gd name="connsiteY455" fmla="*/ 5304819 h 6858000"/>
              <a:gd name="connsiteX456" fmla="*/ 3048102 w 7467600"/>
              <a:gd name="connsiteY456" fmla="*/ 5150595 h 6858000"/>
              <a:gd name="connsiteX457" fmla="*/ 1799414 w 7467600"/>
              <a:gd name="connsiteY457" fmla="*/ 4694732 h 6858000"/>
              <a:gd name="connsiteX458" fmla="*/ 1771735 w 7467600"/>
              <a:gd name="connsiteY458" fmla="*/ 4619929 h 6858000"/>
              <a:gd name="connsiteX459" fmla="*/ 3104273 w 7467600"/>
              <a:gd name="connsiteY459" fmla="*/ 5076159 h 6858000"/>
              <a:gd name="connsiteX460" fmla="*/ 3113245 w 7467600"/>
              <a:gd name="connsiteY460" fmla="*/ 5090705 h 6858000"/>
              <a:gd name="connsiteX461" fmla="*/ 3126294 w 7467600"/>
              <a:gd name="connsiteY461" fmla="*/ 5114400 h 6858000"/>
              <a:gd name="connsiteX462" fmla="*/ 3937433 w 7467600"/>
              <a:gd name="connsiteY462" fmla="*/ 4830473 h 6858000"/>
              <a:gd name="connsiteX463" fmla="*/ 3590475 w 7467600"/>
              <a:gd name="connsiteY463" fmla="*/ 4597974 h 6858000"/>
              <a:gd name="connsiteX464" fmla="*/ 3100264 w 7467600"/>
              <a:gd name="connsiteY464" fmla="*/ 4579845 h 6858000"/>
              <a:gd name="connsiteX465" fmla="*/ 2183576 w 7467600"/>
              <a:gd name="connsiteY465" fmla="*/ 4227150 h 6858000"/>
              <a:gd name="connsiteX466" fmla="*/ 2151029 w 7467600"/>
              <a:gd name="connsiteY466" fmla="*/ 4146947 h 6858000"/>
              <a:gd name="connsiteX467" fmla="*/ 3563434 w 7467600"/>
              <a:gd name="connsiteY467" fmla="*/ 4469115 h 6858000"/>
              <a:gd name="connsiteX468" fmla="*/ 3177952 w 7467600"/>
              <a:gd name="connsiteY468" fmla="*/ 3657386 h 6858000"/>
              <a:gd name="connsiteX469" fmla="*/ 3189263 w 7467600"/>
              <a:gd name="connsiteY469" fmla="*/ 3625726 h 6858000"/>
              <a:gd name="connsiteX470" fmla="*/ 3560912 w 7467600"/>
              <a:gd name="connsiteY470" fmla="*/ 4079863 h 6858000"/>
              <a:gd name="connsiteX471" fmla="*/ 3626636 w 7467600"/>
              <a:gd name="connsiteY471" fmla="*/ 4512230 h 6858000"/>
              <a:gd name="connsiteX472" fmla="*/ 3653088 w 7467600"/>
              <a:gd name="connsiteY472" fmla="*/ 4521417 h 6858000"/>
              <a:gd name="connsiteX473" fmla="*/ 3988128 w 7467600"/>
              <a:gd name="connsiteY473" fmla="*/ 4817267 h 6858000"/>
              <a:gd name="connsiteX474" fmla="*/ 4830582 w 7467600"/>
              <a:gd name="connsiteY474" fmla="*/ 4676000 h 6858000"/>
              <a:gd name="connsiteX475" fmla="*/ 4830100 w 7467600"/>
              <a:gd name="connsiteY475" fmla="*/ 4675554 h 6858000"/>
              <a:gd name="connsiteX476" fmla="*/ 4036318 w 7467600"/>
              <a:gd name="connsiteY476" fmla="*/ 4147013 h 6858000"/>
              <a:gd name="connsiteX477" fmla="*/ 3432098 w 7467600"/>
              <a:gd name="connsiteY477" fmla="*/ 3537312 h 6858000"/>
              <a:gd name="connsiteX478" fmla="*/ 3446761 w 7467600"/>
              <a:gd name="connsiteY478" fmla="*/ 3461278 h 6858000"/>
              <a:gd name="connsiteX479" fmla="*/ 4419733 w 7467600"/>
              <a:gd name="connsiteY479" fmla="*/ 3963555 h 6858000"/>
              <a:gd name="connsiteX480" fmla="*/ 4781371 w 7467600"/>
              <a:gd name="connsiteY480" fmla="*/ 4458604 h 6858000"/>
              <a:gd name="connsiteX481" fmla="*/ 4780440 w 7467600"/>
              <a:gd name="connsiteY481" fmla="*/ 4470290 h 6858000"/>
              <a:gd name="connsiteX482" fmla="*/ 4898954 w 7467600"/>
              <a:gd name="connsiteY482" fmla="*/ 4662092 h 6858000"/>
              <a:gd name="connsiteX483" fmla="*/ 4900699 w 7467600"/>
              <a:gd name="connsiteY483" fmla="*/ 4670867 h 6858000"/>
              <a:gd name="connsiteX484" fmla="*/ 5714511 w 7467600"/>
              <a:gd name="connsiteY484" fmla="*/ 4663483 h 6858000"/>
              <a:gd name="connsiteX485" fmla="*/ 5464793 w 7467600"/>
              <a:gd name="connsiteY485" fmla="*/ 4393556 h 6858000"/>
              <a:gd name="connsiteX486" fmla="*/ 5461897 w 7467600"/>
              <a:gd name="connsiteY486" fmla="*/ 4390879 h 6858000"/>
              <a:gd name="connsiteX487" fmla="*/ 4294126 w 7467600"/>
              <a:gd name="connsiteY487" fmla="*/ 3303048 h 6858000"/>
              <a:gd name="connsiteX488" fmla="*/ 4305321 w 7467600"/>
              <a:gd name="connsiteY488" fmla="*/ 3256953 h 6858000"/>
              <a:gd name="connsiteX489" fmla="*/ 4949299 w 7467600"/>
              <a:gd name="connsiteY489" fmla="*/ 3766336 h 6858000"/>
              <a:gd name="connsiteX490" fmla="*/ 5291452 w 7467600"/>
              <a:gd name="connsiteY490" fmla="*/ 4076801 h 6858000"/>
              <a:gd name="connsiteX491" fmla="*/ 5434998 w 7467600"/>
              <a:gd name="connsiteY491" fmla="*/ 4254100 h 6858000"/>
              <a:gd name="connsiteX492" fmla="*/ 5351015 w 7467600"/>
              <a:gd name="connsiteY492" fmla="*/ 3760989 h 6858000"/>
              <a:gd name="connsiteX493" fmla="*/ 5413780 w 7467600"/>
              <a:gd name="connsiteY493" fmla="*/ 2966265 h 6858000"/>
              <a:gd name="connsiteX494" fmla="*/ 5425627 w 7467600"/>
              <a:gd name="connsiteY494" fmla="*/ 2954192 h 6858000"/>
              <a:gd name="connsiteX495" fmla="*/ 6604735 w 7467600"/>
              <a:gd name="connsiteY495" fmla="*/ 2041381 h 6858000"/>
              <a:gd name="connsiteX496" fmla="*/ 7204487 w 7467600"/>
              <a:gd name="connsiteY496" fmla="*/ 2742112 h 6858000"/>
              <a:gd name="connsiteX497" fmla="*/ 7131592 w 7467600"/>
              <a:gd name="connsiteY497" fmla="*/ 2672096 h 6858000"/>
              <a:gd name="connsiteX498" fmla="*/ 6996344 w 7467600"/>
              <a:gd name="connsiteY498" fmla="*/ 2518310 h 6858000"/>
              <a:gd name="connsiteX499" fmla="*/ 6735495 w 7467600"/>
              <a:gd name="connsiteY499" fmla="*/ 2196890 h 6858000"/>
              <a:gd name="connsiteX500" fmla="*/ 6721901 w 7467600"/>
              <a:gd name="connsiteY500" fmla="*/ 2179274 h 6858000"/>
              <a:gd name="connsiteX501" fmla="*/ 6604735 w 7467600"/>
              <a:gd name="connsiteY501" fmla="*/ 2041381 h 6858000"/>
              <a:gd name="connsiteX502" fmla="*/ 6591670 w 7467600"/>
              <a:gd name="connsiteY502" fmla="*/ 1988277 h 6858000"/>
              <a:gd name="connsiteX503" fmla="*/ 6747349 w 7467600"/>
              <a:gd name="connsiteY503" fmla="*/ 2160069 h 6858000"/>
              <a:gd name="connsiteX504" fmla="*/ 6760943 w 7467600"/>
              <a:gd name="connsiteY504" fmla="*/ 2177686 h 6858000"/>
              <a:gd name="connsiteX505" fmla="*/ 7021065 w 7467600"/>
              <a:gd name="connsiteY505" fmla="*/ 2498102 h 6858000"/>
              <a:gd name="connsiteX506" fmla="*/ 7155223 w 7467600"/>
              <a:gd name="connsiteY506" fmla="*/ 2650386 h 6858000"/>
              <a:gd name="connsiteX507" fmla="*/ 7203167 w 7467600"/>
              <a:gd name="connsiteY507" fmla="*/ 2697288 h 6858000"/>
              <a:gd name="connsiteX508" fmla="*/ 6937703 w 7467600"/>
              <a:gd name="connsiteY508" fmla="*/ 2321981 h 6858000"/>
              <a:gd name="connsiteX509" fmla="*/ 6591670 w 7467600"/>
              <a:gd name="connsiteY509" fmla="*/ 1988277 h 6858000"/>
              <a:gd name="connsiteX510" fmla="*/ 5798671 w 7467600"/>
              <a:gd name="connsiteY510" fmla="*/ 1981601 h 6858000"/>
              <a:gd name="connsiteX511" fmla="*/ 5754709 w 7467600"/>
              <a:gd name="connsiteY511" fmla="*/ 2071454 h 6858000"/>
              <a:gd name="connsiteX512" fmla="*/ 5763044 w 7467600"/>
              <a:gd name="connsiteY512" fmla="*/ 2842206 h 6858000"/>
              <a:gd name="connsiteX513" fmla="*/ 5764974 w 7467600"/>
              <a:gd name="connsiteY513" fmla="*/ 2799609 h 6858000"/>
              <a:gd name="connsiteX514" fmla="*/ 5767665 w 7467600"/>
              <a:gd name="connsiteY514" fmla="*/ 2666409 h 6858000"/>
              <a:gd name="connsiteX515" fmla="*/ 5763055 w 7467600"/>
              <a:gd name="connsiteY515" fmla="*/ 2579705 h 6858000"/>
              <a:gd name="connsiteX516" fmla="*/ 5758079 w 7467600"/>
              <a:gd name="connsiteY516" fmla="*/ 2492508 h 6858000"/>
              <a:gd name="connsiteX517" fmla="*/ 5779325 w 7467600"/>
              <a:gd name="connsiteY517" fmla="*/ 2197069 h 6858000"/>
              <a:gd name="connsiteX518" fmla="*/ 5798671 w 7467600"/>
              <a:gd name="connsiteY518" fmla="*/ 1981601 h 6858000"/>
              <a:gd name="connsiteX519" fmla="*/ 5829202 w 7467600"/>
              <a:gd name="connsiteY519" fmla="*/ 1971679 h 6858000"/>
              <a:gd name="connsiteX520" fmla="*/ 5809558 w 7467600"/>
              <a:gd name="connsiteY520" fmla="*/ 2198043 h 6858000"/>
              <a:gd name="connsiteX521" fmla="*/ 5788653 w 7467600"/>
              <a:gd name="connsiteY521" fmla="*/ 2489430 h 6858000"/>
              <a:gd name="connsiteX522" fmla="*/ 5793439 w 7467600"/>
              <a:gd name="connsiteY522" fmla="*/ 2575235 h 6858000"/>
              <a:gd name="connsiteX523" fmla="*/ 5796837 w 7467600"/>
              <a:gd name="connsiteY523" fmla="*/ 2637633 h 6858000"/>
              <a:gd name="connsiteX524" fmla="*/ 5818614 w 7467600"/>
              <a:gd name="connsiteY524" fmla="*/ 2473055 h 6858000"/>
              <a:gd name="connsiteX525" fmla="*/ 5829202 w 7467600"/>
              <a:gd name="connsiteY525" fmla="*/ 1971679 h 6858000"/>
              <a:gd name="connsiteX526" fmla="*/ 5911389 w 7467600"/>
              <a:gd name="connsiteY526" fmla="*/ 1898371 h 6858000"/>
              <a:gd name="connsiteX527" fmla="*/ 6237627 w 7467600"/>
              <a:gd name="connsiteY527" fmla="*/ 2231921 h 6858000"/>
              <a:gd name="connsiteX528" fmla="*/ 5911389 w 7467600"/>
              <a:gd name="connsiteY528" fmla="*/ 1898371 h 6858000"/>
              <a:gd name="connsiteX529" fmla="*/ 6944437 w 7467600"/>
              <a:gd name="connsiteY529" fmla="*/ 1575402 h 6858000"/>
              <a:gd name="connsiteX530" fmla="*/ 6304730 w 7467600"/>
              <a:gd name="connsiteY530" fmla="*/ 1766654 h 6858000"/>
              <a:gd name="connsiteX531" fmla="*/ 6944437 w 7467600"/>
              <a:gd name="connsiteY531" fmla="*/ 1575402 h 6858000"/>
              <a:gd name="connsiteX532" fmla="*/ 7019523 w 7467600"/>
              <a:gd name="connsiteY532" fmla="*/ 1519450 h 6858000"/>
              <a:gd name="connsiteX533" fmla="*/ 6298091 w 7467600"/>
              <a:gd name="connsiteY533" fmla="*/ 1737122 h 6858000"/>
              <a:gd name="connsiteX534" fmla="*/ 7019523 w 7467600"/>
              <a:gd name="connsiteY534" fmla="*/ 1519450 h 6858000"/>
              <a:gd name="connsiteX535" fmla="*/ 2399523 w 7467600"/>
              <a:gd name="connsiteY535" fmla="*/ 1428234 h 6858000"/>
              <a:gd name="connsiteX536" fmla="*/ 2224982 w 7467600"/>
              <a:gd name="connsiteY536" fmla="*/ 1826201 h 6858000"/>
              <a:gd name="connsiteX537" fmla="*/ 2096099 w 7467600"/>
              <a:gd name="connsiteY537" fmla="*/ 2345900 h 6858000"/>
              <a:gd name="connsiteX538" fmla="*/ 2283317 w 7467600"/>
              <a:gd name="connsiteY538" fmla="*/ 1796925 h 6858000"/>
              <a:gd name="connsiteX539" fmla="*/ 2399523 w 7467600"/>
              <a:gd name="connsiteY539" fmla="*/ 1428234 h 6858000"/>
              <a:gd name="connsiteX540" fmla="*/ 2448558 w 7467600"/>
              <a:gd name="connsiteY540" fmla="*/ 1373435 h 6858000"/>
              <a:gd name="connsiteX541" fmla="*/ 2312521 w 7467600"/>
              <a:gd name="connsiteY541" fmla="*/ 1806140 h 6858000"/>
              <a:gd name="connsiteX542" fmla="*/ 2127533 w 7467600"/>
              <a:gd name="connsiteY542" fmla="*/ 2348380 h 6858000"/>
              <a:gd name="connsiteX543" fmla="*/ 2358080 w 7467600"/>
              <a:gd name="connsiteY543" fmla="*/ 1866134 h 6858000"/>
              <a:gd name="connsiteX544" fmla="*/ 2407436 w 7467600"/>
              <a:gd name="connsiteY544" fmla="*/ 1651070 h 6858000"/>
              <a:gd name="connsiteX545" fmla="*/ 2448558 w 7467600"/>
              <a:gd name="connsiteY545" fmla="*/ 1373435 h 6858000"/>
              <a:gd name="connsiteX546" fmla="*/ 278707 w 7467600"/>
              <a:gd name="connsiteY546" fmla="*/ 1352270 h 6858000"/>
              <a:gd name="connsiteX547" fmla="*/ 321570 w 7467600"/>
              <a:gd name="connsiteY547" fmla="*/ 1861610 h 6858000"/>
              <a:gd name="connsiteX548" fmla="*/ 294281 w 7467600"/>
              <a:gd name="connsiteY548" fmla="*/ 1440658 h 6858000"/>
              <a:gd name="connsiteX549" fmla="*/ 278707 w 7467600"/>
              <a:gd name="connsiteY549" fmla="*/ 1352270 h 6858000"/>
              <a:gd name="connsiteX550" fmla="*/ 1423821 w 7467600"/>
              <a:gd name="connsiteY550" fmla="*/ 1351958 h 6858000"/>
              <a:gd name="connsiteX551" fmla="*/ 1638521 w 7467600"/>
              <a:gd name="connsiteY551" fmla="*/ 1908470 h 6858000"/>
              <a:gd name="connsiteX552" fmla="*/ 1754199 w 7467600"/>
              <a:gd name="connsiteY552" fmla="*/ 2149284 h 6858000"/>
              <a:gd name="connsiteX553" fmla="*/ 1908359 w 7467600"/>
              <a:gd name="connsiteY553" fmla="*/ 2364988 h 6858000"/>
              <a:gd name="connsiteX554" fmla="*/ 1647661 w 7467600"/>
              <a:gd name="connsiteY554" fmla="*/ 1825945 h 6858000"/>
              <a:gd name="connsiteX555" fmla="*/ 1423821 w 7467600"/>
              <a:gd name="connsiteY555" fmla="*/ 1351958 h 6858000"/>
              <a:gd name="connsiteX556" fmla="*/ 1431890 w 7467600"/>
              <a:gd name="connsiteY556" fmla="*/ 1306475 h 6858000"/>
              <a:gd name="connsiteX557" fmla="*/ 1507597 w 7467600"/>
              <a:gd name="connsiteY557" fmla="*/ 1446132 h 6858000"/>
              <a:gd name="connsiteX558" fmla="*/ 1674586 w 7467600"/>
              <a:gd name="connsiteY558" fmla="*/ 1813832 h 6858000"/>
              <a:gd name="connsiteX559" fmla="*/ 1815950 w 7467600"/>
              <a:gd name="connsiteY559" fmla="*/ 2128564 h 6858000"/>
              <a:gd name="connsiteX560" fmla="*/ 1984242 w 7467600"/>
              <a:gd name="connsiteY560" fmla="*/ 2430829 h 6858000"/>
              <a:gd name="connsiteX561" fmla="*/ 2014023 w 7467600"/>
              <a:gd name="connsiteY561" fmla="*/ 2450995 h 6858000"/>
              <a:gd name="connsiteX562" fmla="*/ 1747337 w 7467600"/>
              <a:gd name="connsiteY562" fmla="*/ 1855264 h 6858000"/>
              <a:gd name="connsiteX563" fmla="*/ 1533749 w 7467600"/>
              <a:gd name="connsiteY563" fmla="*/ 1478656 h 6858000"/>
              <a:gd name="connsiteX564" fmla="*/ 1431890 w 7467600"/>
              <a:gd name="connsiteY564" fmla="*/ 1306475 h 6858000"/>
              <a:gd name="connsiteX565" fmla="*/ 5052692 w 7467600"/>
              <a:gd name="connsiteY565" fmla="*/ 1292994 h 6858000"/>
              <a:gd name="connsiteX566" fmla="*/ 5200661 w 7467600"/>
              <a:gd name="connsiteY566" fmla="*/ 1635186 h 6858000"/>
              <a:gd name="connsiteX567" fmla="*/ 5297138 w 7467600"/>
              <a:gd name="connsiteY567" fmla="*/ 1906351 h 6858000"/>
              <a:gd name="connsiteX568" fmla="*/ 5052692 w 7467600"/>
              <a:gd name="connsiteY568" fmla="*/ 1292994 h 6858000"/>
              <a:gd name="connsiteX569" fmla="*/ 5009948 w 7467600"/>
              <a:gd name="connsiteY569" fmla="*/ 1273619 h 6858000"/>
              <a:gd name="connsiteX570" fmla="*/ 5121777 w 7467600"/>
              <a:gd name="connsiteY570" fmla="*/ 1654213 h 6858000"/>
              <a:gd name="connsiteX571" fmla="*/ 5293545 w 7467600"/>
              <a:gd name="connsiteY571" fmla="*/ 2072247 h 6858000"/>
              <a:gd name="connsiteX572" fmla="*/ 5294042 w 7467600"/>
              <a:gd name="connsiteY572" fmla="*/ 2065019 h 6858000"/>
              <a:gd name="connsiteX573" fmla="*/ 5171936 w 7467600"/>
              <a:gd name="connsiteY573" fmla="*/ 1647613 h 6858000"/>
              <a:gd name="connsiteX574" fmla="*/ 5009948 w 7467600"/>
              <a:gd name="connsiteY574" fmla="*/ 1273619 h 6858000"/>
              <a:gd name="connsiteX575" fmla="*/ 655236 w 7467600"/>
              <a:gd name="connsiteY575" fmla="*/ 1268632 h 6858000"/>
              <a:gd name="connsiteX576" fmla="*/ 839521 w 7467600"/>
              <a:gd name="connsiteY576" fmla="*/ 1685315 h 6858000"/>
              <a:gd name="connsiteX577" fmla="*/ 1109416 w 7467600"/>
              <a:gd name="connsiteY577" fmla="*/ 2061663 h 6858000"/>
              <a:gd name="connsiteX578" fmla="*/ 1298300 w 7467600"/>
              <a:gd name="connsiteY578" fmla="*/ 2247742 h 6858000"/>
              <a:gd name="connsiteX579" fmla="*/ 1125871 w 7467600"/>
              <a:gd name="connsiteY579" fmla="*/ 1989513 h 6858000"/>
              <a:gd name="connsiteX580" fmla="*/ 981574 w 7467600"/>
              <a:gd name="connsiteY580" fmla="*/ 1783157 h 6858000"/>
              <a:gd name="connsiteX581" fmla="*/ 922198 w 7467600"/>
              <a:gd name="connsiteY581" fmla="*/ 1677437 h 6858000"/>
              <a:gd name="connsiteX582" fmla="*/ 869293 w 7467600"/>
              <a:gd name="connsiteY582" fmla="*/ 1583214 h 6858000"/>
              <a:gd name="connsiteX583" fmla="*/ 751431 w 7467600"/>
              <a:gd name="connsiteY583" fmla="*/ 1405731 h 6858000"/>
              <a:gd name="connsiteX584" fmla="*/ 655236 w 7467600"/>
              <a:gd name="connsiteY584" fmla="*/ 1268632 h 6858000"/>
              <a:gd name="connsiteX585" fmla="*/ 6516292 w 7467600"/>
              <a:gd name="connsiteY585" fmla="*/ 1263064 h 6858000"/>
              <a:gd name="connsiteX586" fmla="*/ 5736320 w 7467600"/>
              <a:gd name="connsiteY586" fmla="*/ 1501803 h 6858000"/>
              <a:gd name="connsiteX587" fmla="*/ 6516292 w 7467600"/>
              <a:gd name="connsiteY587" fmla="*/ 1263064 h 6858000"/>
              <a:gd name="connsiteX588" fmla="*/ 291466 w 7467600"/>
              <a:gd name="connsiteY588" fmla="*/ 1250369 h 6858000"/>
              <a:gd name="connsiteX589" fmla="*/ 323180 w 7467600"/>
              <a:gd name="connsiteY589" fmla="*/ 1435283 h 6858000"/>
              <a:gd name="connsiteX590" fmla="*/ 349381 w 7467600"/>
              <a:gd name="connsiteY590" fmla="*/ 1875041 h 6858000"/>
              <a:gd name="connsiteX591" fmla="*/ 374363 w 7467600"/>
              <a:gd name="connsiteY591" fmla="*/ 1506494 h 6858000"/>
              <a:gd name="connsiteX592" fmla="*/ 302168 w 7467600"/>
              <a:gd name="connsiteY592" fmla="*/ 1274495 h 6858000"/>
              <a:gd name="connsiteX593" fmla="*/ 291466 w 7467600"/>
              <a:gd name="connsiteY593" fmla="*/ 1250369 h 6858000"/>
              <a:gd name="connsiteX594" fmla="*/ 678222 w 7467600"/>
              <a:gd name="connsiteY594" fmla="*/ 1248670 h 6858000"/>
              <a:gd name="connsiteX595" fmla="*/ 775536 w 7467600"/>
              <a:gd name="connsiteY595" fmla="*/ 1388015 h 6858000"/>
              <a:gd name="connsiteX596" fmla="*/ 894529 w 7467600"/>
              <a:gd name="connsiteY596" fmla="*/ 1567739 h 6858000"/>
              <a:gd name="connsiteX597" fmla="*/ 948000 w 7467600"/>
              <a:gd name="connsiteY597" fmla="*/ 1663088 h 6858000"/>
              <a:gd name="connsiteX598" fmla="*/ 1006812 w 7467600"/>
              <a:gd name="connsiteY598" fmla="*/ 1767683 h 6858000"/>
              <a:gd name="connsiteX599" fmla="*/ 1149133 w 7467600"/>
              <a:gd name="connsiteY599" fmla="*/ 1971513 h 6858000"/>
              <a:gd name="connsiteX600" fmla="*/ 1333952 w 7467600"/>
              <a:gd name="connsiteY600" fmla="*/ 2251620 h 6858000"/>
              <a:gd name="connsiteX601" fmla="*/ 1337329 w 7467600"/>
              <a:gd name="connsiteY601" fmla="*/ 2258350 h 6858000"/>
              <a:gd name="connsiteX602" fmla="*/ 1014726 w 7467600"/>
              <a:gd name="connsiteY602" fmla="*/ 1615556 h 6858000"/>
              <a:gd name="connsiteX603" fmla="*/ 678222 w 7467600"/>
              <a:gd name="connsiteY603" fmla="*/ 1248670 h 6858000"/>
              <a:gd name="connsiteX604" fmla="*/ 6691602 w 7467600"/>
              <a:gd name="connsiteY604" fmla="*/ 1140573 h 6858000"/>
              <a:gd name="connsiteX605" fmla="*/ 6571100 w 7467600"/>
              <a:gd name="connsiteY605" fmla="*/ 1183662 h 6858000"/>
              <a:gd name="connsiteX606" fmla="*/ 6241687 w 7467600"/>
              <a:gd name="connsiteY606" fmla="*/ 1257600 h 6858000"/>
              <a:gd name="connsiteX607" fmla="*/ 5693009 w 7467600"/>
              <a:gd name="connsiteY607" fmla="*/ 1478256 h 6858000"/>
              <a:gd name="connsiteX608" fmla="*/ 6548420 w 7467600"/>
              <a:gd name="connsiteY608" fmla="*/ 1214599 h 6858000"/>
              <a:gd name="connsiteX609" fmla="*/ 6605473 w 7467600"/>
              <a:gd name="connsiteY609" fmla="*/ 1184686 h 6858000"/>
              <a:gd name="connsiteX610" fmla="*/ 6691602 w 7467600"/>
              <a:gd name="connsiteY610" fmla="*/ 1140573 h 6858000"/>
              <a:gd name="connsiteX611" fmla="*/ 4002475 w 7467600"/>
              <a:gd name="connsiteY611" fmla="*/ 1037802 h 6858000"/>
              <a:gd name="connsiteX612" fmla="*/ 4000324 w 7467600"/>
              <a:gd name="connsiteY612" fmla="*/ 1039362 h 6858000"/>
              <a:gd name="connsiteX613" fmla="*/ 4002862 w 7467600"/>
              <a:gd name="connsiteY613" fmla="*/ 1042866 h 6858000"/>
              <a:gd name="connsiteX614" fmla="*/ 4002475 w 7467600"/>
              <a:gd name="connsiteY614" fmla="*/ 1037802 h 6858000"/>
              <a:gd name="connsiteX615" fmla="*/ 506322 w 7467600"/>
              <a:gd name="connsiteY615" fmla="*/ 1020997 h 6858000"/>
              <a:gd name="connsiteX616" fmla="*/ 533068 w 7467600"/>
              <a:gd name="connsiteY616" fmla="*/ 1029409 h 6858000"/>
              <a:gd name="connsiteX617" fmla="*/ 1232525 w 7467600"/>
              <a:gd name="connsiteY617" fmla="*/ 1804675 h 6858000"/>
              <a:gd name="connsiteX618" fmla="*/ 1388858 w 7467600"/>
              <a:gd name="connsiteY618" fmla="*/ 2368011 h 6858000"/>
              <a:gd name="connsiteX619" fmla="*/ 1384098 w 7467600"/>
              <a:gd name="connsiteY619" fmla="*/ 2378125 h 6858000"/>
              <a:gd name="connsiteX620" fmla="*/ 1425393 w 7467600"/>
              <a:gd name="connsiteY620" fmla="*/ 2589124 h 6858000"/>
              <a:gd name="connsiteX621" fmla="*/ 1424001 w 7467600"/>
              <a:gd name="connsiteY621" fmla="*/ 2597541 h 6858000"/>
              <a:gd name="connsiteX622" fmla="*/ 2152729 w 7467600"/>
              <a:gd name="connsiteY622" fmla="*/ 2864487 h 6858000"/>
              <a:gd name="connsiteX623" fmla="*/ 2020609 w 7467600"/>
              <a:gd name="connsiteY623" fmla="*/ 2539671 h 6858000"/>
              <a:gd name="connsiteX624" fmla="*/ 2018920 w 7467600"/>
              <a:gd name="connsiteY624" fmla="*/ 2536309 h 6858000"/>
              <a:gd name="connsiteX625" fmla="*/ 1342441 w 7467600"/>
              <a:gd name="connsiteY625" fmla="*/ 1173017 h 6858000"/>
              <a:gd name="connsiteX626" fmla="*/ 1367925 w 7467600"/>
              <a:gd name="connsiteY626" fmla="*/ 1135648 h 6858000"/>
              <a:gd name="connsiteX627" fmla="*/ 1771401 w 7467600"/>
              <a:gd name="connsiteY627" fmla="*/ 1806673 h 6858000"/>
              <a:gd name="connsiteX628" fmla="*/ 1972385 w 7467600"/>
              <a:gd name="connsiteY628" fmla="*/ 2198735 h 6858000"/>
              <a:gd name="connsiteX629" fmla="*/ 2040892 w 7467600"/>
              <a:gd name="connsiteY629" fmla="*/ 2405205 h 6858000"/>
              <a:gd name="connsiteX630" fmla="*/ 2131689 w 7467600"/>
              <a:gd name="connsiteY630" fmla="*/ 1936926 h 6858000"/>
              <a:gd name="connsiteX631" fmla="*/ 2454820 w 7467600"/>
              <a:gd name="connsiteY631" fmla="*/ 1248808 h 6858000"/>
              <a:gd name="connsiteX632" fmla="*/ 2492512 w 7467600"/>
              <a:gd name="connsiteY632" fmla="*/ 1302920 h 6858000"/>
              <a:gd name="connsiteX633" fmla="*/ 2081216 w 7467600"/>
              <a:gd name="connsiteY633" fmla="*/ 2527513 h 6858000"/>
              <a:gd name="connsiteX634" fmla="*/ 2081211 w 7467600"/>
              <a:gd name="connsiteY634" fmla="*/ 2528916 h 6858000"/>
              <a:gd name="connsiteX635" fmla="*/ 2199067 w 7467600"/>
              <a:gd name="connsiteY635" fmla="*/ 2884061 h 6858000"/>
              <a:gd name="connsiteX636" fmla="*/ 3192586 w 7467600"/>
              <a:gd name="connsiteY636" fmla="*/ 3411496 h 6858000"/>
              <a:gd name="connsiteX637" fmla="*/ 3182620 w 7467600"/>
              <a:gd name="connsiteY637" fmla="*/ 3483279 h 6858000"/>
              <a:gd name="connsiteX638" fmla="*/ 2435119 w 7467600"/>
              <a:gd name="connsiteY638" fmla="*/ 3080173 h 6858000"/>
              <a:gd name="connsiteX639" fmla="*/ 2410152 w 7467600"/>
              <a:gd name="connsiteY639" fmla="*/ 3063751 h 6858000"/>
              <a:gd name="connsiteX640" fmla="*/ 2408099 w 7467600"/>
              <a:gd name="connsiteY640" fmla="*/ 3064403 h 6858000"/>
              <a:gd name="connsiteX641" fmla="*/ 2407218 w 7467600"/>
              <a:gd name="connsiteY641" fmla="*/ 3070324 h 6858000"/>
              <a:gd name="connsiteX642" fmla="*/ 2380138 w 7467600"/>
              <a:gd name="connsiteY642" fmla="*/ 3099341 h 6858000"/>
              <a:gd name="connsiteX643" fmla="*/ 1765923 w 7467600"/>
              <a:gd name="connsiteY643" fmla="*/ 3581043 h 6858000"/>
              <a:gd name="connsiteX644" fmla="*/ 1702258 w 7467600"/>
              <a:gd name="connsiteY644" fmla="*/ 3612286 h 6858000"/>
              <a:gd name="connsiteX645" fmla="*/ 1538370 w 7467600"/>
              <a:gd name="connsiteY645" fmla="*/ 3811804 h 6858000"/>
              <a:gd name="connsiteX646" fmla="*/ 542867 w 7467600"/>
              <a:gd name="connsiteY646" fmla="*/ 4944092 h 6858000"/>
              <a:gd name="connsiteX647" fmla="*/ 515800 w 7467600"/>
              <a:gd name="connsiteY647" fmla="*/ 4862180 h 6858000"/>
              <a:gd name="connsiteX648" fmla="*/ 909145 w 7467600"/>
              <a:gd name="connsiteY648" fmla="*/ 4199225 h 6858000"/>
              <a:gd name="connsiteX649" fmla="*/ 1214067 w 7467600"/>
              <a:gd name="connsiteY649" fmla="*/ 3908561 h 6858000"/>
              <a:gd name="connsiteX650" fmla="*/ 640967 w 7467600"/>
              <a:gd name="connsiteY650" fmla="*/ 4105601 h 6858000"/>
              <a:gd name="connsiteX651" fmla="*/ 112563 w 7467600"/>
              <a:gd name="connsiteY651" fmla="*/ 4396952 h 6858000"/>
              <a:gd name="connsiteX652" fmla="*/ 0 w 7467600"/>
              <a:gd name="connsiteY652" fmla="*/ 4466006 h 6858000"/>
              <a:gd name="connsiteX653" fmla="*/ 0 w 7467600"/>
              <a:gd name="connsiteY653" fmla="*/ 4233763 h 6858000"/>
              <a:gd name="connsiteX654" fmla="*/ 36881 w 7467600"/>
              <a:gd name="connsiteY654" fmla="*/ 4200118 h 6858000"/>
              <a:gd name="connsiteX655" fmla="*/ 910534 w 7467600"/>
              <a:gd name="connsiteY655" fmla="*/ 3629753 h 6858000"/>
              <a:gd name="connsiteX656" fmla="*/ 1578717 w 7467600"/>
              <a:gd name="connsiteY656" fmla="*/ 3575982 h 6858000"/>
              <a:gd name="connsiteX657" fmla="*/ 2338780 w 7467600"/>
              <a:gd name="connsiteY657" fmla="*/ 3033725 h 6858000"/>
              <a:gd name="connsiteX658" fmla="*/ 1807991 w 7467600"/>
              <a:gd name="connsiteY658" fmla="*/ 2807184 h 6858000"/>
              <a:gd name="connsiteX659" fmla="*/ 1416358 w 7467600"/>
              <a:gd name="connsiteY659" fmla="*/ 3112571 h 6858000"/>
              <a:gd name="connsiteX660" fmla="*/ 939066 w 7467600"/>
              <a:gd name="connsiteY660" fmla="*/ 3378798 h 6858000"/>
              <a:gd name="connsiteX661" fmla="*/ 115099 w 7467600"/>
              <a:gd name="connsiteY661" fmla="*/ 3607650 h 6858000"/>
              <a:gd name="connsiteX662" fmla="*/ 97284 w 7467600"/>
              <a:gd name="connsiteY662" fmla="*/ 3520393 h 6858000"/>
              <a:gd name="connsiteX663" fmla="*/ 922050 w 7467600"/>
              <a:gd name="connsiteY663" fmla="*/ 3074867 h 6858000"/>
              <a:gd name="connsiteX664" fmla="*/ 1405265 w 7467600"/>
              <a:gd name="connsiteY664" fmla="*/ 3016319 h 6858000"/>
              <a:gd name="connsiteX665" fmla="*/ 1407512 w 7467600"/>
              <a:gd name="connsiteY665" fmla="*/ 3018001 h 6858000"/>
              <a:gd name="connsiteX666" fmla="*/ 1726266 w 7467600"/>
              <a:gd name="connsiteY666" fmla="*/ 2777274 h 6858000"/>
              <a:gd name="connsiteX667" fmla="*/ 625390 w 7467600"/>
              <a:gd name="connsiteY667" fmla="*/ 2514541 h 6858000"/>
              <a:gd name="connsiteX668" fmla="*/ 619799 w 7467600"/>
              <a:gd name="connsiteY668" fmla="*/ 2527180 h 6858000"/>
              <a:gd name="connsiteX669" fmla="*/ 310030 w 7467600"/>
              <a:gd name="connsiteY669" fmla="*/ 2771818 h 6858000"/>
              <a:gd name="connsiteX670" fmla="*/ 173877 w 7467600"/>
              <a:gd name="connsiteY670" fmla="*/ 2937056 h 6858000"/>
              <a:gd name="connsiteX671" fmla="*/ 77889 w 7467600"/>
              <a:gd name="connsiteY671" fmla="*/ 3138440 h 6858000"/>
              <a:gd name="connsiteX672" fmla="*/ 0 w 7467600"/>
              <a:gd name="connsiteY672" fmla="*/ 3271395 h 6858000"/>
              <a:gd name="connsiteX673" fmla="*/ 0 w 7467600"/>
              <a:gd name="connsiteY673" fmla="*/ 3153002 h 6858000"/>
              <a:gd name="connsiteX674" fmla="*/ 2386 w 7467600"/>
              <a:gd name="connsiteY674" fmla="*/ 3149203 h 6858000"/>
              <a:gd name="connsiteX675" fmla="*/ 89753 w 7467600"/>
              <a:gd name="connsiteY675" fmla="*/ 2987702 h 6858000"/>
              <a:gd name="connsiteX676" fmla="*/ 76869 w 7467600"/>
              <a:gd name="connsiteY676" fmla="*/ 3005404 h 6858000"/>
              <a:gd name="connsiteX677" fmla="*/ 32049 w 7467600"/>
              <a:gd name="connsiteY677" fmla="*/ 3065814 h 6858000"/>
              <a:gd name="connsiteX678" fmla="*/ 0 w 7467600"/>
              <a:gd name="connsiteY678" fmla="*/ 3108744 h 6858000"/>
              <a:gd name="connsiteX679" fmla="*/ 0 w 7467600"/>
              <a:gd name="connsiteY679" fmla="*/ 3058059 h 6858000"/>
              <a:gd name="connsiteX680" fmla="*/ 7610 w 7467600"/>
              <a:gd name="connsiteY680" fmla="*/ 3047889 h 6858000"/>
              <a:gd name="connsiteX681" fmla="*/ 52419 w 7467600"/>
              <a:gd name="connsiteY681" fmla="*/ 2987479 h 6858000"/>
              <a:gd name="connsiteX682" fmla="*/ 59142 w 7467600"/>
              <a:gd name="connsiteY682" fmla="*/ 2978488 h 6858000"/>
              <a:gd name="connsiteX683" fmla="*/ 0 w 7467600"/>
              <a:gd name="connsiteY683" fmla="*/ 3015334 h 6858000"/>
              <a:gd name="connsiteX684" fmla="*/ 0 w 7467600"/>
              <a:gd name="connsiteY684" fmla="*/ 2914286 h 6858000"/>
              <a:gd name="connsiteX685" fmla="*/ 36383 w 7467600"/>
              <a:gd name="connsiteY685" fmla="*/ 2901128 h 6858000"/>
              <a:gd name="connsiteX686" fmla="*/ 156329 w 7467600"/>
              <a:gd name="connsiteY686" fmla="*/ 2840533 h 6858000"/>
              <a:gd name="connsiteX687" fmla="*/ 358355 w 7467600"/>
              <a:gd name="connsiteY687" fmla="*/ 2620471 h 6858000"/>
              <a:gd name="connsiteX688" fmla="*/ 510577 w 7467600"/>
              <a:gd name="connsiteY688" fmla="*/ 2501244 h 6858000"/>
              <a:gd name="connsiteX689" fmla="*/ 211967 w 7467600"/>
              <a:gd name="connsiteY689" fmla="*/ 2479171 h 6858000"/>
              <a:gd name="connsiteX690" fmla="*/ 0 w 7467600"/>
              <a:gd name="connsiteY690" fmla="*/ 2476398 h 6858000"/>
              <a:gd name="connsiteX691" fmla="*/ 0 w 7467600"/>
              <a:gd name="connsiteY691" fmla="*/ 2389189 h 6858000"/>
              <a:gd name="connsiteX692" fmla="*/ 103062 w 7467600"/>
              <a:gd name="connsiteY692" fmla="*/ 2389518 h 6858000"/>
              <a:gd name="connsiteX693" fmla="*/ 510734 w 7467600"/>
              <a:gd name="connsiteY693" fmla="*/ 2416201 h 6858000"/>
              <a:gd name="connsiteX694" fmla="*/ 279257 w 7467600"/>
              <a:gd name="connsiteY694" fmla="*/ 2092102 h 6858000"/>
              <a:gd name="connsiteX695" fmla="*/ 65265 w 7467600"/>
              <a:gd name="connsiteY695" fmla="*/ 2006049 h 6858000"/>
              <a:gd name="connsiteX696" fmla="*/ 0 w 7467600"/>
              <a:gd name="connsiteY696" fmla="*/ 1982532 h 6858000"/>
              <a:gd name="connsiteX697" fmla="*/ 0 w 7467600"/>
              <a:gd name="connsiteY697" fmla="*/ 1912789 h 6858000"/>
              <a:gd name="connsiteX698" fmla="*/ 97460 w 7467600"/>
              <a:gd name="connsiteY698" fmla="*/ 1953725 h 6858000"/>
              <a:gd name="connsiteX699" fmla="*/ 221272 w 7467600"/>
              <a:gd name="connsiteY699" fmla="*/ 1980766 h 6858000"/>
              <a:gd name="connsiteX700" fmla="*/ 116765 w 7467600"/>
              <a:gd name="connsiteY700" fmla="*/ 1911033 h 6858000"/>
              <a:gd name="connsiteX701" fmla="*/ 16405 w 7467600"/>
              <a:gd name="connsiteY701" fmla="*/ 1803412 h 6858000"/>
              <a:gd name="connsiteX702" fmla="*/ 0 w 7467600"/>
              <a:gd name="connsiteY702" fmla="*/ 1784777 h 6858000"/>
              <a:gd name="connsiteX703" fmla="*/ 0 w 7467600"/>
              <a:gd name="connsiteY703" fmla="*/ 1740082 h 6858000"/>
              <a:gd name="connsiteX704" fmla="*/ 39394 w 7467600"/>
              <a:gd name="connsiteY704" fmla="*/ 1784856 h 6858000"/>
              <a:gd name="connsiteX705" fmla="*/ 135813 w 7467600"/>
              <a:gd name="connsiteY705" fmla="*/ 1888838 h 6858000"/>
              <a:gd name="connsiteX706" fmla="*/ 242575 w 7467600"/>
              <a:gd name="connsiteY706" fmla="*/ 1958841 h 6858000"/>
              <a:gd name="connsiteX707" fmla="*/ 82197 w 7467600"/>
              <a:gd name="connsiteY707" fmla="*/ 1754826 h 6858000"/>
              <a:gd name="connsiteX708" fmla="*/ 0 w 7467600"/>
              <a:gd name="connsiteY708" fmla="*/ 1679650 h 6858000"/>
              <a:gd name="connsiteX709" fmla="*/ 0 w 7467600"/>
              <a:gd name="connsiteY709" fmla="*/ 1602463 h 6858000"/>
              <a:gd name="connsiteX710" fmla="*/ 84689 w 7467600"/>
              <a:gd name="connsiteY710" fmla="*/ 1677442 h 6858000"/>
              <a:gd name="connsiteX711" fmla="*/ 298437 w 7467600"/>
              <a:gd name="connsiteY711" fmla="*/ 1968019 h 6858000"/>
              <a:gd name="connsiteX712" fmla="*/ 227269 w 7467600"/>
              <a:gd name="connsiteY712" fmla="*/ 1114064 h 6858000"/>
              <a:gd name="connsiteX713" fmla="*/ 248003 w 7467600"/>
              <a:gd name="connsiteY713" fmla="*/ 1089613 h 6858000"/>
              <a:gd name="connsiteX714" fmla="*/ 427020 w 7467600"/>
              <a:gd name="connsiteY714" fmla="*/ 1619803 h 6858000"/>
              <a:gd name="connsiteX715" fmla="*/ 340345 w 7467600"/>
              <a:gd name="connsiteY715" fmla="*/ 2027739 h 6858000"/>
              <a:gd name="connsiteX716" fmla="*/ 360865 w 7467600"/>
              <a:gd name="connsiteY716" fmla="*/ 2044827 h 6858000"/>
              <a:gd name="connsiteX717" fmla="*/ 560414 w 7467600"/>
              <a:gd name="connsiteY717" fmla="*/ 2421457 h 6858000"/>
              <a:gd name="connsiteX718" fmla="*/ 1359703 w 7467600"/>
              <a:gd name="connsiteY718" fmla="*/ 2578554 h 6858000"/>
              <a:gd name="connsiteX719" fmla="*/ 1359422 w 7467600"/>
              <a:gd name="connsiteY719" fmla="*/ 2577994 h 6858000"/>
              <a:gd name="connsiteX720" fmla="*/ 828701 w 7467600"/>
              <a:gd name="connsiteY720" fmla="*/ 1839520 h 6858000"/>
              <a:gd name="connsiteX721" fmla="*/ 494427 w 7467600"/>
              <a:gd name="connsiteY721" fmla="*/ 1092333 h 6858000"/>
              <a:gd name="connsiteX722" fmla="*/ 506322 w 7467600"/>
              <a:gd name="connsiteY722" fmla="*/ 1020997 h 6858000"/>
              <a:gd name="connsiteX723" fmla="*/ 4570198 w 7467600"/>
              <a:gd name="connsiteY723" fmla="*/ 978081 h 6858000"/>
              <a:gd name="connsiteX724" fmla="*/ 4523691 w 7467600"/>
              <a:gd name="connsiteY724" fmla="*/ 1127776 h 6858000"/>
              <a:gd name="connsiteX725" fmla="*/ 4509875 w 7467600"/>
              <a:gd name="connsiteY725" fmla="*/ 1167552 h 6858000"/>
              <a:gd name="connsiteX726" fmla="*/ 4478168 w 7467600"/>
              <a:gd name="connsiteY726" fmla="*/ 1260735 h 6858000"/>
              <a:gd name="connsiteX727" fmla="*/ 4409309 w 7467600"/>
              <a:gd name="connsiteY727" fmla="*/ 1666996 h 6858000"/>
              <a:gd name="connsiteX728" fmla="*/ 4370031 w 7467600"/>
              <a:gd name="connsiteY728" fmla="*/ 1955666 h 6858000"/>
              <a:gd name="connsiteX729" fmla="*/ 4570198 w 7467600"/>
              <a:gd name="connsiteY729" fmla="*/ 978081 h 6858000"/>
              <a:gd name="connsiteX730" fmla="*/ 4557898 w 7467600"/>
              <a:gd name="connsiteY730" fmla="*/ 900011 h 6858000"/>
              <a:gd name="connsiteX731" fmla="*/ 4344840 w 7467600"/>
              <a:gd name="connsiteY731" fmla="*/ 1922038 h 6858000"/>
              <a:gd name="connsiteX732" fmla="*/ 4378710 w 7467600"/>
              <a:gd name="connsiteY732" fmla="*/ 1665516 h 6858000"/>
              <a:gd name="connsiteX733" fmla="*/ 4448798 w 7467600"/>
              <a:gd name="connsiteY733" fmla="*/ 1253024 h 6858000"/>
              <a:gd name="connsiteX734" fmla="*/ 4480315 w 7467600"/>
              <a:gd name="connsiteY734" fmla="*/ 1158454 h 6858000"/>
              <a:gd name="connsiteX735" fmla="*/ 4494133 w 7467600"/>
              <a:gd name="connsiteY735" fmla="*/ 1118676 h 6858000"/>
              <a:gd name="connsiteX736" fmla="*/ 4557898 w 7467600"/>
              <a:gd name="connsiteY736" fmla="*/ 900011 h 6858000"/>
              <a:gd name="connsiteX737" fmla="*/ 5870151 w 7467600"/>
              <a:gd name="connsiteY737" fmla="*/ 898890 h 6858000"/>
              <a:gd name="connsiteX738" fmla="*/ 5861335 w 7467600"/>
              <a:gd name="connsiteY738" fmla="*/ 899177 h 6858000"/>
              <a:gd name="connsiteX739" fmla="*/ 5843702 w 7467600"/>
              <a:gd name="connsiteY739" fmla="*/ 899748 h 6858000"/>
              <a:gd name="connsiteX740" fmla="*/ 5651107 w 7467600"/>
              <a:gd name="connsiteY740" fmla="*/ 920306 h 6858000"/>
              <a:gd name="connsiteX741" fmla="*/ 5459407 w 7467600"/>
              <a:gd name="connsiteY741" fmla="*/ 940975 h 6858000"/>
              <a:gd name="connsiteX742" fmla="*/ 5374846 w 7467600"/>
              <a:gd name="connsiteY742" fmla="*/ 941988 h 6858000"/>
              <a:gd name="connsiteX743" fmla="*/ 5256105 w 7467600"/>
              <a:gd name="connsiteY743" fmla="*/ 945632 h 6858000"/>
              <a:gd name="connsiteX744" fmla="*/ 5107071 w 7467600"/>
              <a:gd name="connsiteY744" fmla="*/ 969720 h 6858000"/>
              <a:gd name="connsiteX745" fmla="*/ 4998681 w 7467600"/>
              <a:gd name="connsiteY745" fmla="*/ 988771 h 6858000"/>
              <a:gd name="connsiteX746" fmla="*/ 5870151 w 7467600"/>
              <a:gd name="connsiteY746" fmla="*/ 898890 h 6858000"/>
              <a:gd name="connsiteX747" fmla="*/ 5504425 w 7467600"/>
              <a:gd name="connsiteY747" fmla="*/ 848067 h 6858000"/>
              <a:gd name="connsiteX748" fmla="*/ 4968849 w 7467600"/>
              <a:gd name="connsiteY748" fmla="*/ 962318 h 6858000"/>
              <a:gd name="connsiteX749" fmla="*/ 5104039 w 7467600"/>
              <a:gd name="connsiteY749" fmla="*/ 940634 h 6858000"/>
              <a:gd name="connsiteX750" fmla="*/ 5256311 w 7467600"/>
              <a:gd name="connsiteY750" fmla="*/ 916490 h 6858000"/>
              <a:gd name="connsiteX751" fmla="*/ 5377381 w 7467600"/>
              <a:gd name="connsiteY751" fmla="*/ 912671 h 6858000"/>
              <a:gd name="connsiteX752" fmla="*/ 5460148 w 7467600"/>
              <a:gd name="connsiteY752" fmla="*/ 911442 h 6858000"/>
              <a:gd name="connsiteX753" fmla="*/ 5648971 w 7467600"/>
              <a:gd name="connsiteY753" fmla="*/ 891331 h 6858000"/>
              <a:gd name="connsiteX754" fmla="*/ 5844807 w 7467600"/>
              <a:gd name="connsiteY754" fmla="*/ 870718 h 6858000"/>
              <a:gd name="connsiteX755" fmla="*/ 5862975 w 7467600"/>
              <a:gd name="connsiteY755" fmla="*/ 869756 h 6858000"/>
              <a:gd name="connsiteX756" fmla="*/ 5920887 w 7467600"/>
              <a:gd name="connsiteY756" fmla="*/ 865929 h 6858000"/>
              <a:gd name="connsiteX757" fmla="*/ 5504425 w 7467600"/>
              <a:gd name="connsiteY757" fmla="*/ 848067 h 6858000"/>
              <a:gd name="connsiteX758" fmla="*/ 3607114 w 7467600"/>
              <a:gd name="connsiteY758" fmla="*/ 467441 h 6858000"/>
              <a:gd name="connsiteX759" fmla="*/ 3296242 w 7467600"/>
              <a:gd name="connsiteY759" fmla="*/ 807991 h 6858000"/>
              <a:gd name="connsiteX760" fmla="*/ 3174674 w 7467600"/>
              <a:gd name="connsiteY760" fmla="*/ 919759 h 6858000"/>
              <a:gd name="connsiteX761" fmla="*/ 3042978 w 7467600"/>
              <a:gd name="connsiteY761" fmla="*/ 1054894 h 6858000"/>
              <a:gd name="connsiteX762" fmla="*/ 2968914 w 7467600"/>
              <a:gd name="connsiteY762" fmla="*/ 1133756 h 6858000"/>
              <a:gd name="connsiteX763" fmla="*/ 3103823 w 7467600"/>
              <a:gd name="connsiteY763" fmla="*/ 1026814 h 6858000"/>
              <a:gd name="connsiteX764" fmla="*/ 3607114 w 7467600"/>
              <a:gd name="connsiteY764" fmla="*/ 467441 h 6858000"/>
              <a:gd name="connsiteX765" fmla="*/ 3744487 w 7467600"/>
              <a:gd name="connsiteY765" fmla="*/ 383136 h 6858000"/>
              <a:gd name="connsiteX766" fmla="*/ 3970213 w 7467600"/>
              <a:gd name="connsiteY766" fmla="*/ 995559 h 6858000"/>
              <a:gd name="connsiteX767" fmla="*/ 3744487 w 7467600"/>
              <a:gd name="connsiteY767" fmla="*/ 383136 h 6858000"/>
              <a:gd name="connsiteX768" fmla="*/ 3624562 w 7467600"/>
              <a:gd name="connsiteY768" fmla="*/ 367041 h 6858000"/>
              <a:gd name="connsiteX769" fmla="*/ 3489712 w 7467600"/>
              <a:gd name="connsiteY769" fmla="*/ 485386 h 6858000"/>
              <a:gd name="connsiteX770" fmla="*/ 3182994 w 7467600"/>
              <a:gd name="connsiteY770" fmla="*/ 828265 h 6858000"/>
              <a:gd name="connsiteX771" fmla="*/ 2892114 w 7467600"/>
              <a:gd name="connsiteY771" fmla="*/ 1172635 h 6858000"/>
              <a:gd name="connsiteX772" fmla="*/ 3021459 w 7467600"/>
              <a:gd name="connsiteY772" fmla="*/ 1035385 h 6858000"/>
              <a:gd name="connsiteX773" fmla="*/ 3153873 w 7467600"/>
              <a:gd name="connsiteY773" fmla="*/ 898971 h 6858000"/>
              <a:gd name="connsiteX774" fmla="*/ 3276511 w 7467600"/>
              <a:gd name="connsiteY774" fmla="*/ 786423 h 6858000"/>
              <a:gd name="connsiteX775" fmla="*/ 3584154 w 7467600"/>
              <a:gd name="connsiteY775" fmla="*/ 448218 h 6858000"/>
              <a:gd name="connsiteX776" fmla="*/ 3624562 w 7467600"/>
              <a:gd name="connsiteY776" fmla="*/ 367041 h 6858000"/>
              <a:gd name="connsiteX777" fmla="*/ 3766672 w 7467600"/>
              <a:gd name="connsiteY777" fmla="*/ 359429 h 6858000"/>
              <a:gd name="connsiteX778" fmla="*/ 3996338 w 7467600"/>
              <a:gd name="connsiteY778" fmla="*/ 968237 h 6858000"/>
              <a:gd name="connsiteX779" fmla="*/ 3766672 w 7467600"/>
              <a:gd name="connsiteY779" fmla="*/ 359429 h 6858000"/>
              <a:gd name="connsiteX780" fmla="*/ 5805386 w 7467600"/>
              <a:gd name="connsiteY780" fmla="*/ 239240 h 6858000"/>
              <a:gd name="connsiteX781" fmla="*/ 5736947 w 7467600"/>
              <a:gd name="connsiteY781" fmla="*/ 261367 h 6858000"/>
              <a:gd name="connsiteX782" fmla="*/ 5427012 w 7467600"/>
              <a:gd name="connsiteY782" fmla="*/ 311272 h 6858000"/>
              <a:gd name="connsiteX783" fmla="*/ 5147818 w 7467600"/>
              <a:gd name="connsiteY783" fmla="*/ 322112 h 6858000"/>
              <a:gd name="connsiteX784" fmla="*/ 5060854 w 7467600"/>
              <a:gd name="connsiteY784" fmla="*/ 311882 h 6858000"/>
              <a:gd name="connsiteX785" fmla="*/ 4945989 w 7467600"/>
              <a:gd name="connsiteY785" fmla="*/ 300516 h 6858000"/>
              <a:gd name="connsiteX786" fmla="*/ 5410479 w 7467600"/>
              <a:gd name="connsiteY786" fmla="*/ 348434 h 6858000"/>
              <a:gd name="connsiteX787" fmla="*/ 5805386 w 7467600"/>
              <a:gd name="connsiteY787" fmla="*/ 239240 h 6858000"/>
              <a:gd name="connsiteX788" fmla="*/ 5905192 w 7467600"/>
              <a:gd name="connsiteY788" fmla="*/ 163079 h 6858000"/>
              <a:gd name="connsiteX789" fmla="*/ 5865655 w 7467600"/>
              <a:gd name="connsiteY789" fmla="*/ 171901 h 6858000"/>
              <a:gd name="connsiteX790" fmla="*/ 5259740 w 7467600"/>
              <a:gd name="connsiteY790" fmla="*/ 257013 h 6858000"/>
              <a:gd name="connsiteX791" fmla="*/ 5208466 w 7467600"/>
              <a:gd name="connsiteY791" fmla="*/ 257550 h 6858000"/>
              <a:gd name="connsiteX792" fmla="*/ 4980204 w 7467600"/>
              <a:gd name="connsiteY792" fmla="*/ 271903 h 6858000"/>
              <a:gd name="connsiteX793" fmla="*/ 5068068 w 7467600"/>
              <a:gd name="connsiteY793" fmla="*/ 282244 h 6858000"/>
              <a:gd name="connsiteX794" fmla="*/ 5153231 w 7467600"/>
              <a:gd name="connsiteY794" fmla="*/ 292240 h 6858000"/>
              <a:gd name="connsiteX795" fmla="*/ 5426491 w 7467600"/>
              <a:gd name="connsiteY795" fmla="*/ 281128 h 6858000"/>
              <a:gd name="connsiteX796" fmla="*/ 5731212 w 7467600"/>
              <a:gd name="connsiteY796" fmla="*/ 231951 h 6858000"/>
              <a:gd name="connsiteX797" fmla="*/ 5905192 w 7467600"/>
              <a:gd name="connsiteY797" fmla="*/ 163079 h 6858000"/>
              <a:gd name="connsiteX798" fmla="*/ 5944437 w 7467600"/>
              <a:gd name="connsiteY798" fmla="*/ 113829 h 6858000"/>
              <a:gd name="connsiteX799" fmla="*/ 5825032 w 7467600"/>
              <a:gd name="connsiteY799" fmla="*/ 146405 h 6858000"/>
              <a:gd name="connsiteX800" fmla="*/ 4955599 w 7467600"/>
              <a:gd name="connsiteY800" fmla="*/ 247008 h 6858000"/>
              <a:gd name="connsiteX801" fmla="*/ 5210104 w 7467600"/>
              <a:gd name="connsiteY801" fmla="*/ 228123 h 6858000"/>
              <a:gd name="connsiteX802" fmla="*/ 5261015 w 7467600"/>
              <a:gd name="connsiteY802" fmla="*/ 227087 h 6858000"/>
              <a:gd name="connsiteX803" fmla="*/ 5861181 w 7467600"/>
              <a:gd name="connsiteY803" fmla="*/ 143093 h 6858000"/>
              <a:gd name="connsiteX804" fmla="*/ 5961252 w 7467600"/>
              <a:gd name="connsiteY804" fmla="*/ 114820 h 6858000"/>
              <a:gd name="connsiteX805" fmla="*/ 5944437 w 7467600"/>
              <a:gd name="connsiteY805" fmla="*/ 113829 h 6858000"/>
              <a:gd name="connsiteX806" fmla="*/ 3882765 w 7467600"/>
              <a:gd name="connsiteY806" fmla="*/ 0 h 6858000"/>
              <a:gd name="connsiteX807" fmla="*/ 3995099 w 7467600"/>
              <a:gd name="connsiteY807" fmla="*/ 0 h 6858000"/>
              <a:gd name="connsiteX808" fmla="*/ 4163818 w 7467600"/>
              <a:gd name="connsiteY808" fmla="*/ 234104 h 6858000"/>
              <a:gd name="connsiteX809" fmla="*/ 4172099 w 7467600"/>
              <a:gd name="connsiteY809" fmla="*/ 234207 h 6858000"/>
              <a:gd name="connsiteX810" fmla="*/ 4784282 w 7467600"/>
              <a:gd name="connsiteY810" fmla="*/ 276561 h 6858000"/>
              <a:gd name="connsiteX811" fmla="*/ 4801687 w 7467600"/>
              <a:gd name="connsiteY811" fmla="*/ 267764 h 6858000"/>
              <a:gd name="connsiteX812" fmla="*/ 6082788 w 7467600"/>
              <a:gd name="connsiteY812" fmla="*/ 64119 h 6858000"/>
              <a:gd name="connsiteX813" fmla="*/ 6099442 w 7467600"/>
              <a:gd name="connsiteY813" fmla="*/ 82568 h 6858000"/>
              <a:gd name="connsiteX814" fmla="*/ 4804137 w 7467600"/>
              <a:gd name="connsiteY814" fmla="*/ 320931 h 6858000"/>
              <a:gd name="connsiteX815" fmla="*/ 4227047 w 7467600"/>
              <a:gd name="connsiteY815" fmla="*/ 313415 h 6858000"/>
              <a:gd name="connsiteX816" fmla="*/ 4346041 w 7467600"/>
              <a:gd name="connsiteY816" fmla="*/ 456086 h 6858000"/>
              <a:gd name="connsiteX817" fmla="*/ 4870967 w 7467600"/>
              <a:gd name="connsiteY817" fmla="*/ 963061 h 6858000"/>
              <a:gd name="connsiteX818" fmla="*/ 4889647 w 7467600"/>
              <a:gd name="connsiteY818" fmla="*/ 957147 h 6858000"/>
              <a:gd name="connsiteX819" fmla="*/ 5422504 w 7467600"/>
              <a:gd name="connsiteY819" fmla="*/ 805191 h 6858000"/>
              <a:gd name="connsiteX820" fmla="*/ 6087656 w 7467600"/>
              <a:gd name="connsiteY820" fmla="*/ 826703 h 6858000"/>
              <a:gd name="connsiteX821" fmla="*/ 6058717 w 7467600"/>
              <a:gd name="connsiteY821" fmla="*/ 865992 h 6858000"/>
              <a:gd name="connsiteX822" fmla="*/ 4974153 w 7467600"/>
              <a:gd name="connsiteY822" fmla="*/ 1045456 h 6858000"/>
              <a:gd name="connsiteX823" fmla="*/ 5627835 w 7467600"/>
              <a:gd name="connsiteY823" fmla="*/ 1472077 h 6858000"/>
              <a:gd name="connsiteX824" fmla="*/ 5629817 w 7467600"/>
              <a:gd name="connsiteY824" fmla="*/ 1471412 h 6858000"/>
              <a:gd name="connsiteX825" fmla="*/ 5634124 w 7467600"/>
              <a:gd name="connsiteY825" fmla="*/ 1470572 h 6858000"/>
              <a:gd name="connsiteX826" fmla="*/ 5755832 w 7467600"/>
              <a:gd name="connsiteY826" fmla="*/ 1383886 h 6858000"/>
              <a:gd name="connsiteX827" fmla="*/ 6014186 w 7467600"/>
              <a:gd name="connsiteY827" fmla="*/ 1279799 h 6858000"/>
              <a:gd name="connsiteX828" fmla="*/ 6901619 w 7467600"/>
              <a:gd name="connsiteY828" fmla="*/ 1047874 h 6858000"/>
              <a:gd name="connsiteX829" fmla="*/ 6931566 w 7467600"/>
              <a:gd name="connsiteY829" fmla="*/ 1062034 h 6858000"/>
              <a:gd name="connsiteX830" fmla="*/ 5790982 w 7467600"/>
              <a:gd name="connsiteY830" fmla="*/ 1561380 h 6858000"/>
              <a:gd name="connsiteX831" fmla="*/ 6188971 w 7467600"/>
              <a:gd name="connsiteY831" fmla="*/ 1755168 h 6858000"/>
              <a:gd name="connsiteX832" fmla="*/ 6202446 w 7467600"/>
              <a:gd name="connsiteY832" fmla="*/ 1752268 h 6858000"/>
              <a:gd name="connsiteX833" fmla="*/ 7179560 w 7467600"/>
              <a:gd name="connsiteY833" fmla="*/ 1467551 h 6858000"/>
              <a:gd name="connsiteX834" fmla="*/ 7158730 w 7467600"/>
              <a:gd name="connsiteY834" fmla="*/ 1507835 h 6858000"/>
              <a:gd name="connsiteX835" fmla="*/ 6326959 w 7467600"/>
              <a:gd name="connsiteY835" fmla="*/ 1817686 h 6858000"/>
              <a:gd name="connsiteX836" fmla="*/ 6537433 w 7467600"/>
              <a:gd name="connsiteY836" fmla="*/ 1907790 h 6858000"/>
              <a:gd name="connsiteX837" fmla="*/ 6550221 w 7467600"/>
              <a:gd name="connsiteY837" fmla="*/ 1910729 h 6858000"/>
              <a:gd name="connsiteX838" fmla="*/ 6964438 w 7467600"/>
              <a:gd name="connsiteY838" fmla="*/ 2209505 h 6858000"/>
              <a:gd name="connsiteX839" fmla="*/ 7367862 w 7467600"/>
              <a:gd name="connsiteY839" fmla="*/ 2806833 h 6858000"/>
              <a:gd name="connsiteX840" fmla="*/ 7364329 w 7467600"/>
              <a:gd name="connsiteY840" fmla="*/ 2826907 h 6858000"/>
              <a:gd name="connsiteX841" fmla="*/ 7290545 w 7467600"/>
              <a:gd name="connsiteY841" fmla="*/ 2850663 h 6858000"/>
              <a:gd name="connsiteX842" fmla="*/ 6472036 w 7467600"/>
              <a:gd name="connsiteY842" fmla="*/ 1959003 h 6858000"/>
              <a:gd name="connsiteX843" fmla="*/ 5792897 w 7467600"/>
              <a:gd name="connsiteY843" fmla="*/ 1647747 h 6858000"/>
              <a:gd name="connsiteX844" fmla="*/ 5842751 w 7467600"/>
              <a:gd name="connsiteY844" fmla="*/ 1816112 h 6858000"/>
              <a:gd name="connsiteX845" fmla="*/ 5847424 w 7467600"/>
              <a:gd name="connsiteY845" fmla="*/ 1815776 h 6858000"/>
              <a:gd name="connsiteX846" fmla="*/ 6399821 w 7467600"/>
              <a:gd name="connsiteY846" fmla="*/ 2344799 h 6858000"/>
              <a:gd name="connsiteX847" fmla="*/ 6323232 w 7467600"/>
              <a:gd name="connsiteY847" fmla="*/ 2389634 h 6858000"/>
              <a:gd name="connsiteX848" fmla="*/ 5942958 w 7467600"/>
              <a:gd name="connsiteY848" fmla="*/ 2077708 h 6858000"/>
              <a:gd name="connsiteX849" fmla="*/ 5921559 w 7467600"/>
              <a:gd name="connsiteY849" fmla="*/ 2378596 h 6858000"/>
              <a:gd name="connsiteX850" fmla="*/ 5817651 w 7467600"/>
              <a:gd name="connsiteY850" fmla="*/ 3023919 h 6858000"/>
              <a:gd name="connsiteX851" fmla="*/ 5729634 w 7467600"/>
              <a:gd name="connsiteY851" fmla="*/ 3051849 h 6858000"/>
              <a:gd name="connsiteX852" fmla="*/ 5611018 w 7467600"/>
              <a:gd name="connsiteY852" fmla="*/ 2316769 h 6858000"/>
              <a:gd name="connsiteX853" fmla="*/ 5687608 w 7467600"/>
              <a:gd name="connsiteY853" fmla="*/ 2039972 h 6858000"/>
              <a:gd name="connsiteX854" fmla="*/ 5657554 w 7467600"/>
              <a:gd name="connsiteY854" fmla="*/ 1576445 h 6858000"/>
              <a:gd name="connsiteX855" fmla="*/ 5150475 w 7467600"/>
              <a:gd name="connsiteY855" fmla="*/ 1274012 h 6858000"/>
              <a:gd name="connsiteX856" fmla="*/ 5349142 w 7467600"/>
              <a:gd name="connsiteY856" fmla="*/ 2204405 h 6858000"/>
              <a:gd name="connsiteX857" fmla="*/ 5262214 w 7467600"/>
              <a:gd name="connsiteY857" fmla="*/ 2233836 h 6858000"/>
              <a:gd name="connsiteX858" fmla="*/ 4981539 w 7467600"/>
              <a:gd name="connsiteY858" fmla="*/ 1542201 h 6858000"/>
              <a:gd name="connsiteX859" fmla="*/ 4958461 w 7467600"/>
              <a:gd name="connsiteY859" fmla="*/ 1136957 h 6858000"/>
              <a:gd name="connsiteX860" fmla="*/ 4655015 w 7467600"/>
              <a:gd name="connsiteY860" fmla="*/ 891426 h 6858000"/>
              <a:gd name="connsiteX861" fmla="*/ 4348002 w 7467600"/>
              <a:gd name="connsiteY861" fmla="*/ 2205895 h 6858000"/>
              <a:gd name="connsiteX862" fmla="*/ 4262250 w 7467600"/>
              <a:gd name="connsiteY862" fmla="*/ 2219972 h 6858000"/>
              <a:gd name="connsiteX863" fmla="*/ 4550611 w 7467600"/>
              <a:gd name="connsiteY863" fmla="*/ 817540 h 6858000"/>
              <a:gd name="connsiteX864" fmla="*/ 4564418 w 7467600"/>
              <a:gd name="connsiteY864" fmla="*/ 808293 h 6858000"/>
              <a:gd name="connsiteX865" fmla="*/ 4266388 w 7467600"/>
              <a:gd name="connsiteY865" fmla="*/ 500083 h 6858000"/>
              <a:gd name="connsiteX866" fmla="*/ 4032842 w 7467600"/>
              <a:gd name="connsiteY866" fmla="*/ 211809 h 6858000"/>
              <a:gd name="connsiteX867" fmla="*/ 3882765 w 7467600"/>
              <a:gd name="connsiteY867" fmla="*/ 0 h 6858000"/>
              <a:gd name="connsiteX868" fmla="*/ 3721337 w 7467600"/>
              <a:gd name="connsiteY868" fmla="*/ 0 h 6858000"/>
              <a:gd name="connsiteX869" fmla="*/ 3797544 w 7467600"/>
              <a:gd name="connsiteY869" fmla="*/ 0 h 6858000"/>
              <a:gd name="connsiteX870" fmla="*/ 3775734 w 7467600"/>
              <a:gd name="connsiteY870" fmla="*/ 95131 h 6858000"/>
              <a:gd name="connsiteX871" fmla="*/ 3724807 w 7467600"/>
              <a:gd name="connsiteY871" fmla="*/ 272257 h 6858000"/>
              <a:gd name="connsiteX872" fmla="*/ 3726844 w 7467600"/>
              <a:gd name="connsiteY872" fmla="*/ 282988 h 6858000"/>
              <a:gd name="connsiteX873" fmla="*/ 3742664 w 7467600"/>
              <a:gd name="connsiteY873" fmla="*/ 279918 h 6858000"/>
              <a:gd name="connsiteX874" fmla="*/ 4103910 w 7467600"/>
              <a:gd name="connsiteY874" fmla="*/ 1161917 h 6858000"/>
              <a:gd name="connsiteX875" fmla="*/ 4020269 w 7467600"/>
              <a:gd name="connsiteY875" fmla="*/ 1200406 h 6858000"/>
              <a:gd name="connsiteX876" fmla="*/ 3674882 w 7467600"/>
              <a:gd name="connsiteY876" fmla="*/ 488524 h 6858000"/>
              <a:gd name="connsiteX877" fmla="*/ 3132682 w 7467600"/>
              <a:gd name="connsiteY877" fmla="*/ 1072284 h 6858000"/>
              <a:gd name="connsiteX878" fmla="*/ 2716346 w 7467600"/>
              <a:gd name="connsiteY878" fmla="*/ 1276376 h 6858000"/>
              <a:gd name="connsiteX879" fmla="*/ 2716772 w 7467600"/>
              <a:gd name="connsiteY879" fmla="*/ 1255462 h 6858000"/>
              <a:gd name="connsiteX880" fmla="*/ 3471096 w 7467600"/>
              <a:gd name="connsiteY880" fmla="*/ 437072 h 6858000"/>
              <a:gd name="connsiteX881" fmla="*/ 3639057 w 7467600"/>
              <a:gd name="connsiteY881" fmla="*/ 286334 h 6858000"/>
              <a:gd name="connsiteX882" fmla="*/ 3640309 w 7467600"/>
              <a:gd name="connsiteY882" fmla="*/ 284664 h 6858000"/>
              <a:gd name="connsiteX883" fmla="*/ 3646022 w 7467600"/>
              <a:gd name="connsiteY883" fmla="*/ 276711 h 6858000"/>
              <a:gd name="connsiteX884" fmla="*/ 3707943 w 7467600"/>
              <a:gd name="connsiteY884" fmla="*/ 65958 h 6858000"/>
              <a:gd name="connsiteX885" fmla="*/ 3721337 w 7467600"/>
              <a:gd name="connsiteY885" fmla="*/ 0 h 6858000"/>
              <a:gd name="connsiteX886" fmla="*/ 2867960 w 7467600"/>
              <a:gd name="connsiteY886" fmla="*/ 0 h 6858000"/>
              <a:gd name="connsiteX887" fmla="*/ 2926351 w 7467600"/>
              <a:gd name="connsiteY887" fmla="*/ 0 h 6858000"/>
              <a:gd name="connsiteX888" fmla="*/ 2902823 w 7467600"/>
              <a:gd name="connsiteY888" fmla="*/ 262929 h 6858000"/>
              <a:gd name="connsiteX889" fmla="*/ 2940663 w 7467600"/>
              <a:gd name="connsiteY889" fmla="*/ 140884 h 6858000"/>
              <a:gd name="connsiteX890" fmla="*/ 2947039 w 7467600"/>
              <a:gd name="connsiteY890" fmla="*/ 122524 h 6858000"/>
              <a:gd name="connsiteX891" fmla="*/ 2984316 w 7467600"/>
              <a:gd name="connsiteY891" fmla="*/ 0 h 6858000"/>
              <a:gd name="connsiteX892" fmla="*/ 3016114 w 7467600"/>
              <a:gd name="connsiteY892" fmla="*/ 0 h 6858000"/>
              <a:gd name="connsiteX893" fmla="*/ 2979949 w 7467600"/>
              <a:gd name="connsiteY893" fmla="*/ 119274 h 6858000"/>
              <a:gd name="connsiteX894" fmla="*/ 3023879 w 7467600"/>
              <a:gd name="connsiteY894" fmla="*/ 0 h 6858000"/>
              <a:gd name="connsiteX895" fmla="*/ 3105400 w 7467600"/>
              <a:gd name="connsiteY895" fmla="*/ 0 h 6858000"/>
              <a:gd name="connsiteX896" fmla="*/ 3094669 w 7467600"/>
              <a:gd name="connsiteY896" fmla="*/ 30308 h 6858000"/>
              <a:gd name="connsiteX897" fmla="*/ 2901945 w 7467600"/>
              <a:gd name="connsiteY897" fmla="*/ 466538 h 6858000"/>
              <a:gd name="connsiteX898" fmla="*/ 2815209 w 7467600"/>
              <a:gd name="connsiteY898" fmla="*/ 497361 h 6858000"/>
              <a:gd name="connsiteX899" fmla="*/ 2844845 w 7467600"/>
              <a:gd name="connsiteY899" fmla="*/ 127638 h 6858000"/>
              <a:gd name="connsiteX900" fmla="*/ 2867960 w 7467600"/>
              <a:gd name="connsiteY900" fmla="*/ 0 h 6858000"/>
              <a:gd name="connsiteX901" fmla="*/ 1057230 w 7467600"/>
              <a:gd name="connsiteY901" fmla="*/ 0 h 6858000"/>
              <a:gd name="connsiteX902" fmla="*/ 1111003 w 7467600"/>
              <a:gd name="connsiteY902" fmla="*/ 0 h 6858000"/>
              <a:gd name="connsiteX903" fmla="*/ 1125553 w 7467600"/>
              <a:gd name="connsiteY903" fmla="*/ 52588 h 6858000"/>
              <a:gd name="connsiteX904" fmla="*/ 1304276 w 7467600"/>
              <a:gd name="connsiteY904" fmla="*/ 476275 h 6858000"/>
              <a:gd name="connsiteX905" fmla="*/ 1492066 w 7467600"/>
              <a:gd name="connsiteY905" fmla="*/ 886333 h 6858000"/>
              <a:gd name="connsiteX906" fmla="*/ 1423698 w 7467600"/>
              <a:gd name="connsiteY906" fmla="*/ 710817 h 6858000"/>
              <a:gd name="connsiteX907" fmla="*/ 1357609 w 7467600"/>
              <a:gd name="connsiteY907" fmla="*/ 532892 h 6858000"/>
              <a:gd name="connsiteX908" fmla="*/ 1309550 w 7467600"/>
              <a:gd name="connsiteY908" fmla="*/ 374031 h 6858000"/>
              <a:gd name="connsiteX909" fmla="*/ 1193673 w 7467600"/>
              <a:gd name="connsiteY909" fmla="*/ 49533 h 6858000"/>
              <a:gd name="connsiteX910" fmla="*/ 1164391 w 7467600"/>
              <a:gd name="connsiteY910" fmla="*/ 0 h 6858000"/>
              <a:gd name="connsiteX911" fmla="*/ 1200666 w 7467600"/>
              <a:gd name="connsiteY911" fmla="*/ 0 h 6858000"/>
              <a:gd name="connsiteX912" fmla="*/ 1223408 w 7467600"/>
              <a:gd name="connsiteY912" fmla="*/ 38996 h 6858000"/>
              <a:gd name="connsiteX913" fmla="*/ 1339635 w 7467600"/>
              <a:gd name="connsiteY913" fmla="*/ 365517 h 6858000"/>
              <a:gd name="connsiteX914" fmla="*/ 1387469 w 7467600"/>
              <a:gd name="connsiteY914" fmla="*/ 523079 h 6858000"/>
              <a:gd name="connsiteX915" fmla="*/ 1452685 w 7467600"/>
              <a:gd name="connsiteY915" fmla="*/ 699806 h 6858000"/>
              <a:gd name="connsiteX916" fmla="*/ 1492092 w 7467600"/>
              <a:gd name="connsiteY916" fmla="*/ 800424 h 6858000"/>
              <a:gd name="connsiteX917" fmla="*/ 1455302 w 7467600"/>
              <a:gd name="connsiteY917" fmla="*/ 632913 h 6858000"/>
              <a:gd name="connsiteX918" fmla="*/ 1222336 w 7467600"/>
              <a:gd name="connsiteY918" fmla="*/ 9480 h 6858000"/>
              <a:gd name="connsiteX919" fmla="*/ 1214634 w 7467600"/>
              <a:gd name="connsiteY919" fmla="*/ 0 h 6858000"/>
              <a:gd name="connsiteX920" fmla="*/ 1289827 w 7467600"/>
              <a:gd name="connsiteY920" fmla="*/ 0 h 6858000"/>
              <a:gd name="connsiteX921" fmla="*/ 1321076 w 7467600"/>
              <a:gd name="connsiteY921" fmla="*/ 59722 h 6858000"/>
              <a:gd name="connsiteX922" fmla="*/ 1512579 w 7467600"/>
              <a:gd name="connsiteY922" fmla="*/ 626441 h 6858000"/>
              <a:gd name="connsiteX923" fmla="*/ 1506076 w 7467600"/>
              <a:gd name="connsiteY923" fmla="*/ 1089289 h 6858000"/>
              <a:gd name="connsiteX924" fmla="*/ 1486346 w 7467600"/>
              <a:gd name="connsiteY924" fmla="*/ 1079919 h 6858000"/>
              <a:gd name="connsiteX925" fmla="*/ 1070511 w 7467600"/>
              <a:gd name="connsiteY925" fmla="*/ 48609 h 6858000"/>
              <a:gd name="connsiteX926" fmla="*/ 1057230 w 7467600"/>
              <a:gd name="connsiteY926" fmla="*/ 0 h 6858000"/>
              <a:gd name="connsiteX927" fmla="*/ 43151 w 7467600"/>
              <a:gd name="connsiteY927" fmla="*/ 0 h 6858000"/>
              <a:gd name="connsiteX928" fmla="*/ 95283 w 7467600"/>
              <a:gd name="connsiteY928" fmla="*/ 0 h 6858000"/>
              <a:gd name="connsiteX929" fmla="*/ 300708 w 7467600"/>
              <a:gd name="connsiteY929" fmla="*/ 154571 h 6858000"/>
              <a:gd name="connsiteX930" fmla="*/ 530414 w 7467600"/>
              <a:gd name="connsiteY930" fmla="*/ 354673 h 6858000"/>
              <a:gd name="connsiteX931" fmla="*/ 333785 w 7467600"/>
              <a:gd name="connsiteY931" fmla="*/ 161564 h 6858000"/>
              <a:gd name="connsiteX932" fmla="*/ 147005 w 7467600"/>
              <a:gd name="connsiteY932" fmla="*/ 0 h 6858000"/>
              <a:gd name="connsiteX933" fmla="*/ 272509 w 7467600"/>
              <a:gd name="connsiteY933" fmla="*/ 0 h 6858000"/>
              <a:gd name="connsiteX934" fmla="*/ 326276 w 7467600"/>
              <a:gd name="connsiteY934" fmla="*/ 45847 h 6858000"/>
              <a:gd name="connsiteX935" fmla="*/ 823759 w 7467600"/>
              <a:gd name="connsiteY935" fmla="*/ 574145 h 6858000"/>
              <a:gd name="connsiteX936" fmla="*/ 811254 w 7467600"/>
              <a:gd name="connsiteY936" fmla="*/ 665546 h 6858000"/>
              <a:gd name="connsiteX937" fmla="*/ 154042 w 7467600"/>
              <a:gd name="connsiteY937" fmla="*/ 261522 h 6858000"/>
              <a:gd name="connsiteX938" fmla="*/ 13550 w 7467600"/>
              <a:gd name="connsiteY938" fmla="*/ 158423 h 6858000"/>
              <a:gd name="connsiteX939" fmla="*/ 0 w 7467600"/>
              <a:gd name="connsiteY939" fmla="*/ 146618 h 6858000"/>
              <a:gd name="connsiteX940" fmla="*/ 0 w 7467600"/>
              <a:gd name="connsiteY940" fmla="*/ 59161 h 6858000"/>
              <a:gd name="connsiteX941" fmla="*/ 45427 w 7467600"/>
              <a:gd name="connsiteY941" fmla="*/ 101078 h 6858000"/>
              <a:gd name="connsiteX942" fmla="*/ 630103 w 7467600"/>
              <a:gd name="connsiteY942" fmla="*/ 485885 h 6858000"/>
              <a:gd name="connsiteX943" fmla="*/ 532040 w 7467600"/>
              <a:gd name="connsiteY943" fmla="*/ 399359 h 6858000"/>
              <a:gd name="connsiteX944" fmla="*/ 517618 w 7467600"/>
              <a:gd name="connsiteY944" fmla="*/ 385726 h 6858000"/>
              <a:gd name="connsiteX945" fmla="*/ 285074 w 7467600"/>
              <a:gd name="connsiteY945" fmla="*/ 182755 h 6858000"/>
              <a:gd name="connsiteX946" fmla="*/ 43151 w 7467600"/>
              <a:gd name="connsiteY94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34024 w 7467600"/>
              <a:gd name="connsiteY4" fmla="*/ 672213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1019354 w 7467600"/>
              <a:gd name="connsiteY14" fmla="*/ 6315006 h 6858000"/>
              <a:gd name="connsiteX15" fmla="*/ 441046 w 7467600"/>
              <a:gd name="connsiteY15" fmla="*/ 6691153 h 6858000"/>
              <a:gd name="connsiteX16" fmla="*/ 1019354 w 7467600"/>
              <a:gd name="connsiteY16" fmla="*/ 6315006 h 6858000"/>
              <a:gd name="connsiteX17" fmla="*/ 991680 w 7467600"/>
              <a:gd name="connsiteY17" fmla="*/ 6298413 h 6858000"/>
              <a:gd name="connsiteX18" fmla="*/ 409060 w 7467600"/>
              <a:gd name="connsiteY18" fmla="*/ 6671470 h 6858000"/>
              <a:gd name="connsiteX19" fmla="*/ 991680 w 7467600"/>
              <a:gd name="connsiteY19" fmla="*/ 6298413 h 6858000"/>
              <a:gd name="connsiteX20" fmla="*/ 103333 w 7467600"/>
              <a:gd name="connsiteY20" fmla="*/ 5699602 h 6858000"/>
              <a:gd name="connsiteX21" fmla="*/ 233938 w 7467600"/>
              <a:gd name="connsiteY21" fmla="*/ 5809416 h 6858000"/>
              <a:gd name="connsiteX22" fmla="*/ 883580 w 7467600"/>
              <a:gd name="connsiteY22" fmla="*/ 6180710 h 6858000"/>
              <a:gd name="connsiteX23" fmla="*/ 487337 w 7467600"/>
              <a:gd name="connsiteY23" fmla="*/ 5950182 h 6858000"/>
              <a:gd name="connsiteX24" fmla="*/ 354051 w 7467600"/>
              <a:gd name="connsiteY24" fmla="*/ 5854912 h 6858000"/>
              <a:gd name="connsiteX25" fmla="*/ 195436 w 7467600"/>
              <a:gd name="connsiteY25" fmla="*/ 5755068 h 6858000"/>
              <a:gd name="connsiteX26" fmla="*/ 103333 w 7467600"/>
              <a:gd name="connsiteY26" fmla="*/ 5699602 h 6858000"/>
              <a:gd name="connsiteX27" fmla="*/ 5539432 w 7467600"/>
              <a:gd name="connsiteY27" fmla="*/ 5642928 h 6858000"/>
              <a:gd name="connsiteX28" fmla="*/ 5555462 w 7467600"/>
              <a:gd name="connsiteY28" fmla="*/ 5694454 h 6858000"/>
              <a:gd name="connsiteX29" fmla="*/ 5828270 w 7467600"/>
              <a:gd name="connsiteY29" fmla="*/ 6320663 h 6858000"/>
              <a:gd name="connsiteX30" fmla="*/ 5947416 w 7467600"/>
              <a:gd name="connsiteY30" fmla="*/ 6574846 h 6858000"/>
              <a:gd name="connsiteX31" fmla="*/ 5539432 w 7467600"/>
              <a:gd name="connsiteY31" fmla="*/ 5642928 h 6858000"/>
              <a:gd name="connsiteX32" fmla="*/ 51253 w 7467600"/>
              <a:gd name="connsiteY32" fmla="*/ 5631825 h 6858000"/>
              <a:gd name="connsiteX33" fmla="*/ 211622 w 7467600"/>
              <a:gd name="connsiteY33" fmla="*/ 5728803 h 6858000"/>
              <a:gd name="connsiteX34" fmla="*/ 371652 w 7467600"/>
              <a:gd name="connsiteY34" fmla="*/ 5829062 h 6858000"/>
              <a:gd name="connsiteX35" fmla="*/ 505903 w 7467600"/>
              <a:gd name="connsiteY35" fmla="*/ 5925221 h 6858000"/>
              <a:gd name="connsiteX36" fmla="*/ 899240 w 7467600"/>
              <a:gd name="connsiteY36" fmla="*/ 6153068 h 6858000"/>
              <a:gd name="connsiteX37" fmla="*/ 988114 w 7467600"/>
              <a:gd name="connsiteY37" fmla="*/ 6174204 h 6858000"/>
              <a:gd name="connsiteX38" fmla="*/ 845971 w 7467600"/>
              <a:gd name="connsiteY38" fmla="*/ 6067177 h 6858000"/>
              <a:gd name="connsiteX39" fmla="*/ 448057 w 7467600"/>
              <a:gd name="connsiteY39" fmla="*/ 5841376 h 6858000"/>
              <a:gd name="connsiteX40" fmla="*/ 51253 w 7467600"/>
              <a:gd name="connsiteY40" fmla="*/ 5631825 h 6858000"/>
              <a:gd name="connsiteX41" fmla="*/ 2606687 w 7467600"/>
              <a:gd name="connsiteY41" fmla="*/ 5630718 h 6858000"/>
              <a:gd name="connsiteX42" fmla="*/ 2645658 w 7467600"/>
              <a:gd name="connsiteY42" fmla="*/ 6640259 h 6858000"/>
              <a:gd name="connsiteX43" fmla="*/ 2606687 w 7467600"/>
              <a:gd name="connsiteY43" fmla="*/ 5630718 h 6858000"/>
              <a:gd name="connsiteX44" fmla="*/ 3642057 w 7467600"/>
              <a:gd name="connsiteY44" fmla="*/ 5573487 h 6858000"/>
              <a:gd name="connsiteX45" fmla="*/ 3632981 w 7467600"/>
              <a:gd name="connsiteY45" fmla="*/ 5579437 h 6858000"/>
              <a:gd name="connsiteX46" fmla="*/ 3382436 w 7467600"/>
              <a:gd name="connsiteY46" fmla="*/ 5952726 h 6858000"/>
              <a:gd name="connsiteX47" fmla="*/ 3191929 w 7467600"/>
              <a:gd name="connsiteY47" fmla="*/ 6662669 h 6858000"/>
              <a:gd name="connsiteX48" fmla="*/ 3369898 w 7467600"/>
              <a:gd name="connsiteY48" fmla="*/ 6081771 h 6858000"/>
              <a:gd name="connsiteX49" fmla="*/ 3642057 w 7467600"/>
              <a:gd name="connsiteY49" fmla="*/ 5573487 h 6858000"/>
              <a:gd name="connsiteX50" fmla="*/ 2650666 w 7467600"/>
              <a:gd name="connsiteY50" fmla="*/ 5530686 h 6858000"/>
              <a:gd name="connsiteX51" fmla="*/ 2650249 w 7467600"/>
              <a:gd name="connsiteY51" fmla="*/ 5532101 h 6858000"/>
              <a:gd name="connsiteX52" fmla="*/ 2663808 w 7467600"/>
              <a:gd name="connsiteY52" fmla="*/ 6535215 h 6858000"/>
              <a:gd name="connsiteX53" fmla="*/ 2665418 w 7467600"/>
              <a:gd name="connsiteY53" fmla="*/ 6132756 h 6858000"/>
              <a:gd name="connsiteX54" fmla="*/ 2650666 w 7467600"/>
              <a:gd name="connsiteY54" fmla="*/ 5530686 h 6858000"/>
              <a:gd name="connsiteX55" fmla="*/ 2680277 w 7467600"/>
              <a:gd name="connsiteY55" fmla="*/ 5479204 h 6858000"/>
              <a:gd name="connsiteX56" fmla="*/ 2678972 w 7467600"/>
              <a:gd name="connsiteY56" fmla="*/ 5481582 h 6858000"/>
              <a:gd name="connsiteX57" fmla="*/ 2696666 w 7467600"/>
              <a:gd name="connsiteY57" fmla="*/ 6133836 h 6858000"/>
              <a:gd name="connsiteX58" fmla="*/ 2695769 w 7467600"/>
              <a:gd name="connsiteY58" fmla="*/ 6390955 h 6858000"/>
              <a:gd name="connsiteX59" fmla="*/ 2739893 w 7467600"/>
              <a:gd name="connsiteY59" fmla="*/ 6108357 h 6858000"/>
              <a:gd name="connsiteX60" fmla="*/ 2680277 w 7467600"/>
              <a:gd name="connsiteY60" fmla="*/ 5479204 h 6858000"/>
              <a:gd name="connsiteX61" fmla="*/ 1132195 w 7467600"/>
              <a:gd name="connsiteY61" fmla="*/ 5467980 h 6858000"/>
              <a:gd name="connsiteX62" fmla="*/ 1679056 w 7467600"/>
              <a:gd name="connsiteY62" fmla="*/ 5516907 h 6858000"/>
              <a:gd name="connsiteX63" fmla="*/ 2128648 w 7467600"/>
              <a:gd name="connsiteY63" fmla="*/ 5474249 h 6858000"/>
              <a:gd name="connsiteX64" fmla="*/ 1825619 w 7467600"/>
              <a:gd name="connsiteY64" fmla="*/ 5478447 h 6858000"/>
              <a:gd name="connsiteX65" fmla="*/ 1737798 w 7467600"/>
              <a:gd name="connsiteY65" fmla="*/ 5483353 h 6858000"/>
              <a:gd name="connsiteX66" fmla="*/ 1132195 w 7467600"/>
              <a:gd name="connsiteY66" fmla="*/ 5467980 h 6858000"/>
              <a:gd name="connsiteX67" fmla="*/ 1456157 w 7467600"/>
              <a:gd name="connsiteY67" fmla="*/ 5371404 h 6858000"/>
              <a:gd name="connsiteX68" fmla="*/ 1244432 w 7467600"/>
              <a:gd name="connsiteY68" fmla="*/ 5385601 h 6858000"/>
              <a:gd name="connsiteX69" fmla="*/ 973990 w 7467600"/>
              <a:gd name="connsiteY69" fmla="*/ 5424940 h 6858000"/>
              <a:gd name="connsiteX70" fmla="*/ 1103809 w 7467600"/>
              <a:gd name="connsiteY70" fmla="*/ 5433720 h 6858000"/>
              <a:gd name="connsiteX71" fmla="*/ 1123454 w 7467600"/>
              <a:gd name="connsiteY71" fmla="*/ 5435727 h 6858000"/>
              <a:gd name="connsiteX72" fmla="*/ 1737017 w 7467600"/>
              <a:gd name="connsiteY72" fmla="*/ 5452183 h 6858000"/>
              <a:gd name="connsiteX73" fmla="*/ 1824397 w 7467600"/>
              <a:gd name="connsiteY73" fmla="*/ 5447757 h 6858000"/>
              <a:gd name="connsiteX74" fmla="*/ 2070059 w 7467600"/>
              <a:gd name="connsiteY74" fmla="*/ 5441660 h 6858000"/>
              <a:gd name="connsiteX75" fmla="*/ 1456157 w 7467600"/>
              <a:gd name="connsiteY75" fmla="*/ 5371404 h 6858000"/>
              <a:gd name="connsiteX76" fmla="*/ 4988186 w 7467600"/>
              <a:gd name="connsiteY76" fmla="*/ 5216467 h 6858000"/>
              <a:gd name="connsiteX77" fmla="*/ 4777334 w 7467600"/>
              <a:gd name="connsiteY77" fmla="*/ 5406072 h 6858000"/>
              <a:gd name="connsiteX78" fmla="*/ 4718341 w 7467600"/>
              <a:gd name="connsiteY78" fmla="*/ 5468043 h 6858000"/>
              <a:gd name="connsiteX79" fmla="*/ 4604655 w 7467600"/>
              <a:gd name="connsiteY79" fmla="*/ 5583434 h 6858000"/>
              <a:gd name="connsiteX80" fmla="*/ 4565074 w 7467600"/>
              <a:gd name="connsiteY80" fmla="*/ 5618550 h 6858000"/>
              <a:gd name="connsiteX81" fmla="*/ 4988186 w 7467600"/>
              <a:gd name="connsiteY81" fmla="*/ 5216467 h 6858000"/>
              <a:gd name="connsiteX82" fmla="*/ 4978032 w 7467600"/>
              <a:gd name="connsiteY82" fmla="*/ 5183809 h 6858000"/>
              <a:gd name="connsiteX83" fmla="*/ 4463413 w 7467600"/>
              <a:gd name="connsiteY83" fmla="*/ 5615162 h 6858000"/>
              <a:gd name="connsiteX84" fmla="*/ 4358134 w 7467600"/>
              <a:gd name="connsiteY84" fmla="*/ 5742791 h 6858000"/>
              <a:gd name="connsiteX85" fmla="*/ 4376219 w 7467600"/>
              <a:gd name="connsiteY85" fmla="*/ 5729027 h 6858000"/>
              <a:gd name="connsiteX86" fmla="*/ 4582340 w 7467600"/>
              <a:gd name="connsiteY86" fmla="*/ 5561037 h 6858000"/>
              <a:gd name="connsiteX87" fmla="*/ 4694684 w 7467600"/>
              <a:gd name="connsiteY87" fmla="*/ 5447098 h 6858000"/>
              <a:gd name="connsiteX88" fmla="*/ 4754123 w 7467600"/>
              <a:gd name="connsiteY88" fmla="*/ 5384643 h 6858000"/>
              <a:gd name="connsiteX89" fmla="*/ 4978032 w 7467600"/>
              <a:gd name="connsiteY89" fmla="*/ 5183809 h 6858000"/>
              <a:gd name="connsiteX90" fmla="*/ 1903353 w 7467600"/>
              <a:gd name="connsiteY90" fmla="*/ 5044827 h 6858000"/>
              <a:gd name="connsiteX91" fmla="*/ 1936931 w 7467600"/>
              <a:gd name="connsiteY91" fmla="*/ 5093954 h 6858000"/>
              <a:gd name="connsiteX92" fmla="*/ 2195868 w 7467600"/>
              <a:gd name="connsiteY92" fmla="*/ 5396574 h 6858000"/>
              <a:gd name="connsiteX93" fmla="*/ 2088852 w 7467600"/>
              <a:gd name="connsiteY93" fmla="*/ 5166123 h 6858000"/>
              <a:gd name="connsiteX94" fmla="*/ 1958241 w 7467600"/>
              <a:gd name="connsiteY94" fmla="*/ 5067955 h 6858000"/>
              <a:gd name="connsiteX95" fmla="*/ 1903353 w 7467600"/>
              <a:gd name="connsiteY95" fmla="*/ 5044827 h 6858000"/>
              <a:gd name="connsiteX96" fmla="*/ 1979378 w 7467600"/>
              <a:gd name="connsiteY96" fmla="*/ 4769504 h 6858000"/>
              <a:gd name="connsiteX97" fmla="*/ 2882120 w 7467600"/>
              <a:gd name="connsiteY97" fmla="*/ 5064547 h 6858000"/>
              <a:gd name="connsiteX98" fmla="*/ 2793103 w 7467600"/>
              <a:gd name="connsiteY98" fmla="*/ 5039699 h 6858000"/>
              <a:gd name="connsiteX99" fmla="*/ 2770041 w 7467600"/>
              <a:gd name="connsiteY99" fmla="*/ 5033634 h 6858000"/>
              <a:gd name="connsiteX100" fmla="*/ 1979378 w 7467600"/>
              <a:gd name="connsiteY100" fmla="*/ 4769504 h 6858000"/>
              <a:gd name="connsiteX101" fmla="*/ 1927410 w 7467600"/>
              <a:gd name="connsiteY101" fmla="*/ 4716164 h 6858000"/>
              <a:gd name="connsiteX102" fmla="*/ 1959587 w 7467600"/>
              <a:gd name="connsiteY102" fmla="*/ 4728849 h 6858000"/>
              <a:gd name="connsiteX103" fmla="*/ 2777707 w 7467600"/>
              <a:gd name="connsiteY103" fmla="*/ 5003991 h 6858000"/>
              <a:gd name="connsiteX104" fmla="*/ 2800768 w 7467600"/>
              <a:gd name="connsiteY104" fmla="*/ 5010056 h 6858000"/>
              <a:gd name="connsiteX105" fmla="*/ 2879408 w 7467600"/>
              <a:gd name="connsiteY105" fmla="*/ 5031590 h 6858000"/>
              <a:gd name="connsiteX106" fmla="*/ 2862295 w 7467600"/>
              <a:gd name="connsiteY106" fmla="*/ 5022958 h 6858000"/>
              <a:gd name="connsiteX107" fmla="*/ 2813343 w 7467600"/>
              <a:gd name="connsiteY107" fmla="*/ 4998369 h 6858000"/>
              <a:gd name="connsiteX108" fmla="*/ 2646245 w 7467600"/>
              <a:gd name="connsiteY108" fmla="*/ 4930999 h 6858000"/>
              <a:gd name="connsiteX109" fmla="*/ 1999243 w 7467600"/>
              <a:gd name="connsiteY109" fmla="*/ 4730524 h 6858000"/>
              <a:gd name="connsiteX110" fmla="*/ 1979527 w 7467600"/>
              <a:gd name="connsiteY110" fmla="*/ 4726651 h 6858000"/>
              <a:gd name="connsiteX111" fmla="*/ 1927410 w 7467600"/>
              <a:gd name="connsiteY111" fmla="*/ 4716164 h 6858000"/>
              <a:gd name="connsiteX112" fmla="*/ 1997014 w 7467600"/>
              <a:gd name="connsiteY112" fmla="*/ 4698007 h 6858000"/>
              <a:gd name="connsiteX113" fmla="*/ 2005458 w 7467600"/>
              <a:gd name="connsiteY113" fmla="*/ 4699540 h 6858000"/>
              <a:gd name="connsiteX114" fmla="*/ 2657186 w 7467600"/>
              <a:gd name="connsiteY114" fmla="*/ 4901687 h 6858000"/>
              <a:gd name="connsiteX115" fmla="*/ 2826662 w 7467600"/>
              <a:gd name="connsiteY115" fmla="*/ 4970362 h 6858000"/>
              <a:gd name="connsiteX116" fmla="*/ 2876100 w 7467600"/>
              <a:gd name="connsiteY116" fmla="*/ 4995397 h 6858000"/>
              <a:gd name="connsiteX117" fmla="*/ 3042600 w 7467600"/>
              <a:gd name="connsiteY117" fmla="*/ 5059532 h 6858000"/>
              <a:gd name="connsiteX118" fmla="*/ 1997014 w 7467600"/>
              <a:gd name="connsiteY118" fmla="*/ 4698007 h 6858000"/>
              <a:gd name="connsiteX119" fmla="*/ 2305292 w 7467600"/>
              <a:gd name="connsiteY119" fmla="*/ 4219492 h 6858000"/>
              <a:gd name="connsiteX120" fmla="*/ 3360922 w 7467600"/>
              <a:gd name="connsiteY120" fmla="*/ 4529373 h 6858000"/>
              <a:gd name="connsiteX121" fmla="*/ 3492420 w 7467600"/>
              <a:gd name="connsiteY121" fmla="*/ 4510145 h 6858000"/>
              <a:gd name="connsiteX122" fmla="*/ 3364086 w 7467600"/>
              <a:gd name="connsiteY122" fmla="*/ 4480340 h 6858000"/>
              <a:gd name="connsiteX123" fmla="*/ 3225818 w 7467600"/>
              <a:gd name="connsiteY123" fmla="*/ 4411822 h 6858000"/>
              <a:gd name="connsiteX124" fmla="*/ 3129696 w 7467600"/>
              <a:gd name="connsiteY124" fmla="*/ 4360704 h 6858000"/>
              <a:gd name="connsiteX125" fmla="*/ 2814545 w 7467600"/>
              <a:gd name="connsiteY125" fmla="*/ 4282955 h 6858000"/>
              <a:gd name="connsiteX126" fmla="*/ 2305292 w 7467600"/>
              <a:gd name="connsiteY126" fmla="*/ 4219492 h 6858000"/>
              <a:gd name="connsiteX127" fmla="*/ 2626982 w 7467600"/>
              <a:gd name="connsiteY127" fmla="*/ 4206450 h 6858000"/>
              <a:gd name="connsiteX128" fmla="*/ 2490617 w 7467600"/>
              <a:gd name="connsiteY128" fmla="*/ 4206951 h 6858000"/>
              <a:gd name="connsiteX129" fmla="*/ 2819869 w 7467600"/>
              <a:gd name="connsiteY129" fmla="*/ 4252936 h 6858000"/>
              <a:gd name="connsiteX130" fmla="*/ 3143018 w 7467600"/>
              <a:gd name="connsiteY130" fmla="*/ 4332698 h 6858000"/>
              <a:gd name="connsiteX131" fmla="*/ 3241520 w 7467600"/>
              <a:gd name="connsiteY131" fmla="*/ 4385112 h 6858000"/>
              <a:gd name="connsiteX132" fmla="*/ 3374575 w 7467600"/>
              <a:gd name="connsiteY132" fmla="*/ 4451517 h 6858000"/>
              <a:gd name="connsiteX133" fmla="*/ 3505221 w 7467600"/>
              <a:gd name="connsiteY133" fmla="*/ 4480757 h 6858000"/>
              <a:gd name="connsiteX134" fmla="*/ 2626982 w 7467600"/>
              <a:gd name="connsiteY134" fmla="*/ 4206450 h 6858000"/>
              <a:gd name="connsiteX135" fmla="*/ 1310106 w 7467600"/>
              <a:gd name="connsiteY135" fmla="*/ 3943217 h 6858000"/>
              <a:gd name="connsiteX136" fmla="*/ 854994 w 7467600"/>
              <a:gd name="connsiteY136" fmla="*/ 4399136 h 6858000"/>
              <a:gd name="connsiteX137" fmla="*/ 742462 w 7467600"/>
              <a:gd name="connsiteY137" fmla="*/ 4594648 h 6858000"/>
              <a:gd name="connsiteX138" fmla="*/ 820602 w 7467600"/>
              <a:gd name="connsiteY138" fmla="*/ 4485915 h 6858000"/>
              <a:gd name="connsiteX139" fmla="*/ 878295 w 7467600"/>
              <a:gd name="connsiteY139" fmla="*/ 4403594 h 6858000"/>
              <a:gd name="connsiteX140" fmla="*/ 1240607 w 7467600"/>
              <a:gd name="connsiteY140" fmla="*/ 4010401 h 6858000"/>
              <a:gd name="connsiteX141" fmla="*/ 1310106 w 7467600"/>
              <a:gd name="connsiteY141" fmla="*/ 3943217 h 6858000"/>
              <a:gd name="connsiteX142" fmla="*/ 1423113 w 7467600"/>
              <a:gd name="connsiteY142" fmla="*/ 3874565 h 6858000"/>
              <a:gd name="connsiteX143" fmla="*/ 1260565 w 7467600"/>
              <a:gd name="connsiteY143" fmla="*/ 4031982 h 6858000"/>
              <a:gd name="connsiteX144" fmla="*/ 901900 w 7467600"/>
              <a:gd name="connsiteY144" fmla="*/ 4421236 h 6858000"/>
              <a:gd name="connsiteX145" fmla="*/ 845044 w 7467600"/>
              <a:gd name="connsiteY145" fmla="*/ 4502436 h 6858000"/>
              <a:gd name="connsiteX146" fmla="*/ 685926 w 7467600"/>
              <a:gd name="connsiteY146" fmla="*/ 4703069 h 6858000"/>
              <a:gd name="connsiteX147" fmla="*/ 684248 w 7467600"/>
              <a:gd name="connsiteY147" fmla="*/ 4706721 h 6858000"/>
              <a:gd name="connsiteX148" fmla="*/ 1423113 w 7467600"/>
              <a:gd name="connsiteY148" fmla="*/ 3874565 h 6858000"/>
              <a:gd name="connsiteX149" fmla="*/ 3316479 w 7467600"/>
              <a:gd name="connsiteY149" fmla="*/ 3872136 h 6858000"/>
              <a:gd name="connsiteX150" fmla="*/ 3546806 w 7467600"/>
              <a:gd name="connsiteY150" fmla="*/ 4356139 h 6858000"/>
              <a:gd name="connsiteX151" fmla="*/ 3364433 w 7467600"/>
              <a:gd name="connsiteY151" fmla="*/ 3953121 h 6858000"/>
              <a:gd name="connsiteX152" fmla="*/ 3316479 w 7467600"/>
              <a:gd name="connsiteY152" fmla="*/ 3872136 h 6858000"/>
              <a:gd name="connsiteX153" fmla="*/ 3291335 w 7467600"/>
              <a:gd name="connsiteY153" fmla="*/ 3767420 h 6858000"/>
              <a:gd name="connsiteX154" fmla="*/ 3390805 w 7467600"/>
              <a:gd name="connsiteY154" fmla="*/ 3937163 h 6858000"/>
              <a:gd name="connsiteX155" fmla="*/ 3579062 w 7467600"/>
              <a:gd name="connsiteY155" fmla="*/ 4359040 h 6858000"/>
              <a:gd name="connsiteX156" fmla="*/ 3467355 w 7467600"/>
              <a:gd name="connsiteY156" fmla="*/ 3988130 h 6858000"/>
              <a:gd name="connsiteX157" fmla="*/ 3310753 w 7467600"/>
              <a:gd name="connsiteY157" fmla="*/ 3787140 h 6858000"/>
              <a:gd name="connsiteX158" fmla="*/ 3291335 w 7467600"/>
              <a:gd name="connsiteY158" fmla="*/ 3767420 h 6858000"/>
              <a:gd name="connsiteX159" fmla="*/ 1635889 w 7467600"/>
              <a:gd name="connsiteY159" fmla="*/ 3709494 h 6858000"/>
              <a:gd name="connsiteX160" fmla="*/ 1634800 w 7467600"/>
              <a:gd name="connsiteY160" fmla="*/ 3731111 h 6858000"/>
              <a:gd name="connsiteX161" fmla="*/ 1635889 w 7467600"/>
              <a:gd name="connsiteY161" fmla="*/ 3709494 h 6858000"/>
              <a:gd name="connsiteX162" fmla="*/ 1510397 w 7467600"/>
              <a:gd name="connsiteY162" fmla="*/ 3684705 h 6858000"/>
              <a:gd name="connsiteX163" fmla="*/ 1146550 w 7467600"/>
              <a:gd name="connsiteY163" fmla="*/ 3802012 h 6858000"/>
              <a:gd name="connsiteX164" fmla="*/ 698834 w 7467600"/>
              <a:gd name="connsiteY164" fmla="*/ 3952272 h 6858000"/>
              <a:gd name="connsiteX165" fmla="*/ 34256 w 7467600"/>
              <a:gd name="connsiteY165" fmla="*/ 4347603 h 6858000"/>
              <a:gd name="connsiteX166" fmla="*/ 527241 w 7467600"/>
              <a:gd name="connsiteY166" fmla="*/ 4065078 h 6858000"/>
              <a:gd name="connsiteX167" fmla="*/ 1510397 w 7467600"/>
              <a:gd name="connsiteY167" fmla="*/ 3684705 h 6858000"/>
              <a:gd name="connsiteX168" fmla="*/ 1313114 w 7467600"/>
              <a:gd name="connsiteY168" fmla="*/ 3655216 h 6858000"/>
              <a:gd name="connsiteX169" fmla="*/ 1109304 w 7467600"/>
              <a:gd name="connsiteY169" fmla="*/ 3669030 h 6858000"/>
              <a:gd name="connsiteX170" fmla="*/ 8129 w 7467600"/>
              <a:gd name="connsiteY170" fmla="*/ 4330519 h 6858000"/>
              <a:gd name="connsiteX171" fmla="*/ 687572 w 7467600"/>
              <a:gd name="connsiteY171" fmla="*/ 3925629 h 6858000"/>
              <a:gd name="connsiteX172" fmla="*/ 1138365 w 7467600"/>
              <a:gd name="connsiteY172" fmla="*/ 3774515 h 6858000"/>
              <a:gd name="connsiteX173" fmla="*/ 1505579 w 7467600"/>
              <a:gd name="connsiteY173" fmla="*/ 3655526 h 6858000"/>
              <a:gd name="connsiteX174" fmla="*/ 1313114 w 7467600"/>
              <a:gd name="connsiteY174" fmla="*/ 3655216 h 6858000"/>
              <a:gd name="connsiteX175" fmla="*/ 3655073 w 7467600"/>
              <a:gd name="connsiteY175" fmla="*/ 3650884 h 6858000"/>
              <a:gd name="connsiteX176" fmla="*/ 3989938 w 7467600"/>
              <a:gd name="connsiteY176" fmla="*/ 3991685 h 6858000"/>
              <a:gd name="connsiteX177" fmla="*/ 4393907 w 7467600"/>
              <a:gd name="connsiteY177" fmla="*/ 4261258 h 6858000"/>
              <a:gd name="connsiteX178" fmla="*/ 4648051 w 7467600"/>
              <a:gd name="connsiteY178" fmla="*/ 4374051 h 6858000"/>
              <a:gd name="connsiteX179" fmla="*/ 4383389 w 7467600"/>
              <a:gd name="connsiteY179" fmla="*/ 4184369 h 6858000"/>
              <a:gd name="connsiteX180" fmla="*/ 4165508 w 7467600"/>
              <a:gd name="connsiteY180" fmla="*/ 4035196 h 6858000"/>
              <a:gd name="connsiteX181" fmla="*/ 4068162 w 7467600"/>
              <a:gd name="connsiteY181" fmla="*/ 3953394 h 6858000"/>
              <a:gd name="connsiteX182" fmla="*/ 3981416 w 7467600"/>
              <a:gd name="connsiteY182" fmla="*/ 3880482 h 6858000"/>
              <a:gd name="connsiteX183" fmla="*/ 3800147 w 7467600"/>
              <a:gd name="connsiteY183" fmla="*/ 3749872 h 6858000"/>
              <a:gd name="connsiteX184" fmla="*/ 3655073 w 7467600"/>
              <a:gd name="connsiteY184" fmla="*/ 3650884 h 6858000"/>
              <a:gd name="connsiteX185" fmla="*/ 3670252 w 7467600"/>
              <a:gd name="connsiteY185" fmla="*/ 3622798 h 6858000"/>
              <a:gd name="connsiteX186" fmla="*/ 3817258 w 7467600"/>
              <a:gd name="connsiteY186" fmla="*/ 3723577 h 6858000"/>
              <a:gd name="connsiteX187" fmla="*/ 4000461 w 7467600"/>
              <a:gd name="connsiteY187" fmla="*/ 3855966 h 6858000"/>
              <a:gd name="connsiteX188" fmla="*/ 4088180 w 7467600"/>
              <a:gd name="connsiteY188" fmla="*/ 3929774 h 6858000"/>
              <a:gd name="connsiteX189" fmla="*/ 4184555 w 7467600"/>
              <a:gd name="connsiteY189" fmla="*/ 4010683 h 6858000"/>
              <a:gd name="connsiteX190" fmla="*/ 4399563 w 7467600"/>
              <a:gd name="connsiteY190" fmla="*/ 4158106 h 6858000"/>
              <a:gd name="connsiteX191" fmla="*/ 4684469 w 7467600"/>
              <a:gd name="connsiteY191" fmla="*/ 4364680 h 6858000"/>
              <a:gd name="connsiteX192" fmla="*/ 4690271 w 7467600"/>
              <a:gd name="connsiteY192" fmla="*/ 4370034 h 6858000"/>
              <a:gd name="connsiteX193" fmla="*/ 4136093 w 7467600"/>
              <a:gd name="connsiteY193" fmla="*/ 3858466 h 6858000"/>
              <a:gd name="connsiteX194" fmla="*/ 3670252 w 7467600"/>
              <a:gd name="connsiteY194" fmla="*/ 3622798 h 6858000"/>
              <a:gd name="connsiteX195" fmla="*/ 4440129 w 7467600"/>
              <a:gd name="connsiteY195" fmla="*/ 3448571 h 6858000"/>
              <a:gd name="connsiteX196" fmla="*/ 4856525 w 7467600"/>
              <a:gd name="connsiteY196" fmla="*/ 3915351 h 6858000"/>
              <a:gd name="connsiteX197" fmla="*/ 5059055 w 7467600"/>
              <a:gd name="connsiteY197" fmla="*/ 4108918 h 6858000"/>
              <a:gd name="connsiteX198" fmla="*/ 5290070 w 7467600"/>
              <a:gd name="connsiteY198" fmla="*/ 4263619 h 6858000"/>
              <a:gd name="connsiteX199" fmla="*/ 4834991 w 7467600"/>
              <a:gd name="connsiteY199" fmla="*/ 3830985 h 6858000"/>
              <a:gd name="connsiteX200" fmla="*/ 4440129 w 7467600"/>
              <a:gd name="connsiteY200" fmla="*/ 3448571 h 6858000"/>
              <a:gd name="connsiteX201" fmla="*/ 4441737 w 7467600"/>
              <a:gd name="connsiteY201" fmla="*/ 3399734 h 6858000"/>
              <a:gd name="connsiteX202" fmla="*/ 4431236 w 7467600"/>
              <a:gd name="connsiteY202" fmla="*/ 3400954 h 6858000"/>
              <a:gd name="connsiteX203" fmla="*/ 4557150 w 7467600"/>
              <a:gd name="connsiteY203" fmla="*/ 3510023 h 6858000"/>
              <a:gd name="connsiteX204" fmla="*/ 4856936 w 7467600"/>
              <a:gd name="connsiteY204" fmla="*/ 3809146 h 6858000"/>
              <a:gd name="connsiteX205" fmla="*/ 5111996 w 7467600"/>
              <a:gd name="connsiteY205" fmla="*/ 4065759 h 6858000"/>
              <a:gd name="connsiteX206" fmla="*/ 5388878 w 7467600"/>
              <a:gd name="connsiteY206" fmla="*/ 4300185 h 6858000"/>
              <a:gd name="connsiteX207" fmla="*/ 5425556 w 7467600"/>
              <a:gd name="connsiteY207" fmla="*/ 4308967 h 6858000"/>
              <a:gd name="connsiteX208" fmla="*/ 4943646 w 7467600"/>
              <a:gd name="connsiteY208" fmla="*/ 3822916 h 6858000"/>
              <a:gd name="connsiteX209" fmla="*/ 4594837 w 7467600"/>
              <a:gd name="connsiteY209" fmla="*/ 3532274 h 6858000"/>
              <a:gd name="connsiteX210" fmla="*/ 4441737 w 7467600"/>
              <a:gd name="connsiteY210" fmla="*/ 3399734 h 6858000"/>
              <a:gd name="connsiteX211" fmla="*/ 5425834 w 7467600"/>
              <a:gd name="connsiteY211" fmla="*/ 3162785 h 6858000"/>
              <a:gd name="connsiteX212" fmla="*/ 5401644 w 7467600"/>
              <a:gd name="connsiteY212" fmla="*/ 3617847 h 6858000"/>
              <a:gd name="connsiteX213" fmla="*/ 5467256 w 7467600"/>
              <a:gd name="connsiteY213" fmla="*/ 4175494 h 6858000"/>
              <a:gd name="connsiteX214" fmla="*/ 5448069 w 7467600"/>
              <a:gd name="connsiteY214" fmla="*/ 3567554 h 6858000"/>
              <a:gd name="connsiteX215" fmla="*/ 5425834 w 7467600"/>
              <a:gd name="connsiteY215" fmla="*/ 3162785 h 6858000"/>
              <a:gd name="connsiteX216" fmla="*/ 1318687 w 7467600"/>
              <a:gd name="connsiteY216" fmla="*/ 3113840 h 6858000"/>
              <a:gd name="connsiteX217" fmla="*/ 1066793 w 7467600"/>
              <a:gd name="connsiteY217" fmla="*/ 3212171 h 6858000"/>
              <a:gd name="connsiteX218" fmla="*/ 993319 w 7467600"/>
              <a:gd name="connsiteY218" fmla="*/ 3247648 h 6858000"/>
              <a:gd name="connsiteX219" fmla="*/ 853081 w 7467600"/>
              <a:gd name="connsiteY219" fmla="*/ 3312410 h 6858000"/>
              <a:gd name="connsiteX220" fmla="*/ 805957 w 7467600"/>
              <a:gd name="connsiteY220" fmla="*/ 3330443 h 6858000"/>
              <a:gd name="connsiteX221" fmla="*/ 1318687 w 7467600"/>
              <a:gd name="connsiteY221" fmla="*/ 3113840 h 6858000"/>
              <a:gd name="connsiteX222" fmla="*/ 5453702 w 7467600"/>
              <a:gd name="connsiteY222" fmla="*/ 3090882 h 6858000"/>
              <a:gd name="connsiteX223" fmla="*/ 5480135 w 7467600"/>
              <a:gd name="connsiteY223" fmla="*/ 3565802 h 6858000"/>
              <a:gd name="connsiteX224" fmla="*/ 5499023 w 7467600"/>
              <a:gd name="connsiteY224" fmla="*/ 4166310 h 6858000"/>
              <a:gd name="connsiteX225" fmla="*/ 5547022 w 7467600"/>
              <a:gd name="connsiteY225" fmla="*/ 3607838 h 6858000"/>
              <a:gd name="connsiteX226" fmla="*/ 5515964 w 7467600"/>
              <a:gd name="connsiteY226" fmla="*/ 3378541 h 6858000"/>
              <a:gd name="connsiteX227" fmla="*/ 5453702 w 7467600"/>
              <a:gd name="connsiteY227" fmla="*/ 3090882 h 6858000"/>
              <a:gd name="connsiteX228" fmla="*/ 1238695 w 7467600"/>
              <a:gd name="connsiteY228" fmla="*/ 3076820 h 6858000"/>
              <a:gd name="connsiteX229" fmla="*/ 716371 w 7467600"/>
              <a:gd name="connsiteY229" fmla="*/ 3293249 h 6858000"/>
              <a:gd name="connsiteX230" fmla="*/ 579522 w 7467600"/>
              <a:gd name="connsiteY230" fmla="*/ 3371759 h 6858000"/>
              <a:gd name="connsiteX231" fmla="*/ 600288 w 7467600"/>
              <a:gd name="connsiteY231" fmla="*/ 3365555 h 6858000"/>
              <a:gd name="connsiteX232" fmla="*/ 840692 w 7467600"/>
              <a:gd name="connsiteY232" fmla="*/ 3284921 h 6858000"/>
              <a:gd name="connsiteX233" fmla="*/ 979248 w 7467600"/>
              <a:gd name="connsiteY233" fmla="*/ 3221003 h 6858000"/>
              <a:gd name="connsiteX234" fmla="*/ 1053282 w 7467600"/>
              <a:gd name="connsiteY234" fmla="*/ 3185247 h 6858000"/>
              <a:gd name="connsiteX235" fmla="*/ 1320603 w 7467600"/>
              <a:gd name="connsiteY235" fmla="*/ 3081281 h 6858000"/>
              <a:gd name="connsiteX236" fmla="*/ 1238695 w 7467600"/>
              <a:gd name="connsiteY236" fmla="*/ 3076820 h 6858000"/>
              <a:gd name="connsiteX237" fmla="*/ 5425627 w 7467600"/>
              <a:gd name="connsiteY237" fmla="*/ 2954192 h 6858000"/>
              <a:gd name="connsiteX238" fmla="*/ 5470770 w 7467600"/>
              <a:gd name="connsiteY238" fmla="*/ 3005435 h 6858000"/>
              <a:gd name="connsiteX239" fmla="*/ 5519779 w 7467600"/>
              <a:gd name="connsiteY239" fmla="*/ 4359223 h 6858000"/>
              <a:gd name="connsiteX240" fmla="*/ 5520293 w 7467600"/>
              <a:gd name="connsiteY240" fmla="*/ 4360602 h 6858000"/>
              <a:gd name="connsiteX241" fmla="*/ 5767221 w 7467600"/>
              <a:gd name="connsiteY241" fmla="*/ 4665564 h 6858000"/>
              <a:gd name="connsiteX242" fmla="*/ 6937169 w 7467600"/>
              <a:gd name="connsiteY242" fmla="*/ 4815941 h 6858000"/>
              <a:gd name="connsiteX243" fmla="*/ 6953922 w 7467600"/>
              <a:gd name="connsiteY243" fmla="*/ 4890068 h 6858000"/>
              <a:gd name="connsiteX244" fmla="*/ 6071359 w 7467600"/>
              <a:gd name="connsiteY244" fmla="*/ 4770770 h 6858000"/>
              <a:gd name="connsiteX245" fmla="*/ 6038839 w 7467600"/>
              <a:gd name="connsiteY245" fmla="*/ 4764474 h 6858000"/>
              <a:gd name="connsiteX246" fmla="*/ 6038706 w 7467600"/>
              <a:gd name="connsiteY246" fmla="*/ 4763847 h 6858000"/>
              <a:gd name="connsiteX247" fmla="*/ 6037784 w 7467600"/>
              <a:gd name="connsiteY247" fmla="*/ 4764270 h 6858000"/>
              <a:gd name="connsiteX248" fmla="*/ 6038839 w 7467600"/>
              <a:gd name="connsiteY248" fmla="*/ 4764474 h 6858000"/>
              <a:gd name="connsiteX249" fmla="*/ 6040338 w 7467600"/>
              <a:gd name="connsiteY249" fmla="*/ 4771418 h 6858000"/>
              <a:gd name="connsiteX250" fmla="*/ 6024488 w 7467600"/>
              <a:gd name="connsiteY250" fmla="*/ 4809903 h 6858000"/>
              <a:gd name="connsiteX251" fmla="*/ 5599771 w 7467600"/>
              <a:gd name="connsiteY251" fmla="*/ 5509652 h 6858000"/>
              <a:gd name="connsiteX252" fmla="*/ 5548843 w 7467600"/>
              <a:gd name="connsiteY252" fmla="*/ 5563845 h 6858000"/>
              <a:gd name="connsiteX253" fmla="*/ 5940952 w 7467600"/>
              <a:gd name="connsiteY253" fmla="*/ 6250028 h 6858000"/>
              <a:gd name="connsiteX254" fmla="*/ 6043441 w 7467600"/>
              <a:gd name="connsiteY254" fmla="*/ 6665847 h 6858000"/>
              <a:gd name="connsiteX255" fmla="*/ 6093432 w 7467600"/>
              <a:gd name="connsiteY255" fmla="*/ 6858000 h 6858000"/>
              <a:gd name="connsiteX256" fmla="*/ 6034344 w 7467600"/>
              <a:gd name="connsiteY256" fmla="*/ 6858000 h 6858000"/>
              <a:gd name="connsiteX257" fmla="*/ 6026679 w 7467600"/>
              <a:gd name="connsiteY257" fmla="*/ 6836959 h 6858000"/>
              <a:gd name="connsiteX258" fmla="*/ 5800441 w 7467600"/>
              <a:gd name="connsiteY258" fmla="*/ 6335286 h 6858000"/>
              <a:gd name="connsiteX259" fmla="*/ 5526562 w 7467600"/>
              <a:gd name="connsiteY259" fmla="*/ 5705388 h 6858000"/>
              <a:gd name="connsiteX260" fmla="*/ 5519640 w 7467600"/>
              <a:gd name="connsiteY260" fmla="*/ 5683774 h 6858000"/>
              <a:gd name="connsiteX261" fmla="*/ 5844559 w 7467600"/>
              <a:gd name="connsiteY261" fmla="*/ 6553349 h 6858000"/>
              <a:gd name="connsiteX262" fmla="*/ 5975994 w 7467600"/>
              <a:gd name="connsiteY262" fmla="*/ 6858000 h 6858000"/>
              <a:gd name="connsiteX263" fmla="*/ 5898547 w 7467600"/>
              <a:gd name="connsiteY263" fmla="*/ 6858000 h 6858000"/>
              <a:gd name="connsiteX264" fmla="*/ 5682041 w 7467600"/>
              <a:gd name="connsiteY264" fmla="*/ 6355860 h 6858000"/>
              <a:gd name="connsiteX265" fmla="*/ 5461758 w 7467600"/>
              <a:gd name="connsiteY265" fmla="*/ 5820220 h 6858000"/>
              <a:gd name="connsiteX266" fmla="*/ 5237282 w 7467600"/>
              <a:gd name="connsiteY266" fmla="*/ 6579086 h 6858000"/>
              <a:gd name="connsiteX267" fmla="*/ 5115009 w 7467600"/>
              <a:gd name="connsiteY267" fmla="*/ 6858000 h 6858000"/>
              <a:gd name="connsiteX268" fmla="*/ 5028074 w 7467600"/>
              <a:gd name="connsiteY268" fmla="*/ 6858000 h 6858000"/>
              <a:gd name="connsiteX269" fmla="*/ 5079508 w 7467600"/>
              <a:gd name="connsiteY269" fmla="*/ 6749074 h 6858000"/>
              <a:gd name="connsiteX270" fmla="*/ 5371846 w 7467600"/>
              <a:gd name="connsiteY270" fmla="*/ 5924413 h 6858000"/>
              <a:gd name="connsiteX271" fmla="*/ 5270512 w 7467600"/>
              <a:gd name="connsiteY271" fmla="*/ 6138975 h 6858000"/>
              <a:gd name="connsiteX272" fmla="*/ 5062409 w 7467600"/>
              <a:gd name="connsiteY272" fmla="*/ 6653544 h 6858000"/>
              <a:gd name="connsiteX273" fmla="*/ 5036628 w 7467600"/>
              <a:gd name="connsiteY273" fmla="*/ 6754247 h 6858000"/>
              <a:gd name="connsiteX274" fmla="*/ 5009112 w 7467600"/>
              <a:gd name="connsiteY274" fmla="*/ 6858000 h 6858000"/>
              <a:gd name="connsiteX275" fmla="*/ 4976679 w 7467600"/>
              <a:gd name="connsiteY275" fmla="*/ 6858000 h 6858000"/>
              <a:gd name="connsiteX276" fmla="*/ 5006537 w 7467600"/>
              <a:gd name="connsiteY276" fmla="*/ 6747068 h 6858000"/>
              <a:gd name="connsiteX277" fmla="*/ 5032723 w 7467600"/>
              <a:gd name="connsiteY277" fmla="*/ 6644957 h 6858000"/>
              <a:gd name="connsiteX278" fmla="*/ 5242949 w 7467600"/>
              <a:gd name="connsiteY278" fmla="*/ 6125175 h 6858000"/>
              <a:gd name="connsiteX279" fmla="*/ 5286321 w 7467600"/>
              <a:gd name="connsiteY279" fmla="*/ 6033555 h 6858000"/>
              <a:gd name="connsiteX280" fmla="*/ 5008210 w 7467600"/>
              <a:gd name="connsiteY280" fmla="*/ 6649194 h 6858000"/>
              <a:gd name="connsiteX281" fmla="*/ 4986321 w 7467600"/>
              <a:gd name="connsiteY281" fmla="*/ 6765687 h 6858000"/>
              <a:gd name="connsiteX282" fmla="*/ 4973474 w 7467600"/>
              <a:gd name="connsiteY282" fmla="*/ 6858000 h 6858000"/>
              <a:gd name="connsiteX283" fmla="*/ 4907178 w 7467600"/>
              <a:gd name="connsiteY283" fmla="*/ 6858000 h 6858000"/>
              <a:gd name="connsiteX284" fmla="*/ 4910810 w 7467600"/>
              <a:gd name="connsiteY284" fmla="*/ 6829660 h 6858000"/>
              <a:gd name="connsiteX285" fmla="*/ 4987461 w 7467600"/>
              <a:gd name="connsiteY285" fmla="*/ 6432994 h 6858000"/>
              <a:gd name="connsiteX286" fmla="*/ 5179262 w 7467600"/>
              <a:gd name="connsiteY286" fmla="*/ 6035044 h 6858000"/>
              <a:gd name="connsiteX287" fmla="*/ 4689678 w 7467600"/>
              <a:gd name="connsiteY287" fmla="*/ 6440241 h 6858000"/>
              <a:gd name="connsiteX288" fmla="*/ 4477543 w 7467600"/>
              <a:gd name="connsiteY288" fmla="*/ 6674836 h 6858000"/>
              <a:gd name="connsiteX289" fmla="*/ 4329957 w 7467600"/>
              <a:gd name="connsiteY289" fmla="*/ 6858000 h 6858000"/>
              <a:gd name="connsiteX290" fmla="*/ 4218595 w 7467600"/>
              <a:gd name="connsiteY290" fmla="*/ 6858000 h 6858000"/>
              <a:gd name="connsiteX291" fmla="*/ 4368888 w 7467600"/>
              <a:gd name="connsiteY291" fmla="*/ 6668412 h 6858000"/>
              <a:gd name="connsiteX292" fmla="*/ 4563091 w 7467600"/>
              <a:gd name="connsiteY292" fmla="*/ 6442508 h 6858000"/>
              <a:gd name="connsiteX293" fmla="*/ 5387324 w 7467600"/>
              <a:gd name="connsiteY293" fmla="*/ 5705830 h 6858000"/>
              <a:gd name="connsiteX294" fmla="*/ 5073620 w 7467600"/>
              <a:gd name="connsiteY294" fmla="*/ 5955437 h 6858000"/>
              <a:gd name="connsiteX295" fmla="*/ 4689789 w 7467600"/>
              <a:gd name="connsiteY295" fmla="*/ 6268382 h 6858000"/>
              <a:gd name="connsiteX296" fmla="*/ 4418722 w 7467600"/>
              <a:gd name="connsiteY296" fmla="*/ 6570886 h 6858000"/>
              <a:gd name="connsiteX297" fmla="*/ 4214944 w 7467600"/>
              <a:gd name="connsiteY297" fmla="*/ 6858000 h 6858000"/>
              <a:gd name="connsiteX298" fmla="*/ 4177898 w 7467600"/>
              <a:gd name="connsiteY298" fmla="*/ 6858000 h 6858000"/>
              <a:gd name="connsiteX299" fmla="*/ 4391597 w 7467600"/>
              <a:gd name="connsiteY299" fmla="*/ 6556370 h 6858000"/>
              <a:gd name="connsiteX300" fmla="*/ 4668889 w 7467600"/>
              <a:gd name="connsiteY300" fmla="*/ 6246399 h 6858000"/>
              <a:gd name="connsiteX301" fmla="*/ 5055427 w 7467600"/>
              <a:gd name="connsiteY301" fmla="*/ 5931476 h 6858000"/>
              <a:gd name="connsiteX302" fmla="*/ 5371814 w 7467600"/>
              <a:gd name="connsiteY302" fmla="*/ 5678975 h 6858000"/>
              <a:gd name="connsiteX303" fmla="*/ 4987918 w 7467600"/>
              <a:gd name="connsiteY303" fmla="*/ 5838701 h 6858000"/>
              <a:gd name="connsiteX304" fmla="*/ 4317146 w 7467600"/>
              <a:gd name="connsiteY304" fmla="*/ 6587716 h 6858000"/>
              <a:gd name="connsiteX305" fmla="*/ 4171627 w 7467600"/>
              <a:gd name="connsiteY305" fmla="*/ 6858000 h 6858000"/>
              <a:gd name="connsiteX306" fmla="*/ 4081585 w 7467600"/>
              <a:gd name="connsiteY306" fmla="*/ 6858000 h 6858000"/>
              <a:gd name="connsiteX307" fmla="*/ 4238603 w 7467600"/>
              <a:gd name="connsiteY307" fmla="*/ 6559341 h 6858000"/>
              <a:gd name="connsiteX308" fmla="*/ 4778333 w 7467600"/>
              <a:gd name="connsiteY308" fmla="*/ 5873626 h 6858000"/>
              <a:gd name="connsiteX309" fmla="*/ 5414185 w 7467600"/>
              <a:gd name="connsiteY309" fmla="*/ 5573882 h 6858000"/>
              <a:gd name="connsiteX310" fmla="*/ 5959648 w 7467600"/>
              <a:gd name="connsiteY310" fmla="*/ 4760797 h 6858000"/>
              <a:gd name="connsiteX311" fmla="*/ 5355019 w 7467600"/>
              <a:gd name="connsiteY311" fmla="*/ 4734672 h 6858000"/>
              <a:gd name="connsiteX312" fmla="*/ 5083565 w 7467600"/>
              <a:gd name="connsiteY312" fmla="*/ 5179121 h 6858000"/>
              <a:gd name="connsiteX313" fmla="*/ 4713577 w 7467600"/>
              <a:gd name="connsiteY313" fmla="*/ 5616803 h 6858000"/>
              <a:gd name="connsiteX314" fmla="*/ 3989559 w 7467600"/>
              <a:gd name="connsiteY314" fmla="*/ 6145945 h 6858000"/>
              <a:gd name="connsiteX315" fmla="*/ 3939824 w 7467600"/>
              <a:gd name="connsiteY315" fmla="*/ 6066900 h 6858000"/>
              <a:gd name="connsiteX316" fmla="*/ 4584537 w 7467600"/>
              <a:gd name="connsiteY316" fmla="*/ 5324826 h 6858000"/>
              <a:gd name="connsiteX317" fmla="*/ 5037105 w 7467600"/>
              <a:gd name="connsiteY317" fmla="*/ 5088765 h 6858000"/>
              <a:gd name="connsiteX318" fmla="*/ 5039930 w 7467600"/>
              <a:gd name="connsiteY318" fmla="*/ 5089585 h 6858000"/>
              <a:gd name="connsiteX319" fmla="*/ 5263764 w 7467600"/>
              <a:gd name="connsiteY319" fmla="*/ 4735525 h 6858000"/>
              <a:gd name="connsiteX320" fmla="*/ 4086300 w 7467600"/>
              <a:gd name="connsiteY320" fmla="*/ 4884599 h 6858000"/>
              <a:gd name="connsiteX321" fmla="*/ 4085485 w 7467600"/>
              <a:gd name="connsiteY321" fmla="*/ 4899070 h 6858000"/>
              <a:gd name="connsiteX322" fmla="*/ 3871915 w 7467600"/>
              <a:gd name="connsiteY322" fmla="*/ 5253645 h 6858000"/>
              <a:gd name="connsiteX323" fmla="*/ 3799374 w 7467600"/>
              <a:gd name="connsiteY323" fmla="*/ 5466127 h 6858000"/>
              <a:gd name="connsiteX324" fmla="*/ 3498850 w 7467600"/>
              <a:gd name="connsiteY324" fmla="*/ 6661888 h 6858000"/>
              <a:gd name="connsiteX325" fmla="*/ 3399216 w 7467600"/>
              <a:gd name="connsiteY325" fmla="*/ 6858000 h 6858000"/>
              <a:gd name="connsiteX326" fmla="*/ 3303688 w 7467600"/>
              <a:gd name="connsiteY326" fmla="*/ 6858000 h 6858000"/>
              <a:gd name="connsiteX327" fmla="*/ 3391774 w 7467600"/>
              <a:gd name="connsiteY327" fmla="*/ 6697181 h 6858000"/>
              <a:gd name="connsiteX328" fmla="*/ 3735540 w 7467600"/>
              <a:gd name="connsiteY328" fmla="*/ 5546923 h 6858000"/>
              <a:gd name="connsiteX329" fmla="*/ 3729438 w 7467600"/>
              <a:gd name="connsiteY329" fmla="*/ 5569058 h 6858000"/>
              <a:gd name="connsiteX330" fmla="*/ 3707782 w 7467600"/>
              <a:gd name="connsiteY330" fmla="*/ 5644908 h 6858000"/>
              <a:gd name="connsiteX331" fmla="*/ 3583827 w 7467600"/>
              <a:gd name="connsiteY331" fmla="*/ 6039215 h 6858000"/>
              <a:gd name="connsiteX332" fmla="*/ 3547861 w 7467600"/>
              <a:gd name="connsiteY332" fmla="*/ 6129609 h 6858000"/>
              <a:gd name="connsiteX333" fmla="*/ 3490905 w 7467600"/>
              <a:gd name="connsiteY333" fmla="*/ 6277660 h 6858000"/>
              <a:gd name="connsiteX334" fmla="*/ 3455859 w 7467600"/>
              <a:gd name="connsiteY334" fmla="*/ 6391301 h 6858000"/>
              <a:gd name="connsiteX335" fmla="*/ 3429112 w 7467600"/>
              <a:gd name="connsiteY335" fmla="*/ 6479469 h 6858000"/>
              <a:gd name="connsiteX336" fmla="*/ 3304862 w 7467600"/>
              <a:gd name="connsiteY336" fmla="*/ 6796476 h 6858000"/>
              <a:gd name="connsiteX337" fmla="*/ 3276071 w 7467600"/>
              <a:gd name="connsiteY337" fmla="*/ 6858000 h 6858000"/>
              <a:gd name="connsiteX338" fmla="*/ 3240805 w 7467600"/>
              <a:gd name="connsiteY338" fmla="*/ 6858000 h 6858000"/>
              <a:gd name="connsiteX339" fmla="*/ 3275917 w 7467600"/>
              <a:gd name="connsiteY339" fmla="*/ 6783192 h 6858000"/>
              <a:gd name="connsiteX340" fmla="*/ 3399358 w 7467600"/>
              <a:gd name="connsiteY340" fmla="*/ 6469011 h 6858000"/>
              <a:gd name="connsiteX341" fmla="*/ 3425650 w 7467600"/>
              <a:gd name="connsiteY341" fmla="*/ 6381333 h 6858000"/>
              <a:gd name="connsiteX342" fmla="*/ 3460661 w 7467600"/>
              <a:gd name="connsiteY342" fmla="*/ 6266763 h 6858000"/>
              <a:gd name="connsiteX343" fmla="*/ 3518021 w 7467600"/>
              <a:gd name="connsiteY343" fmla="*/ 6117298 h 6858000"/>
              <a:gd name="connsiteX344" fmla="*/ 3554035 w 7467600"/>
              <a:gd name="connsiteY344" fmla="*/ 6027832 h 6858000"/>
              <a:gd name="connsiteX345" fmla="*/ 3677174 w 7467600"/>
              <a:gd name="connsiteY345" fmla="*/ 5636351 h 6858000"/>
              <a:gd name="connsiteX346" fmla="*/ 3698819 w 7467600"/>
              <a:gd name="connsiteY346" fmla="*/ 5560503 h 6858000"/>
              <a:gd name="connsiteX347" fmla="*/ 3702094 w 7467600"/>
              <a:gd name="connsiteY347" fmla="*/ 5549194 h 6858000"/>
              <a:gd name="connsiteX348" fmla="*/ 3398355 w 7467600"/>
              <a:gd name="connsiteY348" fmla="*/ 6094603 h 6858000"/>
              <a:gd name="connsiteX349" fmla="*/ 3193941 w 7467600"/>
              <a:gd name="connsiteY349" fmla="*/ 6798775 h 6858000"/>
              <a:gd name="connsiteX350" fmla="*/ 3184140 w 7467600"/>
              <a:gd name="connsiteY350" fmla="*/ 6858000 h 6858000"/>
              <a:gd name="connsiteX351" fmla="*/ 3099978 w 7467600"/>
              <a:gd name="connsiteY351" fmla="*/ 6858000 h 6858000"/>
              <a:gd name="connsiteX352" fmla="*/ 3101556 w 7467600"/>
              <a:gd name="connsiteY352" fmla="*/ 6843337 h 6858000"/>
              <a:gd name="connsiteX353" fmla="*/ 3370162 w 7467600"/>
              <a:gd name="connsiteY353" fmla="*/ 5785550 h 6858000"/>
              <a:gd name="connsiteX354" fmla="*/ 3746477 w 7467600"/>
              <a:gd name="connsiteY354" fmla="*/ 5377889 h 6858000"/>
              <a:gd name="connsiteX355" fmla="*/ 3863399 w 7467600"/>
              <a:gd name="connsiteY355" fmla="*/ 5087257 h 6858000"/>
              <a:gd name="connsiteX356" fmla="*/ 3968712 w 7467600"/>
              <a:gd name="connsiteY356" fmla="*/ 4913989 h 6858000"/>
              <a:gd name="connsiteX357" fmla="*/ 2792390 w 7467600"/>
              <a:gd name="connsiteY357" fmla="*/ 5382974 h 6858000"/>
              <a:gd name="connsiteX358" fmla="*/ 2714982 w 7467600"/>
              <a:gd name="connsiteY358" fmla="*/ 5427051 h 6858000"/>
              <a:gd name="connsiteX359" fmla="*/ 2813361 w 7467600"/>
              <a:gd name="connsiteY359" fmla="*/ 6023912 h 6858000"/>
              <a:gd name="connsiteX360" fmla="*/ 2688430 w 7467600"/>
              <a:gd name="connsiteY360" fmla="*/ 6801564 h 6858000"/>
              <a:gd name="connsiteX361" fmla="*/ 2629626 w 7467600"/>
              <a:gd name="connsiteY361" fmla="*/ 6763394 h 6858000"/>
              <a:gd name="connsiteX362" fmla="*/ 2565328 w 7467600"/>
              <a:gd name="connsiteY362" fmla="*/ 5516399 h 6858000"/>
              <a:gd name="connsiteX363" fmla="*/ 1922999 w 7467600"/>
              <a:gd name="connsiteY363" fmla="*/ 5980343 h 6858000"/>
              <a:gd name="connsiteX364" fmla="*/ 1950261 w 7467600"/>
              <a:gd name="connsiteY364" fmla="*/ 6405858 h 6858000"/>
              <a:gd name="connsiteX365" fmla="*/ 2365554 w 7467600"/>
              <a:gd name="connsiteY365" fmla="*/ 6759107 h 6858000"/>
              <a:gd name="connsiteX366" fmla="*/ 2424142 w 7467600"/>
              <a:gd name="connsiteY366" fmla="*/ 6858000 h 6858000"/>
              <a:gd name="connsiteX367" fmla="*/ 2395994 w 7467600"/>
              <a:gd name="connsiteY367" fmla="*/ 6858000 h 6858000"/>
              <a:gd name="connsiteX368" fmla="*/ 2392863 w 7467600"/>
              <a:gd name="connsiteY368" fmla="*/ 6852964 h 6858000"/>
              <a:gd name="connsiteX369" fmla="*/ 2017589 w 7467600"/>
              <a:gd name="connsiteY369" fmla="*/ 6493982 h 6858000"/>
              <a:gd name="connsiteX370" fmla="*/ 2147336 w 7467600"/>
              <a:gd name="connsiteY370" fmla="*/ 6594052 h 6858000"/>
              <a:gd name="connsiteX371" fmla="*/ 2207047 w 7467600"/>
              <a:gd name="connsiteY371" fmla="*/ 6654540 h 6858000"/>
              <a:gd name="connsiteX372" fmla="*/ 2299106 w 7467600"/>
              <a:gd name="connsiteY372" fmla="*/ 6778931 h 6858000"/>
              <a:gd name="connsiteX373" fmla="*/ 2314430 w 7467600"/>
              <a:gd name="connsiteY373" fmla="*/ 6801144 h 6858000"/>
              <a:gd name="connsiteX374" fmla="*/ 2352406 w 7467600"/>
              <a:gd name="connsiteY374" fmla="*/ 6858000 h 6858000"/>
              <a:gd name="connsiteX375" fmla="*/ 2314492 w 7467600"/>
              <a:gd name="connsiteY375" fmla="*/ 6858000 h 6858000"/>
              <a:gd name="connsiteX376" fmla="*/ 2288095 w 7467600"/>
              <a:gd name="connsiteY376" fmla="*/ 6818030 h 6858000"/>
              <a:gd name="connsiteX377" fmla="*/ 2272768 w 7467600"/>
              <a:gd name="connsiteY377" fmla="*/ 6795822 h 6858000"/>
              <a:gd name="connsiteX378" fmla="*/ 2182715 w 7467600"/>
              <a:gd name="connsiteY378" fmla="*/ 6675071 h 6858000"/>
              <a:gd name="connsiteX379" fmla="*/ 2032061 w 7467600"/>
              <a:gd name="connsiteY379" fmla="*/ 6541380 h 6858000"/>
              <a:gd name="connsiteX380" fmla="*/ 2257220 w 7467600"/>
              <a:gd name="connsiteY380" fmla="*/ 6826257 h 6858000"/>
              <a:gd name="connsiteX381" fmla="*/ 2281324 w 7467600"/>
              <a:gd name="connsiteY381" fmla="*/ 6858000 h 6858000"/>
              <a:gd name="connsiteX382" fmla="*/ 2242860 w 7467600"/>
              <a:gd name="connsiteY382" fmla="*/ 6858000 h 6858000"/>
              <a:gd name="connsiteX383" fmla="*/ 2232818 w 7467600"/>
              <a:gd name="connsiteY383" fmla="*/ 6844926 h 6858000"/>
              <a:gd name="connsiteX384" fmla="*/ 1990172 w 7467600"/>
              <a:gd name="connsiteY384" fmla="*/ 6542121 h 6858000"/>
              <a:gd name="connsiteX385" fmla="*/ 2124090 w 7467600"/>
              <a:gd name="connsiteY385" fmla="*/ 6761017 h 6858000"/>
              <a:gd name="connsiteX386" fmla="*/ 2200380 w 7467600"/>
              <a:gd name="connsiteY386" fmla="*/ 6858000 h 6858000"/>
              <a:gd name="connsiteX387" fmla="*/ 2147507 w 7467600"/>
              <a:gd name="connsiteY387" fmla="*/ 6858000 h 6858000"/>
              <a:gd name="connsiteX388" fmla="*/ 2070668 w 7467600"/>
              <a:gd name="connsiteY388" fmla="*/ 6761520 h 6858000"/>
              <a:gd name="connsiteX389" fmla="*/ 1975142 w 7467600"/>
              <a:gd name="connsiteY389" fmla="*/ 6585570 h 6858000"/>
              <a:gd name="connsiteX390" fmla="*/ 2050035 w 7467600"/>
              <a:gd name="connsiteY390" fmla="*/ 6813345 h 6858000"/>
              <a:gd name="connsiteX391" fmla="*/ 2063025 w 7467600"/>
              <a:gd name="connsiteY391" fmla="*/ 6858000 h 6858000"/>
              <a:gd name="connsiteX392" fmla="*/ 2021675 w 7467600"/>
              <a:gd name="connsiteY392" fmla="*/ 6858000 h 6858000"/>
              <a:gd name="connsiteX393" fmla="*/ 2019308 w 7467600"/>
              <a:gd name="connsiteY393" fmla="*/ 6847118 h 6858000"/>
              <a:gd name="connsiteX394" fmla="*/ 1938835 w 7467600"/>
              <a:gd name="connsiteY394" fmla="*/ 6551160 h 6858000"/>
              <a:gd name="connsiteX395" fmla="*/ 1953230 w 7467600"/>
              <a:gd name="connsiteY395" fmla="*/ 6759699 h 6858000"/>
              <a:gd name="connsiteX396" fmla="*/ 1956763 w 7467600"/>
              <a:gd name="connsiteY396" fmla="*/ 6778191 h 6858000"/>
              <a:gd name="connsiteX397" fmla="*/ 1967925 w 7467600"/>
              <a:gd name="connsiteY397" fmla="*/ 6858000 h 6858000"/>
              <a:gd name="connsiteX398" fmla="*/ 1936622 w 7467600"/>
              <a:gd name="connsiteY398" fmla="*/ 6858000 h 6858000"/>
              <a:gd name="connsiteX399" fmla="*/ 1926261 w 7467600"/>
              <a:gd name="connsiteY399" fmla="*/ 6784064 h 6858000"/>
              <a:gd name="connsiteX400" fmla="*/ 1922724 w 7467600"/>
              <a:gd name="connsiteY400" fmla="*/ 6765577 h 6858000"/>
              <a:gd name="connsiteX401" fmla="*/ 1904650 w 7467600"/>
              <a:gd name="connsiteY401" fmla="*/ 6639616 h 6858000"/>
              <a:gd name="connsiteX402" fmla="*/ 1885273 w 7467600"/>
              <a:gd name="connsiteY402" fmla="*/ 6858000 h 6858000"/>
              <a:gd name="connsiteX403" fmla="*/ 1854363 w 7467600"/>
              <a:gd name="connsiteY403" fmla="*/ 6858000 h 6858000"/>
              <a:gd name="connsiteX404" fmla="*/ 1880391 w 7467600"/>
              <a:gd name="connsiteY404" fmla="*/ 6603796 h 6858000"/>
              <a:gd name="connsiteX405" fmla="*/ 1818273 w 7467600"/>
              <a:gd name="connsiteY405" fmla="*/ 6715729 h 6858000"/>
              <a:gd name="connsiteX406" fmla="*/ 1794691 w 7467600"/>
              <a:gd name="connsiteY406" fmla="*/ 6843239 h 6858000"/>
              <a:gd name="connsiteX407" fmla="*/ 1794914 w 7467600"/>
              <a:gd name="connsiteY407" fmla="*/ 6858000 h 6858000"/>
              <a:gd name="connsiteX408" fmla="*/ 1746128 w 7467600"/>
              <a:gd name="connsiteY408" fmla="*/ 6858000 h 6858000"/>
              <a:gd name="connsiteX409" fmla="*/ 1753934 w 7467600"/>
              <a:gd name="connsiteY409" fmla="*/ 6724796 h 6858000"/>
              <a:gd name="connsiteX410" fmla="*/ 1792053 w 7467600"/>
              <a:gd name="connsiteY410" fmla="*/ 6572396 h 6858000"/>
              <a:gd name="connsiteX411" fmla="*/ 1862248 w 7467600"/>
              <a:gd name="connsiteY411" fmla="*/ 6266397 h 6858000"/>
              <a:gd name="connsiteX412" fmla="*/ 1862250 w 7467600"/>
              <a:gd name="connsiteY412" fmla="*/ 6033531 h 6858000"/>
              <a:gd name="connsiteX413" fmla="*/ 1211999 w 7467600"/>
              <a:gd name="connsiteY413" fmla="*/ 6683610 h 6858000"/>
              <a:gd name="connsiteX414" fmla="*/ 1213266 w 7467600"/>
              <a:gd name="connsiteY414" fmla="*/ 6691947 h 6858000"/>
              <a:gd name="connsiteX415" fmla="*/ 1203370 w 7467600"/>
              <a:gd name="connsiteY415" fmla="*/ 6850676 h 6858000"/>
              <a:gd name="connsiteX416" fmla="*/ 1203671 w 7467600"/>
              <a:gd name="connsiteY416" fmla="*/ 6858000 h 6858000"/>
              <a:gd name="connsiteX417" fmla="*/ 1143180 w 7467600"/>
              <a:gd name="connsiteY417" fmla="*/ 6858000 h 6858000"/>
              <a:gd name="connsiteX418" fmla="*/ 1142176 w 7467600"/>
              <a:gd name="connsiteY418" fmla="*/ 6766045 h 6858000"/>
              <a:gd name="connsiteX419" fmla="*/ 1067484 w 7467600"/>
              <a:gd name="connsiteY419" fmla="*/ 6858000 h 6858000"/>
              <a:gd name="connsiteX420" fmla="*/ 953928 w 7467600"/>
              <a:gd name="connsiteY420" fmla="*/ 6858000 h 6858000"/>
              <a:gd name="connsiteX421" fmla="*/ 959715 w 7467600"/>
              <a:gd name="connsiteY421" fmla="*/ 6850185 h 6858000"/>
              <a:gd name="connsiteX422" fmla="*/ 1483788 w 7467600"/>
              <a:gd name="connsiteY422" fmla="*/ 6259174 h 6858000"/>
              <a:gd name="connsiteX423" fmla="*/ 1100671 w 7467600"/>
              <a:gd name="connsiteY423" fmla="*/ 6252137 h 6858000"/>
              <a:gd name="connsiteX424" fmla="*/ 1090144 w 7467600"/>
              <a:gd name="connsiteY424" fmla="*/ 6256748 h 6858000"/>
              <a:gd name="connsiteX425" fmla="*/ 1095872 w 7467600"/>
              <a:gd name="connsiteY425" fmla="*/ 6271892 h 6858000"/>
              <a:gd name="connsiteX426" fmla="*/ 262785 w 7467600"/>
              <a:gd name="connsiteY426" fmla="*/ 6845450 h 6858000"/>
              <a:gd name="connsiteX427" fmla="*/ 209968 w 7467600"/>
              <a:gd name="connsiteY427" fmla="*/ 6770713 h 6858000"/>
              <a:gd name="connsiteX428" fmla="*/ 873460 w 7467600"/>
              <a:gd name="connsiteY428" fmla="*/ 6253768 h 6858000"/>
              <a:gd name="connsiteX429" fmla="*/ 192686 w 7467600"/>
              <a:gd name="connsiteY429" fmla="*/ 5849257 h 6858000"/>
              <a:gd name="connsiteX430" fmla="*/ 4696 w 7467600"/>
              <a:gd name="connsiteY430" fmla="*/ 5697668 h 6858000"/>
              <a:gd name="connsiteX431" fmla="*/ 0 w 7467600"/>
              <a:gd name="connsiteY431" fmla="*/ 5689984 h 6858000"/>
              <a:gd name="connsiteX432" fmla="*/ 0 w 7467600"/>
              <a:gd name="connsiteY432" fmla="*/ 5513472 h 6858000"/>
              <a:gd name="connsiteX433" fmla="*/ 174101 w 7467600"/>
              <a:gd name="connsiteY433" fmla="*/ 5620277 h 6858000"/>
              <a:gd name="connsiteX434" fmla="*/ 891800 w 7467600"/>
              <a:gd name="connsiteY434" fmla="*/ 6036935 h 6858000"/>
              <a:gd name="connsiteX435" fmla="*/ 1072219 w 7467600"/>
              <a:gd name="connsiteY435" fmla="*/ 6169443 h 6858000"/>
              <a:gd name="connsiteX436" fmla="*/ 1074117 w 7467600"/>
              <a:gd name="connsiteY436" fmla="*/ 6170301 h 6858000"/>
              <a:gd name="connsiteX437" fmla="*/ 1083114 w 7467600"/>
              <a:gd name="connsiteY437" fmla="*/ 6174131 h 6858000"/>
              <a:gd name="connsiteX438" fmla="*/ 1543010 w 7467600"/>
              <a:gd name="connsiteY438" fmla="*/ 6191140 h 6858000"/>
              <a:gd name="connsiteX439" fmla="*/ 1551080 w 7467600"/>
              <a:gd name="connsiteY439" fmla="*/ 6195006 h 6858000"/>
              <a:gd name="connsiteX440" fmla="*/ 2345443 w 7467600"/>
              <a:gd name="connsiteY440" fmla="*/ 5549882 h 6858000"/>
              <a:gd name="connsiteX441" fmla="*/ 1721499 w 7467600"/>
              <a:gd name="connsiteY441" fmla="*/ 5599969 h 6858000"/>
              <a:gd name="connsiteX442" fmla="*/ 767716 w 7467600"/>
              <a:gd name="connsiteY442" fmla="*/ 5472768 h 6858000"/>
              <a:gd name="connsiteX443" fmla="*/ 722147 w 7467600"/>
              <a:gd name="connsiteY443" fmla="*/ 5393091 h 6858000"/>
              <a:gd name="connsiteX444" fmla="*/ 1485552 w 7467600"/>
              <a:gd name="connsiteY444" fmla="*/ 5313202 h 6858000"/>
              <a:gd name="connsiteX445" fmla="*/ 2143004 w 7467600"/>
              <a:gd name="connsiteY445" fmla="*/ 5402420 h 6858000"/>
              <a:gd name="connsiteX446" fmla="*/ 1933391 w 7467600"/>
              <a:gd name="connsiteY446" fmla="*/ 5156971 h 6858000"/>
              <a:gd name="connsiteX447" fmla="*/ 1827118 w 7467600"/>
              <a:gd name="connsiteY447" fmla="*/ 4968410 h 6858000"/>
              <a:gd name="connsiteX448" fmla="*/ 1837349 w 7467600"/>
              <a:gd name="connsiteY448" fmla="*/ 4956357 h 6858000"/>
              <a:gd name="connsiteX449" fmla="*/ 2162835 w 7467600"/>
              <a:gd name="connsiteY449" fmla="*/ 5187853 h 6858000"/>
              <a:gd name="connsiteX450" fmla="*/ 2257167 w 7467600"/>
              <a:gd name="connsiteY450" fmla="*/ 5462123 h 6858000"/>
              <a:gd name="connsiteX451" fmla="*/ 2261598 w 7467600"/>
              <a:gd name="connsiteY451" fmla="*/ 5467998 h 6858000"/>
              <a:gd name="connsiteX452" fmla="*/ 2437177 w 7467600"/>
              <a:gd name="connsiteY452" fmla="*/ 5479608 h 6858000"/>
              <a:gd name="connsiteX453" fmla="*/ 2445247 w 7467600"/>
              <a:gd name="connsiteY453" fmla="*/ 5483476 h 6858000"/>
              <a:gd name="connsiteX454" fmla="*/ 2743626 w 7467600"/>
              <a:gd name="connsiteY454" fmla="*/ 5304819 h 6858000"/>
              <a:gd name="connsiteX455" fmla="*/ 3048102 w 7467600"/>
              <a:gd name="connsiteY455" fmla="*/ 5150595 h 6858000"/>
              <a:gd name="connsiteX456" fmla="*/ 1799414 w 7467600"/>
              <a:gd name="connsiteY456" fmla="*/ 4694732 h 6858000"/>
              <a:gd name="connsiteX457" fmla="*/ 1771735 w 7467600"/>
              <a:gd name="connsiteY457" fmla="*/ 4619929 h 6858000"/>
              <a:gd name="connsiteX458" fmla="*/ 3104273 w 7467600"/>
              <a:gd name="connsiteY458" fmla="*/ 5076159 h 6858000"/>
              <a:gd name="connsiteX459" fmla="*/ 3113245 w 7467600"/>
              <a:gd name="connsiteY459" fmla="*/ 5090705 h 6858000"/>
              <a:gd name="connsiteX460" fmla="*/ 3126294 w 7467600"/>
              <a:gd name="connsiteY460" fmla="*/ 5114400 h 6858000"/>
              <a:gd name="connsiteX461" fmla="*/ 3937433 w 7467600"/>
              <a:gd name="connsiteY461" fmla="*/ 4830473 h 6858000"/>
              <a:gd name="connsiteX462" fmla="*/ 3590475 w 7467600"/>
              <a:gd name="connsiteY462" fmla="*/ 4597974 h 6858000"/>
              <a:gd name="connsiteX463" fmla="*/ 3100264 w 7467600"/>
              <a:gd name="connsiteY463" fmla="*/ 4579845 h 6858000"/>
              <a:gd name="connsiteX464" fmla="*/ 2183576 w 7467600"/>
              <a:gd name="connsiteY464" fmla="*/ 4227150 h 6858000"/>
              <a:gd name="connsiteX465" fmla="*/ 2151029 w 7467600"/>
              <a:gd name="connsiteY465" fmla="*/ 4146947 h 6858000"/>
              <a:gd name="connsiteX466" fmla="*/ 3563434 w 7467600"/>
              <a:gd name="connsiteY466" fmla="*/ 4469115 h 6858000"/>
              <a:gd name="connsiteX467" fmla="*/ 3177952 w 7467600"/>
              <a:gd name="connsiteY467" fmla="*/ 3657386 h 6858000"/>
              <a:gd name="connsiteX468" fmla="*/ 3189263 w 7467600"/>
              <a:gd name="connsiteY468" fmla="*/ 3625726 h 6858000"/>
              <a:gd name="connsiteX469" fmla="*/ 3560912 w 7467600"/>
              <a:gd name="connsiteY469" fmla="*/ 4079863 h 6858000"/>
              <a:gd name="connsiteX470" fmla="*/ 3626636 w 7467600"/>
              <a:gd name="connsiteY470" fmla="*/ 4512230 h 6858000"/>
              <a:gd name="connsiteX471" fmla="*/ 3653088 w 7467600"/>
              <a:gd name="connsiteY471" fmla="*/ 4521417 h 6858000"/>
              <a:gd name="connsiteX472" fmla="*/ 3988128 w 7467600"/>
              <a:gd name="connsiteY472" fmla="*/ 4817267 h 6858000"/>
              <a:gd name="connsiteX473" fmla="*/ 4830582 w 7467600"/>
              <a:gd name="connsiteY473" fmla="*/ 4676000 h 6858000"/>
              <a:gd name="connsiteX474" fmla="*/ 4830100 w 7467600"/>
              <a:gd name="connsiteY474" fmla="*/ 4675554 h 6858000"/>
              <a:gd name="connsiteX475" fmla="*/ 4036318 w 7467600"/>
              <a:gd name="connsiteY475" fmla="*/ 4147013 h 6858000"/>
              <a:gd name="connsiteX476" fmla="*/ 3432098 w 7467600"/>
              <a:gd name="connsiteY476" fmla="*/ 3537312 h 6858000"/>
              <a:gd name="connsiteX477" fmla="*/ 3446761 w 7467600"/>
              <a:gd name="connsiteY477" fmla="*/ 3461278 h 6858000"/>
              <a:gd name="connsiteX478" fmla="*/ 4419733 w 7467600"/>
              <a:gd name="connsiteY478" fmla="*/ 3963555 h 6858000"/>
              <a:gd name="connsiteX479" fmla="*/ 4781371 w 7467600"/>
              <a:gd name="connsiteY479" fmla="*/ 4458604 h 6858000"/>
              <a:gd name="connsiteX480" fmla="*/ 4780440 w 7467600"/>
              <a:gd name="connsiteY480" fmla="*/ 4470290 h 6858000"/>
              <a:gd name="connsiteX481" fmla="*/ 4898954 w 7467600"/>
              <a:gd name="connsiteY481" fmla="*/ 4662092 h 6858000"/>
              <a:gd name="connsiteX482" fmla="*/ 4900699 w 7467600"/>
              <a:gd name="connsiteY482" fmla="*/ 4670867 h 6858000"/>
              <a:gd name="connsiteX483" fmla="*/ 5714511 w 7467600"/>
              <a:gd name="connsiteY483" fmla="*/ 4663483 h 6858000"/>
              <a:gd name="connsiteX484" fmla="*/ 5464793 w 7467600"/>
              <a:gd name="connsiteY484" fmla="*/ 4393556 h 6858000"/>
              <a:gd name="connsiteX485" fmla="*/ 5461897 w 7467600"/>
              <a:gd name="connsiteY485" fmla="*/ 4390879 h 6858000"/>
              <a:gd name="connsiteX486" fmla="*/ 4294126 w 7467600"/>
              <a:gd name="connsiteY486" fmla="*/ 3303048 h 6858000"/>
              <a:gd name="connsiteX487" fmla="*/ 4305321 w 7467600"/>
              <a:gd name="connsiteY487" fmla="*/ 3256953 h 6858000"/>
              <a:gd name="connsiteX488" fmla="*/ 4949299 w 7467600"/>
              <a:gd name="connsiteY488" fmla="*/ 3766336 h 6858000"/>
              <a:gd name="connsiteX489" fmla="*/ 5291452 w 7467600"/>
              <a:gd name="connsiteY489" fmla="*/ 4076801 h 6858000"/>
              <a:gd name="connsiteX490" fmla="*/ 5434998 w 7467600"/>
              <a:gd name="connsiteY490" fmla="*/ 4254100 h 6858000"/>
              <a:gd name="connsiteX491" fmla="*/ 5351015 w 7467600"/>
              <a:gd name="connsiteY491" fmla="*/ 3760989 h 6858000"/>
              <a:gd name="connsiteX492" fmla="*/ 5413780 w 7467600"/>
              <a:gd name="connsiteY492" fmla="*/ 2966265 h 6858000"/>
              <a:gd name="connsiteX493" fmla="*/ 5425627 w 7467600"/>
              <a:gd name="connsiteY493" fmla="*/ 2954192 h 6858000"/>
              <a:gd name="connsiteX494" fmla="*/ 6604735 w 7467600"/>
              <a:gd name="connsiteY494" fmla="*/ 2041381 h 6858000"/>
              <a:gd name="connsiteX495" fmla="*/ 7204487 w 7467600"/>
              <a:gd name="connsiteY495" fmla="*/ 2742112 h 6858000"/>
              <a:gd name="connsiteX496" fmla="*/ 7131592 w 7467600"/>
              <a:gd name="connsiteY496" fmla="*/ 2672096 h 6858000"/>
              <a:gd name="connsiteX497" fmla="*/ 6996344 w 7467600"/>
              <a:gd name="connsiteY497" fmla="*/ 2518310 h 6858000"/>
              <a:gd name="connsiteX498" fmla="*/ 6735495 w 7467600"/>
              <a:gd name="connsiteY498" fmla="*/ 2196890 h 6858000"/>
              <a:gd name="connsiteX499" fmla="*/ 6721901 w 7467600"/>
              <a:gd name="connsiteY499" fmla="*/ 2179274 h 6858000"/>
              <a:gd name="connsiteX500" fmla="*/ 6604735 w 7467600"/>
              <a:gd name="connsiteY500" fmla="*/ 2041381 h 6858000"/>
              <a:gd name="connsiteX501" fmla="*/ 6591670 w 7467600"/>
              <a:gd name="connsiteY501" fmla="*/ 1988277 h 6858000"/>
              <a:gd name="connsiteX502" fmla="*/ 6747349 w 7467600"/>
              <a:gd name="connsiteY502" fmla="*/ 2160069 h 6858000"/>
              <a:gd name="connsiteX503" fmla="*/ 6760943 w 7467600"/>
              <a:gd name="connsiteY503" fmla="*/ 2177686 h 6858000"/>
              <a:gd name="connsiteX504" fmla="*/ 7021065 w 7467600"/>
              <a:gd name="connsiteY504" fmla="*/ 2498102 h 6858000"/>
              <a:gd name="connsiteX505" fmla="*/ 7155223 w 7467600"/>
              <a:gd name="connsiteY505" fmla="*/ 2650386 h 6858000"/>
              <a:gd name="connsiteX506" fmla="*/ 7203167 w 7467600"/>
              <a:gd name="connsiteY506" fmla="*/ 2697288 h 6858000"/>
              <a:gd name="connsiteX507" fmla="*/ 6937703 w 7467600"/>
              <a:gd name="connsiteY507" fmla="*/ 2321981 h 6858000"/>
              <a:gd name="connsiteX508" fmla="*/ 6591670 w 7467600"/>
              <a:gd name="connsiteY508" fmla="*/ 1988277 h 6858000"/>
              <a:gd name="connsiteX509" fmla="*/ 5798671 w 7467600"/>
              <a:gd name="connsiteY509" fmla="*/ 1981601 h 6858000"/>
              <a:gd name="connsiteX510" fmla="*/ 5754709 w 7467600"/>
              <a:gd name="connsiteY510" fmla="*/ 2071454 h 6858000"/>
              <a:gd name="connsiteX511" fmla="*/ 5763044 w 7467600"/>
              <a:gd name="connsiteY511" fmla="*/ 2842206 h 6858000"/>
              <a:gd name="connsiteX512" fmla="*/ 5764974 w 7467600"/>
              <a:gd name="connsiteY512" fmla="*/ 2799609 h 6858000"/>
              <a:gd name="connsiteX513" fmla="*/ 5767665 w 7467600"/>
              <a:gd name="connsiteY513" fmla="*/ 2666409 h 6858000"/>
              <a:gd name="connsiteX514" fmla="*/ 5763055 w 7467600"/>
              <a:gd name="connsiteY514" fmla="*/ 2579705 h 6858000"/>
              <a:gd name="connsiteX515" fmla="*/ 5758079 w 7467600"/>
              <a:gd name="connsiteY515" fmla="*/ 2492508 h 6858000"/>
              <a:gd name="connsiteX516" fmla="*/ 5779325 w 7467600"/>
              <a:gd name="connsiteY516" fmla="*/ 2197069 h 6858000"/>
              <a:gd name="connsiteX517" fmla="*/ 5798671 w 7467600"/>
              <a:gd name="connsiteY517" fmla="*/ 1981601 h 6858000"/>
              <a:gd name="connsiteX518" fmla="*/ 5829202 w 7467600"/>
              <a:gd name="connsiteY518" fmla="*/ 1971679 h 6858000"/>
              <a:gd name="connsiteX519" fmla="*/ 5809558 w 7467600"/>
              <a:gd name="connsiteY519" fmla="*/ 2198043 h 6858000"/>
              <a:gd name="connsiteX520" fmla="*/ 5788653 w 7467600"/>
              <a:gd name="connsiteY520" fmla="*/ 2489430 h 6858000"/>
              <a:gd name="connsiteX521" fmla="*/ 5793439 w 7467600"/>
              <a:gd name="connsiteY521" fmla="*/ 2575235 h 6858000"/>
              <a:gd name="connsiteX522" fmla="*/ 5796837 w 7467600"/>
              <a:gd name="connsiteY522" fmla="*/ 2637633 h 6858000"/>
              <a:gd name="connsiteX523" fmla="*/ 5818614 w 7467600"/>
              <a:gd name="connsiteY523" fmla="*/ 2473055 h 6858000"/>
              <a:gd name="connsiteX524" fmla="*/ 5829202 w 7467600"/>
              <a:gd name="connsiteY524" fmla="*/ 1971679 h 6858000"/>
              <a:gd name="connsiteX525" fmla="*/ 5911389 w 7467600"/>
              <a:gd name="connsiteY525" fmla="*/ 1898371 h 6858000"/>
              <a:gd name="connsiteX526" fmla="*/ 6237627 w 7467600"/>
              <a:gd name="connsiteY526" fmla="*/ 2231921 h 6858000"/>
              <a:gd name="connsiteX527" fmla="*/ 5911389 w 7467600"/>
              <a:gd name="connsiteY527" fmla="*/ 1898371 h 6858000"/>
              <a:gd name="connsiteX528" fmla="*/ 6944437 w 7467600"/>
              <a:gd name="connsiteY528" fmla="*/ 1575402 h 6858000"/>
              <a:gd name="connsiteX529" fmla="*/ 6304730 w 7467600"/>
              <a:gd name="connsiteY529" fmla="*/ 1766654 h 6858000"/>
              <a:gd name="connsiteX530" fmla="*/ 6944437 w 7467600"/>
              <a:gd name="connsiteY530" fmla="*/ 1575402 h 6858000"/>
              <a:gd name="connsiteX531" fmla="*/ 7019523 w 7467600"/>
              <a:gd name="connsiteY531" fmla="*/ 1519450 h 6858000"/>
              <a:gd name="connsiteX532" fmla="*/ 6298091 w 7467600"/>
              <a:gd name="connsiteY532" fmla="*/ 1737122 h 6858000"/>
              <a:gd name="connsiteX533" fmla="*/ 7019523 w 7467600"/>
              <a:gd name="connsiteY533" fmla="*/ 1519450 h 6858000"/>
              <a:gd name="connsiteX534" fmla="*/ 2399523 w 7467600"/>
              <a:gd name="connsiteY534" fmla="*/ 1428234 h 6858000"/>
              <a:gd name="connsiteX535" fmla="*/ 2224982 w 7467600"/>
              <a:gd name="connsiteY535" fmla="*/ 1826201 h 6858000"/>
              <a:gd name="connsiteX536" fmla="*/ 2096099 w 7467600"/>
              <a:gd name="connsiteY536" fmla="*/ 2345900 h 6858000"/>
              <a:gd name="connsiteX537" fmla="*/ 2283317 w 7467600"/>
              <a:gd name="connsiteY537" fmla="*/ 1796925 h 6858000"/>
              <a:gd name="connsiteX538" fmla="*/ 2399523 w 7467600"/>
              <a:gd name="connsiteY538" fmla="*/ 1428234 h 6858000"/>
              <a:gd name="connsiteX539" fmla="*/ 2448558 w 7467600"/>
              <a:gd name="connsiteY539" fmla="*/ 1373435 h 6858000"/>
              <a:gd name="connsiteX540" fmla="*/ 2312521 w 7467600"/>
              <a:gd name="connsiteY540" fmla="*/ 1806140 h 6858000"/>
              <a:gd name="connsiteX541" fmla="*/ 2127533 w 7467600"/>
              <a:gd name="connsiteY541" fmla="*/ 2348380 h 6858000"/>
              <a:gd name="connsiteX542" fmla="*/ 2358080 w 7467600"/>
              <a:gd name="connsiteY542" fmla="*/ 1866134 h 6858000"/>
              <a:gd name="connsiteX543" fmla="*/ 2407436 w 7467600"/>
              <a:gd name="connsiteY543" fmla="*/ 1651070 h 6858000"/>
              <a:gd name="connsiteX544" fmla="*/ 2448558 w 7467600"/>
              <a:gd name="connsiteY544" fmla="*/ 1373435 h 6858000"/>
              <a:gd name="connsiteX545" fmla="*/ 278707 w 7467600"/>
              <a:gd name="connsiteY545" fmla="*/ 1352270 h 6858000"/>
              <a:gd name="connsiteX546" fmla="*/ 321570 w 7467600"/>
              <a:gd name="connsiteY546" fmla="*/ 1861610 h 6858000"/>
              <a:gd name="connsiteX547" fmla="*/ 294281 w 7467600"/>
              <a:gd name="connsiteY547" fmla="*/ 1440658 h 6858000"/>
              <a:gd name="connsiteX548" fmla="*/ 278707 w 7467600"/>
              <a:gd name="connsiteY548" fmla="*/ 1352270 h 6858000"/>
              <a:gd name="connsiteX549" fmla="*/ 1423821 w 7467600"/>
              <a:gd name="connsiteY549" fmla="*/ 1351958 h 6858000"/>
              <a:gd name="connsiteX550" fmla="*/ 1638521 w 7467600"/>
              <a:gd name="connsiteY550" fmla="*/ 1908470 h 6858000"/>
              <a:gd name="connsiteX551" fmla="*/ 1754199 w 7467600"/>
              <a:gd name="connsiteY551" fmla="*/ 2149284 h 6858000"/>
              <a:gd name="connsiteX552" fmla="*/ 1908359 w 7467600"/>
              <a:gd name="connsiteY552" fmla="*/ 2364988 h 6858000"/>
              <a:gd name="connsiteX553" fmla="*/ 1647661 w 7467600"/>
              <a:gd name="connsiteY553" fmla="*/ 1825945 h 6858000"/>
              <a:gd name="connsiteX554" fmla="*/ 1423821 w 7467600"/>
              <a:gd name="connsiteY554" fmla="*/ 1351958 h 6858000"/>
              <a:gd name="connsiteX555" fmla="*/ 1431890 w 7467600"/>
              <a:gd name="connsiteY555" fmla="*/ 1306475 h 6858000"/>
              <a:gd name="connsiteX556" fmla="*/ 1507597 w 7467600"/>
              <a:gd name="connsiteY556" fmla="*/ 1446132 h 6858000"/>
              <a:gd name="connsiteX557" fmla="*/ 1674586 w 7467600"/>
              <a:gd name="connsiteY557" fmla="*/ 1813832 h 6858000"/>
              <a:gd name="connsiteX558" fmla="*/ 1815950 w 7467600"/>
              <a:gd name="connsiteY558" fmla="*/ 2128564 h 6858000"/>
              <a:gd name="connsiteX559" fmla="*/ 1984242 w 7467600"/>
              <a:gd name="connsiteY559" fmla="*/ 2430829 h 6858000"/>
              <a:gd name="connsiteX560" fmla="*/ 2014023 w 7467600"/>
              <a:gd name="connsiteY560" fmla="*/ 2450995 h 6858000"/>
              <a:gd name="connsiteX561" fmla="*/ 1747337 w 7467600"/>
              <a:gd name="connsiteY561" fmla="*/ 1855264 h 6858000"/>
              <a:gd name="connsiteX562" fmla="*/ 1533749 w 7467600"/>
              <a:gd name="connsiteY562" fmla="*/ 1478656 h 6858000"/>
              <a:gd name="connsiteX563" fmla="*/ 1431890 w 7467600"/>
              <a:gd name="connsiteY563" fmla="*/ 1306475 h 6858000"/>
              <a:gd name="connsiteX564" fmla="*/ 5052692 w 7467600"/>
              <a:gd name="connsiteY564" fmla="*/ 1292994 h 6858000"/>
              <a:gd name="connsiteX565" fmla="*/ 5200661 w 7467600"/>
              <a:gd name="connsiteY565" fmla="*/ 1635186 h 6858000"/>
              <a:gd name="connsiteX566" fmla="*/ 5297138 w 7467600"/>
              <a:gd name="connsiteY566" fmla="*/ 1906351 h 6858000"/>
              <a:gd name="connsiteX567" fmla="*/ 5052692 w 7467600"/>
              <a:gd name="connsiteY567" fmla="*/ 1292994 h 6858000"/>
              <a:gd name="connsiteX568" fmla="*/ 5009948 w 7467600"/>
              <a:gd name="connsiteY568" fmla="*/ 1273619 h 6858000"/>
              <a:gd name="connsiteX569" fmla="*/ 5121777 w 7467600"/>
              <a:gd name="connsiteY569" fmla="*/ 1654213 h 6858000"/>
              <a:gd name="connsiteX570" fmla="*/ 5293545 w 7467600"/>
              <a:gd name="connsiteY570" fmla="*/ 2072247 h 6858000"/>
              <a:gd name="connsiteX571" fmla="*/ 5294042 w 7467600"/>
              <a:gd name="connsiteY571" fmla="*/ 2065019 h 6858000"/>
              <a:gd name="connsiteX572" fmla="*/ 5171936 w 7467600"/>
              <a:gd name="connsiteY572" fmla="*/ 1647613 h 6858000"/>
              <a:gd name="connsiteX573" fmla="*/ 5009948 w 7467600"/>
              <a:gd name="connsiteY573" fmla="*/ 1273619 h 6858000"/>
              <a:gd name="connsiteX574" fmla="*/ 655236 w 7467600"/>
              <a:gd name="connsiteY574" fmla="*/ 1268632 h 6858000"/>
              <a:gd name="connsiteX575" fmla="*/ 839521 w 7467600"/>
              <a:gd name="connsiteY575" fmla="*/ 1685315 h 6858000"/>
              <a:gd name="connsiteX576" fmla="*/ 1109416 w 7467600"/>
              <a:gd name="connsiteY576" fmla="*/ 2061663 h 6858000"/>
              <a:gd name="connsiteX577" fmla="*/ 1298300 w 7467600"/>
              <a:gd name="connsiteY577" fmla="*/ 2247742 h 6858000"/>
              <a:gd name="connsiteX578" fmla="*/ 1125871 w 7467600"/>
              <a:gd name="connsiteY578" fmla="*/ 1989513 h 6858000"/>
              <a:gd name="connsiteX579" fmla="*/ 981574 w 7467600"/>
              <a:gd name="connsiteY579" fmla="*/ 1783157 h 6858000"/>
              <a:gd name="connsiteX580" fmla="*/ 922198 w 7467600"/>
              <a:gd name="connsiteY580" fmla="*/ 1677437 h 6858000"/>
              <a:gd name="connsiteX581" fmla="*/ 869293 w 7467600"/>
              <a:gd name="connsiteY581" fmla="*/ 1583214 h 6858000"/>
              <a:gd name="connsiteX582" fmla="*/ 751431 w 7467600"/>
              <a:gd name="connsiteY582" fmla="*/ 1405731 h 6858000"/>
              <a:gd name="connsiteX583" fmla="*/ 655236 w 7467600"/>
              <a:gd name="connsiteY583" fmla="*/ 1268632 h 6858000"/>
              <a:gd name="connsiteX584" fmla="*/ 6516292 w 7467600"/>
              <a:gd name="connsiteY584" fmla="*/ 1263064 h 6858000"/>
              <a:gd name="connsiteX585" fmla="*/ 5736320 w 7467600"/>
              <a:gd name="connsiteY585" fmla="*/ 1501803 h 6858000"/>
              <a:gd name="connsiteX586" fmla="*/ 6516292 w 7467600"/>
              <a:gd name="connsiteY586" fmla="*/ 1263064 h 6858000"/>
              <a:gd name="connsiteX587" fmla="*/ 291466 w 7467600"/>
              <a:gd name="connsiteY587" fmla="*/ 1250369 h 6858000"/>
              <a:gd name="connsiteX588" fmla="*/ 323180 w 7467600"/>
              <a:gd name="connsiteY588" fmla="*/ 1435283 h 6858000"/>
              <a:gd name="connsiteX589" fmla="*/ 349381 w 7467600"/>
              <a:gd name="connsiteY589" fmla="*/ 1875041 h 6858000"/>
              <a:gd name="connsiteX590" fmla="*/ 374363 w 7467600"/>
              <a:gd name="connsiteY590" fmla="*/ 1506494 h 6858000"/>
              <a:gd name="connsiteX591" fmla="*/ 302168 w 7467600"/>
              <a:gd name="connsiteY591" fmla="*/ 1274495 h 6858000"/>
              <a:gd name="connsiteX592" fmla="*/ 291466 w 7467600"/>
              <a:gd name="connsiteY592" fmla="*/ 1250369 h 6858000"/>
              <a:gd name="connsiteX593" fmla="*/ 678222 w 7467600"/>
              <a:gd name="connsiteY593" fmla="*/ 1248670 h 6858000"/>
              <a:gd name="connsiteX594" fmla="*/ 775536 w 7467600"/>
              <a:gd name="connsiteY594" fmla="*/ 1388015 h 6858000"/>
              <a:gd name="connsiteX595" fmla="*/ 894529 w 7467600"/>
              <a:gd name="connsiteY595" fmla="*/ 1567739 h 6858000"/>
              <a:gd name="connsiteX596" fmla="*/ 948000 w 7467600"/>
              <a:gd name="connsiteY596" fmla="*/ 1663088 h 6858000"/>
              <a:gd name="connsiteX597" fmla="*/ 1006812 w 7467600"/>
              <a:gd name="connsiteY597" fmla="*/ 1767683 h 6858000"/>
              <a:gd name="connsiteX598" fmla="*/ 1149133 w 7467600"/>
              <a:gd name="connsiteY598" fmla="*/ 1971513 h 6858000"/>
              <a:gd name="connsiteX599" fmla="*/ 1333952 w 7467600"/>
              <a:gd name="connsiteY599" fmla="*/ 2251620 h 6858000"/>
              <a:gd name="connsiteX600" fmla="*/ 1337329 w 7467600"/>
              <a:gd name="connsiteY600" fmla="*/ 2258350 h 6858000"/>
              <a:gd name="connsiteX601" fmla="*/ 1014726 w 7467600"/>
              <a:gd name="connsiteY601" fmla="*/ 1615556 h 6858000"/>
              <a:gd name="connsiteX602" fmla="*/ 678222 w 7467600"/>
              <a:gd name="connsiteY602" fmla="*/ 1248670 h 6858000"/>
              <a:gd name="connsiteX603" fmla="*/ 6691602 w 7467600"/>
              <a:gd name="connsiteY603" fmla="*/ 1140573 h 6858000"/>
              <a:gd name="connsiteX604" fmla="*/ 6571100 w 7467600"/>
              <a:gd name="connsiteY604" fmla="*/ 1183662 h 6858000"/>
              <a:gd name="connsiteX605" fmla="*/ 6241687 w 7467600"/>
              <a:gd name="connsiteY605" fmla="*/ 1257600 h 6858000"/>
              <a:gd name="connsiteX606" fmla="*/ 5693009 w 7467600"/>
              <a:gd name="connsiteY606" fmla="*/ 1478256 h 6858000"/>
              <a:gd name="connsiteX607" fmla="*/ 6548420 w 7467600"/>
              <a:gd name="connsiteY607" fmla="*/ 1214599 h 6858000"/>
              <a:gd name="connsiteX608" fmla="*/ 6605473 w 7467600"/>
              <a:gd name="connsiteY608" fmla="*/ 1184686 h 6858000"/>
              <a:gd name="connsiteX609" fmla="*/ 6691602 w 7467600"/>
              <a:gd name="connsiteY609" fmla="*/ 1140573 h 6858000"/>
              <a:gd name="connsiteX610" fmla="*/ 4002475 w 7467600"/>
              <a:gd name="connsiteY610" fmla="*/ 1037802 h 6858000"/>
              <a:gd name="connsiteX611" fmla="*/ 4000324 w 7467600"/>
              <a:gd name="connsiteY611" fmla="*/ 1039362 h 6858000"/>
              <a:gd name="connsiteX612" fmla="*/ 4002862 w 7467600"/>
              <a:gd name="connsiteY612" fmla="*/ 1042866 h 6858000"/>
              <a:gd name="connsiteX613" fmla="*/ 4002475 w 7467600"/>
              <a:gd name="connsiteY613" fmla="*/ 1037802 h 6858000"/>
              <a:gd name="connsiteX614" fmla="*/ 506322 w 7467600"/>
              <a:gd name="connsiteY614" fmla="*/ 1020997 h 6858000"/>
              <a:gd name="connsiteX615" fmla="*/ 533068 w 7467600"/>
              <a:gd name="connsiteY615" fmla="*/ 1029409 h 6858000"/>
              <a:gd name="connsiteX616" fmla="*/ 1232525 w 7467600"/>
              <a:gd name="connsiteY616" fmla="*/ 1804675 h 6858000"/>
              <a:gd name="connsiteX617" fmla="*/ 1388858 w 7467600"/>
              <a:gd name="connsiteY617" fmla="*/ 2368011 h 6858000"/>
              <a:gd name="connsiteX618" fmla="*/ 1384098 w 7467600"/>
              <a:gd name="connsiteY618" fmla="*/ 2378125 h 6858000"/>
              <a:gd name="connsiteX619" fmla="*/ 1425393 w 7467600"/>
              <a:gd name="connsiteY619" fmla="*/ 2589124 h 6858000"/>
              <a:gd name="connsiteX620" fmla="*/ 1424001 w 7467600"/>
              <a:gd name="connsiteY620" fmla="*/ 2597541 h 6858000"/>
              <a:gd name="connsiteX621" fmla="*/ 2152729 w 7467600"/>
              <a:gd name="connsiteY621" fmla="*/ 2864487 h 6858000"/>
              <a:gd name="connsiteX622" fmla="*/ 2020609 w 7467600"/>
              <a:gd name="connsiteY622" fmla="*/ 2539671 h 6858000"/>
              <a:gd name="connsiteX623" fmla="*/ 2018920 w 7467600"/>
              <a:gd name="connsiteY623" fmla="*/ 2536309 h 6858000"/>
              <a:gd name="connsiteX624" fmla="*/ 1342441 w 7467600"/>
              <a:gd name="connsiteY624" fmla="*/ 1173017 h 6858000"/>
              <a:gd name="connsiteX625" fmla="*/ 1367925 w 7467600"/>
              <a:gd name="connsiteY625" fmla="*/ 1135648 h 6858000"/>
              <a:gd name="connsiteX626" fmla="*/ 1771401 w 7467600"/>
              <a:gd name="connsiteY626" fmla="*/ 1806673 h 6858000"/>
              <a:gd name="connsiteX627" fmla="*/ 1972385 w 7467600"/>
              <a:gd name="connsiteY627" fmla="*/ 2198735 h 6858000"/>
              <a:gd name="connsiteX628" fmla="*/ 2040892 w 7467600"/>
              <a:gd name="connsiteY628" fmla="*/ 2405205 h 6858000"/>
              <a:gd name="connsiteX629" fmla="*/ 2131689 w 7467600"/>
              <a:gd name="connsiteY629" fmla="*/ 1936926 h 6858000"/>
              <a:gd name="connsiteX630" fmla="*/ 2454820 w 7467600"/>
              <a:gd name="connsiteY630" fmla="*/ 1248808 h 6858000"/>
              <a:gd name="connsiteX631" fmla="*/ 2492512 w 7467600"/>
              <a:gd name="connsiteY631" fmla="*/ 1302920 h 6858000"/>
              <a:gd name="connsiteX632" fmla="*/ 2081216 w 7467600"/>
              <a:gd name="connsiteY632" fmla="*/ 2527513 h 6858000"/>
              <a:gd name="connsiteX633" fmla="*/ 2081211 w 7467600"/>
              <a:gd name="connsiteY633" fmla="*/ 2528916 h 6858000"/>
              <a:gd name="connsiteX634" fmla="*/ 2199067 w 7467600"/>
              <a:gd name="connsiteY634" fmla="*/ 2884061 h 6858000"/>
              <a:gd name="connsiteX635" fmla="*/ 3192586 w 7467600"/>
              <a:gd name="connsiteY635" fmla="*/ 3411496 h 6858000"/>
              <a:gd name="connsiteX636" fmla="*/ 3182620 w 7467600"/>
              <a:gd name="connsiteY636" fmla="*/ 3483279 h 6858000"/>
              <a:gd name="connsiteX637" fmla="*/ 2435119 w 7467600"/>
              <a:gd name="connsiteY637" fmla="*/ 3080173 h 6858000"/>
              <a:gd name="connsiteX638" fmla="*/ 2410152 w 7467600"/>
              <a:gd name="connsiteY638" fmla="*/ 3063751 h 6858000"/>
              <a:gd name="connsiteX639" fmla="*/ 2408099 w 7467600"/>
              <a:gd name="connsiteY639" fmla="*/ 3064403 h 6858000"/>
              <a:gd name="connsiteX640" fmla="*/ 2407218 w 7467600"/>
              <a:gd name="connsiteY640" fmla="*/ 3070324 h 6858000"/>
              <a:gd name="connsiteX641" fmla="*/ 2380138 w 7467600"/>
              <a:gd name="connsiteY641" fmla="*/ 3099341 h 6858000"/>
              <a:gd name="connsiteX642" fmla="*/ 1765923 w 7467600"/>
              <a:gd name="connsiteY642" fmla="*/ 3581043 h 6858000"/>
              <a:gd name="connsiteX643" fmla="*/ 1702258 w 7467600"/>
              <a:gd name="connsiteY643" fmla="*/ 3612286 h 6858000"/>
              <a:gd name="connsiteX644" fmla="*/ 1538370 w 7467600"/>
              <a:gd name="connsiteY644" fmla="*/ 3811804 h 6858000"/>
              <a:gd name="connsiteX645" fmla="*/ 542867 w 7467600"/>
              <a:gd name="connsiteY645" fmla="*/ 4944092 h 6858000"/>
              <a:gd name="connsiteX646" fmla="*/ 515800 w 7467600"/>
              <a:gd name="connsiteY646" fmla="*/ 4862180 h 6858000"/>
              <a:gd name="connsiteX647" fmla="*/ 909145 w 7467600"/>
              <a:gd name="connsiteY647" fmla="*/ 4199225 h 6858000"/>
              <a:gd name="connsiteX648" fmla="*/ 1214067 w 7467600"/>
              <a:gd name="connsiteY648" fmla="*/ 3908561 h 6858000"/>
              <a:gd name="connsiteX649" fmla="*/ 640967 w 7467600"/>
              <a:gd name="connsiteY649" fmla="*/ 4105601 h 6858000"/>
              <a:gd name="connsiteX650" fmla="*/ 112563 w 7467600"/>
              <a:gd name="connsiteY650" fmla="*/ 4396952 h 6858000"/>
              <a:gd name="connsiteX651" fmla="*/ 0 w 7467600"/>
              <a:gd name="connsiteY651" fmla="*/ 4466006 h 6858000"/>
              <a:gd name="connsiteX652" fmla="*/ 0 w 7467600"/>
              <a:gd name="connsiteY652" fmla="*/ 4233763 h 6858000"/>
              <a:gd name="connsiteX653" fmla="*/ 36881 w 7467600"/>
              <a:gd name="connsiteY653" fmla="*/ 4200118 h 6858000"/>
              <a:gd name="connsiteX654" fmla="*/ 910534 w 7467600"/>
              <a:gd name="connsiteY654" fmla="*/ 3629753 h 6858000"/>
              <a:gd name="connsiteX655" fmla="*/ 1578717 w 7467600"/>
              <a:gd name="connsiteY655" fmla="*/ 3575982 h 6858000"/>
              <a:gd name="connsiteX656" fmla="*/ 2338780 w 7467600"/>
              <a:gd name="connsiteY656" fmla="*/ 3033725 h 6858000"/>
              <a:gd name="connsiteX657" fmla="*/ 1807991 w 7467600"/>
              <a:gd name="connsiteY657" fmla="*/ 2807184 h 6858000"/>
              <a:gd name="connsiteX658" fmla="*/ 1416358 w 7467600"/>
              <a:gd name="connsiteY658" fmla="*/ 3112571 h 6858000"/>
              <a:gd name="connsiteX659" fmla="*/ 939066 w 7467600"/>
              <a:gd name="connsiteY659" fmla="*/ 3378798 h 6858000"/>
              <a:gd name="connsiteX660" fmla="*/ 115099 w 7467600"/>
              <a:gd name="connsiteY660" fmla="*/ 3607650 h 6858000"/>
              <a:gd name="connsiteX661" fmla="*/ 97284 w 7467600"/>
              <a:gd name="connsiteY661" fmla="*/ 3520393 h 6858000"/>
              <a:gd name="connsiteX662" fmla="*/ 922050 w 7467600"/>
              <a:gd name="connsiteY662" fmla="*/ 3074867 h 6858000"/>
              <a:gd name="connsiteX663" fmla="*/ 1405265 w 7467600"/>
              <a:gd name="connsiteY663" fmla="*/ 3016319 h 6858000"/>
              <a:gd name="connsiteX664" fmla="*/ 1407512 w 7467600"/>
              <a:gd name="connsiteY664" fmla="*/ 3018001 h 6858000"/>
              <a:gd name="connsiteX665" fmla="*/ 1726266 w 7467600"/>
              <a:gd name="connsiteY665" fmla="*/ 2777274 h 6858000"/>
              <a:gd name="connsiteX666" fmla="*/ 625390 w 7467600"/>
              <a:gd name="connsiteY666" fmla="*/ 2514541 h 6858000"/>
              <a:gd name="connsiteX667" fmla="*/ 619799 w 7467600"/>
              <a:gd name="connsiteY667" fmla="*/ 2527180 h 6858000"/>
              <a:gd name="connsiteX668" fmla="*/ 310030 w 7467600"/>
              <a:gd name="connsiteY668" fmla="*/ 2771818 h 6858000"/>
              <a:gd name="connsiteX669" fmla="*/ 173877 w 7467600"/>
              <a:gd name="connsiteY669" fmla="*/ 2937056 h 6858000"/>
              <a:gd name="connsiteX670" fmla="*/ 77889 w 7467600"/>
              <a:gd name="connsiteY670" fmla="*/ 3138440 h 6858000"/>
              <a:gd name="connsiteX671" fmla="*/ 0 w 7467600"/>
              <a:gd name="connsiteY671" fmla="*/ 3271395 h 6858000"/>
              <a:gd name="connsiteX672" fmla="*/ 0 w 7467600"/>
              <a:gd name="connsiteY672" fmla="*/ 3153002 h 6858000"/>
              <a:gd name="connsiteX673" fmla="*/ 2386 w 7467600"/>
              <a:gd name="connsiteY673" fmla="*/ 3149203 h 6858000"/>
              <a:gd name="connsiteX674" fmla="*/ 89753 w 7467600"/>
              <a:gd name="connsiteY674" fmla="*/ 2987702 h 6858000"/>
              <a:gd name="connsiteX675" fmla="*/ 76869 w 7467600"/>
              <a:gd name="connsiteY675" fmla="*/ 3005404 h 6858000"/>
              <a:gd name="connsiteX676" fmla="*/ 32049 w 7467600"/>
              <a:gd name="connsiteY676" fmla="*/ 3065814 h 6858000"/>
              <a:gd name="connsiteX677" fmla="*/ 0 w 7467600"/>
              <a:gd name="connsiteY677" fmla="*/ 3108744 h 6858000"/>
              <a:gd name="connsiteX678" fmla="*/ 0 w 7467600"/>
              <a:gd name="connsiteY678" fmla="*/ 3058059 h 6858000"/>
              <a:gd name="connsiteX679" fmla="*/ 7610 w 7467600"/>
              <a:gd name="connsiteY679" fmla="*/ 3047889 h 6858000"/>
              <a:gd name="connsiteX680" fmla="*/ 52419 w 7467600"/>
              <a:gd name="connsiteY680" fmla="*/ 2987479 h 6858000"/>
              <a:gd name="connsiteX681" fmla="*/ 59142 w 7467600"/>
              <a:gd name="connsiteY681" fmla="*/ 2978488 h 6858000"/>
              <a:gd name="connsiteX682" fmla="*/ 0 w 7467600"/>
              <a:gd name="connsiteY682" fmla="*/ 3015334 h 6858000"/>
              <a:gd name="connsiteX683" fmla="*/ 0 w 7467600"/>
              <a:gd name="connsiteY683" fmla="*/ 2914286 h 6858000"/>
              <a:gd name="connsiteX684" fmla="*/ 36383 w 7467600"/>
              <a:gd name="connsiteY684" fmla="*/ 2901128 h 6858000"/>
              <a:gd name="connsiteX685" fmla="*/ 156329 w 7467600"/>
              <a:gd name="connsiteY685" fmla="*/ 2840533 h 6858000"/>
              <a:gd name="connsiteX686" fmla="*/ 358355 w 7467600"/>
              <a:gd name="connsiteY686" fmla="*/ 2620471 h 6858000"/>
              <a:gd name="connsiteX687" fmla="*/ 510577 w 7467600"/>
              <a:gd name="connsiteY687" fmla="*/ 2501244 h 6858000"/>
              <a:gd name="connsiteX688" fmla="*/ 211967 w 7467600"/>
              <a:gd name="connsiteY688" fmla="*/ 2479171 h 6858000"/>
              <a:gd name="connsiteX689" fmla="*/ 0 w 7467600"/>
              <a:gd name="connsiteY689" fmla="*/ 2476398 h 6858000"/>
              <a:gd name="connsiteX690" fmla="*/ 0 w 7467600"/>
              <a:gd name="connsiteY690" fmla="*/ 2389189 h 6858000"/>
              <a:gd name="connsiteX691" fmla="*/ 103062 w 7467600"/>
              <a:gd name="connsiteY691" fmla="*/ 2389518 h 6858000"/>
              <a:gd name="connsiteX692" fmla="*/ 510734 w 7467600"/>
              <a:gd name="connsiteY692" fmla="*/ 2416201 h 6858000"/>
              <a:gd name="connsiteX693" fmla="*/ 279257 w 7467600"/>
              <a:gd name="connsiteY693" fmla="*/ 2092102 h 6858000"/>
              <a:gd name="connsiteX694" fmla="*/ 65265 w 7467600"/>
              <a:gd name="connsiteY694" fmla="*/ 2006049 h 6858000"/>
              <a:gd name="connsiteX695" fmla="*/ 0 w 7467600"/>
              <a:gd name="connsiteY695" fmla="*/ 1982532 h 6858000"/>
              <a:gd name="connsiteX696" fmla="*/ 0 w 7467600"/>
              <a:gd name="connsiteY696" fmla="*/ 1912789 h 6858000"/>
              <a:gd name="connsiteX697" fmla="*/ 97460 w 7467600"/>
              <a:gd name="connsiteY697" fmla="*/ 1953725 h 6858000"/>
              <a:gd name="connsiteX698" fmla="*/ 221272 w 7467600"/>
              <a:gd name="connsiteY698" fmla="*/ 1980766 h 6858000"/>
              <a:gd name="connsiteX699" fmla="*/ 116765 w 7467600"/>
              <a:gd name="connsiteY699" fmla="*/ 1911033 h 6858000"/>
              <a:gd name="connsiteX700" fmla="*/ 16405 w 7467600"/>
              <a:gd name="connsiteY700" fmla="*/ 1803412 h 6858000"/>
              <a:gd name="connsiteX701" fmla="*/ 0 w 7467600"/>
              <a:gd name="connsiteY701" fmla="*/ 1784777 h 6858000"/>
              <a:gd name="connsiteX702" fmla="*/ 0 w 7467600"/>
              <a:gd name="connsiteY702" fmla="*/ 1740082 h 6858000"/>
              <a:gd name="connsiteX703" fmla="*/ 39394 w 7467600"/>
              <a:gd name="connsiteY703" fmla="*/ 1784856 h 6858000"/>
              <a:gd name="connsiteX704" fmla="*/ 135813 w 7467600"/>
              <a:gd name="connsiteY704" fmla="*/ 1888838 h 6858000"/>
              <a:gd name="connsiteX705" fmla="*/ 242575 w 7467600"/>
              <a:gd name="connsiteY705" fmla="*/ 1958841 h 6858000"/>
              <a:gd name="connsiteX706" fmla="*/ 82197 w 7467600"/>
              <a:gd name="connsiteY706" fmla="*/ 1754826 h 6858000"/>
              <a:gd name="connsiteX707" fmla="*/ 0 w 7467600"/>
              <a:gd name="connsiteY707" fmla="*/ 1679650 h 6858000"/>
              <a:gd name="connsiteX708" fmla="*/ 0 w 7467600"/>
              <a:gd name="connsiteY708" fmla="*/ 1602463 h 6858000"/>
              <a:gd name="connsiteX709" fmla="*/ 84689 w 7467600"/>
              <a:gd name="connsiteY709" fmla="*/ 1677442 h 6858000"/>
              <a:gd name="connsiteX710" fmla="*/ 298437 w 7467600"/>
              <a:gd name="connsiteY710" fmla="*/ 1968019 h 6858000"/>
              <a:gd name="connsiteX711" fmla="*/ 227269 w 7467600"/>
              <a:gd name="connsiteY711" fmla="*/ 1114064 h 6858000"/>
              <a:gd name="connsiteX712" fmla="*/ 248003 w 7467600"/>
              <a:gd name="connsiteY712" fmla="*/ 1089613 h 6858000"/>
              <a:gd name="connsiteX713" fmla="*/ 427020 w 7467600"/>
              <a:gd name="connsiteY713" fmla="*/ 1619803 h 6858000"/>
              <a:gd name="connsiteX714" fmla="*/ 340345 w 7467600"/>
              <a:gd name="connsiteY714" fmla="*/ 2027739 h 6858000"/>
              <a:gd name="connsiteX715" fmla="*/ 360865 w 7467600"/>
              <a:gd name="connsiteY715" fmla="*/ 2044827 h 6858000"/>
              <a:gd name="connsiteX716" fmla="*/ 560414 w 7467600"/>
              <a:gd name="connsiteY716" fmla="*/ 2421457 h 6858000"/>
              <a:gd name="connsiteX717" fmla="*/ 1359703 w 7467600"/>
              <a:gd name="connsiteY717" fmla="*/ 2578554 h 6858000"/>
              <a:gd name="connsiteX718" fmla="*/ 1359422 w 7467600"/>
              <a:gd name="connsiteY718" fmla="*/ 2577994 h 6858000"/>
              <a:gd name="connsiteX719" fmla="*/ 828701 w 7467600"/>
              <a:gd name="connsiteY719" fmla="*/ 1839520 h 6858000"/>
              <a:gd name="connsiteX720" fmla="*/ 494427 w 7467600"/>
              <a:gd name="connsiteY720" fmla="*/ 1092333 h 6858000"/>
              <a:gd name="connsiteX721" fmla="*/ 506322 w 7467600"/>
              <a:gd name="connsiteY721" fmla="*/ 1020997 h 6858000"/>
              <a:gd name="connsiteX722" fmla="*/ 4570198 w 7467600"/>
              <a:gd name="connsiteY722" fmla="*/ 978081 h 6858000"/>
              <a:gd name="connsiteX723" fmla="*/ 4523691 w 7467600"/>
              <a:gd name="connsiteY723" fmla="*/ 1127776 h 6858000"/>
              <a:gd name="connsiteX724" fmla="*/ 4509875 w 7467600"/>
              <a:gd name="connsiteY724" fmla="*/ 1167552 h 6858000"/>
              <a:gd name="connsiteX725" fmla="*/ 4478168 w 7467600"/>
              <a:gd name="connsiteY725" fmla="*/ 1260735 h 6858000"/>
              <a:gd name="connsiteX726" fmla="*/ 4409309 w 7467600"/>
              <a:gd name="connsiteY726" fmla="*/ 1666996 h 6858000"/>
              <a:gd name="connsiteX727" fmla="*/ 4370031 w 7467600"/>
              <a:gd name="connsiteY727" fmla="*/ 1955666 h 6858000"/>
              <a:gd name="connsiteX728" fmla="*/ 4570198 w 7467600"/>
              <a:gd name="connsiteY728" fmla="*/ 978081 h 6858000"/>
              <a:gd name="connsiteX729" fmla="*/ 4557898 w 7467600"/>
              <a:gd name="connsiteY729" fmla="*/ 900011 h 6858000"/>
              <a:gd name="connsiteX730" fmla="*/ 4344840 w 7467600"/>
              <a:gd name="connsiteY730" fmla="*/ 1922038 h 6858000"/>
              <a:gd name="connsiteX731" fmla="*/ 4378710 w 7467600"/>
              <a:gd name="connsiteY731" fmla="*/ 1665516 h 6858000"/>
              <a:gd name="connsiteX732" fmla="*/ 4448798 w 7467600"/>
              <a:gd name="connsiteY732" fmla="*/ 1253024 h 6858000"/>
              <a:gd name="connsiteX733" fmla="*/ 4480315 w 7467600"/>
              <a:gd name="connsiteY733" fmla="*/ 1158454 h 6858000"/>
              <a:gd name="connsiteX734" fmla="*/ 4494133 w 7467600"/>
              <a:gd name="connsiteY734" fmla="*/ 1118676 h 6858000"/>
              <a:gd name="connsiteX735" fmla="*/ 4557898 w 7467600"/>
              <a:gd name="connsiteY735" fmla="*/ 900011 h 6858000"/>
              <a:gd name="connsiteX736" fmla="*/ 5870151 w 7467600"/>
              <a:gd name="connsiteY736" fmla="*/ 898890 h 6858000"/>
              <a:gd name="connsiteX737" fmla="*/ 5861335 w 7467600"/>
              <a:gd name="connsiteY737" fmla="*/ 899177 h 6858000"/>
              <a:gd name="connsiteX738" fmla="*/ 5843702 w 7467600"/>
              <a:gd name="connsiteY738" fmla="*/ 899748 h 6858000"/>
              <a:gd name="connsiteX739" fmla="*/ 5651107 w 7467600"/>
              <a:gd name="connsiteY739" fmla="*/ 920306 h 6858000"/>
              <a:gd name="connsiteX740" fmla="*/ 5459407 w 7467600"/>
              <a:gd name="connsiteY740" fmla="*/ 940975 h 6858000"/>
              <a:gd name="connsiteX741" fmla="*/ 5374846 w 7467600"/>
              <a:gd name="connsiteY741" fmla="*/ 941988 h 6858000"/>
              <a:gd name="connsiteX742" fmla="*/ 5256105 w 7467600"/>
              <a:gd name="connsiteY742" fmla="*/ 945632 h 6858000"/>
              <a:gd name="connsiteX743" fmla="*/ 5107071 w 7467600"/>
              <a:gd name="connsiteY743" fmla="*/ 969720 h 6858000"/>
              <a:gd name="connsiteX744" fmla="*/ 4998681 w 7467600"/>
              <a:gd name="connsiteY744" fmla="*/ 988771 h 6858000"/>
              <a:gd name="connsiteX745" fmla="*/ 5870151 w 7467600"/>
              <a:gd name="connsiteY745" fmla="*/ 898890 h 6858000"/>
              <a:gd name="connsiteX746" fmla="*/ 5504425 w 7467600"/>
              <a:gd name="connsiteY746" fmla="*/ 848067 h 6858000"/>
              <a:gd name="connsiteX747" fmla="*/ 4968849 w 7467600"/>
              <a:gd name="connsiteY747" fmla="*/ 962318 h 6858000"/>
              <a:gd name="connsiteX748" fmla="*/ 5104039 w 7467600"/>
              <a:gd name="connsiteY748" fmla="*/ 940634 h 6858000"/>
              <a:gd name="connsiteX749" fmla="*/ 5256311 w 7467600"/>
              <a:gd name="connsiteY749" fmla="*/ 916490 h 6858000"/>
              <a:gd name="connsiteX750" fmla="*/ 5377381 w 7467600"/>
              <a:gd name="connsiteY750" fmla="*/ 912671 h 6858000"/>
              <a:gd name="connsiteX751" fmla="*/ 5460148 w 7467600"/>
              <a:gd name="connsiteY751" fmla="*/ 911442 h 6858000"/>
              <a:gd name="connsiteX752" fmla="*/ 5648971 w 7467600"/>
              <a:gd name="connsiteY752" fmla="*/ 891331 h 6858000"/>
              <a:gd name="connsiteX753" fmla="*/ 5844807 w 7467600"/>
              <a:gd name="connsiteY753" fmla="*/ 870718 h 6858000"/>
              <a:gd name="connsiteX754" fmla="*/ 5862975 w 7467600"/>
              <a:gd name="connsiteY754" fmla="*/ 869756 h 6858000"/>
              <a:gd name="connsiteX755" fmla="*/ 5920887 w 7467600"/>
              <a:gd name="connsiteY755" fmla="*/ 865929 h 6858000"/>
              <a:gd name="connsiteX756" fmla="*/ 5504425 w 7467600"/>
              <a:gd name="connsiteY756" fmla="*/ 848067 h 6858000"/>
              <a:gd name="connsiteX757" fmla="*/ 3607114 w 7467600"/>
              <a:gd name="connsiteY757" fmla="*/ 467441 h 6858000"/>
              <a:gd name="connsiteX758" fmla="*/ 3296242 w 7467600"/>
              <a:gd name="connsiteY758" fmla="*/ 807991 h 6858000"/>
              <a:gd name="connsiteX759" fmla="*/ 3174674 w 7467600"/>
              <a:gd name="connsiteY759" fmla="*/ 919759 h 6858000"/>
              <a:gd name="connsiteX760" fmla="*/ 3042978 w 7467600"/>
              <a:gd name="connsiteY760" fmla="*/ 1054894 h 6858000"/>
              <a:gd name="connsiteX761" fmla="*/ 2968914 w 7467600"/>
              <a:gd name="connsiteY761" fmla="*/ 1133756 h 6858000"/>
              <a:gd name="connsiteX762" fmla="*/ 3103823 w 7467600"/>
              <a:gd name="connsiteY762" fmla="*/ 1026814 h 6858000"/>
              <a:gd name="connsiteX763" fmla="*/ 3607114 w 7467600"/>
              <a:gd name="connsiteY763" fmla="*/ 467441 h 6858000"/>
              <a:gd name="connsiteX764" fmla="*/ 3744487 w 7467600"/>
              <a:gd name="connsiteY764" fmla="*/ 383136 h 6858000"/>
              <a:gd name="connsiteX765" fmla="*/ 3970213 w 7467600"/>
              <a:gd name="connsiteY765" fmla="*/ 995559 h 6858000"/>
              <a:gd name="connsiteX766" fmla="*/ 3744487 w 7467600"/>
              <a:gd name="connsiteY766" fmla="*/ 383136 h 6858000"/>
              <a:gd name="connsiteX767" fmla="*/ 3624562 w 7467600"/>
              <a:gd name="connsiteY767" fmla="*/ 367041 h 6858000"/>
              <a:gd name="connsiteX768" fmla="*/ 3489712 w 7467600"/>
              <a:gd name="connsiteY768" fmla="*/ 485386 h 6858000"/>
              <a:gd name="connsiteX769" fmla="*/ 3182994 w 7467600"/>
              <a:gd name="connsiteY769" fmla="*/ 828265 h 6858000"/>
              <a:gd name="connsiteX770" fmla="*/ 2892114 w 7467600"/>
              <a:gd name="connsiteY770" fmla="*/ 1172635 h 6858000"/>
              <a:gd name="connsiteX771" fmla="*/ 3021459 w 7467600"/>
              <a:gd name="connsiteY771" fmla="*/ 1035385 h 6858000"/>
              <a:gd name="connsiteX772" fmla="*/ 3153873 w 7467600"/>
              <a:gd name="connsiteY772" fmla="*/ 898971 h 6858000"/>
              <a:gd name="connsiteX773" fmla="*/ 3276511 w 7467600"/>
              <a:gd name="connsiteY773" fmla="*/ 786423 h 6858000"/>
              <a:gd name="connsiteX774" fmla="*/ 3584154 w 7467600"/>
              <a:gd name="connsiteY774" fmla="*/ 448218 h 6858000"/>
              <a:gd name="connsiteX775" fmla="*/ 3624562 w 7467600"/>
              <a:gd name="connsiteY775" fmla="*/ 367041 h 6858000"/>
              <a:gd name="connsiteX776" fmla="*/ 3766672 w 7467600"/>
              <a:gd name="connsiteY776" fmla="*/ 359429 h 6858000"/>
              <a:gd name="connsiteX777" fmla="*/ 3996338 w 7467600"/>
              <a:gd name="connsiteY777" fmla="*/ 968237 h 6858000"/>
              <a:gd name="connsiteX778" fmla="*/ 3766672 w 7467600"/>
              <a:gd name="connsiteY778" fmla="*/ 359429 h 6858000"/>
              <a:gd name="connsiteX779" fmla="*/ 5805386 w 7467600"/>
              <a:gd name="connsiteY779" fmla="*/ 239240 h 6858000"/>
              <a:gd name="connsiteX780" fmla="*/ 5736947 w 7467600"/>
              <a:gd name="connsiteY780" fmla="*/ 261367 h 6858000"/>
              <a:gd name="connsiteX781" fmla="*/ 5427012 w 7467600"/>
              <a:gd name="connsiteY781" fmla="*/ 311272 h 6858000"/>
              <a:gd name="connsiteX782" fmla="*/ 5147818 w 7467600"/>
              <a:gd name="connsiteY782" fmla="*/ 322112 h 6858000"/>
              <a:gd name="connsiteX783" fmla="*/ 5060854 w 7467600"/>
              <a:gd name="connsiteY783" fmla="*/ 311882 h 6858000"/>
              <a:gd name="connsiteX784" fmla="*/ 4945989 w 7467600"/>
              <a:gd name="connsiteY784" fmla="*/ 300516 h 6858000"/>
              <a:gd name="connsiteX785" fmla="*/ 5410479 w 7467600"/>
              <a:gd name="connsiteY785" fmla="*/ 348434 h 6858000"/>
              <a:gd name="connsiteX786" fmla="*/ 5805386 w 7467600"/>
              <a:gd name="connsiteY786" fmla="*/ 239240 h 6858000"/>
              <a:gd name="connsiteX787" fmla="*/ 5905192 w 7467600"/>
              <a:gd name="connsiteY787" fmla="*/ 163079 h 6858000"/>
              <a:gd name="connsiteX788" fmla="*/ 5865655 w 7467600"/>
              <a:gd name="connsiteY788" fmla="*/ 171901 h 6858000"/>
              <a:gd name="connsiteX789" fmla="*/ 5259740 w 7467600"/>
              <a:gd name="connsiteY789" fmla="*/ 257013 h 6858000"/>
              <a:gd name="connsiteX790" fmla="*/ 5208466 w 7467600"/>
              <a:gd name="connsiteY790" fmla="*/ 257550 h 6858000"/>
              <a:gd name="connsiteX791" fmla="*/ 4980204 w 7467600"/>
              <a:gd name="connsiteY791" fmla="*/ 271903 h 6858000"/>
              <a:gd name="connsiteX792" fmla="*/ 5068068 w 7467600"/>
              <a:gd name="connsiteY792" fmla="*/ 282244 h 6858000"/>
              <a:gd name="connsiteX793" fmla="*/ 5153231 w 7467600"/>
              <a:gd name="connsiteY793" fmla="*/ 292240 h 6858000"/>
              <a:gd name="connsiteX794" fmla="*/ 5426491 w 7467600"/>
              <a:gd name="connsiteY794" fmla="*/ 281128 h 6858000"/>
              <a:gd name="connsiteX795" fmla="*/ 5731212 w 7467600"/>
              <a:gd name="connsiteY795" fmla="*/ 231951 h 6858000"/>
              <a:gd name="connsiteX796" fmla="*/ 5905192 w 7467600"/>
              <a:gd name="connsiteY796" fmla="*/ 163079 h 6858000"/>
              <a:gd name="connsiteX797" fmla="*/ 5944437 w 7467600"/>
              <a:gd name="connsiteY797" fmla="*/ 113829 h 6858000"/>
              <a:gd name="connsiteX798" fmla="*/ 5825032 w 7467600"/>
              <a:gd name="connsiteY798" fmla="*/ 146405 h 6858000"/>
              <a:gd name="connsiteX799" fmla="*/ 4955599 w 7467600"/>
              <a:gd name="connsiteY799" fmla="*/ 247008 h 6858000"/>
              <a:gd name="connsiteX800" fmla="*/ 5210104 w 7467600"/>
              <a:gd name="connsiteY800" fmla="*/ 228123 h 6858000"/>
              <a:gd name="connsiteX801" fmla="*/ 5261015 w 7467600"/>
              <a:gd name="connsiteY801" fmla="*/ 227087 h 6858000"/>
              <a:gd name="connsiteX802" fmla="*/ 5861181 w 7467600"/>
              <a:gd name="connsiteY802" fmla="*/ 143093 h 6858000"/>
              <a:gd name="connsiteX803" fmla="*/ 5961252 w 7467600"/>
              <a:gd name="connsiteY803" fmla="*/ 114820 h 6858000"/>
              <a:gd name="connsiteX804" fmla="*/ 5944437 w 7467600"/>
              <a:gd name="connsiteY804" fmla="*/ 113829 h 6858000"/>
              <a:gd name="connsiteX805" fmla="*/ 3882765 w 7467600"/>
              <a:gd name="connsiteY805" fmla="*/ 0 h 6858000"/>
              <a:gd name="connsiteX806" fmla="*/ 3995099 w 7467600"/>
              <a:gd name="connsiteY806" fmla="*/ 0 h 6858000"/>
              <a:gd name="connsiteX807" fmla="*/ 4163818 w 7467600"/>
              <a:gd name="connsiteY807" fmla="*/ 234104 h 6858000"/>
              <a:gd name="connsiteX808" fmla="*/ 4172099 w 7467600"/>
              <a:gd name="connsiteY808" fmla="*/ 234207 h 6858000"/>
              <a:gd name="connsiteX809" fmla="*/ 4784282 w 7467600"/>
              <a:gd name="connsiteY809" fmla="*/ 276561 h 6858000"/>
              <a:gd name="connsiteX810" fmla="*/ 4801687 w 7467600"/>
              <a:gd name="connsiteY810" fmla="*/ 267764 h 6858000"/>
              <a:gd name="connsiteX811" fmla="*/ 6082788 w 7467600"/>
              <a:gd name="connsiteY811" fmla="*/ 64119 h 6858000"/>
              <a:gd name="connsiteX812" fmla="*/ 6099442 w 7467600"/>
              <a:gd name="connsiteY812" fmla="*/ 82568 h 6858000"/>
              <a:gd name="connsiteX813" fmla="*/ 4804137 w 7467600"/>
              <a:gd name="connsiteY813" fmla="*/ 320931 h 6858000"/>
              <a:gd name="connsiteX814" fmla="*/ 4227047 w 7467600"/>
              <a:gd name="connsiteY814" fmla="*/ 313415 h 6858000"/>
              <a:gd name="connsiteX815" fmla="*/ 4346041 w 7467600"/>
              <a:gd name="connsiteY815" fmla="*/ 456086 h 6858000"/>
              <a:gd name="connsiteX816" fmla="*/ 4870967 w 7467600"/>
              <a:gd name="connsiteY816" fmla="*/ 963061 h 6858000"/>
              <a:gd name="connsiteX817" fmla="*/ 4889647 w 7467600"/>
              <a:gd name="connsiteY817" fmla="*/ 957147 h 6858000"/>
              <a:gd name="connsiteX818" fmla="*/ 5422504 w 7467600"/>
              <a:gd name="connsiteY818" fmla="*/ 805191 h 6858000"/>
              <a:gd name="connsiteX819" fmla="*/ 6087656 w 7467600"/>
              <a:gd name="connsiteY819" fmla="*/ 826703 h 6858000"/>
              <a:gd name="connsiteX820" fmla="*/ 6058717 w 7467600"/>
              <a:gd name="connsiteY820" fmla="*/ 865992 h 6858000"/>
              <a:gd name="connsiteX821" fmla="*/ 4974153 w 7467600"/>
              <a:gd name="connsiteY821" fmla="*/ 1045456 h 6858000"/>
              <a:gd name="connsiteX822" fmla="*/ 5627835 w 7467600"/>
              <a:gd name="connsiteY822" fmla="*/ 1472077 h 6858000"/>
              <a:gd name="connsiteX823" fmla="*/ 5629817 w 7467600"/>
              <a:gd name="connsiteY823" fmla="*/ 1471412 h 6858000"/>
              <a:gd name="connsiteX824" fmla="*/ 5634124 w 7467600"/>
              <a:gd name="connsiteY824" fmla="*/ 1470572 h 6858000"/>
              <a:gd name="connsiteX825" fmla="*/ 5755832 w 7467600"/>
              <a:gd name="connsiteY825" fmla="*/ 1383886 h 6858000"/>
              <a:gd name="connsiteX826" fmla="*/ 6014186 w 7467600"/>
              <a:gd name="connsiteY826" fmla="*/ 1279799 h 6858000"/>
              <a:gd name="connsiteX827" fmla="*/ 6901619 w 7467600"/>
              <a:gd name="connsiteY827" fmla="*/ 1047874 h 6858000"/>
              <a:gd name="connsiteX828" fmla="*/ 6931566 w 7467600"/>
              <a:gd name="connsiteY828" fmla="*/ 1062034 h 6858000"/>
              <a:gd name="connsiteX829" fmla="*/ 5790982 w 7467600"/>
              <a:gd name="connsiteY829" fmla="*/ 1561380 h 6858000"/>
              <a:gd name="connsiteX830" fmla="*/ 6188971 w 7467600"/>
              <a:gd name="connsiteY830" fmla="*/ 1755168 h 6858000"/>
              <a:gd name="connsiteX831" fmla="*/ 6202446 w 7467600"/>
              <a:gd name="connsiteY831" fmla="*/ 1752268 h 6858000"/>
              <a:gd name="connsiteX832" fmla="*/ 7179560 w 7467600"/>
              <a:gd name="connsiteY832" fmla="*/ 1467551 h 6858000"/>
              <a:gd name="connsiteX833" fmla="*/ 7158730 w 7467600"/>
              <a:gd name="connsiteY833" fmla="*/ 1507835 h 6858000"/>
              <a:gd name="connsiteX834" fmla="*/ 6326959 w 7467600"/>
              <a:gd name="connsiteY834" fmla="*/ 1817686 h 6858000"/>
              <a:gd name="connsiteX835" fmla="*/ 6537433 w 7467600"/>
              <a:gd name="connsiteY835" fmla="*/ 1907790 h 6858000"/>
              <a:gd name="connsiteX836" fmla="*/ 6550221 w 7467600"/>
              <a:gd name="connsiteY836" fmla="*/ 1910729 h 6858000"/>
              <a:gd name="connsiteX837" fmla="*/ 6964438 w 7467600"/>
              <a:gd name="connsiteY837" fmla="*/ 2209505 h 6858000"/>
              <a:gd name="connsiteX838" fmla="*/ 7367862 w 7467600"/>
              <a:gd name="connsiteY838" fmla="*/ 2806833 h 6858000"/>
              <a:gd name="connsiteX839" fmla="*/ 7364329 w 7467600"/>
              <a:gd name="connsiteY839" fmla="*/ 2826907 h 6858000"/>
              <a:gd name="connsiteX840" fmla="*/ 7290545 w 7467600"/>
              <a:gd name="connsiteY840" fmla="*/ 2850663 h 6858000"/>
              <a:gd name="connsiteX841" fmla="*/ 6472036 w 7467600"/>
              <a:gd name="connsiteY841" fmla="*/ 1959003 h 6858000"/>
              <a:gd name="connsiteX842" fmla="*/ 5792897 w 7467600"/>
              <a:gd name="connsiteY842" fmla="*/ 1647747 h 6858000"/>
              <a:gd name="connsiteX843" fmla="*/ 5842751 w 7467600"/>
              <a:gd name="connsiteY843" fmla="*/ 1816112 h 6858000"/>
              <a:gd name="connsiteX844" fmla="*/ 5847424 w 7467600"/>
              <a:gd name="connsiteY844" fmla="*/ 1815776 h 6858000"/>
              <a:gd name="connsiteX845" fmla="*/ 6399821 w 7467600"/>
              <a:gd name="connsiteY845" fmla="*/ 2344799 h 6858000"/>
              <a:gd name="connsiteX846" fmla="*/ 6323232 w 7467600"/>
              <a:gd name="connsiteY846" fmla="*/ 2389634 h 6858000"/>
              <a:gd name="connsiteX847" fmla="*/ 5942958 w 7467600"/>
              <a:gd name="connsiteY847" fmla="*/ 2077708 h 6858000"/>
              <a:gd name="connsiteX848" fmla="*/ 5921559 w 7467600"/>
              <a:gd name="connsiteY848" fmla="*/ 2378596 h 6858000"/>
              <a:gd name="connsiteX849" fmla="*/ 5817651 w 7467600"/>
              <a:gd name="connsiteY849" fmla="*/ 3023919 h 6858000"/>
              <a:gd name="connsiteX850" fmla="*/ 5729634 w 7467600"/>
              <a:gd name="connsiteY850" fmla="*/ 3051849 h 6858000"/>
              <a:gd name="connsiteX851" fmla="*/ 5611018 w 7467600"/>
              <a:gd name="connsiteY851" fmla="*/ 2316769 h 6858000"/>
              <a:gd name="connsiteX852" fmla="*/ 5687608 w 7467600"/>
              <a:gd name="connsiteY852" fmla="*/ 2039972 h 6858000"/>
              <a:gd name="connsiteX853" fmla="*/ 5657554 w 7467600"/>
              <a:gd name="connsiteY853" fmla="*/ 1576445 h 6858000"/>
              <a:gd name="connsiteX854" fmla="*/ 5150475 w 7467600"/>
              <a:gd name="connsiteY854" fmla="*/ 1274012 h 6858000"/>
              <a:gd name="connsiteX855" fmla="*/ 5349142 w 7467600"/>
              <a:gd name="connsiteY855" fmla="*/ 2204405 h 6858000"/>
              <a:gd name="connsiteX856" fmla="*/ 5262214 w 7467600"/>
              <a:gd name="connsiteY856" fmla="*/ 2233836 h 6858000"/>
              <a:gd name="connsiteX857" fmla="*/ 4981539 w 7467600"/>
              <a:gd name="connsiteY857" fmla="*/ 1542201 h 6858000"/>
              <a:gd name="connsiteX858" fmla="*/ 4958461 w 7467600"/>
              <a:gd name="connsiteY858" fmla="*/ 1136957 h 6858000"/>
              <a:gd name="connsiteX859" fmla="*/ 4655015 w 7467600"/>
              <a:gd name="connsiteY859" fmla="*/ 891426 h 6858000"/>
              <a:gd name="connsiteX860" fmla="*/ 4348002 w 7467600"/>
              <a:gd name="connsiteY860" fmla="*/ 2205895 h 6858000"/>
              <a:gd name="connsiteX861" fmla="*/ 4262250 w 7467600"/>
              <a:gd name="connsiteY861" fmla="*/ 2219972 h 6858000"/>
              <a:gd name="connsiteX862" fmla="*/ 4550611 w 7467600"/>
              <a:gd name="connsiteY862" fmla="*/ 817540 h 6858000"/>
              <a:gd name="connsiteX863" fmla="*/ 4564418 w 7467600"/>
              <a:gd name="connsiteY863" fmla="*/ 808293 h 6858000"/>
              <a:gd name="connsiteX864" fmla="*/ 4266388 w 7467600"/>
              <a:gd name="connsiteY864" fmla="*/ 500083 h 6858000"/>
              <a:gd name="connsiteX865" fmla="*/ 4032842 w 7467600"/>
              <a:gd name="connsiteY865" fmla="*/ 211809 h 6858000"/>
              <a:gd name="connsiteX866" fmla="*/ 3882765 w 7467600"/>
              <a:gd name="connsiteY866" fmla="*/ 0 h 6858000"/>
              <a:gd name="connsiteX867" fmla="*/ 3721337 w 7467600"/>
              <a:gd name="connsiteY867" fmla="*/ 0 h 6858000"/>
              <a:gd name="connsiteX868" fmla="*/ 3797544 w 7467600"/>
              <a:gd name="connsiteY868" fmla="*/ 0 h 6858000"/>
              <a:gd name="connsiteX869" fmla="*/ 3775734 w 7467600"/>
              <a:gd name="connsiteY869" fmla="*/ 95131 h 6858000"/>
              <a:gd name="connsiteX870" fmla="*/ 3724807 w 7467600"/>
              <a:gd name="connsiteY870" fmla="*/ 272257 h 6858000"/>
              <a:gd name="connsiteX871" fmla="*/ 3726844 w 7467600"/>
              <a:gd name="connsiteY871" fmla="*/ 282988 h 6858000"/>
              <a:gd name="connsiteX872" fmla="*/ 3742664 w 7467600"/>
              <a:gd name="connsiteY872" fmla="*/ 279918 h 6858000"/>
              <a:gd name="connsiteX873" fmla="*/ 4103910 w 7467600"/>
              <a:gd name="connsiteY873" fmla="*/ 1161917 h 6858000"/>
              <a:gd name="connsiteX874" fmla="*/ 4020269 w 7467600"/>
              <a:gd name="connsiteY874" fmla="*/ 1200406 h 6858000"/>
              <a:gd name="connsiteX875" fmla="*/ 3674882 w 7467600"/>
              <a:gd name="connsiteY875" fmla="*/ 488524 h 6858000"/>
              <a:gd name="connsiteX876" fmla="*/ 3132682 w 7467600"/>
              <a:gd name="connsiteY876" fmla="*/ 1072284 h 6858000"/>
              <a:gd name="connsiteX877" fmla="*/ 2716346 w 7467600"/>
              <a:gd name="connsiteY877" fmla="*/ 1276376 h 6858000"/>
              <a:gd name="connsiteX878" fmla="*/ 2716772 w 7467600"/>
              <a:gd name="connsiteY878" fmla="*/ 1255462 h 6858000"/>
              <a:gd name="connsiteX879" fmla="*/ 3471096 w 7467600"/>
              <a:gd name="connsiteY879" fmla="*/ 437072 h 6858000"/>
              <a:gd name="connsiteX880" fmla="*/ 3639057 w 7467600"/>
              <a:gd name="connsiteY880" fmla="*/ 286334 h 6858000"/>
              <a:gd name="connsiteX881" fmla="*/ 3640309 w 7467600"/>
              <a:gd name="connsiteY881" fmla="*/ 284664 h 6858000"/>
              <a:gd name="connsiteX882" fmla="*/ 3646022 w 7467600"/>
              <a:gd name="connsiteY882" fmla="*/ 276711 h 6858000"/>
              <a:gd name="connsiteX883" fmla="*/ 3707943 w 7467600"/>
              <a:gd name="connsiteY883" fmla="*/ 65958 h 6858000"/>
              <a:gd name="connsiteX884" fmla="*/ 3721337 w 7467600"/>
              <a:gd name="connsiteY884" fmla="*/ 0 h 6858000"/>
              <a:gd name="connsiteX885" fmla="*/ 2867960 w 7467600"/>
              <a:gd name="connsiteY885" fmla="*/ 0 h 6858000"/>
              <a:gd name="connsiteX886" fmla="*/ 2926351 w 7467600"/>
              <a:gd name="connsiteY886" fmla="*/ 0 h 6858000"/>
              <a:gd name="connsiteX887" fmla="*/ 2902823 w 7467600"/>
              <a:gd name="connsiteY887" fmla="*/ 262929 h 6858000"/>
              <a:gd name="connsiteX888" fmla="*/ 2940663 w 7467600"/>
              <a:gd name="connsiteY888" fmla="*/ 140884 h 6858000"/>
              <a:gd name="connsiteX889" fmla="*/ 2947039 w 7467600"/>
              <a:gd name="connsiteY889" fmla="*/ 122524 h 6858000"/>
              <a:gd name="connsiteX890" fmla="*/ 2984316 w 7467600"/>
              <a:gd name="connsiteY890" fmla="*/ 0 h 6858000"/>
              <a:gd name="connsiteX891" fmla="*/ 3016114 w 7467600"/>
              <a:gd name="connsiteY891" fmla="*/ 0 h 6858000"/>
              <a:gd name="connsiteX892" fmla="*/ 2979949 w 7467600"/>
              <a:gd name="connsiteY892" fmla="*/ 119274 h 6858000"/>
              <a:gd name="connsiteX893" fmla="*/ 3023879 w 7467600"/>
              <a:gd name="connsiteY893" fmla="*/ 0 h 6858000"/>
              <a:gd name="connsiteX894" fmla="*/ 3105400 w 7467600"/>
              <a:gd name="connsiteY894" fmla="*/ 0 h 6858000"/>
              <a:gd name="connsiteX895" fmla="*/ 3094669 w 7467600"/>
              <a:gd name="connsiteY895" fmla="*/ 30308 h 6858000"/>
              <a:gd name="connsiteX896" fmla="*/ 2901945 w 7467600"/>
              <a:gd name="connsiteY896" fmla="*/ 466538 h 6858000"/>
              <a:gd name="connsiteX897" fmla="*/ 2815209 w 7467600"/>
              <a:gd name="connsiteY897" fmla="*/ 497361 h 6858000"/>
              <a:gd name="connsiteX898" fmla="*/ 2844845 w 7467600"/>
              <a:gd name="connsiteY898" fmla="*/ 127638 h 6858000"/>
              <a:gd name="connsiteX899" fmla="*/ 2867960 w 7467600"/>
              <a:gd name="connsiteY899" fmla="*/ 0 h 6858000"/>
              <a:gd name="connsiteX900" fmla="*/ 1057230 w 7467600"/>
              <a:gd name="connsiteY900" fmla="*/ 0 h 6858000"/>
              <a:gd name="connsiteX901" fmla="*/ 1111003 w 7467600"/>
              <a:gd name="connsiteY901" fmla="*/ 0 h 6858000"/>
              <a:gd name="connsiteX902" fmla="*/ 1125553 w 7467600"/>
              <a:gd name="connsiteY902" fmla="*/ 52588 h 6858000"/>
              <a:gd name="connsiteX903" fmla="*/ 1304276 w 7467600"/>
              <a:gd name="connsiteY903" fmla="*/ 476275 h 6858000"/>
              <a:gd name="connsiteX904" fmla="*/ 1492066 w 7467600"/>
              <a:gd name="connsiteY904" fmla="*/ 886333 h 6858000"/>
              <a:gd name="connsiteX905" fmla="*/ 1423698 w 7467600"/>
              <a:gd name="connsiteY905" fmla="*/ 710817 h 6858000"/>
              <a:gd name="connsiteX906" fmla="*/ 1357609 w 7467600"/>
              <a:gd name="connsiteY906" fmla="*/ 532892 h 6858000"/>
              <a:gd name="connsiteX907" fmla="*/ 1309550 w 7467600"/>
              <a:gd name="connsiteY907" fmla="*/ 374031 h 6858000"/>
              <a:gd name="connsiteX908" fmla="*/ 1193673 w 7467600"/>
              <a:gd name="connsiteY908" fmla="*/ 49533 h 6858000"/>
              <a:gd name="connsiteX909" fmla="*/ 1164391 w 7467600"/>
              <a:gd name="connsiteY909" fmla="*/ 0 h 6858000"/>
              <a:gd name="connsiteX910" fmla="*/ 1200666 w 7467600"/>
              <a:gd name="connsiteY910" fmla="*/ 0 h 6858000"/>
              <a:gd name="connsiteX911" fmla="*/ 1223408 w 7467600"/>
              <a:gd name="connsiteY911" fmla="*/ 38996 h 6858000"/>
              <a:gd name="connsiteX912" fmla="*/ 1339635 w 7467600"/>
              <a:gd name="connsiteY912" fmla="*/ 365517 h 6858000"/>
              <a:gd name="connsiteX913" fmla="*/ 1387469 w 7467600"/>
              <a:gd name="connsiteY913" fmla="*/ 523079 h 6858000"/>
              <a:gd name="connsiteX914" fmla="*/ 1452685 w 7467600"/>
              <a:gd name="connsiteY914" fmla="*/ 699806 h 6858000"/>
              <a:gd name="connsiteX915" fmla="*/ 1492092 w 7467600"/>
              <a:gd name="connsiteY915" fmla="*/ 800424 h 6858000"/>
              <a:gd name="connsiteX916" fmla="*/ 1455302 w 7467600"/>
              <a:gd name="connsiteY916" fmla="*/ 632913 h 6858000"/>
              <a:gd name="connsiteX917" fmla="*/ 1222336 w 7467600"/>
              <a:gd name="connsiteY917" fmla="*/ 9480 h 6858000"/>
              <a:gd name="connsiteX918" fmla="*/ 1214634 w 7467600"/>
              <a:gd name="connsiteY918" fmla="*/ 0 h 6858000"/>
              <a:gd name="connsiteX919" fmla="*/ 1289827 w 7467600"/>
              <a:gd name="connsiteY919" fmla="*/ 0 h 6858000"/>
              <a:gd name="connsiteX920" fmla="*/ 1321076 w 7467600"/>
              <a:gd name="connsiteY920" fmla="*/ 59722 h 6858000"/>
              <a:gd name="connsiteX921" fmla="*/ 1512579 w 7467600"/>
              <a:gd name="connsiteY921" fmla="*/ 626441 h 6858000"/>
              <a:gd name="connsiteX922" fmla="*/ 1506076 w 7467600"/>
              <a:gd name="connsiteY922" fmla="*/ 1089289 h 6858000"/>
              <a:gd name="connsiteX923" fmla="*/ 1486346 w 7467600"/>
              <a:gd name="connsiteY923" fmla="*/ 1079919 h 6858000"/>
              <a:gd name="connsiteX924" fmla="*/ 1070511 w 7467600"/>
              <a:gd name="connsiteY924" fmla="*/ 48609 h 6858000"/>
              <a:gd name="connsiteX925" fmla="*/ 1057230 w 7467600"/>
              <a:gd name="connsiteY925" fmla="*/ 0 h 6858000"/>
              <a:gd name="connsiteX926" fmla="*/ 43151 w 7467600"/>
              <a:gd name="connsiteY926" fmla="*/ 0 h 6858000"/>
              <a:gd name="connsiteX927" fmla="*/ 95283 w 7467600"/>
              <a:gd name="connsiteY927" fmla="*/ 0 h 6858000"/>
              <a:gd name="connsiteX928" fmla="*/ 300708 w 7467600"/>
              <a:gd name="connsiteY928" fmla="*/ 154571 h 6858000"/>
              <a:gd name="connsiteX929" fmla="*/ 530414 w 7467600"/>
              <a:gd name="connsiteY929" fmla="*/ 354673 h 6858000"/>
              <a:gd name="connsiteX930" fmla="*/ 333785 w 7467600"/>
              <a:gd name="connsiteY930" fmla="*/ 161564 h 6858000"/>
              <a:gd name="connsiteX931" fmla="*/ 147005 w 7467600"/>
              <a:gd name="connsiteY931" fmla="*/ 0 h 6858000"/>
              <a:gd name="connsiteX932" fmla="*/ 272509 w 7467600"/>
              <a:gd name="connsiteY932" fmla="*/ 0 h 6858000"/>
              <a:gd name="connsiteX933" fmla="*/ 326276 w 7467600"/>
              <a:gd name="connsiteY933" fmla="*/ 45847 h 6858000"/>
              <a:gd name="connsiteX934" fmla="*/ 823759 w 7467600"/>
              <a:gd name="connsiteY934" fmla="*/ 574145 h 6858000"/>
              <a:gd name="connsiteX935" fmla="*/ 811254 w 7467600"/>
              <a:gd name="connsiteY935" fmla="*/ 665546 h 6858000"/>
              <a:gd name="connsiteX936" fmla="*/ 154042 w 7467600"/>
              <a:gd name="connsiteY936" fmla="*/ 261522 h 6858000"/>
              <a:gd name="connsiteX937" fmla="*/ 13550 w 7467600"/>
              <a:gd name="connsiteY937" fmla="*/ 158423 h 6858000"/>
              <a:gd name="connsiteX938" fmla="*/ 0 w 7467600"/>
              <a:gd name="connsiteY938" fmla="*/ 146618 h 6858000"/>
              <a:gd name="connsiteX939" fmla="*/ 0 w 7467600"/>
              <a:gd name="connsiteY939" fmla="*/ 59161 h 6858000"/>
              <a:gd name="connsiteX940" fmla="*/ 45427 w 7467600"/>
              <a:gd name="connsiteY940" fmla="*/ 101078 h 6858000"/>
              <a:gd name="connsiteX941" fmla="*/ 630103 w 7467600"/>
              <a:gd name="connsiteY941" fmla="*/ 485885 h 6858000"/>
              <a:gd name="connsiteX942" fmla="*/ 532040 w 7467600"/>
              <a:gd name="connsiteY942" fmla="*/ 399359 h 6858000"/>
              <a:gd name="connsiteX943" fmla="*/ 517618 w 7467600"/>
              <a:gd name="connsiteY943" fmla="*/ 385726 h 6858000"/>
              <a:gd name="connsiteX944" fmla="*/ 285074 w 7467600"/>
              <a:gd name="connsiteY944" fmla="*/ 182755 h 6858000"/>
              <a:gd name="connsiteX945" fmla="*/ 43151 w 7467600"/>
              <a:gd name="connsiteY94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1019354 w 7467600"/>
              <a:gd name="connsiteY13" fmla="*/ 6315006 h 6858000"/>
              <a:gd name="connsiteX14" fmla="*/ 441046 w 7467600"/>
              <a:gd name="connsiteY14" fmla="*/ 6691153 h 6858000"/>
              <a:gd name="connsiteX15" fmla="*/ 1019354 w 7467600"/>
              <a:gd name="connsiteY15" fmla="*/ 6315006 h 6858000"/>
              <a:gd name="connsiteX16" fmla="*/ 991680 w 7467600"/>
              <a:gd name="connsiteY16" fmla="*/ 6298413 h 6858000"/>
              <a:gd name="connsiteX17" fmla="*/ 409060 w 7467600"/>
              <a:gd name="connsiteY17" fmla="*/ 6671470 h 6858000"/>
              <a:gd name="connsiteX18" fmla="*/ 991680 w 7467600"/>
              <a:gd name="connsiteY18" fmla="*/ 6298413 h 6858000"/>
              <a:gd name="connsiteX19" fmla="*/ 103333 w 7467600"/>
              <a:gd name="connsiteY19" fmla="*/ 5699602 h 6858000"/>
              <a:gd name="connsiteX20" fmla="*/ 233938 w 7467600"/>
              <a:gd name="connsiteY20" fmla="*/ 5809416 h 6858000"/>
              <a:gd name="connsiteX21" fmla="*/ 883580 w 7467600"/>
              <a:gd name="connsiteY21" fmla="*/ 6180710 h 6858000"/>
              <a:gd name="connsiteX22" fmla="*/ 487337 w 7467600"/>
              <a:gd name="connsiteY22" fmla="*/ 5950182 h 6858000"/>
              <a:gd name="connsiteX23" fmla="*/ 354051 w 7467600"/>
              <a:gd name="connsiteY23" fmla="*/ 5854912 h 6858000"/>
              <a:gd name="connsiteX24" fmla="*/ 195436 w 7467600"/>
              <a:gd name="connsiteY24" fmla="*/ 5755068 h 6858000"/>
              <a:gd name="connsiteX25" fmla="*/ 103333 w 7467600"/>
              <a:gd name="connsiteY25" fmla="*/ 5699602 h 6858000"/>
              <a:gd name="connsiteX26" fmla="*/ 5539432 w 7467600"/>
              <a:gd name="connsiteY26" fmla="*/ 5642928 h 6858000"/>
              <a:gd name="connsiteX27" fmla="*/ 5555462 w 7467600"/>
              <a:gd name="connsiteY27" fmla="*/ 5694454 h 6858000"/>
              <a:gd name="connsiteX28" fmla="*/ 5828270 w 7467600"/>
              <a:gd name="connsiteY28" fmla="*/ 6320663 h 6858000"/>
              <a:gd name="connsiteX29" fmla="*/ 5947416 w 7467600"/>
              <a:gd name="connsiteY29" fmla="*/ 6574846 h 6858000"/>
              <a:gd name="connsiteX30" fmla="*/ 5539432 w 7467600"/>
              <a:gd name="connsiteY30" fmla="*/ 5642928 h 6858000"/>
              <a:gd name="connsiteX31" fmla="*/ 51253 w 7467600"/>
              <a:gd name="connsiteY31" fmla="*/ 5631825 h 6858000"/>
              <a:gd name="connsiteX32" fmla="*/ 211622 w 7467600"/>
              <a:gd name="connsiteY32" fmla="*/ 5728803 h 6858000"/>
              <a:gd name="connsiteX33" fmla="*/ 371652 w 7467600"/>
              <a:gd name="connsiteY33" fmla="*/ 5829062 h 6858000"/>
              <a:gd name="connsiteX34" fmla="*/ 505903 w 7467600"/>
              <a:gd name="connsiteY34" fmla="*/ 5925221 h 6858000"/>
              <a:gd name="connsiteX35" fmla="*/ 899240 w 7467600"/>
              <a:gd name="connsiteY35" fmla="*/ 6153068 h 6858000"/>
              <a:gd name="connsiteX36" fmla="*/ 988114 w 7467600"/>
              <a:gd name="connsiteY36" fmla="*/ 6174204 h 6858000"/>
              <a:gd name="connsiteX37" fmla="*/ 845971 w 7467600"/>
              <a:gd name="connsiteY37" fmla="*/ 6067177 h 6858000"/>
              <a:gd name="connsiteX38" fmla="*/ 448057 w 7467600"/>
              <a:gd name="connsiteY38" fmla="*/ 5841376 h 6858000"/>
              <a:gd name="connsiteX39" fmla="*/ 51253 w 7467600"/>
              <a:gd name="connsiteY39" fmla="*/ 5631825 h 6858000"/>
              <a:gd name="connsiteX40" fmla="*/ 2606687 w 7467600"/>
              <a:gd name="connsiteY40" fmla="*/ 5630718 h 6858000"/>
              <a:gd name="connsiteX41" fmla="*/ 2645658 w 7467600"/>
              <a:gd name="connsiteY41" fmla="*/ 6640259 h 6858000"/>
              <a:gd name="connsiteX42" fmla="*/ 2606687 w 7467600"/>
              <a:gd name="connsiteY42" fmla="*/ 5630718 h 6858000"/>
              <a:gd name="connsiteX43" fmla="*/ 3642057 w 7467600"/>
              <a:gd name="connsiteY43" fmla="*/ 5573487 h 6858000"/>
              <a:gd name="connsiteX44" fmla="*/ 3632981 w 7467600"/>
              <a:gd name="connsiteY44" fmla="*/ 5579437 h 6858000"/>
              <a:gd name="connsiteX45" fmla="*/ 3382436 w 7467600"/>
              <a:gd name="connsiteY45" fmla="*/ 5952726 h 6858000"/>
              <a:gd name="connsiteX46" fmla="*/ 3191929 w 7467600"/>
              <a:gd name="connsiteY46" fmla="*/ 6662669 h 6858000"/>
              <a:gd name="connsiteX47" fmla="*/ 3369898 w 7467600"/>
              <a:gd name="connsiteY47" fmla="*/ 6081771 h 6858000"/>
              <a:gd name="connsiteX48" fmla="*/ 3642057 w 7467600"/>
              <a:gd name="connsiteY48" fmla="*/ 5573487 h 6858000"/>
              <a:gd name="connsiteX49" fmla="*/ 2650666 w 7467600"/>
              <a:gd name="connsiteY49" fmla="*/ 5530686 h 6858000"/>
              <a:gd name="connsiteX50" fmla="*/ 2650249 w 7467600"/>
              <a:gd name="connsiteY50" fmla="*/ 5532101 h 6858000"/>
              <a:gd name="connsiteX51" fmla="*/ 2663808 w 7467600"/>
              <a:gd name="connsiteY51" fmla="*/ 6535215 h 6858000"/>
              <a:gd name="connsiteX52" fmla="*/ 2665418 w 7467600"/>
              <a:gd name="connsiteY52" fmla="*/ 6132756 h 6858000"/>
              <a:gd name="connsiteX53" fmla="*/ 2650666 w 7467600"/>
              <a:gd name="connsiteY53" fmla="*/ 5530686 h 6858000"/>
              <a:gd name="connsiteX54" fmla="*/ 2680277 w 7467600"/>
              <a:gd name="connsiteY54" fmla="*/ 5479204 h 6858000"/>
              <a:gd name="connsiteX55" fmla="*/ 2678972 w 7467600"/>
              <a:gd name="connsiteY55" fmla="*/ 5481582 h 6858000"/>
              <a:gd name="connsiteX56" fmla="*/ 2696666 w 7467600"/>
              <a:gd name="connsiteY56" fmla="*/ 6133836 h 6858000"/>
              <a:gd name="connsiteX57" fmla="*/ 2695769 w 7467600"/>
              <a:gd name="connsiteY57" fmla="*/ 6390955 h 6858000"/>
              <a:gd name="connsiteX58" fmla="*/ 2739893 w 7467600"/>
              <a:gd name="connsiteY58" fmla="*/ 6108357 h 6858000"/>
              <a:gd name="connsiteX59" fmla="*/ 2680277 w 7467600"/>
              <a:gd name="connsiteY59" fmla="*/ 5479204 h 6858000"/>
              <a:gd name="connsiteX60" fmla="*/ 1132195 w 7467600"/>
              <a:gd name="connsiteY60" fmla="*/ 5467980 h 6858000"/>
              <a:gd name="connsiteX61" fmla="*/ 1679056 w 7467600"/>
              <a:gd name="connsiteY61" fmla="*/ 5516907 h 6858000"/>
              <a:gd name="connsiteX62" fmla="*/ 2128648 w 7467600"/>
              <a:gd name="connsiteY62" fmla="*/ 5474249 h 6858000"/>
              <a:gd name="connsiteX63" fmla="*/ 1825619 w 7467600"/>
              <a:gd name="connsiteY63" fmla="*/ 5478447 h 6858000"/>
              <a:gd name="connsiteX64" fmla="*/ 1737798 w 7467600"/>
              <a:gd name="connsiteY64" fmla="*/ 5483353 h 6858000"/>
              <a:gd name="connsiteX65" fmla="*/ 1132195 w 7467600"/>
              <a:gd name="connsiteY65" fmla="*/ 5467980 h 6858000"/>
              <a:gd name="connsiteX66" fmla="*/ 1456157 w 7467600"/>
              <a:gd name="connsiteY66" fmla="*/ 5371404 h 6858000"/>
              <a:gd name="connsiteX67" fmla="*/ 1244432 w 7467600"/>
              <a:gd name="connsiteY67" fmla="*/ 5385601 h 6858000"/>
              <a:gd name="connsiteX68" fmla="*/ 973990 w 7467600"/>
              <a:gd name="connsiteY68" fmla="*/ 5424940 h 6858000"/>
              <a:gd name="connsiteX69" fmla="*/ 1103809 w 7467600"/>
              <a:gd name="connsiteY69" fmla="*/ 5433720 h 6858000"/>
              <a:gd name="connsiteX70" fmla="*/ 1123454 w 7467600"/>
              <a:gd name="connsiteY70" fmla="*/ 5435727 h 6858000"/>
              <a:gd name="connsiteX71" fmla="*/ 1737017 w 7467600"/>
              <a:gd name="connsiteY71" fmla="*/ 5452183 h 6858000"/>
              <a:gd name="connsiteX72" fmla="*/ 1824397 w 7467600"/>
              <a:gd name="connsiteY72" fmla="*/ 5447757 h 6858000"/>
              <a:gd name="connsiteX73" fmla="*/ 2070059 w 7467600"/>
              <a:gd name="connsiteY73" fmla="*/ 5441660 h 6858000"/>
              <a:gd name="connsiteX74" fmla="*/ 1456157 w 7467600"/>
              <a:gd name="connsiteY74" fmla="*/ 5371404 h 6858000"/>
              <a:gd name="connsiteX75" fmla="*/ 4988186 w 7467600"/>
              <a:gd name="connsiteY75" fmla="*/ 5216467 h 6858000"/>
              <a:gd name="connsiteX76" fmla="*/ 4777334 w 7467600"/>
              <a:gd name="connsiteY76" fmla="*/ 5406072 h 6858000"/>
              <a:gd name="connsiteX77" fmla="*/ 4718341 w 7467600"/>
              <a:gd name="connsiteY77" fmla="*/ 5468043 h 6858000"/>
              <a:gd name="connsiteX78" fmla="*/ 4604655 w 7467600"/>
              <a:gd name="connsiteY78" fmla="*/ 5583434 h 6858000"/>
              <a:gd name="connsiteX79" fmla="*/ 4565074 w 7467600"/>
              <a:gd name="connsiteY79" fmla="*/ 5618550 h 6858000"/>
              <a:gd name="connsiteX80" fmla="*/ 4988186 w 7467600"/>
              <a:gd name="connsiteY80" fmla="*/ 5216467 h 6858000"/>
              <a:gd name="connsiteX81" fmla="*/ 4978032 w 7467600"/>
              <a:gd name="connsiteY81" fmla="*/ 5183809 h 6858000"/>
              <a:gd name="connsiteX82" fmla="*/ 4463413 w 7467600"/>
              <a:gd name="connsiteY82" fmla="*/ 5615162 h 6858000"/>
              <a:gd name="connsiteX83" fmla="*/ 4358134 w 7467600"/>
              <a:gd name="connsiteY83" fmla="*/ 5742791 h 6858000"/>
              <a:gd name="connsiteX84" fmla="*/ 4376219 w 7467600"/>
              <a:gd name="connsiteY84" fmla="*/ 5729027 h 6858000"/>
              <a:gd name="connsiteX85" fmla="*/ 4582340 w 7467600"/>
              <a:gd name="connsiteY85" fmla="*/ 5561037 h 6858000"/>
              <a:gd name="connsiteX86" fmla="*/ 4694684 w 7467600"/>
              <a:gd name="connsiteY86" fmla="*/ 5447098 h 6858000"/>
              <a:gd name="connsiteX87" fmla="*/ 4754123 w 7467600"/>
              <a:gd name="connsiteY87" fmla="*/ 5384643 h 6858000"/>
              <a:gd name="connsiteX88" fmla="*/ 4978032 w 7467600"/>
              <a:gd name="connsiteY88" fmla="*/ 5183809 h 6858000"/>
              <a:gd name="connsiteX89" fmla="*/ 1903353 w 7467600"/>
              <a:gd name="connsiteY89" fmla="*/ 5044827 h 6858000"/>
              <a:gd name="connsiteX90" fmla="*/ 1936931 w 7467600"/>
              <a:gd name="connsiteY90" fmla="*/ 5093954 h 6858000"/>
              <a:gd name="connsiteX91" fmla="*/ 2195868 w 7467600"/>
              <a:gd name="connsiteY91" fmla="*/ 5396574 h 6858000"/>
              <a:gd name="connsiteX92" fmla="*/ 2088852 w 7467600"/>
              <a:gd name="connsiteY92" fmla="*/ 5166123 h 6858000"/>
              <a:gd name="connsiteX93" fmla="*/ 1958241 w 7467600"/>
              <a:gd name="connsiteY93" fmla="*/ 5067955 h 6858000"/>
              <a:gd name="connsiteX94" fmla="*/ 1903353 w 7467600"/>
              <a:gd name="connsiteY94" fmla="*/ 5044827 h 6858000"/>
              <a:gd name="connsiteX95" fmla="*/ 1979378 w 7467600"/>
              <a:gd name="connsiteY95" fmla="*/ 4769504 h 6858000"/>
              <a:gd name="connsiteX96" fmla="*/ 2882120 w 7467600"/>
              <a:gd name="connsiteY96" fmla="*/ 5064547 h 6858000"/>
              <a:gd name="connsiteX97" fmla="*/ 2793103 w 7467600"/>
              <a:gd name="connsiteY97" fmla="*/ 5039699 h 6858000"/>
              <a:gd name="connsiteX98" fmla="*/ 2770041 w 7467600"/>
              <a:gd name="connsiteY98" fmla="*/ 5033634 h 6858000"/>
              <a:gd name="connsiteX99" fmla="*/ 1979378 w 7467600"/>
              <a:gd name="connsiteY99" fmla="*/ 4769504 h 6858000"/>
              <a:gd name="connsiteX100" fmla="*/ 1927410 w 7467600"/>
              <a:gd name="connsiteY100" fmla="*/ 4716164 h 6858000"/>
              <a:gd name="connsiteX101" fmla="*/ 1959587 w 7467600"/>
              <a:gd name="connsiteY101" fmla="*/ 4728849 h 6858000"/>
              <a:gd name="connsiteX102" fmla="*/ 2777707 w 7467600"/>
              <a:gd name="connsiteY102" fmla="*/ 5003991 h 6858000"/>
              <a:gd name="connsiteX103" fmla="*/ 2800768 w 7467600"/>
              <a:gd name="connsiteY103" fmla="*/ 5010056 h 6858000"/>
              <a:gd name="connsiteX104" fmla="*/ 2879408 w 7467600"/>
              <a:gd name="connsiteY104" fmla="*/ 5031590 h 6858000"/>
              <a:gd name="connsiteX105" fmla="*/ 2862295 w 7467600"/>
              <a:gd name="connsiteY105" fmla="*/ 5022958 h 6858000"/>
              <a:gd name="connsiteX106" fmla="*/ 2813343 w 7467600"/>
              <a:gd name="connsiteY106" fmla="*/ 4998369 h 6858000"/>
              <a:gd name="connsiteX107" fmla="*/ 2646245 w 7467600"/>
              <a:gd name="connsiteY107" fmla="*/ 4930999 h 6858000"/>
              <a:gd name="connsiteX108" fmla="*/ 1999243 w 7467600"/>
              <a:gd name="connsiteY108" fmla="*/ 4730524 h 6858000"/>
              <a:gd name="connsiteX109" fmla="*/ 1979527 w 7467600"/>
              <a:gd name="connsiteY109" fmla="*/ 4726651 h 6858000"/>
              <a:gd name="connsiteX110" fmla="*/ 1927410 w 7467600"/>
              <a:gd name="connsiteY110" fmla="*/ 4716164 h 6858000"/>
              <a:gd name="connsiteX111" fmla="*/ 1997014 w 7467600"/>
              <a:gd name="connsiteY111" fmla="*/ 4698007 h 6858000"/>
              <a:gd name="connsiteX112" fmla="*/ 2005458 w 7467600"/>
              <a:gd name="connsiteY112" fmla="*/ 4699540 h 6858000"/>
              <a:gd name="connsiteX113" fmla="*/ 2657186 w 7467600"/>
              <a:gd name="connsiteY113" fmla="*/ 4901687 h 6858000"/>
              <a:gd name="connsiteX114" fmla="*/ 2826662 w 7467600"/>
              <a:gd name="connsiteY114" fmla="*/ 4970362 h 6858000"/>
              <a:gd name="connsiteX115" fmla="*/ 2876100 w 7467600"/>
              <a:gd name="connsiteY115" fmla="*/ 4995397 h 6858000"/>
              <a:gd name="connsiteX116" fmla="*/ 3042600 w 7467600"/>
              <a:gd name="connsiteY116" fmla="*/ 5059532 h 6858000"/>
              <a:gd name="connsiteX117" fmla="*/ 1997014 w 7467600"/>
              <a:gd name="connsiteY117" fmla="*/ 4698007 h 6858000"/>
              <a:gd name="connsiteX118" fmla="*/ 2305292 w 7467600"/>
              <a:gd name="connsiteY118" fmla="*/ 4219492 h 6858000"/>
              <a:gd name="connsiteX119" fmla="*/ 3360922 w 7467600"/>
              <a:gd name="connsiteY119" fmla="*/ 4529373 h 6858000"/>
              <a:gd name="connsiteX120" fmla="*/ 3492420 w 7467600"/>
              <a:gd name="connsiteY120" fmla="*/ 4510145 h 6858000"/>
              <a:gd name="connsiteX121" fmla="*/ 3364086 w 7467600"/>
              <a:gd name="connsiteY121" fmla="*/ 4480340 h 6858000"/>
              <a:gd name="connsiteX122" fmla="*/ 3225818 w 7467600"/>
              <a:gd name="connsiteY122" fmla="*/ 4411822 h 6858000"/>
              <a:gd name="connsiteX123" fmla="*/ 3129696 w 7467600"/>
              <a:gd name="connsiteY123" fmla="*/ 4360704 h 6858000"/>
              <a:gd name="connsiteX124" fmla="*/ 2814545 w 7467600"/>
              <a:gd name="connsiteY124" fmla="*/ 4282955 h 6858000"/>
              <a:gd name="connsiteX125" fmla="*/ 2305292 w 7467600"/>
              <a:gd name="connsiteY125" fmla="*/ 4219492 h 6858000"/>
              <a:gd name="connsiteX126" fmla="*/ 2626982 w 7467600"/>
              <a:gd name="connsiteY126" fmla="*/ 4206450 h 6858000"/>
              <a:gd name="connsiteX127" fmla="*/ 2490617 w 7467600"/>
              <a:gd name="connsiteY127" fmla="*/ 4206951 h 6858000"/>
              <a:gd name="connsiteX128" fmla="*/ 2819869 w 7467600"/>
              <a:gd name="connsiteY128" fmla="*/ 4252936 h 6858000"/>
              <a:gd name="connsiteX129" fmla="*/ 3143018 w 7467600"/>
              <a:gd name="connsiteY129" fmla="*/ 4332698 h 6858000"/>
              <a:gd name="connsiteX130" fmla="*/ 3241520 w 7467600"/>
              <a:gd name="connsiteY130" fmla="*/ 4385112 h 6858000"/>
              <a:gd name="connsiteX131" fmla="*/ 3374575 w 7467600"/>
              <a:gd name="connsiteY131" fmla="*/ 4451517 h 6858000"/>
              <a:gd name="connsiteX132" fmla="*/ 3505221 w 7467600"/>
              <a:gd name="connsiteY132" fmla="*/ 4480757 h 6858000"/>
              <a:gd name="connsiteX133" fmla="*/ 2626982 w 7467600"/>
              <a:gd name="connsiteY133" fmla="*/ 4206450 h 6858000"/>
              <a:gd name="connsiteX134" fmla="*/ 1310106 w 7467600"/>
              <a:gd name="connsiteY134" fmla="*/ 3943217 h 6858000"/>
              <a:gd name="connsiteX135" fmla="*/ 854994 w 7467600"/>
              <a:gd name="connsiteY135" fmla="*/ 4399136 h 6858000"/>
              <a:gd name="connsiteX136" fmla="*/ 742462 w 7467600"/>
              <a:gd name="connsiteY136" fmla="*/ 4594648 h 6858000"/>
              <a:gd name="connsiteX137" fmla="*/ 820602 w 7467600"/>
              <a:gd name="connsiteY137" fmla="*/ 4485915 h 6858000"/>
              <a:gd name="connsiteX138" fmla="*/ 878295 w 7467600"/>
              <a:gd name="connsiteY138" fmla="*/ 4403594 h 6858000"/>
              <a:gd name="connsiteX139" fmla="*/ 1240607 w 7467600"/>
              <a:gd name="connsiteY139" fmla="*/ 4010401 h 6858000"/>
              <a:gd name="connsiteX140" fmla="*/ 1310106 w 7467600"/>
              <a:gd name="connsiteY140" fmla="*/ 3943217 h 6858000"/>
              <a:gd name="connsiteX141" fmla="*/ 1423113 w 7467600"/>
              <a:gd name="connsiteY141" fmla="*/ 3874565 h 6858000"/>
              <a:gd name="connsiteX142" fmla="*/ 1260565 w 7467600"/>
              <a:gd name="connsiteY142" fmla="*/ 4031982 h 6858000"/>
              <a:gd name="connsiteX143" fmla="*/ 901900 w 7467600"/>
              <a:gd name="connsiteY143" fmla="*/ 4421236 h 6858000"/>
              <a:gd name="connsiteX144" fmla="*/ 845044 w 7467600"/>
              <a:gd name="connsiteY144" fmla="*/ 4502436 h 6858000"/>
              <a:gd name="connsiteX145" fmla="*/ 685926 w 7467600"/>
              <a:gd name="connsiteY145" fmla="*/ 4703069 h 6858000"/>
              <a:gd name="connsiteX146" fmla="*/ 684248 w 7467600"/>
              <a:gd name="connsiteY146" fmla="*/ 4706721 h 6858000"/>
              <a:gd name="connsiteX147" fmla="*/ 1423113 w 7467600"/>
              <a:gd name="connsiteY147" fmla="*/ 3874565 h 6858000"/>
              <a:gd name="connsiteX148" fmla="*/ 3316479 w 7467600"/>
              <a:gd name="connsiteY148" fmla="*/ 3872136 h 6858000"/>
              <a:gd name="connsiteX149" fmla="*/ 3546806 w 7467600"/>
              <a:gd name="connsiteY149" fmla="*/ 4356139 h 6858000"/>
              <a:gd name="connsiteX150" fmla="*/ 3364433 w 7467600"/>
              <a:gd name="connsiteY150" fmla="*/ 3953121 h 6858000"/>
              <a:gd name="connsiteX151" fmla="*/ 3316479 w 7467600"/>
              <a:gd name="connsiteY151" fmla="*/ 3872136 h 6858000"/>
              <a:gd name="connsiteX152" fmla="*/ 3291335 w 7467600"/>
              <a:gd name="connsiteY152" fmla="*/ 3767420 h 6858000"/>
              <a:gd name="connsiteX153" fmla="*/ 3390805 w 7467600"/>
              <a:gd name="connsiteY153" fmla="*/ 3937163 h 6858000"/>
              <a:gd name="connsiteX154" fmla="*/ 3579062 w 7467600"/>
              <a:gd name="connsiteY154" fmla="*/ 4359040 h 6858000"/>
              <a:gd name="connsiteX155" fmla="*/ 3467355 w 7467600"/>
              <a:gd name="connsiteY155" fmla="*/ 3988130 h 6858000"/>
              <a:gd name="connsiteX156" fmla="*/ 3310753 w 7467600"/>
              <a:gd name="connsiteY156" fmla="*/ 3787140 h 6858000"/>
              <a:gd name="connsiteX157" fmla="*/ 3291335 w 7467600"/>
              <a:gd name="connsiteY157" fmla="*/ 3767420 h 6858000"/>
              <a:gd name="connsiteX158" fmla="*/ 1635889 w 7467600"/>
              <a:gd name="connsiteY158" fmla="*/ 3709494 h 6858000"/>
              <a:gd name="connsiteX159" fmla="*/ 1634800 w 7467600"/>
              <a:gd name="connsiteY159" fmla="*/ 3731111 h 6858000"/>
              <a:gd name="connsiteX160" fmla="*/ 1635889 w 7467600"/>
              <a:gd name="connsiteY160" fmla="*/ 3709494 h 6858000"/>
              <a:gd name="connsiteX161" fmla="*/ 1510397 w 7467600"/>
              <a:gd name="connsiteY161" fmla="*/ 3684705 h 6858000"/>
              <a:gd name="connsiteX162" fmla="*/ 1146550 w 7467600"/>
              <a:gd name="connsiteY162" fmla="*/ 3802012 h 6858000"/>
              <a:gd name="connsiteX163" fmla="*/ 698834 w 7467600"/>
              <a:gd name="connsiteY163" fmla="*/ 3952272 h 6858000"/>
              <a:gd name="connsiteX164" fmla="*/ 34256 w 7467600"/>
              <a:gd name="connsiteY164" fmla="*/ 4347603 h 6858000"/>
              <a:gd name="connsiteX165" fmla="*/ 527241 w 7467600"/>
              <a:gd name="connsiteY165" fmla="*/ 4065078 h 6858000"/>
              <a:gd name="connsiteX166" fmla="*/ 1510397 w 7467600"/>
              <a:gd name="connsiteY166" fmla="*/ 3684705 h 6858000"/>
              <a:gd name="connsiteX167" fmla="*/ 1313114 w 7467600"/>
              <a:gd name="connsiteY167" fmla="*/ 3655216 h 6858000"/>
              <a:gd name="connsiteX168" fmla="*/ 1109304 w 7467600"/>
              <a:gd name="connsiteY168" fmla="*/ 3669030 h 6858000"/>
              <a:gd name="connsiteX169" fmla="*/ 8129 w 7467600"/>
              <a:gd name="connsiteY169" fmla="*/ 4330519 h 6858000"/>
              <a:gd name="connsiteX170" fmla="*/ 687572 w 7467600"/>
              <a:gd name="connsiteY170" fmla="*/ 3925629 h 6858000"/>
              <a:gd name="connsiteX171" fmla="*/ 1138365 w 7467600"/>
              <a:gd name="connsiteY171" fmla="*/ 3774515 h 6858000"/>
              <a:gd name="connsiteX172" fmla="*/ 1505579 w 7467600"/>
              <a:gd name="connsiteY172" fmla="*/ 3655526 h 6858000"/>
              <a:gd name="connsiteX173" fmla="*/ 1313114 w 7467600"/>
              <a:gd name="connsiteY173" fmla="*/ 3655216 h 6858000"/>
              <a:gd name="connsiteX174" fmla="*/ 3655073 w 7467600"/>
              <a:gd name="connsiteY174" fmla="*/ 3650884 h 6858000"/>
              <a:gd name="connsiteX175" fmla="*/ 3989938 w 7467600"/>
              <a:gd name="connsiteY175" fmla="*/ 3991685 h 6858000"/>
              <a:gd name="connsiteX176" fmla="*/ 4393907 w 7467600"/>
              <a:gd name="connsiteY176" fmla="*/ 4261258 h 6858000"/>
              <a:gd name="connsiteX177" fmla="*/ 4648051 w 7467600"/>
              <a:gd name="connsiteY177" fmla="*/ 4374051 h 6858000"/>
              <a:gd name="connsiteX178" fmla="*/ 4383389 w 7467600"/>
              <a:gd name="connsiteY178" fmla="*/ 4184369 h 6858000"/>
              <a:gd name="connsiteX179" fmla="*/ 4165508 w 7467600"/>
              <a:gd name="connsiteY179" fmla="*/ 4035196 h 6858000"/>
              <a:gd name="connsiteX180" fmla="*/ 4068162 w 7467600"/>
              <a:gd name="connsiteY180" fmla="*/ 3953394 h 6858000"/>
              <a:gd name="connsiteX181" fmla="*/ 3981416 w 7467600"/>
              <a:gd name="connsiteY181" fmla="*/ 3880482 h 6858000"/>
              <a:gd name="connsiteX182" fmla="*/ 3800147 w 7467600"/>
              <a:gd name="connsiteY182" fmla="*/ 3749872 h 6858000"/>
              <a:gd name="connsiteX183" fmla="*/ 3655073 w 7467600"/>
              <a:gd name="connsiteY183" fmla="*/ 3650884 h 6858000"/>
              <a:gd name="connsiteX184" fmla="*/ 3670252 w 7467600"/>
              <a:gd name="connsiteY184" fmla="*/ 3622798 h 6858000"/>
              <a:gd name="connsiteX185" fmla="*/ 3817258 w 7467600"/>
              <a:gd name="connsiteY185" fmla="*/ 3723577 h 6858000"/>
              <a:gd name="connsiteX186" fmla="*/ 4000461 w 7467600"/>
              <a:gd name="connsiteY186" fmla="*/ 3855966 h 6858000"/>
              <a:gd name="connsiteX187" fmla="*/ 4088180 w 7467600"/>
              <a:gd name="connsiteY187" fmla="*/ 3929774 h 6858000"/>
              <a:gd name="connsiteX188" fmla="*/ 4184555 w 7467600"/>
              <a:gd name="connsiteY188" fmla="*/ 4010683 h 6858000"/>
              <a:gd name="connsiteX189" fmla="*/ 4399563 w 7467600"/>
              <a:gd name="connsiteY189" fmla="*/ 4158106 h 6858000"/>
              <a:gd name="connsiteX190" fmla="*/ 4684469 w 7467600"/>
              <a:gd name="connsiteY190" fmla="*/ 4364680 h 6858000"/>
              <a:gd name="connsiteX191" fmla="*/ 4690271 w 7467600"/>
              <a:gd name="connsiteY191" fmla="*/ 4370034 h 6858000"/>
              <a:gd name="connsiteX192" fmla="*/ 4136093 w 7467600"/>
              <a:gd name="connsiteY192" fmla="*/ 3858466 h 6858000"/>
              <a:gd name="connsiteX193" fmla="*/ 3670252 w 7467600"/>
              <a:gd name="connsiteY193" fmla="*/ 3622798 h 6858000"/>
              <a:gd name="connsiteX194" fmla="*/ 4440129 w 7467600"/>
              <a:gd name="connsiteY194" fmla="*/ 3448571 h 6858000"/>
              <a:gd name="connsiteX195" fmla="*/ 4856525 w 7467600"/>
              <a:gd name="connsiteY195" fmla="*/ 3915351 h 6858000"/>
              <a:gd name="connsiteX196" fmla="*/ 5059055 w 7467600"/>
              <a:gd name="connsiteY196" fmla="*/ 4108918 h 6858000"/>
              <a:gd name="connsiteX197" fmla="*/ 5290070 w 7467600"/>
              <a:gd name="connsiteY197" fmla="*/ 4263619 h 6858000"/>
              <a:gd name="connsiteX198" fmla="*/ 4834991 w 7467600"/>
              <a:gd name="connsiteY198" fmla="*/ 3830985 h 6858000"/>
              <a:gd name="connsiteX199" fmla="*/ 4440129 w 7467600"/>
              <a:gd name="connsiteY199" fmla="*/ 3448571 h 6858000"/>
              <a:gd name="connsiteX200" fmla="*/ 4441737 w 7467600"/>
              <a:gd name="connsiteY200" fmla="*/ 3399734 h 6858000"/>
              <a:gd name="connsiteX201" fmla="*/ 4431236 w 7467600"/>
              <a:gd name="connsiteY201" fmla="*/ 3400954 h 6858000"/>
              <a:gd name="connsiteX202" fmla="*/ 4557150 w 7467600"/>
              <a:gd name="connsiteY202" fmla="*/ 3510023 h 6858000"/>
              <a:gd name="connsiteX203" fmla="*/ 4856936 w 7467600"/>
              <a:gd name="connsiteY203" fmla="*/ 3809146 h 6858000"/>
              <a:gd name="connsiteX204" fmla="*/ 5111996 w 7467600"/>
              <a:gd name="connsiteY204" fmla="*/ 4065759 h 6858000"/>
              <a:gd name="connsiteX205" fmla="*/ 5388878 w 7467600"/>
              <a:gd name="connsiteY205" fmla="*/ 4300185 h 6858000"/>
              <a:gd name="connsiteX206" fmla="*/ 5425556 w 7467600"/>
              <a:gd name="connsiteY206" fmla="*/ 4308967 h 6858000"/>
              <a:gd name="connsiteX207" fmla="*/ 4943646 w 7467600"/>
              <a:gd name="connsiteY207" fmla="*/ 3822916 h 6858000"/>
              <a:gd name="connsiteX208" fmla="*/ 4594837 w 7467600"/>
              <a:gd name="connsiteY208" fmla="*/ 3532274 h 6858000"/>
              <a:gd name="connsiteX209" fmla="*/ 4441737 w 7467600"/>
              <a:gd name="connsiteY209" fmla="*/ 3399734 h 6858000"/>
              <a:gd name="connsiteX210" fmla="*/ 5425834 w 7467600"/>
              <a:gd name="connsiteY210" fmla="*/ 3162785 h 6858000"/>
              <a:gd name="connsiteX211" fmla="*/ 5401644 w 7467600"/>
              <a:gd name="connsiteY211" fmla="*/ 3617847 h 6858000"/>
              <a:gd name="connsiteX212" fmla="*/ 5467256 w 7467600"/>
              <a:gd name="connsiteY212" fmla="*/ 4175494 h 6858000"/>
              <a:gd name="connsiteX213" fmla="*/ 5448069 w 7467600"/>
              <a:gd name="connsiteY213" fmla="*/ 3567554 h 6858000"/>
              <a:gd name="connsiteX214" fmla="*/ 5425834 w 7467600"/>
              <a:gd name="connsiteY214" fmla="*/ 3162785 h 6858000"/>
              <a:gd name="connsiteX215" fmla="*/ 1318687 w 7467600"/>
              <a:gd name="connsiteY215" fmla="*/ 3113840 h 6858000"/>
              <a:gd name="connsiteX216" fmla="*/ 1066793 w 7467600"/>
              <a:gd name="connsiteY216" fmla="*/ 3212171 h 6858000"/>
              <a:gd name="connsiteX217" fmla="*/ 993319 w 7467600"/>
              <a:gd name="connsiteY217" fmla="*/ 3247648 h 6858000"/>
              <a:gd name="connsiteX218" fmla="*/ 853081 w 7467600"/>
              <a:gd name="connsiteY218" fmla="*/ 3312410 h 6858000"/>
              <a:gd name="connsiteX219" fmla="*/ 805957 w 7467600"/>
              <a:gd name="connsiteY219" fmla="*/ 3330443 h 6858000"/>
              <a:gd name="connsiteX220" fmla="*/ 1318687 w 7467600"/>
              <a:gd name="connsiteY220" fmla="*/ 3113840 h 6858000"/>
              <a:gd name="connsiteX221" fmla="*/ 5453702 w 7467600"/>
              <a:gd name="connsiteY221" fmla="*/ 3090882 h 6858000"/>
              <a:gd name="connsiteX222" fmla="*/ 5480135 w 7467600"/>
              <a:gd name="connsiteY222" fmla="*/ 3565802 h 6858000"/>
              <a:gd name="connsiteX223" fmla="*/ 5499023 w 7467600"/>
              <a:gd name="connsiteY223" fmla="*/ 4166310 h 6858000"/>
              <a:gd name="connsiteX224" fmla="*/ 5547022 w 7467600"/>
              <a:gd name="connsiteY224" fmla="*/ 3607838 h 6858000"/>
              <a:gd name="connsiteX225" fmla="*/ 5515964 w 7467600"/>
              <a:gd name="connsiteY225" fmla="*/ 3378541 h 6858000"/>
              <a:gd name="connsiteX226" fmla="*/ 5453702 w 7467600"/>
              <a:gd name="connsiteY226" fmla="*/ 3090882 h 6858000"/>
              <a:gd name="connsiteX227" fmla="*/ 1238695 w 7467600"/>
              <a:gd name="connsiteY227" fmla="*/ 3076820 h 6858000"/>
              <a:gd name="connsiteX228" fmla="*/ 716371 w 7467600"/>
              <a:gd name="connsiteY228" fmla="*/ 3293249 h 6858000"/>
              <a:gd name="connsiteX229" fmla="*/ 579522 w 7467600"/>
              <a:gd name="connsiteY229" fmla="*/ 3371759 h 6858000"/>
              <a:gd name="connsiteX230" fmla="*/ 600288 w 7467600"/>
              <a:gd name="connsiteY230" fmla="*/ 3365555 h 6858000"/>
              <a:gd name="connsiteX231" fmla="*/ 840692 w 7467600"/>
              <a:gd name="connsiteY231" fmla="*/ 3284921 h 6858000"/>
              <a:gd name="connsiteX232" fmla="*/ 979248 w 7467600"/>
              <a:gd name="connsiteY232" fmla="*/ 3221003 h 6858000"/>
              <a:gd name="connsiteX233" fmla="*/ 1053282 w 7467600"/>
              <a:gd name="connsiteY233" fmla="*/ 3185247 h 6858000"/>
              <a:gd name="connsiteX234" fmla="*/ 1320603 w 7467600"/>
              <a:gd name="connsiteY234" fmla="*/ 3081281 h 6858000"/>
              <a:gd name="connsiteX235" fmla="*/ 1238695 w 7467600"/>
              <a:gd name="connsiteY235" fmla="*/ 3076820 h 6858000"/>
              <a:gd name="connsiteX236" fmla="*/ 5425627 w 7467600"/>
              <a:gd name="connsiteY236" fmla="*/ 2954192 h 6858000"/>
              <a:gd name="connsiteX237" fmla="*/ 5470770 w 7467600"/>
              <a:gd name="connsiteY237" fmla="*/ 3005435 h 6858000"/>
              <a:gd name="connsiteX238" fmla="*/ 5519779 w 7467600"/>
              <a:gd name="connsiteY238" fmla="*/ 4359223 h 6858000"/>
              <a:gd name="connsiteX239" fmla="*/ 5520293 w 7467600"/>
              <a:gd name="connsiteY239" fmla="*/ 4360602 h 6858000"/>
              <a:gd name="connsiteX240" fmla="*/ 5767221 w 7467600"/>
              <a:gd name="connsiteY240" fmla="*/ 4665564 h 6858000"/>
              <a:gd name="connsiteX241" fmla="*/ 6937169 w 7467600"/>
              <a:gd name="connsiteY241" fmla="*/ 4815941 h 6858000"/>
              <a:gd name="connsiteX242" fmla="*/ 6953922 w 7467600"/>
              <a:gd name="connsiteY242" fmla="*/ 4890068 h 6858000"/>
              <a:gd name="connsiteX243" fmla="*/ 6071359 w 7467600"/>
              <a:gd name="connsiteY243" fmla="*/ 4770770 h 6858000"/>
              <a:gd name="connsiteX244" fmla="*/ 6038839 w 7467600"/>
              <a:gd name="connsiteY244" fmla="*/ 4764474 h 6858000"/>
              <a:gd name="connsiteX245" fmla="*/ 6038706 w 7467600"/>
              <a:gd name="connsiteY245" fmla="*/ 4763847 h 6858000"/>
              <a:gd name="connsiteX246" fmla="*/ 6037784 w 7467600"/>
              <a:gd name="connsiteY246" fmla="*/ 4764270 h 6858000"/>
              <a:gd name="connsiteX247" fmla="*/ 6038839 w 7467600"/>
              <a:gd name="connsiteY247" fmla="*/ 4764474 h 6858000"/>
              <a:gd name="connsiteX248" fmla="*/ 6040338 w 7467600"/>
              <a:gd name="connsiteY248" fmla="*/ 4771418 h 6858000"/>
              <a:gd name="connsiteX249" fmla="*/ 6024488 w 7467600"/>
              <a:gd name="connsiteY249" fmla="*/ 4809903 h 6858000"/>
              <a:gd name="connsiteX250" fmla="*/ 5599771 w 7467600"/>
              <a:gd name="connsiteY250" fmla="*/ 5509652 h 6858000"/>
              <a:gd name="connsiteX251" fmla="*/ 5548843 w 7467600"/>
              <a:gd name="connsiteY251" fmla="*/ 5563845 h 6858000"/>
              <a:gd name="connsiteX252" fmla="*/ 5940952 w 7467600"/>
              <a:gd name="connsiteY252" fmla="*/ 6250028 h 6858000"/>
              <a:gd name="connsiteX253" fmla="*/ 6043441 w 7467600"/>
              <a:gd name="connsiteY253" fmla="*/ 6665847 h 6858000"/>
              <a:gd name="connsiteX254" fmla="*/ 6093432 w 7467600"/>
              <a:gd name="connsiteY254" fmla="*/ 6858000 h 6858000"/>
              <a:gd name="connsiteX255" fmla="*/ 6034344 w 7467600"/>
              <a:gd name="connsiteY255" fmla="*/ 6858000 h 6858000"/>
              <a:gd name="connsiteX256" fmla="*/ 6026679 w 7467600"/>
              <a:gd name="connsiteY256" fmla="*/ 6836959 h 6858000"/>
              <a:gd name="connsiteX257" fmla="*/ 5800441 w 7467600"/>
              <a:gd name="connsiteY257" fmla="*/ 6335286 h 6858000"/>
              <a:gd name="connsiteX258" fmla="*/ 5526562 w 7467600"/>
              <a:gd name="connsiteY258" fmla="*/ 5705388 h 6858000"/>
              <a:gd name="connsiteX259" fmla="*/ 5519640 w 7467600"/>
              <a:gd name="connsiteY259" fmla="*/ 5683774 h 6858000"/>
              <a:gd name="connsiteX260" fmla="*/ 5844559 w 7467600"/>
              <a:gd name="connsiteY260" fmla="*/ 6553349 h 6858000"/>
              <a:gd name="connsiteX261" fmla="*/ 5975994 w 7467600"/>
              <a:gd name="connsiteY261" fmla="*/ 6858000 h 6858000"/>
              <a:gd name="connsiteX262" fmla="*/ 5898547 w 7467600"/>
              <a:gd name="connsiteY262" fmla="*/ 6858000 h 6858000"/>
              <a:gd name="connsiteX263" fmla="*/ 5682041 w 7467600"/>
              <a:gd name="connsiteY263" fmla="*/ 6355860 h 6858000"/>
              <a:gd name="connsiteX264" fmla="*/ 5461758 w 7467600"/>
              <a:gd name="connsiteY264" fmla="*/ 5820220 h 6858000"/>
              <a:gd name="connsiteX265" fmla="*/ 5237282 w 7467600"/>
              <a:gd name="connsiteY265" fmla="*/ 6579086 h 6858000"/>
              <a:gd name="connsiteX266" fmla="*/ 5115009 w 7467600"/>
              <a:gd name="connsiteY266" fmla="*/ 6858000 h 6858000"/>
              <a:gd name="connsiteX267" fmla="*/ 5028074 w 7467600"/>
              <a:gd name="connsiteY267" fmla="*/ 6858000 h 6858000"/>
              <a:gd name="connsiteX268" fmla="*/ 5079508 w 7467600"/>
              <a:gd name="connsiteY268" fmla="*/ 6749074 h 6858000"/>
              <a:gd name="connsiteX269" fmla="*/ 5371846 w 7467600"/>
              <a:gd name="connsiteY269" fmla="*/ 5924413 h 6858000"/>
              <a:gd name="connsiteX270" fmla="*/ 5270512 w 7467600"/>
              <a:gd name="connsiteY270" fmla="*/ 6138975 h 6858000"/>
              <a:gd name="connsiteX271" fmla="*/ 5062409 w 7467600"/>
              <a:gd name="connsiteY271" fmla="*/ 6653544 h 6858000"/>
              <a:gd name="connsiteX272" fmla="*/ 5036628 w 7467600"/>
              <a:gd name="connsiteY272" fmla="*/ 6754247 h 6858000"/>
              <a:gd name="connsiteX273" fmla="*/ 5009112 w 7467600"/>
              <a:gd name="connsiteY273" fmla="*/ 6858000 h 6858000"/>
              <a:gd name="connsiteX274" fmla="*/ 4976679 w 7467600"/>
              <a:gd name="connsiteY274" fmla="*/ 6858000 h 6858000"/>
              <a:gd name="connsiteX275" fmla="*/ 5006537 w 7467600"/>
              <a:gd name="connsiteY275" fmla="*/ 6747068 h 6858000"/>
              <a:gd name="connsiteX276" fmla="*/ 5032723 w 7467600"/>
              <a:gd name="connsiteY276" fmla="*/ 6644957 h 6858000"/>
              <a:gd name="connsiteX277" fmla="*/ 5242949 w 7467600"/>
              <a:gd name="connsiteY277" fmla="*/ 6125175 h 6858000"/>
              <a:gd name="connsiteX278" fmla="*/ 5286321 w 7467600"/>
              <a:gd name="connsiteY278" fmla="*/ 6033555 h 6858000"/>
              <a:gd name="connsiteX279" fmla="*/ 5008210 w 7467600"/>
              <a:gd name="connsiteY279" fmla="*/ 6649194 h 6858000"/>
              <a:gd name="connsiteX280" fmla="*/ 4986321 w 7467600"/>
              <a:gd name="connsiteY280" fmla="*/ 6765687 h 6858000"/>
              <a:gd name="connsiteX281" fmla="*/ 4973474 w 7467600"/>
              <a:gd name="connsiteY281" fmla="*/ 6858000 h 6858000"/>
              <a:gd name="connsiteX282" fmla="*/ 4907178 w 7467600"/>
              <a:gd name="connsiteY282" fmla="*/ 6858000 h 6858000"/>
              <a:gd name="connsiteX283" fmla="*/ 4910810 w 7467600"/>
              <a:gd name="connsiteY283" fmla="*/ 6829660 h 6858000"/>
              <a:gd name="connsiteX284" fmla="*/ 4987461 w 7467600"/>
              <a:gd name="connsiteY284" fmla="*/ 6432994 h 6858000"/>
              <a:gd name="connsiteX285" fmla="*/ 5179262 w 7467600"/>
              <a:gd name="connsiteY285" fmla="*/ 6035044 h 6858000"/>
              <a:gd name="connsiteX286" fmla="*/ 4689678 w 7467600"/>
              <a:gd name="connsiteY286" fmla="*/ 6440241 h 6858000"/>
              <a:gd name="connsiteX287" fmla="*/ 4477543 w 7467600"/>
              <a:gd name="connsiteY287" fmla="*/ 6674836 h 6858000"/>
              <a:gd name="connsiteX288" fmla="*/ 4329957 w 7467600"/>
              <a:gd name="connsiteY288" fmla="*/ 6858000 h 6858000"/>
              <a:gd name="connsiteX289" fmla="*/ 4218595 w 7467600"/>
              <a:gd name="connsiteY289" fmla="*/ 6858000 h 6858000"/>
              <a:gd name="connsiteX290" fmla="*/ 4368888 w 7467600"/>
              <a:gd name="connsiteY290" fmla="*/ 6668412 h 6858000"/>
              <a:gd name="connsiteX291" fmla="*/ 4563091 w 7467600"/>
              <a:gd name="connsiteY291" fmla="*/ 6442508 h 6858000"/>
              <a:gd name="connsiteX292" fmla="*/ 5387324 w 7467600"/>
              <a:gd name="connsiteY292" fmla="*/ 5705830 h 6858000"/>
              <a:gd name="connsiteX293" fmla="*/ 5073620 w 7467600"/>
              <a:gd name="connsiteY293" fmla="*/ 5955437 h 6858000"/>
              <a:gd name="connsiteX294" fmla="*/ 4689789 w 7467600"/>
              <a:gd name="connsiteY294" fmla="*/ 6268382 h 6858000"/>
              <a:gd name="connsiteX295" fmla="*/ 4418722 w 7467600"/>
              <a:gd name="connsiteY295" fmla="*/ 6570886 h 6858000"/>
              <a:gd name="connsiteX296" fmla="*/ 4214944 w 7467600"/>
              <a:gd name="connsiteY296" fmla="*/ 6858000 h 6858000"/>
              <a:gd name="connsiteX297" fmla="*/ 4177898 w 7467600"/>
              <a:gd name="connsiteY297" fmla="*/ 6858000 h 6858000"/>
              <a:gd name="connsiteX298" fmla="*/ 4391597 w 7467600"/>
              <a:gd name="connsiteY298" fmla="*/ 6556370 h 6858000"/>
              <a:gd name="connsiteX299" fmla="*/ 4668889 w 7467600"/>
              <a:gd name="connsiteY299" fmla="*/ 6246399 h 6858000"/>
              <a:gd name="connsiteX300" fmla="*/ 5055427 w 7467600"/>
              <a:gd name="connsiteY300" fmla="*/ 5931476 h 6858000"/>
              <a:gd name="connsiteX301" fmla="*/ 5371814 w 7467600"/>
              <a:gd name="connsiteY301" fmla="*/ 5678975 h 6858000"/>
              <a:gd name="connsiteX302" fmla="*/ 4987918 w 7467600"/>
              <a:gd name="connsiteY302" fmla="*/ 5838701 h 6858000"/>
              <a:gd name="connsiteX303" fmla="*/ 4317146 w 7467600"/>
              <a:gd name="connsiteY303" fmla="*/ 6587716 h 6858000"/>
              <a:gd name="connsiteX304" fmla="*/ 4171627 w 7467600"/>
              <a:gd name="connsiteY304" fmla="*/ 6858000 h 6858000"/>
              <a:gd name="connsiteX305" fmla="*/ 4081585 w 7467600"/>
              <a:gd name="connsiteY305" fmla="*/ 6858000 h 6858000"/>
              <a:gd name="connsiteX306" fmla="*/ 4238603 w 7467600"/>
              <a:gd name="connsiteY306" fmla="*/ 6559341 h 6858000"/>
              <a:gd name="connsiteX307" fmla="*/ 4778333 w 7467600"/>
              <a:gd name="connsiteY307" fmla="*/ 5873626 h 6858000"/>
              <a:gd name="connsiteX308" fmla="*/ 5414185 w 7467600"/>
              <a:gd name="connsiteY308" fmla="*/ 5573882 h 6858000"/>
              <a:gd name="connsiteX309" fmla="*/ 5959648 w 7467600"/>
              <a:gd name="connsiteY309" fmla="*/ 4760797 h 6858000"/>
              <a:gd name="connsiteX310" fmla="*/ 5355019 w 7467600"/>
              <a:gd name="connsiteY310" fmla="*/ 4734672 h 6858000"/>
              <a:gd name="connsiteX311" fmla="*/ 5083565 w 7467600"/>
              <a:gd name="connsiteY311" fmla="*/ 5179121 h 6858000"/>
              <a:gd name="connsiteX312" fmla="*/ 4713577 w 7467600"/>
              <a:gd name="connsiteY312" fmla="*/ 5616803 h 6858000"/>
              <a:gd name="connsiteX313" fmla="*/ 3989559 w 7467600"/>
              <a:gd name="connsiteY313" fmla="*/ 6145945 h 6858000"/>
              <a:gd name="connsiteX314" fmla="*/ 3939824 w 7467600"/>
              <a:gd name="connsiteY314" fmla="*/ 6066900 h 6858000"/>
              <a:gd name="connsiteX315" fmla="*/ 4584537 w 7467600"/>
              <a:gd name="connsiteY315" fmla="*/ 5324826 h 6858000"/>
              <a:gd name="connsiteX316" fmla="*/ 5037105 w 7467600"/>
              <a:gd name="connsiteY316" fmla="*/ 5088765 h 6858000"/>
              <a:gd name="connsiteX317" fmla="*/ 5039930 w 7467600"/>
              <a:gd name="connsiteY317" fmla="*/ 5089585 h 6858000"/>
              <a:gd name="connsiteX318" fmla="*/ 5263764 w 7467600"/>
              <a:gd name="connsiteY318" fmla="*/ 4735525 h 6858000"/>
              <a:gd name="connsiteX319" fmla="*/ 4086300 w 7467600"/>
              <a:gd name="connsiteY319" fmla="*/ 4884599 h 6858000"/>
              <a:gd name="connsiteX320" fmla="*/ 4085485 w 7467600"/>
              <a:gd name="connsiteY320" fmla="*/ 4899070 h 6858000"/>
              <a:gd name="connsiteX321" fmla="*/ 3871915 w 7467600"/>
              <a:gd name="connsiteY321" fmla="*/ 5253645 h 6858000"/>
              <a:gd name="connsiteX322" fmla="*/ 3799374 w 7467600"/>
              <a:gd name="connsiteY322" fmla="*/ 5466127 h 6858000"/>
              <a:gd name="connsiteX323" fmla="*/ 3498850 w 7467600"/>
              <a:gd name="connsiteY323" fmla="*/ 6661888 h 6858000"/>
              <a:gd name="connsiteX324" fmla="*/ 3399216 w 7467600"/>
              <a:gd name="connsiteY324" fmla="*/ 6858000 h 6858000"/>
              <a:gd name="connsiteX325" fmla="*/ 3303688 w 7467600"/>
              <a:gd name="connsiteY325" fmla="*/ 6858000 h 6858000"/>
              <a:gd name="connsiteX326" fmla="*/ 3391774 w 7467600"/>
              <a:gd name="connsiteY326" fmla="*/ 6697181 h 6858000"/>
              <a:gd name="connsiteX327" fmla="*/ 3735540 w 7467600"/>
              <a:gd name="connsiteY327" fmla="*/ 5546923 h 6858000"/>
              <a:gd name="connsiteX328" fmla="*/ 3729438 w 7467600"/>
              <a:gd name="connsiteY328" fmla="*/ 5569058 h 6858000"/>
              <a:gd name="connsiteX329" fmla="*/ 3707782 w 7467600"/>
              <a:gd name="connsiteY329" fmla="*/ 5644908 h 6858000"/>
              <a:gd name="connsiteX330" fmla="*/ 3583827 w 7467600"/>
              <a:gd name="connsiteY330" fmla="*/ 6039215 h 6858000"/>
              <a:gd name="connsiteX331" fmla="*/ 3547861 w 7467600"/>
              <a:gd name="connsiteY331" fmla="*/ 6129609 h 6858000"/>
              <a:gd name="connsiteX332" fmla="*/ 3490905 w 7467600"/>
              <a:gd name="connsiteY332" fmla="*/ 6277660 h 6858000"/>
              <a:gd name="connsiteX333" fmla="*/ 3455859 w 7467600"/>
              <a:gd name="connsiteY333" fmla="*/ 6391301 h 6858000"/>
              <a:gd name="connsiteX334" fmla="*/ 3429112 w 7467600"/>
              <a:gd name="connsiteY334" fmla="*/ 6479469 h 6858000"/>
              <a:gd name="connsiteX335" fmla="*/ 3304862 w 7467600"/>
              <a:gd name="connsiteY335" fmla="*/ 6796476 h 6858000"/>
              <a:gd name="connsiteX336" fmla="*/ 3276071 w 7467600"/>
              <a:gd name="connsiteY336" fmla="*/ 6858000 h 6858000"/>
              <a:gd name="connsiteX337" fmla="*/ 3240805 w 7467600"/>
              <a:gd name="connsiteY337" fmla="*/ 6858000 h 6858000"/>
              <a:gd name="connsiteX338" fmla="*/ 3275917 w 7467600"/>
              <a:gd name="connsiteY338" fmla="*/ 6783192 h 6858000"/>
              <a:gd name="connsiteX339" fmla="*/ 3399358 w 7467600"/>
              <a:gd name="connsiteY339" fmla="*/ 6469011 h 6858000"/>
              <a:gd name="connsiteX340" fmla="*/ 3425650 w 7467600"/>
              <a:gd name="connsiteY340" fmla="*/ 6381333 h 6858000"/>
              <a:gd name="connsiteX341" fmla="*/ 3460661 w 7467600"/>
              <a:gd name="connsiteY341" fmla="*/ 6266763 h 6858000"/>
              <a:gd name="connsiteX342" fmla="*/ 3518021 w 7467600"/>
              <a:gd name="connsiteY342" fmla="*/ 6117298 h 6858000"/>
              <a:gd name="connsiteX343" fmla="*/ 3554035 w 7467600"/>
              <a:gd name="connsiteY343" fmla="*/ 6027832 h 6858000"/>
              <a:gd name="connsiteX344" fmla="*/ 3677174 w 7467600"/>
              <a:gd name="connsiteY344" fmla="*/ 5636351 h 6858000"/>
              <a:gd name="connsiteX345" fmla="*/ 3698819 w 7467600"/>
              <a:gd name="connsiteY345" fmla="*/ 5560503 h 6858000"/>
              <a:gd name="connsiteX346" fmla="*/ 3702094 w 7467600"/>
              <a:gd name="connsiteY346" fmla="*/ 5549194 h 6858000"/>
              <a:gd name="connsiteX347" fmla="*/ 3398355 w 7467600"/>
              <a:gd name="connsiteY347" fmla="*/ 6094603 h 6858000"/>
              <a:gd name="connsiteX348" fmla="*/ 3193941 w 7467600"/>
              <a:gd name="connsiteY348" fmla="*/ 6798775 h 6858000"/>
              <a:gd name="connsiteX349" fmla="*/ 3184140 w 7467600"/>
              <a:gd name="connsiteY349" fmla="*/ 6858000 h 6858000"/>
              <a:gd name="connsiteX350" fmla="*/ 3099978 w 7467600"/>
              <a:gd name="connsiteY350" fmla="*/ 6858000 h 6858000"/>
              <a:gd name="connsiteX351" fmla="*/ 3101556 w 7467600"/>
              <a:gd name="connsiteY351" fmla="*/ 6843337 h 6858000"/>
              <a:gd name="connsiteX352" fmla="*/ 3370162 w 7467600"/>
              <a:gd name="connsiteY352" fmla="*/ 5785550 h 6858000"/>
              <a:gd name="connsiteX353" fmla="*/ 3746477 w 7467600"/>
              <a:gd name="connsiteY353" fmla="*/ 5377889 h 6858000"/>
              <a:gd name="connsiteX354" fmla="*/ 3863399 w 7467600"/>
              <a:gd name="connsiteY354" fmla="*/ 5087257 h 6858000"/>
              <a:gd name="connsiteX355" fmla="*/ 3968712 w 7467600"/>
              <a:gd name="connsiteY355" fmla="*/ 4913989 h 6858000"/>
              <a:gd name="connsiteX356" fmla="*/ 2792390 w 7467600"/>
              <a:gd name="connsiteY356" fmla="*/ 5382974 h 6858000"/>
              <a:gd name="connsiteX357" fmla="*/ 2714982 w 7467600"/>
              <a:gd name="connsiteY357" fmla="*/ 5427051 h 6858000"/>
              <a:gd name="connsiteX358" fmla="*/ 2813361 w 7467600"/>
              <a:gd name="connsiteY358" fmla="*/ 6023912 h 6858000"/>
              <a:gd name="connsiteX359" fmla="*/ 2688430 w 7467600"/>
              <a:gd name="connsiteY359" fmla="*/ 6801564 h 6858000"/>
              <a:gd name="connsiteX360" fmla="*/ 2629626 w 7467600"/>
              <a:gd name="connsiteY360" fmla="*/ 6763394 h 6858000"/>
              <a:gd name="connsiteX361" fmla="*/ 2565328 w 7467600"/>
              <a:gd name="connsiteY361" fmla="*/ 5516399 h 6858000"/>
              <a:gd name="connsiteX362" fmla="*/ 1922999 w 7467600"/>
              <a:gd name="connsiteY362" fmla="*/ 5980343 h 6858000"/>
              <a:gd name="connsiteX363" fmla="*/ 1950261 w 7467600"/>
              <a:gd name="connsiteY363" fmla="*/ 6405858 h 6858000"/>
              <a:gd name="connsiteX364" fmla="*/ 2365554 w 7467600"/>
              <a:gd name="connsiteY364" fmla="*/ 6759107 h 6858000"/>
              <a:gd name="connsiteX365" fmla="*/ 2424142 w 7467600"/>
              <a:gd name="connsiteY365" fmla="*/ 6858000 h 6858000"/>
              <a:gd name="connsiteX366" fmla="*/ 2395994 w 7467600"/>
              <a:gd name="connsiteY366" fmla="*/ 6858000 h 6858000"/>
              <a:gd name="connsiteX367" fmla="*/ 2392863 w 7467600"/>
              <a:gd name="connsiteY367" fmla="*/ 6852964 h 6858000"/>
              <a:gd name="connsiteX368" fmla="*/ 2017589 w 7467600"/>
              <a:gd name="connsiteY368" fmla="*/ 6493982 h 6858000"/>
              <a:gd name="connsiteX369" fmla="*/ 2147336 w 7467600"/>
              <a:gd name="connsiteY369" fmla="*/ 6594052 h 6858000"/>
              <a:gd name="connsiteX370" fmla="*/ 2207047 w 7467600"/>
              <a:gd name="connsiteY370" fmla="*/ 6654540 h 6858000"/>
              <a:gd name="connsiteX371" fmla="*/ 2299106 w 7467600"/>
              <a:gd name="connsiteY371" fmla="*/ 6778931 h 6858000"/>
              <a:gd name="connsiteX372" fmla="*/ 2314430 w 7467600"/>
              <a:gd name="connsiteY372" fmla="*/ 6801144 h 6858000"/>
              <a:gd name="connsiteX373" fmla="*/ 2352406 w 7467600"/>
              <a:gd name="connsiteY373" fmla="*/ 6858000 h 6858000"/>
              <a:gd name="connsiteX374" fmla="*/ 2314492 w 7467600"/>
              <a:gd name="connsiteY374" fmla="*/ 6858000 h 6858000"/>
              <a:gd name="connsiteX375" fmla="*/ 2288095 w 7467600"/>
              <a:gd name="connsiteY375" fmla="*/ 6818030 h 6858000"/>
              <a:gd name="connsiteX376" fmla="*/ 2272768 w 7467600"/>
              <a:gd name="connsiteY376" fmla="*/ 6795822 h 6858000"/>
              <a:gd name="connsiteX377" fmla="*/ 2182715 w 7467600"/>
              <a:gd name="connsiteY377" fmla="*/ 6675071 h 6858000"/>
              <a:gd name="connsiteX378" fmla="*/ 2032061 w 7467600"/>
              <a:gd name="connsiteY378" fmla="*/ 6541380 h 6858000"/>
              <a:gd name="connsiteX379" fmla="*/ 2257220 w 7467600"/>
              <a:gd name="connsiteY379" fmla="*/ 6826257 h 6858000"/>
              <a:gd name="connsiteX380" fmla="*/ 2281324 w 7467600"/>
              <a:gd name="connsiteY380" fmla="*/ 6858000 h 6858000"/>
              <a:gd name="connsiteX381" fmla="*/ 2242860 w 7467600"/>
              <a:gd name="connsiteY381" fmla="*/ 6858000 h 6858000"/>
              <a:gd name="connsiteX382" fmla="*/ 2232818 w 7467600"/>
              <a:gd name="connsiteY382" fmla="*/ 6844926 h 6858000"/>
              <a:gd name="connsiteX383" fmla="*/ 1990172 w 7467600"/>
              <a:gd name="connsiteY383" fmla="*/ 6542121 h 6858000"/>
              <a:gd name="connsiteX384" fmla="*/ 2124090 w 7467600"/>
              <a:gd name="connsiteY384" fmla="*/ 6761017 h 6858000"/>
              <a:gd name="connsiteX385" fmla="*/ 2200380 w 7467600"/>
              <a:gd name="connsiteY385" fmla="*/ 6858000 h 6858000"/>
              <a:gd name="connsiteX386" fmla="*/ 2147507 w 7467600"/>
              <a:gd name="connsiteY386" fmla="*/ 6858000 h 6858000"/>
              <a:gd name="connsiteX387" fmla="*/ 2070668 w 7467600"/>
              <a:gd name="connsiteY387" fmla="*/ 6761520 h 6858000"/>
              <a:gd name="connsiteX388" fmla="*/ 1975142 w 7467600"/>
              <a:gd name="connsiteY388" fmla="*/ 6585570 h 6858000"/>
              <a:gd name="connsiteX389" fmla="*/ 2050035 w 7467600"/>
              <a:gd name="connsiteY389" fmla="*/ 6813345 h 6858000"/>
              <a:gd name="connsiteX390" fmla="*/ 2063025 w 7467600"/>
              <a:gd name="connsiteY390" fmla="*/ 6858000 h 6858000"/>
              <a:gd name="connsiteX391" fmla="*/ 2021675 w 7467600"/>
              <a:gd name="connsiteY391" fmla="*/ 6858000 h 6858000"/>
              <a:gd name="connsiteX392" fmla="*/ 2019308 w 7467600"/>
              <a:gd name="connsiteY392" fmla="*/ 6847118 h 6858000"/>
              <a:gd name="connsiteX393" fmla="*/ 1938835 w 7467600"/>
              <a:gd name="connsiteY393" fmla="*/ 6551160 h 6858000"/>
              <a:gd name="connsiteX394" fmla="*/ 1953230 w 7467600"/>
              <a:gd name="connsiteY394" fmla="*/ 6759699 h 6858000"/>
              <a:gd name="connsiteX395" fmla="*/ 1956763 w 7467600"/>
              <a:gd name="connsiteY395" fmla="*/ 6778191 h 6858000"/>
              <a:gd name="connsiteX396" fmla="*/ 1967925 w 7467600"/>
              <a:gd name="connsiteY396" fmla="*/ 6858000 h 6858000"/>
              <a:gd name="connsiteX397" fmla="*/ 1936622 w 7467600"/>
              <a:gd name="connsiteY397" fmla="*/ 6858000 h 6858000"/>
              <a:gd name="connsiteX398" fmla="*/ 1926261 w 7467600"/>
              <a:gd name="connsiteY398" fmla="*/ 6784064 h 6858000"/>
              <a:gd name="connsiteX399" fmla="*/ 1922724 w 7467600"/>
              <a:gd name="connsiteY399" fmla="*/ 6765577 h 6858000"/>
              <a:gd name="connsiteX400" fmla="*/ 1904650 w 7467600"/>
              <a:gd name="connsiteY400" fmla="*/ 6639616 h 6858000"/>
              <a:gd name="connsiteX401" fmla="*/ 1885273 w 7467600"/>
              <a:gd name="connsiteY401" fmla="*/ 6858000 h 6858000"/>
              <a:gd name="connsiteX402" fmla="*/ 1854363 w 7467600"/>
              <a:gd name="connsiteY402" fmla="*/ 6858000 h 6858000"/>
              <a:gd name="connsiteX403" fmla="*/ 1880391 w 7467600"/>
              <a:gd name="connsiteY403" fmla="*/ 6603796 h 6858000"/>
              <a:gd name="connsiteX404" fmla="*/ 1818273 w 7467600"/>
              <a:gd name="connsiteY404" fmla="*/ 6715729 h 6858000"/>
              <a:gd name="connsiteX405" fmla="*/ 1794691 w 7467600"/>
              <a:gd name="connsiteY405" fmla="*/ 6843239 h 6858000"/>
              <a:gd name="connsiteX406" fmla="*/ 1794914 w 7467600"/>
              <a:gd name="connsiteY406" fmla="*/ 6858000 h 6858000"/>
              <a:gd name="connsiteX407" fmla="*/ 1746128 w 7467600"/>
              <a:gd name="connsiteY407" fmla="*/ 6858000 h 6858000"/>
              <a:gd name="connsiteX408" fmla="*/ 1753934 w 7467600"/>
              <a:gd name="connsiteY408" fmla="*/ 6724796 h 6858000"/>
              <a:gd name="connsiteX409" fmla="*/ 1792053 w 7467600"/>
              <a:gd name="connsiteY409" fmla="*/ 6572396 h 6858000"/>
              <a:gd name="connsiteX410" fmla="*/ 1862248 w 7467600"/>
              <a:gd name="connsiteY410" fmla="*/ 6266397 h 6858000"/>
              <a:gd name="connsiteX411" fmla="*/ 1862250 w 7467600"/>
              <a:gd name="connsiteY411" fmla="*/ 6033531 h 6858000"/>
              <a:gd name="connsiteX412" fmla="*/ 1211999 w 7467600"/>
              <a:gd name="connsiteY412" fmla="*/ 6683610 h 6858000"/>
              <a:gd name="connsiteX413" fmla="*/ 1213266 w 7467600"/>
              <a:gd name="connsiteY413" fmla="*/ 6691947 h 6858000"/>
              <a:gd name="connsiteX414" fmla="*/ 1203370 w 7467600"/>
              <a:gd name="connsiteY414" fmla="*/ 6850676 h 6858000"/>
              <a:gd name="connsiteX415" fmla="*/ 1203671 w 7467600"/>
              <a:gd name="connsiteY415" fmla="*/ 6858000 h 6858000"/>
              <a:gd name="connsiteX416" fmla="*/ 1143180 w 7467600"/>
              <a:gd name="connsiteY416" fmla="*/ 6858000 h 6858000"/>
              <a:gd name="connsiteX417" fmla="*/ 1142176 w 7467600"/>
              <a:gd name="connsiteY417" fmla="*/ 6766045 h 6858000"/>
              <a:gd name="connsiteX418" fmla="*/ 1067484 w 7467600"/>
              <a:gd name="connsiteY418" fmla="*/ 6858000 h 6858000"/>
              <a:gd name="connsiteX419" fmla="*/ 953928 w 7467600"/>
              <a:gd name="connsiteY419" fmla="*/ 6858000 h 6858000"/>
              <a:gd name="connsiteX420" fmla="*/ 959715 w 7467600"/>
              <a:gd name="connsiteY420" fmla="*/ 6850185 h 6858000"/>
              <a:gd name="connsiteX421" fmla="*/ 1483788 w 7467600"/>
              <a:gd name="connsiteY421" fmla="*/ 6259174 h 6858000"/>
              <a:gd name="connsiteX422" fmla="*/ 1100671 w 7467600"/>
              <a:gd name="connsiteY422" fmla="*/ 6252137 h 6858000"/>
              <a:gd name="connsiteX423" fmla="*/ 1090144 w 7467600"/>
              <a:gd name="connsiteY423" fmla="*/ 6256748 h 6858000"/>
              <a:gd name="connsiteX424" fmla="*/ 1095872 w 7467600"/>
              <a:gd name="connsiteY424" fmla="*/ 6271892 h 6858000"/>
              <a:gd name="connsiteX425" fmla="*/ 262785 w 7467600"/>
              <a:gd name="connsiteY425" fmla="*/ 6845450 h 6858000"/>
              <a:gd name="connsiteX426" fmla="*/ 209968 w 7467600"/>
              <a:gd name="connsiteY426" fmla="*/ 6770713 h 6858000"/>
              <a:gd name="connsiteX427" fmla="*/ 873460 w 7467600"/>
              <a:gd name="connsiteY427" fmla="*/ 6253768 h 6858000"/>
              <a:gd name="connsiteX428" fmla="*/ 192686 w 7467600"/>
              <a:gd name="connsiteY428" fmla="*/ 5849257 h 6858000"/>
              <a:gd name="connsiteX429" fmla="*/ 4696 w 7467600"/>
              <a:gd name="connsiteY429" fmla="*/ 5697668 h 6858000"/>
              <a:gd name="connsiteX430" fmla="*/ 0 w 7467600"/>
              <a:gd name="connsiteY430" fmla="*/ 5689984 h 6858000"/>
              <a:gd name="connsiteX431" fmla="*/ 0 w 7467600"/>
              <a:gd name="connsiteY431" fmla="*/ 5513472 h 6858000"/>
              <a:gd name="connsiteX432" fmla="*/ 174101 w 7467600"/>
              <a:gd name="connsiteY432" fmla="*/ 5620277 h 6858000"/>
              <a:gd name="connsiteX433" fmla="*/ 891800 w 7467600"/>
              <a:gd name="connsiteY433" fmla="*/ 6036935 h 6858000"/>
              <a:gd name="connsiteX434" fmla="*/ 1072219 w 7467600"/>
              <a:gd name="connsiteY434" fmla="*/ 6169443 h 6858000"/>
              <a:gd name="connsiteX435" fmla="*/ 1074117 w 7467600"/>
              <a:gd name="connsiteY435" fmla="*/ 6170301 h 6858000"/>
              <a:gd name="connsiteX436" fmla="*/ 1083114 w 7467600"/>
              <a:gd name="connsiteY436" fmla="*/ 6174131 h 6858000"/>
              <a:gd name="connsiteX437" fmla="*/ 1543010 w 7467600"/>
              <a:gd name="connsiteY437" fmla="*/ 6191140 h 6858000"/>
              <a:gd name="connsiteX438" fmla="*/ 1551080 w 7467600"/>
              <a:gd name="connsiteY438" fmla="*/ 6195006 h 6858000"/>
              <a:gd name="connsiteX439" fmla="*/ 2345443 w 7467600"/>
              <a:gd name="connsiteY439" fmla="*/ 5549882 h 6858000"/>
              <a:gd name="connsiteX440" fmla="*/ 1721499 w 7467600"/>
              <a:gd name="connsiteY440" fmla="*/ 5599969 h 6858000"/>
              <a:gd name="connsiteX441" fmla="*/ 767716 w 7467600"/>
              <a:gd name="connsiteY441" fmla="*/ 5472768 h 6858000"/>
              <a:gd name="connsiteX442" fmla="*/ 722147 w 7467600"/>
              <a:gd name="connsiteY442" fmla="*/ 5393091 h 6858000"/>
              <a:gd name="connsiteX443" fmla="*/ 1485552 w 7467600"/>
              <a:gd name="connsiteY443" fmla="*/ 5313202 h 6858000"/>
              <a:gd name="connsiteX444" fmla="*/ 2143004 w 7467600"/>
              <a:gd name="connsiteY444" fmla="*/ 5402420 h 6858000"/>
              <a:gd name="connsiteX445" fmla="*/ 1933391 w 7467600"/>
              <a:gd name="connsiteY445" fmla="*/ 5156971 h 6858000"/>
              <a:gd name="connsiteX446" fmla="*/ 1827118 w 7467600"/>
              <a:gd name="connsiteY446" fmla="*/ 4968410 h 6858000"/>
              <a:gd name="connsiteX447" fmla="*/ 1837349 w 7467600"/>
              <a:gd name="connsiteY447" fmla="*/ 4956357 h 6858000"/>
              <a:gd name="connsiteX448" fmla="*/ 2162835 w 7467600"/>
              <a:gd name="connsiteY448" fmla="*/ 5187853 h 6858000"/>
              <a:gd name="connsiteX449" fmla="*/ 2257167 w 7467600"/>
              <a:gd name="connsiteY449" fmla="*/ 5462123 h 6858000"/>
              <a:gd name="connsiteX450" fmla="*/ 2261598 w 7467600"/>
              <a:gd name="connsiteY450" fmla="*/ 5467998 h 6858000"/>
              <a:gd name="connsiteX451" fmla="*/ 2437177 w 7467600"/>
              <a:gd name="connsiteY451" fmla="*/ 5479608 h 6858000"/>
              <a:gd name="connsiteX452" fmla="*/ 2445247 w 7467600"/>
              <a:gd name="connsiteY452" fmla="*/ 5483476 h 6858000"/>
              <a:gd name="connsiteX453" fmla="*/ 2743626 w 7467600"/>
              <a:gd name="connsiteY453" fmla="*/ 5304819 h 6858000"/>
              <a:gd name="connsiteX454" fmla="*/ 3048102 w 7467600"/>
              <a:gd name="connsiteY454" fmla="*/ 5150595 h 6858000"/>
              <a:gd name="connsiteX455" fmla="*/ 1799414 w 7467600"/>
              <a:gd name="connsiteY455" fmla="*/ 4694732 h 6858000"/>
              <a:gd name="connsiteX456" fmla="*/ 1771735 w 7467600"/>
              <a:gd name="connsiteY456" fmla="*/ 4619929 h 6858000"/>
              <a:gd name="connsiteX457" fmla="*/ 3104273 w 7467600"/>
              <a:gd name="connsiteY457" fmla="*/ 5076159 h 6858000"/>
              <a:gd name="connsiteX458" fmla="*/ 3113245 w 7467600"/>
              <a:gd name="connsiteY458" fmla="*/ 5090705 h 6858000"/>
              <a:gd name="connsiteX459" fmla="*/ 3126294 w 7467600"/>
              <a:gd name="connsiteY459" fmla="*/ 5114400 h 6858000"/>
              <a:gd name="connsiteX460" fmla="*/ 3937433 w 7467600"/>
              <a:gd name="connsiteY460" fmla="*/ 4830473 h 6858000"/>
              <a:gd name="connsiteX461" fmla="*/ 3590475 w 7467600"/>
              <a:gd name="connsiteY461" fmla="*/ 4597974 h 6858000"/>
              <a:gd name="connsiteX462" fmla="*/ 3100264 w 7467600"/>
              <a:gd name="connsiteY462" fmla="*/ 4579845 h 6858000"/>
              <a:gd name="connsiteX463" fmla="*/ 2183576 w 7467600"/>
              <a:gd name="connsiteY463" fmla="*/ 4227150 h 6858000"/>
              <a:gd name="connsiteX464" fmla="*/ 2151029 w 7467600"/>
              <a:gd name="connsiteY464" fmla="*/ 4146947 h 6858000"/>
              <a:gd name="connsiteX465" fmla="*/ 3563434 w 7467600"/>
              <a:gd name="connsiteY465" fmla="*/ 4469115 h 6858000"/>
              <a:gd name="connsiteX466" fmla="*/ 3177952 w 7467600"/>
              <a:gd name="connsiteY466" fmla="*/ 3657386 h 6858000"/>
              <a:gd name="connsiteX467" fmla="*/ 3189263 w 7467600"/>
              <a:gd name="connsiteY467" fmla="*/ 3625726 h 6858000"/>
              <a:gd name="connsiteX468" fmla="*/ 3560912 w 7467600"/>
              <a:gd name="connsiteY468" fmla="*/ 4079863 h 6858000"/>
              <a:gd name="connsiteX469" fmla="*/ 3626636 w 7467600"/>
              <a:gd name="connsiteY469" fmla="*/ 4512230 h 6858000"/>
              <a:gd name="connsiteX470" fmla="*/ 3653088 w 7467600"/>
              <a:gd name="connsiteY470" fmla="*/ 4521417 h 6858000"/>
              <a:gd name="connsiteX471" fmla="*/ 3988128 w 7467600"/>
              <a:gd name="connsiteY471" fmla="*/ 4817267 h 6858000"/>
              <a:gd name="connsiteX472" fmla="*/ 4830582 w 7467600"/>
              <a:gd name="connsiteY472" fmla="*/ 4676000 h 6858000"/>
              <a:gd name="connsiteX473" fmla="*/ 4830100 w 7467600"/>
              <a:gd name="connsiteY473" fmla="*/ 4675554 h 6858000"/>
              <a:gd name="connsiteX474" fmla="*/ 4036318 w 7467600"/>
              <a:gd name="connsiteY474" fmla="*/ 4147013 h 6858000"/>
              <a:gd name="connsiteX475" fmla="*/ 3432098 w 7467600"/>
              <a:gd name="connsiteY475" fmla="*/ 3537312 h 6858000"/>
              <a:gd name="connsiteX476" fmla="*/ 3446761 w 7467600"/>
              <a:gd name="connsiteY476" fmla="*/ 3461278 h 6858000"/>
              <a:gd name="connsiteX477" fmla="*/ 4419733 w 7467600"/>
              <a:gd name="connsiteY477" fmla="*/ 3963555 h 6858000"/>
              <a:gd name="connsiteX478" fmla="*/ 4781371 w 7467600"/>
              <a:gd name="connsiteY478" fmla="*/ 4458604 h 6858000"/>
              <a:gd name="connsiteX479" fmla="*/ 4780440 w 7467600"/>
              <a:gd name="connsiteY479" fmla="*/ 4470290 h 6858000"/>
              <a:gd name="connsiteX480" fmla="*/ 4898954 w 7467600"/>
              <a:gd name="connsiteY480" fmla="*/ 4662092 h 6858000"/>
              <a:gd name="connsiteX481" fmla="*/ 4900699 w 7467600"/>
              <a:gd name="connsiteY481" fmla="*/ 4670867 h 6858000"/>
              <a:gd name="connsiteX482" fmla="*/ 5714511 w 7467600"/>
              <a:gd name="connsiteY482" fmla="*/ 4663483 h 6858000"/>
              <a:gd name="connsiteX483" fmla="*/ 5464793 w 7467600"/>
              <a:gd name="connsiteY483" fmla="*/ 4393556 h 6858000"/>
              <a:gd name="connsiteX484" fmla="*/ 5461897 w 7467600"/>
              <a:gd name="connsiteY484" fmla="*/ 4390879 h 6858000"/>
              <a:gd name="connsiteX485" fmla="*/ 4294126 w 7467600"/>
              <a:gd name="connsiteY485" fmla="*/ 3303048 h 6858000"/>
              <a:gd name="connsiteX486" fmla="*/ 4305321 w 7467600"/>
              <a:gd name="connsiteY486" fmla="*/ 3256953 h 6858000"/>
              <a:gd name="connsiteX487" fmla="*/ 4949299 w 7467600"/>
              <a:gd name="connsiteY487" fmla="*/ 3766336 h 6858000"/>
              <a:gd name="connsiteX488" fmla="*/ 5291452 w 7467600"/>
              <a:gd name="connsiteY488" fmla="*/ 4076801 h 6858000"/>
              <a:gd name="connsiteX489" fmla="*/ 5434998 w 7467600"/>
              <a:gd name="connsiteY489" fmla="*/ 4254100 h 6858000"/>
              <a:gd name="connsiteX490" fmla="*/ 5351015 w 7467600"/>
              <a:gd name="connsiteY490" fmla="*/ 3760989 h 6858000"/>
              <a:gd name="connsiteX491" fmla="*/ 5413780 w 7467600"/>
              <a:gd name="connsiteY491" fmla="*/ 2966265 h 6858000"/>
              <a:gd name="connsiteX492" fmla="*/ 5425627 w 7467600"/>
              <a:gd name="connsiteY492" fmla="*/ 2954192 h 6858000"/>
              <a:gd name="connsiteX493" fmla="*/ 6604735 w 7467600"/>
              <a:gd name="connsiteY493" fmla="*/ 2041381 h 6858000"/>
              <a:gd name="connsiteX494" fmla="*/ 7204487 w 7467600"/>
              <a:gd name="connsiteY494" fmla="*/ 2742112 h 6858000"/>
              <a:gd name="connsiteX495" fmla="*/ 7131592 w 7467600"/>
              <a:gd name="connsiteY495" fmla="*/ 2672096 h 6858000"/>
              <a:gd name="connsiteX496" fmla="*/ 6996344 w 7467600"/>
              <a:gd name="connsiteY496" fmla="*/ 2518310 h 6858000"/>
              <a:gd name="connsiteX497" fmla="*/ 6735495 w 7467600"/>
              <a:gd name="connsiteY497" fmla="*/ 2196890 h 6858000"/>
              <a:gd name="connsiteX498" fmla="*/ 6721901 w 7467600"/>
              <a:gd name="connsiteY498" fmla="*/ 2179274 h 6858000"/>
              <a:gd name="connsiteX499" fmla="*/ 6604735 w 7467600"/>
              <a:gd name="connsiteY499" fmla="*/ 2041381 h 6858000"/>
              <a:gd name="connsiteX500" fmla="*/ 6591670 w 7467600"/>
              <a:gd name="connsiteY500" fmla="*/ 1988277 h 6858000"/>
              <a:gd name="connsiteX501" fmla="*/ 6747349 w 7467600"/>
              <a:gd name="connsiteY501" fmla="*/ 2160069 h 6858000"/>
              <a:gd name="connsiteX502" fmla="*/ 6760943 w 7467600"/>
              <a:gd name="connsiteY502" fmla="*/ 2177686 h 6858000"/>
              <a:gd name="connsiteX503" fmla="*/ 7021065 w 7467600"/>
              <a:gd name="connsiteY503" fmla="*/ 2498102 h 6858000"/>
              <a:gd name="connsiteX504" fmla="*/ 7155223 w 7467600"/>
              <a:gd name="connsiteY504" fmla="*/ 2650386 h 6858000"/>
              <a:gd name="connsiteX505" fmla="*/ 7203167 w 7467600"/>
              <a:gd name="connsiteY505" fmla="*/ 2697288 h 6858000"/>
              <a:gd name="connsiteX506" fmla="*/ 6937703 w 7467600"/>
              <a:gd name="connsiteY506" fmla="*/ 2321981 h 6858000"/>
              <a:gd name="connsiteX507" fmla="*/ 6591670 w 7467600"/>
              <a:gd name="connsiteY507" fmla="*/ 1988277 h 6858000"/>
              <a:gd name="connsiteX508" fmla="*/ 5798671 w 7467600"/>
              <a:gd name="connsiteY508" fmla="*/ 1981601 h 6858000"/>
              <a:gd name="connsiteX509" fmla="*/ 5754709 w 7467600"/>
              <a:gd name="connsiteY509" fmla="*/ 2071454 h 6858000"/>
              <a:gd name="connsiteX510" fmla="*/ 5763044 w 7467600"/>
              <a:gd name="connsiteY510" fmla="*/ 2842206 h 6858000"/>
              <a:gd name="connsiteX511" fmla="*/ 5764974 w 7467600"/>
              <a:gd name="connsiteY511" fmla="*/ 2799609 h 6858000"/>
              <a:gd name="connsiteX512" fmla="*/ 5767665 w 7467600"/>
              <a:gd name="connsiteY512" fmla="*/ 2666409 h 6858000"/>
              <a:gd name="connsiteX513" fmla="*/ 5763055 w 7467600"/>
              <a:gd name="connsiteY513" fmla="*/ 2579705 h 6858000"/>
              <a:gd name="connsiteX514" fmla="*/ 5758079 w 7467600"/>
              <a:gd name="connsiteY514" fmla="*/ 2492508 h 6858000"/>
              <a:gd name="connsiteX515" fmla="*/ 5779325 w 7467600"/>
              <a:gd name="connsiteY515" fmla="*/ 2197069 h 6858000"/>
              <a:gd name="connsiteX516" fmla="*/ 5798671 w 7467600"/>
              <a:gd name="connsiteY516" fmla="*/ 1981601 h 6858000"/>
              <a:gd name="connsiteX517" fmla="*/ 5829202 w 7467600"/>
              <a:gd name="connsiteY517" fmla="*/ 1971679 h 6858000"/>
              <a:gd name="connsiteX518" fmla="*/ 5809558 w 7467600"/>
              <a:gd name="connsiteY518" fmla="*/ 2198043 h 6858000"/>
              <a:gd name="connsiteX519" fmla="*/ 5788653 w 7467600"/>
              <a:gd name="connsiteY519" fmla="*/ 2489430 h 6858000"/>
              <a:gd name="connsiteX520" fmla="*/ 5793439 w 7467600"/>
              <a:gd name="connsiteY520" fmla="*/ 2575235 h 6858000"/>
              <a:gd name="connsiteX521" fmla="*/ 5796837 w 7467600"/>
              <a:gd name="connsiteY521" fmla="*/ 2637633 h 6858000"/>
              <a:gd name="connsiteX522" fmla="*/ 5818614 w 7467600"/>
              <a:gd name="connsiteY522" fmla="*/ 2473055 h 6858000"/>
              <a:gd name="connsiteX523" fmla="*/ 5829202 w 7467600"/>
              <a:gd name="connsiteY523" fmla="*/ 1971679 h 6858000"/>
              <a:gd name="connsiteX524" fmla="*/ 5911389 w 7467600"/>
              <a:gd name="connsiteY524" fmla="*/ 1898371 h 6858000"/>
              <a:gd name="connsiteX525" fmla="*/ 6237627 w 7467600"/>
              <a:gd name="connsiteY525" fmla="*/ 2231921 h 6858000"/>
              <a:gd name="connsiteX526" fmla="*/ 5911389 w 7467600"/>
              <a:gd name="connsiteY526" fmla="*/ 1898371 h 6858000"/>
              <a:gd name="connsiteX527" fmla="*/ 6944437 w 7467600"/>
              <a:gd name="connsiteY527" fmla="*/ 1575402 h 6858000"/>
              <a:gd name="connsiteX528" fmla="*/ 6304730 w 7467600"/>
              <a:gd name="connsiteY528" fmla="*/ 1766654 h 6858000"/>
              <a:gd name="connsiteX529" fmla="*/ 6944437 w 7467600"/>
              <a:gd name="connsiteY529" fmla="*/ 1575402 h 6858000"/>
              <a:gd name="connsiteX530" fmla="*/ 7019523 w 7467600"/>
              <a:gd name="connsiteY530" fmla="*/ 1519450 h 6858000"/>
              <a:gd name="connsiteX531" fmla="*/ 6298091 w 7467600"/>
              <a:gd name="connsiteY531" fmla="*/ 1737122 h 6858000"/>
              <a:gd name="connsiteX532" fmla="*/ 7019523 w 7467600"/>
              <a:gd name="connsiteY532" fmla="*/ 1519450 h 6858000"/>
              <a:gd name="connsiteX533" fmla="*/ 2399523 w 7467600"/>
              <a:gd name="connsiteY533" fmla="*/ 1428234 h 6858000"/>
              <a:gd name="connsiteX534" fmla="*/ 2224982 w 7467600"/>
              <a:gd name="connsiteY534" fmla="*/ 1826201 h 6858000"/>
              <a:gd name="connsiteX535" fmla="*/ 2096099 w 7467600"/>
              <a:gd name="connsiteY535" fmla="*/ 2345900 h 6858000"/>
              <a:gd name="connsiteX536" fmla="*/ 2283317 w 7467600"/>
              <a:gd name="connsiteY536" fmla="*/ 1796925 h 6858000"/>
              <a:gd name="connsiteX537" fmla="*/ 2399523 w 7467600"/>
              <a:gd name="connsiteY537" fmla="*/ 1428234 h 6858000"/>
              <a:gd name="connsiteX538" fmla="*/ 2448558 w 7467600"/>
              <a:gd name="connsiteY538" fmla="*/ 1373435 h 6858000"/>
              <a:gd name="connsiteX539" fmla="*/ 2312521 w 7467600"/>
              <a:gd name="connsiteY539" fmla="*/ 1806140 h 6858000"/>
              <a:gd name="connsiteX540" fmla="*/ 2127533 w 7467600"/>
              <a:gd name="connsiteY540" fmla="*/ 2348380 h 6858000"/>
              <a:gd name="connsiteX541" fmla="*/ 2358080 w 7467600"/>
              <a:gd name="connsiteY541" fmla="*/ 1866134 h 6858000"/>
              <a:gd name="connsiteX542" fmla="*/ 2407436 w 7467600"/>
              <a:gd name="connsiteY542" fmla="*/ 1651070 h 6858000"/>
              <a:gd name="connsiteX543" fmla="*/ 2448558 w 7467600"/>
              <a:gd name="connsiteY543" fmla="*/ 1373435 h 6858000"/>
              <a:gd name="connsiteX544" fmla="*/ 278707 w 7467600"/>
              <a:gd name="connsiteY544" fmla="*/ 1352270 h 6858000"/>
              <a:gd name="connsiteX545" fmla="*/ 321570 w 7467600"/>
              <a:gd name="connsiteY545" fmla="*/ 1861610 h 6858000"/>
              <a:gd name="connsiteX546" fmla="*/ 294281 w 7467600"/>
              <a:gd name="connsiteY546" fmla="*/ 1440658 h 6858000"/>
              <a:gd name="connsiteX547" fmla="*/ 278707 w 7467600"/>
              <a:gd name="connsiteY547" fmla="*/ 1352270 h 6858000"/>
              <a:gd name="connsiteX548" fmla="*/ 1423821 w 7467600"/>
              <a:gd name="connsiteY548" fmla="*/ 1351958 h 6858000"/>
              <a:gd name="connsiteX549" fmla="*/ 1638521 w 7467600"/>
              <a:gd name="connsiteY549" fmla="*/ 1908470 h 6858000"/>
              <a:gd name="connsiteX550" fmla="*/ 1754199 w 7467600"/>
              <a:gd name="connsiteY550" fmla="*/ 2149284 h 6858000"/>
              <a:gd name="connsiteX551" fmla="*/ 1908359 w 7467600"/>
              <a:gd name="connsiteY551" fmla="*/ 2364988 h 6858000"/>
              <a:gd name="connsiteX552" fmla="*/ 1647661 w 7467600"/>
              <a:gd name="connsiteY552" fmla="*/ 1825945 h 6858000"/>
              <a:gd name="connsiteX553" fmla="*/ 1423821 w 7467600"/>
              <a:gd name="connsiteY553" fmla="*/ 1351958 h 6858000"/>
              <a:gd name="connsiteX554" fmla="*/ 1431890 w 7467600"/>
              <a:gd name="connsiteY554" fmla="*/ 1306475 h 6858000"/>
              <a:gd name="connsiteX555" fmla="*/ 1507597 w 7467600"/>
              <a:gd name="connsiteY555" fmla="*/ 1446132 h 6858000"/>
              <a:gd name="connsiteX556" fmla="*/ 1674586 w 7467600"/>
              <a:gd name="connsiteY556" fmla="*/ 1813832 h 6858000"/>
              <a:gd name="connsiteX557" fmla="*/ 1815950 w 7467600"/>
              <a:gd name="connsiteY557" fmla="*/ 2128564 h 6858000"/>
              <a:gd name="connsiteX558" fmla="*/ 1984242 w 7467600"/>
              <a:gd name="connsiteY558" fmla="*/ 2430829 h 6858000"/>
              <a:gd name="connsiteX559" fmla="*/ 2014023 w 7467600"/>
              <a:gd name="connsiteY559" fmla="*/ 2450995 h 6858000"/>
              <a:gd name="connsiteX560" fmla="*/ 1747337 w 7467600"/>
              <a:gd name="connsiteY560" fmla="*/ 1855264 h 6858000"/>
              <a:gd name="connsiteX561" fmla="*/ 1533749 w 7467600"/>
              <a:gd name="connsiteY561" fmla="*/ 1478656 h 6858000"/>
              <a:gd name="connsiteX562" fmla="*/ 1431890 w 7467600"/>
              <a:gd name="connsiteY562" fmla="*/ 1306475 h 6858000"/>
              <a:gd name="connsiteX563" fmla="*/ 5052692 w 7467600"/>
              <a:gd name="connsiteY563" fmla="*/ 1292994 h 6858000"/>
              <a:gd name="connsiteX564" fmla="*/ 5200661 w 7467600"/>
              <a:gd name="connsiteY564" fmla="*/ 1635186 h 6858000"/>
              <a:gd name="connsiteX565" fmla="*/ 5297138 w 7467600"/>
              <a:gd name="connsiteY565" fmla="*/ 1906351 h 6858000"/>
              <a:gd name="connsiteX566" fmla="*/ 5052692 w 7467600"/>
              <a:gd name="connsiteY566" fmla="*/ 1292994 h 6858000"/>
              <a:gd name="connsiteX567" fmla="*/ 5009948 w 7467600"/>
              <a:gd name="connsiteY567" fmla="*/ 1273619 h 6858000"/>
              <a:gd name="connsiteX568" fmla="*/ 5121777 w 7467600"/>
              <a:gd name="connsiteY568" fmla="*/ 1654213 h 6858000"/>
              <a:gd name="connsiteX569" fmla="*/ 5293545 w 7467600"/>
              <a:gd name="connsiteY569" fmla="*/ 2072247 h 6858000"/>
              <a:gd name="connsiteX570" fmla="*/ 5294042 w 7467600"/>
              <a:gd name="connsiteY570" fmla="*/ 2065019 h 6858000"/>
              <a:gd name="connsiteX571" fmla="*/ 5171936 w 7467600"/>
              <a:gd name="connsiteY571" fmla="*/ 1647613 h 6858000"/>
              <a:gd name="connsiteX572" fmla="*/ 5009948 w 7467600"/>
              <a:gd name="connsiteY572" fmla="*/ 1273619 h 6858000"/>
              <a:gd name="connsiteX573" fmla="*/ 655236 w 7467600"/>
              <a:gd name="connsiteY573" fmla="*/ 1268632 h 6858000"/>
              <a:gd name="connsiteX574" fmla="*/ 839521 w 7467600"/>
              <a:gd name="connsiteY574" fmla="*/ 1685315 h 6858000"/>
              <a:gd name="connsiteX575" fmla="*/ 1109416 w 7467600"/>
              <a:gd name="connsiteY575" fmla="*/ 2061663 h 6858000"/>
              <a:gd name="connsiteX576" fmla="*/ 1298300 w 7467600"/>
              <a:gd name="connsiteY576" fmla="*/ 2247742 h 6858000"/>
              <a:gd name="connsiteX577" fmla="*/ 1125871 w 7467600"/>
              <a:gd name="connsiteY577" fmla="*/ 1989513 h 6858000"/>
              <a:gd name="connsiteX578" fmla="*/ 981574 w 7467600"/>
              <a:gd name="connsiteY578" fmla="*/ 1783157 h 6858000"/>
              <a:gd name="connsiteX579" fmla="*/ 922198 w 7467600"/>
              <a:gd name="connsiteY579" fmla="*/ 1677437 h 6858000"/>
              <a:gd name="connsiteX580" fmla="*/ 869293 w 7467600"/>
              <a:gd name="connsiteY580" fmla="*/ 1583214 h 6858000"/>
              <a:gd name="connsiteX581" fmla="*/ 751431 w 7467600"/>
              <a:gd name="connsiteY581" fmla="*/ 1405731 h 6858000"/>
              <a:gd name="connsiteX582" fmla="*/ 655236 w 7467600"/>
              <a:gd name="connsiteY582" fmla="*/ 1268632 h 6858000"/>
              <a:gd name="connsiteX583" fmla="*/ 6516292 w 7467600"/>
              <a:gd name="connsiteY583" fmla="*/ 1263064 h 6858000"/>
              <a:gd name="connsiteX584" fmla="*/ 5736320 w 7467600"/>
              <a:gd name="connsiteY584" fmla="*/ 1501803 h 6858000"/>
              <a:gd name="connsiteX585" fmla="*/ 6516292 w 7467600"/>
              <a:gd name="connsiteY585" fmla="*/ 1263064 h 6858000"/>
              <a:gd name="connsiteX586" fmla="*/ 291466 w 7467600"/>
              <a:gd name="connsiteY586" fmla="*/ 1250369 h 6858000"/>
              <a:gd name="connsiteX587" fmla="*/ 323180 w 7467600"/>
              <a:gd name="connsiteY587" fmla="*/ 1435283 h 6858000"/>
              <a:gd name="connsiteX588" fmla="*/ 349381 w 7467600"/>
              <a:gd name="connsiteY588" fmla="*/ 1875041 h 6858000"/>
              <a:gd name="connsiteX589" fmla="*/ 374363 w 7467600"/>
              <a:gd name="connsiteY589" fmla="*/ 1506494 h 6858000"/>
              <a:gd name="connsiteX590" fmla="*/ 302168 w 7467600"/>
              <a:gd name="connsiteY590" fmla="*/ 1274495 h 6858000"/>
              <a:gd name="connsiteX591" fmla="*/ 291466 w 7467600"/>
              <a:gd name="connsiteY591" fmla="*/ 1250369 h 6858000"/>
              <a:gd name="connsiteX592" fmla="*/ 678222 w 7467600"/>
              <a:gd name="connsiteY592" fmla="*/ 1248670 h 6858000"/>
              <a:gd name="connsiteX593" fmla="*/ 775536 w 7467600"/>
              <a:gd name="connsiteY593" fmla="*/ 1388015 h 6858000"/>
              <a:gd name="connsiteX594" fmla="*/ 894529 w 7467600"/>
              <a:gd name="connsiteY594" fmla="*/ 1567739 h 6858000"/>
              <a:gd name="connsiteX595" fmla="*/ 948000 w 7467600"/>
              <a:gd name="connsiteY595" fmla="*/ 1663088 h 6858000"/>
              <a:gd name="connsiteX596" fmla="*/ 1006812 w 7467600"/>
              <a:gd name="connsiteY596" fmla="*/ 1767683 h 6858000"/>
              <a:gd name="connsiteX597" fmla="*/ 1149133 w 7467600"/>
              <a:gd name="connsiteY597" fmla="*/ 1971513 h 6858000"/>
              <a:gd name="connsiteX598" fmla="*/ 1333952 w 7467600"/>
              <a:gd name="connsiteY598" fmla="*/ 2251620 h 6858000"/>
              <a:gd name="connsiteX599" fmla="*/ 1337329 w 7467600"/>
              <a:gd name="connsiteY599" fmla="*/ 2258350 h 6858000"/>
              <a:gd name="connsiteX600" fmla="*/ 1014726 w 7467600"/>
              <a:gd name="connsiteY600" fmla="*/ 1615556 h 6858000"/>
              <a:gd name="connsiteX601" fmla="*/ 678222 w 7467600"/>
              <a:gd name="connsiteY601" fmla="*/ 1248670 h 6858000"/>
              <a:gd name="connsiteX602" fmla="*/ 6691602 w 7467600"/>
              <a:gd name="connsiteY602" fmla="*/ 1140573 h 6858000"/>
              <a:gd name="connsiteX603" fmla="*/ 6571100 w 7467600"/>
              <a:gd name="connsiteY603" fmla="*/ 1183662 h 6858000"/>
              <a:gd name="connsiteX604" fmla="*/ 6241687 w 7467600"/>
              <a:gd name="connsiteY604" fmla="*/ 1257600 h 6858000"/>
              <a:gd name="connsiteX605" fmla="*/ 5693009 w 7467600"/>
              <a:gd name="connsiteY605" fmla="*/ 1478256 h 6858000"/>
              <a:gd name="connsiteX606" fmla="*/ 6548420 w 7467600"/>
              <a:gd name="connsiteY606" fmla="*/ 1214599 h 6858000"/>
              <a:gd name="connsiteX607" fmla="*/ 6605473 w 7467600"/>
              <a:gd name="connsiteY607" fmla="*/ 1184686 h 6858000"/>
              <a:gd name="connsiteX608" fmla="*/ 6691602 w 7467600"/>
              <a:gd name="connsiteY608" fmla="*/ 1140573 h 6858000"/>
              <a:gd name="connsiteX609" fmla="*/ 4002475 w 7467600"/>
              <a:gd name="connsiteY609" fmla="*/ 1037802 h 6858000"/>
              <a:gd name="connsiteX610" fmla="*/ 4000324 w 7467600"/>
              <a:gd name="connsiteY610" fmla="*/ 1039362 h 6858000"/>
              <a:gd name="connsiteX611" fmla="*/ 4002862 w 7467600"/>
              <a:gd name="connsiteY611" fmla="*/ 1042866 h 6858000"/>
              <a:gd name="connsiteX612" fmla="*/ 4002475 w 7467600"/>
              <a:gd name="connsiteY612" fmla="*/ 1037802 h 6858000"/>
              <a:gd name="connsiteX613" fmla="*/ 506322 w 7467600"/>
              <a:gd name="connsiteY613" fmla="*/ 1020997 h 6858000"/>
              <a:gd name="connsiteX614" fmla="*/ 533068 w 7467600"/>
              <a:gd name="connsiteY614" fmla="*/ 1029409 h 6858000"/>
              <a:gd name="connsiteX615" fmla="*/ 1232525 w 7467600"/>
              <a:gd name="connsiteY615" fmla="*/ 1804675 h 6858000"/>
              <a:gd name="connsiteX616" fmla="*/ 1388858 w 7467600"/>
              <a:gd name="connsiteY616" fmla="*/ 2368011 h 6858000"/>
              <a:gd name="connsiteX617" fmla="*/ 1384098 w 7467600"/>
              <a:gd name="connsiteY617" fmla="*/ 2378125 h 6858000"/>
              <a:gd name="connsiteX618" fmla="*/ 1425393 w 7467600"/>
              <a:gd name="connsiteY618" fmla="*/ 2589124 h 6858000"/>
              <a:gd name="connsiteX619" fmla="*/ 1424001 w 7467600"/>
              <a:gd name="connsiteY619" fmla="*/ 2597541 h 6858000"/>
              <a:gd name="connsiteX620" fmla="*/ 2152729 w 7467600"/>
              <a:gd name="connsiteY620" fmla="*/ 2864487 h 6858000"/>
              <a:gd name="connsiteX621" fmla="*/ 2020609 w 7467600"/>
              <a:gd name="connsiteY621" fmla="*/ 2539671 h 6858000"/>
              <a:gd name="connsiteX622" fmla="*/ 2018920 w 7467600"/>
              <a:gd name="connsiteY622" fmla="*/ 2536309 h 6858000"/>
              <a:gd name="connsiteX623" fmla="*/ 1342441 w 7467600"/>
              <a:gd name="connsiteY623" fmla="*/ 1173017 h 6858000"/>
              <a:gd name="connsiteX624" fmla="*/ 1367925 w 7467600"/>
              <a:gd name="connsiteY624" fmla="*/ 1135648 h 6858000"/>
              <a:gd name="connsiteX625" fmla="*/ 1771401 w 7467600"/>
              <a:gd name="connsiteY625" fmla="*/ 1806673 h 6858000"/>
              <a:gd name="connsiteX626" fmla="*/ 1972385 w 7467600"/>
              <a:gd name="connsiteY626" fmla="*/ 2198735 h 6858000"/>
              <a:gd name="connsiteX627" fmla="*/ 2040892 w 7467600"/>
              <a:gd name="connsiteY627" fmla="*/ 2405205 h 6858000"/>
              <a:gd name="connsiteX628" fmla="*/ 2131689 w 7467600"/>
              <a:gd name="connsiteY628" fmla="*/ 1936926 h 6858000"/>
              <a:gd name="connsiteX629" fmla="*/ 2454820 w 7467600"/>
              <a:gd name="connsiteY629" fmla="*/ 1248808 h 6858000"/>
              <a:gd name="connsiteX630" fmla="*/ 2492512 w 7467600"/>
              <a:gd name="connsiteY630" fmla="*/ 1302920 h 6858000"/>
              <a:gd name="connsiteX631" fmla="*/ 2081216 w 7467600"/>
              <a:gd name="connsiteY631" fmla="*/ 2527513 h 6858000"/>
              <a:gd name="connsiteX632" fmla="*/ 2081211 w 7467600"/>
              <a:gd name="connsiteY632" fmla="*/ 2528916 h 6858000"/>
              <a:gd name="connsiteX633" fmla="*/ 2199067 w 7467600"/>
              <a:gd name="connsiteY633" fmla="*/ 2884061 h 6858000"/>
              <a:gd name="connsiteX634" fmla="*/ 3192586 w 7467600"/>
              <a:gd name="connsiteY634" fmla="*/ 3411496 h 6858000"/>
              <a:gd name="connsiteX635" fmla="*/ 3182620 w 7467600"/>
              <a:gd name="connsiteY635" fmla="*/ 3483279 h 6858000"/>
              <a:gd name="connsiteX636" fmla="*/ 2435119 w 7467600"/>
              <a:gd name="connsiteY636" fmla="*/ 3080173 h 6858000"/>
              <a:gd name="connsiteX637" fmla="*/ 2410152 w 7467600"/>
              <a:gd name="connsiteY637" fmla="*/ 3063751 h 6858000"/>
              <a:gd name="connsiteX638" fmla="*/ 2408099 w 7467600"/>
              <a:gd name="connsiteY638" fmla="*/ 3064403 h 6858000"/>
              <a:gd name="connsiteX639" fmla="*/ 2407218 w 7467600"/>
              <a:gd name="connsiteY639" fmla="*/ 3070324 h 6858000"/>
              <a:gd name="connsiteX640" fmla="*/ 2380138 w 7467600"/>
              <a:gd name="connsiteY640" fmla="*/ 3099341 h 6858000"/>
              <a:gd name="connsiteX641" fmla="*/ 1765923 w 7467600"/>
              <a:gd name="connsiteY641" fmla="*/ 3581043 h 6858000"/>
              <a:gd name="connsiteX642" fmla="*/ 1702258 w 7467600"/>
              <a:gd name="connsiteY642" fmla="*/ 3612286 h 6858000"/>
              <a:gd name="connsiteX643" fmla="*/ 1538370 w 7467600"/>
              <a:gd name="connsiteY643" fmla="*/ 3811804 h 6858000"/>
              <a:gd name="connsiteX644" fmla="*/ 542867 w 7467600"/>
              <a:gd name="connsiteY644" fmla="*/ 4944092 h 6858000"/>
              <a:gd name="connsiteX645" fmla="*/ 515800 w 7467600"/>
              <a:gd name="connsiteY645" fmla="*/ 4862180 h 6858000"/>
              <a:gd name="connsiteX646" fmla="*/ 909145 w 7467600"/>
              <a:gd name="connsiteY646" fmla="*/ 4199225 h 6858000"/>
              <a:gd name="connsiteX647" fmla="*/ 1214067 w 7467600"/>
              <a:gd name="connsiteY647" fmla="*/ 3908561 h 6858000"/>
              <a:gd name="connsiteX648" fmla="*/ 640967 w 7467600"/>
              <a:gd name="connsiteY648" fmla="*/ 4105601 h 6858000"/>
              <a:gd name="connsiteX649" fmla="*/ 112563 w 7467600"/>
              <a:gd name="connsiteY649" fmla="*/ 4396952 h 6858000"/>
              <a:gd name="connsiteX650" fmla="*/ 0 w 7467600"/>
              <a:gd name="connsiteY650" fmla="*/ 4466006 h 6858000"/>
              <a:gd name="connsiteX651" fmla="*/ 0 w 7467600"/>
              <a:gd name="connsiteY651" fmla="*/ 4233763 h 6858000"/>
              <a:gd name="connsiteX652" fmla="*/ 36881 w 7467600"/>
              <a:gd name="connsiteY652" fmla="*/ 4200118 h 6858000"/>
              <a:gd name="connsiteX653" fmla="*/ 910534 w 7467600"/>
              <a:gd name="connsiteY653" fmla="*/ 3629753 h 6858000"/>
              <a:gd name="connsiteX654" fmla="*/ 1578717 w 7467600"/>
              <a:gd name="connsiteY654" fmla="*/ 3575982 h 6858000"/>
              <a:gd name="connsiteX655" fmla="*/ 2338780 w 7467600"/>
              <a:gd name="connsiteY655" fmla="*/ 3033725 h 6858000"/>
              <a:gd name="connsiteX656" fmla="*/ 1807991 w 7467600"/>
              <a:gd name="connsiteY656" fmla="*/ 2807184 h 6858000"/>
              <a:gd name="connsiteX657" fmla="*/ 1416358 w 7467600"/>
              <a:gd name="connsiteY657" fmla="*/ 3112571 h 6858000"/>
              <a:gd name="connsiteX658" fmla="*/ 939066 w 7467600"/>
              <a:gd name="connsiteY658" fmla="*/ 3378798 h 6858000"/>
              <a:gd name="connsiteX659" fmla="*/ 115099 w 7467600"/>
              <a:gd name="connsiteY659" fmla="*/ 3607650 h 6858000"/>
              <a:gd name="connsiteX660" fmla="*/ 97284 w 7467600"/>
              <a:gd name="connsiteY660" fmla="*/ 3520393 h 6858000"/>
              <a:gd name="connsiteX661" fmla="*/ 922050 w 7467600"/>
              <a:gd name="connsiteY661" fmla="*/ 3074867 h 6858000"/>
              <a:gd name="connsiteX662" fmla="*/ 1405265 w 7467600"/>
              <a:gd name="connsiteY662" fmla="*/ 3016319 h 6858000"/>
              <a:gd name="connsiteX663" fmla="*/ 1407512 w 7467600"/>
              <a:gd name="connsiteY663" fmla="*/ 3018001 h 6858000"/>
              <a:gd name="connsiteX664" fmla="*/ 1726266 w 7467600"/>
              <a:gd name="connsiteY664" fmla="*/ 2777274 h 6858000"/>
              <a:gd name="connsiteX665" fmla="*/ 625390 w 7467600"/>
              <a:gd name="connsiteY665" fmla="*/ 2514541 h 6858000"/>
              <a:gd name="connsiteX666" fmla="*/ 619799 w 7467600"/>
              <a:gd name="connsiteY666" fmla="*/ 2527180 h 6858000"/>
              <a:gd name="connsiteX667" fmla="*/ 310030 w 7467600"/>
              <a:gd name="connsiteY667" fmla="*/ 2771818 h 6858000"/>
              <a:gd name="connsiteX668" fmla="*/ 173877 w 7467600"/>
              <a:gd name="connsiteY668" fmla="*/ 2937056 h 6858000"/>
              <a:gd name="connsiteX669" fmla="*/ 77889 w 7467600"/>
              <a:gd name="connsiteY669" fmla="*/ 3138440 h 6858000"/>
              <a:gd name="connsiteX670" fmla="*/ 0 w 7467600"/>
              <a:gd name="connsiteY670" fmla="*/ 3271395 h 6858000"/>
              <a:gd name="connsiteX671" fmla="*/ 0 w 7467600"/>
              <a:gd name="connsiteY671" fmla="*/ 3153002 h 6858000"/>
              <a:gd name="connsiteX672" fmla="*/ 2386 w 7467600"/>
              <a:gd name="connsiteY672" fmla="*/ 3149203 h 6858000"/>
              <a:gd name="connsiteX673" fmla="*/ 89753 w 7467600"/>
              <a:gd name="connsiteY673" fmla="*/ 2987702 h 6858000"/>
              <a:gd name="connsiteX674" fmla="*/ 76869 w 7467600"/>
              <a:gd name="connsiteY674" fmla="*/ 3005404 h 6858000"/>
              <a:gd name="connsiteX675" fmla="*/ 32049 w 7467600"/>
              <a:gd name="connsiteY675" fmla="*/ 3065814 h 6858000"/>
              <a:gd name="connsiteX676" fmla="*/ 0 w 7467600"/>
              <a:gd name="connsiteY676" fmla="*/ 3108744 h 6858000"/>
              <a:gd name="connsiteX677" fmla="*/ 0 w 7467600"/>
              <a:gd name="connsiteY677" fmla="*/ 3058059 h 6858000"/>
              <a:gd name="connsiteX678" fmla="*/ 7610 w 7467600"/>
              <a:gd name="connsiteY678" fmla="*/ 3047889 h 6858000"/>
              <a:gd name="connsiteX679" fmla="*/ 52419 w 7467600"/>
              <a:gd name="connsiteY679" fmla="*/ 2987479 h 6858000"/>
              <a:gd name="connsiteX680" fmla="*/ 59142 w 7467600"/>
              <a:gd name="connsiteY680" fmla="*/ 2978488 h 6858000"/>
              <a:gd name="connsiteX681" fmla="*/ 0 w 7467600"/>
              <a:gd name="connsiteY681" fmla="*/ 3015334 h 6858000"/>
              <a:gd name="connsiteX682" fmla="*/ 0 w 7467600"/>
              <a:gd name="connsiteY682" fmla="*/ 2914286 h 6858000"/>
              <a:gd name="connsiteX683" fmla="*/ 36383 w 7467600"/>
              <a:gd name="connsiteY683" fmla="*/ 2901128 h 6858000"/>
              <a:gd name="connsiteX684" fmla="*/ 156329 w 7467600"/>
              <a:gd name="connsiteY684" fmla="*/ 2840533 h 6858000"/>
              <a:gd name="connsiteX685" fmla="*/ 358355 w 7467600"/>
              <a:gd name="connsiteY685" fmla="*/ 2620471 h 6858000"/>
              <a:gd name="connsiteX686" fmla="*/ 510577 w 7467600"/>
              <a:gd name="connsiteY686" fmla="*/ 2501244 h 6858000"/>
              <a:gd name="connsiteX687" fmla="*/ 211967 w 7467600"/>
              <a:gd name="connsiteY687" fmla="*/ 2479171 h 6858000"/>
              <a:gd name="connsiteX688" fmla="*/ 0 w 7467600"/>
              <a:gd name="connsiteY688" fmla="*/ 2476398 h 6858000"/>
              <a:gd name="connsiteX689" fmla="*/ 0 w 7467600"/>
              <a:gd name="connsiteY689" fmla="*/ 2389189 h 6858000"/>
              <a:gd name="connsiteX690" fmla="*/ 103062 w 7467600"/>
              <a:gd name="connsiteY690" fmla="*/ 2389518 h 6858000"/>
              <a:gd name="connsiteX691" fmla="*/ 510734 w 7467600"/>
              <a:gd name="connsiteY691" fmla="*/ 2416201 h 6858000"/>
              <a:gd name="connsiteX692" fmla="*/ 279257 w 7467600"/>
              <a:gd name="connsiteY692" fmla="*/ 2092102 h 6858000"/>
              <a:gd name="connsiteX693" fmla="*/ 65265 w 7467600"/>
              <a:gd name="connsiteY693" fmla="*/ 2006049 h 6858000"/>
              <a:gd name="connsiteX694" fmla="*/ 0 w 7467600"/>
              <a:gd name="connsiteY694" fmla="*/ 1982532 h 6858000"/>
              <a:gd name="connsiteX695" fmla="*/ 0 w 7467600"/>
              <a:gd name="connsiteY695" fmla="*/ 1912789 h 6858000"/>
              <a:gd name="connsiteX696" fmla="*/ 97460 w 7467600"/>
              <a:gd name="connsiteY696" fmla="*/ 1953725 h 6858000"/>
              <a:gd name="connsiteX697" fmla="*/ 221272 w 7467600"/>
              <a:gd name="connsiteY697" fmla="*/ 1980766 h 6858000"/>
              <a:gd name="connsiteX698" fmla="*/ 116765 w 7467600"/>
              <a:gd name="connsiteY698" fmla="*/ 1911033 h 6858000"/>
              <a:gd name="connsiteX699" fmla="*/ 16405 w 7467600"/>
              <a:gd name="connsiteY699" fmla="*/ 1803412 h 6858000"/>
              <a:gd name="connsiteX700" fmla="*/ 0 w 7467600"/>
              <a:gd name="connsiteY700" fmla="*/ 1784777 h 6858000"/>
              <a:gd name="connsiteX701" fmla="*/ 0 w 7467600"/>
              <a:gd name="connsiteY701" fmla="*/ 1740082 h 6858000"/>
              <a:gd name="connsiteX702" fmla="*/ 39394 w 7467600"/>
              <a:gd name="connsiteY702" fmla="*/ 1784856 h 6858000"/>
              <a:gd name="connsiteX703" fmla="*/ 135813 w 7467600"/>
              <a:gd name="connsiteY703" fmla="*/ 1888838 h 6858000"/>
              <a:gd name="connsiteX704" fmla="*/ 242575 w 7467600"/>
              <a:gd name="connsiteY704" fmla="*/ 1958841 h 6858000"/>
              <a:gd name="connsiteX705" fmla="*/ 82197 w 7467600"/>
              <a:gd name="connsiteY705" fmla="*/ 1754826 h 6858000"/>
              <a:gd name="connsiteX706" fmla="*/ 0 w 7467600"/>
              <a:gd name="connsiteY706" fmla="*/ 1679650 h 6858000"/>
              <a:gd name="connsiteX707" fmla="*/ 0 w 7467600"/>
              <a:gd name="connsiteY707" fmla="*/ 1602463 h 6858000"/>
              <a:gd name="connsiteX708" fmla="*/ 84689 w 7467600"/>
              <a:gd name="connsiteY708" fmla="*/ 1677442 h 6858000"/>
              <a:gd name="connsiteX709" fmla="*/ 298437 w 7467600"/>
              <a:gd name="connsiteY709" fmla="*/ 1968019 h 6858000"/>
              <a:gd name="connsiteX710" fmla="*/ 227269 w 7467600"/>
              <a:gd name="connsiteY710" fmla="*/ 1114064 h 6858000"/>
              <a:gd name="connsiteX711" fmla="*/ 248003 w 7467600"/>
              <a:gd name="connsiteY711" fmla="*/ 1089613 h 6858000"/>
              <a:gd name="connsiteX712" fmla="*/ 427020 w 7467600"/>
              <a:gd name="connsiteY712" fmla="*/ 1619803 h 6858000"/>
              <a:gd name="connsiteX713" fmla="*/ 340345 w 7467600"/>
              <a:gd name="connsiteY713" fmla="*/ 2027739 h 6858000"/>
              <a:gd name="connsiteX714" fmla="*/ 360865 w 7467600"/>
              <a:gd name="connsiteY714" fmla="*/ 2044827 h 6858000"/>
              <a:gd name="connsiteX715" fmla="*/ 560414 w 7467600"/>
              <a:gd name="connsiteY715" fmla="*/ 2421457 h 6858000"/>
              <a:gd name="connsiteX716" fmla="*/ 1359703 w 7467600"/>
              <a:gd name="connsiteY716" fmla="*/ 2578554 h 6858000"/>
              <a:gd name="connsiteX717" fmla="*/ 1359422 w 7467600"/>
              <a:gd name="connsiteY717" fmla="*/ 2577994 h 6858000"/>
              <a:gd name="connsiteX718" fmla="*/ 828701 w 7467600"/>
              <a:gd name="connsiteY718" fmla="*/ 1839520 h 6858000"/>
              <a:gd name="connsiteX719" fmla="*/ 494427 w 7467600"/>
              <a:gd name="connsiteY719" fmla="*/ 1092333 h 6858000"/>
              <a:gd name="connsiteX720" fmla="*/ 506322 w 7467600"/>
              <a:gd name="connsiteY720" fmla="*/ 1020997 h 6858000"/>
              <a:gd name="connsiteX721" fmla="*/ 4570198 w 7467600"/>
              <a:gd name="connsiteY721" fmla="*/ 978081 h 6858000"/>
              <a:gd name="connsiteX722" fmla="*/ 4523691 w 7467600"/>
              <a:gd name="connsiteY722" fmla="*/ 1127776 h 6858000"/>
              <a:gd name="connsiteX723" fmla="*/ 4509875 w 7467600"/>
              <a:gd name="connsiteY723" fmla="*/ 1167552 h 6858000"/>
              <a:gd name="connsiteX724" fmla="*/ 4478168 w 7467600"/>
              <a:gd name="connsiteY724" fmla="*/ 1260735 h 6858000"/>
              <a:gd name="connsiteX725" fmla="*/ 4409309 w 7467600"/>
              <a:gd name="connsiteY725" fmla="*/ 1666996 h 6858000"/>
              <a:gd name="connsiteX726" fmla="*/ 4370031 w 7467600"/>
              <a:gd name="connsiteY726" fmla="*/ 1955666 h 6858000"/>
              <a:gd name="connsiteX727" fmla="*/ 4570198 w 7467600"/>
              <a:gd name="connsiteY727" fmla="*/ 978081 h 6858000"/>
              <a:gd name="connsiteX728" fmla="*/ 4557898 w 7467600"/>
              <a:gd name="connsiteY728" fmla="*/ 900011 h 6858000"/>
              <a:gd name="connsiteX729" fmla="*/ 4344840 w 7467600"/>
              <a:gd name="connsiteY729" fmla="*/ 1922038 h 6858000"/>
              <a:gd name="connsiteX730" fmla="*/ 4378710 w 7467600"/>
              <a:gd name="connsiteY730" fmla="*/ 1665516 h 6858000"/>
              <a:gd name="connsiteX731" fmla="*/ 4448798 w 7467600"/>
              <a:gd name="connsiteY731" fmla="*/ 1253024 h 6858000"/>
              <a:gd name="connsiteX732" fmla="*/ 4480315 w 7467600"/>
              <a:gd name="connsiteY732" fmla="*/ 1158454 h 6858000"/>
              <a:gd name="connsiteX733" fmla="*/ 4494133 w 7467600"/>
              <a:gd name="connsiteY733" fmla="*/ 1118676 h 6858000"/>
              <a:gd name="connsiteX734" fmla="*/ 4557898 w 7467600"/>
              <a:gd name="connsiteY734" fmla="*/ 900011 h 6858000"/>
              <a:gd name="connsiteX735" fmla="*/ 5870151 w 7467600"/>
              <a:gd name="connsiteY735" fmla="*/ 898890 h 6858000"/>
              <a:gd name="connsiteX736" fmla="*/ 5861335 w 7467600"/>
              <a:gd name="connsiteY736" fmla="*/ 899177 h 6858000"/>
              <a:gd name="connsiteX737" fmla="*/ 5843702 w 7467600"/>
              <a:gd name="connsiteY737" fmla="*/ 899748 h 6858000"/>
              <a:gd name="connsiteX738" fmla="*/ 5651107 w 7467600"/>
              <a:gd name="connsiteY738" fmla="*/ 920306 h 6858000"/>
              <a:gd name="connsiteX739" fmla="*/ 5459407 w 7467600"/>
              <a:gd name="connsiteY739" fmla="*/ 940975 h 6858000"/>
              <a:gd name="connsiteX740" fmla="*/ 5374846 w 7467600"/>
              <a:gd name="connsiteY740" fmla="*/ 941988 h 6858000"/>
              <a:gd name="connsiteX741" fmla="*/ 5256105 w 7467600"/>
              <a:gd name="connsiteY741" fmla="*/ 945632 h 6858000"/>
              <a:gd name="connsiteX742" fmla="*/ 5107071 w 7467600"/>
              <a:gd name="connsiteY742" fmla="*/ 969720 h 6858000"/>
              <a:gd name="connsiteX743" fmla="*/ 4998681 w 7467600"/>
              <a:gd name="connsiteY743" fmla="*/ 988771 h 6858000"/>
              <a:gd name="connsiteX744" fmla="*/ 5870151 w 7467600"/>
              <a:gd name="connsiteY744" fmla="*/ 898890 h 6858000"/>
              <a:gd name="connsiteX745" fmla="*/ 5504425 w 7467600"/>
              <a:gd name="connsiteY745" fmla="*/ 848067 h 6858000"/>
              <a:gd name="connsiteX746" fmla="*/ 4968849 w 7467600"/>
              <a:gd name="connsiteY746" fmla="*/ 962318 h 6858000"/>
              <a:gd name="connsiteX747" fmla="*/ 5104039 w 7467600"/>
              <a:gd name="connsiteY747" fmla="*/ 940634 h 6858000"/>
              <a:gd name="connsiteX748" fmla="*/ 5256311 w 7467600"/>
              <a:gd name="connsiteY748" fmla="*/ 916490 h 6858000"/>
              <a:gd name="connsiteX749" fmla="*/ 5377381 w 7467600"/>
              <a:gd name="connsiteY749" fmla="*/ 912671 h 6858000"/>
              <a:gd name="connsiteX750" fmla="*/ 5460148 w 7467600"/>
              <a:gd name="connsiteY750" fmla="*/ 911442 h 6858000"/>
              <a:gd name="connsiteX751" fmla="*/ 5648971 w 7467600"/>
              <a:gd name="connsiteY751" fmla="*/ 891331 h 6858000"/>
              <a:gd name="connsiteX752" fmla="*/ 5844807 w 7467600"/>
              <a:gd name="connsiteY752" fmla="*/ 870718 h 6858000"/>
              <a:gd name="connsiteX753" fmla="*/ 5862975 w 7467600"/>
              <a:gd name="connsiteY753" fmla="*/ 869756 h 6858000"/>
              <a:gd name="connsiteX754" fmla="*/ 5920887 w 7467600"/>
              <a:gd name="connsiteY754" fmla="*/ 865929 h 6858000"/>
              <a:gd name="connsiteX755" fmla="*/ 5504425 w 7467600"/>
              <a:gd name="connsiteY755" fmla="*/ 848067 h 6858000"/>
              <a:gd name="connsiteX756" fmla="*/ 3607114 w 7467600"/>
              <a:gd name="connsiteY756" fmla="*/ 467441 h 6858000"/>
              <a:gd name="connsiteX757" fmla="*/ 3296242 w 7467600"/>
              <a:gd name="connsiteY757" fmla="*/ 807991 h 6858000"/>
              <a:gd name="connsiteX758" fmla="*/ 3174674 w 7467600"/>
              <a:gd name="connsiteY758" fmla="*/ 919759 h 6858000"/>
              <a:gd name="connsiteX759" fmla="*/ 3042978 w 7467600"/>
              <a:gd name="connsiteY759" fmla="*/ 1054894 h 6858000"/>
              <a:gd name="connsiteX760" fmla="*/ 2968914 w 7467600"/>
              <a:gd name="connsiteY760" fmla="*/ 1133756 h 6858000"/>
              <a:gd name="connsiteX761" fmla="*/ 3103823 w 7467600"/>
              <a:gd name="connsiteY761" fmla="*/ 1026814 h 6858000"/>
              <a:gd name="connsiteX762" fmla="*/ 3607114 w 7467600"/>
              <a:gd name="connsiteY762" fmla="*/ 467441 h 6858000"/>
              <a:gd name="connsiteX763" fmla="*/ 3744487 w 7467600"/>
              <a:gd name="connsiteY763" fmla="*/ 383136 h 6858000"/>
              <a:gd name="connsiteX764" fmla="*/ 3970213 w 7467600"/>
              <a:gd name="connsiteY764" fmla="*/ 995559 h 6858000"/>
              <a:gd name="connsiteX765" fmla="*/ 3744487 w 7467600"/>
              <a:gd name="connsiteY765" fmla="*/ 383136 h 6858000"/>
              <a:gd name="connsiteX766" fmla="*/ 3624562 w 7467600"/>
              <a:gd name="connsiteY766" fmla="*/ 367041 h 6858000"/>
              <a:gd name="connsiteX767" fmla="*/ 3489712 w 7467600"/>
              <a:gd name="connsiteY767" fmla="*/ 485386 h 6858000"/>
              <a:gd name="connsiteX768" fmla="*/ 3182994 w 7467600"/>
              <a:gd name="connsiteY768" fmla="*/ 828265 h 6858000"/>
              <a:gd name="connsiteX769" fmla="*/ 2892114 w 7467600"/>
              <a:gd name="connsiteY769" fmla="*/ 1172635 h 6858000"/>
              <a:gd name="connsiteX770" fmla="*/ 3021459 w 7467600"/>
              <a:gd name="connsiteY770" fmla="*/ 1035385 h 6858000"/>
              <a:gd name="connsiteX771" fmla="*/ 3153873 w 7467600"/>
              <a:gd name="connsiteY771" fmla="*/ 898971 h 6858000"/>
              <a:gd name="connsiteX772" fmla="*/ 3276511 w 7467600"/>
              <a:gd name="connsiteY772" fmla="*/ 786423 h 6858000"/>
              <a:gd name="connsiteX773" fmla="*/ 3584154 w 7467600"/>
              <a:gd name="connsiteY773" fmla="*/ 448218 h 6858000"/>
              <a:gd name="connsiteX774" fmla="*/ 3624562 w 7467600"/>
              <a:gd name="connsiteY774" fmla="*/ 367041 h 6858000"/>
              <a:gd name="connsiteX775" fmla="*/ 3766672 w 7467600"/>
              <a:gd name="connsiteY775" fmla="*/ 359429 h 6858000"/>
              <a:gd name="connsiteX776" fmla="*/ 3996338 w 7467600"/>
              <a:gd name="connsiteY776" fmla="*/ 968237 h 6858000"/>
              <a:gd name="connsiteX777" fmla="*/ 3766672 w 7467600"/>
              <a:gd name="connsiteY777" fmla="*/ 359429 h 6858000"/>
              <a:gd name="connsiteX778" fmla="*/ 5805386 w 7467600"/>
              <a:gd name="connsiteY778" fmla="*/ 239240 h 6858000"/>
              <a:gd name="connsiteX779" fmla="*/ 5736947 w 7467600"/>
              <a:gd name="connsiteY779" fmla="*/ 261367 h 6858000"/>
              <a:gd name="connsiteX780" fmla="*/ 5427012 w 7467600"/>
              <a:gd name="connsiteY780" fmla="*/ 311272 h 6858000"/>
              <a:gd name="connsiteX781" fmla="*/ 5147818 w 7467600"/>
              <a:gd name="connsiteY781" fmla="*/ 322112 h 6858000"/>
              <a:gd name="connsiteX782" fmla="*/ 5060854 w 7467600"/>
              <a:gd name="connsiteY782" fmla="*/ 311882 h 6858000"/>
              <a:gd name="connsiteX783" fmla="*/ 4945989 w 7467600"/>
              <a:gd name="connsiteY783" fmla="*/ 300516 h 6858000"/>
              <a:gd name="connsiteX784" fmla="*/ 5410479 w 7467600"/>
              <a:gd name="connsiteY784" fmla="*/ 348434 h 6858000"/>
              <a:gd name="connsiteX785" fmla="*/ 5805386 w 7467600"/>
              <a:gd name="connsiteY785" fmla="*/ 239240 h 6858000"/>
              <a:gd name="connsiteX786" fmla="*/ 5905192 w 7467600"/>
              <a:gd name="connsiteY786" fmla="*/ 163079 h 6858000"/>
              <a:gd name="connsiteX787" fmla="*/ 5865655 w 7467600"/>
              <a:gd name="connsiteY787" fmla="*/ 171901 h 6858000"/>
              <a:gd name="connsiteX788" fmla="*/ 5259740 w 7467600"/>
              <a:gd name="connsiteY788" fmla="*/ 257013 h 6858000"/>
              <a:gd name="connsiteX789" fmla="*/ 5208466 w 7467600"/>
              <a:gd name="connsiteY789" fmla="*/ 257550 h 6858000"/>
              <a:gd name="connsiteX790" fmla="*/ 4980204 w 7467600"/>
              <a:gd name="connsiteY790" fmla="*/ 271903 h 6858000"/>
              <a:gd name="connsiteX791" fmla="*/ 5068068 w 7467600"/>
              <a:gd name="connsiteY791" fmla="*/ 282244 h 6858000"/>
              <a:gd name="connsiteX792" fmla="*/ 5153231 w 7467600"/>
              <a:gd name="connsiteY792" fmla="*/ 292240 h 6858000"/>
              <a:gd name="connsiteX793" fmla="*/ 5426491 w 7467600"/>
              <a:gd name="connsiteY793" fmla="*/ 281128 h 6858000"/>
              <a:gd name="connsiteX794" fmla="*/ 5731212 w 7467600"/>
              <a:gd name="connsiteY794" fmla="*/ 231951 h 6858000"/>
              <a:gd name="connsiteX795" fmla="*/ 5905192 w 7467600"/>
              <a:gd name="connsiteY795" fmla="*/ 163079 h 6858000"/>
              <a:gd name="connsiteX796" fmla="*/ 5944437 w 7467600"/>
              <a:gd name="connsiteY796" fmla="*/ 113829 h 6858000"/>
              <a:gd name="connsiteX797" fmla="*/ 5825032 w 7467600"/>
              <a:gd name="connsiteY797" fmla="*/ 146405 h 6858000"/>
              <a:gd name="connsiteX798" fmla="*/ 4955599 w 7467600"/>
              <a:gd name="connsiteY798" fmla="*/ 247008 h 6858000"/>
              <a:gd name="connsiteX799" fmla="*/ 5210104 w 7467600"/>
              <a:gd name="connsiteY799" fmla="*/ 228123 h 6858000"/>
              <a:gd name="connsiteX800" fmla="*/ 5261015 w 7467600"/>
              <a:gd name="connsiteY800" fmla="*/ 227087 h 6858000"/>
              <a:gd name="connsiteX801" fmla="*/ 5861181 w 7467600"/>
              <a:gd name="connsiteY801" fmla="*/ 143093 h 6858000"/>
              <a:gd name="connsiteX802" fmla="*/ 5961252 w 7467600"/>
              <a:gd name="connsiteY802" fmla="*/ 114820 h 6858000"/>
              <a:gd name="connsiteX803" fmla="*/ 5944437 w 7467600"/>
              <a:gd name="connsiteY803" fmla="*/ 113829 h 6858000"/>
              <a:gd name="connsiteX804" fmla="*/ 3882765 w 7467600"/>
              <a:gd name="connsiteY804" fmla="*/ 0 h 6858000"/>
              <a:gd name="connsiteX805" fmla="*/ 3995099 w 7467600"/>
              <a:gd name="connsiteY805" fmla="*/ 0 h 6858000"/>
              <a:gd name="connsiteX806" fmla="*/ 4163818 w 7467600"/>
              <a:gd name="connsiteY806" fmla="*/ 234104 h 6858000"/>
              <a:gd name="connsiteX807" fmla="*/ 4172099 w 7467600"/>
              <a:gd name="connsiteY807" fmla="*/ 234207 h 6858000"/>
              <a:gd name="connsiteX808" fmla="*/ 4784282 w 7467600"/>
              <a:gd name="connsiteY808" fmla="*/ 276561 h 6858000"/>
              <a:gd name="connsiteX809" fmla="*/ 4801687 w 7467600"/>
              <a:gd name="connsiteY809" fmla="*/ 267764 h 6858000"/>
              <a:gd name="connsiteX810" fmla="*/ 6082788 w 7467600"/>
              <a:gd name="connsiteY810" fmla="*/ 64119 h 6858000"/>
              <a:gd name="connsiteX811" fmla="*/ 6099442 w 7467600"/>
              <a:gd name="connsiteY811" fmla="*/ 82568 h 6858000"/>
              <a:gd name="connsiteX812" fmla="*/ 4804137 w 7467600"/>
              <a:gd name="connsiteY812" fmla="*/ 320931 h 6858000"/>
              <a:gd name="connsiteX813" fmla="*/ 4227047 w 7467600"/>
              <a:gd name="connsiteY813" fmla="*/ 313415 h 6858000"/>
              <a:gd name="connsiteX814" fmla="*/ 4346041 w 7467600"/>
              <a:gd name="connsiteY814" fmla="*/ 456086 h 6858000"/>
              <a:gd name="connsiteX815" fmla="*/ 4870967 w 7467600"/>
              <a:gd name="connsiteY815" fmla="*/ 963061 h 6858000"/>
              <a:gd name="connsiteX816" fmla="*/ 4889647 w 7467600"/>
              <a:gd name="connsiteY816" fmla="*/ 957147 h 6858000"/>
              <a:gd name="connsiteX817" fmla="*/ 5422504 w 7467600"/>
              <a:gd name="connsiteY817" fmla="*/ 805191 h 6858000"/>
              <a:gd name="connsiteX818" fmla="*/ 6087656 w 7467600"/>
              <a:gd name="connsiteY818" fmla="*/ 826703 h 6858000"/>
              <a:gd name="connsiteX819" fmla="*/ 6058717 w 7467600"/>
              <a:gd name="connsiteY819" fmla="*/ 865992 h 6858000"/>
              <a:gd name="connsiteX820" fmla="*/ 4974153 w 7467600"/>
              <a:gd name="connsiteY820" fmla="*/ 1045456 h 6858000"/>
              <a:gd name="connsiteX821" fmla="*/ 5627835 w 7467600"/>
              <a:gd name="connsiteY821" fmla="*/ 1472077 h 6858000"/>
              <a:gd name="connsiteX822" fmla="*/ 5629817 w 7467600"/>
              <a:gd name="connsiteY822" fmla="*/ 1471412 h 6858000"/>
              <a:gd name="connsiteX823" fmla="*/ 5634124 w 7467600"/>
              <a:gd name="connsiteY823" fmla="*/ 1470572 h 6858000"/>
              <a:gd name="connsiteX824" fmla="*/ 5755832 w 7467600"/>
              <a:gd name="connsiteY824" fmla="*/ 1383886 h 6858000"/>
              <a:gd name="connsiteX825" fmla="*/ 6014186 w 7467600"/>
              <a:gd name="connsiteY825" fmla="*/ 1279799 h 6858000"/>
              <a:gd name="connsiteX826" fmla="*/ 6901619 w 7467600"/>
              <a:gd name="connsiteY826" fmla="*/ 1047874 h 6858000"/>
              <a:gd name="connsiteX827" fmla="*/ 6931566 w 7467600"/>
              <a:gd name="connsiteY827" fmla="*/ 1062034 h 6858000"/>
              <a:gd name="connsiteX828" fmla="*/ 5790982 w 7467600"/>
              <a:gd name="connsiteY828" fmla="*/ 1561380 h 6858000"/>
              <a:gd name="connsiteX829" fmla="*/ 6188971 w 7467600"/>
              <a:gd name="connsiteY829" fmla="*/ 1755168 h 6858000"/>
              <a:gd name="connsiteX830" fmla="*/ 6202446 w 7467600"/>
              <a:gd name="connsiteY830" fmla="*/ 1752268 h 6858000"/>
              <a:gd name="connsiteX831" fmla="*/ 7179560 w 7467600"/>
              <a:gd name="connsiteY831" fmla="*/ 1467551 h 6858000"/>
              <a:gd name="connsiteX832" fmla="*/ 7158730 w 7467600"/>
              <a:gd name="connsiteY832" fmla="*/ 1507835 h 6858000"/>
              <a:gd name="connsiteX833" fmla="*/ 6326959 w 7467600"/>
              <a:gd name="connsiteY833" fmla="*/ 1817686 h 6858000"/>
              <a:gd name="connsiteX834" fmla="*/ 6537433 w 7467600"/>
              <a:gd name="connsiteY834" fmla="*/ 1907790 h 6858000"/>
              <a:gd name="connsiteX835" fmla="*/ 6550221 w 7467600"/>
              <a:gd name="connsiteY835" fmla="*/ 1910729 h 6858000"/>
              <a:gd name="connsiteX836" fmla="*/ 6964438 w 7467600"/>
              <a:gd name="connsiteY836" fmla="*/ 2209505 h 6858000"/>
              <a:gd name="connsiteX837" fmla="*/ 7367862 w 7467600"/>
              <a:gd name="connsiteY837" fmla="*/ 2806833 h 6858000"/>
              <a:gd name="connsiteX838" fmla="*/ 7364329 w 7467600"/>
              <a:gd name="connsiteY838" fmla="*/ 2826907 h 6858000"/>
              <a:gd name="connsiteX839" fmla="*/ 7290545 w 7467600"/>
              <a:gd name="connsiteY839" fmla="*/ 2850663 h 6858000"/>
              <a:gd name="connsiteX840" fmla="*/ 6472036 w 7467600"/>
              <a:gd name="connsiteY840" fmla="*/ 1959003 h 6858000"/>
              <a:gd name="connsiteX841" fmla="*/ 5792897 w 7467600"/>
              <a:gd name="connsiteY841" fmla="*/ 1647747 h 6858000"/>
              <a:gd name="connsiteX842" fmla="*/ 5842751 w 7467600"/>
              <a:gd name="connsiteY842" fmla="*/ 1816112 h 6858000"/>
              <a:gd name="connsiteX843" fmla="*/ 5847424 w 7467600"/>
              <a:gd name="connsiteY843" fmla="*/ 1815776 h 6858000"/>
              <a:gd name="connsiteX844" fmla="*/ 6399821 w 7467600"/>
              <a:gd name="connsiteY844" fmla="*/ 2344799 h 6858000"/>
              <a:gd name="connsiteX845" fmla="*/ 6323232 w 7467600"/>
              <a:gd name="connsiteY845" fmla="*/ 2389634 h 6858000"/>
              <a:gd name="connsiteX846" fmla="*/ 5942958 w 7467600"/>
              <a:gd name="connsiteY846" fmla="*/ 2077708 h 6858000"/>
              <a:gd name="connsiteX847" fmla="*/ 5921559 w 7467600"/>
              <a:gd name="connsiteY847" fmla="*/ 2378596 h 6858000"/>
              <a:gd name="connsiteX848" fmla="*/ 5817651 w 7467600"/>
              <a:gd name="connsiteY848" fmla="*/ 3023919 h 6858000"/>
              <a:gd name="connsiteX849" fmla="*/ 5729634 w 7467600"/>
              <a:gd name="connsiteY849" fmla="*/ 3051849 h 6858000"/>
              <a:gd name="connsiteX850" fmla="*/ 5611018 w 7467600"/>
              <a:gd name="connsiteY850" fmla="*/ 2316769 h 6858000"/>
              <a:gd name="connsiteX851" fmla="*/ 5687608 w 7467600"/>
              <a:gd name="connsiteY851" fmla="*/ 2039972 h 6858000"/>
              <a:gd name="connsiteX852" fmla="*/ 5657554 w 7467600"/>
              <a:gd name="connsiteY852" fmla="*/ 1576445 h 6858000"/>
              <a:gd name="connsiteX853" fmla="*/ 5150475 w 7467600"/>
              <a:gd name="connsiteY853" fmla="*/ 1274012 h 6858000"/>
              <a:gd name="connsiteX854" fmla="*/ 5349142 w 7467600"/>
              <a:gd name="connsiteY854" fmla="*/ 2204405 h 6858000"/>
              <a:gd name="connsiteX855" fmla="*/ 5262214 w 7467600"/>
              <a:gd name="connsiteY855" fmla="*/ 2233836 h 6858000"/>
              <a:gd name="connsiteX856" fmla="*/ 4981539 w 7467600"/>
              <a:gd name="connsiteY856" fmla="*/ 1542201 h 6858000"/>
              <a:gd name="connsiteX857" fmla="*/ 4958461 w 7467600"/>
              <a:gd name="connsiteY857" fmla="*/ 1136957 h 6858000"/>
              <a:gd name="connsiteX858" fmla="*/ 4655015 w 7467600"/>
              <a:gd name="connsiteY858" fmla="*/ 891426 h 6858000"/>
              <a:gd name="connsiteX859" fmla="*/ 4348002 w 7467600"/>
              <a:gd name="connsiteY859" fmla="*/ 2205895 h 6858000"/>
              <a:gd name="connsiteX860" fmla="*/ 4262250 w 7467600"/>
              <a:gd name="connsiteY860" fmla="*/ 2219972 h 6858000"/>
              <a:gd name="connsiteX861" fmla="*/ 4550611 w 7467600"/>
              <a:gd name="connsiteY861" fmla="*/ 817540 h 6858000"/>
              <a:gd name="connsiteX862" fmla="*/ 4564418 w 7467600"/>
              <a:gd name="connsiteY862" fmla="*/ 808293 h 6858000"/>
              <a:gd name="connsiteX863" fmla="*/ 4266388 w 7467600"/>
              <a:gd name="connsiteY863" fmla="*/ 500083 h 6858000"/>
              <a:gd name="connsiteX864" fmla="*/ 4032842 w 7467600"/>
              <a:gd name="connsiteY864" fmla="*/ 211809 h 6858000"/>
              <a:gd name="connsiteX865" fmla="*/ 3882765 w 7467600"/>
              <a:gd name="connsiteY865" fmla="*/ 0 h 6858000"/>
              <a:gd name="connsiteX866" fmla="*/ 3721337 w 7467600"/>
              <a:gd name="connsiteY866" fmla="*/ 0 h 6858000"/>
              <a:gd name="connsiteX867" fmla="*/ 3797544 w 7467600"/>
              <a:gd name="connsiteY867" fmla="*/ 0 h 6858000"/>
              <a:gd name="connsiteX868" fmla="*/ 3775734 w 7467600"/>
              <a:gd name="connsiteY868" fmla="*/ 95131 h 6858000"/>
              <a:gd name="connsiteX869" fmla="*/ 3724807 w 7467600"/>
              <a:gd name="connsiteY869" fmla="*/ 272257 h 6858000"/>
              <a:gd name="connsiteX870" fmla="*/ 3726844 w 7467600"/>
              <a:gd name="connsiteY870" fmla="*/ 282988 h 6858000"/>
              <a:gd name="connsiteX871" fmla="*/ 3742664 w 7467600"/>
              <a:gd name="connsiteY871" fmla="*/ 279918 h 6858000"/>
              <a:gd name="connsiteX872" fmla="*/ 4103910 w 7467600"/>
              <a:gd name="connsiteY872" fmla="*/ 1161917 h 6858000"/>
              <a:gd name="connsiteX873" fmla="*/ 4020269 w 7467600"/>
              <a:gd name="connsiteY873" fmla="*/ 1200406 h 6858000"/>
              <a:gd name="connsiteX874" fmla="*/ 3674882 w 7467600"/>
              <a:gd name="connsiteY874" fmla="*/ 488524 h 6858000"/>
              <a:gd name="connsiteX875" fmla="*/ 3132682 w 7467600"/>
              <a:gd name="connsiteY875" fmla="*/ 1072284 h 6858000"/>
              <a:gd name="connsiteX876" fmla="*/ 2716346 w 7467600"/>
              <a:gd name="connsiteY876" fmla="*/ 1276376 h 6858000"/>
              <a:gd name="connsiteX877" fmla="*/ 2716772 w 7467600"/>
              <a:gd name="connsiteY877" fmla="*/ 1255462 h 6858000"/>
              <a:gd name="connsiteX878" fmla="*/ 3471096 w 7467600"/>
              <a:gd name="connsiteY878" fmla="*/ 437072 h 6858000"/>
              <a:gd name="connsiteX879" fmla="*/ 3639057 w 7467600"/>
              <a:gd name="connsiteY879" fmla="*/ 286334 h 6858000"/>
              <a:gd name="connsiteX880" fmla="*/ 3640309 w 7467600"/>
              <a:gd name="connsiteY880" fmla="*/ 284664 h 6858000"/>
              <a:gd name="connsiteX881" fmla="*/ 3646022 w 7467600"/>
              <a:gd name="connsiteY881" fmla="*/ 276711 h 6858000"/>
              <a:gd name="connsiteX882" fmla="*/ 3707943 w 7467600"/>
              <a:gd name="connsiteY882" fmla="*/ 65958 h 6858000"/>
              <a:gd name="connsiteX883" fmla="*/ 3721337 w 7467600"/>
              <a:gd name="connsiteY883" fmla="*/ 0 h 6858000"/>
              <a:gd name="connsiteX884" fmla="*/ 2867960 w 7467600"/>
              <a:gd name="connsiteY884" fmla="*/ 0 h 6858000"/>
              <a:gd name="connsiteX885" fmla="*/ 2926351 w 7467600"/>
              <a:gd name="connsiteY885" fmla="*/ 0 h 6858000"/>
              <a:gd name="connsiteX886" fmla="*/ 2902823 w 7467600"/>
              <a:gd name="connsiteY886" fmla="*/ 262929 h 6858000"/>
              <a:gd name="connsiteX887" fmla="*/ 2940663 w 7467600"/>
              <a:gd name="connsiteY887" fmla="*/ 140884 h 6858000"/>
              <a:gd name="connsiteX888" fmla="*/ 2947039 w 7467600"/>
              <a:gd name="connsiteY888" fmla="*/ 122524 h 6858000"/>
              <a:gd name="connsiteX889" fmla="*/ 2984316 w 7467600"/>
              <a:gd name="connsiteY889" fmla="*/ 0 h 6858000"/>
              <a:gd name="connsiteX890" fmla="*/ 3016114 w 7467600"/>
              <a:gd name="connsiteY890" fmla="*/ 0 h 6858000"/>
              <a:gd name="connsiteX891" fmla="*/ 2979949 w 7467600"/>
              <a:gd name="connsiteY891" fmla="*/ 119274 h 6858000"/>
              <a:gd name="connsiteX892" fmla="*/ 3023879 w 7467600"/>
              <a:gd name="connsiteY892" fmla="*/ 0 h 6858000"/>
              <a:gd name="connsiteX893" fmla="*/ 3105400 w 7467600"/>
              <a:gd name="connsiteY893" fmla="*/ 0 h 6858000"/>
              <a:gd name="connsiteX894" fmla="*/ 3094669 w 7467600"/>
              <a:gd name="connsiteY894" fmla="*/ 30308 h 6858000"/>
              <a:gd name="connsiteX895" fmla="*/ 2901945 w 7467600"/>
              <a:gd name="connsiteY895" fmla="*/ 466538 h 6858000"/>
              <a:gd name="connsiteX896" fmla="*/ 2815209 w 7467600"/>
              <a:gd name="connsiteY896" fmla="*/ 497361 h 6858000"/>
              <a:gd name="connsiteX897" fmla="*/ 2844845 w 7467600"/>
              <a:gd name="connsiteY897" fmla="*/ 127638 h 6858000"/>
              <a:gd name="connsiteX898" fmla="*/ 2867960 w 7467600"/>
              <a:gd name="connsiteY898" fmla="*/ 0 h 6858000"/>
              <a:gd name="connsiteX899" fmla="*/ 1057230 w 7467600"/>
              <a:gd name="connsiteY899" fmla="*/ 0 h 6858000"/>
              <a:gd name="connsiteX900" fmla="*/ 1111003 w 7467600"/>
              <a:gd name="connsiteY900" fmla="*/ 0 h 6858000"/>
              <a:gd name="connsiteX901" fmla="*/ 1125553 w 7467600"/>
              <a:gd name="connsiteY901" fmla="*/ 52588 h 6858000"/>
              <a:gd name="connsiteX902" fmla="*/ 1304276 w 7467600"/>
              <a:gd name="connsiteY902" fmla="*/ 476275 h 6858000"/>
              <a:gd name="connsiteX903" fmla="*/ 1492066 w 7467600"/>
              <a:gd name="connsiteY903" fmla="*/ 886333 h 6858000"/>
              <a:gd name="connsiteX904" fmla="*/ 1423698 w 7467600"/>
              <a:gd name="connsiteY904" fmla="*/ 710817 h 6858000"/>
              <a:gd name="connsiteX905" fmla="*/ 1357609 w 7467600"/>
              <a:gd name="connsiteY905" fmla="*/ 532892 h 6858000"/>
              <a:gd name="connsiteX906" fmla="*/ 1309550 w 7467600"/>
              <a:gd name="connsiteY906" fmla="*/ 374031 h 6858000"/>
              <a:gd name="connsiteX907" fmla="*/ 1193673 w 7467600"/>
              <a:gd name="connsiteY907" fmla="*/ 49533 h 6858000"/>
              <a:gd name="connsiteX908" fmla="*/ 1164391 w 7467600"/>
              <a:gd name="connsiteY908" fmla="*/ 0 h 6858000"/>
              <a:gd name="connsiteX909" fmla="*/ 1200666 w 7467600"/>
              <a:gd name="connsiteY909" fmla="*/ 0 h 6858000"/>
              <a:gd name="connsiteX910" fmla="*/ 1223408 w 7467600"/>
              <a:gd name="connsiteY910" fmla="*/ 38996 h 6858000"/>
              <a:gd name="connsiteX911" fmla="*/ 1339635 w 7467600"/>
              <a:gd name="connsiteY911" fmla="*/ 365517 h 6858000"/>
              <a:gd name="connsiteX912" fmla="*/ 1387469 w 7467600"/>
              <a:gd name="connsiteY912" fmla="*/ 523079 h 6858000"/>
              <a:gd name="connsiteX913" fmla="*/ 1452685 w 7467600"/>
              <a:gd name="connsiteY913" fmla="*/ 699806 h 6858000"/>
              <a:gd name="connsiteX914" fmla="*/ 1492092 w 7467600"/>
              <a:gd name="connsiteY914" fmla="*/ 800424 h 6858000"/>
              <a:gd name="connsiteX915" fmla="*/ 1455302 w 7467600"/>
              <a:gd name="connsiteY915" fmla="*/ 632913 h 6858000"/>
              <a:gd name="connsiteX916" fmla="*/ 1222336 w 7467600"/>
              <a:gd name="connsiteY916" fmla="*/ 9480 h 6858000"/>
              <a:gd name="connsiteX917" fmla="*/ 1214634 w 7467600"/>
              <a:gd name="connsiteY917" fmla="*/ 0 h 6858000"/>
              <a:gd name="connsiteX918" fmla="*/ 1289827 w 7467600"/>
              <a:gd name="connsiteY918" fmla="*/ 0 h 6858000"/>
              <a:gd name="connsiteX919" fmla="*/ 1321076 w 7467600"/>
              <a:gd name="connsiteY919" fmla="*/ 59722 h 6858000"/>
              <a:gd name="connsiteX920" fmla="*/ 1512579 w 7467600"/>
              <a:gd name="connsiteY920" fmla="*/ 626441 h 6858000"/>
              <a:gd name="connsiteX921" fmla="*/ 1506076 w 7467600"/>
              <a:gd name="connsiteY921" fmla="*/ 1089289 h 6858000"/>
              <a:gd name="connsiteX922" fmla="*/ 1486346 w 7467600"/>
              <a:gd name="connsiteY922" fmla="*/ 1079919 h 6858000"/>
              <a:gd name="connsiteX923" fmla="*/ 1070511 w 7467600"/>
              <a:gd name="connsiteY923" fmla="*/ 48609 h 6858000"/>
              <a:gd name="connsiteX924" fmla="*/ 1057230 w 7467600"/>
              <a:gd name="connsiteY924" fmla="*/ 0 h 6858000"/>
              <a:gd name="connsiteX925" fmla="*/ 43151 w 7467600"/>
              <a:gd name="connsiteY925" fmla="*/ 0 h 6858000"/>
              <a:gd name="connsiteX926" fmla="*/ 95283 w 7467600"/>
              <a:gd name="connsiteY926" fmla="*/ 0 h 6858000"/>
              <a:gd name="connsiteX927" fmla="*/ 300708 w 7467600"/>
              <a:gd name="connsiteY927" fmla="*/ 154571 h 6858000"/>
              <a:gd name="connsiteX928" fmla="*/ 530414 w 7467600"/>
              <a:gd name="connsiteY928" fmla="*/ 354673 h 6858000"/>
              <a:gd name="connsiteX929" fmla="*/ 333785 w 7467600"/>
              <a:gd name="connsiteY929" fmla="*/ 161564 h 6858000"/>
              <a:gd name="connsiteX930" fmla="*/ 147005 w 7467600"/>
              <a:gd name="connsiteY930" fmla="*/ 0 h 6858000"/>
              <a:gd name="connsiteX931" fmla="*/ 272509 w 7467600"/>
              <a:gd name="connsiteY931" fmla="*/ 0 h 6858000"/>
              <a:gd name="connsiteX932" fmla="*/ 326276 w 7467600"/>
              <a:gd name="connsiteY932" fmla="*/ 45847 h 6858000"/>
              <a:gd name="connsiteX933" fmla="*/ 823759 w 7467600"/>
              <a:gd name="connsiteY933" fmla="*/ 574145 h 6858000"/>
              <a:gd name="connsiteX934" fmla="*/ 811254 w 7467600"/>
              <a:gd name="connsiteY934" fmla="*/ 665546 h 6858000"/>
              <a:gd name="connsiteX935" fmla="*/ 154042 w 7467600"/>
              <a:gd name="connsiteY935" fmla="*/ 261522 h 6858000"/>
              <a:gd name="connsiteX936" fmla="*/ 13550 w 7467600"/>
              <a:gd name="connsiteY936" fmla="*/ 158423 h 6858000"/>
              <a:gd name="connsiteX937" fmla="*/ 0 w 7467600"/>
              <a:gd name="connsiteY937" fmla="*/ 146618 h 6858000"/>
              <a:gd name="connsiteX938" fmla="*/ 0 w 7467600"/>
              <a:gd name="connsiteY938" fmla="*/ 59161 h 6858000"/>
              <a:gd name="connsiteX939" fmla="*/ 45427 w 7467600"/>
              <a:gd name="connsiteY939" fmla="*/ 101078 h 6858000"/>
              <a:gd name="connsiteX940" fmla="*/ 630103 w 7467600"/>
              <a:gd name="connsiteY940" fmla="*/ 485885 h 6858000"/>
              <a:gd name="connsiteX941" fmla="*/ 532040 w 7467600"/>
              <a:gd name="connsiteY941" fmla="*/ 399359 h 6858000"/>
              <a:gd name="connsiteX942" fmla="*/ 517618 w 7467600"/>
              <a:gd name="connsiteY942" fmla="*/ 385726 h 6858000"/>
              <a:gd name="connsiteX943" fmla="*/ 285074 w 7467600"/>
              <a:gd name="connsiteY943" fmla="*/ 182755 h 6858000"/>
              <a:gd name="connsiteX944" fmla="*/ 43151 w 7467600"/>
              <a:gd name="connsiteY94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289862 w 7467600"/>
              <a:gd name="connsiteY11" fmla="*/ 6659827 h 6858000"/>
              <a:gd name="connsiteX12" fmla="*/ 1019354 w 7467600"/>
              <a:gd name="connsiteY12" fmla="*/ 6315006 h 6858000"/>
              <a:gd name="connsiteX13" fmla="*/ 441046 w 7467600"/>
              <a:gd name="connsiteY13" fmla="*/ 6691153 h 6858000"/>
              <a:gd name="connsiteX14" fmla="*/ 1019354 w 7467600"/>
              <a:gd name="connsiteY14" fmla="*/ 6315006 h 6858000"/>
              <a:gd name="connsiteX15" fmla="*/ 991680 w 7467600"/>
              <a:gd name="connsiteY15" fmla="*/ 6298413 h 6858000"/>
              <a:gd name="connsiteX16" fmla="*/ 409060 w 7467600"/>
              <a:gd name="connsiteY16" fmla="*/ 6671470 h 6858000"/>
              <a:gd name="connsiteX17" fmla="*/ 991680 w 7467600"/>
              <a:gd name="connsiteY17" fmla="*/ 6298413 h 6858000"/>
              <a:gd name="connsiteX18" fmla="*/ 103333 w 7467600"/>
              <a:gd name="connsiteY18" fmla="*/ 5699602 h 6858000"/>
              <a:gd name="connsiteX19" fmla="*/ 233938 w 7467600"/>
              <a:gd name="connsiteY19" fmla="*/ 5809416 h 6858000"/>
              <a:gd name="connsiteX20" fmla="*/ 883580 w 7467600"/>
              <a:gd name="connsiteY20" fmla="*/ 6180710 h 6858000"/>
              <a:gd name="connsiteX21" fmla="*/ 487337 w 7467600"/>
              <a:gd name="connsiteY21" fmla="*/ 5950182 h 6858000"/>
              <a:gd name="connsiteX22" fmla="*/ 354051 w 7467600"/>
              <a:gd name="connsiteY22" fmla="*/ 5854912 h 6858000"/>
              <a:gd name="connsiteX23" fmla="*/ 195436 w 7467600"/>
              <a:gd name="connsiteY23" fmla="*/ 5755068 h 6858000"/>
              <a:gd name="connsiteX24" fmla="*/ 103333 w 7467600"/>
              <a:gd name="connsiteY24" fmla="*/ 5699602 h 6858000"/>
              <a:gd name="connsiteX25" fmla="*/ 5539432 w 7467600"/>
              <a:gd name="connsiteY25" fmla="*/ 5642928 h 6858000"/>
              <a:gd name="connsiteX26" fmla="*/ 5555462 w 7467600"/>
              <a:gd name="connsiteY26" fmla="*/ 5694454 h 6858000"/>
              <a:gd name="connsiteX27" fmla="*/ 5828270 w 7467600"/>
              <a:gd name="connsiteY27" fmla="*/ 6320663 h 6858000"/>
              <a:gd name="connsiteX28" fmla="*/ 5947416 w 7467600"/>
              <a:gd name="connsiteY28" fmla="*/ 6574846 h 6858000"/>
              <a:gd name="connsiteX29" fmla="*/ 5539432 w 7467600"/>
              <a:gd name="connsiteY29" fmla="*/ 5642928 h 6858000"/>
              <a:gd name="connsiteX30" fmla="*/ 51253 w 7467600"/>
              <a:gd name="connsiteY30" fmla="*/ 5631825 h 6858000"/>
              <a:gd name="connsiteX31" fmla="*/ 211622 w 7467600"/>
              <a:gd name="connsiteY31" fmla="*/ 5728803 h 6858000"/>
              <a:gd name="connsiteX32" fmla="*/ 371652 w 7467600"/>
              <a:gd name="connsiteY32" fmla="*/ 5829062 h 6858000"/>
              <a:gd name="connsiteX33" fmla="*/ 505903 w 7467600"/>
              <a:gd name="connsiteY33" fmla="*/ 5925221 h 6858000"/>
              <a:gd name="connsiteX34" fmla="*/ 899240 w 7467600"/>
              <a:gd name="connsiteY34" fmla="*/ 6153068 h 6858000"/>
              <a:gd name="connsiteX35" fmla="*/ 988114 w 7467600"/>
              <a:gd name="connsiteY35" fmla="*/ 6174204 h 6858000"/>
              <a:gd name="connsiteX36" fmla="*/ 845971 w 7467600"/>
              <a:gd name="connsiteY36" fmla="*/ 6067177 h 6858000"/>
              <a:gd name="connsiteX37" fmla="*/ 448057 w 7467600"/>
              <a:gd name="connsiteY37" fmla="*/ 5841376 h 6858000"/>
              <a:gd name="connsiteX38" fmla="*/ 51253 w 7467600"/>
              <a:gd name="connsiteY38" fmla="*/ 5631825 h 6858000"/>
              <a:gd name="connsiteX39" fmla="*/ 2606687 w 7467600"/>
              <a:gd name="connsiteY39" fmla="*/ 5630718 h 6858000"/>
              <a:gd name="connsiteX40" fmla="*/ 2645658 w 7467600"/>
              <a:gd name="connsiteY40" fmla="*/ 6640259 h 6858000"/>
              <a:gd name="connsiteX41" fmla="*/ 2606687 w 7467600"/>
              <a:gd name="connsiteY41" fmla="*/ 5630718 h 6858000"/>
              <a:gd name="connsiteX42" fmla="*/ 3642057 w 7467600"/>
              <a:gd name="connsiteY42" fmla="*/ 5573487 h 6858000"/>
              <a:gd name="connsiteX43" fmla="*/ 3632981 w 7467600"/>
              <a:gd name="connsiteY43" fmla="*/ 5579437 h 6858000"/>
              <a:gd name="connsiteX44" fmla="*/ 3382436 w 7467600"/>
              <a:gd name="connsiteY44" fmla="*/ 5952726 h 6858000"/>
              <a:gd name="connsiteX45" fmla="*/ 3191929 w 7467600"/>
              <a:gd name="connsiteY45" fmla="*/ 6662669 h 6858000"/>
              <a:gd name="connsiteX46" fmla="*/ 3369898 w 7467600"/>
              <a:gd name="connsiteY46" fmla="*/ 6081771 h 6858000"/>
              <a:gd name="connsiteX47" fmla="*/ 3642057 w 7467600"/>
              <a:gd name="connsiteY47" fmla="*/ 5573487 h 6858000"/>
              <a:gd name="connsiteX48" fmla="*/ 2650666 w 7467600"/>
              <a:gd name="connsiteY48" fmla="*/ 5530686 h 6858000"/>
              <a:gd name="connsiteX49" fmla="*/ 2650249 w 7467600"/>
              <a:gd name="connsiteY49" fmla="*/ 5532101 h 6858000"/>
              <a:gd name="connsiteX50" fmla="*/ 2663808 w 7467600"/>
              <a:gd name="connsiteY50" fmla="*/ 6535215 h 6858000"/>
              <a:gd name="connsiteX51" fmla="*/ 2665418 w 7467600"/>
              <a:gd name="connsiteY51" fmla="*/ 6132756 h 6858000"/>
              <a:gd name="connsiteX52" fmla="*/ 2650666 w 7467600"/>
              <a:gd name="connsiteY52" fmla="*/ 5530686 h 6858000"/>
              <a:gd name="connsiteX53" fmla="*/ 2680277 w 7467600"/>
              <a:gd name="connsiteY53" fmla="*/ 5479204 h 6858000"/>
              <a:gd name="connsiteX54" fmla="*/ 2678972 w 7467600"/>
              <a:gd name="connsiteY54" fmla="*/ 5481582 h 6858000"/>
              <a:gd name="connsiteX55" fmla="*/ 2696666 w 7467600"/>
              <a:gd name="connsiteY55" fmla="*/ 6133836 h 6858000"/>
              <a:gd name="connsiteX56" fmla="*/ 2695769 w 7467600"/>
              <a:gd name="connsiteY56" fmla="*/ 6390955 h 6858000"/>
              <a:gd name="connsiteX57" fmla="*/ 2739893 w 7467600"/>
              <a:gd name="connsiteY57" fmla="*/ 6108357 h 6858000"/>
              <a:gd name="connsiteX58" fmla="*/ 2680277 w 7467600"/>
              <a:gd name="connsiteY58" fmla="*/ 5479204 h 6858000"/>
              <a:gd name="connsiteX59" fmla="*/ 1132195 w 7467600"/>
              <a:gd name="connsiteY59" fmla="*/ 5467980 h 6858000"/>
              <a:gd name="connsiteX60" fmla="*/ 1679056 w 7467600"/>
              <a:gd name="connsiteY60" fmla="*/ 5516907 h 6858000"/>
              <a:gd name="connsiteX61" fmla="*/ 2128648 w 7467600"/>
              <a:gd name="connsiteY61" fmla="*/ 5474249 h 6858000"/>
              <a:gd name="connsiteX62" fmla="*/ 1825619 w 7467600"/>
              <a:gd name="connsiteY62" fmla="*/ 5478447 h 6858000"/>
              <a:gd name="connsiteX63" fmla="*/ 1737798 w 7467600"/>
              <a:gd name="connsiteY63" fmla="*/ 5483353 h 6858000"/>
              <a:gd name="connsiteX64" fmla="*/ 1132195 w 7467600"/>
              <a:gd name="connsiteY64" fmla="*/ 5467980 h 6858000"/>
              <a:gd name="connsiteX65" fmla="*/ 1456157 w 7467600"/>
              <a:gd name="connsiteY65" fmla="*/ 5371404 h 6858000"/>
              <a:gd name="connsiteX66" fmla="*/ 1244432 w 7467600"/>
              <a:gd name="connsiteY66" fmla="*/ 5385601 h 6858000"/>
              <a:gd name="connsiteX67" fmla="*/ 973990 w 7467600"/>
              <a:gd name="connsiteY67" fmla="*/ 5424940 h 6858000"/>
              <a:gd name="connsiteX68" fmla="*/ 1103809 w 7467600"/>
              <a:gd name="connsiteY68" fmla="*/ 5433720 h 6858000"/>
              <a:gd name="connsiteX69" fmla="*/ 1123454 w 7467600"/>
              <a:gd name="connsiteY69" fmla="*/ 5435727 h 6858000"/>
              <a:gd name="connsiteX70" fmla="*/ 1737017 w 7467600"/>
              <a:gd name="connsiteY70" fmla="*/ 5452183 h 6858000"/>
              <a:gd name="connsiteX71" fmla="*/ 1824397 w 7467600"/>
              <a:gd name="connsiteY71" fmla="*/ 5447757 h 6858000"/>
              <a:gd name="connsiteX72" fmla="*/ 2070059 w 7467600"/>
              <a:gd name="connsiteY72" fmla="*/ 5441660 h 6858000"/>
              <a:gd name="connsiteX73" fmla="*/ 1456157 w 7467600"/>
              <a:gd name="connsiteY73" fmla="*/ 5371404 h 6858000"/>
              <a:gd name="connsiteX74" fmla="*/ 4988186 w 7467600"/>
              <a:gd name="connsiteY74" fmla="*/ 5216467 h 6858000"/>
              <a:gd name="connsiteX75" fmla="*/ 4777334 w 7467600"/>
              <a:gd name="connsiteY75" fmla="*/ 5406072 h 6858000"/>
              <a:gd name="connsiteX76" fmla="*/ 4718341 w 7467600"/>
              <a:gd name="connsiteY76" fmla="*/ 5468043 h 6858000"/>
              <a:gd name="connsiteX77" fmla="*/ 4604655 w 7467600"/>
              <a:gd name="connsiteY77" fmla="*/ 5583434 h 6858000"/>
              <a:gd name="connsiteX78" fmla="*/ 4565074 w 7467600"/>
              <a:gd name="connsiteY78" fmla="*/ 5618550 h 6858000"/>
              <a:gd name="connsiteX79" fmla="*/ 4988186 w 7467600"/>
              <a:gd name="connsiteY79" fmla="*/ 5216467 h 6858000"/>
              <a:gd name="connsiteX80" fmla="*/ 4978032 w 7467600"/>
              <a:gd name="connsiteY80" fmla="*/ 5183809 h 6858000"/>
              <a:gd name="connsiteX81" fmla="*/ 4463413 w 7467600"/>
              <a:gd name="connsiteY81" fmla="*/ 5615162 h 6858000"/>
              <a:gd name="connsiteX82" fmla="*/ 4358134 w 7467600"/>
              <a:gd name="connsiteY82" fmla="*/ 5742791 h 6858000"/>
              <a:gd name="connsiteX83" fmla="*/ 4376219 w 7467600"/>
              <a:gd name="connsiteY83" fmla="*/ 5729027 h 6858000"/>
              <a:gd name="connsiteX84" fmla="*/ 4582340 w 7467600"/>
              <a:gd name="connsiteY84" fmla="*/ 5561037 h 6858000"/>
              <a:gd name="connsiteX85" fmla="*/ 4694684 w 7467600"/>
              <a:gd name="connsiteY85" fmla="*/ 5447098 h 6858000"/>
              <a:gd name="connsiteX86" fmla="*/ 4754123 w 7467600"/>
              <a:gd name="connsiteY86" fmla="*/ 5384643 h 6858000"/>
              <a:gd name="connsiteX87" fmla="*/ 4978032 w 7467600"/>
              <a:gd name="connsiteY87" fmla="*/ 5183809 h 6858000"/>
              <a:gd name="connsiteX88" fmla="*/ 1903353 w 7467600"/>
              <a:gd name="connsiteY88" fmla="*/ 5044827 h 6858000"/>
              <a:gd name="connsiteX89" fmla="*/ 1936931 w 7467600"/>
              <a:gd name="connsiteY89" fmla="*/ 5093954 h 6858000"/>
              <a:gd name="connsiteX90" fmla="*/ 2195868 w 7467600"/>
              <a:gd name="connsiteY90" fmla="*/ 5396574 h 6858000"/>
              <a:gd name="connsiteX91" fmla="*/ 2088852 w 7467600"/>
              <a:gd name="connsiteY91" fmla="*/ 5166123 h 6858000"/>
              <a:gd name="connsiteX92" fmla="*/ 1958241 w 7467600"/>
              <a:gd name="connsiteY92" fmla="*/ 5067955 h 6858000"/>
              <a:gd name="connsiteX93" fmla="*/ 1903353 w 7467600"/>
              <a:gd name="connsiteY93" fmla="*/ 5044827 h 6858000"/>
              <a:gd name="connsiteX94" fmla="*/ 1979378 w 7467600"/>
              <a:gd name="connsiteY94" fmla="*/ 4769504 h 6858000"/>
              <a:gd name="connsiteX95" fmla="*/ 2882120 w 7467600"/>
              <a:gd name="connsiteY95" fmla="*/ 5064547 h 6858000"/>
              <a:gd name="connsiteX96" fmla="*/ 2793103 w 7467600"/>
              <a:gd name="connsiteY96" fmla="*/ 5039699 h 6858000"/>
              <a:gd name="connsiteX97" fmla="*/ 2770041 w 7467600"/>
              <a:gd name="connsiteY97" fmla="*/ 5033634 h 6858000"/>
              <a:gd name="connsiteX98" fmla="*/ 1979378 w 7467600"/>
              <a:gd name="connsiteY98" fmla="*/ 4769504 h 6858000"/>
              <a:gd name="connsiteX99" fmla="*/ 1927410 w 7467600"/>
              <a:gd name="connsiteY99" fmla="*/ 4716164 h 6858000"/>
              <a:gd name="connsiteX100" fmla="*/ 1959587 w 7467600"/>
              <a:gd name="connsiteY100" fmla="*/ 4728849 h 6858000"/>
              <a:gd name="connsiteX101" fmla="*/ 2777707 w 7467600"/>
              <a:gd name="connsiteY101" fmla="*/ 5003991 h 6858000"/>
              <a:gd name="connsiteX102" fmla="*/ 2800768 w 7467600"/>
              <a:gd name="connsiteY102" fmla="*/ 5010056 h 6858000"/>
              <a:gd name="connsiteX103" fmla="*/ 2879408 w 7467600"/>
              <a:gd name="connsiteY103" fmla="*/ 5031590 h 6858000"/>
              <a:gd name="connsiteX104" fmla="*/ 2862295 w 7467600"/>
              <a:gd name="connsiteY104" fmla="*/ 5022958 h 6858000"/>
              <a:gd name="connsiteX105" fmla="*/ 2813343 w 7467600"/>
              <a:gd name="connsiteY105" fmla="*/ 4998369 h 6858000"/>
              <a:gd name="connsiteX106" fmla="*/ 2646245 w 7467600"/>
              <a:gd name="connsiteY106" fmla="*/ 4930999 h 6858000"/>
              <a:gd name="connsiteX107" fmla="*/ 1999243 w 7467600"/>
              <a:gd name="connsiteY107" fmla="*/ 4730524 h 6858000"/>
              <a:gd name="connsiteX108" fmla="*/ 1979527 w 7467600"/>
              <a:gd name="connsiteY108" fmla="*/ 4726651 h 6858000"/>
              <a:gd name="connsiteX109" fmla="*/ 1927410 w 7467600"/>
              <a:gd name="connsiteY109" fmla="*/ 4716164 h 6858000"/>
              <a:gd name="connsiteX110" fmla="*/ 1997014 w 7467600"/>
              <a:gd name="connsiteY110" fmla="*/ 4698007 h 6858000"/>
              <a:gd name="connsiteX111" fmla="*/ 2005458 w 7467600"/>
              <a:gd name="connsiteY111" fmla="*/ 4699540 h 6858000"/>
              <a:gd name="connsiteX112" fmla="*/ 2657186 w 7467600"/>
              <a:gd name="connsiteY112" fmla="*/ 4901687 h 6858000"/>
              <a:gd name="connsiteX113" fmla="*/ 2826662 w 7467600"/>
              <a:gd name="connsiteY113" fmla="*/ 4970362 h 6858000"/>
              <a:gd name="connsiteX114" fmla="*/ 2876100 w 7467600"/>
              <a:gd name="connsiteY114" fmla="*/ 4995397 h 6858000"/>
              <a:gd name="connsiteX115" fmla="*/ 3042600 w 7467600"/>
              <a:gd name="connsiteY115" fmla="*/ 5059532 h 6858000"/>
              <a:gd name="connsiteX116" fmla="*/ 1997014 w 7467600"/>
              <a:gd name="connsiteY116" fmla="*/ 4698007 h 6858000"/>
              <a:gd name="connsiteX117" fmla="*/ 2305292 w 7467600"/>
              <a:gd name="connsiteY117" fmla="*/ 4219492 h 6858000"/>
              <a:gd name="connsiteX118" fmla="*/ 3360922 w 7467600"/>
              <a:gd name="connsiteY118" fmla="*/ 4529373 h 6858000"/>
              <a:gd name="connsiteX119" fmla="*/ 3492420 w 7467600"/>
              <a:gd name="connsiteY119" fmla="*/ 4510145 h 6858000"/>
              <a:gd name="connsiteX120" fmla="*/ 3364086 w 7467600"/>
              <a:gd name="connsiteY120" fmla="*/ 4480340 h 6858000"/>
              <a:gd name="connsiteX121" fmla="*/ 3225818 w 7467600"/>
              <a:gd name="connsiteY121" fmla="*/ 4411822 h 6858000"/>
              <a:gd name="connsiteX122" fmla="*/ 3129696 w 7467600"/>
              <a:gd name="connsiteY122" fmla="*/ 4360704 h 6858000"/>
              <a:gd name="connsiteX123" fmla="*/ 2814545 w 7467600"/>
              <a:gd name="connsiteY123" fmla="*/ 4282955 h 6858000"/>
              <a:gd name="connsiteX124" fmla="*/ 2305292 w 7467600"/>
              <a:gd name="connsiteY124" fmla="*/ 4219492 h 6858000"/>
              <a:gd name="connsiteX125" fmla="*/ 2626982 w 7467600"/>
              <a:gd name="connsiteY125" fmla="*/ 4206450 h 6858000"/>
              <a:gd name="connsiteX126" fmla="*/ 2490617 w 7467600"/>
              <a:gd name="connsiteY126" fmla="*/ 4206951 h 6858000"/>
              <a:gd name="connsiteX127" fmla="*/ 2819869 w 7467600"/>
              <a:gd name="connsiteY127" fmla="*/ 4252936 h 6858000"/>
              <a:gd name="connsiteX128" fmla="*/ 3143018 w 7467600"/>
              <a:gd name="connsiteY128" fmla="*/ 4332698 h 6858000"/>
              <a:gd name="connsiteX129" fmla="*/ 3241520 w 7467600"/>
              <a:gd name="connsiteY129" fmla="*/ 4385112 h 6858000"/>
              <a:gd name="connsiteX130" fmla="*/ 3374575 w 7467600"/>
              <a:gd name="connsiteY130" fmla="*/ 4451517 h 6858000"/>
              <a:gd name="connsiteX131" fmla="*/ 3505221 w 7467600"/>
              <a:gd name="connsiteY131" fmla="*/ 4480757 h 6858000"/>
              <a:gd name="connsiteX132" fmla="*/ 2626982 w 7467600"/>
              <a:gd name="connsiteY132" fmla="*/ 4206450 h 6858000"/>
              <a:gd name="connsiteX133" fmla="*/ 1310106 w 7467600"/>
              <a:gd name="connsiteY133" fmla="*/ 3943217 h 6858000"/>
              <a:gd name="connsiteX134" fmla="*/ 854994 w 7467600"/>
              <a:gd name="connsiteY134" fmla="*/ 4399136 h 6858000"/>
              <a:gd name="connsiteX135" fmla="*/ 742462 w 7467600"/>
              <a:gd name="connsiteY135" fmla="*/ 4594648 h 6858000"/>
              <a:gd name="connsiteX136" fmla="*/ 820602 w 7467600"/>
              <a:gd name="connsiteY136" fmla="*/ 4485915 h 6858000"/>
              <a:gd name="connsiteX137" fmla="*/ 878295 w 7467600"/>
              <a:gd name="connsiteY137" fmla="*/ 4403594 h 6858000"/>
              <a:gd name="connsiteX138" fmla="*/ 1240607 w 7467600"/>
              <a:gd name="connsiteY138" fmla="*/ 4010401 h 6858000"/>
              <a:gd name="connsiteX139" fmla="*/ 1310106 w 7467600"/>
              <a:gd name="connsiteY139" fmla="*/ 3943217 h 6858000"/>
              <a:gd name="connsiteX140" fmla="*/ 1423113 w 7467600"/>
              <a:gd name="connsiteY140" fmla="*/ 3874565 h 6858000"/>
              <a:gd name="connsiteX141" fmla="*/ 1260565 w 7467600"/>
              <a:gd name="connsiteY141" fmla="*/ 4031982 h 6858000"/>
              <a:gd name="connsiteX142" fmla="*/ 901900 w 7467600"/>
              <a:gd name="connsiteY142" fmla="*/ 4421236 h 6858000"/>
              <a:gd name="connsiteX143" fmla="*/ 845044 w 7467600"/>
              <a:gd name="connsiteY143" fmla="*/ 4502436 h 6858000"/>
              <a:gd name="connsiteX144" fmla="*/ 685926 w 7467600"/>
              <a:gd name="connsiteY144" fmla="*/ 4703069 h 6858000"/>
              <a:gd name="connsiteX145" fmla="*/ 684248 w 7467600"/>
              <a:gd name="connsiteY145" fmla="*/ 4706721 h 6858000"/>
              <a:gd name="connsiteX146" fmla="*/ 1423113 w 7467600"/>
              <a:gd name="connsiteY146" fmla="*/ 3874565 h 6858000"/>
              <a:gd name="connsiteX147" fmla="*/ 3316479 w 7467600"/>
              <a:gd name="connsiteY147" fmla="*/ 3872136 h 6858000"/>
              <a:gd name="connsiteX148" fmla="*/ 3546806 w 7467600"/>
              <a:gd name="connsiteY148" fmla="*/ 4356139 h 6858000"/>
              <a:gd name="connsiteX149" fmla="*/ 3364433 w 7467600"/>
              <a:gd name="connsiteY149" fmla="*/ 3953121 h 6858000"/>
              <a:gd name="connsiteX150" fmla="*/ 3316479 w 7467600"/>
              <a:gd name="connsiteY150" fmla="*/ 3872136 h 6858000"/>
              <a:gd name="connsiteX151" fmla="*/ 3291335 w 7467600"/>
              <a:gd name="connsiteY151" fmla="*/ 3767420 h 6858000"/>
              <a:gd name="connsiteX152" fmla="*/ 3390805 w 7467600"/>
              <a:gd name="connsiteY152" fmla="*/ 3937163 h 6858000"/>
              <a:gd name="connsiteX153" fmla="*/ 3579062 w 7467600"/>
              <a:gd name="connsiteY153" fmla="*/ 4359040 h 6858000"/>
              <a:gd name="connsiteX154" fmla="*/ 3467355 w 7467600"/>
              <a:gd name="connsiteY154" fmla="*/ 3988130 h 6858000"/>
              <a:gd name="connsiteX155" fmla="*/ 3310753 w 7467600"/>
              <a:gd name="connsiteY155" fmla="*/ 3787140 h 6858000"/>
              <a:gd name="connsiteX156" fmla="*/ 3291335 w 7467600"/>
              <a:gd name="connsiteY156" fmla="*/ 3767420 h 6858000"/>
              <a:gd name="connsiteX157" fmla="*/ 1635889 w 7467600"/>
              <a:gd name="connsiteY157" fmla="*/ 3709494 h 6858000"/>
              <a:gd name="connsiteX158" fmla="*/ 1634800 w 7467600"/>
              <a:gd name="connsiteY158" fmla="*/ 3731111 h 6858000"/>
              <a:gd name="connsiteX159" fmla="*/ 1635889 w 7467600"/>
              <a:gd name="connsiteY159" fmla="*/ 3709494 h 6858000"/>
              <a:gd name="connsiteX160" fmla="*/ 1510397 w 7467600"/>
              <a:gd name="connsiteY160" fmla="*/ 3684705 h 6858000"/>
              <a:gd name="connsiteX161" fmla="*/ 1146550 w 7467600"/>
              <a:gd name="connsiteY161" fmla="*/ 3802012 h 6858000"/>
              <a:gd name="connsiteX162" fmla="*/ 698834 w 7467600"/>
              <a:gd name="connsiteY162" fmla="*/ 3952272 h 6858000"/>
              <a:gd name="connsiteX163" fmla="*/ 34256 w 7467600"/>
              <a:gd name="connsiteY163" fmla="*/ 4347603 h 6858000"/>
              <a:gd name="connsiteX164" fmla="*/ 527241 w 7467600"/>
              <a:gd name="connsiteY164" fmla="*/ 4065078 h 6858000"/>
              <a:gd name="connsiteX165" fmla="*/ 1510397 w 7467600"/>
              <a:gd name="connsiteY165" fmla="*/ 3684705 h 6858000"/>
              <a:gd name="connsiteX166" fmla="*/ 1313114 w 7467600"/>
              <a:gd name="connsiteY166" fmla="*/ 3655216 h 6858000"/>
              <a:gd name="connsiteX167" fmla="*/ 1109304 w 7467600"/>
              <a:gd name="connsiteY167" fmla="*/ 3669030 h 6858000"/>
              <a:gd name="connsiteX168" fmla="*/ 8129 w 7467600"/>
              <a:gd name="connsiteY168" fmla="*/ 4330519 h 6858000"/>
              <a:gd name="connsiteX169" fmla="*/ 687572 w 7467600"/>
              <a:gd name="connsiteY169" fmla="*/ 3925629 h 6858000"/>
              <a:gd name="connsiteX170" fmla="*/ 1138365 w 7467600"/>
              <a:gd name="connsiteY170" fmla="*/ 3774515 h 6858000"/>
              <a:gd name="connsiteX171" fmla="*/ 1505579 w 7467600"/>
              <a:gd name="connsiteY171" fmla="*/ 3655526 h 6858000"/>
              <a:gd name="connsiteX172" fmla="*/ 1313114 w 7467600"/>
              <a:gd name="connsiteY172" fmla="*/ 3655216 h 6858000"/>
              <a:gd name="connsiteX173" fmla="*/ 3655073 w 7467600"/>
              <a:gd name="connsiteY173" fmla="*/ 3650884 h 6858000"/>
              <a:gd name="connsiteX174" fmla="*/ 3989938 w 7467600"/>
              <a:gd name="connsiteY174" fmla="*/ 3991685 h 6858000"/>
              <a:gd name="connsiteX175" fmla="*/ 4393907 w 7467600"/>
              <a:gd name="connsiteY175" fmla="*/ 4261258 h 6858000"/>
              <a:gd name="connsiteX176" fmla="*/ 4648051 w 7467600"/>
              <a:gd name="connsiteY176" fmla="*/ 4374051 h 6858000"/>
              <a:gd name="connsiteX177" fmla="*/ 4383389 w 7467600"/>
              <a:gd name="connsiteY177" fmla="*/ 4184369 h 6858000"/>
              <a:gd name="connsiteX178" fmla="*/ 4165508 w 7467600"/>
              <a:gd name="connsiteY178" fmla="*/ 4035196 h 6858000"/>
              <a:gd name="connsiteX179" fmla="*/ 4068162 w 7467600"/>
              <a:gd name="connsiteY179" fmla="*/ 3953394 h 6858000"/>
              <a:gd name="connsiteX180" fmla="*/ 3981416 w 7467600"/>
              <a:gd name="connsiteY180" fmla="*/ 3880482 h 6858000"/>
              <a:gd name="connsiteX181" fmla="*/ 3800147 w 7467600"/>
              <a:gd name="connsiteY181" fmla="*/ 3749872 h 6858000"/>
              <a:gd name="connsiteX182" fmla="*/ 3655073 w 7467600"/>
              <a:gd name="connsiteY182" fmla="*/ 3650884 h 6858000"/>
              <a:gd name="connsiteX183" fmla="*/ 3670252 w 7467600"/>
              <a:gd name="connsiteY183" fmla="*/ 3622798 h 6858000"/>
              <a:gd name="connsiteX184" fmla="*/ 3817258 w 7467600"/>
              <a:gd name="connsiteY184" fmla="*/ 3723577 h 6858000"/>
              <a:gd name="connsiteX185" fmla="*/ 4000461 w 7467600"/>
              <a:gd name="connsiteY185" fmla="*/ 3855966 h 6858000"/>
              <a:gd name="connsiteX186" fmla="*/ 4088180 w 7467600"/>
              <a:gd name="connsiteY186" fmla="*/ 3929774 h 6858000"/>
              <a:gd name="connsiteX187" fmla="*/ 4184555 w 7467600"/>
              <a:gd name="connsiteY187" fmla="*/ 4010683 h 6858000"/>
              <a:gd name="connsiteX188" fmla="*/ 4399563 w 7467600"/>
              <a:gd name="connsiteY188" fmla="*/ 4158106 h 6858000"/>
              <a:gd name="connsiteX189" fmla="*/ 4684469 w 7467600"/>
              <a:gd name="connsiteY189" fmla="*/ 4364680 h 6858000"/>
              <a:gd name="connsiteX190" fmla="*/ 4690271 w 7467600"/>
              <a:gd name="connsiteY190" fmla="*/ 4370034 h 6858000"/>
              <a:gd name="connsiteX191" fmla="*/ 4136093 w 7467600"/>
              <a:gd name="connsiteY191" fmla="*/ 3858466 h 6858000"/>
              <a:gd name="connsiteX192" fmla="*/ 3670252 w 7467600"/>
              <a:gd name="connsiteY192" fmla="*/ 3622798 h 6858000"/>
              <a:gd name="connsiteX193" fmla="*/ 4440129 w 7467600"/>
              <a:gd name="connsiteY193" fmla="*/ 3448571 h 6858000"/>
              <a:gd name="connsiteX194" fmla="*/ 4856525 w 7467600"/>
              <a:gd name="connsiteY194" fmla="*/ 3915351 h 6858000"/>
              <a:gd name="connsiteX195" fmla="*/ 5059055 w 7467600"/>
              <a:gd name="connsiteY195" fmla="*/ 4108918 h 6858000"/>
              <a:gd name="connsiteX196" fmla="*/ 5290070 w 7467600"/>
              <a:gd name="connsiteY196" fmla="*/ 4263619 h 6858000"/>
              <a:gd name="connsiteX197" fmla="*/ 4834991 w 7467600"/>
              <a:gd name="connsiteY197" fmla="*/ 3830985 h 6858000"/>
              <a:gd name="connsiteX198" fmla="*/ 4440129 w 7467600"/>
              <a:gd name="connsiteY198" fmla="*/ 3448571 h 6858000"/>
              <a:gd name="connsiteX199" fmla="*/ 4441737 w 7467600"/>
              <a:gd name="connsiteY199" fmla="*/ 3399734 h 6858000"/>
              <a:gd name="connsiteX200" fmla="*/ 4431236 w 7467600"/>
              <a:gd name="connsiteY200" fmla="*/ 3400954 h 6858000"/>
              <a:gd name="connsiteX201" fmla="*/ 4557150 w 7467600"/>
              <a:gd name="connsiteY201" fmla="*/ 3510023 h 6858000"/>
              <a:gd name="connsiteX202" fmla="*/ 4856936 w 7467600"/>
              <a:gd name="connsiteY202" fmla="*/ 3809146 h 6858000"/>
              <a:gd name="connsiteX203" fmla="*/ 5111996 w 7467600"/>
              <a:gd name="connsiteY203" fmla="*/ 4065759 h 6858000"/>
              <a:gd name="connsiteX204" fmla="*/ 5388878 w 7467600"/>
              <a:gd name="connsiteY204" fmla="*/ 4300185 h 6858000"/>
              <a:gd name="connsiteX205" fmla="*/ 5425556 w 7467600"/>
              <a:gd name="connsiteY205" fmla="*/ 4308967 h 6858000"/>
              <a:gd name="connsiteX206" fmla="*/ 4943646 w 7467600"/>
              <a:gd name="connsiteY206" fmla="*/ 3822916 h 6858000"/>
              <a:gd name="connsiteX207" fmla="*/ 4594837 w 7467600"/>
              <a:gd name="connsiteY207" fmla="*/ 3532274 h 6858000"/>
              <a:gd name="connsiteX208" fmla="*/ 4441737 w 7467600"/>
              <a:gd name="connsiteY208" fmla="*/ 3399734 h 6858000"/>
              <a:gd name="connsiteX209" fmla="*/ 5425834 w 7467600"/>
              <a:gd name="connsiteY209" fmla="*/ 3162785 h 6858000"/>
              <a:gd name="connsiteX210" fmla="*/ 5401644 w 7467600"/>
              <a:gd name="connsiteY210" fmla="*/ 3617847 h 6858000"/>
              <a:gd name="connsiteX211" fmla="*/ 5467256 w 7467600"/>
              <a:gd name="connsiteY211" fmla="*/ 4175494 h 6858000"/>
              <a:gd name="connsiteX212" fmla="*/ 5448069 w 7467600"/>
              <a:gd name="connsiteY212" fmla="*/ 3567554 h 6858000"/>
              <a:gd name="connsiteX213" fmla="*/ 5425834 w 7467600"/>
              <a:gd name="connsiteY213" fmla="*/ 3162785 h 6858000"/>
              <a:gd name="connsiteX214" fmla="*/ 1318687 w 7467600"/>
              <a:gd name="connsiteY214" fmla="*/ 3113840 h 6858000"/>
              <a:gd name="connsiteX215" fmla="*/ 1066793 w 7467600"/>
              <a:gd name="connsiteY215" fmla="*/ 3212171 h 6858000"/>
              <a:gd name="connsiteX216" fmla="*/ 993319 w 7467600"/>
              <a:gd name="connsiteY216" fmla="*/ 3247648 h 6858000"/>
              <a:gd name="connsiteX217" fmla="*/ 853081 w 7467600"/>
              <a:gd name="connsiteY217" fmla="*/ 3312410 h 6858000"/>
              <a:gd name="connsiteX218" fmla="*/ 805957 w 7467600"/>
              <a:gd name="connsiteY218" fmla="*/ 3330443 h 6858000"/>
              <a:gd name="connsiteX219" fmla="*/ 1318687 w 7467600"/>
              <a:gd name="connsiteY219" fmla="*/ 3113840 h 6858000"/>
              <a:gd name="connsiteX220" fmla="*/ 5453702 w 7467600"/>
              <a:gd name="connsiteY220" fmla="*/ 3090882 h 6858000"/>
              <a:gd name="connsiteX221" fmla="*/ 5480135 w 7467600"/>
              <a:gd name="connsiteY221" fmla="*/ 3565802 h 6858000"/>
              <a:gd name="connsiteX222" fmla="*/ 5499023 w 7467600"/>
              <a:gd name="connsiteY222" fmla="*/ 4166310 h 6858000"/>
              <a:gd name="connsiteX223" fmla="*/ 5547022 w 7467600"/>
              <a:gd name="connsiteY223" fmla="*/ 3607838 h 6858000"/>
              <a:gd name="connsiteX224" fmla="*/ 5515964 w 7467600"/>
              <a:gd name="connsiteY224" fmla="*/ 3378541 h 6858000"/>
              <a:gd name="connsiteX225" fmla="*/ 5453702 w 7467600"/>
              <a:gd name="connsiteY225" fmla="*/ 3090882 h 6858000"/>
              <a:gd name="connsiteX226" fmla="*/ 1238695 w 7467600"/>
              <a:gd name="connsiteY226" fmla="*/ 3076820 h 6858000"/>
              <a:gd name="connsiteX227" fmla="*/ 716371 w 7467600"/>
              <a:gd name="connsiteY227" fmla="*/ 3293249 h 6858000"/>
              <a:gd name="connsiteX228" fmla="*/ 579522 w 7467600"/>
              <a:gd name="connsiteY228" fmla="*/ 3371759 h 6858000"/>
              <a:gd name="connsiteX229" fmla="*/ 600288 w 7467600"/>
              <a:gd name="connsiteY229" fmla="*/ 3365555 h 6858000"/>
              <a:gd name="connsiteX230" fmla="*/ 840692 w 7467600"/>
              <a:gd name="connsiteY230" fmla="*/ 3284921 h 6858000"/>
              <a:gd name="connsiteX231" fmla="*/ 979248 w 7467600"/>
              <a:gd name="connsiteY231" fmla="*/ 3221003 h 6858000"/>
              <a:gd name="connsiteX232" fmla="*/ 1053282 w 7467600"/>
              <a:gd name="connsiteY232" fmla="*/ 3185247 h 6858000"/>
              <a:gd name="connsiteX233" fmla="*/ 1320603 w 7467600"/>
              <a:gd name="connsiteY233" fmla="*/ 3081281 h 6858000"/>
              <a:gd name="connsiteX234" fmla="*/ 1238695 w 7467600"/>
              <a:gd name="connsiteY234" fmla="*/ 3076820 h 6858000"/>
              <a:gd name="connsiteX235" fmla="*/ 5425627 w 7467600"/>
              <a:gd name="connsiteY235" fmla="*/ 2954192 h 6858000"/>
              <a:gd name="connsiteX236" fmla="*/ 5470770 w 7467600"/>
              <a:gd name="connsiteY236" fmla="*/ 3005435 h 6858000"/>
              <a:gd name="connsiteX237" fmla="*/ 5519779 w 7467600"/>
              <a:gd name="connsiteY237" fmla="*/ 4359223 h 6858000"/>
              <a:gd name="connsiteX238" fmla="*/ 5520293 w 7467600"/>
              <a:gd name="connsiteY238" fmla="*/ 4360602 h 6858000"/>
              <a:gd name="connsiteX239" fmla="*/ 5767221 w 7467600"/>
              <a:gd name="connsiteY239" fmla="*/ 4665564 h 6858000"/>
              <a:gd name="connsiteX240" fmla="*/ 6937169 w 7467600"/>
              <a:gd name="connsiteY240" fmla="*/ 4815941 h 6858000"/>
              <a:gd name="connsiteX241" fmla="*/ 6953922 w 7467600"/>
              <a:gd name="connsiteY241" fmla="*/ 4890068 h 6858000"/>
              <a:gd name="connsiteX242" fmla="*/ 6071359 w 7467600"/>
              <a:gd name="connsiteY242" fmla="*/ 4770770 h 6858000"/>
              <a:gd name="connsiteX243" fmla="*/ 6038839 w 7467600"/>
              <a:gd name="connsiteY243" fmla="*/ 4764474 h 6858000"/>
              <a:gd name="connsiteX244" fmla="*/ 6038706 w 7467600"/>
              <a:gd name="connsiteY244" fmla="*/ 4763847 h 6858000"/>
              <a:gd name="connsiteX245" fmla="*/ 6037784 w 7467600"/>
              <a:gd name="connsiteY245" fmla="*/ 4764270 h 6858000"/>
              <a:gd name="connsiteX246" fmla="*/ 6038839 w 7467600"/>
              <a:gd name="connsiteY246" fmla="*/ 4764474 h 6858000"/>
              <a:gd name="connsiteX247" fmla="*/ 6040338 w 7467600"/>
              <a:gd name="connsiteY247" fmla="*/ 4771418 h 6858000"/>
              <a:gd name="connsiteX248" fmla="*/ 6024488 w 7467600"/>
              <a:gd name="connsiteY248" fmla="*/ 4809903 h 6858000"/>
              <a:gd name="connsiteX249" fmla="*/ 5599771 w 7467600"/>
              <a:gd name="connsiteY249" fmla="*/ 5509652 h 6858000"/>
              <a:gd name="connsiteX250" fmla="*/ 5548843 w 7467600"/>
              <a:gd name="connsiteY250" fmla="*/ 5563845 h 6858000"/>
              <a:gd name="connsiteX251" fmla="*/ 5940952 w 7467600"/>
              <a:gd name="connsiteY251" fmla="*/ 6250028 h 6858000"/>
              <a:gd name="connsiteX252" fmla="*/ 6043441 w 7467600"/>
              <a:gd name="connsiteY252" fmla="*/ 6665847 h 6858000"/>
              <a:gd name="connsiteX253" fmla="*/ 6093432 w 7467600"/>
              <a:gd name="connsiteY253" fmla="*/ 6858000 h 6858000"/>
              <a:gd name="connsiteX254" fmla="*/ 6034344 w 7467600"/>
              <a:gd name="connsiteY254" fmla="*/ 6858000 h 6858000"/>
              <a:gd name="connsiteX255" fmla="*/ 6026679 w 7467600"/>
              <a:gd name="connsiteY255" fmla="*/ 6836959 h 6858000"/>
              <a:gd name="connsiteX256" fmla="*/ 5800441 w 7467600"/>
              <a:gd name="connsiteY256" fmla="*/ 6335286 h 6858000"/>
              <a:gd name="connsiteX257" fmla="*/ 5526562 w 7467600"/>
              <a:gd name="connsiteY257" fmla="*/ 5705388 h 6858000"/>
              <a:gd name="connsiteX258" fmla="*/ 5519640 w 7467600"/>
              <a:gd name="connsiteY258" fmla="*/ 5683774 h 6858000"/>
              <a:gd name="connsiteX259" fmla="*/ 5844559 w 7467600"/>
              <a:gd name="connsiteY259" fmla="*/ 6553349 h 6858000"/>
              <a:gd name="connsiteX260" fmla="*/ 5975994 w 7467600"/>
              <a:gd name="connsiteY260" fmla="*/ 6858000 h 6858000"/>
              <a:gd name="connsiteX261" fmla="*/ 5898547 w 7467600"/>
              <a:gd name="connsiteY261" fmla="*/ 6858000 h 6858000"/>
              <a:gd name="connsiteX262" fmla="*/ 5682041 w 7467600"/>
              <a:gd name="connsiteY262" fmla="*/ 6355860 h 6858000"/>
              <a:gd name="connsiteX263" fmla="*/ 5461758 w 7467600"/>
              <a:gd name="connsiteY263" fmla="*/ 5820220 h 6858000"/>
              <a:gd name="connsiteX264" fmla="*/ 5237282 w 7467600"/>
              <a:gd name="connsiteY264" fmla="*/ 6579086 h 6858000"/>
              <a:gd name="connsiteX265" fmla="*/ 5115009 w 7467600"/>
              <a:gd name="connsiteY265" fmla="*/ 6858000 h 6858000"/>
              <a:gd name="connsiteX266" fmla="*/ 5028074 w 7467600"/>
              <a:gd name="connsiteY266" fmla="*/ 6858000 h 6858000"/>
              <a:gd name="connsiteX267" fmla="*/ 5079508 w 7467600"/>
              <a:gd name="connsiteY267" fmla="*/ 6749074 h 6858000"/>
              <a:gd name="connsiteX268" fmla="*/ 5371846 w 7467600"/>
              <a:gd name="connsiteY268" fmla="*/ 5924413 h 6858000"/>
              <a:gd name="connsiteX269" fmla="*/ 5270512 w 7467600"/>
              <a:gd name="connsiteY269" fmla="*/ 6138975 h 6858000"/>
              <a:gd name="connsiteX270" fmla="*/ 5062409 w 7467600"/>
              <a:gd name="connsiteY270" fmla="*/ 6653544 h 6858000"/>
              <a:gd name="connsiteX271" fmla="*/ 5036628 w 7467600"/>
              <a:gd name="connsiteY271" fmla="*/ 6754247 h 6858000"/>
              <a:gd name="connsiteX272" fmla="*/ 5009112 w 7467600"/>
              <a:gd name="connsiteY272" fmla="*/ 6858000 h 6858000"/>
              <a:gd name="connsiteX273" fmla="*/ 4976679 w 7467600"/>
              <a:gd name="connsiteY273" fmla="*/ 6858000 h 6858000"/>
              <a:gd name="connsiteX274" fmla="*/ 5006537 w 7467600"/>
              <a:gd name="connsiteY274" fmla="*/ 6747068 h 6858000"/>
              <a:gd name="connsiteX275" fmla="*/ 5032723 w 7467600"/>
              <a:gd name="connsiteY275" fmla="*/ 6644957 h 6858000"/>
              <a:gd name="connsiteX276" fmla="*/ 5242949 w 7467600"/>
              <a:gd name="connsiteY276" fmla="*/ 6125175 h 6858000"/>
              <a:gd name="connsiteX277" fmla="*/ 5286321 w 7467600"/>
              <a:gd name="connsiteY277" fmla="*/ 6033555 h 6858000"/>
              <a:gd name="connsiteX278" fmla="*/ 5008210 w 7467600"/>
              <a:gd name="connsiteY278" fmla="*/ 6649194 h 6858000"/>
              <a:gd name="connsiteX279" fmla="*/ 4986321 w 7467600"/>
              <a:gd name="connsiteY279" fmla="*/ 6765687 h 6858000"/>
              <a:gd name="connsiteX280" fmla="*/ 4973474 w 7467600"/>
              <a:gd name="connsiteY280" fmla="*/ 6858000 h 6858000"/>
              <a:gd name="connsiteX281" fmla="*/ 4907178 w 7467600"/>
              <a:gd name="connsiteY281" fmla="*/ 6858000 h 6858000"/>
              <a:gd name="connsiteX282" fmla="*/ 4910810 w 7467600"/>
              <a:gd name="connsiteY282" fmla="*/ 6829660 h 6858000"/>
              <a:gd name="connsiteX283" fmla="*/ 4987461 w 7467600"/>
              <a:gd name="connsiteY283" fmla="*/ 6432994 h 6858000"/>
              <a:gd name="connsiteX284" fmla="*/ 5179262 w 7467600"/>
              <a:gd name="connsiteY284" fmla="*/ 6035044 h 6858000"/>
              <a:gd name="connsiteX285" fmla="*/ 4689678 w 7467600"/>
              <a:gd name="connsiteY285" fmla="*/ 6440241 h 6858000"/>
              <a:gd name="connsiteX286" fmla="*/ 4477543 w 7467600"/>
              <a:gd name="connsiteY286" fmla="*/ 6674836 h 6858000"/>
              <a:gd name="connsiteX287" fmla="*/ 4329957 w 7467600"/>
              <a:gd name="connsiteY287" fmla="*/ 6858000 h 6858000"/>
              <a:gd name="connsiteX288" fmla="*/ 4218595 w 7467600"/>
              <a:gd name="connsiteY288" fmla="*/ 6858000 h 6858000"/>
              <a:gd name="connsiteX289" fmla="*/ 4368888 w 7467600"/>
              <a:gd name="connsiteY289" fmla="*/ 6668412 h 6858000"/>
              <a:gd name="connsiteX290" fmla="*/ 4563091 w 7467600"/>
              <a:gd name="connsiteY290" fmla="*/ 6442508 h 6858000"/>
              <a:gd name="connsiteX291" fmla="*/ 5387324 w 7467600"/>
              <a:gd name="connsiteY291" fmla="*/ 5705830 h 6858000"/>
              <a:gd name="connsiteX292" fmla="*/ 5073620 w 7467600"/>
              <a:gd name="connsiteY292" fmla="*/ 5955437 h 6858000"/>
              <a:gd name="connsiteX293" fmla="*/ 4689789 w 7467600"/>
              <a:gd name="connsiteY293" fmla="*/ 6268382 h 6858000"/>
              <a:gd name="connsiteX294" fmla="*/ 4418722 w 7467600"/>
              <a:gd name="connsiteY294" fmla="*/ 6570886 h 6858000"/>
              <a:gd name="connsiteX295" fmla="*/ 4214944 w 7467600"/>
              <a:gd name="connsiteY295" fmla="*/ 6858000 h 6858000"/>
              <a:gd name="connsiteX296" fmla="*/ 4177898 w 7467600"/>
              <a:gd name="connsiteY296" fmla="*/ 6858000 h 6858000"/>
              <a:gd name="connsiteX297" fmla="*/ 4391597 w 7467600"/>
              <a:gd name="connsiteY297" fmla="*/ 6556370 h 6858000"/>
              <a:gd name="connsiteX298" fmla="*/ 4668889 w 7467600"/>
              <a:gd name="connsiteY298" fmla="*/ 6246399 h 6858000"/>
              <a:gd name="connsiteX299" fmla="*/ 5055427 w 7467600"/>
              <a:gd name="connsiteY299" fmla="*/ 5931476 h 6858000"/>
              <a:gd name="connsiteX300" fmla="*/ 5371814 w 7467600"/>
              <a:gd name="connsiteY300" fmla="*/ 5678975 h 6858000"/>
              <a:gd name="connsiteX301" fmla="*/ 4987918 w 7467600"/>
              <a:gd name="connsiteY301" fmla="*/ 5838701 h 6858000"/>
              <a:gd name="connsiteX302" fmla="*/ 4317146 w 7467600"/>
              <a:gd name="connsiteY302" fmla="*/ 6587716 h 6858000"/>
              <a:gd name="connsiteX303" fmla="*/ 4171627 w 7467600"/>
              <a:gd name="connsiteY303" fmla="*/ 6858000 h 6858000"/>
              <a:gd name="connsiteX304" fmla="*/ 4081585 w 7467600"/>
              <a:gd name="connsiteY304" fmla="*/ 6858000 h 6858000"/>
              <a:gd name="connsiteX305" fmla="*/ 4238603 w 7467600"/>
              <a:gd name="connsiteY305" fmla="*/ 6559341 h 6858000"/>
              <a:gd name="connsiteX306" fmla="*/ 4778333 w 7467600"/>
              <a:gd name="connsiteY306" fmla="*/ 5873626 h 6858000"/>
              <a:gd name="connsiteX307" fmla="*/ 5414185 w 7467600"/>
              <a:gd name="connsiteY307" fmla="*/ 5573882 h 6858000"/>
              <a:gd name="connsiteX308" fmla="*/ 5959648 w 7467600"/>
              <a:gd name="connsiteY308" fmla="*/ 4760797 h 6858000"/>
              <a:gd name="connsiteX309" fmla="*/ 5355019 w 7467600"/>
              <a:gd name="connsiteY309" fmla="*/ 4734672 h 6858000"/>
              <a:gd name="connsiteX310" fmla="*/ 5083565 w 7467600"/>
              <a:gd name="connsiteY310" fmla="*/ 5179121 h 6858000"/>
              <a:gd name="connsiteX311" fmla="*/ 4713577 w 7467600"/>
              <a:gd name="connsiteY311" fmla="*/ 5616803 h 6858000"/>
              <a:gd name="connsiteX312" fmla="*/ 3989559 w 7467600"/>
              <a:gd name="connsiteY312" fmla="*/ 6145945 h 6858000"/>
              <a:gd name="connsiteX313" fmla="*/ 3939824 w 7467600"/>
              <a:gd name="connsiteY313" fmla="*/ 6066900 h 6858000"/>
              <a:gd name="connsiteX314" fmla="*/ 4584537 w 7467600"/>
              <a:gd name="connsiteY314" fmla="*/ 5324826 h 6858000"/>
              <a:gd name="connsiteX315" fmla="*/ 5037105 w 7467600"/>
              <a:gd name="connsiteY315" fmla="*/ 5088765 h 6858000"/>
              <a:gd name="connsiteX316" fmla="*/ 5039930 w 7467600"/>
              <a:gd name="connsiteY316" fmla="*/ 5089585 h 6858000"/>
              <a:gd name="connsiteX317" fmla="*/ 5263764 w 7467600"/>
              <a:gd name="connsiteY317" fmla="*/ 4735525 h 6858000"/>
              <a:gd name="connsiteX318" fmla="*/ 4086300 w 7467600"/>
              <a:gd name="connsiteY318" fmla="*/ 4884599 h 6858000"/>
              <a:gd name="connsiteX319" fmla="*/ 4085485 w 7467600"/>
              <a:gd name="connsiteY319" fmla="*/ 4899070 h 6858000"/>
              <a:gd name="connsiteX320" fmla="*/ 3871915 w 7467600"/>
              <a:gd name="connsiteY320" fmla="*/ 5253645 h 6858000"/>
              <a:gd name="connsiteX321" fmla="*/ 3799374 w 7467600"/>
              <a:gd name="connsiteY321" fmla="*/ 5466127 h 6858000"/>
              <a:gd name="connsiteX322" fmla="*/ 3498850 w 7467600"/>
              <a:gd name="connsiteY322" fmla="*/ 6661888 h 6858000"/>
              <a:gd name="connsiteX323" fmla="*/ 3399216 w 7467600"/>
              <a:gd name="connsiteY323" fmla="*/ 6858000 h 6858000"/>
              <a:gd name="connsiteX324" fmla="*/ 3303688 w 7467600"/>
              <a:gd name="connsiteY324" fmla="*/ 6858000 h 6858000"/>
              <a:gd name="connsiteX325" fmla="*/ 3391774 w 7467600"/>
              <a:gd name="connsiteY325" fmla="*/ 6697181 h 6858000"/>
              <a:gd name="connsiteX326" fmla="*/ 3735540 w 7467600"/>
              <a:gd name="connsiteY326" fmla="*/ 5546923 h 6858000"/>
              <a:gd name="connsiteX327" fmla="*/ 3729438 w 7467600"/>
              <a:gd name="connsiteY327" fmla="*/ 5569058 h 6858000"/>
              <a:gd name="connsiteX328" fmla="*/ 3707782 w 7467600"/>
              <a:gd name="connsiteY328" fmla="*/ 5644908 h 6858000"/>
              <a:gd name="connsiteX329" fmla="*/ 3583827 w 7467600"/>
              <a:gd name="connsiteY329" fmla="*/ 6039215 h 6858000"/>
              <a:gd name="connsiteX330" fmla="*/ 3547861 w 7467600"/>
              <a:gd name="connsiteY330" fmla="*/ 6129609 h 6858000"/>
              <a:gd name="connsiteX331" fmla="*/ 3490905 w 7467600"/>
              <a:gd name="connsiteY331" fmla="*/ 6277660 h 6858000"/>
              <a:gd name="connsiteX332" fmla="*/ 3455859 w 7467600"/>
              <a:gd name="connsiteY332" fmla="*/ 6391301 h 6858000"/>
              <a:gd name="connsiteX333" fmla="*/ 3429112 w 7467600"/>
              <a:gd name="connsiteY333" fmla="*/ 6479469 h 6858000"/>
              <a:gd name="connsiteX334" fmla="*/ 3304862 w 7467600"/>
              <a:gd name="connsiteY334" fmla="*/ 6796476 h 6858000"/>
              <a:gd name="connsiteX335" fmla="*/ 3276071 w 7467600"/>
              <a:gd name="connsiteY335" fmla="*/ 6858000 h 6858000"/>
              <a:gd name="connsiteX336" fmla="*/ 3240805 w 7467600"/>
              <a:gd name="connsiteY336" fmla="*/ 6858000 h 6858000"/>
              <a:gd name="connsiteX337" fmla="*/ 3275917 w 7467600"/>
              <a:gd name="connsiteY337" fmla="*/ 6783192 h 6858000"/>
              <a:gd name="connsiteX338" fmla="*/ 3399358 w 7467600"/>
              <a:gd name="connsiteY338" fmla="*/ 6469011 h 6858000"/>
              <a:gd name="connsiteX339" fmla="*/ 3425650 w 7467600"/>
              <a:gd name="connsiteY339" fmla="*/ 6381333 h 6858000"/>
              <a:gd name="connsiteX340" fmla="*/ 3460661 w 7467600"/>
              <a:gd name="connsiteY340" fmla="*/ 6266763 h 6858000"/>
              <a:gd name="connsiteX341" fmla="*/ 3518021 w 7467600"/>
              <a:gd name="connsiteY341" fmla="*/ 6117298 h 6858000"/>
              <a:gd name="connsiteX342" fmla="*/ 3554035 w 7467600"/>
              <a:gd name="connsiteY342" fmla="*/ 6027832 h 6858000"/>
              <a:gd name="connsiteX343" fmla="*/ 3677174 w 7467600"/>
              <a:gd name="connsiteY343" fmla="*/ 5636351 h 6858000"/>
              <a:gd name="connsiteX344" fmla="*/ 3698819 w 7467600"/>
              <a:gd name="connsiteY344" fmla="*/ 5560503 h 6858000"/>
              <a:gd name="connsiteX345" fmla="*/ 3702094 w 7467600"/>
              <a:gd name="connsiteY345" fmla="*/ 5549194 h 6858000"/>
              <a:gd name="connsiteX346" fmla="*/ 3398355 w 7467600"/>
              <a:gd name="connsiteY346" fmla="*/ 6094603 h 6858000"/>
              <a:gd name="connsiteX347" fmla="*/ 3193941 w 7467600"/>
              <a:gd name="connsiteY347" fmla="*/ 6798775 h 6858000"/>
              <a:gd name="connsiteX348" fmla="*/ 3184140 w 7467600"/>
              <a:gd name="connsiteY348" fmla="*/ 6858000 h 6858000"/>
              <a:gd name="connsiteX349" fmla="*/ 3099978 w 7467600"/>
              <a:gd name="connsiteY349" fmla="*/ 6858000 h 6858000"/>
              <a:gd name="connsiteX350" fmla="*/ 3101556 w 7467600"/>
              <a:gd name="connsiteY350" fmla="*/ 6843337 h 6858000"/>
              <a:gd name="connsiteX351" fmla="*/ 3370162 w 7467600"/>
              <a:gd name="connsiteY351" fmla="*/ 5785550 h 6858000"/>
              <a:gd name="connsiteX352" fmla="*/ 3746477 w 7467600"/>
              <a:gd name="connsiteY352" fmla="*/ 5377889 h 6858000"/>
              <a:gd name="connsiteX353" fmla="*/ 3863399 w 7467600"/>
              <a:gd name="connsiteY353" fmla="*/ 5087257 h 6858000"/>
              <a:gd name="connsiteX354" fmla="*/ 3968712 w 7467600"/>
              <a:gd name="connsiteY354" fmla="*/ 4913989 h 6858000"/>
              <a:gd name="connsiteX355" fmla="*/ 2792390 w 7467600"/>
              <a:gd name="connsiteY355" fmla="*/ 5382974 h 6858000"/>
              <a:gd name="connsiteX356" fmla="*/ 2714982 w 7467600"/>
              <a:gd name="connsiteY356" fmla="*/ 5427051 h 6858000"/>
              <a:gd name="connsiteX357" fmla="*/ 2813361 w 7467600"/>
              <a:gd name="connsiteY357" fmla="*/ 6023912 h 6858000"/>
              <a:gd name="connsiteX358" fmla="*/ 2688430 w 7467600"/>
              <a:gd name="connsiteY358" fmla="*/ 6801564 h 6858000"/>
              <a:gd name="connsiteX359" fmla="*/ 2629626 w 7467600"/>
              <a:gd name="connsiteY359" fmla="*/ 6763394 h 6858000"/>
              <a:gd name="connsiteX360" fmla="*/ 2565328 w 7467600"/>
              <a:gd name="connsiteY360" fmla="*/ 5516399 h 6858000"/>
              <a:gd name="connsiteX361" fmla="*/ 1922999 w 7467600"/>
              <a:gd name="connsiteY361" fmla="*/ 5980343 h 6858000"/>
              <a:gd name="connsiteX362" fmla="*/ 1950261 w 7467600"/>
              <a:gd name="connsiteY362" fmla="*/ 6405858 h 6858000"/>
              <a:gd name="connsiteX363" fmla="*/ 2365554 w 7467600"/>
              <a:gd name="connsiteY363" fmla="*/ 6759107 h 6858000"/>
              <a:gd name="connsiteX364" fmla="*/ 2424142 w 7467600"/>
              <a:gd name="connsiteY364" fmla="*/ 6858000 h 6858000"/>
              <a:gd name="connsiteX365" fmla="*/ 2395994 w 7467600"/>
              <a:gd name="connsiteY365" fmla="*/ 6858000 h 6858000"/>
              <a:gd name="connsiteX366" fmla="*/ 2392863 w 7467600"/>
              <a:gd name="connsiteY366" fmla="*/ 6852964 h 6858000"/>
              <a:gd name="connsiteX367" fmla="*/ 2017589 w 7467600"/>
              <a:gd name="connsiteY367" fmla="*/ 6493982 h 6858000"/>
              <a:gd name="connsiteX368" fmla="*/ 2147336 w 7467600"/>
              <a:gd name="connsiteY368" fmla="*/ 6594052 h 6858000"/>
              <a:gd name="connsiteX369" fmla="*/ 2207047 w 7467600"/>
              <a:gd name="connsiteY369" fmla="*/ 6654540 h 6858000"/>
              <a:gd name="connsiteX370" fmla="*/ 2299106 w 7467600"/>
              <a:gd name="connsiteY370" fmla="*/ 6778931 h 6858000"/>
              <a:gd name="connsiteX371" fmla="*/ 2314430 w 7467600"/>
              <a:gd name="connsiteY371" fmla="*/ 6801144 h 6858000"/>
              <a:gd name="connsiteX372" fmla="*/ 2352406 w 7467600"/>
              <a:gd name="connsiteY372" fmla="*/ 6858000 h 6858000"/>
              <a:gd name="connsiteX373" fmla="*/ 2314492 w 7467600"/>
              <a:gd name="connsiteY373" fmla="*/ 6858000 h 6858000"/>
              <a:gd name="connsiteX374" fmla="*/ 2288095 w 7467600"/>
              <a:gd name="connsiteY374" fmla="*/ 6818030 h 6858000"/>
              <a:gd name="connsiteX375" fmla="*/ 2272768 w 7467600"/>
              <a:gd name="connsiteY375" fmla="*/ 6795822 h 6858000"/>
              <a:gd name="connsiteX376" fmla="*/ 2182715 w 7467600"/>
              <a:gd name="connsiteY376" fmla="*/ 6675071 h 6858000"/>
              <a:gd name="connsiteX377" fmla="*/ 2032061 w 7467600"/>
              <a:gd name="connsiteY377" fmla="*/ 6541380 h 6858000"/>
              <a:gd name="connsiteX378" fmla="*/ 2257220 w 7467600"/>
              <a:gd name="connsiteY378" fmla="*/ 6826257 h 6858000"/>
              <a:gd name="connsiteX379" fmla="*/ 2281324 w 7467600"/>
              <a:gd name="connsiteY379" fmla="*/ 6858000 h 6858000"/>
              <a:gd name="connsiteX380" fmla="*/ 2242860 w 7467600"/>
              <a:gd name="connsiteY380" fmla="*/ 6858000 h 6858000"/>
              <a:gd name="connsiteX381" fmla="*/ 2232818 w 7467600"/>
              <a:gd name="connsiteY381" fmla="*/ 6844926 h 6858000"/>
              <a:gd name="connsiteX382" fmla="*/ 1990172 w 7467600"/>
              <a:gd name="connsiteY382" fmla="*/ 6542121 h 6858000"/>
              <a:gd name="connsiteX383" fmla="*/ 2124090 w 7467600"/>
              <a:gd name="connsiteY383" fmla="*/ 6761017 h 6858000"/>
              <a:gd name="connsiteX384" fmla="*/ 2200380 w 7467600"/>
              <a:gd name="connsiteY384" fmla="*/ 6858000 h 6858000"/>
              <a:gd name="connsiteX385" fmla="*/ 2147507 w 7467600"/>
              <a:gd name="connsiteY385" fmla="*/ 6858000 h 6858000"/>
              <a:gd name="connsiteX386" fmla="*/ 2070668 w 7467600"/>
              <a:gd name="connsiteY386" fmla="*/ 6761520 h 6858000"/>
              <a:gd name="connsiteX387" fmla="*/ 1975142 w 7467600"/>
              <a:gd name="connsiteY387" fmla="*/ 6585570 h 6858000"/>
              <a:gd name="connsiteX388" fmla="*/ 2050035 w 7467600"/>
              <a:gd name="connsiteY388" fmla="*/ 6813345 h 6858000"/>
              <a:gd name="connsiteX389" fmla="*/ 2063025 w 7467600"/>
              <a:gd name="connsiteY389" fmla="*/ 6858000 h 6858000"/>
              <a:gd name="connsiteX390" fmla="*/ 2021675 w 7467600"/>
              <a:gd name="connsiteY390" fmla="*/ 6858000 h 6858000"/>
              <a:gd name="connsiteX391" fmla="*/ 2019308 w 7467600"/>
              <a:gd name="connsiteY391" fmla="*/ 6847118 h 6858000"/>
              <a:gd name="connsiteX392" fmla="*/ 1938835 w 7467600"/>
              <a:gd name="connsiteY392" fmla="*/ 6551160 h 6858000"/>
              <a:gd name="connsiteX393" fmla="*/ 1953230 w 7467600"/>
              <a:gd name="connsiteY393" fmla="*/ 6759699 h 6858000"/>
              <a:gd name="connsiteX394" fmla="*/ 1956763 w 7467600"/>
              <a:gd name="connsiteY394" fmla="*/ 6778191 h 6858000"/>
              <a:gd name="connsiteX395" fmla="*/ 1967925 w 7467600"/>
              <a:gd name="connsiteY395" fmla="*/ 6858000 h 6858000"/>
              <a:gd name="connsiteX396" fmla="*/ 1936622 w 7467600"/>
              <a:gd name="connsiteY396" fmla="*/ 6858000 h 6858000"/>
              <a:gd name="connsiteX397" fmla="*/ 1926261 w 7467600"/>
              <a:gd name="connsiteY397" fmla="*/ 6784064 h 6858000"/>
              <a:gd name="connsiteX398" fmla="*/ 1922724 w 7467600"/>
              <a:gd name="connsiteY398" fmla="*/ 6765577 h 6858000"/>
              <a:gd name="connsiteX399" fmla="*/ 1904650 w 7467600"/>
              <a:gd name="connsiteY399" fmla="*/ 6639616 h 6858000"/>
              <a:gd name="connsiteX400" fmla="*/ 1885273 w 7467600"/>
              <a:gd name="connsiteY400" fmla="*/ 6858000 h 6858000"/>
              <a:gd name="connsiteX401" fmla="*/ 1854363 w 7467600"/>
              <a:gd name="connsiteY401" fmla="*/ 6858000 h 6858000"/>
              <a:gd name="connsiteX402" fmla="*/ 1880391 w 7467600"/>
              <a:gd name="connsiteY402" fmla="*/ 6603796 h 6858000"/>
              <a:gd name="connsiteX403" fmla="*/ 1818273 w 7467600"/>
              <a:gd name="connsiteY403" fmla="*/ 6715729 h 6858000"/>
              <a:gd name="connsiteX404" fmla="*/ 1794691 w 7467600"/>
              <a:gd name="connsiteY404" fmla="*/ 6843239 h 6858000"/>
              <a:gd name="connsiteX405" fmla="*/ 1794914 w 7467600"/>
              <a:gd name="connsiteY405" fmla="*/ 6858000 h 6858000"/>
              <a:gd name="connsiteX406" fmla="*/ 1746128 w 7467600"/>
              <a:gd name="connsiteY406" fmla="*/ 6858000 h 6858000"/>
              <a:gd name="connsiteX407" fmla="*/ 1753934 w 7467600"/>
              <a:gd name="connsiteY407" fmla="*/ 6724796 h 6858000"/>
              <a:gd name="connsiteX408" fmla="*/ 1792053 w 7467600"/>
              <a:gd name="connsiteY408" fmla="*/ 6572396 h 6858000"/>
              <a:gd name="connsiteX409" fmla="*/ 1862248 w 7467600"/>
              <a:gd name="connsiteY409" fmla="*/ 6266397 h 6858000"/>
              <a:gd name="connsiteX410" fmla="*/ 1862250 w 7467600"/>
              <a:gd name="connsiteY410" fmla="*/ 6033531 h 6858000"/>
              <a:gd name="connsiteX411" fmla="*/ 1211999 w 7467600"/>
              <a:gd name="connsiteY411" fmla="*/ 6683610 h 6858000"/>
              <a:gd name="connsiteX412" fmla="*/ 1213266 w 7467600"/>
              <a:gd name="connsiteY412" fmla="*/ 6691947 h 6858000"/>
              <a:gd name="connsiteX413" fmla="*/ 1203370 w 7467600"/>
              <a:gd name="connsiteY413" fmla="*/ 6850676 h 6858000"/>
              <a:gd name="connsiteX414" fmla="*/ 1203671 w 7467600"/>
              <a:gd name="connsiteY414" fmla="*/ 6858000 h 6858000"/>
              <a:gd name="connsiteX415" fmla="*/ 1143180 w 7467600"/>
              <a:gd name="connsiteY415" fmla="*/ 6858000 h 6858000"/>
              <a:gd name="connsiteX416" fmla="*/ 1142176 w 7467600"/>
              <a:gd name="connsiteY416" fmla="*/ 6766045 h 6858000"/>
              <a:gd name="connsiteX417" fmla="*/ 1067484 w 7467600"/>
              <a:gd name="connsiteY417" fmla="*/ 6858000 h 6858000"/>
              <a:gd name="connsiteX418" fmla="*/ 953928 w 7467600"/>
              <a:gd name="connsiteY418" fmla="*/ 6858000 h 6858000"/>
              <a:gd name="connsiteX419" fmla="*/ 959715 w 7467600"/>
              <a:gd name="connsiteY419" fmla="*/ 6850185 h 6858000"/>
              <a:gd name="connsiteX420" fmla="*/ 1483788 w 7467600"/>
              <a:gd name="connsiteY420" fmla="*/ 6259174 h 6858000"/>
              <a:gd name="connsiteX421" fmla="*/ 1100671 w 7467600"/>
              <a:gd name="connsiteY421" fmla="*/ 6252137 h 6858000"/>
              <a:gd name="connsiteX422" fmla="*/ 1090144 w 7467600"/>
              <a:gd name="connsiteY422" fmla="*/ 6256748 h 6858000"/>
              <a:gd name="connsiteX423" fmla="*/ 1095872 w 7467600"/>
              <a:gd name="connsiteY423" fmla="*/ 6271892 h 6858000"/>
              <a:gd name="connsiteX424" fmla="*/ 262785 w 7467600"/>
              <a:gd name="connsiteY424" fmla="*/ 6845450 h 6858000"/>
              <a:gd name="connsiteX425" fmla="*/ 209968 w 7467600"/>
              <a:gd name="connsiteY425" fmla="*/ 6770713 h 6858000"/>
              <a:gd name="connsiteX426" fmla="*/ 873460 w 7467600"/>
              <a:gd name="connsiteY426" fmla="*/ 6253768 h 6858000"/>
              <a:gd name="connsiteX427" fmla="*/ 192686 w 7467600"/>
              <a:gd name="connsiteY427" fmla="*/ 5849257 h 6858000"/>
              <a:gd name="connsiteX428" fmla="*/ 4696 w 7467600"/>
              <a:gd name="connsiteY428" fmla="*/ 5697668 h 6858000"/>
              <a:gd name="connsiteX429" fmla="*/ 0 w 7467600"/>
              <a:gd name="connsiteY429" fmla="*/ 5689984 h 6858000"/>
              <a:gd name="connsiteX430" fmla="*/ 0 w 7467600"/>
              <a:gd name="connsiteY430" fmla="*/ 5513472 h 6858000"/>
              <a:gd name="connsiteX431" fmla="*/ 174101 w 7467600"/>
              <a:gd name="connsiteY431" fmla="*/ 5620277 h 6858000"/>
              <a:gd name="connsiteX432" fmla="*/ 891800 w 7467600"/>
              <a:gd name="connsiteY432" fmla="*/ 6036935 h 6858000"/>
              <a:gd name="connsiteX433" fmla="*/ 1072219 w 7467600"/>
              <a:gd name="connsiteY433" fmla="*/ 6169443 h 6858000"/>
              <a:gd name="connsiteX434" fmla="*/ 1074117 w 7467600"/>
              <a:gd name="connsiteY434" fmla="*/ 6170301 h 6858000"/>
              <a:gd name="connsiteX435" fmla="*/ 1083114 w 7467600"/>
              <a:gd name="connsiteY435" fmla="*/ 6174131 h 6858000"/>
              <a:gd name="connsiteX436" fmla="*/ 1543010 w 7467600"/>
              <a:gd name="connsiteY436" fmla="*/ 6191140 h 6858000"/>
              <a:gd name="connsiteX437" fmla="*/ 1551080 w 7467600"/>
              <a:gd name="connsiteY437" fmla="*/ 6195006 h 6858000"/>
              <a:gd name="connsiteX438" fmla="*/ 2345443 w 7467600"/>
              <a:gd name="connsiteY438" fmla="*/ 5549882 h 6858000"/>
              <a:gd name="connsiteX439" fmla="*/ 1721499 w 7467600"/>
              <a:gd name="connsiteY439" fmla="*/ 5599969 h 6858000"/>
              <a:gd name="connsiteX440" fmla="*/ 767716 w 7467600"/>
              <a:gd name="connsiteY440" fmla="*/ 5472768 h 6858000"/>
              <a:gd name="connsiteX441" fmla="*/ 722147 w 7467600"/>
              <a:gd name="connsiteY441" fmla="*/ 5393091 h 6858000"/>
              <a:gd name="connsiteX442" fmla="*/ 1485552 w 7467600"/>
              <a:gd name="connsiteY442" fmla="*/ 5313202 h 6858000"/>
              <a:gd name="connsiteX443" fmla="*/ 2143004 w 7467600"/>
              <a:gd name="connsiteY443" fmla="*/ 5402420 h 6858000"/>
              <a:gd name="connsiteX444" fmla="*/ 1933391 w 7467600"/>
              <a:gd name="connsiteY444" fmla="*/ 5156971 h 6858000"/>
              <a:gd name="connsiteX445" fmla="*/ 1827118 w 7467600"/>
              <a:gd name="connsiteY445" fmla="*/ 4968410 h 6858000"/>
              <a:gd name="connsiteX446" fmla="*/ 1837349 w 7467600"/>
              <a:gd name="connsiteY446" fmla="*/ 4956357 h 6858000"/>
              <a:gd name="connsiteX447" fmla="*/ 2162835 w 7467600"/>
              <a:gd name="connsiteY447" fmla="*/ 5187853 h 6858000"/>
              <a:gd name="connsiteX448" fmla="*/ 2257167 w 7467600"/>
              <a:gd name="connsiteY448" fmla="*/ 5462123 h 6858000"/>
              <a:gd name="connsiteX449" fmla="*/ 2261598 w 7467600"/>
              <a:gd name="connsiteY449" fmla="*/ 5467998 h 6858000"/>
              <a:gd name="connsiteX450" fmla="*/ 2437177 w 7467600"/>
              <a:gd name="connsiteY450" fmla="*/ 5479608 h 6858000"/>
              <a:gd name="connsiteX451" fmla="*/ 2445247 w 7467600"/>
              <a:gd name="connsiteY451" fmla="*/ 5483476 h 6858000"/>
              <a:gd name="connsiteX452" fmla="*/ 2743626 w 7467600"/>
              <a:gd name="connsiteY452" fmla="*/ 5304819 h 6858000"/>
              <a:gd name="connsiteX453" fmla="*/ 3048102 w 7467600"/>
              <a:gd name="connsiteY453" fmla="*/ 5150595 h 6858000"/>
              <a:gd name="connsiteX454" fmla="*/ 1799414 w 7467600"/>
              <a:gd name="connsiteY454" fmla="*/ 4694732 h 6858000"/>
              <a:gd name="connsiteX455" fmla="*/ 1771735 w 7467600"/>
              <a:gd name="connsiteY455" fmla="*/ 4619929 h 6858000"/>
              <a:gd name="connsiteX456" fmla="*/ 3104273 w 7467600"/>
              <a:gd name="connsiteY456" fmla="*/ 5076159 h 6858000"/>
              <a:gd name="connsiteX457" fmla="*/ 3113245 w 7467600"/>
              <a:gd name="connsiteY457" fmla="*/ 5090705 h 6858000"/>
              <a:gd name="connsiteX458" fmla="*/ 3126294 w 7467600"/>
              <a:gd name="connsiteY458" fmla="*/ 5114400 h 6858000"/>
              <a:gd name="connsiteX459" fmla="*/ 3937433 w 7467600"/>
              <a:gd name="connsiteY459" fmla="*/ 4830473 h 6858000"/>
              <a:gd name="connsiteX460" fmla="*/ 3590475 w 7467600"/>
              <a:gd name="connsiteY460" fmla="*/ 4597974 h 6858000"/>
              <a:gd name="connsiteX461" fmla="*/ 3100264 w 7467600"/>
              <a:gd name="connsiteY461" fmla="*/ 4579845 h 6858000"/>
              <a:gd name="connsiteX462" fmla="*/ 2183576 w 7467600"/>
              <a:gd name="connsiteY462" fmla="*/ 4227150 h 6858000"/>
              <a:gd name="connsiteX463" fmla="*/ 2151029 w 7467600"/>
              <a:gd name="connsiteY463" fmla="*/ 4146947 h 6858000"/>
              <a:gd name="connsiteX464" fmla="*/ 3563434 w 7467600"/>
              <a:gd name="connsiteY464" fmla="*/ 4469115 h 6858000"/>
              <a:gd name="connsiteX465" fmla="*/ 3177952 w 7467600"/>
              <a:gd name="connsiteY465" fmla="*/ 3657386 h 6858000"/>
              <a:gd name="connsiteX466" fmla="*/ 3189263 w 7467600"/>
              <a:gd name="connsiteY466" fmla="*/ 3625726 h 6858000"/>
              <a:gd name="connsiteX467" fmla="*/ 3560912 w 7467600"/>
              <a:gd name="connsiteY467" fmla="*/ 4079863 h 6858000"/>
              <a:gd name="connsiteX468" fmla="*/ 3626636 w 7467600"/>
              <a:gd name="connsiteY468" fmla="*/ 4512230 h 6858000"/>
              <a:gd name="connsiteX469" fmla="*/ 3653088 w 7467600"/>
              <a:gd name="connsiteY469" fmla="*/ 4521417 h 6858000"/>
              <a:gd name="connsiteX470" fmla="*/ 3988128 w 7467600"/>
              <a:gd name="connsiteY470" fmla="*/ 4817267 h 6858000"/>
              <a:gd name="connsiteX471" fmla="*/ 4830582 w 7467600"/>
              <a:gd name="connsiteY471" fmla="*/ 4676000 h 6858000"/>
              <a:gd name="connsiteX472" fmla="*/ 4830100 w 7467600"/>
              <a:gd name="connsiteY472" fmla="*/ 4675554 h 6858000"/>
              <a:gd name="connsiteX473" fmla="*/ 4036318 w 7467600"/>
              <a:gd name="connsiteY473" fmla="*/ 4147013 h 6858000"/>
              <a:gd name="connsiteX474" fmla="*/ 3432098 w 7467600"/>
              <a:gd name="connsiteY474" fmla="*/ 3537312 h 6858000"/>
              <a:gd name="connsiteX475" fmla="*/ 3446761 w 7467600"/>
              <a:gd name="connsiteY475" fmla="*/ 3461278 h 6858000"/>
              <a:gd name="connsiteX476" fmla="*/ 4419733 w 7467600"/>
              <a:gd name="connsiteY476" fmla="*/ 3963555 h 6858000"/>
              <a:gd name="connsiteX477" fmla="*/ 4781371 w 7467600"/>
              <a:gd name="connsiteY477" fmla="*/ 4458604 h 6858000"/>
              <a:gd name="connsiteX478" fmla="*/ 4780440 w 7467600"/>
              <a:gd name="connsiteY478" fmla="*/ 4470290 h 6858000"/>
              <a:gd name="connsiteX479" fmla="*/ 4898954 w 7467600"/>
              <a:gd name="connsiteY479" fmla="*/ 4662092 h 6858000"/>
              <a:gd name="connsiteX480" fmla="*/ 4900699 w 7467600"/>
              <a:gd name="connsiteY480" fmla="*/ 4670867 h 6858000"/>
              <a:gd name="connsiteX481" fmla="*/ 5714511 w 7467600"/>
              <a:gd name="connsiteY481" fmla="*/ 4663483 h 6858000"/>
              <a:gd name="connsiteX482" fmla="*/ 5464793 w 7467600"/>
              <a:gd name="connsiteY482" fmla="*/ 4393556 h 6858000"/>
              <a:gd name="connsiteX483" fmla="*/ 5461897 w 7467600"/>
              <a:gd name="connsiteY483" fmla="*/ 4390879 h 6858000"/>
              <a:gd name="connsiteX484" fmla="*/ 4294126 w 7467600"/>
              <a:gd name="connsiteY484" fmla="*/ 3303048 h 6858000"/>
              <a:gd name="connsiteX485" fmla="*/ 4305321 w 7467600"/>
              <a:gd name="connsiteY485" fmla="*/ 3256953 h 6858000"/>
              <a:gd name="connsiteX486" fmla="*/ 4949299 w 7467600"/>
              <a:gd name="connsiteY486" fmla="*/ 3766336 h 6858000"/>
              <a:gd name="connsiteX487" fmla="*/ 5291452 w 7467600"/>
              <a:gd name="connsiteY487" fmla="*/ 4076801 h 6858000"/>
              <a:gd name="connsiteX488" fmla="*/ 5434998 w 7467600"/>
              <a:gd name="connsiteY488" fmla="*/ 4254100 h 6858000"/>
              <a:gd name="connsiteX489" fmla="*/ 5351015 w 7467600"/>
              <a:gd name="connsiteY489" fmla="*/ 3760989 h 6858000"/>
              <a:gd name="connsiteX490" fmla="*/ 5413780 w 7467600"/>
              <a:gd name="connsiteY490" fmla="*/ 2966265 h 6858000"/>
              <a:gd name="connsiteX491" fmla="*/ 5425627 w 7467600"/>
              <a:gd name="connsiteY491" fmla="*/ 2954192 h 6858000"/>
              <a:gd name="connsiteX492" fmla="*/ 6604735 w 7467600"/>
              <a:gd name="connsiteY492" fmla="*/ 2041381 h 6858000"/>
              <a:gd name="connsiteX493" fmla="*/ 7204487 w 7467600"/>
              <a:gd name="connsiteY493" fmla="*/ 2742112 h 6858000"/>
              <a:gd name="connsiteX494" fmla="*/ 7131592 w 7467600"/>
              <a:gd name="connsiteY494" fmla="*/ 2672096 h 6858000"/>
              <a:gd name="connsiteX495" fmla="*/ 6996344 w 7467600"/>
              <a:gd name="connsiteY495" fmla="*/ 2518310 h 6858000"/>
              <a:gd name="connsiteX496" fmla="*/ 6735495 w 7467600"/>
              <a:gd name="connsiteY496" fmla="*/ 2196890 h 6858000"/>
              <a:gd name="connsiteX497" fmla="*/ 6721901 w 7467600"/>
              <a:gd name="connsiteY497" fmla="*/ 2179274 h 6858000"/>
              <a:gd name="connsiteX498" fmla="*/ 6604735 w 7467600"/>
              <a:gd name="connsiteY498" fmla="*/ 2041381 h 6858000"/>
              <a:gd name="connsiteX499" fmla="*/ 6591670 w 7467600"/>
              <a:gd name="connsiteY499" fmla="*/ 1988277 h 6858000"/>
              <a:gd name="connsiteX500" fmla="*/ 6747349 w 7467600"/>
              <a:gd name="connsiteY500" fmla="*/ 2160069 h 6858000"/>
              <a:gd name="connsiteX501" fmla="*/ 6760943 w 7467600"/>
              <a:gd name="connsiteY501" fmla="*/ 2177686 h 6858000"/>
              <a:gd name="connsiteX502" fmla="*/ 7021065 w 7467600"/>
              <a:gd name="connsiteY502" fmla="*/ 2498102 h 6858000"/>
              <a:gd name="connsiteX503" fmla="*/ 7155223 w 7467600"/>
              <a:gd name="connsiteY503" fmla="*/ 2650386 h 6858000"/>
              <a:gd name="connsiteX504" fmla="*/ 7203167 w 7467600"/>
              <a:gd name="connsiteY504" fmla="*/ 2697288 h 6858000"/>
              <a:gd name="connsiteX505" fmla="*/ 6937703 w 7467600"/>
              <a:gd name="connsiteY505" fmla="*/ 2321981 h 6858000"/>
              <a:gd name="connsiteX506" fmla="*/ 6591670 w 7467600"/>
              <a:gd name="connsiteY506" fmla="*/ 1988277 h 6858000"/>
              <a:gd name="connsiteX507" fmla="*/ 5798671 w 7467600"/>
              <a:gd name="connsiteY507" fmla="*/ 1981601 h 6858000"/>
              <a:gd name="connsiteX508" fmla="*/ 5754709 w 7467600"/>
              <a:gd name="connsiteY508" fmla="*/ 2071454 h 6858000"/>
              <a:gd name="connsiteX509" fmla="*/ 5763044 w 7467600"/>
              <a:gd name="connsiteY509" fmla="*/ 2842206 h 6858000"/>
              <a:gd name="connsiteX510" fmla="*/ 5764974 w 7467600"/>
              <a:gd name="connsiteY510" fmla="*/ 2799609 h 6858000"/>
              <a:gd name="connsiteX511" fmla="*/ 5767665 w 7467600"/>
              <a:gd name="connsiteY511" fmla="*/ 2666409 h 6858000"/>
              <a:gd name="connsiteX512" fmla="*/ 5763055 w 7467600"/>
              <a:gd name="connsiteY512" fmla="*/ 2579705 h 6858000"/>
              <a:gd name="connsiteX513" fmla="*/ 5758079 w 7467600"/>
              <a:gd name="connsiteY513" fmla="*/ 2492508 h 6858000"/>
              <a:gd name="connsiteX514" fmla="*/ 5779325 w 7467600"/>
              <a:gd name="connsiteY514" fmla="*/ 2197069 h 6858000"/>
              <a:gd name="connsiteX515" fmla="*/ 5798671 w 7467600"/>
              <a:gd name="connsiteY515" fmla="*/ 1981601 h 6858000"/>
              <a:gd name="connsiteX516" fmla="*/ 5829202 w 7467600"/>
              <a:gd name="connsiteY516" fmla="*/ 1971679 h 6858000"/>
              <a:gd name="connsiteX517" fmla="*/ 5809558 w 7467600"/>
              <a:gd name="connsiteY517" fmla="*/ 2198043 h 6858000"/>
              <a:gd name="connsiteX518" fmla="*/ 5788653 w 7467600"/>
              <a:gd name="connsiteY518" fmla="*/ 2489430 h 6858000"/>
              <a:gd name="connsiteX519" fmla="*/ 5793439 w 7467600"/>
              <a:gd name="connsiteY519" fmla="*/ 2575235 h 6858000"/>
              <a:gd name="connsiteX520" fmla="*/ 5796837 w 7467600"/>
              <a:gd name="connsiteY520" fmla="*/ 2637633 h 6858000"/>
              <a:gd name="connsiteX521" fmla="*/ 5818614 w 7467600"/>
              <a:gd name="connsiteY521" fmla="*/ 2473055 h 6858000"/>
              <a:gd name="connsiteX522" fmla="*/ 5829202 w 7467600"/>
              <a:gd name="connsiteY522" fmla="*/ 1971679 h 6858000"/>
              <a:gd name="connsiteX523" fmla="*/ 5911389 w 7467600"/>
              <a:gd name="connsiteY523" fmla="*/ 1898371 h 6858000"/>
              <a:gd name="connsiteX524" fmla="*/ 6237627 w 7467600"/>
              <a:gd name="connsiteY524" fmla="*/ 2231921 h 6858000"/>
              <a:gd name="connsiteX525" fmla="*/ 5911389 w 7467600"/>
              <a:gd name="connsiteY525" fmla="*/ 1898371 h 6858000"/>
              <a:gd name="connsiteX526" fmla="*/ 6944437 w 7467600"/>
              <a:gd name="connsiteY526" fmla="*/ 1575402 h 6858000"/>
              <a:gd name="connsiteX527" fmla="*/ 6304730 w 7467600"/>
              <a:gd name="connsiteY527" fmla="*/ 1766654 h 6858000"/>
              <a:gd name="connsiteX528" fmla="*/ 6944437 w 7467600"/>
              <a:gd name="connsiteY528" fmla="*/ 1575402 h 6858000"/>
              <a:gd name="connsiteX529" fmla="*/ 7019523 w 7467600"/>
              <a:gd name="connsiteY529" fmla="*/ 1519450 h 6858000"/>
              <a:gd name="connsiteX530" fmla="*/ 6298091 w 7467600"/>
              <a:gd name="connsiteY530" fmla="*/ 1737122 h 6858000"/>
              <a:gd name="connsiteX531" fmla="*/ 7019523 w 7467600"/>
              <a:gd name="connsiteY531" fmla="*/ 1519450 h 6858000"/>
              <a:gd name="connsiteX532" fmla="*/ 2399523 w 7467600"/>
              <a:gd name="connsiteY532" fmla="*/ 1428234 h 6858000"/>
              <a:gd name="connsiteX533" fmla="*/ 2224982 w 7467600"/>
              <a:gd name="connsiteY533" fmla="*/ 1826201 h 6858000"/>
              <a:gd name="connsiteX534" fmla="*/ 2096099 w 7467600"/>
              <a:gd name="connsiteY534" fmla="*/ 2345900 h 6858000"/>
              <a:gd name="connsiteX535" fmla="*/ 2283317 w 7467600"/>
              <a:gd name="connsiteY535" fmla="*/ 1796925 h 6858000"/>
              <a:gd name="connsiteX536" fmla="*/ 2399523 w 7467600"/>
              <a:gd name="connsiteY536" fmla="*/ 1428234 h 6858000"/>
              <a:gd name="connsiteX537" fmla="*/ 2448558 w 7467600"/>
              <a:gd name="connsiteY537" fmla="*/ 1373435 h 6858000"/>
              <a:gd name="connsiteX538" fmla="*/ 2312521 w 7467600"/>
              <a:gd name="connsiteY538" fmla="*/ 1806140 h 6858000"/>
              <a:gd name="connsiteX539" fmla="*/ 2127533 w 7467600"/>
              <a:gd name="connsiteY539" fmla="*/ 2348380 h 6858000"/>
              <a:gd name="connsiteX540" fmla="*/ 2358080 w 7467600"/>
              <a:gd name="connsiteY540" fmla="*/ 1866134 h 6858000"/>
              <a:gd name="connsiteX541" fmla="*/ 2407436 w 7467600"/>
              <a:gd name="connsiteY541" fmla="*/ 1651070 h 6858000"/>
              <a:gd name="connsiteX542" fmla="*/ 2448558 w 7467600"/>
              <a:gd name="connsiteY542" fmla="*/ 1373435 h 6858000"/>
              <a:gd name="connsiteX543" fmla="*/ 278707 w 7467600"/>
              <a:gd name="connsiteY543" fmla="*/ 1352270 h 6858000"/>
              <a:gd name="connsiteX544" fmla="*/ 321570 w 7467600"/>
              <a:gd name="connsiteY544" fmla="*/ 1861610 h 6858000"/>
              <a:gd name="connsiteX545" fmla="*/ 294281 w 7467600"/>
              <a:gd name="connsiteY545" fmla="*/ 1440658 h 6858000"/>
              <a:gd name="connsiteX546" fmla="*/ 278707 w 7467600"/>
              <a:gd name="connsiteY546" fmla="*/ 1352270 h 6858000"/>
              <a:gd name="connsiteX547" fmla="*/ 1423821 w 7467600"/>
              <a:gd name="connsiteY547" fmla="*/ 1351958 h 6858000"/>
              <a:gd name="connsiteX548" fmla="*/ 1638521 w 7467600"/>
              <a:gd name="connsiteY548" fmla="*/ 1908470 h 6858000"/>
              <a:gd name="connsiteX549" fmla="*/ 1754199 w 7467600"/>
              <a:gd name="connsiteY549" fmla="*/ 2149284 h 6858000"/>
              <a:gd name="connsiteX550" fmla="*/ 1908359 w 7467600"/>
              <a:gd name="connsiteY550" fmla="*/ 2364988 h 6858000"/>
              <a:gd name="connsiteX551" fmla="*/ 1647661 w 7467600"/>
              <a:gd name="connsiteY551" fmla="*/ 1825945 h 6858000"/>
              <a:gd name="connsiteX552" fmla="*/ 1423821 w 7467600"/>
              <a:gd name="connsiteY552" fmla="*/ 1351958 h 6858000"/>
              <a:gd name="connsiteX553" fmla="*/ 1431890 w 7467600"/>
              <a:gd name="connsiteY553" fmla="*/ 1306475 h 6858000"/>
              <a:gd name="connsiteX554" fmla="*/ 1507597 w 7467600"/>
              <a:gd name="connsiteY554" fmla="*/ 1446132 h 6858000"/>
              <a:gd name="connsiteX555" fmla="*/ 1674586 w 7467600"/>
              <a:gd name="connsiteY555" fmla="*/ 1813832 h 6858000"/>
              <a:gd name="connsiteX556" fmla="*/ 1815950 w 7467600"/>
              <a:gd name="connsiteY556" fmla="*/ 2128564 h 6858000"/>
              <a:gd name="connsiteX557" fmla="*/ 1984242 w 7467600"/>
              <a:gd name="connsiteY557" fmla="*/ 2430829 h 6858000"/>
              <a:gd name="connsiteX558" fmla="*/ 2014023 w 7467600"/>
              <a:gd name="connsiteY558" fmla="*/ 2450995 h 6858000"/>
              <a:gd name="connsiteX559" fmla="*/ 1747337 w 7467600"/>
              <a:gd name="connsiteY559" fmla="*/ 1855264 h 6858000"/>
              <a:gd name="connsiteX560" fmla="*/ 1533749 w 7467600"/>
              <a:gd name="connsiteY560" fmla="*/ 1478656 h 6858000"/>
              <a:gd name="connsiteX561" fmla="*/ 1431890 w 7467600"/>
              <a:gd name="connsiteY561" fmla="*/ 1306475 h 6858000"/>
              <a:gd name="connsiteX562" fmla="*/ 5052692 w 7467600"/>
              <a:gd name="connsiteY562" fmla="*/ 1292994 h 6858000"/>
              <a:gd name="connsiteX563" fmla="*/ 5200661 w 7467600"/>
              <a:gd name="connsiteY563" fmla="*/ 1635186 h 6858000"/>
              <a:gd name="connsiteX564" fmla="*/ 5297138 w 7467600"/>
              <a:gd name="connsiteY564" fmla="*/ 1906351 h 6858000"/>
              <a:gd name="connsiteX565" fmla="*/ 5052692 w 7467600"/>
              <a:gd name="connsiteY565" fmla="*/ 1292994 h 6858000"/>
              <a:gd name="connsiteX566" fmla="*/ 5009948 w 7467600"/>
              <a:gd name="connsiteY566" fmla="*/ 1273619 h 6858000"/>
              <a:gd name="connsiteX567" fmla="*/ 5121777 w 7467600"/>
              <a:gd name="connsiteY567" fmla="*/ 1654213 h 6858000"/>
              <a:gd name="connsiteX568" fmla="*/ 5293545 w 7467600"/>
              <a:gd name="connsiteY568" fmla="*/ 2072247 h 6858000"/>
              <a:gd name="connsiteX569" fmla="*/ 5294042 w 7467600"/>
              <a:gd name="connsiteY569" fmla="*/ 2065019 h 6858000"/>
              <a:gd name="connsiteX570" fmla="*/ 5171936 w 7467600"/>
              <a:gd name="connsiteY570" fmla="*/ 1647613 h 6858000"/>
              <a:gd name="connsiteX571" fmla="*/ 5009948 w 7467600"/>
              <a:gd name="connsiteY571" fmla="*/ 1273619 h 6858000"/>
              <a:gd name="connsiteX572" fmla="*/ 655236 w 7467600"/>
              <a:gd name="connsiteY572" fmla="*/ 1268632 h 6858000"/>
              <a:gd name="connsiteX573" fmla="*/ 839521 w 7467600"/>
              <a:gd name="connsiteY573" fmla="*/ 1685315 h 6858000"/>
              <a:gd name="connsiteX574" fmla="*/ 1109416 w 7467600"/>
              <a:gd name="connsiteY574" fmla="*/ 2061663 h 6858000"/>
              <a:gd name="connsiteX575" fmla="*/ 1298300 w 7467600"/>
              <a:gd name="connsiteY575" fmla="*/ 2247742 h 6858000"/>
              <a:gd name="connsiteX576" fmla="*/ 1125871 w 7467600"/>
              <a:gd name="connsiteY576" fmla="*/ 1989513 h 6858000"/>
              <a:gd name="connsiteX577" fmla="*/ 981574 w 7467600"/>
              <a:gd name="connsiteY577" fmla="*/ 1783157 h 6858000"/>
              <a:gd name="connsiteX578" fmla="*/ 922198 w 7467600"/>
              <a:gd name="connsiteY578" fmla="*/ 1677437 h 6858000"/>
              <a:gd name="connsiteX579" fmla="*/ 869293 w 7467600"/>
              <a:gd name="connsiteY579" fmla="*/ 1583214 h 6858000"/>
              <a:gd name="connsiteX580" fmla="*/ 751431 w 7467600"/>
              <a:gd name="connsiteY580" fmla="*/ 1405731 h 6858000"/>
              <a:gd name="connsiteX581" fmla="*/ 655236 w 7467600"/>
              <a:gd name="connsiteY581" fmla="*/ 1268632 h 6858000"/>
              <a:gd name="connsiteX582" fmla="*/ 6516292 w 7467600"/>
              <a:gd name="connsiteY582" fmla="*/ 1263064 h 6858000"/>
              <a:gd name="connsiteX583" fmla="*/ 5736320 w 7467600"/>
              <a:gd name="connsiteY583" fmla="*/ 1501803 h 6858000"/>
              <a:gd name="connsiteX584" fmla="*/ 6516292 w 7467600"/>
              <a:gd name="connsiteY584" fmla="*/ 1263064 h 6858000"/>
              <a:gd name="connsiteX585" fmla="*/ 291466 w 7467600"/>
              <a:gd name="connsiteY585" fmla="*/ 1250369 h 6858000"/>
              <a:gd name="connsiteX586" fmla="*/ 323180 w 7467600"/>
              <a:gd name="connsiteY586" fmla="*/ 1435283 h 6858000"/>
              <a:gd name="connsiteX587" fmla="*/ 349381 w 7467600"/>
              <a:gd name="connsiteY587" fmla="*/ 1875041 h 6858000"/>
              <a:gd name="connsiteX588" fmla="*/ 374363 w 7467600"/>
              <a:gd name="connsiteY588" fmla="*/ 1506494 h 6858000"/>
              <a:gd name="connsiteX589" fmla="*/ 302168 w 7467600"/>
              <a:gd name="connsiteY589" fmla="*/ 1274495 h 6858000"/>
              <a:gd name="connsiteX590" fmla="*/ 291466 w 7467600"/>
              <a:gd name="connsiteY590" fmla="*/ 1250369 h 6858000"/>
              <a:gd name="connsiteX591" fmla="*/ 678222 w 7467600"/>
              <a:gd name="connsiteY591" fmla="*/ 1248670 h 6858000"/>
              <a:gd name="connsiteX592" fmla="*/ 775536 w 7467600"/>
              <a:gd name="connsiteY592" fmla="*/ 1388015 h 6858000"/>
              <a:gd name="connsiteX593" fmla="*/ 894529 w 7467600"/>
              <a:gd name="connsiteY593" fmla="*/ 1567739 h 6858000"/>
              <a:gd name="connsiteX594" fmla="*/ 948000 w 7467600"/>
              <a:gd name="connsiteY594" fmla="*/ 1663088 h 6858000"/>
              <a:gd name="connsiteX595" fmla="*/ 1006812 w 7467600"/>
              <a:gd name="connsiteY595" fmla="*/ 1767683 h 6858000"/>
              <a:gd name="connsiteX596" fmla="*/ 1149133 w 7467600"/>
              <a:gd name="connsiteY596" fmla="*/ 1971513 h 6858000"/>
              <a:gd name="connsiteX597" fmla="*/ 1333952 w 7467600"/>
              <a:gd name="connsiteY597" fmla="*/ 2251620 h 6858000"/>
              <a:gd name="connsiteX598" fmla="*/ 1337329 w 7467600"/>
              <a:gd name="connsiteY598" fmla="*/ 2258350 h 6858000"/>
              <a:gd name="connsiteX599" fmla="*/ 1014726 w 7467600"/>
              <a:gd name="connsiteY599" fmla="*/ 1615556 h 6858000"/>
              <a:gd name="connsiteX600" fmla="*/ 678222 w 7467600"/>
              <a:gd name="connsiteY600" fmla="*/ 1248670 h 6858000"/>
              <a:gd name="connsiteX601" fmla="*/ 6691602 w 7467600"/>
              <a:gd name="connsiteY601" fmla="*/ 1140573 h 6858000"/>
              <a:gd name="connsiteX602" fmla="*/ 6571100 w 7467600"/>
              <a:gd name="connsiteY602" fmla="*/ 1183662 h 6858000"/>
              <a:gd name="connsiteX603" fmla="*/ 6241687 w 7467600"/>
              <a:gd name="connsiteY603" fmla="*/ 1257600 h 6858000"/>
              <a:gd name="connsiteX604" fmla="*/ 5693009 w 7467600"/>
              <a:gd name="connsiteY604" fmla="*/ 1478256 h 6858000"/>
              <a:gd name="connsiteX605" fmla="*/ 6548420 w 7467600"/>
              <a:gd name="connsiteY605" fmla="*/ 1214599 h 6858000"/>
              <a:gd name="connsiteX606" fmla="*/ 6605473 w 7467600"/>
              <a:gd name="connsiteY606" fmla="*/ 1184686 h 6858000"/>
              <a:gd name="connsiteX607" fmla="*/ 6691602 w 7467600"/>
              <a:gd name="connsiteY607" fmla="*/ 1140573 h 6858000"/>
              <a:gd name="connsiteX608" fmla="*/ 4002475 w 7467600"/>
              <a:gd name="connsiteY608" fmla="*/ 1037802 h 6858000"/>
              <a:gd name="connsiteX609" fmla="*/ 4000324 w 7467600"/>
              <a:gd name="connsiteY609" fmla="*/ 1039362 h 6858000"/>
              <a:gd name="connsiteX610" fmla="*/ 4002862 w 7467600"/>
              <a:gd name="connsiteY610" fmla="*/ 1042866 h 6858000"/>
              <a:gd name="connsiteX611" fmla="*/ 4002475 w 7467600"/>
              <a:gd name="connsiteY611" fmla="*/ 1037802 h 6858000"/>
              <a:gd name="connsiteX612" fmla="*/ 506322 w 7467600"/>
              <a:gd name="connsiteY612" fmla="*/ 1020997 h 6858000"/>
              <a:gd name="connsiteX613" fmla="*/ 533068 w 7467600"/>
              <a:gd name="connsiteY613" fmla="*/ 1029409 h 6858000"/>
              <a:gd name="connsiteX614" fmla="*/ 1232525 w 7467600"/>
              <a:gd name="connsiteY614" fmla="*/ 1804675 h 6858000"/>
              <a:gd name="connsiteX615" fmla="*/ 1388858 w 7467600"/>
              <a:gd name="connsiteY615" fmla="*/ 2368011 h 6858000"/>
              <a:gd name="connsiteX616" fmla="*/ 1384098 w 7467600"/>
              <a:gd name="connsiteY616" fmla="*/ 2378125 h 6858000"/>
              <a:gd name="connsiteX617" fmla="*/ 1425393 w 7467600"/>
              <a:gd name="connsiteY617" fmla="*/ 2589124 h 6858000"/>
              <a:gd name="connsiteX618" fmla="*/ 1424001 w 7467600"/>
              <a:gd name="connsiteY618" fmla="*/ 2597541 h 6858000"/>
              <a:gd name="connsiteX619" fmla="*/ 2152729 w 7467600"/>
              <a:gd name="connsiteY619" fmla="*/ 2864487 h 6858000"/>
              <a:gd name="connsiteX620" fmla="*/ 2020609 w 7467600"/>
              <a:gd name="connsiteY620" fmla="*/ 2539671 h 6858000"/>
              <a:gd name="connsiteX621" fmla="*/ 2018920 w 7467600"/>
              <a:gd name="connsiteY621" fmla="*/ 2536309 h 6858000"/>
              <a:gd name="connsiteX622" fmla="*/ 1342441 w 7467600"/>
              <a:gd name="connsiteY622" fmla="*/ 1173017 h 6858000"/>
              <a:gd name="connsiteX623" fmla="*/ 1367925 w 7467600"/>
              <a:gd name="connsiteY623" fmla="*/ 1135648 h 6858000"/>
              <a:gd name="connsiteX624" fmla="*/ 1771401 w 7467600"/>
              <a:gd name="connsiteY624" fmla="*/ 1806673 h 6858000"/>
              <a:gd name="connsiteX625" fmla="*/ 1972385 w 7467600"/>
              <a:gd name="connsiteY625" fmla="*/ 2198735 h 6858000"/>
              <a:gd name="connsiteX626" fmla="*/ 2040892 w 7467600"/>
              <a:gd name="connsiteY626" fmla="*/ 2405205 h 6858000"/>
              <a:gd name="connsiteX627" fmla="*/ 2131689 w 7467600"/>
              <a:gd name="connsiteY627" fmla="*/ 1936926 h 6858000"/>
              <a:gd name="connsiteX628" fmla="*/ 2454820 w 7467600"/>
              <a:gd name="connsiteY628" fmla="*/ 1248808 h 6858000"/>
              <a:gd name="connsiteX629" fmla="*/ 2492512 w 7467600"/>
              <a:gd name="connsiteY629" fmla="*/ 1302920 h 6858000"/>
              <a:gd name="connsiteX630" fmla="*/ 2081216 w 7467600"/>
              <a:gd name="connsiteY630" fmla="*/ 2527513 h 6858000"/>
              <a:gd name="connsiteX631" fmla="*/ 2081211 w 7467600"/>
              <a:gd name="connsiteY631" fmla="*/ 2528916 h 6858000"/>
              <a:gd name="connsiteX632" fmla="*/ 2199067 w 7467600"/>
              <a:gd name="connsiteY632" fmla="*/ 2884061 h 6858000"/>
              <a:gd name="connsiteX633" fmla="*/ 3192586 w 7467600"/>
              <a:gd name="connsiteY633" fmla="*/ 3411496 h 6858000"/>
              <a:gd name="connsiteX634" fmla="*/ 3182620 w 7467600"/>
              <a:gd name="connsiteY634" fmla="*/ 3483279 h 6858000"/>
              <a:gd name="connsiteX635" fmla="*/ 2435119 w 7467600"/>
              <a:gd name="connsiteY635" fmla="*/ 3080173 h 6858000"/>
              <a:gd name="connsiteX636" fmla="*/ 2410152 w 7467600"/>
              <a:gd name="connsiteY636" fmla="*/ 3063751 h 6858000"/>
              <a:gd name="connsiteX637" fmla="*/ 2408099 w 7467600"/>
              <a:gd name="connsiteY637" fmla="*/ 3064403 h 6858000"/>
              <a:gd name="connsiteX638" fmla="*/ 2407218 w 7467600"/>
              <a:gd name="connsiteY638" fmla="*/ 3070324 h 6858000"/>
              <a:gd name="connsiteX639" fmla="*/ 2380138 w 7467600"/>
              <a:gd name="connsiteY639" fmla="*/ 3099341 h 6858000"/>
              <a:gd name="connsiteX640" fmla="*/ 1765923 w 7467600"/>
              <a:gd name="connsiteY640" fmla="*/ 3581043 h 6858000"/>
              <a:gd name="connsiteX641" fmla="*/ 1702258 w 7467600"/>
              <a:gd name="connsiteY641" fmla="*/ 3612286 h 6858000"/>
              <a:gd name="connsiteX642" fmla="*/ 1538370 w 7467600"/>
              <a:gd name="connsiteY642" fmla="*/ 3811804 h 6858000"/>
              <a:gd name="connsiteX643" fmla="*/ 542867 w 7467600"/>
              <a:gd name="connsiteY643" fmla="*/ 4944092 h 6858000"/>
              <a:gd name="connsiteX644" fmla="*/ 515800 w 7467600"/>
              <a:gd name="connsiteY644" fmla="*/ 4862180 h 6858000"/>
              <a:gd name="connsiteX645" fmla="*/ 909145 w 7467600"/>
              <a:gd name="connsiteY645" fmla="*/ 4199225 h 6858000"/>
              <a:gd name="connsiteX646" fmla="*/ 1214067 w 7467600"/>
              <a:gd name="connsiteY646" fmla="*/ 3908561 h 6858000"/>
              <a:gd name="connsiteX647" fmla="*/ 640967 w 7467600"/>
              <a:gd name="connsiteY647" fmla="*/ 4105601 h 6858000"/>
              <a:gd name="connsiteX648" fmla="*/ 112563 w 7467600"/>
              <a:gd name="connsiteY648" fmla="*/ 4396952 h 6858000"/>
              <a:gd name="connsiteX649" fmla="*/ 0 w 7467600"/>
              <a:gd name="connsiteY649" fmla="*/ 4466006 h 6858000"/>
              <a:gd name="connsiteX650" fmla="*/ 0 w 7467600"/>
              <a:gd name="connsiteY650" fmla="*/ 4233763 h 6858000"/>
              <a:gd name="connsiteX651" fmla="*/ 36881 w 7467600"/>
              <a:gd name="connsiteY651" fmla="*/ 4200118 h 6858000"/>
              <a:gd name="connsiteX652" fmla="*/ 910534 w 7467600"/>
              <a:gd name="connsiteY652" fmla="*/ 3629753 h 6858000"/>
              <a:gd name="connsiteX653" fmla="*/ 1578717 w 7467600"/>
              <a:gd name="connsiteY653" fmla="*/ 3575982 h 6858000"/>
              <a:gd name="connsiteX654" fmla="*/ 2338780 w 7467600"/>
              <a:gd name="connsiteY654" fmla="*/ 3033725 h 6858000"/>
              <a:gd name="connsiteX655" fmla="*/ 1807991 w 7467600"/>
              <a:gd name="connsiteY655" fmla="*/ 2807184 h 6858000"/>
              <a:gd name="connsiteX656" fmla="*/ 1416358 w 7467600"/>
              <a:gd name="connsiteY656" fmla="*/ 3112571 h 6858000"/>
              <a:gd name="connsiteX657" fmla="*/ 939066 w 7467600"/>
              <a:gd name="connsiteY657" fmla="*/ 3378798 h 6858000"/>
              <a:gd name="connsiteX658" fmla="*/ 115099 w 7467600"/>
              <a:gd name="connsiteY658" fmla="*/ 3607650 h 6858000"/>
              <a:gd name="connsiteX659" fmla="*/ 97284 w 7467600"/>
              <a:gd name="connsiteY659" fmla="*/ 3520393 h 6858000"/>
              <a:gd name="connsiteX660" fmla="*/ 922050 w 7467600"/>
              <a:gd name="connsiteY660" fmla="*/ 3074867 h 6858000"/>
              <a:gd name="connsiteX661" fmla="*/ 1405265 w 7467600"/>
              <a:gd name="connsiteY661" fmla="*/ 3016319 h 6858000"/>
              <a:gd name="connsiteX662" fmla="*/ 1407512 w 7467600"/>
              <a:gd name="connsiteY662" fmla="*/ 3018001 h 6858000"/>
              <a:gd name="connsiteX663" fmla="*/ 1726266 w 7467600"/>
              <a:gd name="connsiteY663" fmla="*/ 2777274 h 6858000"/>
              <a:gd name="connsiteX664" fmla="*/ 625390 w 7467600"/>
              <a:gd name="connsiteY664" fmla="*/ 2514541 h 6858000"/>
              <a:gd name="connsiteX665" fmla="*/ 619799 w 7467600"/>
              <a:gd name="connsiteY665" fmla="*/ 2527180 h 6858000"/>
              <a:gd name="connsiteX666" fmla="*/ 310030 w 7467600"/>
              <a:gd name="connsiteY666" fmla="*/ 2771818 h 6858000"/>
              <a:gd name="connsiteX667" fmla="*/ 173877 w 7467600"/>
              <a:gd name="connsiteY667" fmla="*/ 2937056 h 6858000"/>
              <a:gd name="connsiteX668" fmla="*/ 77889 w 7467600"/>
              <a:gd name="connsiteY668" fmla="*/ 3138440 h 6858000"/>
              <a:gd name="connsiteX669" fmla="*/ 0 w 7467600"/>
              <a:gd name="connsiteY669" fmla="*/ 3271395 h 6858000"/>
              <a:gd name="connsiteX670" fmla="*/ 0 w 7467600"/>
              <a:gd name="connsiteY670" fmla="*/ 3153002 h 6858000"/>
              <a:gd name="connsiteX671" fmla="*/ 2386 w 7467600"/>
              <a:gd name="connsiteY671" fmla="*/ 3149203 h 6858000"/>
              <a:gd name="connsiteX672" fmla="*/ 89753 w 7467600"/>
              <a:gd name="connsiteY672" fmla="*/ 2987702 h 6858000"/>
              <a:gd name="connsiteX673" fmla="*/ 76869 w 7467600"/>
              <a:gd name="connsiteY673" fmla="*/ 3005404 h 6858000"/>
              <a:gd name="connsiteX674" fmla="*/ 32049 w 7467600"/>
              <a:gd name="connsiteY674" fmla="*/ 3065814 h 6858000"/>
              <a:gd name="connsiteX675" fmla="*/ 0 w 7467600"/>
              <a:gd name="connsiteY675" fmla="*/ 3108744 h 6858000"/>
              <a:gd name="connsiteX676" fmla="*/ 0 w 7467600"/>
              <a:gd name="connsiteY676" fmla="*/ 3058059 h 6858000"/>
              <a:gd name="connsiteX677" fmla="*/ 7610 w 7467600"/>
              <a:gd name="connsiteY677" fmla="*/ 3047889 h 6858000"/>
              <a:gd name="connsiteX678" fmla="*/ 52419 w 7467600"/>
              <a:gd name="connsiteY678" fmla="*/ 2987479 h 6858000"/>
              <a:gd name="connsiteX679" fmla="*/ 59142 w 7467600"/>
              <a:gd name="connsiteY679" fmla="*/ 2978488 h 6858000"/>
              <a:gd name="connsiteX680" fmla="*/ 0 w 7467600"/>
              <a:gd name="connsiteY680" fmla="*/ 3015334 h 6858000"/>
              <a:gd name="connsiteX681" fmla="*/ 0 w 7467600"/>
              <a:gd name="connsiteY681" fmla="*/ 2914286 h 6858000"/>
              <a:gd name="connsiteX682" fmla="*/ 36383 w 7467600"/>
              <a:gd name="connsiteY682" fmla="*/ 2901128 h 6858000"/>
              <a:gd name="connsiteX683" fmla="*/ 156329 w 7467600"/>
              <a:gd name="connsiteY683" fmla="*/ 2840533 h 6858000"/>
              <a:gd name="connsiteX684" fmla="*/ 358355 w 7467600"/>
              <a:gd name="connsiteY684" fmla="*/ 2620471 h 6858000"/>
              <a:gd name="connsiteX685" fmla="*/ 510577 w 7467600"/>
              <a:gd name="connsiteY685" fmla="*/ 2501244 h 6858000"/>
              <a:gd name="connsiteX686" fmla="*/ 211967 w 7467600"/>
              <a:gd name="connsiteY686" fmla="*/ 2479171 h 6858000"/>
              <a:gd name="connsiteX687" fmla="*/ 0 w 7467600"/>
              <a:gd name="connsiteY687" fmla="*/ 2476398 h 6858000"/>
              <a:gd name="connsiteX688" fmla="*/ 0 w 7467600"/>
              <a:gd name="connsiteY688" fmla="*/ 2389189 h 6858000"/>
              <a:gd name="connsiteX689" fmla="*/ 103062 w 7467600"/>
              <a:gd name="connsiteY689" fmla="*/ 2389518 h 6858000"/>
              <a:gd name="connsiteX690" fmla="*/ 510734 w 7467600"/>
              <a:gd name="connsiteY690" fmla="*/ 2416201 h 6858000"/>
              <a:gd name="connsiteX691" fmla="*/ 279257 w 7467600"/>
              <a:gd name="connsiteY691" fmla="*/ 2092102 h 6858000"/>
              <a:gd name="connsiteX692" fmla="*/ 65265 w 7467600"/>
              <a:gd name="connsiteY692" fmla="*/ 2006049 h 6858000"/>
              <a:gd name="connsiteX693" fmla="*/ 0 w 7467600"/>
              <a:gd name="connsiteY693" fmla="*/ 1982532 h 6858000"/>
              <a:gd name="connsiteX694" fmla="*/ 0 w 7467600"/>
              <a:gd name="connsiteY694" fmla="*/ 1912789 h 6858000"/>
              <a:gd name="connsiteX695" fmla="*/ 97460 w 7467600"/>
              <a:gd name="connsiteY695" fmla="*/ 1953725 h 6858000"/>
              <a:gd name="connsiteX696" fmla="*/ 221272 w 7467600"/>
              <a:gd name="connsiteY696" fmla="*/ 1980766 h 6858000"/>
              <a:gd name="connsiteX697" fmla="*/ 116765 w 7467600"/>
              <a:gd name="connsiteY697" fmla="*/ 1911033 h 6858000"/>
              <a:gd name="connsiteX698" fmla="*/ 16405 w 7467600"/>
              <a:gd name="connsiteY698" fmla="*/ 1803412 h 6858000"/>
              <a:gd name="connsiteX699" fmla="*/ 0 w 7467600"/>
              <a:gd name="connsiteY699" fmla="*/ 1784777 h 6858000"/>
              <a:gd name="connsiteX700" fmla="*/ 0 w 7467600"/>
              <a:gd name="connsiteY700" fmla="*/ 1740082 h 6858000"/>
              <a:gd name="connsiteX701" fmla="*/ 39394 w 7467600"/>
              <a:gd name="connsiteY701" fmla="*/ 1784856 h 6858000"/>
              <a:gd name="connsiteX702" fmla="*/ 135813 w 7467600"/>
              <a:gd name="connsiteY702" fmla="*/ 1888838 h 6858000"/>
              <a:gd name="connsiteX703" fmla="*/ 242575 w 7467600"/>
              <a:gd name="connsiteY703" fmla="*/ 1958841 h 6858000"/>
              <a:gd name="connsiteX704" fmla="*/ 82197 w 7467600"/>
              <a:gd name="connsiteY704" fmla="*/ 1754826 h 6858000"/>
              <a:gd name="connsiteX705" fmla="*/ 0 w 7467600"/>
              <a:gd name="connsiteY705" fmla="*/ 1679650 h 6858000"/>
              <a:gd name="connsiteX706" fmla="*/ 0 w 7467600"/>
              <a:gd name="connsiteY706" fmla="*/ 1602463 h 6858000"/>
              <a:gd name="connsiteX707" fmla="*/ 84689 w 7467600"/>
              <a:gd name="connsiteY707" fmla="*/ 1677442 h 6858000"/>
              <a:gd name="connsiteX708" fmla="*/ 298437 w 7467600"/>
              <a:gd name="connsiteY708" fmla="*/ 1968019 h 6858000"/>
              <a:gd name="connsiteX709" fmla="*/ 227269 w 7467600"/>
              <a:gd name="connsiteY709" fmla="*/ 1114064 h 6858000"/>
              <a:gd name="connsiteX710" fmla="*/ 248003 w 7467600"/>
              <a:gd name="connsiteY710" fmla="*/ 1089613 h 6858000"/>
              <a:gd name="connsiteX711" fmla="*/ 427020 w 7467600"/>
              <a:gd name="connsiteY711" fmla="*/ 1619803 h 6858000"/>
              <a:gd name="connsiteX712" fmla="*/ 340345 w 7467600"/>
              <a:gd name="connsiteY712" fmla="*/ 2027739 h 6858000"/>
              <a:gd name="connsiteX713" fmla="*/ 360865 w 7467600"/>
              <a:gd name="connsiteY713" fmla="*/ 2044827 h 6858000"/>
              <a:gd name="connsiteX714" fmla="*/ 560414 w 7467600"/>
              <a:gd name="connsiteY714" fmla="*/ 2421457 h 6858000"/>
              <a:gd name="connsiteX715" fmla="*/ 1359703 w 7467600"/>
              <a:gd name="connsiteY715" fmla="*/ 2578554 h 6858000"/>
              <a:gd name="connsiteX716" fmla="*/ 1359422 w 7467600"/>
              <a:gd name="connsiteY716" fmla="*/ 2577994 h 6858000"/>
              <a:gd name="connsiteX717" fmla="*/ 828701 w 7467600"/>
              <a:gd name="connsiteY717" fmla="*/ 1839520 h 6858000"/>
              <a:gd name="connsiteX718" fmla="*/ 494427 w 7467600"/>
              <a:gd name="connsiteY718" fmla="*/ 1092333 h 6858000"/>
              <a:gd name="connsiteX719" fmla="*/ 506322 w 7467600"/>
              <a:gd name="connsiteY719" fmla="*/ 1020997 h 6858000"/>
              <a:gd name="connsiteX720" fmla="*/ 4570198 w 7467600"/>
              <a:gd name="connsiteY720" fmla="*/ 978081 h 6858000"/>
              <a:gd name="connsiteX721" fmla="*/ 4523691 w 7467600"/>
              <a:gd name="connsiteY721" fmla="*/ 1127776 h 6858000"/>
              <a:gd name="connsiteX722" fmla="*/ 4509875 w 7467600"/>
              <a:gd name="connsiteY722" fmla="*/ 1167552 h 6858000"/>
              <a:gd name="connsiteX723" fmla="*/ 4478168 w 7467600"/>
              <a:gd name="connsiteY723" fmla="*/ 1260735 h 6858000"/>
              <a:gd name="connsiteX724" fmla="*/ 4409309 w 7467600"/>
              <a:gd name="connsiteY724" fmla="*/ 1666996 h 6858000"/>
              <a:gd name="connsiteX725" fmla="*/ 4370031 w 7467600"/>
              <a:gd name="connsiteY725" fmla="*/ 1955666 h 6858000"/>
              <a:gd name="connsiteX726" fmla="*/ 4570198 w 7467600"/>
              <a:gd name="connsiteY726" fmla="*/ 978081 h 6858000"/>
              <a:gd name="connsiteX727" fmla="*/ 4557898 w 7467600"/>
              <a:gd name="connsiteY727" fmla="*/ 900011 h 6858000"/>
              <a:gd name="connsiteX728" fmla="*/ 4344840 w 7467600"/>
              <a:gd name="connsiteY728" fmla="*/ 1922038 h 6858000"/>
              <a:gd name="connsiteX729" fmla="*/ 4378710 w 7467600"/>
              <a:gd name="connsiteY729" fmla="*/ 1665516 h 6858000"/>
              <a:gd name="connsiteX730" fmla="*/ 4448798 w 7467600"/>
              <a:gd name="connsiteY730" fmla="*/ 1253024 h 6858000"/>
              <a:gd name="connsiteX731" fmla="*/ 4480315 w 7467600"/>
              <a:gd name="connsiteY731" fmla="*/ 1158454 h 6858000"/>
              <a:gd name="connsiteX732" fmla="*/ 4494133 w 7467600"/>
              <a:gd name="connsiteY732" fmla="*/ 1118676 h 6858000"/>
              <a:gd name="connsiteX733" fmla="*/ 4557898 w 7467600"/>
              <a:gd name="connsiteY733" fmla="*/ 900011 h 6858000"/>
              <a:gd name="connsiteX734" fmla="*/ 5870151 w 7467600"/>
              <a:gd name="connsiteY734" fmla="*/ 898890 h 6858000"/>
              <a:gd name="connsiteX735" fmla="*/ 5861335 w 7467600"/>
              <a:gd name="connsiteY735" fmla="*/ 899177 h 6858000"/>
              <a:gd name="connsiteX736" fmla="*/ 5843702 w 7467600"/>
              <a:gd name="connsiteY736" fmla="*/ 899748 h 6858000"/>
              <a:gd name="connsiteX737" fmla="*/ 5651107 w 7467600"/>
              <a:gd name="connsiteY737" fmla="*/ 920306 h 6858000"/>
              <a:gd name="connsiteX738" fmla="*/ 5459407 w 7467600"/>
              <a:gd name="connsiteY738" fmla="*/ 940975 h 6858000"/>
              <a:gd name="connsiteX739" fmla="*/ 5374846 w 7467600"/>
              <a:gd name="connsiteY739" fmla="*/ 941988 h 6858000"/>
              <a:gd name="connsiteX740" fmla="*/ 5256105 w 7467600"/>
              <a:gd name="connsiteY740" fmla="*/ 945632 h 6858000"/>
              <a:gd name="connsiteX741" fmla="*/ 5107071 w 7467600"/>
              <a:gd name="connsiteY741" fmla="*/ 969720 h 6858000"/>
              <a:gd name="connsiteX742" fmla="*/ 4998681 w 7467600"/>
              <a:gd name="connsiteY742" fmla="*/ 988771 h 6858000"/>
              <a:gd name="connsiteX743" fmla="*/ 5870151 w 7467600"/>
              <a:gd name="connsiteY743" fmla="*/ 898890 h 6858000"/>
              <a:gd name="connsiteX744" fmla="*/ 5504425 w 7467600"/>
              <a:gd name="connsiteY744" fmla="*/ 848067 h 6858000"/>
              <a:gd name="connsiteX745" fmla="*/ 4968849 w 7467600"/>
              <a:gd name="connsiteY745" fmla="*/ 962318 h 6858000"/>
              <a:gd name="connsiteX746" fmla="*/ 5104039 w 7467600"/>
              <a:gd name="connsiteY746" fmla="*/ 940634 h 6858000"/>
              <a:gd name="connsiteX747" fmla="*/ 5256311 w 7467600"/>
              <a:gd name="connsiteY747" fmla="*/ 916490 h 6858000"/>
              <a:gd name="connsiteX748" fmla="*/ 5377381 w 7467600"/>
              <a:gd name="connsiteY748" fmla="*/ 912671 h 6858000"/>
              <a:gd name="connsiteX749" fmla="*/ 5460148 w 7467600"/>
              <a:gd name="connsiteY749" fmla="*/ 911442 h 6858000"/>
              <a:gd name="connsiteX750" fmla="*/ 5648971 w 7467600"/>
              <a:gd name="connsiteY750" fmla="*/ 891331 h 6858000"/>
              <a:gd name="connsiteX751" fmla="*/ 5844807 w 7467600"/>
              <a:gd name="connsiteY751" fmla="*/ 870718 h 6858000"/>
              <a:gd name="connsiteX752" fmla="*/ 5862975 w 7467600"/>
              <a:gd name="connsiteY752" fmla="*/ 869756 h 6858000"/>
              <a:gd name="connsiteX753" fmla="*/ 5920887 w 7467600"/>
              <a:gd name="connsiteY753" fmla="*/ 865929 h 6858000"/>
              <a:gd name="connsiteX754" fmla="*/ 5504425 w 7467600"/>
              <a:gd name="connsiteY754" fmla="*/ 848067 h 6858000"/>
              <a:gd name="connsiteX755" fmla="*/ 3607114 w 7467600"/>
              <a:gd name="connsiteY755" fmla="*/ 467441 h 6858000"/>
              <a:gd name="connsiteX756" fmla="*/ 3296242 w 7467600"/>
              <a:gd name="connsiteY756" fmla="*/ 807991 h 6858000"/>
              <a:gd name="connsiteX757" fmla="*/ 3174674 w 7467600"/>
              <a:gd name="connsiteY757" fmla="*/ 919759 h 6858000"/>
              <a:gd name="connsiteX758" fmla="*/ 3042978 w 7467600"/>
              <a:gd name="connsiteY758" fmla="*/ 1054894 h 6858000"/>
              <a:gd name="connsiteX759" fmla="*/ 2968914 w 7467600"/>
              <a:gd name="connsiteY759" fmla="*/ 1133756 h 6858000"/>
              <a:gd name="connsiteX760" fmla="*/ 3103823 w 7467600"/>
              <a:gd name="connsiteY760" fmla="*/ 1026814 h 6858000"/>
              <a:gd name="connsiteX761" fmla="*/ 3607114 w 7467600"/>
              <a:gd name="connsiteY761" fmla="*/ 467441 h 6858000"/>
              <a:gd name="connsiteX762" fmla="*/ 3744487 w 7467600"/>
              <a:gd name="connsiteY762" fmla="*/ 383136 h 6858000"/>
              <a:gd name="connsiteX763" fmla="*/ 3970213 w 7467600"/>
              <a:gd name="connsiteY763" fmla="*/ 995559 h 6858000"/>
              <a:gd name="connsiteX764" fmla="*/ 3744487 w 7467600"/>
              <a:gd name="connsiteY764" fmla="*/ 383136 h 6858000"/>
              <a:gd name="connsiteX765" fmla="*/ 3624562 w 7467600"/>
              <a:gd name="connsiteY765" fmla="*/ 367041 h 6858000"/>
              <a:gd name="connsiteX766" fmla="*/ 3489712 w 7467600"/>
              <a:gd name="connsiteY766" fmla="*/ 485386 h 6858000"/>
              <a:gd name="connsiteX767" fmla="*/ 3182994 w 7467600"/>
              <a:gd name="connsiteY767" fmla="*/ 828265 h 6858000"/>
              <a:gd name="connsiteX768" fmla="*/ 2892114 w 7467600"/>
              <a:gd name="connsiteY768" fmla="*/ 1172635 h 6858000"/>
              <a:gd name="connsiteX769" fmla="*/ 3021459 w 7467600"/>
              <a:gd name="connsiteY769" fmla="*/ 1035385 h 6858000"/>
              <a:gd name="connsiteX770" fmla="*/ 3153873 w 7467600"/>
              <a:gd name="connsiteY770" fmla="*/ 898971 h 6858000"/>
              <a:gd name="connsiteX771" fmla="*/ 3276511 w 7467600"/>
              <a:gd name="connsiteY771" fmla="*/ 786423 h 6858000"/>
              <a:gd name="connsiteX772" fmla="*/ 3584154 w 7467600"/>
              <a:gd name="connsiteY772" fmla="*/ 448218 h 6858000"/>
              <a:gd name="connsiteX773" fmla="*/ 3624562 w 7467600"/>
              <a:gd name="connsiteY773" fmla="*/ 367041 h 6858000"/>
              <a:gd name="connsiteX774" fmla="*/ 3766672 w 7467600"/>
              <a:gd name="connsiteY774" fmla="*/ 359429 h 6858000"/>
              <a:gd name="connsiteX775" fmla="*/ 3996338 w 7467600"/>
              <a:gd name="connsiteY775" fmla="*/ 968237 h 6858000"/>
              <a:gd name="connsiteX776" fmla="*/ 3766672 w 7467600"/>
              <a:gd name="connsiteY776" fmla="*/ 359429 h 6858000"/>
              <a:gd name="connsiteX777" fmla="*/ 5805386 w 7467600"/>
              <a:gd name="connsiteY777" fmla="*/ 239240 h 6858000"/>
              <a:gd name="connsiteX778" fmla="*/ 5736947 w 7467600"/>
              <a:gd name="connsiteY778" fmla="*/ 261367 h 6858000"/>
              <a:gd name="connsiteX779" fmla="*/ 5427012 w 7467600"/>
              <a:gd name="connsiteY779" fmla="*/ 311272 h 6858000"/>
              <a:gd name="connsiteX780" fmla="*/ 5147818 w 7467600"/>
              <a:gd name="connsiteY780" fmla="*/ 322112 h 6858000"/>
              <a:gd name="connsiteX781" fmla="*/ 5060854 w 7467600"/>
              <a:gd name="connsiteY781" fmla="*/ 311882 h 6858000"/>
              <a:gd name="connsiteX782" fmla="*/ 4945989 w 7467600"/>
              <a:gd name="connsiteY782" fmla="*/ 300516 h 6858000"/>
              <a:gd name="connsiteX783" fmla="*/ 5410479 w 7467600"/>
              <a:gd name="connsiteY783" fmla="*/ 348434 h 6858000"/>
              <a:gd name="connsiteX784" fmla="*/ 5805386 w 7467600"/>
              <a:gd name="connsiteY784" fmla="*/ 239240 h 6858000"/>
              <a:gd name="connsiteX785" fmla="*/ 5905192 w 7467600"/>
              <a:gd name="connsiteY785" fmla="*/ 163079 h 6858000"/>
              <a:gd name="connsiteX786" fmla="*/ 5865655 w 7467600"/>
              <a:gd name="connsiteY786" fmla="*/ 171901 h 6858000"/>
              <a:gd name="connsiteX787" fmla="*/ 5259740 w 7467600"/>
              <a:gd name="connsiteY787" fmla="*/ 257013 h 6858000"/>
              <a:gd name="connsiteX788" fmla="*/ 5208466 w 7467600"/>
              <a:gd name="connsiteY788" fmla="*/ 257550 h 6858000"/>
              <a:gd name="connsiteX789" fmla="*/ 4980204 w 7467600"/>
              <a:gd name="connsiteY789" fmla="*/ 271903 h 6858000"/>
              <a:gd name="connsiteX790" fmla="*/ 5068068 w 7467600"/>
              <a:gd name="connsiteY790" fmla="*/ 282244 h 6858000"/>
              <a:gd name="connsiteX791" fmla="*/ 5153231 w 7467600"/>
              <a:gd name="connsiteY791" fmla="*/ 292240 h 6858000"/>
              <a:gd name="connsiteX792" fmla="*/ 5426491 w 7467600"/>
              <a:gd name="connsiteY792" fmla="*/ 281128 h 6858000"/>
              <a:gd name="connsiteX793" fmla="*/ 5731212 w 7467600"/>
              <a:gd name="connsiteY793" fmla="*/ 231951 h 6858000"/>
              <a:gd name="connsiteX794" fmla="*/ 5905192 w 7467600"/>
              <a:gd name="connsiteY794" fmla="*/ 163079 h 6858000"/>
              <a:gd name="connsiteX795" fmla="*/ 5944437 w 7467600"/>
              <a:gd name="connsiteY795" fmla="*/ 113829 h 6858000"/>
              <a:gd name="connsiteX796" fmla="*/ 5825032 w 7467600"/>
              <a:gd name="connsiteY796" fmla="*/ 146405 h 6858000"/>
              <a:gd name="connsiteX797" fmla="*/ 4955599 w 7467600"/>
              <a:gd name="connsiteY797" fmla="*/ 247008 h 6858000"/>
              <a:gd name="connsiteX798" fmla="*/ 5210104 w 7467600"/>
              <a:gd name="connsiteY798" fmla="*/ 228123 h 6858000"/>
              <a:gd name="connsiteX799" fmla="*/ 5261015 w 7467600"/>
              <a:gd name="connsiteY799" fmla="*/ 227087 h 6858000"/>
              <a:gd name="connsiteX800" fmla="*/ 5861181 w 7467600"/>
              <a:gd name="connsiteY800" fmla="*/ 143093 h 6858000"/>
              <a:gd name="connsiteX801" fmla="*/ 5961252 w 7467600"/>
              <a:gd name="connsiteY801" fmla="*/ 114820 h 6858000"/>
              <a:gd name="connsiteX802" fmla="*/ 5944437 w 7467600"/>
              <a:gd name="connsiteY802" fmla="*/ 113829 h 6858000"/>
              <a:gd name="connsiteX803" fmla="*/ 3882765 w 7467600"/>
              <a:gd name="connsiteY803" fmla="*/ 0 h 6858000"/>
              <a:gd name="connsiteX804" fmla="*/ 3995099 w 7467600"/>
              <a:gd name="connsiteY804" fmla="*/ 0 h 6858000"/>
              <a:gd name="connsiteX805" fmla="*/ 4163818 w 7467600"/>
              <a:gd name="connsiteY805" fmla="*/ 234104 h 6858000"/>
              <a:gd name="connsiteX806" fmla="*/ 4172099 w 7467600"/>
              <a:gd name="connsiteY806" fmla="*/ 234207 h 6858000"/>
              <a:gd name="connsiteX807" fmla="*/ 4784282 w 7467600"/>
              <a:gd name="connsiteY807" fmla="*/ 276561 h 6858000"/>
              <a:gd name="connsiteX808" fmla="*/ 4801687 w 7467600"/>
              <a:gd name="connsiteY808" fmla="*/ 267764 h 6858000"/>
              <a:gd name="connsiteX809" fmla="*/ 6082788 w 7467600"/>
              <a:gd name="connsiteY809" fmla="*/ 64119 h 6858000"/>
              <a:gd name="connsiteX810" fmla="*/ 6099442 w 7467600"/>
              <a:gd name="connsiteY810" fmla="*/ 82568 h 6858000"/>
              <a:gd name="connsiteX811" fmla="*/ 4804137 w 7467600"/>
              <a:gd name="connsiteY811" fmla="*/ 320931 h 6858000"/>
              <a:gd name="connsiteX812" fmla="*/ 4227047 w 7467600"/>
              <a:gd name="connsiteY812" fmla="*/ 313415 h 6858000"/>
              <a:gd name="connsiteX813" fmla="*/ 4346041 w 7467600"/>
              <a:gd name="connsiteY813" fmla="*/ 456086 h 6858000"/>
              <a:gd name="connsiteX814" fmla="*/ 4870967 w 7467600"/>
              <a:gd name="connsiteY814" fmla="*/ 963061 h 6858000"/>
              <a:gd name="connsiteX815" fmla="*/ 4889647 w 7467600"/>
              <a:gd name="connsiteY815" fmla="*/ 957147 h 6858000"/>
              <a:gd name="connsiteX816" fmla="*/ 5422504 w 7467600"/>
              <a:gd name="connsiteY816" fmla="*/ 805191 h 6858000"/>
              <a:gd name="connsiteX817" fmla="*/ 6087656 w 7467600"/>
              <a:gd name="connsiteY817" fmla="*/ 826703 h 6858000"/>
              <a:gd name="connsiteX818" fmla="*/ 6058717 w 7467600"/>
              <a:gd name="connsiteY818" fmla="*/ 865992 h 6858000"/>
              <a:gd name="connsiteX819" fmla="*/ 4974153 w 7467600"/>
              <a:gd name="connsiteY819" fmla="*/ 1045456 h 6858000"/>
              <a:gd name="connsiteX820" fmla="*/ 5627835 w 7467600"/>
              <a:gd name="connsiteY820" fmla="*/ 1472077 h 6858000"/>
              <a:gd name="connsiteX821" fmla="*/ 5629817 w 7467600"/>
              <a:gd name="connsiteY821" fmla="*/ 1471412 h 6858000"/>
              <a:gd name="connsiteX822" fmla="*/ 5634124 w 7467600"/>
              <a:gd name="connsiteY822" fmla="*/ 1470572 h 6858000"/>
              <a:gd name="connsiteX823" fmla="*/ 5755832 w 7467600"/>
              <a:gd name="connsiteY823" fmla="*/ 1383886 h 6858000"/>
              <a:gd name="connsiteX824" fmla="*/ 6014186 w 7467600"/>
              <a:gd name="connsiteY824" fmla="*/ 1279799 h 6858000"/>
              <a:gd name="connsiteX825" fmla="*/ 6901619 w 7467600"/>
              <a:gd name="connsiteY825" fmla="*/ 1047874 h 6858000"/>
              <a:gd name="connsiteX826" fmla="*/ 6931566 w 7467600"/>
              <a:gd name="connsiteY826" fmla="*/ 1062034 h 6858000"/>
              <a:gd name="connsiteX827" fmla="*/ 5790982 w 7467600"/>
              <a:gd name="connsiteY827" fmla="*/ 1561380 h 6858000"/>
              <a:gd name="connsiteX828" fmla="*/ 6188971 w 7467600"/>
              <a:gd name="connsiteY828" fmla="*/ 1755168 h 6858000"/>
              <a:gd name="connsiteX829" fmla="*/ 6202446 w 7467600"/>
              <a:gd name="connsiteY829" fmla="*/ 1752268 h 6858000"/>
              <a:gd name="connsiteX830" fmla="*/ 7179560 w 7467600"/>
              <a:gd name="connsiteY830" fmla="*/ 1467551 h 6858000"/>
              <a:gd name="connsiteX831" fmla="*/ 7158730 w 7467600"/>
              <a:gd name="connsiteY831" fmla="*/ 1507835 h 6858000"/>
              <a:gd name="connsiteX832" fmla="*/ 6326959 w 7467600"/>
              <a:gd name="connsiteY832" fmla="*/ 1817686 h 6858000"/>
              <a:gd name="connsiteX833" fmla="*/ 6537433 w 7467600"/>
              <a:gd name="connsiteY833" fmla="*/ 1907790 h 6858000"/>
              <a:gd name="connsiteX834" fmla="*/ 6550221 w 7467600"/>
              <a:gd name="connsiteY834" fmla="*/ 1910729 h 6858000"/>
              <a:gd name="connsiteX835" fmla="*/ 6964438 w 7467600"/>
              <a:gd name="connsiteY835" fmla="*/ 2209505 h 6858000"/>
              <a:gd name="connsiteX836" fmla="*/ 7367862 w 7467600"/>
              <a:gd name="connsiteY836" fmla="*/ 2806833 h 6858000"/>
              <a:gd name="connsiteX837" fmla="*/ 7364329 w 7467600"/>
              <a:gd name="connsiteY837" fmla="*/ 2826907 h 6858000"/>
              <a:gd name="connsiteX838" fmla="*/ 7290545 w 7467600"/>
              <a:gd name="connsiteY838" fmla="*/ 2850663 h 6858000"/>
              <a:gd name="connsiteX839" fmla="*/ 6472036 w 7467600"/>
              <a:gd name="connsiteY839" fmla="*/ 1959003 h 6858000"/>
              <a:gd name="connsiteX840" fmla="*/ 5792897 w 7467600"/>
              <a:gd name="connsiteY840" fmla="*/ 1647747 h 6858000"/>
              <a:gd name="connsiteX841" fmla="*/ 5842751 w 7467600"/>
              <a:gd name="connsiteY841" fmla="*/ 1816112 h 6858000"/>
              <a:gd name="connsiteX842" fmla="*/ 5847424 w 7467600"/>
              <a:gd name="connsiteY842" fmla="*/ 1815776 h 6858000"/>
              <a:gd name="connsiteX843" fmla="*/ 6399821 w 7467600"/>
              <a:gd name="connsiteY843" fmla="*/ 2344799 h 6858000"/>
              <a:gd name="connsiteX844" fmla="*/ 6323232 w 7467600"/>
              <a:gd name="connsiteY844" fmla="*/ 2389634 h 6858000"/>
              <a:gd name="connsiteX845" fmla="*/ 5942958 w 7467600"/>
              <a:gd name="connsiteY845" fmla="*/ 2077708 h 6858000"/>
              <a:gd name="connsiteX846" fmla="*/ 5921559 w 7467600"/>
              <a:gd name="connsiteY846" fmla="*/ 2378596 h 6858000"/>
              <a:gd name="connsiteX847" fmla="*/ 5817651 w 7467600"/>
              <a:gd name="connsiteY847" fmla="*/ 3023919 h 6858000"/>
              <a:gd name="connsiteX848" fmla="*/ 5729634 w 7467600"/>
              <a:gd name="connsiteY848" fmla="*/ 3051849 h 6858000"/>
              <a:gd name="connsiteX849" fmla="*/ 5611018 w 7467600"/>
              <a:gd name="connsiteY849" fmla="*/ 2316769 h 6858000"/>
              <a:gd name="connsiteX850" fmla="*/ 5687608 w 7467600"/>
              <a:gd name="connsiteY850" fmla="*/ 2039972 h 6858000"/>
              <a:gd name="connsiteX851" fmla="*/ 5657554 w 7467600"/>
              <a:gd name="connsiteY851" fmla="*/ 1576445 h 6858000"/>
              <a:gd name="connsiteX852" fmla="*/ 5150475 w 7467600"/>
              <a:gd name="connsiteY852" fmla="*/ 1274012 h 6858000"/>
              <a:gd name="connsiteX853" fmla="*/ 5349142 w 7467600"/>
              <a:gd name="connsiteY853" fmla="*/ 2204405 h 6858000"/>
              <a:gd name="connsiteX854" fmla="*/ 5262214 w 7467600"/>
              <a:gd name="connsiteY854" fmla="*/ 2233836 h 6858000"/>
              <a:gd name="connsiteX855" fmla="*/ 4981539 w 7467600"/>
              <a:gd name="connsiteY855" fmla="*/ 1542201 h 6858000"/>
              <a:gd name="connsiteX856" fmla="*/ 4958461 w 7467600"/>
              <a:gd name="connsiteY856" fmla="*/ 1136957 h 6858000"/>
              <a:gd name="connsiteX857" fmla="*/ 4655015 w 7467600"/>
              <a:gd name="connsiteY857" fmla="*/ 891426 h 6858000"/>
              <a:gd name="connsiteX858" fmla="*/ 4348002 w 7467600"/>
              <a:gd name="connsiteY858" fmla="*/ 2205895 h 6858000"/>
              <a:gd name="connsiteX859" fmla="*/ 4262250 w 7467600"/>
              <a:gd name="connsiteY859" fmla="*/ 2219972 h 6858000"/>
              <a:gd name="connsiteX860" fmla="*/ 4550611 w 7467600"/>
              <a:gd name="connsiteY860" fmla="*/ 817540 h 6858000"/>
              <a:gd name="connsiteX861" fmla="*/ 4564418 w 7467600"/>
              <a:gd name="connsiteY861" fmla="*/ 808293 h 6858000"/>
              <a:gd name="connsiteX862" fmla="*/ 4266388 w 7467600"/>
              <a:gd name="connsiteY862" fmla="*/ 500083 h 6858000"/>
              <a:gd name="connsiteX863" fmla="*/ 4032842 w 7467600"/>
              <a:gd name="connsiteY863" fmla="*/ 211809 h 6858000"/>
              <a:gd name="connsiteX864" fmla="*/ 3882765 w 7467600"/>
              <a:gd name="connsiteY864" fmla="*/ 0 h 6858000"/>
              <a:gd name="connsiteX865" fmla="*/ 3721337 w 7467600"/>
              <a:gd name="connsiteY865" fmla="*/ 0 h 6858000"/>
              <a:gd name="connsiteX866" fmla="*/ 3797544 w 7467600"/>
              <a:gd name="connsiteY866" fmla="*/ 0 h 6858000"/>
              <a:gd name="connsiteX867" fmla="*/ 3775734 w 7467600"/>
              <a:gd name="connsiteY867" fmla="*/ 95131 h 6858000"/>
              <a:gd name="connsiteX868" fmla="*/ 3724807 w 7467600"/>
              <a:gd name="connsiteY868" fmla="*/ 272257 h 6858000"/>
              <a:gd name="connsiteX869" fmla="*/ 3726844 w 7467600"/>
              <a:gd name="connsiteY869" fmla="*/ 282988 h 6858000"/>
              <a:gd name="connsiteX870" fmla="*/ 3742664 w 7467600"/>
              <a:gd name="connsiteY870" fmla="*/ 279918 h 6858000"/>
              <a:gd name="connsiteX871" fmla="*/ 4103910 w 7467600"/>
              <a:gd name="connsiteY871" fmla="*/ 1161917 h 6858000"/>
              <a:gd name="connsiteX872" fmla="*/ 4020269 w 7467600"/>
              <a:gd name="connsiteY872" fmla="*/ 1200406 h 6858000"/>
              <a:gd name="connsiteX873" fmla="*/ 3674882 w 7467600"/>
              <a:gd name="connsiteY873" fmla="*/ 488524 h 6858000"/>
              <a:gd name="connsiteX874" fmla="*/ 3132682 w 7467600"/>
              <a:gd name="connsiteY874" fmla="*/ 1072284 h 6858000"/>
              <a:gd name="connsiteX875" fmla="*/ 2716346 w 7467600"/>
              <a:gd name="connsiteY875" fmla="*/ 1276376 h 6858000"/>
              <a:gd name="connsiteX876" fmla="*/ 2716772 w 7467600"/>
              <a:gd name="connsiteY876" fmla="*/ 1255462 h 6858000"/>
              <a:gd name="connsiteX877" fmla="*/ 3471096 w 7467600"/>
              <a:gd name="connsiteY877" fmla="*/ 437072 h 6858000"/>
              <a:gd name="connsiteX878" fmla="*/ 3639057 w 7467600"/>
              <a:gd name="connsiteY878" fmla="*/ 286334 h 6858000"/>
              <a:gd name="connsiteX879" fmla="*/ 3640309 w 7467600"/>
              <a:gd name="connsiteY879" fmla="*/ 284664 h 6858000"/>
              <a:gd name="connsiteX880" fmla="*/ 3646022 w 7467600"/>
              <a:gd name="connsiteY880" fmla="*/ 276711 h 6858000"/>
              <a:gd name="connsiteX881" fmla="*/ 3707943 w 7467600"/>
              <a:gd name="connsiteY881" fmla="*/ 65958 h 6858000"/>
              <a:gd name="connsiteX882" fmla="*/ 3721337 w 7467600"/>
              <a:gd name="connsiteY882" fmla="*/ 0 h 6858000"/>
              <a:gd name="connsiteX883" fmla="*/ 2867960 w 7467600"/>
              <a:gd name="connsiteY883" fmla="*/ 0 h 6858000"/>
              <a:gd name="connsiteX884" fmla="*/ 2926351 w 7467600"/>
              <a:gd name="connsiteY884" fmla="*/ 0 h 6858000"/>
              <a:gd name="connsiteX885" fmla="*/ 2902823 w 7467600"/>
              <a:gd name="connsiteY885" fmla="*/ 262929 h 6858000"/>
              <a:gd name="connsiteX886" fmla="*/ 2940663 w 7467600"/>
              <a:gd name="connsiteY886" fmla="*/ 140884 h 6858000"/>
              <a:gd name="connsiteX887" fmla="*/ 2947039 w 7467600"/>
              <a:gd name="connsiteY887" fmla="*/ 122524 h 6858000"/>
              <a:gd name="connsiteX888" fmla="*/ 2984316 w 7467600"/>
              <a:gd name="connsiteY888" fmla="*/ 0 h 6858000"/>
              <a:gd name="connsiteX889" fmla="*/ 3016114 w 7467600"/>
              <a:gd name="connsiteY889" fmla="*/ 0 h 6858000"/>
              <a:gd name="connsiteX890" fmla="*/ 2979949 w 7467600"/>
              <a:gd name="connsiteY890" fmla="*/ 119274 h 6858000"/>
              <a:gd name="connsiteX891" fmla="*/ 3023879 w 7467600"/>
              <a:gd name="connsiteY891" fmla="*/ 0 h 6858000"/>
              <a:gd name="connsiteX892" fmla="*/ 3105400 w 7467600"/>
              <a:gd name="connsiteY892" fmla="*/ 0 h 6858000"/>
              <a:gd name="connsiteX893" fmla="*/ 3094669 w 7467600"/>
              <a:gd name="connsiteY893" fmla="*/ 30308 h 6858000"/>
              <a:gd name="connsiteX894" fmla="*/ 2901945 w 7467600"/>
              <a:gd name="connsiteY894" fmla="*/ 466538 h 6858000"/>
              <a:gd name="connsiteX895" fmla="*/ 2815209 w 7467600"/>
              <a:gd name="connsiteY895" fmla="*/ 497361 h 6858000"/>
              <a:gd name="connsiteX896" fmla="*/ 2844845 w 7467600"/>
              <a:gd name="connsiteY896" fmla="*/ 127638 h 6858000"/>
              <a:gd name="connsiteX897" fmla="*/ 2867960 w 7467600"/>
              <a:gd name="connsiteY897" fmla="*/ 0 h 6858000"/>
              <a:gd name="connsiteX898" fmla="*/ 1057230 w 7467600"/>
              <a:gd name="connsiteY898" fmla="*/ 0 h 6858000"/>
              <a:gd name="connsiteX899" fmla="*/ 1111003 w 7467600"/>
              <a:gd name="connsiteY899" fmla="*/ 0 h 6858000"/>
              <a:gd name="connsiteX900" fmla="*/ 1125553 w 7467600"/>
              <a:gd name="connsiteY900" fmla="*/ 52588 h 6858000"/>
              <a:gd name="connsiteX901" fmla="*/ 1304276 w 7467600"/>
              <a:gd name="connsiteY901" fmla="*/ 476275 h 6858000"/>
              <a:gd name="connsiteX902" fmla="*/ 1492066 w 7467600"/>
              <a:gd name="connsiteY902" fmla="*/ 886333 h 6858000"/>
              <a:gd name="connsiteX903" fmla="*/ 1423698 w 7467600"/>
              <a:gd name="connsiteY903" fmla="*/ 710817 h 6858000"/>
              <a:gd name="connsiteX904" fmla="*/ 1357609 w 7467600"/>
              <a:gd name="connsiteY904" fmla="*/ 532892 h 6858000"/>
              <a:gd name="connsiteX905" fmla="*/ 1309550 w 7467600"/>
              <a:gd name="connsiteY905" fmla="*/ 374031 h 6858000"/>
              <a:gd name="connsiteX906" fmla="*/ 1193673 w 7467600"/>
              <a:gd name="connsiteY906" fmla="*/ 49533 h 6858000"/>
              <a:gd name="connsiteX907" fmla="*/ 1164391 w 7467600"/>
              <a:gd name="connsiteY907" fmla="*/ 0 h 6858000"/>
              <a:gd name="connsiteX908" fmla="*/ 1200666 w 7467600"/>
              <a:gd name="connsiteY908" fmla="*/ 0 h 6858000"/>
              <a:gd name="connsiteX909" fmla="*/ 1223408 w 7467600"/>
              <a:gd name="connsiteY909" fmla="*/ 38996 h 6858000"/>
              <a:gd name="connsiteX910" fmla="*/ 1339635 w 7467600"/>
              <a:gd name="connsiteY910" fmla="*/ 365517 h 6858000"/>
              <a:gd name="connsiteX911" fmla="*/ 1387469 w 7467600"/>
              <a:gd name="connsiteY911" fmla="*/ 523079 h 6858000"/>
              <a:gd name="connsiteX912" fmla="*/ 1452685 w 7467600"/>
              <a:gd name="connsiteY912" fmla="*/ 699806 h 6858000"/>
              <a:gd name="connsiteX913" fmla="*/ 1492092 w 7467600"/>
              <a:gd name="connsiteY913" fmla="*/ 800424 h 6858000"/>
              <a:gd name="connsiteX914" fmla="*/ 1455302 w 7467600"/>
              <a:gd name="connsiteY914" fmla="*/ 632913 h 6858000"/>
              <a:gd name="connsiteX915" fmla="*/ 1222336 w 7467600"/>
              <a:gd name="connsiteY915" fmla="*/ 9480 h 6858000"/>
              <a:gd name="connsiteX916" fmla="*/ 1214634 w 7467600"/>
              <a:gd name="connsiteY916" fmla="*/ 0 h 6858000"/>
              <a:gd name="connsiteX917" fmla="*/ 1289827 w 7467600"/>
              <a:gd name="connsiteY917" fmla="*/ 0 h 6858000"/>
              <a:gd name="connsiteX918" fmla="*/ 1321076 w 7467600"/>
              <a:gd name="connsiteY918" fmla="*/ 59722 h 6858000"/>
              <a:gd name="connsiteX919" fmla="*/ 1512579 w 7467600"/>
              <a:gd name="connsiteY919" fmla="*/ 626441 h 6858000"/>
              <a:gd name="connsiteX920" fmla="*/ 1506076 w 7467600"/>
              <a:gd name="connsiteY920" fmla="*/ 1089289 h 6858000"/>
              <a:gd name="connsiteX921" fmla="*/ 1486346 w 7467600"/>
              <a:gd name="connsiteY921" fmla="*/ 1079919 h 6858000"/>
              <a:gd name="connsiteX922" fmla="*/ 1070511 w 7467600"/>
              <a:gd name="connsiteY922" fmla="*/ 48609 h 6858000"/>
              <a:gd name="connsiteX923" fmla="*/ 1057230 w 7467600"/>
              <a:gd name="connsiteY923" fmla="*/ 0 h 6858000"/>
              <a:gd name="connsiteX924" fmla="*/ 43151 w 7467600"/>
              <a:gd name="connsiteY924" fmla="*/ 0 h 6858000"/>
              <a:gd name="connsiteX925" fmla="*/ 95283 w 7467600"/>
              <a:gd name="connsiteY925" fmla="*/ 0 h 6858000"/>
              <a:gd name="connsiteX926" fmla="*/ 300708 w 7467600"/>
              <a:gd name="connsiteY926" fmla="*/ 154571 h 6858000"/>
              <a:gd name="connsiteX927" fmla="*/ 530414 w 7467600"/>
              <a:gd name="connsiteY927" fmla="*/ 354673 h 6858000"/>
              <a:gd name="connsiteX928" fmla="*/ 333785 w 7467600"/>
              <a:gd name="connsiteY928" fmla="*/ 161564 h 6858000"/>
              <a:gd name="connsiteX929" fmla="*/ 147005 w 7467600"/>
              <a:gd name="connsiteY929" fmla="*/ 0 h 6858000"/>
              <a:gd name="connsiteX930" fmla="*/ 272509 w 7467600"/>
              <a:gd name="connsiteY930" fmla="*/ 0 h 6858000"/>
              <a:gd name="connsiteX931" fmla="*/ 326276 w 7467600"/>
              <a:gd name="connsiteY931" fmla="*/ 45847 h 6858000"/>
              <a:gd name="connsiteX932" fmla="*/ 823759 w 7467600"/>
              <a:gd name="connsiteY932" fmla="*/ 574145 h 6858000"/>
              <a:gd name="connsiteX933" fmla="*/ 811254 w 7467600"/>
              <a:gd name="connsiteY933" fmla="*/ 665546 h 6858000"/>
              <a:gd name="connsiteX934" fmla="*/ 154042 w 7467600"/>
              <a:gd name="connsiteY934" fmla="*/ 261522 h 6858000"/>
              <a:gd name="connsiteX935" fmla="*/ 13550 w 7467600"/>
              <a:gd name="connsiteY935" fmla="*/ 158423 h 6858000"/>
              <a:gd name="connsiteX936" fmla="*/ 0 w 7467600"/>
              <a:gd name="connsiteY936" fmla="*/ 146618 h 6858000"/>
              <a:gd name="connsiteX937" fmla="*/ 0 w 7467600"/>
              <a:gd name="connsiteY937" fmla="*/ 59161 h 6858000"/>
              <a:gd name="connsiteX938" fmla="*/ 45427 w 7467600"/>
              <a:gd name="connsiteY938" fmla="*/ 101078 h 6858000"/>
              <a:gd name="connsiteX939" fmla="*/ 630103 w 7467600"/>
              <a:gd name="connsiteY939" fmla="*/ 485885 h 6858000"/>
              <a:gd name="connsiteX940" fmla="*/ 532040 w 7467600"/>
              <a:gd name="connsiteY940" fmla="*/ 399359 h 6858000"/>
              <a:gd name="connsiteX941" fmla="*/ 517618 w 7467600"/>
              <a:gd name="connsiteY941" fmla="*/ 385726 h 6858000"/>
              <a:gd name="connsiteX942" fmla="*/ 285074 w 7467600"/>
              <a:gd name="connsiteY942" fmla="*/ 182755 h 6858000"/>
              <a:gd name="connsiteX943" fmla="*/ 43151 w 7467600"/>
              <a:gd name="connsiteY94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289862 w 7467600"/>
              <a:gd name="connsiteY10" fmla="*/ 6659827 h 6858000"/>
              <a:gd name="connsiteX11" fmla="*/ 1019354 w 7467600"/>
              <a:gd name="connsiteY11" fmla="*/ 6315006 h 6858000"/>
              <a:gd name="connsiteX12" fmla="*/ 441046 w 7467600"/>
              <a:gd name="connsiteY12" fmla="*/ 6691153 h 6858000"/>
              <a:gd name="connsiteX13" fmla="*/ 1019354 w 7467600"/>
              <a:gd name="connsiteY13" fmla="*/ 6315006 h 6858000"/>
              <a:gd name="connsiteX14" fmla="*/ 991680 w 7467600"/>
              <a:gd name="connsiteY14" fmla="*/ 6298413 h 6858000"/>
              <a:gd name="connsiteX15" fmla="*/ 409060 w 7467600"/>
              <a:gd name="connsiteY15" fmla="*/ 6671470 h 6858000"/>
              <a:gd name="connsiteX16" fmla="*/ 991680 w 7467600"/>
              <a:gd name="connsiteY16" fmla="*/ 6298413 h 6858000"/>
              <a:gd name="connsiteX17" fmla="*/ 103333 w 7467600"/>
              <a:gd name="connsiteY17" fmla="*/ 5699602 h 6858000"/>
              <a:gd name="connsiteX18" fmla="*/ 233938 w 7467600"/>
              <a:gd name="connsiteY18" fmla="*/ 5809416 h 6858000"/>
              <a:gd name="connsiteX19" fmla="*/ 883580 w 7467600"/>
              <a:gd name="connsiteY19" fmla="*/ 6180710 h 6858000"/>
              <a:gd name="connsiteX20" fmla="*/ 487337 w 7467600"/>
              <a:gd name="connsiteY20" fmla="*/ 5950182 h 6858000"/>
              <a:gd name="connsiteX21" fmla="*/ 354051 w 7467600"/>
              <a:gd name="connsiteY21" fmla="*/ 5854912 h 6858000"/>
              <a:gd name="connsiteX22" fmla="*/ 195436 w 7467600"/>
              <a:gd name="connsiteY22" fmla="*/ 5755068 h 6858000"/>
              <a:gd name="connsiteX23" fmla="*/ 103333 w 7467600"/>
              <a:gd name="connsiteY23" fmla="*/ 5699602 h 6858000"/>
              <a:gd name="connsiteX24" fmla="*/ 5539432 w 7467600"/>
              <a:gd name="connsiteY24" fmla="*/ 5642928 h 6858000"/>
              <a:gd name="connsiteX25" fmla="*/ 5555462 w 7467600"/>
              <a:gd name="connsiteY25" fmla="*/ 5694454 h 6858000"/>
              <a:gd name="connsiteX26" fmla="*/ 5828270 w 7467600"/>
              <a:gd name="connsiteY26" fmla="*/ 6320663 h 6858000"/>
              <a:gd name="connsiteX27" fmla="*/ 5947416 w 7467600"/>
              <a:gd name="connsiteY27" fmla="*/ 6574846 h 6858000"/>
              <a:gd name="connsiteX28" fmla="*/ 5539432 w 7467600"/>
              <a:gd name="connsiteY28" fmla="*/ 5642928 h 6858000"/>
              <a:gd name="connsiteX29" fmla="*/ 51253 w 7467600"/>
              <a:gd name="connsiteY29" fmla="*/ 5631825 h 6858000"/>
              <a:gd name="connsiteX30" fmla="*/ 211622 w 7467600"/>
              <a:gd name="connsiteY30" fmla="*/ 5728803 h 6858000"/>
              <a:gd name="connsiteX31" fmla="*/ 371652 w 7467600"/>
              <a:gd name="connsiteY31" fmla="*/ 5829062 h 6858000"/>
              <a:gd name="connsiteX32" fmla="*/ 505903 w 7467600"/>
              <a:gd name="connsiteY32" fmla="*/ 5925221 h 6858000"/>
              <a:gd name="connsiteX33" fmla="*/ 899240 w 7467600"/>
              <a:gd name="connsiteY33" fmla="*/ 6153068 h 6858000"/>
              <a:gd name="connsiteX34" fmla="*/ 988114 w 7467600"/>
              <a:gd name="connsiteY34" fmla="*/ 6174204 h 6858000"/>
              <a:gd name="connsiteX35" fmla="*/ 845971 w 7467600"/>
              <a:gd name="connsiteY35" fmla="*/ 6067177 h 6858000"/>
              <a:gd name="connsiteX36" fmla="*/ 448057 w 7467600"/>
              <a:gd name="connsiteY36" fmla="*/ 5841376 h 6858000"/>
              <a:gd name="connsiteX37" fmla="*/ 51253 w 7467600"/>
              <a:gd name="connsiteY37" fmla="*/ 5631825 h 6858000"/>
              <a:gd name="connsiteX38" fmla="*/ 2606687 w 7467600"/>
              <a:gd name="connsiteY38" fmla="*/ 5630718 h 6858000"/>
              <a:gd name="connsiteX39" fmla="*/ 2645658 w 7467600"/>
              <a:gd name="connsiteY39" fmla="*/ 6640259 h 6858000"/>
              <a:gd name="connsiteX40" fmla="*/ 2606687 w 7467600"/>
              <a:gd name="connsiteY40" fmla="*/ 5630718 h 6858000"/>
              <a:gd name="connsiteX41" fmla="*/ 3642057 w 7467600"/>
              <a:gd name="connsiteY41" fmla="*/ 5573487 h 6858000"/>
              <a:gd name="connsiteX42" fmla="*/ 3632981 w 7467600"/>
              <a:gd name="connsiteY42" fmla="*/ 5579437 h 6858000"/>
              <a:gd name="connsiteX43" fmla="*/ 3382436 w 7467600"/>
              <a:gd name="connsiteY43" fmla="*/ 5952726 h 6858000"/>
              <a:gd name="connsiteX44" fmla="*/ 3191929 w 7467600"/>
              <a:gd name="connsiteY44" fmla="*/ 6662669 h 6858000"/>
              <a:gd name="connsiteX45" fmla="*/ 3369898 w 7467600"/>
              <a:gd name="connsiteY45" fmla="*/ 6081771 h 6858000"/>
              <a:gd name="connsiteX46" fmla="*/ 3642057 w 7467600"/>
              <a:gd name="connsiteY46" fmla="*/ 5573487 h 6858000"/>
              <a:gd name="connsiteX47" fmla="*/ 2650666 w 7467600"/>
              <a:gd name="connsiteY47" fmla="*/ 5530686 h 6858000"/>
              <a:gd name="connsiteX48" fmla="*/ 2650249 w 7467600"/>
              <a:gd name="connsiteY48" fmla="*/ 5532101 h 6858000"/>
              <a:gd name="connsiteX49" fmla="*/ 2663808 w 7467600"/>
              <a:gd name="connsiteY49" fmla="*/ 6535215 h 6858000"/>
              <a:gd name="connsiteX50" fmla="*/ 2665418 w 7467600"/>
              <a:gd name="connsiteY50" fmla="*/ 6132756 h 6858000"/>
              <a:gd name="connsiteX51" fmla="*/ 2650666 w 7467600"/>
              <a:gd name="connsiteY51" fmla="*/ 5530686 h 6858000"/>
              <a:gd name="connsiteX52" fmla="*/ 2680277 w 7467600"/>
              <a:gd name="connsiteY52" fmla="*/ 5479204 h 6858000"/>
              <a:gd name="connsiteX53" fmla="*/ 2678972 w 7467600"/>
              <a:gd name="connsiteY53" fmla="*/ 5481582 h 6858000"/>
              <a:gd name="connsiteX54" fmla="*/ 2696666 w 7467600"/>
              <a:gd name="connsiteY54" fmla="*/ 6133836 h 6858000"/>
              <a:gd name="connsiteX55" fmla="*/ 2695769 w 7467600"/>
              <a:gd name="connsiteY55" fmla="*/ 6390955 h 6858000"/>
              <a:gd name="connsiteX56" fmla="*/ 2739893 w 7467600"/>
              <a:gd name="connsiteY56" fmla="*/ 6108357 h 6858000"/>
              <a:gd name="connsiteX57" fmla="*/ 2680277 w 7467600"/>
              <a:gd name="connsiteY57" fmla="*/ 5479204 h 6858000"/>
              <a:gd name="connsiteX58" fmla="*/ 1132195 w 7467600"/>
              <a:gd name="connsiteY58" fmla="*/ 5467980 h 6858000"/>
              <a:gd name="connsiteX59" fmla="*/ 1679056 w 7467600"/>
              <a:gd name="connsiteY59" fmla="*/ 5516907 h 6858000"/>
              <a:gd name="connsiteX60" fmla="*/ 2128648 w 7467600"/>
              <a:gd name="connsiteY60" fmla="*/ 5474249 h 6858000"/>
              <a:gd name="connsiteX61" fmla="*/ 1825619 w 7467600"/>
              <a:gd name="connsiteY61" fmla="*/ 5478447 h 6858000"/>
              <a:gd name="connsiteX62" fmla="*/ 1737798 w 7467600"/>
              <a:gd name="connsiteY62" fmla="*/ 5483353 h 6858000"/>
              <a:gd name="connsiteX63" fmla="*/ 1132195 w 7467600"/>
              <a:gd name="connsiteY63" fmla="*/ 5467980 h 6858000"/>
              <a:gd name="connsiteX64" fmla="*/ 1456157 w 7467600"/>
              <a:gd name="connsiteY64" fmla="*/ 5371404 h 6858000"/>
              <a:gd name="connsiteX65" fmla="*/ 1244432 w 7467600"/>
              <a:gd name="connsiteY65" fmla="*/ 5385601 h 6858000"/>
              <a:gd name="connsiteX66" fmla="*/ 973990 w 7467600"/>
              <a:gd name="connsiteY66" fmla="*/ 5424940 h 6858000"/>
              <a:gd name="connsiteX67" fmla="*/ 1103809 w 7467600"/>
              <a:gd name="connsiteY67" fmla="*/ 5433720 h 6858000"/>
              <a:gd name="connsiteX68" fmla="*/ 1123454 w 7467600"/>
              <a:gd name="connsiteY68" fmla="*/ 5435727 h 6858000"/>
              <a:gd name="connsiteX69" fmla="*/ 1737017 w 7467600"/>
              <a:gd name="connsiteY69" fmla="*/ 5452183 h 6858000"/>
              <a:gd name="connsiteX70" fmla="*/ 1824397 w 7467600"/>
              <a:gd name="connsiteY70" fmla="*/ 5447757 h 6858000"/>
              <a:gd name="connsiteX71" fmla="*/ 2070059 w 7467600"/>
              <a:gd name="connsiteY71" fmla="*/ 5441660 h 6858000"/>
              <a:gd name="connsiteX72" fmla="*/ 1456157 w 7467600"/>
              <a:gd name="connsiteY72" fmla="*/ 5371404 h 6858000"/>
              <a:gd name="connsiteX73" fmla="*/ 4988186 w 7467600"/>
              <a:gd name="connsiteY73" fmla="*/ 5216467 h 6858000"/>
              <a:gd name="connsiteX74" fmla="*/ 4777334 w 7467600"/>
              <a:gd name="connsiteY74" fmla="*/ 5406072 h 6858000"/>
              <a:gd name="connsiteX75" fmla="*/ 4718341 w 7467600"/>
              <a:gd name="connsiteY75" fmla="*/ 5468043 h 6858000"/>
              <a:gd name="connsiteX76" fmla="*/ 4604655 w 7467600"/>
              <a:gd name="connsiteY76" fmla="*/ 5583434 h 6858000"/>
              <a:gd name="connsiteX77" fmla="*/ 4565074 w 7467600"/>
              <a:gd name="connsiteY77" fmla="*/ 5618550 h 6858000"/>
              <a:gd name="connsiteX78" fmla="*/ 4988186 w 7467600"/>
              <a:gd name="connsiteY78" fmla="*/ 5216467 h 6858000"/>
              <a:gd name="connsiteX79" fmla="*/ 4978032 w 7467600"/>
              <a:gd name="connsiteY79" fmla="*/ 5183809 h 6858000"/>
              <a:gd name="connsiteX80" fmla="*/ 4463413 w 7467600"/>
              <a:gd name="connsiteY80" fmla="*/ 5615162 h 6858000"/>
              <a:gd name="connsiteX81" fmla="*/ 4358134 w 7467600"/>
              <a:gd name="connsiteY81" fmla="*/ 5742791 h 6858000"/>
              <a:gd name="connsiteX82" fmla="*/ 4376219 w 7467600"/>
              <a:gd name="connsiteY82" fmla="*/ 5729027 h 6858000"/>
              <a:gd name="connsiteX83" fmla="*/ 4582340 w 7467600"/>
              <a:gd name="connsiteY83" fmla="*/ 5561037 h 6858000"/>
              <a:gd name="connsiteX84" fmla="*/ 4694684 w 7467600"/>
              <a:gd name="connsiteY84" fmla="*/ 5447098 h 6858000"/>
              <a:gd name="connsiteX85" fmla="*/ 4754123 w 7467600"/>
              <a:gd name="connsiteY85" fmla="*/ 5384643 h 6858000"/>
              <a:gd name="connsiteX86" fmla="*/ 4978032 w 7467600"/>
              <a:gd name="connsiteY86" fmla="*/ 5183809 h 6858000"/>
              <a:gd name="connsiteX87" fmla="*/ 1903353 w 7467600"/>
              <a:gd name="connsiteY87" fmla="*/ 5044827 h 6858000"/>
              <a:gd name="connsiteX88" fmla="*/ 1936931 w 7467600"/>
              <a:gd name="connsiteY88" fmla="*/ 5093954 h 6858000"/>
              <a:gd name="connsiteX89" fmla="*/ 2195868 w 7467600"/>
              <a:gd name="connsiteY89" fmla="*/ 5396574 h 6858000"/>
              <a:gd name="connsiteX90" fmla="*/ 2088852 w 7467600"/>
              <a:gd name="connsiteY90" fmla="*/ 5166123 h 6858000"/>
              <a:gd name="connsiteX91" fmla="*/ 1958241 w 7467600"/>
              <a:gd name="connsiteY91" fmla="*/ 5067955 h 6858000"/>
              <a:gd name="connsiteX92" fmla="*/ 1903353 w 7467600"/>
              <a:gd name="connsiteY92" fmla="*/ 5044827 h 6858000"/>
              <a:gd name="connsiteX93" fmla="*/ 1979378 w 7467600"/>
              <a:gd name="connsiteY93" fmla="*/ 4769504 h 6858000"/>
              <a:gd name="connsiteX94" fmla="*/ 2882120 w 7467600"/>
              <a:gd name="connsiteY94" fmla="*/ 5064547 h 6858000"/>
              <a:gd name="connsiteX95" fmla="*/ 2793103 w 7467600"/>
              <a:gd name="connsiteY95" fmla="*/ 5039699 h 6858000"/>
              <a:gd name="connsiteX96" fmla="*/ 2770041 w 7467600"/>
              <a:gd name="connsiteY96" fmla="*/ 5033634 h 6858000"/>
              <a:gd name="connsiteX97" fmla="*/ 1979378 w 7467600"/>
              <a:gd name="connsiteY97" fmla="*/ 4769504 h 6858000"/>
              <a:gd name="connsiteX98" fmla="*/ 1927410 w 7467600"/>
              <a:gd name="connsiteY98" fmla="*/ 4716164 h 6858000"/>
              <a:gd name="connsiteX99" fmla="*/ 1959587 w 7467600"/>
              <a:gd name="connsiteY99" fmla="*/ 4728849 h 6858000"/>
              <a:gd name="connsiteX100" fmla="*/ 2777707 w 7467600"/>
              <a:gd name="connsiteY100" fmla="*/ 5003991 h 6858000"/>
              <a:gd name="connsiteX101" fmla="*/ 2800768 w 7467600"/>
              <a:gd name="connsiteY101" fmla="*/ 5010056 h 6858000"/>
              <a:gd name="connsiteX102" fmla="*/ 2879408 w 7467600"/>
              <a:gd name="connsiteY102" fmla="*/ 5031590 h 6858000"/>
              <a:gd name="connsiteX103" fmla="*/ 2862295 w 7467600"/>
              <a:gd name="connsiteY103" fmla="*/ 5022958 h 6858000"/>
              <a:gd name="connsiteX104" fmla="*/ 2813343 w 7467600"/>
              <a:gd name="connsiteY104" fmla="*/ 4998369 h 6858000"/>
              <a:gd name="connsiteX105" fmla="*/ 2646245 w 7467600"/>
              <a:gd name="connsiteY105" fmla="*/ 4930999 h 6858000"/>
              <a:gd name="connsiteX106" fmla="*/ 1999243 w 7467600"/>
              <a:gd name="connsiteY106" fmla="*/ 4730524 h 6858000"/>
              <a:gd name="connsiteX107" fmla="*/ 1979527 w 7467600"/>
              <a:gd name="connsiteY107" fmla="*/ 4726651 h 6858000"/>
              <a:gd name="connsiteX108" fmla="*/ 1927410 w 7467600"/>
              <a:gd name="connsiteY108" fmla="*/ 4716164 h 6858000"/>
              <a:gd name="connsiteX109" fmla="*/ 1997014 w 7467600"/>
              <a:gd name="connsiteY109" fmla="*/ 4698007 h 6858000"/>
              <a:gd name="connsiteX110" fmla="*/ 2005458 w 7467600"/>
              <a:gd name="connsiteY110" fmla="*/ 4699540 h 6858000"/>
              <a:gd name="connsiteX111" fmla="*/ 2657186 w 7467600"/>
              <a:gd name="connsiteY111" fmla="*/ 4901687 h 6858000"/>
              <a:gd name="connsiteX112" fmla="*/ 2826662 w 7467600"/>
              <a:gd name="connsiteY112" fmla="*/ 4970362 h 6858000"/>
              <a:gd name="connsiteX113" fmla="*/ 2876100 w 7467600"/>
              <a:gd name="connsiteY113" fmla="*/ 4995397 h 6858000"/>
              <a:gd name="connsiteX114" fmla="*/ 3042600 w 7467600"/>
              <a:gd name="connsiteY114" fmla="*/ 5059532 h 6858000"/>
              <a:gd name="connsiteX115" fmla="*/ 1997014 w 7467600"/>
              <a:gd name="connsiteY115" fmla="*/ 4698007 h 6858000"/>
              <a:gd name="connsiteX116" fmla="*/ 2305292 w 7467600"/>
              <a:gd name="connsiteY116" fmla="*/ 4219492 h 6858000"/>
              <a:gd name="connsiteX117" fmla="*/ 3360922 w 7467600"/>
              <a:gd name="connsiteY117" fmla="*/ 4529373 h 6858000"/>
              <a:gd name="connsiteX118" fmla="*/ 3492420 w 7467600"/>
              <a:gd name="connsiteY118" fmla="*/ 4510145 h 6858000"/>
              <a:gd name="connsiteX119" fmla="*/ 3364086 w 7467600"/>
              <a:gd name="connsiteY119" fmla="*/ 4480340 h 6858000"/>
              <a:gd name="connsiteX120" fmla="*/ 3225818 w 7467600"/>
              <a:gd name="connsiteY120" fmla="*/ 4411822 h 6858000"/>
              <a:gd name="connsiteX121" fmla="*/ 3129696 w 7467600"/>
              <a:gd name="connsiteY121" fmla="*/ 4360704 h 6858000"/>
              <a:gd name="connsiteX122" fmla="*/ 2814545 w 7467600"/>
              <a:gd name="connsiteY122" fmla="*/ 4282955 h 6858000"/>
              <a:gd name="connsiteX123" fmla="*/ 2305292 w 7467600"/>
              <a:gd name="connsiteY123" fmla="*/ 4219492 h 6858000"/>
              <a:gd name="connsiteX124" fmla="*/ 2626982 w 7467600"/>
              <a:gd name="connsiteY124" fmla="*/ 4206450 h 6858000"/>
              <a:gd name="connsiteX125" fmla="*/ 2490617 w 7467600"/>
              <a:gd name="connsiteY125" fmla="*/ 4206951 h 6858000"/>
              <a:gd name="connsiteX126" fmla="*/ 2819869 w 7467600"/>
              <a:gd name="connsiteY126" fmla="*/ 4252936 h 6858000"/>
              <a:gd name="connsiteX127" fmla="*/ 3143018 w 7467600"/>
              <a:gd name="connsiteY127" fmla="*/ 4332698 h 6858000"/>
              <a:gd name="connsiteX128" fmla="*/ 3241520 w 7467600"/>
              <a:gd name="connsiteY128" fmla="*/ 4385112 h 6858000"/>
              <a:gd name="connsiteX129" fmla="*/ 3374575 w 7467600"/>
              <a:gd name="connsiteY129" fmla="*/ 4451517 h 6858000"/>
              <a:gd name="connsiteX130" fmla="*/ 3505221 w 7467600"/>
              <a:gd name="connsiteY130" fmla="*/ 4480757 h 6858000"/>
              <a:gd name="connsiteX131" fmla="*/ 2626982 w 7467600"/>
              <a:gd name="connsiteY131" fmla="*/ 4206450 h 6858000"/>
              <a:gd name="connsiteX132" fmla="*/ 1310106 w 7467600"/>
              <a:gd name="connsiteY132" fmla="*/ 3943217 h 6858000"/>
              <a:gd name="connsiteX133" fmla="*/ 854994 w 7467600"/>
              <a:gd name="connsiteY133" fmla="*/ 4399136 h 6858000"/>
              <a:gd name="connsiteX134" fmla="*/ 742462 w 7467600"/>
              <a:gd name="connsiteY134" fmla="*/ 4594648 h 6858000"/>
              <a:gd name="connsiteX135" fmla="*/ 820602 w 7467600"/>
              <a:gd name="connsiteY135" fmla="*/ 4485915 h 6858000"/>
              <a:gd name="connsiteX136" fmla="*/ 878295 w 7467600"/>
              <a:gd name="connsiteY136" fmla="*/ 4403594 h 6858000"/>
              <a:gd name="connsiteX137" fmla="*/ 1240607 w 7467600"/>
              <a:gd name="connsiteY137" fmla="*/ 4010401 h 6858000"/>
              <a:gd name="connsiteX138" fmla="*/ 1310106 w 7467600"/>
              <a:gd name="connsiteY138" fmla="*/ 3943217 h 6858000"/>
              <a:gd name="connsiteX139" fmla="*/ 1423113 w 7467600"/>
              <a:gd name="connsiteY139" fmla="*/ 3874565 h 6858000"/>
              <a:gd name="connsiteX140" fmla="*/ 1260565 w 7467600"/>
              <a:gd name="connsiteY140" fmla="*/ 4031982 h 6858000"/>
              <a:gd name="connsiteX141" fmla="*/ 901900 w 7467600"/>
              <a:gd name="connsiteY141" fmla="*/ 4421236 h 6858000"/>
              <a:gd name="connsiteX142" fmla="*/ 845044 w 7467600"/>
              <a:gd name="connsiteY142" fmla="*/ 4502436 h 6858000"/>
              <a:gd name="connsiteX143" fmla="*/ 685926 w 7467600"/>
              <a:gd name="connsiteY143" fmla="*/ 4703069 h 6858000"/>
              <a:gd name="connsiteX144" fmla="*/ 684248 w 7467600"/>
              <a:gd name="connsiteY144" fmla="*/ 4706721 h 6858000"/>
              <a:gd name="connsiteX145" fmla="*/ 1423113 w 7467600"/>
              <a:gd name="connsiteY145" fmla="*/ 3874565 h 6858000"/>
              <a:gd name="connsiteX146" fmla="*/ 3316479 w 7467600"/>
              <a:gd name="connsiteY146" fmla="*/ 3872136 h 6858000"/>
              <a:gd name="connsiteX147" fmla="*/ 3546806 w 7467600"/>
              <a:gd name="connsiteY147" fmla="*/ 4356139 h 6858000"/>
              <a:gd name="connsiteX148" fmla="*/ 3364433 w 7467600"/>
              <a:gd name="connsiteY148" fmla="*/ 3953121 h 6858000"/>
              <a:gd name="connsiteX149" fmla="*/ 3316479 w 7467600"/>
              <a:gd name="connsiteY149" fmla="*/ 3872136 h 6858000"/>
              <a:gd name="connsiteX150" fmla="*/ 3291335 w 7467600"/>
              <a:gd name="connsiteY150" fmla="*/ 3767420 h 6858000"/>
              <a:gd name="connsiteX151" fmla="*/ 3390805 w 7467600"/>
              <a:gd name="connsiteY151" fmla="*/ 3937163 h 6858000"/>
              <a:gd name="connsiteX152" fmla="*/ 3579062 w 7467600"/>
              <a:gd name="connsiteY152" fmla="*/ 4359040 h 6858000"/>
              <a:gd name="connsiteX153" fmla="*/ 3467355 w 7467600"/>
              <a:gd name="connsiteY153" fmla="*/ 3988130 h 6858000"/>
              <a:gd name="connsiteX154" fmla="*/ 3310753 w 7467600"/>
              <a:gd name="connsiteY154" fmla="*/ 3787140 h 6858000"/>
              <a:gd name="connsiteX155" fmla="*/ 3291335 w 7467600"/>
              <a:gd name="connsiteY155" fmla="*/ 3767420 h 6858000"/>
              <a:gd name="connsiteX156" fmla="*/ 1635889 w 7467600"/>
              <a:gd name="connsiteY156" fmla="*/ 3709494 h 6858000"/>
              <a:gd name="connsiteX157" fmla="*/ 1634800 w 7467600"/>
              <a:gd name="connsiteY157" fmla="*/ 3731111 h 6858000"/>
              <a:gd name="connsiteX158" fmla="*/ 1635889 w 7467600"/>
              <a:gd name="connsiteY158" fmla="*/ 3709494 h 6858000"/>
              <a:gd name="connsiteX159" fmla="*/ 1510397 w 7467600"/>
              <a:gd name="connsiteY159" fmla="*/ 3684705 h 6858000"/>
              <a:gd name="connsiteX160" fmla="*/ 1146550 w 7467600"/>
              <a:gd name="connsiteY160" fmla="*/ 3802012 h 6858000"/>
              <a:gd name="connsiteX161" fmla="*/ 698834 w 7467600"/>
              <a:gd name="connsiteY161" fmla="*/ 3952272 h 6858000"/>
              <a:gd name="connsiteX162" fmla="*/ 34256 w 7467600"/>
              <a:gd name="connsiteY162" fmla="*/ 4347603 h 6858000"/>
              <a:gd name="connsiteX163" fmla="*/ 527241 w 7467600"/>
              <a:gd name="connsiteY163" fmla="*/ 4065078 h 6858000"/>
              <a:gd name="connsiteX164" fmla="*/ 1510397 w 7467600"/>
              <a:gd name="connsiteY164" fmla="*/ 3684705 h 6858000"/>
              <a:gd name="connsiteX165" fmla="*/ 1313114 w 7467600"/>
              <a:gd name="connsiteY165" fmla="*/ 3655216 h 6858000"/>
              <a:gd name="connsiteX166" fmla="*/ 1109304 w 7467600"/>
              <a:gd name="connsiteY166" fmla="*/ 3669030 h 6858000"/>
              <a:gd name="connsiteX167" fmla="*/ 8129 w 7467600"/>
              <a:gd name="connsiteY167" fmla="*/ 4330519 h 6858000"/>
              <a:gd name="connsiteX168" fmla="*/ 687572 w 7467600"/>
              <a:gd name="connsiteY168" fmla="*/ 3925629 h 6858000"/>
              <a:gd name="connsiteX169" fmla="*/ 1138365 w 7467600"/>
              <a:gd name="connsiteY169" fmla="*/ 3774515 h 6858000"/>
              <a:gd name="connsiteX170" fmla="*/ 1505579 w 7467600"/>
              <a:gd name="connsiteY170" fmla="*/ 3655526 h 6858000"/>
              <a:gd name="connsiteX171" fmla="*/ 1313114 w 7467600"/>
              <a:gd name="connsiteY171" fmla="*/ 3655216 h 6858000"/>
              <a:gd name="connsiteX172" fmla="*/ 3655073 w 7467600"/>
              <a:gd name="connsiteY172" fmla="*/ 3650884 h 6858000"/>
              <a:gd name="connsiteX173" fmla="*/ 3989938 w 7467600"/>
              <a:gd name="connsiteY173" fmla="*/ 3991685 h 6858000"/>
              <a:gd name="connsiteX174" fmla="*/ 4393907 w 7467600"/>
              <a:gd name="connsiteY174" fmla="*/ 4261258 h 6858000"/>
              <a:gd name="connsiteX175" fmla="*/ 4648051 w 7467600"/>
              <a:gd name="connsiteY175" fmla="*/ 4374051 h 6858000"/>
              <a:gd name="connsiteX176" fmla="*/ 4383389 w 7467600"/>
              <a:gd name="connsiteY176" fmla="*/ 4184369 h 6858000"/>
              <a:gd name="connsiteX177" fmla="*/ 4165508 w 7467600"/>
              <a:gd name="connsiteY177" fmla="*/ 4035196 h 6858000"/>
              <a:gd name="connsiteX178" fmla="*/ 4068162 w 7467600"/>
              <a:gd name="connsiteY178" fmla="*/ 3953394 h 6858000"/>
              <a:gd name="connsiteX179" fmla="*/ 3981416 w 7467600"/>
              <a:gd name="connsiteY179" fmla="*/ 3880482 h 6858000"/>
              <a:gd name="connsiteX180" fmla="*/ 3800147 w 7467600"/>
              <a:gd name="connsiteY180" fmla="*/ 3749872 h 6858000"/>
              <a:gd name="connsiteX181" fmla="*/ 3655073 w 7467600"/>
              <a:gd name="connsiteY181" fmla="*/ 3650884 h 6858000"/>
              <a:gd name="connsiteX182" fmla="*/ 3670252 w 7467600"/>
              <a:gd name="connsiteY182" fmla="*/ 3622798 h 6858000"/>
              <a:gd name="connsiteX183" fmla="*/ 3817258 w 7467600"/>
              <a:gd name="connsiteY183" fmla="*/ 3723577 h 6858000"/>
              <a:gd name="connsiteX184" fmla="*/ 4000461 w 7467600"/>
              <a:gd name="connsiteY184" fmla="*/ 3855966 h 6858000"/>
              <a:gd name="connsiteX185" fmla="*/ 4088180 w 7467600"/>
              <a:gd name="connsiteY185" fmla="*/ 3929774 h 6858000"/>
              <a:gd name="connsiteX186" fmla="*/ 4184555 w 7467600"/>
              <a:gd name="connsiteY186" fmla="*/ 4010683 h 6858000"/>
              <a:gd name="connsiteX187" fmla="*/ 4399563 w 7467600"/>
              <a:gd name="connsiteY187" fmla="*/ 4158106 h 6858000"/>
              <a:gd name="connsiteX188" fmla="*/ 4684469 w 7467600"/>
              <a:gd name="connsiteY188" fmla="*/ 4364680 h 6858000"/>
              <a:gd name="connsiteX189" fmla="*/ 4690271 w 7467600"/>
              <a:gd name="connsiteY189" fmla="*/ 4370034 h 6858000"/>
              <a:gd name="connsiteX190" fmla="*/ 4136093 w 7467600"/>
              <a:gd name="connsiteY190" fmla="*/ 3858466 h 6858000"/>
              <a:gd name="connsiteX191" fmla="*/ 3670252 w 7467600"/>
              <a:gd name="connsiteY191" fmla="*/ 3622798 h 6858000"/>
              <a:gd name="connsiteX192" fmla="*/ 4440129 w 7467600"/>
              <a:gd name="connsiteY192" fmla="*/ 3448571 h 6858000"/>
              <a:gd name="connsiteX193" fmla="*/ 4856525 w 7467600"/>
              <a:gd name="connsiteY193" fmla="*/ 3915351 h 6858000"/>
              <a:gd name="connsiteX194" fmla="*/ 5059055 w 7467600"/>
              <a:gd name="connsiteY194" fmla="*/ 4108918 h 6858000"/>
              <a:gd name="connsiteX195" fmla="*/ 5290070 w 7467600"/>
              <a:gd name="connsiteY195" fmla="*/ 4263619 h 6858000"/>
              <a:gd name="connsiteX196" fmla="*/ 4834991 w 7467600"/>
              <a:gd name="connsiteY196" fmla="*/ 3830985 h 6858000"/>
              <a:gd name="connsiteX197" fmla="*/ 4440129 w 7467600"/>
              <a:gd name="connsiteY197" fmla="*/ 3448571 h 6858000"/>
              <a:gd name="connsiteX198" fmla="*/ 4441737 w 7467600"/>
              <a:gd name="connsiteY198" fmla="*/ 3399734 h 6858000"/>
              <a:gd name="connsiteX199" fmla="*/ 4431236 w 7467600"/>
              <a:gd name="connsiteY199" fmla="*/ 3400954 h 6858000"/>
              <a:gd name="connsiteX200" fmla="*/ 4557150 w 7467600"/>
              <a:gd name="connsiteY200" fmla="*/ 3510023 h 6858000"/>
              <a:gd name="connsiteX201" fmla="*/ 4856936 w 7467600"/>
              <a:gd name="connsiteY201" fmla="*/ 3809146 h 6858000"/>
              <a:gd name="connsiteX202" fmla="*/ 5111996 w 7467600"/>
              <a:gd name="connsiteY202" fmla="*/ 4065759 h 6858000"/>
              <a:gd name="connsiteX203" fmla="*/ 5388878 w 7467600"/>
              <a:gd name="connsiteY203" fmla="*/ 4300185 h 6858000"/>
              <a:gd name="connsiteX204" fmla="*/ 5425556 w 7467600"/>
              <a:gd name="connsiteY204" fmla="*/ 4308967 h 6858000"/>
              <a:gd name="connsiteX205" fmla="*/ 4943646 w 7467600"/>
              <a:gd name="connsiteY205" fmla="*/ 3822916 h 6858000"/>
              <a:gd name="connsiteX206" fmla="*/ 4594837 w 7467600"/>
              <a:gd name="connsiteY206" fmla="*/ 3532274 h 6858000"/>
              <a:gd name="connsiteX207" fmla="*/ 4441737 w 7467600"/>
              <a:gd name="connsiteY207" fmla="*/ 3399734 h 6858000"/>
              <a:gd name="connsiteX208" fmla="*/ 5425834 w 7467600"/>
              <a:gd name="connsiteY208" fmla="*/ 3162785 h 6858000"/>
              <a:gd name="connsiteX209" fmla="*/ 5401644 w 7467600"/>
              <a:gd name="connsiteY209" fmla="*/ 3617847 h 6858000"/>
              <a:gd name="connsiteX210" fmla="*/ 5467256 w 7467600"/>
              <a:gd name="connsiteY210" fmla="*/ 4175494 h 6858000"/>
              <a:gd name="connsiteX211" fmla="*/ 5448069 w 7467600"/>
              <a:gd name="connsiteY211" fmla="*/ 3567554 h 6858000"/>
              <a:gd name="connsiteX212" fmla="*/ 5425834 w 7467600"/>
              <a:gd name="connsiteY212" fmla="*/ 3162785 h 6858000"/>
              <a:gd name="connsiteX213" fmla="*/ 1318687 w 7467600"/>
              <a:gd name="connsiteY213" fmla="*/ 3113840 h 6858000"/>
              <a:gd name="connsiteX214" fmla="*/ 1066793 w 7467600"/>
              <a:gd name="connsiteY214" fmla="*/ 3212171 h 6858000"/>
              <a:gd name="connsiteX215" fmla="*/ 993319 w 7467600"/>
              <a:gd name="connsiteY215" fmla="*/ 3247648 h 6858000"/>
              <a:gd name="connsiteX216" fmla="*/ 853081 w 7467600"/>
              <a:gd name="connsiteY216" fmla="*/ 3312410 h 6858000"/>
              <a:gd name="connsiteX217" fmla="*/ 805957 w 7467600"/>
              <a:gd name="connsiteY217" fmla="*/ 3330443 h 6858000"/>
              <a:gd name="connsiteX218" fmla="*/ 1318687 w 7467600"/>
              <a:gd name="connsiteY218" fmla="*/ 3113840 h 6858000"/>
              <a:gd name="connsiteX219" fmla="*/ 5453702 w 7467600"/>
              <a:gd name="connsiteY219" fmla="*/ 3090882 h 6858000"/>
              <a:gd name="connsiteX220" fmla="*/ 5480135 w 7467600"/>
              <a:gd name="connsiteY220" fmla="*/ 3565802 h 6858000"/>
              <a:gd name="connsiteX221" fmla="*/ 5499023 w 7467600"/>
              <a:gd name="connsiteY221" fmla="*/ 4166310 h 6858000"/>
              <a:gd name="connsiteX222" fmla="*/ 5547022 w 7467600"/>
              <a:gd name="connsiteY222" fmla="*/ 3607838 h 6858000"/>
              <a:gd name="connsiteX223" fmla="*/ 5515964 w 7467600"/>
              <a:gd name="connsiteY223" fmla="*/ 3378541 h 6858000"/>
              <a:gd name="connsiteX224" fmla="*/ 5453702 w 7467600"/>
              <a:gd name="connsiteY224" fmla="*/ 3090882 h 6858000"/>
              <a:gd name="connsiteX225" fmla="*/ 1238695 w 7467600"/>
              <a:gd name="connsiteY225" fmla="*/ 3076820 h 6858000"/>
              <a:gd name="connsiteX226" fmla="*/ 716371 w 7467600"/>
              <a:gd name="connsiteY226" fmla="*/ 3293249 h 6858000"/>
              <a:gd name="connsiteX227" fmla="*/ 579522 w 7467600"/>
              <a:gd name="connsiteY227" fmla="*/ 3371759 h 6858000"/>
              <a:gd name="connsiteX228" fmla="*/ 600288 w 7467600"/>
              <a:gd name="connsiteY228" fmla="*/ 3365555 h 6858000"/>
              <a:gd name="connsiteX229" fmla="*/ 840692 w 7467600"/>
              <a:gd name="connsiteY229" fmla="*/ 3284921 h 6858000"/>
              <a:gd name="connsiteX230" fmla="*/ 979248 w 7467600"/>
              <a:gd name="connsiteY230" fmla="*/ 3221003 h 6858000"/>
              <a:gd name="connsiteX231" fmla="*/ 1053282 w 7467600"/>
              <a:gd name="connsiteY231" fmla="*/ 3185247 h 6858000"/>
              <a:gd name="connsiteX232" fmla="*/ 1320603 w 7467600"/>
              <a:gd name="connsiteY232" fmla="*/ 3081281 h 6858000"/>
              <a:gd name="connsiteX233" fmla="*/ 1238695 w 7467600"/>
              <a:gd name="connsiteY233" fmla="*/ 3076820 h 6858000"/>
              <a:gd name="connsiteX234" fmla="*/ 5425627 w 7467600"/>
              <a:gd name="connsiteY234" fmla="*/ 2954192 h 6858000"/>
              <a:gd name="connsiteX235" fmla="*/ 5470770 w 7467600"/>
              <a:gd name="connsiteY235" fmla="*/ 3005435 h 6858000"/>
              <a:gd name="connsiteX236" fmla="*/ 5519779 w 7467600"/>
              <a:gd name="connsiteY236" fmla="*/ 4359223 h 6858000"/>
              <a:gd name="connsiteX237" fmla="*/ 5520293 w 7467600"/>
              <a:gd name="connsiteY237" fmla="*/ 4360602 h 6858000"/>
              <a:gd name="connsiteX238" fmla="*/ 5767221 w 7467600"/>
              <a:gd name="connsiteY238" fmla="*/ 4665564 h 6858000"/>
              <a:gd name="connsiteX239" fmla="*/ 6937169 w 7467600"/>
              <a:gd name="connsiteY239" fmla="*/ 4815941 h 6858000"/>
              <a:gd name="connsiteX240" fmla="*/ 6953922 w 7467600"/>
              <a:gd name="connsiteY240" fmla="*/ 4890068 h 6858000"/>
              <a:gd name="connsiteX241" fmla="*/ 6071359 w 7467600"/>
              <a:gd name="connsiteY241" fmla="*/ 4770770 h 6858000"/>
              <a:gd name="connsiteX242" fmla="*/ 6038839 w 7467600"/>
              <a:gd name="connsiteY242" fmla="*/ 4764474 h 6858000"/>
              <a:gd name="connsiteX243" fmla="*/ 6038706 w 7467600"/>
              <a:gd name="connsiteY243" fmla="*/ 4763847 h 6858000"/>
              <a:gd name="connsiteX244" fmla="*/ 6037784 w 7467600"/>
              <a:gd name="connsiteY244" fmla="*/ 4764270 h 6858000"/>
              <a:gd name="connsiteX245" fmla="*/ 6038839 w 7467600"/>
              <a:gd name="connsiteY245" fmla="*/ 4764474 h 6858000"/>
              <a:gd name="connsiteX246" fmla="*/ 6040338 w 7467600"/>
              <a:gd name="connsiteY246" fmla="*/ 4771418 h 6858000"/>
              <a:gd name="connsiteX247" fmla="*/ 6024488 w 7467600"/>
              <a:gd name="connsiteY247" fmla="*/ 4809903 h 6858000"/>
              <a:gd name="connsiteX248" fmla="*/ 5599771 w 7467600"/>
              <a:gd name="connsiteY248" fmla="*/ 5509652 h 6858000"/>
              <a:gd name="connsiteX249" fmla="*/ 5548843 w 7467600"/>
              <a:gd name="connsiteY249" fmla="*/ 5563845 h 6858000"/>
              <a:gd name="connsiteX250" fmla="*/ 5940952 w 7467600"/>
              <a:gd name="connsiteY250" fmla="*/ 6250028 h 6858000"/>
              <a:gd name="connsiteX251" fmla="*/ 6043441 w 7467600"/>
              <a:gd name="connsiteY251" fmla="*/ 6665847 h 6858000"/>
              <a:gd name="connsiteX252" fmla="*/ 6093432 w 7467600"/>
              <a:gd name="connsiteY252" fmla="*/ 6858000 h 6858000"/>
              <a:gd name="connsiteX253" fmla="*/ 6034344 w 7467600"/>
              <a:gd name="connsiteY253" fmla="*/ 6858000 h 6858000"/>
              <a:gd name="connsiteX254" fmla="*/ 6026679 w 7467600"/>
              <a:gd name="connsiteY254" fmla="*/ 6836959 h 6858000"/>
              <a:gd name="connsiteX255" fmla="*/ 5800441 w 7467600"/>
              <a:gd name="connsiteY255" fmla="*/ 6335286 h 6858000"/>
              <a:gd name="connsiteX256" fmla="*/ 5526562 w 7467600"/>
              <a:gd name="connsiteY256" fmla="*/ 5705388 h 6858000"/>
              <a:gd name="connsiteX257" fmla="*/ 5519640 w 7467600"/>
              <a:gd name="connsiteY257" fmla="*/ 5683774 h 6858000"/>
              <a:gd name="connsiteX258" fmla="*/ 5844559 w 7467600"/>
              <a:gd name="connsiteY258" fmla="*/ 6553349 h 6858000"/>
              <a:gd name="connsiteX259" fmla="*/ 5975994 w 7467600"/>
              <a:gd name="connsiteY259" fmla="*/ 6858000 h 6858000"/>
              <a:gd name="connsiteX260" fmla="*/ 5898547 w 7467600"/>
              <a:gd name="connsiteY260" fmla="*/ 6858000 h 6858000"/>
              <a:gd name="connsiteX261" fmla="*/ 5682041 w 7467600"/>
              <a:gd name="connsiteY261" fmla="*/ 6355860 h 6858000"/>
              <a:gd name="connsiteX262" fmla="*/ 5461758 w 7467600"/>
              <a:gd name="connsiteY262" fmla="*/ 5820220 h 6858000"/>
              <a:gd name="connsiteX263" fmla="*/ 5237282 w 7467600"/>
              <a:gd name="connsiteY263" fmla="*/ 6579086 h 6858000"/>
              <a:gd name="connsiteX264" fmla="*/ 5115009 w 7467600"/>
              <a:gd name="connsiteY264" fmla="*/ 6858000 h 6858000"/>
              <a:gd name="connsiteX265" fmla="*/ 5028074 w 7467600"/>
              <a:gd name="connsiteY265" fmla="*/ 6858000 h 6858000"/>
              <a:gd name="connsiteX266" fmla="*/ 5079508 w 7467600"/>
              <a:gd name="connsiteY266" fmla="*/ 6749074 h 6858000"/>
              <a:gd name="connsiteX267" fmla="*/ 5371846 w 7467600"/>
              <a:gd name="connsiteY267" fmla="*/ 5924413 h 6858000"/>
              <a:gd name="connsiteX268" fmla="*/ 5270512 w 7467600"/>
              <a:gd name="connsiteY268" fmla="*/ 6138975 h 6858000"/>
              <a:gd name="connsiteX269" fmla="*/ 5062409 w 7467600"/>
              <a:gd name="connsiteY269" fmla="*/ 6653544 h 6858000"/>
              <a:gd name="connsiteX270" fmla="*/ 5036628 w 7467600"/>
              <a:gd name="connsiteY270" fmla="*/ 6754247 h 6858000"/>
              <a:gd name="connsiteX271" fmla="*/ 5009112 w 7467600"/>
              <a:gd name="connsiteY271" fmla="*/ 6858000 h 6858000"/>
              <a:gd name="connsiteX272" fmla="*/ 4976679 w 7467600"/>
              <a:gd name="connsiteY272" fmla="*/ 6858000 h 6858000"/>
              <a:gd name="connsiteX273" fmla="*/ 5006537 w 7467600"/>
              <a:gd name="connsiteY273" fmla="*/ 6747068 h 6858000"/>
              <a:gd name="connsiteX274" fmla="*/ 5032723 w 7467600"/>
              <a:gd name="connsiteY274" fmla="*/ 6644957 h 6858000"/>
              <a:gd name="connsiteX275" fmla="*/ 5242949 w 7467600"/>
              <a:gd name="connsiteY275" fmla="*/ 6125175 h 6858000"/>
              <a:gd name="connsiteX276" fmla="*/ 5286321 w 7467600"/>
              <a:gd name="connsiteY276" fmla="*/ 6033555 h 6858000"/>
              <a:gd name="connsiteX277" fmla="*/ 5008210 w 7467600"/>
              <a:gd name="connsiteY277" fmla="*/ 6649194 h 6858000"/>
              <a:gd name="connsiteX278" fmla="*/ 4986321 w 7467600"/>
              <a:gd name="connsiteY278" fmla="*/ 6765687 h 6858000"/>
              <a:gd name="connsiteX279" fmla="*/ 4973474 w 7467600"/>
              <a:gd name="connsiteY279" fmla="*/ 6858000 h 6858000"/>
              <a:gd name="connsiteX280" fmla="*/ 4907178 w 7467600"/>
              <a:gd name="connsiteY280" fmla="*/ 6858000 h 6858000"/>
              <a:gd name="connsiteX281" fmla="*/ 4910810 w 7467600"/>
              <a:gd name="connsiteY281" fmla="*/ 6829660 h 6858000"/>
              <a:gd name="connsiteX282" fmla="*/ 4987461 w 7467600"/>
              <a:gd name="connsiteY282" fmla="*/ 6432994 h 6858000"/>
              <a:gd name="connsiteX283" fmla="*/ 5179262 w 7467600"/>
              <a:gd name="connsiteY283" fmla="*/ 6035044 h 6858000"/>
              <a:gd name="connsiteX284" fmla="*/ 4689678 w 7467600"/>
              <a:gd name="connsiteY284" fmla="*/ 6440241 h 6858000"/>
              <a:gd name="connsiteX285" fmla="*/ 4477543 w 7467600"/>
              <a:gd name="connsiteY285" fmla="*/ 6674836 h 6858000"/>
              <a:gd name="connsiteX286" fmla="*/ 4329957 w 7467600"/>
              <a:gd name="connsiteY286" fmla="*/ 6858000 h 6858000"/>
              <a:gd name="connsiteX287" fmla="*/ 4218595 w 7467600"/>
              <a:gd name="connsiteY287" fmla="*/ 6858000 h 6858000"/>
              <a:gd name="connsiteX288" fmla="*/ 4368888 w 7467600"/>
              <a:gd name="connsiteY288" fmla="*/ 6668412 h 6858000"/>
              <a:gd name="connsiteX289" fmla="*/ 4563091 w 7467600"/>
              <a:gd name="connsiteY289" fmla="*/ 6442508 h 6858000"/>
              <a:gd name="connsiteX290" fmla="*/ 5387324 w 7467600"/>
              <a:gd name="connsiteY290" fmla="*/ 5705830 h 6858000"/>
              <a:gd name="connsiteX291" fmla="*/ 5073620 w 7467600"/>
              <a:gd name="connsiteY291" fmla="*/ 5955437 h 6858000"/>
              <a:gd name="connsiteX292" fmla="*/ 4689789 w 7467600"/>
              <a:gd name="connsiteY292" fmla="*/ 6268382 h 6858000"/>
              <a:gd name="connsiteX293" fmla="*/ 4418722 w 7467600"/>
              <a:gd name="connsiteY293" fmla="*/ 6570886 h 6858000"/>
              <a:gd name="connsiteX294" fmla="*/ 4214944 w 7467600"/>
              <a:gd name="connsiteY294" fmla="*/ 6858000 h 6858000"/>
              <a:gd name="connsiteX295" fmla="*/ 4177898 w 7467600"/>
              <a:gd name="connsiteY295" fmla="*/ 6858000 h 6858000"/>
              <a:gd name="connsiteX296" fmla="*/ 4391597 w 7467600"/>
              <a:gd name="connsiteY296" fmla="*/ 6556370 h 6858000"/>
              <a:gd name="connsiteX297" fmla="*/ 4668889 w 7467600"/>
              <a:gd name="connsiteY297" fmla="*/ 6246399 h 6858000"/>
              <a:gd name="connsiteX298" fmla="*/ 5055427 w 7467600"/>
              <a:gd name="connsiteY298" fmla="*/ 5931476 h 6858000"/>
              <a:gd name="connsiteX299" fmla="*/ 5371814 w 7467600"/>
              <a:gd name="connsiteY299" fmla="*/ 5678975 h 6858000"/>
              <a:gd name="connsiteX300" fmla="*/ 4987918 w 7467600"/>
              <a:gd name="connsiteY300" fmla="*/ 5838701 h 6858000"/>
              <a:gd name="connsiteX301" fmla="*/ 4317146 w 7467600"/>
              <a:gd name="connsiteY301" fmla="*/ 6587716 h 6858000"/>
              <a:gd name="connsiteX302" fmla="*/ 4171627 w 7467600"/>
              <a:gd name="connsiteY302" fmla="*/ 6858000 h 6858000"/>
              <a:gd name="connsiteX303" fmla="*/ 4081585 w 7467600"/>
              <a:gd name="connsiteY303" fmla="*/ 6858000 h 6858000"/>
              <a:gd name="connsiteX304" fmla="*/ 4238603 w 7467600"/>
              <a:gd name="connsiteY304" fmla="*/ 6559341 h 6858000"/>
              <a:gd name="connsiteX305" fmla="*/ 4778333 w 7467600"/>
              <a:gd name="connsiteY305" fmla="*/ 5873626 h 6858000"/>
              <a:gd name="connsiteX306" fmla="*/ 5414185 w 7467600"/>
              <a:gd name="connsiteY306" fmla="*/ 5573882 h 6858000"/>
              <a:gd name="connsiteX307" fmla="*/ 5959648 w 7467600"/>
              <a:gd name="connsiteY307" fmla="*/ 4760797 h 6858000"/>
              <a:gd name="connsiteX308" fmla="*/ 5355019 w 7467600"/>
              <a:gd name="connsiteY308" fmla="*/ 4734672 h 6858000"/>
              <a:gd name="connsiteX309" fmla="*/ 5083565 w 7467600"/>
              <a:gd name="connsiteY309" fmla="*/ 5179121 h 6858000"/>
              <a:gd name="connsiteX310" fmla="*/ 4713577 w 7467600"/>
              <a:gd name="connsiteY310" fmla="*/ 5616803 h 6858000"/>
              <a:gd name="connsiteX311" fmla="*/ 3989559 w 7467600"/>
              <a:gd name="connsiteY311" fmla="*/ 6145945 h 6858000"/>
              <a:gd name="connsiteX312" fmla="*/ 3939824 w 7467600"/>
              <a:gd name="connsiteY312" fmla="*/ 6066900 h 6858000"/>
              <a:gd name="connsiteX313" fmla="*/ 4584537 w 7467600"/>
              <a:gd name="connsiteY313" fmla="*/ 5324826 h 6858000"/>
              <a:gd name="connsiteX314" fmla="*/ 5037105 w 7467600"/>
              <a:gd name="connsiteY314" fmla="*/ 5088765 h 6858000"/>
              <a:gd name="connsiteX315" fmla="*/ 5039930 w 7467600"/>
              <a:gd name="connsiteY315" fmla="*/ 5089585 h 6858000"/>
              <a:gd name="connsiteX316" fmla="*/ 5263764 w 7467600"/>
              <a:gd name="connsiteY316" fmla="*/ 4735525 h 6858000"/>
              <a:gd name="connsiteX317" fmla="*/ 4086300 w 7467600"/>
              <a:gd name="connsiteY317" fmla="*/ 4884599 h 6858000"/>
              <a:gd name="connsiteX318" fmla="*/ 4085485 w 7467600"/>
              <a:gd name="connsiteY318" fmla="*/ 4899070 h 6858000"/>
              <a:gd name="connsiteX319" fmla="*/ 3871915 w 7467600"/>
              <a:gd name="connsiteY319" fmla="*/ 5253645 h 6858000"/>
              <a:gd name="connsiteX320" fmla="*/ 3799374 w 7467600"/>
              <a:gd name="connsiteY320" fmla="*/ 5466127 h 6858000"/>
              <a:gd name="connsiteX321" fmla="*/ 3498850 w 7467600"/>
              <a:gd name="connsiteY321" fmla="*/ 6661888 h 6858000"/>
              <a:gd name="connsiteX322" fmla="*/ 3399216 w 7467600"/>
              <a:gd name="connsiteY322" fmla="*/ 6858000 h 6858000"/>
              <a:gd name="connsiteX323" fmla="*/ 3303688 w 7467600"/>
              <a:gd name="connsiteY323" fmla="*/ 6858000 h 6858000"/>
              <a:gd name="connsiteX324" fmla="*/ 3391774 w 7467600"/>
              <a:gd name="connsiteY324" fmla="*/ 6697181 h 6858000"/>
              <a:gd name="connsiteX325" fmla="*/ 3735540 w 7467600"/>
              <a:gd name="connsiteY325" fmla="*/ 5546923 h 6858000"/>
              <a:gd name="connsiteX326" fmla="*/ 3729438 w 7467600"/>
              <a:gd name="connsiteY326" fmla="*/ 5569058 h 6858000"/>
              <a:gd name="connsiteX327" fmla="*/ 3707782 w 7467600"/>
              <a:gd name="connsiteY327" fmla="*/ 5644908 h 6858000"/>
              <a:gd name="connsiteX328" fmla="*/ 3583827 w 7467600"/>
              <a:gd name="connsiteY328" fmla="*/ 6039215 h 6858000"/>
              <a:gd name="connsiteX329" fmla="*/ 3547861 w 7467600"/>
              <a:gd name="connsiteY329" fmla="*/ 6129609 h 6858000"/>
              <a:gd name="connsiteX330" fmla="*/ 3490905 w 7467600"/>
              <a:gd name="connsiteY330" fmla="*/ 6277660 h 6858000"/>
              <a:gd name="connsiteX331" fmla="*/ 3455859 w 7467600"/>
              <a:gd name="connsiteY331" fmla="*/ 6391301 h 6858000"/>
              <a:gd name="connsiteX332" fmla="*/ 3429112 w 7467600"/>
              <a:gd name="connsiteY332" fmla="*/ 6479469 h 6858000"/>
              <a:gd name="connsiteX333" fmla="*/ 3304862 w 7467600"/>
              <a:gd name="connsiteY333" fmla="*/ 6796476 h 6858000"/>
              <a:gd name="connsiteX334" fmla="*/ 3276071 w 7467600"/>
              <a:gd name="connsiteY334" fmla="*/ 6858000 h 6858000"/>
              <a:gd name="connsiteX335" fmla="*/ 3240805 w 7467600"/>
              <a:gd name="connsiteY335" fmla="*/ 6858000 h 6858000"/>
              <a:gd name="connsiteX336" fmla="*/ 3275917 w 7467600"/>
              <a:gd name="connsiteY336" fmla="*/ 6783192 h 6858000"/>
              <a:gd name="connsiteX337" fmla="*/ 3399358 w 7467600"/>
              <a:gd name="connsiteY337" fmla="*/ 6469011 h 6858000"/>
              <a:gd name="connsiteX338" fmla="*/ 3425650 w 7467600"/>
              <a:gd name="connsiteY338" fmla="*/ 6381333 h 6858000"/>
              <a:gd name="connsiteX339" fmla="*/ 3460661 w 7467600"/>
              <a:gd name="connsiteY339" fmla="*/ 6266763 h 6858000"/>
              <a:gd name="connsiteX340" fmla="*/ 3518021 w 7467600"/>
              <a:gd name="connsiteY340" fmla="*/ 6117298 h 6858000"/>
              <a:gd name="connsiteX341" fmla="*/ 3554035 w 7467600"/>
              <a:gd name="connsiteY341" fmla="*/ 6027832 h 6858000"/>
              <a:gd name="connsiteX342" fmla="*/ 3677174 w 7467600"/>
              <a:gd name="connsiteY342" fmla="*/ 5636351 h 6858000"/>
              <a:gd name="connsiteX343" fmla="*/ 3698819 w 7467600"/>
              <a:gd name="connsiteY343" fmla="*/ 5560503 h 6858000"/>
              <a:gd name="connsiteX344" fmla="*/ 3702094 w 7467600"/>
              <a:gd name="connsiteY344" fmla="*/ 5549194 h 6858000"/>
              <a:gd name="connsiteX345" fmla="*/ 3398355 w 7467600"/>
              <a:gd name="connsiteY345" fmla="*/ 6094603 h 6858000"/>
              <a:gd name="connsiteX346" fmla="*/ 3193941 w 7467600"/>
              <a:gd name="connsiteY346" fmla="*/ 6798775 h 6858000"/>
              <a:gd name="connsiteX347" fmla="*/ 3184140 w 7467600"/>
              <a:gd name="connsiteY347" fmla="*/ 6858000 h 6858000"/>
              <a:gd name="connsiteX348" fmla="*/ 3099978 w 7467600"/>
              <a:gd name="connsiteY348" fmla="*/ 6858000 h 6858000"/>
              <a:gd name="connsiteX349" fmla="*/ 3101556 w 7467600"/>
              <a:gd name="connsiteY349" fmla="*/ 6843337 h 6858000"/>
              <a:gd name="connsiteX350" fmla="*/ 3370162 w 7467600"/>
              <a:gd name="connsiteY350" fmla="*/ 5785550 h 6858000"/>
              <a:gd name="connsiteX351" fmla="*/ 3746477 w 7467600"/>
              <a:gd name="connsiteY351" fmla="*/ 5377889 h 6858000"/>
              <a:gd name="connsiteX352" fmla="*/ 3863399 w 7467600"/>
              <a:gd name="connsiteY352" fmla="*/ 5087257 h 6858000"/>
              <a:gd name="connsiteX353" fmla="*/ 3968712 w 7467600"/>
              <a:gd name="connsiteY353" fmla="*/ 4913989 h 6858000"/>
              <a:gd name="connsiteX354" fmla="*/ 2792390 w 7467600"/>
              <a:gd name="connsiteY354" fmla="*/ 5382974 h 6858000"/>
              <a:gd name="connsiteX355" fmla="*/ 2714982 w 7467600"/>
              <a:gd name="connsiteY355" fmla="*/ 5427051 h 6858000"/>
              <a:gd name="connsiteX356" fmla="*/ 2813361 w 7467600"/>
              <a:gd name="connsiteY356" fmla="*/ 6023912 h 6858000"/>
              <a:gd name="connsiteX357" fmla="*/ 2688430 w 7467600"/>
              <a:gd name="connsiteY357" fmla="*/ 6801564 h 6858000"/>
              <a:gd name="connsiteX358" fmla="*/ 2629626 w 7467600"/>
              <a:gd name="connsiteY358" fmla="*/ 6763394 h 6858000"/>
              <a:gd name="connsiteX359" fmla="*/ 2565328 w 7467600"/>
              <a:gd name="connsiteY359" fmla="*/ 5516399 h 6858000"/>
              <a:gd name="connsiteX360" fmla="*/ 1922999 w 7467600"/>
              <a:gd name="connsiteY360" fmla="*/ 5980343 h 6858000"/>
              <a:gd name="connsiteX361" fmla="*/ 1950261 w 7467600"/>
              <a:gd name="connsiteY361" fmla="*/ 6405858 h 6858000"/>
              <a:gd name="connsiteX362" fmla="*/ 2365554 w 7467600"/>
              <a:gd name="connsiteY362" fmla="*/ 6759107 h 6858000"/>
              <a:gd name="connsiteX363" fmla="*/ 2424142 w 7467600"/>
              <a:gd name="connsiteY363" fmla="*/ 6858000 h 6858000"/>
              <a:gd name="connsiteX364" fmla="*/ 2395994 w 7467600"/>
              <a:gd name="connsiteY364" fmla="*/ 6858000 h 6858000"/>
              <a:gd name="connsiteX365" fmla="*/ 2392863 w 7467600"/>
              <a:gd name="connsiteY365" fmla="*/ 6852964 h 6858000"/>
              <a:gd name="connsiteX366" fmla="*/ 2017589 w 7467600"/>
              <a:gd name="connsiteY366" fmla="*/ 6493982 h 6858000"/>
              <a:gd name="connsiteX367" fmla="*/ 2147336 w 7467600"/>
              <a:gd name="connsiteY367" fmla="*/ 6594052 h 6858000"/>
              <a:gd name="connsiteX368" fmla="*/ 2207047 w 7467600"/>
              <a:gd name="connsiteY368" fmla="*/ 6654540 h 6858000"/>
              <a:gd name="connsiteX369" fmla="*/ 2299106 w 7467600"/>
              <a:gd name="connsiteY369" fmla="*/ 6778931 h 6858000"/>
              <a:gd name="connsiteX370" fmla="*/ 2314430 w 7467600"/>
              <a:gd name="connsiteY370" fmla="*/ 6801144 h 6858000"/>
              <a:gd name="connsiteX371" fmla="*/ 2352406 w 7467600"/>
              <a:gd name="connsiteY371" fmla="*/ 6858000 h 6858000"/>
              <a:gd name="connsiteX372" fmla="*/ 2314492 w 7467600"/>
              <a:gd name="connsiteY372" fmla="*/ 6858000 h 6858000"/>
              <a:gd name="connsiteX373" fmla="*/ 2288095 w 7467600"/>
              <a:gd name="connsiteY373" fmla="*/ 6818030 h 6858000"/>
              <a:gd name="connsiteX374" fmla="*/ 2272768 w 7467600"/>
              <a:gd name="connsiteY374" fmla="*/ 6795822 h 6858000"/>
              <a:gd name="connsiteX375" fmla="*/ 2182715 w 7467600"/>
              <a:gd name="connsiteY375" fmla="*/ 6675071 h 6858000"/>
              <a:gd name="connsiteX376" fmla="*/ 2032061 w 7467600"/>
              <a:gd name="connsiteY376" fmla="*/ 6541380 h 6858000"/>
              <a:gd name="connsiteX377" fmla="*/ 2257220 w 7467600"/>
              <a:gd name="connsiteY377" fmla="*/ 6826257 h 6858000"/>
              <a:gd name="connsiteX378" fmla="*/ 2281324 w 7467600"/>
              <a:gd name="connsiteY378" fmla="*/ 6858000 h 6858000"/>
              <a:gd name="connsiteX379" fmla="*/ 2242860 w 7467600"/>
              <a:gd name="connsiteY379" fmla="*/ 6858000 h 6858000"/>
              <a:gd name="connsiteX380" fmla="*/ 2232818 w 7467600"/>
              <a:gd name="connsiteY380" fmla="*/ 6844926 h 6858000"/>
              <a:gd name="connsiteX381" fmla="*/ 1990172 w 7467600"/>
              <a:gd name="connsiteY381" fmla="*/ 6542121 h 6858000"/>
              <a:gd name="connsiteX382" fmla="*/ 2124090 w 7467600"/>
              <a:gd name="connsiteY382" fmla="*/ 6761017 h 6858000"/>
              <a:gd name="connsiteX383" fmla="*/ 2200380 w 7467600"/>
              <a:gd name="connsiteY383" fmla="*/ 6858000 h 6858000"/>
              <a:gd name="connsiteX384" fmla="*/ 2147507 w 7467600"/>
              <a:gd name="connsiteY384" fmla="*/ 6858000 h 6858000"/>
              <a:gd name="connsiteX385" fmla="*/ 2070668 w 7467600"/>
              <a:gd name="connsiteY385" fmla="*/ 6761520 h 6858000"/>
              <a:gd name="connsiteX386" fmla="*/ 1975142 w 7467600"/>
              <a:gd name="connsiteY386" fmla="*/ 6585570 h 6858000"/>
              <a:gd name="connsiteX387" fmla="*/ 2050035 w 7467600"/>
              <a:gd name="connsiteY387" fmla="*/ 6813345 h 6858000"/>
              <a:gd name="connsiteX388" fmla="*/ 2063025 w 7467600"/>
              <a:gd name="connsiteY388" fmla="*/ 6858000 h 6858000"/>
              <a:gd name="connsiteX389" fmla="*/ 2021675 w 7467600"/>
              <a:gd name="connsiteY389" fmla="*/ 6858000 h 6858000"/>
              <a:gd name="connsiteX390" fmla="*/ 2019308 w 7467600"/>
              <a:gd name="connsiteY390" fmla="*/ 6847118 h 6858000"/>
              <a:gd name="connsiteX391" fmla="*/ 1938835 w 7467600"/>
              <a:gd name="connsiteY391" fmla="*/ 6551160 h 6858000"/>
              <a:gd name="connsiteX392" fmla="*/ 1953230 w 7467600"/>
              <a:gd name="connsiteY392" fmla="*/ 6759699 h 6858000"/>
              <a:gd name="connsiteX393" fmla="*/ 1956763 w 7467600"/>
              <a:gd name="connsiteY393" fmla="*/ 6778191 h 6858000"/>
              <a:gd name="connsiteX394" fmla="*/ 1967925 w 7467600"/>
              <a:gd name="connsiteY394" fmla="*/ 6858000 h 6858000"/>
              <a:gd name="connsiteX395" fmla="*/ 1936622 w 7467600"/>
              <a:gd name="connsiteY395" fmla="*/ 6858000 h 6858000"/>
              <a:gd name="connsiteX396" fmla="*/ 1926261 w 7467600"/>
              <a:gd name="connsiteY396" fmla="*/ 6784064 h 6858000"/>
              <a:gd name="connsiteX397" fmla="*/ 1922724 w 7467600"/>
              <a:gd name="connsiteY397" fmla="*/ 6765577 h 6858000"/>
              <a:gd name="connsiteX398" fmla="*/ 1904650 w 7467600"/>
              <a:gd name="connsiteY398" fmla="*/ 6639616 h 6858000"/>
              <a:gd name="connsiteX399" fmla="*/ 1885273 w 7467600"/>
              <a:gd name="connsiteY399" fmla="*/ 6858000 h 6858000"/>
              <a:gd name="connsiteX400" fmla="*/ 1854363 w 7467600"/>
              <a:gd name="connsiteY400" fmla="*/ 6858000 h 6858000"/>
              <a:gd name="connsiteX401" fmla="*/ 1880391 w 7467600"/>
              <a:gd name="connsiteY401" fmla="*/ 6603796 h 6858000"/>
              <a:gd name="connsiteX402" fmla="*/ 1818273 w 7467600"/>
              <a:gd name="connsiteY402" fmla="*/ 6715729 h 6858000"/>
              <a:gd name="connsiteX403" fmla="*/ 1794691 w 7467600"/>
              <a:gd name="connsiteY403" fmla="*/ 6843239 h 6858000"/>
              <a:gd name="connsiteX404" fmla="*/ 1794914 w 7467600"/>
              <a:gd name="connsiteY404" fmla="*/ 6858000 h 6858000"/>
              <a:gd name="connsiteX405" fmla="*/ 1746128 w 7467600"/>
              <a:gd name="connsiteY405" fmla="*/ 6858000 h 6858000"/>
              <a:gd name="connsiteX406" fmla="*/ 1753934 w 7467600"/>
              <a:gd name="connsiteY406" fmla="*/ 6724796 h 6858000"/>
              <a:gd name="connsiteX407" fmla="*/ 1792053 w 7467600"/>
              <a:gd name="connsiteY407" fmla="*/ 6572396 h 6858000"/>
              <a:gd name="connsiteX408" fmla="*/ 1862248 w 7467600"/>
              <a:gd name="connsiteY408" fmla="*/ 6266397 h 6858000"/>
              <a:gd name="connsiteX409" fmla="*/ 1862250 w 7467600"/>
              <a:gd name="connsiteY409" fmla="*/ 6033531 h 6858000"/>
              <a:gd name="connsiteX410" fmla="*/ 1211999 w 7467600"/>
              <a:gd name="connsiteY410" fmla="*/ 6683610 h 6858000"/>
              <a:gd name="connsiteX411" fmla="*/ 1213266 w 7467600"/>
              <a:gd name="connsiteY411" fmla="*/ 6691947 h 6858000"/>
              <a:gd name="connsiteX412" fmla="*/ 1203370 w 7467600"/>
              <a:gd name="connsiteY412" fmla="*/ 6850676 h 6858000"/>
              <a:gd name="connsiteX413" fmla="*/ 1203671 w 7467600"/>
              <a:gd name="connsiteY413" fmla="*/ 6858000 h 6858000"/>
              <a:gd name="connsiteX414" fmla="*/ 1143180 w 7467600"/>
              <a:gd name="connsiteY414" fmla="*/ 6858000 h 6858000"/>
              <a:gd name="connsiteX415" fmla="*/ 1142176 w 7467600"/>
              <a:gd name="connsiteY415" fmla="*/ 6766045 h 6858000"/>
              <a:gd name="connsiteX416" fmla="*/ 1067484 w 7467600"/>
              <a:gd name="connsiteY416" fmla="*/ 6858000 h 6858000"/>
              <a:gd name="connsiteX417" fmla="*/ 953928 w 7467600"/>
              <a:gd name="connsiteY417" fmla="*/ 6858000 h 6858000"/>
              <a:gd name="connsiteX418" fmla="*/ 959715 w 7467600"/>
              <a:gd name="connsiteY418" fmla="*/ 6850185 h 6858000"/>
              <a:gd name="connsiteX419" fmla="*/ 1483788 w 7467600"/>
              <a:gd name="connsiteY419" fmla="*/ 6259174 h 6858000"/>
              <a:gd name="connsiteX420" fmla="*/ 1100671 w 7467600"/>
              <a:gd name="connsiteY420" fmla="*/ 6252137 h 6858000"/>
              <a:gd name="connsiteX421" fmla="*/ 1090144 w 7467600"/>
              <a:gd name="connsiteY421" fmla="*/ 6256748 h 6858000"/>
              <a:gd name="connsiteX422" fmla="*/ 1095872 w 7467600"/>
              <a:gd name="connsiteY422" fmla="*/ 6271892 h 6858000"/>
              <a:gd name="connsiteX423" fmla="*/ 262785 w 7467600"/>
              <a:gd name="connsiteY423" fmla="*/ 6845450 h 6858000"/>
              <a:gd name="connsiteX424" fmla="*/ 209968 w 7467600"/>
              <a:gd name="connsiteY424" fmla="*/ 6770713 h 6858000"/>
              <a:gd name="connsiteX425" fmla="*/ 873460 w 7467600"/>
              <a:gd name="connsiteY425" fmla="*/ 6253768 h 6858000"/>
              <a:gd name="connsiteX426" fmla="*/ 192686 w 7467600"/>
              <a:gd name="connsiteY426" fmla="*/ 5849257 h 6858000"/>
              <a:gd name="connsiteX427" fmla="*/ 4696 w 7467600"/>
              <a:gd name="connsiteY427" fmla="*/ 5697668 h 6858000"/>
              <a:gd name="connsiteX428" fmla="*/ 0 w 7467600"/>
              <a:gd name="connsiteY428" fmla="*/ 5689984 h 6858000"/>
              <a:gd name="connsiteX429" fmla="*/ 0 w 7467600"/>
              <a:gd name="connsiteY429" fmla="*/ 5513472 h 6858000"/>
              <a:gd name="connsiteX430" fmla="*/ 174101 w 7467600"/>
              <a:gd name="connsiteY430" fmla="*/ 5620277 h 6858000"/>
              <a:gd name="connsiteX431" fmla="*/ 891800 w 7467600"/>
              <a:gd name="connsiteY431" fmla="*/ 6036935 h 6858000"/>
              <a:gd name="connsiteX432" fmla="*/ 1072219 w 7467600"/>
              <a:gd name="connsiteY432" fmla="*/ 6169443 h 6858000"/>
              <a:gd name="connsiteX433" fmla="*/ 1074117 w 7467600"/>
              <a:gd name="connsiteY433" fmla="*/ 6170301 h 6858000"/>
              <a:gd name="connsiteX434" fmla="*/ 1083114 w 7467600"/>
              <a:gd name="connsiteY434" fmla="*/ 6174131 h 6858000"/>
              <a:gd name="connsiteX435" fmla="*/ 1543010 w 7467600"/>
              <a:gd name="connsiteY435" fmla="*/ 6191140 h 6858000"/>
              <a:gd name="connsiteX436" fmla="*/ 1551080 w 7467600"/>
              <a:gd name="connsiteY436" fmla="*/ 6195006 h 6858000"/>
              <a:gd name="connsiteX437" fmla="*/ 2345443 w 7467600"/>
              <a:gd name="connsiteY437" fmla="*/ 5549882 h 6858000"/>
              <a:gd name="connsiteX438" fmla="*/ 1721499 w 7467600"/>
              <a:gd name="connsiteY438" fmla="*/ 5599969 h 6858000"/>
              <a:gd name="connsiteX439" fmla="*/ 767716 w 7467600"/>
              <a:gd name="connsiteY439" fmla="*/ 5472768 h 6858000"/>
              <a:gd name="connsiteX440" fmla="*/ 722147 w 7467600"/>
              <a:gd name="connsiteY440" fmla="*/ 5393091 h 6858000"/>
              <a:gd name="connsiteX441" fmla="*/ 1485552 w 7467600"/>
              <a:gd name="connsiteY441" fmla="*/ 5313202 h 6858000"/>
              <a:gd name="connsiteX442" fmla="*/ 2143004 w 7467600"/>
              <a:gd name="connsiteY442" fmla="*/ 5402420 h 6858000"/>
              <a:gd name="connsiteX443" fmla="*/ 1933391 w 7467600"/>
              <a:gd name="connsiteY443" fmla="*/ 5156971 h 6858000"/>
              <a:gd name="connsiteX444" fmla="*/ 1827118 w 7467600"/>
              <a:gd name="connsiteY444" fmla="*/ 4968410 h 6858000"/>
              <a:gd name="connsiteX445" fmla="*/ 1837349 w 7467600"/>
              <a:gd name="connsiteY445" fmla="*/ 4956357 h 6858000"/>
              <a:gd name="connsiteX446" fmla="*/ 2162835 w 7467600"/>
              <a:gd name="connsiteY446" fmla="*/ 5187853 h 6858000"/>
              <a:gd name="connsiteX447" fmla="*/ 2257167 w 7467600"/>
              <a:gd name="connsiteY447" fmla="*/ 5462123 h 6858000"/>
              <a:gd name="connsiteX448" fmla="*/ 2261598 w 7467600"/>
              <a:gd name="connsiteY448" fmla="*/ 5467998 h 6858000"/>
              <a:gd name="connsiteX449" fmla="*/ 2437177 w 7467600"/>
              <a:gd name="connsiteY449" fmla="*/ 5479608 h 6858000"/>
              <a:gd name="connsiteX450" fmla="*/ 2445247 w 7467600"/>
              <a:gd name="connsiteY450" fmla="*/ 5483476 h 6858000"/>
              <a:gd name="connsiteX451" fmla="*/ 2743626 w 7467600"/>
              <a:gd name="connsiteY451" fmla="*/ 5304819 h 6858000"/>
              <a:gd name="connsiteX452" fmla="*/ 3048102 w 7467600"/>
              <a:gd name="connsiteY452" fmla="*/ 5150595 h 6858000"/>
              <a:gd name="connsiteX453" fmla="*/ 1799414 w 7467600"/>
              <a:gd name="connsiteY453" fmla="*/ 4694732 h 6858000"/>
              <a:gd name="connsiteX454" fmla="*/ 1771735 w 7467600"/>
              <a:gd name="connsiteY454" fmla="*/ 4619929 h 6858000"/>
              <a:gd name="connsiteX455" fmla="*/ 3104273 w 7467600"/>
              <a:gd name="connsiteY455" fmla="*/ 5076159 h 6858000"/>
              <a:gd name="connsiteX456" fmla="*/ 3113245 w 7467600"/>
              <a:gd name="connsiteY456" fmla="*/ 5090705 h 6858000"/>
              <a:gd name="connsiteX457" fmla="*/ 3126294 w 7467600"/>
              <a:gd name="connsiteY457" fmla="*/ 5114400 h 6858000"/>
              <a:gd name="connsiteX458" fmla="*/ 3937433 w 7467600"/>
              <a:gd name="connsiteY458" fmla="*/ 4830473 h 6858000"/>
              <a:gd name="connsiteX459" fmla="*/ 3590475 w 7467600"/>
              <a:gd name="connsiteY459" fmla="*/ 4597974 h 6858000"/>
              <a:gd name="connsiteX460" fmla="*/ 3100264 w 7467600"/>
              <a:gd name="connsiteY460" fmla="*/ 4579845 h 6858000"/>
              <a:gd name="connsiteX461" fmla="*/ 2183576 w 7467600"/>
              <a:gd name="connsiteY461" fmla="*/ 4227150 h 6858000"/>
              <a:gd name="connsiteX462" fmla="*/ 2151029 w 7467600"/>
              <a:gd name="connsiteY462" fmla="*/ 4146947 h 6858000"/>
              <a:gd name="connsiteX463" fmla="*/ 3563434 w 7467600"/>
              <a:gd name="connsiteY463" fmla="*/ 4469115 h 6858000"/>
              <a:gd name="connsiteX464" fmla="*/ 3177952 w 7467600"/>
              <a:gd name="connsiteY464" fmla="*/ 3657386 h 6858000"/>
              <a:gd name="connsiteX465" fmla="*/ 3189263 w 7467600"/>
              <a:gd name="connsiteY465" fmla="*/ 3625726 h 6858000"/>
              <a:gd name="connsiteX466" fmla="*/ 3560912 w 7467600"/>
              <a:gd name="connsiteY466" fmla="*/ 4079863 h 6858000"/>
              <a:gd name="connsiteX467" fmla="*/ 3626636 w 7467600"/>
              <a:gd name="connsiteY467" fmla="*/ 4512230 h 6858000"/>
              <a:gd name="connsiteX468" fmla="*/ 3653088 w 7467600"/>
              <a:gd name="connsiteY468" fmla="*/ 4521417 h 6858000"/>
              <a:gd name="connsiteX469" fmla="*/ 3988128 w 7467600"/>
              <a:gd name="connsiteY469" fmla="*/ 4817267 h 6858000"/>
              <a:gd name="connsiteX470" fmla="*/ 4830582 w 7467600"/>
              <a:gd name="connsiteY470" fmla="*/ 4676000 h 6858000"/>
              <a:gd name="connsiteX471" fmla="*/ 4830100 w 7467600"/>
              <a:gd name="connsiteY471" fmla="*/ 4675554 h 6858000"/>
              <a:gd name="connsiteX472" fmla="*/ 4036318 w 7467600"/>
              <a:gd name="connsiteY472" fmla="*/ 4147013 h 6858000"/>
              <a:gd name="connsiteX473" fmla="*/ 3432098 w 7467600"/>
              <a:gd name="connsiteY473" fmla="*/ 3537312 h 6858000"/>
              <a:gd name="connsiteX474" fmla="*/ 3446761 w 7467600"/>
              <a:gd name="connsiteY474" fmla="*/ 3461278 h 6858000"/>
              <a:gd name="connsiteX475" fmla="*/ 4419733 w 7467600"/>
              <a:gd name="connsiteY475" fmla="*/ 3963555 h 6858000"/>
              <a:gd name="connsiteX476" fmla="*/ 4781371 w 7467600"/>
              <a:gd name="connsiteY476" fmla="*/ 4458604 h 6858000"/>
              <a:gd name="connsiteX477" fmla="*/ 4780440 w 7467600"/>
              <a:gd name="connsiteY477" fmla="*/ 4470290 h 6858000"/>
              <a:gd name="connsiteX478" fmla="*/ 4898954 w 7467600"/>
              <a:gd name="connsiteY478" fmla="*/ 4662092 h 6858000"/>
              <a:gd name="connsiteX479" fmla="*/ 4900699 w 7467600"/>
              <a:gd name="connsiteY479" fmla="*/ 4670867 h 6858000"/>
              <a:gd name="connsiteX480" fmla="*/ 5714511 w 7467600"/>
              <a:gd name="connsiteY480" fmla="*/ 4663483 h 6858000"/>
              <a:gd name="connsiteX481" fmla="*/ 5464793 w 7467600"/>
              <a:gd name="connsiteY481" fmla="*/ 4393556 h 6858000"/>
              <a:gd name="connsiteX482" fmla="*/ 5461897 w 7467600"/>
              <a:gd name="connsiteY482" fmla="*/ 4390879 h 6858000"/>
              <a:gd name="connsiteX483" fmla="*/ 4294126 w 7467600"/>
              <a:gd name="connsiteY483" fmla="*/ 3303048 h 6858000"/>
              <a:gd name="connsiteX484" fmla="*/ 4305321 w 7467600"/>
              <a:gd name="connsiteY484" fmla="*/ 3256953 h 6858000"/>
              <a:gd name="connsiteX485" fmla="*/ 4949299 w 7467600"/>
              <a:gd name="connsiteY485" fmla="*/ 3766336 h 6858000"/>
              <a:gd name="connsiteX486" fmla="*/ 5291452 w 7467600"/>
              <a:gd name="connsiteY486" fmla="*/ 4076801 h 6858000"/>
              <a:gd name="connsiteX487" fmla="*/ 5434998 w 7467600"/>
              <a:gd name="connsiteY487" fmla="*/ 4254100 h 6858000"/>
              <a:gd name="connsiteX488" fmla="*/ 5351015 w 7467600"/>
              <a:gd name="connsiteY488" fmla="*/ 3760989 h 6858000"/>
              <a:gd name="connsiteX489" fmla="*/ 5413780 w 7467600"/>
              <a:gd name="connsiteY489" fmla="*/ 2966265 h 6858000"/>
              <a:gd name="connsiteX490" fmla="*/ 5425627 w 7467600"/>
              <a:gd name="connsiteY490" fmla="*/ 2954192 h 6858000"/>
              <a:gd name="connsiteX491" fmla="*/ 6604735 w 7467600"/>
              <a:gd name="connsiteY491" fmla="*/ 2041381 h 6858000"/>
              <a:gd name="connsiteX492" fmla="*/ 7204487 w 7467600"/>
              <a:gd name="connsiteY492" fmla="*/ 2742112 h 6858000"/>
              <a:gd name="connsiteX493" fmla="*/ 7131592 w 7467600"/>
              <a:gd name="connsiteY493" fmla="*/ 2672096 h 6858000"/>
              <a:gd name="connsiteX494" fmla="*/ 6996344 w 7467600"/>
              <a:gd name="connsiteY494" fmla="*/ 2518310 h 6858000"/>
              <a:gd name="connsiteX495" fmla="*/ 6735495 w 7467600"/>
              <a:gd name="connsiteY495" fmla="*/ 2196890 h 6858000"/>
              <a:gd name="connsiteX496" fmla="*/ 6721901 w 7467600"/>
              <a:gd name="connsiteY496" fmla="*/ 2179274 h 6858000"/>
              <a:gd name="connsiteX497" fmla="*/ 6604735 w 7467600"/>
              <a:gd name="connsiteY497" fmla="*/ 2041381 h 6858000"/>
              <a:gd name="connsiteX498" fmla="*/ 6591670 w 7467600"/>
              <a:gd name="connsiteY498" fmla="*/ 1988277 h 6858000"/>
              <a:gd name="connsiteX499" fmla="*/ 6747349 w 7467600"/>
              <a:gd name="connsiteY499" fmla="*/ 2160069 h 6858000"/>
              <a:gd name="connsiteX500" fmla="*/ 6760943 w 7467600"/>
              <a:gd name="connsiteY500" fmla="*/ 2177686 h 6858000"/>
              <a:gd name="connsiteX501" fmla="*/ 7021065 w 7467600"/>
              <a:gd name="connsiteY501" fmla="*/ 2498102 h 6858000"/>
              <a:gd name="connsiteX502" fmla="*/ 7155223 w 7467600"/>
              <a:gd name="connsiteY502" fmla="*/ 2650386 h 6858000"/>
              <a:gd name="connsiteX503" fmla="*/ 7203167 w 7467600"/>
              <a:gd name="connsiteY503" fmla="*/ 2697288 h 6858000"/>
              <a:gd name="connsiteX504" fmla="*/ 6937703 w 7467600"/>
              <a:gd name="connsiteY504" fmla="*/ 2321981 h 6858000"/>
              <a:gd name="connsiteX505" fmla="*/ 6591670 w 7467600"/>
              <a:gd name="connsiteY505" fmla="*/ 1988277 h 6858000"/>
              <a:gd name="connsiteX506" fmla="*/ 5798671 w 7467600"/>
              <a:gd name="connsiteY506" fmla="*/ 1981601 h 6858000"/>
              <a:gd name="connsiteX507" fmla="*/ 5754709 w 7467600"/>
              <a:gd name="connsiteY507" fmla="*/ 2071454 h 6858000"/>
              <a:gd name="connsiteX508" fmla="*/ 5763044 w 7467600"/>
              <a:gd name="connsiteY508" fmla="*/ 2842206 h 6858000"/>
              <a:gd name="connsiteX509" fmla="*/ 5764974 w 7467600"/>
              <a:gd name="connsiteY509" fmla="*/ 2799609 h 6858000"/>
              <a:gd name="connsiteX510" fmla="*/ 5767665 w 7467600"/>
              <a:gd name="connsiteY510" fmla="*/ 2666409 h 6858000"/>
              <a:gd name="connsiteX511" fmla="*/ 5763055 w 7467600"/>
              <a:gd name="connsiteY511" fmla="*/ 2579705 h 6858000"/>
              <a:gd name="connsiteX512" fmla="*/ 5758079 w 7467600"/>
              <a:gd name="connsiteY512" fmla="*/ 2492508 h 6858000"/>
              <a:gd name="connsiteX513" fmla="*/ 5779325 w 7467600"/>
              <a:gd name="connsiteY513" fmla="*/ 2197069 h 6858000"/>
              <a:gd name="connsiteX514" fmla="*/ 5798671 w 7467600"/>
              <a:gd name="connsiteY514" fmla="*/ 1981601 h 6858000"/>
              <a:gd name="connsiteX515" fmla="*/ 5829202 w 7467600"/>
              <a:gd name="connsiteY515" fmla="*/ 1971679 h 6858000"/>
              <a:gd name="connsiteX516" fmla="*/ 5809558 w 7467600"/>
              <a:gd name="connsiteY516" fmla="*/ 2198043 h 6858000"/>
              <a:gd name="connsiteX517" fmla="*/ 5788653 w 7467600"/>
              <a:gd name="connsiteY517" fmla="*/ 2489430 h 6858000"/>
              <a:gd name="connsiteX518" fmla="*/ 5793439 w 7467600"/>
              <a:gd name="connsiteY518" fmla="*/ 2575235 h 6858000"/>
              <a:gd name="connsiteX519" fmla="*/ 5796837 w 7467600"/>
              <a:gd name="connsiteY519" fmla="*/ 2637633 h 6858000"/>
              <a:gd name="connsiteX520" fmla="*/ 5818614 w 7467600"/>
              <a:gd name="connsiteY520" fmla="*/ 2473055 h 6858000"/>
              <a:gd name="connsiteX521" fmla="*/ 5829202 w 7467600"/>
              <a:gd name="connsiteY521" fmla="*/ 1971679 h 6858000"/>
              <a:gd name="connsiteX522" fmla="*/ 5911389 w 7467600"/>
              <a:gd name="connsiteY522" fmla="*/ 1898371 h 6858000"/>
              <a:gd name="connsiteX523" fmla="*/ 6237627 w 7467600"/>
              <a:gd name="connsiteY523" fmla="*/ 2231921 h 6858000"/>
              <a:gd name="connsiteX524" fmla="*/ 5911389 w 7467600"/>
              <a:gd name="connsiteY524" fmla="*/ 1898371 h 6858000"/>
              <a:gd name="connsiteX525" fmla="*/ 6944437 w 7467600"/>
              <a:gd name="connsiteY525" fmla="*/ 1575402 h 6858000"/>
              <a:gd name="connsiteX526" fmla="*/ 6304730 w 7467600"/>
              <a:gd name="connsiteY526" fmla="*/ 1766654 h 6858000"/>
              <a:gd name="connsiteX527" fmla="*/ 6944437 w 7467600"/>
              <a:gd name="connsiteY527" fmla="*/ 1575402 h 6858000"/>
              <a:gd name="connsiteX528" fmla="*/ 7019523 w 7467600"/>
              <a:gd name="connsiteY528" fmla="*/ 1519450 h 6858000"/>
              <a:gd name="connsiteX529" fmla="*/ 6298091 w 7467600"/>
              <a:gd name="connsiteY529" fmla="*/ 1737122 h 6858000"/>
              <a:gd name="connsiteX530" fmla="*/ 7019523 w 7467600"/>
              <a:gd name="connsiteY530" fmla="*/ 1519450 h 6858000"/>
              <a:gd name="connsiteX531" fmla="*/ 2399523 w 7467600"/>
              <a:gd name="connsiteY531" fmla="*/ 1428234 h 6858000"/>
              <a:gd name="connsiteX532" fmla="*/ 2224982 w 7467600"/>
              <a:gd name="connsiteY532" fmla="*/ 1826201 h 6858000"/>
              <a:gd name="connsiteX533" fmla="*/ 2096099 w 7467600"/>
              <a:gd name="connsiteY533" fmla="*/ 2345900 h 6858000"/>
              <a:gd name="connsiteX534" fmla="*/ 2283317 w 7467600"/>
              <a:gd name="connsiteY534" fmla="*/ 1796925 h 6858000"/>
              <a:gd name="connsiteX535" fmla="*/ 2399523 w 7467600"/>
              <a:gd name="connsiteY535" fmla="*/ 1428234 h 6858000"/>
              <a:gd name="connsiteX536" fmla="*/ 2448558 w 7467600"/>
              <a:gd name="connsiteY536" fmla="*/ 1373435 h 6858000"/>
              <a:gd name="connsiteX537" fmla="*/ 2312521 w 7467600"/>
              <a:gd name="connsiteY537" fmla="*/ 1806140 h 6858000"/>
              <a:gd name="connsiteX538" fmla="*/ 2127533 w 7467600"/>
              <a:gd name="connsiteY538" fmla="*/ 2348380 h 6858000"/>
              <a:gd name="connsiteX539" fmla="*/ 2358080 w 7467600"/>
              <a:gd name="connsiteY539" fmla="*/ 1866134 h 6858000"/>
              <a:gd name="connsiteX540" fmla="*/ 2407436 w 7467600"/>
              <a:gd name="connsiteY540" fmla="*/ 1651070 h 6858000"/>
              <a:gd name="connsiteX541" fmla="*/ 2448558 w 7467600"/>
              <a:gd name="connsiteY541" fmla="*/ 1373435 h 6858000"/>
              <a:gd name="connsiteX542" fmla="*/ 278707 w 7467600"/>
              <a:gd name="connsiteY542" fmla="*/ 1352270 h 6858000"/>
              <a:gd name="connsiteX543" fmla="*/ 321570 w 7467600"/>
              <a:gd name="connsiteY543" fmla="*/ 1861610 h 6858000"/>
              <a:gd name="connsiteX544" fmla="*/ 294281 w 7467600"/>
              <a:gd name="connsiteY544" fmla="*/ 1440658 h 6858000"/>
              <a:gd name="connsiteX545" fmla="*/ 278707 w 7467600"/>
              <a:gd name="connsiteY545" fmla="*/ 1352270 h 6858000"/>
              <a:gd name="connsiteX546" fmla="*/ 1423821 w 7467600"/>
              <a:gd name="connsiteY546" fmla="*/ 1351958 h 6858000"/>
              <a:gd name="connsiteX547" fmla="*/ 1638521 w 7467600"/>
              <a:gd name="connsiteY547" fmla="*/ 1908470 h 6858000"/>
              <a:gd name="connsiteX548" fmla="*/ 1754199 w 7467600"/>
              <a:gd name="connsiteY548" fmla="*/ 2149284 h 6858000"/>
              <a:gd name="connsiteX549" fmla="*/ 1908359 w 7467600"/>
              <a:gd name="connsiteY549" fmla="*/ 2364988 h 6858000"/>
              <a:gd name="connsiteX550" fmla="*/ 1647661 w 7467600"/>
              <a:gd name="connsiteY550" fmla="*/ 1825945 h 6858000"/>
              <a:gd name="connsiteX551" fmla="*/ 1423821 w 7467600"/>
              <a:gd name="connsiteY551" fmla="*/ 1351958 h 6858000"/>
              <a:gd name="connsiteX552" fmla="*/ 1431890 w 7467600"/>
              <a:gd name="connsiteY552" fmla="*/ 1306475 h 6858000"/>
              <a:gd name="connsiteX553" fmla="*/ 1507597 w 7467600"/>
              <a:gd name="connsiteY553" fmla="*/ 1446132 h 6858000"/>
              <a:gd name="connsiteX554" fmla="*/ 1674586 w 7467600"/>
              <a:gd name="connsiteY554" fmla="*/ 1813832 h 6858000"/>
              <a:gd name="connsiteX555" fmla="*/ 1815950 w 7467600"/>
              <a:gd name="connsiteY555" fmla="*/ 2128564 h 6858000"/>
              <a:gd name="connsiteX556" fmla="*/ 1984242 w 7467600"/>
              <a:gd name="connsiteY556" fmla="*/ 2430829 h 6858000"/>
              <a:gd name="connsiteX557" fmla="*/ 2014023 w 7467600"/>
              <a:gd name="connsiteY557" fmla="*/ 2450995 h 6858000"/>
              <a:gd name="connsiteX558" fmla="*/ 1747337 w 7467600"/>
              <a:gd name="connsiteY558" fmla="*/ 1855264 h 6858000"/>
              <a:gd name="connsiteX559" fmla="*/ 1533749 w 7467600"/>
              <a:gd name="connsiteY559" fmla="*/ 1478656 h 6858000"/>
              <a:gd name="connsiteX560" fmla="*/ 1431890 w 7467600"/>
              <a:gd name="connsiteY560" fmla="*/ 1306475 h 6858000"/>
              <a:gd name="connsiteX561" fmla="*/ 5052692 w 7467600"/>
              <a:gd name="connsiteY561" fmla="*/ 1292994 h 6858000"/>
              <a:gd name="connsiteX562" fmla="*/ 5200661 w 7467600"/>
              <a:gd name="connsiteY562" fmla="*/ 1635186 h 6858000"/>
              <a:gd name="connsiteX563" fmla="*/ 5297138 w 7467600"/>
              <a:gd name="connsiteY563" fmla="*/ 1906351 h 6858000"/>
              <a:gd name="connsiteX564" fmla="*/ 5052692 w 7467600"/>
              <a:gd name="connsiteY564" fmla="*/ 1292994 h 6858000"/>
              <a:gd name="connsiteX565" fmla="*/ 5009948 w 7467600"/>
              <a:gd name="connsiteY565" fmla="*/ 1273619 h 6858000"/>
              <a:gd name="connsiteX566" fmla="*/ 5121777 w 7467600"/>
              <a:gd name="connsiteY566" fmla="*/ 1654213 h 6858000"/>
              <a:gd name="connsiteX567" fmla="*/ 5293545 w 7467600"/>
              <a:gd name="connsiteY567" fmla="*/ 2072247 h 6858000"/>
              <a:gd name="connsiteX568" fmla="*/ 5294042 w 7467600"/>
              <a:gd name="connsiteY568" fmla="*/ 2065019 h 6858000"/>
              <a:gd name="connsiteX569" fmla="*/ 5171936 w 7467600"/>
              <a:gd name="connsiteY569" fmla="*/ 1647613 h 6858000"/>
              <a:gd name="connsiteX570" fmla="*/ 5009948 w 7467600"/>
              <a:gd name="connsiteY570" fmla="*/ 1273619 h 6858000"/>
              <a:gd name="connsiteX571" fmla="*/ 655236 w 7467600"/>
              <a:gd name="connsiteY571" fmla="*/ 1268632 h 6858000"/>
              <a:gd name="connsiteX572" fmla="*/ 839521 w 7467600"/>
              <a:gd name="connsiteY572" fmla="*/ 1685315 h 6858000"/>
              <a:gd name="connsiteX573" fmla="*/ 1109416 w 7467600"/>
              <a:gd name="connsiteY573" fmla="*/ 2061663 h 6858000"/>
              <a:gd name="connsiteX574" fmla="*/ 1298300 w 7467600"/>
              <a:gd name="connsiteY574" fmla="*/ 2247742 h 6858000"/>
              <a:gd name="connsiteX575" fmla="*/ 1125871 w 7467600"/>
              <a:gd name="connsiteY575" fmla="*/ 1989513 h 6858000"/>
              <a:gd name="connsiteX576" fmla="*/ 981574 w 7467600"/>
              <a:gd name="connsiteY576" fmla="*/ 1783157 h 6858000"/>
              <a:gd name="connsiteX577" fmla="*/ 922198 w 7467600"/>
              <a:gd name="connsiteY577" fmla="*/ 1677437 h 6858000"/>
              <a:gd name="connsiteX578" fmla="*/ 869293 w 7467600"/>
              <a:gd name="connsiteY578" fmla="*/ 1583214 h 6858000"/>
              <a:gd name="connsiteX579" fmla="*/ 751431 w 7467600"/>
              <a:gd name="connsiteY579" fmla="*/ 1405731 h 6858000"/>
              <a:gd name="connsiteX580" fmla="*/ 655236 w 7467600"/>
              <a:gd name="connsiteY580" fmla="*/ 1268632 h 6858000"/>
              <a:gd name="connsiteX581" fmla="*/ 6516292 w 7467600"/>
              <a:gd name="connsiteY581" fmla="*/ 1263064 h 6858000"/>
              <a:gd name="connsiteX582" fmla="*/ 5736320 w 7467600"/>
              <a:gd name="connsiteY582" fmla="*/ 1501803 h 6858000"/>
              <a:gd name="connsiteX583" fmla="*/ 6516292 w 7467600"/>
              <a:gd name="connsiteY583" fmla="*/ 1263064 h 6858000"/>
              <a:gd name="connsiteX584" fmla="*/ 291466 w 7467600"/>
              <a:gd name="connsiteY584" fmla="*/ 1250369 h 6858000"/>
              <a:gd name="connsiteX585" fmla="*/ 323180 w 7467600"/>
              <a:gd name="connsiteY585" fmla="*/ 1435283 h 6858000"/>
              <a:gd name="connsiteX586" fmla="*/ 349381 w 7467600"/>
              <a:gd name="connsiteY586" fmla="*/ 1875041 h 6858000"/>
              <a:gd name="connsiteX587" fmla="*/ 374363 w 7467600"/>
              <a:gd name="connsiteY587" fmla="*/ 1506494 h 6858000"/>
              <a:gd name="connsiteX588" fmla="*/ 302168 w 7467600"/>
              <a:gd name="connsiteY588" fmla="*/ 1274495 h 6858000"/>
              <a:gd name="connsiteX589" fmla="*/ 291466 w 7467600"/>
              <a:gd name="connsiteY589" fmla="*/ 1250369 h 6858000"/>
              <a:gd name="connsiteX590" fmla="*/ 678222 w 7467600"/>
              <a:gd name="connsiteY590" fmla="*/ 1248670 h 6858000"/>
              <a:gd name="connsiteX591" fmla="*/ 775536 w 7467600"/>
              <a:gd name="connsiteY591" fmla="*/ 1388015 h 6858000"/>
              <a:gd name="connsiteX592" fmla="*/ 894529 w 7467600"/>
              <a:gd name="connsiteY592" fmla="*/ 1567739 h 6858000"/>
              <a:gd name="connsiteX593" fmla="*/ 948000 w 7467600"/>
              <a:gd name="connsiteY593" fmla="*/ 1663088 h 6858000"/>
              <a:gd name="connsiteX594" fmla="*/ 1006812 w 7467600"/>
              <a:gd name="connsiteY594" fmla="*/ 1767683 h 6858000"/>
              <a:gd name="connsiteX595" fmla="*/ 1149133 w 7467600"/>
              <a:gd name="connsiteY595" fmla="*/ 1971513 h 6858000"/>
              <a:gd name="connsiteX596" fmla="*/ 1333952 w 7467600"/>
              <a:gd name="connsiteY596" fmla="*/ 2251620 h 6858000"/>
              <a:gd name="connsiteX597" fmla="*/ 1337329 w 7467600"/>
              <a:gd name="connsiteY597" fmla="*/ 2258350 h 6858000"/>
              <a:gd name="connsiteX598" fmla="*/ 1014726 w 7467600"/>
              <a:gd name="connsiteY598" fmla="*/ 1615556 h 6858000"/>
              <a:gd name="connsiteX599" fmla="*/ 678222 w 7467600"/>
              <a:gd name="connsiteY599" fmla="*/ 1248670 h 6858000"/>
              <a:gd name="connsiteX600" fmla="*/ 6691602 w 7467600"/>
              <a:gd name="connsiteY600" fmla="*/ 1140573 h 6858000"/>
              <a:gd name="connsiteX601" fmla="*/ 6571100 w 7467600"/>
              <a:gd name="connsiteY601" fmla="*/ 1183662 h 6858000"/>
              <a:gd name="connsiteX602" fmla="*/ 6241687 w 7467600"/>
              <a:gd name="connsiteY602" fmla="*/ 1257600 h 6858000"/>
              <a:gd name="connsiteX603" fmla="*/ 5693009 w 7467600"/>
              <a:gd name="connsiteY603" fmla="*/ 1478256 h 6858000"/>
              <a:gd name="connsiteX604" fmla="*/ 6548420 w 7467600"/>
              <a:gd name="connsiteY604" fmla="*/ 1214599 h 6858000"/>
              <a:gd name="connsiteX605" fmla="*/ 6605473 w 7467600"/>
              <a:gd name="connsiteY605" fmla="*/ 1184686 h 6858000"/>
              <a:gd name="connsiteX606" fmla="*/ 6691602 w 7467600"/>
              <a:gd name="connsiteY606" fmla="*/ 1140573 h 6858000"/>
              <a:gd name="connsiteX607" fmla="*/ 4002475 w 7467600"/>
              <a:gd name="connsiteY607" fmla="*/ 1037802 h 6858000"/>
              <a:gd name="connsiteX608" fmla="*/ 4000324 w 7467600"/>
              <a:gd name="connsiteY608" fmla="*/ 1039362 h 6858000"/>
              <a:gd name="connsiteX609" fmla="*/ 4002862 w 7467600"/>
              <a:gd name="connsiteY609" fmla="*/ 1042866 h 6858000"/>
              <a:gd name="connsiteX610" fmla="*/ 4002475 w 7467600"/>
              <a:gd name="connsiteY610" fmla="*/ 1037802 h 6858000"/>
              <a:gd name="connsiteX611" fmla="*/ 506322 w 7467600"/>
              <a:gd name="connsiteY611" fmla="*/ 1020997 h 6858000"/>
              <a:gd name="connsiteX612" fmla="*/ 533068 w 7467600"/>
              <a:gd name="connsiteY612" fmla="*/ 1029409 h 6858000"/>
              <a:gd name="connsiteX613" fmla="*/ 1232525 w 7467600"/>
              <a:gd name="connsiteY613" fmla="*/ 1804675 h 6858000"/>
              <a:gd name="connsiteX614" fmla="*/ 1388858 w 7467600"/>
              <a:gd name="connsiteY614" fmla="*/ 2368011 h 6858000"/>
              <a:gd name="connsiteX615" fmla="*/ 1384098 w 7467600"/>
              <a:gd name="connsiteY615" fmla="*/ 2378125 h 6858000"/>
              <a:gd name="connsiteX616" fmla="*/ 1425393 w 7467600"/>
              <a:gd name="connsiteY616" fmla="*/ 2589124 h 6858000"/>
              <a:gd name="connsiteX617" fmla="*/ 1424001 w 7467600"/>
              <a:gd name="connsiteY617" fmla="*/ 2597541 h 6858000"/>
              <a:gd name="connsiteX618" fmla="*/ 2152729 w 7467600"/>
              <a:gd name="connsiteY618" fmla="*/ 2864487 h 6858000"/>
              <a:gd name="connsiteX619" fmla="*/ 2020609 w 7467600"/>
              <a:gd name="connsiteY619" fmla="*/ 2539671 h 6858000"/>
              <a:gd name="connsiteX620" fmla="*/ 2018920 w 7467600"/>
              <a:gd name="connsiteY620" fmla="*/ 2536309 h 6858000"/>
              <a:gd name="connsiteX621" fmla="*/ 1342441 w 7467600"/>
              <a:gd name="connsiteY621" fmla="*/ 1173017 h 6858000"/>
              <a:gd name="connsiteX622" fmla="*/ 1367925 w 7467600"/>
              <a:gd name="connsiteY622" fmla="*/ 1135648 h 6858000"/>
              <a:gd name="connsiteX623" fmla="*/ 1771401 w 7467600"/>
              <a:gd name="connsiteY623" fmla="*/ 1806673 h 6858000"/>
              <a:gd name="connsiteX624" fmla="*/ 1972385 w 7467600"/>
              <a:gd name="connsiteY624" fmla="*/ 2198735 h 6858000"/>
              <a:gd name="connsiteX625" fmla="*/ 2040892 w 7467600"/>
              <a:gd name="connsiteY625" fmla="*/ 2405205 h 6858000"/>
              <a:gd name="connsiteX626" fmla="*/ 2131689 w 7467600"/>
              <a:gd name="connsiteY626" fmla="*/ 1936926 h 6858000"/>
              <a:gd name="connsiteX627" fmla="*/ 2454820 w 7467600"/>
              <a:gd name="connsiteY627" fmla="*/ 1248808 h 6858000"/>
              <a:gd name="connsiteX628" fmla="*/ 2492512 w 7467600"/>
              <a:gd name="connsiteY628" fmla="*/ 1302920 h 6858000"/>
              <a:gd name="connsiteX629" fmla="*/ 2081216 w 7467600"/>
              <a:gd name="connsiteY629" fmla="*/ 2527513 h 6858000"/>
              <a:gd name="connsiteX630" fmla="*/ 2081211 w 7467600"/>
              <a:gd name="connsiteY630" fmla="*/ 2528916 h 6858000"/>
              <a:gd name="connsiteX631" fmla="*/ 2199067 w 7467600"/>
              <a:gd name="connsiteY631" fmla="*/ 2884061 h 6858000"/>
              <a:gd name="connsiteX632" fmla="*/ 3192586 w 7467600"/>
              <a:gd name="connsiteY632" fmla="*/ 3411496 h 6858000"/>
              <a:gd name="connsiteX633" fmla="*/ 3182620 w 7467600"/>
              <a:gd name="connsiteY633" fmla="*/ 3483279 h 6858000"/>
              <a:gd name="connsiteX634" fmla="*/ 2435119 w 7467600"/>
              <a:gd name="connsiteY634" fmla="*/ 3080173 h 6858000"/>
              <a:gd name="connsiteX635" fmla="*/ 2410152 w 7467600"/>
              <a:gd name="connsiteY635" fmla="*/ 3063751 h 6858000"/>
              <a:gd name="connsiteX636" fmla="*/ 2408099 w 7467600"/>
              <a:gd name="connsiteY636" fmla="*/ 3064403 h 6858000"/>
              <a:gd name="connsiteX637" fmla="*/ 2407218 w 7467600"/>
              <a:gd name="connsiteY637" fmla="*/ 3070324 h 6858000"/>
              <a:gd name="connsiteX638" fmla="*/ 2380138 w 7467600"/>
              <a:gd name="connsiteY638" fmla="*/ 3099341 h 6858000"/>
              <a:gd name="connsiteX639" fmla="*/ 1765923 w 7467600"/>
              <a:gd name="connsiteY639" fmla="*/ 3581043 h 6858000"/>
              <a:gd name="connsiteX640" fmla="*/ 1702258 w 7467600"/>
              <a:gd name="connsiteY640" fmla="*/ 3612286 h 6858000"/>
              <a:gd name="connsiteX641" fmla="*/ 1538370 w 7467600"/>
              <a:gd name="connsiteY641" fmla="*/ 3811804 h 6858000"/>
              <a:gd name="connsiteX642" fmla="*/ 542867 w 7467600"/>
              <a:gd name="connsiteY642" fmla="*/ 4944092 h 6858000"/>
              <a:gd name="connsiteX643" fmla="*/ 515800 w 7467600"/>
              <a:gd name="connsiteY643" fmla="*/ 4862180 h 6858000"/>
              <a:gd name="connsiteX644" fmla="*/ 909145 w 7467600"/>
              <a:gd name="connsiteY644" fmla="*/ 4199225 h 6858000"/>
              <a:gd name="connsiteX645" fmla="*/ 1214067 w 7467600"/>
              <a:gd name="connsiteY645" fmla="*/ 3908561 h 6858000"/>
              <a:gd name="connsiteX646" fmla="*/ 640967 w 7467600"/>
              <a:gd name="connsiteY646" fmla="*/ 4105601 h 6858000"/>
              <a:gd name="connsiteX647" fmla="*/ 112563 w 7467600"/>
              <a:gd name="connsiteY647" fmla="*/ 4396952 h 6858000"/>
              <a:gd name="connsiteX648" fmla="*/ 0 w 7467600"/>
              <a:gd name="connsiteY648" fmla="*/ 4466006 h 6858000"/>
              <a:gd name="connsiteX649" fmla="*/ 0 w 7467600"/>
              <a:gd name="connsiteY649" fmla="*/ 4233763 h 6858000"/>
              <a:gd name="connsiteX650" fmla="*/ 36881 w 7467600"/>
              <a:gd name="connsiteY650" fmla="*/ 4200118 h 6858000"/>
              <a:gd name="connsiteX651" fmla="*/ 910534 w 7467600"/>
              <a:gd name="connsiteY651" fmla="*/ 3629753 h 6858000"/>
              <a:gd name="connsiteX652" fmla="*/ 1578717 w 7467600"/>
              <a:gd name="connsiteY652" fmla="*/ 3575982 h 6858000"/>
              <a:gd name="connsiteX653" fmla="*/ 2338780 w 7467600"/>
              <a:gd name="connsiteY653" fmla="*/ 3033725 h 6858000"/>
              <a:gd name="connsiteX654" fmla="*/ 1807991 w 7467600"/>
              <a:gd name="connsiteY654" fmla="*/ 2807184 h 6858000"/>
              <a:gd name="connsiteX655" fmla="*/ 1416358 w 7467600"/>
              <a:gd name="connsiteY655" fmla="*/ 3112571 h 6858000"/>
              <a:gd name="connsiteX656" fmla="*/ 939066 w 7467600"/>
              <a:gd name="connsiteY656" fmla="*/ 3378798 h 6858000"/>
              <a:gd name="connsiteX657" fmla="*/ 115099 w 7467600"/>
              <a:gd name="connsiteY657" fmla="*/ 3607650 h 6858000"/>
              <a:gd name="connsiteX658" fmla="*/ 97284 w 7467600"/>
              <a:gd name="connsiteY658" fmla="*/ 3520393 h 6858000"/>
              <a:gd name="connsiteX659" fmla="*/ 922050 w 7467600"/>
              <a:gd name="connsiteY659" fmla="*/ 3074867 h 6858000"/>
              <a:gd name="connsiteX660" fmla="*/ 1405265 w 7467600"/>
              <a:gd name="connsiteY660" fmla="*/ 3016319 h 6858000"/>
              <a:gd name="connsiteX661" fmla="*/ 1407512 w 7467600"/>
              <a:gd name="connsiteY661" fmla="*/ 3018001 h 6858000"/>
              <a:gd name="connsiteX662" fmla="*/ 1726266 w 7467600"/>
              <a:gd name="connsiteY662" fmla="*/ 2777274 h 6858000"/>
              <a:gd name="connsiteX663" fmla="*/ 625390 w 7467600"/>
              <a:gd name="connsiteY663" fmla="*/ 2514541 h 6858000"/>
              <a:gd name="connsiteX664" fmla="*/ 619799 w 7467600"/>
              <a:gd name="connsiteY664" fmla="*/ 2527180 h 6858000"/>
              <a:gd name="connsiteX665" fmla="*/ 310030 w 7467600"/>
              <a:gd name="connsiteY665" fmla="*/ 2771818 h 6858000"/>
              <a:gd name="connsiteX666" fmla="*/ 173877 w 7467600"/>
              <a:gd name="connsiteY666" fmla="*/ 2937056 h 6858000"/>
              <a:gd name="connsiteX667" fmla="*/ 77889 w 7467600"/>
              <a:gd name="connsiteY667" fmla="*/ 3138440 h 6858000"/>
              <a:gd name="connsiteX668" fmla="*/ 0 w 7467600"/>
              <a:gd name="connsiteY668" fmla="*/ 3271395 h 6858000"/>
              <a:gd name="connsiteX669" fmla="*/ 0 w 7467600"/>
              <a:gd name="connsiteY669" fmla="*/ 3153002 h 6858000"/>
              <a:gd name="connsiteX670" fmla="*/ 2386 w 7467600"/>
              <a:gd name="connsiteY670" fmla="*/ 3149203 h 6858000"/>
              <a:gd name="connsiteX671" fmla="*/ 89753 w 7467600"/>
              <a:gd name="connsiteY671" fmla="*/ 2987702 h 6858000"/>
              <a:gd name="connsiteX672" fmla="*/ 76869 w 7467600"/>
              <a:gd name="connsiteY672" fmla="*/ 3005404 h 6858000"/>
              <a:gd name="connsiteX673" fmla="*/ 32049 w 7467600"/>
              <a:gd name="connsiteY673" fmla="*/ 3065814 h 6858000"/>
              <a:gd name="connsiteX674" fmla="*/ 0 w 7467600"/>
              <a:gd name="connsiteY674" fmla="*/ 3108744 h 6858000"/>
              <a:gd name="connsiteX675" fmla="*/ 0 w 7467600"/>
              <a:gd name="connsiteY675" fmla="*/ 3058059 h 6858000"/>
              <a:gd name="connsiteX676" fmla="*/ 7610 w 7467600"/>
              <a:gd name="connsiteY676" fmla="*/ 3047889 h 6858000"/>
              <a:gd name="connsiteX677" fmla="*/ 52419 w 7467600"/>
              <a:gd name="connsiteY677" fmla="*/ 2987479 h 6858000"/>
              <a:gd name="connsiteX678" fmla="*/ 59142 w 7467600"/>
              <a:gd name="connsiteY678" fmla="*/ 2978488 h 6858000"/>
              <a:gd name="connsiteX679" fmla="*/ 0 w 7467600"/>
              <a:gd name="connsiteY679" fmla="*/ 3015334 h 6858000"/>
              <a:gd name="connsiteX680" fmla="*/ 0 w 7467600"/>
              <a:gd name="connsiteY680" fmla="*/ 2914286 h 6858000"/>
              <a:gd name="connsiteX681" fmla="*/ 36383 w 7467600"/>
              <a:gd name="connsiteY681" fmla="*/ 2901128 h 6858000"/>
              <a:gd name="connsiteX682" fmla="*/ 156329 w 7467600"/>
              <a:gd name="connsiteY682" fmla="*/ 2840533 h 6858000"/>
              <a:gd name="connsiteX683" fmla="*/ 358355 w 7467600"/>
              <a:gd name="connsiteY683" fmla="*/ 2620471 h 6858000"/>
              <a:gd name="connsiteX684" fmla="*/ 510577 w 7467600"/>
              <a:gd name="connsiteY684" fmla="*/ 2501244 h 6858000"/>
              <a:gd name="connsiteX685" fmla="*/ 211967 w 7467600"/>
              <a:gd name="connsiteY685" fmla="*/ 2479171 h 6858000"/>
              <a:gd name="connsiteX686" fmla="*/ 0 w 7467600"/>
              <a:gd name="connsiteY686" fmla="*/ 2476398 h 6858000"/>
              <a:gd name="connsiteX687" fmla="*/ 0 w 7467600"/>
              <a:gd name="connsiteY687" fmla="*/ 2389189 h 6858000"/>
              <a:gd name="connsiteX688" fmla="*/ 103062 w 7467600"/>
              <a:gd name="connsiteY688" fmla="*/ 2389518 h 6858000"/>
              <a:gd name="connsiteX689" fmla="*/ 510734 w 7467600"/>
              <a:gd name="connsiteY689" fmla="*/ 2416201 h 6858000"/>
              <a:gd name="connsiteX690" fmla="*/ 279257 w 7467600"/>
              <a:gd name="connsiteY690" fmla="*/ 2092102 h 6858000"/>
              <a:gd name="connsiteX691" fmla="*/ 65265 w 7467600"/>
              <a:gd name="connsiteY691" fmla="*/ 2006049 h 6858000"/>
              <a:gd name="connsiteX692" fmla="*/ 0 w 7467600"/>
              <a:gd name="connsiteY692" fmla="*/ 1982532 h 6858000"/>
              <a:gd name="connsiteX693" fmla="*/ 0 w 7467600"/>
              <a:gd name="connsiteY693" fmla="*/ 1912789 h 6858000"/>
              <a:gd name="connsiteX694" fmla="*/ 97460 w 7467600"/>
              <a:gd name="connsiteY694" fmla="*/ 1953725 h 6858000"/>
              <a:gd name="connsiteX695" fmla="*/ 221272 w 7467600"/>
              <a:gd name="connsiteY695" fmla="*/ 1980766 h 6858000"/>
              <a:gd name="connsiteX696" fmla="*/ 116765 w 7467600"/>
              <a:gd name="connsiteY696" fmla="*/ 1911033 h 6858000"/>
              <a:gd name="connsiteX697" fmla="*/ 16405 w 7467600"/>
              <a:gd name="connsiteY697" fmla="*/ 1803412 h 6858000"/>
              <a:gd name="connsiteX698" fmla="*/ 0 w 7467600"/>
              <a:gd name="connsiteY698" fmla="*/ 1784777 h 6858000"/>
              <a:gd name="connsiteX699" fmla="*/ 0 w 7467600"/>
              <a:gd name="connsiteY699" fmla="*/ 1740082 h 6858000"/>
              <a:gd name="connsiteX700" fmla="*/ 39394 w 7467600"/>
              <a:gd name="connsiteY700" fmla="*/ 1784856 h 6858000"/>
              <a:gd name="connsiteX701" fmla="*/ 135813 w 7467600"/>
              <a:gd name="connsiteY701" fmla="*/ 1888838 h 6858000"/>
              <a:gd name="connsiteX702" fmla="*/ 242575 w 7467600"/>
              <a:gd name="connsiteY702" fmla="*/ 1958841 h 6858000"/>
              <a:gd name="connsiteX703" fmla="*/ 82197 w 7467600"/>
              <a:gd name="connsiteY703" fmla="*/ 1754826 h 6858000"/>
              <a:gd name="connsiteX704" fmla="*/ 0 w 7467600"/>
              <a:gd name="connsiteY704" fmla="*/ 1679650 h 6858000"/>
              <a:gd name="connsiteX705" fmla="*/ 0 w 7467600"/>
              <a:gd name="connsiteY705" fmla="*/ 1602463 h 6858000"/>
              <a:gd name="connsiteX706" fmla="*/ 84689 w 7467600"/>
              <a:gd name="connsiteY706" fmla="*/ 1677442 h 6858000"/>
              <a:gd name="connsiteX707" fmla="*/ 298437 w 7467600"/>
              <a:gd name="connsiteY707" fmla="*/ 1968019 h 6858000"/>
              <a:gd name="connsiteX708" fmla="*/ 227269 w 7467600"/>
              <a:gd name="connsiteY708" fmla="*/ 1114064 h 6858000"/>
              <a:gd name="connsiteX709" fmla="*/ 248003 w 7467600"/>
              <a:gd name="connsiteY709" fmla="*/ 1089613 h 6858000"/>
              <a:gd name="connsiteX710" fmla="*/ 427020 w 7467600"/>
              <a:gd name="connsiteY710" fmla="*/ 1619803 h 6858000"/>
              <a:gd name="connsiteX711" fmla="*/ 340345 w 7467600"/>
              <a:gd name="connsiteY711" fmla="*/ 2027739 h 6858000"/>
              <a:gd name="connsiteX712" fmla="*/ 360865 w 7467600"/>
              <a:gd name="connsiteY712" fmla="*/ 2044827 h 6858000"/>
              <a:gd name="connsiteX713" fmla="*/ 560414 w 7467600"/>
              <a:gd name="connsiteY713" fmla="*/ 2421457 h 6858000"/>
              <a:gd name="connsiteX714" fmla="*/ 1359703 w 7467600"/>
              <a:gd name="connsiteY714" fmla="*/ 2578554 h 6858000"/>
              <a:gd name="connsiteX715" fmla="*/ 1359422 w 7467600"/>
              <a:gd name="connsiteY715" fmla="*/ 2577994 h 6858000"/>
              <a:gd name="connsiteX716" fmla="*/ 828701 w 7467600"/>
              <a:gd name="connsiteY716" fmla="*/ 1839520 h 6858000"/>
              <a:gd name="connsiteX717" fmla="*/ 494427 w 7467600"/>
              <a:gd name="connsiteY717" fmla="*/ 1092333 h 6858000"/>
              <a:gd name="connsiteX718" fmla="*/ 506322 w 7467600"/>
              <a:gd name="connsiteY718" fmla="*/ 1020997 h 6858000"/>
              <a:gd name="connsiteX719" fmla="*/ 4570198 w 7467600"/>
              <a:gd name="connsiteY719" fmla="*/ 978081 h 6858000"/>
              <a:gd name="connsiteX720" fmla="*/ 4523691 w 7467600"/>
              <a:gd name="connsiteY720" fmla="*/ 1127776 h 6858000"/>
              <a:gd name="connsiteX721" fmla="*/ 4509875 w 7467600"/>
              <a:gd name="connsiteY721" fmla="*/ 1167552 h 6858000"/>
              <a:gd name="connsiteX722" fmla="*/ 4478168 w 7467600"/>
              <a:gd name="connsiteY722" fmla="*/ 1260735 h 6858000"/>
              <a:gd name="connsiteX723" fmla="*/ 4409309 w 7467600"/>
              <a:gd name="connsiteY723" fmla="*/ 1666996 h 6858000"/>
              <a:gd name="connsiteX724" fmla="*/ 4370031 w 7467600"/>
              <a:gd name="connsiteY724" fmla="*/ 1955666 h 6858000"/>
              <a:gd name="connsiteX725" fmla="*/ 4570198 w 7467600"/>
              <a:gd name="connsiteY725" fmla="*/ 978081 h 6858000"/>
              <a:gd name="connsiteX726" fmla="*/ 4557898 w 7467600"/>
              <a:gd name="connsiteY726" fmla="*/ 900011 h 6858000"/>
              <a:gd name="connsiteX727" fmla="*/ 4344840 w 7467600"/>
              <a:gd name="connsiteY727" fmla="*/ 1922038 h 6858000"/>
              <a:gd name="connsiteX728" fmla="*/ 4378710 w 7467600"/>
              <a:gd name="connsiteY728" fmla="*/ 1665516 h 6858000"/>
              <a:gd name="connsiteX729" fmla="*/ 4448798 w 7467600"/>
              <a:gd name="connsiteY729" fmla="*/ 1253024 h 6858000"/>
              <a:gd name="connsiteX730" fmla="*/ 4480315 w 7467600"/>
              <a:gd name="connsiteY730" fmla="*/ 1158454 h 6858000"/>
              <a:gd name="connsiteX731" fmla="*/ 4494133 w 7467600"/>
              <a:gd name="connsiteY731" fmla="*/ 1118676 h 6858000"/>
              <a:gd name="connsiteX732" fmla="*/ 4557898 w 7467600"/>
              <a:gd name="connsiteY732" fmla="*/ 900011 h 6858000"/>
              <a:gd name="connsiteX733" fmla="*/ 5870151 w 7467600"/>
              <a:gd name="connsiteY733" fmla="*/ 898890 h 6858000"/>
              <a:gd name="connsiteX734" fmla="*/ 5861335 w 7467600"/>
              <a:gd name="connsiteY734" fmla="*/ 899177 h 6858000"/>
              <a:gd name="connsiteX735" fmla="*/ 5843702 w 7467600"/>
              <a:gd name="connsiteY735" fmla="*/ 899748 h 6858000"/>
              <a:gd name="connsiteX736" fmla="*/ 5651107 w 7467600"/>
              <a:gd name="connsiteY736" fmla="*/ 920306 h 6858000"/>
              <a:gd name="connsiteX737" fmla="*/ 5459407 w 7467600"/>
              <a:gd name="connsiteY737" fmla="*/ 940975 h 6858000"/>
              <a:gd name="connsiteX738" fmla="*/ 5374846 w 7467600"/>
              <a:gd name="connsiteY738" fmla="*/ 941988 h 6858000"/>
              <a:gd name="connsiteX739" fmla="*/ 5256105 w 7467600"/>
              <a:gd name="connsiteY739" fmla="*/ 945632 h 6858000"/>
              <a:gd name="connsiteX740" fmla="*/ 5107071 w 7467600"/>
              <a:gd name="connsiteY740" fmla="*/ 969720 h 6858000"/>
              <a:gd name="connsiteX741" fmla="*/ 4998681 w 7467600"/>
              <a:gd name="connsiteY741" fmla="*/ 988771 h 6858000"/>
              <a:gd name="connsiteX742" fmla="*/ 5870151 w 7467600"/>
              <a:gd name="connsiteY742" fmla="*/ 898890 h 6858000"/>
              <a:gd name="connsiteX743" fmla="*/ 5504425 w 7467600"/>
              <a:gd name="connsiteY743" fmla="*/ 848067 h 6858000"/>
              <a:gd name="connsiteX744" fmla="*/ 4968849 w 7467600"/>
              <a:gd name="connsiteY744" fmla="*/ 962318 h 6858000"/>
              <a:gd name="connsiteX745" fmla="*/ 5104039 w 7467600"/>
              <a:gd name="connsiteY745" fmla="*/ 940634 h 6858000"/>
              <a:gd name="connsiteX746" fmla="*/ 5256311 w 7467600"/>
              <a:gd name="connsiteY746" fmla="*/ 916490 h 6858000"/>
              <a:gd name="connsiteX747" fmla="*/ 5377381 w 7467600"/>
              <a:gd name="connsiteY747" fmla="*/ 912671 h 6858000"/>
              <a:gd name="connsiteX748" fmla="*/ 5460148 w 7467600"/>
              <a:gd name="connsiteY748" fmla="*/ 911442 h 6858000"/>
              <a:gd name="connsiteX749" fmla="*/ 5648971 w 7467600"/>
              <a:gd name="connsiteY749" fmla="*/ 891331 h 6858000"/>
              <a:gd name="connsiteX750" fmla="*/ 5844807 w 7467600"/>
              <a:gd name="connsiteY750" fmla="*/ 870718 h 6858000"/>
              <a:gd name="connsiteX751" fmla="*/ 5862975 w 7467600"/>
              <a:gd name="connsiteY751" fmla="*/ 869756 h 6858000"/>
              <a:gd name="connsiteX752" fmla="*/ 5920887 w 7467600"/>
              <a:gd name="connsiteY752" fmla="*/ 865929 h 6858000"/>
              <a:gd name="connsiteX753" fmla="*/ 5504425 w 7467600"/>
              <a:gd name="connsiteY753" fmla="*/ 848067 h 6858000"/>
              <a:gd name="connsiteX754" fmla="*/ 3607114 w 7467600"/>
              <a:gd name="connsiteY754" fmla="*/ 467441 h 6858000"/>
              <a:gd name="connsiteX755" fmla="*/ 3296242 w 7467600"/>
              <a:gd name="connsiteY755" fmla="*/ 807991 h 6858000"/>
              <a:gd name="connsiteX756" fmla="*/ 3174674 w 7467600"/>
              <a:gd name="connsiteY756" fmla="*/ 919759 h 6858000"/>
              <a:gd name="connsiteX757" fmla="*/ 3042978 w 7467600"/>
              <a:gd name="connsiteY757" fmla="*/ 1054894 h 6858000"/>
              <a:gd name="connsiteX758" fmla="*/ 2968914 w 7467600"/>
              <a:gd name="connsiteY758" fmla="*/ 1133756 h 6858000"/>
              <a:gd name="connsiteX759" fmla="*/ 3103823 w 7467600"/>
              <a:gd name="connsiteY759" fmla="*/ 1026814 h 6858000"/>
              <a:gd name="connsiteX760" fmla="*/ 3607114 w 7467600"/>
              <a:gd name="connsiteY760" fmla="*/ 467441 h 6858000"/>
              <a:gd name="connsiteX761" fmla="*/ 3744487 w 7467600"/>
              <a:gd name="connsiteY761" fmla="*/ 383136 h 6858000"/>
              <a:gd name="connsiteX762" fmla="*/ 3970213 w 7467600"/>
              <a:gd name="connsiteY762" fmla="*/ 995559 h 6858000"/>
              <a:gd name="connsiteX763" fmla="*/ 3744487 w 7467600"/>
              <a:gd name="connsiteY763" fmla="*/ 383136 h 6858000"/>
              <a:gd name="connsiteX764" fmla="*/ 3624562 w 7467600"/>
              <a:gd name="connsiteY764" fmla="*/ 367041 h 6858000"/>
              <a:gd name="connsiteX765" fmla="*/ 3489712 w 7467600"/>
              <a:gd name="connsiteY765" fmla="*/ 485386 h 6858000"/>
              <a:gd name="connsiteX766" fmla="*/ 3182994 w 7467600"/>
              <a:gd name="connsiteY766" fmla="*/ 828265 h 6858000"/>
              <a:gd name="connsiteX767" fmla="*/ 2892114 w 7467600"/>
              <a:gd name="connsiteY767" fmla="*/ 1172635 h 6858000"/>
              <a:gd name="connsiteX768" fmla="*/ 3021459 w 7467600"/>
              <a:gd name="connsiteY768" fmla="*/ 1035385 h 6858000"/>
              <a:gd name="connsiteX769" fmla="*/ 3153873 w 7467600"/>
              <a:gd name="connsiteY769" fmla="*/ 898971 h 6858000"/>
              <a:gd name="connsiteX770" fmla="*/ 3276511 w 7467600"/>
              <a:gd name="connsiteY770" fmla="*/ 786423 h 6858000"/>
              <a:gd name="connsiteX771" fmla="*/ 3584154 w 7467600"/>
              <a:gd name="connsiteY771" fmla="*/ 448218 h 6858000"/>
              <a:gd name="connsiteX772" fmla="*/ 3624562 w 7467600"/>
              <a:gd name="connsiteY772" fmla="*/ 367041 h 6858000"/>
              <a:gd name="connsiteX773" fmla="*/ 3766672 w 7467600"/>
              <a:gd name="connsiteY773" fmla="*/ 359429 h 6858000"/>
              <a:gd name="connsiteX774" fmla="*/ 3996338 w 7467600"/>
              <a:gd name="connsiteY774" fmla="*/ 968237 h 6858000"/>
              <a:gd name="connsiteX775" fmla="*/ 3766672 w 7467600"/>
              <a:gd name="connsiteY775" fmla="*/ 359429 h 6858000"/>
              <a:gd name="connsiteX776" fmla="*/ 5805386 w 7467600"/>
              <a:gd name="connsiteY776" fmla="*/ 239240 h 6858000"/>
              <a:gd name="connsiteX777" fmla="*/ 5736947 w 7467600"/>
              <a:gd name="connsiteY777" fmla="*/ 261367 h 6858000"/>
              <a:gd name="connsiteX778" fmla="*/ 5427012 w 7467600"/>
              <a:gd name="connsiteY778" fmla="*/ 311272 h 6858000"/>
              <a:gd name="connsiteX779" fmla="*/ 5147818 w 7467600"/>
              <a:gd name="connsiteY779" fmla="*/ 322112 h 6858000"/>
              <a:gd name="connsiteX780" fmla="*/ 5060854 w 7467600"/>
              <a:gd name="connsiteY780" fmla="*/ 311882 h 6858000"/>
              <a:gd name="connsiteX781" fmla="*/ 4945989 w 7467600"/>
              <a:gd name="connsiteY781" fmla="*/ 300516 h 6858000"/>
              <a:gd name="connsiteX782" fmla="*/ 5410479 w 7467600"/>
              <a:gd name="connsiteY782" fmla="*/ 348434 h 6858000"/>
              <a:gd name="connsiteX783" fmla="*/ 5805386 w 7467600"/>
              <a:gd name="connsiteY783" fmla="*/ 239240 h 6858000"/>
              <a:gd name="connsiteX784" fmla="*/ 5905192 w 7467600"/>
              <a:gd name="connsiteY784" fmla="*/ 163079 h 6858000"/>
              <a:gd name="connsiteX785" fmla="*/ 5865655 w 7467600"/>
              <a:gd name="connsiteY785" fmla="*/ 171901 h 6858000"/>
              <a:gd name="connsiteX786" fmla="*/ 5259740 w 7467600"/>
              <a:gd name="connsiteY786" fmla="*/ 257013 h 6858000"/>
              <a:gd name="connsiteX787" fmla="*/ 5208466 w 7467600"/>
              <a:gd name="connsiteY787" fmla="*/ 257550 h 6858000"/>
              <a:gd name="connsiteX788" fmla="*/ 4980204 w 7467600"/>
              <a:gd name="connsiteY788" fmla="*/ 271903 h 6858000"/>
              <a:gd name="connsiteX789" fmla="*/ 5068068 w 7467600"/>
              <a:gd name="connsiteY789" fmla="*/ 282244 h 6858000"/>
              <a:gd name="connsiteX790" fmla="*/ 5153231 w 7467600"/>
              <a:gd name="connsiteY790" fmla="*/ 292240 h 6858000"/>
              <a:gd name="connsiteX791" fmla="*/ 5426491 w 7467600"/>
              <a:gd name="connsiteY791" fmla="*/ 281128 h 6858000"/>
              <a:gd name="connsiteX792" fmla="*/ 5731212 w 7467600"/>
              <a:gd name="connsiteY792" fmla="*/ 231951 h 6858000"/>
              <a:gd name="connsiteX793" fmla="*/ 5905192 w 7467600"/>
              <a:gd name="connsiteY793" fmla="*/ 163079 h 6858000"/>
              <a:gd name="connsiteX794" fmla="*/ 5944437 w 7467600"/>
              <a:gd name="connsiteY794" fmla="*/ 113829 h 6858000"/>
              <a:gd name="connsiteX795" fmla="*/ 5825032 w 7467600"/>
              <a:gd name="connsiteY795" fmla="*/ 146405 h 6858000"/>
              <a:gd name="connsiteX796" fmla="*/ 4955599 w 7467600"/>
              <a:gd name="connsiteY796" fmla="*/ 247008 h 6858000"/>
              <a:gd name="connsiteX797" fmla="*/ 5210104 w 7467600"/>
              <a:gd name="connsiteY797" fmla="*/ 228123 h 6858000"/>
              <a:gd name="connsiteX798" fmla="*/ 5261015 w 7467600"/>
              <a:gd name="connsiteY798" fmla="*/ 227087 h 6858000"/>
              <a:gd name="connsiteX799" fmla="*/ 5861181 w 7467600"/>
              <a:gd name="connsiteY799" fmla="*/ 143093 h 6858000"/>
              <a:gd name="connsiteX800" fmla="*/ 5961252 w 7467600"/>
              <a:gd name="connsiteY800" fmla="*/ 114820 h 6858000"/>
              <a:gd name="connsiteX801" fmla="*/ 5944437 w 7467600"/>
              <a:gd name="connsiteY801" fmla="*/ 113829 h 6858000"/>
              <a:gd name="connsiteX802" fmla="*/ 3882765 w 7467600"/>
              <a:gd name="connsiteY802" fmla="*/ 0 h 6858000"/>
              <a:gd name="connsiteX803" fmla="*/ 3995099 w 7467600"/>
              <a:gd name="connsiteY803" fmla="*/ 0 h 6858000"/>
              <a:gd name="connsiteX804" fmla="*/ 4163818 w 7467600"/>
              <a:gd name="connsiteY804" fmla="*/ 234104 h 6858000"/>
              <a:gd name="connsiteX805" fmla="*/ 4172099 w 7467600"/>
              <a:gd name="connsiteY805" fmla="*/ 234207 h 6858000"/>
              <a:gd name="connsiteX806" fmla="*/ 4784282 w 7467600"/>
              <a:gd name="connsiteY806" fmla="*/ 276561 h 6858000"/>
              <a:gd name="connsiteX807" fmla="*/ 4801687 w 7467600"/>
              <a:gd name="connsiteY807" fmla="*/ 267764 h 6858000"/>
              <a:gd name="connsiteX808" fmla="*/ 6082788 w 7467600"/>
              <a:gd name="connsiteY808" fmla="*/ 64119 h 6858000"/>
              <a:gd name="connsiteX809" fmla="*/ 6099442 w 7467600"/>
              <a:gd name="connsiteY809" fmla="*/ 82568 h 6858000"/>
              <a:gd name="connsiteX810" fmla="*/ 4804137 w 7467600"/>
              <a:gd name="connsiteY810" fmla="*/ 320931 h 6858000"/>
              <a:gd name="connsiteX811" fmla="*/ 4227047 w 7467600"/>
              <a:gd name="connsiteY811" fmla="*/ 313415 h 6858000"/>
              <a:gd name="connsiteX812" fmla="*/ 4346041 w 7467600"/>
              <a:gd name="connsiteY812" fmla="*/ 456086 h 6858000"/>
              <a:gd name="connsiteX813" fmla="*/ 4870967 w 7467600"/>
              <a:gd name="connsiteY813" fmla="*/ 963061 h 6858000"/>
              <a:gd name="connsiteX814" fmla="*/ 4889647 w 7467600"/>
              <a:gd name="connsiteY814" fmla="*/ 957147 h 6858000"/>
              <a:gd name="connsiteX815" fmla="*/ 5422504 w 7467600"/>
              <a:gd name="connsiteY815" fmla="*/ 805191 h 6858000"/>
              <a:gd name="connsiteX816" fmla="*/ 6087656 w 7467600"/>
              <a:gd name="connsiteY816" fmla="*/ 826703 h 6858000"/>
              <a:gd name="connsiteX817" fmla="*/ 6058717 w 7467600"/>
              <a:gd name="connsiteY817" fmla="*/ 865992 h 6858000"/>
              <a:gd name="connsiteX818" fmla="*/ 4974153 w 7467600"/>
              <a:gd name="connsiteY818" fmla="*/ 1045456 h 6858000"/>
              <a:gd name="connsiteX819" fmla="*/ 5627835 w 7467600"/>
              <a:gd name="connsiteY819" fmla="*/ 1472077 h 6858000"/>
              <a:gd name="connsiteX820" fmla="*/ 5629817 w 7467600"/>
              <a:gd name="connsiteY820" fmla="*/ 1471412 h 6858000"/>
              <a:gd name="connsiteX821" fmla="*/ 5634124 w 7467600"/>
              <a:gd name="connsiteY821" fmla="*/ 1470572 h 6858000"/>
              <a:gd name="connsiteX822" fmla="*/ 5755832 w 7467600"/>
              <a:gd name="connsiteY822" fmla="*/ 1383886 h 6858000"/>
              <a:gd name="connsiteX823" fmla="*/ 6014186 w 7467600"/>
              <a:gd name="connsiteY823" fmla="*/ 1279799 h 6858000"/>
              <a:gd name="connsiteX824" fmla="*/ 6901619 w 7467600"/>
              <a:gd name="connsiteY824" fmla="*/ 1047874 h 6858000"/>
              <a:gd name="connsiteX825" fmla="*/ 6931566 w 7467600"/>
              <a:gd name="connsiteY825" fmla="*/ 1062034 h 6858000"/>
              <a:gd name="connsiteX826" fmla="*/ 5790982 w 7467600"/>
              <a:gd name="connsiteY826" fmla="*/ 1561380 h 6858000"/>
              <a:gd name="connsiteX827" fmla="*/ 6188971 w 7467600"/>
              <a:gd name="connsiteY827" fmla="*/ 1755168 h 6858000"/>
              <a:gd name="connsiteX828" fmla="*/ 6202446 w 7467600"/>
              <a:gd name="connsiteY828" fmla="*/ 1752268 h 6858000"/>
              <a:gd name="connsiteX829" fmla="*/ 7179560 w 7467600"/>
              <a:gd name="connsiteY829" fmla="*/ 1467551 h 6858000"/>
              <a:gd name="connsiteX830" fmla="*/ 7158730 w 7467600"/>
              <a:gd name="connsiteY830" fmla="*/ 1507835 h 6858000"/>
              <a:gd name="connsiteX831" fmla="*/ 6326959 w 7467600"/>
              <a:gd name="connsiteY831" fmla="*/ 1817686 h 6858000"/>
              <a:gd name="connsiteX832" fmla="*/ 6537433 w 7467600"/>
              <a:gd name="connsiteY832" fmla="*/ 1907790 h 6858000"/>
              <a:gd name="connsiteX833" fmla="*/ 6550221 w 7467600"/>
              <a:gd name="connsiteY833" fmla="*/ 1910729 h 6858000"/>
              <a:gd name="connsiteX834" fmla="*/ 6964438 w 7467600"/>
              <a:gd name="connsiteY834" fmla="*/ 2209505 h 6858000"/>
              <a:gd name="connsiteX835" fmla="*/ 7367862 w 7467600"/>
              <a:gd name="connsiteY835" fmla="*/ 2806833 h 6858000"/>
              <a:gd name="connsiteX836" fmla="*/ 7364329 w 7467600"/>
              <a:gd name="connsiteY836" fmla="*/ 2826907 h 6858000"/>
              <a:gd name="connsiteX837" fmla="*/ 7290545 w 7467600"/>
              <a:gd name="connsiteY837" fmla="*/ 2850663 h 6858000"/>
              <a:gd name="connsiteX838" fmla="*/ 6472036 w 7467600"/>
              <a:gd name="connsiteY838" fmla="*/ 1959003 h 6858000"/>
              <a:gd name="connsiteX839" fmla="*/ 5792897 w 7467600"/>
              <a:gd name="connsiteY839" fmla="*/ 1647747 h 6858000"/>
              <a:gd name="connsiteX840" fmla="*/ 5842751 w 7467600"/>
              <a:gd name="connsiteY840" fmla="*/ 1816112 h 6858000"/>
              <a:gd name="connsiteX841" fmla="*/ 5847424 w 7467600"/>
              <a:gd name="connsiteY841" fmla="*/ 1815776 h 6858000"/>
              <a:gd name="connsiteX842" fmla="*/ 6399821 w 7467600"/>
              <a:gd name="connsiteY842" fmla="*/ 2344799 h 6858000"/>
              <a:gd name="connsiteX843" fmla="*/ 6323232 w 7467600"/>
              <a:gd name="connsiteY843" fmla="*/ 2389634 h 6858000"/>
              <a:gd name="connsiteX844" fmla="*/ 5942958 w 7467600"/>
              <a:gd name="connsiteY844" fmla="*/ 2077708 h 6858000"/>
              <a:gd name="connsiteX845" fmla="*/ 5921559 w 7467600"/>
              <a:gd name="connsiteY845" fmla="*/ 2378596 h 6858000"/>
              <a:gd name="connsiteX846" fmla="*/ 5817651 w 7467600"/>
              <a:gd name="connsiteY846" fmla="*/ 3023919 h 6858000"/>
              <a:gd name="connsiteX847" fmla="*/ 5729634 w 7467600"/>
              <a:gd name="connsiteY847" fmla="*/ 3051849 h 6858000"/>
              <a:gd name="connsiteX848" fmla="*/ 5611018 w 7467600"/>
              <a:gd name="connsiteY848" fmla="*/ 2316769 h 6858000"/>
              <a:gd name="connsiteX849" fmla="*/ 5687608 w 7467600"/>
              <a:gd name="connsiteY849" fmla="*/ 2039972 h 6858000"/>
              <a:gd name="connsiteX850" fmla="*/ 5657554 w 7467600"/>
              <a:gd name="connsiteY850" fmla="*/ 1576445 h 6858000"/>
              <a:gd name="connsiteX851" fmla="*/ 5150475 w 7467600"/>
              <a:gd name="connsiteY851" fmla="*/ 1274012 h 6858000"/>
              <a:gd name="connsiteX852" fmla="*/ 5349142 w 7467600"/>
              <a:gd name="connsiteY852" fmla="*/ 2204405 h 6858000"/>
              <a:gd name="connsiteX853" fmla="*/ 5262214 w 7467600"/>
              <a:gd name="connsiteY853" fmla="*/ 2233836 h 6858000"/>
              <a:gd name="connsiteX854" fmla="*/ 4981539 w 7467600"/>
              <a:gd name="connsiteY854" fmla="*/ 1542201 h 6858000"/>
              <a:gd name="connsiteX855" fmla="*/ 4958461 w 7467600"/>
              <a:gd name="connsiteY855" fmla="*/ 1136957 h 6858000"/>
              <a:gd name="connsiteX856" fmla="*/ 4655015 w 7467600"/>
              <a:gd name="connsiteY856" fmla="*/ 891426 h 6858000"/>
              <a:gd name="connsiteX857" fmla="*/ 4348002 w 7467600"/>
              <a:gd name="connsiteY857" fmla="*/ 2205895 h 6858000"/>
              <a:gd name="connsiteX858" fmla="*/ 4262250 w 7467600"/>
              <a:gd name="connsiteY858" fmla="*/ 2219972 h 6858000"/>
              <a:gd name="connsiteX859" fmla="*/ 4550611 w 7467600"/>
              <a:gd name="connsiteY859" fmla="*/ 817540 h 6858000"/>
              <a:gd name="connsiteX860" fmla="*/ 4564418 w 7467600"/>
              <a:gd name="connsiteY860" fmla="*/ 808293 h 6858000"/>
              <a:gd name="connsiteX861" fmla="*/ 4266388 w 7467600"/>
              <a:gd name="connsiteY861" fmla="*/ 500083 h 6858000"/>
              <a:gd name="connsiteX862" fmla="*/ 4032842 w 7467600"/>
              <a:gd name="connsiteY862" fmla="*/ 211809 h 6858000"/>
              <a:gd name="connsiteX863" fmla="*/ 3882765 w 7467600"/>
              <a:gd name="connsiteY863" fmla="*/ 0 h 6858000"/>
              <a:gd name="connsiteX864" fmla="*/ 3721337 w 7467600"/>
              <a:gd name="connsiteY864" fmla="*/ 0 h 6858000"/>
              <a:gd name="connsiteX865" fmla="*/ 3797544 w 7467600"/>
              <a:gd name="connsiteY865" fmla="*/ 0 h 6858000"/>
              <a:gd name="connsiteX866" fmla="*/ 3775734 w 7467600"/>
              <a:gd name="connsiteY866" fmla="*/ 95131 h 6858000"/>
              <a:gd name="connsiteX867" fmla="*/ 3724807 w 7467600"/>
              <a:gd name="connsiteY867" fmla="*/ 272257 h 6858000"/>
              <a:gd name="connsiteX868" fmla="*/ 3726844 w 7467600"/>
              <a:gd name="connsiteY868" fmla="*/ 282988 h 6858000"/>
              <a:gd name="connsiteX869" fmla="*/ 3742664 w 7467600"/>
              <a:gd name="connsiteY869" fmla="*/ 279918 h 6858000"/>
              <a:gd name="connsiteX870" fmla="*/ 4103910 w 7467600"/>
              <a:gd name="connsiteY870" fmla="*/ 1161917 h 6858000"/>
              <a:gd name="connsiteX871" fmla="*/ 4020269 w 7467600"/>
              <a:gd name="connsiteY871" fmla="*/ 1200406 h 6858000"/>
              <a:gd name="connsiteX872" fmla="*/ 3674882 w 7467600"/>
              <a:gd name="connsiteY872" fmla="*/ 488524 h 6858000"/>
              <a:gd name="connsiteX873" fmla="*/ 3132682 w 7467600"/>
              <a:gd name="connsiteY873" fmla="*/ 1072284 h 6858000"/>
              <a:gd name="connsiteX874" fmla="*/ 2716346 w 7467600"/>
              <a:gd name="connsiteY874" fmla="*/ 1276376 h 6858000"/>
              <a:gd name="connsiteX875" fmla="*/ 2716772 w 7467600"/>
              <a:gd name="connsiteY875" fmla="*/ 1255462 h 6858000"/>
              <a:gd name="connsiteX876" fmla="*/ 3471096 w 7467600"/>
              <a:gd name="connsiteY876" fmla="*/ 437072 h 6858000"/>
              <a:gd name="connsiteX877" fmla="*/ 3639057 w 7467600"/>
              <a:gd name="connsiteY877" fmla="*/ 286334 h 6858000"/>
              <a:gd name="connsiteX878" fmla="*/ 3640309 w 7467600"/>
              <a:gd name="connsiteY878" fmla="*/ 284664 h 6858000"/>
              <a:gd name="connsiteX879" fmla="*/ 3646022 w 7467600"/>
              <a:gd name="connsiteY879" fmla="*/ 276711 h 6858000"/>
              <a:gd name="connsiteX880" fmla="*/ 3707943 w 7467600"/>
              <a:gd name="connsiteY880" fmla="*/ 65958 h 6858000"/>
              <a:gd name="connsiteX881" fmla="*/ 3721337 w 7467600"/>
              <a:gd name="connsiteY881" fmla="*/ 0 h 6858000"/>
              <a:gd name="connsiteX882" fmla="*/ 2867960 w 7467600"/>
              <a:gd name="connsiteY882" fmla="*/ 0 h 6858000"/>
              <a:gd name="connsiteX883" fmla="*/ 2926351 w 7467600"/>
              <a:gd name="connsiteY883" fmla="*/ 0 h 6858000"/>
              <a:gd name="connsiteX884" fmla="*/ 2902823 w 7467600"/>
              <a:gd name="connsiteY884" fmla="*/ 262929 h 6858000"/>
              <a:gd name="connsiteX885" fmla="*/ 2940663 w 7467600"/>
              <a:gd name="connsiteY885" fmla="*/ 140884 h 6858000"/>
              <a:gd name="connsiteX886" fmla="*/ 2947039 w 7467600"/>
              <a:gd name="connsiteY886" fmla="*/ 122524 h 6858000"/>
              <a:gd name="connsiteX887" fmla="*/ 2984316 w 7467600"/>
              <a:gd name="connsiteY887" fmla="*/ 0 h 6858000"/>
              <a:gd name="connsiteX888" fmla="*/ 3016114 w 7467600"/>
              <a:gd name="connsiteY888" fmla="*/ 0 h 6858000"/>
              <a:gd name="connsiteX889" fmla="*/ 2979949 w 7467600"/>
              <a:gd name="connsiteY889" fmla="*/ 119274 h 6858000"/>
              <a:gd name="connsiteX890" fmla="*/ 3023879 w 7467600"/>
              <a:gd name="connsiteY890" fmla="*/ 0 h 6858000"/>
              <a:gd name="connsiteX891" fmla="*/ 3105400 w 7467600"/>
              <a:gd name="connsiteY891" fmla="*/ 0 h 6858000"/>
              <a:gd name="connsiteX892" fmla="*/ 3094669 w 7467600"/>
              <a:gd name="connsiteY892" fmla="*/ 30308 h 6858000"/>
              <a:gd name="connsiteX893" fmla="*/ 2901945 w 7467600"/>
              <a:gd name="connsiteY893" fmla="*/ 466538 h 6858000"/>
              <a:gd name="connsiteX894" fmla="*/ 2815209 w 7467600"/>
              <a:gd name="connsiteY894" fmla="*/ 497361 h 6858000"/>
              <a:gd name="connsiteX895" fmla="*/ 2844845 w 7467600"/>
              <a:gd name="connsiteY895" fmla="*/ 127638 h 6858000"/>
              <a:gd name="connsiteX896" fmla="*/ 2867960 w 7467600"/>
              <a:gd name="connsiteY896" fmla="*/ 0 h 6858000"/>
              <a:gd name="connsiteX897" fmla="*/ 1057230 w 7467600"/>
              <a:gd name="connsiteY897" fmla="*/ 0 h 6858000"/>
              <a:gd name="connsiteX898" fmla="*/ 1111003 w 7467600"/>
              <a:gd name="connsiteY898" fmla="*/ 0 h 6858000"/>
              <a:gd name="connsiteX899" fmla="*/ 1125553 w 7467600"/>
              <a:gd name="connsiteY899" fmla="*/ 52588 h 6858000"/>
              <a:gd name="connsiteX900" fmla="*/ 1304276 w 7467600"/>
              <a:gd name="connsiteY900" fmla="*/ 476275 h 6858000"/>
              <a:gd name="connsiteX901" fmla="*/ 1492066 w 7467600"/>
              <a:gd name="connsiteY901" fmla="*/ 886333 h 6858000"/>
              <a:gd name="connsiteX902" fmla="*/ 1423698 w 7467600"/>
              <a:gd name="connsiteY902" fmla="*/ 710817 h 6858000"/>
              <a:gd name="connsiteX903" fmla="*/ 1357609 w 7467600"/>
              <a:gd name="connsiteY903" fmla="*/ 532892 h 6858000"/>
              <a:gd name="connsiteX904" fmla="*/ 1309550 w 7467600"/>
              <a:gd name="connsiteY904" fmla="*/ 374031 h 6858000"/>
              <a:gd name="connsiteX905" fmla="*/ 1193673 w 7467600"/>
              <a:gd name="connsiteY905" fmla="*/ 49533 h 6858000"/>
              <a:gd name="connsiteX906" fmla="*/ 1164391 w 7467600"/>
              <a:gd name="connsiteY906" fmla="*/ 0 h 6858000"/>
              <a:gd name="connsiteX907" fmla="*/ 1200666 w 7467600"/>
              <a:gd name="connsiteY907" fmla="*/ 0 h 6858000"/>
              <a:gd name="connsiteX908" fmla="*/ 1223408 w 7467600"/>
              <a:gd name="connsiteY908" fmla="*/ 38996 h 6858000"/>
              <a:gd name="connsiteX909" fmla="*/ 1339635 w 7467600"/>
              <a:gd name="connsiteY909" fmla="*/ 365517 h 6858000"/>
              <a:gd name="connsiteX910" fmla="*/ 1387469 w 7467600"/>
              <a:gd name="connsiteY910" fmla="*/ 523079 h 6858000"/>
              <a:gd name="connsiteX911" fmla="*/ 1452685 w 7467600"/>
              <a:gd name="connsiteY911" fmla="*/ 699806 h 6858000"/>
              <a:gd name="connsiteX912" fmla="*/ 1492092 w 7467600"/>
              <a:gd name="connsiteY912" fmla="*/ 800424 h 6858000"/>
              <a:gd name="connsiteX913" fmla="*/ 1455302 w 7467600"/>
              <a:gd name="connsiteY913" fmla="*/ 632913 h 6858000"/>
              <a:gd name="connsiteX914" fmla="*/ 1222336 w 7467600"/>
              <a:gd name="connsiteY914" fmla="*/ 9480 h 6858000"/>
              <a:gd name="connsiteX915" fmla="*/ 1214634 w 7467600"/>
              <a:gd name="connsiteY915" fmla="*/ 0 h 6858000"/>
              <a:gd name="connsiteX916" fmla="*/ 1289827 w 7467600"/>
              <a:gd name="connsiteY916" fmla="*/ 0 h 6858000"/>
              <a:gd name="connsiteX917" fmla="*/ 1321076 w 7467600"/>
              <a:gd name="connsiteY917" fmla="*/ 59722 h 6858000"/>
              <a:gd name="connsiteX918" fmla="*/ 1512579 w 7467600"/>
              <a:gd name="connsiteY918" fmla="*/ 626441 h 6858000"/>
              <a:gd name="connsiteX919" fmla="*/ 1506076 w 7467600"/>
              <a:gd name="connsiteY919" fmla="*/ 1089289 h 6858000"/>
              <a:gd name="connsiteX920" fmla="*/ 1486346 w 7467600"/>
              <a:gd name="connsiteY920" fmla="*/ 1079919 h 6858000"/>
              <a:gd name="connsiteX921" fmla="*/ 1070511 w 7467600"/>
              <a:gd name="connsiteY921" fmla="*/ 48609 h 6858000"/>
              <a:gd name="connsiteX922" fmla="*/ 1057230 w 7467600"/>
              <a:gd name="connsiteY922" fmla="*/ 0 h 6858000"/>
              <a:gd name="connsiteX923" fmla="*/ 43151 w 7467600"/>
              <a:gd name="connsiteY923" fmla="*/ 0 h 6858000"/>
              <a:gd name="connsiteX924" fmla="*/ 95283 w 7467600"/>
              <a:gd name="connsiteY924" fmla="*/ 0 h 6858000"/>
              <a:gd name="connsiteX925" fmla="*/ 300708 w 7467600"/>
              <a:gd name="connsiteY925" fmla="*/ 154571 h 6858000"/>
              <a:gd name="connsiteX926" fmla="*/ 530414 w 7467600"/>
              <a:gd name="connsiteY926" fmla="*/ 354673 h 6858000"/>
              <a:gd name="connsiteX927" fmla="*/ 333785 w 7467600"/>
              <a:gd name="connsiteY927" fmla="*/ 161564 h 6858000"/>
              <a:gd name="connsiteX928" fmla="*/ 147005 w 7467600"/>
              <a:gd name="connsiteY928" fmla="*/ 0 h 6858000"/>
              <a:gd name="connsiteX929" fmla="*/ 272509 w 7467600"/>
              <a:gd name="connsiteY929" fmla="*/ 0 h 6858000"/>
              <a:gd name="connsiteX930" fmla="*/ 326276 w 7467600"/>
              <a:gd name="connsiteY930" fmla="*/ 45847 h 6858000"/>
              <a:gd name="connsiteX931" fmla="*/ 823759 w 7467600"/>
              <a:gd name="connsiteY931" fmla="*/ 574145 h 6858000"/>
              <a:gd name="connsiteX932" fmla="*/ 811254 w 7467600"/>
              <a:gd name="connsiteY932" fmla="*/ 665546 h 6858000"/>
              <a:gd name="connsiteX933" fmla="*/ 154042 w 7467600"/>
              <a:gd name="connsiteY933" fmla="*/ 261522 h 6858000"/>
              <a:gd name="connsiteX934" fmla="*/ 13550 w 7467600"/>
              <a:gd name="connsiteY934" fmla="*/ 158423 h 6858000"/>
              <a:gd name="connsiteX935" fmla="*/ 0 w 7467600"/>
              <a:gd name="connsiteY935" fmla="*/ 146618 h 6858000"/>
              <a:gd name="connsiteX936" fmla="*/ 0 w 7467600"/>
              <a:gd name="connsiteY936" fmla="*/ 59161 h 6858000"/>
              <a:gd name="connsiteX937" fmla="*/ 45427 w 7467600"/>
              <a:gd name="connsiteY937" fmla="*/ 101078 h 6858000"/>
              <a:gd name="connsiteX938" fmla="*/ 630103 w 7467600"/>
              <a:gd name="connsiteY938" fmla="*/ 485885 h 6858000"/>
              <a:gd name="connsiteX939" fmla="*/ 532040 w 7467600"/>
              <a:gd name="connsiteY939" fmla="*/ 399359 h 6858000"/>
              <a:gd name="connsiteX940" fmla="*/ 517618 w 7467600"/>
              <a:gd name="connsiteY940" fmla="*/ 385726 h 6858000"/>
              <a:gd name="connsiteX941" fmla="*/ 285074 w 7467600"/>
              <a:gd name="connsiteY941" fmla="*/ 182755 h 6858000"/>
              <a:gd name="connsiteX942" fmla="*/ 43151 w 7467600"/>
              <a:gd name="connsiteY94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289862 w 7467600"/>
              <a:gd name="connsiteY9" fmla="*/ 6659827 h 6858000"/>
              <a:gd name="connsiteX10" fmla="*/ 1019354 w 7467600"/>
              <a:gd name="connsiteY10" fmla="*/ 6315006 h 6858000"/>
              <a:gd name="connsiteX11" fmla="*/ 441046 w 7467600"/>
              <a:gd name="connsiteY11" fmla="*/ 6691153 h 6858000"/>
              <a:gd name="connsiteX12" fmla="*/ 1019354 w 7467600"/>
              <a:gd name="connsiteY12" fmla="*/ 6315006 h 6858000"/>
              <a:gd name="connsiteX13" fmla="*/ 991680 w 7467600"/>
              <a:gd name="connsiteY13" fmla="*/ 6298413 h 6858000"/>
              <a:gd name="connsiteX14" fmla="*/ 409060 w 7467600"/>
              <a:gd name="connsiteY14" fmla="*/ 6671470 h 6858000"/>
              <a:gd name="connsiteX15" fmla="*/ 991680 w 7467600"/>
              <a:gd name="connsiteY15" fmla="*/ 6298413 h 6858000"/>
              <a:gd name="connsiteX16" fmla="*/ 103333 w 7467600"/>
              <a:gd name="connsiteY16" fmla="*/ 5699602 h 6858000"/>
              <a:gd name="connsiteX17" fmla="*/ 233938 w 7467600"/>
              <a:gd name="connsiteY17" fmla="*/ 5809416 h 6858000"/>
              <a:gd name="connsiteX18" fmla="*/ 883580 w 7467600"/>
              <a:gd name="connsiteY18" fmla="*/ 6180710 h 6858000"/>
              <a:gd name="connsiteX19" fmla="*/ 487337 w 7467600"/>
              <a:gd name="connsiteY19" fmla="*/ 5950182 h 6858000"/>
              <a:gd name="connsiteX20" fmla="*/ 354051 w 7467600"/>
              <a:gd name="connsiteY20" fmla="*/ 5854912 h 6858000"/>
              <a:gd name="connsiteX21" fmla="*/ 195436 w 7467600"/>
              <a:gd name="connsiteY21" fmla="*/ 5755068 h 6858000"/>
              <a:gd name="connsiteX22" fmla="*/ 103333 w 7467600"/>
              <a:gd name="connsiteY22" fmla="*/ 5699602 h 6858000"/>
              <a:gd name="connsiteX23" fmla="*/ 5539432 w 7467600"/>
              <a:gd name="connsiteY23" fmla="*/ 5642928 h 6858000"/>
              <a:gd name="connsiteX24" fmla="*/ 5555462 w 7467600"/>
              <a:gd name="connsiteY24" fmla="*/ 5694454 h 6858000"/>
              <a:gd name="connsiteX25" fmla="*/ 5828270 w 7467600"/>
              <a:gd name="connsiteY25" fmla="*/ 6320663 h 6858000"/>
              <a:gd name="connsiteX26" fmla="*/ 5947416 w 7467600"/>
              <a:gd name="connsiteY26" fmla="*/ 6574846 h 6858000"/>
              <a:gd name="connsiteX27" fmla="*/ 5539432 w 7467600"/>
              <a:gd name="connsiteY27" fmla="*/ 5642928 h 6858000"/>
              <a:gd name="connsiteX28" fmla="*/ 51253 w 7467600"/>
              <a:gd name="connsiteY28" fmla="*/ 5631825 h 6858000"/>
              <a:gd name="connsiteX29" fmla="*/ 211622 w 7467600"/>
              <a:gd name="connsiteY29" fmla="*/ 5728803 h 6858000"/>
              <a:gd name="connsiteX30" fmla="*/ 371652 w 7467600"/>
              <a:gd name="connsiteY30" fmla="*/ 5829062 h 6858000"/>
              <a:gd name="connsiteX31" fmla="*/ 505903 w 7467600"/>
              <a:gd name="connsiteY31" fmla="*/ 5925221 h 6858000"/>
              <a:gd name="connsiteX32" fmla="*/ 899240 w 7467600"/>
              <a:gd name="connsiteY32" fmla="*/ 6153068 h 6858000"/>
              <a:gd name="connsiteX33" fmla="*/ 988114 w 7467600"/>
              <a:gd name="connsiteY33" fmla="*/ 6174204 h 6858000"/>
              <a:gd name="connsiteX34" fmla="*/ 845971 w 7467600"/>
              <a:gd name="connsiteY34" fmla="*/ 6067177 h 6858000"/>
              <a:gd name="connsiteX35" fmla="*/ 448057 w 7467600"/>
              <a:gd name="connsiteY35" fmla="*/ 5841376 h 6858000"/>
              <a:gd name="connsiteX36" fmla="*/ 51253 w 7467600"/>
              <a:gd name="connsiteY36" fmla="*/ 5631825 h 6858000"/>
              <a:gd name="connsiteX37" fmla="*/ 2606687 w 7467600"/>
              <a:gd name="connsiteY37" fmla="*/ 5630718 h 6858000"/>
              <a:gd name="connsiteX38" fmla="*/ 2645658 w 7467600"/>
              <a:gd name="connsiteY38" fmla="*/ 6640259 h 6858000"/>
              <a:gd name="connsiteX39" fmla="*/ 2606687 w 7467600"/>
              <a:gd name="connsiteY39" fmla="*/ 5630718 h 6858000"/>
              <a:gd name="connsiteX40" fmla="*/ 3642057 w 7467600"/>
              <a:gd name="connsiteY40" fmla="*/ 5573487 h 6858000"/>
              <a:gd name="connsiteX41" fmla="*/ 3632981 w 7467600"/>
              <a:gd name="connsiteY41" fmla="*/ 5579437 h 6858000"/>
              <a:gd name="connsiteX42" fmla="*/ 3382436 w 7467600"/>
              <a:gd name="connsiteY42" fmla="*/ 5952726 h 6858000"/>
              <a:gd name="connsiteX43" fmla="*/ 3191929 w 7467600"/>
              <a:gd name="connsiteY43" fmla="*/ 6662669 h 6858000"/>
              <a:gd name="connsiteX44" fmla="*/ 3369898 w 7467600"/>
              <a:gd name="connsiteY44" fmla="*/ 6081771 h 6858000"/>
              <a:gd name="connsiteX45" fmla="*/ 3642057 w 7467600"/>
              <a:gd name="connsiteY45" fmla="*/ 5573487 h 6858000"/>
              <a:gd name="connsiteX46" fmla="*/ 2650666 w 7467600"/>
              <a:gd name="connsiteY46" fmla="*/ 5530686 h 6858000"/>
              <a:gd name="connsiteX47" fmla="*/ 2650249 w 7467600"/>
              <a:gd name="connsiteY47" fmla="*/ 5532101 h 6858000"/>
              <a:gd name="connsiteX48" fmla="*/ 2663808 w 7467600"/>
              <a:gd name="connsiteY48" fmla="*/ 6535215 h 6858000"/>
              <a:gd name="connsiteX49" fmla="*/ 2665418 w 7467600"/>
              <a:gd name="connsiteY49" fmla="*/ 6132756 h 6858000"/>
              <a:gd name="connsiteX50" fmla="*/ 2650666 w 7467600"/>
              <a:gd name="connsiteY50" fmla="*/ 5530686 h 6858000"/>
              <a:gd name="connsiteX51" fmla="*/ 2680277 w 7467600"/>
              <a:gd name="connsiteY51" fmla="*/ 5479204 h 6858000"/>
              <a:gd name="connsiteX52" fmla="*/ 2678972 w 7467600"/>
              <a:gd name="connsiteY52" fmla="*/ 5481582 h 6858000"/>
              <a:gd name="connsiteX53" fmla="*/ 2696666 w 7467600"/>
              <a:gd name="connsiteY53" fmla="*/ 6133836 h 6858000"/>
              <a:gd name="connsiteX54" fmla="*/ 2695769 w 7467600"/>
              <a:gd name="connsiteY54" fmla="*/ 6390955 h 6858000"/>
              <a:gd name="connsiteX55" fmla="*/ 2739893 w 7467600"/>
              <a:gd name="connsiteY55" fmla="*/ 6108357 h 6858000"/>
              <a:gd name="connsiteX56" fmla="*/ 2680277 w 7467600"/>
              <a:gd name="connsiteY56" fmla="*/ 5479204 h 6858000"/>
              <a:gd name="connsiteX57" fmla="*/ 1132195 w 7467600"/>
              <a:gd name="connsiteY57" fmla="*/ 5467980 h 6858000"/>
              <a:gd name="connsiteX58" fmla="*/ 1679056 w 7467600"/>
              <a:gd name="connsiteY58" fmla="*/ 5516907 h 6858000"/>
              <a:gd name="connsiteX59" fmla="*/ 2128648 w 7467600"/>
              <a:gd name="connsiteY59" fmla="*/ 5474249 h 6858000"/>
              <a:gd name="connsiteX60" fmla="*/ 1825619 w 7467600"/>
              <a:gd name="connsiteY60" fmla="*/ 5478447 h 6858000"/>
              <a:gd name="connsiteX61" fmla="*/ 1737798 w 7467600"/>
              <a:gd name="connsiteY61" fmla="*/ 5483353 h 6858000"/>
              <a:gd name="connsiteX62" fmla="*/ 1132195 w 7467600"/>
              <a:gd name="connsiteY62" fmla="*/ 5467980 h 6858000"/>
              <a:gd name="connsiteX63" fmla="*/ 1456157 w 7467600"/>
              <a:gd name="connsiteY63" fmla="*/ 5371404 h 6858000"/>
              <a:gd name="connsiteX64" fmla="*/ 1244432 w 7467600"/>
              <a:gd name="connsiteY64" fmla="*/ 5385601 h 6858000"/>
              <a:gd name="connsiteX65" fmla="*/ 973990 w 7467600"/>
              <a:gd name="connsiteY65" fmla="*/ 5424940 h 6858000"/>
              <a:gd name="connsiteX66" fmla="*/ 1103809 w 7467600"/>
              <a:gd name="connsiteY66" fmla="*/ 5433720 h 6858000"/>
              <a:gd name="connsiteX67" fmla="*/ 1123454 w 7467600"/>
              <a:gd name="connsiteY67" fmla="*/ 5435727 h 6858000"/>
              <a:gd name="connsiteX68" fmla="*/ 1737017 w 7467600"/>
              <a:gd name="connsiteY68" fmla="*/ 5452183 h 6858000"/>
              <a:gd name="connsiteX69" fmla="*/ 1824397 w 7467600"/>
              <a:gd name="connsiteY69" fmla="*/ 5447757 h 6858000"/>
              <a:gd name="connsiteX70" fmla="*/ 2070059 w 7467600"/>
              <a:gd name="connsiteY70" fmla="*/ 5441660 h 6858000"/>
              <a:gd name="connsiteX71" fmla="*/ 1456157 w 7467600"/>
              <a:gd name="connsiteY71" fmla="*/ 5371404 h 6858000"/>
              <a:gd name="connsiteX72" fmla="*/ 4988186 w 7467600"/>
              <a:gd name="connsiteY72" fmla="*/ 5216467 h 6858000"/>
              <a:gd name="connsiteX73" fmla="*/ 4777334 w 7467600"/>
              <a:gd name="connsiteY73" fmla="*/ 5406072 h 6858000"/>
              <a:gd name="connsiteX74" fmla="*/ 4718341 w 7467600"/>
              <a:gd name="connsiteY74" fmla="*/ 5468043 h 6858000"/>
              <a:gd name="connsiteX75" fmla="*/ 4604655 w 7467600"/>
              <a:gd name="connsiteY75" fmla="*/ 5583434 h 6858000"/>
              <a:gd name="connsiteX76" fmla="*/ 4565074 w 7467600"/>
              <a:gd name="connsiteY76" fmla="*/ 5618550 h 6858000"/>
              <a:gd name="connsiteX77" fmla="*/ 4988186 w 7467600"/>
              <a:gd name="connsiteY77" fmla="*/ 5216467 h 6858000"/>
              <a:gd name="connsiteX78" fmla="*/ 4978032 w 7467600"/>
              <a:gd name="connsiteY78" fmla="*/ 5183809 h 6858000"/>
              <a:gd name="connsiteX79" fmla="*/ 4463413 w 7467600"/>
              <a:gd name="connsiteY79" fmla="*/ 5615162 h 6858000"/>
              <a:gd name="connsiteX80" fmla="*/ 4358134 w 7467600"/>
              <a:gd name="connsiteY80" fmla="*/ 5742791 h 6858000"/>
              <a:gd name="connsiteX81" fmla="*/ 4376219 w 7467600"/>
              <a:gd name="connsiteY81" fmla="*/ 5729027 h 6858000"/>
              <a:gd name="connsiteX82" fmla="*/ 4582340 w 7467600"/>
              <a:gd name="connsiteY82" fmla="*/ 5561037 h 6858000"/>
              <a:gd name="connsiteX83" fmla="*/ 4694684 w 7467600"/>
              <a:gd name="connsiteY83" fmla="*/ 5447098 h 6858000"/>
              <a:gd name="connsiteX84" fmla="*/ 4754123 w 7467600"/>
              <a:gd name="connsiteY84" fmla="*/ 5384643 h 6858000"/>
              <a:gd name="connsiteX85" fmla="*/ 4978032 w 7467600"/>
              <a:gd name="connsiteY85" fmla="*/ 5183809 h 6858000"/>
              <a:gd name="connsiteX86" fmla="*/ 1903353 w 7467600"/>
              <a:gd name="connsiteY86" fmla="*/ 5044827 h 6858000"/>
              <a:gd name="connsiteX87" fmla="*/ 1936931 w 7467600"/>
              <a:gd name="connsiteY87" fmla="*/ 5093954 h 6858000"/>
              <a:gd name="connsiteX88" fmla="*/ 2195868 w 7467600"/>
              <a:gd name="connsiteY88" fmla="*/ 5396574 h 6858000"/>
              <a:gd name="connsiteX89" fmla="*/ 2088852 w 7467600"/>
              <a:gd name="connsiteY89" fmla="*/ 5166123 h 6858000"/>
              <a:gd name="connsiteX90" fmla="*/ 1958241 w 7467600"/>
              <a:gd name="connsiteY90" fmla="*/ 5067955 h 6858000"/>
              <a:gd name="connsiteX91" fmla="*/ 1903353 w 7467600"/>
              <a:gd name="connsiteY91" fmla="*/ 5044827 h 6858000"/>
              <a:gd name="connsiteX92" fmla="*/ 1979378 w 7467600"/>
              <a:gd name="connsiteY92" fmla="*/ 4769504 h 6858000"/>
              <a:gd name="connsiteX93" fmla="*/ 2882120 w 7467600"/>
              <a:gd name="connsiteY93" fmla="*/ 5064547 h 6858000"/>
              <a:gd name="connsiteX94" fmla="*/ 2793103 w 7467600"/>
              <a:gd name="connsiteY94" fmla="*/ 5039699 h 6858000"/>
              <a:gd name="connsiteX95" fmla="*/ 2770041 w 7467600"/>
              <a:gd name="connsiteY95" fmla="*/ 5033634 h 6858000"/>
              <a:gd name="connsiteX96" fmla="*/ 1979378 w 7467600"/>
              <a:gd name="connsiteY96" fmla="*/ 4769504 h 6858000"/>
              <a:gd name="connsiteX97" fmla="*/ 1927410 w 7467600"/>
              <a:gd name="connsiteY97" fmla="*/ 4716164 h 6858000"/>
              <a:gd name="connsiteX98" fmla="*/ 1959587 w 7467600"/>
              <a:gd name="connsiteY98" fmla="*/ 4728849 h 6858000"/>
              <a:gd name="connsiteX99" fmla="*/ 2777707 w 7467600"/>
              <a:gd name="connsiteY99" fmla="*/ 5003991 h 6858000"/>
              <a:gd name="connsiteX100" fmla="*/ 2800768 w 7467600"/>
              <a:gd name="connsiteY100" fmla="*/ 5010056 h 6858000"/>
              <a:gd name="connsiteX101" fmla="*/ 2879408 w 7467600"/>
              <a:gd name="connsiteY101" fmla="*/ 5031590 h 6858000"/>
              <a:gd name="connsiteX102" fmla="*/ 2862295 w 7467600"/>
              <a:gd name="connsiteY102" fmla="*/ 5022958 h 6858000"/>
              <a:gd name="connsiteX103" fmla="*/ 2813343 w 7467600"/>
              <a:gd name="connsiteY103" fmla="*/ 4998369 h 6858000"/>
              <a:gd name="connsiteX104" fmla="*/ 2646245 w 7467600"/>
              <a:gd name="connsiteY104" fmla="*/ 4930999 h 6858000"/>
              <a:gd name="connsiteX105" fmla="*/ 1999243 w 7467600"/>
              <a:gd name="connsiteY105" fmla="*/ 4730524 h 6858000"/>
              <a:gd name="connsiteX106" fmla="*/ 1979527 w 7467600"/>
              <a:gd name="connsiteY106" fmla="*/ 4726651 h 6858000"/>
              <a:gd name="connsiteX107" fmla="*/ 1927410 w 7467600"/>
              <a:gd name="connsiteY107" fmla="*/ 4716164 h 6858000"/>
              <a:gd name="connsiteX108" fmla="*/ 1997014 w 7467600"/>
              <a:gd name="connsiteY108" fmla="*/ 4698007 h 6858000"/>
              <a:gd name="connsiteX109" fmla="*/ 2005458 w 7467600"/>
              <a:gd name="connsiteY109" fmla="*/ 4699540 h 6858000"/>
              <a:gd name="connsiteX110" fmla="*/ 2657186 w 7467600"/>
              <a:gd name="connsiteY110" fmla="*/ 4901687 h 6858000"/>
              <a:gd name="connsiteX111" fmla="*/ 2826662 w 7467600"/>
              <a:gd name="connsiteY111" fmla="*/ 4970362 h 6858000"/>
              <a:gd name="connsiteX112" fmla="*/ 2876100 w 7467600"/>
              <a:gd name="connsiteY112" fmla="*/ 4995397 h 6858000"/>
              <a:gd name="connsiteX113" fmla="*/ 3042600 w 7467600"/>
              <a:gd name="connsiteY113" fmla="*/ 5059532 h 6858000"/>
              <a:gd name="connsiteX114" fmla="*/ 1997014 w 7467600"/>
              <a:gd name="connsiteY114" fmla="*/ 4698007 h 6858000"/>
              <a:gd name="connsiteX115" fmla="*/ 2305292 w 7467600"/>
              <a:gd name="connsiteY115" fmla="*/ 4219492 h 6858000"/>
              <a:gd name="connsiteX116" fmla="*/ 3360922 w 7467600"/>
              <a:gd name="connsiteY116" fmla="*/ 4529373 h 6858000"/>
              <a:gd name="connsiteX117" fmla="*/ 3492420 w 7467600"/>
              <a:gd name="connsiteY117" fmla="*/ 4510145 h 6858000"/>
              <a:gd name="connsiteX118" fmla="*/ 3364086 w 7467600"/>
              <a:gd name="connsiteY118" fmla="*/ 4480340 h 6858000"/>
              <a:gd name="connsiteX119" fmla="*/ 3225818 w 7467600"/>
              <a:gd name="connsiteY119" fmla="*/ 4411822 h 6858000"/>
              <a:gd name="connsiteX120" fmla="*/ 3129696 w 7467600"/>
              <a:gd name="connsiteY120" fmla="*/ 4360704 h 6858000"/>
              <a:gd name="connsiteX121" fmla="*/ 2814545 w 7467600"/>
              <a:gd name="connsiteY121" fmla="*/ 4282955 h 6858000"/>
              <a:gd name="connsiteX122" fmla="*/ 2305292 w 7467600"/>
              <a:gd name="connsiteY122" fmla="*/ 4219492 h 6858000"/>
              <a:gd name="connsiteX123" fmla="*/ 2626982 w 7467600"/>
              <a:gd name="connsiteY123" fmla="*/ 4206450 h 6858000"/>
              <a:gd name="connsiteX124" fmla="*/ 2490617 w 7467600"/>
              <a:gd name="connsiteY124" fmla="*/ 4206951 h 6858000"/>
              <a:gd name="connsiteX125" fmla="*/ 2819869 w 7467600"/>
              <a:gd name="connsiteY125" fmla="*/ 4252936 h 6858000"/>
              <a:gd name="connsiteX126" fmla="*/ 3143018 w 7467600"/>
              <a:gd name="connsiteY126" fmla="*/ 4332698 h 6858000"/>
              <a:gd name="connsiteX127" fmla="*/ 3241520 w 7467600"/>
              <a:gd name="connsiteY127" fmla="*/ 4385112 h 6858000"/>
              <a:gd name="connsiteX128" fmla="*/ 3374575 w 7467600"/>
              <a:gd name="connsiteY128" fmla="*/ 4451517 h 6858000"/>
              <a:gd name="connsiteX129" fmla="*/ 3505221 w 7467600"/>
              <a:gd name="connsiteY129" fmla="*/ 4480757 h 6858000"/>
              <a:gd name="connsiteX130" fmla="*/ 2626982 w 7467600"/>
              <a:gd name="connsiteY130" fmla="*/ 4206450 h 6858000"/>
              <a:gd name="connsiteX131" fmla="*/ 1310106 w 7467600"/>
              <a:gd name="connsiteY131" fmla="*/ 3943217 h 6858000"/>
              <a:gd name="connsiteX132" fmla="*/ 854994 w 7467600"/>
              <a:gd name="connsiteY132" fmla="*/ 4399136 h 6858000"/>
              <a:gd name="connsiteX133" fmla="*/ 742462 w 7467600"/>
              <a:gd name="connsiteY133" fmla="*/ 4594648 h 6858000"/>
              <a:gd name="connsiteX134" fmla="*/ 820602 w 7467600"/>
              <a:gd name="connsiteY134" fmla="*/ 4485915 h 6858000"/>
              <a:gd name="connsiteX135" fmla="*/ 878295 w 7467600"/>
              <a:gd name="connsiteY135" fmla="*/ 4403594 h 6858000"/>
              <a:gd name="connsiteX136" fmla="*/ 1240607 w 7467600"/>
              <a:gd name="connsiteY136" fmla="*/ 4010401 h 6858000"/>
              <a:gd name="connsiteX137" fmla="*/ 1310106 w 7467600"/>
              <a:gd name="connsiteY137" fmla="*/ 3943217 h 6858000"/>
              <a:gd name="connsiteX138" fmla="*/ 1423113 w 7467600"/>
              <a:gd name="connsiteY138" fmla="*/ 3874565 h 6858000"/>
              <a:gd name="connsiteX139" fmla="*/ 1260565 w 7467600"/>
              <a:gd name="connsiteY139" fmla="*/ 4031982 h 6858000"/>
              <a:gd name="connsiteX140" fmla="*/ 901900 w 7467600"/>
              <a:gd name="connsiteY140" fmla="*/ 4421236 h 6858000"/>
              <a:gd name="connsiteX141" fmla="*/ 845044 w 7467600"/>
              <a:gd name="connsiteY141" fmla="*/ 4502436 h 6858000"/>
              <a:gd name="connsiteX142" fmla="*/ 685926 w 7467600"/>
              <a:gd name="connsiteY142" fmla="*/ 4703069 h 6858000"/>
              <a:gd name="connsiteX143" fmla="*/ 684248 w 7467600"/>
              <a:gd name="connsiteY143" fmla="*/ 4706721 h 6858000"/>
              <a:gd name="connsiteX144" fmla="*/ 1423113 w 7467600"/>
              <a:gd name="connsiteY144" fmla="*/ 3874565 h 6858000"/>
              <a:gd name="connsiteX145" fmla="*/ 3316479 w 7467600"/>
              <a:gd name="connsiteY145" fmla="*/ 3872136 h 6858000"/>
              <a:gd name="connsiteX146" fmla="*/ 3546806 w 7467600"/>
              <a:gd name="connsiteY146" fmla="*/ 4356139 h 6858000"/>
              <a:gd name="connsiteX147" fmla="*/ 3364433 w 7467600"/>
              <a:gd name="connsiteY147" fmla="*/ 3953121 h 6858000"/>
              <a:gd name="connsiteX148" fmla="*/ 3316479 w 7467600"/>
              <a:gd name="connsiteY148" fmla="*/ 3872136 h 6858000"/>
              <a:gd name="connsiteX149" fmla="*/ 3291335 w 7467600"/>
              <a:gd name="connsiteY149" fmla="*/ 3767420 h 6858000"/>
              <a:gd name="connsiteX150" fmla="*/ 3390805 w 7467600"/>
              <a:gd name="connsiteY150" fmla="*/ 3937163 h 6858000"/>
              <a:gd name="connsiteX151" fmla="*/ 3579062 w 7467600"/>
              <a:gd name="connsiteY151" fmla="*/ 4359040 h 6858000"/>
              <a:gd name="connsiteX152" fmla="*/ 3467355 w 7467600"/>
              <a:gd name="connsiteY152" fmla="*/ 3988130 h 6858000"/>
              <a:gd name="connsiteX153" fmla="*/ 3310753 w 7467600"/>
              <a:gd name="connsiteY153" fmla="*/ 3787140 h 6858000"/>
              <a:gd name="connsiteX154" fmla="*/ 3291335 w 7467600"/>
              <a:gd name="connsiteY154" fmla="*/ 3767420 h 6858000"/>
              <a:gd name="connsiteX155" fmla="*/ 1635889 w 7467600"/>
              <a:gd name="connsiteY155" fmla="*/ 3709494 h 6858000"/>
              <a:gd name="connsiteX156" fmla="*/ 1634800 w 7467600"/>
              <a:gd name="connsiteY156" fmla="*/ 3731111 h 6858000"/>
              <a:gd name="connsiteX157" fmla="*/ 1635889 w 7467600"/>
              <a:gd name="connsiteY157" fmla="*/ 3709494 h 6858000"/>
              <a:gd name="connsiteX158" fmla="*/ 1510397 w 7467600"/>
              <a:gd name="connsiteY158" fmla="*/ 3684705 h 6858000"/>
              <a:gd name="connsiteX159" fmla="*/ 1146550 w 7467600"/>
              <a:gd name="connsiteY159" fmla="*/ 3802012 h 6858000"/>
              <a:gd name="connsiteX160" fmla="*/ 698834 w 7467600"/>
              <a:gd name="connsiteY160" fmla="*/ 3952272 h 6858000"/>
              <a:gd name="connsiteX161" fmla="*/ 34256 w 7467600"/>
              <a:gd name="connsiteY161" fmla="*/ 4347603 h 6858000"/>
              <a:gd name="connsiteX162" fmla="*/ 527241 w 7467600"/>
              <a:gd name="connsiteY162" fmla="*/ 4065078 h 6858000"/>
              <a:gd name="connsiteX163" fmla="*/ 1510397 w 7467600"/>
              <a:gd name="connsiteY163" fmla="*/ 3684705 h 6858000"/>
              <a:gd name="connsiteX164" fmla="*/ 1313114 w 7467600"/>
              <a:gd name="connsiteY164" fmla="*/ 3655216 h 6858000"/>
              <a:gd name="connsiteX165" fmla="*/ 1109304 w 7467600"/>
              <a:gd name="connsiteY165" fmla="*/ 3669030 h 6858000"/>
              <a:gd name="connsiteX166" fmla="*/ 8129 w 7467600"/>
              <a:gd name="connsiteY166" fmla="*/ 4330519 h 6858000"/>
              <a:gd name="connsiteX167" fmla="*/ 687572 w 7467600"/>
              <a:gd name="connsiteY167" fmla="*/ 3925629 h 6858000"/>
              <a:gd name="connsiteX168" fmla="*/ 1138365 w 7467600"/>
              <a:gd name="connsiteY168" fmla="*/ 3774515 h 6858000"/>
              <a:gd name="connsiteX169" fmla="*/ 1505579 w 7467600"/>
              <a:gd name="connsiteY169" fmla="*/ 3655526 h 6858000"/>
              <a:gd name="connsiteX170" fmla="*/ 1313114 w 7467600"/>
              <a:gd name="connsiteY170" fmla="*/ 3655216 h 6858000"/>
              <a:gd name="connsiteX171" fmla="*/ 3655073 w 7467600"/>
              <a:gd name="connsiteY171" fmla="*/ 3650884 h 6858000"/>
              <a:gd name="connsiteX172" fmla="*/ 3989938 w 7467600"/>
              <a:gd name="connsiteY172" fmla="*/ 3991685 h 6858000"/>
              <a:gd name="connsiteX173" fmla="*/ 4393907 w 7467600"/>
              <a:gd name="connsiteY173" fmla="*/ 4261258 h 6858000"/>
              <a:gd name="connsiteX174" fmla="*/ 4648051 w 7467600"/>
              <a:gd name="connsiteY174" fmla="*/ 4374051 h 6858000"/>
              <a:gd name="connsiteX175" fmla="*/ 4383389 w 7467600"/>
              <a:gd name="connsiteY175" fmla="*/ 4184369 h 6858000"/>
              <a:gd name="connsiteX176" fmla="*/ 4165508 w 7467600"/>
              <a:gd name="connsiteY176" fmla="*/ 4035196 h 6858000"/>
              <a:gd name="connsiteX177" fmla="*/ 4068162 w 7467600"/>
              <a:gd name="connsiteY177" fmla="*/ 3953394 h 6858000"/>
              <a:gd name="connsiteX178" fmla="*/ 3981416 w 7467600"/>
              <a:gd name="connsiteY178" fmla="*/ 3880482 h 6858000"/>
              <a:gd name="connsiteX179" fmla="*/ 3800147 w 7467600"/>
              <a:gd name="connsiteY179" fmla="*/ 3749872 h 6858000"/>
              <a:gd name="connsiteX180" fmla="*/ 3655073 w 7467600"/>
              <a:gd name="connsiteY180" fmla="*/ 3650884 h 6858000"/>
              <a:gd name="connsiteX181" fmla="*/ 3670252 w 7467600"/>
              <a:gd name="connsiteY181" fmla="*/ 3622798 h 6858000"/>
              <a:gd name="connsiteX182" fmla="*/ 3817258 w 7467600"/>
              <a:gd name="connsiteY182" fmla="*/ 3723577 h 6858000"/>
              <a:gd name="connsiteX183" fmla="*/ 4000461 w 7467600"/>
              <a:gd name="connsiteY183" fmla="*/ 3855966 h 6858000"/>
              <a:gd name="connsiteX184" fmla="*/ 4088180 w 7467600"/>
              <a:gd name="connsiteY184" fmla="*/ 3929774 h 6858000"/>
              <a:gd name="connsiteX185" fmla="*/ 4184555 w 7467600"/>
              <a:gd name="connsiteY185" fmla="*/ 4010683 h 6858000"/>
              <a:gd name="connsiteX186" fmla="*/ 4399563 w 7467600"/>
              <a:gd name="connsiteY186" fmla="*/ 4158106 h 6858000"/>
              <a:gd name="connsiteX187" fmla="*/ 4684469 w 7467600"/>
              <a:gd name="connsiteY187" fmla="*/ 4364680 h 6858000"/>
              <a:gd name="connsiteX188" fmla="*/ 4690271 w 7467600"/>
              <a:gd name="connsiteY188" fmla="*/ 4370034 h 6858000"/>
              <a:gd name="connsiteX189" fmla="*/ 4136093 w 7467600"/>
              <a:gd name="connsiteY189" fmla="*/ 3858466 h 6858000"/>
              <a:gd name="connsiteX190" fmla="*/ 3670252 w 7467600"/>
              <a:gd name="connsiteY190" fmla="*/ 3622798 h 6858000"/>
              <a:gd name="connsiteX191" fmla="*/ 4440129 w 7467600"/>
              <a:gd name="connsiteY191" fmla="*/ 3448571 h 6858000"/>
              <a:gd name="connsiteX192" fmla="*/ 4856525 w 7467600"/>
              <a:gd name="connsiteY192" fmla="*/ 3915351 h 6858000"/>
              <a:gd name="connsiteX193" fmla="*/ 5059055 w 7467600"/>
              <a:gd name="connsiteY193" fmla="*/ 4108918 h 6858000"/>
              <a:gd name="connsiteX194" fmla="*/ 5290070 w 7467600"/>
              <a:gd name="connsiteY194" fmla="*/ 4263619 h 6858000"/>
              <a:gd name="connsiteX195" fmla="*/ 4834991 w 7467600"/>
              <a:gd name="connsiteY195" fmla="*/ 3830985 h 6858000"/>
              <a:gd name="connsiteX196" fmla="*/ 4440129 w 7467600"/>
              <a:gd name="connsiteY196" fmla="*/ 3448571 h 6858000"/>
              <a:gd name="connsiteX197" fmla="*/ 4441737 w 7467600"/>
              <a:gd name="connsiteY197" fmla="*/ 3399734 h 6858000"/>
              <a:gd name="connsiteX198" fmla="*/ 4431236 w 7467600"/>
              <a:gd name="connsiteY198" fmla="*/ 3400954 h 6858000"/>
              <a:gd name="connsiteX199" fmla="*/ 4557150 w 7467600"/>
              <a:gd name="connsiteY199" fmla="*/ 3510023 h 6858000"/>
              <a:gd name="connsiteX200" fmla="*/ 4856936 w 7467600"/>
              <a:gd name="connsiteY200" fmla="*/ 3809146 h 6858000"/>
              <a:gd name="connsiteX201" fmla="*/ 5111996 w 7467600"/>
              <a:gd name="connsiteY201" fmla="*/ 4065759 h 6858000"/>
              <a:gd name="connsiteX202" fmla="*/ 5388878 w 7467600"/>
              <a:gd name="connsiteY202" fmla="*/ 4300185 h 6858000"/>
              <a:gd name="connsiteX203" fmla="*/ 5425556 w 7467600"/>
              <a:gd name="connsiteY203" fmla="*/ 4308967 h 6858000"/>
              <a:gd name="connsiteX204" fmla="*/ 4943646 w 7467600"/>
              <a:gd name="connsiteY204" fmla="*/ 3822916 h 6858000"/>
              <a:gd name="connsiteX205" fmla="*/ 4594837 w 7467600"/>
              <a:gd name="connsiteY205" fmla="*/ 3532274 h 6858000"/>
              <a:gd name="connsiteX206" fmla="*/ 4441737 w 7467600"/>
              <a:gd name="connsiteY206" fmla="*/ 3399734 h 6858000"/>
              <a:gd name="connsiteX207" fmla="*/ 5425834 w 7467600"/>
              <a:gd name="connsiteY207" fmla="*/ 3162785 h 6858000"/>
              <a:gd name="connsiteX208" fmla="*/ 5401644 w 7467600"/>
              <a:gd name="connsiteY208" fmla="*/ 3617847 h 6858000"/>
              <a:gd name="connsiteX209" fmla="*/ 5467256 w 7467600"/>
              <a:gd name="connsiteY209" fmla="*/ 4175494 h 6858000"/>
              <a:gd name="connsiteX210" fmla="*/ 5448069 w 7467600"/>
              <a:gd name="connsiteY210" fmla="*/ 3567554 h 6858000"/>
              <a:gd name="connsiteX211" fmla="*/ 5425834 w 7467600"/>
              <a:gd name="connsiteY211" fmla="*/ 3162785 h 6858000"/>
              <a:gd name="connsiteX212" fmla="*/ 1318687 w 7467600"/>
              <a:gd name="connsiteY212" fmla="*/ 3113840 h 6858000"/>
              <a:gd name="connsiteX213" fmla="*/ 1066793 w 7467600"/>
              <a:gd name="connsiteY213" fmla="*/ 3212171 h 6858000"/>
              <a:gd name="connsiteX214" fmla="*/ 993319 w 7467600"/>
              <a:gd name="connsiteY214" fmla="*/ 3247648 h 6858000"/>
              <a:gd name="connsiteX215" fmla="*/ 853081 w 7467600"/>
              <a:gd name="connsiteY215" fmla="*/ 3312410 h 6858000"/>
              <a:gd name="connsiteX216" fmla="*/ 805957 w 7467600"/>
              <a:gd name="connsiteY216" fmla="*/ 3330443 h 6858000"/>
              <a:gd name="connsiteX217" fmla="*/ 1318687 w 7467600"/>
              <a:gd name="connsiteY217" fmla="*/ 3113840 h 6858000"/>
              <a:gd name="connsiteX218" fmla="*/ 5453702 w 7467600"/>
              <a:gd name="connsiteY218" fmla="*/ 3090882 h 6858000"/>
              <a:gd name="connsiteX219" fmla="*/ 5480135 w 7467600"/>
              <a:gd name="connsiteY219" fmla="*/ 3565802 h 6858000"/>
              <a:gd name="connsiteX220" fmla="*/ 5499023 w 7467600"/>
              <a:gd name="connsiteY220" fmla="*/ 4166310 h 6858000"/>
              <a:gd name="connsiteX221" fmla="*/ 5547022 w 7467600"/>
              <a:gd name="connsiteY221" fmla="*/ 3607838 h 6858000"/>
              <a:gd name="connsiteX222" fmla="*/ 5515964 w 7467600"/>
              <a:gd name="connsiteY222" fmla="*/ 3378541 h 6858000"/>
              <a:gd name="connsiteX223" fmla="*/ 5453702 w 7467600"/>
              <a:gd name="connsiteY223" fmla="*/ 3090882 h 6858000"/>
              <a:gd name="connsiteX224" fmla="*/ 1238695 w 7467600"/>
              <a:gd name="connsiteY224" fmla="*/ 3076820 h 6858000"/>
              <a:gd name="connsiteX225" fmla="*/ 716371 w 7467600"/>
              <a:gd name="connsiteY225" fmla="*/ 3293249 h 6858000"/>
              <a:gd name="connsiteX226" fmla="*/ 579522 w 7467600"/>
              <a:gd name="connsiteY226" fmla="*/ 3371759 h 6858000"/>
              <a:gd name="connsiteX227" fmla="*/ 600288 w 7467600"/>
              <a:gd name="connsiteY227" fmla="*/ 3365555 h 6858000"/>
              <a:gd name="connsiteX228" fmla="*/ 840692 w 7467600"/>
              <a:gd name="connsiteY228" fmla="*/ 3284921 h 6858000"/>
              <a:gd name="connsiteX229" fmla="*/ 979248 w 7467600"/>
              <a:gd name="connsiteY229" fmla="*/ 3221003 h 6858000"/>
              <a:gd name="connsiteX230" fmla="*/ 1053282 w 7467600"/>
              <a:gd name="connsiteY230" fmla="*/ 3185247 h 6858000"/>
              <a:gd name="connsiteX231" fmla="*/ 1320603 w 7467600"/>
              <a:gd name="connsiteY231" fmla="*/ 3081281 h 6858000"/>
              <a:gd name="connsiteX232" fmla="*/ 1238695 w 7467600"/>
              <a:gd name="connsiteY232" fmla="*/ 3076820 h 6858000"/>
              <a:gd name="connsiteX233" fmla="*/ 5425627 w 7467600"/>
              <a:gd name="connsiteY233" fmla="*/ 2954192 h 6858000"/>
              <a:gd name="connsiteX234" fmla="*/ 5470770 w 7467600"/>
              <a:gd name="connsiteY234" fmla="*/ 3005435 h 6858000"/>
              <a:gd name="connsiteX235" fmla="*/ 5519779 w 7467600"/>
              <a:gd name="connsiteY235" fmla="*/ 4359223 h 6858000"/>
              <a:gd name="connsiteX236" fmla="*/ 5520293 w 7467600"/>
              <a:gd name="connsiteY236" fmla="*/ 4360602 h 6858000"/>
              <a:gd name="connsiteX237" fmla="*/ 5767221 w 7467600"/>
              <a:gd name="connsiteY237" fmla="*/ 4665564 h 6858000"/>
              <a:gd name="connsiteX238" fmla="*/ 6937169 w 7467600"/>
              <a:gd name="connsiteY238" fmla="*/ 4815941 h 6858000"/>
              <a:gd name="connsiteX239" fmla="*/ 6953922 w 7467600"/>
              <a:gd name="connsiteY239" fmla="*/ 4890068 h 6858000"/>
              <a:gd name="connsiteX240" fmla="*/ 6071359 w 7467600"/>
              <a:gd name="connsiteY240" fmla="*/ 4770770 h 6858000"/>
              <a:gd name="connsiteX241" fmla="*/ 6038839 w 7467600"/>
              <a:gd name="connsiteY241" fmla="*/ 4764474 h 6858000"/>
              <a:gd name="connsiteX242" fmla="*/ 6038706 w 7467600"/>
              <a:gd name="connsiteY242" fmla="*/ 4763847 h 6858000"/>
              <a:gd name="connsiteX243" fmla="*/ 6037784 w 7467600"/>
              <a:gd name="connsiteY243" fmla="*/ 4764270 h 6858000"/>
              <a:gd name="connsiteX244" fmla="*/ 6038839 w 7467600"/>
              <a:gd name="connsiteY244" fmla="*/ 4764474 h 6858000"/>
              <a:gd name="connsiteX245" fmla="*/ 6040338 w 7467600"/>
              <a:gd name="connsiteY245" fmla="*/ 4771418 h 6858000"/>
              <a:gd name="connsiteX246" fmla="*/ 6024488 w 7467600"/>
              <a:gd name="connsiteY246" fmla="*/ 4809903 h 6858000"/>
              <a:gd name="connsiteX247" fmla="*/ 5599771 w 7467600"/>
              <a:gd name="connsiteY247" fmla="*/ 5509652 h 6858000"/>
              <a:gd name="connsiteX248" fmla="*/ 5548843 w 7467600"/>
              <a:gd name="connsiteY248" fmla="*/ 5563845 h 6858000"/>
              <a:gd name="connsiteX249" fmla="*/ 5940952 w 7467600"/>
              <a:gd name="connsiteY249" fmla="*/ 6250028 h 6858000"/>
              <a:gd name="connsiteX250" fmla="*/ 6043441 w 7467600"/>
              <a:gd name="connsiteY250" fmla="*/ 6665847 h 6858000"/>
              <a:gd name="connsiteX251" fmla="*/ 6093432 w 7467600"/>
              <a:gd name="connsiteY251" fmla="*/ 6858000 h 6858000"/>
              <a:gd name="connsiteX252" fmla="*/ 6034344 w 7467600"/>
              <a:gd name="connsiteY252" fmla="*/ 6858000 h 6858000"/>
              <a:gd name="connsiteX253" fmla="*/ 6026679 w 7467600"/>
              <a:gd name="connsiteY253" fmla="*/ 6836959 h 6858000"/>
              <a:gd name="connsiteX254" fmla="*/ 5800441 w 7467600"/>
              <a:gd name="connsiteY254" fmla="*/ 6335286 h 6858000"/>
              <a:gd name="connsiteX255" fmla="*/ 5526562 w 7467600"/>
              <a:gd name="connsiteY255" fmla="*/ 5705388 h 6858000"/>
              <a:gd name="connsiteX256" fmla="*/ 5519640 w 7467600"/>
              <a:gd name="connsiteY256" fmla="*/ 5683774 h 6858000"/>
              <a:gd name="connsiteX257" fmla="*/ 5844559 w 7467600"/>
              <a:gd name="connsiteY257" fmla="*/ 6553349 h 6858000"/>
              <a:gd name="connsiteX258" fmla="*/ 5975994 w 7467600"/>
              <a:gd name="connsiteY258" fmla="*/ 6858000 h 6858000"/>
              <a:gd name="connsiteX259" fmla="*/ 5898547 w 7467600"/>
              <a:gd name="connsiteY259" fmla="*/ 6858000 h 6858000"/>
              <a:gd name="connsiteX260" fmla="*/ 5682041 w 7467600"/>
              <a:gd name="connsiteY260" fmla="*/ 6355860 h 6858000"/>
              <a:gd name="connsiteX261" fmla="*/ 5461758 w 7467600"/>
              <a:gd name="connsiteY261" fmla="*/ 5820220 h 6858000"/>
              <a:gd name="connsiteX262" fmla="*/ 5237282 w 7467600"/>
              <a:gd name="connsiteY262" fmla="*/ 6579086 h 6858000"/>
              <a:gd name="connsiteX263" fmla="*/ 5115009 w 7467600"/>
              <a:gd name="connsiteY263" fmla="*/ 6858000 h 6858000"/>
              <a:gd name="connsiteX264" fmla="*/ 5028074 w 7467600"/>
              <a:gd name="connsiteY264" fmla="*/ 6858000 h 6858000"/>
              <a:gd name="connsiteX265" fmla="*/ 5079508 w 7467600"/>
              <a:gd name="connsiteY265" fmla="*/ 6749074 h 6858000"/>
              <a:gd name="connsiteX266" fmla="*/ 5371846 w 7467600"/>
              <a:gd name="connsiteY266" fmla="*/ 5924413 h 6858000"/>
              <a:gd name="connsiteX267" fmla="*/ 5270512 w 7467600"/>
              <a:gd name="connsiteY267" fmla="*/ 6138975 h 6858000"/>
              <a:gd name="connsiteX268" fmla="*/ 5062409 w 7467600"/>
              <a:gd name="connsiteY268" fmla="*/ 6653544 h 6858000"/>
              <a:gd name="connsiteX269" fmla="*/ 5036628 w 7467600"/>
              <a:gd name="connsiteY269" fmla="*/ 6754247 h 6858000"/>
              <a:gd name="connsiteX270" fmla="*/ 5009112 w 7467600"/>
              <a:gd name="connsiteY270" fmla="*/ 6858000 h 6858000"/>
              <a:gd name="connsiteX271" fmla="*/ 4976679 w 7467600"/>
              <a:gd name="connsiteY271" fmla="*/ 6858000 h 6858000"/>
              <a:gd name="connsiteX272" fmla="*/ 5006537 w 7467600"/>
              <a:gd name="connsiteY272" fmla="*/ 6747068 h 6858000"/>
              <a:gd name="connsiteX273" fmla="*/ 5032723 w 7467600"/>
              <a:gd name="connsiteY273" fmla="*/ 6644957 h 6858000"/>
              <a:gd name="connsiteX274" fmla="*/ 5242949 w 7467600"/>
              <a:gd name="connsiteY274" fmla="*/ 6125175 h 6858000"/>
              <a:gd name="connsiteX275" fmla="*/ 5286321 w 7467600"/>
              <a:gd name="connsiteY275" fmla="*/ 6033555 h 6858000"/>
              <a:gd name="connsiteX276" fmla="*/ 5008210 w 7467600"/>
              <a:gd name="connsiteY276" fmla="*/ 6649194 h 6858000"/>
              <a:gd name="connsiteX277" fmla="*/ 4986321 w 7467600"/>
              <a:gd name="connsiteY277" fmla="*/ 6765687 h 6858000"/>
              <a:gd name="connsiteX278" fmla="*/ 4973474 w 7467600"/>
              <a:gd name="connsiteY278" fmla="*/ 6858000 h 6858000"/>
              <a:gd name="connsiteX279" fmla="*/ 4907178 w 7467600"/>
              <a:gd name="connsiteY279" fmla="*/ 6858000 h 6858000"/>
              <a:gd name="connsiteX280" fmla="*/ 4910810 w 7467600"/>
              <a:gd name="connsiteY280" fmla="*/ 6829660 h 6858000"/>
              <a:gd name="connsiteX281" fmla="*/ 4987461 w 7467600"/>
              <a:gd name="connsiteY281" fmla="*/ 6432994 h 6858000"/>
              <a:gd name="connsiteX282" fmla="*/ 5179262 w 7467600"/>
              <a:gd name="connsiteY282" fmla="*/ 6035044 h 6858000"/>
              <a:gd name="connsiteX283" fmla="*/ 4689678 w 7467600"/>
              <a:gd name="connsiteY283" fmla="*/ 6440241 h 6858000"/>
              <a:gd name="connsiteX284" fmla="*/ 4477543 w 7467600"/>
              <a:gd name="connsiteY284" fmla="*/ 6674836 h 6858000"/>
              <a:gd name="connsiteX285" fmla="*/ 4329957 w 7467600"/>
              <a:gd name="connsiteY285" fmla="*/ 6858000 h 6858000"/>
              <a:gd name="connsiteX286" fmla="*/ 4218595 w 7467600"/>
              <a:gd name="connsiteY286" fmla="*/ 6858000 h 6858000"/>
              <a:gd name="connsiteX287" fmla="*/ 4368888 w 7467600"/>
              <a:gd name="connsiteY287" fmla="*/ 6668412 h 6858000"/>
              <a:gd name="connsiteX288" fmla="*/ 4563091 w 7467600"/>
              <a:gd name="connsiteY288" fmla="*/ 6442508 h 6858000"/>
              <a:gd name="connsiteX289" fmla="*/ 5387324 w 7467600"/>
              <a:gd name="connsiteY289" fmla="*/ 5705830 h 6858000"/>
              <a:gd name="connsiteX290" fmla="*/ 5073620 w 7467600"/>
              <a:gd name="connsiteY290" fmla="*/ 5955437 h 6858000"/>
              <a:gd name="connsiteX291" fmla="*/ 4689789 w 7467600"/>
              <a:gd name="connsiteY291" fmla="*/ 6268382 h 6858000"/>
              <a:gd name="connsiteX292" fmla="*/ 4418722 w 7467600"/>
              <a:gd name="connsiteY292" fmla="*/ 6570886 h 6858000"/>
              <a:gd name="connsiteX293" fmla="*/ 4214944 w 7467600"/>
              <a:gd name="connsiteY293" fmla="*/ 6858000 h 6858000"/>
              <a:gd name="connsiteX294" fmla="*/ 4177898 w 7467600"/>
              <a:gd name="connsiteY294" fmla="*/ 6858000 h 6858000"/>
              <a:gd name="connsiteX295" fmla="*/ 4391597 w 7467600"/>
              <a:gd name="connsiteY295" fmla="*/ 6556370 h 6858000"/>
              <a:gd name="connsiteX296" fmla="*/ 4668889 w 7467600"/>
              <a:gd name="connsiteY296" fmla="*/ 6246399 h 6858000"/>
              <a:gd name="connsiteX297" fmla="*/ 5055427 w 7467600"/>
              <a:gd name="connsiteY297" fmla="*/ 5931476 h 6858000"/>
              <a:gd name="connsiteX298" fmla="*/ 5371814 w 7467600"/>
              <a:gd name="connsiteY298" fmla="*/ 5678975 h 6858000"/>
              <a:gd name="connsiteX299" fmla="*/ 4987918 w 7467600"/>
              <a:gd name="connsiteY299" fmla="*/ 5838701 h 6858000"/>
              <a:gd name="connsiteX300" fmla="*/ 4317146 w 7467600"/>
              <a:gd name="connsiteY300" fmla="*/ 6587716 h 6858000"/>
              <a:gd name="connsiteX301" fmla="*/ 4171627 w 7467600"/>
              <a:gd name="connsiteY301" fmla="*/ 6858000 h 6858000"/>
              <a:gd name="connsiteX302" fmla="*/ 4081585 w 7467600"/>
              <a:gd name="connsiteY302" fmla="*/ 6858000 h 6858000"/>
              <a:gd name="connsiteX303" fmla="*/ 4238603 w 7467600"/>
              <a:gd name="connsiteY303" fmla="*/ 6559341 h 6858000"/>
              <a:gd name="connsiteX304" fmla="*/ 4778333 w 7467600"/>
              <a:gd name="connsiteY304" fmla="*/ 5873626 h 6858000"/>
              <a:gd name="connsiteX305" fmla="*/ 5414185 w 7467600"/>
              <a:gd name="connsiteY305" fmla="*/ 5573882 h 6858000"/>
              <a:gd name="connsiteX306" fmla="*/ 5959648 w 7467600"/>
              <a:gd name="connsiteY306" fmla="*/ 4760797 h 6858000"/>
              <a:gd name="connsiteX307" fmla="*/ 5355019 w 7467600"/>
              <a:gd name="connsiteY307" fmla="*/ 4734672 h 6858000"/>
              <a:gd name="connsiteX308" fmla="*/ 5083565 w 7467600"/>
              <a:gd name="connsiteY308" fmla="*/ 5179121 h 6858000"/>
              <a:gd name="connsiteX309" fmla="*/ 4713577 w 7467600"/>
              <a:gd name="connsiteY309" fmla="*/ 5616803 h 6858000"/>
              <a:gd name="connsiteX310" fmla="*/ 3989559 w 7467600"/>
              <a:gd name="connsiteY310" fmla="*/ 6145945 h 6858000"/>
              <a:gd name="connsiteX311" fmla="*/ 3939824 w 7467600"/>
              <a:gd name="connsiteY311" fmla="*/ 6066900 h 6858000"/>
              <a:gd name="connsiteX312" fmla="*/ 4584537 w 7467600"/>
              <a:gd name="connsiteY312" fmla="*/ 5324826 h 6858000"/>
              <a:gd name="connsiteX313" fmla="*/ 5037105 w 7467600"/>
              <a:gd name="connsiteY313" fmla="*/ 5088765 h 6858000"/>
              <a:gd name="connsiteX314" fmla="*/ 5039930 w 7467600"/>
              <a:gd name="connsiteY314" fmla="*/ 5089585 h 6858000"/>
              <a:gd name="connsiteX315" fmla="*/ 5263764 w 7467600"/>
              <a:gd name="connsiteY315" fmla="*/ 4735525 h 6858000"/>
              <a:gd name="connsiteX316" fmla="*/ 4086300 w 7467600"/>
              <a:gd name="connsiteY316" fmla="*/ 4884599 h 6858000"/>
              <a:gd name="connsiteX317" fmla="*/ 4085485 w 7467600"/>
              <a:gd name="connsiteY317" fmla="*/ 4899070 h 6858000"/>
              <a:gd name="connsiteX318" fmla="*/ 3871915 w 7467600"/>
              <a:gd name="connsiteY318" fmla="*/ 5253645 h 6858000"/>
              <a:gd name="connsiteX319" fmla="*/ 3799374 w 7467600"/>
              <a:gd name="connsiteY319" fmla="*/ 5466127 h 6858000"/>
              <a:gd name="connsiteX320" fmla="*/ 3498850 w 7467600"/>
              <a:gd name="connsiteY320" fmla="*/ 6661888 h 6858000"/>
              <a:gd name="connsiteX321" fmla="*/ 3399216 w 7467600"/>
              <a:gd name="connsiteY321" fmla="*/ 6858000 h 6858000"/>
              <a:gd name="connsiteX322" fmla="*/ 3303688 w 7467600"/>
              <a:gd name="connsiteY322" fmla="*/ 6858000 h 6858000"/>
              <a:gd name="connsiteX323" fmla="*/ 3391774 w 7467600"/>
              <a:gd name="connsiteY323" fmla="*/ 6697181 h 6858000"/>
              <a:gd name="connsiteX324" fmla="*/ 3735540 w 7467600"/>
              <a:gd name="connsiteY324" fmla="*/ 5546923 h 6858000"/>
              <a:gd name="connsiteX325" fmla="*/ 3729438 w 7467600"/>
              <a:gd name="connsiteY325" fmla="*/ 5569058 h 6858000"/>
              <a:gd name="connsiteX326" fmla="*/ 3707782 w 7467600"/>
              <a:gd name="connsiteY326" fmla="*/ 5644908 h 6858000"/>
              <a:gd name="connsiteX327" fmla="*/ 3583827 w 7467600"/>
              <a:gd name="connsiteY327" fmla="*/ 6039215 h 6858000"/>
              <a:gd name="connsiteX328" fmla="*/ 3547861 w 7467600"/>
              <a:gd name="connsiteY328" fmla="*/ 6129609 h 6858000"/>
              <a:gd name="connsiteX329" fmla="*/ 3490905 w 7467600"/>
              <a:gd name="connsiteY329" fmla="*/ 6277660 h 6858000"/>
              <a:gd name="connsiteX330" fmla="*/ 3455859 w 7467600"/>
              <a:gd name="connsiteY330" fmla="*/ 6391301 h 6858000"/>
              <a:gd name="connsiteX331" fmla="*/ 3429112 w 7467600"/>
              <a:gd name="connsiteY331" fmla="*/ 6479469 h 6858000"/>
              <a:gd name="connsiteX332" fmla="*/ 3304862 w 7467600"/>
              <a:gd name="connsiteY332" fmla="*/ 6796476 h 6858000"/>
              <a:gd name="connsiteX333" fmla="*/ 3276071 w 7467600"/>
              <a:gd name="connsiteY333" fmla="*/ 6858000 h 6858000"/>
              <a:gd name="connsiteX334" fmla="*/ 3240805 w 7467600"/>
              <a:gd name="connsiteY334" fmla="*/ 6858000 h 6858000"/>
              <a:gd name="connsiteX335" fmla="*/ 3275917 w 7467600"/>
              <a:gd name="connsiteY335" fmla="*/ 6783192 h 6858000"/>
              <a:gd name="connsiteX336" fmla="*/ 3399358 w 7467600"/>
              <a:gd name="connsiteY336" fmla="*/ 6469011 h 6858000"/>
              <a:gd name="connsiteX337" fmla="*/ 3425650 w 7467600"/>
              <a:gd name="connsiteY337" fmla="*/ 6381333 h 6858000"/>
              <a:gd name="connsiteX338" fmla="*/ 3460661 w 7467600"/>
              <a:gd name="connsiteY338" fmla="*/ 6266763 h 6858000"/>
              <a:gd name="connsiteX339" fmla="*/ 3518021 w 7467600"/>
              <a:gd name="connsiteY339" fmla="*/ 6117298 h 6858000"/>
              <a:gd name="connsiteX340" fmla="*/ 3554035 w 7467600"/>
              <a:gd name="connsiteY340" fmla="*/ 6027832 h 6858000"/>
              <a:gd name="connsiteX341" fmla="*/ 3677174 w 7467600"/>
              <a:gd name="connsiteY341" fmla="*/ 5636351 h 6858000"/>
              <a:gd name="connsiteX342" fmla="*/ 3698819 w 7467600"/>
              <a:gd name="connsiteY342" fmla="*/ 5560503 h 6858000"/>
              <a:gd name="connsiteX343" fmla="*/ 3702094 w 7467600"/>
              <a:gd name="connsiteY343" fmla="*/ 5549194 h 6858000"/>
              <a:gd name="connsiteX344" fmla="*/ 3398355 w 7467600"/>
              <a:gd name="connsiteY344" fmla="*/ 6094603 h 6858000"/>
              <a:gd name="connsiteX345" fmla="*/ 3193941 w 7467600"/>
              <a:gd name="connsiteY345" fmla="*/ 6798775 h 6858000"/>
              <a:gd name="connsiteX346" fmla="*/ 3184140 w 7467600"/>
              <a:gd name="connsiteY346" fmla="*/ 6858000 h 6858000"/>
              <a:gd name="connsiteX347" fmla="*/ 3099978 w 7467600"/>
              <a:gd name="connsiteY347" fmla="*/ 6858000 h 6858000"/>
              <a:gd name="connsiteX348" fmla="*/ 3101556 w 7467600"/>
              <a:gd name="connsiteY348" fmla="*/ 6843337 h 6858000"/>
              <a:gd name="connsiteX349" fmla="*/ 3370162 w 7467600"/>
              <a:gd name="connsiteY349" fmla="*/ 5785550 h 6858000"/>
              <a:gd name="connsiteX350" fmla="*/ 3746477 w 7467600"/>
              <a:gd name="connsiteY350" fmla="*/ 5377889 h 6858000"/>
              <a:gd name="connsiteX351" fmla="*/ 3863399 w 7467600"/>
              <a:gd name="connsiteY351" fmla="*/ 5087257 h 6858000"/>
              <a:gd name="connsiteX352" fmla="*/ 3968712 w 7467600"/>
              <a:gd name="connsiteY352" fmla="*/ 4913989 h 6858000"/>
              <a:gd name="connsiteX353" fmla="*/ 2792390 w 7467600"/>
              <a:gd name="connsiteY353" fmla="*/ 5382974 h 6858000"/>
              <a:gd name="connsiteX354" fmla="*/ 2714982 w 7467600"/>
              <a:gd name="connsiteY354" fmla="*/ 5427051 h 6858000"/>
              <a:gd name="connsiteX355" fmla="*/ 2813361 w 7467600"/>
              <a:gd name="connsiteY355" fmla="*/ 6023912 h 6858000"/>
              <a:gd name="connsiteX356" fmla="*/ 2688430 w 7467600"/>
              <a:gd name="connsiteY356" fmla="*/ 6801564 h 6858000"/>
              <a:gd name="connsiteX357" fmla="*/ 2629626 w 7467600"/>
              <a:gd name="connsiteY357" fmla="*/ 6763394 h 6858000"/>
              <a:gd name="connsiteX358" fmla="*/ 2565328 w 7467600"/>
              <a:gd name="connsiteY358" fmla="*/ 5516399 h 6858000"/>
              <a:gd name="connsiteX359" fmla="*/ 1922999 w 7467600"/>
              <a:gd name="connsiteY359" fmla="*/ 5980343 h 6858000"/>
              <a:gd name="connsiteX360" fmla="*/ 1950261 w 7467600"/>
              <a:gd name="connsiteY360" fmla="*/ 6405858 h 6858000"/>
              <a:gd name="connsiteX361" fmla="*/ 2365554 w 7467600"/>
              <a:gd name="connsiteY361" fmla="*/ 6759107 h 6858000"/>
              <a:gd name="connsiteX362" fmla="*/ 2424142 w 7467600"/>
              <a:gd name="connsiteY362" fmla="*/ 6858000 h 6858000"/>
              <a:gd name="connsiteX363" fmla="*/ 2395994 w 7467600"/>
              <a:gd name="connsiteY363" fmla="*/ 6858000 h 6858000"/>
              <a:gd name="connsiteX364" fmla="*/ 2392863 w 7467600"/>
              <a:gd name="connsiteY364" fmla="*/ 6852964 h 6858000"/>
              <a:gd name="connsiteX365" fmla="*/ 2017589 w 7467600"/>
              <a:gd name="connsiteY365" fmla="*/ 6493982 h 6858000"/>
              <a:gd name="connsiteX366" fmla="*/ 2147336 w 7467600"/>
              <a:gd name="connsiteY366" fmla="*/ 6594052 h 6858000"/>
              <a:gd name="connsiteX367" fmla="*/ 2207047 w 7467600"/>
              <a:gd name="connsiteY367" fmla="*/ 6654540 h 6858000"/>
              <a:gd name="connsiteX368" fmla="*/ 2299106 w 7467600"/>
              <a:gd name="connsiteY368" fmla="*/ 6778931 h 6858000"/>
              <a:gd name="connsiteX369" fmla="*/ 2314430 w 7467600"/>
              <a:gd name="connsiteY369" fmla="*/ 6801144 h 6858000"/>
              <a:gd name="connsiteX370" fmla="*/ 2352406 w 7467600"/>
              <a:gd name="connsiteY370" fmla="*/ 6858000 h 6858000"/>
              <a:gd name="connsiteX371" fmla="*/ 2314492 w 7467600"/>
              <a:gd name="connsiteY371" fmla="*/ 6858000 h 6858000"/>
              <a:gd name="connsiteX372" fmla="*/ 2288095 w 7467600"/>
              <a:gd name="connsiteY372" fmla="*/ 6818030 h 6858000"/>
              <a:gd name="connsiteX373" fmla="*/ 2272768 w 7467600"/>
              <a:gd name="connsiteY373" fmla="*/ 6795822 h 6858000"/>
              <a:gd name="connsiteX374" fmla="*/ 2182715 w 7467600"/>
              <a:gd name="connsiteY374" fmla="*/ 6675071 h 6858000"/>
              <a:gd name="connsiteX375" fmla="*/ 2032061 w 7467600"/>
              <a:gd name="connsiteY375" fmla="*/ 6541380 h 6858000"/>
              <a:gd name="connsiteX376" fmla="*/ 2257220 w 7467600"/>
              <a:gd name="connsiteY376" fmla="*/ 6826257 h 6858000"/>
              <a:gd name="connsiteX377" fmla="*/ 2281324 w 7467600"/>
              <a:gd name="connsiteY377" fmla="*/ 6858000 h 6858000"/>
              <a:gd name="connsiteX378" fmla="*/ 2242860 w 7467600"/>
              <a:gd name="connsiteY378" fmla="*/ 6858000 h 6858000"/>
              <a:gd name="connsiteX379" fmla="*/ 2232818 w 7467600"/>
              <a:gd name="connsiteY379" fmla="*/ 6844926 h 6858000"/>
              <a:gd name="connsiteX380" fmla="*/ 1990172 w 7467600"/>
              <a:gd name="connsiteY380" fmla="*/ 6542121 h 6858000"/>
              <a:gd name="connsiteX381" fmla="*/ 2124090 w 7467600"/>
              <a:gd name="connsiteY381" fmla="*/ 6761017 h 6858000"/>
              <a:gd name="connsiteX382" fmla="*/ 2200380 w 7467600"/>
              <a:gd name="connsiteY382" fmla="*/ 6858000 h 6858000"/>
              <a:gd name="connsiteX383" fmla="*/ 2147507 w 7467600"/>
              <a:gd name="connsiteY383" fmla="*/ 6858000 h 6858000"/>
              <a:gd name="connsiteX384" fmla="*/ 2070668 w 7467600"/>
              <a:gd name="connsiteY384" fmla="*/ 6761520 h 6858000"/>
              <a:gd name="connsiteX385" fmla="*/ 1975142 w 7467600"/>
              <a:gd name="connsiteY385" fmla="*/ 6585570 h 6858000"/>
              <a:gd name="connsiteX386" fmla="*/ 2050035 w 7467600"/>
              <a:gd name="connsiteY386" fmla="*/ 6813345 h 6858000"/>
              <a:gd name="connsiteX387" fmla="*/ 2063025 w 7467600"/>
              <a:gd name="connsiteY387" fmla="*/ 6858000 h 6858000"/>
              <a:gd name="connsiteX388" fmla="*/ 2021675 w 7467600"/>
              <a:gd name="connsiteY388" fmla="*/ 6858000 h 6858000"/>
              <a:gd name="connsiteX389" fmla="*/ 2019308 w 7467600"/>
              <a:gd name="connsiteY389" fmla="*/ 6847118 h 6858000"/>
              <a:gd name="connsiteX390" fmla="*/ 1938835 w 7467600"/>
              <a:gd name="connsiteY390" fmla="*/ 6551160 h 6858000"/>
              <a:gd name="connsiteX391" fmla="*/ 1953230 w 7467600"/>
              <a:gd name="connsiteY391" fmla="*/ 6759699 h 6858000"/>
              <a:gd name="connsiteX392" fmla="*/ 1956763 w 7467600"/>
              <a:gd name="connsiteY392" fmla="*/ 6778191 h 6858000"/>
              <a:gd name="connsiteX393" fmla="*/ 1967925 w 7467600"/>
              <a:gd name="connsiteY393" fmla="*/ 6858000 h 6858000"/>
              <a:gd name="connsiteX394" fmla="*/ 1936622 w 7467600"/>
              <a:gd name="connsiteY394" fmla="*/ 6858000 h 6858000"/>
              <a:gd name="connsiteX395" fmla="*/ 1926261 w 7467600"/>
              <a:gd name="connsiteY395" fmla="*/ 6784064 h 6858000"/>
              <a:gd name="connsiteX396" fmla="*/ 1922724 w 7467600"/>
              <a:gd name="connsiteY396" fmla="*/ 6765577 h 6858000"/>
              <a:gd name="connsiteX397" fmla="*/ 1904650 w 7467600"/>
              <a:gd name="connsiteY397" fmla="*/ 6639616 h 6858000"/>
              <a:gd name="connsiteX398" fmla="*/ 1885273 w 7467600"/>
              <a:gd name="connsiteY398" fmla="*/ 6858000 h 6858000"/>
              <a:gd name="connsiteX399" fmla="*/ 1854363 w 7467600"/>
              <a:gd name="connsiteY399" fmla="*/ 6858000 h 6858000"/>
              <a:gd name="connsiteX400" fmla="*/ 1880391 w 7467600"/>
              <a:gd name="connsiteY400" fmla="*/ 6603796 h 6858000"/>
              <a:gd name="connsiteX401" fmla="*/ 1818273 w 7467600"/>
              <a:gd name="connsiteY401" fmla="*/ 6715729 h 6858000"/>
              <a:gd name="connsiteX402" fmla="*/ 1794691 w 7467600"/>
              <a:gd name="connsiteY402" fmla="*/ 6843239 h 6858000"/>
              <a:gd name="connsiteX403" fmla="*/ 1794914 w 7467600"/>
              <a:gd name="connsiteY403" fmla="*/ 6858000 h 6858000"/>
              <a:gd name="connsiteX404" fmla="*/ 1746128 w 7467600"/>
              <a:gd name="connsiteY404" fmla="*/ 6858000 h 6858000"/>
              <a:gd name="connsiteX405" fmla="*/ 1753934 w 7467600"/>
              <a:gd name="connsiteY405" fmla="*/ 6724796 h 6858000"/>
              <a:gd name="connsiteX406" fmla="*/ 1792053 w 7467600"/>
              <a:gd name="connsiteY406" fmla="*/ 6572396 h 6858000"/>
              <a:gd name="connsiteX407" fmla="*/ 1862248 w 7467600"/>
              <a:gd name="connsiteY407" fmla="*/ 6266397 h 6858000"/>
              <a:gd name="connsiteX408" fmla="*/ 1862250 w 7467600"/>
              <a:gd name="connsiteY408" fmla="*/ 6033531 h 6858000"/>
              <a:gd name="connsiteX409" fmla="*/ 1211999 w 7467600"/>
              <a:gd name="connsiteY409" fmla="*/ 6683610 h 6858000"/>
              <a:gd name="connsiteX410" fmla="*/ 1213266 w 7467600"/>
              <a:gd name="connsiteY410" fmla="*/ 6691947 h 6858000"/>
              <a:gd name="connsiteX411" fmla="*/ 1203370 w 7467600"/>
              <a:gd name="connsiteY411" fmla="*/ 6850676 h 6858000"/>
              <a:gd name="connsiteX412" fmla="*/ 1203671 w 7467600"/>
              <a:gd name="connsiteY412" fmla="*/ 6858000 h 6858000"/>
              <a:gd name="connsiteX413" fmla="*/ 1143180 w 7467600"/>
              <a:gd name="connsiteY413" fmla="*/ 6858000 h 6858000"/>
              <a:gd name="connsiteX414" fmla="*/ 1142176 w 7467600"/>
              <a:gd name="connsiteY414" fmla="*/ 6766045 h 6858000"/>
              <a:gd name="connsiteX415" fmla="*/ 1067484 w 7467600"/>
              <a:gd name="connsiteY415" fmla="*/ 6858000 h 6858000"/>
              <a:gd name="connsiteX416" fmla="*/ 953928 w 7467600"/>
              <a:gd name="connsiteY416" fmla="*/ 6858000 h 6858000"/>
              <a:gd name="connsiteX417" fmla="*/ 959715 w 7467600"/>
              <a:gd name="connsiteY417" fmla="*/ 6850185 h 6858000"/>
              <a:gd name="connsiteX418" fmla="*/ 1483788 w 7467600"/>
              <a:gd name="connsiteY418" fmla="*/ 6259174 h 6858000"/>
              <a:gd name="connsiteX419" fmla="*/ 1100671 w 7467600"/>
              <a:gd name="connsiteY419" fmla="*/ 6252137 h 6858000"/>
              <a:gd name="connsiteX420" fmla="*/ 1090144 w 7467600"/>
              <a:gd name="connsiteY420" fmla="*/ 6256748 h 6858000"/>
              <a:gd name="connsiteX421" fmla="*/ 1095872 w 7467600"/>
              <a:gd name="connsiteY421" fmla="*/ 6271892 h 6858000"/>
              <a:gd name="connsiteX422" fmla="*/ 262785 w 7467600"/>
              <a:gd name="connsiteY422" fmla="*/ 6845450 h 6858000"/>
              <a:gd name="connsiteX423" fmla="*/ 209968 w 7467600"/>
              <a:gd name="connsiteY423" fmla="*/ 6770713 h 6858000"/>
              <a:gd name="connsiteX424" fmla="*/ 873460 w 7467600"/>
              <a:gd name="connsiteY424" fmla="*/ 6253768 h 6858000"/>
              <a:gd name="connsiteX425" fmla="*/ 192686 w 7467600"/>
              <a:gd name="connsiteY425" fmla="*/ 5849257 h 6858000"/>
              <a:gd name="connsiteX426" fmla="*/ 4696 w 7467600"/>
              <a:gd name="connsiteY426" fmla="*/ 5697668 h 6858000"/>
              <a:gd name="connsiteX427" fmla="*/ 0 w 7467600"/>
              <a:gd name="connsiteY427" fmla="*/ 5689984 h 6858000"/>
              <a:gd name="connsiteX428" fmla="*/ 0 w 7467600"/>
              <a:gd name="connsiteY428" fmla="*/ 5513472 h 6858000"/>
              <a:gd name="connsiteX429" fmla="*/ 174101 w 7467600"/>
              <a:gd name="connsiteY429" fmla="*/ 5620277 h 6858000"/>
              <a:gd name="connsiteX430" fmla="*/ 891800 w 7467600"/>
              <a:gd name="connsiteY430" fmla="*/ 6036935 h 6858000"/>
              <a:gd name="connsiteX431" fmla="*/ 1072219 w 7467600"/>
              <a:gd name="connsiteY431" fmla="*/ 6169443 h 6858000"/>
              <a:gd name="connsiteX432" fmla="*/ 1074117 w 7467600"/>
              <a:gd name="connsiteY432" fmla="*/ 6170301 h 6858000"/>
              <a:gd name="connsiteX433" fmla="*/ 1083114 w 7467600"/>
              <a:gd name="connsiteY433" fmla="*/ 6174131 h 6858000"/>
              <a:gd name="connsiteX434" fmla="*/ 1543010 w 7467600"/>
              <a:gd name="connsiteY434" fmla="*/ 6191140 h 6858000"/>
              <a:gd name="connsiteX435" fmla="*/ 1551080 w 7467600"/>
              <a:gd name="connsiteY435" fmla="*/ 6195006 h 6858000"/>
              <a:gd name="connsiteX436" fmla="*/ 2345443 w 7467600"/>
              <a:gd name="connsiteY436" fmla="*/ 5549882 h 6858000"/>
              <a:gd name="connsiteX437" fmla="*/ 1721499 w 7467600"/>
              <a:gd name="connsiteY437" fmla="*/ 5599969 h 6858000"/>
              <a:gd name="connsiteX438" fmla="*/ 767716 w 7467600"/>
              <a:gd name="connsiteY438" fmla="*/ 5472768 h 6858000"/>
              <a:gd name="connsiteX439" fmla="*/ 722147 w 7467600"/>
              <a:gd name="connsiteY439" fmla="*/ 5393091 h 6858000"/>
              <a:gd name="connsiteX440" fmla="*/ 1485552 w 7467600"/>
              <a:gd name="connsiteY440" fmla="*/ 5313202 h 6858000"/>
              <a:gd name="connsiteX441" fmla="*/ 2143004 w 7467600"/>
              <a:gd name="connsiteY441" fmla="*/ 5402420 h 6858000"/>
              <a:gd name="connsiteX442" fmla="*/ 1933391 w 7467600"/>
              <a:gd name="connsiteY442" fmla="*/ 5156971 h 6858000"/>
              <a:gd name="connsiteX443" fmla="*/ 1827118 w 7467600"/>
              <a:gd name="connsiteY443" fmla="*/ 4968410 h 6858000"/>
              <a:gd name="connsiteX444" fmla="*/ 1837349 w 7467600"/>
              <a:gd name="connsiteY444" fmla="*/ 4956357 h 6858000"/>
              <a:gd name="connsiteX445" fmla="*/ 2162835 w 7467600"/>
              <a:gd name="connsiteY445" fmla="*/ 5187853 h 6858000"/>
              <a:gd name="connsiteX446" fmla="*/ 2257167 w 7467600"/>
              <a:gd name="connsiteY446" fmla="*/ 5462123 h 6858000"/>
              <a:gd name="connsiteX447" fmla="*/ 2261598 w 7467600"/>
              <a:gd name="connsiteY447" fmla="*/ 5467998 h 6858000"/>
              <a:gd name="connsiteX448" fmla="*/ 2437177 w 7467600"/>
              <a:gd name="connsiteY448" fmla="*/ 5479608 h 6858000"/>
              <a:gd name="connsiteX449" fmla="*/ 2445247 w 7467600"/>
              <a:gd name="connsiteY449" fmla="*/ 5483476 h 6858000"/>
              <a:gd name="connsiteX450" fmla="*/ 2743626 w 7467600"/>
              <a:gd name="connsiteY450" fmla="*/ 5304819 h 6858000"/>
              <a:gd name="connsiteX451" fmla="*/ 3048102 w 7467600"/>
              <a:gd name="connsiteY451" fmla="*/ 5150595 h 6858000"/>
              <a:gd name="connsiteX452" fmla="*/ 1799414 w 7467600"/>
              <a:gd name="connsiteY452" fmla="*/ 4694732 h 6858000"/>
              <a:gd name="connsiteX453" fmla="*/ 1771735 w 7467600"/>
              <a:gd name="connsiteY453" fmla="*/ 4619929 h 6858000"/>
              <a:gd name="connsiteX454" fmla="*/ 3104273 w 7467600"/>
              <a:gd name="connsiteY454" fmla="*/ 5076159 h 6858000"/>
              <a:gd name="connsiteX455" fmla="*/ 3113245 w 7467600"/>
              <a:gd name="connsiteY455" fmla="*/ 5090705 h 6858000"/>
              <a:gd name="connsiteX456" fmla="*/ 3126294 w 7467600"/>
              <a:gd name="connsiteY456" fmla="*/ 5114400 h 6858000"/>
              <a:gd name="connsiteX457" fmla="*/ 3937433 w 7467600"/>
              <a:gd name="connsiteY457" fmla="*/ 4830473 h 6858000"/>
              <a:gd name="connsiteX458" fmla="*/ 3590475 w 7467600"/>
              <a:gd name="connsiteY458" fmla="*/ 4597974 h 6858000"/>
              <a:gd name="connsiteX459" fmla="*/ 3100264 w 7467600"/>
              <a:gd name="connsiteY459" fmla="*/ 4579845 h 6858000"/>
              <a:gd name="connsiteX460" fmla="*/ 2183576 w 7467600"/>
              <a:gd name="connsiteY460" fmla="*/ 4227150 h 6858000"/>
              <a:gd name="connsiteX461" fmla="*/ 2151029 w 7467600"/>
              <a:gd name="connsiteY461" fmla="*/ 4146947 h 6858000"/>
              <a:gd name="connsiteX462" fmla="*/ 3563434 w 7467600"/>
              <a:gd name="connsiteY462" fmla="*/ 4469115 h 6858000"/>
              <a:gd name="connsiteX463" fmla="*/ 3177952 w 7467600"/>
              <a:gd name="connsiteY463" fmla="*/ 3657386 h 6858000"/>
              <a:gd name="connsiteX464" fmla="*/ 3189263 w 7467600"/>
              <a:gd name="connsiteY464" fmla="*/ 3625726 h 6858000"/>
              <a:gd name="connsiteX465" fmla="*/ 3560912 w 7467600"/>
              <a:gd name="connsiteY465" fmla="*/ 4079863 h 6858000"/>
              <a:gd name="connsiteX466" fmla="*/ 3626636 w 7467600"/>
              <a:gd name="connsiteY466" fmla="*/ 4512230 h 6858000"/>
              <a:gd name="connsiteX467" fmla="*/ 3653088 w 7467600"/>
              <a:gd name="connsiteY467" fmla="*/ 4521417 h 6858000"/>
              <a:gd name="connsiteX468" fmla="*/ 3988128 w 7467600"/>
              <a:gd name="connsiteY468" fmla="*/ 4817267 h 6858000"/>
              <a:gd name="connsiteX469" fmla="*/ 4830582 w 7467600"/>
              <a:gd name="connsiteY469" fmla="*/ 4676000 h 6858000"/>
              <a:gd name="connsiteX470" fmla="*/ 4830100 w 7467600"/>
              <a:gd name="connsiteY470" fmla="*/ 4675554 h 6858000"/>
              <a:gd name="connsiteX471" fmla="*/ 4036318 w 7467600"/>
              <a:gd name="connsiteY471" fmla="*/ 4147013 h 6858000"/>
              <a:gd name="connsiteX472" fmla="*/ 3432098 w 7467600"/>
              <a:gd name="connsiteY472" fmla="*/ 3537312 h 6858000"/>
              <a:gd name="connsiteX473" fmla="*/ 3446761 w 7467600"/>
              <a:gd name="connsiteY473" fmla="*/ 3461278 h 6858000"/>
              <a:gd name="connsiteX474" fmla="*/ 4419733 w 7467600"/>
              <a:gd name="connsiteY474" fmla="*/ 3963555 h 6858000"/>
              <a:gd name="connsiteX475" fmla="*/ 4781371 w 7467600"/>
              <a:gd name="connsiteY475" fmla="*/ 4458604 h 6858000"/>
              <a:gd name="connsiteX476" fmla="*/ 4780440 w 7467600"/>
              <a:gd name="connsiteY476" fmla="*/ 4470290 h 6858000"/>
              <a:gd name="connsiteX477" fmla="*/ 4898954 w 7467600"/>
              <a:gd name="connsiteY477" fmla="*/ 4662092 h 6858000"/>
              <a:gd name="connsiteX478" fmla="*/ 4900699 w 7467600"/>
              <a:gd name="connsiteY478" fmla="*/ 4670867 h 6858000"/>
              <a:gd name="connsiteX479" fmla="*/ 5714511 w 7467600"/>
              <a:gd name="connsiteY479" fmla="*/ 4663483 h 6858000"/>
              <a:gd name="connsiteX480" fmla="*/ 5464793 w 7467600"/>
              <a:gd name="connsiteY480" fmla="*/ 4393556 h 6858000"/>
              <a:gd name="connsiteX481" fmla="*/ 5461897 w 7467600"/>
              <a:gd name="connsiteY481" fmla="*/ 4390879 h 6858000"/>
              <a:gd name="connsiteX482" fmla="*/ 4294126 w 7467600"/>
              <a:gd name="connsiteY482" fmla="*/ 3303048 h 6858000"/>
              <a:gd name="connsiteX483" fmla="*/ 4305321 w 7467600"/>
              <a:gd name="connsiteY483" fmla="*/ 3256953 h 6858000"/>
              <a:gd name="connsiteX484" fmla="*/ 4949299 w 7467600"/>
              <a:gd name="connsiteY484" fmla="*/ 3766336 h 6858000"/>
              <a:gd name="connsiteX485" fmla="*/ 5291452 w 7467600"/>
              <a:gd name="connsiteY485" fmla="*/ 4076801 h 6858000"/>
              <a:gd name="connsiteX486" fmla="*/ 5434998 w 7467600"/>
              <a:gd name="connsiteY486" fmla="*/ 4254100 h 6858000"/>
              <a:gd name="connsiteX487" fmla="*/ 5351015 w 7467600"/>
              <a:gd name="connsiteY487" fmla="*/ 3760989 h 6858000"/>
              <a:gd name="connsiteX488" fmla="*/ 5413780 w 7467600"/>
              <a:gd name="connsiteY488" fmla="*/ 2966265 h 6858000"/>
              <a:gd name="connsiteX489" fmla="*/ 5425627 w 7467600"/>
              <a:gd name="connsiteY489" fmla="*/ 2954192 h 6858000"/>
              <a:gd name="connsiteX490" fmla="*/ 6604735 w 7467600"/>
              <a:gd name="connsiteY490" fmla="*/ 2041381 h 6858000"/>
              <a:gd name="connsiteX491" fmla="*/ 7204487 w 7467600"/>
              <a:gd name="connsiteY491" fmla="*/ 2742112 h 6858000"/>
              <a:gd name="connsiteX492" fmla="*/ 7131592 w 7467600"/>
              <a:gd name="connsiteY492" fmla="*/ 2672096 h 6858000"/>
              <a:gd name="connsiteX493" fmla="*/ 6996344 w 7467600"/>
              <a:gd name="connsiteY493" fmla="*/ 2518310 h 6858000"/>
              <a:gd name="connsiteX494" fmla="*/ 6735495 w 7467600"/>
              <a:gd name="connsiteY494" fmla="*/ 2196890 h 6858000"/>
              <a:gd name="connsiteX495" fmla="*/ 6721901 w 7467600"/>
              <a:gd name="connsiteY495" fmla="*/ 2179274 h 6858000"/>
              <a:gd name="connsiteX496" fmla="*/ 6604735 w 7467600"/>
              <a:gd name="connsiteY496" fmla="*/ 2041381 h 6858000"/>
              <a:gd name="connsiteX497" fmla="*/ 6591670 w 7467600"/>
              <a:gd name="connsiteY497" fmla="*/ 1988277 h 6858000"/>
              <a:gd name="connsiteX498" fmla="*/ 6747349 w 7467600"/>
              <a:gd name="connsiteY498" fmla="*/ 2160069 h 6858000"/>
              <a:gd name="connsiteX499" fmla="*/ 6760943 w 7467600"/>
              <a:gd name="connsiteY499" fmla="*/ 2177686 h 6858000"/>
              <a:gd name="connsiteX500" fmla="*/ 7021065 w 7467600"/>
              <a:gd name="connsiteY500" fmla="*/ 2498102 h 6858000"/>
              <a:gd name="connsiteX501" fmla="*/ 7155223 w 7467600"/>
              <a:gd name="connsiteY501" fmla="*/ 2650386 h 6858000"/>
              <a:gd name="connsiteX502" fmla="*/ 7203167 w 7467600"/>
              <a:gd name="connsiteY502" fmla="*/ 2697288 h 6858000"/>
              <a:gd name="connsiteX503" fmla="*/ 6937703 w 7467600"/>
              <a:gd name="connsiteY503" fmla="*/ 2321981 h 6858000"/>
              <a:gd name="connsiteX504" fmla="*/ 6591670 w 7467600"/>
              <a:gd name="connsiteY504" fmla="*/ 1988277 h 6858000"/>
              <a:gd name="connsiteX505" fmla="*/ 5798671 w 7467600"/>
              <a:gd name="connsiteY505" fmla="*/ 1981601 h 6858000"/>
              <a:gd name="connsiteX506" fmla="*/ 5754709 w 7467600"/>
              <a:gd name="connsiteY506" fmla="*/ 2071454 h 6858000"/>
              <a:gd name="connsiteX507" fmla="*/ 5763044 w 7467600"/>
              <a:gd name="connsiteY507" fmla="*/ 2842206 h 6858000"/>
              <a:gd name="connsiteX508" fmla="*/ 5764974 w 7467600"/>
              <a:gd name="connsiteY508" fmla="*/ 2799609 h 6858000"/>
              <a:gd name="connsiteX509" fmla="*/ 5767665 w 7467600"/>
              <a:gd name="connsiteY509" fmla="*/ 2666409 h 6858000"/>
              <a:gd name="connsiteX510" fmla="*/ 5763055 w 7467600"/>
              <a:gd name="connsiteY510" fmla="*/ 2579705 h 6858000"/>
              <a:gd name="connsiteX511" fmla="*/ 5758079 w 7467600"/>
              <a:gd name="connsiteY511" fmla="*/ 2492508 h 6858000"/>
              <a:gd name="connsiteX512" fmla="*/ 5779325 w 7467600"/>
              <a:gd name="connsiteY512" fmla="*/ 2197069 h 6858000"/>
              <a:gd name="connsiteX513" fmla="*/ 5798671 w 7467600"/>
              <a:gd name="connsiteY513" fmla="*/ 1981601 h 6858000"/>
              <a:gd name="connsiteX514" fmla="*/ 5829202 w 7467600"/>
              <a:gd name="connsiteY514" fmla="*/ 1971679 h 6858000"/>
              <a:gd name="connsiteX515" fmla="*/ 5809558 w 7467600"/>
              <a:gd name="connsiteY515" fmla="*/ 2198043 h 6858000"/>
              <a:gd name="connsiteX516" fmla="*/ 5788653 w 7467600"/>
              <a:gd name="connsiteY516" fmla="*/ 2489430 h 6858000"/>
              <a:gd name="connsiteX517" fmla="*/ 5793439 w 7467600"/>
              <a:gd name="connsiteY517" fmla="*/ 2575235 h 6858000"/>
              <a:gd name="connsiteX518" fmla="*/ 5796837 w 7467600"/>
              <a:gd name="connsiteY518" fmla="*/ 2637633 h 6858000"/>
              <a:gd name="connsiteX519" fmla="*/ 5818614 w 7467600"/>
              <a:gd name="connsiteY519" fmla="*/ 2473055 h 6858000"/>
              <a:gd name="connsiteX520" fmla="*/ 5829202 w 7467600"/>
              <a:gd name="connsiteY520" fmla="*/ 1971679 h 6858000"/>
              <a:gd name="connsiteX521" fmla="*/ 5911389 w 7467600"/>
              <a:gd name="connsiteY521" fmla="*/ 1898371 h 6858000"/>
              <a:gd name="connsiteX522" fmla="*/ 6237627 w 7467600"/>
              <a:gd name="connsiteY522" fmla="*/ 2231921 h 6858000"/>
              <a:gd name="connsiteX523" fmla="*/ 5911389 w 7467600"/>
              <a:gd name="connsiteY523" fmla="*/ 1898371 h 6858000"/>
              <a:gd name="connsiteX524" fmla="*/ 6944437 w 7467600"/>
              <a:gd name="connsiteY524" fmla="*/ 1575402 h 6858000"/>
              <a:gd name="connsiteX525" fmla="*/ 6304730 w 7467600"/>
              <a:gd name="connsiteY525" fmla="*/ 1766654 h 6858000"/>
              <a:gd name="connsiteX526" fmla="*/ 6944437 w 7467600"/>
              <a:gd name="connsiteY526" fmla="*/ 1575402 h 6858000"/>
              <a:gd name="connsiteX527" fmla="*/ 7019523 w 7467600"/>
              <a:gd name="connsiteY527" fmla="*/ 1519450 h 6858000"/>
              <a:gd name="connsiteX528" fmla="*/ 6298091 w 7467600"/>
              <a:gd name="connsiteY528" fmla="*/ 1737122 h 6858000"/>
              <a:gd name="connsiteX529" fmla="*/ 7019523 w 7467600"/>
              <a:gd name="connsiteY529" fmla="*/ 1519450 h 6858000"/>
              <a:gd name="connsiteX530" fmla="*/ 2399523 w 7467600"/>
              <a:gd name="connsiteY530" fmla="*/ 1428234 h 6858000"/>
              <a:gd name="connsiteX531" fmla="*/ 2224982 w 7467600"/>
              <a:gd name="connsiteY531" fmla="*/ 1826201 h 6858000"/>
              <a:gd name="connsiteX532" fmla="*/ 2096099 w 7467600"/>
              <a:gd name="connsiteY532" fmla="*/ 2345900 h 6858000"/>
              <a:gd name="connsiteX533" fmla="*/ 2283317 w 7467600"/>
              <a:gd name="connsiteY533" fmla="*/ 1796925 h 6858000"/>
              <a:gd name="connsiteX534" fmla="*/ 2399523 w 7467600"/>
              <a:gd name="connsiteY534" fmla="*/ 1428234 h 6858000"/>
              <a:gd name="connsiteX535" fmla="*/ 2448558 w 7467600"/>
              <a:gd name="connsiteY535" fmla="*/ 1373435 h 6858000"/>
              <a:gd name="connsiteX536" fmla="*/ 2312521 w 7467600"/>
              <a:gd name="connsiteY536" fmla="*/ 1806140 h 6858000"/>
              <a:gd name="connsiteX537" fmla="*/ 2127533 w 7467600"/>
              <a:gd name="connsiteY537" fmla="*/ 2348380 h 6858000"/>
              <a:gd name="connsiteX538" fmla="*/ 2358080 w 7467600"/>
              <a:gd name="connsiteY538" fmla="*/ 1866134 h 6858000"/>
              <a:gd name="connsiteX539" fmla="*/ 2407436 w 7467600"/>
              <a:gd name="connsiteY539" fmla="*/ 1651070 h 6858000"/>
              <a:gd name="connsiteX540" fmla="*/ 2448558 w 7467600"/>
              <a:gd name="connsiteY540" fmla="*/ 1373435 h 6858000"/>
              <a:gd name="connsiteX541" fmla="*/ 278707 w 7467600"/>
              <a:gd name="connsiteY541" fmla="*/ 1352270 h 6858000"/>
              <a:gd name="connsiteX542" fmla="*/ 321570 w 7467600"/>
              <a:gd name="connsiteY542" fmla="*/ 1861610 h 6858000"/>
              <a:gd name="connsiteX543" fmla="*/ 294281 w 7467600"/>
              <a:gd name="connsiteY543" fmla="*/ 1440658 h 6858000"/>
              <a:gd name="connsiteX544" fmla="*/ 278707 w 7467600"/>
              <a:gd name="connsiteY544" fmla="*/ 1352270 h 6858000"/>
              <a:gd name="connsiteX545" fmla="*/ 1423821 w 7467600"/>
              <a:gd name="connsiteY545" fmla="*/ 1351958 h 6858000"/>
              <a:gd name="connsiteX546" fmla="*/ 1638521 w 7467600"/>
              <a:gd name="connsiteY546" fmla="*/ 1908470 h 6858000"/>
              <a:gd name="connsiteX547" fmla="*/ 1754199 w 7467600"/>
              <a:gd name="connsiteY547" fmla="*/ 2149284 h 6858000"/>
              <a:gd name="connsiteX548" fmla="*/ 1908359 w 7467600"/>
              <a:gd name="connsiteY548" fmla="*/ 2364988 h 6858000"/>
              <a:gd name="connsiteX549" fmla="*/ 1647661 w 7467600"/>
              <a:gd name="connsiteY549" fmla="*/ 1825945 h 6858000"/>
              <a:gd name="connsiteX550" fmla="*/ 1423821 w 7467600"/>
              <a:gd name="connsiteY550" fmla="*/ 1351958 h 6858000"/>
              <a:gd name="connsiteX551" fmla="*/ 1431890 w 7467600"/>
              <a:gd name="connsiteY551" fmla="*/ 1306475 h 6858000"/>
              <a:gd name="connsiteX552" fmla="*/ 1507597 w 7467600"/>
              <a:gd name="connsiteY552" fmla="*/ 1446132 h 6858000"/>
              <a:gd name="connsiteX553" fmla="*/ 1674586 w 7467600"/>
              <a:gd name="connsiteY553" fmla="*/ 1813832 h 6858000"/>
              <a:gd name="connsiteX554" fmla="*/ 1815950 w 7467600"/>
              <a:gd name="connsiteY554" fmla="*/ 2128564 h 6858000"/>
              <a:gd name="connsiteX555" fmla="*/ 1984242 w 7467600"/>
              <a:gd name="connsiteY555" fmla="*/ 2430829 h 6858000"/>
              <a:gd name="connsiteX556" fmla="*/ 2014023 w 7467600"/>
              <a:gd name="connsiteY556" fmla="*/ 2450995 h 6858000"/>
              <a:gd name="connsiteX557" fmla="*/ 1747337 w 7467600"/>
              <a:gd name="connsiteY557" fmla="*/ 1855264 h 6858000"/>
              <a:gd name="connsiteX558" fmla="*/ 1533749 w 7467600"/>
              <a:gd name="connsiteY558" fmla="*/ 1478656 h 6858000"/>
              <a:gd name="connsiteX559" fmla="*/ 1431890 w 7467600"/>
              <a:gd name="connsiteY559" fmla="*/ 1306475 h 6858000"/>
              <a:gd name="connsiteX560" fmla="*/ 5052692 w 7467600"/>
              <a:gd name="connsiteY560" fmla="*/ 1292994 h 6858000"/>
              <a:gd name="connsiteX561" fmla="*/ 5200661 w 7467600"/>
              <a:gd name="connsiteY561" fmla="*/ 1635186 h 6858000"/>
              <a:gd name="connsiteX562" fmla="*/ 5297138 w 7467600"/>
              <a:gd name="connsiteY562" fmla="*/ 1906351 h 6858000"/>
              <a:gd name="connsiteX563" fmla="*/ 5052692 w 7467600"/>
              <a:gd name="connsiteY563" fmla="*/ 1292994 h 6858000"/>
              <a:gd name="connsiteX564" fmla="*/ 5009948 w 7467600"/>
              <a:gd name="connsiteY564" fmla="*/ 1273619 h 6858000"/>
              <a:gd name="connsiteX565" fmla="*/ 5121777 w 7467600"/>
              <a:gd name="connsiteY565" fmla="*/ 1654213 h 6858000"/>
              <a:gd name="connsiteX566" fmla="*/ 5293545 w 7467600"/>
              <a:gd name="connsiteY566" fmla="*/ 2072247 h 6858000"/>
              <a:gd name="connsiteX567" fmla="*/ 5294042 w 7467600"/>
              <a:gd name="connsiteY567" fmla="*/ 2065019 h 6858000"/>
              <a:gd name="connsiteX568" fmla="*/ 5171936 w 7467600"/>
              <a:gd name="connsiteY568" fmla="*/ 1647613 h 6858000"/>
              <a:gd name="connsiteX569" fmla="*/ 5009948 w 7467600"/>
              <a:gd name="connsiteY569" fmla="*/ 1273619 h 6858000"/>
              <a:gd name="connsiteX570" fmla="*/ 655236 w 7467600"/>
              <a:gd name="connsiteY570" fmla="*/ 1268632 h 6858000"/>
              <a:gd name="connsiteX571" fmla="*/ 839521 w 7467600"/>
              <a:gd name="connsiteY571" fmla="*/ 1685315 h 6858000"/>
              <a:gd name="connsiteX572" fmla="*/ 1109416 w 7467600"/>
              <a:gd name="connsiteY572" fmla="*/ 2061663 h 6858000"/>
              <a:gd name="connsiteX573" fmla="*/ 1298300 w 7467600"/>
              <a:gd name="connsiteY573" fmla="*/ 2247742 h 6858000"/>
              <a:gd name="connsiteX574" fmla="*/ 1125871 w 7467600"/>
              <a:gd name="connsiteY574" fmla="*/ 1989513 h 6858000"/>
              <a:gd name="connsiteX575" fmla="*/ 981574 w 7467600"/>
              <a:gd name="connsiteY575" fmla="*/ 1783157 h 6858000"/>
              <a:gd name="connsiteX576" fmla="*/ 922198 w 7467600"/>
              <a:gd name="connsiteY576" fmla="*/ 1677437 h 6858000"/>
              <a:gd name="connsiteX577" fmla="*/ 869293 w 7467600"/>
              <a:gd name="connsiteY577" fmla="*/ 1583214 h 6858000"/>
              <a:gd name="connsiteX578" fmla="*/ 751431 w 7467600"/>
              <a:gd name="connsiteY578" fmla="*/ 1405731 h 6858000"/>
              <a:gd name="connsiteX579" fmla="*/ 655236 w 7467600"/>
              <a:gd name="connsiteY579" fmla="*/ 1268632 h 6858000"/>
              <a:gd name="connsiteX580" fmla="*/ 6516292 w 7467600"/>
              <a:gd name="connsiteY580" fmla="*/ 1263064 h 6858000"/>
              <a:gd name="connsiteX581" fmla="*/ 5736320 w 7467600"/>
              <a:gd name="connsiteY581" fmla="*/ 1501803 h 6858000"/>
              <a:gd name="connsiteX582" fmla="*/ 6516292 w 7467600"/>
              <a:gd name="connsiteY582" fmla="*/ 1263064 h 6858000"/>
              <a:gd name="connsiteX583" fmla="*/ 291466 w 7467600"/>
              <a:gd name="connsiteY583" fmla="*/ 1250369 h 6858000"/>
              <a:gd name="connsiteX584" fmla="*/ 323180 w 7467600"/>
              <a:gd name="connsiteY584" fmla="*/ 1435283 h 6858000"/>
              <a:gd name="connsiteX585" fmla="*/ 349381 w 7467600"/>
              <a:gd name="connsiteY585" fmla="*/ 1875041 h 6858000"/>
              <a:gd name="connsiteX586" fmla="*/ 374363 w 7467600"/>
              <a:gd name="connsiteY586" fmla="*/ 1506494 h 6858000"/>
              <a:gd name="connsiteX587" fmla="*/ 302168 w 7467600"/>
              <a:gd name="connsiteY587" fmla="*/ 1274495 h 6858000"/>
              <a:gd name="connsiteX588" fmla="*/ 291466 w 7467600"/>
              <a:gd name="connsiteY588" fmla="*/ 1250369 h 6858000"/>
              <a:gd name="connsiteX589" fmla="*/ 678222 w 7467600"/>
              <a:gd name="connsiteY589" fmla="*/ 1248670 h 6858000"/>
              <a:gd name="connsiteX590" fmla="*/ 775536 w 7467600"/>
              <a:gd name="connsiteY590" fmla="*/ 1388015 h 6858000"/>
              <a:gd name="connsiteX591" fmla="*/ 894529 w 7467600"/>
              <a:gd name="connsiteY591" fmla="*/ 1567739 h 6858000"/>
              <a:gd name="connsiteX592" fmla="*/ 948000 w 7467600"/>
              <a:gd name="connsiteY592" fmla="*/ 1663088 h 6858000"/>
              <a:gd name="connsiteX593" fmla="*/ 1006812 w 7467600"/>
              <a:gd name="connsiteY593" fmla="*/ 1767683 h 6858000"/>
              <a:gd name="connsiteX594" fmla="*/ 1149133 w 7467600"/>
              <a:gd name="connsiteY594" fmla="*/ 1971513 h 6858000"/>
              <a:gd name="connsiteX595" fmla="*/ 1333952 w 7467600"/>
              <a:gd name="connsiteY595" fmla="*/ 2251620 h 6858000"/>
              <a:gd name="connsiteX596" fmla="*/ 1337329 w 7467600"/>
              <a:gd name="connsiteY596" fmla="*/ 2258350 h 6858000"/>
              <a:gd name="connsiteX597" fmla="*/ 1014726 w 7467600"/>
              <a:gd name="connsiteY597" fmla="*/ 1615556 h 6858000"/>
              <a:gd name="connsiteX598" fmla="*/ 678222 w 7467600"/>
              <a:gd name="connsiteY598" fmla="*/ 1248670 h 6858000"/>
              <a:gd name="connsiteX599" fmla="*/ 6691602 w 7467600"/>
              <a:gd name="connsiteY599" fmla="*/ 1140573 h 6858000"/>
              <a:gd name="connsiteX600" fmla="*/ 6571100 w 7467600"/>
              <a:gd name="connsiteY600" fmla="*/ 1183662 h 6858000"/>
              <a:gd name="connsiteX601" fmla="*/ 6241687 w 7467600"/>
              <a:gd name="connsiteY601" fmla="*/ 1257600 h 6858000"/>
              <a:gd name="connsiteX602" fmla="*/ 5693009 w 7467600"/>
              <a:gd name="connsiteY602" fmla="*/ 1478256 h 6858000"/>
              <a:gd name="connsiteX603" fmla="*/ 6548420 w 7467600"/>
              <a:gd name="connsiteY603" fmla="*/ 1214599 h 6858000"/>
              <a:gd name="connsiteX604" fmla="*/ 6605473 w 7467600"/>
              <a:gd name="connsiteY604" fmla="*/ 1184686 h 6858000"/>
              <a:gd name="connsiteX605" fmla="*/ 6691602 w 7467600"/>
              <a:gd name="connsiteY605" fmla="*/ 1140573 h 6858000"/>
              <a:gd name="connsiteX606" fmla="*/ 4002475 w 7467600"/>
              <a:gd name="connsiteY606" fmla="*/ 1037802 h 6858000"/>
              <a:gd name="connsiteX607" fmla="*/ 4000324 w 7467600"/>
              <a:gd name="connsiteY607" fmla="*/ 1039362 h 6858000"/>
              <a:gd name="connsiteX608" fmla="*/ 4002862 w 7467600"/>
              <a:gd name="connsiteY608" fmla="*/ 1042866 h 6858000"/>
              <a:gd name="connsiteX609" fmla="*/ 4002475 w 7467600"/>
              <a:gd name="connsiteY609" fmla="*/ 1037802 h 6858000"/>
              <a:gd name="connsiteX610" fmla="*/ 506322 w 7467600"/>
              <a:gd name="connsiteY610" fmla="*/ 1020997 h 6858000"/>
              <a:gd name="connsiteX611" fmla="*/ 533068 w 7467600"/>
              <a:gd name="connsiteY611" fmla="*/ 1029409 h 6858000"/>
              <a:gd name="connsiteX612" fmla="*/ 1232525 w 7467600"/>
              <a:gd name="connsiteY612" fmla="*/ 1804675 h 6858000"/>
              <a:gd name="connsiteX613" fmla="*/ 1388858 w 7467600"/>
              <a:gd name="connsiteY613" fmla="*/ 2368011 h 6858000"/>
              <a:gd name="connsiteX614" fmla="*/ 1384098 w 7467600"/>
              <a:gd name="connsiteY614" fmla="*/ 2378125 h 6858000"/>
              <a:gd name="connsiteX615" fmla="*/ 1425393 w 7467600"/>
              <a:gd name="connsiteY615" fmla="*/ 2589124 h 6858000"/>
              <a:gd name="connsiteX616" fmla="*/ 1424001 w 7467600"/>
              <a:gd name="connsiteY616" fmla="*/ 2597541 h 6858000"/>
              <a:gd name="connsiteX617" fmla="*/ 2152729 w 7467600"/>
              <a:gd name="connsiteY617" fmla="*/ 2864487 h 6858000"/>
              <a:gd name="connsiteX618" fmla="*/ 2020609 w 7467600"/>
              <a:gd name="connsiteY618" fmla="*/ 2539671 h 6858000"/>
              <a:gd name="connsiteX619" fmla="*/ 2018920 w 7467600"/>
              <a:gd name="connsiteY619" fmla="*/ 2536309 h 6858000"/>
              <a:gd name="connsiteX620" fmla="*/ 1342441 w 7467600"/>
              <a:gd name="connsiteY620" fmla="*/ 1173017 h 6858000"/>
              <a:gd name="connsiteX621" fmla="*/ 1367925 w 7467600"/>
              <a:gd name="connsiteY621" fmla="*/ 1135648 h 6858000"/>
              <a:gd name="connsiteX622" fmla="*/ 1771401 w 7467600"/>
              <a:gd name="connsiteY622" fmla="*/ 1806673 h 6858000"/>
              <a:gd name="connsiteX623" fmla="*/ 1972385 w 7467600"/>
              <a:gd name="connsiteY623" fmla="*/ 2198735 h 6858000"/>
              <a:gd name="connsiteX624" fmla="*/ 2040892 w 7467600"/>
              <a:gd name="connsiteY624" fmla="*/ 2405205 h 6858000"/>
              <a:gd name="connsiteX625" fmla="*/ 2131689 w 7467600"/>
              <a:gd name="connsiteY625" fmla="*/ 1936926 h 6858000"/>
              <a:gd name="connsiteX626" fmla="*/ 2454820 w 7467600"/>
              <a:gd name="connsiteY626" fmla="*/ 1248808 h 6858000"/>
              <a:gd name="connsiteX627" fmla="*/ 2492512 w 7467600"/>
              <a:gd name="connsiteY627" fmla="*/ 1302920 h 6858000"/>
              <a:gd name="connsiteX628" fmla="*/ 2081216 w 7467600"/>
              <a:gd name="connsiteY628" fmla="*/ 2527513 h 6858000"/>
              <a:gd name="connsiteX629" fmla="*/ 2081211 w 7467600"/>
              <a:gd name="connsiteY629" fmla="*/ 2528916 h 6858000"/>
              <a:gd name="connsiteX630" fmla="*/ 2199067 w 7467600"/>
              <a:gd name="connsiteY630" fmla="*/ 2884061 h 6858000"/>
              <a:gd name="connsiteX631" fmla="*/ 3192586 w 7467600"/>
              <a:gd name="connsiteY631" fmla="*/ 3411496 h 6858000"/>
              <a:gd name="connsiteX632" fmla="*/ 3182620 w 7467600"/>
              <a:gd name="connsiteY632" fmla="*/ 3483279 h 6858000"/>
              <a:gd name="connsiteX633" fmla="*/ 2435119 w 7467600"/>
              <a:gd name="connsiteY633" fmla="*/ 3080173 h 6858000"/>
              <a:gd name="connsiteX634" fmla="*/ 2410152 w 7467600"/>
              <a:gd name="connsiteY634" fmla="*/ 3063751 h 6858000"/>
              <a:gd name="connsiteX635" fmla="*/ 2408099 w 7467600"/>
              <a:gd name="connsiteY635" fmla="*/ 3064403 h 6858000"/>
              <a:gd name="connsiteX636" fmla="*/ 2407218 w 7467600"/>
              <a:gd name="connsiteY636" fmla="*/ 3070324 h 6858000"/>
              <a:gd name="connsiteX637" fmla="*/ 2380138 w 7467600"/>
              <a:gd name="connsiteY637" fmla="*/ 3099341 h 6858000"/>
              <a:gd name="connsiteX638" fmla="*/ 1765923 w 7467600"/>
              <a:gd name="connsiteY638" fmla="*/ 3581043 h 6858000"/>
              <a:gd name="connsiteX639" fmla="*/ 1702258 w 7467600"/>
              <a:gd name="connsiteY639" fmla="*/ 3612286 h 6858000"/>
              <a:gd name="connsiteX640" fmla="*/ 1538370 w 7467600"/>
              <a:gd name="connsiteY640" fmla="*/ 3811804 h 6858000"/>
              <a:gd name="connsiteX641" fmla="*/ 542867 w 7467600"/>
              <a:gd name="connsiteY641" fmla="*/ 4944092 h 6858000"/>
              <a:gd name="connsiteX642" fmla="*/ 515800 w 7467600"/>
              <a:gd name="connsiteY642" fmla="*/ 4862180 h 6858000"/>
              <a:gd name="connsiteX643" fmla="*/ 909145 w 7467600"/>
              <a:gd name="connsiteY643" fmla="*/ 4199225 h 6858000"/>
              <a:gd name="connsiteX644" fmla="*/ 1214067 w 7467600"/>
              <a:gd name="connsiteY644" fmla="*/ 3908561 h 6858000"/>
              <a:gd name="connsiteX645" fmla="*/ 640967 w 7467600"/>
              <a:gd name="connsiteY645" fmla="*/ 4105601 h 6858000"/>
              <a:gd name="connsiteX646" fmla="*/ 112563 w 7467600"/>
              <a:gd name="connsiteY646" fmla="*/ 4396952 h 6858000"/>
              <a:gd name="connsiteX647" fmla="*/ 0 w 7467600"/>
              <a:gd name="connsiteY647" fmla="*/ 4466006 h 6858000"/>
              <a:gd name="connsiteX648" fmla="*/ 0 w 7467600"/>
              <a:gd name="connsiteY648" fmla="*/ 4233763 h 6858000"/>
              <a:gd name="connsiteX649" fmla="*/ 36881 w 7467600"/>
              <a:gd name="connsiteY649" fmla="*/ 4200118 h 6858000"/>
              <a:gd name="connsiteX650" fmla="*/ 910534 w 7467600"/>
              <a:gd name="connsiteY650" fmla="*/ 3629753 h 6858000"/>
              <a:gd name="connsiteX651" fmla="*/ 1578717 w 7467600"/>
              <a:gd name="connsiteY651" fmla="*/ 3575982 h 6858000"/>
              <a:gd name="connsiteX652" fmla="*/ 2338780 w 7467600"/>
              <a:gd name="connsiteY652" fmla="*/ 3033725 h 6858000"/>
              <a:gd name="connsiteX653" fmla="*/ 1807991 w 7467600"/>
              <a:gd name="connsiteY653" fmla="*/ 2807184 h 6858000"/>
              <a:gd name="connsiteX654" fmla="*/ 1416358 w 7467600"/>
              <a:gd name="connsiteY654" fmla="*/ 3112571 h 6858000"/>
              <a:gd name="connsiteX655" fmla="*/ 939066 w 7467600"/>
              <a:gd name="connsiteY655" fmla="*/ 3378798 h 6858000"/>
              <a:gd name="connsiteX656" fmla="*/ 115099 w 7467600"/>
              <a:gd name="connsiteY656" fmla="*/ 3607650 h 6858000"/>
              <a:gd name="connsiteX657" fmla="*/ 97284 w 7467600"/>
              <a:gd name="connsiteY657" fmla="*/ 3520393 h 6858000"/>
              <a:gd name="connsiteX658" fmla="*/ 922050 w 7467600"/>
              <a:gd name="connsiteY658" fmla="*/ 3074867 h 6858000"/>
              <a:gd name="connsiteX659" fmla="*/ 1405265 w 7467600"/>
              <a:gd name="connsiteY659" fmla="*/ 3016319 h 6858000"/>
              <a:gd name="connsiteX660" fmla="*/ 1407512 w 7467600"/>
              <a:gd name="connsiteY660" fmla="*/ 3018001 h 6858000"/>
              <a:gd name="connsiteX661" fmla="*/ 1726266 w 7467600"/>
              <a:gd name="connsiteY661" fmla="*/ 2777274 h 6858000"/>
              <a:gd name="connsiteX662" fmla="*/ 625390 w 7467600"/>
              <a:gd name="connsiteY662" fmla="*/ 2514541 h 6858000"/>
              <a:gd name="connsiteX663" fmla="*/ 619799 w 7467600"/>
              <a:gd name="connsiteY663" fmla="*/ 2527180 h 6858000"/>
              <a:gd name="connsiteX664" fmla="*/ 310030 w 7467600"/>
              <a:gd name="connsiteY664" fmla="*/ 2771818 h 6858000"/>
              <a:gd name="connsiteX665" fmla="*/ 173877 w 7467600"/>
              <a:gd name="connsiteY665" fmla="*/ 2937056 h 6858000"/>
              <a:gd name="connsiteX666" fmla="*/ 77889 w 7467600"/>
              <a:gd name="connsiteY666" fmla="*/ 3138440 h 6858000"/>
              <a:gd name="connsiteX667" fmla="*/ 0 w 7467600"/>
              <a:gd name="connsiteY667" fmla="*/ 3271395 h 6858000"/>
              <a:gd name="connsiteX668" fmla="*/ 0 w 7467600"/>
              <a:gd name="connsiteY668" fmla="*/ 3153002 h 6858000"/>
              <a:gd name="connsiteX669" fmla="*/ 2386 w 7467600"/>
              <a:gd name="connsiteY669" fmla="*/ 3149203 h 6858000"/>
              <a:gd name="connsiteX670" fmla="*/ 89753 w 7467600"/>
              <a:gd name="connsiteY670" fmla="*/ 2987702 h 6858000"/>
              <a:gd name="connsiteX671" fmla="*/ 76869 w 7467600"/>
              <a:gd name="connsiteY671" fmla="*/ 3005404 h 6858000"/>
              <a:gd name="connsiteX672" fmla="*/ 32049 w 7467600"/>
              <a:gd name="connsiteY672" fmla="*/ 3065814 h 6858000"/>
              <a:gd name="connsiteX673" fmla="*/ 0 w 7467600"/>
              <a:gd name="connsiteY673" fmla="*/ 3108744 h 6858000"/>
              <a:gd name="connsiteX674" fmla="*/ 0 w 7467600"/>
              <a:gd name="connsiteY674" fmla="*/ 3058059 h 6858000"/>
              <a:gd name="connsiteX675" fmla="*/ 7610 w 7467600"/>
              <a:gd name="connsiteY675" fmla="*/ 3047889 h 6858000"/>
              <a:gd name="connsiteX676" fmla="*/ 52419 w 7467600"/>
              <a:gd name="connsiteY676" fmla="*/ 2987479 h 6858000"/>
              <a:gd name="connsiteX677" fmla="*/ 59142 w 7467600"/>
              <a:gd name="connsiteY677" fmla="*/ 2978488 h 6858000"/>
              <a:gd name="connsiteX678" fmla="*/ 0 w 7467600"/>
              <a:gd name="connsiteY678" fmla="*/ 3015334 h 6858000"/>
              <a:gd name="connsiteX679" fmla="*/ 0 w 7467600"/>
              <a:gd name="connsiteY679" fmla="*/ 2914286 h 6858000"/>
              <a:gd name="connsiteX680" fmla="*/ 36383 w 7467600"/>
              <a:gd name="connsiteY680" fmla="*/ 2901128 h 6858000"/>
              <a:gd name="connsiteX681" fmla="*/ 156329 w 7467600"/>
              <a:gd name="connsiteY681" fmla="*/ 2840533 h 6858000"/>
              <a:gd name="connsiteX682" fmla="*/ 358355 w 7467600"/>
              <a:gd name="connsiteY682" fmla="*/ 2620471 h 6858000"/>
              <a:gd name="connsiteX683" fmla="*/ 510577 w 7467600"/>
              <a:gd name="connsiteY683" fmla="*/ 2501244 h 6858000"/>
              <a:gd name="connsiteX684" fmla="*/ 211967 w 7467600"/>
              <a:gd name="connsiteY684" fmla="*/ 2479171 h 6858000"/>
              <a:gd name="connsiteX685" fmla="*/ 0 w 7467600"/>
              <a:gd name="connsiteY685" fmla="*/ 2476398 h 6858000"/>
              <a:gd name="connsiteX686" fmla="*/ 0 w 7467600"/>
              <a:gd name="connsiteY686" fmla="*/ 2389189 h 6858000"/>
              <a:gd name="connsiteX687" fmla="*/ 103062 w 7467600"/>
              <a:gd name="connsiteY687" fmla="*/ 2389518 h 6858000"/>
              <a:gd name="connsiteX688" fmla="*/ 510734 w 7467600"/>
              <a:gd name="connsiteY688" fmla="*/ 2416201 h 6858000"/>
              <a:gd name="connsiteX689" fmla="*/ 279257 w 7467600"/>
              <a:gd name="connsiteY689" fmla="*/ 2092102 h 6858000"/>
              <a:gd name="connsiteX690" fmla="*/ 65265 w 7467600"/>
              <a:gd name="connsiteY690" fmla="*/ 2006049 h 6858000"/>
              <a:gd name="connsiteX691" fmla="*/ 0 w 7467600"/>
              <a:gd name="connsiteY691" fmla="*/ 1982532 h 6858000"/>
              <a:gd name="connsiteX692" fmla="*/ 0 w 7467600"/>
              <a:gd name="connsiteY692" fmla="*/ 1912789 h 6858000"/>
              <a:gd name="connsiteX693" fmla="*/ 97460 w 7467600"/>
              <a:gd name="connsiteY693" fmla="*/ 1953725 h 6858000"/>
              <a:gd name="connsiteX694" fmla="*/ 221272 w 7467600"/>
              <a:gd name="connsiteY694" fmla="*/ 1980766 h 6858000"/>
              <a:gd name="connsiteX695" fmla="*/ 116765 w 7467600"/>
              <a:gd name="connsiteY695" fmla="*/ 1911033 h 6858000"/>
              <a:gd name="connsiteX696" fmla="*/ 16405 w 7467600"/>
              <a:gd name="connsiteY696" fmla="*/ 1803412 h 6858000"/>
              <a:gd name="connsiteX697" fmla="*/ 0 w 7467600"/>
              <a:gd name="connsiteY697" fmla="*/ 1784777 h 6858000"/>
              <a:gd name="connsiteX698" fmla="*/ 0 w 7467600"/>
              <a:gd name="connsiteY698" fmla="*/ 1740082 h 6858000"/>
              <a:gd name="connsiteX699" fmla="*/ 39394 w 7467600"/>
              <a:gd name="connsiteY699" fmla="*/ 1784856 h 6858000"/>
              <a:gd name="connsiteX700" fmla="*/ 135813 w 7467600"/>
              <a:gd name="connsiteY700" fmla="*/ 1888838 h 6858000"/>
              <a:gd name="connsiteX701" fmla="*/ 242575 w 7467600"/>
              <a:gd name="connsiteY701" fmla="*/ 1958841 h 6858000"/>
              <a:gd name="connsiteX702" fmla="*/ 82197 w 7467600"/>
              <a:gd name="connsiteY702" fmla="*/ 1754826 h 6858000"/>
              <a:gd name="connsiteX703" fmla="*/ 0 w 7467600"/>
              <a:gd name="connsiteY703" fmla="*/ 1679650 h 6858000"/>
              <a:gd name="connsiteX704" fmla="*/ 0 w 7467600"/>
              <a:gd name="connsiteY704" fmla="*/ 1602463 h 6858000"/>
              <a:gd name="connsiteX705" fmla="*/ 84689 w 7467600"/>
              <a:gd name="connsiteY705" fmla="*/ 1677442 h 6858000"/>
              <a:gd name="connsiteX706" fmla="*/ 298437 w 7467600"/>
              <a:gd name="connsiteY706" fmla="*/ 1968019 h 6858000"/>
              <a:gd name="connsiteX707" fmla="*/ 227269 w 7467600"/>
              <a:gd name="connsiteY707" fmla="*/ 1114064 h 6858000"/>
              <a:gd name="connsiteX708" fmla="*/ 248003 w 7467600"/>
              <a:gd name="connsiteY708" fmla="*/ 1089613 h 6858000"/>
              <a:gd name="connsiteX709" fmla="*/ 427020 w 7467600"/>
              <a:gd name="connsiteY709" fmla="*/ 1619803 h 6858000"/>
              <a:gd name="connsiteX710" fmla="*/ 340345 w 7467600"/>
              <a:gd name="connsiteY710" fmla="*/ 2027739 h 6858000"/>
              <a:gd name="connsiteX711" fmla="*/ 360865 w 7467600"/>
              <a:gd name="connsiteY711" fmla="*/ 2044827 h 6858000"/>
              <a:gd name="connsiteX712" fmla="*/ 560414 w 7467600"/>
              <a:gd name="connsiteY712" fmla="*/ 2421457 h 6858000"/>
              <a:gd name="connsiteX713" fmla="*/ 1359703 w 7467600"/>
              <a:gd name="connsiteY713" fmla="*/ 2578554 h 6858000"/>
              <a:gd name="connsiteX714" fmla="*/ 1359422 w 7467600"/>
              <a:gd name="connsiteY714" fmla="*/ 2577994 h 6858000"/>
              <a:gd name="connsiteX715" fmla="*/ 828701 w 7467600"/>
              <a:gd name="connsiteY715" fmla="*/ 1839520 h 6858000"/>
              <a:gd name="connsiteX716" fmla="*/ 494427 w 7467600"/>
              <a:gd name="connsiteY716" fmla="*/ 1092333 h 6858000"/>
              <a:gd name="connsiteX717" fmla="*/ 506322 w 7467600"/>
              <a:gd name="connsiteY717" fmla="*/ 1020997 h 6858000"/>
              <a:gd name="connsiteX718" fmla="*/ 4570198 w 7467600"/>
              <a:gd name="connsiteY718" fmla="*/ 978081 h 6858000"/>
              <a:gd name="connsiteX719" fmla="*/ 4523691 w 7467600"/>
              <a:gd name="connsiteY719" fmla="*/ 1127776 h 6858000"/>
              <a:gd name="connsiteX720" fmla="*/ 4509875 w 7467600"/>
              <a:gd name="connsiteY720" fmla="*/ 1167552 h 6858000"/>
              <a:gd name="connsiteX721" fmla="*/ 4478168 w 7467600"/>
              <a:gd name="connsiteY721" fmla="*/ 1260735 h 6858000"/>
              <a:gd name="connsiteX722" fmla="*/ 4409309 w 7467600"/>
              <a:gd name="connsiteY722" fmla="*/ 1666996 h 6858000"/>
              <a:gd name="connsiteX723" fmla="*/ 4370031 w 7467600"/>
              <a:gd name="connsiteY723" fmla="*/ 1955666 h 6858000"/>
              <a:gd name="connsiteX724" fmla="*/ 4570198 w 7467600"/>
              <a:gd name="connsiteY724" fmla="*/ 978081 h 6858000"/>
              <a:gd name="connsiteX725" fmla="*/ 4557898 w 7467600"/>
              <a:gd name="connsiteY725" fmla="*/ 900011 h 6858000"/>
              <a:gd name="connsiteX726" fmla="*/ 4344840 w 7467600"/>
              <a:gd name="connsiteY726" fmla="*/ 1922038 h 6858000"/>
              <a:gd name="connsiteX727" fmla="*/ 4378710 w 7467600"/>
              <a:gd name="connsiteY727" fmla="*/ 1665516 h 6858000"/>
              <a:gd name="connsiteX728" fmla="*/ 4448798 w 7467600"/>
              <a:gd name="connsiteY728" fmla="*/ 1253024 h 6858000"/>
              <a:gd name="connsiteX729" fmla="*/ 4480315 w 7467600"/>
              <a:gd name="connsiteY729" fmla="*/ 1158454 h 6858000"/>
              <a:gd name="connsiteX730" fmla="*/ 4494133 w 7467600"/>
              <a:gd name="connsiteY730" fmla="*/ 1118676 h 6858000"/>
              <a:gd name="connsiteX731" fmla="*/ 4557898 w 7467600"/>
              <a:gd name="connsiteY731" fmla="*/ 900011 h 6858000"/>
              <a:gd name="connsiteX732" fmla="*/ 5870151 w 7467600"/>
              <a:gd name="connsiteY732" fmla="*/ 898890 h 6858000"/>
              <a:gd name="connsiteX733" fmla="*/ 5861335 w 7467600"/>
              <a:gd name="connsiteY733" fmla="*/ 899177 h 6858000"/>
              <a:gd name="connsiteX734" fmla="*/ 5843702 w 7467600"/>
              <a:gd name="connsiteY734" fmla="*/ 899748 h 6858000"/>
              <a:gd name="connsiteX735" fmla="*/ 5651107 w 7467600"/>
              <a:gd name="connsiteY735" fmla="*/ 920306 h 6858000"/>
              <a:gd name="connsiteX736" fmla="*/ 5459407 w 7467600"/>
              <a:gd name="connsiteY736" fmla="*/ 940975 h 6858000"/>
              <a:gd name="connsiteX737" fmla="*/ 5374846 w 7467600"/>
              <a:gd name="connsiteY737" fmla="*/ 941988 h 6858000"/>
              <a:gd name="connsiteX738" fmla="*/ 5256105 w 7467600"/>
              <a:gd name="connsiteY738" fmla="*/ 945632 h 6858000"/>
              <a:gd name="connsiteX739" fmla="*/ 5107071 w 7467600"/>
              <a:gd name="connsiteY739" fmla="*/ 969720 h 6858000"/>
              <a:gd name="connsiteX740" fmla="*/ 4998681 w 7467600"/>
              <a:gd name="connsiteY740" fmla="*/ 988771 h 6858000"/>
              <a:gd name="connsiteX741" fmla="*/ 5870151 w 7467600"/>
              <a:gd name="connsiteY741" fmla="*/ 898890 h 6858000"/>
              <a:gd name="connsiteX742" fmla="*/ 5504425 w 7467600"/>
              <a:gd name="connsiteY742" fmla="*/ 848067 h 6858000"/>
              <a:gd name="connsiteX743" fmla="*/ 4968849 w 7467600"/>
              <a:gd name="connsiteY743" fmla="*/ 962318 h 6858000"/>
              <a:gd name="connsiteX744" fmla="*/ 5104039 w 7467600"/>
              <a:gd name="connsiteY744" fmla="*/ 940634 h 6858000"/>
              <a:gd name="connsiteX745" fmla="*/ 5256311 w 7467600"/>
              <a:gd name="connsiteY745" fmla="*/ 916490 h 6858000"/>
              <a:gd name="connsiteX746" fmla="*/ 5377381 w 7467600"/>
              <a:gd name="connsiteY746" fmla="*/ 912671 h 6858000"/>
              <a:gd name="connsiteX747" fmla="*/ 5460148 w 7467600"/>
              <a:gd name="connsiteY747" fmla="*/ 911442 h 6858000"/>
              <a:gd name="connsiteX748" fmla="*/ 5648971 w 7467600"/>
              <a:gd name="connsiteY748" fmla="*/ 891331 h 6858000"/>
              <a:gd name="connsiteX749" fmla="*/ 5844807 w 7467600"/>
              <a:gd name="connsiteY749" fmla="*/ 870718 h 6858000"/>
              <a:gd name="connsiteX750" fmla="*/ 5862975 w 7467600"/>
              <a:gd name="connsiteY750" fmla="*/ 869756 h 6858000"/>
              <a:gd name="connsiteX751" fmla="*/ 5920887 w 7467600"/>
              <a:gd name="connsiteY751" fmla="*/ 865929 h 6858000"/>
              <a:gd name="connsiteX752" fmla="*/ 5504425 w 7467600"/>
              <a:gd name="connsiteY752" fmla="*/ 848067 h 6858000"/>
              <a:gd name="connsiteX753" fmla="*/ 3607114 w 7467600"/>
              <a:gd name="connsiteY753" fmla="*/ 467441 h 6858000"/>
              <a:gd name="connsiteX754" fmla="*/ 3296242 w 7467600"/>
              <a:gd name="connsiteY754" fmla="*/ 807991 h 6858000"/>
              <a:gd name="connsiteX755" fmla="*/ 3174674 w 7467600"/>
              <a:gd name="connsiteY755" fmla="*/ 919759 h 6858000"/>
              <a:gd name="connsiteX756" fmla="*/ 3042978 w 7467600"/>
              <a:gd name="connsiteY756" fmla="*/ 1054894 h 6858000"/>
              <a:gd name="connsiteX757" fmla="*/ 2968914 w 7467600"/>
              <a:gd name="connsiteY757" fmla="*/ 1133756 h 6858000"/>
              <a:gd name="connsiteX758" fmla="*/ 3103823 w 7467600"/>
              <a:gd name="connsiteY758" fmla="*/ 1026814 h 6858000"/>
              <a:gd name="connsiteX759" fmla="*/ 3607114 w 7467600"/>
              <a:gd name="connsiteY759" fmla="*/ 467441 h 6858000"/>
              <a:gd name="connsiteX760" fmla="*/ 3744487 w 7467600"/>
              <a:gd name="connsiteY760" fmla="*/ 383136 h 6858000"/>
              <a:gd name="connsiteX761" fmla="*/ 3970213 w 7467600"/>
              <a:gd name="connsiteY761" fmla="*/ 995559 h 6858000"/>
              <a:gd name="connsiteX762" fmla="*/ 3744487 w 7467600"/>
              <a:gd name="connsiteY762" fmla="*/ 383136 h 6858000"/>
              <a:gd name="connsiteX763" fmla="*/ 3624562 w 7467600"/>
              <a:gd name="connsiteY763" fmla="*/ 367041 h 6858000"/>
              <a:gd name="connsiteX764" fmla="*/ 3489712 w 7467600"/>
              <a:gd name="connsiteY764" fmla="*/ 485386 h 6858000"/>
              <a:gd name="connsiteX765" fmla="*/ 3182994 w 7467600"/>
              <a:gd name="connsiteY765" fmla="*/ 828265 h 6858000"/>
              <a:gd name="connsiteX766" fmla="*/ 2892114 w 7467600"/>
              <a:gd name="connsiteY766" fmla="*/ 1172635 h 6858000"/>
              <a:gd name="connsiteX767" fmla="*/ 3021459 w 7467600"/>
              <a:gd name="connsiteY767" fmla="*/ 1035385 h 6858000"/>
              <a:gd name="connsiteX768" fmla="*/ 3153873 w 7467600"/>
              <a:gd name="connsiteY768" fmla="*/ 898971 h 6858000"/>
              <a:gd name="connsiteX769" fmla="*/ 3276511 w 7467600"/>
              <a:gd name="connsiteY769" fmla="*/ 786423 h 6858000"/>
              <a:gd name="connsiteX770" fmla="*/ 3584154 w 7467600"/>
              <a:gd name="connsiteY770" fmla="*/ 448218 h 6858000"/>
              <a:gd name="connsiteX771" fmla="*/ 3624562 w 7467600"/>
              <a:gd name="connsiteY771" fmla="*/ 367041 h 6858000"/>
              <a:gd name="connsiteX772" fmla="*/ 3766672 w 7467600"/>
              <a:gd name="connsiteY772" fmla="*/ 359429 h 6858000"/>
              <a:gd name="connsiteX773" fmla="*/ 3996338 w 7467600"/>
              <a:gd name="connsiteY773" fmla="*/ 968237 h 6858000"/>
              <a:gd name="connsiteX774" fmla="*/ 3766672 w 7467600"/>
              <a:gd name="connsiteY774" fmla="*/ 359429 h 6858000"/>
              <a:gd name="connsiteX775" fmla="*/ 5805386 w 7467600"/>
              <a:gd name="connsiteY775" fmla="*/ 239240 h 6858000"/>
              <a:gd name="connsiteX776" fmla="*/ 5736947 w 7467600"/>
              <a:gd name="connsiteY776" fmla="*/ 261367 h 6858000"/>
              <a:gd name="connsiteX777" fmla="*/ 5427012 w 7467600"/>
              <a:gd name="connsiteY777" fmla="*/ 311272 h 6858000"/>
              <a:gd name="connsiteX778" fmla="*/ 5147818 w 7467600"/>
              <a:gd name="connsiteY778" fmla="*/ 322112 h 6858000"/>
              <a:gd name="connsiteX779" fmla="*/ 5060854 w 7467600"/>
              <a:gd name="connsiteY779" fmla="*/ 311882 h 6858000"/>
              <a:gd name="connsiteX780" fmla="*/ 4945989 w 7467600"/>
              <a:gd name="connsiteY780" fmla="*/ 300516 h 6858000"/>
              <a:gd name="connsiteX781" fmla="*/ 5410479 w 7467600"/>
              <a:gd name="connsiteY781" fmla="*/ 348434 h 6858000"/>
              <a:gd name="connsiteX782" fmla="*/ 5805386 w 7467600"/>
              <a:gd name="connsiteY782" fmla="*/ 239240 h 6858000"/>
              <a:gd name="connsiteX783" fmla="*/ 5905192 w 7467600"/>
              <a:gd name="connsiteY783" fmla="*/ 163079 h 6858000"/>
              <a:gd name="connsiteX784" fmla="*/ 5865655 w 7467600"/>
              <a:gd name="connsiteY784" fmla="*/ 171901 h 6858000"/>
              <a:gd name="connsiteX785" fmla="*/ 5259740 w 7467600"/>
              <a:gd name="connsiteY785" fmla="*/ 257013 h 6858000"/>
              <a:gd name="connsiteX786" fmla="*/ 5208466 w 7467600"/>
              <a:gd name="connsiteY786" fmla="*/ 257550 h 6858000"/>
              <a:gd name="connsiteX787" fmla="*/ 4980204 w 7467600"/>
              <a:gd name="connsiteY787" fmla="*/ 271903 h 6858000"/>
              <a:gd name="connsiteX788" fmla="*/ 5068068 w 7467600"/>
              <a:gd name="connsiteY788" fmla="*/ 282244 h 6858000"/>
              <a:gd name="connsiteX789" fmla="*/ 5153231 w 7467600"/>
              <a:gd name="connsiteY789" fmla="*/ 292240 h 6858000"/>
              <a:gd name="connsiteX790" fmla="*/ 5426491 w 7467600"/>
              <a:gd name="connsiteY790" fmla="*/ 281128 h 6858000"/>
              <a:gd name="connsiteX791" fmla="*/ 5731212 w 7467600"/>
              <a:gd name="connsiteY791" fmla="*/ 231951 h 6858000"/>
              <a:gd name="connsiteX792" fmla="*/ 5905192 w 7467600"/>
              <a:gd name="connsiteY792" fmla="*/ 163079 h 6858000"/>
              <a:gd name="connsiteX793" fmla="*/ 5944437 w 7467600"/>
              <a:gd name="connsiteY793" fmla="*/ 113829 h 6858000"/>
              <a:gd name="connsiteX794" fmla="*/ 5825032 w 7467600"/>
              <a:gd name="connsiteY794" fmla="*/ 146405 h 6858000"/>
              <a:gd name="connsiteX795" fmla="*/ 4955599 w 7467600"/>
              <a:gd name="connsiteY795" fmla="*/ 247008 h 6858000"/>
              <a:gd name="connsiteX796" fmla="*/ 5210104 w 7467600"/>
              <a:gd name="connsiteY796" fmla="*/ 228123 h 6858000"/>
              <a:gd name="connsiteX797" fmla="*/ 5261015 w 7467600"/>
              <a:gd name="connsiteY797" fmla="*/ 227087 h 6858000"/>
              <a:gd name="connsiteX798" fmla="*/ 5861181 w 7467600"/>
              <a:gd name="connsiteY798" fmla="*/ 143093 h 6858000"/>
              <a:gd name="connsiteX799" fmla="*/ 5961252 w 7467600"/>
              <a:gd name="connsiteY799" fmla="*/ 114820 h 6858000"/>
              <a:gd name="connsiteX800" fmla="*/ 5944437 w 7467600"/>
              <a:gd name="connsiteY800" fmla="*/ 113829 h 6858000"/>
              <a:gd name="connsiteX801" fmla="*/ 3882765 w 7467600"/>
              <a:gd name="connsiteY801" fmla="*/ 0 h 6858000"/>
              <a:gd name="connsiteX802" fmla="*/ 3995099 w 7467600"/>
              <a:gd name="connsiteY802" fmla="*/ 0 h 6858000"/>
              <a:gd name="connsiteX803" fmla="*/ 4163818 w 7467600"/>
              <a:gd name="connsiteY803" fmla="*/ 234104 h 6858000"/>
              <a:gd name="connsiteX804" fmla="*/ 4172099 w 7467600"/>
              <a:gd name="connsiteY804" fmla="*/ 234207 h 6858000"/>
              <a:gd name="connsiteX805" fmla="*/ 4784282 w 7467600"/>
              <a:gd name="connsiteY805" fmla="*/ 276561 h 6858000"/>
              <a:gd name="connsiteX806" fmla="*/ 4801687 w 7467600"/>
              <a:gd name="connsiteY806" fmla="*/ 267764 h 6858000"/>
              <a:gd name="connsiteX807" fmla="*/ 6082788 w 7467600"/>
              <a:gd name="connsiteY807" fmla="*/ 64119 h 6858000"/>
              <a:gd name="connsiteX808" fmla="*/ 6099442 w 7467600"/>
              <a:gd name="connsiteY808" fmla="*/ 82568 h 6858000"/>
              <a:gd name="connsiteX809" fmla="*/ 4804137 w 7467600"/>
              <a:gd name="connsiteY809" fmla="*/ 320931 h 6858000"/>
              <a:gd name="connsiteX810" fmla="*/ 4227047 w 7467600"/>
              <a:gd name="connsiteY810" fmla="*/ 313415 h 6858000"/>
              <a:gd name="connsiteX811" fmla="*/ 4346041 w 7467600"/>
              <a:gd name="connsiteY811" fmla="*/ 456086 h 6858000"/>
              <a:gd name="connsiteX812" fmla="*/ 4870967 w 7467600"/>
              <a:gd name="connsiteY812" fmla="*/ 963061 h 6858000"/>
              <a:gd name="connsiteX813" fmla="*/ 4889647 w 7467600"/>
              <a:gd name="connsiteY813" fmla="*/ 957147 h 6858000"/>
              <a:gd name="connsiteX814" fmla="*/ 5422504 w 7467600"/>
              <a:gd name="connsiteY814" fmla="*/ 805191 h 6858000"/>
              <a:gd name="connsiteX815" fmla="*/ 6087656 w 7467600"/>
              <a:gd name="connsiteY815" fmla="*/ 826703 h 6858000"/>
              <a:gd name="connsiteX816" fmla="*/ 6058717 w 7467600"/>
              <a:gd name="connsiteY816" fmla="*/ 865992 h 6858000"/>
              <a:gd name="connsiteX817" fmla="*/ 4974153 w 7467600"/>
              <a:gd name="connsiteY817" fmla="*/ 1045456 h 6858000"/>
              <a:gd name="connsiteX818" fmla="*/ 5627835 w 7467600"/>
              <a:gd name="connsiteY818" fmla="*/ 1472077 h 6858000"/>
              <a:gd name="connsiteX819" fmla="*/ 5629817 w 7467600"/>
              <a:gd name="connsiteY819" fmla="*/ 1471412 h 6858000"/>
              <a:gd name="connsiteX820" fmla="*/ 5634124 w 7467600"/>
              <a:gd name="connsiteY820" fmla="*/ 1470572 h 6858000"/>
              <a:gd name="connsiteX821" fmla="*/ 5755832 w 7467600"/>
              <a:gd name="connsiteY821" fmla="*/ 1383886 h 6858000"/>
              <a:gd name="connsiteX822" fmla="*/ 6014186 w 7467600"/>
              <a:gd name="connsiteY822" fmla="*/ 1279799 h 6858000"/>
              <a:gd name="connsiteX823" fmla="*/ 6901619 w 7467600"/>
              <a:gd name="connsiteY823" fmla="*/ 1047874 h 6858000"/>
              <a:gd name="connsiteX824" fmla="*/ 6931566 w 7467600"/>
              <a:gd name="connsiteY824" fmla="*/ 1062034 h 6858000"/>
              <a:gd name="connsiteX825" fmla="*/ 5790982 w 7467600"/>
              <a:gd name="connsiteY825" fmla="*/ 1561380 h 6858000"/>
              <a:gd name="connsiteX826" fmla="*/ 6188971 w 7467600"/>
              <a:gd name="connsiteY826" fmla="*/ 1755168 h 6858000"/>
              <a:gd name="connsiteX827" fmla="*/ 6202446 w 7467600"/>
              <a:gd name="connsiteY827" fmla="*/ 1752268 h 6858000"/>
              <a:gd name="connsiteX828" fmla="*/ 7179560 w 7467600"/>
              <a:gd name="connsiteY828" fmla="*/ 1467551 h 6858000"/>
              <a:gd name="connsiteX829" fmla="*/ 7158730 w 7467600"/>
              <a:gd name="connsiteY829" fmla="*/ 1507835 h 6858000"/>
              <a:gd name="connsiteX830" fmla="*/ 6326959 w 7467600"/>
              <a:gd name="connsiteY830" fmla="*/ 1817686 h 6858000"/>
              <a:gd name="connsiteX831" fmla="*/ 6537433 w 7467600"/>
              <a:gd name="connsiteY831" fmla="*/ 1907790 h 6858000"/>
              <a:gd name="connsiteX832" fmla="*/ 6550221 w 7467600"/>
              <a:gd name="connsiteY832" fmla="*/ 1910729 h 6858000"/>
              <a:gd name="connsiteX833" fmla="*/ 6964438 w 7467600"/>
              <a:gd name="connsiteY833" fmla="*/ 2209505 h 6858000"/>
              <a:gd name="connsiteX834" fmla="*/ 7367862 w 7467600"/>
              <a:gd name="connsiteY834" fmla="*/ 2806833 h 6858000"/>
              <a:gd name="connsiteX835" fmla="*/ 7364329 w 7467600"/>
              <a:gd name="connsiteY835" fmla="*/ 2826907 h 6858000"/>
              <a:gd name="connsiteX836" fmla="*/ 7290545 w 7467600"/>
              <a:gd name="connsiteY836" fmla="*/ 2850663 h 6858000"/>
              <a:gd name="connsiteX837" fmla="*/ 6472036 w 7467600"/>
              <a:gd name="connsiteY837" fmla="*/ 1959003 h 6858000"/>
              <a:gd name="connsiteX838" fmla="*/ 5792897 w 7467600"/>
              <a:gd name="connsiteY838" fmla="*/ 1647747 h 6858000"/>
              <a:gd name="connsiteX839" fmla="*/ 5842751 w 7467600"/>
              <a:gd name="connsiteY839" fmla="*/ 1816112 h 6858000"/>
              <a:gd name="connsiteX840" fmla="*/ 5847424 w 7467600"/>
              <a:gd name="connsiteY840" fmla="*/ 1815776 h 6858000"/>
              <a:gd name="connsiteX841" fmla="*/ 6399821 w 7467600"/>
              <a:gd name="connsiteY841" fmla="*/ 2344799 h 6858000"/>
              <a:gd name="connsiteX842" fmla="*/ 6323232 w 7467600"/>
              <a:gd name="connsiteY842" fmla="*/ 2389634 h 6858000"/>
              <a:gd name="connsiteX843" fmla="*/ 5942958 w 7467600"/>
              <a:gd name="connsiteY843" fmla="*/ 2077708 h 6858000"/>
              <a:gd name="connsiteX844" fmla="*/ 5921559 w 7467600"/>
              <a:gd name="connsiteY844" fmla="*/ 2378596 h 6858000"/>
              <a:gd name="connsiteX845" fmla="*/ 5817651 w 7467600"/>
              <a:gd name="connsiteY845" fmla="*/ 3023919 h 6858000"/>
              <a:gd name="connsiteX846" fmla="*/ 5729634 w 7467600"/>
              <a:gd name="connsiteY846" fmla="*/ 3051849 h 6858000"/>
              <a:gd name="connsiteX847" fmla="*/ 5611018 w 7467600"/>
              <a:gd name="connsiteY847" fmla="*/ 2316769 h 6858000"/>
              <a:gd name="connsiteX848" fmla="*/ 5687608 w 7467600"/>
              <a:gd name="connsiteY848" fmla="*/ 2039972 h 6858000"/>
              <a:gd name="connsiteX849" fmla="*/ 5657554 w 7467600"/>
              <a:gd name="connsiteY849" fmla="*/ 1576445 h 6858000"/>
              <a:gd name="connsiteX850" fmla="*/ 5150475 w 7467600"/>
              <a:gd name="connsiteY850" fmla="*/ 1274012 h 6858000"/>
              <a:gd name="connsiteX851" fmla="*/ 5349142 w 7467600"/>
              <a:gd name="connsiteY851" fmla="*/ 2204405 h 6858000"/>
              <a:gd name="connsiteX852" fmla="*/ 5262214 w 7467600"/>
              <a:gd name="connsiteY852" fmla="*/ 2233836 h 6858000"/>
              <a:gd name="connsiteX853" fmla="*/ 4981539 w 7467600"/>
              <a:gd name="connsiteY853" fmla="*/ 1542201 h 6858000"/>
              <a:gd name="connsiteX854" fmla="*/ 4958461 w 7467600"/>
              <a:gd name="connsiteY854" fmla="*/ 1136957 h 6858000"/>
              <a:gd name="connsiteX855" fmla="*/ 4655015 w 7467600"/>
              <a:gd name="connsiteY855" fmla="*/ 891426 h 6858000"/>
              <a:gd name="connsiteX856" fmla="*/ 4348002 w 7467600"/>
              <a:gd name="connsiteY856" fmla="*/ 2205895 h 6858000"/>
              <a:gd name="connsiteX857" fmla="*/ 4262250 w 7467600"/>
              <a:gd name="connsiteY857" fmla="*/ 2219972 h 6858000"/>
              <a:gd name="connsiteX858" fmla="*/ 4550611 w 7467600"/>
              <a:gd name="connsiteY858" fmla="*/ 817540 h 6858000"/>
              <a:gd name="connsiteX859" fmla="*/ 4564418 w 7467600"/>
              <a:gd name="connsiteY859" fmla="*/ 808293 h 6858000"/>
              <a:gd name="connsiteX860" fmla="*/ 4266388 w 7467600"/>
              <a:gd name="connsiteY860" fmla="*/ 500083 h 6858000"/>
              <a:gd name="connsiteX861" fmla="*/ 4032842 w 7467600"/>
              <a:gd name="connsiteY861" fmla="*/ 211809 h 6858000"/>
              <a:gd name="connsiteX862" fmla="*/ 3882765 w 7467600"/>
              <a:gd name="connsiteY862" fmla="*/ 0 h 6858000"/>
              <a:gd name="connsiteX863" fmla="*/ 3721337 w 7467600"/>
              <a:gd name="connsiteY863" fmla="*/ 0 h 6858000"/>
              <a:gd name="connsiteX864" fmla="*/ 3797544 w 7467600"/>
              <a:gd name="connsiteY864" fmla="*/ 0 h 6858000"/>
              <a:gd name="connsiteX865" fmla="*/ 3775734 w 7467600"/>
              <a:gd name="connsiteY865" fmla="*/ 95131 h 6858000"/>
              <a:gd name="connsiteX866" fmla="*/ 3724807 w 7467600"/>
              <a:gd name="connsiteY866" fmla="*/ 272257 h 6858000"/>
              <a:gd name="connsiteX867" fmla="*/ 3726844 w 7467600"/>
              <a:gd name="connsiteY867" fmla="*/ 282988 h 6858000"/>
              <a:gd name="connsiteX868" fmla="*/ 3742664 w 7467600"/>
              <a:gd name="connsiteY868" fmla="*/ 279918 h 6858000"/>
              <a:gd name="connsiteX869" fmla="*/ 4103910 w 7467600"/>
              <a:gd name="connsiteY869" fmla="*/ 1161917 h 6858000"/>
              <a:gd name="connsiteX870" fmla="*/ 4020269 w 7467600"/>
              <a:gd name="connsiteY870" fmla="*/ 1200406 h 6858000"/>
              <a:gd name="connsiteX871" fmla="*/ 3674882 w 7467600"/>
              <a:gd name="connsiteY871" fmla="*/ 488524 h 6858000"/>
              <a:gd name="connsiteX872" fmla="*/ 3132682 w 7467600"/>
              <a:gd name="connsiteY872" fmla="*/ 1072284 h 6858000"/>
              <a:gd name="connsiteX873" fmla="*/ 2716346 w 7467600"/>
              <a:gd name="connsiteY873" fmla="*/ 1276376 h 6858000"/>
              <a:gd name="connsiteX874" fmla="*/ 2716772 w 7467600"/>
              <a:gd name="connsiteY874" fmla="*/ 1255462 h 6858000"/>
              <a:gd name="connsiteX875" fmla="*/ 3471096 w 7467600"/>
              <a:gd name="connsiteY875" fmla="*/ 437072 h 6858000"/>
              <a:gd name="connsiteX876" fmla="*/ 3639057 w 7467600"/>
              <a:gd name="connsiteY876" fmla="*/ 286334 h 6858000"/>
              <a:gd name="connsiteX877" fmla="*/ 3640309 w 7467600"/>
              <a:gd name="connsiteY877" fmla="*/ 284664 h 6858000"/>
              <a:gd name="connsiteX878" fmla="*/ 3646022 w 7467600"/>
              <a:gd name="connsiteY878" fmla="*/ 276711 h 6858000"/>
              <a:gd name="connsiteX879" fmla="*/ 3707943 w 7467600"/>
              <a:gd name="connsiteY879" fmla="*/ 65958 h 6858000"/>
              <a:gd name="connsiteX880" fmla="*/ 3721337 w 7467600"/>
              <a:gd name="connsiteY880" fmla="*/ 0 h 6858000"/>
              <a:gd name="connsiteX881" fmla="*/ 2867960 w 7467600"/>
              <a:gd name="connsiteY881" fmla="*/ 0 h 6858000"/>
              <a:gd name="connsiteX882" fmla="*/ 2926351 w 7467600"/>
              <a:gd name="connsiteY882" fmla="*/ 0 h 6858000"/>
              <a:gd name="connsiteX883" fmla="*/ 2902823 w 7467600"/>
              <a:gd name="connsiteY883" fmla="*/ 262929 h 6858000"/>
              <a:gd name="connsiteX884" fmla="*/ 2940663 w 7467600"/>
              <a:gd name="connsiteY884" fmla="*/ 140884 h 6858000"/>
              <a:gd name="connsiteX885" fmla="*/ 2947039 w 7467600"/>
              <a:gd name="connsiteY885" fmla="*/ 122524 h 6858000"/>
              <a:gd name="connsiteX886" fmla="*/ 2984316 w 7467600"/>
              <a:gd name="connsiteY886" fmla="*/ 0 h 6858000"/>
              <a:gd name="connsiteX887" fmla="*/ 3016114 w 7467600"/>
              <a:gd name="connsiteY887" fmla="*/ 0 h 6858000"/>
              <a:gd name="connsiteX888" fmla="*/ 2979949 w 7467600"/>
              <a:gd name="connsiteY888" fmla="*/ 119274 h 6858000"/>
              <a:gd name="connsiteX889" fmla="*/ 3023879 w 7467600"/>
              <a:gd name="connsiteY889" fmla="*/ 0 h 6858000"/>
              <a:gd name="connsiteX890" fmla="*/ 3105400 w 7467600"/>
              <a:gd name="connsiteY890" fmla="*/ 0 h 6858000"/>
              <a:gd name="connsiteX891" fmla="*/ 3094669 w 7467600"/>
              <a:gd name="connsiteY891" fmla="*/ 30308 h 6858000"/>
              <a:gd name="connsiteX892" fmla="*/ 2901945 w 7467600"/>
              <a:gd name="connsiteY892" fmla="*/ 466538 h 6858000"/>
              <a:gd name="connsiteX893" fmla="*/ 2815209 w 7467600"/>
              <a:gd name="connsiteY893" fmla="*/ 497361 h 6858000"/>
              <a:gd name="connsiteX894" fmla="*/ 2844845 w 7467600"/>
              <a:gd name="connsiteY894" fmla="*/ 127638 h 6858000"/>
              <a:gd name="connsiteX895" fmla="*/ 2867960 w 7467600"/>
              <a:gd name="connsiteY895" fmla="*/ 0 h 6858000"/>
              <a:gd name="connsiteX896" fmla="*/ 1057230 w 7467600"/>
              <a:gd name="connsiteY896" fmla="*/ 0 h 6858000"/>
              <a:gd name="connsiteX897" fmla="*/ 1111003 w 7467600"/>
              <a:gd name="connsiteY897" fmla="*/ 0 h 6858000"/>
              <a:gd name="connsiteX898" fmla="*/ 1125553 w 7467600"/>
              <a:gd name="connsiteY898" fmla="*/ 52588 h 6858000"/>
              <a:gd name="connsiteX899" fmla="*/ 1304276 w 7467600"/>
              <a:gd name="connsiteY899" fmla="*/ 476275 h 6858000"/>
              <a:gd name="connsiteX900" fmla="*/ 1492066 w 7467600"/>
              <a:gd name="connsiteY900" fmla="*/ 886333 h 6858000"/>
              <a:gd name="connsiteX901" fmla="*/ 1423698 w 7467600"/>
              <a:gd name="connsiteY901" fmla="*/ 710817 h 6858000"/>
              <a:gd name="connsiteX902" fmla="*/ 1357609 w 7467600"/>
              <a:gd name="connsiteY902" fmla="*/ 532892 h 6858000"/>
              <a:gd name="connsiteX903" fmla="*/ 1309550 w 7467600"/>
              <a:gd name="connsiteY903" fmla="*/ 374031 h 6858000"/>
              <a:gd name="connsiteX904" fmla="*/ 1193673 w 7467600"/>
              <a:gd name="connsiteY904" fmla="*/ 49533 h 6858000"/>
              <a:gd name="connsiteX905" fmla="*/ 1164391 w 7467600"/>
              <a:gd name="connsiteY905" fmla="*/ 0 h 6858000"/>
              <a:gd name="connsiteX906" fmla="*/ 1200666 w 7467600"/>
              <a:gd name="connsiteY906" fmla="*/ 0 h 6858000"/>
              <a:gd name="connsiteX907" fmla="*/ 1223408 w 7467600"/>
              <a:gd name="connsiteY907" fmla="*/ 38996 h 6858000"/>
              <a:gd name="connsiteX908" fmla="*/ 1339635 w 7467600"/>
              <a:gd name="connsiteY908" fmla="*/ 365517 h 6858000"/>
              <a:gd name="connsiteX909" fmla="*/ 1387469 w 7467600"/>
              <a:gd name="connsiteY909" fmla="*/ 523079 h 6858000"/>
              <a:gd name="connsiteX910" fmla="*/ 1452685 w 7467600"/>
              <a:gd name="connsiteY910" fmla="*/ 699806 h 6858000"/>
              <a:gd name="connsiteX911" fmla="*/ 1492092 w 7467600"/>
              <a:gd name="connsiteY911" fmla="*/ 800424 h 6858000"/>
              <a:gd name="connsiteX912" fmla="*/ 1455302 w 7467600"/>
              <a:gd name="connsiteY912" fmla="*/ 632913 h 6858000"/>
              <a:gd name="connsiteX913" fmla="*/ 1222336 w 7467600"/>
              <a:gd name="connsiteY913" fmla="*/ 9480 h 6858000"/>
              <a:gd name="connsiteX914" fmla="*/ 1214634 w 7467600"/>
              <a:gd name="connsiteY914" fmla="*/ 0 h 6858000"/>
              <a:gd name="connsiteX915" fmla="*/ 1289827 w 7467600"/>
              <a:gd name="connsiteY915" fmla="*/ 0 h 6858000"/>
              <a:gd name="connsiteX916" fmla="*/ 1321076 w 7467600"/>
              <a:gd name="connsiteY916" fmla="*/ 59722 h 6858000"/>
              <a:gd name="connsiteX917" fmla="*/ 1512579 w 7467600"/>
              <a:gd name="connsiteY917" fmla="*/ 626441 h 6858000"/>
              <a:gd name="connsiteX918" fmla="*/ 1506076 w 7467600"/>
              <a:gd name="connsiteY918" fmla="*/ 1089289 h 6858000"/>
              <a:gd name="connsiteX919" fmla="*/ 1486346 w 7467600"/>
              <a:gd name="connsiteY919" fmla="*/ 1079919 h 6858000"/>
              <a:gd name="connsiteX920" fmla="*/ 1070511 w 7467600"/>
              <a:gd name="connsiteY920" fmla="*/ 48609 h 6858000"/>
              <a:gd name="connsiteX921" fmla="*/ 1057230 w 7467600"/>
              <a:gd name="connsiteY921" fmla="*/ 0 h 6858000"/>
              <a:gd name="connsiteX922" fmla="*/ 43151 w 7467600"/>
              <a:gd name="connsiteY922" fmla="*/ 0 h 6858000"/>
              <a:gd name="connsiteX923" fmla="*/ 95283 w 7467600"/>
              <a:gd name="connsiteY923" fmla="*/ 0 h 6858000"/>
              <a:gd name="connsiteX924" fmla="*/ 300708 w 7467600"/>
              <a:gd name="connsiteY924" fmla="*/ 154571 h 6858000"/>
              <a:gd name="connsiteX925" fmla="*/ 530414 w 7467600"/>
              <a:gd name="connsiteY925" fmla="*/ 354673 h 6858000"/>
              <a:gd name="connsiteX926" fmla="*/ 333785 w 7467600"/>
              <a:gd name="connsiteY926" fmla="*/ 161564 h 6858000"/>
              <a:gd name="connsiteX927" fmla="*/ 147005 w 7467600"/>
              <a:gd name="connsiteY927" fmla="*/ 0 h 6858000"/>
              <a:gd name="connsiteX928" fmla="*/ 272509 w 7467600"/>
              <a:gd name="connsiteY928" fmla="*/ 0 h 6858000"/>
              <a:gd name="connsiteX929" fmla="*/ 326276 w 7467600"/>
              <a:gd name="connsiteY929" fmla="*/ 45847 h 6858000"/>
              <a:gd name="connsiteX930" fmla="*/ 823759 w 7467600"/>
              <a:gd name="connsiteY930" fmla="*/ 574145 h 6858000"/>
              <a:gd name="connsiteX931" fmla="*/ 811254 w 7467600"/>
              <a:gd name="connsiteY931" fmla="*/ 665546 h 6858000"/>
              <a:gd name="connsiteX932" fmla="*/ 154042 w 7467600"/>
              <a:gd name="connsiteY932" fmla="*/ 261522 h 6858000"/>
              <a:gd name="connsiteX933" fmla="*/ 13550 w 7467600"/>
              <a:gd name="connsiteY933" fmla="*/ 158423 h 6858000"/>
              <a:gd name="connsiteX934" fmla="*/ 0 w 7467600"/>
              <a:gd name="connsiteY934" fmla="*/ 146618 h 6858000"/>
              <a:gd name="connsiteX935" fmla="*/ 0 w 7467600"/>
              <a:gd name="connsiteY935" fmla="*/ 59161 h 6858000"/>
              <a:gd name="connsiteX936" fmla="*/ 45427 w 7467600"/>
              <a:gd name="connsiteY936" fmla="*/ 101078 h 6858000"/>
              <a:gd name="connsiteX937" fmla="*/ 630103 w 7467600"/>
              <a:gd name="connsiteY937" fmla="*/ 485885 h 6858000"/>
              <a:gd name="connsiteX938" fmla="*/ 532040 w 7467600"/>
              <a:gd name="connsiteY938" fmla="*/ 399359 h 6858000"/>
              <a:gd name="connsiteX939" fmla="*/ 517618 w 7467600"/>
              <a:gd name="connsiteY939" fmla="*/ 385726 h 6858000"/>
              <a:gd name="connsiteX940" fmla="*/ 285074 w 7467600"/>
              <a:gd name="connsiteY940" fmla="*/ 182755 h 6858000"/>
              <a:gd name="connsiteX941" fmla="*/ 43151 w 7467600"/>
              <a:gd name="connsiteY94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289862 w 7467600"/>
              <a:gd name="connsiteY8" fmla="*/ 6659827 h 6858000"/>
              <a:gd name="connsiteX9" fmla="*/ 1019354 w 7467600"/>
              <a:gd name="connsiteY9" fmla="*/ 6315006 h 6858000"/>
              <a:gd name="connsiteX10" fmla="*/ 441046 w 7467600"/>
              <a:gd name="connsiteY10" fmla="*/ 6691153 h 6858000"/>
              <a:gd name="connsiteX11" fmla="*/ 1019354 w 7467600"/>
              <a:gd name="connsiteY11" fmla="*/ 6315006 h 6858000"/>
              <a:gd name="connsiteX12" fmla="*/ 991680 w 7467600"/>
              <a:gd name="connsiteY12" fmla="*/ 6298413 h 6858000"/>
              <a:gd name="connsiteX13" fmla="*/ 409060 w 7467600"/>
              <a:gd name="connsiteY13" fmla="*/ 6671470 h 6858000"/>
              <a:gd name="connsiteX14" fmla="*/ 991680 w 7467600"/>
              <a:gd name="connsiteY14" fmla="*/ 6298413 h 6858000"/>
              <a:gd name="connsiteX15" fmla="*/ 103333 w 7467600"/>
              <a:gd name="connsiteY15" fmla="*/ 5699602 h 6858000"/>
              <a:gd name="connsiteX16" fmla="*/ 233938 w 7467600"/>
              <a:gd name="connsiteY16" fmla="*/ 5809416 h 6858000"/>
              <a:gd name="connsiteX17" fmla="*/ 883580 w 7467600"/>
              <a:gd name="connsiteY17" fmla="*/ 6180710 h 6858000"/>
              <a:gd name="connsiteX18" fmla="*/ 487337 w 7467600"/>
              <a:gd name="connsiteY18" fmla="*/ 5950182 h 6858000"/>
              <a:gd name="connsiteX19" fmla="*/ 354051 w 7467600"/>
              <a:gd name="connsiteY19" fmla="*/ 5854912 h 6858000"/>
              <a:gd name="connsiteX20" fmla="*/ 195436 w 7467600"/>
              <a:gd name="connsiteY20" fmla="*/ 5755068 h 6858000"/>
              <a:gd name="connsiteX21" fmla="*/ 103333 w 7467600"/>
              <a:gd name="connsiteY21" fmla="*/ 5699602 h 6858000"/>
              <a:gd name="connsiteX22" fmla="*/ 5539432 w 7467600"/>
              <a:gd name="connsiteY22" fmla="*/ 5642928 h 6858000"/>
              <a:gd name="connsiteX23" fmla="*/ 5555462 w 7467600"/>
              <a:gd name="connsiteY23" fmla="*/ 5694454 h 6858000"/>
              <a:gd name="connsiteX24" fmla="*/ 5828270 w 7467600"/>
              <a:gd name="connsiteY24" fmla="*/ 6320663 h 6858000"/>
              <a:gd name="connsiteX25" fmla="*/ 5947416 w 7467600"/>
              <a:gd name="connsiteY25" fmla="*/ 6574846 h 6858000"/>
              <a:gd name="connsiteX26" fmla="*/ 5539432 w 7467600"/>
              <a:gd name="connsiteY26" fmla="*/ 5642928 h 6858000"/>
              <a:gd name="connsiteX27" fmla="*/ 51253 w 7467600"/>
              <a:gd name="connsiteY27" fmla="*/ 5631825 h 6858000"/>
              <a:gd name="connsiteX28" fmla="*/ 211622 w 7467600"/>
              <a:gd name="connsiteY28" fmla="*/ 5728803 h 6858000"/>
              <a:gd name="connsiteX29" fmla="*/ 371652 w 7467600"/>
              <a:gd name="connsiteY29" fmla="*/ 5829062 h 6858000"/>
              <a:gd name="connsiteX30" fmla="*/ 505903 w 7467600"/>
              <a:gd name="connsiteY30" fmla="*/ 5925221 h 6858000"/>
              <a:gd name="connsiteX31" fmla="*/ 899240 w 7467600"/>
              <a:gd name="connsiteY31" fmla="*/ 6153068 h 6858000"/>
              <a:gd name="connsiteX32" fmla="*/ 988114 w 7467600"/>
              <a:gd name="connsiteY32" fmla="*/ 6174204 h 6858000"/>
              <a:gd name="connsiteX33" fmla="*/ 845971 w 7467600"/>
              <a:gd name="connsiteY33" fmla="*/ 6067177 h 6858000"/>
              <a:gd name="connsiteX34" fmla="*/ 448057 w 7467600"/>
              <a:gd name="connsiteY34" fmla="*/ 5841376 h 6858000"/>
              <a:gd name="connsiteX35" fmla="*/ 51253 w 7467600"/>
              <a:gd name="connsiteY35" fmla="*/ 5631825 h 6858000"/>
              <a:gd name="connsiteX36" fmla="*/ 2606687 w 7467600"/>
              <a:gd name="connsiteY36" fmla="*/ 5630718 h 6858000"/>
              <a:gd name="connsiteX37" fmla="*/ 2645658 w 7467600"/>
              <a:gd name="connsiteY37" fmla="*/ 6640259 h 6858000"/>
              <a:gd name="connsiteX38" fmla="*/ 2606687 w 7467600"/>
              <a:gd name="connsiteY38" fmla="*/ 5630718 h 6858000"/>
              <a:gd name="connsiteX39" fmla="*/ 3642057 w 7467600"/>
              <a:gd name="connsiteY39" fmla="*/ 5573487 h 6858000"/>
              <a:gd name="connsiteX40" fmla="*/ 3632981 w 7467600"/>
              <a:gd name="connsiteY40" fmla="*/ 5579437 h 6858000"/>
              <a:gd name="connsiteX41" fmla="*/ 3382436 w 7467600"/>
              <a:gd name="connsiteY41" fmla="*/ 5952726 h 6858000"/>
              <a:gd name="connsiteX42" fmla="*/ 3191929 w 7467600"/>
              <a:gd name="connsiteY42" fmla="*/ 6662669 h 6858000"/>
              <a:gd name="connsiteX43" fmla="*/ 3369898 w 7467600"/>
              <a:gd name="connsiteY43" fmla="*/ 6081771 h 6858000"/>
              <a:gd name="connsiteX44" fmla="*/ 3642057 w 7467600"/>
              <a:gd name="connsiteY44" fmla="*/ 5573487 h 6858000"/>
              <a:gd name="connsiteX45" fmla="*/ 2650666 w 7467600"/>
              <a:gd name="connsiteY45" fmla="*/ 5530686 h 6858000"/>
              <a:gd name="connsiteX46" fmla="*/ 2650249 w 7467600"/>
              <a:gd name="connsiteY46" fmla="*/ 5532101 h 6858000"/>
              <a:gd name="connsiteX47" fmla="*/ 2663808 w 7467600"/>
              <a:gd name="connsiteY47" fmla="*/ 6535215 h 6858000"/>
              <a:gd name="connsiteX48" fmla="*/ 2665418 w 7467600"/>
              <a:gd name="connsiteY48" fmla="*/ 6132756 h 6858000"/>
              <a:gd name="connsiteX49" fmla="*/ 2650666 w 7467600"/>
              <a:gd name="connsiteY49" fmla="*/ 5530686 h 6858000"/>
              <a:gd name="connsiteX50" fmla="*/ 2680277 w 7467600"/>
              <a:gd name="connsiteY50" fmla="*/ 5479204 h 6858000"/>
              <a:gd name="connsiteX51" fmla="*/ 2678972 w 7467600"/>
              <a:gd name="connsiteY51" fmla="*/ 5481582 h 6858000"/>
              <a:gd name="connsiteX52" fmla="*/ 2696666 w 7467600"/>
              <a:gd name="connsiteY52" fmla="*/ 6133836 h 6858000"/>
              <a:gd name="connsiteX53" fmla="*/ 2695769 w 7467600"/>
              <a:gd name="connsiteY53" fmla="*/ 6390955 h 6858000"/>
              <a:gd name="connsiteX54" fmla="*/ 2739893 w 7467600"/>
              <a:gd name="connsiteY54" fmla="*/ 6108357 h 6858000"/>
              <a:gd name="connsiteX55" fmla="*/ 2680277 w 7467600"/>
              <a:gd name="connsiteY55" fmla="*/ 5479204 h 6858000"/>
              <a:gd name="connsiteX56" fmla="*/ 1132195 w 7467600"/>
              <a:gd name="connsiteY56" fmla="*/ 5467980 h 6858000"/>
              <a:gd name="connsiteX57" fmla="*/ 1679056 w 7467600"/>
              <a:gd name="connsiteY57" fmla="*/ 5516907 h 6858000"/>
              <a:gd name="connsiteX58" fmla="*/ 2128648 w 7467600"/>
              <a:gd name="connsiteY58" fmla="*/ 5474249 h 6858000"/>
              <a:gd name="connsiteX59" fmla="*/ 1825619 w 7467600"/>
              <a:gd name="connsiteY59" fmla="*/ 5478447 h 6858000"/>
              <a:gd name="connsiteX60" fmla="*/ 1737798 w 7467600"/>
              <a:gd name="connsiteY60" fmla="*/ 5483353 h 6858000"/>
              <a:gd name="connsiteX61" fmla="*/ 1132195 w 7467600"/>
              <a:gd name="connsiteY61" fmla="*/ 5467980 h 6858000"/>
              <a:gd name="connsiteX62" fmla="*/ 1456157 w 7467600"/>
              <a:gd name="connsiteY62" fmla="*/ 5371404 h 6858000"/>
              <a:gd name="connsiteX63" fmla="*/ 1244432 w 7467600"/>
              <a:gd name="connsiteY63" fmla="*/ 5385601 h 6858000"/>
              <a:gd name="connsiteX64" fmla="*/ 973990 w 7467600"/>
              <a:gd name="connsiteY64" fmla="*/ 5424940 h 6858000"/>
              <a:gd name="connsiteX65" fmla="*/ 1103809 w 7467600"/>
              <a:gd name="connsiteY65" fmla="*/ 5433720 h 6858000"/>
              <a:gd name="connsiteX66" fmla="*/ 1123454 w 7467600"/>
              <a:gd name="connsiteY66" fmla="*/ 5435727 h 6858000"/>
              <a:gd name="connsiteX67" fmla="*/ 1737017 w 7467600"/>
              <a:gd name="connsiteY67" fmla="*/ 5452183 h 6858000"/>
              <a:gd name="connsiteX68" fmla="*/ 1824397 w 7467600"/>
              <a:gd name="connsiteY68" fmla="*/ 5447757 h 6858000"/>
              <a:gd name="connsiteX69" fmla="*/ 2070059 w 7467600"/>
              <a:gd name="connsiteY69" fmla="*/ 5441660 h 6858000"/>
              <a:gd name="connsiteX70" fmla="*/ 1456157 w 7467600"/>
              <a:gd name="connsiteY70" fmla="*/ 5371404 h 6858000"/>
              <a:gd name="connsiteX71" fmla="*/ 4988186 w 7467600"/>
              <a:gd name="connsiteY71" fmla="*/ 5216467 h 6858000"/>
              <a:gd name="connsiteX72" fmla="*/ 4777334 w 7467600"/>
              <a:gd name="connsiteY72" fmla="*/ 5406072 h 6858000"/>
              <a:gd name="connsiteX73" fmla="*/ 4718341 w 7467600"/>
              <a:gd name="connsiteY73" fmla="*/ 5468043 h 6858000"/>
              <a:gd name="connsiteX74" fmla="*/ 4604655 w 7467600"/>
              <a:gd name="connsiteY74" fmla="*/ 5583434 h 6858000"/>
              <a:gd name="connsiteX75" fmla="*/ 4565074 w 7467600"/>
              <a:gd name="connsiteY75" fmla="*/ 5618550 h 6858000"/>
              <a:gd name="connsiteX76" fmla="*/ 4988186 w 7467600"/>
              <a:gd name="connsiteY76" fmla="*/ 5216467 h 6858000"/>
              <a:gd name="connsiteX77" fmla="*/ 4978032 w 7467600"/>
              <a:gd name="connsiteY77" fmla="*/ 5183809 h 6858000"/>
              <a:gd name="connsiteX78" fmla="*/ 4463413 w 7467600"/>
              <a:gd name="connsiteY78" fmla="*/ 5615162 h 6858000"/>
              <a:gd name="connsiteX79" fmla="*/ 4358134 w 7467600"/>
              <a:gd name="connsiteY79" fmla="*/ 5742791 h 6858000"/>
              <a:gd name="connsiteX80" fmla="*/ 4376219 w 7467600"/>
              <a:gd name="connsiteY80" fmla="*/ 5729027 h 6858000"/>
              <a:gd name="connsiteX81" fmla="*/ 4582340 w 7467600"/>
              <a:gd name="connsiteY81" fmla="*/ 5561037 h 6858000"/>
              <a:gd name="connsiteX82" fmla="*/ 4694684 w 7467600"/>
              <a:gd name="connsiteY82" fmla="*/ 5447098 h 6858000"/>
              <a:gd name="connsiteX83" fmla="*/ 4754123 w 7467600"/>
              <a:gd name="connsiteY83" fmla="*/ 5384643 h 6858000"/>
              <a:gd name="connsiteX84" fmla="*/ 4978032 w 7467600"/>
              <a:gd name="connsiteY84" fmla="*/ 5183809 h 6858000"/>
              <a:gd name="connsiteX85" fmla="*/ 1903353 w 7467600"/>
              <a:gd name="connsiteY85" fmla="*/ 5044827 h 6858000"/>
              <a:gd name="connsiteX86" fmla="*/ 1936931 w 7467600"/>
              <a:gd name="connsiteY86" fmla="*/ 5093954 h 6858000"/>
              <a:gd name="connsiteX87" fmla="*/ 2195868 w 7467600"/>
              <a:gd name="connsiteY87" fmla="*/ 5396574 h 6858000"/>
              <a:gd name="connsiteX88" fmla="*/ 2088852 w 7467600"/>
              <a:gd name="connsiteY88" fmla="*/ 5166123 h 6858000"/>
              <a:gd name="connsiteX89" fmla="*/ 1958241 w 7467600"/>
              <a:gd name="connsiteY89" fmla="*/ 5067955 h 6858000"/>
              <a:gd name="connsiteX90" fmla="*/ 1903353 w 7467600"/>
              <a:gd name="connsiteY90" fmla="*/ 5044827 h 6858000"/>
              <a:gd name="connsiteX91" fmla="*/ 1979378 w 7467600"/>
              <a:gd name="connsiteY91" fmla="*/ 4769504 h 6858000"/>
              <a:gd name="connsiteX92" fmla="*/ 2882120 w 7467600"/>
              <a:gd name="connsiteY92" fmla="*/ 5064547 h 6858000"/>
              <a:gd name="connsiteX93" fmla="*/ 2793103 w 7467600"/>
              <a:gd name="connsiteY93" fmla="*/ 5039699 h 6858000"/>
              <a:gd name="connsiteX94" fmla="*/ 2770041 w 7467600"/>
              <a:gd name="connsiteY94" fmla="*/ 5033634 h 6858000"/>
              <a:gd name="connsiteX95" fmla="*/ 1979378 w 7467600"/>
              <a:gd name="connsiteY95" fmla="*/ 4769504 h 6858000"/>
              <a:gd name="connsiteX96" fmla="*/ 1927410 w 7467600"/>
              <a:gd name="connsiteY96" fmla="*/ 4716164 h 6858000"/>
              <a:gd name="connsiteX97" fmla="*/ 1959587 w 7467600"/>
              <a:gd name="connsiteY97" fmla="*/ 4728849 h 6858000"/>
              <a:gd name="connsiteX98" fmla="*/ 2777707 w 7467600"/>
              <a:gd name="connsiteY98" fmla="*/ 5003991 h 6858000"/>
              <a:gd name="connsiteX99" fmla="*/ 2800768 w 7467600"/>
              <a:gd name="connsiteY99" fmla="*/ 5010056 h 6858000"/>
              <a:gd name="connsiteX100" fmla="*/ 2879408 w 7467600"/>
              <a:gd name="connsiteY100" fmla="*/ 5031590 h 6858000"/>
              <a:gd name="connsiteX101" fmla="*/ 2862295 w 7467600"/>
              <a:gd name="connsiteY101" fmla="*/ 5022958 h 6858000"/>
              <a:gd name="connsiteX102" fmla="*/ 2813343 w 7467600"/>
              <a:gd name="connsiteY102" fmla="*/ 4998369 h 6858000"/>
              <a:gd name="connsiteX103" fmla="*/ 2646245 w 7467600"/>
              <a:gd name="connsiteY103" fmla="*/ 4930999 h 6858000"/>
              <a:gd name="connsiteX104" fmla="*/ 1999243 w 7467600"/>
              <a:gd name="connsiteY104" fmla="*/ 4730524 h 6858000"/>
              <a:gd name="connsiteX105" fmla="*/ 1979527 w 7467600"/>
              <a:gd name="connsiteY105" fmla="*/ 4726651 h 6858000"/>
              <a:gd name="connsiteX106" fmla="*/ 1927410 w 7467600"/>
              <a:gd name="connsiteY106" fmla="*/ 4716164 h 6858000"/>
              <a:gd name="connsiteX107" fmla="*/ 1997014 w 7467600"/>
              <a:gd name="connsiteY107" fmla="*/ 4698007 h 6858000"/>
              <a:gd name="connsiteX108" fmla="*/ 2005458 w 7467600"/>
              <a:gd name="connsiteY108" fmla="*/ 4699540 h 6858000"/>
              <a:gd name="connsiteX109" fmla="*/ 2657186 w 7467600"/>
              <a:gd name="connsiteY109" fmla="*/ 4901687 h 6858000"/>
              <a:gd name="connsiteX110" fmla="*/ 2826662 w 7467600"/>
              <a:gd name="connsiteY110" fmla="*/ 4970362 h 6858000"/>
              <a:gd name="connsiteX111" fmla="*/ 2876100 w 7467600"/>
              <a:gd name="connsiteY111" fmla="*/ 4995397 h 6858000"/>
              <a:gd name="connsiteX112" fmla="*/ 3042600 w 7467600"/>
              <a:gd name="connsiteY112" fmla="*/ 5059532 h 6858000"/>
              <a:gd name="connsiteX113" fmla="*/ 1997014 w 7467600"/>
              <a:gd name="connsiteY113" fmla="*/ 4698007 h 6858000"/>
              <a:gd name="connsiteX114" fmla="*/ 2305292 w 7467600"/>
              <a:gd name="connsiteY114" fmla="*/ 4219492 h 6858000"/>
              <a:gd name="connsiteX115" fmla="*/ 3360922 w 7467600"/>
              <a:gd name="connsiteY115" fmla="*/ 4529373 h 6858000"/>
              <a:gd name="connsiteX116" fmla="*/ 3492420 w 7467600"/>
              <a:gd name="connsiteY116" fmla="*/ 4510145 h 6858000"/>
              <a:gd name="connsiteX117" fmla="*/ 3364086 w 7467600"/>
              <a:gd name="connsiteY117" fmla="*/ 4480340 h 6858000"/>
              <a:gd name="connsiteX118" fmla="*/ 3225818 w 7467600"/>
              <a:gd name="connsiteY118" fmla="*/ 4411822 h 6858000"/>
              <a:gd name="connsiteX119" fmla="*/ 3129696 w 7467600"/>
              <a:gd name="connsiteY119" fmla="*/ 4360704 h 6858000"/>
              <a:gd name="connsiteX120" fmla="*/ 2814545 w 7467600"/>
              <a:gd name="connsiteY120" fmla="*/ 4282955 h 6858000"/>
              <a:gd name="connsiteX121" fmla="*/ 2305292 w 7467600"/>
              <a:gd name="connsiteY121" fmla="*/ 4219492 h 6858000"/>
              <a:gd name="connsiteX122" fmla="*/ 2626982 w 7467600"/>
              <a:gd name="connsiteY122" fmla="*/ 4206450 h 6858000"/>
              <a:gd name="connsiteX123" fmla="*/ 2490617 w 7467600"/>
              <a:gd name="connsiteY123" fmla="*/ 4206951 h 6858000"/>
              <a:gd name="connsiteX124" fmla="*/ 2819869 w 7467600"/>
              <a:gd name="connsiteY124" fmla="*/ 4252936 h 6858000"/>
              <a:gd name="connsiteX125" fmla="*/ 3143018 w 7467600"/>
              <a:gd name="connsiteY125" fmla="*/ 4332698 h 6858000"/>
              <a:gd name="connsiteX126" fmla="*/ 3241520 w 7467600"/>
              <a:gd name="connsiteY126" fmla="*/ 4385112 h 6858000"/>
              <a:gd name="connsiteX127" fmla="*/ 3374575 w 7467600"/>
              <a:gd name="connsiteY127" fmla="*/ 4451517 h 6858000"/>
              <a:gd name="connsiteX128" fmla="*/ 3505221 w 7467600"/>
              <a:gd name="connsiteY128" fmla="*/ 4480757 h 6858000"/>
              <a:gd name="connsiteX129" fmla="*/ 2626982 w 7467600"/>
              <a:gd name="connsiteY129" fmla="*/ 4206450 h 6858000"/>
              <a:gd name="connsiteX130" fmla="*/ 1310106 w 7467600"/>
              <a:gd name="connsiteY130" fmla="*/ 3943217 h 6858000"/>
              <a:gd name="connsiteX131" fmla="*/ 854994 w 7467600"/>
              <a:gd name="connsiteY131" fmla="*/ 4399136 h 6858000"/>
              <a:gd name="connsiteX132" fmla="*/ 742462 w 7467600"/>
              <a:gd name="connsiteY132" fmla="*/ 4594648 h 6858000"/>
              <a:gd name="connsiteX133" fmla="*/ 820602 w 7467600"/>
              <a:gd name="connsiteY133" fmla="*/ 4485915 h 6858000"/>
              <a:gd name="connsiteX134" fmla="*/ 878295 w 7467600"/>
              <a:gd name="connsiteY134" fmla="*/ 4403594 h 6858000"/>
              <a:gd name="connsiteX135" fmla="*/ 1240607 w 7467600"/>
              <a:gd name="connsiteY135" fmla="*/ 4010401 h 6858000"/>
              <a:gd name="connsiteX136" fmla="*/ 1310106 w 7467600"/>
              <a:gd name="connsiteY136" fmla="*/ 3943217 h 6858000"/>
              <a:gd name="connsiteX137" fmla="*/ 1423113 w 7467600"/>
              <a:gd name="connsiteY137" fmla="*/ 3874565 h 6858000"/>
              <a:gd name="connsiteX138" fmla="*/ 1260565 w 7467600"/>
              <a:gd name="connsiteY138" fmla="*/ 4031982 h 6858000"/>
              <a:gd name="connsiteX139" fmla="*/ 901900 w 7467600"/>
              <a:gd name="connsiteY139" fmla="*/ 4421236 h 6858000"/>
              <a:gd name="connsiteX140" fmla="*/ 845044 w 7467600"/>
              <a:gd name="connsiteY140" fmla="*/ 4502436 h 6858000"/>
              <a:gd name="connsiteX141" fmla="*/ 685926 w 7467600"/>
              <a:gd name="connsiteY141" fmla="*/ 4703069 h 6858000"/>
              <a:gd name="connsiteX142" fmla="*/ 684248 w 7467600"/>
              <a:gd name="connsiteY142" fmla="*/ 4706721 h 6858000"/>
              <a:gd name="connsiteX143" fmla="*/ 1423113 w 7467600"/>
              <a:gd name="connsiteY143" fmla="*/ 3874565 h 6858000"/>
              <a:gd name="connsiteX144" fmla="*/ 3316479 w 7467600"/>
              <a:gd name="connsiteY144" fmla="*/ 3872136 h 6858000"/>
              <a:gd name="connsiteX145" fmla="*/ 3546806 w 7467600"/>
              <a:gd name="connsiteY145" fmla="*/ 4356139 h 6858000"/>
              <a:gd name="connsiteX146" fmla="*/ 3364433 w 7467600"/>
              <a:gd name="connsiteY146" fmla="*/ 3953121 h 6858000"/>
              <a:gd name="connsiteX147" fmla="*/ 3316479 w 7467600"/>
              <a:gd name="connsiteY147" fmla="*/ 3872136 h 6858000"/>
              <a:gd name="connsiteX148" fmla="*/ 3291335 w 7467600"/>
              <a:gd name="connsiteY148" fmla="*/ 3767420 h 6858000"/>
              <a:gd name="connsiteX149" fmla="*/ 3390805 w 7467600"/>
              <a:gd name="connsiteY149" fmla="*/ 3937163 h 6858000"/>
              <a:gd name="connsiteX150" fmla="*/ 3579062 w 7467600"/>
              <a:gd name="connsiteY150" fmla="*/ 4359040 h 6858000"/>
              <a:gd name="connsiteX151" fmla="*/ 3467355 w 7467600"/>
              <a:gd name="connsiteY151" fmla="*/ 3988130 h 6858000"/>
              <a:gd name="connsiteX152" fmla="*/ 3310753 w 7467600"/>
              <a:gd name="connsiteY152" fmla="*/ 3787140 h 6858000"/>
              <a:gd name="connsiteX153" fmla="*/ 3291335 w 7467600"/>
              <a:gd name="connsiteY153" fmla="*/ 3767420 h 6858000"/>
              <a:gd name="connsiteX154" fmla="*/ 1635889 w 7467600"/>
              <a:gd name="connsiteY154" fmla="*/ 3709494 h 6858000"/>
              <a:gd name="connsiteX155" fmla="*/ 1634800 w 7467600"/>
              <a:gd name="connsiteY155" fmla="*/ 3731111 h 6858000"/>
              <a:gd name="connsiteX156" fmla="*/ 1635889 w 7467600"/>
              <a:gd name="connsiteY156" fmla="*/ 3709494 h 6858000"/>
              <a:gd name="connsiteX157" fmla="*/ 1510397 w 7467600"/>
              <a:gd name="connsiteY157" fmla="*/ 3684705 h 6858000"/>
              <a:gd name="connsiteX158" fmla="*/ 1146550 w 7467600"/>
              <a:gd name="connsiteY158" fmla="*/ 3802012 h 6858000"/>
              <a:gd name="connsiteX159" fmla="*/ 698834 w 7467600"/>
              <a:gd name="connsiteY159" fmla="*/ 3952272 h 6858000"/>
              <a:gd name="connsiteX160" fmla="*/ 34256 w 7467600"/>
              <a:gd name="connsiteY160" fmla="*/ 4347603 h 6858000"/>
              <a:gd name="connsiteX161" fmla="*/ 527241 w 7467600"/>
              <a:gd name="connsiteY161" fmla="*/ 4065078 h 6858000"/>
              <a:gd name="connsiteX162" fmla="*/ 1510397 w 7467600"/>
              <a:gd name="connsiteY162" fmla="*/ 3684705 h 6858000"/>
              <a:gd name="connsiteX163" fmla="*/ 1313114 w 7467600"/>
              <a:gd name="connsiteY163" fmla="*/ 3655216 h 6858000"/>
              <a:gd name="connsiteX164" fmla="*/ 1109304 w 7467600"/>
              <a:gd name="connsiteY164" fmla="*/ 3669030 h 6858000"/>
              <a:gd name="connsiteX165" fmla="*/ 8129 w 7467600"/>
              <a:gd name="connsiteY165" fmla="*/ 4330519 h 6858000"/>
              <a:gd name="connsiteX166" fmla="*/ 687572 w 7467600"/>
              <a:gd name="connsiteY166" fmla="*/ 3925629 h 6858000"/>
              <a:gd name="connsiteX167" fmla="*/ 1138365 w 7467600"/>
              <a:gd name="connsiteY167" fmla="*/ 3774515 h 6858000"/>
              <a:gd name="connsiteX168" fmla="*/ 1505579 w 7467600"/>
              <a:gd name="connsiteY168" fmla="*/ 3655526 h 6858000"/>
              <a:gd name="connsiteX169" fmla="*/ 1313114 w 7467600"/>
              <a:gd name="connsiteY169" fmla="*/ 3655216 h 6858000"/>
              <a:gd name="connsiteX170" fmla="*/ 3655073 w 7467600"/>
              <a:gd name="connsiteY170" fmla="*/ 3650884 h 6858000"/>
              <a:gd name="connsiteX171" fmla="*/ 3989938 w 7467600"/>
              <a:gd name="connsiteY171" fmla="*/ 3991685 h 6858000"/>
              <a:gd name="connsiteX172" fmla="*/ 4393907 w 7467600"/>
              <a:gd name="connsiteY172" fmla="*/ 4261258 h 6858000"/>
              <a:gd name="connsiteX173" fmla="*/ 4648051 w 7467600"/>
              <a:gd name="connsiteY173" fmla="*/ 4374051 h 6858000"/>
              <a:gd name="connsiteX174" fmla="*/ 4383389 w 7467600"/>
              <a:gd name="connsiteY174" fmla="*/ 4184369 h 6858000"/>
              <a:gd name="connsiteX175" fmla="*/ 4165508 w 7467600"/>
              <a:gd name="connsiteY175" fmla="*/ 4035196 h 6858000"/>
              <a:gd name="connsiteX176" fmla="*/ 4068162 w 7467600"/>
              <a:gd name="connsiteY176" fmla="*/ 3953394 h 6858000"/>
              <a:gd name="connsiteX177" fmla="*/ 3981416 w 7467600"/>
              <a:gd name="connsiteY177" fmla="*/ 3880482 h 6858000"/>
              <a:gd name="connsiteX178" fmla="*/ 3800147 w 7467600"/>
              <a:gd name="connsiteY178" fmla="*/ 3749872 h 6858000"/>
              <a:gd name="connsiteX179" fmla="*/ 3655073 w 7467600"/>
              <a:gd name="connsiteY179" fmla="*/ 3650884 h 6858000"/>
              <a:gd name="connsiteX180" fmla="*/ 3670252 w 7467600"/>
              <a:gd name="connsiteY180" fmla="*/ 3622798 h 6858000"/>
              <a:gd name="connsiteX181" fmla="*/ 3817258 w 7467600"/>
              <a:gd name="connsiteY181" fmla="*/ 3723577 h 6858000"/>
              <a:gd name="connsiteX182" fmla="*/ 4000461 w 7467600"/>
              <a:gd name="connsiteY182" fmla="*/ 3855966 h 6858000"/>
              <a:gd name="connsiteX183" fmla="*/ 4088180 w 7467600"/>
              <a:gd name="connsiteY183" fmla="*/ 3929774 h 6858000"/>
              <a:gd name="connsiteX184" fmla="*/ 4184555 w 7467600"/>
              <a:gd name="connsiteY184" fmla="*/ 4010683 h 6858000"/>
              <a:gd name="connsiteX185" fmla="*/ 4399563 w 7467600"/>
              <a:gd name="connsiteY185" fmla="*/ 4158106 h 6858000"/>
              <a:gd name="connsiteX186" fmla="*/ 4684469 w 7467600"/>
              <a:gd name="connsiteY186" fmla="*/ 4364680 h 6858000"/>
              <a:gd name="connsiteX187" fmla="*/ 4690271 w 7467600"/>
              <a:gd name="connsiteY187" fmla="*/ 4370034 h 6858000"/>
              <a:gd name="connsiteX188" fmla="*/ 4136093 w 7467600"/>
              <a:gd name="connsiteY188" fmla="*/ 3858466 h 6858000"/>
              <a:gd name="connsiteX189" fmla="*/ 3670252 w 7467600"/>
              <a:gd name="connsiteY189" fmla="*/ 3622798 h 6858000"/>
              <a:gd name="connsiteX190" fmla="*/ 4440129 w 7467600"/>
              <a:gd name="connsiteY190" fmla="*/ 3448571 h 6858000"/>
              <a:gd name="connsiteX191" fmla="*/ 4856525 w 7467600"/>
              <a:gd name="connsiteY191" fmla="*/ 3915351 h 6858000"/>
              <a:gd name="connsiteX192" fmla="*/ 5059055 w 7467600"/>
              <a:gd name="connsiteY192" fmla="*/ 4108918 h 6858000"/>
              <a:gd name="connsiteX193" fmla="*/ 5290070 w 7467600"/>
              <a:gd name="connsiteY193" fmla="*/ 4263619 h 6858000"/>
              <a:gd name="connsiteX194" fmla="*/ 4834991 w 7467600"/>
              <a:gd name="connsiteY194" fmla="*/ 3830985 h 6858000"/>
              <a:gd name="connsiteX195" fmla="*/ 4440129 w 7467600"/>
              <a:gd name="connsiteY195" fmla="*/ 3448571 h 6858000"/>
              <a:gd name="connsiteX196" fmla="*/ 4441737 w 7467600"/>
              <a:gd name="connsiteY196" fmla="*/ 3399734 h 6858000"/>
              <a:gd name="connsiteX197" fmla="*/ 4431236 w 7467600"/>
              <a:gd name="connsiteY197" fmla="*/ 3400954 h 6858000"/>
              <a:gd name="connsiteX198" fmla="*/ 4557150 w 7467600"/>
              <a:gd name="connsiteY198" fmla="*/ 3510023 h 6858000"/>
              <a:gd name="connsiteX199" fmla="*/ 4856936 w 7467600"/>
              <a:gd name="connsiteY199" fmla="*/ 3809146 h 6858000"/>
              <a:gd name="connsiteX200" fmla="*/ 5111996 w 7467600"/>
              <a:gd name="connsiteY200" fmla="*/ 4065759 h 6858000"/>
              <a:gd name="connsiteX201" fmla="*/ 5388878 w 7467600"/>
              <a:gd name="connsiteY201" fmla="*/ 4300185 h 6858000"/>
              <a:gd name="connsiteX202" fmla="*/ 5425556 w 7467600"/>
              <a:gd name="connsiteY202" fmla="*/ 4308967 h 6858000"/>
              <a:gd name="connsiteX203" fmla="*/ 4943646 w 7467600"/>
              <a:gd name="connsiteY203" fmla="*/ 3822916 h 6858000"/>
              <a:gd name="connsiteX204" fmla="*/ 4594837 w 7467600"/>
              <a:gd name="connsiteY204" fmla="*/ 3532274 h 6858000"/>
              <a:gd name="connsiteX205" fmla="*/ 4441737 w 7467600"/>
              <a:gd name="connsiteY205" fmla="*/ 3399734 h 6858000"/>
              <a:gd name="connsiteX206" fmla="*/ 5425834 w 7467600"/>
              <a:gd name="connsiteY206" fmla="*/ 3162785 h 6858000"/>
              <a:gd name="connsiteX207" fmla="*/ 5401644 w 7467600"/>
              <a:gd name="connsiteY207" fmla="*/ 3617847 h 6858000"/>
              <a:gd name="connsiteX208" fmla="*/ 5467256 w 7467600"/>
              <a:gd name="connsiteY208" fmla="*/ 4175494 h 6858000"/>
              <a:gd name="connsiteX209" fmla="*/ 5448069 w 7467600"/>
              <a:gd name="connsiteY209" fmla="*/ 3567554 h 6858000"/>
              <a:gd name="connsiteX210" fmla="*/ 5425834 w 7467600"/>
              <a:gd name="connsiteY210" fmla="*/ 3162785 h 6858000"/>
              <a:gd name="connsiteX211" fmla="*/ 1318687 w 7467600"/>
              <a:gd name="connsiteY211" fmla="*/ 3113840 h 6858000"/>
              <a:gd name="connsiteX212" fmla="*/ 1066793 w 7467600"/>
              <a:gd name="connsiteY212" fmla="*/ 3212171 h 6858000"/>
              <a:gd name="connsiteX213" fmla="*/ 993319 w 7467600"/>
              <a:gd name="connsiteY213" fmla="*/ 3247648 h 6858000"/>
              <a:gd name="connsiteX214" fmla="*/ 853081 w 7467600"/>
              <a:gd name="connsiteY214" fmla="*/ 3312410 h 6858000"/>
              <a:gd name="connsiteX215" fmla="*/ 805957 w 7467600"/>
              <a:gd name="connsiteY215" fmla="*/ 3330443 h 6858000"/>
              <a:gd name="connsiteX216" fmla="*/ 1318687 w 7467600"/>
              <a:gd name="connsiteY216" fmla="*/ 3113840 h 6858000"/>
              <a:gd name="connsiteX217" fmla="*/ 5453702 w 7467600"/>
              <a:gd name="connsiteY217" fmla="*/ 3090882 h 6858000"/>
              <a:gd name="connsiteX218" fmla="*/ 5480135 w 7467600"/>
              <a:gd name="connsiteY218" fmla="*/ 3565802 h 6858000"/>
              <a:gd name="connsiteX219" fmla="*/ 5499023 w 7467600"/>
              <a:gd name="connsiteY219" fmla="*/ 4166310 h 6858000"/>
              <a:gd name="connsiteX220" fmla="*/ 5547022 w 7467600"/>
              <a:gd name="connsiteY220" fmla="*/ 3607838 h 6858000"/>
              <a:gd name="connsiteX221" fmla="*/ 5515964 w 7467600"/>
              <a:gd name="connsiteY221" fmla="*/ 3378541 h 6858000"/>
              <a:gd name="connsiteX222" fmla="*/ 5453702 w 7467600"/>
              <a:gd name="connsiteY222" fmla="*/ 3090882 h 6858000"/>
              <a:gd name="connsiteX223" fmla="*/ 1238695 w 7467600"/>
              <a:gd name="connsiteY223" fmla="*/ 3076820 h 6858000"/>
              <a:gd name="connsiteX224" fmla="*/ 716371 w 7467600"/>
              <a:gd name="connsiteY224" fmla="*/ 3293249 h 6858000"/>
              <a:gd name="connsiteX225" fmla="*/ 579522 w 7467600"/>
              <a:gd name="connsiteY225" fmla="*/ 3371759 h 6858000"/>
              <a:gd name="connsiteX226" fmla="*/ 600288 w 7467600"/>
              <a:gd name="connsiteY226" fmla="*/ 3365555 h 6858000"/>
              <a:gd name="connsiteX227" fmla="*/ 840692 w 7467600"/>
              <a:gd name="connsiteY227" fmla="*/ 3284921 h 6858000"/>
              <a:gd name="connsiteX228" fmla="*/ 979248 w 7467600"/>
              <a:gd name="connsiteY228" fmla="*/ 3221003 h 6858000"/>
              <a:gd name="connsiteX229" fmla="*/ 1053282 w 7467600"/>
              <a:gd name="connsiteY229" fmla="*/ 3185247 h 6858000"/>
              <a:gd name="connsiteX230" fmla="*/ 1320603 w 7467600"/>
              <a:gd name="connsiteY230" fmla="*/ 3081281 h 6858000"/>
              <a:gd name="connsiteX231" fmla="*/ 1238695 w 7467600"/>
              <a:gd name="connsiteY231" fmla="*/ 3076820 h 6858000"/>
              <a:gd name="connsiteX232" fmla="*/ 5425627 w 7467600"/>
              <a:gd name="connsiteY232" fmla="*/ 2954192 h 6858000"/>
              <a:gd name="connsiteX233" fmla="*/ 5470770 w 7467600"/>
              <a:gd name="connsiteY233" fmla="*/ 3005435 h 6858000"/>
              <a:gd name="connsiteX234" fmla="*/ 5519779 w 7467600"/>
              <a:gd name="connsiteY234" fmla="*/ 4359223 h 6858000"/>
              <a:gd name="connsiteX235" fmla="*/ 5520293 w 7467600"/>
              <a:gd name="connsiteY235" fmla="*/ 4360602 h 6858000"/>
              <a:gd name="connsiteX236" fmla="*/ 5767221 w 7467600"/>
              <a:gd name="connsiteY236" fmla="*/ 4665564 h 6858000"/>
              <a:gd name="connsiteX237" fmla="*/ 6937169 w 7467600"/>
              <a:gd name="connsiteY237" fmla="*/ 4815941 h 6858000"/>
              <a:gd name="connsiteX238" fmla="*/ 6953922 w 7467600"/>
              <a:gd name="connsiteY238" fmla="*/ 4890068 h 6858000"/>
              <a:gd name="connsiteX239" fmla="*/ 6071359 w 7467600"/>
              <a:gd name="connsiteY239" fmla="*/ 4770770 h 6858000"/>
              <a:gd name="connsiteX240" fmla="*/ 6038839 w 7467600"/>
              <a:gd name="connsiteY240" fmla="*/ 4764474 h 6858000"/>
              <a:gd name="connsiteX241" fmla="*/ 6038706 w 7467600"/>
              <a:gd name="connsiteY241" fmla="*/ 4763847 h 6858000"/>
              <a:gd name="connsiteX242" fmla="*/ 6037784 w 7467600"/>
              <a:gd name="connsiteY242" fmla="*/ 4764270 h 6858000"/>
              <a:gd name="connsiteX243" fmla="*/ 6038839 w 7467600"/>
              <a:gd name="connsiteY243" fmla="*/ 4764474 h 6858000"/>
              <a:gd name="connsiteX244" fmla="*/ 6040338 w 7467600"/>
              <a:gd name="connsiteY244" fmla="*/ 4771418 h 6858000"/>
              <a:gd name="connsiteX245" fmla="*/ 6024488 w 7467600"/>
              <a:gd name="connsiteY245" fmla="*/ 4809903 h 6858000"/>
              <a:gd name="connsiteX246" fmla="*/ 5599771 w 7467600"/>
              <a:gd name="connsiteY246" fmla="*/ 5509652 h 6858000"/>
              <a:gd name="connsiteX247" fmla="*/ 5548843 w 7467600"/>
              <a:gd name="connsiteY247" fmla="*/ 5563845 h 6858000"/>
              <a:gd name="connsiteX248" fmla="*/ 5940952 w 7467600"/>
              <a:gd name="connsiteY248" fmla="*/ 6250028 h 6858000"/>
              <a:gd name="connsiteX249" fmla="*/ 6043441 w 7467600"/>
              <a:gd name="connsiteY249" fmla="*/ 6665847 h 6858000"/>
              <a:gd name="connsiteX250" fmla="*/ 6093432 w 7467600"/>
              <a:gd name="connsiteY250" fmla="*/ 6858000 h 6858000"/>
              <a:gd name="connsiteX251" fmla="*/ 6034344 w 7467600"/>
              <a:gd name="connsiteY251" fmla="*/ 6858000 h 6858000"/>
              <a:gd name="connsiteX252" fmla="*/ 6026679 w 7467600"/>
              <a:gd name="connsiteY252" fmla="*/ 6836959 h 6858000"/>
              <a:gd name="connsiteX253" fmla="*/ 5800441 w 7467600"/>
              <a:gd name="connsiteY253" fmla="*/ 6335286 h 6858000"/>
              <a:gd name="connsiteX254" fmla="*/ 5526562 w 7467600"/>
              <a:gd name="connsiteY254" fmla="*/ 5705388 h 6858000"/>
              <a:gd name="connsiteX255" fmla="*/ 5519640 w 7467600"/>
              <a:gd name="connsiteY255" fmla="*/ 5683774 h 6858000"/>
              <a:gd name="connsiteX256" fmla="*/ 5844559 w 7467600"/>
              <a:gd name="connsiteY256" fmla="*/ 6553349 h 6858000"/>
              <a:gd name="connsiteX257" fmla="*/ 5975994 w 7467600"/>
              <a:gd name="connsiteY257" fmla="*/ 6858000 h 6858000"/>
              <a:gd name="connsiteX258" fmla="*/ 5898547 w 7467600"/>
              <a:gd name="connsiteY258" fmla="*/ 6858000 h 6858000"/>
              <a:gd name="connsiteX259" fmla="*/ 5682041 w 7467600"/>
              <a:gd name="connsiteY259" fmla="*/ 6355860 h 6858000"/>
              <a:gd name="connsiteX260" fmla="*/ 5461758 w 7467600"/>
              <a:gd name="connsiteY260" fmla="*/ 5820220 h 6858000"/>
              <a:gd name="connsiteX261" fmla="*/ 5237282 w 7467600"/>
              <a:gd name="connsiteY261" fmla="*/ 6579086 h 6858000"/>
              <a:gd name="connsiteX262" fmla="*/ 5115009 w 7467600"/>
              <a:gd name="connsiteY262" fmla="*/ 6858000 h 6858000"/>
              <a:gd name="connsiteX263" fmla="*/ 5028074 w 7467600"/>
              <a:gd name="connsiteY263" fmla="*/ 6858000 h 6858000"/>
              <a:gd name="connsiteX264" fmla="*/ 5079508 w 7467600"/>
              <a:gd name="connsiteY264" fmla="*/ 6749074 h 6858000"/>
              <a:gd name="connsiteX265" fmla="*/ 5371846 w 7467600"/>
              <a:gd name="connsiteY265" fmla="*/ 5924413 h 6858000"/>
              <a:gd name="connsiteX266" fmla="*/ 5270512 w 7467600"/>
              <a:gd name="connsiteY266" fmla="*/ 6138975 h 6858000"/>
              <a:gd name="connsiteX267" fmla="*/ 5062409 w 7467600"/>
              <a:gd name="connsiteY267" fmla="*/ 6653544 h 6858000"/>
              <a:gd name="connsiteX268" fmla="*/ 5036628 w 7467600"/>
              <a:gd name="connsiteY268" fmla="*/ 6754247 h 6858000"/>
              <a:gd name="connsiteX269" fmla="*/ 5009112 w 7467600"/>
              <a:gd name="connsiteY269" fmla="*/ 6858000 h 6858000"/>
              <a:gd name="connsiteX270" fmla="*/ 4976679 w 7467600"/>
              <a:gd name="connsiteY270" fmla="*/ 6858000 h 6858000"/>
              <a:gd name="connsiteX271" fmla="*/ 5006537 w 7467600"/>
              <a:gd name="connsiteY271" fmla="*/ 6747068 h 6858000"/>
              <a:gd name="connsiteX272" fmla="*/ 5032723 w 7467600"/>
              <a:gd name="connsiteY272" fmla="*/ 6644957 h 6858000"/>
              <a:gd name="connsiteX273" fmla="*/ 5242949 w 7467600"/>
              <a:gd name="connsiteY273" fmla="*/ 6125175 h 6858000"/>
              <a:gd name="connsiteX274" fmla="*/ 5286321 w 7467600"/>
              <a:gd name="connsiteY274" fmla="*/ 6033555 h 6858000"/>
              <a:gd name="connsiteX275" fmla="*/ 5008210 w 7467600"/>
              <a:gd name="connsiteY275" fmla="*/ 6649194 h 6858000"/>
              <a:gd name="connsiteX276" fmla="*/ 4986321 w 7467600"/>
              <a:gd name="connsiteY276" fmla="*/ 6765687 h 6858000"/>
              <a:gd name="connsiteX277" fmla="*/ 4973474 w 7467600"/>
              <a:gd name="connsiteY277" fmla="*/ 6858000 h 6858000"/>
              <a:gd name="connsiteX278" fmla="*/ 4907178 w 7467600"/>
              <a:gd name="connsiteY278" fmla="*/ 6858000 h 6858000"/>
              <a:gd name="connsiteX279" fmla="*/ 4910810 w 7467600"/>
              <a:gd name="connsiteY279" fmla="*/ 6829660 h 6858000"/>
              <a:gd name="connsiteX280" fmla="*/ 4987461 w 7467600"/>
              <a:gd name="connsiteY280" fmla="*/ 6432994 h 6858000"/>
              <a:gd name="connsiteX281" fmla="*/ 5179262 w 7467600"/>
              <a:gd name="connsiteY281" fmla="*/ 6035044 h 6858000"/>
              <a:gd name="connsiteX282" fmla="*/ 4689678 w 7467600"/>
              <a:gd name="connsiteY282" fmla="*/ 6440241 h 6858000"/>
              <a:gd name="connsiteX283" fmla="*/ 4477543 w 7467600"/>
              <a:gd name="connsiteY283" fmla="*/ 6674836 h 6858000"/>
              <a:gd name="connsiteX284" fmla="*/ 4329957 w 7467600"/>
              <a:gd name="connsiteY284" fmla="*/ 6858000 h 6858000"/>
              <a:gd name="connsiteX285" fmla="*/ 4218595 w 7467600"/>
              <a:gd name="connsiteY285" fmla="*/ 6858000 h 6858000"/>
              <a:gd name="connsiteX286" fmla="*/ 4368888 w 7467600"/>
              <a:gd name="connsiteY286" fmla="*/ 6668412 h 6858000"/>
              <a:gd name="connsiteX287" fmla="*/ 4563091 w 7467600"/>
              <a:gd name="connsiteY287" fmla="*/ 6442508 h 6858000"/>
              <a:gd name="connsiteX288" fmla="*/ 5387324 w 7467600"/>
              <a:gd name="connsiteY288" fmla="*/ 5705830 h 6858000"/>
              <a:gd name="connsiteX289" fmla="*/ 5073620 w 7467600"/>
              <a:gd name="connsiteY289" fmla="*/ 5955437 h 6858000"/>
              <a:gd name="connsiteX290" fmla="*/ 4689789 w 7467600"/>
              <a:gd name="connsiteY290" fmla="*/ 6268382 h 6858000"/>
              <a:gd name="connsiteX291" fmla="*/ 4418722 w 7467600"/>
              <a:gd name="connsiteY291" fmla="*/ 6570886 h 6858000"/>
              <a:gd name="connsiteX292" fmla="*/ 4214944 w 7467600"/>
              <a:gd name="connsiteY292" fmla="*/ 6858000 h 6858000"/>
              <a:gd name="connsiteX293" fmla="*/ 4177898 w 7467600"/>
              <a:gd name="connsiteY293" fmla="*/ 6858000 h 6858000"/>
              <a:gd name="connsiteX294" fmla="*/ 4391597 w 7467600"/>
              <a:gd name="connsiteY294" fmla="*/ 6556370 h 6858000"/>
              <a:gd name="connsiteX295" fmla="*/ 4668889 w 7467600"/>
              <a:gd name="connsiteY295" fmla="*/ 6246399 h 6858000"/>
              <a:gd name="connsiteX296" fmla="*/ 5055427 w 7467600"/>
              <a:gd name="connsiteY296" fmla="*/ 5931476 h 6858000"/>
              <a:gd name="connsiteX297" fmla="*/ 5371814 w 7467600"/>
              <a:gd name="connsiteY297" fmla="*/ 5678975 h 6858000"/>
              <a:gd name="connsiteX298" fmla="*/ 4987918 w 7467600"/>
              <a:gd name="connsiteY298" fmla="*/ 5838701 h 6858000"/>
              <a:gd name="connsiteX299" fmla="*/ 4317146 w 7467600"/>
              <a:gd name="connsiteY299" fmla="*/ 6587716 h 6858000"/>
              <a:gd name="connsiteX300" fmla="*/ 4171627 w 7467600"/>
              <a:gd name="connsiteY300" fmla="*/ 6858000 h 6858000"/>
              <a:gd name="connsiteX301" fmla="*/ 4081585 w 7467600"/>
              <a:gd name="connsiteY301" fmla="*/ 6858000 h 6858000"/>
              <a:gd name="connsiteX302" fmla="*/ 4238603 w 7467600"/>
              <a:gd name="connsiteY302" fmla="*/ 6559341 h 6858000"/>
              <a:gd name="connsiteX303" fmla="*/ 4778333 w 7467600"/>
              <a:gd name="connsiteY303" fmla="*/ 5873626 h 6858000"/>
              <a:gd name="connsiteX304" fmla="*/ 5414185 w 7467600"/>
              <a:gd name="connsiteY304" fmla="*/ 5573882 h 6858000"/>
              <a:gd name="connsiteX305" fmla="*/ 5959648 w 7467600"/>
              <a:gd name="connsiteY305" fmla="*/ 4760797 h 6858000"/>
              <a:gd name="connsiteX306" fmla="*/ 5355019 w 7467600"/>
              <a:gd name="connsiteY306" fmla="*/ 4734672 h 6858000"/>
              <a:gd name="connsiteX307" fmla="*/ 5083565 w 7467600"/>
              <a:gd name="connsiteY307" fmla="*/ 5179121 h 6858000"/>
              <a:gd name="connsiteX308" fmla="*/ 4713577 w 7467600"/>
              <a:gd name="connsiteY308" fmla="*/ 5616803 h 6858000"/>
              <a:gd name="connsiteX309" fmla="*/ 3989559 w 7467600"/>
              <a:gd name="connsiteY309" fmla="*/ 6145945 h 6858000"/>
              <a:gd name="connsiteX310" fmla="*/ 3939824 w 7467600"/>
              <a:gd name="connsiteY310" fmla="*/ 6066900 h 6858000"/>
              <a:gd name="connsiteX311" fmla="*/ 4584537 w 7467600"/>
              <a:gd name="connsiteY311" fmla="*/ 5324826 h 6858000"/>
              <a:gd name="connsiteX312" fmla="*/ 5037105 w 7467600"/>
              <a:gd name="connsiteY312" fmla="*/ 5088765 h 6858000"/>
              <a:gd name="connsiteX313" fmla="*/ 5039930 w 7467600"/>
              <a:gd name="connsiteY313" fmla="*/ 5089585 h 6858000"/>
              <a:gd name="connsiteX314" fmla="*/ 5263764 w 7467600"/>
              <a:gd name="connsiteY314" fmla="*/ 4735525 h 6858000"/>
              <a:gd name="connsiteX315" fmla="*/ 4086300 w 7467600"/>
              <a:gd name="connsiteY315" fmla="*/ 4884599 h 6858000"/>
              <a:gd name="connsiteX316" fmla="*/ 4085485 w 7467600"/>
              <a:gd name="connsiteY316" fmla="*/ 4899070 h 6858000"/>
              <a:gd name="connsiteX317" fmla="*/ 3871915 w 7467600"/>
              <a:gd name="connsiteY317" fmla="*/ 5253645 h 6858000"/>
              <a:gd name="connsiteX318" fmla="*/ 3799374 w 7467600"/>
              <a:gd name="connsiteY318" fmla="*/ 5466127 h 6858000"/>
              <a:gd name="connsiteX319" fmla="*/ 3498850 w 7467600"/>
              <a:gd name="connsiteY319" fmla="*/ 6661888 h 6858000"/>
              <a:gd name="connsiteX320" fmla="*/ 3399216 w 7467600"/>
              <a:gd name="connsiteY320" fmla="*/ 6858000 h 6858000"/>
              <a:gd name="connsiteX321" fmla="*/ 3303688 w 7467600"/>
              <a:gd name="connsiteY321" fmla="*/ 6858000 h 6858000"/>
              <a:gd name="connsiteX322" fmla="*/ 3391774 w 7467600"/>
              <a:gd name="connsiteY322" fmla="*/ 6697181 h 6858000"/>
              <a:gd name="connsiteX323" fmla="*/ 3735540 w 7467600"/>
              <a:gd name="connsiteY323" fmla="*/ 5546923 h 6858000"/>
              <a:gd name="connsiteX324" fmla="*/ 3729438 w 7467600"/>
              <a:gd name="connsiteY324" fmla="*/ 5569058 h 6858000"/>
              <a:gd name="connsiteX325" fmla="*/ 3707782 w 7467600"/>
              <a:gd name="connsiteY325" fmla="*/ 5644908 h 6858000"/>
              <a:gd name="connsiteX326" fmla="*/ 3583827 w 7467600"/>
              <a:gd name="connsiteY326" fmla="*/ 6039215 h 6858000"/>
              <a:gd name="connsiteX327" fmla="*/ 3547861 w 7467600"/>
              <a:gd name="connsiteY327" fmla="*/ 6129609 h 6858000"/>
              <a:gd name="connsiteX328" fmla="*/ 3490905 w 7467600"/>
              <a:gd name="connsiteY328" fmla="*/ 6277660 h 6858000"/>
              <a:gd name="connsiteX329" fmla="*/ 3455859 w 7467600"/>
              <a:gd name="connsiteY329" fmla="*/ 6391301 h 6858000"/>
              <a:gd name="connsiteX330" fmla="*/ 3429112 w 7467600"/>
              <a:gd name="connsiteY330" fmla="*/ 6479469 h 6858000"/>
              <a:gd name="connsiteX331" fmla="*/ 3304862 w 7467600"/>
              <a:gd name="connsiteY331" fmla="*/ 6796476 h 6858000"/>
              <a:gd name="connsiteX332" fmla="*/ 3276071 w 7467600"/>
              <a:gd name="connsiteY332" fmla="*/ 6858000 h 6858000"/>
              <a:gd name="connsiteX333" fmla="*/ 3240805 w 7467600"/>
              <a:gd name="connsiteY333" fmla="*/ 6858000 h 6858000"/>
              <a:gd name="connsiteX334" fmla="*/ 3275917 w 7467600"/>
              <a:gd name="connsiteY334" fmla="*/ 6783192 h 6858000"/>
              <a:gd name="connsiteX335" fmla="*/ 3399358 w 7467600"/>
              <a:gd name="connsiteY335" fmla="*/ 6469011 h 6858000"/>
              <a:gd name="connsiteX336" fmla="*/ 3425650 w 7467600"/>
              <a:gd name="connsiteY336" fmla="*/ 6381333 h 6858000"/>
              <a:gd name="connsiteX337" fmla="*/ 3460661 w 7467600"/>
              <a:gd name="connsiteY337" fmla="*/ 6266763 h 6858000"/>
              <a:gd name="connsiteX338" fmla="*/ 3518021 w 7467600"/>
              <a:gd name="connsiteY338" fmla="*/ 6117298 h 6858000"/>
              <a:gd name="connsiteX339" fmla="*/ 3554035 w 7467600"/>
              <a:gd name="connsiteY339" fmla="*/ 6027832 h 6858000"/>
              <a:gd name="connsiteX340" fmla="*/ 3677174 w 7467600"/>
              <a:gd name="connsiteY340" fmla="*/ 5636351 h 6858000"/>
              <a:gd name="connsiteX341" fmla="*/ 3698819 w 7467600"/>
              <a:gd name="connsiteY341" fmla="*/ 5560503 h 6858000"/>
              <a:gd name="connsiteX342" fmla="*/ 3702094 w 7467600"/>
              <a:gd name="connsiteY342" fmla="*/ 5549194 h 6858000"/>
              <a:gd name="connsiteX343" fmla="*/ 3398355 w 7467600"/>
              <a:gd name="connsiteY343" fmla="*/ 6094603 h 6858000"/>
              <a:gd name="connsiteX344" fmla="*/ 3193941 w 7467600"/>
              <a:gd name="connsiteY344" fmla="*/ 6798775 h 6858000"/>
              <a:gd name="connsiteX345" fmla="*/ 3184140 w 7467600"/>
              <a:gd name="connsiteY345" fmla="*/ 6858000 h 6858000"/>
              <a:gd name="connsiteX346" fmla="*/ 3099978 w 7467600"/>
              <a:gd name="connsiteY346" fmla="*/ 6858000 h 6858000"/>
              <a:gd name="connsiteX347" fmla="*/ 3101556 w 7467600"/>
              <a:gd name="connsiteY347" fmla="*/ 6843337 h 6858000"/>
              <a:gd name="connsiteX348" fmla="*/ 3370162 w 7467600"/>
              <a:gd name="connsiteY348" fmla="*/ 5785550 h 6858000"/>
              <a:gd name="connsiteX349" fmla="*/ 3746477 w 7467600"/>
              <a:gd name="connsiteY349" fmla="*/ 5377889 h 6858000"/>
              <a:gd name="connsiteX350" fmla="*/ 3863399 w 7467600"/>
              <a:gd name="connsiteY350" fmla="*/ 5087257 h 6858000"/>
              <a:gd name="connsiteX351" fmla="*/ 3968712 w 7467600"/>
              <a:gd name="connsiteY351" fmla="*/ 4913989 h 6858000"/>
              <a:gd name="connsiteX352" fmla="*/ 2792390 w 7467600"/>
              <a:gd name="connsiteY352" fmla="*/ 5382974 h 6858000"/>
              <a:gd name="connsiteX353" fmla="*/ 2714982 w 7467600"/>
              <a:gd name="connsiteY353" fmla="*/ 5427051 h 6858000"/>
              <a:gd name="connsiteX354" fmla="*/ 2813361 w 7467600"/>
              <a:gd name="connsiteY354" fmla="*/ 6023912 h 6858000"/>
              <a:gd name="connsiteX355" fmla="*/ 2688430 w 7467600"/>
              <a:gd name="connsiteY355" fmla="*/ 6801564 h 6858000"/>
              <a:gd name="connsiteX356" fmla="*/ 2629626 w 7467600"/>
              <a:gd name="connsiteY356" fmla="*/ 6763394 h 6858000"/>
              <a:gd name="connsiteX357" fmla="*/ 2565328 w 7467600"/>
              <a:gd name="connsiteY357" fmla="*/ 5516399 h 6858000"/>
              <a:gd name="connsiteX358" fmla="*/ 1922999 w 7467600"/>
              <a:gd name="connsiteY358" fmla="*/ 5980343 h 6858000"/>
              <a:gd name="connsiteX359" fmla="*/ 1950261 w 7467600"/>
              <a:gd name="connsiteY359" fmla="*/ 6405858 h 6858000"/>
              <a:gd name="connsiteX360" fmla="*/ 2365554 w 7467600"/>
              <a:gd name="connsiteY360" fmla="*/ 6759107 h 6858000"/>
              <a:gd name="connsiteX361" fmla="*/ 2424142 w 7467600"/>
              <a:gd name="connsiteY361" fmla="*/ 6858000 h 6858000"/>
              <a:gd name="connsiteX362" fmla="*/ 2395994 w 7467600"/>
              <a:gd name="connsiteY362" fmla="*/ 6858000 h 6858000"/>
              <a:gd name="connsiteX363" fmla="*/ 2392863 w 7467600"/>
              <a:gd name="connsiteY363" fmla="*/ 6852964 h 6858000"/>
              <a:gd name="connsiteX364" fmla="*/ 2017589 w 7467600"/>
              <a:gd name="connsiteY364" fmla="*/ 6493982 h 6858000"/>
              <a:gd name="connsiteX365" fmla="*/ 2147336 w 7467600"/>
              <a:gd name="connsiteY365" fmla="*/ 6594052 h 6858000"/>
              <a:gd name="connsiteX366" fmla="*/ 2207047 w 7467600"/>
              <a:gd name="connsiteY366" fmla="*/ 6654540 h 6858000"/>
              <a:gd name="connsiteX367" fmla="*/ 2299106 w 7467600"/>
              <a:gd name="connsiteY367" fmla="*/ 6778931 h 6858000"/>
              <a:gd name="connsiteX368" fmla="*/ 2314430 w 7467600"/>
              <a:gd name="connsiteY368" fmla="*/ 6801144 h 6858000"/>
              <a:gd name="connsiteX369" fmla="*/ 2352406 w 7467600"/>
              <a:gd name="connsiteY369" fmla="*/ 6858000 h 6858000"/>
              <a:gd name="connsiteX370" fmla="*/ 2314492 w 7467600"/>
              <a:gd name="connsiteY370" fmla="*/ 6858000 h 6858000"/>
              <a:gd name="connsiteX371" fmla="*/ 2288095 w 7467600"/>
              <a:gd name="connsiteY371" fmla="*/ 6818030 h 6858000"/>
              <a:gd name="connsiteX372" fmla="*/ 2272768 w 7467600"/>
              <a:gd name="connsiteY372" fmla="*/ 6795822 h 6858000"/>
              <a:gd name="connsiteX373" fmla="*/ 2182715 w 7467600"/>
              <a:gd name="connsiteY373" fmla="*/ 6675071 h 6858000"/>
              <a:gd name="connsiteX374" fmla="*/ 2032061 w 7467600"/>
              <a:gd name="connsiteY374" fmla="*/ 6541380 h 6858000"/>
              <a:gd name="connsiteX375" fmla="*/ 2257220 w 7467600"/>
              <a:gd name="connsiteY375" fmla="*/ 6826257 h 6858000"/>
              <a:gd name="connsiteX376" fmla="*/ 2281324 w 7467600"/>
              <a:gd name="connsiteY376" fmla="*/ 6858000 h 6858000"/>
              <a:gd name="connsiteX377" fmla="*/ 2242860 w 7467600"/>
              <a:gd name="connsiteY377" fmla="*/ 6858000 h 6858000"/>
              <a:gd name="connsiteX378" fmla="*/ 2232818 w 7467600"/>
              <a:gd name="connsiteY378" fmla="*/ 6844926 h 6858000"/>
              <a:gd name="connsiteX379" fmla="*/ 1990172 w 7467600"/>
              <a:gd name="connsiteY379" fmla="*/ 6542121 h 6858000"/>
              <a:gd name="connsiteX380" fmla="*/ 2124090 w 7467600"/>
              <a:gd name="connsiteY380" fmla="*/ 6761017 h 6858000"/>
              <a:gd name="connsiteX381" fmla="*/ 2200380 w 7467600"/>
              <a:gd name="connsiteY381" fmla="*/ 6858000 h 6858000"/>
              <a:gd name="connsiteX382" fmla="*/ 2147507 w 7467600"/>
              <a:gd name="connsiteY382" fmla="*/ 6858000 h 6858000"/>
              <a:gd name="connsiteX383" fmla="*/ 2070668 w 7467600"/>
              <a:gd name="connsiteY383" fmla="*/ 6761520 h 6858000"/>
              <a:gd name="connsiteX384" fmla="*/ 1975142 w 7467600"/>
              <a:gd name="connsiteY384" fmla="*/ 6585570 h 6858000"/>
              <a:gd name="connsiteX385" fmla="*/ 2050035 w 7467600"/>
              <a:gd name="connsiteY385" fmla="*/ 6813345 h 6858000"/>
              <a:gd name="connsiteX386" fmla="*/ 2063025 w 7467600"/>
              <a:gd name="connsiteY386" fmla="*/ 6858000 h 6858000"/>
              <a:gd name="connsiteX387" fmla="*/ 2021675 w 7467600"/>
              <a:gd name="connsiteY387" fmla="*/ 6858000 h 6858000"/>
              <a:gd name="connsiteX388" fmla="*/ 2019308 w 7467600"/>
              <a:gd name="connsiteY388" fmla="*/ 6847118 h 6858000"/>
              <a:gd name="connsiteX389" fmla="*/ 1938835 w 7467600"/>
              <a:gd name="connsiteY389" fmla="*/ 6551160 h 6858000"/>
              <a:gd name="connsiteX390" fmla="*/ 1953230 w 7467600"/>
              <a:gd name="connsiteY390" fmla="*/ 6759699 h 6858000"/>
              <a:gd name="connsiteX391" fmla="*/ 1956763 w 7467600"/>
              <a:gd name="connsiteY391" fmla="*/ 6778191 h 6858000"/>
              <a:gd name="connsiteX392" fmla="*/ 1967925 w 7467600"/>
              <a:gd name="connsiteY392" fmla="*/ 6858000 h 6858000"/>
              <a:gd name="connsiteX393" fmla="*/ 1936622 w 7467600"/>
              <a:gd name="connsiteY393" fmla="*/ 6858000 h 6858000"/>
              <a:gd name="connsiteX394" fmla="*/ 1926261 w 7467600"/>
              <a:gd name="connsiteY394" fmla="*/ 6784064 h 6858000"/>
              <a:gd name="connsiteX395" fmla="*/ 1922724 w 7467600"/>
              <a:gd name="connsiteY395" fmla="*/ 6765577 h 6858000"/>
              <a:gd name="connsiteX396" fmla="*/ 1904650 w 7467600"/>
              <a:gd name="connsiteY396" fmla="*/ 6639616 h 6858000"/>
              <a:gd name="connsiteX397" fmla="*/ 1885273 w 7467600"/>
              <a:gd name="connsiteY397" fmla="*/ 6858000 h 6858000"/>
              <a:gd name="connsiteX398" fmla="*/ 1854363 w 7467600"/>
              <a:gd name="connsiteY398" fmla="*/ 6858000 h 6858000"/>
              <a:gd name="connsiteX399" fmla="*/ 1880391 w 7467600"/>
              <a:gd name="connsiteY399" fmla="*/ 6603796 h 6858000"/>
              <a:gd name="connsiteX400" fmla="*/ 1818273 w 7467600"/>
              <a:gd name="connsiteY400" fmla="*/ 6715729 h 6858000"/>
              <a:gd name="connsiteX401" fmla="*/ 1794691 w 7467600"/>
              <a:gd name="connsiteY401" fmla="*/ 6843239 h 6858000"/>
              <a:gd name="connsiteX402" fmla="*/ 1794914 w 7467600"/>
              <a:gd name="connsiteY402" fmla="*/ 6858000 h 6858000"/>
              <a:gd name="connsiteX403" fmla="*/ 1746128 w 7467600"/>
              <a:gd name="connsiteY403" fmla="*/ 6858000 h 6858000"/>
              <a:gd name="connsiteX404" fmla="*/ 1753934 w 7467600"/>
              <a:gd name="connsiteY404" fmla="*/ 6724796 h 6858000"/>
              <a:gd name="connsiteX405" fmla="*/ 1792053 w 7467600"/>
              <a:gd name="connsiteY405" fmla="*/ 6572396 h 6858000"/>
              <a:gd name="connsiteX406" fmla="*/ 1862248 w 7467600"/>
              <a:gd name="connsiteY406" fmla="*/ 6266397 h 6858000"/>
              <a:gd name="connsiteX407" fmla="*/ 1862250 w 7467600"/>
              <a:gd name="connsiteY407" fmla="*/ 6033531 h 6858000"/>
              <a:gd name="connsiteX408" fmla="*/ 1211999 w 7467600"/>
              <a:gd name="connsiteY408" fmla="*/ 6683610 h 6858000"/>
              <a:gd name="connsiteX409" fmla="*/ 1213266 w 7467600"/>
              <a:gd name="connsiteY409" fmla="*/ 6691947 h 6858000"/>
              <a:gd name="connsiteX410" fmla="*/ 1203370 w 7467600"/>
              <a:gd name="connsiteY410" fmla="*/ 6850676 h 6858000"/>
              <a:gd name="connsiteX411" fmla="*/ 1203671 w 7467600"/>
              <a:gd name="connsiteY411" fmla="*/ 6858000 h 6858000"/>
              <a:gd name="connsiteX412" fmla="*/ 1143180 w 7467600"/>
              <a:gd name="connsiteY412" fmla="*/ 6858000 h 6858000"/>
              <a:gd name="connsiteX413" fmla="*/ 1142176 w 7467600"/>
              <a:gd name="connsiteY413" fmla="*/ 6766045 h 6858000"/>
              <a:gd name="connsiteX414" fmla="*/ 1067484 w 7467600"/>
              <a:gd name="connsiteY414" fmla="*/ 6858000 h 6858000"/>
              <a:gd name="connsiteX415" fmla="*/ 953928 w 7467600"/>
              <a:gd name="connsiteY415" fmla="*/ 6858000 h 6858000"/>
              <a:gd name="connsiteX416" fmla="*/ 959715 w 7467600"/>
              <a:gd name="connsiteY416" fmla="*/ 6850185 h 6858000"/>
              <a:gd name="connsiteX417" fmla="*/ 1483788 w 7467600"/>
              <a:gd name="connsiteY417" fmla="*/ 6259174 h 6858000"/>
              <a:gd name="connsiteX418" fmla="*/ 1100671 w 7467600"/>
              <a:gd name="connsiteY418" fmla="*/ 6252137 h 6858000"/>
              <a:gd name="connsiteX419" fmla="*/ 1090144 w 7467600"/>
              <a:gd name="connsiteY419" fmla="*/ 6256748 h 6858000"/>
              <a:gd name="connsiteX420" fmla="*/ 1095872 w 7467600"/>
              <a:gd name="connsiteY420" fmla="*/ 6271892 h 6858000"/>
              <a:gd name="connsiteX421" fmla="*/ 262785 w 7467600"/>
              <a:gd name="connsiteY421" fmla="*/ 6845450 h 6858000"/>
              <a:gd name="connsiteX422" fmla="*/ 209968 w 7467600"/>
              <a:gd name="connsiteY422" fmla="*/ 6770713 h 6858000"/>
              <a:gd name="connsiteX423" fmla="*/ 873460 w 7467600"/>
              <a:gd name="connsiteY423" fmla="*/ 6253768 h 6858000"/>
              <a:gd name="connsiteX424" fmla="*/ 192686 w 7467600"/>
              <a:gd name="connsiteY424" fmla="*/ 5849257 h 6858000"/>
              <a:gd name="connsiteX425" fmla="*/ 4696 w 7467600"/>
              <a:gd name="connsiteY425" fmla="*/ 5697668 h 6858000"/>
              <a:gd name="connsiteX426" fmla="*/ 0 w 7467600"/>
              <a:gd name="connsiteY426" fmla="*/ 5689984 h 6858000"/>
              <a:gd name="connsiteX427" fmla="*/ 0 w 7467600"/>
              <a:gd name="connsiteY427" fmla="*/ 5513472 h 6858000"/>
              <a:gd name="connsiteX428" fmla="*/ 174101 w 7467600"/>
              <a:gd name="connsiteY428" fmla="*/ 5620277 h 6858000"/>
              <a:gd name="connsiteX429" fmla="*/ 891800 w 7467600"/>
              <a:gd name="connsiteY429" fmla="*/ 6036935 h 6858000"/>
              <a:gd name="connsiteX430" fmla="*/ 1072219 w 7467600"/>
              <a:gd name="connsiteY430" fmla="*/ 6169443 h 6858000"/>
              <a:gd name="connsiteX431" fmla="*/ 1074117 w 7467600"/>
              <a:gd name="connsiteY431" fmla="*/ 6170301 h 6858000"/>
              <a:gd name="connsiteX432" fmla="*/ 1083114 w 7467600"/>
              <a:gd name="connsiteY432" fmla="*/ 6174131 h 6858000"/>
              <a:gd name="connsiteX433" fmla="*/ 1543010 w 7467600"/>
              <a:gd name="connsiteY433" fmla="*/ 6191140 h 6858000"/>
              <a:gd name="connsiteX434" fmla="*/ 1551080 w 7467600"/>
              <a:gd name="connsiteY434" fmla="*/ 6195006 h 6858000"/>
              <a:gd name="connsiteX435" fmla="*/ 2345443 w 7467600"/>
              <a:gd name="connsiteY435" fmla="*/ 5549882 h 6858000"/>
              <a:gd name="connsiteX436" fmla="*/ 1721499 w 7467600"/>
              <a:gd name="connsiteY436" fmla="*/ 5599969 h 6858000"/>
              <a:gd name="connsiteX437" fmla="*/ 767716 w 7467600"/>
              <a:gd name="connsiteY437" fmla="*/ 5472768 h 6858000"/>
              <a:gd name="connsiteX438" fmla="*/ 722147 w 7467600"/>
              <a:gd name="connsiteY438" fmla="*/ 5393091 h 6858000"/>
              <a:gd name="connsiteX439" fmla="*/ 1485552 w 7467600"/>
              <a:gd name="connsiteY439" fmla="*/ 5313202 h 6858000"/>
              <a:gd name="connsiteX440" fmla="*/ 2143004 w 7467600"/>
              <a:gd name="connsiteY440" fmla="*/ 5402420 h 6858000"/>
              <a:gd name="connsiteX441" fmla="*/ 1933391 w 7467600"/>
              <a:gd name="connsiteY441" fmla="*/ 5156971 h 6858000"/>
              <a:gd name="connsiteX442" fmla="*/ 1827118 w 7467600"/>
              <a:gd name="connsiteY442" fmla="*/ 4968410 h 6858000"/>
              <a:gd name="connsiteX443" fmla="*/ 1837349 w 7467600"/>
              <a:gd name="connsiteY443" fmla="*/ 4956357 h 6858000"/>
              <a:gd name="connsiteX444" fmla="*/ 2162835 w 7467600"/>
              <a:gd name="connsiteY444" fmla="*/ 5187853 h 6858000"/>
              <a:gd name="connsiteX445" fmla="*/ 2257167 w 7467600"/>
              <a:gd name="connsiteY445" fmla="*/ 5462123 h 6858000"/>
              <a:gd name="connsiteX446" fmla="*/ 2261598 w 7467600"/>
              <a:gd name="connsiteY446" fmla="*/ 5467998 h 6858000"/>
              <a:gd name="connsiteX447" fmla="*/ 2437177 w 7467600"/>
              <a:gd name="connsiteY447" fmla="*/ 5479608 h 6858000"/>
              <a:gd name="connsiteX448" fmla="*/ 2445247 w 7467600"/>
              <a:gd name="connsiteY448" fmla="*/ 5483476 h 6858000"/>
              <a:gd name="connsiteX449" fmla="*/ 2743626 w 7467600"/>
              <a:gd name="connsiteY449" fmla="*/ 5304819 h 6858000"/>
              <a:gd name="connsiteX450" fmla="*/ 3048102 w 7467600"/>
              <a:gd name="connsiteY450" fmla="*/ 5150595 h 6858000"/>
              <a:gd name="connsiteX451" fmla="*/ 1799414 w 7467600"/>
              <a:gd name="connsiteY451" fmla="*/ 4694732 h 6858000"/>
              <a:gd name="connsiteX452" fmla="*/ 1771735 w 7467600"/>
              <a:gd name="connsiteY452" fmla="*/ 4619929 h 6858000"/>
              <a:gd name="connsiteX453" fmla="*/ 3104273 w 7467600"/>
              <a:gd name="connsiteY453" fmla="*/ 5076159 h 6858000"/>
              <a:gd name="connsiteX454" fmla="*/ 3113245 w 7467600"/>
              <a:gd name="connsiteY454" fmla="*/ 5090705 h 6858000"/>
              <a:gd name="connsiteX455" fmla="*/ 3126294 w 7467600"/>
              <a:gd name="connsiteY455" fmla="*/ 5114400 h 6858000"/>
              <a:gd name="connsiteX456" fmla="*/ 3937433 w 7467600"/>
              <a:gd name="connsiteY456" fmla="*/ 4830473 h 6858000"/>
              <a:gd name="connsiteX457" fmla="*/ 3590475 w 7467600"/>
              <a:gd name="connsiteY457" fmla="*/ 4597974 h 6858000"/>
              <a:gd name="connsiteX458" fmla="*/ 3100264 w 7467600"/>
              <a:gd name="connsiteY458" fmla="*/ 4579845 h 6858000"/>
              <a:gd name="connsiteX459" fmla="*/ 2183576 w 7467600"/>
              <a:gd name="connsiteY459" fmla="*/ 4227150 h 6858000"/>
              <a:gd name="connsiteX460" fmla="*/ 2151029 w 7467600"/>
              <a:gd name="connsiteY460" fmla="*/ 4146947 h 6858000"/>
              <a:gd name="connsiteX461" fmla="*/ 3563434 w 7467600"/>
              <a:gd name="connsiteY461" fmla="*/ 4469115 h 6858000"/>
              <a:gd name="connsiteX462" fmla="*/ 3177952 w 7467600"/>
              <a:gd name="connsiteY462" fmla="*/ 3657386 h 6858000"/>
              <a:gd name="connsiteX463" fmla="*/ 3189263 w 7467600"/>
              <a:gd name="connsiteY463" fmla="*/ 3625726 h 6858000"/>
              <a:gd name="connsiteX464" fmla="*/ 3560912 w 7467600"/>
              <a:gd name="connsiteY464" fmla="*/ 4079863 h 6858000"/>
              <a:gd name="connsiteX465" fmla="*/ 3626636 w 7467600"/>
              <a:gd name="connsiteY465" fmla="*/ 4512230 h 6858000"/>
              <a:gd name="connsiteX466" fmla="*/ 3653088 w 7467600"/>
              <a:gd name="connsiteY466" fmla="*/ 4521417 h 6858000"/>
              <a:gd name="connsiteX467" fmla="*/ 3988128 w 7467600"/>
              <a:gd name="connsiteY467" fmla="*/ 4817267 h 6858000"/>
              <a:gd name="connsiteX468" fmla="*/ 4830582 w 7467600"/>
              <a:gd name="connsiteY468" fmla="*/ 4676000 h 6858000"/>
              <a:gd name="connsiteX469" fmla="*/ 4830100 w 7467600"/>
              <a:gd name="connsiteY469" fmla="*/ 4675554 h 6858000"/>
              <a:gd name="connsiteX470" fmla="*/ 4036318 w 7467600"/>
              <a:gd name="connsiteY470" fmla="*/ 4147013 h 6858000"/>
              <a:gd name="connsiteX471" fmla="*/ 3432098 w 7467600"/>
              <a:gd name="connsiteY471" fmla="*/ 3537312 h 6858000"/>
              <a:gd name="connsiteX472" fmla="*/ 3446761 w 7467600"/>
              <a:gd name="connsiteY472" fmla="*/ 3461278 h 6858000"/>
              <a:gd name="connsiteX473" fmla="*/ 4419733 w 7467600"/>
              <a:gd name="connsiteY473" fmla="*/ 3963555 h 6858000"/>
              <a:gd name="connsiteX474" fmla="*/ 4781371 w 7467600"/>
              <a:gd name="connsiteY474" fmla="*/ 4458604 h 6858000"/>
              <a:gd name="connsiteX475" fmla="*/ 4780440 w 7467600"/>
              <a:gd name="connsiteY475" fmla="*/ 4470290 h 6858000"/>
              <a:gd name="connsiteX476" fmla="*/ 4898954 w 7467600"/>
              <a:gd name="connsiteY476" fmla="*/ 4662092 h 6858000"/>
              <a:gd name="connsiteX477" fmla="*/ 4900699 w 7467600"/>
              <a:gd name="connsiteY477" fmla="*/ 4670867 h 6858000"/>
              <a:gd name="connsiteX478" fmla="*/ 5714511 w 7467600"/>
              <a:gd name="connsiteY478" fmla="*/ 4663483 h 6858000"/>
              <a:gd name="connsiteX479" fmla="*/ 5464793 w 7467600"/>
              <a:gd name="connsiteY479" fmla="*/ 4393556 h 6858000"/>
              <a:gd name="connsiteX480" fmla="*/ 5461897 w 7467600"/>
              <a:gd name="connsiteY480" fmla="*/ 4390879 h 6858000"/>
              <a:gd name="connsiteX481" fmla="*/ 4294126 w 7467600"/>
              <a:gd name="connsiteY481" fmla="*/ 3303048 h 6858000"/>
              <a:gd name="connsiteX482" fmla="*/ 4305321 w 7467600"/>
              <a:gd name="connsiteY482" fmla="*/ 3256953 h 6858000"/>
              <a:gd name="connsiteX483" fmla="*/ 4949299 w 7467600"/>
              <a:gd name="connsiteY483" fmla="*/ 3766336 h 6858000"/>
              <a:gd name="connsiteX484" fmla="*/ 5291452 w 7467600"/>
              <a:gd name="connsiteY484" fmla="*/ 4076801 h 6858000"/>
              <a:gd name="connsiteX485" fmla="*/ 5434998 w 7467600"/>
              <a:gd name="connsiteY485" fmla="*/ 4254100 h 6858000"/>
              <a:gd name="connsiteX486" fmla="*/ 5351015 w 7467600"/>
              <a:gd name="connsiteY486" fmla="*/ 3760989 h 6858000"/>
              <a:gd name="connsiteX487" fmla="*/ 5413780 w 7467600"/>
              <a:gd name="connsiteY487" fmla="*/ 2966265 h 6858000"/>
              <a:gd name="connsiteX488" fmla="*/ 5425627 w 7467600"/>
              <a:gd name="connsiteY488" fmla="*/ 2954192 h 6858000"/>
              <a:gd name="connsiteX489" fmla="*/ 6604735 w 7467600"/>
              <a:gd name="connsiteY489" fmla="*/ 2041381 h 6858000"/>
              <a:gd name="connsiteX490" fmla="*/ 7204487 w 7467600"/>
              <a:gd name="connsiteY490" fmla="*/ 2742112 h 6858000"/>
              <a:gd name="connsiteX491" fmla="*/ 7131592 w 7467600"/>
              <a:gd name="connsiteY491" fmla="*/ 2672096 h 6858000"/>
              <a:gd name="connsiteX492" fmla="*/ 6996344 w 7467600"/>
              <a:gd name="connsiteY492" fmla="*/ 2518310 h 6858000"/>
              <a:gd name="connsiteX493" fmla="*/ 6735495 w 7467600"/>
              <a:gd name="connsiteY493" fmla="*/ 2196890 h 6858000"/>
              <a:gd name="connsiteX494" fmla="*/ 6721901 w 7467600"/>
              <a:gd name="connsiteY494" fmla="*/ 2179274 h 6858000"/>
              <a:gd name="connsiteX495" fmla="*/ 6604735 w 7467600"/>
              <a:gd name="connsiteY495" fmla="*/ 2041381 h 6858000"/>
              <a:gd name="connsiteX496" fmla="*/ 6591670 w 7467600"/>
              <a:gd name="connsiteY496" fmla="*/ 1988277 h 6858000"/>
              <a:gd name="connsiteX497" fmla="*/ 6747349 w 7467600"/>
              <a:gd name="connsiteY497" fmla="*/ 2160069 h 6858000"/>
              <a:gd name="connsiteX498" fmla="*/ 6760943 w 7467600"/>
              <a:gd name="connsiteY498" fmla="*/ 2177686 h 6858000"/>
              <a:gd name="connsiteX499" fmla="*/ 7021065 w 7467600"/>
              <a:gd name="connsiteY499" fmla="*/ 2498102 h 6858000"/>
              <a:gd name="connsiteX500" fmla="*/ 7155223 w 7467600"/>
              <a:gd name="connsiteY500" fmla="*/ 2650386 h 6858000"/>
              <a:gd name="connsiteX501" fmla="*/ 7203167 w 7467600"/>
              <a:gd name="connsiteY501" fmla="*/ 2697288 h 6858000"/>
              <a:gd name="connsiteX502" fmla="*/ 6937703 w 7467600"/>
              <a:gd name="connsiteY502" fmla="*/ 2321981 h 6858000"/>
              <a:gd name="connsiteX503" fmla="*/ 6591670 w 7467600"/>
              <a:gd name="connsiteY503" fmla="*/ 1988277 h 6858000"/>
              <a:gd name="connsiteX504" fmla="*/ 5798671 w 7467600"/>
              <a:gd name="connsiteY504" fmla="*/ 1981601 h 6858000"/>
              <a:gd name="connsiteX505" fmla="*/ 5754709 w 7467600"/>
              <a:gd name="connsiteY505" fmla="*/ 2071454 h 6858000"/>
              <a:gd name="connsiteX506" fmla="*/ 5763044 w 7467600"/>
              <a:gd name="connsiteY506" fmla="*/ 2842206 h 6858000"/>
              <a:gd name="connsiteX507" fmla="*/ 5764974 w 7467600"/>
              <a:gd name="connsiteY507" fmla="*/ 2799609 h 6858000"/>
              <a:gd name="connsiteX508" fmla="*/ 5767665 w 7467600"/>
              <a:gd name="connsiteY508" fmla="*/ 2666409 h 6858000"/>
              <a:gd name="connsiteX509" fmla="*/ 5763055 w 7467600"/>
              <a:gd name="connsiteY509" fmla="*/ 2579705 h 6858000"/>
              <a:gd name="connsiteX510" fmla="*/ 5758079 w 7467600"/>
              <a:gd name="connsiteY510" fmla="*/ 2492508 h 6858000"/>
              <a:gd name="connsiteX511" fmla="*/ 5779325 w 7467600"/>
              <a:gd name="connsiteY511" fmla="*/ 2197069 h 6858000"/>
              <a:gd name="connsiteX512" fmla="*/ 5798671 w 7467600"/>
              <a:gd name="connsiteY512" fmla="*/ 1981601 h 6858000"/>
              <a:gd name="connsiteX513" fmla="*/ 5829202 w 7467600"/>
              <a:gd name="connsiteY513" fmla="*/ 1971679 h 6858000"/>
              <a:gd name="connsiteX514" fmla="*/ 5809558 w 7467600"/>
              <a:gd name="connsiteY514" fmla="*/ 2198043 h 6858000"/>
              <a:gd name="connsiteX515" fmla="*/ 5788653 w 7467600"/>
              <a:gd name="connsiteY515" fmla="*/ 2489430 h 6858000"/>
              <a:gd name="connsiteX516" fmla="*/ 5793439 w 7467600"/>
              <a:gd name="connsiteY516" fmla="*/ 2575235 h 6858000"/>
              <a:gd name="connsiteX517" fmla="*/ 5796837 w 7467600"/>
              <a:gd name="connsiteY517" fmla="*/ 2637633 h 6858000"/>
              <a:gd name="connsiteX518" fmla="*/ 5818614 w 7467600"/>
              <a:gd name="connsiteY518" fmla="*/ 2473055 h 6858000"/>
              <a:gd name="connsiteX519" fmla="*/ 5829202 w 7467600"/>
              <a:gd name="connsiteY519" fmla="*/ 1971679 h 6858000"/>
              <a:gd name="connsiteX520" fmla="*/ 5911389 w 7467600"/>
              <a:gd name="connsiteY520" fmla="*/ 1898371 h 6858000"/>
              <a:gd name="connsiteX521" fmla="*/ 6237627 w 7467600"/>
              <a:gd name="connsiteY521" fmla="*/ 2231921 h 6858000"/>
              <a:gd name="connsiteX522" fmla="*/ 5911389 w 7467600"/>
              <a:gd name="connsiteY522" fmla="*/ 1898371 h 6858000"/>
              <a:gd name="connsiteX523" fmla="*/ 6944437 w 7467600"/>
              <a:gd name="connsiteY523" fmla="*/ 1575402 h 6858000"/>
              <a:gd name="connsiteX524" fmla="*/ 6304730 w 7467600"/>
              <a:gd name="connsiteY524" fmla="*/ 1766654 h 6858000"/>
              <a:gd name="connsiteX525" fmla="*/ 6944437 w 7467600"/>
              <a:gd name="connsiteY525" fmla="*/ 1575402 h 6858000"/>
              <a:gd name="connsiteX526" fmla="*/ 7019523 w 7467600"/>
              <a:gd name="connsiteY526" fmla="*/ 1519450 h 6858000"/>
              <a:gd name="connsiteX527" fmla="*/ 6298091 w 7467600"/>
              <a:gd name="connsiteY527" fmla="*/ 1737122 h 6858000"/>
              <a:gd name="connsiteX528" fmla="*/ 7019523 w 7467600"/>
              <a:gd name="connsiteY528" fmla="*/ 1519450 h 6858000"/>
              <a:gd name="connsiteX529" fmla="*/ 2399523 w 7467600"/>
              <a:gd name="connsiteY529" fmla="*/ 1428234 h 6858000"/>
              <a:gd name="connsiteX530" fmla="*/ 2224982 w 7467600"/>
              <a:gd name="connsiteY530" fmla="*/ 1826201 h 6858000"/>
              <a:gd name="connsiteX531" fmla="*/ 2096099 w 7467600"/>
              <a:gd name="connsiteY531" fmla="*/ 2345900 h 6858000"/>
              <a:gd name="connsiteX532" fmla="*/ 2283317 w 7467600"/>
              <a:gd name="connsiteY532" fmla="*/ 1796925 h 6858000"/>
              <a:gd name="connsiteX533" fmla="*/ 2399523 w 7467600"/>
              <a:gd name="connsiteY533" fmla="*/ 1428234 h 6858000"/>
              <a:gd name="connsiteX534" fmla="*/ 2448558 w 7467600"/>
              <a:gd name="connsiteY534" fmla="*/ 1373435 h 6858000"/>
              <a:gd name="connsiteX535" fmla="*/ 2312521 w 7467600"/>
              <a:gd name="connsiteY535" fmla="*/ 1806140 h 6858000"/>
              <a:gd name="connsiteX536" fmla="*/ 2127533 w 7467600"/>
              <a:gd name="connsiteY536" fmla="*/ 2348380 h 6858000"/>
              <a:gd name="connsiteX537" fmla="*/ 2358080 w 7467600"/>
              <a:gd name="connsiteY537" fmla="*/ 1866134 h 6858000"/>
              <a:gd name="connsiteX538" fmla="*/ 2407436 w 7467600"/>
              <a:gd name="connsiteY538" fmla="*/ 1651070 h 6858000"/>
              <a:gd name="connsiteX539" fmla="*/ 2448558 w 7467600"/>
              <a:gd name="connsiteY539" fmla="*/ 1373435 h 6858000"/>
              <a:gd name="connsiteX540" fmla="*/ 278707 w 7467600"/>
              <a:gd name="connsiteY540" fmla="*/ 1352270 h 6858000"/>
              <a:gd name="connsiteX541" fmla="*/ 321570 w 7467600"/>
              <a:gd name="connsiteY541" fmla="*/ 1861610 h 6858000"/>
              <a:gd name="connsiteX542" fmla="*/ 294281 w 7467600"/>
              <a:gd name="connsiteY542" fmla="*/ 1440658 h 6858000"/>
              <a:gd name="connsiteX543" fmla="*/ 278707 w 7467600"/>
              <a:gd name="connsiteY543" fmla="*/ 1352270 h 6858000"/>
              <a:gd name="connsiteX544" fmla="*/ 1423821 w 7467600"/>
              <a:gd name="connsiteY544" fmla="*/ 1351958 h 6858000"/>
              <a:gd name="connsiteX545" fmla="*/ 1638521 w 7467600"/>
              <a:gd name="connsiteY545" fmla="*/ 1908470 h 6858000"/>
              <a:gd name="connsiteX546" fmla="*/ 1754199 w 7467600"/>
              <a:gd name="connsiteY546" fmla="*/ 2149284 h 6858000"/>
              <a:gd name="connsiteX547" fmla="*/ 1908359 w 7467600"/>
              <a:gd name="connsiteY547" fmla="*/ 2364988 h 6858000"/>
              <a:gd name="connsiteX548" fmla="*/ 1647661 w 7467600"/>
              <a:gd name="connsiteY548" fmla="*/ 1825945 h 6858000"/>
              <a:gd name="connsiteX549" fmla="*/ 1423821 w 7467600"/>
              <a:gd name="connsiteY549" fmla="*/ 1351958 h 6858000"/>
              <a:gd name="connsiteX550" fmla="*/ 1431890 w 7467600"/>
              <a:gd name="connsiteY550" fmla="*/ 1306475 h 6858000"/>
              <a:gd name="connsiteX551" fmla="*/ 1507597 w 7467600"/>
              <a:gd name="connsiteY551" fmla="*/ 1446132 h 6858000"/>
              <a:gd name="connsiteX552" fmla="*/ 1674586 w 7467600"/>
              <a:gd name="connsiteY552" fmla="*/ 1813832 h 6858000"/>
              <a:gd name="connsiteX553" fmla="*/ 1815950 w 7467600"/>
              <a:gd name="connsiteY553" fmla="*/ 2128564 h 6858000"/>
              <a:gd name="connsiteX554" fmla="*/ 1984242 w 7467600"/>
              <a:gd name="connsiteY554" fmla="*/ 2430829 h 6858000"/>
              <a:gd name="connsiteX555" fmla="*/ 2014023 w 7467600"/>
              <a:gd name="connsiteY555" fmla="*/ 2450995 h 6858000"/>
              <a:gd name="connsiteX556" fmla="*/ 1747337 w 7467600"/>
              <a:gd name="connsiteY556" fmla="*/ 1855264 h 6858000"/>
              <a:gd name="connsiteX557" fmla="*/ 1533749 w 7467600"/>
              <a:gd name="connsiteY557" fmla="*/ 1478656 h 6858000"/>
              <a:gd name="connsiteX558" fmla="*/ 1431890 w 7467600"/>
              <a:gd name="connsiteY558" fmla="*/ 1306475 h 6858000"/>
              <a:gd name="connsiteX559" fmla="*/ 5052692 w 7467600"/>
              <a:gd name="connsiteY559" fmla="*/ 1292994 h 6858000"/>
              <a:gd name="connsiteX560" fmla="*/ 5200661 w 7467600"/>
              <a:gd name="connsiteY560" fmla="*/ 1635186 h 6858000"/>
              <a:gd name="connsiteX561" fmla="*/ 5297138 w 7467600"/>
              <a:gd name="connsiteY561" fmla="*/ 1906351 h 6858000"/>
              <a:gd name="connsiteX562" fmla="*/ 5052692 w 7467600"/>
              <a:gd name="connsiteY562" fmla="*/ 1292994 h 6858000"/>
              <a:gd name="connsiteX563" fmla="*/ 5009948 w 7467600"/>
              <a:gd name="connsiteY563" fmla="*/ 1273619 h 6858000"/>
              <a:gd name="connsiteX564" fmla="*/ 5121777 w 7467600"/>
              <a:gd name="connsiteY564" fmla="*/ 1654213 h 6858000"/>
              <a:gd name="connsiteX565" fmla="*/ 5293545 w 7467600"/>
              <a:gd name="connsiteY565" fmla="*/ 2072247 h 6858000"/>
              <a:gd name="connsiteX566" fmla="*/ 5294042 w 7467600"/>
              <a:gd name="connsiteY566" fmla="*/ 2065019 h 6858000"/>
              <a:gd name="connsiteX567" fmla="*/ 5171936 w 7467600"/>
              <a:gd name="connsiteY567" fmla="*/ 1647613 h 6858000"/>
              <a:gd name="connsiteX568" fmla="*/ 5009948 w 7467600"/>
              <a:gd name="connsiteY568" fmla="*/ 1273619 h 6858000"/>
              <a:gd name="connsiteX569" fmla="*/ 655236 w 7467600"/>
              <a:gd name="connsiteY569" fmla="*/ 1268632 h 6858000"/>
              <a:gd name="connsiteX570" fmla="*/ 839521 w 7467600"/>
              <a:gd name="connsiteY570" fmla="*/ 1685315 h 6858000"/>
              <a:gd name="connsiteX571" fmla="*/ 1109416 w 7467600"/>
              <a:gd name="connsiteY571" fmla="*/ 2061663 h 6858000"/>
              <a:gd name="connsiteX572" fmla="*/ 1298300 w 7467600"/>
              <a:gd name="connsiteY572" fmla="*/ 2247742 h 6858000"/>
              <a:gd name="connsiteX573" fmla="*/ 1125871 w 7467600"/>
              <a:gd name="connsiteY573" fmla="*/ 1989513 h 6858000"/>
              <a:gd name="connsiteX574" fmla="*/ 981574 w 7467600"/>
              <a:gd name="connsiteY574" fmla="*/ 1783157 h 6858000"/>
              <a:gd name="connsiteX575" fmla="*/ 922198 w 7467600"/>
              <a:gd name="connsiteY575" fmla="*/ 1677437 h 6858000"/>
              <a:gd name="connsiteX576" fmla="*/ 869293 w 7467600"/>
              <a:gd name="connsiteY576" fmla="*/ 1583214 h 6858000"/>
              <a:gd name="connsiteX577" fmla="*/ 751431 w 7467600"/>
              <a:gd name="connsiteY577" fmla="*/ 1405731 h 6858000"/>
              <a:gd name="connsiteX578" fmla="*/ 655236 w 7467600"/>
              <a:gd name="connsiteY578" fmla="*/ 1268632 h 6858000"/>
              <a:gd name="connsiteX579" fmla="*/ 6516292 w 7467600"/>
              <a:gd name="connsiteY579" fmla="*/ 1263064 h 6858000"/>
              <a:gd name="connsiteX580" fmla="*/ 5736320 w 7467600"/>
              <a:gd name="connsiteY580" fmla="*/ 1501803 h 6858000"/>
              <a:gd name="connsiteX581" fmla="*/ 6516292 w 7467600"/>
              <a:gd name="connsiteY581" fmla="*/ 1263064 h 6858000"/>
              <a:gd name="connsiteX582" fmla="*/ 291466 w 7467600"/>
              <a:gd name="connsiteY582" fmla="*/ 1250369 h 6858000"/>
              <a:gd name="connsiteX583" fmla="*/ 323180 w 7467600"/>
              <a:gd name="connsiteY583" fmla="*/ 1435283 h 6858000"/>
              <a:gd name="connsiteX584" fmla="*/ 349381 w 7467600"/>
              <a:gd name="connsiteY584" fmla="*/ 1875041 h 6858000"/>
              <a:gd name="connsiteX585" fmla="*/ 374363 w 7467600"/>
              <a:gd name="connsiteY585" fmla="*/ 1506494 h 6858000"/>
              <a:gd name="connsiteX586" fmla="*/ 302168 w 7467600"/>
              <a:gd name="connsiteY586" fmla="*/ 1274495 h 6858000"/>
              <a:gd name="connsiteX587" fmla="*/ 291466 w 7467600"/>
              <a:gd name="connsiteY587" fmla="*/ 1250369 h 6858000"/>
              <a:gd name="connsiteX588" fmla="*/ 678222 w 7467600"/>
              <a:gd name="connsiteY588" fmla="*/ 1248670 h 6858000"/>
              <a:gd name="connsiteX589" fmla="*/ 775536 w 7467600"/>
              <a:gd name="connsiteY589" fmla="*/ 1388015 h 6858000"/>
              <a:gd name="connsiteX590" fmla="*/ 894529 w 7467600"/>
              <a:gd name="connsiteY590" fmla="*/ 1567739 h 6858000"/>
              <a:gd name="connsiteX591" fmla="*/ 948000 w 7467600"/>
              <a:gd name="connsiteY591" fmla="*/ 1663088 h 6858000"/>
              <a:gd name="connsiteX592" fmla="*/ 1006812 w 7467600"/>
              <a:gd name="connsiteY592" fmla="*/ 1767683 h 6858000"/>
              <a:gd name="connsiteX593" fmla="*/ 1149133 w 7467600"/>
              <a:gd name="connsiteY593" fmla="*/ 1971513 h 6858000"/>
              <a:gd name="connsiteX594" fmla="*/ 1333952 w 7467600"/>
              <a:gd name="connsiteY594" fmla="*/ 2251620 h 6858000"/>
              <a:gd name="connsiteX595" fmla="*/ 1337329 w 7467600"/>
              <a:gd name="connsiteY595" fmla="*/ 2258350 h 6858000"/>
              <a:gd name="connsiteX596" fmla="*/ 1014726 w 7467600"/>
              <a:gd name="connsiteY596" fmla="*/ 1615556 h 6858000"/>
              <a:gd name="connsiteX597" fmla="*/ 678222 w 7467600"/>
              <a:gd name="connsiteY597" fmla="*/ 1248670 h 6858000"/>
              <a:gd name="connsiteX598" fmla="*/ 6691602 w 7467600"/>
              <a:gd name="connsiteY598" fmla="*/ 1140573 h 6858000"/>
              <a:gd name="connsiteX599" fmla="*/ 6571100 w 7467600"/>
              <a:gd name="connsiteY599" fmla="*/ 1183662 h 6858000"/>
              <a:gd name="connsiteX600" fmla="*/ 6241687 w 7467600"/>
              <a:gd name="connsiteY600" fmla="*/ 1257600 h 6858000"/>
              <a:gd name="connsiteX601" fmla="*/ 5693009 w 7467600"/>
              <a:gd name="connsiteY601" fmla="*/ 1478256 h 6858000"/>
              <a:gd name="connsiteX602" fmla="*/ 6548420 w 7467600"/>
              <a:gd name="connsiteY602" fmla="*/ 1214599 h 6858000"/>
              <a:gd name="connsiteX603" fmla="*/ 6605473 w 7467600"/>
              <a:gd name="connsiteY603" fmla="*/ 1184686 h 6858000"/>
              <a:gd name="connsiteX604" fmla="*/ 6691602 w 7467600"/>
              <a:gd name="connsiteY604" fmla="*/ 1140573 h 6858000"/>
              <a:gd name="connsiteX605" fmla="*/ 4002475 w 7467600"/>
              <a:gd name="connsiteY605" fmla="*/ 1037802 h 6858000"/>
              <a:gd name="connsiteX606" fmla="*/ 4000324 w 7467600"/>
              <a:gd name="connsiteY606" fmla="*/ 1039362 h 6858000"/>
              <a:gd name="connsiteX607" fmla="*/ 4002862 w 7467600"/>
              <a:gd name="connsiteY607" fmla="*/ 1042866 h 6858000"/>
              <a:gd name="connsiteX608" fmla="*/ 4002475 w 7467600"/>
              <a:gd name="connsiteY608" fmla="*/ 1037802 h 6858000"/>
              <a:gd name="connsiteX609" fmla="*/ 506322 w 7467600"/>
              <a:gd name="connsiteY609" fmla="*/ 1020997 h 6858000"/>
              <a:gd name="connsiteX610" fmla="*/ 533068 w 7467600"/>
              <a:gd name="connsiteY610" fmla="*/ 1029409 h 6858000"/>
              <a:gd name="connsiteX611" fmla="*/ 1232525 w 7467600"/>
              <a:gd name="connsiteY611" fmla="*/ 1804675 h 6858000"/>
              <a:gd name="connsiteX612" fmla="*/ 1388858 w 7467600"/>
              <a:gd name="connsiteY612" fmla="*/ 2368011 h 6858000"/>
              <a:gd name="connsiteX613" fmla="*/ 1384098 w 7467600"/>
              <a:gd name="connsiteY613" fmla="*/ 2378125 h 6858000"/>
              <a:gd name="connsiteX614" fmla="*/ 1425393 w 7467600"/>
              <a:gd name="connsiteY614" fmla="*/ 2589124 h 6858000"/>
              <a:gd name="connsiteX615" fmla="*/ 1424001 w 7467600"/>
              <a:gd name="connsiteY615" fmla="*/ 2597541 h 6858000"/>
              <a:gd name="connsiteX616" fmla="*/ 2152729 w 7467600"/>
              <a:gd name="connsiteY616" fmla="*/ 2864487 h 6858000"/>
              <a:gd name="connsiteX617" fmla="*/ 2020609 w 7467600"/>
              <a:gd name="connsiteY617" fmla="*/ 2539671 h 6858000"/>
              <a:gd name="connsiteX618" fmla="*/ 2018920 w 7467600"/>
              <a:gd name="connsiteY618" fmla="*/ 2536309 h 6858000"/>
              <a:gd name="connsiteX619" fmla="*/ 1342441 w 7467600"/>
              <a:gd name="connsiteY619" fmla="*/ 1173017 h 6858000"/>
              <a:gd name="connsiteX620" fmla="*/ 1367925 w 7467600"/>
              <a:gd name="connsiteY620" fmla="*/ 1135648 h 6858000"/>
              <a:gd name="connsiteX621" fmla="*/ 1771401 w 7467600"/>
              <a:gd name="connsiteY621" fmla="*/ 1806673 h 6858000"/>
              <a:gd name="connsiteX622" fmla="*/ 1972385 w 7467600"/>
              <a:gd name="connsiteY622" fmla="*/ 2198735 h 6858000"/>
              <a:gd name="connsiteX623" fmla="*/ 2040892 w 7467600"/>
              <a:gd name="connsiteY623" fmla="*/ 2405205 h 6858000"/>
              <a:gd name="connsiteX624" fmla="*/ 2131689 w 7467600"/>
              <a:gd name="connsiteY624" fmla="*/ 1936926 h 6858000"/>
              <a:gd name="connsiteX625" fmla="*/ 2454820 w 7467600"/>
              <a:gd name="connsiteY625" fmla="*/ 1248808 h 6858000"/>
              <a:gd name="connsiteX626" fmla="*/ 2492512 w 7467600"/>
              <a:gd name="connsiteY626" fmla="*/ 1302920 h 6858000"/>
              <a:gd name="connsiteX627" fmla="*/ 2081216 w 7467600"/>
              <a:gd name="connsiteY627" fmla="*/ 2527513 h 6858000"/>
              <a:gd name="connsiteX628" fmla="*/ 2081211 w 7467600"/>
              <a:gd name="connsiteY628" fmla="*/ 2528916 h 6858000"/>
              <a:gd name="connsiteX629" fmla="*/ 2199067 w 7467600"/>
              <a:gd name="connsiteY629" fmla="*/ 2884061 h 6858000"/>
              <a:gd name="connsiteX630" fmla="*/ 3192586 w 7467600"/>
              <a:gd name="connsiteY630" fmla="*/ 3411496 h 6858000"/>
              <a:gd name="connsiteX631" fmla="*/ 3182620 w 7467600"/>
              <a:gd name="connsiteY631" fmla="*/ 3483279 h 6858000"/>
              <a:gd name="connsiteX632" fmla="*/ 2435119 w 7467600"/>
              <a:gd name="connsiteY632" fmla="*/ 3080173 h 6858000"/>
              <a:gd name="connsiteX633" fmla="*/ 2410152 w 7467600"/>
              <a:gd name="connsiteY633" fmla="*/ 3063751 h 6858000"/>
              <a:gd name="connsiteX634" fmla="*/ 2408099 w 7467600"/>
              <a:gd name="connsiteY634" fmla="*/ 3064403 h 6858000"/>
              <a:gd name="connsiteX635" fmla="*/ 2407218 w 7467600"/>
              <a:gd name="connsiteY635" fmla="*/ 3070324 h 6858000"/>
              <a:gd name="connsiteX636" fmla="*/ 2380138 w 7467600"/>
              <a:gd name="connsiteY636" fmla="*/ 3099341 h 6858000"/>
              <a:gd name="connsiteX637" fmla="*/ 1765923 w 7467600"/>
              <a:gd name="connsiteY637" fmla="*/ 3581043 h 6858000"/>
              <a:gd name="connsiteX638" fmla="*/ 1702258 w 7467600"/>
              <a:gd name="connsiteY638" fmla="*/ 3612286 h 6858000"/>
              <a:gd name="connsiteX639" fmla="*/ 1538370 w 7467600"/>
              <a:gd name="connsiteY639" fmla="*/ 3811804 h 6858000"/>
              <a:gd name="connsiteX640" fmla="*/ 542867 w 7467600"/>
              <a:gd name="connsiteY640" fmla="*/ 4944092 h 6858000"/>
              <a:gd name="connsiteX641" fmla="*/ 515800 w 7467600"/>
              <a:gd name="connsiteY641" fmla="*/ 4862180 h 6858000"/>
              <a:gd name="connsiteX642" fmla="*/ 909145 w 7467600"/>
              <a:gd name="connsiteY642" fmla="*/ 4199225 h 6858000"/>
              <a:gd name="connsiteX643" fmla="*/ 1214067 w 7467600"/>
              <a:gd name="connsiteY643" fmla="*/ 3908561 h 6858000"/>
              <a:gd name="connsiteX644" fmla="*/ 640967 w 7467600"/>
              <a:gd name="connsiteY644" fmla="*/ 4105601 h 6858000"/>
              <a:gd name="connsiteX645" fmla="*/ 112563 w 7467600"/>
              <a:gd name="connsiteY645" fmla="*/ 4396952 h 6858000"/>
              <a:gd name="connsiteX646" fmla="*/ 0 w 7467600"/>
              <a:gd name="connsiteY646" fmla="*/ 4466006 h 6858000"/>
              <a:gd name="connsiteX647" fmla="*/ 0 w 7467600"/>
              <a:gd name="connsiteY647" fmla="*/ 4233763 h 6858000"/>
              <a:gd name="connsiteX648" fmla="*/ 36881 w 7467600"/>
              <a:gd name="connsiteY648" fmla="*/ 4200118 h 6858000"/>
              <a:gd name="connsiteX649" fmla="*/ 910534 w 7467600"/>
              <a:gd name="connsiteY649" fmla="*/ 3629753 h 6858000"/>
              <a:gd name="connsiteX650" fmla="*/ 1578717 w 7467600"/>
              <a:gd name="connsiteY650" fmla="*/ 3575982 h 6858000"/>
              <a:gd name="connsiteX651" fmla="*/ 2338780 w 7467600"/>
              <a:gd name="connsiteY651" fmla="*/ 3033725 h 6858000"/>
              <a:gd name="connsiteX652" fmla="*/ 1807991 w 7467600"/>
              <a:gd name="connsiteY652" fmla="*/ 2807184 h 6858000"/>
              <a:gd name="connsiteX653" fmla="*/ 1416358 w 7467600"/>
              <a:gd name="connsiteY653" fmla="*/ 3112571 h 6858000"/>
              <a:gd name="connsiteX654" fmla="*/ 939066 w 7467600"/>
              <a:gd name="connsiteY654" fmla="*/ 3378798 h 6858000"/>
              <a:gd name="connsiteX655" fmla="*/ 115099 w 7467600"/>
              <a:gd name="connsiteY655" fmla="*/ 3607650 h 6858000"/>
              <a:gd name="connsiteX656" fmla="*/ 97284 w 7467600"/>
              <a:gd name="connsiteY656" fmla="*/ 3520393 h 6858000"/>
              <a:gd name="connsiteX657" fmla="*/ 922050 w 7467600"/>
              <a:gd name="connsiteY657" fmla="*/ 3074867 h 6858000"/>
              <a:gd name="connsiteX658" fmla="*/ 1405265 w 7467600"/>
              <a:gd name="connsiteY658" fmla="*/ 3016319 h 6858000"/>
              <a:gd name="connsiteX659" fmla="*/ 1407512 w 7467600"/>
              <a:gd name="connsiteY659" fmla="*/ 3018001 h 6858000"/>
              <a:gd name="connsiteX660" fmla="*/ 1726266 w 7467600"/>
              <a:gd name="connsiteY660" fmla="*/ 2777274 h 6858000"/>
              <a:gd name="connsiteX661" fmla="*/ 625390 w 7467600"/>
              <a:gd name="connsiteY661" fmla="*/ 2514541 h 6858000"/>
              <a:gd name="connsiteX662" fmla="*/ 619799 w 7467600"/>
              <a:gd name="connsiteY662" fmla="*/ 2527180 h 6858000"/>
              <a:gd name="connsiteX663" fmla="*/ 310030 w 7467600"/>
              <a:gd name="connsiteY663" fmla="*/ 2771818 h 6858000"/>
              <a:gd name="connsiteX664" fmla="*/ 173877 w 7467600"/>
              <a:gd name="connsiteY664" fmla="*/ 2937056 h 6858000"/>
              <a:gd name="connsiteX665" fmla="*/ 77889 w 7467600"/>
              <a:gd name="connsiteY665" fmla="*/ 3138440 h 6858000"/>
              <a:gd name="connsiteX666" fmla="*/ 0 w 7467600"/>
              <a:gd name="connsiteY666" fmla="*/ 3271395 h 6858000"/>
              <a:gd name="connsiteX667" fmla="*/ 0 w 7467600"/>
              <a:gd name="connsiteY667" fmla="*/ 3153002 h 6858000"/>
              <a:gd name="connsiteX668" fmla="*/ 2386 w 7467600"/>
              <a:gd name="connsiteY668" fmla="*/ 3149203 h 6858000"/>
              <a:gd name="connsiteX669" fmla="*/ 89753 w 7467600"/>
              <a:gd name="connsiteY669" fmla="*/ 2987702 h 6858000"/>
              <a:gd name="connsiteX670" fmla="*/ 76869 w 7467600"/>
              <a:gd name="connsiteY670" fmla="*/ 3005404 h 6858000"/>
              <a:gd name="connsiteX671" fmla="*/ 32049 w 7467600"/>
              <a:gd name="connsiteY671" fmla="*/ 3065814 h 6858000"/>
              <a:gd name="connsiteX672" fmla="*/ 0 w 7467600"/>
              <a:gd name="connsiteY672" fmla="*/ 3108744 h 6858000"/>
              <a:gd name="connsiteX673" fmla="*/ 0 w 7467600"/>
              <a:gd name="connsiteY673" fmla="*/ 3058059 h 6858000"/>
              <a:gd name="connsiteX674" fmla="*/ 7610 w 7467600"/>
              <a:gd name="connsiteY674" fmla="*/ 3047889 h 6858000"/>
              <a:gd name="connsiteX675" fmla="*/ 52419 w 7467600"/>
              <a:gd name="connsiteY675" fmla="*/ 2987479 h 6858000"/>
              <a:gd name="connsiteX676" fmla="*/ 59142 w 7467600"/>
              <a:gd name="connsiteY676" fmla="*/ 2978488 h 6858000"/>
              <a:gd name="connsiteX677" fmla="*/ 0 w 7467600"/>
              <a:gd name="connsiteY677" fmla="*/ 3015334 h 6858000"/>
              <a:gd name="connsiteX678" fmla="*/ 0 w 7467600"/>
              <a:gd name="connsiteY678" fmla="*/ 2914286 h 6858000"/>
              <a:gd name="connsiteX679" fmla="*/ 36383 w 7467600"/>
              <a:gd name="connsiteY679" fmla="*/ 2901128 h 6858000"/>
              <a:gd name="connsiteX680" fmla="*/ 156329 w 7467600"/>
              <a:gd name="connsiteY680" fmla="*/ 2840533 h 6858000"/>
              <a:gd name="connsiteX681" fmla="*/ 358355 w 7467600"/>
              <a:gd name="connsiteY681" fmla="*/ 2620471 h 6858000"/>
              <a:gd name="connsiteX682" fmla="*/ 510577 w 7467600"/>
              <a:gd name="connsiteY682" fmla="*/ 2501244 h 6858000"/>
              <a:gd name="connsiteX683" fmla="*/ 211967 w 7467600"/>
              <a:gd name="connsiteY683" fmla="*/ 2479171 h 6858000"/>
              <a:gd name="connsiteX684" fmla="*/ 0 w 7467600"/>
              <a:gd name="connsiteY684" fmla="*/ 2476398 h 6858000"/>
              <a:gd name="connsiteX685" fmla="*/ 0 w 7467600"/>
              <a:gd name="connsiteY685" fmla="*/ 2389189 h 6858000"/>
              <a:gd name="connsiteX686" fmla="*/ 103062 w 7467600"/>
              <a:gd name="connsiteY686" fmla="*/ 2389518 h 6858000"/>
              <a:gd name="connsiteX687" fmla="*/ 510734 w 7467600"/>
              <a:gd name="connsiteY687" fmla="*/ 2416201 h 6858000"/>
              <a:gd name="connsiteX688" fmla="*/ 279257 w 7467600"/>
              <a:gd name="connsiteY688" fmla="*/ 2092102 h 6858000"/>
              <a:gd name="connsiteX689" fmla="*/ 65265 w 7467600"/>
              <a:gd name="connsiteY689" fmla="*/ 2006049 h 6858000"/>
              <a:gd name="connsiteX690" fmla="*/ 0 w 7467600"/>
              <a:gd name="connsiteY690" fmla="*/ 1982532 h 6858000"/>
              <a:gd name="connsiteX691" fmla="*/ 0 w 7467600"/>
              <a:gd name="connsiteY691" fmla="*/ 1912789 h 6858000"/>
              <a:gd name="connsiteX692" fmla="*/ 97460 w 7467600"/>
              <a:gd name="connsiteY692" fmla="*/ 1953725 h 6858000"/>
              <a:gd name="connsiteX693" fmla="*/ 221272 w 7467600"/>
              <a:gd name="connsiteY693" fmla="*/ 1980766 h 6858000"/>
              <a:gd name="connsiteX694" fmla="*/ 116765 w 7467600"/>
              <a:gd name="connsiteY694" fmla="*/ 1911033 h 6858000"/>
              <a:gd name="connsiteX695" fmla="*/ 16405 w 7467600"/>
              <a:gd name="connsiteY695" fmla="*/ 1803412 h 6858000"/>
              <a:gd name="connsiteX696" fmla="*/ 0 w 7467600"/>
              <a:gd name="connsiteY696" fmla="*/ 1784777 h 6858000"/>
              <a:gd name="connsiteX697" fmla="*/ 0 w 7467600"/>
              <a:gd name="connsiteY697" fmla="*/ 1740082 h 6858000"/>
              <a:gd name="connsiteX698" fmla="*/ 39394 w 7467600"/>
              <a:gd name="connsiteY698" fmla="*/ 1784856 h 6858000"/>
              <a:gd name="connsiteX699" fmla="*/ 135813 w 7467600"/>
              <a:gd name="connsiteY699" fmla="*/ 1888838 h 6858000"/>
              <a:gd name="connsiteX700" fmla="*/ 242575 w 7467600"/>
              <a:gd name="connsiteY700" fmla="*/ 1958841 h 6858000"/>
              <a:gd name="connsiteX701" fmla="*/ 82197 w 7467600"/>
              <a:gd name="connsiteY701" fmla="*/ 1754826 h 6858000"/>
              <a:gd name="connsiteX702" fmla="*/ 0 w 7467600"/>
              <a:gd name="connsiteY702" fmla="*/ 1679650 h 6858000"/>
              <a:gd name="connsiteX703" fmla="*/ 0 w 7467600"/>
              <a:gd name="connsiteY703" fmla="*/ 1602463 h 6858000"/>
              <a:gd name="connsiteX704" fmla="*/ 84689 w 7467600"/>
              <a:gd name="connsiteY704" fmla="*/ 1677442 h 6858000"/>
              <a:gd name="connsiteX705" fmla="*/ 298437 w 7467600"/>
              <a:gd name="connsiteY705" fmla="*/ 1968019 h 6858000"/>
              <a:gd name="connsiteX706" fmla="*/ 227269 w 7467600"/>
              <a:gd name="connsiteY706" fmla="*/ 1114064 h 6858000"/>
              <a:gd name="connsiteX707" fmla="*/ 248003 w 7467600"/>
              <a:gd name="connsiteY707" fmla="*/ 1089613 h 6858000"/>
              <a:gd name="connsiteX708" fmla="*/ 427020 w 7467600"/>
              <a:gd name="connsiteY708" fmla="*/ 1619803 h 6858000"/>
              <a:gd name="connsiteX709" fmla="*/ 340345 w 7467600"/>
              <a:gd name="connsiteY709" fmla="*/ 2027739 h 6858000"/>
              <a:gd name="connsiteX710" fmla="*/ 360865 w 7467600"/>
              <a:gd name="connsiteY710" fmla="*/ 2044827 h 6858000"/>
              <a:gd name="connsiteX711" fmla="*/ 560414 w 7467600"/>
              <a:gd name="connsiteY711" fmla="*/ 2421457 h 6858000"/>
              <a:gd name="connsiteX712" fmla="*/ 1359703 w 7467600"/>
              <a:gd name="connsiteY712" fmla="*/ 2578554 h 6858000"/>
              <a:gd name="connsiteX713" fmla="*/ 1359422 w 7467600"/>
              <a:gd name="connsiteY713" fmla="*/ 2577994 h 6858000"/>
              <a:gd name="connsiteX714" fmla="*/ 828701 w 7467600"/>
              <a:gd name="connsiteY714" fmla="*/ 1839520 h 6858000"/>
              <a:gd name="connsiteX715" fmla="*/ 494427 w 7467600"/>
              <a:gd name="connsiteY715" fmla="*/ 1092333 h 6858000"/>
              <a:gd name="connsiteX716" fmla="*/ 506322 w 7467600"/>
              <a:gd name="connsiteY716" fmla="*/ 1020997 h 6858000"/>
              <a:gd name="connsiteX717" fmla="*/ 4570198 w 7467600"/>
              <a:gd name="connsiteY717" fmla="*/ 978081 h 6858000"/>
              <a:gd name="connsiteX718" fmla="*/ 4523691 w 7467600"/>
              <a:gd name="connsiteY718" fmla="*/ 1127776 h 6858000"/>
              <a:gd name="connsiteX719" fmla="*/ 4509875 w 7467600"/>
              <a:gd name="connsiteY719" fmla="*/ 1167552 h 6858000"/>
              <a:gd name="connsiteX720" fmla="*/ 4478168 w 7467600"/>
              <a:gd name="connsiteY720" fmla="*/ 1260735 h 6858000"/>
              <a:gd name="connsiteX721" fmla="*/ 4409309 w 7467600"/>
              <a:gd name="connsiteY721" fmla="*/ 1666996 h 6858000"/>
              <a:gd name="connsiteX722" fmla="*/ 4370031 w 7467600"/>
              <a:gd name="connsiteY722" fmla="*/ 1955666 h 6858000"/>
              <a:gd name="connsiteX723" fmla="*/ 4570198 w 7467600"/>
              <a:gd name="connsiteY723" fmla="*/ 978081 h 6858000"/>
              <a:gd name="connsiteX724" fmla="*/ 4557898 w 7467600"/>
              <a:gd name="connsiteY724" fmla="*/ 900011 h 6858000"/>
              <a:gd name="connsiteX725" fmla="*/ 4344840 w 7467600"/>
              <a:gd name="connsiteY725" fmla="*/ 1922038 h 6858000"/>
              <a:gd name="connsiteX726" fmla="*/ 4378710 w 7467600"/>
              <a:gd name="connsiteY726" fmla="*/ 1665516 h 6858000"/>
              <a:gd name="connsiteX727" fmla="*/ 4448798 w 7467600"/>
              <a:gd name="connsiteY727" fmla="*/ 1253024 h 6858000"/>
              <a:gd name="connsiteX728" fmla="*/ 4480315 w 7467600"/>
              <a:gd name="connsiteY728" fmla="*/ 1158454 h 6858000"/>
              <a:gd name="connsiteX729" fmla="*/ 4494133 w 7467600"/>
              <a:gd name="connsiteY729" fmla="*/ 1118676 h 6858000"/>
              <a:gd name="connsiteX730" fmla="*/ 4557898 w 7467600"/>
              <a:gd name="connsiteY730" fmla="*/ 900011 h 6858000"/>
              <a:gd name="connsiteX731" fmla="*/ 5870151 w 7467600"/>
              <a:gd name="connsiteY731" fmla="*/ 898890 h 6858000"/>
              <a:gd name="connsiteX732" fmla="*/ 5861335 w 7467600"/>
              <a:gd name="connsiteY732" fmla="*/ 899177 h 6858000"/>
              <a:gd name="connsiteX733" fmla="*/ 5843702 w 7467600"/>
              <a:gd name="connsiteY733" fmla="*/ 899748 h 6858000"/>
              <a:gd name="connsiteX734" fmla="*/ 5651107 w 7467600"/>
              <a:gd name="connsiteY734" fmla="*/ 920306 h 6858000"/>
              <a:gd name="connsiteX735" fmla="*/ 5459407 w 7467600"/>
              <a:gd name="connsiteY735" fmla="*/ 940975 h 6858000"/>
              <a:gd name="connsiteX736" fmla="*/ 5374846 w 7467600"/>
              <a:gd name="connsiteY736" fmla="*/ 941988 h 6858000"/>
              <a:gd name="connsiteX737" fmla="*/ 5256105 w 7467600"/>
              <a:gd name="connsiteY737" fmla="*/ 945632 h 6858000"/>
              <a:gd name="connsiteX738" fmla="*/ 5107071 w 7467600"/>
              <a:gd name="connsiteY738" fmla="*/ 969720 h 6858000"/>
              <a:gd name="connsiteX739" fmla="*/ 4998681 w 7467600"/>
              <a:gd name="connsiteY739" fmla="*/ 988771 h 6858000"/>
              <a:gd name="connsiteX740" fmla="*/ 5870151 w 7467600"/>
              <a:gd name="connsiteY740" fmla="*/ 898890 h 6858000"/>
              <a:gd name="connsiteX741" fmla="*/ 5504425 w 7467600"/>
              <a:gd name="connsiteY741" fmla="*/ 848067 h 6858000"/>
              <a:gd name="connsiteX742" fmla="*/ 4968849 w 7467600"/>
              <a:gd name="connsiteY742" fmla="*/ 962318 h 6858000"/>
              <a:gd name="connsiteX743" fmla="*/ 5104039 w 7467600"/>
              <a:gd name="connsiteY743" fmla="*/ 940634 h 6858000"/>
              <a:gd name="connsiteX744" fmla="*/ 5256311 w 7467600"/>
              <a:gd name="connsiteY744" fmla="*/ 916490 h 6858000"/>
              <a:gd name="connsiteX745" fmla="*/ 5377381 w 7467600"/>
              <a:gd name="connsiteY745" fmla="*/ 912671 h 6858000"/>
              <a:gd name="connsiteX746" fmla="*/ 5460148 w 7467600"/>
              <a:gd name="connsiteY746" fmla="*/ 911442 h 6858000"/>
              <a:gd name="connsiteX747" fmla="*/ 5648971 w 7467600"/>
              <a:gd name="connsiteY747" fmla="*/ 891331 h 6858000"/>
              <a:gd name="connsiteX748" fmla="*/ 5844807 w 7467600"/>
              <a:gd name="connsiteY748" fmla="*/ 870718 h 6858000"/>
              <a:gd name="connsiteX749" fmla="*/ 5862975 w 7467600"/>
              <a:gd name="connsiteY749" fmla="*/ 869756 h 6858000"/>
              <a:gd name="connsiteX750" fmla="*/ 5920887 w 7467600"/>
              <a:gd name="connsiteY750" fmla="*/ 865929 h 6858000"/>
              <a:gd name="connsiteX751" fmla="*/ 5504425 w 7467600"/>
              <a:gd name="connsiteY751" fmla="*/ 848067 h 6858000"/>
              <a:gd name="connsiteX752" fmla="*/ 3607114 w 7467600"/>
              <a:gd name="connsiteY752" fmla="*/ 467441 h 6858000"/>
              <a:gd name="connsiteX753" fmla="*/ 3296242 w 7467600"/>
              <a:gd name="connsiteY753" fmla="*/ 807991 h 6858000"/>
              <a:gd name="connsiteX754" fmla="*/ 3174674 w 7467600"/>
              <a:gd name="connsiteY754" fmla="*/ 919759 h 6858000"/>
              <a:gd name="connsiteX755" fmla="*/ 3042978 w 7467600"/>
              <a:gd name="connsiteY755" fmla="*/ 1054894 h 6858000"/>
              <a:gd name="connsiteX756" fmla="*/ 2968914 w 7467600"/>
              <a:gd name="connsiteY756" fmla="*/ 1133756 h 6858000"/>
              <a:gd name="connsiteX757" fmla="*/ 3103823 w 7467600"/>
              <a:gd name="connsiteY757" fmla="*/ 1026814 h 6858000"/>
              <a:gd name="connsiteX758" fmla="*/ 3607114 w 7467600"/>
              <a:gd name="connsiteY758" fmla="*/ 467441 h 6858000"/>
              <a:gd name="connsiteX759" fmla="*/ 3744487 w 7467600"/>
              <a:gd name="connsiteY759" fmla="*/ 383136 h 6858000"/>
              <a:gd name="connsiteX760" fmla="*/ 3970213 w 7467600"/>
              <a:gd name="connsiteY760" fmla="*/ 995559 h 6858000"/>
              <a:gd name="connsiteX761" fmla="*/ 3744487 w 7467600"/>
              <a:gd name="connsiteY761" fmla="*/ 383136 h 6858000"/>
              <a:gd name="connsiteX762" fmla="*/ 3624562 w 7467600"/>
              <a:gd name="connsiteY762" fmla="*/ 367041 h 6858000"/>
              <a:gd name="connsiteX763" fmla="*/ 3489712 w 7467600"/>
              <a:gd name="connsiteY763" fmla="*/ 485386 h 6858000"/>
              <a:gd name="connsiteX764" fmla="*/ 3182994 w 7467600"/>
              <a:gd name="connsiteY764" fmla="*/ 828265 h 6858000"/>
              <a:gd name="connsiteX765" fmla="*/ 2892114 w 7467600"/>
              <a:gd name="connsiteY765" fmla="*/ 1172635 h 6858000"/>
              <a:gd name="connsiteX766" fmla="*/ 3021459 w 7467600"/>
              <a:gd name="connsiteY766" fmla="*/ 1035385 h 6858000"/>
              <a:gd name="connsiteX767" fmla="*/ 3153873 w 7467600"/>
              <a:gd name="connsiteY767" fmla="*/ 898971 h 6858000"/>
              <a:gd name="connsiteX768" fmla="*/ 3276511 w 7467600"/>
              <a:gd name="connsiteY768" fmla="*/ 786423 h 6858000"/>
              <a:gd name="connsiteX769" fmla="*/ 3584154 w 7467600"/>
              <a:gd name="connsiteY769" fmla="*/ 448218 h 6858000"/>
              <a:gd name="connsiteX770" fmla="*/ 3624562 w 7467600"/>
              <a:gd name="connsiteY770" fmla="*/ 367041 h 6858000"/>
              <a:gd name="connsiteX771" fmla="*/ 3766672 w 7467600"/>
              <a:gd name="connsiteY771" fmla="*/ 359429 h 6858000"/>
              <a:gd name="connsiteX772" fmla="*/ 3996338 w 7467600"/>
              <a:gd name="connsiteY772" fmla="*/ 968237 h 6858000"/>
              <a:gd name="connsiteX773" fmla="*/ 3766672 w 7467600"/>
              <a:gd name="connsiteY773" fmla="*/ 359429 h 6858000"/>
              <a:gd name="connsiteX774" fmla="*/ 5805386 w 7467600"/>
              <a:gd name="connsiteY774" fmla="*/ 239240 h 6858000"/>
              <a:gd name="connsiteX775" fmla="*/ 5736947 w 7467600"/>
              <a:gd name="connsiteY775" fmla="*/ 261367 h 6858000"/>
              <a:gd name="connsiteX776" fmla="*/ 5427012 w 7467600"/>
              <a:gd name="connsiteY776" fmla="*/ 311272 h 6858000"/>
              <a:gd name="connsiteX777" fmla="*/ 5147818 w 7467600"/>
              <a:gd name="connsiteY777" fmla="*/ 322112 h 6858000"/>
              <a:gd name="connsiteX778" fmla="*/ 5060854 w 7467600"/>
              <a:gd name="connsiteY778" fmla="*/ 311882 h 6858000"/>
              <a:gd name="connsiteX779" fmla="*/ 4945989 w 7467600"/>
              <a:gd name="connsiteY779" fmla="*/ 300516 h 6858000"/>
              <a:gd name="connsiteX780" fmla="*/ 5410479 w 7467600"/>
              <a:gd name="connsiteY780" fmla="*/ 348434 h 6858000"/>
              <a:gd name="connsiteX781" fmla="*/ 5805386 w 7467600"/>
              <a:gd name="connsiteY781" fmla="*/ 239240 h 6858000"/>
              <a:gd name="connsiteX782" fmla="*/ 5905192 w 7467600"/>
              <a:gd name="connsiteY782" fmla="*/ 163079 h 6858000"/>
              <a:gd name="connsiteX783" fmla="*/ 5865655 w 7467600"/>
              <a:gd name="connsiteY783" fmla="*/ 171901 h 6858000"/>
              <a:gd name="connsiteX784" fmla="*/ 5259740 w 7467600"/>
              <a:gd name="connsiteY784" fmla="*/ 257013 h 6858000"/>
              <a:gd name="connsiteX785" fmla="*/ 5208466 w 7467600"/>
              <a:gd name="connsiteY785" fmla="*/ 257550 h 6858000"/>
              <a:gd name="connsiteX786" fmla="*/ 4980204 w 7467600"/>
              <a:gd name="connsiteY786" fmla="*/ 271903 h 6858000"/>
              <a:gd name="connsiteX787" fmla="*/ 5068068 w 7467600"/>
              <a:gd name="connsiteY787" fmla="*/ 282244 h 6858000"/>
              <a:gd name="connsiteX788" fmla="*/ 5153231 w 7467600"/>
              <a:gd name="connsiteY788" fmla="*/ 292240 h 6858000"/>
              <a:gd name="connsiteX789" fmla="*/ 5426491 w 7467600"/>
              <a:gd name="connsiteY789" fmla="*/ 281128 h 6858000"/>
              <a:gd name="connsiteX790" fmla="*/ 5731212 w 7467600"/>
              <a:gd name="connsiteY790" fmla="*/ 231951 h 6858000"/>
              <a:gd name="connsiteX791" fmla="*/ 5905192 w 7467600"/>
              <a:gd name="connsiteY791" fmla="*/ 163079 h 6858000"/>
              <a:gd name="connsiteX792" fmla="*/ 5944437 w 7467600"/>
              <a:gd name="connsiteY792" fmla="*/ 113829 h 6858000"/>
              <a:gd name="connsiteX793" fmla="*/ 5825032 w 7467600"/>
              <a:gd name="connsiteY793" fmla="*/ 146405 h 6858000"/>
              <a:gd name="connsiteX794" fmla="*/ 4955599 w 7467600"/>
              <a:gd name="connsiteY794" fmla="*/ 247008 h 6858000"/>
              <a:gd name="connsiteX795" fmla="*/ 5210104 w 7467600"/>
              <a:gd name="connsiteY795" fmla="*/ 228123 h 6858000"/>
              <a:gd name="connsiteX796" fmla="*/ 5261015 w 7467600"/>
              <a:gd name="connsiteY796" fmla="*/ 227087 h 6858000"/>
              <a:gd name="connsiteX797" fmla="*/ 5861181 w 7467600"/>
              <a:gd name="connsiteY797" fmla="*/ 143093 h 6858000"/>
              <a:gd name="connsiteX798" fmla="*/ 5961252 w 7467600"/>
              <a:gd name="connsiteY798" fmla="*/ 114820 h 6858000"/>
              <a:gd name="connsiteX799" fmla="*/ 5944437 w 7467600"/>
              <a:gd name="connsiteY799" fmla="*/ 113829 h 6858000"/>
              <a:gd name="connsiteX800" fmla="*/ 3882765 w 7467600"/>
              <a:gd name="connsiteY800" fmla="*/ 0 h 6858000"/>
              <a:gd name="connsiteX801" fmla="*/ 3995099 w 7467600"/>
              <a:gd name="connsiteY801" fmla="*/ 0 h 6858000"/>
              <a:gd name="connsiteX802" fmla="*/ 4163818 w 7467600"/>
              <a:gd name="connsiteY802" fmla="*/ 234104 h 6858000"/>
              <a:gd name="connsiteX803" fmla="*/ 4172099 w 7467600"/>
              <a:gd name="connsiteY803" fmla="*/ 234207 h 6858000"/>
              <a:gd name="connsiteX804" fmla="*/ 4784282 w 7467600"/>
              <a:gd name="connsiteY804" fmla="*/ 276561 h 6858000"/>
              <a:gd name="connsiteX805" fmla="*/ 4801687 w 7467600"/>
              <a:gd name="connsiteY805" fmla="*/ 267764 h 6858000"/>
              <a:gd name="connsiteX806" fmla="*/ 6082788 w 7467600"/>
              <a:gd name="connsiteY806" fmla="*/ 64119 h 6858000"/>
              <a:gd name="connsiteX807" fmla="*/ 6099442 w 7467600"/>
              <a:gd name="connsiteY807" fmla="*/ 82568 h 6858000"/>
              <a:gd name="connsiteX808" fmla="*/ 4804137 w 7467600"/>
              <a:gd name="connsiteY808" fmla="*/ 320931 h 6858000"/>
              <a:gd name="connsiteX809" fmla="*/ 4227047 w 7467600"/>
              <a:gd name="connsiteY809" fmla="*/ 313415 h 6858000"/>
              <a:gd name="connsiteX810" fmla="*/ 4346041 w 7467600"/>
              <a:gd name="connsiteY810" fmla="*/ 456086 h 6858000"/>
              <a:gd name="connsiteX811" fmla="*/ 4870967 w 7467600"/>
              <a:gd name="connsiteY811" fmla="*/ 963061 h 6858000"/>
              <a:gd name="connsiteX812" fmla="*/ 4889647 w 7467600"/>
              <a:gd name="connsiteY812" fmla="*/ 957147 h 6858000"/>
              <a:gd name="connsiteX813" fmla="*/ 5422504 w 7467600"/>
              <a:gd name="connsiteY813" fmla="*/ 805191 h 6858000"/>
              <a:gd name="connsiteX814" fmla="*/ 6087656 w 7467600"/>
              <a:gd name="connsiteY814" fmla="*/ 826703 h 6858000"/>
              <a:gd name="connsiteX815" fmla="*/ 6058717 w 7467600"/>
              <a:gd name="connsiteY815" fmla="*/ 865992 h 6858000"/>
              <a:gd name="connsiteX816" fmla="*/ 4974153 w 7467600"/>
              <a:gd name="connsiteY816" fmla="*/ 1045456 h 6858000"/>
              <a:gd name="connsiteX817" fmla="*/ 5627835 w 7467600"/>
              <a:gd name="connsiteY817" fmla="*/ 1472077 h 6858000"/>
              <a:gd name="connsiteX818" fmla="*/ 5629817 w 7467600"/>
              <a:gd name="connsiteY818" fmla="*/ 1471412 h 6858000"/>
              <a:gd name="connsiteX819" fmla="*/ 5634124 w 7467600"/>
              <a:gd name="connsiteY819" fmla="*/ 1470572 h 6858000"/>
              <a:gd name="connsiteX820" fmla="*/ 5755832 w 7467600"/>
              <a:gd name="connsiteY820" fmla="*/ 1383886 h 6858000"/>
              <a:gd name="connsiteX821" fmla="*/ 6014186 w 7467600"/>
              <a:gd name="connsiteY821" fmla="*/ 1279799 h 6858000"/>
              <a:gd name="connsiteX822" fmla="*/ 6901619 w 7467600"/>
              <a:gd name="connsiteY822" fmla="*/ 1047874 h 6858000"/>
              <a:gd name="connsiteX823" fmla="*/ 6931566 w 7467600"/>
              <a:gd name="connsiteY823" fmla="*/ 1062034 h 6858000"/>
              <a:gd name="connsiteX824" fmla="*/ 5790982 w 7467600"/>
              <a:gd name="connsiteY824" fmla="*/ 1561380 h 6858000"/>
              <a:gd name="connsiteX825" fmla="*/ 6188971 w 7467600"/>
              <a:gd name="connsiteY825" fmla="*/ 1755168 h 6858000"/>
              <a:gd name="connsiteX826" fmla="*/ 6202446 w 7467600"/>
              <a:gd name="connsiteY826" fmla="*/ 1752268 h 6858000"/>
              <a:gd name="connsiteX827" fmla="*/ 7179560 w 7467600"/>
              <a:gd name="connsiteY827" fmla="*/ 1467551 h 6858000"/>
              <a:gd name="connsiteX828" fmla="*/ 7158730 w 7467600"/>
              <a:gd name="connsiteY828" fmla="*/ 1507835 h 6858000"/>
              <a:gd name="connsiteX829" fmla="*/ 6326959 w 7467600"/>
              <a:gd name="connsiteY829" fmla="*/ 1817686 h 6858000"/>
              <a:gd name="connsiteX830" fmla="*/ 6537433 w 7467600"/>
              <a:gd name="connsiteY830" fmla="*/ 1907790 h 6858000"/>
              <a:gd name="connsiteX831" fmla="*/ 6550221 w 7467600"/>
              <a:gd name="connsiteY831" fmla="*/ 1910729 h 6858000"/>
              <a:gd name="connsiteX832" fmla="*/ 6964438 w 7467600"/>
              <a:gd name="connsiteY832" fmla="*/ 2209505 h 6858000"/>
              <a:gd name="connsiteX833" fmla="*/ 7367862 w 7467600"/>
              <a:gd name="connsiteY833" fmla="*/ 2806833 h 6858000"/>
              <a:gd name="connsiteX834" fmla="*/ 7364329 w 7467600"/>
              <a:gd name="connsiteY834" fmla="*/ 2826907 h 6858000"/>
              <a:gd name="connsiteX835" fmla="*/ 7290545 w 7467600"/>
              <a:gd name="connsiteY835" fmla="*/ 2850663 h 6858000"/>
              <a:gd name="connsiteX836" fmla="*/ 6472036 w 7467600"/>
              <a:gd name="connsiteY836" fmla="*/ 1959003 h 6858000"/>
              <a:gd name="connsiteX837" fmla="*/ 5792897 w 7467600"/>
              <a:gd name="connsiteY837" fmla="*/ 1647747 h 6858000"/>
              <a:gd name="connsiteX838" fmla="*/ 5842751 w 7467600"/>
              <a:gd name="connsiteY838" fmla="*/ 1816112 h 6858000"/>
              <a:gd name="connsiteX839" fmla="*/ 5847424 w 7467600"/>
              <a:gd name="connsiteY839" fmla="*/ 1815776 h 6858000"/>
              <a:gd name="connsiteX840" fmla="*/ 6399821 w 7467600"/>
              <a:gd name="connsiteY840" fmla="*/ 2344799 h 6858000"/>
              <a:gd name="connsiteX841" fmla="*/ 6323232 w 7467600"/>
              <a:gd name="connsiteY841" fmla="*/ 2389634 h 6858000"/>
              <a:gd name="connsiteX842" fmla="*/ 5942958 w 7467600"/>
              <a:gd name="connsiteY842" fmla="*/ 2077708 h 6858000"/>
              <a:gd name="connsiteX843" fmla="*/ 5921559 w 7467600"/>
              <a:gd name="connsiteY843" fmla="*/ 2378596 h 6858000"/>
              <a:gd name="connsiteX844" fmla="*/ 5817651 w 7467600"/>
              <a:gd name="connsiteY844" fmla="*/ 3023919 h 6858000"/>
              <a:gd name="connsiteX845" fmla="*/ 5729634 w 7467600"/>
              <a:gd name="connsiteY845" fmla="*/ 3051849 h 6858000"/>
              <a:gd name="connsiteX846" fmla="*/ 5611018 w 7467600"/>
              <a:gd name="connsiteY846" fmla="*/ 2316769 h 6858000"/>
              <a:gd name="connsiteX847" fmla="*/ 5687608 w 7467600"/>
              <a:gd name="connsiteY847" fmla="*/ 2039972 h 6858000"/>
              <a:gd name="connsiteX848" fmla="*/ 5657554 w 7467600"/>
              <a:gd name="connsiteY848" fmla="*/ 1576445 h 6858000"/>
              <a:gd name="connsiteX849" fmla="*/ 5150475 w 7467600"/>
              <a:gd name="connsiteY849" fmla="*/ 1274012 h 6858000"/>
              <a:gd name="connsiteX850" fmla="*/ 5349142 w 7467600"/>
              <a:gd name="connsiteY850" fmla="*/ 2204405 h 6858000"/>
              <a:gd name="connsiteX851" fmla="*/ 5262214 w 7467600"/>
              <a:gd name="connsiteY851" fmla="*/ 2233836 h 6858000"/>
              <a:gd name="connsiteX852" fmla="*/ 4981539 w 7467600"/>
              <a:gd name="connsiteY852" fmla="*/ 1542201 h 6858000"/>
              <a:gd name="connsiteX853" fmla="*/ 4958461 w 7467600"/>
              <a:gd name="connsiteY853" fmla="*/ 1136957 h 6858000"/>
              <a:gd name="connsiteX854" fmla="*/ 4655015 w 7467600"/>
              <a:gd name="connsiteY854" fmla="*/ 891426 h 6858000"/>
              <a:gd name="connsiteX855" fmla="*/ 4348002 w 7467600"/>
              <a:gd name="connsiteY855" fmla="*/ 2205895 h 6858000"/>
              <a:gd name="connsiteX856" fmla="*/ 4262250 w 7467600"/>
              <a:gd name="connsiteY856" fmla="*/ 2219972 h 6858000"/>
              <a:gd name="connsiteX857" fmla="*/ 4550611 w 7467600"/>
              <a:gd name="connsiteY857" fmla="*/ 817540 h 6858000"/>
              <a:gd name="connsiteX858" fmla="*/ 4564418 w 7467600"/>
              <a:gd name="connsiteY858" fmla="*/ 808293 h 6858000"/>
              <a:gd name="connsiteX859" fmla="*/ 4266388 w 7467600"/>
              <a:gd name="connsiteY859" fmla="*/ 500083 h 6858000"/>
              <a:gd name="connsiteX860" fmla="*/ 4032842 w 7467600"/>
              <a:gd name="connsiteY860" fmla="*/ 211809 h 6858000"/>
              <a:gd name="connsiteX861" fmla="*/ 3882765 w 7467600"/>
              <a:gd name="connsiteY861" fmla="*/ 0 h 6858000"/>
              <a:gd name="connsiteX862" fmla="*/ 3721337 w 7467600"/>
              <a:gd name="connsiteY862" fmla="*/ 0 h 6858000"/>
              <a:gd name="connsiteX863" fmla="*/ 3797544 w 7467600"/>
              <a:gd name="connsiteY863" fmla="*/ 0 h 6858000"/>
              <a:gd name="connsiteX864" fmla="*/ 3775734 w 7467600"/>
              <a:gd name="connsiteY864" fmla="*/ 95131 h 6858000"/>
              <a:gd name="connsiteX865" fmla="*/ 3724807 w 7467600"/>
              <a:gd name="connsiteY865" fmla="*/ 272257 h 6858000"/>
              <a:gd name="connsiteX866" fmla="*/ 3726844 w 7467600"/>
              <a:gd name="connsiteY866" fmla="*/ 282988 h 6858000"/>
              <a:gd name="connsiteX867" fmla="*/ 3742664 w 7467600"/>
              <a:gd name="connsiteY867" fmla="*/ 279918 h 6858000"/>
              <a:gd name="connsiteX868" fmla="*/ 4103910 w 7467600"/>
              <a:gd name="connsiteY868" fmla="*/ 1161917 h 6858000"/>
              <a:gd name="connsiteX869" fmla="*/ 4020269 w 7467600"/>
              <a:gd name="connsiteY869" fmla="*/ 1200406 h 6858000"/>
              <a:gd name="connsiteX870" fmla="*/ 3674882 w 7467600"/>
              <a:gd name="connsiteY870" fmla="*/ 488524 h 6858000"/>
              <a:gd name="connsiteX871" fmla="*/ 3132682 w 7467600"/>
              <a:gd name="connsiteY871" fmla="*/ 1072284 h 6858000"/>
              <a:gd name="connsiteX872" fmla="*/ 2716346 w 7467600"/>
              <a:gd name="connsiteY872" fmla="*/ 1276376 h 6858000"/>
              <a:gd name="connsiteX873" fmla="*/ 2716772 w 7467600"/>
              <a:gd name="connsiteY873" fmla="*/ 1255462 h 6858000"/>
              <a:gd name="connsiteX874" fmla="*/ 3471096 w 7467600"/>
              <a:gd name="connsiteY874" fmla="*/ 437072 h 6858000"/>
              <a:gd name="connsiteX875" fmla="*/ 3639057 w 7467600"/>
              <a:gd name="connsiteY875" fmla="*/ 286334 h 6858000"/>
              <a:gd name="connsiteX876" fmla="*/ 3640309 w 7467600"/>
              <a:gd name="connsiteY876" fmla="*/ 284664 h 6858000"/>
              <a:gd name="connsiteX877" fmla="*/ 3646022 w 7467600"/>
              <a:gd name="connsiteY877" fmla="*/ 276711 h 6858000"/>
              <a:gd name="connsiteX878" fmla="*/ 3707943 w 7467600"/>
              <a:gd name="connsiteY878" fmla="*/ 65958 h 6858000"/>
              <a:gd name="connsiteX879" fmla="*/ 3721337 w 7467600"/>
              <a:gd name="connsiteY879" fmla="*/ 0 h 6858000"/>
              <a:gd name="connsiteX880" fmla="*/ 2867960 w 7467600"/>
              <a:gd name="connsiteY880" fmla="*/ 0 h 6858000"/>
              <a:gd name="connsiteX881" fmla="*/ 2926351 w 7467600"/>
              <a:gd name="connsiteY881" fmla="*/ 0 h 6858000"/>
              <a:gd name="connsiteX882" fmla="*/ 2902823 w 7467600"/>
              <a:gd name="connsiteY882" fmla="*/ 262929 h 6858000"/>
              <a:gd name="connsiteX883" fmla="*/ 2940663 w 7467600"/>
              <a:gd name="connsiteY883" fmla="*/ 140884 h 6858000"/>
              <a:gd name="connsiteX884" fmla="*/ 2947039 w 7467600"/>
              <a:gd name="connsiteY884" fmla="*/ 122524 h 6858000"/>
              <a:gd name="connsiteX885" fmla="*/ 2984316 w 7467600"/>
              <a:gd name="connsiteY885" fmla="*/ 0 h 6858000"/>
              <a:gd name="connsiteX886" fmla="*/ 3016114 w 7467600"/>
              <a:gd name="connsiteY886" fmla="*/ 0 h 6858000"/>
              <a:gd name="connsiteX887" fmla="*/ 2979949 w 7467600"/>
              <a:gd name="connsiteY887" fmla="*/ 119274 h 6858000"/>
              <a:gd name="connsiteX888" fmla="*/ 3023879 w 7467600"/>
              <a:gd name="connsiteY888" fmla="*/ 0 h 6858000"/>
              <a:gd name="connsiteX889" fmla="*/ 3105400 w 7467600"/>
              <a:gd name="connsiteY889" fmla="*/ 0 h 6858000"/>
              <a:gd name="connsiteX890" fmla="*/ 3094669 w 7467600"/>
              <a:gd name="connsiteY890" fmla="*/ 30308 h 6858000"/>
              <a:gd name="connsiteX891" fmla="*/ 2901945 w 7467600"/>
              <a:gd name="connsiteY891" fmla="*/ 466538 h 6858000"/>
              <a:gd name="connsiteX892" fmla="*/ 2815209 w 7467600"/>
              <a:gd name="connsiteY892" fmla="*/ 497361 h 6858000"/>
              <a:gd name="connsiteX893" fmla="*/ 2844845 w 7467600"/>
              <a:gd name="connsiteY893" fmla="*/ 127638 h 6858000"/>
              <a:gd name="connsiteX894" fmla="*/ 2867960 w 7467600"/>
              <a:gd name="connsiteY894" fmla="*/ 0 h 6858000"/>
              <a:gd name="connsiteX895" fmla="*/ 1057230 w 7467600"/>
              <a:gd name="connsiteY895" fmla="*/ 0 h 6858000"/>
              <a:gd name="connsiteX896" fmla="*/ 1111003 w 7467600"/>
              <a:gd name="connsiteY896" fmla="*/ 0 h 6858000"/>
              <a:gd name="connsiteX897" fmla="*/ 1125553 w 7467600"/>
              <a:gd name="connsiteY897" fmla="*/ 52588 h 6858000"/>
              <a:gd name="connsiteX898" fmla="*/ 1304276 w 7467600"/>
              <a:gd name="connsiteY898" fmla="*/ 476275 h 6858000"/>
              <a:gd name="connsiteX899" fmla="*/ 1492066 w 7467600"/>
              <a:gd name="connsiteY899" fmla="*/ 886333 h 6858000"/>
              <a:gd name="connsiteX900" fmla="*/ 1423698 w 7467600"/>
              <a:gd name="connsiteY900" fmla="*/ 710817 h 6858000"/>
              <a:gd name="connsiteX901" fmla="*/ 1357609 w 7467600"/>
              <a:gd name="connsiteY901" fmla="*/ 532892 h 6858000"/>
              <a:gd name="connsiteX902" fmla="*/ 1309550 w 7467600"/>
              <a:gd name="connsiteY902" fmla="*/ 374031 h 6858000"/>
              <a:gd name="connsiteX903" fmla="*/ 1193673 w 7467600"/>
              <a:gd name="connsiteY903" fmla="*/ 49533 h 6858000"/>
              <a:gd name="connsiteX904" fmla="*/ 1164391 w 7467600"/>
              <a:gd name="connsiteY904" fmla="*/ 0 h 6858000"/>
              <a:gd name="connsiteX905" fmla="*/ 1200666 w 7467600"/>
              <a:gd name="connsiteY905" fmla="*/ 0 h 6858000"/>
              <a:gd name="connsiteX906" fmla="*/ 1223408 w 7467600"/>
              <a:gd name="connsiteY906" fmla="*/ 38996 h 6858000"/>
              <a:gd name="connsiteX907" fmla="*/ 1339635 w 7467600"/>
              <a:gd name="connsiteY907" fmla="*/ 365517 h 6858000"/>
              <a:gd name="connsiteX908" fmla="*/ 1387469 w 7467600"/>
              <a:gd name="connsiteY908" fmla="*/ 523079 h 6858000"/>
              <a:gd name="connsiteX909" fmla="*/ 1452685 w 7467600"/>
              <a:gd name="connsiteY909" fmla="*/ 699806 h 6858000"/>
              <a:gd name="connsiteX910" fmla="*/ 1492092 w 7467600"/>
              <a:gd name="connsiteY910" fmla="*/ 800424 h 6858000"/>
              <a:gd name="connsiteX911" fmla="*/ 1455302 w 7467600"/>
              <a:gd name="connsiteY911" fmla="*/ 632913 h 6858000"/>
              <a:gd name="connsiteX912" fmla="*/ 1222336 w 7467600"/>
              <a:gd name="connsiteY912" fmla="*/ 9480 h 6858000"/>
              <a:gd name="connsiteX913" fmla="*/ 1214634 w 7467600"/>
              <a:gd name="connsiteY913" fmla="*/ 0 h 6858000"/>
              <a:gd name="connsiteX914" fmla="*/ 1289827 w 7467600"/>
              <a:gd name="connsiteY914" fmla="*/ 0 h 6858000"/>
              <a:gd name="connsiteX915" fmla="*/ 1321076 w 7467600"/>
              <a:gd name="connsiteY915" fmla="*/ 59722 h 6858000"/>
              <a:gd name="connsiteX916" fmla="*/ 1512579 w 7467600"/>
              <a:gd name="connsiteY916" fmla="*/ 626441 h 6858000"/>
              <a:gd name="connsiteX917" fmla="*/ 1506076 w 7467600"/>
              <a:gd name="connsiteY917" fmla="*/ 1089289 h 6858000"/>
              <a:gd name="connsiteX918" fmla="*/ 1486346 w 7467600"/>
              <a:gd name="connsiteY918" fmla="*/ 1079919 h 6858000"/>
              <a:gd name="connsiteX919" fmla="*/ 1070511 w 7467600"/>
              <a:gd name="connsiteY919" fmla="*/ 48609 h 6858000"/>
              <a:gd name="connsiteX920" fmla="*/ 1057230 w 7467600"/>
              <a:gd name="connsiteY920" fmla="*/ 0 h 6858000"/>
              <a:gd name="connsiteX921" fmla="*/ 43151 w 7467600"/>
              <a:gd name="connsiteY921" fmla="*/ 0 h 6858000"/>
              <a:gd name="connsiteX922" fmla="*/ 95283 w 7467600"/>
              <a:gd name="connsiteY922" fmla="*/ 0 h 6858000"/>
              <a:gd name="connsiteX923" fmla="*/ 300708 w 7467600"/>
              <a:gd name="connsiteY923" fmla="*/ 154571 h 6858000"/>
              <a:gd name="connsiteX924" fmla="*/ 530414 w 7467600"/>
              <a:gd name="connsiteY924" fmla="*/ 354673 h 6858000"/>
              <a:gd name="connsiteX925" fmla="*/ 333785 w 7467600"/>
              <a:gd name="connsiteY925" fmla="*/ 161564 h 6858000"/>
              <a:gd name="connsiteX926" fmla="*/ 147005 w 7467600"/>
              <a:gd name="connsiteY926" fmla="*/ 0 h 6858000"/>
              <a:gd name="connsiteX927" fmla="*/ 272509 w 7467600"/>
              <a:gd name="connsiteY927" fmla="*/ 0 h 6858000"/>
              <a:gd name="connsiteX928" fmla="*/ 326276 w 7467600"/>
              <a:gd name="connsiteY928" fmla="*/ 45847 h 6858000"/>
              <a:gd name="connsiteX929" fmla="*/ 823759 w 7467600"/>
              <a:gd name="connsiteY929" fmla="*/ 574145 h 6858000"/>
              <a:gd name="connsiteX930" fmla="*/ 811254 w 7467600"/>
              <a:gd name="connsiteY930" fmla="*/ 665546 h 6858000"/>
              <a:gd name="connsiteX931" fmla="*/ 154042 w 7467600"/>
              <a:gd name="connsiteY931" fmla="*/ 261522 h 6858000"/>
              <a:gd name="connsiteX932" fmla="*/ 13550 w 7467600"/>
              <a:gd name="connsiteY932" fmla="*/ 158423 h 6858000"/>
              <a:gd name="connsiteX933" fmla="*/ 0 w 7467600"/>
              <a:gd name="connsiteY933" fmla="*/ 146618 h 6858000"/>
              <a:gd name="connsiteX934" fmla="*/ 0 w 7467600"/>
              <a:gd name="connsiteY934" fmla="*/ 59161 h 6858000"/>
              <a:gd name="connsiteX935" fmla="*/ 45427 w 7467600"/>
              <a:gd name="connsiteY935" fmla="*/ 101078 h 6858000"/>
              <a:gd name="connsiteX936" fmla="*/ 630103 w 7467600"/>
              <a:gd name="connsiteY936" fmla="*/ 485885 h 6858000"/>
              <a:gd name="connsiteX937" fmla="*/ 532040 w 7467600"/>
              <a:gd name="connsiteY937" fmla="*/ 399359 h 6858000"/>
              <a:gd name="connsiteX938" fmla="*/ 517618 w 7467600"/>
              <a:gd name="connsiteY938" fmla="*/ 385726 h 6858000"/>
              <a:gd name="connsiteX939" fmla="*/ 285074 w 7467600"/>
              <a:gd name="connsiteY939" fmla="*/ 182755 h 6858000"/>
              <a:gd name="connsiteX940" fmla="*/ 43151 w 7467600"/>
              <a:gd name="connsiteY94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6857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1019354 w 7467600"/>
              <a:gd name="connsiteY8" fmla="*/ 6315006 h 6858000"/>
              <a:gd name="connsiteX9" fmla="*/ 441046 w 7467600"/>
              <a:gd name="connsiteY9" fmla="*/ 6691153 h 6858000"/>
              <a:gd name="connsiteX10" fmla="*/ 1019354 w 7467600"/>
              <a:gd name="connsiteY10" fmla="*/ 6315006 h 6858000"/>
              <a:gd name="connsiteX11" fmla="*/ 991680 w 7467600"/>
              <a:gd name="connsiteY11" fmla="*/ 6298413 h 6858000"/>
              <a:gd name="connsiteX12" fmla="*/ 409060 w 7467600"/>
              <a:gd name="connsiteY12" fmla="*/ 6671470 h 6858000"/>
              <a:gd name="connsiteX13" fmla="*/ 991680 w 7467600"/>
              <a:gd name="connsiteY13" fmla="*/ 6298413 h 6858000"/>
              <a:gd name="connsiteX14" fmla="*/ 103333 w 7467600"/>
              <a:gd name="connsiteY14" fmla="*/ 5699602 h 6858000"/>
              <a:gd name="connsiteX15" fmla="*/ 233938 w 7467600"/>
              <a:gd name="connsiteY15" fmla="*/ 5809416 h 6858000"/>
              <a:gd name="connsiteX16" fmla="*/ 883580 w 7467600"/>
              <a:gd name="connsiteY16" fmla="*/ 6180710 h 6858000"/>
              <a:gd name="connsiteX17" fmla="*/ 487337 w 7467600"/>
              <a:gd name="connsiteY17" fmla="*/ 5950182 h 6858000"/>
              <a:gd name="connsiteX18" fmla="*/ 354051 w 7467600"/>
              <a:gd name="connsiteY18" fmla="*/ 5854912 h 6858000"/>
              <a:gd name="connsiteX19" fmla="*/ 195436 w 7467600"/>
              <a:gd name="connsiteY19" fmla="*/ 5755068 h 6858000"/>
              <a:gd name="connsiteX20" fmla="*/ 103333 w 7467600"/>
              <a:gd name="connsiteY20" fmla="*/ 5699602 h 6858000"/>
              <a:gd name="connsiteX21" fmla="*/ 5539432 w 7467600"/>
              <a:gd name="connsiteY21" fmla="*/ 5642928 h 6858000"/>
              <a:gd name="connsiteX22" fmla="*/ 5555462 w 7467600"/>
              <a:gd name="connsiteY22" fmla="*/ 5694454 h 6858000"/>
              <a:gd name="connsiteX23" fmla="*/ 5828270 w 7467600"/>
              <a:gd name="connsiteY23" fmla="*/ 6320663 h 6858000"/>
              <a:gd name="connsiteX24" fmla="*/ 5947416 w 7467600"/>
              <a:gd name="connsiteY24" fmla="*/ 6574846 h 6858000"/>
              <a:gd name="connsiteX25" fmla="*/ 5539432 w 7467600"/>
              <a:gd name="connsiteY25" fmla="*/ 5642928 h 6858000"/>
              <a:gd name="connsiteX26" fmla="*/ 51253 w 7467600"/>
              <a:gd name="connsiteY26" fmla="*/ 5631825 h 6858000"/>
              <a:gd name="connsiteX27" fmla="*/ 211622 w 7467600"/>
              <a:gd name="connsiteY27" fmla="*/ 5728803 h 6858000"/>
              <a:gd name="connsiteX28" fmla="*/ 371652 w 7467600"/>
              <a:gd name="connsiteY28" fmla="*/ 5829062 h 6858000"/>
              <a:gd name="connsiteX29" fmla="*/ 505903 w 7467600"/>
              <a:gd name="connsiteY29" fmla="*/ 5925221 h 6858000"/>
              <a:gd name="connsiteX30" fmla="*/ 899240 w 7467600"/>
              <a:gd name="connsiteY30" fmla="*/ 6153068 h 6858000"/>
              <a:gd name="connsiteX31" fmla="*/ 988114 w 7467600"/>
              <a:gd name="connsiteY31" fmla="*/ 6174204 h 6858000"/>
              <a:gd name="connsiteX32" fmla="*/ 845971 w 7467600"/>
              <a:gd name="connsiteY32" fmla="*/ 6067177 h 6858000"/>
              <a:gd name="connsiteX33" fmla="*/ 448057 w 7467600"/>
              <a:gd name="connsiteY33" fmla="*/ 5841376 h 6858000"/>
              <a:gd name="connsiteX34" fmla="*/ 51253 w 7467600"/>
              <a:gd name="connsiteY34" fmla="*/ 5631825 h 6858000"/>
              <a:gd name="connsiteX35" fmla="*/ 2606687 w 7467600"/>
              <a:gd name="connsiteY35" fmla="*/ 5630718 h 6858000"/>
              <a:gd name="connsiteX36" fmla="*/ 2645658 w 7467600"/>
              <a:gd name="connsiteY36" fmla="*/ 6640259 h 6858000"/>
              <a:gd name="connsiteX37" fmla="*/ 2606687 w 7467600"/>
              <a:gd name="connsiteY37" fmla="*/ 5630718 h 6858000"/>
              <a:gd name="connsiteX38" fmla="*/ 3642057 w 7467600"/>
              <a:gd name="connsiteY38" fmla="*/ 5573487 h 6858000"/>
              <a:gd name="connsiteX39" fmla="*/ 3632981 w 7467600"/>
              <a:gd name="connsiteY39" fmla="*/ 5579437 h 6858000"/>
              <a:gd name="connsiteX40" fmla="*/ 3382436 w 7467600"/>
              <a:gd name="connsiteY40" fmla="*/ 5952726 h 6858000"/>
              <a:gd name="connsiteX41" fmla="*/ 3191929 w 7467600"/>
              <a:gd name="connsiteY41" fmla="*/ 6662669 h 6858000"/>
              <a:gd name="connsiteX42" fmla="*/ 3369898 w 7467600"/>
              <a:gd name="connsiteY42" fmla="*/ 6081771 h 6858000"/>
              <a:gd name="connsiteX43" fmla="*/ 3642057 w 7467600"/>
              <a:gd name="connsiteY43" fmla="*/ 5573487 h 6858000"/>
              <a:gd name="connsiteX44" fmla="*/ 2650666 w 7467600"/>
              <a:gd name="connsiteY44" fmla="*/ 5530686 h 6858000"/>
              <a:gd name="connsiteX45" fmla="*/ 2650249 w 7467600"/>
              <a:gd name="connsiteY45" fmla="*/ 5532101 h 6858000"/>
              <a:gd name="connsiteX46" fmla="*/ 2663808 w 7467600"/>
              <a:gd name="connsiteY46" fmla="*/ 6535215 h 6858000"/>
              <a:gd name="connsiteX47" fmla="*/ 2665418 w 7467600"/>
              <a:gd name="connsiteY47" fmla="*/ 6132756 h 6858000"/>
              <a:gd name="connsiteX48" fmla="*/ 2650666 w 7467600"/>
              <a:gd name="connsiteY48" fmla="*/ 5530686 h 6858000"/>
              <a:gd name="connsiteX49" fmla="*/ 2680277 w 7467600"/>
              <a:gd name="connsiteY49" fmla="*/ 5479204 h 6858000"/>
              <a:gd name="connsiteX50" fmla="*/ 2678972 w 7467600"/>
              <a:gd name="connsiteY50" fmla="*/ 5481582 h 6858000"/>
              <a:gd name="connsiteX51" fmla="*/ 2696666 w 7467600"/>
              <a:gd name="connsiteY51" fmla="*/ 6133836 h 6858000"/>
              <a:gd name="connsiteX52" fmla="*/ 2695769 w 7467600"/>
              <a:gd name="connsiteY52" fmla="*/ 6390955 h 6858000"/>
              <a:gd name="connsiteX53" fmla="*/ 2739893 w 7467600"/>
              <a:gd name="connsiteY53" fmla="*/ 6108357 h 6858000"/>
              <a:gd name="connsiteX54" fmla="*/ 2680277 w 7467600"/>
              <a:gd name="connsiteY54" fmla="*/ 5479204 h 6858000"/>
              <a:gd name="connsiteX55" fmla="*/ 1132195 w 7467600"/>
              <a:gd name="connsiteY55" fmla="*/ 5467980 h 6858000"/>
              <a:gd name="connsiteX56" fmla="*/ 1679056 w 7467600"/>
              <a:gd name="connsiteY56" fmla="*/ 5516907 h 6858000"/>
              <a:gd name="connsiteX57" fmla="*/ 2128648 w 7467600"/>
              <a:gd name="connsiteY57" fmla="*/ 5474249 h 6858000"/>
              <a:gd name="connsiteX58" fmla="*/ 1825619 w 7467600"/>
              <a:gd name="connsiteY58" fmla="*/ 5478447 h 6858000"/>
              <a:gd name="connsiteX59" fmla="*/ 1737798 w 7467600"/>
              <a:gd name="connsiteY59" fmla="*/ 5483353 h 6858000"/>
              <a:gd name="connsiteX60" fmla="*/ 1132195 w 7467600"/>
              <a:gd name="connsiteY60" fmla="*/ 5467980 h 6858000"/>
              <a:gd name="connsiteX61" fmla="*/ 1456157 w 7467600"/>
              <a:gd name="connsiteY61" fmla="*/ 5371404 h 6858000"/>
              <a:gd name="connsiteX62" fmla="*/ 1244432 w 7467600"/>
              <a:gd name="connsiteY62" fmla="*/ 5385601 h 6858000"/>
              <a:gd name="connsiteX63" fmla="*/ 973990 w 7467600"/>
              <a:gd name="connsiteY63" fmla="*/ 5424940 h 6858000"/>
              <a:gd name="connsiteX64" fmla="*/ 1103809 w 7467600"/>
              <a:gd name="connsiteY64" fmla="*/ 5433720 h 6858000"/>
              <a:gd name="connsiteX65" fmla="*/ 1123454 w 7467600"/>
              <a:gd name="connsiteY65" fmla="*/ 5435727 h 6858000"/>
              <a:gd name="connsiteX66" fmla="*/ 1737017 w 7467600"/>
              <a:gd name="connsiteY66" fmla="*/ 5452183 h 6858000"/>
              <a:gd name="connsiteX67" fmla="*/ 1824397 w 7467600"/>
              <a:gd name="connsiteY67" fmla="*/ 5447757 h 6858000"/>
              <a:gd name="connsiteX68" fmla="*/ 2070059 w 7467600"/>
              <a:gd name="connsiteY68" fmla="*/ 5441660 h 6858000"/>
              <a:gd name="connsiteX69" fmla="*/ 1456157 w 7467600"/>
              <a:gd name="connsiteY69" fmla="*/ 5371404 h 6858000"/>
              <a:gd name="connsiteX70" fmla="*/ 4988186 w 7467600"/>
              <a:gd name="connsiteY70" fmla="*/ 5216467 h 6858000"/>
              <a:gd name="connsiteX71" fmla="*/ 4777334 w 7467600"/>
              <a:gd name="connsiteY71" fmla="*/ 5406072 h 6858000"/>
              <a:gd name="connsiteX72" fmla="*/ 4718341 w 7467600"/>
              <a:gd name="connsiteY72" fmla="*/ 5468043 h 6858000"/>
              <a:gd name="connsiteX73" fmla="*/ 4604655 w 7467600"/>
              <a:gd name="connsiteY73" fmla="*/ 5583434 h 6858000"/>
              <a:gd name="connsiteX74" fmla="*/ 4565074 w 7467600"/>
              <a:gd name="connsiteY74" fmla="*/ 5618550 h 6858000"/>
              <a:gd name="connsiteX75" fmla="*/ 4988186 w 7467600"/>
              <a:gd name="connsiteY75" fmla="*/ 5216467 h 6858000"/>
              <a:gd name="connsiteX76" fmla="*/ 4978032 w 7467600"/>
              <a:gd name="connsiteY76" fmla="*/ 5183809 h 6858000"/>
              <a:gd name="connsiteX77" fmla="*/ 4463413 w 7467600"/>
              <a:gd name="connsiteY77" fmla="*/ 5615162 h 6858000"/>
              <a:gd name="connsiteX78" fmla="*/ 4358134 w 7467600"/>
              <a:gd name="connsiteY78" fmla="*/ 5742791 h 6858000"/>
              <a:gd name="connsiteX79" fmla="*/ 4376219 w 7467600"/>
              <a:gd name="connsiteY79" fmla="*/ 5729027 h 6858000"/>
              <a:gd name="connsiteX80" fmla="*/ 4582340 w 7467600"/>
              <a:gd name="connsiteY80" fmla="*/ 5561037 h 6858000"/>
              <a:gd name="connsiteX81" fmla="*/ 4694684 w 7467600"/>
              <a:gd name="connsiteY81" fmla="*/ 5447098 h 6858000"/>
              <a:gd name="connsiteX82" fmla="*/ 4754123 w 7467600"/>
              <a:gd name="connsiteY82" fmla="*/ 5384643 h 6858000"/>
              <a:gd name="connsiteX83" fmla="*/ 4978032 w 7467600"/>
              <a:gd name="connsiteY83" fmla="*/ 5183809 h 6858000"/>
              <a:gd name="connsiteX84" fmla="*/ 1903353 w 7467600"/>
              <a:gd name="connsiteY84" fmla="*/ 5044827 h 6858000"/>
              <a:gd name="connsiteX85" fmla="*/ 1936931 w 7467600"/>
              <a:gd name="connsiteY85" fmla="*/ 5093954 h 6858000"/>
              <a:gd name="connsiteX86" fmla="*/ 2195868 w 7467600"/>
              <a:gd name="connsiteY86" fmla="*/ 5396574 h 6858000"/>
              <a:gd name="connsiteX87" fmla="*/ 2088852 w 7467600"/>
              <a:gd name="connsiteY87" fmla="*/ 5166123 h 6858000"/>
              <a:gd name="connsiteX88" fmla="*/ 1958241 w 7467600"/>
              <a:gd name="connsiteY88" fmla="*/ 5067955 h 6858000"/>
              <a:gd name="connsiteX89" fmla="*/ 1903353 w 7467600"/>
              <a:gd name="connsiteY89" fmla="*/ 5044827 h 6858000"/>
              <a:gd name="connsiteX90" fmla="*/ 1979378 w 7467600"/>
              <a:gd name="connsiteY90" fmla="*/ 4769504 h 6858000"/>
              <a:gd name="connsiteX91" fmla="*/ 2882120 w 7467600"/>
              <a:gd name="connsiteY91" fmla="*/ 5064547 h 6858000"/>
              <a:gd name="connsiteX92" fmla="*/ 2793103 w 7467600"/>
              <a:gd name="connsiteY92" fmla="*/ 5039699 h 6858000"/>
              <a:gd name="connsiteX93" fmla="*/ 2770041 w 7467600"/>
              <a:gd name="connsiteY93" fmla="*/ 5033634 h 6858000"/>
              <a:gd name="connsiteX94" fmla="*/ 1979378 w 7467600"/>
              <a:gd name="connsiteY94" fmla="*/ 4769504 h 6858000"/>
              <a:gd name="connsiteX95" fmla="*/ 1927410 w 7467600"/>
              <a:gd name="connsiteY95" fmla="*/ 4716164 h 6858000"/>
              <a:gd name="connsiteX96" fmla="*/ 1959587 w 7467600"/>
              <a:gd name="connsiteY96" fmla="*/ 4728849 h 6858000"/>
              <a:gd name="connsiteX97" fmla="*/ 2777707 w 7467600"/>
              <a:gd name="connsiteY97" fmla="*/ 5003991 h 6858000"/>
              <a:gd name="connsiteX98" fmla="*/ 2800768 w 7467600"/>
              <a:gd name="connsiteY98" fmla="*/ 5010056 h 6858000"/>
              <a:gd name="connsiteX99" fmla="*/ 2879408 w 7467600"/>
              <a:gd name="connsiteY99" fmla="*/ 5031590 h 6858000"/>
              <a:gd name="connsiteX100" fmla="*/ 2862295 w 7467600"/>
              <a:gd name="connsiteY100" fmla="*/ 5022958 h 6858000"/>
              <a:gd name="connsiteX101" fmla="*/ 2813343 w 7467600"/>
              <a:gd name="connsiteY101" fmla="*/ 4998369 h 6858000"/>
              <a:gd name="connsiteX102" fmla="*/ 2646245 w 7467600"/>
              <a:gd name="connsiteY102" fmla="*/ 4930999 h 6858000"/>
              <a:gd name="connsiteX103" fmla="*/ 1999243 w 7467600"/>
              <a:gd name="connsiteY103" fmla="*/ 4730524 h 6858000"/>
              <a:gd name="connsiteX104" fmla="*/ 1979527 w 7467600"/>
              <a:gd name="connsiteY104" fmla="*/ 4726651 h 6858000"/>
              <a:gd name="connsiteX105" fmla="*/ 1927410 w 7467600"/>
              <a:gd name="connsiteY105" fmla="*/ 4716164 h 6858000"/>
              <a:gd name="connsiteX106" fmla="*/ 1997014 w 7467600"/>
              <a:gd name="connsiteY106" fmla="*/ 4698007 h 6858000"/>
              <a:gd name="connsiteX107" fmla="*/ 2005458 w 7467600"/>
              <a:gd name="connsiteY107" fmla="*/ 4699540 h 6858000"/>
              <a:gd name="connsiteX108" fmla="*/ 2657186 w 7467600"/>
              <a:gd name="connsiteY108" fmla="*/ 4901687 h 6858000"/>
              <a:gd name="connsiteX109" fmla="*/ 2826662 w 7467600"/>
              <a:gd name="connsiteY109" fmla="*/ 4970362 h 6858000"/>
              <a:gd name="connsiteX110" fmla="*/ 2876100 w 7467600"/>
              <a:gd name="connsiteY110" fmla="*/ 4995397 h 6858000"/>
              <a:gd name="connsiteX111" fmla="*/ 3042600 w 7467600"/>
              <a:gd name="connsiteY111" fmla="*/ 5059532 h 6858000"/>
              <a:gd name="connsiteX112" fmla="*/ 1997014 w 7467600"/>
              <a:gd name="connsiteY112" fmla="*/ 4698007 h 6858000"/>
              <a:gd name="connsiteX113" fmla="*/ 2305292 w 7467600"/>
              <a:gd name="connsiteY113" fmla="*/ 4219492 h 6858000"/>
              <a:gd name="connsiteX114" fmla="*/ 3360922 w 7467600"/>
              <a:gd name="connsiteY114" fmla="*/ 4529373 h 6858000"/>
              <a:gd name="connsiteX115" fmla="*/ 3492420 w 7467600"/>
              <a:gd name="connsiteY115" fmla="*/ 4510145 h 6858000"/>
              <a:gd name="connsiteX116" fmla="*/ 3364086 w 7467600"/>
              <a:gd name="connsiteY116" fmla="*/ 4480340 h 6858000"/>
              <a:gd name="connsiteX117" fmla="*/ 3225818 w 7467600"/>
              <a:gd name="connsiteY117" fmla="*/ 4411822 h 6858000"/>
              <a:gd name="connsiteX118" fmla="*/ 3129696 w 7467600"/>
              <a:gd name="connsiteY118" fmla="*/ 4360704 h 6858000"/>
              <a:gd name="connsiteX119" fmla="*/ 2814545 w 7467600"/>
              <a:gd name="connsiteY119" fmla="*/ 4282955 h 6858000"/>
              <a:gd name="connsiteX120" fmla="*/ 2305292 w 7467600"/>
              <a:gd name="connsiteY120" fmla="*/ 4219492 h 6858000"/>
              <a:gd name="connsiteX121" fmla="*/ 2626982 w 7467600"/>
              <a:gd name="connsiteY121" fmla="*/ 4206450 h 6858000"/>
              <a:gd name="connsiteX122" fmla="*/ 2490617 w 7467600"/>
              <a:gd name="connsiteY122" fmla="*/ 4206951 h 6858000"/>
              <a:gd name="connsiteX123" fmla="*/ 2819869 w 7467600"/>
              <a:gd name="connsiteY123" fmla="*/ 4252936 h 6858000"/>
              <a:gd name="connsiteX124" fmla="*/ 3143018 w 7467600"/>
              <a:gd name="connsiteY124" fmla="*/ 4332698 h 6858000"/>
              <a:gd name="connsiteX125" fmla="*/ 3241520 w 7467600"/>
              <a:gd name="connsiteY125" fmla="*/ 4385112 h 6858000"/>
              <a:gd name="connsiteX126" fmla="*/ 3374575 w 7467600"/>
              <a:gd name="connsiteY126" fmla="*/ 4451517 h 6858000"/>
              <a:gd name="connsiteX127" fmla="*/ 3505221 w 7467600"/>
              <a:gd name="connsiteY127" fmla="*/ 4480757 h 6858000"/>
              <a:gd name="connsiteX128" fmla="*/ 2626982 w 7467600"/>
              <a:gd name="connsiteY128" fmla="*/ 4206450 h 6858000"/>
              <a:gd name="connsiteX129" fmla="*/ 1310106 w 7467600"/>
              <a:gd name="connsiteY129" fmla="*/ 3943217 h 6858000"/>
              <a:gd name="connsiteX130" fmla="*/ 854994 w 7467600"/>
              <a:gd name="connsiteY130" fmla="*/ 4399136 h 6858000"/>
              <a:gd name="connsiteX131" fmla="*/ 742462 w 7467600"/>
              <a:gd name="connsiteY131" fmla="*/ 4594648 h 6858000"/>
              <a:gd name="connsiteX132" fmla="*/ 820602 w 7467600"/>
              <a:gd name="connsiteY132" fmla="*/ 4485915 h 6858000"/>
              <a:gd name="connsiteX133" fmla="*/ 878295 w 7467600"/>
              <a:gd name="connsiteY133" fmla="*/ 4403594 h 6858000"/>
              <a:gd name="connsiteX134" fmla="*/ 1240607 w 7467600"/>
              <a:gd name="connsiteY134" fmla="*/ 4010401 h 6858000"/>
              <a:gd name="connsiteX135" fmla="*/ 1310106 w 7467600"/>
              <a:gd name="connsiteY135" fmla="*/ 3943217 h 6858000"/>
              <a:gd name="connsiteX136" fmla="*/ 1423113 w 7467600"/>
              <a:gd name="connsiteY136" fmla="*/ 3874565 h 6858000"/>
              <a:gd name="connsiteX137" fmla="*/ 1260565 w 7467600"/>
              <a:gd name="connsiteY137" fmla="*/ 4031982 h 6858000"/>
              <a:gd name="connsiteX138" fmla="*/ 901900 w 7467600"/>
              <a:gd name="connsiteY138" fmla="*/ 4421236 h 6858000"/>
              <a:gd name="connsiteX139" fmla="*/ 845044 w 7467600"/>
              <a:gd name="connsiteY139" fmla="*/ 4502436 h 6858000"/>
              <a:gd name="connsiteX140" fmla="*/ 685926 w 7467600"/>
              <a:gd name="connsiteY140" fmla="*/ 4703069 h 6858000"/>
              <a:gd name="connsiteX141" fmla="*/ 684248 w 7467600"/>
              <a:gd name="connsiteY141" fmla="*/ 4706721 h 6858000"/>
              <a:gd name="connsiteX142" fmla="*/ 1423113 w 7467600"/>
              <a:gd name="connsiteY142" fmla="*/ 3874565 h 6858000"/>
              <a:gd name="connsiteX143" fmla="*/ 3316479 w 7467600"/>
              <a:gd name="connsiteY143" fmla="*/ 3872136 h 6858000"/>
              <a:gd name="connsiteX144" fmla="*/ 3546806 w 7467600"/>
              <a:gd name="connsiteY144" fmla="*/ 4356139 h 6858000"/>
              <a:gd name="connsiteX145" fmla="*/ 3364433 w 7467600"/>
              <a:gd name="connsiteY145" fmla="*/ 3953121 h 6858000"/>
              <a:gd name="connsiteX146" fmla="*/ 3316479 w 7467600"/>
              <a:gd name="connsiteY146" fmla="*/ 3872136 h 6858000"/>
              <a:gd name="connsiteX147" fmla="*/ 3291335 w 7467600"/>
              <a:gd name="connsiteY147" fmla="*/ 3767420 h 6858000"/>
              <a:gd name="connsiteX148" fmla="*/ 3390805 w 7467600"/>
              <a:gd name="connsiteY148" fmla="*/ 3937163 h 6858000"/>
              <a:gd name="connsiteX149" fmla="*/ 3579062 w 7467600"/>
              <a:gd name="connsiteY149" fmla="*/ 4359040 h 6858000"/>
              <a:gd name="connsiteX150" fmla="*/ 3467355 w 7467600"/>
              <a:gd name="connsiteY150" fmla="*/ 3988130 h 6858000"/>
              <a:gd name="connsiteX151" fmla="*/ 3310753 w 7467600"/>
              <a:gd name="connsiteY151" fmla="*/ 3787140 h 6858000"/>
              <a:gd name="connsiteX152" fmla="*/ 3291335 w 7467600"/>
              <a:gd name="connsiteY152" fmla="*/ 3767420 h 6858000"/>
              <a:gd name="connsiteX153" fmla="*/ 1635889 w 7467600"/>
              <a:gd name="connsiteY153" fmla="*/ 3709494 h 6858000"/>
              <a:gd name="connsiteX154" fmla="*/ 1634800 w 7467600"/>
              <a:gd name="connsiteY154" fmla="*/ 3731111 h 6858000"/>
              <a:gd name="connsiteX155" fmla="*/ 1635889 w 7467600"/>
              <a:gd name="connsiteY155" fmla="*/ 3709494 h 6858000"/>
              <a:gd name="connsiteX156" fmla="*/ 1510397 w 7467600"/>
              <a:gd name="connsiteY156" fmla="*/ 3684705 h 6858000"/>
              <a:gd name="connsiteX157" fmla="*/ 1146550 w 7467600"/>
              <a:gd name="connsiteY157" fmla="*/ 3802012 h 6858000"/>
              <a:gd name="connsiteX158" fmla="*/ 698834 w 7467600"/>
              <a:gd name="connsiteY158" fmla="*/ 3952272 h 6858000"/>
              <a:gd name="connsiteX159" fmla="*/ 34256 w 7467600"/>
              <a:gd name="connsiteY159" fmla="*/ 4347603 h 6858000"/>
              <a:gd name="connsiteX160" fmla="*/ 527241 w 7467600"/>
              <a:gd name="connsiteY160" fmla="*/ 4065078 h 6858000"/>
              <a:gd name="connsiteX161" fmla="*/ 1510397 w 7467600"/>
              <a:gd name="connsiteY161" fmla="*/ 3684705 h 6858000"/>
              <a:gd name="connsiteX162" fmla="*/ 1313114 w 7467600"/>
              <a:gd name="connsiteY162" fmla="*/ 3655216 h 6858000"/>
              <a:gd name="connsiteX163" fmla="*/ 1109304 w 7467600"/>
              <a:gd name="connsiteY163" fmla="*/ 3669030 h 6858000"/>
              <a:gd name="connsiteX164" fmla="*/ 8129 w 7467600"/>
              <a:gd name="connsiteY164" fmla="*/ 4330519 h 6858000"/>
              <a:gd name="connsiteX165" fmla="*/ 687572 w 7467600"/>
              <a:gd name="connsiteY165" fmla="*/ 3925629 h 6858000"/>
              <a:gd name="connsiteX166" fmla="*/ 1138365 w 7467600"/>
              <a:gd name="connsiteY166" fmla="*/ 3774515 h 6858000"/>
              <a:gd name="connsiteX167" fmla="*/ 1505579 w 7467600"/>
              <a:gd name="connsiteY167" fmla="*/ 3655526 h 6858000"/>
              <a:gd name="connsiteX168" fmla="*/ 1313114 w 7467600"/>
              <a:gd name="connsiteY168" fmla="*/ 3655216 h 6858000"/>
              <a:gd name="connsiteX169" fmla="*/ 3655073 w 7467600"/>
              <a:gd name="connsiteY169" fmla="*/ 3650884 h 6858000"/>
              <a:gd name="connsiteX170" fmla="*/ 3989938 w 7467600"/>
              <a:gd name="connsiteY170" fmla="*/ 3991685 h 6858000"/>
              <a:gd name="connsiteX171" fmla="*/ 4393907 w 7467600"/>
              <a:gd name="connsiteY171" fmla="*/ 4261258 h 6858000"/>
              <a:gd name="connsiteX172" fmla="*/ 4648051 w 7467600"/>
              <a:gd name="connsiteY172" fmla="*/ 4374051 h 6858000"/>
              <a:gd name="connsiteX173" fmla="*/ 4383389 w 7467600"/>
              <a:gd name="connsiteY173" fmla="*/ 4184369 h 6858000"/>
              <a:gd name="connsiteX174" fmla="*/ 4165508 w 7467600"/>
              <a:gd name="connsiteY174" fmla="*/ 4035196 h 6858000"/>
              <a:gd name="connsiteX175" fmla="*/ 4068162 w 7467600"/>
              <a:gd name="connsiteY175" fmla="*/ 3953394 h 6858000"/>
              <a:gd name="connsiteX176" fmla="*/ 3981416 w 7467600"/>
              <a:gd name="connsiteY176" fmla="*/ 3880482 h 6858000"/>
              <a:gd name="connsiteX177" fmla="*/ 3800147 w 7467600"/>
              <a:gd name="connsiteY177" fmla="*/ 3749872 h 6858000"/>
              <a:gd name="connsiteX178" fmla="*/ 3655073 w 7467600"/>
              <a:gd name="connsiteY178" fmla="*/ 3650884 h 6858000"/>
              <a:gd name="connsiteX179" fmla="*/ 3670252 w 7467600"/>
              <a:gd name="connsiteY179" fmla="*/ 3622798 h 6858000"/>
              <a:gd name="connsiteX180" fmla="*/ 3817258 w 7467600"/>
              <a:gd name="connsiteY180" fmla="*/ 3723577 h 6858000"/>
              <a:gd name="connsiteX181" fmla="*/ 4000461 w 7467600"/>
              <a:gd name="connsiteY181" fmla="*/ 3855966 h 6858000"/>
              <a:gd name="connsiteX182" fmla="*/ 4088180 w 7467600"/>
              <a:gd name="connsiteY182" fmla="*/ 3929774 h 6858000"/>
              <a:gd name="connsiteX183" fmla="*/ 4184555 w 7467600"/>
              <a:gd name="connsiteY183" fmla="*/ 4010683 h 6858000"/>
              <a:gd name="connsiteX184" fmla="*/ 4399563 w 7467600"/>
              <a:gd name="connsiteY184" fmla="*/ 4158106 h 6858000"/>
              <a:gd name="connsiteX185" fmla="*/ 4684469 w 7467600"/>
              <a:gd name="connsiteY185" fmla="*/ 4364680 h 6858000"/>
              <a:gd name="connsiteX186" fmla="*/ 4690271 w 7467600"/>
              <a:gd name="connsiteY186" fmla="*/ 4370034 h 6858000"/>
              <a:gd name="connsiteX187" fmla="*/ 4136093 w 7467600"/>
              <a:gd name="connsiteY187" fmla="*/ 3858466 h 6858000"/>
              <a:gd name="connsiteX188" fmla="*/ 3670252 w 7467600"/>
              <a:gd name="connsiteY188" fmla="*/ 3622798 h 6858000"/>
              <a:gd name="connsiteX189" fmla="*/ 4440129 w 7467600"/>
              <a:gd name="connsiteY189" fmla="*/ 3448571 h 6858000"/>
              <a:gd name="connsiteX190" fmla="*/ 4856525 w 7467600"/>
              <a:gd name="connsiteY190" fmla="*/ 3915351 h 6858000"/>
              <a:gd name="connsiteX191" fmla="*/ 5059055 w 7467600"/>
              <a:gd name="connsiteY191" fmla="*/ 4108918 h 6858000"/>
              <a:gd name="connsiteX192" fmla="*/ 5290070 w 7467600"/>
              <a:gd name="connsiteY192" fmla="*/ 4263619 h 6858000"/>
              <a:gd name="connsiteX193" fmla="*/ 4834991 w 7467600"/>
              <a:gd name="connsiteY193" fmla="*/ 3830985 h 6858000"/>
              <a:gd name="connsiteX194" fmla="*/ 4440129 w 7467600"/>
              <a:gd name="connsiteY194" fmla="*/ 3448571 h 6858000"/>
              <a:gd name="connsiteX195" fmla="*/ 4441737 w 7467600"/>
              <a:gd name="connsiteY195" fmla="*/ 3399734 h 6858000"/>
              <a:gd name="connsiteX196" fmla="*/ 4431236 w 7467600"/>
              <a:gd name="connsiteY196" fmla="*/ 3400954 h 6858000"/>
              <a:gd name="connsiteX197" fmla="*/ 4557150 w 7467600"/>
              <a:gd name="connsiteY197" fmla="*/ 3510023 h 6858000"/>
              <a:gd name="connsiteX198" fmla="*/ 4856936 w 7467600"/>
              <a:gd name="connsiteY198" fmla="*/ 3809146 h 6858000"/>
              <a:gd name="connsiteX199" fmla="*/ 5111996 w 7467600"/>
              <a:gd name="connsiteY199" fmla="*/ 4065759 h 6858000"/>
              <a:gd name="connsiteX200" fmla="*/ 5388878 w 7467600"/>
              <a:gd name="connsiteY200" fmla="*/ 4300185 h 6858000"/>
              <a:gd name="connsiteX201" fmla="*/ 5425556 w 7467600"/>
              <a:gd name="connsiteY201" fmla="*/ 4308967 h 6858000"/>
              <a:gd name="connsiteX202" fmla="*/ 4943646 w 7467600"/>
              <a:gd name="connsiteY202" fmla="*/ 3822916 h 6858000"/>
              <a:gd name="connsiteX203" fmla="*/ 4594837 w 7467600"/>
              <a:gd name="connsiteY203" fmla="*/ 3532274 h 6858000"/>
              <a:gd name="connsiteX204" fmla="*/ 4441737 w 7467600"/>
              <a:gd name="connsiteY204" fmla="*/ 3399734 h 6858000"/>
              <a:gd name="connsiteX205" fmla="*/ 5425834 w 7467600"/>
              <a:gd name="connsiteY205" fmla="*/ 3162785 h 6858000"/>
              <a:gd name="connsiteX206" fmla="*/ 5401644 w 7467600"/>
              <a:gd name="connsiteY206" fmla="*/ 3617847 h 6858000"/>
              <a:gd name="connsiteX207" fmla="*/ 5467256 w 7467600"/>
              <a:gd name="connsiteY207" fmla="*/ 4175494 h 6858000"/>
              <a:gd name="connsiteX208" fmla="*/ 5448069 w 7467600"/>
              <a:gd name="connsiteY208" fmla="*/ 3567554 h 6858000"/>
              <a:gd name="connsiteX209" fmla="*/ 5425834 w 7467600"/>
              <a:gd name="connsiteY209" fmla="*/ 3162785 h 6858000"/>
              <a:gd name="connsiteX210" fmla="*/ 1318687 w 7467600"/>
              <a:gd name="connsiteY210" fmla="*/ 3113840 h 6858000"/>
              <a:gd name="connsiteX211" fmla="*/ 1066793 w 7467600"/>
              <a:gd name="connsiteY211" fmla="*/ 3212171 h 6858000"/>
              <a:gd name="connsiteX212" fmla="*/ 993319 w 7467600"/>
              <a:gd name="connsiteY212" fmla="*/ 3247648 h 6858000"/>
              <a:gd name="connsiteX213" fmla="*/ 853081 w 7467600"/>
              <a:gd name="connsiteY213" fmla="*/ 3312410 h 6858000"/>
              <a:gd name="connsiteX214" fmla="*/ 805957 w 7467600"/>
              <a:gd name="connsiteY214" fmla="*/ 3330443 h 6858000"/>
              <a:gd name="connsiteX215" fmla="*/ 1318687 w 7467600"/>
              <a:gd name="connsiteY215" fmla="*/ 3113840 h 6858000"/>
              <a:gd name="connsiteX216" fmla="*/ 5453702 w 7467600"/>
              <a:gd name="connsiteY216" fmla="*/ 3090882 h 6858000"/>
              <a:gd name="connsiteX217" fmla="*/ 5480135 w 7467600"/>
              <a:gd name="connsiteY217" fmla="*/ 3565802 h 6858000"/>
              <a:gd name="connsiteX218" fmla="*/ 5499023 w 7467600"/>
              <a:gd name="connsiteY218" fmla="*/ 4166310 h 6858000"/>
              <a:gd name="connsiteX219" fmla="*/ 5547022 w 7467600"/>
              <a:gd name="connsiteY219" fmla="*/ 3607838 h 6858000"/>
              <a:gd name="connsiteX220" fmla="*/ 5515964 w 7467600"/>
              <a:gd name="connsiteY220" fmla="*/ 3378541 h 6858000"/>
              <a:gd name="connsiteX221" fmla="*/ 5453702 w 7467600"/>
              <a:gd name="connsiteY221" fmla="*/ 3090882 h 6858000"/>
              <a:gd name="connsiteX222" fmla="*/ 1238695 w 7467600"/>
              <a:gd name="connsiteY222" fmla="*/ 3076820 h 6858000"/>
              <a:gd name="connsiteX223" fmla="*/ 716371 w 7467600"/>
              <a:gd name="connsiteY223" fmla="*/ 3293249 h 6858000"/>
              <a:gd name="connsiteX224" fmla="*/ 579522 w 7467600"/>
              <a:gd name="connsiteY224" fmla="*/ 3371759 h 6858000"/>
              <a:gd name="connsiteX225" fmla="*/ 600288 w 7467600"/>
              <a:gd name="connsiteY225" fmla="*/ 3365555 h 6858000"/>
              <a:gd name="connsiteX226" fmla="*/ 840692 w 7467600"/>
              <a:gd name="connsiteY226" fmla="*/ 3284921 h 6858000"/>
              <a:gd name="connsiteX227" fmla="*/ 979248 w 7467600"/>
              <a:gd name="connsiteY227" fmla="*/ 3221003 h 6858000"/>
              <a:gd name="connsiteX228" fmla="*/ 1053282 w 7467600"/>
              <a:gd name="connsiteY228" fmla="*/ 3185247 h 6858000"/>
              <a:gd name="connsiteX229" fmla="*/ 1320603 w 7467600"/>
              <a:gd name="connsiteY229" fmla="*/ 3081281 h 6858000"/>
              <a:gd name="connsiteX230" fmla="*/ 1238695 w 7467600"/>
              <a:gd name="connsiteY230" fmla="*/ 3076820 h 6858000"/>
              <a:gd name="connsiteX231" fmla="*/ 5425627 w 7467600"/>
              <a:gd name="connsiteY231" fmla="*/ 2954192 h 6858000"/>
              <a:gd name="connsiteX232" fmla="*/ 5470770 w 7467600"/>
              <a:gd name="connsiteY232" fmla="*/ 3005435 h 6858000"/>
              <a:gd name="connsiteX233" fmla="*/ 5519779 w 7467600"/>
              <a:gd name="connsiteY233" fmla="*/ 4359223 h 6858000"/>
              <a:gd name="connsiteX234" fmla="*/ 5520293 w 7467600"/>
              <a:gd name="connsiteY234" fmla="*/ 4360602 h 6858000"/>
              <a:gd name="connsiteX235" fmla="*/ 5767221 w 7467600"/>
              <a:gd name="connsiteY235" fmla="*/ 4665564 h 6858000"/>
              <a:gd name="connsiteX236" fmla="*/ 6937169 w 7467600"/>
              <a:gd name="connsiteY236" fmla="*/ 4815941 h 6858000"/>
              <a:gd name="connsiteX237" fmla="*/ 6953922 w 7467600"/>
              <a:gd name="connsiteY237" fmla="*/ 4890068 h 6858000"/>
              <a:gd name="connsiteX238" fmla="*/ 6071359 w 7467600"/>
              <a:gd name="connsiteY238" fmla="*/ 4770770 h 6858000"/>
              <a:gd name="connsiteX239" fmla="*/ 6038839 w 7467600"/>
              <a:gd name="connsiteY239" fmla="*/ 4764474 h 6858000"/>
              <a:gd name="connsiteX240" fmla="*/ 6038706 w 7467600"/>
              <a:gd name="connsiteY240" fmla="*/ 4763847 h 6858000"/>
              <a:gd name="connsiteX241" fmla="*/ 6037784 w 7467600"/>
              <a:gd name="connsiteY241" fmla="*/ 4764270 h 6858000"/>
              <a:gd name="connsiteX242" fmla="*/ 6038839 w 7467600"/>
              <a:gd name="connsiteY242" fmla="*/ 4764474 h 6858000"/>
              <a:gd name="connsiteX243" fmla="*/ 6040338 w 7467600"/>
              <a:gd name="connsiteY243" fmla="*/ 4771418 h 6858000"/>
              <a:gd name="connsiteX244" fmla="*/ 6024488 w 7467600"/>
              <a:gd name="connsiteY244" fmla="*/ 4809903 h 6858000"/>
              <a:gd name="connsiteX245" fmla="*/ 5599771 w 7467600"/>
              <a:gd name="connsiteY245" fmla="*/ 5509652 h 6858000"/>
              <a:gd name="connsiteX246" fmla="*/ 5548843 w 7467600"/>
              <a:gd name="connsiteY246" fmla="*/ 5563845 h 6858000"/>
              <a:gd name="connsiteX247" fmla="*/ 5940952 w 7467600"/>
              <a:gd name="connsiteY247" fmla="*/ 6250028 h 6858000"/>
              <a:gd name="connsiteX248" fmla="*/ 6043441 w 7467600"/>
              <a:gd name="connsiteY248" fmla="*/ 6665847 h 6858000"/>
              <a:gd name="connsiteX249" fmla="*/ 6093432 w 7467600"/>
              <a:gd name="connsiteY249" fmla="*/ 6858000 h 6858000"/>
              <a:gd name="connsiteX250" fmla="*/ 6034344 w 7467600"/>
              <a:gd name="connsiteY250" fmla="*/ 6858000 h 6858000"/>
              <a:gd name="connsiteX251" fmla="*/ 6026679 w 7467600"/>
              <a:gd name="connsiteY251" fmla="*/ 6836959 h 6858000"/>
              <a:gd name="connsiteX252" fmla="*/ 5800441 w 7467600"/>
              <a:gd name="connsiteY252" fmla="*/ 6335286 h 6858000"/>
              <a:gd name="connsiteX253" fmla="*/ 5526562 w 7467600"/>
              <a:gd name="connsiteY253" fmla="*/ 5705388 h 6858000"/>
              <a:gd name="connsiteX254" fmla="*/ 5519640 w 7467600"/>
              <a:gd name="connsiteY254" fmla="*/ 5683774 h 6858000"/>
              <a:gd name="connsiteX255" fmla="*/ 5844559 w 7467600"/>
              <a:gd name="connsiteY255" fmla="*/ 6553349 h 6858000"/>
              <a:gd name="connsiteX256" fmla="*/ 5975994 w 7467600"/>
              <a:gd name="connsiteY256" fmla="*/ 6858000 h 6858000"/>
              <a:gd name="connsiteX257" fmla="*/ 5898547 w 7467600"/>
              <a:gd name="connsiteY257" fmla="*/ 6858000 h 6858000"/>
              <a:gd name="connsiteX258" fmla="*/ 5682041 w 7467600"/>
              <a:gd name="connsiteY258" fmla="*/ 6355860 h 6858000"/>
              <a:gd name="connsiteX259" fmla="*/ 5461758 w 7467600"/>
              <a:gd name="connsiteY259" fmla="*/ 5820220 h 6858000"/>
              <a:gd name="connsiteX260" fmla="*/ 5237282 w 7467600"/>
              <a:gd name="connsiteY260" fmla="*/ 6579086 h 6858000"/>
              <a:gd name="connsiteX261" fmla="*/ 5115009 w 7467600"/>
              <a:gd name="connsiteY261" fmla="*/ 6858000 h 6858000"/>
              <a:gd name="connsiteX262" fmla="*/ 5028074 w 7467600"/>
              <a:gd name="connsiteY262" fmla="*/ 6858000 h 6858000"/>
              <a:gd name="connsiteX263" fmla="*/ 5079508 w 7467600"/>
              <a:gd name="connsiteY263" fmla="*/ 6749074 h 6858000"/>
              <a:gd name="connsiteX264" fmla="*/ 5371846 w 7467600"/>
              <a:gd name="connsiteY264" fmla="*/ 5924413 h 6858000"/>
              <a:gd name="connsiteX265" fmla="*/ 5270512 w 7467600"/>
              <a:gd name="connsiteY265" fmla="*/ 6138975 h 6858000"/>
              <a:gd name="connsiteX266" fmla="*/ 5062409 w 7467600"/>
              <a:gd name="connsiteY266" fmla="*/ 6653544 h 6858000"/>
              <a:gd name="connsiteX267" fmla="*/ 5036628 w 7467600"/>
              <a:gd name="connsiteY267" fmla="*/ 6754247 h 6858000"/>
              <a:gd name="connsiteX268" fmla="*/ 5009112 w 7467600"/>
              <a:gd name="connsiteY268" fmla="*/ 6858000 h 6858000"/>
              <a:gd name="connsiteX269" fmla="*/ 4976679 w 7467600"/>
              <a:gd name="connsiteY269" fmla="*/ 6858000 h 6858000"/>
              <a:gd name="connsiteX270" fmla="*/ 5006537 w 7467600"/>
              <a:gd name="connsiteY270" fmla="*/ 6747068 h 6858000"/>
              <a:gd name="connsiteX271" fmla="*/ 5032723 w 7467600"/>
              <a:gd name="connsiteY271" fmla="*/ 6644957 h 6858000"/>
              <a:gd name="connsiteX272" fmla="*/ 5242949 w 7467600"/>
              <a:gd name="connsiteY272" fmla="*/ 6125175 h 6858000"/>
              <a:gd name="connsiteX273" fmla="*/ 5286321 w 7467600"/>
              <a:gd name="connsiteY273" fmla="*/ 6033555 h 6858000"/>
              <a:gd name="connsiteX274" fmla="*/ 5008210 w 7467600"/>
              <a:gd name="connsiteY274" fmla="*/ 6649194 h 6858000"/>
              <a:gd name="connsiteX275" fmla="*/ 4986321 w 7467600"/>
              <a:gd name="connsiteY275" fmla="*/ 6765687 h 6858000"/>
              <a:gd name="connsiteX276" fmla="*/ 4973474 w 7467600"/>
              <a:gd name="connsiteY276" fmla="*/ 6858000 h 6858000"/>
              <a:gd name="connsiteX277" fmla="*/ 4907178 w 7467600"/>
              <a:gd name="connsiteY277" fmla="*/ 6858000 h 6858000"/>
              <a:gd name="connsiteX278" fmla="*/ 4910810 w 7467600"/>
              <a:gd name="connsiteY278" fmla="*/ 6829660 h 6858000"/>
              <a:gd name="connsiteX279" fmla="*/ 4987461 w 7467600"/>
              <a:gd name="connsiteY279" fmla="*/ 6432994 h 6858000"/>
              <a:gd name="connsiteX280" fmla="*/ 5179262 w 7467600"/>
              <a:gd name="connsiteY280" fmla="*/ 6035044 h 6858000"/>
              <a:gd name="connsiteX281" fmla="*/ 4689678 w 7467600"/>
              <a:gd name="connsiteY281" fmla="*/ 6440241 h 6858000"/>
              <a:gd name="connsiteX282" fmla="*/ 4477543 w 7467600"/>
              <a:gd name="connsiteY282" fmla="*/ 6674836 h 6858000"/>
              <a:gd name="connsiteX283" fmla="*/ 4329957 w 7467600"/>
              <a:gd name="connsiteY283" fmla="*/ 6858000 h 6858000"/>
              <a:gd name="connsiteX284" fmla="*/ 4218595 w 7467600"/>
              <a:gd name="connsiteY284" fmla="*/ 6858000 h 6858000"/>
              <a:gd name="connsiteX285" fmla="*/ 4368888 w 7467600"/>
              <a:gd name="connsiteY285" fmla="*/ 6668412 h 6858000"/>
              <a:gd name="connsiteX286" fmla="*/ 4563091 w 7467600"/>
              <a:gd name="connsiteY286" fmla="*/ 6442508 h 6858000"/>
              <a:gd name="connsiteX287" fmla="*/ 5387324 w 7467600"/>
              <a:gd name="connsiteY287" fmla="*/ 5705830 h 6858000"/>
              <a:gd name="connsiteX288" fmla="*/ 5073620 w 7467600"/>
              <a:gd name="connsiteY288" fmla="*/ 5955437 h 6858000"/>
              <a:gd name="connsiteX289" fmla="*/ 4689789 w 7467600"/>
              <a:gd name="connsiteY289" fmla="*/ 6268382 h 6858000"/>
              <a:gd name="connsiteX290" fmla="*/ 4418722 w 7467600"/>
              <a:gd name="connsiteY290" fmla="*/ 6570886 h 6858000"/>
              <a:gd name="connsiteX291" fmla="*/ 4214944 w 7467600"/>
              <a:gd name="connsiteY291" fmla="*/ 6858000 h 6858000"/>
              <a:gd name="connsiteX292" fmla="*/ 4177898 w 7467600"/>
              <a:gd name="connsiteY292" fmla="*/ 6858000 h 6858000"/>
              <a:gd name="connsiteX293" fmla="*/ 4391597 w 7467600"/>
              <a:gd name="connsiteY293" fmla="*/ 6556370 h 6858000"/>
              <a:gd name="connsiteX294" fmla="*/ 4668889 w 7467600"/>
              <a:gd name="connsiteY294" fmla="*/ 6246399 h 6858000"/>
              <a:gd name="connsiteX295" fmla="*/ 5055427 w 7467600"/>
              <a:gd name="connsiteY295" fmla="*/ 5931476 h 6858000"/>
              <a:gd name="connsiteX296" fmla="*/ 5371814 w 7467600"/>
              <a:gd name="connsiteY296" fmla="*/ 5678975 h 6858000"/>
              <a:gd name="connsiteX297" fmla="*/ 4987918 w 7467600"/>
              <a:gd name="connsiteY297" fmla="*/ 5838701 h 6858000"/>
              <a:gd name="connsiteX298" fmla="*/ 4317146 w 7467600"/>
              <a:gd name="connsiteY298" fmla="*/ 6587716 h 6858000"/>
              <a:gd name="connsiteX299" fmla="*/ 4171627 w 7467600"/>
              <a:gd name="connsiteY299" fmla="*/ 6858000 h 6858000"/>
              <a:gd name="connsiteX300" fmla="*/ 4081585 w 7467600"/>
              <a:gd name="connsiteY300" fmla="*/ 6858000 h 6858000"/>
              <a:gd name="connsiteX301" fmla="*/ 4238603 w 7467600"/>
              <a:gd name="connsiteY301" fmla="*/ 6559341 h 6858000"/>
              <a:gd name="connsiteX302" fmla="*/ 4778333 w 7467600"/>
              <a:gd name="connsiteY302" fmla="*/ 5873626 h 6858000"/>
              <a:gd name="connsiteX303" fmla="*/ 5414185 w 7467600"/>
              <a:gd name="connsiteY303" fmla="*/ 5573882 h 6858000"/>
              <a:gd name="connsiteX304" fmla="*/ 5959648 w 7467600"/>
              <a:gd name="connsiteY304" fmla="*/ 4760797 h 6858000"/>
              <a:gd name="connsiteX305" fmla="*/ 5355019 w 7467600"/>
              <a:gd name="connsiteY305" fmla="*/ 4734672 h 6858000"/>
              <a:gd name="connsiteX306" fmla="*/ 5083565 w 7467600"/>
              <a:gd name="connsiteY306" fmla="*/ 5179121 h 6858000"/>
              <a:gd name="connsiteX307" fmla="*/ 4713577 w 7467600"/>
              <a:gd name="connsiteY307" fmla="*/ 5616803 h 6858000"/>
              <a:gd name="connsiteX308" fmla="*/ 3989559 w 7467600"/>
              <a:gd name="connsiteY308" fmla="*/ 6145945 h 6858000"/>
              <a:gd name="connsiteX309" fmla="*/ 3939824 w 7467600"/>
              <a:gd name="connsiteY309" fmla="*/ 6066900 h 6858000"/>
              <a:gd name="connsiteX310" fmla="*/ 4584537 w 7467600"/>
              <a:gd name="connsiteY310" fmla="*/ 5324826 h 6858000"/>
              <a:gd name="connsiteX311" fmla="*/ 5037105 w 7467600"/>
              <a:gd name="connsiteY311" fmla="*/ 5088765 h 6858000"/>
              <a:gd name="connsiteX312" fmla="*/ 5039930 w 7467600"/>
              <a:gd name="connsiteY312" fmla="*/ 5089585 h 6858000"/>
              <a:gd name="connsiteX313" fmla="*/ 5263764 w 7467600"/>
              <a:gd name="connsiteY313" fmla="*/ 4735525 h 6858000"/>
              <a:gd name="connsiteX314" fmla="*/ 4086300 w 7467600"/>
              <a:gd name="connsiteY314" fmla="*/ 4884599 h 6858000"/>
              <a:gd name="connsiteX315" fmla="*/ 4085485 w 7467600"/>
              <a:gd name="connsiteY315" fmla="*/ 4899070 h 6858000"/>
              <a:gd name="connsiteX316" fmla="*/ 3871915 w 7467600"/>
              <a:gd name="connsiteY316" fmla="*/ 5253645 h 6858000"/>
              <a:gd name="connsiteX317" fmla="*/ 3799374 w 7467600"/>
              <a:gd name="connsiteY317" fmla="*/ 5466127 h 6858000"/>
              <a:gd name="connsiteX318" fmla="*/ 3498850 w 7467600"/>
              <a:gd name="connsiteY318" fmla="*/ 6661888 h 6858000"/>
              <a:gd name="connsiteX319" fmla="*/ 3399216 w 7467600"/>
              <a:gd name="connsiteY319" fmla="*/ 6858000 h 6858000"/>
              <a:gd name="connsiteX320" fmla="*/ 3303688 w 7467600"/>
              <a:gd name="connsiteY320" fmla="*/ 6858000 h 6858000"/>
              <a:gd name="connsiteX321" fmla="*/ 3391774 w 7467600"/>
              <a:gd name="connsiteY321" fmla="*/ 6697181 h 6858000"/>
              <a:gd name="connsiteX322" fmla="*/ 3735540 w 7467600"/>
              <a:gd name="connsiteY322" fmla="*/ 5546923 h 6858000"/>
              <a:gd name="connsiteX323" fmla="*/ 3729438 w 7467600"/>
              <a:gd name="connsiteY323" fmla="*/ 5569058 h 6858000"/>
              <a:gd name="connsiteX324" fmla="*/ 3707782 w 7467600"/>
              <a:gd name="connsiteY324" fmla="*/ 5644908 h 6858000"/>
              <a:gd name="connsiteX325" fmla="*/ 3583827 w 7467600"/>
              <a:gd name="connsiteY325" fmla="*/ 6039215 h 6858000"/>
              <a:gd name="connsiteX326" fmla="*/ 3547861 w 7467600"/>
              <a:gd name="connsiteY326" fmla="*/ 6129609 h 6858000"/>
              <a:gd name="connsiteX327" fmla="*/ 3490905 w 7467600"/>
              <a:gd name="connsiteY327" fmla="*/ 6277660 h 6858000"/>
              <a:gd name="connsiteX328" fmla="*/ 3455859 w 7467600"/>
              <a:gd name="connsiteY328" fmla="*/ 6391301 h 6858000"/>
              <a:gd name="connsiteX329" fmla="*/ 3429112 w 7467600"/>
              <a:gd name="connsiteY329" fmla="*/ 6479469 h 6858000"/>
              <a:gd name="connsiteX330" fmla="*/ 3304862 w 7467600"/>
              <a:gd name="connsiteY330" fmla="*/ 6796476 h 6858000"/>
              <a:gd name="connsiteX331" fmla="*/ 3276071 w 7467600"/>
              <a:gd name="connsiteY331" fmla="*/ 6858000 h 6858000"/>
              <a:gd name="connsiteX332" fmla="*/ 3240805 w 7467600"/>
              <a:gd name="connsiteY332" fmla="*/ 6858000 h 6858000"/>
              <a:gd name="connsiteX333" fmla="*/ 3275917 w 7467600"/>
              <a:gd name="connsiteY333" fmla="*/ 6783192 h 6858000"/>
              <a:gd name="connsiteX334" fmla="*/ 3399358 w 7467600"/>
              <a:gd name="connsiteY334" fmla="*/ 6469011 h 6858000"/>
              <a:gd name="connsiteX335" fmla="*/ 3425650 w 7467600"/>
              <a:gd name="connsiteY335" fmla="*/ 6381333 h 6858000"/>
              <a:gd name="connsiteX336" fmla="*/ 3460661 w 7467600"/>
              <a:gd name="connsiteY336" fmla="*/ 6266763 h 6858000"/>
              <a:gd name="connsiteX337" fmla="*/ 3518021 w 7467600"/>
              <a:gd name="connsiteY337" fmla="*/ 6117298 h 6858000"/>
              <a:gd name="connsiteX338" fmla="*/ 3554035 w 7467600"/>
              <a:gd name="connsiteY338" fmla="*/ 6027832 h 6858000"/>
              <a:gd name="connsiteX339" fmla="*/ 3677174 w 7467600"/>
              <a:gd name="connsiteY339" fmla="*/ 5636351 h 6858000"/>
              <a:gd name="connsiteX340" fmla="*/ 3698819 w 7467600"/>
              <a:gd name="connsiteY340" fmla="*/ 5560503 h 6858000"/>
              <a:gd name="connsiteX341" fmla="*/ 3702094 w 7467600"/>
              <a:gd name="connsiteY341" fmla="*/ 5549194 h 6858000"/>
              <a:gd name="connsiteX342" fmla="*/ 3398355 w 7467600"/>
              <a:gd name="connsiteY342" fmla="*/ 6094603 h 6858000"/>
              <a:gd name="connsiteX343" fmla="*/ 3193941 w 7467600"/>
              <a:gd name="connsiteY343" fmla="*/ 6798775 h 6858000"/>
              <a:gd name="connsiteX344" fmla="*/ 3184140 w 7467600"/>
              <a:gd name="connsiteY344" fmla="*/ 6858000 h 6858000"/>
              <a:gd name="connsiteX345" fmla="*/ 3099978 w 7467600"/>
              <a:gd name="connsiteY345" fmla="*/ 6858000 h 6858000"/>
              <a:gd name="connsiteX346" fmla="*/ 3101556 w 7467600"/>
              <a:gd name="connsiteY346" fmla="*/ 6843337 h 6858000"/>
              <a:gd name="connsiteX347" fmla="*/ 3370162 w 7467600"/>
              <a:gd name="connsiteY347" fmla="*/ 5785550 h 6858000"/>
              <a:gd name="connsiteX348" fmla="*/ 3746477 w 7467600"/>
              <a:gd name="connsiteY348" fmla="*/ 5377889 h 6858000"/>
              <a:gd name="connsiteX349" fmla="*/ 3863399 w 7467600"/>
              <a:gd name="connsiteY349" fmla="*/ 5087257 h 6858000"/>
              <a:gd name="connsiteX350" fmla="*/ 3968712 w 7467600"/>
              <a:gd name="connsiteY350" fmla="*/ 4913989 h 6858000"/>
              <a:gd name="connsiteX351" fmla="*/ 2792390 w 7467600"/>
              <a:gd name="connsiteY351" fmla="*/ 5382974 h 6858000"/>
              <a:gd name="connsiteX352" fmla="*/ 2714982 w 7467600"/>
              <a:gd name="connsiteY352" fmla="*/ 5427051 h 6858000"/>
              <a:gd name="connsiteX353" fmla="*/ 2813361 w 7467600"/>
              <a:gd name="connsiteY353" fmla="*/ 6023912 h 6858000"/>
              <a:gd name="connsiteX354" fmla="*/ 2688430 w 7467600"/>
              <a:gd name="connsiteY354" fmla="*/ 6801564 h 6858000"/>
              <a:gd name="connsiteX355" fmla="*/ 2629626 w 7467600"/>
              <a:gd name="connsiteY355" fmla="*/ 6763394 h 6858000"/>
              <a:gd name="connsiteX356" fmla="*/ 2565328 w 7467600"/>
              <a:gd name="connsiteY356" fmla="*/ 5516399 h 6858000"/>
              <a:gd name="connsiteX357" fmla="*/ 1922999 w 7467600"/>
              <a:gd name="connsiteY357" fmla="*/ 5980343 h 6858000"/>
              <a:gd name="connsiteX358" fmla="*/ 1950261 w 7467600"/>
              <a:gd name="connsiteY358" fmla="*/ 6405858 h 6858000"/>
              <a:gd name="connsiteX359" fmla="*/ 2365554 w 7467600"/>
              <a:gd name="connsiteY359" fmla="*/ 6759107 h 6858000"/>
              <a:gd name="connsiteX360" fmla="*/ 2424142 w 7467600"/>
              <a:gd name="connsiteY360" fmla="*/ 6858000 h 6858000"/>
              <a:gd name="connsiteX361" fmla="*/ 2395994 w 7467600"/>
              <a:gd name="connsiteY361" fmla="*/ 6858000 h 6858000"/>
              <a:gd name="connsiteX362" fmla="*/ 2392863 w 7467600"/>
              <a:gd name="connsiteY362" fmla="*/ 6852964 h 6858000"/>
              <a:gd name="connsiteX363" fmla="*/ 2017589 w 7467600"/>
              <a:gd name="connsiteY363" fmla="*/ 6493982 h 6858000"/>
              <a:gd name="connsiteX364" fmla="*/ 2147336 w 7467600"/>
              <a:gd name="connsiteY364" fmla="*/ 6594052 h 6858000"/>
              <a:gd name="connsiteX365" fmla="*/ 2207047 w 7467600"/>
              <a:gd name="connsiteY365" fmla="*/ 6654540 h 6858000"/>
              <a:gd name="connsiteX366" fmla="*/ 2299106 w 7467600"/>
              <a:gd name="connsiteY366" fmla="*/ 6778931 h 6858000"/>
              <a:gd name="connsiteX367" fmla="*/ 2314430 w 7467600"/>
              <a:gd name="connsiteY367" fmla="*/ 6801144 h 6858000"/>
              <a:gd name="connsiteX368" fmla="*/ 2352406 w 7467600"/>
              <a:gd name="connsiteY368" fmla="*/ 6858000 h 6858000"/>
              <a:gd name="connsiteX369" fmla="*/ 2314492 w 7467600"/>
              <a:gd name="connsiteY369" fmla="*/ 6858000 h 6858000"/>
              <a:gd name="connsiteX370" fmla="*/ 2288095 w 7467600"/>
              <a:gd name="connsiteY370" fmla="*/ 6818030 h 6858000"/>
              <a:gd name="connsiteX371" fmla="*/ 2272768 w 7467600"/>
              <a:gd name="connsiteY371" fmla="*/ 6795822 h 6858000"/>
              <a:gd name="connsiteX372" fmla="*/ 2182715 w 7467600"/>
              <a:gd name="connsiteY372" fmla="*/ 6675071 h 6858000"/>
              <a:gd name="connsiteX373" fmla="*/ 2032061 w 7467600"/>
              <a:gd name="connsiteY373" fmla="*/ 6541380 h 6858000"/>
              <a:gd name="connsiteX374" fmla="*/ 2257220 w 7467600"/>
              <a:gd name="connsiteY374" fmla="*/ 6826257 h 6858000"/>
              <a:gd name="connsiteX375" fmla="*/ 2281324 w 7467600"/>
              <a:gd name="connsiteY375" fmla="*/ 6858000 h 6858000"/>
              <a:gd name="connsiteX376" fmla="*/ 2242860 w 7467600"/>
              <a:gd name="connsiteY376" fmla="*/ 6858000 h 6858000"/>
              <a:gd name="connsiteX377" fmla="*/ 2232818 w 7467600"/>
              <a:gd name="connsiteY377" fmla="*/ 6844926 h 6858000"/>
              <a:gd name="connsiteX378" fmla="*/ 1990172 w 7467600"/>
              <a:gd name="connsiteY378" fmla="*/ 6542121 h 6858000"/>
              <a:gd name="connsiteX379" fmla="*/ 2124090 w 7467600"/>
              <a:gd name="connsiteY379" fmla="*/ 6761017 h 6858000"/>
              <a:gd name="connsiteX380" fmla="*/ 2200380 w 7467600"/>
              <a:gd name="connsiteY380" fmla="*/ 6858000 h 6858000"/>
              <a:gd name="connsiteX381" fmla="*/ 2147507 w 7467600"/>
              <a:gd name="connsiteY381" fmla="*/ 6858000 h 6858000"/>
              <a:gd name="connsiteX382" fmla="*/ 2070668 w 7467600"/>
              <a:gd name="connsiteY382" fmla="*/ 6761520 h 6858000"/>
              <a:gd name="connsiteX383" fmla="*/ 1975142 w 7467600"/>
              <a:gd name="connsiteY383" fmla="*/ 6585570 h 6858000"/>
              <a:gd name="connsiteX384" fmla="*/ 2050035 w 7467600"/>
              <a:gd name="connsiteY384" fmla="*/ 6813345 h 6858000"/>
              <a:gd name="connsiteX385" fmla="*/ 2063025 w 7467600"/>
              <a:gd name="connsiteY385" fmla="*/ 6858000 h 6858000"/>
              <a:gd name="connsiteX386" fmla="*/ 2021675 w 7467600"/>
              <a:gd name="connsiteY386" fmla="*/ 6858000 h 6858000"/>
              <a:gd name="connsiteX387" fmla="*/ 2019308 w 7467600"/>
              <a:gd name="connsiteY387" fmla="*/ 6847118 h 6858000"/>
              <a:gd name="connsiteX388" fmla="*/ 1938835 w 7467600"/>
              <a:gd name="connsiteY388" fmla="*/ 6551160 h 6858000"/>
              <a:gd name="connsiteX389" fmla="*/ 1953230 w 7467600"/>
              <a:gd name="connsiteY389" fmla="*/ 6759699 h 6858000"/>
              <a:gd name="connsiteX390" fmla="*/ 1956763 w 7467600"/>
              <a:gd name="connsiteY390" fmla="*/ 6778191 h 6858000"/>
              <a:gd name="connsiteX391" fmla="*/ 1967925 w 7467600"/>
              <a:gd name="connsiteY391" fmla="*/ 6858000 h 6858000"/>
              <a:gd name="connsiteX392" fmla="*/ 1936622 w 7467600"/>
              <a:gd name="connsiteY392" fmla="*/ 6858000 h 6858000"/>
              <a:gd name="connsiteX393" fmla="*/ 1926261 w 7467600"/>
              <a:gd name="connsiteY393" fmla="*/ 6784064 h 6858000"/>
              <a:gd name="connsiteX394" fmla="*/ 1922724 w 7467600"/>
              <a:gd name="connsiteY394" fmla="*/ 6765577 h 6858000"/>
              <a:gd name="connsiteX395" fmla="*/ 1904650 w 7467600"/>
              <a:gd name="connsiteY395" fmla="*/ 6639616 h 6858000"/>
              <a:gd name="connsiteX396" fmla="*/ 1885273 w 7467600"/>
              <a:gd name="connsiteY396" fmla="*/ 6858000 h 6858000"/>
              <a:gd name="connsiteX397" fmla="*/ 1854363 w 7467600"/>
              <a:gd name="connsiteY397" fmla="*/ 6858000 h 6858000"/>
              <a:gd name="connsiteX398" fmla="*/ 1880391 w 7467600"/>
              <a:gd name="connsiteY398" fmla="*/ 6603796 h 6858000"/>
              <a:gd name="connsiteX399" fmla="*/ 1818273 w 7467600"/>
              <a:gd name="connsiteY399" fmla="*/ 6715729 h 6858000"/>
              <a:gd name="connsiteX400" fmla="*/ 1794691 w 7467600"/>
              <a:gd name="connsiteY400" fmla="*/ 6843239 h 6858000"/>
              <a:gd name="connsiteX401" fmla="*/ 1794914 w 7467600"/>
              <a:gd name="connsiteY401" fmla="*/ 6858000 h 6858000"/>
              <a:gd name="connsiteX402" fmla="*/ 1746128 w 7467600"/>
              <a:gd name="connsiteY402" fmla="*/ 6858000 h 6858000"/>
              <a:gd name="connsiteX403" fmla="*/ 1753934 w 7467600"/>
              <a:gd name="connsiteY403" fmla="*/ 6724796 h 6858000"/>
              <a:gd name="connsiteX404" fmla="*/ 1792053 w 7467600"/>
              <a:gd name="connsiteY404" fmla="*/ 6572396 h 6858000"/>
              <a:gd name="connsiteX405" fmla="*/ 1862248 w 7467600"/>
              <a:gd name="connsiteY405" fmla="*/ 6266397 h 6858000"/>
              <a:gd name="connsiteX406" fmla="*/ 1862250 w 7467600"/>
              <a:gd name="connsiteY406" fmla="*/ 6033531 h 6858000"/>
              <a:gd name="connsiteX407" fmla="*/ 1211999 w 7467600"/>
              <a:gd name="connsiteY407" fmla="*/ 6683610 h 6858000"/>
              <a:gd name="connsiteX408" fmla="*/ 1213266 w 7467600"/>
              <a:gd name="connsiteY408" fmla="*/ 6691947 h 6858000"/>
              <a:gd name="connsiteX409" fmla="*/ 1203370 w 7467600"/>
              <a:gd name="connsiteY409" fmla="*/ 6850676 h 6858000"/>
              <a:gd name="connsiteX410" fmla="*/ 1203671 w 7467600"/>
              <a:gd name="connsiteY410" fmla="*/ 6858000 h 6858000"/>
              <a:gd name="connsiteX411" fmla="*/ 1143180 w 7467600"/>
              <a:gd name="connsiteY411" fmla="*/ 6858000 h 6858000"/>
              <a:gd name="connsiteX412" fmla="*/ 1142176 w 7467600"/>
              <a:gd name="connsiteY412" fmla="*/ 6766045 h 6858000"/>
              <a:gd name="connsiteX413" fmla="*/ 1067484 w 7467600"/>
              <a:gd name="connsiteY413" fmla="*/ 6858000 h 6858000"/>
              <a:gd name="connsiteX414" fmla="*/ 953928 w 7467600"/>
              <a:gd name="connsiteY414" fmla="*/ 6858000 h 6858000"/>
              <a:gd name="connsiteX415" fmla="*/ 959715 w 7467600"/>
              <a:gd name="connsiteY415" fmla="*/ 6850185 h 6858000"/>
              <a:gd name="connsiteX416" fmla="*/ 1483788 w 7467600"/>
              <a:gd name="connsiteY416" fmla="*/ 6259174 h 6858000"/>
              <a:gd name="connsiteX417" fmla="*/ 1100671 w 7467600"/>
              <a:gd name="connsiteY417" fmla="*/ 6252137 h 6858000"/>
              <a:gd name="connsiteX418" fmla="*/ 1090144 w 7467600"/>
              <a:gd name="connsiteY418" fmla="*/ 6256748 h 6858000"/>
              <a:gd name="connsiteX419" fmla="*/ 1095872 w 7467600"/>
              <a:gd name="connsiteY419" fmla="*/ 6271892 h 6858000"/>
              <a:gd name="connsiteX420" fmla="*/ 262785 w 7467600"/>
              <a:gd name="connsiteY420" fmla="*/ 6845450 h 6858000"/>
              <a:gd name="connsiteX421" fmla="*/ 209968 w 7467600"/>
              <a:gd name="connsiteY421" fmla="*/ 6770713 h 6858000"/>
              <a:gd name="connsiteX422" fmla="*/ 873460 w 7467600"/>
              <a:gd name="connsiteY422" fmla="*/ 6253768 h 6858000"/>
              <a:gd name="connsiteX423" fmla="*/ 192686 w 7467600"/>
              <a:gd name="connsiteY423" fmla="*/ 5849257 h 6858000"/>
              <a:gd name="connsiteX424" fmla="*/ 4696 w 7467600"/>
              <a:gd name="connsiteY424" fmla="*/ 5697668 h 6858000"/>
              <a:gd name="connsiteX425" fmla="*/ 0 w 7467600"/>
              <a:gd name="connsiteY425" fmla="*/ 5689984 h 6858000"/>
              <a:gd name="connsiteX426" fmla="*/ 0 w 7467600"/>
              <a:gd name="connsiteY426" fmla="*/ 5513472 h 6858000"/>
              <a:gd name="connsiteX427" fmla="*/ 174101 w 7467600"/>
              <a:gd name="connsiteY427" fmla="*/ 5620277 h 6858000"/>
              <a:gd name="connsiteX428" fmla="*/ 891800 w 7467600"/>
              <a:gd name="connsiteY428" fmla="*/ 6036935 h 6858000"/>
              <a:gd name="connsiteX429" fmla="*/ 1072219 w 7467600"/>
              <a:gd name="connsiteY429" fmla="*/ 6169443 h 6858000"/>
              <a:gd name="connsiteX430" fmla="*/ 1074117 w 7467600"/>
              <a:gd name="connsiteY430" fmla="*/ 6170301 h 6858000"/>
              <a:gd name="connsiteX431" fmla="*/ 1083114 w 7467600"/>
              <a:gd name="connsiteY431" fmla="*/ 6174131 h 6858000"/>
              <a:gd name="connsiteX432" fmla="*/ 1543010 w 7467600"/>
              <a:gd name="connsiteY432" fmla="*/ 6191140 h 6858000"/>
              <a:gd name="connsiteX433" fmla="*/ 1551080 w 7467600"/>
              <a:gd name="connsiteY433" fmla="*/ 6195006 h 6858000"/>
              <a:gd name="connsiteX434" fmla="*/ 2345443 w 7467600"/>
              <a:gd name="connsiteY434" fmla="*/ 5549882 h 6858000"/>
              <a:gd name="connsiteX435" fmla="*/ 1721499 w 7467600"/>
              <a:gd name="connsiteY435" fmla="*/ 5599969 h 6858000"/>
              <a:gd name="connsiteX436" fmla="*/ 767716 w 7467600"/>
              <a:gd name="connsiteY436" fmla="*/ 5472768 h 6858000"/>
              <a:gd name="connsiteX437" fmla="*/ 722147 w 7467600"/>
              <a:gd name="connsiteY437" fmla="*/ 5393091 h 6858000"/>
              <a:gd name="connsiteX438" fmla="*/ 1485552 w 7467600"/>
              <a:gd name="connsiteY438" fmla="*/ 5313202 h 6858000"/>
              <a:gd name="connsiteX439" fmla="*/ 2143004 w 7467600"/>
              <a:gd name="connsiteY439" fmla="*/ 5402420 h 6858000"/>
              <a:gd name="connsiteX440" fmla="*/ 1933391 w 7467600"/>
              <a:gd name="connsiteY440" fmla="*/ 5156971 h 6858000"/>
              <a:gd name="connsiteX441" fmla="*/ 1827118 w 7467600"/>
              <a:gd name="connsiteY441" fmla="*/ 4968410 h 6858000"/>
              <a:gd name="connsiteX442" fmla="*/ 1837349 w 7467600"/>
              <a:gd name="connsiteY442" fmla="*/ 4956357 h 6858000"/>
              <a:gd name="connsiteX443" fmla="*/ 2162835 w 7467600"/>
              <a:gd name="connsiteY443" fmla="*/ 5187853 h 6858000"/>
              <a:gd name="connsiteX444" fmla="*/ 2257167 w 7467600"/>
              <a:gd name="connsiteY444" fmla="*/ 5462123 h 6858000"/>
              <a:gd name="connsiteX445" fmla="*/ 2261598 w 7467600"/>
              <a:gd name="connsiteY445" fmla="*/ 5467998 h 6858000"/>
              <a:gd name="connsiteX446" fmla="*/ 2437177 w 7467600"/>
              <a:gd name="connsiteY446" fmla="*/ 5479608 h 6858000"/>
              <a:gd name="connsiteX447" fmla="*/ 2445247 w 7467600"/>
              <a:gd name="connsiteY447" fmla="*/ 5483476 h 6858000"/>
              <a:gd name="connsiteX448" fmla="*/ 2743626 w 7467600"/>
              <a:gd name="connsiteY448" fmla="*/ 5304819 h 6858000"/>
              <a:gd name="connsiteX449" fmla="*/ 3048102 w 7467600"/>
              <a:gd name="connsiteY449" fmla="*/ 5150595 h 6858000"/>
              <a:gd name="connsiteX450" fmla="*/ 1799414 w 7467600"/>
              <a:gd name="connsiteY450" fmla="*/ 4694732 h 6858000"/>
              <a:gd name="connsiteX451" fmla="*/ 1771735 w 7467600"/>
              <a:gd name="connsiteY451" fmla="*/ 4619929 h 6858000"/>
              <a:gd name="connsiteX452" fmla="*/ 3104273 w 7467600"/>
              <a:gd name="connsiteY452" fmla="*/ 5076159 h 6858000"/>
              <a:gd name="connsiteX453" fmla="*/ 3113245 w 7467600"/>
              <a:gd name="connsiteY453" fmla="*/ 5090705 h 6858000"/>
              <a:gd name="connsiteX454" fmla="*/ 3126294 w 7467600"/>
              <a:gd name="connsiteY454" fmla="*/ 5114400 h 6858000"/>
              <a:gd name="connsiteX455" fmla="*/ 3937433 w 7467600"/>
              <a:gd name="connsiteY455" fmla="*/ 4830473 h 6858000"/>
              <a:gd name="connsiteX456" fmla="*/ 3590475 w 7467600"/>
              <a:gd name="connsiteY456" fmla="*/ 4597974 h 6858000"/>
              <a:gd name="connsiteX457" fmla="*/ 3100264 w 7467600"/>
              <a:gd name="connsiteY457" fmla="*/ 4579845 h 6858000"/>
              <a:gd name="connsiteX458" fmla="*/ 2183576 w 7467600"/>
              <a:gd name="connsiteY458" fmla="*/ 4227150 h 6858000"/>
              <a:gd name="connsiteX459" fmla="*/ 2151029 w 7467600"/>
              <a:gd name="connsiteY459" fmla="*/ 4146947 h 6858000"/>
              <a:gd name="connsiteX460" fmla="*/ 3563434 w 7467600"/>
              <a:gd name="connsiteY460" fmla="*/ 4469115 h 6858000"/>
              <a:gd name="connsiteX461" fmla="*/ 3177952 w 7467600"/>
              <a:gd name="connsiteY461" fmla="*/ 3657386 h 6858000"/>
              <a:gd name="connsiteX462" fmla="*/ 3189263 w 7467600"/>
              <a:gd name="connsiteY462" fmla="*/ 3625726 h 6858000"/>
              <a:gd name="connsiteX463" fmla="*/ 3560912 w 7467600"/>
              <a:gd name="connsiteY463" fmla="*/ 4079863 h 6858000"/>
              <a:gd name="connsiteX464" fmla="*/ 3626636 w 7467600"/>
              <a:gd name="connsiteY464" fmla="*/ 4512230 h 6858000"/>
              <a:gd name="connsiteX465" fmla="*/ 3653088 w 7467600"/>
              <a:gd name="connsiteY465" fmla="*/ 4521417 h 6858000"/>
              <a:gd name="connsiteX466" fmla="*/ 3988128 w 7467600"/>
              <a:gd name="connsiteY466" fmla="*/ 4817267 h 6858000"/>
              <a:gd name="connsiteX467" fmla="*/ 4830582 w 7467600"/>
              <a:gd name="connsiteY467" fmla="*/ 4676000 h 6858000"/>
              <a:gd name="connsiteX468" fmla="*/ 4830100 w 7467600"/>
              <a:gd name="connsiteY468" fmla="*/ 4675554 h 6858000"/>
              <a:gd name="connsiteX469" fmla="*/ 4036318 w 7467600"/>
              <a:gd name="connsiteY469" fmla="*/ 4147013 h 6858000"/>
              <a:gd name="connsiteX470" fmla="*/ 3432098 w 7467600"/>
              <a:gd name="connsiteY470" fmla="*/ 3537312 h 6858000"/>
              <a:gd name="connsiteX471" fmla="*/ 3446761 w 7467600"/>
              <a:gd name="connsiteY471" fmla="*/ 3461278 h 6858000"/>
              <a:gd name="connsiteX472" fmla="*/ 4419733 w 7467600"/>
              <a:gd name="connsiteY472" fmla="*/ 3963555 h 6858000"/>
              <a:gd name="connsiteX473" fmla="*/ 4781371 w 7467600"/>
              <a:gd name="connsiteY473" fmla="*/ 4458604 h 6858000"/>
              <a:gd name="connsiteX474" fmla="*/ 4780440 w 7467600"/>
              <a:gd name="connsiteY474" fmla="*/ 4470290 h 6858000"/>
              <a:gd name="connsiteX475" fmla="*/ 4898954 w 7467600"/>
              <a:gd name="connsiteY475" fmla="*/ 4662092 h 6858000"/>
              <a:gd name="connsiteX476" fmla="*/ 4900699 w 7467600"/>
              <a:gd name="connsiteY476" fmla="*/ 4670867 h 6858000"/>
              <a:gd name="connsiteX477" fmla="*/ 5714511 w 7467600"/>
              <a:gd name="connsiteY477" fmla="*/ 4663483 h 6858000"/>
              <a:gd name="connsiteX478" fmla="*/ 5464793 w 7467600"/>
              <a:gd name="connsiteY478" fmla="*/ 4393556 h 6858000"/>
              <a:gd name="connsiteX479" fmla="*/ 5461897 w 7467600"/>
              <a:gd name="connsiteY479" fmla="*/ 4390879 h 6858000"/>
              <a:gd name="connsiteX480" fmla="*/ 4294126 w 7467600"/>
              <a:gd name="connsiteY480" fmla="*/ 3303048 h 6858000"/>
              <a:gd name="connsiteX481" fmla="*/ 4305321 w 7467600"/>
              <a:gd name="connsiteY481" fmla="*/ 3256953 h 6858000"/>
              <a:gd name="connsiteX482" fmla="*/ 4949299 w 7467600"/>
              <a:gd name="connsiteY482" fmla="*/ 3766336 h 6858000"/>
              <a:gd name="connsiteX483" fmla="*/ 5291452 w 7467600"/>
              <a:gd name="connsiteY483" fmla="*/ 4076801 h 6858000"/>
              <a:gd name="connsiteX484" fmla="*/ 5434998 w 7467600"/>
              <a:gd name="connsiteY484" fmla="*/ 4254100 h 6858000"/>
              <a:gd name="connsiteX485" fmla="*/ 5351015 w 7467600"/>
              <a:gd name="connsiteY485" fmla="*/ 3760989 h 6858000"/>
              <a:gd name="connsiteX486" fmla="*/ 5413780 w 7467600"/>
              <a:gd name="connsiteY486" fmla="*/ 2966265 h 6858000"/>
              <a:gd name="connsiteX487" fmla="*/ 5425627 w 7467600"/>
              <a:gd name="connsiteY487" fmla="*/ 2954192 h 6858000"/>
              <a:gd name="connsiteX488" fmla="*/ 6604735 w 7467600"/>
              <a:gd name="connsiteY488" fmla="*/ 2041381 h 6858000"/>
              <a:gd name="connsiteX489" fmla="*/ 7204487 w 7467600"/>
              <a:gd name="connsiteY489" fmla="*/ 2742112 h 6858000"/>
              <a:gd name="connsiteX490" fmla="*/ 7131592 w 7467600"/>
              <a:gd name="connsiteY490" fmla="*/ 2672096 h 6858000"/>
              <a:gd name="connsiteX491" fmla="*/ 6996344 w 7467600"/>
              <a:gd name="connsiteY491" fmla="*/ 2518310 h 6858000"/>
              <a:gd name="connsiteX492" fmla="*/ 6735495 w 7467600"/>
              <a:gd name="connsiteY492" fmla="*/ 2196890 h 6858000"/>
              <a:gd name="connsiteX493" fmla="*/ 6721901 w 7467600"/>
              <a:gd name="connsiteY493" fmla="*/ 2179274 h 6858000"/>
              <a:gd name="connsiteX494" fmla="*/ 6604735 w 7467600"/>
              <a:gd name="connsiteY494" fmla="*/ 2041381 h 6858000"/>
              <a:gd name="connsiteX495" fmla="*/ 6591670 w 7467600"/>
              <a:gd name="connsiteY495" fmla="*/ 1988277 h 6858000"/>
              <a:gd name="connsiteX496" fmla="*/ 6747349 w 7467600"/>
              <a:gd name="connsiteY496" fmla="*/ 2160069 h 6858000"/>
              <a:gd name="connsiteX497" fmla="*/ 6760943 w 7467600"/>
              <a:gd name="connsiteY497" fmla="*/ 2177686 h 6858000"/>
              <a:gd name="connsiteX498" fmla="*/ 7021065 w 7467600"/>
              <a:gd name="connsiteY498" fmla="*/ 2498102 h 6858000"/>
              <a:gd name="connsiteX499" fmla="*/ 7155223 w 7467600"/>
              <a:gd name="connsiteY499" fmla="*/ 2650386 h 6858000"/>
              <a:gd name="connsiteX500" fmla="*/ 7203167 w 7467600"/>
              <a:gd name="connsiteY500" fmla="*/ 2697288 h 6858000"/>
              <a:gd name="connsiteX501" fmla="*/ 6937703 w 7467600"/>
              <a:gd name="connsiteY501" fmla="*/ 2321981 h 6858000"/>
              <a:gd name="connsiteX502" fmla="*/ 6591670 w 7467600"/>
              <a:gd name="connsiteY502" fmla="*/ 1988277 h 6858000"/>
              <a:gd name="connsiteX503" fmla="*/ 5798671 w 7467600"/>
              <a:gd name="connsiteY503" fmla="*/ 1981601 h 6858000"/>
              <a:gd name="connsiteX504" fmla="*/ 5754709 w 7467600"/>
              <a:gd name="connsiteY504" fmla="*/ 2071454 h 6858000"/>
              <a:gd name="connsiteX505" fmla="*/ 5763044 w 7467600"/>
              <a:gd name="connsiteY505" fmla="*/ 2842206 h 6858000"/>
              <a:gd name="connsiteX506" fmla="*/ 5764974 w 7467600"/>
              <a:gd name="connsiteY506" fmla="*/ 2799609 h 6858000"/>
              <a:gd name="connsiteX507" fmla="*/ 5767665 w 7467600"/>
              <a:gd name="connsiteY507" fmla="*/ 2666409 h 6858000"/>
              <a:gd name="connsiteX508" fmla="*/ 5763055 w 7467600"/>
              <a:gd name="connsiteY508" fmla="*/ 2579705 h 6858000"/>
              <a:gd name="connsiteX509" fmla="*/ 5758079 w 7467600"/>
              <a:gd name="connsiteY509" fmla="*/ 2492508 h 6858000"/>
              <a:gd name="connsiteX510" fmla="*/ 5779325 w 7467600"/>
              <a:gd name="connsiteY510" fmla="*/ 2197069 h 6858000"/>
              <a:gd name="connsiteX511" fmla="*/ 5798671 w 7467600"/>
              <a:gd name="connsiteY511" fmla="*/ 1981601 h 6858000"/>
              <a:gd name="connsiteX512" fmla="*/ 5829202 w 7467600"/>
              <a:gd name="connsiteY512" fmla="*/ 1971679 h 6858000"/>
              <a:gd name="connsiteX513" fmla="*/ 5809558 w 7467600"/>
              <a:gd name="connsiteY513" fmla="*/ 2198043 h 6858000"/>
              <a:gd name="connsiteX514" fmla="*/ 5788653 w 7467600"/>
              <a:gd name="connsiteY514" fmla="*/ 2489430 h 6858000"/>
              <a:gd name="connsiteX515" fmla="*/ 5793439 w 7467600"/>
              <a:gd name="connsiteY515" fmla="*/ 2575235 h 6858000"/>
              <a:gd name="connsiteX516" fmla="*/ 5796837 w 7467600"/>
              <a:gd name="connsiteY516" fmla="*/ 2637633 h 6858000"/>
              <a:gd name="connsiteX517" fmla="*/ 5818614 w 7467600"/>
              <a:gd name="connsiteY517" fmla="*/ 2473055 h 6858000"/>
              <a:gd name="connsiteX518" fmla="*/ 5829202 w 7467600"/>
              <a:gd name="connsiteY518" fmla="*/ 1971679 h 6858000"/>
              <a:gd name="connsiteX519" fmla="*/ 5911389 w 7467600"/>
              <a:gd name="connsiteY519" fmla="*/ 1898371 h 6858000"/>
              <a:gd name="connsiteX520" fmla="*/ 6237627 w 7467600"/>
              <a:gd name="connsiteY520" fmla="*/ 2231921 h 6858000"/>
              <a:gd name="connsiteX521" fmla="*/ 5911389 w 7467600"/>
              <a:gd name="connsiteY521" fmla="*/ 1898371 h 6858000"/>
              <a:gd name="connsiteX522" fmla="*/ 6944437 w 7467600"/>
              <a:gd name="connsiteY522" fmla="*/ 1575402 h 6858000"/>
              <a:gd name="connsiteX523" fmla="*/ 6304730 w 7467600"/>
              <a:gd name="connsiteY523" fmla="*/ 1766654 h 6858000"/>
              <a:gd name="connsiteX524" fmla="*/ 6944437 w 7467600"/>
              <a:gd name="connsiteY524" fmla="*/ 1575402 h 6858000"/>
              <a:gd name="connsiteX525" fmla="*/ 7019523 w 7467600"/>
              <a:gd name="connsiteY525" fmla="*/ 1519450 h 6858000"/>
              <a:gd name="connsiteX526" fmla="*/ 6298091 w 7467600"/>
              <a:gd name="connsiteY526" fmla="*/ 1737122 h 6858000"/>
              <a:gd name="connsiteX527" fmla="*/ 7019523 w 7467600"/>
              <a:gd name="connsiteY527" fmla="*/ 1519450 h 6858000"/>
              <a:gd name="connsiteX528" fmla="*/ 2399523 w 7467600"/>
              <a:gd name="connsiteY528" fmla="*/ 1428234 h 6858000"/>
              <a:gd name="connsiteX529" fmla="*/ 2224982 w 7467600"/>
              <a:gd name="connsiteY529" fmla="*/ 1826201 h 6858000"/>
              <a:gd name="connsiteX530" fmla="*/ 2096099 w 7467600"/>
              <a:gd name="connsiteY530" fmla="*/ 2345900 h 6858000"/>
              <a:gd name="connsiteX531" fmla="*/ 2283317 w 7467600"/>
              <a:gd name="connsiteY531" fmla="*/ 1796925 h 6858000"/>
              <a:gd name="connsiteX532" fmla="*/ 2399523 w 7467600"/>
              <a:gd name="connsiteY532" fmla="*/ 1428234 h 6858000"/>
              <a:gd name="connsiteX533" fmla="*/ 2448558 w 7467600"/>
              <a:gd name="connsiteY533" fmla="*/ 1373435 h 6858000"/>
              <a:gd name="connsiteX534" fmla="*/ 2312521 w 7467600"/>
              <a:gd name="connsiteY534" fmla="*/ 1806140 h 6858000"/>
              <a:gd name="connsiteX535" fmla="*/ 2127533 w 7467600"/>
              <a:gd name="connsiteY535" fmla="*/ 2348380 h 6858000"/>
              <a:gd name="connsiteX536" fmla="*/ 2358080 w 7467600"/>
              <a:gd name="connsiteY536" fmla="*/ 1866134 h 6858000"/>
              <a:gd name="connsiteX537" fmla="*/ 2407436 w 7467600"/>
              <a:gd name="connsiteY537" fmla="*/ 1651070 h 6858000"/>
              <a:gd name="connsiteX538" fmla="*/ 2448558 w 7467600"/>
              <a:gd name="connsiteY538" fmla="*/ 1373435 h 6858000"/>
              <a:gd name="connsiteX539" fmla="*/ 278707 w 7467600"/>
              <a:gd name="connsiteY539" fmla="*/ 1352270 h 6858000"/>
              <a:gd name="connsiteX540" fmla="*/ 321570 w 7467600"/>
              <a:gd name="connsiteY540" fmla="*/ 1861610 h 6858000"/>
              <a:gd name="connsiteX541" fmla="*/ 294281 w 7467600"/>
              <a:gd name="connsiteY541" fmla="*/ 1440658 h 6858000"/>
              <a:gd name="connsiteX542" fmla="*/ 278707 w 7467600"/>
              <a:gd name="connsiteY542" fmla="*/ 1352270 h 6858000"/>
              <a:gd name="connsiteX543" fmla="*/ 1423821 w 7467600"/>
              <a:gd name="connsiteY543" fmla="*/ 1351958 h 6858000"/>
              <a:gd name="connsiteX544" fmla="*/ 1638521 w 7467600"/>
              <a:gd name="connsiteY544" fmla="*/ 1908470 h 6858000"/>
              <a:gd name="connsiteX545" fmla="*/ 1754199 w 7467600"/>
              <a:gd name="connsiteY545" fmla="*/ 2149284 h 6858000"/>
              <a:gd name="connsiteX546" fmla="*/ 1908359 w 7467600"/>
              <a:gd name="connsiteY546" fmla="*/ 2364988 h 6858000"/>
              <a:gd name="connsiteX547" fmla="*/ 1647661 w 7467600"/>
              <a:gd name="connsiteY547" fmla="*/ 1825945 h 6858000"/>
              <a:gd name="connsiteX548" fmla="*/ 1423821 w 7467600"/>
              <a:gd name="connsiteY548" fmla="*/ 1351958 h 6858000"/>
              <a:gd name="connsiteX549" fmla="*/ 1431890 w 7467600"/>
              <a:gd name="connsiteY549" fmla="*/ 1306475 h 6858000"/>
              <a:gd name="connsiteX550" fmla="*/ 1507597 w 7467600"/>
              <a:gd name="connsiteY550" fmla="*/ 1446132 h 6858000"/>
              <a:gd name="connsiteX551" fmla="*/ 1674586 w 7467600"/>
              <a:gd name="connsiteY551" fmla="*/ 1813832 h 6858000"/>
              <a:gd name="connsiteX552" fmla="*/ 1815950 w 7467600"/>
              <a:gd name="connsiteY552" fmla="*/ 2128564 h 6858000"/>
              <a:gd name="connsiteX553" fmla="*/ 1984242 w 7467600"/>
              <a:gd name="connsiteY553" fmla="*/ 2430829 h 6858000"/>
              <a:gd name="connsiteX554" fmla="*/ 2014023 w 7467600"/>
              <a:gd name="connsiteY554" fmla="*/ 2450995 h 6858000"/>
              <a:gd name="connsiteX555" fmla="*/ 1747337 w 7467600"/>
              <a:gd name="connsiteY555" fmla="*/ 1855264 h 6858000"/>
              <a:gd name="connsiteX556" fmla="*/ 1533749 w 7467600"/>
              <a:gd name="connsiteY556" fmla="*/ 1478656 h 6858000"/>
              <a:gd name="connsiteX557" fmla="*/ 1431890 w 7467600"/>
              <a:gd name="connsiteY557" fmla="*/ 1306475 h 6858000"/>
              <a:gd name="connsiteX558" fmla="*/ 5052692 w 7467600"/>
              <a:gd name="connsiteY558" fmla="*/ 1292994 h 6858000"/>
              <a:gd name="connsiteX559" fmla="*/ 5200661 w 7467600"/>
              <a:gd name="connsiteY559" fmla="*/ 1635186 h 6858000"/>
              <a:gd name="connsiteX560" fmla="*/ 5297138 w 7467600"/>
              <a:gd name="connsiteY560" fmla="*/ 1906351 h 6858000"/>
              <a:gd name="connsiteX561" fmla="*/ 5052692 w 7467600"/>
              <a:gd name="connsiteY561" fmla="*/ 1292994 h 6858000"/>
              <a:gd name="connsiteX562" fmla="*/ 5009948 w 7467600"/>
              <a:gd name="connsiteY562" fmla="*/ 1273619 h 6858000"/>
              <a:gd name="connsiteX563" fmla="*/ 5121777 w 7467600"/>
              <a:gd name="connsiteY563" fmla="*/ 1654213 h 6858000"/>
              <a:gd name="connsiteX564" fmla="*/ 5293545 w 7467600"/>
              <a:gd name="connsiteY564" fmla="*/ 2072247 h 6858000"/>
              <a:gd name="connsiteX565" fmla="*/ 5294042 w 7467600"/>
              <a:gd name="connsiteY565" fmla="*/ 2065019 h 6858000"/>
              <a:gd name="connsiteX566" fmla="*/ 5171936 w 7467600"/>
              <a:gd name="connsiteY566" fmla="*/ 1647613 h 6858000"/>
              <a:gd name="connsiteX567" fmla="*/ 5009948 w 7467600"/>
              <a:gd name="connsiteY567" fmla="*/ 1273619 h 6858000"/>
              <a:gd name="connsiteX568" fmla="*/ 655236 w 7467600"/>
              <a:gd name="connsiteY568" fmla="*/ 1268632 h 6858000"/>
              <a:gd name="connsiteX569" fmla="*/ 839521 w 7467600"/>
              <a:gd name="connsiteY569" fmla="*/ 1685315 h 6858000"/>
              <a:gd name="connsiteX570" fmla="*/ 1109416 w 7467600"/>
              <a:gd name="connsiteY570" fmla="*/ 2061663 h 6858000"/>
              <a:gd name="connsiteX571" fmla="*/ 1298300 w 7467600"/>
              <a:gd name="connsiteY571" fmla="*/ 2247742 h 6858000"/>
              <a:gd name="connsiteX572" fmla="*/ 1125871 w 7467600"/>
              <a:gd name="connsiteY572" fmla="*/ 1989513 h 6858000"/>
              <a:gd name="connsiteX573" fmla="*/ 981574 w 7467600"/>
              <a:gd name="connsiteY573" fmla="*/ 1783157 h 6858000"/>
              <a:gd name="connsiteX574" fmla="*/ 922198 w 7467600"/>
              <a:gd name="connsiteY574" fmla="*/ 1677437 h 6858000"/>
              <a:gd name="connsiteX575" fmla="*/ 869293 w 7467600"/>
              <a:gd name="connsiteY575" fmla="*/ 1583214 h 6858000"/>
              <a:gd name="connsiteX576" fmla="*/ 751431 w 7467600"/>
              <a:gd name="connsiteY576" fmla="*/ 1405731 h 6858000"/>
              <a:gd name="connsiteX577" fmla="*/ 655236 w 7467600"/>
              <a:gd name="connsiteY577" fmla="*/ 1268632 h 6858000"/>
              <a:gd name="connsiteX578" fmla="*/ 6516292 w 7467600"/>
              <a:gd name="connsiteY578" fmla="*/ 1263064 h 6858000"/>
              <a:gd name="connsiteX579" fmla="*/ 5736320 w 7467600"/>
              <a:gd name="connsiteY579" fmla="*/ 1501803 h 6858000"/>
              <a:gd name="connsiteX580" fmla="*/ 6516292 w 7467600"/>
              <a:gd name="connsiteY580" fmla="*/ 1263064 h 6858000"/>
              <a:gd name="connsiteX581" fmla="*/ 291466 w 7467600"/>
              <a:gd name="connsiteY581" fmla="*/ 1250369 h 6858000"/>
              <a:gd name="connsiteX582" fmla="*/ 323180 w 7467600"/>
              <a:gd name="connsiteY582" fmla="*/ 1435283 h 6858000"/>
              <a:gd name="connsiteX583" fmla="*/ 349381 w 7467600"/>
              <a:gd name="connsiteY583" fmla="*/ 1875041 h 6858000"/>
              <a:gd name="connsiteX584" fmla="*/ 374363 w 7467600"/>
              <a:gd name="connsiteY584" fmla="*/ 1506494 h 6858000"/>
              <a:gd name="connsiteX585" fmla="*/ 302168 w 7467600"/>
              <a:gd name="connsiteY585" fmla="*/ 1274495 h 6858000"/>
              <a:gd name="connsiteX586" fmla="*/ 291466 w 7467600"/>
              <a:gd name="connsiteY586" fmla="*/ 1250369 h 6858000"/>
              <a:gd name="connsiteX587" fmla="*/ 678222 w 7467600"/>
              <a:gd name="connsiteY587" fmla="*/ 1248670 h 6858000"/>
              <a:gd name="connsiteX588" fmla="*/ 775536 w 7467600"/>
              <a:gd name="connsiteY588" fmla="*/ 1388015 h 6858000"/>
              <a:gd name="connsiteX589" fmla="*/ 894529 w 7467600"/>
              <a:gd name="connsiteY589" fmla="*/ 1567739 h 6858000"/>
              <a:gd name="connsiteX590" fmla="*/ 948000 w 7467600"/>
              <a:gd name="connsiteY590" fmla="*/ 1663088 h 6858000"/>
              <a:gd name="connsiteX591" fmla="*/ 1006812 w 7467600"/>
              <a:gd name="connsiteY591" fmla="*/ 1767683 h 6858000"/>
              <a:gd name="connsiteX592" fmla="*/ 1149133 w 7467600"/>
              <a:gd name="connsiteY592" fmla="*/ 1971513 h 6858000"/>
              <a:gd name="connsiteX593" fmla="*/ 1333952 w 7467600"/>
              <a:gd name="connsiteY593" fmla="*/ 2251620 h 6858000"/>
              <a:gd name="connsiteX594" fmla="*/ 1337329 w 7467600"/>
              <a:gd name="connsiteY594" fmla="*/ 2258350 h 6858000"/>
              <a:gd name="connsiteX595" fmla="*/ 1014726 w 7467600"/>
              <a:gd name="connsiteY595" fmla="*/ 1615556 h 6858000"/>
              <a:gd name="connsiteX596" fmla="*/ 678222 w 7467600"/>
              <a:gd name="connsiteY596" fmla="*/ 1248670 h 6858000"/>
              <a:gd name="connsiteX597" fmla="*/ 6691602 w 7467600"/>
              <a:gd name="connsiteY597" fmla="*/ 1140573 h 6858000"/>
              <a:gd name="connsiteX598" fmla="*/ 6571100 w 7467600"/>
              <a:gd name="connsiteY598" fmla="*/ 1183662 h 6858000"/>
              <a:gd name="connsiteX599" fmla="*/ 6241687 w 7467600"/>
              <a:gd name="connsiteY599" fmla="*/ 1257600 h 6858000"/>
              <a:gd name="connsiteX600" fmla="*/ 5693009 w 7467600"/>
              <a:gd name="connsiteY600" fmla="*/ 1478256 h 6858000"/>
              <a:gd name="connsiteX601" fmla="*/ 6548420 w 7467600"/>
              <a:gd name="connsiteY601" fmla="*/ 1214599 h 6858000"/>
              <a:gd name="connsiteX602" fmla="*/ 6605473 w 7467600"/>
              <a:gd name="connsiteY602" fmla="*/ 1184686 h 6858000"/>
              <a:gd name="connsiteX603" fmla="*/ 6691602 w 7467600"/>
              <a:gd name="connsiteY603" fmla="*/ 1140573 h 6858000"/>
              <a:gd name="connsiteX604" fmla="*/ 4002475 w 7467600"/>
              <a:gd name="connsiteY604" fmla="*/ 1037802 h 6858000"/>
              <a:gd name="connsiteX605" fmla="*/ 4000324 w 7467600"/>
              <a:gd name="connsiteY605" fmla="*/ 1039362 h 6858000"/>
              <a:gd name="connsiteX606" fmla="*/ 4002862 w 7467600"/>
              <a:gd name="connsiteY606" fmla="*/ 1042866 h 6858000"/>
              <a:gd name="connsiteX607" fmla="*/ 4002475 w 7467600"/>
              <a:gd name="connsiteY607" fmla="*/ 1037802 h 6858000"/>
              <a:gd name="connsiteX608" fmla="*/ 506322 w 7467600"/>
              <a:gd name="connsiteY608" fmla="*/ 1020997 h 6858000"/>
              <a:gd name="connsiteX609" fmla="*/ 533068 w 7467600"/>
              <a:gd name="connsiteY609" fmla="*/ 1029409 h 6858000"/>
              <a:gd name="connsiteX610" fmla="*/ 1232525 w 7467600"/>
              <a:gd name="connsiteY610" fmla="*/ 1804675 h 6858000"/>
              <a:gd name="connsiteX611" fmla="*/ 1388858 w 7467600"/>
              <a:gd name="connsiteY611" fmla="*/ 2368011 h 6858000"/>
              <a:gd name="connsiteX612" fmla="*/ 1384098 w 7467600"/>
              <a:gd name="connsiteY612" fmla="*/ 2378125 h 6858000"/>
              <a:gd name="connsiteX613" fmla="*/ 1425393 w 7467600"/>
              <a:gd name="connsiteY613" fmla="*/ 2589124 h 6858000"/>
              <a:gd name="connsiteX614" fmla="*/ 1424001 w 7467600"/>
              <a:gd name="connsiteY614" fmla="*/ 2597541 h 6858000"/>
              <a:gd name="connsiteX615" fmla="*/ 2152729 w 7467600"/>
              <a:gd name="connsiteY615" fmla="*/ 2864487 h 6858000"/>
              <a:gd name="connsiteX616" fmla="*/ 2020609 w 7467600"/>
              <a:gd name="connsiteY616" fmla="*/ 2539671 h 6858000"/>
              <a:gd name="connsiteX617" fmla="*/ 2018920 w 7467600"/>
              <a:gd name="connsiteY617" fmla="*/ 2536309 h 6858000"/>
              <a:gd name="connsiteX618" fmla="*/ 1342441 w 7467600"/>
              <a:gd name="connsiteY618" fmla="*/ 1173017 h 6858000"/>
              <a:gd name="connsiteX619" fmla="*/ 1367925 w 7467600"/>
              <a:gd name="connsiteY619" fmla="*/ 1135648 h 6858000"/>
              <a:gd name="connsiteX620" fmla="*/ 1771401 w 7467600"/>
              <a:gd name="connsiteY620" fmla="*/ 1806673 h 6858000"/>
              <a:gd name="connsiteX621" fmla="*/ 1972385 w 7467600"/>
              <a:gd name="connsiteY621" fmla="*/ 2198735 h 6858000"/>
              <a:gd name="connsiteX622" fmla="*/ 2040892 w 7467600"/>
              <a:gd name="connsiteY622" fmla="*/ 2405205 h 6858000"/>
              <a:gd name="connsiteX623" fmla="*/ 2131689 w 7467600"/>
              <a:gd name="connsiteY623" fmla="*/ 1936926 h 6858000"/>
              <a:gd name="connsiteX624" fmla="*/ 2454820 w 7467600"/>
              <a:gd name="connsiteY624" fmla="*/ 1248808 h 6858000"/>
              <a:gd name="connsiteX625" fmla="*/ 2492512 w 7467600"/>
              <a:gd name="connsiteY625" fmla="*/ 1302920 h 6858000"/>
              <a:gd name="connsiteX626" fmla="*/ 2081216 w 7467600"/>
              <a:gd name="connsiteY626" fmla="*/ 2527513 h 6858000"/>
              <a:gd name="connsiteX627" fmla="*/ 2081211 w 7467600"/>
              <a:gd name="connsiteY627" fmla="*/ 2528916 h 6858000"/>
              <a:gd name="connsiteX628" fmla="*/ 2199067 w 7467600"/>
              <a:gd name="connsiteY628" fmla="*/ 2884061 h 6858000"/>
              <a:gd name="connsiteX629" fmla="*/ 3192586 w 7467600"/>
              <a:gd name="connsiteY629" fmla="*/ 3411496 h 6858000"/>
              <a:gd name="connsiteX630" fmla="*/ 3182620 w 7467600"/>
              <a:gd name="connsiteY630" fmla="*/ 3483279 h 6858000"/>
              <a:gd name="connsiteX631" fmla="*/ 2435119 w 7467600"/>
              <a:gd name="connsiteY631" fmla="*/ 3080173 h 6858000"/>
              <a:gd name="connsiteX632" fmla="*/ 2410152 w 7467600"/>
              <a:gd name="connsiteY632" fmla="*/ 3063751 h 6858000"/>
              <a:gd name="connsiteX633" fmla="*/ 2408099 w 7467600"/>
              <a:gd name="connsiteY633" fmla="*/ 3064403 h 6858000"/>
              <a:gd name="connsiteX634" fmla="*/ 2407218 w 7467600"/>
              <a:gd name="connsiteY634" fmla="*/ 3070324 h 6858000"/>
              <a:gd name="connsiteX635" fmla="*/ 2380138 w 7467600"/>
              <a:gd name="connsiteY635" fmla="*/ 3099341 h 6858000"/>
              <a:gd name="connsiteX636" fmla="*/ 1765923 w 7467600"/>
              <a:gd name="connsiteY636" fmla="*/ 3581043 h 6858000"/>
              <a:gd name="connsiteX637" fmla="*/ 1702258 w 7467600"/>
              <a:gd name="connsiteY637" fmla="*/ 3612286 h 6858000"/>
              <a:gd name="connsiteX638" fmla="*/ 1538370 w 7467600"/>
              <a:gd name="connsiteY638" fmla="*/ 3811804 h 6858000"/>
              <a:gd name="connsiteX639" fmla="*/ 542867 w 7467600"/>
              <a:gd name="connsiteY639" fmla="*/ 4944092 h 6858000"/>
              <a:gd name="connsiteX640" fmla="*/ 515800 w 7467600"/>
              <a:gd name="connsiteY640" fmla="*/ 4862180 h 6858000"/>
              <a:gd name="connsiteX641" fmla="*/ 909145 w 7467600"/>
              <a:gd name="connsiteY641" fmla="*/ 4199225 h 6858000"/>
              <a:gd name="connsiteX642" fmla="*/ 1214067 w 7467600"/>
              <a:gd name="connsiteY642" fmla="*/ 3908561 h 6858000"/>
              <a:gd name="connsiteX643" fmla="*/ 640967 w 7467600"/>
              <a:gd name="connsiteY643" fmla="*/ 4105601 h 6858000"/>
              <a:gd name="connsiteX644" fmla="*/ 112563 w 7467600"/>
              <a:gd name="connsiteY644" fmla="*/ 4396952 h 6858000"/>
              <a:gd name="connsiteX645" fmla="*/ 0 w 7467600"/>
              <a:gd name="connsiteY645" fmla="*/ 4466006 h 6858000"/>
              <a:gd name="connsiteX646" fmla="*/ 0 w 7467600"/>
              <a:gd name="connsiteY646" fmla="*/ 4233763 h 6858000"/>
              <a:gd name="connsiteX647" fmla="*/ 36881 w 7467600"/>
              <a:gd name="connsiteY647" fmla="*/ 4200118 h 6858000"/>
              <a:gd name="connsiteX648" fmla="*/ 910534 w 7467600"/>
              <a:gd name="connsiteY648" fmla="*/ 3629753 h 6858000"/>
              <a:gd name="connsiteX649" fmla="*/ 1578717 w 7467600"/>
              <a:gd name="connsiteY649" fmla="*/ 3575982 h 6858000"/>
              <a:gd name="connsiteX650" fmla="*/ 2338780 w 7467600"/>
              <a:gd name="connsiteY650" fmla="*/ 3033725 h 6858000"/>
              <a:gd name="connsiteX651" fmla="*/ 1807991 w 7467600"/>
              <a:gd name="connsiteY651" fmla="*/ 2807184 h 6858000"/>
              <a:gd name="connsiteX652" fmla="*/ 1416358 w 7467600"/>
              <a:gd name="connsiteY652" fmla="*/ 3112571 h 6858000"/>
              <a:gd name="connsiteX653" fmla="*/ 939066 w 7467600"/>
              <a:gd name="connsiteY653" fmla="*/ 3378798 h 6858000"/>
              <a:gd name="connsiteX654" fmla="*/ 115099 w 7467600"/>
              <a:gd name="connsiteY654" fmla="*/ 3607650 h 6858000"/>
              <a:gd name="connsiteX655" fmla="*/ 97284 w 7467600"/>
              <a:gd name="connsiteY655" fmla="*/ 3520393 h 6858000"/>
              <a:gd name="connsiteX656" fmla="*/ 922050 w 7467600"/>
              <a:gd name="connsiteY656" fmla="*/ 3074867 h 6858000"/>
              <a:gd name="connsiteX657" fmla="*/ 1405265 w 7467600"/>
              <a:gd name="connsiteY657" fmla="*/ 3016319 h 6858000"/>
              <a:gd name="connsiteX658" fmla="*/ 1407512 w 7467600"/>
              <a:gd name="connsiteY658" fmla="*/ 3018001 h 6858000"/>
              <a:gd name="connsiteX659" fmla="*/ 1726266 w 7467600"/>
              <a:gd name="connsiteY659" fmla="*/ 2777274 h 6858000"/>
              <a:gd name="connsiteX660" fmla="*/ 625390 w 7467600"/>
              <a:gd name="connsiteY660" fmla="*/ 2514541 h 6858000"/>
              <a:gd name="connsiteX661" fmla="*/ 619799 w 7467600"/>
              <a:gd name="connsiteY661" fmla="*/ 2527180 h 6858000"/>
              <a:gd name="connsiteX662" fmla="*/ 310030 w 7467600"/>
              <a:gd name="connsiteY662" fmla="*/ 2771818 h 6858000"/>
              <a:gd name="connsiteX663" fmla="*/ 173877 w 7467600"/>
              <a:gd name="connsiteY663" fmla="*/ 2937056 h 6858000"/>
              <a:gd name="connsiteX664" fmla="*/ 77889 w 7467600"/>
              <a:gd name="connsiteY664" fmla="*/ 3138440 h 6858000"/>
              <a:gd name="connsiteX665" fmla="*/ 0 w 7467600"/>
              <a:gd name="connsiteY665" fmla="*/ 3271395 h 6858000"/>
              <a:gd name="connsiteX666" fmla="*/ 0 w 7467600"/>
              <a:gd name="connsiteY666" fmla="*/ 3153002 h 6858000"/>
              <a:gd name="connsiteX667" fmla="*/ 2386 w 7467600"/>
              <a:gd name="connsiteY667" fmla="*/ 3149203 h 6858000"/>
              <a:gd name="connsiteX668" fmla="*/ 89753 w 7467600"/>
              <a:gd name="connsiteY668" fmla="*/ 2987702 h 6858000"/>
              <a:gd name="connsiteX669" fmla="*/ 76869 w 7467600"/>
              <a:gd name="connsiteY669" fmla="*/ 3005404 h 6858000"/>
              <a:gd name="connsiteX670" fmla="*/ 32049 w 7467600"/>
              <a:gd name="connsiteY670" fmla="*/ 3065814 h 6858000"/>
              <a:gd name="connsiteX671" fmla="*/ 0 w 7467600"/>
              <a:gd name="connsiteY671" fmla="*/ 3108744 h 6858000"/>
              <a:gd name="connsiteX672" fmla="*/ 0 w 7467600"/>
              <a:gd name="connsiteY672" fmla="*/ 3058059 h 6858000"/>
              <a:gd name="connsiteX673" fmla="*/ 7610 w 7467600"/>
              <a:gd name="connsiteY673" fmla="*/ 3047889 h 6858000"/>
              <a:gd name="connsiteX674" fmla="*/ 52419 w 7467600"/>
              <a:gd name="connsiteY674" fmla="*/ 2987479 h 6858000"/>
              <a:gd name="connsiteX675" fmla="*/ 59142 w 7467600"/>
              <a:gd name="connsiteY675" fmla="*/ 2978488 h 6858000"/>
              <a:gd name="connsiteX676" fmla="*/ 0 w 7467600"/>
              <a:gd name="connsiteY676" fmla="*/ 3015334 h 6858000"/>
              <a:gd name="connsiteX677" fmla="*/ 0 w 7467600"/>
              <a:gd name="connsiteY677" fmla="*/ 2914286 h 6858000"/>
              <a:gd name="connsiteX678" fmla="*/ 36383 w 7467600"/>
              <a:gd name="connsiteY678" fmla="*/ 2901128 h 6858000"/>
              <a:gd name="connsiteX679" fmla="*/ 156329 w 7467600"/>
              <a:gd name="connsiteY679" fmla="*/ 2840533 h 6858000"/>
              <a:gd name="connsiteX680" fmla="*/ 358355 w 7467600"/>
              <a:gd name="connsiteY680" fmla="*/ 2620471 h 6858000"/>
              <a:gd name="connsiteX681" fmla="*/ 510577 w 7467600"/>
              <a:gd name="connsiteY681" fmla="*/ 2501244 h 6858000"/>
              <a:gd name="connsiteX682" fmla="*/ 211967 w 7467600"/>
              <a:gd name="connsiteY682" fmla="*/ 2479171 h 6858000"/>
              <a:gd name="connsiteX683" fmla="*/ 0 w 7467600"/>
              <a:gd name="connsiteY683" fmla="*/ 2476398 h 6858000"/>
              <a:gd name="connsiteX684" fmla="*/ 0 w 7467600"/>
              <a:gd name="connsiteY684" fmla="*/ 2389189 h 6858000"/>
              <a:gd name="connsiteX685" fmla="*/ 103062 w 7467600"/>
              <a:gd name="connsiteY685" fmla="*/ 2389518 h 6858000"/>
              <a:gd name="connsiteX686" fmla="*/ 510734 w 7467600"/>
              <a:gd name="connsiteY686" fmla="*/ 2416201 h 6858000"/>
              <a:gd name="connsiteX687" fmla="*/ 279257 w 7467600"/>
              <a:gd name="connsiteY687" fmla="*/ 2092102 h 6858000"/>
              <a:gd name="connsiteX688" fmla="*/ 65265 w 7467600"/>
              <a:gd name="connsiteY688" fmla="*/ 2006049 h 6858000"/>
              <a:gd name="connsiteX689" fmla="*/ 0 w 7467600"/>
              <a:gd name="connsiteY689" fmla="*/ 1982532 h 6858000"/>
              <a:gd name="connsiteX690" fmla="*/ 0 w 7467600"/>
              <a:gd name="connsiteY690" fmla="*/ 1912789 h 6858000"/>
              <a:gd name="connsiteX691" fmla="*/ 97460 w 7467600"/>
              <a:gd name="connsiteY691" fmla="*/ 1953725 h 6858000"/>
              <a:gd name="connsiteX692" fmla="*/ 221272 w 7467600"/>
              <a:gd name="connsiteY692" fmla="*/ 1980766 h 6858000"/>
              <a:gd name="connsiteX693" fmla="*/ 116765 w 7467600"/>
              <a:gd name="connsiteY693" fmla="*/ 1911033 h 6858000"/>
              <a:gd name="connsiteX694" fmla="*/ 16405 w 7467600"/>
              <a:gd name="connsiteY694" fmla="*/ 1803412 h 6858000"/>
              <a:gd name="connsiteX695" fmla="*/ 0 w 7467600"/>
              <a:gd name="connsiteY695" fmla="*/ 1784777 h 6858000"/>
              <a:gd name="connsiteX696" fmla="*/ 0 w 7467600"/>
              <a:gd name="connsiteY696" fmla="*/ 1740082 h 6858000"/>
              <a:gd name="connsiteX697" fmla="*/ 39394 w 7467600"/>
              <a:gd name="connsiteY697" fmla="*/ 1784856 h 6858000"/>
              <a:gd name="connsiteX698" fmla="*/ 135813 w 7467600"/>
              <a:gd name="connsiteY698" fmla="*/ 1888838 h 6858000"/>
              <a:gd name="connsiteX699" fmla="*/ 242575 w 7467600"/>
              <a:gd name="connsiteY699" fmla="*/ 1958841 h 6858000"/>
              <a:gd name="connsiteX700" fmla="*/ 82197 w 7467600"/>
              <a:gd name="connsiteY700" fmla="*/ 1754826 h 6858000"/>
              <a:gd name="connsiteX701" fmla="*/ 0 w 7467600"/>
              <a:gd name="connsiteY701" fmla="*/ 1679650 h 6858000"/>
              <a:gd name="connsiteX702" fmla="*/ 0 w 7467600"/>
              <a:gd name="connsiteY702" fmla="*/ 1602463 h 6858000"/>
              <a:gd name="connsiteX703" fmla="*/ 84689 w 7467600"/>
              <a:gd name="connsiteY703" fmla="*/ 1677442 h 6858000"/>
              <a:gd name="connsiteX704" fmla="*/ 298437 w 7467600"/>
              <a:gd name="connsiteY704" fmla="*/ 1968019 h 6858000"/>
              <a:gd name="connsiteX705" fmla="*/ 227269 w 7467600"/>
              <a:gd name="connsiteY705" fmla="*/ 1114064 h 6858000"/>
              <a:gd name="connsiteX706" fmla="*/ 248003 w 7467600"/>
              <a:gd name="connsiteY706" fmla="*/ 1089613 h 6858000"/>
              <a:gd name="connsiteX707" fmla="*/ 427020 w 7467600"/>
              <a:gd name="connsiteY707" fmla="*/ 1619803 h 6858000"/>
              <a:gd name="connsiteX708" fmla="*/ 340345 w 7467600"/>
              <a:gd name="connsiteY708" fmla="*/ 2027739 h 6858000"/>
              <a:gd name="connsiteX709" fmla="*/ 360865 w 7467600"/>
              <a:gd name="connsiteY709" fmla="*/ 2044827 h 6858000"/>
              <a:gd name="connsiteX710" fmla="*/ 560414 w 7467600"/>
              <a:gd name="connsiteY710" fmla="*/ 2421457 h 6858000"/>
              <a:gd name="connsiteX711" fmla="*/ 1359703 w 7467600"/>
              <a:gd name="connsiteY711" fmla="*/ 2578554 h 6858000"/>
              <a:gd name="connsiteX712" fmla="*/ 1359422 w 7467600"/>
              <a:gd name="connsiteY712" fmla="*/ 2577994 h 6858000"/>
              <a:gd name="connsiteX713" fmla="*/ 828701 w 7467600"/>
              <a:gd name="connsiteY713" fmla="*/ 1839520 h 6858000"/>
              <a:gd name="connsiteX714" fmla="*/ 494427 w 7467600"/>
              <a:gd name="connsiteY714" fmla="*/ 1092333 h 6858000"/>
              <a:gd name="connsiteX715" fmla="*/ 506322 w 7467600"/>
              <a:gd name="connsiteY715" fmla="*/ 1020997 h 6858000"/>
              <a:gd name="connsiteX716" fmla="*/ 4570198 w 7467600"/>
              <a:gd name="connsiteY716" fmla="*/ 978081 h 6858000"/>
              <a:gd name="connsiteX717" fmla="*/ 4523691 w 7467600"/>
              <a:gd name="connsiteY717" fmla="*/ 1127776 h 6858000"/>
              <a:gd name="connsiteX718" fmla="*/ 4509875 w 7467600"/>
              <a:gd name="connsiteY718" fmla="*/ 1167552 h 6858000"/>
              <a:gd name="connsiteX719" fmla="*/ 4478168 w 7467600"/>
              <a:gd name="connsiteY719" fmla="*/ 1260735 h 6858000"/>
              <a:gd name="connsiteX720" fmla="*/ 4409309 w 7467600"/>
              <a:gd name="connsiteY720" fmla="*/ 1666996 h 6858000"/>
              <a:gd name="connsiteX721" fmla="*/ 4370031 w 7467600"/>
              <a:gd name="connsiteY721" fmla="*/ 1955666 h 6858000"/>
              <a:gd name="connsiteX722" fmla="*/ 4570198 w 7467600"/>
              <a:gd name="connsiteY722" fmla="*/ 978081 h 6858000"/>
              <a:gd name="connsiteX723" fmla="*/ 4557898 w 7467600"/>
              <a:gd name="connsiteY723" fmla="*/ 900011 h 6858000"/>
              <a:gd name="connsiteX724" fmla="*/ 4344840 w 7467600"/>
              <a:gd name="connsiteY724" fmla="*/ 1922038 h 6858000"/>
              <a:gd name="connsiteX725" fmla="*/ 4378710 w 7467600"/>
              <a:gd name="connsiteY725" fmla="*/ 1665516 h 6858000"/>
              <a:gd name="connsiteX726" fmla="*/ 4448798 w 7467600"/>
              <a:gd name="connsiteY726" fmla="*/ 1253024 h 6858000"/>
              <a:gd name="connsiteX727" fmla="*/ 4480315 w 7467600"/>
              <a:gd name="connsiteY727" fmla="*/ 1158454 h 6858000"/>
              <a:gd name="connsiteX728" fmla="*/ 4494133 w 7467600"/>
              <a:gd name="connsiteY728" fmla="*/ 1118676 h 6858000"/>
              <a:gd name="connsiteX729" fmla="*/ 4557898 w 7467600"/>
              <a:gd name="connsiteY729" fmla="*/ 900011 h 6858000"/>
              <a:gd name="connsiteX730" fmla="*/ 5870151 w 7467600"/>
              <a:gd name="connsiteY730" fmla="*/ 898890 h 6858000"/>
              <a:gd name="connsiteX731" fmla="*/ 5861335 w 7467600"/>
              <a:gd name="connsiteY731" fmla="*/ 899177 h 6858000"/>
              <a:gd name="connsiteX732" fmla="*/ 5843702 w 7467600"/>
              <a:gd name="connsiteY732" fmla="*/ 899748 h 6858000"/>
              <a:gd name="connsiteX733" fmla="*/ 5651107 w 7467600"/>
              <a:gd name="connsiteY733" fmla="*/ 920306 h 6858000"/>
              <a:gd name="connsiteX734" fmla="*/ 5459407 w 7467600"/>
              <a:gd name="connsiteY734" fmla="*/ 940975 h 6858000"/>
              <a:gd name="connsiteX735" fmla="*/ 5374846 w 7467600"/>
              <a:gd name="connsiteY735" fmla="*/ 941988 h 6858000"/>
              <a:gd name="connsiteX736" fmla="*/ 5256105 w 7467600"/>
              <a:gd name="connsiteY736" fmla="*/ 945632 h 6858000"/>
              <a:gd name="connsiteX737" fmla="*/ 5107071 w 7467600"/>
              <a:gd name="connsiteY737" fmla="*/ 969720 h 6858000"/>
              <a:gd name="connsiteX738" fmla="*/ 4998681 w 7467600"/>
              <a:gd name="connsiteY738" fmla="*/ 988771 h 6858000"/>
              <a:gd name="connsiteX739" fmla="*/ 5870151 w 7467600"/>
              <a:gd name="connsiteY739" fmla="*/ 898890 h 6858000"/>
              <a:gd name="connsiteX740" fmla="*/ 5504425 w 7467600"/>
              <a:gd name="connsiteY740" fmla="*/ 848067 h 6858000"/>
              <a:gd name="connsiteX741" fmla="*/ 4968849 w 7467600"/>
              <a:gd name="connsiteY741" fmla="*/ 962318 h 6858000"/>
              <a:gd name="connsiteX742" fmla="*/ 5104039 w 7467600"/>
              <a:gd name="connsiteY742" fmla="*/ 940634 h 6858000"/>
              <a:gd name="connsiteX743" fmla="*/ 5256311 w 7467600"/>
              <a:gd name="connsiteY743" fmla="*/ 916490 h 6858000"/>
              <a:gd name="connsiteX744" fmla="*/ 5377381 w 7467600"/>
              <a:gd name="connsiteY744" fmla="*/ 912671 h 6858000"/>
              <a:gd name="connsiteX745" fmla="*/ 5460148 w 7467600"/>
              <a:gd name="connsiteY745" fmla="*/ 911442 h 6858000"/>
              <a:gd name="connsiteX746" fmla="*/ 5648971 w 7467600"/>
              <a:gd name="connsiteY746" fmla="*/ 891331 h 6858000"/>
              <a:gd name="connsiteX747" fmla="*/ 5844807 w 7467600"/>
              <a:gd name="connsiteY747" fmla="*/ 870718 h 6858000"/>
              <a:gd name="connsiteX748" fmla="*/ 5862975 w 7467600"/>
              <a:gd name="connsiteY748" fmla="*/ 869756 h 6858000"/>
              <a:gd name="connsiteX749" fmla="*/ 5920887 w 7467600"/>
              <a:gd name="connsiteY749" fmla="*/ 865929 h 6858000"/>
              <a:gd name="connsiteX750" fmla="*/ 5504425 w 7467600"/>
              <a:gd name="connsiteY750" fmla="*/ 848067 h 6858000"/>
              <a:gd name="connsiteX751" fmla="*/ 3607114 w 7467600"/>
              <a:gd name="connsiteY751" fmla="*/ 467441 h 6858000"/>
              <a:gd name="connsiteX752" fmla="*/ 3296242 w 7467600"/>
              <a:gd name="connsiteY752" fmla="*/ 807991 h 6858000"/>
              <a:gd name="connsiteX753" fmla="*/ 3174674 w 7467600"/>
              <a:gd name="connsiteY753" fmla="*/ 919759 h 6858000"/>
              <a:gd name="connsiteX754" fmla="*/ 3042978 w 7467600"/>
              <a:gd name="connsiteY754" fmla="*/ 1054894 h 6858000"/>
              <a:gd name="connsiteX755" fmla="*/ 2968914 w 7467600"/>
              <a:gd name="connsiteY755" fmla="*/ 1133756 h 6858000"/>
              <a:gd name="connsiteX756" fmla="*/ 3103823 w 7467600"/>
              <a:gd name="connsiteY756" fmla="*/ 1026814 h 6858000"/>
              <a:gd name="connsiteX757" fmla="*/ 3607114 w 7467600"/>
              <a:gd name="connsiteY757" fmla="*/ 467441 h 6858000"/>
              <a:gd name="connsiteX758" fmla="*/ 3744487 w 7467600"/>
              <a:gd name="connsiteY758" fmla="*/ 383136 h 6858000"/>
              <a:gd name="connsiteX759" fmla="*/ 3970213 w 7467600"/>
              <a:gd name="connsiteY759" fmla="*/ 995559 h 6858000"/>
              <a:gd name="connsiteX760" fmla="*/ 3744487 w 7467600"/>
              <a:gd name="connsiteY760" fmla="*/ 383136 h 6858000"/>
              <a:gd name="connsiteX761" fmla="*/ 3624562 w 7467600"/>
              <a:gd name="connsiteY761" fmla="*/ 367041 h 6858000"/>
              <a:gd name="connsiteX762" fmla="*/ 3489712 w 7467600"/>
              <a:gd name="connsiteY762" fmla="*/ 485386 h 6858000"/>
              <a:gd name="connsiteX763" fmla="*/ 3182994 w 7467600"/>
              <a:gd name="connsiteY763" fmla="*/ 828265 h 6858000"/>
              <a:gd name="connsiteX764" fmla="*/ 2892114 w 7467600"/>
              <a:gd name="connsiteY764" fmla="*/ 1172635 h 6858000"/>
              <a:gd name="connsiteX765" fmla="*/ 3021459 w 7467600"/>
              <a:gd name="connsiteY765" fmla="*/ 1035385 h 6858000"/>
              <a:gd name="connsiteX766" fmla="*/ 3153873 w 7467600"/>
              <a:gd name="connsiteY766" fmla="*/ 898971 h 6858000"/>
              <a:gd name="connsiteX767" fmla="*/ 3276511 w 7467600"/>
              <a:gd name="connsiteY767" fmla="*/ 786423 h 6858000"/>
              <a:gd name="connsiteX768" fmla="*/ 3584154 w 7467600"/>
              <a:gd name="connsiteY768" fmla="*/ 448218 h 6858000"/>
              <a:gd name="connsiteX769" fmla="*/ 3624562 w 7467600"/>
              <a:gd name="connsiteY769" fmla="*/ 367041 h 6858000"/>
              <a:gd name="connsiteX770" fmla="*/ 3766672 w 7467600"/>
              <a:gd name="connsiteY770" fmla="*/ 359429 h 6858000"/>
              <a:gd name="connsiteX771" fmla="*/ 3996338 w 7467600"/>
              <a:gd name="connsiteY771" fmla="*/ 968237 h 6858000"/>
              <a:gd name="connsiteX772" fmla="*/ 3766672 w 7467600"/>
              <a:gd name="connsiteY772" fmla="*/ 359429 h 6858000"/>
              <a:gd name="connsiteX773" fmla="*/ 5805386 w 7467600"/>
              <a:gd name="connsiteY773" fmla="*/ 239240 h 6858000"/>
              <a:gd name="connsiteX774" fmla="*/ 5736947 w 7467600"/>
              <a:gd name="connsiteY774" fmla="*/ 261367 h 6858000"/>
              <a:gd name="connsiteX775" fmla="*/ 5427012 w 7467600"/>
              <a:gd name="connsiteY775" fmla="*/ 311272 h 6858000"/>
              <a:gd name="connsiteX776" fmla="*/ 5147818 w 7467600"/>
              <a:gd name="connsiteY776" fmla="*/ 322112 h 6858000"/>
              <a:gd name="connsiteX777" fmla="*/ 5060854 w 7467600"/>
              <a:gd name="connsiteY777" fmla="*/ 311882 h 6858000"/>
              <a:gd name="connsiteX778" fmla="*/ 4945989 w 7467600"/>
              <a:gd name="connsiteY778" fmla="*/ 300516 h 6858000"/>
              <a:gd name="connsiteX779" fmla="*/ 5410479 w 7467600"/>
              <a:gd name="connsiteY779" fmla="*/ 348434 h 6858000"/>
              <a:gd name="connsiteX780" fmla="*/ 5805386 w 7467600"/>
              <a:gd name="connsiteY780" fmla="*/ 239240 h 6858000"/>
              <a:gd name="connsiteX781" fmla="*/ 5905192 w 7467600"/>
              <a:gd name="connsiteY781" fmla="*/ 163079 h 6858000"/>
              <a:gd name="connsiteX782" fmla="*/ 5865655 w 7467600"/>
              <a:gd name="connsiteY782" fmla="*/ 171901 h 6858000"/>
              <a:gd name="connsiteX783" fmla="*/ 5259740 w 7467600"/>
              <a:gd name="connsiteY783" fmla="*/ 257013 h 6858000"/>
              <a:gd name="connsiteX784" fmla="*/ 5208466 w 7467600"/>
              <a:gd name="connsiteY784" fmla="*/ 257550 h 6858000"/>
              <a:gd name="connsiteX785" fmla="*/ 4980204 w 7467600"/>
              <a:gd name="connsiteY785" fmla="*/ 271903 h 6858000"/>
              <a:gd name="connsiteX786" fmla="*/ 5068068 w 7467600"/>
              <a:gd name="connsiteY786" fmla="*/ 282244 h 6858000"/>
              <a:gd name="connsiteX787" fmla="*/ 5153231 w 7467600"/>
              <a:gd name="connsiteY787" fmla="*/ 292240 h 6858000"/>
              <a:gd name="connsiteX788" fmla="*/ 5426491 w 7467600"/>
              <a:gd name="connsiteY788" fmla="*/ 281128 h 6858000"/>
              <a:gd name="connsiteX789" fmla="*/ 5731212 w 7467600"/>
              <a:gd name="connsiteY789" fmla="*/ 231951 h 6858000"/>
              <a:gd name="connsiteX790" fmla="*/ 5905192 w 7467600"/>
              <a:gd name="connsiteY790" fmla="*/ 163079 h 6858000"/>
              <a:gd name="connsiteX791" fmla="*/ 5944437 w 7467600"/>
              <a:gd name="connsiteY791" fmla="*/ 113829 h 6858000"/>
              <a:gd name="connsiteX792" fmla="*/ 5825032 w 7467600"/>
              <a:gd name="connsiteY792" fmla="*/ 146405 h 6858000"/>
              <a:gd name="connsiteX793" fmla="*/ 4955599 w 7467600"/>
              <a:gd name="connsiteY793" fmla="*/ 247008 h 6858000"/>
              <a:gd name="connsiteX794" fmla="*/ 5210104 w 7467600"/>
              <a:gd name="connsiteY794" fmla="*/ 228123 h 6858000"/>
              <a:gd name="connsiteX795" fmla="*/ 5261015 w 7467600"/>
              <a:gd name="connsiteY795" fmla="*/ 227087 h 6858000"/>
              <a:gd name="connsiteX796" fmla="*/ 5861181 w 7467600"/>
              <a:gd name="connsiteY796" fmla="*/ 143093 h 6858000"/>
              <a:gd name="connsiteX797" fmla="*/ 5961252 w 7467600"/>
              <a:gd name="connsiteY797" fmla="*/ 114820 h 6858000"/>
              <a:gd name="connsiteX798" fmla="*/ 5944437 w 7467600"/>
              <a:gd name="connsiteY798" fmla="*/ 113829 h 6858000"/>
              <a:gd name="connsiteX799" fmla="*/ 3882765 w 7467600"/>
              <a:gd name="connsiteY799" fmla="*/ 0 h 6858000"/>
              <a:gd name="connsiteX800" fmla="*/ 3995099 w 7467600"/>
              <a:gd name="connsiteY800" fmla="*/ 0 h 6858000"/>
              <a:gd name="connsiteX801" fmla="*/ 4163818 w 7467600"/>
              <a:gd name="connsiteY801" fmla="*/ 234104 h 6858000"/>
              <a:gd name="connsiteX802" fmla="*/ 4172099 w 7467600"/>
              <a:gd name="connsiteY802" fmla="*/ 234207 h 6858000"/>
              <a:gd name="connsiteX803" fmla="*/ 4784282 w 7467600"/>
              <a:gd name="connsiteY803" fmla="*/ 276561 h 6858000"/>
              <a:gd name="connsiteX804" fmla="*/ 4801687 w 7467600"/>
              <a:gd name="connsiteY804" fmla="*/ 267764 h 6858000"/>
              <a:gd name="connsiteX805" fmla="*/ 6082788 w 7467600"/>
              <a:gd name="connsiteY805" fmla="*/ 64119 h 6858000"/>
              <a:gd name="connsiteX806" fmla="*/ 6099442 w 7467600"/>
              <a:gd name="connsiteY806" fmla="*/ 82568 h 6858000"/>
              <a:gd name="connsiteX807" fmla="*/ 4804137 w 7467600"/>
              <a:gd name="connsiteY807" fmla="*/ 320931 h 6858000"/>
              <a:gd name="connsiteX808" fmla="*/ 4227047 w 7467600"/>
              <a:gd name="connsiteY808" fmla="*/ 313415 h 6858000"/>
              <a:gd name="connsiteX809" fmla="*/ 4346041 w 7467600"/>
              <a:gd name="connsiteY809" fmla="*/ 456086 h 6858000"/>
              <a:gd name="connsiteX810" fmla="*/ 4870967 w 7467600"/>
              <a:gd name="connsiteY810" fmla="*/ 963061 h 6858000"/>
              <a:gd name="connsiteX811" fmla="*/ 4889647 w 7467600"/>
              <a:gd name="connsiteY811" fmla="*/ 957147 h 6858000"/>
              <a:gd name="connsiteX812" fmla="*/ 5422504 w 7467600"/>
              <a:gd name="connsiteY812" fmla="*/ 805191 h 6858000"/>
              <a:gd name="connsiteX813" fmla="*/ 6087656 w 7467600"/>
              <a:gd name="connsiteY813" fmla="*/ 826703 h 6858000"/>
              <a:gd name="connsiteX814" fmla="*/ 6058717 w 7467600"/>
              <a:gd name="connsiteY814" fmla="*/ 865992 h 6858000"/>
              <a:gd name="connsiteX815" fmla="*/ 4974153 w 7467600"/>
              <a:gd name="connsiteY815" fmla="*/ 1045456 h 6858000"/>
              <a:gd name="connsiteX816" fmla="*/ 5627835 w 7467600"/>
              <a:gd name="connsiteY816" fmla="*/ 1472077 h 6858000"/>
              <a:gd name="connsiteX817" fmla="*/ 5629817 w 7467600"/>
              <a:gd name="connsiteY817" fmla="*/ 1471412 h 6858000"/>
              <a:gd name="connsiteX818" fmla="*/ 5634124 w 7467600"/>
              <a:gd name="connsiteY818" fmla="*/ 1470572 h 6858000"/>
              <a:gd name="connsiteX819" fmla="*/ 5755832 w 7467600"/>
              <a:gd name="connsiteY819" fmla="*/ 1383886 h 6858000"/>
              <a:gd name="connsiteX820" fmla="*/ 6014186 w 7467600"/>
              <a:gd name="connsiteY820" fmla="*/ 1279799 h 6858000"/>
              <a:gd name="connsiteX821" fmla="*/ 6901619 w 7467600"/>
              <a:gd name="connsiteY821" fmla="*/ 1047874 h 6858000"/>
              <a:gd name="connsiteX822" fmla="*/ 6931566 w 7467600"/>
              <a:gd name="connsiteY822" fmla="*/ 1062034 h 6858000"/>
              <a:gd name="connsiteX823" fmla="*/ 5790982 w 7467600"/>
              <a:gd name="connsiteY823" fmla="*/ 1561380 h 6858000"/>
              <a:gd name="connsiteX824" fmla="*/ 6188971 w 7467600"/>
              <a:gd name="connsiteY824" fmla="*/ 1755168 h 6858000"/>
              <a:gd name="connsiteX825" fmla="*/ 6202446 w 7467600"/>
              <a:gd name="connsiteY825" fmla="*/ 1752268 h 6858000"/>
              <a:gd name="connsiteX826" fmla="*/ 7179560 w 7467600"/>
              <a:gd name="connsiteY826" fmla="*/ 1467551 h 6858000"/>
              <a:gd name="connsiteX827" fmla="*/ 7158730 w 7467600"/>
              <a:gd name="connsiteY827" fmla="*/ 1507835 h 6858000"/>
              <a:gd name="connsiteX828" fmla="*/ 6326959 w 7467600"/>
              <a:gd name="connsiteY828" fmla="*/ 1817686 h 6858000"/>
              <a:gd name="connsiteX829" fmla="*/ 6537433 w 7467600"/>
              <a:gd name="connsiteY829" fmla="*/ 1907790 h 6858000"/>
              <a:gd name="connsiteX830" fmla="*/ 6550221 w 7467600"/>
              <a:gd name="connsiteY830" fmla="*/ 1910729 h 6858000"/>
              <a:gd name="connsiteX831" fmla="*/ 6964438 w 7467600"/>
              <a:gd name="connsiteY831" fmla="*/ 2209505 h 6858000"/>
              <a:gd name="connsiteX832" fmla="*/ 7367862 w 7467600"/>
              <a:gd name="connsiteY832" fmla="*/ 2806833 h 6858000"/>
              <a:gd name="connsiteX833" fmla="*/ 7364329 w 7467600"/>
              <a:gd name="connsiteY833" fmla="*/ 2826907 h 6858000"/>
              <a:gd name="connsiteX834" fmla="*/ 7290545 w 7467600"/>
              <a:gd name="connsiteY834" fmla="*/ 2850663 h 6858000"/>
              <a:gd name="connsiteX835" fmla="*/ 6472036 w 7467600"/>
              <a:gd name="connsiteY835" fmla="*/ 1959003 h 6858000"/>
              <a:gd name="connsiteX836" fmla="*/ 5792897 w 7467600"/>
              <a:gd name="connsiteY836" fmla="*/ 1647747 h 6858000"/>
              <a:gd name="connsiteX837" fmla="*/ 5842751 w 7467600"/>
              <a:gd name="connsiteY837" fmla="*/ 1816112 h 6858000"/>
              <a:gd name="connsiteX838" fmla="*/ 5847424 w 7467600"/>
              <a:gd name="connsiteY838" fmla="*/ 1815776 h 6858000"/>
              <a:gd name="connsiteX839" fmla="*/ 6399821 w 7467600"/>
              <a:gd name="connsiteY839" fmla="*/ 2344799 h 6858000"/>
              <a:gd name="connsiteX840" fmla="*/ 6323232 w 7467600"/>
              <a:gd name="connsiteY840" fmla="*/ 2389634 h 6858000"/>
              <a:gd name="connsiteX841" fmla="*/ 5942958 w 7467600"/>
              <a:gd name="connsiteY841" fmla="*/ 2077708 h 6858000"/>
              <a:gd name="connsiteX842" fmla="*/ 5921559 w 7467600"/>
              <a:gd name="connsiteY842" fmla="*/ 2378596 h 6858000"/>
              <a:gd name="connsiteX843" fmla="*/ 5817651 w 7467600"/>
              <a:gd name="connsiteY843" fmla="*/ 3023919 h 6858000"/>
              <a:gd name="connsiteX844" fmla="*/ 5729634 w 7467600"/>
              <a:gd name="connsiteY844" fmla="*/ 3051849 h 6858000"/>
              <a:gd name="connsiteX845" fmla="*/ 5611018 w 7467600"/>
              <a:gd name="connsiteY845" fmla="*/ 2316769 h 6858000"/>
              <a:gd name="connsiteX846" fmla="*/ 5687608 w 7467600"/>
              <a:gd name="connsiteY846" fmla="*/ 2039972 h 6858000"/>
              <a:gd name="connsiteX847" fmla="*/ 5657554 w 7467600"/>
              <a:gd name="connsiteY847" fmla="*/ 1576445 h 6858000"/>
              <a:gd name="connsiteX848" fmla="*/ 5150475 w 7467600"/>
              <a:gd name="connsiteY848" fmla="*/ 1274012 h 6858000"/>
              <a:gd name="connsiteX849" fmla="*/ 5349142 w 7467600"/>
              <a:gd name="connsiteY849" fmla="*/ 2204405 h 6858000"/>
              <a:gd name="connsiteX850" fmla="*/ 5262214 w 7467600"/>
              <a:gd name="connsiteY850" fmla="*/ 2233836 h 6858000"/>
              <a:gd name="connsiteX851" fmla="*/ 4981539 w 7467600"/>
              <a:gd name="connsiteY851" fmla="*/ 1542201 h 6858000"/>
              <a:gd name="connsiteX852" fmla="*/ 4958461 w 7467600"/>
              <a:gd name="connsiteY852" fmla="*/ 1136957 h 6858000"/>
              <a:gd name="connsiteX853" fmla="*/ 4655015 w 7467600"/>
              <a:gd name="connsiteY853" fmla="*/ 891426 h 6858000"/>
              <a:gd name="connsiteX854" fmla="*/ 4348002 w 7467600"/>
              <a:gd name="connsiteY854" fmla="*/ 2205895 h 6858000"/>
              <a:gd name="connsiteX855" fmla="*/ 4262250 w 7467600"/>
              <a:gd name="connsiteY855" fmla="*/ 2219972 h 6858000"/>
              <a:gd name="connsiteX856" fmla="*/ 4550611 w 7467600"/>
              <a:gd name="connsiteY856" fmla="*/ 817540 h 6858000"/>
              <a:gd name="connsiteX857" fmla="*/ 4564418 w 7467600"/>
              <a:gd name="connsiteY857" fmla="*/ 808293 h 6858000"/>
              <a:gd name="connsiteX858" fmla="*/ 4266388 w 7467600"/>
              <a:gd name="connsiteY858" fmla="*/ 500083 h 6858000"/>
              <a:gd name="connsiteX859" fmla="*/ 4032842 w 7467600"/>
              <a:gd name="connsiteY859" fmla="*/ 211809 h 6858000"/>
              <a:gd name="connsiteX860" fmla="*/ 3882765 w 7467600"/>
              <a:gd name="connsiteY860" fmla="*/ 0 h 6858000"/>
              <a:gd name="connsiteX861" fmla="*/ 3721337 w 7467600"/>
              <a:gd name="connsiteY861" fmla="*/ 0 h 6858000"/>
              <a:gd name="connsiteX862" fmla="*/ 3797544 w 7467600"/>
              <a:gd name="connsiteY862" fmla="*/ 0 h 6858000"/>
              <a:gd name="connsiteX863" fmla="*/ 3775734 w 7467600"/>
              <a:gd name="connsiteY863" fmla="*/ 95131 h 6858000"/>
              <a:gd name="connsiteX864" fmla="*/ 3724807 w 7467600"/>
              <a:gd name="connsiteY864" fmla="*/ 272257 h 6858000"/>
              <a:gd name="connsiteX865" fmla="*/ 3726844 w 7467600"/>
              <a:gd name="connsiteY865" fmla="*/ 282988 h 6858000"/>
              <a:gd name="connsiteX866" fmla="*/ 3742664 w 7467600"/>
              <a:gd name="connsiteY866" fmla="*/ 279918 h 6858000"/>
              <a:gd name="connsiteX867" fmla="*/ 4103910 w 7467600"/>
              <a:gd name="connsiteY867" fmla="*/ 1161917 h 6858000"/>
              <a:gd name="connsiteX868" fmla="*/ 4020269 w 7467600"/>
              <a:gd name="connsiteY868" fmla="*/ 1200406 h 6858000"/>
              <a:gd name="connsiteX869" fmla="*/ 3674882 w 7467600"/>
              <a:gd name="connsiteY869" fmla="*/ 488524 h 6858000"/>
              <a:gd name="connsiteX870" fmla="*/ 3132682 w 7467600"/>
              <a:gd name="connsiteY870" fmla="*/ 1072284 h 6858000"/>
              <a:gd name="connsiteX871" fmla="*/ 2716346 w 7467600"/>
              <a:gd name="connsiteY871" fmla="*/ 1276376 h 6858000"/>
              <a:gd name="connsiteX872" fmla="*/ 2716772 w 7467600"/>
              <a:gd name="connsiteY872" fmla="*/ 1255462 h 6858000"/>
              <a:gd name="connsiteX873" fmla="*/ 3471096 w 7467600"/>
              <a:gd name="connsiteY873" fmla="*/ 437072 h 6858000"/>
              <a:gd name="connsiteX874" fmla="*/ 3639057 w 7467600"/>
              <a:gd name="connsiteY874" fmla="*/ 286334 h 6858000"/>
              <a:gd name="connsiteX875" fmla="*/ 3640309 w 7467600"/>
              <a:gd name="connsiteY875" fmla="*/ 284664 h 6858000"/>
              <a:gd name="connsiteX876" fmla="*/ 3646022 w 7467600"/>
              <a:gd name="connsiteY876" fmla="*/ 276711 h 6858000"/>
              <a:gd name="connsiteX877" fmla="*/ 3707943 w 7467600"/>
              <a:gd name="connsiteY877" fmla="*/ 65958 h 6858000"/>
              <a:gd name="connsiteX878" fmla="*/ 3721337 w 7467600"/>
              <a:gd name="connsiteY878" fmla="*/ 0 h 6858000"/>
              <a:gd name="connsiteX879" fmla="*/ 2867960 w 7467600"/>
              <a:gd name="connsiteY879" fmla="*/ 0 h 6858000"/>
              <a:gd name="connsiteX880" fmla="*/ 2926351 w 7467600"/>
              <a:gd name="connsiteY880" fmla="*/ 0 h 6858000"/>
              <a:gd name="connsiteX881" fmla="*/ 2902823 w 7467600"/>
              <a:gd name="connsiteY881" fmla="*/ 262929 h 6858000"/>
              <a:gd name="connsiteX882" fmla="*/ 2940663 w 7467600"/>
              <a:gd name="connsiteY882" fmla="*/ 140884 h 6858000"/>
              <a:gd name="connsiteX883" fmla="*/ 2947039 w 7467600"/>
              <a:gd name="connsiteY883" fmla="*/ 122524 h 6858000"/>
              <a:gd name="connsiteX884" fmla="*/ 2984316 w 7467600"/>
              <a:gd name="connsiteY884" fmla="*/ 0 h 6858000"/>
              <a:gd name="connsiteX885" fmla="*/ 3016114 w 7467600"/>
              <a:gd name="connsiteY885" fmla="*/ 0 h 6858000"/>
              <a:gd name="connsiteX886" fmla="*/ 2979949 w 7467600"/>
              <a:gd name="connsiteY886" fmla="*/ 119274 h 6858000"/>
              <a:gd name="connsiteX887" fmla="*/ 3023879 w 7467600"/>
              <a:gd name="connsiteY887" fmla="*/ 0 h 6858000"/>
              <a:gd name="connsiteX888" fmla="*/ 3105400 w 7467600"/>
              <a:gd name="connsiteY888" fmla="*/ 0 h 6858000"/>
              <a:gd name="connsiteX889" fmla="*/ 3094669 w 7467600"/>
              <a:gd name="connsiteY889" fmla="*/ 30308 h 6858000"/>
              <a:gd name="connsiteX890" fmla="*/ 2901945 w 7467600"/>
              <a:gd name="connsiteY890" fmla="*/ 466538 h 6858000"/>
              <a:gd name="connsiteX891" fmla="*/ 2815209 w 7467600"/>
              <a:gd name="connsiteY891" fmla="*/ 497361 h 6858000"/>
              <a:gd name="connsiteX892" fmla="*/ 2844845 w 7467600"/>
              <a:gd name="connsiteY892" fmla="*/ 127638 h 6858000"/>
              <a:gd name="connsiteX893" fmla="*/ 2867960 w 7467600"/>
              <a:gd name="connsiteY893" fmla="*/ 0 h 6858000"/>
              <a:gd name="connsiteX894" fmla="*/ 1057230 w 7467600"/>
              <a:gd name="connsiteY894" fmla="*/ 0 h 6858000"/>
              <a:gd name="connsiteX895" fmla="*/ 1111003 w 7467600"/>
              <a:gd name="connsiteY895" fmla="*/ 0 h 6858000"/>
              <a:gd name="connsiteX896" fmla="*/ 1125553 w 7467600"/>
              <a:gd name="connsiteY896" fmla="*/ 52588 h 6858000"/>
              <a:gd name="connsiteX897" fmla="*/ 1304276 w 7467600"/>
              <a:gd name="connsiteY897" fmla="*/ 476275 h 6858000"/>
              <a:gd name="connsiteX898" fmla="*/ 1492066 w 7467600"/>
              <a:gd name="connsiteY898" fmla="*/ 886333 h 6858000"/>
              <a:gd name="connsiteX899" fmla="*/ 1423698 w 7467600"/>
              <a:gd name="connsiteY899" fmla="*/ 710817 h 6858000"/>
              <a:gd name="connsiteX900" fmla="*/ 1357609 w 7467600"/>
              <a:gd name="connsiteY900" fmla="*/ 532892 h 6858000"/>
              <a:gd name="connsiteX901" fmla="*/ 1309550 w 7467600"/>
              <a:gd name="connsiteY901" fmla="*/ 374031 h 6858000"/>
              <a:gd name="connsiteX902" fmla="*/ 1193673 w 7467600"/>
              <a:gd name="connsiteY902" fmla="*/ 49533 h 6858000"/>
              <a:gd name="connsiteX903" fmla="*/ 1164391 w 7467600"/>
              <a:gd name="connsiteY903" fmla="*/ 0 h 6858000"/>
              <a:gd name="connsiteX904" fmla="*/ 1200666 w 7467600"/>
              <a:gd name="connsiteY904" fmla="*/ 0 h 6858000"/>
              <a:gd name="connsiteX905" fmla="*/ 1223408 w 7467600"/>
              <a:gd name="connsiteY905" fmla="*/ 38996 h 6858000"/>
              <a:gd name="connsiteX906" fmla="*/ 1339635 w 7467600"/>
              <a:gd name="connsiteY906" fmla="*/ 365517 h 6858000"/>
              <a:gd name="connsiteX907" fmla="*/ 1387469 w 7467600"/>
              <a:gd name="connsiteY907" fmla="*/ 523079 h 6858000"/>
              <a:gd name="connsiteX908" fmla="*/ 1452685 w 7467600"/>
              <a:gd name="connsiteY908" fmla="*/ 699806 h 6858000"/>
              <a:gd name="connsiteX909" fmla="*/ 1492092 w 7467600"/>
              <a:gd name="connsiteY909" fmla="*/ 800424 h 6858000"/>
              <a:gd name="connsiteX910" fmla="*/ 1455302 w 7467600"/>
              <a:gd name="connsiteY910" fmla="*/ 632913 h 6858000"/>
              <a:gd name="connsiteX911" fmla="*/ 1222336 w 7467600"/>
              <a:gd name="connsiteY911" fmla="*/ 9480 h 6858000"/>
              <a:gd name="connsiteX912" fmla="*/ 1214634 w 7467600"/>
              <a:gd name="connsiteY912" fmla="*/ 0 h 6858000"/>
              <a:gd name="connsiteX913" fmla="*/ 1289827 w 7467600"/>
              <a:gd name="connsiteY913" fmla="*/ 0 h 6858000"/>
              <a:gd name="connsiteX914" fmla="*/ 1321076 w 7467600"/>
              <a:gd name="connsiteY914" fmla="*/ 59722 h 6858000"/>
              <a:gd name="connsiteX915" fmla="*/ 1512579 w 7467600"/>
              <a:gd name="connsiteY915" fmla="*/ 626441 h 6858000"/>
              <a:gd name="connsiteX916" fmla="*/ 1506076 w 7467600"/>
              <a:gd name="connsiteY916" fmla="*/ 1089289 h 6858000"/>
              <a:gd name="connsiteX917" fmla="*/ 1486346 w 7467600"/>
              <a:gd name="connsiteY917" fmla="*/ 1079919 h 6858000"/>
              <a:gd name="connsiteX918" fmla="*/ 1070511 w 7467600"/>
              <a:gd name="connsiteY918" fmla="*/ 48609 h 6858000"/>
              <a:gd name="connsiteX919" fmla="*/ 1057230 w 7467600"/>
              <a:gd name="connsiteY919" fmla="*/ 0 h 6858000"/>
              <a:gd name="connsiteX920" fmla="*/ 43151 w 7467600"/>
              <a:gd name="connsiteY920" fmla="*/ 0 h 6858000"/>
              <a:gd name="connsiteX921" fmla="*/ 95283 w 7467600"/>
              <a:gd name="connsiteY921" fmla="*/ 0 h 6858000"/>
              <a:gd name="connsiteX922" fmla="*/ 300708 w 7467600"/>
              <a:gd name="connsiteY922" fmla="*/ 154571 h 6858000"/>
              <a:gd name="connsiteX923" fmla="*/ 530414 w 7467600"/>
              <a:gd name="connsiteY923" fmla="*/ 354673 h 6858000"/>
              <a:gd name="connsiteX924" fmla="*/ 333785 w 7467600"/>
              <a:gd name="connsiteY924" fmla="*/ 161564 h 6858000"/>
              <a:gd name="connsiteX925" fmla="*/ 147005 w 7467600"/>
              <a:gd name="connsiteY925" fmla="*/ 0 h 6858000"/>
              <a:gd name="connsiteX926" fmla="*/ 272509 w 7467600"/>
              <a:gd name="connsiteY926" fmla="*/ 0 h 6858000"/>
              <a:gd name="connsiteX927" fmla="*/ 326276 w 7467600"/>
              <a:gd name="connsiteY927" fmla="*/ 45847 h 6858000"/>
              <a:gd name="connsiteX928" fmla="*/ 823759 w 7467600"/>
              <a:gd name="connsiteY928" fmla="*/ 574145 h 6858000"/>
              <a:gd name="connsiteX929" fmla="*/ 811254 w 7467600"/>
              <a:gd name="connsiteY929" fmla="*/ 665546 h 6858000"/>
              <a:gd name="connsiteX930" fmla="*/ 154042 w 7467600"/>
              <a:gd name="connsiteY930" fmla="*/ 261522 h 6858000"/>
              <a:gd name="connsiteX931" fmla="*/ 13550 w 7467600"/>
              <a:gd name="connsiteY931" fmla="*/ 158423 h 6858000"/>
              <a:gd name="connsiteX932" fmla="*/ 0 w 7467600"/>
              <a:gd name="connsiteY932" fmla="*/ 146618 h 6858000"/>
              <a:gd name="connsiteX933" fmla="*/ 0 w 7467600"/>
              <a:gd name="connsiteY933" fmla="*/ 59161 h 6858000"/>
              <a:gd name="connsiteX934" fmla="*/ 45427 w 7467600"/>
              <a:gd name="connsiteY934" fmla="*/ 101078 h 6858000"/>
              <a:gd name="connsiteX935" fmla="*/ 630103 w 7467600"/>
              <a:gd name="connsiteY935" fmla="*/ 485885 h 6858000"/>
              <a:gd name="connsiteX936" fmla="*/ 532040 w 7467600"/>
              <a:gd name="connsiteY936" fmla="*/ 399359 h 6858000"/>
              <a:gd name="connsiteX937" fmla="*/ 517618 w 7467600"/>
              <a:gd name="connsiteY937" fmla="*/ 385726 h 6858000"/>
              <a:gd name="connsiteX938" fmla="*/ 285074 w 7467600"/>
              <a:gd name="connsiteY938" fmla="*/ 182755 h 6858000"/>
              <a:gd name="connsiteX939" fmla="*/ 43151 w 7467600"/>
              <a:gd name="connsiteY93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28217 h 6858000"/>
              <a:gd name="connsiteX5" fmla="*/ 7440138 w 7467600"/>
              <a:gd name="connsiteY5" fmla="*/ 6622648 h 6858000"/>
              <a:gd name="connsiteX6" fmla="*/ 7467600 w 7467600"/>
              <a:gd name="connsiteY6" fmla="*/ 6628217 h 6858000"/>
              <a:gd name="connsiteX7" fmla="*/ 1019354 w 7467600"/>
              <a:gd name="connsiteY7" fmla="*/ 6315006 h 6858000"/>
              <a:gd name="connsiteX8" fmla="*/ 441046 w 7467600"/>
              <a:gd name="connsiteY8" fmla="*/ 6691153 h 6858000"/>
              <a:gd name="connsiteX9" fmla="*/ 1019354 w 7467600"/>
              <a:gd name="connsiteY9" fmla="*/ 6315006 h 6858000"/>
              <a:gd name="connsiteX10" fmla="*/ 991680 w 7467600"/>
              <a:gd name="connsiteY10" fmla="*/ 6298413 h 6858000"/>
              <a:gd name="connsiteX11" fmla="*/ 409060 w 7467600"/>
              <a:gd name="connsiteY11" fmla="*/ 6671470 h 6858000"/>
              <a:gd name="connsiteX12" fmla="*/ 991680 w 7467600"/>
              <a:gd name="connsiteY12" fmla="*/ 6298413 h 6858000"/>
              <a:gd name="connsiteX13" fmla="*/ 103333 w 7467600"/>
              <a:gd name="connsiteY13" fmla="*/ 5699602 h 6858000"/>
              <a:gd name="connsiteX14" fmla="*/ 233938 w 7467600"/>
              <a:gd name="connsiteY14" fmla="*/ 5809416 h 6858000"/>
              <a:gd name="connsiteX15" fmla="*/ 883580 w 7467600"/>
              <a:gd name="connsiteY15" fmla="*/ 6180710 h 6858000"/>
              <a:gd name="connsiteX16" fmla="*/ 487337 w 7467600"/>
              <a:gd name="connsiteY16" fmla="*/ 5950182 h 6858000"/>
              <a:gd name="connsiteX17" fmla="*/ 354051 w 7467600"/>
              <a:gd name="connsiteY17" fmla="*/ 5854912 h 6858000"/>
              <a:gd name="connsiteX18" fmla="*/ 195436 w 7467600"/>
              <a:gd name="connsiteY18" fmla="*/ 5755068 h 6858000"/>
              <a:gd name="connsiteX19" fmla="*/ 103333 w 7467600"/>
              <a:gd name="connsiteY19" fmla="*/ 5699602 h 6858000"/>
              <a:gd name="connsiteX20" fmla="*/ 5539432 w 7467600"/>
              <a:gd name="connsiteY20" fmla="*/ 5642928 h 6858000"/>
              <a:gd name="connsiteX21" fmla="*/ 5555462 w 7467600"/>
              <a:gd name="connsiteY21" fmla="*/ 5694454 h 6858000"/>
              <a:gd name="connsiteX22" fmla="*/ 5828270 w 7467600"/>
              <a:gd name="connsiteY22" fmla="*/ 6320663 h 6858000"/>
              <a:gd name="connsiteX23" fmla="*/ 5947416 w 7467600"/>
              <a:gd name="connsiteY23" fmla="*/ 6574846 h 6858000"/>
              <a:gd name="connsiteX24" fmla="*/ 5539432 w 7467600"/>
              <a:gd name="connsiteY24" fmla="*/ 5642928 h 6858000"/>
              <a:gd name="connsiteX25" fmla="*/ 51253 w 7467600"/>
              <a:gd name="connsiteY25" fmla="*/ 5631825 h 6858000"/>
              <a:gd name="connsiteX26" fmla="*/ 211622 w 7467600"/>
              <a:gd name="connsiteY26" fmla="*/ 5728803 h 6858000"/>
              <a:gd name="connsiteX27" fmla="*/ 371652 w 7467600"/>
              <a:gd name="connsiteY27" fmla="*/ 5829062 h 6858000"/>
              <a:gd name="connsiteX28" fmla="*/ 505903 w 7467600"/>
              <a:gd name="connsiteY28" fmla="*/ 5925221 h 6858000"/>
              <a:gd name="connsiteX29" fmla="*/ 899240 w 7467600"/>
              <a:gd name="connsiteY29" fmla="*/ 6153068 h 6858000"/>
              <a:gd name="connsiteX30" fmla="*/ 988114 w 7467600"/>
              <a:gd name="connsiteY30" fmla="*/ 6174204 h 6858000"/>
              <a:gd name="connsiteX31" fmla="*/ 845971 w 7467600"/>
              <a:gd name="connsiteY31" fmla="*/ 6067177 h 6858000"/>
              <a:gd name="connsiteX32" fmla="*/ 448057 w 7467600"/>
              <a:gd name="connsiteY32" fmla="*/ 5841376 h 6858000"/>
              <a:gd name="connsiteX33" fmla="*/ 51253 w 7467600"/>
              <a:gd name="connsiteY33" fmla="*/ 5631825 h 6858000"/>
              <a:gd name="connsiteX34" fmla="*/ 2606687 w 7467600"/>
              <a:gd name="connsiteY34" fmla="*/ 5630718 h 6858000"/>
              <a:gd name="connsiteX35" fmla="*/ 2645658 w 7467600"/>
              <a:gd name="connsiteY35" fmla="*/ 6640259 h 6858000"/>
              <a:gd name="connsiteX36" fmla="*/ 2606687 w 7467600"/>
              <a:gd name="connsiteY36" fmla="*/ 5630718 h 6858000"/>
              <a:gd name="connsiteX37" fmla="*/ 3642057 w 7467600"/>
              <a:gd name="connsiteY37" fmla="*/ 5573487 h 6858000"/>
              <a:gd name="connsiteX38" fmla="*/ 3632981 w 7467600"/>
              <a:gd name="connsiteY38" fmla="*/ 5579437 h 6858000"/>
              <a:gd name="connsiteX39" fmla="*/ 3382436 w 7467600"/>
              <a:gd name="connsiteY39" fmla="*/ 5952726 h 6858000"/>
              <a:gd name="connsiteX40" fmla="*/ 3191929 w 7467600"/>
              <a:gd name="connsiteY40" fmla="*/ 6662669 h 6858000"/>
              <a:gd name="connsiteX41" fmla="*/ 3369898 w 7467600"/>
              <a:gd name="connsiteY41" fmla="*/ 6081771 h 6858000"/>
              <a:gd name="connsiteX42" fmla="*/ 3642057 w 7467600"/>
              <a:gd name="connsiteY42" fmla="*/ 5573487 h 6858000"/>
              <a:gd name="connsiteX43" fmla="*/ 2650666 w 7467600"/>
              <a:gd name="connsiteY43" fmla="*/ 5530686 h 6858000"/>
              <a:gd name="connsiteX44" fmla="*/ 2650249 w 7467600"/>
              <a:gd name="connsiteY44" fmla="*/ 5532101 h 6858000"/>
              <a:gd name="connsiteX45" fmla="*/ 2663808 w 7467600"/>
              <a:gd name="connsiteY45" fmla="*/ 6535215 h 6858000"/>
              <a:gd name="connsiteX46" fmla="*/ 2665418 w 7467600"/>
              <a:gd name="connsiteY46" fmla="*/ 6132756 h 6858000"/>
              <a:gd name="connsiteX47" fmla="*/ 2650666 w 7467600"/>
              <a:gd name="connsiteY47" fmla="*/ 5530686 h 6858000"/>
              <a:gd name="connsiteX48" fmla="*/ 2680277 w 7467600"/>
              <a:gd name="connsiteY48" fmla="*/ 5479204 h 6858000"/>
              <a:gd name="connsiteX49" fmla="*/ 2678972 w 7467600"/>
              <a:gd name="connsiteY49" fmla="*/ 5481582 h 6858000"/>
              <a:gd name="connsiteX50" fmla="*/ 2696666 w 7467600"/>
              <a:gd name="connsiteY50" fmla="*/ 6133836 h 6858000"/>
              <a:gd name="connsiteX51" fmla="*/ 2695769 w 7467600"/>
              <a:gd name="connsiteY51" fmla="*/ 6390955 h 6858000"/>
              <a:gd name="connsiteX52" fmla="*/ 2739893 w 7467600"/>
              <a:gd name="connsiteY52" fmla="*/ 6108357 h 6858000"/>
              <a:gd name="connsiteX53" fmla="*/ 2680277 w 7467600"/>
              <a:gd name="connsiteY53" fmla="*/ 5479204 h 6858000"/>
              <a:gd name="connsiteX54" fmla="*/ 1132195 w 7467600"/>
              <a:gd name="connsiteY54" fmla="*/ 5467980 h 6858000"/>
              <a:gd name="connsiteX55" fmla="*/ 1679056 w 7467600"/>
              <a:gd name="connsiteY55" fmla="*/ 5516907 h 6858000"/>
              <a:gd name="connsiteX56" fmla="*/ 2128648 w 7467600"/>
              <a:gd name="connsiteY56" fmla="*/ 5474249 h 6858000"/>
              <a:gd name="connsiteX57" fmla="*/ 1825619 w 7467600"/>
              <a:gd name="connsiteY57" fmla="*/ 5478447 h 6858000"/>
              <a:gd name="connsiteX58" fmla="*/ 1737798 w 7467600"/>
              <a:gd name="connsiteY58" fmla="*/ 5483353 h 6858000"/>
              <a:gd name="connsiteX59" fmla="*/ 1132195 w 7467600"/>
              <a:gd name="connsiteY59" fmla="*/ 5467980 h 6858000"/>
              <a:gd name="connsiteX60" fmla="*/ 1456157 w 7467600"/>
              <a:gd name="connsiteY60" fmla="*/ 5371404 h 6858000"/>
              <a:gd name="connsiteX61" fmla="*/ 1244432 w 7467600"/>
              <a:gd name="connsiteY61" fmla="*/ 5385601 h 6858000"/>
              <a:gd name="connsiteX62" fmla="*/ 973990 w 7467600"/>
              <a:gd name="connsiteY62" fmla="*/ 5424940 h 6858000"/>
              <a:gd name="connsiteX63" fmla="*/ 1103809 w 7467600"/>
              <a:gd name="connsiteY63" fmla="*/ 5433720 h 6858000"/>
              <a:gd name="connsiteX64" fmla="*/ 1123454 w 7467600"/>
              <a:gd name="connsiteY64" fmla="*/ 5435727 h 6858000"/>
              <a:gd name="connsiteX65" fmla="*/ 1737017 w 7467600"/>
              <a:gd name="connsiteY65" fmla="*/ 5452183 h 6858000"/>
              <a:gd name="connsiteX66" fmla="*/ 1824397 w 7467600"/>
              <a:gd name="connsiteY66" fmla="*/ 5447757 h 6858000"/>
              <a:gd name="connsiteX67" fmla="*/ 2070059 w 7467600"/>
              <a:gd name="connsiteY67" fmla="*/ 5441660 h 6858000"/>
              <a:gd name="connsiteX68" fmla="*/ 1456157 w 7467600"/>
              <a:gd name="connsiteY68" fmla="*/ 5371404 h 6858000"/>
              <a:gd name="connsiteX69" fmla="*/ 4988186 w 7467600"/>
              <a:gd name="connsiteY69" fmla="*/ 5216467 h 6858000"/>
              <a:gd name="connsiteX70" fmla="*/ 4777334 w 7467600"/>
              <a:gd name="connsiteY70" fmla="*/ 5406072 h 6858000"/>
              <a:gd name="connsiteX71" fmla="*/ 4718341 w 7467600"/>
              <a:gd name="connsiteY71" fmla="*/ 5468043 h 6858000"/>
              <a:gd name="connsiteX72" fmla="*/ 4604655 w 7467600"/>
              <a:gd name="connsiteY72" fmla="*/ 5583434 h 6858000"/>
              <a:gd name="connsiteX73" fmla="*/ 4565074 w 7467600"/>
              <a:gd name="connsiteY73" fmla="*/ 5618550 h 6858000"/>
              <a:gd name="connsiteX74" fmla="*/ 4988186 w 7467600"/>
              <a:gd name="connsiteY74" fmla="*/ 5216467 h 6858000"/>
              <a:gd name="connsiteX75" fmla="*/ 4978032 w 7467600"/>
              <a:gd name="connsiteY75" fmla="*/ 5183809 h 6858000"/>
              <a:gd name="connsiteX76" fmla="*/ 4463413 w 7467600"/>
              <a:gd name="connsiteY76" fmla="*/ 5615162 h 6858000"/>
              <a:gd name="connsiteX77" fmla="*/ 4358134 w 7467600"/>
              <a:gd name="connsiteY77" fmla="*/ 5742791 h 6858000"/>
              <a:gd name="connsiteX78" fmla="*/ 4376219 w 7467600"/>
              <a:gd name="connsiteY78" fmla="*/ 5729027 h 6858000"/>
              <a:gd name="connsiteX79" fmla="*/ 4582340 w 7467600"/>
              <a:gd name="connsiteY79" fmla="*/ 5561037 h 6858000"/>
              <a:gd name="connsiteX80" fmla="*/ 4694684 w 7467600"/>
              <a:gd name="connsiteY80" fmla="*/ 5447098 h 6858000"/>
              <a:gd name="connsiteX81" fmla="*/ 4754123 w 7467600"/>
              <a:gd name="connsiteY81" fmla="*/ 5384643 h 6858000"/>
              <a:gd name="connsiteX82" fmla="*/ 4978032 w 7467600"/>
              <a:gd name="connsiteY82" fmla="*/ 5183809 h 6858000"/>
              <a:gd name="connsiteX83" fmla="*/ 1903353 w 7467600"/>
              <a:gd name="connsiteY83" fmla="*/ 5044827 h 6858000"/>
              <a:gd name="connsiteX84" fmla="*/ 1936931 w 7467600"/>
              <a:gd name="connsiteY84" fmla="*/ 5093954 h 6858000"/>
              <a:gd name="connsiteX85" fmla="*/ 2195868 w 7467600"/>
              <a:gd name="connsiteY85" fmla="*/ 5396574 h 6858000"/>
              <a:gd name="connsiteX86" fmla="*/ 2088852 w 7467600"/>
              <a:gd name="connsiteY86" fmla="*/ 5166123 h 6858000"/>
              <a:gd name="connsiteX87" fmla="*/ 1958241 w 7467600"/>
              <a:gd name="connsiteY87" fmla="*/ 5067955 h 6858000"/>
              <a:gd name="connsiteX88" fmla="*/ 1903353 w 7467600"/>
              <a:gd name="connsiteY88" fmla="*/ 5044827 h 6858000"/>
              <a:gd name="connsiteX89" fmla="*/ 1979378 w 7467600"/>
              <a:gd name="connsiteY89" fmla="*/ 4769504 h 6858000"/>
              <a:gd name="connsiteX90" fmla="*/ 2882120 w 7467600"/>
              <a:gd name="connsiteY90" fmla="*/ 5064547 h 6858000"/>
              <a:gd name="connsiteX91" fmla="*/ 2793103 w 7467600"/>
              <a:gd name="connsiteY91" fmla="*/ 5039699 h 6858000"/>
              <a:gd name="connsiteX92" fmla="*/ 2770041 w 7467600"/>
              <a:gd name="connsiteY92" fmla="*/ 5033634 h 6858000"/>
              <a:gd name="connsiteX93" fmla="*/ 1979378 w 7467600"/>
              <a:gd name="connsiteY93" fmla="*/ 4769504 h 6858000"/>
              <a:gd name="connsiteX94" fmla="*/ 1927410 w 7467600"/>
              <a:gd name="connsiteY94" fmla="*/ 4716164 h 6858000"/>
              <a:gd name="connsiteX95" fmla="*/ 1959587 w 7467600"/>
              <a:gd name="connsiteY95" fmla="*/ 4728849 h 6858000"/>
              <a:gd name="connsiteX96" fmla="*/ 2777707 w 7467600"/>
              <a:gd name="connsiteY96" fmla="*/ 5003991 h 6858000"/>
              <a:gd name="connsiteX97" fmla="*/ 2800768 w 7467600"/>
              <a:gd name="connsiteY97" fmla="*/ 5010056 h 6858000"/>
              <a:gd name="connsiteX98" fmla="*/ 2879408 w 7467600"/>
              <a:gd name="connsiteY98" fmla="*/ 5031590 h 6858000"/>
              <a:gd name="connsiteX99" fmla="*/ 2862295 w 7467600"/>
              <a:gd name="connsiteY99" fmla="*/ 5022958 h 6858000"/>
              <a:gd name="connsiteX100" fmla="*/ 2813343 w 7467600"/>
              <a:gd name="connsiteY100" fmla="*/ 4998369 h 6858000"/>
              <a:gd name="connsiteX101" fmla="*/ 2646245 w 7467600"/>
              <a:gd name="connsiteY101" fmla="*/ 4930999 h 6858000"/>
              <a:gd name="connsiteX102" fmla="*/ 1999243 w 7467600"/>
              <a:gd name="connsiteY102" fmla="*/ 4730524 h 6858000"/>
              <a:gd name="connsiteX103" fmla="*/ 1979527 w 7467600"/>
              <a:gd name="connsiteY103" fmla="*/ 4726651 h 6858000"/>
              <a:gd name="connsiteX104" fmla="*/ 1927410 w 7467600"/>
              <a:gd name="connsiteY104" fmla="*/ 4716164 h 6858000"/>
              <a:gd name="connsiteX105" fmla="*/ 1997014 w 7467600"/>
              <a:gd name="connsiteY105" fmla="*/ 4698007 h 6858000"/>
              <a:gd name="connsiteX106" fmla="*/ 2005458 w 7467600"/>
              <a:gd name="connsiteY106" fmla="*/ 4699540 h 6858000"/>
              <a:gd name="connsiteX107" fmla="*/ 2657186 w 7467600"/>
              <a:gd name="connsiteY107" fmla="*/ 4901687 h 6858000"/>
              <a:gd name="connsiteX108" fmla="*/ 2826662 w 7467600"/>
              <a:gd name="connsiteY108" fmla="*/ 4970362 h 6858000"/>
              <a:gd name="connsiteX109" fmla="*/ 2876100 w 7467600"/>
              <a:gd name="connsiteY109" fmla="*/ 4995397 h 6858000"/>
              <a:gd name="connsiteX110" fmla="*/ 3042600 w 7467600"/>
              <a:gd name="connsiteY110" fmla="*/ 5059532 h 6858000"/>
              <a:gd name="connsiteX111" fmla="*/ 1997014 w 7467600"/>
              <a:gd name="connsiteY111" fmla="*/ 4698007 h 6858000"/>
              <a:gd name="connsiteX112" fmla="*/ 2305292 w 7467600"/>
              <a:gd name="connsiteY112" fmla="*/ 4219492 h 6858000"/>
              <a:gd name="connsiteX113" fmla="*/ 3360922 w 7467600"/>
              <a:gd name="connsiteY113" fmla="*/ 4529373 h 6858000"/>
              <a:gd name="connsiteX114" fmla="*/ 3492420 w 7467600"/>
              <a:gd name="connsiteY114" fmla="*/ 4510145 h 6858000"/>
              <a:gd name="connsiteX115" fmla="*/ 3364086 w 7467600"/>
              <a:gd name="connsiteY115" fmla="*/ 4480340 h 6858000"/>
              <a:gd name="connsiteX116" fmla="*/ 3225818 w 7467600"/>
              <a:gd name="connsiteY116" fmla="*/ 4411822 h 6858000"/>
              <a:gd name="connsiteX117" fmla="*/ 3129696 w 7467600"/>
              <a:gd name="connsiteY117" fmla="*/ 4360704 h 6858000"/>
              <a:gd name="connsiteX118" fmla="*/ 2814545 w 7467600"/>
              <a:gd name="connsiteY118" fmla="*/ 4282955 h 6858000"/>
              <a:gd name="connsiteX119" fmla="*/ 2305292 w 7467600"/>
              <a:gd name="connsiteY119" fmla="*/ 4219492 h 6858000"/>
              <a:gd name="connsiteX120" fmla="*/ 2626982 w 7467600"/>
              <a:gd name="connsiteY120" fmla="*/ 4206450 h 6858000"/>
              <a:gd name="connsiteX121" fmla="*/ 2490617 w 7467600"/>
              <a:gd name="connsiteY121" fmla="*/ 4206951 h 6858000"/>
              <a:gd name="connsiteX122" fmla="*/ 2819869 w 7467600"/>
              <a:gd name="connsiteY122" fmla="*/ 4252936 h 6858000"/>
              <a:gd name="connsiteX123" fmla="*/ 3143018 w 7467600"/>
              <a:gd name="connsiteY123" fmla="*/ 4332698 h 6858000"/>
              <a:gd name="connsiteX124" fmla="*/ 3241520 w 7467600"/>
              <a:gd name="connsiteY124" fmla="*/ 4385112 h 6858000"/>
              <a:gd name="connsiteX125" fmla="*/ 3374575 w 7467600"/>
              <a:gd name="connsiteY125" fmla="*/ 4451517 h 6858000"/>
              <a:gd name="connsiteX126" fmla="*/ 3505221 w 7467600"/>
              <a:gd name="connsiteY126" fmla="*/ 4480757 h 6858000"/>
              <a:gd name="connsiteX127" fmla="*/ 2626982 w 7467600"/>
              <a:gd name="connsiteY127" fmla="*/ 4206450 h 6858000"/>
              <a:gd name="connsiteX128" fmla="*/ 1310106 w 7467600"/>
              <a:gd name="connsiteY128" fmla="*/ 3943217 h 6858000"/>
              <a:gd name="connsiteX129" fmla="*/ 854994 w 7467600"/>
              <a:gd name="connsiteY129" fmla="*/ 4399136 h 6858000"/>
              <a:gd name="connsiteX130" fmla="*/ 742462 w 7467600"/>
              <a:gd name="connsiteY130" fmla="*/ 4594648 h 6858000"/>
              <a:gd name="connsiteX131" fmla="*/ 820602 w 7467600"/>
              <a:gd name="connsiteY131" fmla="*/ 4485915 h 6858000"/>
              <a:gd name="connsiteX132" fmla="*/ 878295 w 7467600"/>
              <a:gd name="connsiteY132" fmla="*/ 4403594 h 6858000"/>
              <a:gd name="connsiteX133" fmla="*/ 1240607 w 7467600"/>
              <a:gd name="connsiteY133" fmla="*/ 4010401 h 6858000"/>
              <a:gd name="connsiteX134" fmla="*/ 1310106 w 7467600"/>
              <a:gd name="connsiteY134" fmla="*/ 3943217 h 6858000"/>
              <a:gd name="connsiteX135" fmla="*/ 1423113 w 7467600"/>
              <a:gd name="connsiteY135" fmla="*/ 3874565 h 6858000"/>
              <a:gd name="connsiteX136" fmla="*/ 1260565 w 7467600"/>
              <a:gd name="connsiteY136" fmla="*/ 4031982 h 6858000"/>
              <a:gd name="connsiteX137" fmla="*/ 901900 w 7467600"/>
              <a:gd name="connsiteY137" fmla="*/ 4421236 h 6858000"/>
              <a:gd name="connsiteX138" fmla="*/ 845044 w 7467600"/>
              <a:gd name="connsiteY138" fmla="*/ 4502436 h 6858000"/>
              <a:gd name="connsiteX139" fmla="*/ 685926 w 7467600"/>
              <a:gd name="connsiteY139" fmla="*/ 4703069 h 6858000"/>
              <a:gd name="connsiteX140" fmla="*/ 684248 w 7467600"/>
              <a:gd name="connsiteY140" fmla="*/ 4706721 h 6858000"/>
              <a:gd name="connsiteX141" fmla="*/ 1423113 w 7467600"/>
              <a:gd name="connsiteY141" fmla="*/ 3874565 h 6858000"/>
              <a:gd name="connsiteX142" fmla="*/ 3316479 w 7467600"/>
              <a:gd name="connsiteY142" fmla="*/ 3872136 h 6858000"/>
              <a:gd name="connsiteX143" fmla="*/ 3546806 w 7467600"/>
              <a:gd name="connsiteY143" fmla="*/ 4356139 h 6858000"/>
              <a:gd name="connsiteX144" fmla="*/ 3364433 w 7467600"/>
              <a:gd name="connsiteY144" fmla="*/ 3953121 h 6858000"/>
              <a:gd name="connsiteX145" fmla="*/ 3316479 w 7467600"/>
              <a:gd name="connsiteY145" fmla="*/ 3872136 h 6858000"/>
              <a:gd name="connsiteX146" fmla="*/ 3291335 w 7467600"/>
              <a:gd name="connsiteY146" fmla="*/ 3767420 h 6858000"/>
              <a:gd name="connsiteX147" fmla="*/ 3390805 w 7467600"/>
              <a:gd name="connsiteY147" fmla="*/ 3937163 h 6858000"/>
              <a:gd name="connsiteX148" fmla="*/ 3579062 w 7467600"/>
              <a:gd name="connsiteY148" fmla="*/ 4359040 h 6858000"/>
              <a:gd name="connsiteX149" fmla="*/ 3467355 w 7467600"/>
              <a:gd name="connsiteY149" fmla="*/ 3988130 h 6858000"/>
              <a:gd name="connsiteX150" fmla="*/ 3310753 w 7467600"/>
              <a:gd name="connsiteY150" fmla="*/ 3787140 h 6858000"/>
              <a:gd name="connsiteX151" fmla="*/ 3291335 w 7467600"/>
              <a:gd name="connsiteY151" fmla="*/ 3767420 h 6858000"/>
              <a:gd name="connsiteX152" fmla="*/ 1635889 w 7467600"/>
              <a:gd name="connsiteY152" fmla="*/ 3709494 h 6858000"/>
              <a:gd name="connsiteX153" fmla="*/ 1634800 w 7467600"/>
              <a:gd name="connsiteY153" fmla="*/ 3731111 h 6858000"/>
              <a:gd name="connsiteX154" fmla="*/ 1635889 w 7467600"/>
              <a:gd name="connsiteY154" fmla="*/ 3709494 h 6858000"/>
              <a:gd name="connsiteX155" fmla="*/ 1510397 w 7467600"/>
              <a:gd name="connsiteY155" fmla="*/ 3684705 h 6858000"/>
              <a:gd name="connsiteX156" fmla="*/ 1146550 w 7467600"/>
              <a:gd name="connsiteY156" fmla="*/ 3802012 h 6858000"/>
              <a:gd name="connsiteX157" fmla="*/ 698834 w 7467600"/>
              <a:gd name="connsiteY157" fmla="*/ 3952272 h 6858000"/>
              <a:gd name="connsiteX158" fmla="*/ 34256 w 7467600"/>
              <a:gd name="connsiteY158" fmla="*/ 4347603 h 6858000"/>
              <a:gd name="connsiteX159" fmla="*/ 527241 w 7467600"/>
              <a:gd name="connsiteY159" fmla="*/ 4065078 h 6858000"/>
              <a:gd name="connsiteX160" fmla="*/ 1510397 w 7467600"/>
              <a:gd name="connsiteY160" fmla="*/ 3684705 h 6858000"/>
              <a:gd name="connsiteX161" fmla="*/ 1313114 w 7467600"/>
              <a:gd name="connsiteY161" fmla="*/ 3655216 h 6858000"/>
              <a:gd name="connsiteX162" fmla="*/ 1109304 w 7467600"/>
              <a:gd name="connsiteY162" fmla="*/ 3669030 h 6858000"/>
              <a:gd name="connsiteX163" fmla="*/ 8129 w 7467600"/>
              <a:gd name="connsiteY163" fmla="*/ 4330519 h 6858000"/>
              <a:gd name="connsiteX164" fmla="*/ 687572 w 7467600"/>
              <a:gd name="connsiteY164" fmla="*/ 3925629 h 6858000"/>
              <a:gd name="connsiteX165" fmla="*/ 1138365 w 7467600"/>
              <a:gd name="connsiteY165" fmla="*/ 3774515 h 6858000"/>
              <a:gd name="connsiteX166" fmla="*/ 1505579 w 7467600"/>
              <a:gd name="connsiteY166" fmla="*/ 3655526 h 6858000"/>
              <a:gd name="connsiteX167" fmla="*/ 1313114 w 7467600"/>
              <a:gd name="connsiteY167" fmla="*/ 3655216 h 6858000"/>
              <a:gd name="connsiteX168" fmla="*/ 3655073 w 7467600"/>
              <a:gd name="connsiteY168" fmla="*/ 3650884 h 6858000"/>
              <a:gd name="connsiteX169" fmla="*/ 3989938 w 7467600"/>
              <a:gd name="connsiteY169" fmla="*/ 3991685 h 6858000"/>
              <a:gd name="connsiteX170" fmla="*/ 4393907 w 7467600"/>
              <a:gd name="connsiteY170" fmla="*/ 4261258 h 6858000"/>
              <a:gd name="connsiteX171" fmla="*/ 4648051 w 7467600"/>
              <a:gd name="connsiteY171" fmla="*/ 4374051 h 6858000"/>
              <a:gd name="connsiteX172" fmla="*/ 4383389 w 7467600"/>
              <a:gd name="connsiteY172" fmla="*/ 4184369 h 6858000"/>
              <a:gd name="connsiteX173" fmla="*/ 4165508 w 7467600"/>
              <a:gd name="connsiteY173" fmla="*/ 4035196 h 6858000"/>
              <a:gd name="connsiteX174" fmla="*/ 4068162 w 7467600"/>
              <a:gd name="connsiteY174" fmla="*/ 3953394 h 6858000"/>
              <a:gd name="connsiteX175" fmla="*/ 3981416 w 7467600"/>
              <a:gd name="connsiteY175" fmla="*/ 3880482 h 6858000"/>
              <a:gd name="connsiteX176" fmla="*/ 3800147 w 7467600"/>
              <a:gd name="connsiteY176" fmla="*/ 3749872 h 6858000"/>
              <a:gd name="connsiteX177" fmla="*/ 3655073 w 7467600"/>
              <a:gd name="connsiteY177" fmla="*/ 3650884 h 6858000"/>
              <a:gd name="connsiteX178" fmla="*/ 3670252 w 7467600"/>
              <a:gd name="connsiteY178" fmla="*/ 3622798 h 6858000"/>
              <a:gd name="connsiteX179" fmla="*/ 3817258 w 7467600"/>
              <a:gd name="connsiteY179" fmla="*/ 3723577 h 6858000"/>
              <a:gd name="connsiteX180" fmla="*/ 4000461 w 7467600"/>
              <a:gd name="connsiteY180" fmla="*/ 3855966 h 6858000"/>
              <a:gd name="connsiteX181" fmla="*/ 4088180 w 7467600"/>
              <a:gd name="connsiteY181" fmla="*/ 3929774 h 6858000"/>
              <a:gd name="connsiteX182" fmla="*/ 4184555 w 7467600"/>
              <a:gd name="connsiteY182" fmla="*/ 4010683 h 6858000"/>
              <a:gd name="connsiteX183" fmla="*/ 4399563 w 7467600"/>
              <a:gd name="connsiteY183" fmla="*/ 4158106 h 6858000"/>
              <a:gd name="connsiteX184" fmla="*/ 4684469 w 7467600"/>
              <a:gd name="connsiteY184" fmla="*/ 4364680 h 6858000"/>
              <a:gd name="connsiteX185" fmla="*/ 4690271 w 7467600"/>
              <a:gd name="connsiteY185" fmla="*/ 4370034 h 6858000"/>
              <a:gd name="connsiteX186" fmla="*/ 4136093 w 7467600"/>
              <a:gd name="connsiteY186" fmla="*/ 3858466 h 6858000"/>
              <a:gd name="connsiteX187" fmla="*/ 3670252 w 7467600"/>
              <a:gd name="connsiteY187" fmla="*/ 3622798 h 6858000"/>
              <a:gd name="connsiteX188" fmla="*/ 4440129 w 7467600"/>
              <a:gd name="connsiteY188" fmla="*/ 3448571 h 6858000"/>
              <a:gd name="connsiteX189" fmla="*/ 4856525 w 7467600"/>
              <a:gd name="connsiteY189" fmla="*/ 3915351 h 6858000"/>
              <a:gd name="connsiteX190" fmla="*/ 5059055 w 7467600"/>
              <a:gd name="connsiteY190" fmla="*/ 4108918 h 6858000"/>
              <a:gd name="connsiteX191" fmla="*/ 5290070 w 7467600"/>
              <a:gd name="connsiteY191" fmla="*/ 4263619 h 6858000"/>
              <a:gd name="connsiteX192" fmla="*/ 4834991 w 7467600"/>
              <a:gd name="connsiteY192" fmla="*/ 3830985 h 6858000"/>
              <a:gd name="connsiteX193" fmla="*/ 4440129 w 7467600"/>
              <a:gd name="connsiteY193" fmla="*/ 3448571 h 6858000"/>
              <a:gd name="connsiteX194" fmla="*/ 4441737 w 7467600"/>
              <a:gd name="connsiteY194" fmla="*/ 3399734 h 6858000"/>
              <a:gd name="connsiteX195" fmla="*/ 4431236 w 7467600"/>
              <a:gd name="connsiteY195" fmla="*/ 3400954 h 6858000"/>
              <a:gd name="connsiteX196" fmla="*/ 4557150 w 7467600"/>
              <a:gd name="connsiteY196" fmla="*/ 3510023 h 6858000"/>
              <a:gd name="connsiteX197" fmla="*/ 4856936 w 7467600"/>
              <a:gd name="connsiteY197" fmla="*/ 3809146 h 6858000"/>
              <a:gd name="connsiteX198" fmla="*/ 5111996 w 7467600"/>
              <a:gd name="connsiteY198" fmla="*/ 4065759 h 6858000"/>
              <a:gd name="connsiteX199" fmla="*/ 5388878 w 7467600"/>
              <a:gd name="connsiteY199" fmla="*/ 4300185 h 6858000"/>
              <a:gd name="connsiteX200" fmla="*/ 5425556 w 7467600"/>
              <a:gd name="connsiteY200" fmla="*/ 4308967 h 6858000"/>
              <a:gd name="connsiteX201" fmla="*/ 4943646 w 7467600"/>
              <a:gd name="connsiteY201" fmla="*/ 3822916 h 6858000"/>
              <a:gd name="connsiteX202" fmla="*/ 4594837 w 7467600"/>
              <a:gd name="connsiteY202" fmla="*/ 3532274 h 6858000"/>
              <a:gd name="connsiteX203" fmla="*/ 4441737 w 7467600"/>
              <a:gd name="connsiteY203" fmla="*/ 3399734 h 6858000"/>
              <a:gd name="connsiteX204" fmla="*/ 5425834 w 7467600"/>
              <a:gd name="connsiteY204" fmla="*/ 3162785 h 6858000"/>
              <a:gd name="connsiteX205" fmla="*/ 5401644 w 7467600"/>
              <a:gd name="connsiteY205" fmla="*/ 3617847 h 6858000"/>
              <a:gd name="connsiteX206" fmla="*/ 5467256 w 7467600"/>
              <a:gd name="connsiteY206" fmla="*/ 4175494 h 6858000"/>
              <a:gd name="connsiteX207" fmla="*/ 5448069 w 7467600"/>
              <a:gd name="connsiteY207" fmla="*/ 3567554 h 6858000"/>
              <a:gd name="connsiteX208" fmla="*/ 5425834 w 7467600"/>
              <a:gd name="connsiteY208" fmla="*/ 3162785 h 6858000"/>
              <a:gd name="connsiteX209" fmla="*/ 1318687 w 7467600"/>
              <a:gd name="connsiteY209" fmla="*/ 3113840 h 6858000"/>
              <a:gd name="connsiteX210" fmla="*/ 1066793 w 7467600"/>
              <a:gd name="connsiteY210" fmla="*/ 3212171 h 6858000"/>
              <a:gd name="connsiteX211" fmla="*/ 993319 w 7467600"/>
              <a:gd name="connsiteY211" fmla="*/ 3247648 h 6858000"/>
              <a:gd name="connsiteX212" fmla="*/ 853081 w 7467600"/>
              <a:gd name="connsiteY212" fmla="*/ 3312410 h 6858000"/>
              <a:gd name="connsiteX213" fmla="*/ 805957 w 7467600"/>
              <a:gd name="connsiteY213" fmla="*/ 3330443 h 6858000"/>
              <a:gd name="connsiteX214" fmla="*/ 1318687 w 7467600"/>
              <a:gd name="connsiteY214" fmla="*/ 3113840 h 6858000"/>
              <a:gd name="connsiteX215" fmla="*/ 5453702 w 7467600"/>
              <a:gd name="connsiteY215" fmla="*/ 3090882 h 6858000"/>
              <a:gd name="connsiteX216" fmla="*/ 5480135 w 7467600"/>
              <a:gd name="connsiteY216" fmla="*/ 3565802 h 6858000"/>
              <a:gd name="connsiteX217" fmla="*/ 5499023 w 7467600"/>
              <a:gd name="connsiteY217" fmla="*/ 4166310 h 6858000"/>
              <a:gd name="connsiteX218" fmla="*/ 5547022 w 7467600"/>
              <a:gd name="connsiteY218" fmla="*/ 3607838 h 6858000"/>
              <a:gd name="connsiteX219" fmla="*/ 5515964 w 7467600"/>
              <a:gd name="connsiteY219" fmla="*/ 3378541 h 6858000"/>
              <a:gd name="connsiteX220" fmla="*/ 5453702 w 7467600"/>
              <a:gd name="connsiteY220" fmla="*/ 3090882 h 6858000"/>
              <a:gd name="connsiteX221" fmla="*/ 1238695 w 7467600"/>
              <a:gd name="connsiteY221" fmla="*/ 3076820 h 6858000"/>
              <a:gd name="connsiteX222" fmla="*/ 716371 w 7467600"/>
              <a:gd name="connsiteY222" fmla="*/ 3293249 h 6858000"/>
              <a:gd name="connsiteX223" fmla="*/ 579522 w 7467600"/>
              <a:gd name="connsiteY223" fmla="*/ 3371759 h 6858000"/>
              <a:gd name="connsiteX224" fmla="*/ 600288 w 7467600"/>
              <a:gd name="connsiteY224" fmla="*/ 3365555 h 6858000"/>
              <a:gd name="connsiteX225" fmla="*/ 840692 w 7467600"/>
              <a:gd name="connsiteY225" fmla="*/ 3284921 h 6858000"/>
              <a:gd name="connsiteX226" fmla="*/ 979248 w 7467600"/>
              <a:gd name="connsiteY226" fmla="*/ 3221003 h 6858000"/>
              <a:gd name="connsiteX227" fmla="*/ 1053282 w 7467600"/>
              <a:gd name="connsiteY227" fmla="*/ 3185247 h 6858000"/>
              <a:gd name="connsiteX228" fmla="*/ 1320603 w 7467600"/>
              <a:gd name="connsiteY228" fmla="*/ 3081281 h 6858000"/>
              <a:gd name="connsiteX229" fmla="*/ 1238695 w 7467600"/>
              <a:gd name="connsiteY229" fmla="*/ 3076820 h 6858000"/>
              <a:gd name="connsiteX230" fmla="*/ 5425627 w 7467600"/>
              <a:gd name="connsiteY230" fmla="*/ 2954192 h 6858000"/>
              <a:gd name="connsiteX231" fmla="*/ 5470770 w 7467600"/>
              <a:gd name="connsiteY231" fmla="*/ 3005435 h 6858000"/>
              <a:gd name="connsiteX232" fmla="*/ 5519779 w 7467600"/>
              <a:gd name="connsiteY232" fmla="*/ 4359223 h 6858000"/>
              <a:gd name="connsiteX233" fmla="*/ 5520293 w 7467600"/>
              <a:gd name="connsiteY233" fmla="*/ 4360602 h 6858000"/>
              <a:gd name="connsiteX234" fmla="*/ 5767221 w 7467600"/>
              <a:gd name="connsiteY234" fmla="*/ 4665564 h 6858000"/>
              <a:gd name="connsiteX235" fmla="*/ 6937169 w 7467600"/>
              <a:gd name="connsiteY235" fmla="*/ 4815941 h 6858000"/>
              <a:gd name="connsiteX236" fmla="*/ 6953922 w 7467600"/>
              <a:gd name="connsiteY236" fmla="*/ 4890068 h 6858000"/>
              <a:gd name="connsiteX237" fmla="*/ 6071359 w 7467600"/>
              <a:gd name="connsiteY237" fmla="*/ 4770770 h 6858000"/>
              <a:gd name="connsiteX238" fmla="*/ 6038839 w 7467600"/>
              <a:gd name="connsiteY238" fmla="*/ 4764474 h 6858000"/>
              <a:gd name="connsiteX239" fmla="*/ 6038706 w 7467600"/>
              <a:gd name="connsiteY239" fmla="*/ 4763847 h 6858000"/>
              <a:gd name="connsiteX240" fmla="*/ 6037784 w 7467600"/>
              <a:gd name="connsiteY240" fmla="*/ 4764270 h 6858000"/>
              <a:gd name="connsiteX241" fmla="*/ 6038839 w 7467600"/>
              <a:gd name="connsiteY241" fmla="*/ 4764474 h 6858000"/>
              <a:gd name="connsiteX242" fmla="*/ 6040338 w 7467600"/>
              <a:gd name="connsiteY242" fmla="*/ 4771418 h 6858000"/>
              <a:gd name="connsiteX243" fmla="*/ 6024488 w 7467600"/>
              <a:gd name="connsiteY243" fmla="*/ 4809903 h 6858000"/>
              <a:gd name="connsiteX244" fmla="*/ 5599771 w 7467600"/>
              <a:gd name="connsiteY244" fmla="*/ 5509652 h 6858000"/>
              <a:gd name="connsiteX245" fmla="*/ 5548843 w 7467600"/>
              <a:gd name="connsiteY245" fmla="*/ 5563845 h 6858000"/>
              <a:gd name="connsiteX246" fmla="*/ 5940952 w 7467600"/>
              <a:gd name="connsiteY246" fmla="*/ 6250028 h 6858000"/>
              <a:gd name="connsiteX247" fmla="*/ 6043441 w 7467600"/>
              <a:gd name="connsiteY247" fmla="*/ 6665847 h 6858000"/>
              <a:gd name="connsiteX248" fmla="*/ 6093432 w 7467600"/>
              <a:gd name="connsiteY248" fmla="*/ 6858000 h 6858000"/>
              <a:gd name="connsiteX249" fmla="*/ 6034344 w 7467600"/>
              <a:gd name="connsiteY249" fmla="*/ 6858000 h 6858000"/>
              <a:gd name="connsiteX250" fmla="*/ 6026679 w 7467600"/>
              <a:gd name="connsiteY250" fmla="*/ 6836959 h 6858000"/>
              <a:gd name="connsiteX251" fmla="*/ 5800441 w 7467600"/>
              <a:gd name="connsiteY251" fmla="*/ 6335286 h 6858000"/>
              <a:gd name="connsiteX252" fmla="*/ 5526562 w 7467600"/>
              <a:gd name="connsiteY252" fmla="*/ 5705388 h 6858000"/>
              <a:gd name="connsiteX253" fmla="*/ 5519640 w 7467600"/>
              <a:gd name="connsiteY253" fmla="*/ 5683774 h 6858000"/>
              <a:gd name="connsiteX254" fmla="*/ 5844559 w 7467600"/>
              <a:gd name="connsiteY254" fmla="*/ 6553349 h 6858000"/>
              <a:gd name="connsiteX255" fmla="*/ 5975994 w 7467600"/>
              <a:gd name="connsiteY255" fmla="*/ 6858000 h 6858000"/>
              <a:gd name="connsiteX256" fmla="*/ 5898547 w 7467600"/>
              <a:gd name="connsiteY256" fmla="*/ 6858000 h 6858000"/>
              <a:gd name="connsiteX257" fmla="*/ 5682041 w 7467600"/>
              <a:gd name="connsiteY257" fmla="*/ 6355860 h 6858000"/>
              <a:gd name="connsiteX258" fmla="*/ 5461758 w 7467600"/>
              <a:gd name="connsiteY258" fmla="*/ 5820220 h 6858000"/>
              <a:gd name="connsiteX259" fmla="*/ 5237282 w 7467600"/>
              <a:gd name="connsiteY259" fmla="*/ 6579086 h 6858000"/>
              <a:gd name="connsiteX260" fmla="*/ 5115009 w 7467600"/>
              <a:gd name="connsiteY260" fmla="*/ 6858000 h 6858000"/>
              <a:gd name="connsiteX261" fmla="*/ 5028074 w 7467600"/>
              <a:gd name="connsiteY261" fmla="*/ 6858000 h 6858000"/>
              <a:gd name="connsiteX262" fmla="*/ 5079508 w 7467600"/>
              <a:gd name="connsiteY262" fmla="*/ 6749074 h 6858000"/>
              <a:gd name="connsiteX263" fmla="*/ 5371846 w 7467600"/>
              <a:gd name="connsiteY263" fmla="*/ 5924413 h 6858000"/>
              <a:gd name="connsiteX264" fmla="*/ 5270512 w 7467600"/>
              <a:gd name="connsiteY264" fmla="*/ 6138975 h 6858000"/>
              <a:gd name="connsiteX265" fmla="*/ 5062409 w 7467600"/>
              <a:gd name="connsiteY265" fmla="*/ 6653544 h 6858000"/>
              <a:gd name="connsiteX266" fmla="*/ 5036628 w 7467600"/>
              <a:gd name="connsiteY266" fmla="*/ 6754247 h 6858000"/>
              <a:gd name="connsiteX267" fmla="*/ 5009112 w 7467600"/>
              <a:gd name="connsiteY267" fmla="*/ 6858000 h 6858000"/>
              <a:gd name="connsiteX268" fmla="*/ 4976679 w 7467600"/>
              <a:gd name="connsiteY268" fmla="*/ 6858000 h 6858000"/>
              <a:gd name="connsiteX269" fmla="*/ 5006537 w 7467600"/>
              <a:gd name="connsiteY269" fmla="*/ 6747068 h 6858000"/>
              <a:gd name="connsiteX270" fmla="*/ 5032723 w 7467600"/>
              <a:gd name="connsiteY270" fmla="*/ 6644957 h 6858000"/>
              <a:gd name="connsiteX271" fmla="*/ 5242949 w 7467600"/>
              <a:gd name="connsiteY271" fmla="*/ 6125175 h 6858000"/>
              <a:gd name="connsiteX272" fmla="*/ 5286321 w 7467600"/>
              <a:gd name="connsiteY272" fmla="*/ 6033555 h 6858000"/>
              <a:gd name="connsiteX273" fmla="*/ 5008210 w 7467600"/>
              <a:gd name="connsiteY273" fmla="*/ 6649194 h 6858000"/>
              <a:gd name="connsiteX274" fmla="*/ 4986321 w 7467600"/>
              <a:gd name="connsiteY274" fmla="*/ 6765687 h 6858000"/>
              <a:gd name="connsiteX275" fmla="*/ 4973474 w 7467600"/>
              <a:gd name="connsiteY275" fmla="*/ 6858000 h 6858000"/>
              <a:gd name="connsiteX276" fmla="*/ 4907178 w 7467600"/>
              <a:gd name="connsiteY276" fmla="*/ 6858000 h 6858000"/>
              <a:gd name="connsiteX277" fmla="*/ 4910810 w 7467600"/>
              <a:gd name="connsiteY277" fmla="*/ 6829660 h 6858000"/>
              <a:gd name="connsiteX278" fmla="*/ 4987461 w 7467600"/>
              <a:gd name="connsiteY278" fmla="*/ 6432994 h 6858000"/>
              <a:gd name="connsiteX279" fmla="*/ 5179262 w 7467600"/>
              <a:gd name="connsiteY279" fmla="*/ 6035044 h 6858000"/>
              <a:gd name="connsiteX280" fmla="*/ 4689678 w 7467600"/>
              <a:gd name="connsiteY280" fmla="*/ 6440241 h 6858000"/>
              <a:gd name="connsiteX281" fmla="*/ 4477543 w 7467600"/>
              <a:gd name="connsiteY281" fmla="*/ 6674836 h 6858000"/>
              <a:gd name="connsiteX282" fmla="*/ 4329957 w 7467600"/>
              <a:gd name="connsiteY282" fmla="*/ 6858000 h 6858000"/>
              <a:gd name="connsiteX283" fmla="*/ 4218595 w 7467600"/>
              <a:gd name="connsiteY283" fmla="*/ 6858000 h 6858000"/>
              <a:gd name="connsiteX284" fmla="*/ 4368888 w 7467600"/>
              <a:gd name="connsiteY284" fmla="*/ 6668412 h 6858000"/>
              <a:gd name="connsiteX285" fmla="*/ 4563091 w 7467600"/>
              <a:gd name="connsiteY285" fmla="*/ 6442508 h 6858000"/>
              <a:gd name="connsiteX286" fmla="*/ 5387324 w 7467600"/>
              <a:gd name="connsiteY286" fmla="*/ 5705830 h 6858000"/>
              <a:gd name="connsiteX287" fmla="*/ 5073620 w 7467600"/>
              <a:gd name="connsiteY287" fmla="*/ 5955437 h 6858000"/>
              <a:gd name="connsiteX288" fmla="*/ 4689789 w 7467600"/>
              <a:gd name="connsiteY288" fmla="*/ 6268382 h 6858000"/>
              <a:gd name="connsiteX289" fmla="*/ 4418722 w 7467600"/>
              <a:gd name="connsiteY289" fmla="*/ 6570886 h 6858000"/>
              <a:gd name="connsiteX290" fmla="*/ 4214944 w 7467600"/>
              <a:gd name="connsiteY290" fmla="*/ 6858000 h 6858000"/>
              <a:gd name="connsiteX291" fmla="*/ 4177898 w 7467600"/>
              <a:gd name="connsiteY291" fmla="*/ 6858000 h 6858000"/>
              <a:gd name="connsiteX292" fmla="*/ 4391597 w 7467600"/>
              <a:gd name="connsiteY292" fmla="*/ 6556370 h 6858000"/>
              <a:gd name="connsiteX293" fmla="*/ 4668889 w 7467600"/>
              <a:gd name="connsiteY293" fmla="*/ 6246399 h 6858000"/>
              <a:gd name="connsiteX294" fmla="*/ 5055427 w 7467600"/>
              <a:gd name="connsiteY294" fmla="*/ 5931476 h 6858000"/>
              <a:gd name="connsiteX295" fmla="*/ 5371814 w 7467600"/>
              <a:gd name="connsiteY295" fmla="*/ 5678975 h 6858000"/>
              <a:gd name="connsiteX296" fmla="*/ 4987918 w 7467600"/>
              <a:gd name="connsiteY296" fmla="*/ 5838701 h 6858000"/>
              <a:gd name="connsiteX297" fmla="*/ 4317146 w 7467600"/>
              <a:gd name="connsiteY297" fmla="*/ 6587716 h 6858000"/>
              <a:gd name="connsiteX298" fmla="*/ 4171627 w 7467600"/>
              <a:gd name="connsiteY298" fmla="*/ 6858000 h 6858000"/>
              <a:gd name="connsiteX299" fmla="*/ 4081585 w 7467600"/>
              <a:gd name="connsiteY299" fmla="*/ 6858000 h 6858000"/>
              <a:gd name="connsiteX300" fmla="*/ 4238603 w 7467600"/>
              <a:gd name="connsiteY300" fmla="*/ 6559341 h 6858000"/>
              <a:gd name="connsiteX301" fmla="*/ 4778333 w 7467600"/>
              <a:gd name="connsiteY301" fmla="*/ 5873626 h 6858000"/>
              <a:gd name="connsiteX302" fmla="*/ 5414185 w 7467600"/>
              <a:gd name="connsiteY302" fmla="*/ 5573882 h 6858000"/>
              <a:gd name="connsiteX303" fmla="*/ 5959648 w 7467600"/>
              <a:gd name="connsiteY303" fmla="*/ 4760797 h 6858000"/>
              <a:gd name="connsiteX304" fmla="*/ 5355019 w 7467600"/>
              <a:gd name="connsiteY304" fmla="*/ 4734672 h 6858000"/>
              <a:gd name="connsiteX305" fmla="*/ 5083565 w 7467600"/>
              <a:gd name="connsiteY305" fmla="*/ 5179121 h 6858000"/>
              <a:gd name="connsiteX306" fmla="*/ 4713577 w 7467600"/>
              <a:gd name="connsiteY306" fmla="*/ 5616803 h 6858000"/>
              <a:gd name="connsiteX307" fmla="*/ 3989559 w 7467600"/>
              <a:gd name="connsiteY307" fmla="*/ 6145945 h 6858000"/>
              <a:gd name="connsiteX308" fmla="*/ 3939824 w 7467600"/>
              <a:gd name="connsiteY308" fmla="*/ 6066900 h 6858000"/>
              <a:gd name="connsiteX309" fmla="*/ 4584537 w 7467600"/>
              <a:gd name="connsiteY309" fmla="*/ 5324826 h 6858000"/>
              <a:gd name="connsiteX310" fmla="*/ 5037105 w 7467600"/>
              <a:gd name="connsiteY310" fmla="*/ 5088765 h 6858000"/>
              <a:gd name="connsiteX311" fmla="*/ 5039930 w 7467600"/>
              <a:gd name="connsiteY311" fmla="*/ 5089585 h 6858000"/>
              <a:gd name="connsiteX312" fmla="*/ 5263764 w 7467600"/>
              <a:gd name="connsiteY312" fmla="*/ 4735525 h 6858000"/>
              <a:gd name="connsiteX313" fmla="*/ 4086300 w 7467600"/>
              <a:gd name="connsiteY313" fmla="*/ 4884599 h 6858000"/>
              <a:gd name="connsiteX314" fmla="*/ 4085485 w 7467600"/>
              <a:gd name="connsiteY314" fmla="*/ 4899070 h 6858000"/>
              <a:gd name="connsiteX315" fmla="*/ 3871915 w 7467600"/>
              <a:gd name="connsiteY315" fmla="*/ 5253645 h 6858000"/>
              <a:gd name="connsiteX316" fmla="*/ 3799374 w 7467600"/>
              <a:gd name="connsiteY316" fmla="*/ 5466127 h 6858000"/>
              <a:gd name="connsiteX317" fmla="*/ 3498850 w 7467600"/>
              <a:gd name="connsiteY317" fmla="*/ 6661888 h 6858000"/>
              <a:gd name="connsiteX318" fmla="*/ 3399216 w 7467600"/>
              <a:gd name="connsiteY318" fmla="*/ 6858000 h 6858000"/>
              <a:gd name="connsiteX319" fmla="*/ 3303688 w 7467600"/>
              <a:gd name="connsiteY319" fmla="*/ 6858000 h 6858000"/>
              <a:gd name="connsiteX320" fmla="*/ 3391774 w 7467600"/>
              <a:gd name="connsiteY320" fmla="*/ 6697181 h 6858000"/>
              <a:gd name="connsiteX321" fmla="*/ 3735540 w 7467600"/>
              <a:gd name="connsiteY321" fmla="*/ 5546923 h 6858000"/>
              <a:gd name="connsiteX322" fmla="*/ 3729438 w 7467600"/>
              <a:gd name="connsiteY322" fmla="*/ 5569058 h 6858000"/>
              <a:gd name="connsiteX323" fmla="*/ 3707782 w 7467600"/>
              <a:gd name="connsiteY323" fmla="*/ 5644908 h 6858000"/>
              <a:gd name="connsiteX324" fmla="*/ 3583827 w 7467600"/>
              <a:gd name="connsiteY324" fmla="*/ 6039215 h 6858000"/>
              <a:gd name="connsiteX325" fmla="*/ 3547861 w 7467600"/>
              <a:gd name="connsiteY325" fmla="*/ 6129609 h 6858000"/>
              <a:gd name="connsiteX326" fmla="*/ 3490905 w 7467600"/>
              <a:gd name="connsiteY326" fmla="*/ 6277660 h 6858000"/>
              <a:gd name="connsiteX327" fmla="*/ 3455859 w 7467600"/>
              <a:gd name="connsiteY327" fmla="*/ 6391301 h 6858000"/>
              <a:gd name="connsiteX328" fmla="*/ 3429112 w 7467600"/>
              <a:gd name="connsiteY328" fmla="*/ 6479469 h 6858000"/>
              <a:gd name="connsiteX329" fmla="*/ 3304862 w 7467600"/>
              <a:gd name="connsiteY329" fmla="*/ 6796476 h 6858000"/>
              <a:gd name="connsiteX330" fmla="*/ 3276071 w 7467600"/>
              <a:gd name="connsiteY330" fmla="*/ 6858000 h 6858000"/>
              <a:gd name="connsiteX331" fmla="*/ 3240805 w 7467600"/>
              <a:gd name="connsiteY331" fmla="*/ 6858000 h 6858000"/>
              <a:gd name="connsiteX332" fmla="*/ 3275917 w 7467600"/>
              <a:gd name="connsiteY332" fmla="*/ 6783192 h 6858000"/>
              <a:gd name="connsiteX333" fmla="*/ 3399358 w 7467600"/>
              <a:gd name="connsiteY333" fmla="*/ 6469011 h 6858000"/>
              <a:gd name="connsiteX334" fmla="*/ 3425650 w 7467600"/>
              <a:gd name="connsiteY334" fmla="*/ 6381333 h 6858000"/>
              <a:gd name="connsiteX335" fmla="*/ 3460661 w 7467600"/>
              <a:gd name="connsiteY335" fmla="*/ 6266763 h 6858000"/>
              <a:gd name="connsiteX336" fmla="*/ 3518021 w 7467600"/>
              <a:gd name="connsiteY336" fmla="*/ 6117298 h 6858000"/>
              <a:gd name="connsiteX337" fmla="*/ 3554035 w 7467600"/>
              <a:gd name="connsiteY337" fmla="*/ 6027832 h 6858000"/>
              <a:gd name="connsiteX338" fmla="*/ 3677174 w 7467600"/>
              <a:gd name="connsiteY338" fmla="*/ 5636351 h 6858000"/>
              <a:gd name="connsiteX339" fmla="*/ 3698819 w 7467600"/>
              <a:gd name="connsiteY339" fmla="*/ 5560503 h 6858000"/>
              <a:gd name="connsiteX340" fmla="*/ 3702094 w 7467600"/>
              <a:gd name="connsiteY340" fmla="*/ 5549194 h 6858000"/>
              <a:gd name="connsiteX341" fmla="*/ 3398355 w 7467600"/>
              <a:gd name="connsiteY341" fmla="*/ 6094603 h 6858000"/>
              <a:gd name="connsiteX342" fmla="*/ 3193941 w 7467600"/>
              <a:gd name="connsiteY342" fmla="*/ 6798775 h 6858000"/>
              <a:gd name="connsiteX343" fmla="*/ 3184140 w 7467600"/>
              <a:gd name="connsiteY343" fmla="*/ 6858000 h 6858000"/>
              <a:gd name="connsiteX344" fmla="*/ 3099978 w 7467600"/>
              <a:gd name="connsiteY344" fmla="*/ 6858000 h 6858000"/>
              <a:gd name="connsiteX345" fmla="*/ 3101556 w 7467600"/>
              <a:gd name="connsiteY345" fmla="*/ 6843337 h 6858000"/>
              <a:gd name="connsiteX346" fmla="*/ 3370162 w 7467600"/>
              <a:gd name="connsiteY346" fmla="*/ 5785550 h 6858000"/>
              <a:gd name="connsiteX347" fmla="*/ 3746477 w 7467600"/>
              <a:gd name="connsiteY347" fmla="*/ 5377889 h 6858000"/>
              <a:gd name="connsiteX348" fmla="*/ 3863399 w 7467600"/>
              <a:gd name="connsiteY348" fmla="*/ 5087257 h 6858000"/>
              <a:gd name="connsiteX349" fmla="*/ 3968712 w 7467600"/>
              <a:gd name="connsiteY349" fmla="*/ 4913989 h 6858000"/>
              <a:gd name="connsiteX350" fmla="*/ 2792390 w 7467600"/>
              <a:gd name="connsiteY350" fmla="*/ 5382974 h 6858000"/>
              <a:gd name="connsiteX351" fmla="*/ 2714982 w 7467600"/>
              <a:gd name="connsiteY351" fmla="*/ 5427051 h 6858000"/>
              <a:gd name="connsiteX352" fmla="*/ 2813361 w 7467600"/>
              <a:gd name="connsiteY352" fmla="*/ 6023912 h 6858000"/>
              <a:gd name="connsiteX353" fmla="*/ 2688430 w 7467600"/>
              <a:gd name="connsiteY353" fmla="*/ 6801564 h 6858000"/>
              <a:gd name="connsiteX354" fmla="*/ 2629626 w 7467600"/>
              <a:gd name="connsiteY354" fmla="*/ 6763394 h 6858000"/>
              <a:gd name="connsiteX355" fmla="*/ 2565328 w 7467600"/>
              <a:gd name="connsiteY355" fmla="*/ 5516399 h 6858000"/>
              <a:gd name="connsiteX356" fmla="*/ 1922999 w 7467600"/>
              <a:gd name="connsiteY356" fmla="*/ 5980343 h 6858000"/>
              <a:gd name="connsiteX357" fmla="*/ 1950261 w 7467600"/>
              <a:gd name="connsiteY357" fmla="*/ 6405858 h 6858000"/>
              <a:gd name="connsiteX358" fmla="*/ 2365554 w 7467600"/>
              <a:gd name="connsiteY358" fmla="*/ 6759107 h 6858000"/>
              <a:gd name="connsiteX359" fmla="*/ 2424142 w 7467600"/>
              <a:gd name="connsiteY359" fmla="*/ 6858000 h 6858000"/>
              <a:gd name="connsiteX360" fmla="*/ 2395994 w 7467600"/>
              <a:gd name="connsiteY360" fmla="*/ 6858000 h 6858000"/>
              <a:gd name="connsiteX361" fmla="*/ 2392863 w 7467600"/>
              <a:gd name="connsiteY361" fmla="*/ 6852964 h 6858000"/>
              <a:gd name="connsiteX362" fmla="*/ 2017589 w 7467600"/>
              <a:gd name="connsiteY362" fmla="*/ 6493982 h 6858000"/>
              <a:gd name="connsiteX363" fmla="*/ 2147336 w 7467600"/>
              <a:gd name="connsiteY363" fmla="*/ 6594052 h 6858000"/>
              <a:gd name="connsiteX364" fmla="*/ 2207047 w 7467600"/>
              <a:gd name="connsiteY364" fmla="*/ 6654540 h 6858000"/>
              <a:gd name="connsiteX365" fmla="*/ 2299106 w 7467600"/>
              <a:gd name="connsiteY365" fmla="*/ 6778931 h 6858000"/>
              <a:gd name="connsiteX366" fmla="*/ 2314430 w 7467600"/>
              <a:gd name="connsiteY366" fmla="*/ 6801144 h 6858000"/>
              <a:gd name="connsiteX367" fmla="*/ 2352406 w 7467600"/>
              <a:gd name="connsiteY367" fmla="*/ 6858000 h 6858000"/>
              <a:gd name="connsiteX368" fmla="*/ 2314492 w 7467600"/>
              <a:gd name="connsiteY368" fmla="*/ 6858000 h 6858000"/>
              <a:gd name="connsiteX369" fmla="*/ 2288095 w 7467600"/>
              <a:gd name="connsiteY369" fmla="*/ 6818030 h 6858000"/>
              <a:gd name="connsiteX370" fmla="*/ 2272768 w 7467600"/>
              <a:gd name="connsiteY370" fmla="*/ 6795822 h 6858000"/>
              <a:gd name="connsiteX371" fmla="*/ 2182715 w 7467600"/>
              <a:gd name="connsiteY371" fmla="*/ 6675071 h 6858000"/>
              <a:gd name="connsiteX372" fmla="*/ 2032061 w 7467600"/>
              <a:gd name="connsiteY372" fmla="*/ 6541380 h 6858000"/>
              <a:gd name="connsiteX373" fmla="*/ 2257220 w 7467600"/>
              <a:gd name="connsiteY373" fmla="*/ 6826257 h 6858000"/>
              <a:gd name="connsiteX374" fmla="*/ 2281324 w 7467600"/>
              <a:gd name="connsiteY374" fmla="*/ 6858000 h 6858000"/>
              <a:gd name="connsiteX375" fmla="*/ 2242860 w 7467600"/>
              <a:gd name="connsiteY375" fmla="*/ 6858000 h 6858000"/>
              <a:gd name="connsiteX376" fmla="*/ 2232818 w 7467600"/>
              <a:gd name="connsiteY376" fmla="*/ 6844926 h 6858000"/>
              <a:gd name="connsiteX377" fmla="*/ 1990172 w 7467600"/>
              <a:gd name="connsiteY377" fmla="*/ 6542121 h 6858000"/>
              <a:gd name="connsiteX378" fmla="*/ 2124090 w 7467600"/>
              <a:gd name="connsiteY378" fmla="*/ 6761017 h 6858000"/>
              <a:gd name="connsiteX379" fmla="*/ 2200380 w 7467600"/>
              <a:gd name="connsiteY379" fmla="*/ 6858000 h 6858000"/>
              <a:gd name="connsiteX380" fmla="*/ 2147507 w 7467600"/>
              <a:gd name="connsiteY380" fmla="*/ 6858000 h 6858000"/>
              <a:gd name="connsiteX381" fmla="*/ 2070668 w 7467600"/>
              <a:gd name="connsiteY381" fmla="*/ 6761520 h 6858000"/>
              <a:gd name="connsiteX382" fmla="*/ 1975142 w 7467600"/>
              <a:gd name="connsiteY382" fmla="*/ 6585570 h 6858000"/>
              <a:gd name="connsiteX383" fmla="*/ 2050035 w 7467600"/>
              <a:gd name="connsiteY383" fmla="*/ 6813345 h 6858000"/>
              <a:gd name="connsiteX384" fmla="*/ 2063025 w 7467600"/>
              <a:gd name="connsiteY384" fmla="*/ 6858000 h 6858000"/>
              <a:gd name="connsiteX385" fmla="*/ 2021675 w 7467600"/>
              <a:gd name="connsiteY385" fmla="*/ 6858000 h 6858000"/>
              <a:gd name="connsiteX386" fmla="*/ 2019308 w 7467600"/>
              <a:gd name="connsiteY386" fmla="*/ 6847118 h 6858000"/>
              <a:gd name="connsiteX387" fmla="*/ 1938835 w 7467600"/>
              <a:gd name="connsiteY387" fmla="*/ 6551160 h 6858000"/>
              <a:gd name="connsiteX388" fmla="*/ 1953230 w 7467600"/>
              <a:gd name="connsiteY388" fmla="*/ 6759699 h 6858000"/>
              <a:gd name="connsiteX389" fmla="*/ 1956763 w 7467600"/>
              <a:gd name="connsiteY389" fmla="*/ 6778191 h 6858000"/>
              <a:gd name="connsiteX390" fmla="*/ 1967925 w 7467600"/>
              <a:gd name="connsiteY390" fmla="*/ 6858000 h 6858000"/>
              <a:gd name="connsiteX391" fmla="*/ 1936622 w 7467600"/>
              <a:gd name="connsiteY391" fmla="*/ 6858000 h 6858000"/>
              <a:gd name="connsiteX392" fmla="*/ 1926261 w 7467600"/>
              <a:gd name="connsiteY392" fmla="*/ 6784064 h 6858000"/>
              <a:gd name="connsiteX393" fmla="*/ 1922724 w 7467600"/>
              <a:gd name="connsiteY393" fmla="*/ 6765577 h 6858000"/>
              <a:gd name="connsiteX394" fmla="*/ 1904650 w 7467600"/>
              <a:gd name="connsiteY394" fmla="*/ 6639616 h 6858000"/>
              <a:gd name="connsiteX395" fmla="*/ 1885273 w 7467600"/>
              <a:gd name="connsiteY395" fmla="*/ 6858000 h 6858000"/>
              <a:gd name="connsiteX396" fmla="*/ 1854363 w 7467600"/>
              <a:gd name="connsiteY396" fmla="*/ 6858000 h 6858000"/>
              <a:gd name="connsiteX397" fmla="*/ 1880391 w 7467600"/>
              <a:gd name="connsiteY397" fmla="*/ 6603796 h 6858000"/>
              <a:gd name="connsiteX398" fmla="*/ 1818273 w 7467600"/>
              <a:gd name="connsiteY398" fmla="*/ 6715729 h 6858000"/>
              <a:gd name="connsiteX399" fmla="*/ 1794691 w 7467600"/>
              <a:gd name="connsiteY399" fmla="*/ 6843239 h 6858000"/>
              <a:gd name="connsiteX400" fmla="*/ 1794914 w 7467600"/>
              <a:gd name="connsiteY400" fmla="*/ 6858000 h 6858000"/>
              <a:gd name="connsiteX401" fmla="*/ 1746128 w 7467600"/>
              <a:gd name="connsiteY401" fmla="*/ 6858000 h 6858000"/>
              <a:gd name="connsiteX402" fmla="*/ 1753934 w 7467600"/>
              <a:gd name="connsiteY402" fmla="*/ 6724796 h 6858000"/>
              <a:gd name="connsiteX403" fmla="*/ 1792053 w 7467600"/>
              <a:gd name="connsiteY403" fmla="*/ 6572396 h 6858000"/>
              <a:gd name="connsiteX404" fmla="*/ 1862248 w 7467600"/>
              <a:gd name="connsiteY404" fmla="*/ 6266397 h 6858000"/>
              <a:gd name="connsiteX405" fmla="*/ 1862250 w 7467600"/>
              <a:gd name="connsiteY405" fmla="*/ 6033531 h 6858000"/>
              <a:gd name="connsiteX406" fmla="*/ 1211999 w 7467600"/>
              <a:gd name="connsiteY406" fmla="*/ 6683610 h 6858000"/>
              <a:gd name="connsiteX407" fmla="*/ 1213266 w 7467600"/>
              <a:gd name="connsiteY407" fmla="*/ 6691947 h 6858000"/>
              <a:gd name="connsiteX408" fmla="*/ 1203370 w 7467600"/>
              <a:gd name="connsiteY408" fmla="*/ 6850676 h 6858000"/>
              <a:gd name="connsiteX409" fmla="*/ 1203671 w 7467600"/>
              <a:gd name="connsiteY409" fmla="*/ 6858000 h 6858000"/>
              <a:gd name="connsiteX410" fmla="*/ 1143180 w 7467600"/>
              <a:gd name="connsiteY410" fmla="*/ 6858000 h 6858000"/>
              <a:gd name="connsiteX411" fmla="*/ 1142176 w 7467600"/>
              <a:gd name="connsiteY411" fmla="*/ 6766045 h 6858000"/>
              <a:gd name="connsiteX412" fmla="*/ 1067484 w 7467600"/>
              <a:gd name="connsiteY412" fmla="*/ 6858000 h 6858000"/>
              <a:gd name="connsiteX413" fmla="*/ 953928 w 7467600"/>
              <a:gd name="connsiteY413" fmla="*/ 6858000 h 6858000"/>
              <a:gd name="connsiteX414" fmla="*/ 959715 w 7467600"/>
              <a:gd name="connsiteY414" fmla="*/ 6850185 h 6858000"/>
              <a:gd name="connsiteX415" fmla="*/ 1483788 w 7467600"/>
              <a:gd name="connsiteY415" fmla="*/ 6259174 h 6858000"/>
              <a:gd name="connsiteX416" fmla="*/ 1100671 w 7467600"/>
              <a:gd name="connsiteY416" fmla="*/ 6252137 h 6858000"/>
              <a:gd name="connsiteX417" fmla="*/ 1090144 w 7467600"/>
              <a:gd name="connsiteY417" fmla="*/ 6256748 h 6858000"/>
              <a:gd name="connsiteX418" fmla="*/ 1095872 w 7467600"/>
              <a:gd name="connsiteY418" fmla="*/ 6271892 h 6858000"/>
              <a:gd name="connsiteX419" fmla="*/ 262785 w 7467600"/>
              <a:gd name="connsiteY419" fmla="*/ 6845450 h 6858000"/>
              <a:gd name="connsiteX420" fmla="*/ 209968 w 7467600"/>
              <a:gd name="connsiteY420" fmla="*/ 6770713 h 6858000"/>
              <a:gd name="connsiteX421" fmla="*/ 873460 w 7467600"/>
              <a:gd name="connsiteY421" fmla="*/ 6253768 h 6858000"/>
              <a:gd name="connsiteX422" fmla="*/ 192686 w 7467600"/>
              <a:gd name="connsiteY422" fmla="*/ 5849257 h 6858000"/>
              <a:gd name="connsiteX423" fmla="*/ 4696 w 7467600"/>
              <a:gd name="connsiteY423" fmla="*/ 5697668 h 6858000"/>
              <a:gd name="connsiteX424" fmla="*/ 0 w 7467600"/>
              <a:gd name="connsiteY424" fmla="*/ 5689984 h 6858000"/>
              <a:gd name="connsiteX425" fmla="*/ 0 w 7467600"/>
              <a:gd name="connsiteY425" fmla="*/ 5513472 h 6858000"/>
              <a:gd name="connsiteX426" fmla="*/ 174101 w 7467600"/>
              <a:gd name="connsiteY426" fmla="*/ 5620277 h 6858000"/>
              <a:gd name="connsiteX427" fmla="*/ 891800 w 7467600"/>
              <a:gd name="connsiteY427" fmla="*/ 6036935 h 6858000"/>
              <a:gd name="connsiteX428" fmla="*/ 1072219 w 7467600"/>
              <a:gd name="connsiteY428" fmla="*/ 6169443 h 6858000"/>
              <a:gd name="connsiteX429" fmla="*/ 1074117 w 7467600"/>
              <a:gd name="connsiteY429" fmla="*/ 6170301 h 6858000"/>
              <a:gd name="connsiteX430" fmla="*/ 1083114 w 7467600"/>
              <a:gd name="connsiteY430" fmla="*/ 6174131 h 6858000"/>
              <a:gd name="connsiteX431" fmla="*/ 1543010 w 7467600"/>
              <a:gd name="connsiteY431" fmla="*/ 6191140 h 6858000"/>
              <a:gd name="connsiteX432" fmla="*/ 1551080 w 7467600"/>
              <a:gd name="connsiteY432" fmla="*/ 6195006 h 6858000"/>
              <a:gd name="connsiteX433" fmla="*/ 2345443 w 7467600"/>
              <a:gd name="connsiteY433" fmla="*/ 5549882 h 6858000"/>
              <a:gd name="connsiteX434" fmla="*/ 1721499 w 7467600"/>
              <a:gd name="connsiteY434" fmla="*/ 5599969 h 6858000"/>
              <a:gd name="connsiteX435" fmla="*/ 767716 w 7467600"/>
              <a:gd name="connsiteY435" fmla="*/ 5472768 h 6858000"/>
              <a:gd name="connsiteX436" fmla="*/ 722147 w 7467600"/>
              <a:gd name="connsiteY436" fmla="*/ 5393091 h 6858000"/>
              <a:gd name="connsiteX437" fmla="*/ 1485552 w 7467600"/>
              <a:gd name="connsiteY437" fmla="*/ 5313202 h 6858000"/>
              <a:gd name="connsiteX438" fmla="*/ 2143004 w 7467600"/>
              <a:gd name="connsiteY438" fmla="*/ 5402420 h 6858000"/>
              <a:gd name="connsiteX439" fmla="*/ 1933391 w 7467600"/>
              <a:gd name="connsiteY439" fmla="*/ 5156971 h 6858000"/>
              <a:gd name="connsiteX440" fmla="*/ 1827118 w 7467600"/>
              <a:gd name="connsiteY440" fmla="*/ 4968410 h 6858000"/>
              <a:gd name="connsiteX441" fmla="*/ 1837349 w 7467600"/>
              <a:gd name="connsiteY441" fmla="*/ 4956357 h 6858000"/>
              <a:gd name="connsiteX442" fmla="*/ 2162835 w 7467600"/>
              <a:gd name="connsiteY442" fmla="*/ 5187853 h 6858000"/>
              <a:gd name="connsiteX443" fmla="*/ 2257167 w 7467600"/>
              <a:gd name="connsiteY443" fmla="*/ 5462123 h 6858000"/>
              <a:gd name="connsiteX444" fmla="*/ 2261598 w 7467600"/>
              <a:gd name="connsiteY444" fmla="*/ 5467998 h 6858000"/>
              <a:gd name="connsiteX445" fmla="*/ 2437177 w 7467600"/>
              <a:gd name="connsiteY445" fmla="*/ 5479608 h 6858000"/>
              <a:gd name="connsiteX446" fmla="*/ 2445247 w 7467600"/>
              <a:gd name="connsiteY446" fmla="*/ 5483476 h 6858000"/>
              <a:gd name="connsiteX447" fmla="*/ 2743626 w 7467600"/>
              <a:gd name="connsiteY447" fmla="*/ 5304819 h 6858000"/>
              <a:gd name="connsiteX448" fmla="*/ 3048102 w 7467600"/>
              <a:gd name="connsiteY448" fmla="*/ 5150595 h 6858000"/>
              <a:gd name="connsiteX449" fmla="*/ 1799414 w 7467600"/>
              <a:gd name="connsiteY449" fmla="*/ 4694732 h 6858000"/>
              <a:gd name="connsiteX450" fmla="*/ 1771735 w 7467600"/>
              <a:gd name="connsiteY450" fmla="*/ 4619929 h 6858000"/>
              <a:gd name="connsiteX451" fmla="*/ 3104273 w 7467600"/>
              <a:gd name="connsiteY451" fmla="*/ 5076159 h 6858000"/>
              <a:gd name="connsiteX452" fmla="*/ 3113245 w 7467600"/>
              <a:gd name="connsiteY452" fmla="*/ 5090705 h 6858000"/>
              <a:gd name="connsiteX453" fmla="*/ 3126294 w 7467600"/>
              <a:gd name="connsiteY453" fmla="*/ 5114400 h 6858000"/>
              <a:gd name="connsiteX454" fmla="*/ 3937433 w 7467600"/>
              <a:gd name="connsiteY454" fmla="*/ 4830473 h 6858000"/>
              <a:gd name="connsiteX455" fmla="*/ 3590475 w 7467600"/>
              <a:gd name="connsiteY455" fmla="*/ 4597974 h 6858000"/>
              <a:gd name="connsiteX456" fmla="*/ 3100264 w 7467600"/>
              <a:gd name="connsiteY456" fmla="*/ 4579845 h 6858000"/>
              <a:gd name="connsiteX457" fmla="*/ 2183576 w 7467600"/>
              <a:gd name="connsiteY457" fmla="*/ 4227150 h 6858000"/>
              <a:gd name="connsiteX458" fmla="*/ 2151029 w 7467600"/>
              <a:gd name="connsiteY458" fmla="*/ 4146947 h 6858000"/>
              <a:gd name="connsiteX459" fmla="*/ 3563434 w 7467600"/>
              <a:gd name="connsiteY459" fmla="*/ 4469115 h 6858000"/>
              <a:gd name="connsiteX460" fmla="*/ 3177952 w 7467600"/>
              <a:gd name="connsiteY460" fmla="*/ 3657386 h 6858000"/>
              <a:gd name="connsiteX461" fmla="*/ 3189263 w 7467600"/>
              <a:gd name="connsiteY461" fmla="*/ 3625726 h 6858000"/>
              <a:gd name="connsiteX462" fmla="*/ 3560912 w 7467600"/>
              <a:gd name="connsiteY462" fmla="*/ 4079863 h 6858000"/>
              <a:gd name="connsiteX463" fmla="*/ 3626636 w 7467600"/>
              <a:gd name="connsiteY463" fmla="*/ 4512230 h 6858000"/>
              <a:gd name="connsiteX464" fmla="*/ 3653088 w 7467600"/>
              <a:gd name="connsiteY464" fmla="*/ 4521417 h 6858000"/>
              <a:gd name="connsiteX465" fmla="*/ 3988128 w 7467600"/>
              <a:gd name="connsiteY465" fmla="*/ 4817267 h 6858000"/>
              <a:gd name="connsiteX466" fmla="*/ 4830582 w 7467600"/>
              <a:gd name="connsiteY466" fmla="*/ 4676000 h 6858000"/>
              <a:gd name="connsiteX467" fmla="*/ 4830100 w 7467600"/>
              <a:gd name="connsiteY467" fmla="*/ 4675554 h 6858000"/>
              <a:gd name="connsiteX468" fmla="*/ 4036318 w 7467600"/>
              <a:gd name="connsiteY468" fmla="*/ 4147013 h 6858000"/>
              <a:gd name="connsiteX469" fmla="*/ 3432098 w 7467600"/>
              <a:gd name="connsiteY469" fmla="*/ 3537312 h 6858000"/>
              <a:gd name="connsiteX470" fmla="*/ 3446761 w 7467600"/>
              <a:gd name="connsiteY470" fmla="*/ 3461278 h 6858000"/>
              <a:gd name="connsiteX471" fmla="*/ 4419733 w 7467600"/>
              <a:gd name="connsiteY471" fmla="*/ 3963555 h 6858000"/>
              <a:gd name="connsiteX472" fmla="*/ 4781371 w 7467600"/>
              <a:gd name="connsiteY472" fmla="*/ 4458604 h 6858000"/>
              <a:gd name="connsiteX473" fmla="*/ 4780440 w 7467600"/>
              <a:gd name="connsiteY473" fmla="*/ 4470290 h 6858000"/>
              <a:gd name="connsiteX474" fmla="*/ 4898954 w 7467600"/>
              <a:gd name="connsiteY474" fmla="*/ 4662092 h 6858000"/>
              <a:gd name="connsiteX475" fmla="*/ 4900699 w 7467600"/>
              <a:gd name="connsiteY475" fmla="*/ 4670867 h 6858000"/>
              <a:gd name="connsiteX476" fmla="*/ 5714511 w 7467600"/>
              <a:gd name="connsiteY476" fmla="*/ 4663483 h 6858000"/>
              <a:gd name="connsiteX477" fmla="*/ 5464793 w 7467600"/>
              <a:gd name="connsiteY477" fmla="*/ 4393556 h 6858000"/>
              <a:gd name="connsiteX478" fmla="*/ 5461897 w 7467600"/>
              <a:gd name="connsiteY478" fmla="*/ 4390879 h 6858000"/>
              <a:gd name="connsiteX479" fmla="*/ 4294126 w 7467600"/>
              <a:gd name="connsiteY479" fmla="*/ 3303048 h 6858000"/>
              <a:gd name="connsiteX480" fmla="*/ 4305321 w 7467600"/>
              <a:gd name="connsiteY480" fmla="*/ 3256953 h 6858000"/>
              <a:gd name="connsiteX481" fmla="*/ 4949299 w 7467600"/>
              <a:gd name="connsiteY481" fmla="*/ 3766336 h 6858000"/>
              <a:gd name="connsiteX482" fmla="*/ 5291452 w 7467600"/>
              <a:gd name="connsiteY482" fmla="*/ 4076801 h 6858000"/>
              <a:gd name="connsiteX483" fmla="*/ 5434998 w 7467600"/>
              <a:gd name="connsiteY483" fmla="*/ 4254100 h 6858000"/>
              <a:gd name="connsiteX484" fmla="*/ 5351015 w 7467600"/>
              <a:gd name="connsiteY484" fmla="*/ 3760989 h 6858000"/>
              <a:gd name="connsiteX485" fmla="*/ 5413780 w 7467600"/>
              <a:gd name="connsiteY485" fmla="*/ 2966265 h 6858000"/>
              <a:gd name="connsiteX486" fmla="*/ 5425627 w 7467600"/>
              <a:gd name="connsiteY486" fmla="*/ 2954192 h 6858000"/>
              <a:gd name="connsiteX487" fmla="*/ 6604735 w 7467600"/>
              <a:gd name="connsiteY487" fmla="*/ 2041381 h 6858000"/>
              <a:gd name="connsiteX488" fmla="*/ 7204487 w 7467600"/>
              <a:gd name="connsiteY488" fmla="*/ 2742112 h 6858000"/>
              <a:gd name="connsiteX489" fmla="*/ 7131592 w 7467600"/>
              <a:gd name="connsiteY489" fmla="*/ 2672096 h 6858000"/>
              <a:gd name="connsiteX490" fmla="*/ 6996344 w 7467600"/>
              <a:gd name="connsiteY490" fmla="*/ 2518310 h 6858000"/>
              <a:gd name="connsiteX491" fmla="*/ 6735495 w 7467600"/>
              <a:gd name="connsiteY491" fmla="*/ 2196890 h 6858000"/>
              <a:gd name="connsiteX492" fmla="*/ 6721901 w 7467600"/>
              <a:gd name="connsiteY492" fmla="*/ 2179274 h 6858000"/>
              <a:gd name="connsiteX493" fmla="*/ 6604735 w 7467600"/>
              <a:gd name="connsiteY493" fmla="*/ 2041381 h 6858000"/>
              <a:gd name="connsiteX494" fmla="*/ 6591670 w 7467600"/>
              <a:gd name="connsiteY494" fmla="*/ 1988277 h 6858000"/>
              <a:gd name="connsiteX495" fmla="*/ 6747349 w 7467600"/>
              <a:gd name="connsiteY495" fmla="*/ 2160069 h 6858000"/>
              <a:gd name="connsiteX496" fmla="*/ 6760943 w 7467600"/>
              <a:gd name="connsiteY496" fmla="*/ 2177686 h 6858000"/>
              <a:gd name="connsiteX497" fmla="*/ 7021065 w 7467600"/>
              <a:gd name="connsiteY497" fmla="*/ 2498102 h 6858000"/>
              <a:gd name="connsiteX498" fmla="*/ 7155223 w 7467600"/>
              <a:gd name="connsiteY498" fmla="*/ 2650386 h 6858000"/>
              <a:gd name="connsiteX499" fmla="*/ 7203167 w 7467600"/>
              <a:gd name="connsiteY499" fmla="*/ 2697288 h 6858000"/>
              <a:gd name="connsiteX500" fmla="*/ 6937703 w 7467600"/>
              <a:gd name="connsiteY500" fmla="*/ 2321981 h 6858000"/>
              <a:gd name="connsiteX501" fmla="*/ 6591670 w 7467600"/>
              <a:gd name="connsiteY501" fmla="*/ 1988277 h 6858000"/>
              <a:gd name="connsiteX502" fmla="*/ 5798671 w 7467600"/>
              <a:gd name="connsiteY502" fmla="*/ 1981601 h 6858000"/>
              <a:gd name="connsiteX503" fmla="*/ 5754709 w 7467600"/>
              <a:gd name="connsiteY503" fmla="*/ 2071454 h 6858000"/>
              <a:gd name="connsiteX504" fmla="*/ 5763044 w 7467600"/>
              <a:gd name="connsiteY504" fmla="*/ 2842206 h 6858000"/>
              <a:gd name="connsiteX505" fmla="*/ 5764974 w 7467600"/>
              <a:gd name="connsiteY505" fmla="*/ 2799609 h 6858000"/>
              <a:gd name="connsiteX506" fmla="*/ 5767665 w 7467600"/>
              <a:gd name="connsiteY506" fmla="*/ 2666409 h 6858000"/>
              <a:gd name="connsiteX507" fmla="*/ 5763055 w 7467600"/>
              <a:gd name="connsiteY507" fmla="*/ 2579705 h 6858000"/>
              <a:gd name="connsiteX508" fmla="*/ 5758079 w 7467600"/>
              <a:gd name="connsiteY508" fmla="*/ 2492508 h 6858000"/>
              <a:gd name="connsiteX509" fmla="*/ 5779325 w 7467600"/>
              <a:gd name="connsiteY509" fmla="*/ 2197069 h 6858000"/>
              <a:gd name="connsiteX510" fmla="*/ 5798671 w 7467600"/>
              <a:gd name="connsiteY510" fmla="*/ 1981601 h 6858000"/>
              <a:gd name="connsiteX511" fmla="*/ 5829202 w 7467600"/>
              <a:gd name="connsiteY511" fmla="*/ 1971679 h 6858000"/>
              <a:gd name="connsiteX512" fmla="*/ 5809558 w 7467600"/>
              <a:gd name="connsiteY512" fmla="*/ 2198043 h 6858000"/>
              <a:gd name="connsiteX513" fmla="*/ 5788653 w 7467600"/>
              <a:gd name="connsiteY513" fmla="*/ 2489430 h 6858000"/>
              <a:gd name="connsiteX514" fmla="*/ 5793439 w 7467600"/>
              <a:gd name="connsiteY514" fmla="*/ 2575235 h 6858000"/>
              <a:gd name="connsiteX515" fmla="*/ 5796837 w 7467600"/>
              <a:gd name="connsiteY515" fmla="*/ 2637633 h 6858000"/>
              <a:gd name="connsiteX516" fmla="*/ 5818614 w 7467600"/>
              <a:gd name="connsiteY516" fmla="*/ 2473055 h 6858000"/>
              <a:gd name="connsiteX517" fmla="*/ 5829202 w 7467600"/>
              <a:gd name="connsiteY517" fmla="*/ 1971679 h 6858000"/>
              <a:gd name="connsiteX518" fmla="*/ 5911389 w 7467600"/>
              <a:gd name="connsiteY518" fmla="*/ 1898371 h 6858000"/>
              <a:gd name="connsiteX519" fmla="*/ 6237627 w 7467600"/>
              <a:gd name="connsiteY519" fmla="*/ 2231921 h 6858000"/>
              <a:gd name="connsiteX520" fmla="*/ 5911389 w 7467600"/>
              <a:gd name="connsiteY520" fmla="*/ 1898371 h 6858000"/>
              <a:gd name="connsiteX521" fmla="*/ 6944437 w 7467600"/>
              <a:gd name="connsiteY521" fmla="*/ 1575402 h 6858000"/>
              <a:gd name="connsiteX522" fmla="*/ 6304730 w 7467600"/>
              <a:gd name="connsiteY522" fmla="*/ 1766654 h 6858000"/>
              <a:gd name="connsiteX523" fmla="*/ 6944437 w 7467600"/>
              <a:gd name="connsiteY523" fmla="*/ 1575402 h 6858000"/>
              <a:gd name="connsiteX524" fmla="*/ 7019523 w 7467600"/>
              <a:gd name="connsiteY524" fmla="*/ 1519450 h 6858000"/>
              <a:gd name="connsiteX525" fmla="*/ 6298091 w 7467600"/>
              <a:gd name="connsiteY525" fmla="*/ 1737122 h 6858000"/>
              <a:gd name="connsiteX526" fmla="*/ 7019523 w 7467600"/>
              <a:gd name="connsiteY526" fmla="*/ 1519450 h 6858000"/>
              <a:gd name="connsiteX527" fmla="*/ 2399523 w 7467600"/>
              <a:gd name="connsiteY527" fmla="*/ 1428234 h 6858000"/>
              <a:gd name="connsiteX528" fmla="*/ 2224982 w 7467600"/>
              <a:gd name="connsiteY528" fmla="*/ 1826201 h 6858000"/>
              <a:gd name="connsiteX529" fmla="*/ 2096099 w 7467600"/>
              <a:gd name="connsiteY529" fmla="*/ 2345900 h 6858000"/>
              <a:gd name="connsiteX530" fmla="*/ 2283317 w 7467600"/>
              <a:gd name="connsiteY530" fmla="*/ 1796925 h 6858000"/>
              <a:gd name="connsiteX531" fmla="*/ 2399523 w 7467600"/>
              <a:gd name="connsiteY531" fmla="*/ 1428234 h 6858000"/>
              <a:gd name="connsiteX532" fmla="*/ 2448558 w 7467600"/>
              <a:gd name="connsiteY532" fmla="*/ 1373435 h 6858000"/>
              <a:gd name="connsiteX533" fmla="*/ 2312521 w 7467600"/>
              <a:gd name="connsiteY533" fmla="*/ 1806140 h 6858000"/>
              <a:gd name="connsiteX534" fmla="*/ 2127533 w 7467600"/>
              <a:gd name="connsiteY534" fmla="*/ 2348380 h 6858000"/>
              <a:gd name="connsiteX535" fmla="*/ 2358080 w 7467600"/>
              <a:gd name="connsiteY535" fmla="*/ 1866134 h 6858000"/>
              <a:gd name="connsiteX536" fmla="*/ 2407436 w 7467600"/>
              <a:gd name="connsiteY536" fmla="*/ 1651070 h 6858000"/>
              <a:gd name="connsiteX537" fmla="*/ 2448558 w 7467600"/>
              <a:gd name="connsiteY537" fmla="*/ 1373435 h 6858000"/>
              <a:gd name="connsiteX538" fmla="*/ 278707 w 7467600"/>
              <a:gd name="connsiteY538" fmla="*/ 1352270 h 6858000"/>
              <a:gd name="connsiteX539" fmla="*/ 321570 w 7467600"/>
              <a:gd name="connsiteY539" fmla="*/ 1861610 h 6858000"/>
              <a:gd name="connsiteX540" fmla="*/ 294281 w 7467600"/>
              <a:gd name="connsiteY540" fmla="*/ 1440658 h 6858000"/>
              <a:gd name="connsiteX541" fmla="*/ 278707 w 7467600"/>
              <a:gd name="connsiteY541" fmla="*/ 1352270 h 6858000"/>
              <a:gd name="connsiteX542" fmla="*/ 1423821 w 7467600"/>
              <a:gd name="connsiteY542" fmla="*/ 1351958 h 6858000"/>
              <a:gd name="connsiteX543" fmla="*/ 1638521 w 7467600"/>
              <a:gd name="connsiteY543" fmla="*/ 1908470 h 6858000"/>
              <a:gd name="connsiteX544" fmla="*/ 1754199 w 7467600"/>
              <a:gd name="connsiteY544" fmla="*/ 2149284 h 6858000"/>
              <a:gd name="connsiteX545" fmla="*/ 1908359 w 7467600"/>
              <a:gd name="connsiteY545" fmla="*/ 2364988 h 6858000"/>
              <a:gd name="connsiteX546" fmla="*/ 1647661 w 7467600"/>
              <a:gd name="connsiteY546" fmla="*/ 1825945 h 6858000"/>
              <a:gd name="connsiteX547" fmla="*/ 1423821 w 7467600"/>
              <a:gd name="connsiteY547" fmla="*/ 1351958 h 6858000"/>
              <a:gd name="connsiteX548" fmla="*/ 1431890 w 7467600"/>
              <a:gd name="connsiteY548" fmla="*/ 1306475 h 6858000"/>
              <a:gd name="connsiteX549" fmla="*/ 1507597 w 7467600"/>
              <a:gd name="connsiteY549" fmla="*/ 1446132 h 6858000"/>
              <a:gd name="connsiteX550" fmla="*/ 1674586 w 7467600"/>
              <a:gd name="connsiteY550" fmla="*/ 1813832 h 6858000"/>
              <a:gd name="connsiteX551" fmla="*/ 1815950 w 7467600"/>
              <a:gd name="connsiteY551" fmla="*/ 2128564 h 6858000"/>
              <a:gd name="connsiteX552" fmla="*/ 1984242 w 7467600"/>
              <a:gd name="connsiteY552" fmla="*/ 2430829 h 6858000"/>
              <a:gd name="connsiteX553" fmla="*/ 2014023 w 7467600"/>
              <a:gd name="connsiteY553" fmla="*/ 2450995 h 6858000"/>
              <a:gd name="connsiteX554" fmla="*/ 1747337 w 7467600"/>
              <a:gd name="connsiteY554" fmla="*/ 1855264 h 6858000"/>
              <a:gd name="connsiteX555" fmla="*/ 1533749 w 7467600"/>
              <a:gd name="connsiteY555" fmla="*/ 1478656 h 6858000"/>
              <a:gd name="connsiteX556" fmla="*/ 1431890 w 7467600"/>
              <a:gd name="connsiteY556" fmla="*/ 1306475 h 6858000"/>
              <a:gd name="connsiteX557" fmla="*/ 5052692 w 7467600"/>
              <a:gd name="connsiteY557" fmla="*/ 1292994 h 6858000"/>
              <a:gd name="connsiteX558" fmla="*/ 5200661 w 7467600"/>
              <a:gd name="connsiteY558" fmla="*/ 1635186 h 6858000"/>
              <a:gd name="connsiteX559" fmla="*/ 5297138 w 7467600"/>
              <a:gd name="connsiteY559" fmla="*/ 1906351 h 6858000"/>
              <a:gd name="connsiteX560" fmla="*/ 5052692 w 7467600"/>
              <a:gd name="connsiteY560" fmla="*/ 1292994 h 6858000"/>
              <a:gd name="connsiteX561" fmla="*/ 5009948 w 7467600"/>
              <a:gd name="connsiteY561" fmla="*/ 1273619 h 6858000"/>
              <a:gd name="connsiteX562" fmla="*/ 5121777 w 7467600"/>
              <a:gd name="connsiteY562" fmla="*/ 1654213 h 6858000"/>
              <a:gd name="connsiteX563" fmla="*/ 5293545 w 7467600"/>
              <a:gd name="connsiteY563" fmla="*/ 2072247 h 6858000"/>
              <a:gd name="connsiteX564" fmla="*/ 5294042 w 7467600"/>
              <a:gd name="connsiteY564" fmla="*/ 2065019 h 6858000"/>
              <a:gd name="connsiteX565" fmla="*/ 5171936 w 7467600"/>
              <a:gd name="connsiteY565" fmla="*/ 1647613 h 6858000"/>
              <a:gd name="connsiteX566" fmla="*/ 5009948 w 7467600"/>
              <a:gd name="connsiteY566" fmla="*/ 1273619 h 6858000"/>
              <a:gd name="connsiteX567" fmla="*/ 655236 w 7467600"/>
              <a:gd name="connsiteY567" fmla="*/ 1268632 h 6858000"/>
              <a:gd name="connsiteX568" fmla="*/ 839521 w 7467600"/>
              <a:gd name="connsiteY568" fmla="*/ 1685315 h 6858000"/>
              <a:gd name="connsiteX569" fmla="*/ 1109416 w 7467600"/>
              <a:gd name="connsiteY569" fmla="*/ 2061663 h 6858000"/>
              <a:gd name="connsiteX570" fmla="*/ 1298300 w 7467600"/>
              <a:gd name="connsiteY570" fmla="*/ 2247742 h 6858000"/>
              <a:gd name="connsiteX571" fmla="*/ 1125871 w 7467600"/>
              <a:gd name="connsiteY571" fmla="*/ 1989513 h 6858000"/>
              <a:gd name="connsiteX572" fmla="*/ 981574 w 7467600"/>
              <a:gd name="connsiteY572" fmla="*/ 1783157 h 6858000"/>
              <a:gd name="connsiteX573" fmla="*/ 922198 w 7467600"/>
              <a:gd name="connsiteY573" fmla="*/ 1677437 h 6858000"/>
              <a:gd name="connsiteX574" fmla="*/ 869293 w 7467600"/>
              <a:gd name="connsiteY574" fmla="*/ 1583214 h 6858000"/>
              <a:gd name="connsiteX575" fmla="*/ 751431 w 7467600"/>
              <a:gd name="connsiteY575" fmla="*/ 1405731 h 6858000"/>
              <a:gd name="connsiteX576" fmla="*/ 655236 w 7467600"/>
              <a:gd name="connsiteY576" fmla="*/ 1268632 h 6858000"/>
              <a:gd name="connsiteX577" fmla="*/ 6516292 w 7467600"/>
              <a:gd name="connsiteY577" fmla="*/ 1263064 h 6858000"/>
              <a:gd name="connsiteX578" fmla="*/ 5736320 w 7467600"/>
              <a:gd name="connsiteY578" fmla="*/ 1501803 h 6858000"/>
              <a:gd name="connsiteX579" fmla="*/ 6516292 w 7467600"/>
              <a:gd name="connsiteY579" fmla="*/ 1263064 h 6858000"/>
              <a:gd name="connsiteX580" fmla="*/ 291466 w 7467600"/>
              <a:gd name="connsiteY580" fmla="*/ 1250369 h 6858000"/>
              <a:gd name="connsiteX581" fmla="*/ 323180 w 7467600"/>
              <a:gd name="connsiteY581" fmla="*/ 1435283 h 6858000"/>
              <a:gd name="connsiteX582" fmla="*/ 349381 w 7467600"/>
              <a:gd name="connsiteY582" fmla="*/ 1875041 h 6858000"/>
              <a:gd name="connsiteX583" fmla="*/ 374363 w 7467600"/>
              <a:gd name="connsiteY583" fmla="*/ 1506494 h 6858000"/>
              <a:gd name="connsiteX584" fmla="*/ 302168 w 7467600"/>
              <a:gd name="connsiteY584" fmla="*/ 1274495 h 6858000"/>
              <a:gd name="connsiteX585" fmla="*/ 291466 w 7467600"/>
              <a:gd name="connsiteY585" fmla="*/ 1250369 h 6858000"/>
              <a:gd name="connsiteX586" fmla="*/ 678222 w 7467600"/>
              <a:gd name="connsiteY586" fmla="*/ 1248670 h 6858000"/>
              <a:gd name="connsiteX587" fmla="*/ 775536 w 7467600"/>
              <a:gd name="connsiteY587" fmla="*/ 1388015 h 6858000"/>
              <a:gd name="connsiteX588" fmla="*/ 894529 w 7467600"/>
              <a:gd name="connsiteY588" fmla="*/ 1567739 h 6858000"/>
              <a:gd name="connsiteX589" fmla="*/ 948000 w 7467600"/>
              <a:gd name="connsiteY589" fmla="*/ 1663088 h 6858000"/>
              <a:gd name="connsiteX590" fmla="*/ 1006812 w 7467600"/>
              <a:gd name="connsiteY590" fmla="*/ 1767683 h 6858000"/>
              <a:gd name="connsiteX591" fmla="*/ 1149133 w 7467600"/>
              <a:gd name="connsiteY591" fmla="*/ 1971513 h 6858000"/>
              <a:gd name="connsiteX592" fmla="*/ 1333952 w 7467600"/>
              <a:gd name="connsiteY592" fmla="*/ 2251620 h 6858000"/>
              <a:gd name="connsiteX593" fmla="*/ 1337329 w 7467600"/>
              <a:gd name="connsiteY593" fmla="*/ 2258350 h 6858000"/>
              <a:gd name="connsiteX594" fmla="*/ 1014726 w 7467600"/>
              <a:gd name="connsiteY594" fmla="*/ 1615556 h 6858000"/>
              <a:gd name="connsiteX595" fmla="*/ 678222 w 7467600"/>
              <a:gd name="connsiteY595" fmla="*/ 1248670 h 6858000"/>
              <a:gd name="connsiteX596" fmla="*/ 6691602 w 7467600"/>
              <a:gd name="connsiteY596" fmla="*/ 1140573 h 6858000"/>
              <a:gd name="connsiteX597" fmla="*/ 6571100 w 7467600"/>
              <a:gd name="connsiteY597" fmla="*/ 1183662 h 6858000"/>
              <a:gd name="connsiteX598" fmla="*/ 6241687 w 7467600"/>
              <a:gd name="connsiteY598" fmla="*/ 1257600 h 6858000"/>
              <a:gd name="connsiteX599" fmla="*/ 5693009 w 7467600"/>
              <a:gd name="connsiteY599" fmla="*/ 1478256 h 6858000"/>
              <a:gd name="connsiteX600" fmla="*/ 6548420 w 7467600"/>
              <a:gd name="connsiteY600" fmla="*/ 1214599 h 6858000"/>
              <a:gd name="connsiteX601" fmla="*/ 6605473 w 7467600"/>
              <a:gd name="connsiteY601" fmla="*/ 1184686 h 6858000"/>
              <a:gd name="connsiteX602" fmla="*/ 6691602 w 7467600"/>
              <a:gd name="connsiteY602" fmla="*/ 1140573 h 6858000"/>
              <a:gd name="connsiteX603" fmla="*/ 4002475 w 7467600"/>
              <a:gd name="connsiteY603" fmla="*/ 1037802 h 6858000"/>
              <a:gd name="connsiteX604" fmla="*/ 4000324 w 7467600"/>
              <a:gd name="connsiteY604" fmla="*/ 1039362 h 6858000"/>
              <a:gd name="connsiteX605" fmla="*/ 4002862 w 7467600"/>
              <a:gd name="connsiteY605" fmla="*/ 1042866 h 6858000"/>
              <a:gd name="connsiteX606" fmla="*/ 4002475 w 7467600"/>
              <a:gd name="connsiteY606" fmla="*/ 1037802 h 6858000"/>
              <a:gd name="connsiteX607" fmla="*/ 506322 w 7467600"/>
              <a:gd name="connsiteY607" fmla="*/ 1020997 h 6858000"/>
              <a:gd name="connsiteX608" fmla="*/ 533068 w 7467600"/>
              <a:gd name="connsiteY608" fmla="*/ 1029409 h 6858000"/>
              <a:gd name="connsiteX609" fmla="*/ 1232525 w 7467600"/>
              <a:gd name="connsiteY609" fmla="*/ 1804675 h 6858000"/>
              <a:gd name="connsiteX610" fmla="*/ 1388858 w 7467600"/>
              <a:gd name="connsiteY610" fmla="*/ 2368011 h 6858000"/>
              <a:gd name="connsiteX611" fmla="*/ 1384098 w 7467600"/>
              <a:gd name="connsiteY611" fmla="*/ 2378125 h 6858000"/>
              <a:gd name="connsiteX612" fmla="*/ 1425393 w 7467600"/>
              <a:gd name="connsiteY612" fmla="*/ 2589124 h 6858000"/>
              <a:gd name="connsiteX613" fmla="*/ 1424001 w 7467600"/>
              <a:gd name="connsiteY613" fmla="*/ 2597541 h 6858000"/>
              <a:gd name="connsiteX614" fmla="*/ 2152729 w 7467600"/>
              <a:gd name="connsiteY614" fmla="*/ 2864487 h 6858000"/>
              <a:gd name="connsiteX615" fmla="*/ 2020609 w 7467600"/>
              <a:gd name="connsiteY615" fmla="*/ 2539671 h 6858000"/>
              <a:gd name="connsiteX616" fmla="*/ 2018920 w 7467600"/>
              <a:gd name="connsiteY616" fmla="*/ 2536309 h 6858000"/>
              <a:gd name="connsiteX617" fmla="*/ 1342441 w 7467600"/>
              <a:gd name="connsiteY617" fmla="*/ 1173017 h 6858000"/>
              <a:gd name="connsiteX618" fmla="*/ 1367925 w 7467600"/>
              <a:gd name="connsiteY618" fmla="*/ 1135648 h 6858000"/>
              <a:gd name="connsiteX619" fmla="*/ 1771401 w 7467600"/>
              <a:gd name="connsiteY619" fmla="*/ 1806673 h 6858000"/>
              <a:gd name="connsiteX620" fmla="*/ 1972385 w 7467600"/>
              <a:gd name="connsiteY620" fmla="*/ 2198735 h 6858000"/>
              <a:gd name="connsiteX621" fmla="*/ 2040892 w 7467600"/>
              <a:gd name="connsiteY621" fmla="*/ 2405205 h 6858000"/>
              <a:gd name="connsiteX622" fmla="*/ 2131689 w 7467600"/>
              <a:gd name="connsiteY622" fmla="*/ 1936926 h 6858000"/>
              <a:gd name="connsiteX623" fmla="*/ 2454820 w 7467600"/>
              <a:gd name="connsiteY623" fmla="*/ 1248808 h 6858000"/>
              <a:gd name="connsiteX624" fmla="*/ 2492512 w 7467600"/>
              <a:gd name="connsiteY624" fmla="*/ 1302920 h 6858000"/>
              <a:gd name="connsiteX625" fmla="*/ 2081216 w 7467600"/>
              <a:gd name="connsiteY625" fmla="*/ 2527513 h 6858000"/>
              <a:gd name="connsiteX626" fmla="*/ 2081211 w 7467600"/>
              <a:gd name="connsiteY626" fmla="*/ 2528916 h 6858000"/>
              <a:gd name="connsiteX627" fmla="*/ 2199067 w 7467600"/>
              <a:gd name="connsiteY627" fmla="*/ 2884061 h 6858000"/>
              <a:gd name="connsiteX628" fmla="*/ 3192586 w 7467600"/>
              <a:gd name="connsiteY628" fmla="*/ 3411496 h 6858000"/>
              <a:gd name="connsiteX629" fmla="*/ 3182620 w 7467600"/>
              <a:gd name="connsiteY629" fmla="*/ 3483279 h 6858000"/>
              <a:gd name="connsiteX630" fmla="*/ 2435119 w 7467600"/>
              <a:gd name="connsiteY630" fmla="*/ 3080173 h 6858000"/>
              <a:gd name="connsiteX631" fmla="*/ 2410152 w 7467600"/>
              <a:gd name="connsiteY631" fmla="*/ 3063751 h 6858000"/>
              <a:gd name="connsiteX632" fmla="*/ 2408099 w 7467600"/>
              <a:gd name="connsiteY632" fmla="*/ 3064403 h 6858000"/>
              <a:gd name="connsiteX633" fmla="*/ 2407218 w 7467600"/>
              <a:gd name="connsiteY633" fmla="*/ 3070324 h 6858000"/>
              <a:gd name="connsiteX634" fmla="*/ 2380138 w 7467600"/>
              <a:gd name="connsiteY634" fmla="*/ 3099341 h 6858000"/>
              <a:gd name="connsiteX635" fmla="*/ 1765923 w 7467600"/>
              <a:gd name="connsiteY635" fmla="*/ 3581043 h 6858000"/>
              <a:gd name="connsiteX636" fmla="*/ 1702258 w 7467600"/>
              <a:gd name="connsiteY636" fmla="*/ 3612286 h 6858000"/>
              <a:gd name="connsiteX637" fmla="*/ 1538370 w 7467600"/>
              <a:gd name="connsiteY637" fmla="*/ 3811804 h 6858000"/>
              <a:gd name="connsiteX638" fmla="*/ 542867 w 7467600"/>
              <a:gd name="connsiteY638" fmla="*/ 4944092 h 6858000"/>
              <a:gd name="connsiteX639" fmla="*/ 515800 w 7467600"/>
              <a:gd name="connsiteY639" fmla="*/ 4862180 h 6858000"/>
              <a:gd name="connsiteX640" fmla="*/ 909145 w 7467600"/>
              <a:gd name="connsiteY640" fmla="*/ 4199225 h 6858000"/>
              <a:gd name="connsiteX641" fmla="*/ 1214067 w 7467600"/>
              <a:gd name="connsiteY641" fmla="*/ 3908561 h 6858000"/>
              <a:gd name="connsiteX642" fmla="*/ 640967 w 7467600"/>
              <a:gd name="connsiteY642" fmla="*/ 4105601 h 6858000"/>
              <a:gd name="connsiteX643" fmla="*/ 112563 w 7467600"/>
              <a:gd name="connsiteY643" fmla="*/ 4396952 h 6858000"/>
              <a:gd name="connsiteX644" fmla="*/ 0 w 7467600"/>
              <a:gd name="connsiteY644" fmla="*/ 4466006 h 6858000"/>
              <a:gd name="connsiteX645" fmla="*/ 0 w 7467600"/>
              <a:gd name="connsiteY645" fmla="*/ 4233763 h 6858000"/>
              <a:gd name="connsiteX646" fmla="*/ 36881 w 7467600"/>
              <a:gd name="connsiteY646" fmla="*/ 4200118 h 6858000"/>
              <a:gd name="connsiteX647" fmla="*/ 910534 w 7467600"/>
              <a:gd name="connsiteY647" fmla="*/ 3629753 h 6858000"/>
              <a:gd name="connsiteX648" fmla="*/ 1578717 w 7467600"/>
              <a:gd name="connsiteY648" fmla="*/ 3575982 h 6858000"/>
              <a:gd name="connsiteX649" fmla="*/ 2338780 w 7467600"/>
              <a:gd name="connsiteY649" fmla="*/ 3033725 h 6858000"/>
              <a:gd name="connsiteX650" fmla="*/ 1807991 w 7467600"/>
              <a:gd name="connsiteY650" fmla="*/ 2807184 h 6858000"/>
              <a:gd name="connsiteX651" fmla="*/ 1416358 w 7467600"/>
              <a:gd name="connsiteY651" fmla="*/ 3112571 h 6858000"/>
              <a:gd name="connsiteX652" fmla="*/ 939066 w 7467600"/>
              <a:gd name="connsiteY652" fmla="*/ 3378798 h 6858000"/>
              <a:gd name="connsiteX653" fmla="*/ 115099 w 7467600"/>
              <a:gd name="connsiteY653" fmla="*/ 3607650 h 6858000"/>
              <a:gd name="connsiteX654" fmla="*/ 97284 w 7467600"/>
              <a:gd name="connsiteY654" fmla="*/ 3520393 h 6858000"/>
              <a:gd name="connsiteX655" fmla="*/ 922050 w 7467600"/>
              <a:gd name="connsiteY655" fmla="*/ 3074867 h 6858000"/>
              <a:gd name="connsiteX656" fmla="*/ 1405265 w 7467600"/>
              <a:gd name="connsiteY656" fmla="*/ 3016319 h 6858000"/>
              <a:gd name="connsiteX657" fmla="*/ 1407512 w 7467600"/>
              <a:gd name="connsiteY657" fmla="*/ 3018001 h 6858000"/>
              <a:gd name="connsiteX658" fmla="*/ 1726266 w 7467600"/>
              <a:gd name="connsiteY658" fmla="*/ 2777274 h 6858000"/>
              <a:gd name="connsiteX659" fmla="*/ 625390 w 7467600"/>
              <a:gd name="connsiteY659" fmla="*/ 2514541 h 6858000"/>
              <a:gd name="connsiteX660" fmla="*/ 619799 w 7467600"/>
              <a:gd name="connsiteY660" fmla="*/ 2527180 h 6858000"/>
              <a:gd name="connsiteX661" fmla="*/ 310030 w 7467600"/>
              <a:gd name="connsiteY661" fmla="*/ 2771818 h 6858000"/>
              <a:gd name="connsiteX662" fmla="*/ 173877 w 7467600"/>
              <a:gd name="connsiteY662" fmla="*/ 2937056 h 6858000"/>
              <a:gd name="connsiteX663" fmla="*/ 77889 w 7467600"/>
              <a:gd name="connsiteY663" fmla="*/ 3138440 h 6858000"/>
              <a:gd name="connsiteX664" fmla="*/ 0 w 7467600"/>
              <a:gd name="connsiteY664" fmla="*/ 3271395 h 6858000"/>
              <a:gd name="connsiteX665" fmla="*/ 0 w 7467600"/>
              <a:gd name="connsiteY665" fmla="*/ 3153002 h 6858000"/>
              <a:gd name="connsiteX666" fmla="*/ 2386 w 7467600"/>
              <a:gd name="connsiteY666" fmla="*/ 3149203 h 6858000"/>
              <a:gd name="connsiteX667" fmla="*/ 89753 w 7467600"/>
              <a:gd name="connsiteY667" fmla="*/ 2987702 h 6858000"/>
              <a:gd name="connsiteX668" fmla="*/ 76869 w 7467600"/>
              <a:gd name="connsiteY668" fmla="*/ 3005404 h 6858000"/>
              <a:gd name="connsiteX669" fmla="*/ 32049 w 7467600"/>
              <a:gd name="connsiteY669" fmla="*/ 3065814 h 6858000"/>
              <a:gd name="connsiteX670" fmla="*/ 0 w 7467600"/>
              <a:gd name="connsiteY670" fmla="*/ 3108744 h 6858000"/>
              <a:gd name="connsiteX671" fmla="*/ 0 w 7467600"/>
              <a:gd name="connsiteY671" fmla="*/ 3058059 h 6858000"/>
              <a:gd name="connsiteX672" fmla="*/ 7610 w 7467600"/>
              <a:gd name="connsiteY672" fmla="*/ 3047889 h 6858000"/>
              <a:gd name="connsiteX673" fmla="*/ 52419 w 7467600"/>
              <a:gd name="connsiteY673" fmla="*/ 2987479 h 6858000"/>
              <a:gd name="connsiteX674" fmla="*/ 59142 w 7467600"/>
              <a:gd name="connsiteY674" fmla="*/ 2978488 h 6858000"/>
              <a:gd name="connsiteX675" fmla="*/ 0 w 7467600"/>
              <a:gd name="connsiteY675" fmla="*/ 3015334 h 6858000"/>
              <a:gd name="connsiteX676" fmla="*/ 0 w 7467600"/>
              <a:gd name="connsiteY676" fmla="*/ 2914286 h 6858000"/>
              <a:gd name="connsiteX677" fmla="*/ 36383 w 7467600"/>
              <a:gd name="connsiteY677" fmla="*/ 2901128 h 6858000"/>
              <a:gd name="connsiteX678" fmla="*/ 156329 w 7467600"/>
              <a:gd name="connsiteY678" fmla="*/ 2840533 h 6858000"/>
              <a:gd name="connsiteX679" fmla="*/ 358355 w 7467600"/>
              <a:gd name="connsiteY679" fmla="*/ 2620471 h 6858000"/>
              <a:gd name="connsiteX680" fmla="*/ 510577 w 7467600"/>
              <a:gd name="connsiteY680" fmla="*/ 2501244 h 6858000"/>
              <a:gd name="connsiteX681" fmla="*/ 211967 w 7467600"/>
              <a:gd name="connsiteY681" fmla="*/ 2479171 h 6858000"/>
              <a:gd name="connsiteX682" fmla="*/ 0 w 7467600"/>
              <a:gd name="connsiteY682" fmla="*/ 2476398 h 6858000"/>
              <a:gd name="connsiteX683" fmla="*/ 0 w 7467600"/>
              <a:gd name="connsiteY683" fmla="*/ 2389189 h 6858000"/>
              <a:gd name="connsiteX684" fmla="*/ 103062 w 7467600"/>
              <a:gd name="connsiteY684" fmla="*/ 2389518 h 6858000"/>
              <a:gd name="connsiteX685" fmla="*/ 510734 w 7467600"/>
              <a:gd name="connsiteY685" fmla="*/ 2416201 h 6858000"/>
              <a:gd name="connsiteX686" fmla="*/ 279257 w 7467600"/>
              <a:gd name="connsiteY686" fmla="*/ 2092102 h 6858000"/>
              <a:gd name="connsiteX687" fmla="*/ 65265 w 7467600"/>
              <a:gd name="connsiteY687" fmla="*/ 2006049 h 6858000"/>
              <a:gd name="connsiteX688" fmla="*/ 0 w 7467600"/>
              <a:gd name="connsiteY688" fmla="*/ 1982532 h 6858000"/>
              <a:gd name="connsiteX689" fmla="*/ 0 w 7467600"/>
              <a:gd name="connsiteY689" fmla="*/ 1912789 h 6858000"/>
              <a:gd name="connsiteX690" fmla="*/ 97460 w 7467600"/>
              <a:gd name="connsiteY690" fmla="*/ 1953725 h 6858000"/>
              <a:gd name="connsiteX691" fmla="*/ 221272 w 7467600"/>
              <a:gd name="connsiteY691" fmla="*/ 1980766 h 6858000"/>
              <a:gd name="connsiteX692" fmla="*/ 116765 w 7467600"/>
              <a:gd name="connsiteY692" fmla="*/ 1911033 h 6858000"/>
              <a:gd name="connsiteX693" fmla="*/ 16405 w 7467600"/>
              <a:gd name="connsiteY693" fmla="*/ 1803412 h 6858000"/>
              <a:gd name="connsiteX694" fmla="*/ 0 w 7467600"/>
              <a:gd name="connsiteY694" fmla="*/ 1784777 h 6858000"/>
              <a:gd name="connsiteX695" fmla="*/ 0 w 7467600"/>
              <a:gd name="connsiteY695" fmla="*/ 1740082 h 6858000"/>
              <a:gd name="connsiteX696" fmla="*/ 39394 w 7467600"/>
              <a:gd name="connsiteY696" fmla="*/ 1784856 h 6858000"/>
              <a:gd name="connsiteX697" fmla="*/ 135813 w 7467600"/>
              <a:gd name="connsiteY697" fmla="*/ 1888838 h 6858000"/>
              <a:gd name="connsiteX698" fmla="*/ 242575 w 7467600"/>
              <a:gd name="connsiteY698" fmla="*/ 1958841 h 6858000"/>
              <a:gd name="connsiteX699" fmla="*/ 82197 w 7467600"/>
              <a:gd name="connsiteY699" fmla="*/ 1754826 h 6858000"/>
              <a:gd name="connsiteX700" fmla="*/ 0 w 7467600"/>
              <a:gd name="connsiteY700" fmla="*/ 1679650 h 6858000"/>
              <a:gd name="connsiteX701" fmla="*/ 0 w 7467600"/>
              <a:gd name="connsiteY701" fmla="*/ 1602463 h 6858000"/>
              <a:gd name="connsiteX702" fmla="*/ 84689 w 7467600"/>
              <a:gd name="connsiteY702" fmla="*/ 1677442 h 6858000"/>
              <a:gd name="connsiteX703" fmla="*/ 298437 w 7467600"/>
              <a:gd name="connsiteY703" fmla="*/ 1968019 h 6858000"/>
              <a:gd name="connsiteX704" fmla="*/ 227269 w 7467600"/>
              <a:gd name="connsiteY704" fmla="*/ 1114064 h 6858000"/>
              <a:gd name="connsiteX705" fmla="*/ 248003 w 7467600"/>
              <a:gd name="connsiteY705" fmla="*/ 1089613 h 6858000"/>
              <a:gd name="connsiteX706" fmla="*/ 427020 w 7467600"/>
              <a:gd name="connsiteY706" fmla="*/ 1619803 h 6858000"/>
              <a:gd name="connsiteX707" fmla="*/ 340345 w 7467600"/>
              <a:gd name="connsiteY707" fmla="*/ 2027739 h 6858000"/>
              <a:gd name="connsiteX708" fmla="*/ 360865 w 7467600"/>
              <a:gd name="connsiteY708" fmla="*/ 2044827 h 6858000"/>
              <a:gd name="connsiteX709" fmla="*/ 560414 w 7467600"/>
              <a:gd name="connsiteY709" fmla="*/ 2421457 h 6858000"/>
              <a:gd name="connsiteX710" fmla="*/ 1359703 w 7467600"/>
              <a:gd name="connsiteY710" fmla="*/ 2578554 h 6858000"/>
              <a:gd name="connsiteX711" fmla="*/ 1359422 w 7467600"/>
              <a:gd name="connsiteY711" fmla="*/ 2577994 h 6858000"/>
              <a:gd name="connsiteX712" fmla="*/ 828701 w 7467600"/>
              <a:gd name="connsiteY712" fmla="*/ 1839520 h 6858000"/>
              <a:gd name="connsiteX713" fmla="*/ 494427 w 7467600"/>
              <a:gd name="connsiteY713" fmla="*/ 1092333 h 6858000"/>
              <a:gd name="connsiteX714" fmla="*/ 506322 w 7467600"/>
              <a:gd name="connsiteY714" fmla="*/ 1020997 h 6858000"/>
              <a:gd name="connsiteX715" fmla="*/ 4570198 w 7467600"/>
              <a:gd name="connsiteY715" fmla="*/ 978081 h 6858000"/>
              <a:gd name="connsiteX716" fmla="*/ 4523691 w 7467600"/>
              <a:gd name="connsiteY716" fmla="*/ 1127776 h 6858000"/>
              <a:gd name="connsiteX717" fmla="*/ 4509875 w 7467600"/>
              <a:gd name="connsiteY717" fmla="*/ 1167552 h 6858000"/>
              <a:gd name="connsiteX718" fmla="*/ 4478168 w 7467600"/>
              <a:gd name="connsiteY718" fmla="*/ 1260735 h 6858000"/>
              <a:gd name="connsiteX719" fmla="*/ 4409309 w 7467600"/>
              <a:gd name="connsiteY719" fmla="*/ 1666996 h 6858000"/>
              <a:gd name="connsiteX720" fmla="*/ 4370031 w 7467600"/>
              <a:gd name="connsiteY720" fmla="*/ 1955666 h 6858000"/>
              <a:gd name="connsiteX721" fmla="*/ 4570198 w 7467600"/>
              <a:gd name="connsiteY721" fmla="*/ 978081 h 6858000"/>
              <a:gd name="connsiteX722" fmla="*/ 4557898 w 7467600"/>
              <a:gd name="connsiteY722" fmla="*/ 900011 h 6858000"/>
              <a:gd name="connsiteX723" fmla="*/ 4344840 w 7467600"/>
              <a:gd name="connsiteY723" fmla="*/ 1922038 h 6858000"/>
              <a:gd name="connsiteX724" fmla="*/ 4378710 w 7467600"/>
              <a:gd name="connsiteY724" fmla="*/ 1665516 h 6858000"/>
              <a:gd name="connsiteX725" fmla="*/ 4448798 w 7467600"/>
              <a:gd name="connsiteY725" fmla="*/ 1253024 h 6858000"/>
              <a:gd name="connsiteX726" fmla="*/ 4480315 w 7467600"/>
              <a:gd name="connsiteY726" fmla="*/ 1158454 h 6858000"/>
              <a:gd name="connsiteX727" fmla="*/ 4494133 w 7467600"/>
              <a:gd name="connsiteY727" fmla="*/ 1118676 h 6858000"/>
              <a:gd name="connsiteX728" fmla="*/ 4557898 w 7467600"/>
              <a:gd name="connsiteY728" fmla="*/ 900011 h 6858000"/>
              <a:gd name="connsiteX729" fmla="*/ 5870151 w 7467600"/>
              <a:gd name="connsiteY729" fmla="*/ 898890 h 6858000"/>
              <a:gd name="connsiteX730" fmla="*/ 5861335 w 7467600"/>
              <a:gd name="connsiteY730" fmla="*/ 899177 h 6858000"/>
              <a:gd name="connsiteX731" fmla="*/ 5843702 w 7467600"/>
              <a:gd name="connsiteY731" fmla="*/ 899748 h 6858000"/>
              <a:gd name="connsiteX732" fmla="*/ 5651107 w 7467600"/>
              <a:gd name="connsiteY732" fmla="*/ 920306 h 6858000"/>
              <a:gd name="connsiteX733" fmla="*/ 5459407 w 7467600"/>
              <a:gd name="connsiteY733" fmla="*/ 940975 h 6858000"/>
              <a:gd name="connsiteX734" fmla="*/ 5374846 w 7467600"/>
              <a:gd name="connsiteY734" fmla="*/ 941988 h 6858000"/>
              <a:gd name="connsiteX735" fmla="*/ 5256105 w 7467600"/>
              <a:gd name="connsiteY735" fmla="*/ 945632 h 6858000"/>
              <a:gd name="connsiteX736" fmla="*/ 5107071 w 7467600"/>
              <a:gd name="connsiteY736" fmla="*/ 969720 h 6858000"/>
              <a:gd name="connsiteX737" fmla="*/ 4998681 w 7467600"/>
              <a:gd name="connsiteY737" fmla="*/ 988771 h 6858000"/>
              <a:gd name="connsiteX738" fmla="*/ 5870151 w 7467600"/>
              <a:gd name="connsiteY738" fmla="*/ 898890 h 6858000"/>
              <a:gd name="connsiteX739" fmla="*/ 5504425 w 7467600"/>
              <a:gd name="connsiteY739" fmla="*/ 848067 h 6858000"/>
              <a:gd name="connsiteX740" fmla="*/ 4968849 w 7467600"/>
              <a:gd name="connsiteY740" fmla="*/ 962318 h 6858000"/>
              <a:gd name="connsiteX741" fmla="*/ 5104039 w 7467600"/>
              <a:gd name="connsiteY741" fmla="*/ 940634 h 6858000"/>
              <a:gd name="connsiteX742" fmla="*/ 5256311 w 7467600"/>
              <a:gd name="connsiteY742" fmla="*/ 916490 h 6858000"/>
              <a:gd name="connsiteX743" fmla="*/ 5377381 w 7467600"/>
              <a:gd name="connsiteY743" fmla="*/ 912671 h 6858000"/>
              <a:gd name="connsiteX744" fmla="*/ 5460148 w 7467600"/>
              <a:gd name="connsiteY744" fmla="*/ 911442 h 6858000"/>
              <a:gd name="connsiteX745" fmla="*/ 5648971 w 7467600"/>
              <a:gd name="connsiteY745" fmla="*/ 891331 h 6858000"/>
              <a:gd name="connsiteX746" fmla="*/ 5844807 w 7467600"/>
              <a:gd name="connsiteY746" fmla="*/ 870718 h 6858000"/>
              <a:gd name="connsiteX747" fmla="*/ 5862975 w 7467600"/>
              <a:gd name="connsiteY747" fmla="*/ 869756 h 6858000"/>
              <a:gd name="connsiteX748" fmla="*/ 5920887 w 7467600"/>
              <a:gd name="connsiteY748" fmla="*/ 865929 h 6858000"/>
              <a:gd name="connsiteX749" fmla="*/ 5504425 w 7467600"/>
              <a:gd name="connsiteY749" fmla="*/ 848067 h 6858000"/>
              <a:gd name="connsiteX750" fmla="*/ 3607114 w 7467600"/>
              <a:gd name="connsiteY750" fmla="*/ 467441 h 6858000"/>
              <a:gd name="connsiteX751" fmla="*/ 3296242 w 7467600"/>
              <a:gd name="connsiteY751" fmla="*/ 807991 h 6858000"/>
              <a:gd name="connsiteX752" fmla="*/ 3174674 w 7467600"/>
              <a:gd name="connsiteY752" fmla="*/ 919759 h 6858000"/>
              <a:gd name="connsiteX753" fmla="*/ 3042978 w 7467600"/>
              <a:gd name="connsiteY753" fmla="*/ 1054894 h 6858000"/>
              <a:gd name="connsiteX754" fmla="*/ 2968914 w 7467600"/>
              <a:gd name="connsiteY754" fmla="*/ 1133756 h 6858000"/>
              <a:gd name="connsiteX755" fmla="*/ 3103823 w 7467600"/>
              <a:gd name="connsiteY755" fmla="*/ 1026814 h 6858000"/>
              <a:gd name="connsiteX756" fmla="*/ 3607114 w 7467600"/>
              <a:gd name="connsiteY756" fmla="*/ 467441 h 6858000"/>
              <a:gd name="connsiteX757" fmla="*/ 3744487 w 7467600"/>
              <a:gd name="connsiteY757" fmla="*/ 383136 h 6858000"/>
              <a:gd name="connsiteX758" fmla="*/ 3970213 w 7467600"/>
              <a:gd name="connsiteY758" fmla="*/ 995559 h 6858000"/>
              <a:gd name="connsiteX759" fmla="*/ 3744487 w 7467600"/>
              <a:gd name="connsiteY759" fmla="*/ 383136 h 6858000"/>
              <a:gd name="connsiteX760" fmla="*/ 3624562 w 7467600"/>
              <a:gd name="connsiteY760" fmla="*/ 367041 h 6858000"/>
              <a:gd name="connsiteX761" fmla="*/ 3489712 w 7467600"/>
              <a:gd name="connsiteY761" fmla="*/ 485386 h 6858000"/>
              <a:gd name="connsiteX762" fmla="*/ 3182994 w 7467600"/>
              <a:gd name="connsiteY762" fmla="*/ 828265 h 6858000"/>
              <a:gd name="connsiteX763" fmla="*/ 2892114 w 7467600"/>
              <a:gd name="connsiteY763" fmla="*/ 1172635 h 6858000"/>
              <a:gd name="connsiteX764" fmla="*/ 3021459 w 7467600"/>
              <a:gd name="connsiteY764" fmla="*/ 1035385 h 6858000"/>
              <a:gd name="connsiteX765" fmla="*/ 3153873 w 7467600"/>
              <a:gd name="connsiteY765" fmla="*/ 898971 h 6858000"/>
              <a:gd name="connsiteX766" fmla="*/ 3276511 w 7467600"/>
              <a:gd name="connsiteY766" fmla="*/ 786423 h 6858000"/>
              <a:gd name="connsiteX767" fmla="*/ 3584154 w 7467600"/>
              <a:gd name="connsiteY767" fmla="*/ 448218 h 6858000"/>
              <a:gd name="connsiteX768" fmla="*/ 3624562 w 7467600"/>
              <a:gd name="connsiteY768" fmla="*/ 367041 h 6858000"/>
              <a:gd name="connsiteX769" fmla="*/ 3766672 w 7467600"/>
              <a:gd name="connsiteY769" fmla="*/ 359429 h 6858000"/>
              <a:gd name="connsiteX770" fmla="*/ 3996338 w 7467600"/>
              <a:gd name="connsiteY770" fmla="*/ 968237 h 6858000"/>
              <a:gd name="connsiteX771" fmla="*/ 3766672 w 7467600"/>
              <a:gd name="connsiteY771" fmla="*/ 359429 h 6858000"/>
              <a:gd name="connsiteX772" fmla="*/ 5805386 w 7467600"/>
              <a:gd name="connsiteY772" fmla="*/ 239240 h 6858000"/>
              <a:gd name="connsiteX773" fmla="*/ 5736947 w 7467600"/>
              <a:gd name="connsiteY773" fmla="*/ 261367 h 6858000"/>
              <a:gd name="connsiteX774" fmla="*/ 5427012 w 7467600"/>
              <a:gd name="connsiteY774" fmla="*/ 311272 h 6858000"/>
              <a:gd name="connsiteX775" fmla="*/ 5147818 w 7467600"/>
              <a:gd name="connsiteY775" fmla="*/ 322112 h 6858000"/>
              <a:gd name="connsiteX776" fmla="*/ 5060854 w 7467600"/>
              <a:gd name="connsiteY776" fmla="*/ 311882 h 6858000"/>
              <a:gd name="connsiteX777" fmla="*/ 4945989 w 7467600"/>
              <a:gd name="connsiteY777" fmla="*/ 300516 h 6858000"/>
              <a:gd name="connsiteX778" fmla="*/ 5410479 w 7467600"/>
              <a:gd name="connsiteY778" fmla="*/ 348434 h 6858000"/>
              <a:gd name="connsiteX779" fmla="*/ 5805386 w 7467600"/>
              <a:gd name="connsiteY779" fmla="*/ 239240 h 6858000"/>
              <a:gd name="connsiteX780" fmla="*/ 5905192 w 7467600"/>
              <a:gd name="connsiteY780" fmla="*/ 163079 h 6858000"/>
              <a:gd name="connsiteX781" fmla="*/ 5865655 w 7467600"/>
              <a:gd name="connsiteY781" fmla="*/ 171901 h 6858000"/>
              <a:gd name="connsiteX782" fmla="*/ 5259740 w 7467600"/>
              <a:gd name="connsiteY782" fmla="*/ 257013 h 6858000"/>
              <a:gd name="connsiteX783" fmla="*/ 5208466 w 7467600"/>
              <a:gd name="connsiteY783" fmla="*/ 257550 h 6858000"/>
              <a:gd name="connsiteX784" fmla="*/ 4980204 w 7467600"/>
              <a:gd name="connsiteY784" fmla="*/ 271903 h 6858000"/>
              <a:gd name="connsiteX785" fmla="*/ 5068068 w 7467600"/>
              <a:gd name="connsiteY785" fmla="*/ 282244 h 6858000"/>
              <a:gd name="connsiteX786" fmla="*/ 5153231 w 7467600"/>
              <a:gd name="connsiteY786" fmla="*/ 292240 h 6858000"/>
              <a:gd name="connsiteX787" fmla="*/ 5426491 w 7467600"/>
              <a:gd name="connsiteY787" fmla="*/ 281128 h 6858000"/>
              <a:gd name="connsiteX788" fmla="*/ 5731212 w 7467600"/>
              <a:gd name="connsiteY788" fmla="*/ 231951 h 6858000"/>
              <a:gd name="connsiteX789" fmla="*/ 5905192 w 7467600"/>
              <a:gd name="connsiteY789" fmla="*/ 163079 h 6858000"/>
              <a:gd name="connsiteX790" fmla="*/ 5944437 w 7467600"/>
              <a:gd name="connsiteY790" fmla="*/ 113829 h 6858000"/>
              <a:gd name="connsiteX791" fmla="*/ 5825032 w 7467600"/>
              <a:gd name="connsiteY791" fmla="*/ 146405 h 6858000"/>
              <a:gd name="connsiteX792" fmla="*/ 4955599 w 7467600"/>
              <a:gd name="connsiteY792" fmla="*/ 247008 h 6858000"/>
              <a:gd name="connsiteX793" fmla="*/ 5210104 w 7467600"/>
              <a:gd name="connsiteY793" fmla="*/ 228123 h 6858000"/>
              <a:gd name="connsiteX794" fmla="*/ 5261015 w 7467600"/>
              <a:gd name="connsiteY794" fmla="*/ 227087 h 6858000"/>
              <a:gd name="connsiteX795" fmla="*/ 5861181 w 7467600"/>
              <a:gd name="connsiteY795" fmla="*/ 143093 h 6858000"/>
              <a:gd name="connsiteX796" fmla="*/ 5961252 w 7467600"/>
              <a:gd name="connsiteY796" fmla="*/ 114820 h 6858000"/>
              <a:gd name="connsiteX797" fmla="*/ 5944437 w 7467600"/>
              <a:gd name="connsiteY797" fmla="*/ 113829 h 6858000"/>
              <a:gd name="connsiteX798" fmla="*/ 3882765 w 7467600"/>
              <a:gd name="connsiteY798" fmla="*/ 0 h 6858000"/>
              <a:gd name="connsiteX799" fmla="*/ 3995099 w 7467600"/>
              <a:gd name="connsiteY799" fmla="*/ 0 h 6858000"/>
              <a:gd name="connsiteX800" fmla="*/ 4163818 w 7467600"/>
              <a:gd name="connsiteY800" fmla="*/ 234104 h 6858000"/>
              <a:gd name="connsiteX801" fmla="*/ 4172099 w 7467600"/>
              <a:gd name="connsiteY801" fmla="*/ 234207 h 6858000"/>
              <a:gd name="connsiteX802" fmla="*/ 4784282 w 7467600"/>
              <a:gd name="connsiteY802" fmla="*/ 276561 h 6858000"/>
              <a:gd name="connsiteX803" fmla="*/ 4801687 w 7467600"/>
              <a:gd name="connsiteY803" fmla="*/ 267764 h 6858000"/>
              <a:gd name="connsiteX804" fmla="*/ 6082788 w 7467600"/>
              <a:gd name="connsiteY804" fmla="*/ 64119 h 6858000"/>
              <a:gd name="connsiteX805" fmla="*/ 6099442 w 7467600"/>
              <a:gd name="connsiteY805" fmla="*/ 82568 h 6858000"/>
              <a:gd name="connsiteX806" fmla="*/ 4804137 w 7467600"/>
              <a:gd name="connsiteY806" fmla="*/ 320931 h 6858000"/>
              <a:gd name="connsiteX807" fmla="*/ 4227047 w 7467600"/>
              <a:gd name="connsiteY807" fmla="*/ 313415 h 6858000"/>
              <a:gd name="connsiteX808" fmla="*/ 4346041 w 7467600"/>
              <a:gd name="connsiteY808" fmla="*/ 456086 h 6858000"/>
              <a:gd name="connsiteX809" fmla="*/ 4870967 w 7467600"/>
              <a:gd name="connsiteY809" fmla="*/ 963061 h 6858000"/>
              <a:gd name="connsiteX810" fmla="*/ 4889647 w 7467600"/>
              <a:gd name="connsiteY810" fmla="*/ 957147 h 6858000"/>
              <a:gd name="connsiteX811" fmla="*/ 5422504 w 7467600"/>
              <a:gd name="connsiteY811" fmla="*/ 805191 h 6858000"/>
              <a:gd name="connsiteX812" fmla="*/ 6087656 w 7467600"/>
              <a:gd name="connsiteY812" fmla="*/ 826703 h 6858000"/>
              <a:gd name="connsiteX813" fmla="*/ 6058717 w 7467600"/>
              <a:gd name="connsiteY813" fmla="*/ 865992 h 6858000"/>
              <a:gd name="connsiteX814" fmla="*/ 4974153 w 7467600"/>
              <a:gd name="connsiteY814" fmla="*/ 1045456 h 6858000"/>
              <a:gd name="connsiteX815" fmla="*/ 5627835 w 7467600"/>
              <a:gd name="connsiteY815" fmla="*/ 1472077 h 6858000"/>
              <a:gd name="connsiteX816" fmla="*/ 5629817 w 7467600"/>
              <a:gd name="connsiteY816" fmla="*/ 1471412 h 6858000"/>
              <a:gd name="connsiteX817" fmla="*/ 5634124 w 7467600"/>
              <a:gd name="connsiteY817" fmla="*/ 1470572 h 6858000"/>
              <a:gd name="connsiteX818" fmla="*/ 5755832 w 7467600"/>
              <a:gd name="connsiteY818" fmla="*/ 1383886 h 6858000"/>
              <a:gd name="connsiteX819" fmla="*/ 6014186 w 7467600"/>
              <a:gd name="connsiteY819" fmla="*/ 1279799 h 6858000"/>
              <a:gd name="connsiteX820" fmla="*/ 6901619 w 7467600"/>
              <a:gd name="connsiteY820" fmla="*/ 1047874 h 6858000"/>
              <a:gd name="connsiteX821" fmla="*/ 6931566 w 7467600"/>
              <a:gd name="connsiteY821" fmla="*/ 1062034 h 6858000"/>
              <a:gd name="connsiteX822" fmla="*/ 5790982 w 7467600"/>
              <a:gd name="connsiteY822" fmla="*/ 1561380 h 6858000"/>
              <a:gd name="connsiteX823" fmla="*/ 6188971 w 7467600"/>
              <a:gd name="connsiteY823" fmla="*/ 1755168 h 6858000"/>
              <a:gd name="connsiteX824" fmla="*/ 6202446 w 7467600"/>
              <a:gd name="connsiteY824" fmla="*/ 1752268 h 6858000"/>
              <a:gd name="connsiteX825" fmla="*/ 7179560 w 7467600"/>
              <a:gd name="connsiteY825" fmla="*/ 1467551 h 6858000"/>
              <a:gd name="connsiteX826" fmla="*/ 7158730 w 7467600"/>
              <a:gd name="connsiteY826" fmla="*/ 1507835 h 6858000"/>
              <a:gd name="connsiteX827" fmla="*/ 6326959 w 7467600"/>
              <a:gd name="connsiteY827" fmla="*/ 1817686 h 6858000"/>
              <a:gd name="connsiteX828" fmla="*/ 6537433 w 7467600"/>
              <a:gd name="connsiteY828" fmla="*/ 1907790 h 6858000"/>
              <a:gd name="connsiteX829" fmla="*/ 6550221 w 7467600"/>
              <a:gd name="connsiteY829" fmla="*/ 1910729 h 6858000"/>
              <a:gd name="connsiteX830" fmla="*/ 6964438 w 7467600"/>
              <a:gd name="connsiteY830" fmla="*/ 2209505 h 6858000"/>
              <a:gd name="connsiteX831" fmla="*/ 7367862 w 7467600"/>
              <a:gd name="connsiteY831" fmla="*/ 2806833 h 6858000"/>
              <a:gd name="connsiteX832" fmla="*/ 7364329 w 7467600"/>
              <a:gd name="connsiteY832" fmla="*/ 2826907 h 6858000"/>
              <a:gd name="connsiteX833" fmla="*/ 7290545 w 7467600"/>
              <a:gd name="connsiteY833" fmla="*/ 2850663 h 6858000"/>
              <a:gd name="connsiteX834" fmla="*/ 6472036 w 7467600"/>
              <a:gd name="connsiteY834" fmla="*/ 1959003 h 6858000"/>
              <a:gd name="connsiteX835" fmla="*/ 5792897 w 7467600"/>
              <a:gd name="connsiteY835" fmla="*/ 1647747 h 6858000"/>
              <a:gd name="connsiteX836" fmla="*/ 5842751 w 7467600"/>
              <a:gd name="connsiteY836" fmla="*/ 1816112 h 6858000"/>
              <a:gd name="connsiteX837" fmla="*/ 5847424 w 7467600"/>
              <a:gd name="connsiteY837" fmla="*/ 1815776 h 6858000"/>
              <a:gd name="connsiteX838" fmla="*/ 6399821 w 7467600"/>
              <a:gd name="connsiteY838" fmla="*/ 2344799 h 6858000"/>
              <a:gd name="connsiteX839" fmla="*/ 6323232 w 7467600"/>
              <a:gd name="connsiteY839" fmla="*/ 2389634 h 6858000"/>
              <a:gd name="connsiteX840" fmla="*/ 5942958 w 7467600"/>
              <a:gd name="connsiteY840" fmla="*/ 2077708 h 6858000"/>
              <a:gd name="connsiteX841" fmla="*/ 5921559 w 7467600"/>
              <a:gd name="connsiteY841" fmla="*/ 2378596 h 6858000"/>
              <a:gd name="connsiteX842" fmla="*/ 5817651 w 7467600"/>
              <a:gd name="connsiteY842" fmla="*/ 3023919 h 6858000"/>
              <a:gd name="connsiteX843" fmla="*/ 5729634 w 7467600"/>
              <a:gd name="connsiteY843" fmla="*/ 3051849 h 6858000"/>
              <a:gd name="connsiteX844" fmla="*/ 5611018 w 7467600"/>
              <a:gd name="connsiteY844" fmla="*/ 2316769 h 6858000"/>
              <a:gd name="connsiteX845" fmla="*/ 5687608 w 7467600"/>
              <a:gd name="connsiteY845" fmla="*/ 2039972 h 6858000"/>
              <a:gd name="connsiteX846" fmla="*/ 5657554 w 7467600"/>
              <a:gd name="connsiteY846" fmla="*/ 1576445 h 6858000"/>
              <a:gd name="connsiteX847" fmla="*/ 5150475 w 7467600"/>
              <a:gd name="connsiteY847" fmla="*/ 1274012 h 6858000"/>
              <a:gd name="connsiteX848" fmla="*/ 5349142 w 7467600"/>
              <a:gd name="connsiteY848" fmla="*/ 2204405 h 6858000"/>
              <a:gd name="connsiteX849" fmla="*/ 5262214 w 7467600"/>
              <a:gd name="connsiteY849" fmla="*/ 2233836 h 6858000"/>
              <a:gd name="connsiteX850" fmla="*/ 4981539 w 7467600"/>
              <a:gd name="connsiteY850" fmla="*/ 1542201 h 6858000"/>
              <a:gd name="connsiteX851" fmla="*/ 4958461 w 7467600"/>
              <a:gd name="connsiteY851" fmla="*/ 1136957 h 6858000"/>
              <a:gd name="connsiteX852" fmla="*/ 4655015 w 7467600"/>
              <a:gd name="connsiteY852" fmla="*/ 891426 h 6858000"/>
              <a:gd name="connsiteX853" fmla="*/ 4348002 w 7467600"/>
              <a:gd name="connsiteY853" fmla="*/ 2205895 h 6858000"/>
              <a:gd name="connsiteX854" fmla="*/ 4262250 w 7467600"/>
              <a:gd name="connsiteY854" fmla="*/ 2219972 h 6858000"/>
              <a:gd name="connsiteX855" fmla="*/ 4550611 w 7467600"/>
              <a:gd name="connsiteY855" fmla="*/ 817540 h 6858000"/>
              <a:gd name="connsiteX856" fmla="*/ 4564418 w 7467600"/>
              <a:gd name="connsiteY856" fmla="*/ 808293 h 6858000"/>
              <a:gd name="connsiteX857" fmla="*/ 4266388 w 7467600"/>
              <a:gd name="connsiteY857" fmla="*/ 500083 h 6858000"/>
              <a:gd name="connsiteX858" fmla="*/ 4032842 w 7467600"/>
              <a:gd name="connsiteY858" fmla="*/ 211809 h 6858000"/>
              <a:gd name="connsiteX859" fmla="*/ 3882765 w 7467600"/>
              <a:gd name="connsiteY859" fmla="*/ 0 h 6858000"/>
              <a:gd name="connsiteX860" fmla="*/ 3721337 w 7467600"/>
              <a:gd name="connsiteY860" fmla="*/ 0 h 6858000"/>
              <a:gd name="connsiteX861" fmla="*/ 3797544 w 7467600"/>
              <a:gd name="connsiteY861" fmla="*/ 0 h 6858000"/>
              <a:gd name="connsiteX862" fmla="*/ 3775734 w 7467600"/>
              <a:gd name="connsiteY862" fmla="*/ 95131 h 6858000"/>
              <a:gd name="connsiteX863" fmla="*/ 3724807 w 7467600"/>
              <a:gd name="connsiteY863" fmla="*/ 272257 h 6858000"/>
              <a:gd name="connsiteX864" fmla="*/ 3726844 w 7467600"/>
              <a:gd name="connsiteY864" fmla="*/ 282988 h 6858000"/>
              <a:gd name="connsiteX865" fmla="*/ 3742664 w 7467600"/>
              <a:gd name="connsiteY865" fmla="*/ 279918 h 6858000"/>
              <a:gd name="connsiteX866" fmla="*/ 4103910 w 7467600"/>
              <a:gd name="connsiteY866" fmla="*/ 1161917 h 6858000"/>
              <a:gd name="connsiteX867" fmla="*/ 4020269 w 7467600"/>
              <a:gd name="connsiteY867" fmla="*/ 1200406 h 6858000"/>
              <a:gd name="connsiteX868" fmla="*/ 3674882 w 7467600"/>
              <a:gd name="connsiteY868" fmla="*/ 488524 h 6858000"/>
              <a:gd name="connsiteX869" fmla="*/ 3132682 w 7467600"/>
              <a:gd name="connsiteY869" fmla="*/ 1072284 h 6858000"/>
              <a:gd name="connsiteX870" fmla="*/ 2716346 w 7467600"/>
              <a:gd name="connsiteY870" fmla="*/ 1276376 h 6858000"/>
              <a:gd name="connsiteX871" fmla="*/ 2716772 w 7467600"/>
              <a:gd name="connsiteY871" fmla="*/ 1255462 h 6858000"/>
              <a:gd name="connsiteX872" fmla="*/ 3471096 w 7467600"/>
              <a:gd name="connsiteY872" fmla="*/ 437072 h 6858000"/>
              <a:gd name="connsiteX873" fmla="*/ 3639057 w 7467600"/>
              <a:gd name="connsiteY873" fmla="*/ 286334 h 6858000"/>
              <a:gd name="connsiteX874" fmla="*/ 3640309 w 7467600"/>
              <a:gd name="connsiteY874" fmla="*/ 284664 h 6858000"/>
              <a:gd name="connsiteX875" fmla="*/ 3646022 w 7467600"/>
              <a:gd name="connsiteY875" fmla="*/ 276711 h 6858000"/>
              <a:gd name="connsiteX876" fmla="*/ 3707943 w 7467600"/>
              <a:gd name="connsiteY876" fmla="*/ 65958 h 6858000"/>
              <a:gd name="connsiteX877" fmla="*/ 3721337 w 7467600"/>
              <a:gd name="connsiteY877" fmla="*/ 0 h 6858000"/>
              <a:gd name="connsiteX878" fmla="*/ 2867960 w 7467600"/>
              <a:gd name="connsiteY878" fmla="*/ 0 h 6858000"/>
              <a:gd name="connsiteX879" fmla="*/ 2926351 w 7467600"/>
              <a:gd name="connsiteY879" fmla="*/ 0 h 6858000"/>
              <a:gd name="connsiteX880" fmla="*/ 2902823 w 7467600"/>
              <a:gd name="connsiteY880" fmla="*/ 262929 h 6858000"/>
              <a:gd name="connsiteX881" fmla="*/ 2940663 w 7467600"/>
              <a:gd name="connsiteY881" fmla="*/ 140884 h 6858000"/>
              <a:gd name="connsiteX882" fmla="*/ 2947039 w 7467600"/>
              <a:gd name="connsiteY882" fmla="*/ 122524 h 6858000"/>
              <a:gd name="connsiteX883" fmla="*/ 2984316 w 7467600"/>
              <a:gd name="connsiteY883" fmla="*/ 0 h 6858000"/>
              <a:gd name="connsiteX884" fmla="*/ 3016114 w 7467600"/>
              <a:gd name="connsiteY884" fmla="*/ 0 h 6858000"/>
              <a:gd name="connsiteX885" fmla="*/ 2979949 w 7467600"/>
              <a:gd name="connsiteY885" fmla="*/ 119274 h 6858000"/>
              <a:gd name="connsiteX886" fmla="*/ 3023879 w 7467600"/>
              <a:gd name="connsiteY886" fmla="*/ 0 h 6858000"/>
              <a:gd name="connsiteX887" fmla="*/ 3105400 w 7467600"/>
              <a:gd name="connsiteY887" fmla="*/ 0 h 6858000"/>
              <a:gd name="connsiteX888" fmla="*/ 3094669 w 7467600"/>
              <a:gd name="connsiteY888" fmla="*/ 30308 h 6858000"/>
              <a:gd name="connsiteX889" fmla="*/ 2901945 w 7467600"/>
              <a:gd name="connsiteY889" fmla="*/ 466538 h 6858000"/>
              <a:gd name="connsiteX890" fmla="*/ 2815209 w 7467600"/>
              <a:gd name="connsiteY890" fmla="*/ 497361 h 6858000"/>
              <a:gd name="connsiteX891" fmla="*/ 2844845 w 7467600"/>
              <a:gd name="connsiteY891" fmla="*/ 127638 h 6858000"/>
              <a:gd name="connsiteX892" fmla="*/ 2867960 w 7467600"/>
              <a:gd name="connsiteY892" fmla="*/ 0 h 6858000"/>
              <a:gd name="connsiteX893" fmla="*/ 1057230 w 7467600"/>
              <a:gd name="connsiteY893" fmla="*/ 0 h 6858000"/>
              <a:gd name="connsiteX894" fmla="*/ 1111003 w 7467600"/>
              <a:gd name="connsiteY894" fmla="*/ 0 h 6858000"/>
              <a:gd name="connsiteX895" fmla="*/ 1125553 w 7467600"/>
              <a:gd name="connsiteY895" fmla="*/ 52588 h 6858000"/>
              <a:gd name="connsiteX896" fmla="*/ 1304276 w 7467600"/>
              <a:gd name="connsiteY896" fmla="*/ 476275 h 6858000"/>
              <a:gd name="connsiteX897" fmla="*/ 1492066 w 7467600"/>
              <a:gd name="connsiteY897" fmla="*/ 886333 h 6858000"/>
              <a:gd name="connsiteX898" fmla="*/ 1423698 w 7467600"/>
              <a:gd name="connsiteY898" fmla="*/ 710817 h 6858000"/>
              <a:gd name="connsiteX899" fmla="*/ 1357609 w 7467600"/>
              <a:gd name="connsiteY899" fmla="*/ 532892 h 6858000"/>
              <a:gd name="connsiteX900" fmla="*/ 1309550 w 7467600"/>
              <a:gd name="connsiteY900" fmla="*/ 374031 h 6858000"/>
              <a:gd name="connsiteX901" fmla="*/ 1193673 w 7467600"/>
              <a:gd name="connsiteY901" fmla="*/ 49533 h 6858000"/>
              <a:gd name="connsiteX902" fmla="*/ 1164391 w 7467600"/>
              <a:gd name="connsiteY902" fmla="*/ 0 h 6858000"/>
              <a:gd name="connsiteX903" fmla="*/ 1200666 w 7467600"/>
              <a:gd name="connsiteY903" fmla="*/ 0 h 6858000"/>
              <a:gd name="connsiteX904" fmla="*/ 1223408 w 7467600"/>
              <a:gd name="connsiteY904" fmla="*/ 38996 h 6858000"/>
              <a:gd name="connsiteX905" fmla="*/ 1339635 w 7467600"/>
              <a:gd name="connsiteY905" fmla="*/ 365517 h 6858000"/>
              <a:gd name="connsiteX906" fmla="*/ 1387469 w 7467600"/>
              <a:gd name="connsiteY906" fmla="*/ 523079 h 6858000"/>
              <a:gd name="connsiteX907" fmla="*/ 1452685 w 7467600"/>
              <a:gd name="connsiteY907" fmla="*/ 699806 h 6858000"/>
              <a:gd name="connsiteX908" fmla="*/ 1492092 w 7467600"/>
              <a:gd name="connsiteY908" fmla="*/ 800424 h 6858000"/>
              <a:gd name="connsiteX909" fmla="*/ 1455302 w 7467600"/>
              <a:gd name="connsiteY909" fmla="*/ 632913 h 6858000"/>
              <a:gd name="connsiteX910" fmla="*/ 1222336 w 7467600"/>
              <a:gd name="connsiteY910" fmla="*/ 9480 h 6858000"/>
              <a:gd name="connsiteX911" fmla="*/ 1214634 w 7467600"/>
              <a:gd name="connsiteY911" fmla="*/ 0 h 6858000"/>
              <a:gd name="connsiteX912" fmla="*/ 1289827 w 7467600"/>
              <a:gd name="connsiteY912" fmla="*/ 0 h 6858000"/>
              <a:gd name="connsiteX913" fmla="*/ 1321076 w 7467600"/>
              <a:gd name="connsiteY913" fmla="*/ 59722 h 6858000"/>
              <a:gd name="connsiteX914" fmla="*/ 1512579 w 7467600"/>
              <a:gd name="connsiteY914" fmla="*/ 626441 h 6858000"/>
              <a:gd name="connsiteX915" fmla="*/ 1506076 w 7467600"/>
              <a:gd name="connsiteY915" fmla="*/ 1089289 h 6858000"/>
              <a:gd name="connsiteX916" fmla="*/ 1486346 w 7467600"/>
              <a:gd name="connsiteY916" fmla="*/ 1079919 h 6858000"/>
              <a:gd name="connsiteX917" fmla="*/ 1070511 w 7467600"/>
              <a:gd name="connsiteY917" fmla="*/ 48609 h 6858000"/>
              <a:gd name="connsiteX918" fmla="*/ 1057230 w 7467600"/>
              <a:gd name="connsiteY918" fmla="*/ 0 h 6858000"/>
              <a:gd name="connsiteX919" fmla="*/ 43151 w 7467600"/>
              <a:gd name="connsiteY919" fmla="*/ 0 h 6858000"/>
              <a:gd name="connsiteX920" fmla="*/ 95283 w 7467600"/>
              <a:gd name="connsiteY920" fmla="*/ 0 h 6858000"/>
              <a:gd name="connsiteX921" fmla="*/ 300708 w 7467600"/>
              <a:gd name="connsiteY921" fmla="*/ 154571 h 6858000"/>
              <a:gd name="connsiteX922" fmla="*/ 530414 w 7467600"/>
              <a:gd name="connsiteY922" fmla="*/ 354673 h 6858000"/>
              <a:gd name="connsiteX923" fmla="*/ 333785 w 7467600"/>
              <a:gd name="connsiteY923" fmla="*/ 161564 h 6858000"/>
              <a:gd name="connsiteX924" fmla="*/ 147005 w 7467600"/>
              <a:gd name="connsiteY924" fmla="*/ 0 h 6858000"/>
              <a:gd name="connsiteX925" fmla="*/ 272509 w 7467600"/>
              <a:gd name="connsiteY925" fmla="*/ 0 h 6858000"/>
              <a:gd name="connsiteX926" fmla="*/ 326276 w 7467600"/>
              <a:gd name="connsiteY926" fmla="*/ 45847 h 6858000"/>
              <a:gd name="connsiteX927" fmla="*/ 823759 w 7467600"/>
              <a:gd name="connsiteY927" fmla="*/ 574145 h 6858000"/>
              <a:gd name="connsiteX928" fmla="*/ 811254 w 7467600"/>
              <a:gd name="connsiteY928" fmla="*/ 665546 h 6858000"/>
              <a:gd name="connsiteX929" fmla="*/ 154042 w 7467600"/>
              <a:gd name="connsiteY929" fmla="*/ 261522 h 6858000"/>
              <a:gd name="connsiteX930" fmla="*/ 13550 w 7467600"/>
              <a:gd name="connsiteY930" fmla="*/ 158423 h 6858000"/>
              <a:gd name="connsiteX931" fmla="*/ 0 w 7467600"/>
              <a:gd name="connsiteY931" fmla="*/ 146618 h 6858000"/>
              <a:gd name="connsiteX932" fmla="*/ 0 w 7467600"/>
              <a:gd name="connsiteY932" fmla="*/ 59161 h 6858000"/>
              <a:gd name="connsiteX933" fmla="*/ 45427 w 7467600"/>
              <a:gd name="connsiteY933" fmla="*/ 101078 h 6858000"/>
              <a:gd name="connsiteX934" fmla="*/ 630103 w 7467600"/>
              <a:gd name="connsiteY934" fmla="*/ 485885 h 6858000"/>
              <a:gd name="connsiteX935" fmla="*/ 532040 w 7467600"/>
              <a:gd name="connsiteY935" fmla="*/ 399359 h 6858000"/>
              <a:gd name="connsiteX936" fmla="*/ 517618 w 7467600"/>
              <a:gd name="connsiteY936" fmla="*/ 385726 h 6858000"/>
              <a:gd name="connsiteX937" fmla="*/ 285074 w 7467600"/>
              <a:gd name="connsiteY937" fmla="*/ 182755 h 6858000"/>
              <a:gd name="connsiteX938" fmla="*/ 43151 w 7467600"/>
              <a:gd name="connsiteY938" fmla="*/ 0 h 6858000"/>
              <a:gd name="connsiteX0" fmla="*/ 369702 w 7369701"/>
              <a:gd name="connsiteY0" fmla="*/ 6712169 h 6858000"/>
              <a:gd name="connsiteX1" fmla="*/ 366575 w 7369701"/>
              <a:gd name="connsiteY1" fmla="*/ 6715556 h 6858000"/>
              <a:gd name="connsiteX2" fmla="*/ 371637 w 7369701"/>
              <a:gd name="connsiteY2" fmla="*/ 6713954 h 6858000"/>
              <a:gd name="connsiteX3" fmla="*/ 369702 w 7369701"/>
              <a:gd name="connsiteY3" fmla="*/ 6712169 h 6858000"/>
              <a:gd name="connsiteX4" fmla="*/ 1019354 w 7369701"/>
              <a:gd name="connsiteY4" fmla="*/ 6315006 h 6858000"/>
              <a:gd name="connsiteX5" fmla="*/ 441046 w 7369701"/>
              <a:gd name="connsiteY5" fmla="*/ 6691153 h 6858000"/>
              <a:gd name="connsiteX6" fmla="*/ 1019354 w 7369701"/>
              <a:gd name="connsiteY6" fmla="*/ 6315006 h 6858000"/>
              <a:gd name="connsiteX7" fmla="*/ 991680 w 7369701"/>
              <a:gd name="connsiteY7" fmla="*/ 6298413 h 6858000"/>
              <a:gd name="connsiteX8" fmla="*/ 409060 w 7369701"/>
              <a:gd name="connsiteY8" fmla="*/ 6671470 h 6858000"/>
              <a:gd name="connsiteX9" fmla="*/ 991680 w 7369701"/>
              <a:gd name="connsiteY9" fmla="*/ 6298413 h 6858000"/>
              <a:gd name="connsiteX10" fmla="*/ 103333 w 7369701"/>
              <a:gd name="connsiteY10" fmla="*/ 5699602 h 6858000"/>
              <a:gd name="connsiteX11" fmla="*/ 233938 w 7369701"/>
              <a:gd name="connsiteY11" fmla="*/ 5809416 h 6858000"/>
              <a:gd name="connsiteX12" fmla="*/ 883580 w 7369701"/>
              <a:gd name="connsiteY12" fmla="*/ 6180710 h 6858000"/>
              <a:gd name="connsiteX13" fmla="*/ 487337 w 7369701"/>
              <a:gd name="connsiteY13" fmla="*/ 5950182 h 6858000"/>
              <a:gd name="connsiteX14" fmla="*/ 354051 w 7369701"/>
              <a:gd name="connsiteY14" fmla="*/ 5854912 h 6858000"/>
              <a:gd name="connsiteX15" fmla="*/ 195436 w 7369701"/>
              <a:gd name="connsiteY15" fmla="*/ 5755068 h 6858000"/>
              <a:gd name="connsiteX16" fmla="*/ 103333 w 7369701"/>
              <a:gd name="connsiteY16" fmla="*/ 5699602 h 6858000"/>
              <a:gd name="connsiteX17" fmla="*/ 5539432 w 7369701"/>
              <a:gd name="connsiteY17" fmla="*/ 5642928 h 6858000"/>
              <a:gd name="connsiteX18" fmla="*/ 5555462 w 7369701"/>
              <a:gd name="connsiteY18" fmla="*/ 5694454 h 6858000"/>
              <a:gd name="connsiteX19" fmla="*/ 5828270 w 7369701"/>
              <a:gd name="connsiteY19" fmla="*/ 6320663 h 6858000"/>
              <a:gd name="connsiteX20" fmla="*/ 5947416 w 7369701"/>
              <a:gd name="connsiteY20" fmla="*/ 6574846 h 6858000"/>
              <a:gd name="connsiteX21" fmla="*/ 5539432 w 7369701"/>
              <a:gd name="connsiteY21" fmla="*/ 5642928 h 6858000"/>
              <a:gd name="connsiteX22" fmla="*/ 51253 w 7369701"/>
              <a:gd name="connsiteY22" fmla="*/ 5631825 h 6858000"/>
              <a:gd name="connsiteX23" fmla="*/ 211622 w 7369701"/>
              <a:gd name="connsiteY23" fmla="*/ 5728803 h 6858000"/>
              <a:gd name="connsiteX24" fmla="*/ 371652 w 7369701"/>
              <a:gd name="connsiteY24" fmla="*/ 5829062 h 6858000"/>
              <a:gd name="connsiteX25" fmla="*/ 505903 w 7369701"/>
              <a:gd name="connsiteY25" fmla="*/ 5925221 h 6858000"/>
              <a:gd name="connsiteX26" fmla="*/ 899240 w 7369701"/>
              <a:gd name="connsiteY26" fmla="*/ 6153068 h 6858000"/>
              <a:gd name="connsiteX27" fmla="*/ 988114 w 7369701"/>
              <a:gd name="connsiteY27" fmla="*/ 6174204 h 6858000"/>
              <a:gd name="connsiteX28" fmla="*/ 845971 w 7369701"/>
              <a:gd name="connsiteY28" fmla="*/ 6067177 h 6858000"/>
              <a:gd name="connsiteX29" fmla="*/ 448057 w 7369701"/>
              <a:gd name="connsiteY29" fmla="*/ 5841376 h 6858000"/>
              <a:gd name="connsiteX30" fmla="*/ 51253 w 7369701"/>
              <a:gd name="connsiteY30" fmla="*/ 5631825 h 6858000"/>
              <a:gd name="connsiteX31" fmla="*/ 2606687 w 7369701"/>
              <a:gd name="connsiteY31" fmla="*/ 5630718 h 6858000"/>
              <a:gd name="connsiteX32" fmla="*/ 2645658 w 7369701"/>
              <a:gd name="connsiteY32" fmla="*/ 6640259 h 6858000"/>
              <a:gd name="connsiteX33" fmla="*/ 2606687 w 7369701"/>
              <a:gd name="connsiteY33" fmla="*/ 5630718 h 6858000"/>
              <a:gd name="connsiteX34" fmla="*/ 3642057 w 7369701"/>
              <a:gd name="connsiteY34" fmla="*/ 5573487 h 6858000"/>
              <a:gd name="connsiteX35" fmla="*/ 3632981 w 7369701"/>
              <a:gd name="connsiteY35" fmla="*/ 5579437 h 6858000"/>
              <a:gd name="connsiteX36" fmla="*/ 3382436 w 7369701"/>
              <a:gd name="connsiteY36" fmla="*/ 5952726 h 6858000"/>
              <a:gd name="connsiteX37" fmla="*/ 3191929 w 7369701"/>
              <a:gd name="connsiteY37" fmla="*/ 6662669 h 6858000"/>
              <a:gd name="connsiteX38" fmla="*/ 3369898 w 7369701"/>
              <a:gd name="connsiteY38" fmla="*/ 6081771 h 6858000"/>
              <a:gd name="connsiteX39" fmla="*/ 3642057 w 7369701"/>
              <a:gd name="connsiteY39" fmla="*/ 5573487 h 6858000"/>
              <a:gd name="connsiteX40" fmla="*/ 2650666 w 7369701"/>
              <a:gd name="connsiteY40" fmla="*/ 5530686 h 6858000"/>
              <a:gd name="connsiteX41" fmla="*/ 2650249 w 7369701"/>
              <a:gd name="connsiteY41" fmla="*/ 5532101 h 6858000"/>
              <a:gd name="connsiteX42" fmla="*/ 2663808 w 7369701"/>
              <a:gd name="connsiteY42" fmla="*/ 6535215 h 6858000"/>
              <a:gd name="connsiteX43" fmla="*/ 2665418 w 7369701"/>
              <a:gd name="connsiteY43" fmla="*/ 6132756 h 6858000"/>
              <a:gd name="connsiteX44" fmla="*/ 2650666 w 7369701"/>
              <a:gd name="connsiteY44" fmla="*/ 5530686 h 6858000"/>
              <a:gd name="connsiteX45" fmla="*/ 2680277 w 7369701"/>
              <a:gd name="connsiteY45" fmla="*/ 5479204 h 6858000"/>
              <a:gd name="connsiteX46" fmla="*/ 2678972 w 7369701"/>
              <a:gd name="connsiteY46" fmla="*/ 5481582 h 6858000"/>
              <a:gd name="connsiteX47" fmla="*/ 2696666 w 7369701"/>
              <a:gd name="connsiteY47" fmla="*/ 6133836 h 6858000"/>
              <a:gd name="connsiteX48" fmla="*/ 2695769 w 7369701"/>
              <a:gd name="connsiteY48" fmla="*/ 6390955 h 6858000"/>
              <a:gd name="connsiteX49" fmla="*/ 2739893 w 7369701"/>
              <a:gd name="connsiteY49" fmla="*/ 6108357 h 6858000"/>
              <a:gd name="connsiteX50" fmla="*/ 2680277 w 7369701"/>
              <a:gd name="connsiteY50" fmla="*/ 5479204 h 6858000"/>
              <a:gd name="connsiteX51" fmla="*/ 1132195 w 7369701"/>
              <a:gd name="connsiteY51" fmla="*/ 5467980 h 6858000"/>
              <a:gd name="connsiteX52" fmla="*/ 1679056 w 7369701"/>
              <a:gd name="connsiteY52" fmla="*/ 5516907 h 6858000"/>
              <a:gd name="connsiteX53" fmla="*/ 2128648 w 7369701"/>
              <a:gd name="connsiteY53" fmla="*/ 5474249 h 6858000"/>
              <a:gd name="connsiteX54" fmla="*/ 1825619 w 7369701"/>
              <a:gd name="connsiteY54" fmla="*/ 5478447 h 6858000"/>
              <a:gd name="connsiteX55" fmla="*/ 1737798 w 7369701"/>
              <a:gd name="connsiteY55" fmla="*/ 5483353 h 6858000"/>
              <a:gd name="connsiteX56" fmla="*/ 1132195 w 7369701"/>
              <a:gd name="connsiteY56" fmla="*/ 5467980 h 6858000"/>
              <a:gd name="connsiteX57" fmla="*/ 1456157 w 7369701"/>
              <a:gd name="connsiteY57" fmla="*/ 5371404 h 6858000"/>
              <a:gd name="connsiteX58" fmla="*/ 1244432 w 7369701"/>
              <a:gd name="connsiteY58" fmla="*/ 5385601 h 6858000"/>
              <a:gd name="connsiteX59" fmla="*/ 973990 w 7369701"/>
              <a:gd name="connsiteY59" fmla="*/ 5424940 h 6858000"/>
              <a:gd name="connsiteX60" fmla="*/ 1103809 w 7369701"/>
              <a:gd name="connsiteY60" fmla="*/ 5433720 h 6858000"/>
              <a:gd name="connsiteX61" fmla="*/ 1123454 w 7369701"/>
              <a:gd name="connsiteY61" fmla="*/ 5435727 h 6858000"/>
              <a:gd name="connsiteX62" fmla="*/ 1737017 w 7369701"/>
              <a:gd name="connsiteY62" fmla="*/ 5452183 h 6858000"/>
              <a:gd name="connsiteX63" fmla="*/ 1824397 w 7369701"/>
              <a:gd name="connsiteY63" fmla="*/ 5447757 h 6858000"/>
              <a:gd name="connsiteX64" fmla="*/ 2070059 w 7369701"/>
              <a:gd name="connsiteY64" fmla="*/ 5441660 h 6858000"/>
              <a:gd name="connsiteX65" fmla="*/ 1456157 w 7369701"/>
              <a:gd name="connsiteY65" fmla="*/ 5371404 h 6858000"/>
              <a:gd name="connsiteX66" fmla="*/ 4988186 w 7369701"/>
              <a:gd name="connsiteY66" fmla="*/ 5216467 h 6858000"/>
              <a:gd name="connsiteX67" fmla="*/ 4777334 w 7369701"/>
              <a:gd name="connsiteY67" fmla="*/ 5406072 h 6858000"/>
              <a:gd name="connsiteX68" fmla="*/ 4718341 w 7369701"/>
              <a:gd name="connsiteY68" fmla="*/ 5468043 h 6858000"/>
              <a:gd name="connsiteX69" fmla="*/ 4604655 w 7369701"/>
              <a:gd name="connsiteY69" fmla="*/ 5583434 h 6858000"/>
              <a:gd name="connsiteX70" fmla="*/ 4565074 w 7369701"/>
              <a:gd name="connsiteY70" fmla="*/ 5618550 h 6858000"/>
              <a:gd name="connsiteX71" fmla="*/ 4988186 w 7369701"/>
              <a:gd name="connsiteY71" fmla="*/ 5216467 h 6858000"/>
              <a:gd name="connsiteX72" fmla="*/ 4978032 w 7369701"/>
              <a:gd name="connsiteY72" fmla="*/ 5183809 h 6858000"/>
              <a:gd name="connsiteX73" fmla="*/ 4463413 w 7369701"/>
              <a:gd name="connsiteY73" fmla="*/ 5615162 h 6858000"/>
              <a:gd name="connsiteX74" fmla="*/ 4358134 w 7369701"/>
              <a:gd name="connsiteY74" fmla="*/ 5742791 h 6858000"/>
              <a:gd name="connsiteX75" fmla="*/ 4376219 w 7369701"/>
              <a:gd name="connsiteY75" fmla="*/ 5729027 h 6858000"/>
              <a:gd name="connsiteX76" fmla="*/ 4582340 w 7369701"/>
              <a:gd name="connsiteY76" fmla="*/ 5561037 h 6858000"/>
              <a:gd name="connsiteX77" fmla="*/ 4694684 w 7369701"/>
              <a:gd name="connsiteY77" fmla="*/ 5447098 h 6858000"/>
              <a:gd name="connsiteX78" fmla="*/ 4754123 w 7369701"/>
              <a:gd name="connsiteY78" fmla="*/ 5384643 h 6858000"/>
              <a:gd name="connsiteX79" fmla="*/ 4978032 w 7369701"/>
              <a:gd name="connsiteY79" fmla="*/ 5183809 h 6858000"/>
              <a:gd name="connsiteX80" fmla="*/ 1903353 w 7369701"/>
              <a:gd name="connsiteY80" fmla="*/ 5044827 h 6858000"/>
              <a:gd name="connsiteX81" fmla="*/ 1936931 w 7369701"/>
              <a:gd name="connsiteY81" fmla="*/ 5093954 h 6858000"/>
              <a:gd name="connsiteX82" fmla="*/ 2195868 w 7369701"/>
              <a:gd name="connsiteY82" fmla="*/ 5396574 h 6858000"/>
              <a:gd name="connsiteX83" fmla="*/ 2088852 w 7369701"/>
              <a:gd name="connsiteY83" fmla="*/ 5166123 h 6858000"/>
              <a:gd name="connsiteX84" fmla="*/ 1958241 w 7369701"/>
              <a:gd name="connsiteY84" fmla="*/ 5067955 h 6858000"/>
              <a:gd name="connsiteX85" fmla="*/ 1903353 w 7369701"/>
              <a:gd name="connsiteY85" fmla="*/ 5044827 h 6858000"/>
              <a:gd name="connsiteX86" fmla="*/ 1979378 w 7369701"/>
              <a:gd name="connsiteY86" fmla="*/ 4769504 h 6858000"/>
              <a:gd name="connsiteX87" fmla="*/ 2882120 w 7369701"/>
              <a:gd name="connsiteY87" fmla="*/ 5064547 h 6858000"/>
              <a:gd name="connsiteX88" fmla="*/ 2793103 w 7369701"/>
              <a:gd name="connsiteY88" fmla="*/ 5039699 h 6858000"/>
              <a:gd name="connsiteX89" fmla="*/ 2770041 w 7369701"/>
              <a:gd name="connsiteY89" fmla="*/ 5033634 h 6858000"/>
              <a:gd name="connsiteX90" fmla="*/ 1979378 w 7369701"/>
              <a:gd name="connsiteY90" fmla="*/ 4769504 h 6858000"/>
              <a:gd name="connsiteX91" fmla="*/ 1927410 w 7369701"/>
              <a:gd name="connsiteY91" fmla="*/ 4716164 h 6858000"/>
              <a:gd name="connsiteX92" fmla="*/ 1959587 w 7369701"/>
              <a:gd name="connsiteY92" fmla="*/ 4728849 h 6858000"/>
              <a:gd name="connsiteX93" fmla="*/ 2777707 w 7369701"/>
              <a:gd name="connsiteY93" fmla="*/ 5003991 h 6858000"/>
              <a:gd name="connsiteX94" fmla="*/ 2800768 w 7369701"/>
              <a:gd name="connsiteY94" fmla="*/ 5010056 h 6858000"/>
              <a:gd name="connsiteX95" fmla="*/ 2879408 w 7369701"/>
              <a:gd name="connsiteY95" fmla="*/ 5031590 h 6858000"/>
              <a:gd name="connsiteX96" fmla="*/ 2862295 w 7369701"/>
              <a:gd name="connsiteY96" fmla="*/ 5022958 h 6858000"/>
              <a:gd name="connsiteX97" fmla="*/ 2813343 w 7369701"/>
              <a:gd name="connsiteY97" fmla="*/ 4998369 h 6858000"/>
              <a:gd name="connsiteX98" fmla="*/ 2646245 w 7369701"/>
              <a:gd name="connsiteY98" fmla="*/ 4930999 h 6858000"/>
              <a:gd name="connsiteX99" fmla="*/ 1999243 w 7369701"/>
              <a:gd name="connsiteY99" fmla="*/ 4730524 h 6858000"/>
              <a:gd name="connsiteX100" fmla="*/ 1979527 w 7369701"/>
              <a:gd name="connsiteY100" fmla="*/ 4726651 h 6858000"/>
              <a:gd name="connsiteX101" fmla="*/ 1927410 w 7369701"/>
              <a:gd name="connsiteY101" fmla="*/ 4716164 h 6858000"/>
              <a:gd name="connsiteX102" fmla="*/ 1997014 w 7369701"/>
              <a:gd name="connsiteY102" fmla="*/ 4698007 h 6858000"/>
              <a:gd name="connsiteX103" fmla="*/ 2005458 w 7369701"/>
              <a:gd name="connsiteY103" fmla="*/ 4699540 h 6858000"/>
              <a:gd name="connsiteX104" fmla="*/ 2657186 w 7369701"/>
              <a:gd name="connsiteY104" fmla="*/ 4901687 h 6858000"/>
              <a:gd name="connsiteX105" fmla="*/ 2826662 w 7369701"/>
              <a:gd name="connsiteY105" fmla="*/ 4970362 h 6858000"/>
              <a:gd name="connsiteX106" fmla="*/ 2876100 w 7369701"/>
              <a:gd name="connsiteY106" fmla="*/ 4995397 h 6858000"/>
              <a:gd name="connsiteX107" fmla="*/ 3042600 w 7369701"/>
              <a:gd name="connsiteY107" fmla="*/ 5059532 h 6858000"/>
              <a:gd name="connsiteX108" fmla="*/ 1997014 w 7369701"/>
              <a:gd name="connsiteY108" fmla="*/ 4698007 h 6858000"/>
              <a:gd name="connsiteX109" fmla="*/ 2305292 w 7369701"/>
              <a:gd name="connsiteY109" fmla="*/ 4219492 h 6858000"/>
              <a:gd name="connsiteX110" fmla="*/ 3360922 w 7369701"/>
              <a:gd name="connsiteY110" fmla="*/ 4529373 h 6858000"/>
              <a:gd name="connsiteX111" fmla="*/ 3492420 w 7369701"/>
              <a:gd name="connsiteY111" fmla="*/ 4510145 h 6858000"/>
              <a:gd name="connsiteX112" fmla="*/ 3364086 w 7369701"/>
              <a:gd name="connsiteY112" fmla="*/ 4480340 h 6858000"/>
              <a:gd name="connsiteX113" fmla="*/ 3225818 w 7369701"/>
              <a:gd name="connsiteY113" fmla="*/ 4411822 h 6858000"/>
              <a:gd name="connsiteX114" fmla="*/ 3129696 w 7369701"/>
              <a:gd name="connsiteY114" fmla="*/ 4360704 h 6858000"/>
              <a:gd name="connsiteX115" fmla="*/ 2814545 w 7369701"/>
              <a:gd name="connsiteY115" fmla="*/ 4282955 h 6858000"/>
              <a:gd name="connsiteX116" fmla="*/ 2305292 w 7369701"/>
              <a:gd name="connsiteY116" fmla="*/ 4219492 h 6858000"/>
              <a:gd name="connsiteX117" fmla="*/ 2626982 w 7369701"/>
              <a:gd name="connsiteY117" fmla="*/ 4206450 h 6858000"/>
              <a:gd name="connsiteX118" fmla="*/ 2490617 w 7369701"/>
              <a:gd name="connsiteY118" fmla="*/ 4206951 h 6858000"/>
              <a:gd name="connsiteX119" fmla="*/ 2819869 w 7369701"/>
              <a:gd name="connsiteY119" fmla="*/ 4252936 h 6858000"/>
              <a:gd name="connsiteX120" fmla="*/ 3143018 w 7369701"/>
              <a:gd name="connsiteY120" fmla="*/ 4332698 h 6858000"/>
              <a:gd name="connsiteX121" fmla="*/ 3241520 w 7369701"/>
              <a:gd name="connsiteY121" fmla="*/ 4385112 h 6858000"/>
              <a:gd name="connsiteX122" fmla="*/ 3374575 w 7369701"/>
              <a:gd name="connsiteY122" fmla="*/ 4451517 h 6858000"/>
              <a:gd name="connsiteX123" fmla="*/ 3505221 w 7369701"/>
              <a:gd name="connsiteY123" fmla="*/ 4480757 h 6858000"/>
              <a:gd name="connsiteX124" fmla="*/ 2626982 w 7369701"/>
              <a:gd name="connsiteY124" fmla="*/ 4206450 h 6858000"/>
              <a:gd name="connsiteX125" fmla="*/ 1310106 w 7369701"/>
              <a:gd name="connsiteY125" fmla="*/ 3943217 h 6858000"/>
              <a:gd name="connsiteX126" fmla="*/ 854994 w 7369701"/>
              <a:gd name="connsiteY126" fmla="*/ 4399136 h 6858000"/>
              <a:gd name="connsiteX127" fmla="*/ 742462 w 7369701"/>
              <a:gd name="connsiteY127" fmla="*/ 4594648 h 6858000"/>
              <a:gd name="connsiteX128" fmla="*/ 820602 w 7369701"/>
              <a:gd name="connsiteY128" fmla="*/ 4485915 h 6858000"/>
              <a:gd name="connsiteX129" fmla="*/ 878295 w 7369701"/>
              <a:gd name="connsiteY129" fmla="*/ 4403594 h 6858000"/>
              <a:gd name="connsiteX130" fmla="*/ 1240607 w 7369701"/>
              <a:gd name="connsiteY130" fmla="*/ 4010401 h 6858000"/>
              <a:gd name="connsiteX131" fmla="*/ 1310106 w 7369701"/>
              <a:gd name="connsiteY131" fmla="*/ 3943217 h 6858000"/>
              <a:gd name="connsiteX132" fmla="*/ 1423113 w 7369701"/>
              <a:gd name="connsiteY132" fmla="*/ 3874565 h 6858000"/>
              <a:gd name="connsiteX133" fmla="*/ 1260565 w 7369701"/>
              <a:gd name="connsiteY133" fmla="*/ 4031982 h 6858000"/>
              <a:gd name="connsiteX134" fmla="*/ 901900 w 7369701"/>
              <a:gd name="connsiteY134" fmla="*/ 4421236 h 6858000"/>
              <a:gd name="connsiteX135" fmla="*/ 845044 w 7369701"/>
              <a:gd name="connsiteY135" fmla="*/ 4502436 h 6858000"/>
              <a:gd name="connsiteX136" fmla="*/ 685926 w 7369701"/>
              <a:gd name="connsiteY136" fmla="*/ 4703069 h 6858000"/>
              <a:gd name="connsiteX137" fmla="*/ 684248 w 7369701"/>
              <a:gd name="connsiteY137" fmla="*/ 4706721 h 6858000"/>
              <a:gd name="connsiteX138" fmla="*/ 1423113 w 7369701"/>
              <a:gd name="connsiteY138" fmla="*/ 3874565 h 6858000"/>
              <a:gd name="connsiteX139" fmla="*/ 3316479 w 7369701"/>
              <a:gd name="connsiteY139" fmla="*/ 3872136 h 6858000"/>
              <a:gd name="connsiteX140" fmla="*/ 3546806 w 7369701"/>
              <a:gd name="connsiteY140" fmla="*/ 4356139 h 6858000"/>
              <a:gd name="connsiteX141" fmla="*/ 3364433 w 7369701"/>
              <a:gd name="connsiteY141" fmla="*/ 3953121 h 6858000"/>
              <a:gd name="connsiteX142" fmla="*/ 3316479 w 7369701"/>
              <a:gd name="connsiteY142" fmla="*/ 3872136 h 6858000"/>
              <a:gd name="connsiteX143" fmla="*/ 3291335 w 7369701"/>
              <a:gd name="connsiteY143" fmla="*/ 3767420 h 6858000"/>
              <a:gd name="connsiteX144" fmla="*/ 3390805 w 7369701"/>
              <a:gd name="connsiteY144" fmla="*/ 3937163 h 6858000"/>
              <a:gd name="connsiteX145" fmla="*/ 3579062 w 7369701"/>
              <a:gd name="connsiteY145" fmla="*/ 4359040 h 6858000"/>
              <a:gd name="connsiteX146" fmla="*/ 3467355 w 7369701"/>
              <a:gd name="connsiteY146" fmla="*/ 3988130 h 6858000"/>
              <a:gd name="connsiteX147" fmla="*/ 3310753 w 7369701"/>
              <a:gd name="connsiteY147" fmla="*/ 3787140 h 6858000"/>
              <a:gd name="connsiteX148" fmla="*/ 3291335 w 7369701"/>
              <a:gd name="connsiteY148" fmla="*/ 3767420 h 6858000"/>
              <a:gd name="connsiteX149" fmla="*/ 1635889 w 7369701"/>
              <a:gd name="connsiteY149" fmla="*/ 3709494 h 6858000"/>
              <a:gd name="connsiteX150" fmla="*/ 1634800 w 7369701"/>
              <a:gd name="connsiteY150" fmla="*/ 3731111 h 6858000"/>
              <a:gd name="connsiteX151" fmla="*/ 1635889 w 7369701"/>
              <a:gd name="connsiteY151" fmla="*/ 3709494 h 6858000"/>
              <a:gd name="connsiteX152" fmla="*/ 1510397 w 7369701"/>
              <a:gd name="connsiteY152" fmla="*/ 3684705 h 6858000"/>
              <a:gd name="connsiteX153" fmla="*/ 1146550 w 7369701"/>
              <a:gd name="connsiteY153" fmla="*/ 3802012 h 6858000"/>
              <a:gd name="connsiteX154" fmla="*/ 698834 w 7369701"/>
              <a:gd name="connsiteY154" fmla="*/ 3952272 h 6858000"/>
              <a:gd name="connsiteX155" fmla="*/ 34256 w 7369701"/>
              <a:gd name="connsiteY155" fmla="*/ 4347603 h 6858000"/>
              <a:gd name="connsiteX156" fmla="*/ 527241 w 7369701"/>
              <a:gd name="connsiteY156" fmla="*/ 4065078 h 6858000"/>
              <a:gd name="connsiteX157" fmla="*/ 1510397 w 7369701"/>
              <a:gd name="connsiteY157" fmla="*/ 3684705 h 6858000"/>
              <a:gd name="connsiteX158" fmla="*/ 1313114 w 7369701"/>
              <a:gd name="connsiteY158" fmla="*/ 3655216 h 6858000"/>
              <a:gd name="connsiteX159" fmla="*/ 1109304 w 7369701"/>
              <a:gd name="connsiteY159" fmla="*/ 3669030 h 6858000"/>
              <a:gd name="connsiteX160" fmla="*/ 8129 w 7369701"/>
              <a:gd name="connsiteY160" fmla="*/ 4330519 h 6858000"/>
              <a:gd name="connsiteX161" fmla="*/ 687572 w 7369701"/>
              <a:gd name="connsiteY161" fmla="*/ 3925629 h 6858000"/>
              <a:gd name="connsiteX162" fmla="*/ 1138365 w 7369701"/>
              <a:gd name="connsiteY162" fmla="*/ 3774515 h 6858000"/>
              <a:gd name="connsiteX163" fmla="*/ 1505579 w 7369701"/>
              <a:gd name="connsiteY163" fmla="*/ 3655526 h 6858000"/>
              <a:gd name="connsiteX164" fmla="*/ 1313114 w 7369701"/>
              <a:gd name="connsiteY164" fmla="*/ 3655216 h 6858000"/>
              <a:gd name="connsiteX165" fmla="*/ 3655073 w 7369701"/>
              <a:gd name="connsiteY165" fmla="*/ 3650884 h 6858000"/>
              <a:gd name="connsiteX166" fmla="*/ 3989938 w 7369701"/>
              <a:gd name="connsiteY166" fmla="*/ 3991685 h 6858000"/>
              <a:gd name="connsiteX167" fmla="*/ 4393907 w 7369701"/>
              <a:gd name="connsiteY167" fmla="*/ 4261258 h 6858000"/>
              <a:gd name="connsiteX168" fmla="*/ 4648051 w 7369701"/>
              <a:gd name="connsiteY168" fmla="*/ 4374051 h 6858000"/>
              <a:gd name="connsiteX169" fmla="*/ 4383389 w 7369701"/>
              <a:gd name="connsiteY169" fmla="*/ 4184369 h 6858000"/>
              <a:gd name="connsiteX170" fmla="*/ 4165508 w 7369701"/>
              <a:gd name="connsiteY170" fmla="*/ 4035196 h 6858000"/>
              <a:gd name="connsiteX171" fmla="*/ 4068162 w 7369701"/>
              <a:gd name="connsiteY171" fmla="*/ 3953394 h 6858000"/>
              <a:gd name="connsiteX172" fmla="*/ 3981416 w 7369701"/>
              <a:gd name="connsiteY172" fmla="*/ 3880482 h 6858000"/>
              <a:gd name="connsiteX173" fmla="*/ 3800147 w 7369701"/>
              <a:gd name="connsiteY173" fmla="*/ 3749872 h 6858000"/>
              <a:gd name="connsiteX174" fmla="*/ 3655073 w 7369701"/>
              <a:gd name="connsiteY174" fmla="*/ 3650884 h 6858000"/>
              <a:gd name="connsiteX175" fmla="*/ 3670252 w 7369701"/>
              <a:gd name="connsiteY175" fmla="*/ 3622798 h 6858000"/>
              <a:gd name="connsiteX176" fmla="*/ 3817258 w 7369701"/>
              <a:gd name="connsiteY176" fmla="*/ 3723577 h 6858000"/>
              <a:gd name="connsiteX177" fmla="*/ 4000461 w 7369701"/>
              <a:gd name="connsiteY177" fmla="*/ 3855966 h 6858000"/>
              <a:gd name="connsiteX178" fmla="*/ 4088180 w 7369701"/>
              <a:gd name="connsiteY178" fmla="*/ 3929774 h 6858000"/>
              <a:gd name="connsiteX179" fmla="*/ 4184555 w 7369701"/>
              <a:gd name="connsiteY179" fmla="*/ 4010683 h 6858000"/>
              <a:gd name="connsiteX180" fmla="*/ 4399563 w 7369701"/>
              <a:gd name="connsiteY180" fmla="*/ 4158106 h 6858000"/>
              <a:gd name="connsiteX181" fmla="*/ 4684469 w 7369701"/>
              <a:gd name="connsiteY181" fmla="*/ 4364680 h 6858000"/>
              <a:gd name="connsiteX182" fmla="*/ 4690271 w 7369701"/>
              <a:gd name="connsiteY182" fmla="*/ 4370034 h 6858000"/>
              <a:gd name="connsiteX183" fmla="*/ 4136093 w 7369701"/>
              <a:gd name="connsiteY183" fmla="*/ 3858466 h 6858000"/>
              <a:gd name="connsiteX184" fmla="*/ 3670252 w 7369701"/>
              <a:gd name="connsiteY184" fmla="*/ 3622798 h 6858000"/>
              <a:gd name="connsiteX185" fmla="*/ 4440129 w 7369701"/>
              <a:gd name="connsiteY185" fmla="*/ 3448571 h 6858000"/>
              <a:gd name="connsiteX186" fmla="*/ 4856525 w 7369701"/>
              <a:gd name="connsiteY186" fmla="*/ 3915351 h 6858000"/>
              <a:gd name="connsiteX187" fmla="*/ 5059055 w 7369701"/>
              <a:gd name="connsiteY187" fmla="*/ 4108918 h 6858000"/>
              <a:gd name="connsiteX188" fmla="*/ 5290070 w 7369701"/>
              <a:gd name="connsiteY188" fmla="*/ 4263619 h 6858000"/>
              <a:gd name="connsiteX189" fmla="*/ 4834991 w 7369701"/>
              <a:gd name="connsiteY189" fmla="*/ 3830985 h 6858000"/>
              <a:gd name="connsiteX190" fmla="*/ 4440129 w 7369701"/>
              <a:gd name="connsiteY190" fmla="*/ 3448571 h 6858000"/>
              <a:gd name="connsiteX191" fmla="*/ 4441737 w 7369701"/>
              <a:gd name="connsiteY191" fmla="*/ 3399734 h 6858000"/>
              <a:gd name="connsiteX192" fmla="*/ 4431236 w 7369701"/>
              <a:gd name="connsiteY192" fmla="*/ 3400954 h 6858000"/>
              <a:gd name="connsiteX193" fmla="*/ 4557150 w 7369701"/>
              <a:gd name="connsiteY193" fmla="*/ 3510023 h 6858000"/>
              <a:gd name="connsiteX194" fmla="*/ 4856936 w 7369701"/>
              <a:gd name="connsiteY194" fmla="*/ 3809146 h 6858000"/>
              <a:gd name="connsiteX195" fmla="*/ 5111996 w 7369701"/>
              <a:gd name="connsiteY195" fmla="*/ 4065759 h 6858000"/>
              <a:gd name="connsiteX196" fmla="*/ 5388878 w 7369701"/>
              <a:gd name="connsiteY196" fmla="*/ 4300185 h 6858000"/>
              <a:gd name="connsiteX197" fmla="*/ 5425556 w 7369701"/>
              <a:gd name="connsiteY197" fmla="*/ 4308967 h 6858000"/>
              <a:gd name="connsiteX198" fmla="*/ 4943646 w 7369701"/>
              <a:gd name="connsiteY198" fmla="*/ 3822916 h 6858000"/>
              <a:gd name="connsiteX199" fmla="*/ 4594837 w 7369701"/>
              <a:gd name="connsiteY199" fmla="*/ 3532274 h 6858000"/>
              <a:gd name="connsiteX200" fmla="*/ 4441737 w 7369701"/>
              <a:gd name="connsiteY200" fmla="*/ 3399734 h 6858000"/>
              <a:gd name="connsiteX201" fmla="*/ 5425834 w 7369701"/>
              <a:gd name="connsiteY201" fmla="*/ 3162785 h 6858000"/>
              <a:gd name="connsiteX202" fmla="*/ 5401644 w 7369701"/>
              <a:gd name="connsiteY202" fmla="*/ 3617847 h 6858000"/>
              <a:gd name="connsiteX203" fmla="*/ 5467256 w 7369701"/>
              <a:gd name="connsiteY203" fmla="*/ 4175494 h 6858000"/>
              <a:gd name="connsiteX204" fmla="*/ 5448069 w 7369701"/>
              <a:gd name="connsiteY204" fmla="*/ 3567554 h 6858000"/>
              <a:gd name="connsiteX205" fmla="*/ 5425834 w 7369701"/>
              <a:gd name="connsiteY205" fmla="*/ 3162785 h 6858000"/>
              <a:gd name="connsiteX206" fmla="*/ 1318687 w 7369701"/>
              <a:gd name="connsiteY206" fmla="*/ 3113840 h 6858000"/>
              <a:gd name="connsiteX207" fmla="*/ 1066793 w 7369701"/>
              <a:gd name="connsiteY207" fmla="*/ 3212171 h 6858000"/>
              <a:gd name="connsiteX208" fmla="*/ 993319 w 7369701"/>
              <a:gd name="connsiteY208" fmla="*/ 3247648 h 6858000"/>
              <a:gd name="connsiteX209" fmla="*/ 853081 w 7369701"/>
              <a:gd name="connsiteY209" fmla="*/ 3312410 h 6858000"/>
              <a:gd name="connsiteX210" fmla="*/ 805957 w 7369701"/>
              <a:gd name="connsiteY210" fmla="*/ 3330443 h 6858000"/>
              <a:gd name="connsiteX211" fmla="*/ 1318687 w 7369701"/>
              <a:gd name="connsiteY211" fmla="*/ 3113840 h 6858000"/>
              <a:gd name="connsiteX212" fmla="*/ 5453702 w 7369701"/>
              <a:gd name="connsiteY212" fmla="*/ 3090882 h 6858000"/>
              <a:gd name="connsiteX213" fmla="*/ 5480135 w 7369701"/>
              <a:gd name="connsiteY213" fmla="*/ 3565802 h 6858000"/>
              <a:gd name="connsiteX214" fmla="*/ 5499023 w 7369701"/>
              <a:gd name="connsiteY214" fmla="*/ 4166310 h 6858000"/>
              <a:gd name="connsiteX215" fmla="*/ 5547022 w 7369701"/>
              <a:gd name="connsiteY215" fmla="*/ 3607838 h 6858000"/>
              <a:gd name="connsiteX216" fmla="*/ 5515964 w 7369701"/>
              <a:gd name="connsiteY216" fmla="*/ 3378541 h 6858000"/>
              <a:gd name="connsiteX217" fmla="*/ 5453702 w 7369701"/>
              <a:gd name="connsiteY217" fmla="*/ 3090882 h 6858000"/>
              <a:gd name="connsiteX218" fmla="*/ 1238695 w 7369701"/>
              <a:gd name="connsiteY218" fmla="*/ 3076820 h 6858000"/>
              <a:gd name="connsiteX219" fmla="*/ 716371 w 7369701"/>
              <a:gd name="connsiteY219" fmla="*/ 3293249 h 6858000"/>
              <a:gd name="connsiteX220" fmla="*/ 579522 w 7369701"/>
              <a:gd name="connsiteY220" fmla="*/ 3371759 h 6858000"/>
              <a:gd name="connsiteX221" fmla="*/ 600288 w 7369701"/>
              <a:gd name="connsiteY221" fmla="*/ 3365555 h 6858000"/>
              <a:gd name="connsiteX222" fmla="*/ 840692 w 7369701"/>
              <a:gd name="connsiteY222" fmla="*/ 3284921 h 6858000"/>
              <a:gd name="connsiteX223" fmla="*/ 979248 w 7369701"/>
              <a:gd name="connsiteY223" fmla="*/ 3221003 h 6858000"/>
              <a:gd name="connsiteX224" fmla="*/ 1053282 w 7369701"/>
              <a:gd name="connsiteY224" fmla="*/ 3185247 h 6858000"/>
              <a:gd name="connsiteX225" fmla="*/ 1320603 w 7369701"/>
              <a:gd name="connsiteY225" fmla="*/ 3081281 h 6858000"/>
              <a:gd name="connsiteX226" fmla="*/ 1238695 w 7369701"/>
              <a:gd name="connsiteY226" fmla="*/ 3076820 h 6858000"/>
              <a:gd name="connsiteX227" fmla="*/ 5425627 w 7369701"/>
              <a:gd name="connsiteY227" fmla="*/ 2954192 h 6858000"/>
              <a:gd name="connsiteX228" fmla="*/ 5470770 w 7369701"/>
              <a:gd name="connsiteY228" fmla="*/ 3005435 h 6858000"/>
              <a:gd name="connsiteX229" fmla="*/ 5519779 w 7369701"/>
              <a:gd name="connsiteY229" fmla="*/ 4359223 h 6858000"/>
              <a:gd name="connsiteX230" fmla="*/ 5520293 w 7369701"/>
              <a:gd name="connsiteY230" fmla="*/ 4360602 h 6858000"/>
              <a:gd name="connsiteX231" fmla="*/ 5767221 w 7369701"/>
              <a:gd name="connsiteY231" fmla="*/ 4665564 h 6858000"/>
              <a:gd name="connsiteX232" fmla="*/ 6937169 w 7369701"/>
              <a:gd name="connsiteY232" fmla="*/ 4815941 h 6858000"/>
              <a:gd name="connsiteX233" fmla="*/ 6953922 w 7369701"/>
              <a:gd name="connsiteY233" fmla="*/ 4890068 h 6858000"/>
              <a:gd name="connsiteX234" fmla="*/ 6071359 w 7369701"/>
              <a:gd name="connsiteY234" fmla="*/ 4770770 h 6858000"/>
              <a:gd name="connsiteX235" fmla="*/ 6038839 w 7369701"/>
              <a:gd name="connsiteY235" fmla="*/ 4764474 h 6858000"/>
              <a:gd name="connsiteX236" fmla="*/ 6038706 w 7369701"/>
              <a:gd name="connsiteY236" fmla="*/ 4763847 h 6858000"/>
              <a:gd name="connsiteX237" fmla="*/ 6037784 w 7369701"/>
              <a:gd name="connsiteY237" fmla="*/ 4764270 h 6858000"/>
              <a:gd name="connsiteX238" fmla="*/ 6038839 w 7369701"/>
              <a:gd name="connsiteY238" fmla="*/ 4764474 h 6858000"/>
              <a:gd name="connsiteX239" fmla="*/ 6040338 w 7369701"/>
              <a:gd name="connsiteY239" fmla="*/ 4771418 h 6858000"/>
              <a:gd name="connsiteX240" fmla="*/ 6024488 w 7369701"/>
              <a:gd name="connsiteY240" fmla="*/ 4809903 h 6858000"/>
              <a:gd name="connsiteX241" fmla="*/ 5599771 w 7369701"/>
              <a:gd name="connsiteY241" fmla="*/ 5509652 h 6858000"/>
              <a:gd name="connsiteX242" fmla="*/ 5548843 w 7369701"/>
              <a:gd name="connsiteY242" fmla="*/ 5563845 h 6858000"/>
              <a:gd name="connsiteX243" fmla="*/ 5940952 w 7369701"/>
              <a:gd name="connsiteY243" fmla="*/ 6250028 h 6858000"/>
              <a:gd name="connsiteX244" fmla="*/ 6043441 w 7369701"/>
              <a:gd name="connsiteY244" fmla="*/ 6665847 h 6858000"/>
              <a:gd name="connsiteX245" fmla="*/ 6093432 w 7369701"/>
              <a:gd name="connsiteY245" fmla="*/ 6858000 h 6858000"/>
              <a:gd name="connsiteX246" fmla="*/ 6034344 w 7369701"/>
              <a:gd name="connsiteY246" fmla="*/ 6858000 h 6858000"/>
              <a:gd name="connsiteX247" fmla="*/ 6026679 w 7369701"/>
              <a:gd name="connsiteY247" fmla="*/ 6836959 h 6858000"/>
              <a:gd name="connsiteX248" fmla="*/ 5800441 w 7369701"/>
              <a:gd name="connsiteY248" fmla="*/ 6335286 h 6858000"/>
              <a:gd name="connsiteX249" fmla="*/ 5526562 w 7369701"/>
              <a:gd name="connsiteY249" fmla="*/ 5705388 h 6858000"/>
              <a:gd name="connsiteX250" fmla="*/ 5519640 w 7369701"/>
              <a:gd name="connsiteY250" fmla="*/ 5683774 h 6858000"/>
              <a:gd name="connsiteX251" fmla="*/ 5844559 w 7369701"/>
              <a:gd name="connsiteY251" fmla="*/ 6553349 h 6858000"/>
              <a:gd name="connsiteX252" fmla="*/ 5975994 w 7369701"/>
              <a:gd name="connsiteY252" fmla="*/ 6858000 h 6858000"/>
              <a:gd name="connsiteX253" fmla="*/ 5898547 w 7369701"/>
              <a:gd name="connsiteY253" fmla="*/ 6858000 h 6858000"/>
              <a:gd name="connsiteX254" fmla="*/ 5682041 w 7369701"/>
              <a:gd name="connsiteY254" fmla="*/ 6355860 h 6858000"/>
              <a:gd name="connsiteX255" fmla="*/ 5461758 w 7369701"/>
              <a:gd name="connsiteY255" fmla="*/ 5820220 h 6858000"/>
              <a:gd name="connsiteX256" fmla="*/ 5237282 w 7369701"/>
              <a:gd name="connsiteY256" fmla="*/ 6579086 h 6858000"/>
              <a:gd name="connsiteX257" fmla="*/ 5115009 w 7369701"/>
              <a:gd name="connsiteY257" fmla="*/ 6858000 h 6858000"/>
              <a:gd name="connsiteX258" fmla="*/ 5028074 w 7369701"/>
              <a:gd name="connsiteY258" fmla="*/ 6858000 h 6858000"/>
              <a:gd name="connsiteX259" fmla="*/ 5079508 w 7369701"/>
              <a:gd name="connsiteY259" fmla="*/ 6749074 h 6858000"/>
              <a:gd name="connsiteX260" fmla="*/ 5371846 w 7369701"/>
              <a:gd name="connsiteY260" fmla="*/ 5924413 h 6858000"/>
              <a:gd name="connsiteX261" fmla="*/ 5270512 w 7369701"/>
              <a:gd name="connsiteY261" fmla="*/ 6138975 h 6858000"/>
              <a:gd name="connsiteX262" fmla="*/ 5062409 w 7369701"/>
              <a:gd name="connsiteY262" fmla="*/ 6653544 h 6858000"/>
              <a:gd name="connsiteX263" fmla="*/ 5036628 w 7369701"/>
              <a:gd name="connsiteY263" fmla="*/ 6754247 h 6858000"/>
              <a:gd name="connsiteX264" fmla="*/ 5009112 w 7369701"/>
              <a:gd name="connsiteY264" fmla="*/ 6858000 h 6858000"/>
              <a:gd name="connsiteX265" fmla="*/ 4976679 w 7369701"/>
              <a:gd name="connsiteY265" fmla="*/ 6858000 h 6858000"/>
              <a:gd name="connsiteX266" fmla="*/ 5006537 w 7369701"/>
              <a:gd name="connsiteY266" fmla="*/ 6747068 h 6858000"/>
              <a:gd name="connsiteX267" fmla="*/ 5032723 w 7369701"/>
              <a:gd name="connsiteY267" fmla="*/ 6644957 h 6858000"/>
              <a:gd name="connsiteX268" fmla="*/ 5242949 w 7369701"/>
              <a:gd name="connsiteY268" fmla="*/ 6125175 h 6858000"/>
              <a:gd name="connsiteX269" fmla="*/ 5286321 w 7369701"/>
              <a:gd name="connsiteY269" fmla="*/ 6033555 h 6858000"/>
              <a:gd name="connsiteX270" fmla="*/ 5008210 w 7369701"/>
              <a:gd name="connsiteY270" fmla="*/ 6649194 h 6858000"/>
              <a:gd name="connsiteX271" fmla="*/ 4986321 w 7369701"/>
              <a:gd name="connsiteY271" fmla="*/ 6765687 h 6858000"/>
              <a:gd name="connsiteX272" fmla="*/ 4973474 w 7369701"/>
              <a:gd name="connsiteY272" fmla="*/ 6858000 h 6858000"/>
              <a:gd name="connsiteX273" fmla="*/ 4907178 w 7369701"/>
              <a:gd name="connsiteY273" fmla="*/ 6858000 h 6858000"/>
              <a:gd name="connsiteX274" fmla="*/ 4910810 w 7369701"/>
              <a:gd name="connsiteY274" fmla="*/ 6829660 h 6858000"/>
              <a:gd name="connsiteX275" fmla="*/ 4987461 w 7369701"/>
              <a:gd name="connsiteY275" fmla="*/ 6432994 h 6858000"/>
              <a:gd name="connsiteX276" fmla="*/ 5179262 w 7369701"/>
              <a:gd name="connsiteY276" fmla="*/ 6035044 h 6858000"/>
              <a:gd name="connsiteX277" fmla="*/ 4689678 w 7369701"/>
              <a:gd name="connsiteY277" fmla="*/ 6440241 h 6858000"/>
              <a:gd name="connsiteX278" fmla="*/ 4477543 w 7369701"/>
              <a:gd name="connsiteY278" fmla="*/ 6674836 h 6858000"/>
              <a:gd name="connsiteX279" fmla="*/ 4329957 w 7369701"/>
              <a:gd name="connsiteY279" fmla="*/ 6858000 h 6858000"/>
              <a:gd name="connsiteX280" fmla="*/ 4218595 w 7369701"/>
              <a:gd name="connsiteY280" fmla="*/ 6858000 h 6858000"/>
              <a:gd name="connsiteX281" fmla="*/ 4368888 w 7369701"/>
              <a:gd name="connsiteY281" fmla="*/ 6668412 h 6858000"/>
              <a:gd name="connsiteX282" fmla="*/ 4563091 w 7369701"/>
              <a:gd name="connsiteY282" fmla="*/ 6442508 h 6858000"/>
              <a:gd name="connsiteX283" fmla="*/ 5387324 w 7369701"/>
              <a:gd name="connsiteY283" fmla="*/ 5705830 h 6858000"/>
              <a:gd name="connsiteX284" fmla="*/ 5073620 w 7369701"/>
              <a:gd name="connsiteY284" fmla="*/ 5955437 h 6858000"/>
              <a:gd name="connsiteX285" fmla="*/ 4689789 w 7369701"/>
              <a:gd name="connsiteY285" fmla="*/ 6268382 h 6858000"/>
              <a:gd name="connsiteX286" fmla="*/ 4418722 w 7369701"/>
              <a:gd name="connsiteY286" fmla="*/ 6570886 h 6858000"/>
              <a:gd name="connsiteX287" fmla="*/ 4214944 w 7369701"/>
              <a:gd name="connsiteY287" fmla="*/ 6858000 h 6858000"/>
              <a:gd name="connsiteX288" fmla="*/ 4177898 w 7369701"/>
              <a:gd name="connsiteY288" fmla="*/ 6858000 h 6858000"/>
              <a:gd name="connsiteX289" fmla="*/ 4391597 w 7369701"/>
              <a:gd name="connsiteY289" fmla="*/ 6556370 h 6858000"/>
              <a:gd name="connsiteX290" fmla="*/ 4668889 w 7369701"/>
              <a:gd name="connsiteY290" fmla="*/ 6246399 h 6858000"/>
              <a:gd name="connsiteX291" fmla="*/ 5055427 w 7369701"/>
              <a:gd name="connsiteY291" fmla="*/ 5931476 h 6858000"/>
              <a:gd name="connsiteX292" fmla="*/ 5371814 w 7369701"/>
              <a:gd name="connsiteY292" fmla="*/ 5678975 h 6858000"/>
              <a:gd name="connsiteX293" fmla="*/ 4987918 w 7369701"/>
              <a:gd name="connsiteY293" fmla="*/ 5838701 h 6858000"/>
              <a:gd name="connsiteX294" fmla="*/ 4317146 w 7369701"/>
              <a:gd name="connsiteY294" fmla="*/ 6587716 h 6858000"/>
              <a:gd name="connsiteX295" fmla="*/ 4171627 w 7369701"/>
              <a:gd name="connsiteY295" fmla="*/ 6858000 h 6858000"/>
              <a:gd name="connsiteX296" fmla="*/ 4081585 w 7369701"/>
              <a:gd name="connsiteY296" fmla="*/ 6858000 h 6858000"/>
              <a:gd name="connsiteX297" fmla="*/ 4238603 w 7369701"/>
              <a:gd name="connsiteY297" fmla="*/ 6559341 h 6858000"/>
              <a:gd name="connsiteX298" fmla="*/ 4778333 w 7369701"/>
              <a:gd name="connsiteY298" fmla="*/ 5873626 h 6858000"/>
              <a:gd name="connsiteX299" fmla="*/ 5414185 w 7369701"/>
              <a:gd name="connsiteY299" fmla="*/ 5573882 h 6858000"/>
              <a:gd name="connsiteX300" fmla="*/ 5959648 w 7369701"/>
              <a:gd name="connsiteY300" fmla="*/ 4760797 h 6858000"/>
              <a:gd name="connsiteX301" fmla="*/ 5355019 w 7369701"/>
              <a:gd name="connsiteY301" fmla="*/ 4734672 h 6858000"/>
              <a:gd name="connsiteX302" fmla="*/ 5083565 w 7369701"/>
              <a:gd name="connsiteY302" fmla="*/ 5179121 h 6858000"/>
              <a:gd name="connsiteX303" fmla="*/ 4713577 w 7369701"/>
              <a:gd name="connsiteY303" fmla="*/ 5616803 h 6858000"/>
              <a:gd name="connsiteX304" fmla="*/ 3989559 w 7369701"/>
              <a:gd name="connsiteY304" fmla="*/ 6145945 h 6858000"/>
              <a:gd name="connsiteX305" fmla="*/ 3939824 w 7369701"/>
              <a:gd name="connsiteY305" fmla="*/ 6066900 h 6858000"/>
              <a:gd name="connsiteX306" fmla="*/ 4584537 w 7369701"/>
              <a:gd name="connsiteY306" fmla="*/ 5324826 h 6858000"/>
              <a:gd name="connsiteX307" fmla="*/ 5037105 w 7369701"/>
              <a:gd name="connsiteY307" fmla="*/ 5088765 h 6858000"/>
              <a:gd name="connsiteX308" fmla="*/ 5039930 w 7369701"/>
              <a:gd name="connsiteY308" fmla="*/ 5089585 h 6858000"/>
              <a:gd name="connsiteX309" fmla="*/ 5263764 w 7369701"/>
              <a:gd name="connsiteY309" fmla="*/ 4735525 h 6858000"/>
              <a:gd name="connsiteX310" fmla="*/ 4086300 w 7369701"/>
              <a:gd name="connsiteY310" fmla="*/ 4884599 h 6858000"/>
              <a:gd name="connsiteX311" fmla="*/ 4085485 w 7369701"/>
              <a:gd name="connsiteY311" fmla="*/ 4899070 h 6858000"/>
              <a:gd name="connsiteX312" fmla="*/ 3871915 w 7369701"/>
              <a:gd name="connsiteY312" fmla="*/ 5253645 h 6858000"/>
              <a:gd name="connsiteX313" fmla="*/ 3799374 w 7369701"/>
              <a:gd name="connsiteY313" fmla="*/ 5466127 h 6858000"/>
              <a:gd name="connsiteX314" fmla="*/ 3498850 w 7369701"/>
              <a:gd name="connsiteY314" fmla="*/ 6661888 h 6858000"/>
              <a:gd name="connsiteX315" fmla="*/ 3399216 w 7369701"/>
              <a:gd name="connsiteY315" fmla="*/ 6858000 h 6858000"/>
              <a:gd name="connsiteX316" fmla="*/ 3303688 w 7369701"/>
              <a:gd name="connsiteY316" fmla="*/ 6858000 h 6858000"/>
              <a:gd name="connsiteX317" fmla="*/ 3391774 w 7369701"/>
              <a:gd name="connsiteY317" fmla="*/ 6697181 h 6858000"/>
              <a:gd name="connsiteX318" fmla="*/ 3735540 w 7369701"/>
              <a:gd name="connsiteY318" fmla="*/ 5546923 h 6858000"/>
              <a:gd name="connsiteX319" fmla="*/ 3729438 w 7369701"/>
              <a:gd name="connsiteY319" fmla="*/ 5569058 h 6858000"/>
              <a:gd name="connsiteX320" fmla="*/ 3707782 w 7369701"/>
              <a:gd name="connsiteY320" fmla="*/ 5644908 h 6858000"/>
              <a:gd name="connsiteX321" fmla="*/ 3583827 w 7369701"/>
              <a:gd name="connsiteY321" fmla="*/ 6039215 h 6858000"/>
              <a:gd name="connsiteX322" fmla="*/ 3547861 w 7369701"/>
              <a:gd name="connsiteY322" fmla="*/ 6129609 h 6858000"/>
              <a:gd name="connsiteX323" fmla="*/ 3490905 w 7369701"/>
              <a:gd name="connsiteY323" fmla="*/ 6277660 h 6858000"/>
              <a:gd name="connsiteX324" fmla="*/ 3455859 w 7369701"/>
              <a:gd name="connsiteY324" fmla="*/ 6391301 h 6858000"/>
              <a:gd name="connsiteX325" fmla="*/ 3429112 w 7369701"/>
              <a:gd name="connsiteY325" fmla="*/ 6479469 h 6858000"/>
              <a:gd name="connsiteX326" fmla="*/ 3304862 w 7369701"/>
              <a:gd name="connsiteY326" fmla="*/ 6796476 h 6858000"/>
              <a:gd name="connsiteX327" fmla="*/ 3276071 w 7369701"/>
              <a:gd name="connsiteY327" fmla="*/ 6858000 h 6858000"/>
              <a:gd name="connsiteX328" fmla="*/ 3240805 w 7369701"/>
              <a:gd name="connsiteY328" fmla="*/ 6858000 h 6858000"/>
              <a:gd name="connsiteX329" fmla="*/ 3275917 w 7369701"/>
              <a:gd name="connsiteY329" fmla="*/ 6783192 h 6858000"/>
              <a:gd name="connsiteX330" fmla="*/ 3399358 w 7369701"/>
              <a:gd name="connsiteY330" fmla="*/ 6469011 h 6858000"/>
              <a:gd name="connsiteX331" fmla="*/ 3425650 w 7369701"/>
              <a:gd name="connsiteY331" fmla="*/ 6381333 h 6858000"/>
              <a:gd name="connsiteX332" fmla="*/ 3460661 w 7369701"/>
              <a:gd name="connsiteY332" fmla="*/ 6266763 h 6858000"/>
              <a:gd name="connsiteX333" fmla="*/ 3518021 w 7369701"/>
              <a:gd name="connsiteY333" fmla="*/ 6117298 h 6858000"/>
              <a:gd name="connsiteX334" fmla="*/ 3554035 w 7369701"/>
              <a:gd name="connsiteY334" fmla="*/ 6027832 h 6858000"/>
              <a:gd name="connsiteX335" fmla="*/ 3677174 w 7369701"/>
              <a:gd name="connsiteY335" fmla="*/ 5636351 h 6858000"/>
              <a:gd name="connsiteX336" fmla="*/ 3698819 w 7369701"/>
              <a:gd name="connsiteY336" fmla="*/ 5560503 h 6858000"/>
              <a:gd name="connsiteX337" fmla="*/ 3702094 w 7369701"/>
              <a:gd name="connsiteY337" fmla="*/ 5549194 h 6858000"/>
              <a:gd name="connsiteX338" fmla="*/ 3398355 w 7369701"/>
              <a:gd name="connsiteY338" fmla="*/ 6094603 h 6858000"/>
              <a:gd name="connsiteX339" fmla="*/ 3193941 w 7369701"/>
              <a:gd name="connsiteY339" fmla="*/ 6798775 h 6858000"/>
              <a:gd name="connsiteX340" fmla="*/ 3184140 w 7369701"/>
              <a:gd name="connsiteY340" fmla="*/ 6858000 h 6858000"/>
              <a:gd name="connsiteX341" fmla="*/ 3099978 w 7369701"/>
              <a:gd name="connsiteY341" fmla="*/ 6858000 h 6858000"/>
              <a:gd name="connsiteX342" fmla="*/ 3101556 w 7369701"/>
              <a:gd name="connsiteY342" fmla="*/ 6843337 h 6858000"/>
              <a:gd name="connsiteX343" fmla="*/ 3370162 w 7369701"/>
              <a:gd name="connsiteY343" fmla="*/ 5785550 h 6858000"/>
              <a:gd name="connsiteX344" fmla="*/ 3746477 w 7369701"/>
              <a:gd name="connsiteY344" fmla="*/ 5377889 h 6858000"/>
              <a:gd name="connsiteX345" fmla="*/ 3863399 w 7369701"/>
              <a:gd name="connsiteY345" fmla="*/ 5087257 h 6858000"/>
              <a:gd name="connsiteX346" fmla="*/ 3968712 w 7369701"/>
              <a:gd name="connsiteY346" fmla="*/ 4913989 h 6858000"/>
              <a:gd name="connsiteX347" fmla="*/ 2792390 w 7369701"/>
              <a:gd name="connsiteY347" fmla="*/ 5382974 h 6858000"/>
              <a:gd name="connsiteX348" fmla="*/ 2714982 w 7369701"/>
              <a:gd name="connsiteY348" fmla="*/ 5427051 h 6858000"/>
              <a:gd name="connsiteX349" fmla="*/ 2813361 w 7369701"/>
              <a:gd name="connsiteY349" fmla="*/ 6023912 h 6858000"/>
              <a:gd name="connsiteX350" fmla="*/ 2688430 w 7369701"/>
              <a:gd name="connsiteY350" fmla="*/ 6801564 h 6858000"/>
              <a:gd name="connsiteX351" fmla="*/ 2629626 w 7369701"/>
              <a:gd name="connsiteY351" fmla="*/ 6763394 h 6858000"/>
              <a:gd name="connsiteX352" fmla="*/ 2565328 w 7369701"/>
              <a:gd name="connsiteY352" fmla="*/ 5516399 h 6858000"/>
              <a:gd name="connsiteX353" fmla="*/ 1922999 w 7369701"/>
              <a:gd name="connsiteY353" fmla="*/ 5980343 h 6858000"/>
              <a:gd name="connsiteX354" fmla="*/ 1950261 w 7369701"/>
              <a:gd name="connsiteY354" fmla="*/ 6405858 h 6858000"/>
              <a:gd name="connsiteX355" fmla="*/ 2365554 w 7369701"/>
              <a:gd name="connsiteY355" fmla="*/ 6759107 h 6858000"/>
              <a:gd name="connsiteX356" fmla="*/ 2424142 w 7369701"/>
              <a:gd name="connsiteY356" fmla="*/ 6858000 h 6858000"/>
              <a:gd name="connsiteX357" fmla="*/ 2395994 w 7369701"/>
              <a:gd name="connsiteY357" fmla="*/ 6858000 h 6858000"/>
              <a:gd name="connsiteX358" fmla="*/ 2392863 w 7369701"/>
              <a:gd name="connsiteY358" fmla="*/ 6852964 h 6858000"/>
              <a:gd name="connsiteX359" fmla="*/ 2017589 w 7369701"/>
              <a:gd name="connsiteY359" fmla="*/ 6493982 h 6858000"/>
              <a:gd name="connsiteX360" fmla="*/ 2147336 w 7369701"/>
              <a:gd name="connsiteY360" fmla="*/ 6594052 h 6858000"/>
              <a:gd name="connsiteX361" fmla="*/ 2207047 w 7369701"/>
              <a:gd name="connsiteY361" fmla="*/ 6654540 h 6858000"/>
              <a:gd name="connsiteX362" fmla="*/ 2299106 w 7369701"/>
              <a:gd name="connsiteY362" fmla="*/ 6778931 h 6858000"/>
              <a:gd name="connsiteX363" fmla="*/ 2314430 w 7369701"/>
              <a:gd name="connsiteY363" fmla="*/ 6801144 h 6858000"/>
              <a:gd name="connsiteX364" fmla="*/ 2352406 w 7369701"/>
              <a:gd name="connsiteY364" fmla="*/ 6858000 h 6858000"/>
              <a:gd name="connsiteX365" fmla="*/ 2314492 w 7369701"/>
              <a:gd name="connsiteY365" fmla="*/ 6858000 h 6858000"/>
              <a:gd name="connsiteX366" fmla="*/ 2288095 w 7369701"/>
              <a:gd name="connsiteY366" fmla="*/ 6818030 h 6858000"/>
              <a:gd name="connsiteX367" fmla="*/ 2272768 w 7369701"/>
              <a:gd name="connsiteY367" fmla="*/ 6795822 h 6858000"/>
              <a:gd name="connsiteX368" fmla="*/ 2182715 w 7369701"/>
              <a:gd name="connsiteY368" fmla="*/ 6675071 h 6858000"/>
              <a:gd name="connsiteX369" fmla="*/ 2032061 w 7369701"/>
              <a:gd name="connsiteY369" fmla="*/ 6541380 h 6858000"/>
              <a:gd name="connsiteX370" fmla="*/ 2257220 w 7369701"/>
              <a:gd name="connsiteY370" fmla="*/ 6826257 h 6858000"/>
              <a:gd name="connsiteX371" fmla="*/ 2281324 w 7369701"/>
              <a:gd name="connsiteY371" fmla="*/ 6858000 h 6858000"/>
              <a:gd name="connsiteX372" fmla="*/ 2242860 w 7369701"/>
              <a:gd name="connsiteY372" fmla="*/ 6858000 h 6858000"/>
              <a:gd name="connsiteX373" fmla="*/ 2232818 w 7369701"/>
              <a:gd name="connsiteY373" fmla="*/ 6844926 h 6858000"/>
              <a:gd name="connsiteX374" fmla="*/ 1990172 w 7369701"/>
              <a:gd name="connsiteY374" fmla="*/ 6542121 h 6858000"/>
              <a:gd name="connsiteX375" fmla="*/ 2124090 w 7369701"/>
              <a:gd name="connsiteY375" fmla="*/ 6761017 h 6858000"/>
              <a:gd name="connsiteX376" fmla="*/ 2200380 w 7369701"/>
              <a:gd name="connsiteY376" fmla="*/ 6858000 h 6858000"/>
              <a:gd name="connsiteX377" fmla="*/ 2147507 w 7369701"/>
              <a:gd name="connsiteY377" fmla="*/ 6858000 h 6858000"/>
              <a:gd name="connsiteX378" fmla="*/ 2070668 w 7369701"/>
              <a:gd name="connsiteY378" fmla="*/ 6761520 h 6858000"/>
              <a:gd name="connsiteX379" fmla="*/ 1975142 w 7369701"/>
              <a:gd name="connsiteY379" fmla="*/ 6585570 h 6858000"/>
              <a:gd name="connsiteX380" fmla="*/ 2050035 w 7369701"/>
              <a:gd name="connsiteY380" fmla="*/ 6813345 h 6858000"/>
              <a:gd name="connsiteX381" fmla="*/ 2063025 w 7369701"/>
              <a:gd name="connsiteY381" fmla="*/ 6858000 h 6858000"/>
              <a:gd name="connsiteX382" fmla="*/ 2021675 w 7369701"/>
              <a:gd name="connsiteY382" fmla="*/ 6858000 h 6858000"/>
              <a:gd name="connsiteX383" fmla="*/ 2019308 w 7369701"/>
              <a:gd name="connsiteY383" fmla="*/ 6847118 h 6858000"/>
              <a:gd name="connsiteX384" fmla="*/ 1938835 w 7369701"/>
              <a:gd name="connsiteY384" fmla="*/ 6551160 h 6858000"/>
              <a:gd name="connsiteX385" fmla="*/ 1953230 w 7369701"/>
              <a:gd name="connsiteY385" fmla="*/ 6759699 h 6858000"/>
              <a:gd name="connsiteX386" fmla="*/ 1956763 w 7369701"/>
              <a:gd name="connsiteY386" fmla="*/ 6778191 h 6858000"/>
              <a:gd name="connsiteX387" fmla="*/ 1967925 w 7369701"/>
              <a:gd name="connsiteY387" fmla="*/ 6858000 h 6858000"/>
              <a:gd name="connsiteX388" fmla="*/ 1936622 w 7369701"/>
              <a:gd name="connsiteY388" fmla="*/ 6858000 h 6858000"/>
              <a:gd name="connsiteX389" fmla="*/ 1926261 w 7369701"/>
              <a:gd name="connsiteY389" fmla="*/ 6784064 h 6858000"/>
              <a:gd name="connsiteX390" fmla="*/ 1922724 w 7369701"/>
              <a:gd name="connsiteY390" fmla="*/ 6765577 h 6858000"/>
              <a:gd name="connsiteX391" fmla="*/ 1904650 w 7369701"/>
              <a:gd name="connsiteY391" fmla="*/ 6639616 h 6858000"/>
              <a:gd name="connsiteX392" fmla="*/ 1885273 w 7369701"/>
              <a:gd name="connsiteY392" fmla="*/ 6858000 h 6858000"/>
              <a:gd name="connsiteX393" fmla="*/ 1854363 w 7369701"/>
              <a:gd name="connsiteY393" fmla="*/ 6858000 h 6858000"/>
              <a:gd name="connsiteX394" fmla="*/ 1880391 w 7369701"/>
              <a:gd name="connsiteY394" fmla="*/ 6603796 h 6858000"/>
              <a:gd name="connsiteX395" fmla="*/ 1818273 w 7369701"/>
              <a:gd name="connsiteY395" fmla="*/ 6715729 h 6858000"/>
              <a:gd name="connsiteX396" fmla="*/ 1794691 w 7369701"/>
              <a:gd name="connsiteY396" fmla="*/ 6843239 h 6858000"/>
              <a:gd name="connsiteX397" fmla="*/ 1794914 w 7369701"/>
              <a:gd name="connsiteY397" fmla="*/ 6858000 h 6858000"/>
              <a:gd name="connsiteX398" fmla="*/ 1746128 w 7369701"/>
              <a:gd name="connsiteY398" fmla="*/ 6858000 h 6858000"/>
              <a:gd name="connsiteX399" fmla="*/ 1753934 w 7369701"/>
              <a:gd name="connsiteY399" fmla="*/ 6724796 h 6858000"/>
              <a:gd name="connsiteX400" fmla="*/ 1792053 w 7369701"/>
              <a:gd name="connsiteY400" fmla="*/ 6572396 h 6858000"/>
              <a:gd name="connsiteX401" fmla="*/ 1862248 w 7369701"/>
              <a:gd name="connsiteY401" fmla="*/ 6266397 h 6858000"/>
              <a:gd name="connsiteX402" fmla="*/ 1862250 w 7369701"/>
              <a:gd name="connsiteY402" fmla="*/ 6033531 h 6858000"/>
              <a:gd name="connsiteX403" fmla="*/ 1211999 w 7369701"/>
              <a:gd name="connsiteY403" fmla="*/ 6683610 h 6858000"/>
              <a:gd name="connsiteX404" fmla="*/ 1213266 w 7369701"/>
              <a:gd name="connsiteY404" fmla="*/ 6691947 h 6858000"/>
              <a:gd name="connsiteX405" fmla="*/ 1203370 w 7369701"/>
              <a:gd name="connsiteY405" fmla="*/ 6850676 h 6858000"/>
              <a:gd name="connsiteX406" fmla="*/ 1203671 w 7369701"/>
              <a:gd name="connsiteY406" fmla="*/ 6858000 h 6858000"/>
              <a:gd name="connsiteX407" fmla="*/ 1143180 w 7369701"/>
              <a:gd name="connsiteY407" fmla="*/ 6858000 h 6858000"/>
              <a:gd name="connsiteX408" fmla="*/ 1142176 w 7369701"/>
              <a:gd name="connsiteY408" fmla="*/ 6766045 h 6858000"/>
              <a:gd name="connsiteX409" fmla="*/ 1067484 w 7369701"/>
              <a:gd name="connsiteY409" fmla="*/ 6858000 h 6858000"/>
              <a:gd name="connsiteX410" fmla="*/ 953928 w 7369701"/>
              <a:gd name="connsiteY410" fmla="*/ 6858000 h 6858000"/>
              <a:gd name="connsiteX411" fmla="*/ 959715 w 7369701"/>
              <a:gd name="connsiteY411" fmla="*/ 6850185 h 6858000"/>
              <a:gd name="connsiteX412" fmla="*/ 1483788 w 7369701"/>
              <a:gd name="connsiteY412" fmla="*/ 6259174 h 6858000"/>
              <a:gd name="connsiteX413" fmla="*/ 1100671 w 7369701"/>
              <a:gd name="connsiteY413" fmla="*/ 6252137 h 6858000"/>
              <a:gd name="connsiteX414" fmla="*/ 1090144 w 7369701"/>
              <a:gd name="connsiteY414" fmla="*/ 6256748 h 6858000"/>
              <a:gd name="connsiteX415" fmla="*/ 1095872 w 7369701"/>
              <a:gd name="connsiteY415" fmla="*/ 6271892 h 6858000"/>
              <a:gd name="connsiteX416" fmla="*/ 262785 w 7369701"/>
              <a:gd name="connsiteY416" fmla="*/ 6845450 h 6858000"/>
              <a:gd name="connsiteX417" fmla="*/ 209968 w 7369701"/>
              <a:gd name="connsiteY417" fmla="*/ 6770713 h 6858000"/>
              <a:gd name="connsiteX418" fmla="*/ 873460 w 7369701"/>
              <a:gd name="connsiteY418" fmla="*/ 6253768 h 6858000"/>
              <a:gd name="connsiteX419" fmla="*/ 192686 w 7369701"/>
              <a:gd name="connsiteY419" fmla="*/ 5849257 h 6858000"/>
              <a:gd name="connsiteX420" fmla="*/ 4696 w 7369701"/>
              <a:gd name="connsiteY420" fmla="*/ 5697668 h 6858000"/>
              <a:gd name="connsiteX421" fmla="*/ 0 w 7369701"/>
              <a:gd name="connsiteY421" fmla="*/ 5689984 h 6858000"/>
              <a:gd name="connsiteX422" fmla="*/ 0 w 7369701"/>
              <a:gd name="connsiteY422" fmla="*/ 5513472 h 6858000"/>
              <a:gd name="connsiteX423" fmla="*/ 174101 w 7369701"/>
              <a:gd name="connsiteY423" fmla="*/ 5620277 h 6858000"/>
              <a:gd name="connsiteX424" fmla="*/ 891800 w 7369701"/>
              <a:gd name="connsiteY424" fmla="*/ 6036935 h 6858000"/>
              <a:gd name="connsiteX425" fmla="*/ 1072219 w 7369701"/>
              <a:gd name="connsiteY425" fmla="*/ 6169443 h 6858000"/>
              <a:gd name="connsiteX426" fmla="*/ 1074117 w 7369701"/>
              <a:gd name="connsiteY426" fmla="*/ 6170301 h 6858000"/>
              <a:gd name="connsiteX427" fmla="*/ 1083114 w 7369701"/>
              <a:gd name="connsiteY427" fmla="*/ 6174131 h 6858000"/>
              <a:gd name="connsiteX428" fmla="*/ 1543010 w 7369701"/>
              <a:gd name="connsiteY428" fmla="*/ 6191140 h 6858000"/>
              <a:gd name="connsiteX429" fmla="*/ 1551080 w 7369701"/>
              <a:gd name="connsiteY429" fmla="*/ 6195006 h 6858000"/>
              <a:gd name="connsiteX430" fmla="*/ 2345443 w 7369701"/>
              <a:gd name="connsiteY430" fmla="*/ 5549882 h 6858000"/>
              <a:gd name="connsiteX431" fmla="*/ 1721499 w 7369701"/>
              <a:gd name="connsiteY431" fmla="*/ 5599969 h 6858000"/>
              <a:gd name="connsiteX432" fmla="*/ 767716 w 7369701"/>
              <a:gd name="connsiteY432" fmla="*/ 5472768 h 6858000"/>
              <a:gd name="connsiteX433" fmla="*/ 722147 w 7369701"/>
              <a:gd name="connsiteY433" fmla="*/ 5393091 h 6858000"/>
              <a:gd name="connsiteX434" fmla="*/ 1485552 w 7369701"/>
              <a:gd name="connsiteY434" fmla="*/ 5313202 h 6858000"/>
              <a:gd name="connsiteX435" fmla="*/ 2143004 w 7369701"/>
              <a:gd name="connsiteY435" fmla="*/ 5402420 h 6858000"/>
              <a:gd name="connsiteX436" fmla="*/ 1933391 w 7369701"/>
              <a:gd name="connsiteY436" fmla="*/ 5156971 h 6858000"/>
              <a:gd name="connsiteX437" fmla="*/ 1827118 w 7369701"/>
              <a:gd name="connsiteY437" fmla="*/ 4968410 h 6858000"/>
              <a:gd name="connsiteX438" fmla="*/ 1837349 w 7369701"/>
              <a:gd name="connsiteY438" fmla="*/ 4956357 h 6858000"/>
              <a:gd name="connsiteX439" fmla="*/ 2162835 w 7369701"/>
              <a:gd name="connsiteY439" fmla="*/ 5187853 h 6858000"/>
              <a:gd name="connsiteX440" fmla="*/ 2257167 w 7369701"/>
              <a:gd name="connsiteY440" fmla="*/ 5462123 h 6858000"/>
              <a:gd name="connsiteX441" fmla="*/ 2261598 w 7369701"/>
              <a:gd name="connsiteY441" fmla="*/ 5467998 h 6858000"/>
              <a:gd name="connsiteX442" fmla="*/ 2437177 w 7369701"/>
              <a:gd name="connsiteY442" fmla="*/ 5479608 h 6858000"/>
              <a:gd name="connsiteX443" fmla="*/ 2445247 w 7369701"/>
              <a:gd name="connsiteY443" fmla="*/ 5483476 h 6858000"/>
              <a:gd name="connsiteX444" fmla="*/ 2743626 w 7369701"/>
              <a:gd name="connsiteY444" fmla="*/ 5304819 h 6858000"/>
              <a:gd name="connsiteX445" fmla="*/ 3048102 w 7369701"/>
              <a:gd name="connsiteY445" fmla="*/ 5150595 h 6858000"/>
              <a:gd name="connsiteX446" fmla="*/ 1799414 w 7369701"/>
              <a:gd name="connsiteY446" fmla="*/ 4694732 h 6858000"/>
              <a:gd name="connsiteX447" fmla="*/ 1771735 w 7369701"/>
              <a:gd name="connsiteY447" fmla="*/ 4619929 h 6858000"/>
              <a:gd name="connsiteX448" fmla="*/ 3104273 w 7369701"/>
              <a:gd name="connsiteY448" fmla="*/ 5076159 h 6858000"/>
              <a:gd name="connsiteX449" fmla="*/ 3113245 w 7369701"/>
              <a:gd name="connsiteY449" fmla="*/ 5090705 h 6858000"/>
              <a:gd name="connsiteX450" fmla="*/ 3126294 w 7369701"/>
              <a:gd name="connsiteY450" fmla="*/ 5114400 h 6858000"/>
              <a:gd name="connsiteX451" fmla="*/ 3937433 w 7369701"/>
              <a:gd name="connsiteY451" fmla="*/ 4830473 h 6858000"/>
              <a:gd name="connsiteX452" fmla="*/ 3590475 w 7369701"/>
              <a:gd name="connsiteY452" fmla="*/ 4597974 h 6858000"/>
              <a:gd name="connsiteX453" fmla="*/ 3100264 w 7369701"/>
              <a:gd name="connsiteY453" fmla="*/ 4579845 h 6858000"/>
              <a:gd name="connsiteX454" fmla="*/ 2183576 w 7369701"/>
              <a:gd name="connsiteY454" fmla="*/ 4227150 h 6858000"/>
              <a:gd name="connsiteX455" fmla="*/ 2151029 w 7369701"/>
              <a:gd name="connsiteY455" fmla="*/ 4146947 h 6858000"/>
              <a:gd name="connsiteX456" fmla="*/ 3563434 w 7369701"/>
              <a:gd name="connsiteY456" fmla="*/ 4469115 h 6858000"/>
              <a:gd name="connsiteX457" fmla="*/ 3177952 w 7369701"/>
              <a:gd name="connsiteY457" fmla="*/ 3657386 h 6858000"/>
              <a:gd name="connsiteX458" fmla="*/ 3189263 w 7369701"/>
              <a:gd name="connsiteY458" fmla="*/ 3625726 h 6858000"/>
              <a:gd name="connsiteX459" fmla="*/ 3560912 w 7369701"/>
              <a:gd name="connsiteY459" fmla="*/ 4079863 h 6858000"/>
              <a:gd name="connsiteX460" fmla="*/ 3626636 w 7369701"/>
              <a:gd name="connsiteY460" fmla="*/ 4512230 h 6858000"/>
              <a:gd name="connsiteX461" fmla="*/ 3653088 w 7369701"/>
              <a:gd name="connsiteY461" fmla="*/ 4521417 h 6858000"/>
              <a:gd name="connsiteX462" fmla="*/ 3988128 w 7369701"/>
              <a:gd name="connsiteY462" fmla="*/ 4817267 h 6858000"/>
              <a:gd name="connsiteX463" fmla="*/ 4830582 w 7369701"/>
              <a:gd name="connsiteY463" fmla="*/ 4676000 h 6858000"/>
              <a:gd name="connsiteX464" fmla="*/ 4830100 w 7369701"/>
              <a:gd name="connsiteY464" fmla="*/ 4675554 h 6858000"/>
              <a:gd name="connsiteX465" fmla="*/ 4036318 w 7369701"/>
              <a:gd name="connsiteY465" fmla="*/ 4147013 h 6858000"/>
              <a:gd name="connsiteX466" fmla="*/ 3432098 w 7369701"/>
              <a:gd name="connsiteY466" fmla="*/ 3537312 h 6858000"/>
              <a:gd name="connsiteX467" fmla="*/ 3446761 w 7369701"/>
              <a:gd name="connsiteY467" fmla="*/ 3461278 h 6858000"/>
              <a:gd name="connsiteX468" fmla="*/ 4419733 w 7369701"/>
              <a:gd name="connsiteY468" fmla="*/ 3963555 h 6858000"/>
              <a:gd name="connsiteX469" fmla="*/ 4781371 w 7369701"/>
              <a:gd name="connsiteY469" fmla="*/ 4458604 h 6858000"/>
              <a:gd name="connsiteX470" fmla="*/ 4780440 w 7369701"/>
              <a:gd name="connsiteY470" fmla="*/ 4470290 h 6858000"/>
              <a:gd name="connsiteX471" fmla="*/ 4898954 w 7369701"/>
              <a:gd name="connsiteY471" fmla="*/ 4662092 h 6858000"/>
              <a:gd name="connsiteX472" fmla="*/ 4900699 w 7369701"/>
              <a:gd name="connsiteY472" fmla="*/ 4670867 h 6858000"/>
              <a:gd name="connsiteX473" fmla="*/ 5714511 w 7369701"/>
              <a:gd name="connsiteY473" fmla="*/ 4663483 h 6858000"/>
              <a:gd name="connsiteX474" fmla="*/ 5464793 w 7369701"/>
              <a:gd name="connsiteY474" fmla="*/ 4393556 h 6858000"/>
              <a:gd name="connsiteX475" fmla="*/ 5461897 w 7369701"/>
              <a:gd name="connsiteY475" fmla="*/ 4390879 h 6858000"/>
              <a:gd name="connsiteX476" fmla="*/ 4294126 w 7369701"/>
              <a:gd name="connsiteY476" fmla="*/ 3303048 h 6858000"/>
              <a:gd name="connsiteX477" fmla="*/ 4305321 w 7369701"/>
              <a:gd name="connsiteY477" fmla="*/ 3256953 h 6858000"/>
              <a:gd name="connsiteX478" fmla="*/ 4949299 w 7369701"/>
              <a:gd name="connsiteY478" fmla="*/ 3766336 h 6858000"/>
              <a:gd name="connsiteX479" fmla="*/ 5291452 w 7369701"/>
              <a:gd name="connsiteY479" fmla="*/ 4076801 h 6858000"/>
              <a:gd name="connsiteX480" fmla="*/ 5434998 w 7369701"/>
              <a:gd name="connsiteY480" fmla="*/ 4254100 h 6858000"/>
              <a:gd name="connsiteX481" fmla="*/ 5351015 w 7369701"/>
              <a:gd name="connsiteY481" fmla="*/ 3760989 h 6858000"/>
              <a:gd name="connsiteX482" fmla="*/ 5413780 w 7369701"/>
              <a:gd name="connsiteY482" fmla="*/ 2966265 h 6858000"/>
              <a:gd name="connsiteX483" fmla="*/ 5425627 w 7369701"/>
              <a:gd name="connsiteY483" fmla="*/ 2954192 h 6858000"/>
              <a:gd name="connsiteX484" fmla="*/ 6604735 w 7369701"/>
              <a:gd name="connsiteY484" fmla="*/ 2041381 h 6858000"/>
              <a:gd name="connsiteX485" fmla="*/ 7204487 w 7369701"/>
              <a:gd name="connsiteY485" fmla="*/ 2742112 h 6858000"/>
              <a:gd name="connsiteX486" fmla="*/ 7131592 w 7369701"/>
              <a:gd name="connsiteY486" fmla="*/ 2672096 h 6858000"/>
              <a:gd name="connsiteX487" fmla="*/ 6996344 w 7369701"/>
              <a:gd name="connsiteY487" fmla="*/ 2518310 h 6858000"/>
              <a:gd name="connsiteX488" fmla="*/ 6735495 w 7369701"/>
              <a:gd name="connsiteY488" fmla="*/ 2196890 h 6858000"/>
              <a:gd name="connsiteX489" fmla="*/ 6721901 w 7369701"/>
              <a:gd name="connsiteY489" fmla="*/ 2179274 h 6858000"/>
              <a:gd name="connsiteX490" fmla="*/ 6604735 w 7369701"/>
              <a:gd name="connsiteY490" fmla="*/ 2041381 h 6858000"/>
              <a:gd name="connsiteX491" fmla="*/ 6591670 w 7369701"/>
              <a:gd name="connsiteY491" fmla="*/ 1988277 h 6858000"/>
              <a:gd name="connsiteX492" fmla="*/ 6747349 w 7369701"/>
              <a:gd name="connsiteY492" fmla="*/ 2160069 h 6858000"/>
              <a:gd name="connsiteX493" fmla="*/ 6760943 w 7369701"/>
              <a:gd name="connsiteY493" fmla="*/ 2177686 h 6858000"/>
              <a:gd name="connsiteX494" fmla="*/ 7021065 w 7369701"/>
              <a:gd name="connsiteY494" fmla="*/ 2498102 h 6858000"/>
              <a:gd name="connsiteX495" fmla="*/ 7155223 w 7369701"/>
              <a:gd name="connsiteY495" fmla="*/ 2650386 h 6858000"/>
              <a:gd name="connsiteX496" fmla="*/ 7203167 w 7369701"/>
              <a:gd name="connsiteY496" fmla="*/ 2697288 h 6858000"/>
              <a:gd name="connsiteX497" fmla="*/ 6937703 w 7369701"/>
              <a:gd name="connsiteY497" fmla="*/ 2321981 h 6858000"/>
              <a:gd name="connsiteX498" fmla="*/ 6591670 w 7369701"/>
              <a:gd name="connsiteY498" fmla="*/ 1988277 h 6858000"/>
              <a:gd name="connsiteX499" fmla="*/ 5798671 w 7369701"/>
              <a:gd name="connsiteY499" fmla="*/ 1981601 h 6858000"/>
              <a:gd name="connsiteX500" fmla="*/ 5754709 w 7369701"/>
              <a:gd name="connsiteY500" fmla="*/ 2071454 h 6858000"/>
              <a:gd name="connsiteX501" fmla="*/ 5763044 w 7369701"/>
              <a:gd name="connsiteY501" fmla="*/ 2842206 h 6858000"/>
              <a:gd name="connsiteX502" fmla="*/ 5764974 w 7369701"/>
              <a:gd name="connsiteY502" fmla="*/ 2799609 h 6858000"/>
              <a:gd name="connsiteX503" fmla="*/ 5767665 w 7369701"/>
              <a:gd name="connsiteY503" fmla="*/ 2666409 h 6858000"/>
              <a:gd name="connsiteX504" fmla="*/ 5763055 w 7369701"/>
              <a:gd name="connsiteY504" fmla="*/ 2579705 h 6858000"/>
              <a:gd name="connsiteX505" fmla="*/ 5758079 w 7369701"/>
              <a:gd name="connsiteY505" fmla="*/ 2492508 h 6858000"/>
              <a:gd name="connsiteX506" fmla="*/ 5779325 w 7369701"/>
              <a:gd name="connsiteY506" fmla="*/ 2197069 h 6858000"/>
              <a:gd name="connsiteX507" fmla="*/ 5798671 w 7369701"/>
              <a:gd name="connsiteY507" fmla="*/ 1981601 h 6858000"/>
              <a:gd name="connsiteX508" fmla="*/ 5829202 w 7369701"/>
              <a:gd name="connsiteY508" fmla="*/ 1971679 h 6858000"/>
              <a:gd name="connsiteX509" fmla="*/ 5809558 w 7369701"/>
              <a:gd name="connsiteY509" fmla="*/ 2198043 h 6858000"/>
              <a:gd name="connsiteX510" fmla="*/ 5788653 w 7369701"/>
              <a:gd name="connsiteY510" fmla="*/ 2489430 h 6858000"/>
              <a:gd name="connsiteX511" fmla="*/ 5793439 w 7369701"/>
              <a:gd name="connsiteY511" fmla="*/ 2575235 h 6858000"/>
              <a:gd name="connsiteX512" fmla="*/ 5796837 w 7369701"/>
              <a:gd name="connsiteY512" fmla="*/ 2637633 h 6858000"/>
              <a:gd name="connsiteX513" fmla="*/ 5818614 w 7369701"/>
              <a:gd name="connsiteY513" fmla="*/ 2473055 h 6858000"/>
              <a:gd name="connsiteX514" fmla="*/ 5829202 w 7369701"/>
              <a:gd name="connsiteY514" fmla="*/ 1971679 h 6858000"/>
              <a:gd name="connsiteX515" fmla="*/ 5911389 w 7369701"/>
              <a:gd name="connsiteY515" fmla="*/ 1898371 h 6858000"/>
              <a:gd name="connsiteX516" fmla="*/ 6237627 w 7369701"/>
              <a:gd name="connsiteY516" fmla="*/ 2231921 h 6858000"/>
              <a:gd name="connsiteX517" fmla="*/ 5911389 w 7369701"/>
              <a:gd name="connsiteY517" fmla="*/ 1898371 h 6858000"/>
              <a:gd name="connsiteX518" fmla="*/ 6944437 w 7369701"/>
              <a:gd name="connsiteY518" fmla="*/ 1575402 h 6858000"/>
              <a:gd name="connsiteX519" fmla="*/ 6304730 w 7369701"/>
              <a:gd name="connsiteY519" fmla="*/ 1766654 h 6858000"/>
              <a:gd name="connsiteX520" fmla="*/ 6944437 w 7369701"/>
              <a:gd name="connsiteY520" fmla="*/ 1575402 h 6858000"/>
              <a:gd name="connsiteX521" fmla="*/ 7019523 w 7369701"/>
              <a:gd name="connsiteY521" fmla="*/ 1519450 h 6858000"/>
              <a:gd name="connsiteX522" fmla="*/ 6298091 w 7369701"/>
              <a:gd name="connsiteY522" fmla="*/ 1737122 h 6858000"/>
              <a:gd name="connsiteX523" fmla="*/ 7019523 w 7369701"/>
              <a:gd name="connsiteY523" fmla="*/ 1519450 h 6858000"/>
              <a:gd name="connsiteX524" fmla="*/ 2399523 w 7369701"/>
              <a:gd name="connsiteY524" fmla="*/ 1428234 h 6858000"/>
              <a:gd name="connsiteX525" fmla="*/ 2224982 w 7369701"/>
              <a:gd name="connsiteY525" fmla="*/ 1826201 h 6858000"/>
              <a:gd name="connsiteX526" fmla="*/ 2096099 w 7369701"/>
              <a:gd name="connsiteY526" fmla="*/ 2345900 h 6858000"/>
              <a:gd name="connsiteX527" fmla="*/ 2283317 w 7369701"/>
              <a:gd name="connsiteY527" fmla="*/ 1796925 h 6858000"/>
              <a:gd name="connsiteX528" fmla="*/ 2399523 w 7369701"/>
              <a:gd name="connsiteY528" fmla="*/ 1428234 h 6858000"/>
              <a:gd name="connsiteX529" fmla="*/ 2448558 w 7369701"/>
              <a:gd name="connsiteY529" fmla="*/ 1373435 h 6858000"/>
              <a:gd name="connsiteX530" fmla="*/ 2312521 w 7369701"/>
              <a:gd name="connsiteY530" fmla="*/ 1806140 h 6858000"/>
              <a:gd name="connsiteX531" fmla="*/ 2127533 w 7369701"/>
              <a:gd name="connsiteY531" fmla="*/ 2348380 h 6858000"/>
              <a:gd name="connsiteX532" fmla="*/ 2358080 w 7369701"/>
              <a:gd name="connsiteY532" fmla="*/ 1866134 h 6858000"/>
              <a:gd name="connsiteX533" fmla="*/ 2407436 w 7369701"/>
              <a:gd name="connsiteY533" fmla="*/ 1651070 h 6858000"/>
              <a:gd name="connsiteX534" fmla="*/ 2448558 w 7369701"/>
              <a:gd name="connsiteY534" fmla="*/ 1373435 h 6858000"/>
              <a:gd name="connsiteX535" fmla="*/ 278707 w 7369701"/>
              <a:gd name="connsiteY535" fmla="*/ 1352270 h 6858000"/>
              <a:gd name="connsiteX536" fmla="*/ 321570 w 7369701"/>
              <a:gd name="connsiteY536" fmla="*/ 1861610 h 6858000"/>
              <a:gd name="connsiteX537" fmla="*/ 294281 w 7369701"/>
              <a:gd name="connsiteY537" fmla="*/ 1440658 h 6858000"/>
              <a:gd name="connsiteX538" fmla="*/ 278707 w 7369701"/>
              <a:gd name="connsiteY538" fmla="*/ 1352270 h 6858000"/>
              <a:gd name="connsiteX539" fmla="*/ 1423821 w 7369701"/>
              <a:gd name="connsiteY539" fmla="*/ 1351958 h 6858000"/>
              <a:gd name="connsiteX540" fmla="*/ 1638521 w 7369701"/>
              <a:gd name="connsiteY540" fmla="*/ 1908470 h 6858000"/>
              <a:gd name="connsiteX541" fmla="*/ 1754199 w 7369701"/>
              <a:gd name="connsiteY541" fmla="*/ 2149284 h 6858000"/>
              <a:gd name="connsiteX542" fmla="*/ 1908359 w 7369701"/>
              <a:gd name="connsiteY542" fmla="*/ 2364988 h 6858000"/>
              <a:gd name="connsiteX543" fmla="*/ 1647661 w 7369701"/>
              <a:gd name="connsiteY543" fmla="*/ 1825945 h 6858000"/>
              <a:gd name="connsiteX544" fmla="*/ 1423821 w 7369701"/>
              <a:gd name="connsiteY544" fmla="*/ 1351958 h 6858000"/>
              <a:gd name="connsiteX545" fmla="*/ 1431890 w 7369701"/>
              <a:gd name="connsiteY545" fmla="*/ 1306475 h 6858000"/>
              <a:gd name="connsiteX546" fmla="*/ 1507597 w 7369701"/>
              <a:gd name="connsiteY546" fmla="*/ 1446132 h 6858000"/>
              <a:gd name="connsiteX547" fmla="*/ 1674586 w 7369701"/>
              <a:gd name="connsiteY547" fmla="*/ 1813832 h 6858000"/>
              <a:gd name="connsiteX548" fmla="*/ 1815950 w 7369701"/>
              <a:gd name="connsiteY548" fmla="*/ 2128564 h 6858000"/>
              <a:gd name="connsiteX549" fmla="*/ 1984242 w 7369701"/>
              <a:gd name="connsiteY549" fmla="*/ 2430829 h 6858000"/>
              <a:gd name="connsiteX550" fmla="*/ 2014023 w 7369701"/>
              <a:gd name="connsiteY550" fmla="*/ 2450995 h 6858000"/>
              <a:gd name="connsiteX551" fmla="*/ 1747337 w 7369701"/>
              <a:gd name="connsiteY551" fmla="*/ 1855264 h 6858000"/>
              <a:gd name="connsiteX552" fmla="*/ 1533749 w 7369701"/>
              <a:gd name="connsiteY552" fmla="*/ 1478656 h 6858000"/>
              <a:gd name="connsiteX553" fmla="*/ 1431890 w 7369701"/>
              <a:gd name="connsiteY553" fmla="*/ 1306475 h 6858000"/>
              <a:gd name="connsiteX554" fmla="*/ 5052692 w 7369701"/>
              <a:gd name="connsiteY554" fmla="*/ 1292994 h 6858000"/>
              <a:gd name="connsiteX555" fmla="*/ 5200661 w 7369701"/>
              <a:gd name="connsiteY555" fmla="*/ 1635186 h 6858000"/>
              <a:gd name="connsiteX556" fmla="*/ 5297138 w 7369701"/>
              <a:gd name="connsiteY556" fmla="*/ 1906351 h 6858000"/>
              <a:gd name="connsiteX557" fmla="*/ 5052692 w 7369701"/>
              <a:gd name="connsiteY557" fmla="*/ 1292994 h 6858000"/>
              <a:gd name="connsiteX558" fmla="*/ 5009948 w 7369701"/>
              <a:gd name="connsiteY558" fmla="*/ 1273619 h 6858000"/>
              <a:gd name="connsiteX559" fmla="*/ 5121777 w 7369701"/>
              <a:gd name="connsiteY559" fmla="*/ 1654213 h 6858000"/>
              <a:gd name="connsiteX560" fmla="*/ 5293545 w 7369701"/>
              <a:gd name="connsiteY560" fmla="*/ 2072247 h 6858000"/>
              <a:gd name="connsiteX561" fmla="*/ 5294042 w 7369701"/>
              <a:gd name="connsiteY561" fmla="*/ 2065019 h 6858000"/>
              <a:gd name="connsiteX562" fmla="*/ 5171936 w 7369701"/>
              <a:gd name="connsiteY562" fmla="*/ 1647613 h 6858000"/>
              <a:gd name="connsiteX563" fmla="*/ 5009948 w 7369701"/>
              <a:gd name="connsiteY563" fmla="*/ 1273619 h 6858000"/>
              <a:gd name="connsiteX564" fmla="*/ 655236 w 7369701"/>
              <a:gd name="connsiteY564" fmla="*/ 1268632 h 6858000"/>
              <a:gd name="connsiteX565" fmla="*/ 839521 w 7369701"/>
              <a:gd name="connsiteY565" fmla="*/ 1685315 h 6858000"/>
              <a:gd name="connsiteX566" fmla="*/ 1109416 w 7369701"/>
              <a:gd name="connsiteY566" fmla="*/ 2061663 h 6858000"/>
              <a:gd name="connsiteX567" fmla="*/ 1298300 w 7369701"/>
              <a:gd name="connsiteY567" fmla="*/ 2247742 h 6858000"/>
              <a:gd name="connsiteX568" fmla="*/ 1125871 w 7369701"/>
              <a:gd name="connsiteY568" fmla="*/ 1989513 h 6858000"/>
              <a:gd name="connsiteX569" fmla="*/ 981574 w 7369701"/>
              <a:gd name="connsiteY569" fmla="*/ 1783157 h 6858000"/>
              <a:gd name="connsiteX570" fmla="*/ 922198 w 7369701"/>
              <a:gd name="connsiteY570" fmla="*/ 1677437 h 6858000"/>
              <a:gd name="connsiteX571" fmla="*/ 869293 w 7369701"/>
              <a:gd name="connsiteY571" fmla="*/ 1583214 h 6858000"/>
              <a:gd name="connsiteX572" fmla="*/ 751431 w 7369701"/>
              <a:gd name="connsiteY572" fmla="*/ 1405731 h 6858000"/>
              <a:gd name="connsiteX573" fmla="*/ 655236 w 7369701"/>
              <a:gd name="connsiteY573" fmla="*/ 1268632 h 6858000"/>
              <a:gd name="connsiteX574" fmla="*/ 6516292 w 7369701"/>
              <a:gd name="connsiteY574" fmla="*/ 1263064 h 6858000"/>
              <a:gd name="connsiteX575" fmla="*/ 5736320 w 7369701"/>
              <a:gd name="connsiteY575" fmla="*/ 1501803 h 6858000"/>
              <a:gd name="connsiteX576" fmla="*/ 6516292 w 7369701"/>
              <a:gd name="connsiteY576" fmla="*/ 1263064 h 6858000"/>
              <a:gd name="connsiteX577" fmla="*/ 291466 w 7369701"/>
              <a:gd name="connsiteY577" fmla="*/ 1250369 h 6858000"/>
              <a:gd name="connsiteX578" fmla="*/ 323180 w 7369701"/>
              <a:gd name="connsiteY578" fmla="*/ 1435283 h 6858000"/>
              <a:gd name="connsiteX579" fmla="*/ 349381 w 7369701"/>
              <a:gd name="connsiteY579" fmla="*/ 1875041 h 6858000"/>
              <a:gd name="connsiteX580" fmla="*/ 374363 w 7369701"/>
              <a:gd name="connsiteY580" fmla="*/ 1506494 h 6858000"/>
              <a:gd name="connsiteX581" fmla="*/ 302168 w 7369701"/>
              <a:gd name="connsiteY581" fmla="*/ 1274495 h 6858000"/>
              <a:gd name="connsiteX582" fmla="*/ 291466 w 7369701"/>
              <a:gd name="connsiteY582" fmla="*/ 1250369 h 6858000"/>
              <a:gd name="connsiteX583" fmla="*/ 678222 w 7369701"/>
              <a:gd name="connsiteY583" fmla="*/ 1248670 h 6858000"/>
              <a:gd name="connsiteX584" fmla="*/ 775536 w 7369701"/>
              <a:gd name="connsiteY584" fmla="*/ 1388015 h 6858000"/>
              <a:gd name="connsiteX585" fmla="*/ 894529 w 7369701"/>
              <a:gd name="connsiteY585" fmla="*/ 1567739 h 6858000"/>
              <a:gd name="connsiteX586" fmla="*/ 948000 w 7369701"/>
              <a:gd name="connsiteY586" fmla="*/ 1663088 h 6858000"/>
              <a:gd name="connsiteX587" fmla="*/ 1006812 w 7369701"/>
              <a:gd name="connsiteY587" fmla="*/ 1767683 h 6858000"/>
              <a:gd name="connsiteX588" fmla="*/ 1149133 w 7369701"/>
              <a:gd name="connsiteY588" fmla="*/ 1971513 h 6858000"/>
              <a:gd name="connsiteX589" fmla="*/ 1333952 w 7369701"/>
              <a:gd name="connsiteY589" fmla="*/ 2251620 h 6858000"/>
              <a:gd name="connsiteX590" fmla="*/ 1337329 w 7369701"/>
              <a:gd name="connsiteY590" fmla="*/ 2258350 h 6858000"/>
              <a:gd name="connsiteX591" fmla="*/ 1014726 w 7369701"/>
              <a:gd name="connsiteY591" fmla="*/ 1615556 h 6858000"/>
              <a:gd name="connsiteX592" fmla="*/ 678222 w 7369701"/>
              <a:gd name="connsiteY592" fmla="*/ 1248670 h 6858000"/>
              <a:gd name="connsiteX593" fmla="*/ 6691602 w 7369701"/>
              <a:gd name="connsiteY593" fmla="*/ 1140573 h 6858000"/>
              <a:gd name="connsiteX594" fmla="*/ 6571100 w 7369701"/>
              <a:gd name="connsiteY594" fmla="*/ 1183662 h 6858000"/>
              <a:gd name="connsiteX595" fmla="*/ 6241687 w 7369701"/>
              <a:gd name="connsiteY595" fmla="*/ 1257600 h 6858000"/>
              <a:gd name="connsiteX596" fmla="*/ 5693009 w 7369701"/>
              <a:gd name="connsiteY596" fmla="*/ 1478256 h 6858000"/>
              <a:gd name="connsiteX597" fmla="*/ 6548420 w 7369701"/>
              <a:gd name="connsiteY597" fmla="*/ 1214599 h 6858000"/>
              <a:gd name="connsiteX598" fmla="*/ 6605473 w 7369701"/>
              <a:gd name="connsiteY598" fmla="*/ 1184686 h 6858000"/>
              <a:gd name="connsiteX599" fmla="*/ 6691602 w 7369701"/>
              <a:gd name="connsiteY599" fmla="*/ 1140573 h 6858000"/>
              <a:gd name="connsiteX600" fmla="*/ 4002475 w 7369701"/>
              <a:gd name="connsiteY600" fmla="*/ 1037802 h 6858000"/>
              <a:gd name="connsiteX601" fmla="*/ 4000324 w 7369701"/>
              <a:gd name="connsiteY601" fmla="*/ 1039362 h 6858000"/>
              <a:gd name="connsiteX602" fmla="*/ 4002862 w 7369701"/>
              <a:gd name="connsiteY602" fmla="*/ 1042866 h 6858000"/>
              <a:gd name="connsiteX603" fmla="*/ 4002475 w 7369701"/>
              <a:gd name="connsiteY603" fmla="*/ 1037802 h 6858000"/>
              <a:gd name="connsiteX604" fmla="*/ 506322 w 7369701"/>
              <a:gd name="connsiteY604" fmla="*/ 1020997 h 6858000"/>
              <a:gd name="connsiteX605" fmla="*/ 533068 w 7369701"/>
              <a:gd name="connsiteY605" fmla="*/ 1029409 h 6858000"/>
              <a:gd name="connsiteX606" fmla="*/ 1232525 w 7369701"/>
              <a:gd name="connsiteY606" fmla="*/ 1804675 h 6858000"/>
              <a:gd name="connsiteX607" fmla="*/ 1388858 w 7369701"/>
              <a:gd name="connsiteY607" fmla="*/ 2368011 h 6858000"/>
              <a:gd name="connsiteX608" fmla="*/ 1384098 w 7369701"/>
              <a:gd name="connsiteY608" fmla="*/ 2378125 h 6858000"/>
              <a:gd name="connsiteX609" fmla="*/ 1425393 w 7369701"/>
              <a:gd name="connsiteY609" fmla="*/ 2589124 h 6858000"/>
              <a:gd name="connsiteX610" fmla="*/ 1424001 w 7369701"/>
              <a:gd name="connsiteY610" fmla="*/ 2597541 h 6858000"/>
              <a:gd name="connsiteX611" fmla="*/ 2152729 w 7369701"/>
              <a:gd name="connsiteY611" fmla="*/ 2864487 h 6858000"/>
              <a:gd name="connsiteX612" fmla="*/ 2020609 w 7369701"/>
              <a:gd name="connsiteY612" fmla="*/ 2539671 h 6858000"/>
              <a:gd name="connsiteX613" fmla="*/ 2018920 w 7369701"/>
              <a:gd name="connsiteY613" fmla="*/ 2536309 h 6858000"/>
              <a:gd name="connsiteX614" fmla="*/ 1342441 w 7369701"/>
              <a:gd name="connsiteY614" fmla="*/ 1173017 h 6858000"/>
              <a:gd name="connsiteX615" fmla="*/ 1367925 w 7369701"/>
              <a:gd name="connsiteY615" fmla="*/ 1135648 h 6858000"/>
              <a:gd name="connsiteX616" fmla="*/ 1771401 w 7369701"/>
              <a:gd name="connsiteY616" fmla="*/ 1806673 h 6858000"/>
              <a:gd name="connsiteX617" fmla="*/ 1972385 w 7369701"/>
              <a:gd name="connsiteY617" fmla="*/ 2198735 h 6858000"/>
              <a:gd name="connsiteX618" fmla="*/ 2040892 w 7369701"/>
              <a:gd name="connsiteY618" fmla="*/ 2405205 h 6858000"/>
              <a:gd name="connsiteX619" fmla="*/ 2131689 w 7369701"/>
              <a:gd name="connsiteY619" fmla="*/ 1936926 h 6858000"/>
              <a:gd name="connsiteX620" fmla="*/ 2454820 w 7369701"/>
              <a:gd name="connsiteY620" fmla="*/ 1248808 h 6858000"/>
              <a:gd name="connsiteX621" fmla="*/ 2492512 w 7369701"/>
              <a:gd name="connsiteY621" fmla="*/ 1302920 h 6858000"/>
              <a:gd name="connsiteX622" fmla="*/ 2081216 w 7369701"/>
              <a:gd name="connsiteY622" fmla="*/ 2527513 h 6858000"/>
              <a:gd name="connsiteX623" fmla="*/ 2081211 w 7369701"/>
              <a:gd name="connsiteY623" fmla="*/ 2528916 h 6858000"/>
              <a:gd name="connsiteX624" fmla="*/ 2199067 w 7369701"/>
              <a:gd name="connsiteY624" fmla="*/ 2884061 h 6858000"/>
              <a:gd name="connsiteX625" fmla="*/ 3192586 w 7369701"/>
              <a:gd name="connsiteY625" fmla="*/ 3411496 h 6858000"/>
              <a:gd name="connsiteX626" fmla="*/ 3182620 w 7369701"/>
              <a:gd name="connsiteY626" fmla="*/ 3483279 h 6858000"/>
              <a:gd name="connsiteX627" fmla="*/ 2435119 w 7369701"/>
              <a:gd name="connsiteY627" fmla="*/ 3080173 h 6858000"/>
              <a:gd name="connsiteX628" fmla="*/ 2410152 w 7369701"/>
              <a:gd name="connsiteY628" fmla="*/ 3063751 h 6858000"/>
              <a:gd name="connsiteX629" fmla="*/ 2408099 w 7369701"/>
              <a:gd name="connsiteY629" fmla="*/ 3064403 h 6858000"/>
              <a:gd name="connsiteX630" fmla="*/ 2407218 w 7369701"/>
              <a:gd name="connsiteY630" fmla="*/ 3070324 h 6858000"/>
              <a:gd name="connsiteX631" fmla="*/ 2380138 w 7369701"/>
              <a:gd name="connsiteY631" fmla="*/ 3099341 h 6858000"/>
              <a:gd name="connsiteX632" fmla="*/ 1765923 w 7369701"/>
              <a:gd name="connsiteY632" fmla="*/ 3581043 h 6858000"/>
              <a:gd name="connsiteX633" fmla="*/ 1702258 w 7369701"/>
              <a:gd name="connsiteY633" fmla="*/ 3612286 h 6858000"/>
              <a:gd name="connsiteX634" fmla="*/ 1538370 w 7369701"/>
              <a:gd name="connsiteY634" fmla="*/ 3811804 h 6858000"/>
              <a:gd name="connsiteX635" fmla="*/ 542867 w 7369701"/>
              <a:gd name="connsiteY635" fmla="*/ 4944092 h 6858000"/>
              <a:gd name="connsiteX636" fmla="*/ 515800 w 7369701"/>
              <a:gd name="connsiteY636" fmla="*/ 4862180 h 6858000"/>
              <a:gd name="connsiteX637" fmla="*/ 909145 w 7369701"/>
              <a:gd name="connsiteY637" fmla="*/ 4199225 h 6858000"/>
              <a:gd name="connsiteX638" fmla="*/ 1214067 w 7369701"/>
              <a:gd name="connsiteY638" fmla="*/ 3908561 h 6858000"/>
              <a:gd name="connsiteX639" fmla="*/ 640967 w 7369701"/>
              <a:gd name="connsiteY639" fmla="*/ 4105601 h 6858000"/>
              <a:gd name="connsiteX640" fmla="*/ 112563 w 7369701"/>
              <a:gd name="connsiteY640" fmla="*/ 4396952 h 6858000"/>
              <a:gd name="connsiteX641" fmla="*/ 0 w 7369701"/>
              <a:gd name="connsiteY641" fmla="*/ 4466006 h 6858000"/>
              <a:gd name="connsiteX642" fmla="*/ 0 w 7369701"/>
              <a:gd name="connsiteY642" fmla="*/ 4233763 h 6858000"/>
              <a:gd name="connsiteX643" fmla="*/ 36881 w 7369701"/>
              <a:gd name="connsiteY643" fmla="*/ 4200118 h 6858000"/>
              <a:gd name="connsiteX644" fmla="*/ 910534 w 7369701"/>
              <a:gd name="connsiteY644" fmla="*/ 3629753 h 6858000"/>
              <a:gd name="connsiteX645" fmla="*/ 1578717 w 7369701"/>
              <a:gd name="connsiteY645" fmla="*/ 3575982 h 6858000"/>
              <a:gd name="connsiteX646" fmla="*/ 2338780 w 7369701"/>
              <a:gd name="connsiteY646" fmla="*/ 3033725 h 6858000"/>
              <a:gd name="connsiteX647" fmla="*/ 1807991 w 7369701"/>
              <a:gd name="connsiteY647" fmla="*/ 2807184 h 6858000"/>
              <a:gd name="connsiteX648" fmla="*/ 1416358 w 7369701"/>
              <a:gd name="connsiteY648" fmla="*/ 3112571 h 6858000"/>
              <a:gd name="connsiteX649" fmla="*/ 939066 w 7369701"/>
              <a:gd name="connsiteY649" fmla="*/ 3378798 h 6858000"/>
              <a:gd name="connsiteX650" fmla="*/ 115099 w 7369701"/>
              <a:gd name="connsiteY650" fmla="*/ 3607650 h 6858000"/>
              <a:gd name="connsiteX651" fmla="*/ 97284 w 7369701"/>
              <a:gd name="connsiteY651" fmla="*/ 3520393 h 6858000"/>
              <a:gd name="connsiteX652" fmla="*/ 922050 w 7369701"/>
              <a:gd name="connsiteY652" fmla="*/ 3074867 h 6858000"/>
              <a:gd name="connsiteX653" fmla="*/ 1405265 w 7369701"/>
              <a:gd name="connsiteY653" fmla="*/ 3016319 h 6858000"/>
              <a:gd name="connsiteX654" fmla="*/ 1407512 w 7369701"/>
              <a:gd name="connsiteY654" fmla="*/ 3018001 h 6858000"/>
              <a:gd name="connsiteX655" fmla="*/ 1726266 w 7369701"/>
              <a:gd name="connsiteY655" fmla="*/ 2777274 h 6858000"/>
              <a:gd name="connsiteX656" fmla="*/ 625390 w 7369701"/>
              <a:gd name="connsiteY656" fmla="*/ 2514541 h 6858000"/>
              <a:gd name="connsiteX657" fmla="*/ 619799 w 7369701"/>
              <a:gd name="connsiteY657" fmla="*/ 2527180 h 6858000"/>
              <a:gd name="connsiteX658" fmla="*/ 310030 w 7369701"/>
              <a:gd name="connsiteY658" fmla="*/ 2771818 h 6858000"/>
              <a:gd name="connsiteX659" fmla="*/ 173877 w 7369701"/>
              <a:gd name="connsiteY659" fmla="*/ 2937056 h 6858000"/>
              <a:gd name="connsiteX660" fmla="*/ 77889 w 7369701"/>
              <a:gd name="connsiteY660" fmla="*/ 3138440 h 6858000"/>
              <a:gd name="connsiteX661" fmla="*/ 0 w 7369701"/>
              <a:gd name="connsiteY661" fmla="*/ 3271395 h 6858000"/>
              <a:gd name="connsiteX662" fmla="*/ 0 w 7369701"/>
              <a:gd name="connsiteY662" fmla="*/ 3153002 h 6858000"/>
              <a:gd name="connsiteX663" fmla="*/ 2386 w 7369701"/>
              <a:gd name="connsiteY663" fmla="*/ 3149203 h 6858000"/>
              <a:gd name="connsiteX664" fmla="*/ 89753 w 7369701"/>
              <a:gd name="connsiteY664" fmla="*/ 2987702 h 6858000"/>
              <a:gd name="connsiteX665" fmla="*/ 76869 w 7369701"/>
              <a:gd name="connsiteY665" fmla="*/ 3005404 h 6858000"/>
              <a:gd name="connsiteX666" fmla="*/ 32049 w 7369701"/>
              <a:gd name="connsiteY666" fmla="*/ 3065814 h 6858000"/>
              <a:gd name="connsiteX667" fmla="*/ 0 w 7369701"/>
              <a:gd name="connsiteY667" fmla="*/ 3108744 h 6858000"/>
              <a:gd name="connsiteX668" fmla="*/ 0 w 7369701"/>
              <a:gd name="connsiteY668" fmla="*/ 3058059 h 6858000"/>
              <a:gd name="connsiteX669" fmla="*/ 7610 w 7369701"/>
              <a:gd name="connsiteY669" fmla="*/ 3047889 h 6858000"/>
              <a:gd name="connsiteX670" fmla="*/ 52419 w 7369701"/>
              <a:gd name="connsiteY670" fmla="*/ 2987479 h 6858000"/>
              <a:gd name="connsiteX671" fmla="*/ 59142 w 7369701"/>
              <a:gd name="connsiteY671" fmla="*/ 2978488 h 6858000"/>
              <a:gd name="connsiteX672" fmla="*/ 0 w 7369701"/>
              <a:gd name="connsiteY672" fmla="*/ 3015334 h 6858000"/>
              <a:gd name="connsiteX673" fmla="*/ 0 w 7369701"/>
              <a:gd name="connsiteY673" fmla="*/ 2914286 h 6858000"/>
              <a:gd name="connsiteX674" fmla="*/ 36383 w 7369701"/>
              <a:gd name="connsiteY674" fmla="*/ 2901128 h 6858000"/>
              <a:gd name="connsiteX675" fmla="*/ 156329 w 7369701"/>
              <a:gd name="connsiteY675" fmla="*/ 2840533 h 6858000"/>
              <a:gd name="connsiteX676" fmla="*/ 358355 w 7369701"/>
              <a:gd name="connsiteY676" fmla="*/ 2620471 h 6858000"/>
              <a:gd name="connsiteX677" fmla="*/ 510577 w 7369701"/>
              <a:gd name="connsiteY677" fmla="*/ 2501244 h 6858000"/>
              <a:gd name="connsiteX678" fmla="*/ 211967 w 7369701"/>
              <a:gd name="connsiteY678" fmla="*/ 2479171 h 6858000"/>
              <a:gd name="connsiteX679" fmla="*/ 0 w 7369701"/>
              <a:gd name="connsiteY679" fmla="*/ 2476398 h 6858000"/>
              <a:gd name="connsiteX680" fmla="*/ 0 w 7369701"/>
              <a:gd name="connsiteY680" fmla="*/ 2389189 h 6858000"/>
              <a:gd name="connsiteX681" fmla="*/ 103062 w 7369701"/>
              <a:gd name="connsiteY681" fmla="*/ 2389518 h 6858000"/>
              <a:gd name="connsiteX682" fmla="*/ 510734 w 7369701"/>
              <a:gd name="connsiteY682" fmla="*/ 2416201 h 6858000"/>
              <a:gd name="connsiteX683" fmla="*/ 279257 w 7369701"/>
              <a:gd name="connsiteY683" fmla="*/ 2092102 h 6858000"/>
              <a:gd name="connsiteX684" fmla="*/ 65265 w 7369701"/>
              <a:gd name="connsiteY684" fmla="*/ 2006049 h 6858000"/>
              <a:gd name="connsiteX685" fmla="*/ 0 w 7369701"/>
              <a:gd name="connsiteY685" fmla="*/ 1982532 h 6858000"/>
              <a:gd name="connsiteX686" fmla="*/ 0 w 7369701"/>
              <a:gd name="connsiteY686" fmla="*/ 1912789 h 6858000"/>
              <a:gd name="connsiteX687" fmla="*/ 97460 w 7369701"/>
              <a:gd name="connsiteY687" fmla="*/ 1953725 h 6858000"/>
              <a:gd name="connsiteX688" fmla="*/ 221272 w 7369701"/>
              <a:gd name="connsiteY688" fmla="*/ 1980766 h 6858000"/>
              <a:gd name="connsiteX689" fmla="*/ 116765 w 7369701"/>
              <a:gd name="connsiteY689" fmla="*/ 1911033 h 6858000"/>
              <a:gd name="connsiteX690" fmla="*/ 16405 w 7369701"/>
              <a:gd name="connsiteY690" fmla="*/ 1803412 h 6858000"/>
              <a:gd name="connsiteX691" fmla="*/ 0 w 7369701"/>
              <a:gd name="connsiteY691" fmla="*/ 1784777 h 6858000"/>
              <a:gd name="connsiteX692" fmla="*/ 0 w 7369701"/>
              <a:gd name="connsiteY692" fmla="*/ 1740082 h 6858000"/>
              <a:gd name="connsiteX693" fmla="*/ 39394 w 7369701"/>
              <a:gd name="connsiteY693" fmla="*/ 1784856 h 6858000"/>
              <a:gd name="connsiteX694" fmla="*/ 135813 w 7369701"/>
              <a:gd name="connsiteY694" fmla="*/ 1888838 h 6858000"/>
              <a:gd name="connsiteX695" fmla="*/ 242575 w 7369701"/>
              <a:gd name="connsiteY695" fmla="*/ 1958841 h 6858000"/>
              <a:gd name="connsiteX696" fmla="*/ 82197 w 7369701"/>
              <a:gd name="connsiteY696" fmla="*/ 1754826 h 6858000"/>
              <a:gd name="connsiteX697" fmla="*/ 0 w 7369701"/>
              <a:gd name="connsiteY697" fmla="*/ 1679650 h 6858000"/>
              <a:gd name="connsiteX698" fmla="*/ 0 w 7369701"/>
              <a:gd name="connsiteY698" fmla="*/ 1602463 h 6858000"/>
              <a:gd name="connsiteX699" fmla="*/ 84689 w 7369701"/>
              <a:gd name="connsiteY699" fmla="*/ 1677442 h 6858000"/>
              <a:gd name="connsiteX700" fmla="*/ 298437 w 7369701"/>
              <a:gd name="connsiteY700" fmla="*/ 1968019 h 6858000"/>
              <a:gd name="connsiteX701" fmla="*/ 227269 w 7369701"/>
              <a:gd name="connsiteY701" fmla="*/ 1114064 h 6858000"/>
              <a:gd name="connsiteX702" fmla="*/ 248003 w 7369701"/>
              <a:gd name="connsiteY702" fmla="*/ 1089613 h 6858000"/>
              <a:gd name="connsiteX703" fmla="*/ 427020 w 7369701"/>
              <a:gd name="connsiteY703" fmla="*/ 1619803 h 6858000"/>
              <a:gd name="connsiteX704" fmla="*/ 340345 w 7369701"/>
              <a:gd name="connsiteY704" fmla="*/ 2027739 h 6858000"/>
              <a:gd name="connsiteX705" fmla="*/ 360865 w 7369701"/>
              <a:gd name="connsiteY705" fmla="*/ 2044827 h 6858000"/>
              <a:gd name="connsiteX706" fmla="*/ 560414 w 7369701"/>
              <a:gd name="connsiteY706" fmla="*/ 2421457 h 6858000"/>
              <a:gd name="connsiteX707" fmla="*/ 1359703 w 7369701"/>
              <a:gd name="connsiteY707" fmla="*/ 2578554 h 6858000"/>
              <a:gd name="connsiteX708" fmla="*/ 1359422 w 7369701"/>
              <a:gd name="connsiteY708" fmla="*/ 2577994 h 6858000"/>
              <a:gd name="connsiteX709" fmla="*/ 828701 w 7369701"/>
              <a:gd name="connsiteY709" fmla="*/ 1839520 h 6858000"/>
              <a:gd name="connsiteX710" fmla="*/ 494427 w 7369701"/>
              <a:gd name="connsiteY710" fmla="*/ 1092333 h 6858000"/>
              <a:gd name="connsiteX711" fmla="*/ 506322 w 7369701"/>
              <a:gd name="connsiteY711" fmla="*/ 1020997 h 6858000"/>
              <a:gd name="connsiteX712" fmla="*/ 4570198 w 7369701"/>
              <a:gd name="connsiteY712" fmla="*/ 978081 h 6858000"/>
              <a:gd name="connsiteX713" fmla="*/ 4523691 w 7369701"/>
              <a:gd name="connsiteY713" fmla="*/ 1127776 h 6858000"/>
              <a:gd name="connsiteX714" fmla="*/ 4509875 w 7369701"/>
              <a:gd name="connsiteY714" fmla="*/ 1167552 h 6858000"/>
              <a:gd name="connsiteX715" fmla="*/ 4478168 w 7369701"/>
              <a:gd name="connsiteY715" fmla="*/ 1260735 h 6858000"/>
              <a:gd name="connsiteX716" fmla="*/ 4409309 w 7369701"/>
              <a:gd name="connsiteY716" fmla="*/ 1666996 h 6858000"/>
              <a:gd name="connsiteX717" fmla="*/ 4370031 w 7369701"/>
              <a:gd name="connsiteY717" fmla="*/ 1955666 h 6858000"/>
              <a:gd name="connsiteX718" fmla="*/ 4570198 w 7369701"/>
              <a:gd name="connsiteY718" fmla="*/ 978081 h 6858000"/>
              <a:gd name="connsiteX719" fmla="*/ 4557898 w 7369701"/>
              <a:gd name="connsiteY719" fmla="*/ 900011 h 6858000"/>
              <a:gd name="connsiteX720" fmla="*/ 4344840 w 7369701"/>
              <a:gd name="connsiteY720" fmla="*/ 1922038 h 6858000"/>
              <a:gd name="connsiteX721" fmla="*/ 4378710 w 7369701"/>
              <a:gd name="connsiteY721" fmla="*/ 1665516 h 6858000"/>
              <a:gd name="connsiteX722" fmla="*/ 4448798 w 7369701"/>
              <a:gd name="connsiteY722" fmla="*/ 1253024 h 6858000"/>
              <a:gd name="connsiteX723" fmla="*/ 4480315 w 7369701"/>
              <a:gd name="connsiteY723" fmla="*/ 1158454 h 6858000"/>
              <a:gd name="connsiteX724" fmla="*/ 4494133 w 7369701"/>
              <a:gd name="connsiteY724" fmla="*/ 1118676 h 6858000"/>
              <a:gd name="connsiteX725" fmla="*/ 4557898 w 7369701"/>
              <a:gd name="connsiteY725" fmla="*/ 900011 h 6858000"/>
              <a:gd name="connsiteX726" fmla="*/ 5870151 w 7369701"/>
              <a:gd name="connsiteY726" fmla="*/ 898890 h 6858000"/>
              <a:gd name="connsiteX727" fmla="*/ 5861335 w 7369701"/>
              <a:gd name="connsiteY727" fmla="*/ 899177 h 6858000"/>
              <a:gd name="connsiteX728" fmla="*/ 5843702 w 7369701"/>
              <a:gd name="connsiteY728" fmla="*/ 899748 h 6858000"/>
              <a:gd name="connsiteX729" fmla="*/ 5651107 w 7369701"/>
              <a:gd name="connsiteY729" fmla="*/ 920306 h 6858000"/>
              <a:gd name="connsiteX730" fmla="*/ 5459407 w 7369701"/>
              <a:gd name="connsiteY730" fmla="*/ 940975 h 6858000"/>
              <a:gd name="connsiteX731" fmla="*/ 5374846 w 7369701"/>
              <a:gd name="connsiteY731" fmla="*/ 941988 h 6858000"/>
              <a:gd name="connsiteX732" fmla="*/ 5256105 w 7369701"/>
              <a:gd name="connsiteY732" fmla="*/ 945632 h 6858000"/>
              <a:gd name="connsiteX733" fmla="*/ 5107071 w 7369701"/>
              <a:gd name="connsiteY733" fmla="*/ 969720 h 6858000"/>
              <a:gd name="connsiteX734" fmla="*/ 4998681 w 7369701"/>
              <a:gd name="connsiteY734" fmla="*/ 988771 h 6858000"/>
              <a:gd name="connsiteX735" fmla="*/ 5870151 w 7369701"/>
              <a:gd name="connsiteY735" fmla="*/ 898890 h 6858000"/>
              <a:gd name="connsiteX736" fmla="*/ 5504425 w 7369701"/>
              <a:gd name="connsiteY736" fmla="*/ 848067 h 6858000"/>
              <a:gd name="connsiteX737" fmla="*/ 4968849 w 7369701"/>
              <a:gd name="connsiteY737" fmla="*/ 962318 h 6858000"/>
              <a:gd name="connsiteX738" fmla="*/ 5104039 w 7369701"/>
              <a:gd name="connsiteY738" fmla="*/ 940634 h 6858000"/>
              <a:gd name="connsiteX739" fmla="*/ 5256311 w 7369701"/>
              <a:gd name="connsiteY739" fmla="*/ 916490 h 6858000"/>
              <a:gd name="connsiteX740" fmla="*/ 5377381 w 7369701"/>
              <a:gd name="connsiteY740" fmla="*/ 912671 h 6858000"/>
              <a:gd name="connsiteX741" fmla="*/ 5460148 w 7369701"/>
              <a:gd name="connsiteY741" fmla="*/ 911442 h 6858000"/>
              <a:gd name="connsiteX742" fmla="*/ 5648971 w 7369701"/>
              <a:gd name="connsiteY742" fmla="*/ 891331 h 6858000"/>
              <a:gd name="connsiteX743" fmla="*/ 5844807 w 7369701"/>
              <a:gd name="connsiteY743" fmla="*/ 870718 h 6858000"/>
              <a:gd name="connsiteX744" fmla="*/ 5862975 w 7369701"/>
              <a:gd name="connsiteY744" fmla="*/ 869756 h 6858000"/>
              <a:gd name="connsiteX745" fmla="*/ 5920887 w 7369701"/>
              <a:gd name="connsiteY745" fmla="*/ 865929 h 6858000"/>
              <a:gd name="connsiteX746" fmla="*/ 5504425 w 7369701"/>
              <a:gd name="connsiteY746" fmla="*/ 848067 h 6858000"/>
              <a:gd name="connsiteX747" fmla="*/ 3607114 w 7369701"/>
              <a:gd name="connsiteY747" fmla="*/ 467441 h 6858000"/>
              <a:gd name="connsiteX748" fmla="*/ 3296242 w 7369701"/>
              <a:gd name="connsiteY748" fmla="*/ 807991 h 6858000"/>
              <a:gd name="connsiteX749" fmla="*/ 3174674 w 7369701"/>
              <a:gd name="connsiteY749" fmla="*/ 919759 h 6858000"/>
              <a:gd name="connsiteX750" fmla="*/ 3042978 w 7369701"/>
              <a:gd name="connsiteY750" fmla="*/ 1054894 h 6858000"/>
              <a:gd name="connsiteX751" fmla="*/ 2968914 w 7369701"/>
              <a:gd name="connsiteY751" fmla="*/ 1133756 h 6858000"/>
              <a:gd name="connsiteX752" fmla="*/ 3103823 w 7369701"/>
              <a:gd name="connsiteY752" fmla="*/ 1026814 h 6858000"/>
              <a:gd name="connsiteX753" fmla="*/ 3607114 w 7369701"/>
              <a:gd name="connsiteY753" fmla="*/ 467441 h 6858000"/>
              <a:gd name="connsiteX754" fmla="*/ 3744487 w 7369701"/>
              <a:gd name="connsiteY754" fmla="*/ 383136 h 6858000"/>
              <a:gd name="connsiteX755" fmla="*/ 3970213 w 7369701"/>
              <a:gd name="connsiteY755" fmla="*/ 995559 h 6858000"/>
              <a:gd name="connsiteX756" fmla="*/ 3744487 w 7369701"/>
              <a:gd name="connsiteY756" fmla="*/ 383136 h 6858000"/>
              <a:gd name="connsiteX757" fmla="*/ 3624562 w 7369701"/>
              <a:gd name="connsiteY757" fmla="*/ 367041 h 6858000"/>
              <a:gd name="connsiteX758" fmla="*/ 3489712 w 7369701"/>
              <a:gd name="connsiteY758" fmla="*/ 485386 h 6858000"/>
              <a:gd name="connsiteX759" fmla="*/ 3182994 w 7369701"/>
              <a:gd name="connsiteY759" fmla="*/ 828265 h 6858000"/>
              <a:gd name="connsiteX760" fmla="*/ 2892114 w 7369701"/>
              <a:gd name="connsiteY760" fmla="*/ 1172635 h 6858000"/>
              <a:gd name="connsiteX761" fmla="*/ 3021459 w 7369701"/>
              <a:gd name="connsiteY761" fmla="*/ 1035385 h 6858000"/>
              <a:gd name="connsiteX762" fmla="*/ 3153873 w 7369701"/>
              <a:gd name="connsiteY762" fmla="*/ 898971 h 6858000"/>
              <a:gd name="connsiteX763" fmla="*/ 3276511 w 7369701"/>
              <a:gd name="connsiteY763" fmla="*/ 786423 h 6858000"/>
              <a:gd name="connsiteX764" fmla="*/ 3584154 w 7369701"/>
              <a:gd name="connsiteY764" fmla="*/ 448218 h 6858000"/>
              <a:gd name="connsiteX765" fmla="*/ 3624562 w 7369701"/>
              <a:gd name="connsiteY765" fmla="*/ 367041 h 6858000"/>
              <a:gd name="connsiteX766" fmla="*/ 3766672 w 7369701"/>
              <a:gd name="connsiteY766" fmla="*/ 359429 h 6858000"/>
              <a:gd name="connsiteX767" fmla="*/ 3996338 w 7369701"/>
              <a:gd name="connsiteY767" fmla="*/ 968237 h 6858000"/>
              <a:gd name="connsiteX768" fmla="*/ 3766672 w 7369701"/>
              <a:gd name="connsiteY768" fmla="*/ 359429 h 6858000"/>
              <a:gd name="connsiteX769" fmla="*/ 5805386 w 7369701"/>
              <a:gd name="connsiteY769" fmla="*/ 239240 h 6858000"/>
              <a:gd name="connsiteX770" fmla="*/ 5736947 w 7369701"/>
              <a:gd name="connsiteY770" fmla="*/ 261367 h 6858000"/>
              <a:gd name="connsiteX771" fmla="*/ 5427012 w 7369701"/>
              <a:gd name="connsiteY771" fmla="*/ 311272 h 6858000"/>
              <a:gd name="connsiteX772" fmla="*/ 5147818 w 7369701"/>
              <a:gd name="connsiteY772" fmla="*/ 322112 h 6858000"/>
              <a:gd name="connsiteX773" fmla="*/ 5060854 w 7369701"/>
              <a:gd name="connsiteY773" fmla="*/ 311882 h 6858000"/>
              <a:gd name="connsiteX774" fmla="*/ 4945989 w 7369701"/>
              <a:gd name="connsiteY774" fmla="*/ 300516 h 6858000"/>
              <a:gd name="connsiteX775" fmla="*/ 5410479 w 7369701"/>
              <a:gd name="connsiteY775" fmla="*/ 348434 h 6858000"/>
              <a:gd name="connsiteX776" fmla="*/ 5805386 w 7369701"/>
              <a:gd name="connsiteY776" fmla="*/ 239240 h 6858000"/>
              <a:gd name="connsiteX777" fmla="*/ 5905192 w 7369701"/>
              <a:gd name="connsiteY777" fmla="*/ 163079 h 6858000"/>
              <a:gd name="connsiteX778" fmla="*/ 5865655 w 7369701"/>
              <a:gd name="connsiteY778" fmla="*/ 171901 h 6858000"/>
              <a:gd name="connsiteX779" fmla="*/ 5259740 w 7369701"/>
              <a:gd name="connsiteY779" fmla="*/ 257013 h 6858000"/>
              <a:gd name="connsiteX780" fmla="*/ 5208466 w 7369701"/>
              <a:gd name="connsiteY780" fmla="*/ 257550 h 6858000"/>
              <a:gd name="connsiteX781" fmla="*/ 4980204 w 7369701"/>
              <a:gd name="connsiteY781" fmla="*/ 271903 h 6858000"/>
              <a:gd name="connsiteX782" fmla="*/ 5068068 w 7369701"/>
              <a:gd name="connsiteY782" fmla="*/ 282244 h 6858000"/>
              <a:gd name="connsiteX783" fmla="*/ 5153231 w 7369701"/>
              <a:gd name="connsiteY783" fmla="*/ 292240 h 6858000"/>
              <a:gd name="connsiteX784" fmla="*/ 5426491 w 7369701"/>
              <a:gd name="connsiteY784" fmla="*/ 281128 h 6858000"/>
              <a:gd name="connsiteX785" fmla="*/ 5731212 w 7369701"/>
              <a:gd name="connsiteY785" fmla="*/ 231951 h 6858000"/>
              <a:gd name="connsiteX786" fmla="*/ 5905192 w 7369701"/>
              <a:gd name="connsiteY786" fmla="*/ 163079 h 6858000"/>
              <a:gd name="connsiteX787" fmla="*/ 5944437 w 7369701"/>
              <a:gd name="connsiteY787" fmla="*/ 113829 h 6858000"/>
              <a:gd name="connsiteX788" fmla="*/ 5825032 w 7369701"/>
              <a:gd name="connsiteY788" fmla="*/ 146405 h 6858000"/>
              <a:gd name="connsiteX789" fmla="*/ 4955599 w 7369701"/>
              <a:gd name="connsiteY789" fmla="*/ 247008 h 6858000"/>
              <a:gd name="connsiteX790" fmla="*/ 5210104 w 7369701"/>
              <a:gd name="connsiteY790" fmla="*/ 228123 h 6858000"/>
              <a:gd name="connsiteX791" fmla="*/ 5261015 w 7369701"/>
              <a:gd name="connsiteY791" fmla="*/ 227087 h 6858000"/>
              <a:gd name="connsiteX792" fmla="*/ 5861181 w 7369701"/>
              <a:gd name="connsiteY792" fmla="*/ 143093 h 6858000"/>
              <a:gd name="connsiteX793" fmla="*/ 5961252 w 7369701"/>
              <a:gd name="connsiteY793" fmla="*/ 114820 h 6858000"/>
              <a:gd name="connsiteX794" fmla="*/ 5944437 w 7369701"/>
              <a:gd name="connsiteY794" fmla="*/ 113829 h 6858000"/>
              <a:gd name="connsiteX795" fmla="*/ 3882765 w 7369701"/>
              <a:gd name="connsiteY795" fmla="*/ 0 h 6858000"/>
              <a:gd name="connsiteX796" fmla="*/ 3995099 w 7369701"/>
              <a:gd name="connsiteY796" fmla="*/ 0 h 6858000"/>
              <a:gd name="connsiteX797" fmla="*/ 4163818 w 7369701"/>
              <a:gd name="connsiteY797" fmla="*/ 234104 h 6858000"/>
              <a:gd name="connsiteX798" fmla="*/ 4172099 w 7369701"/>
              <a:gd name="connsiteY798" fmla="*/ 234207 h 6858000"/>
              <a:gd name="connsiteX799" fmla="*/ 4784282 w 7369701"/>
              <a:gd name="connsiteY799" fmla="*/ 276561 h 6858000"/>
              <a:gd name="connsiteX800" fmla="*/ 4801687 w 7369701"/>
              <a:gd name="connsiteY800" fmla="*/ 267764 h 6858000"/>
              <a:gd name="connsiteX801" fmla="*/ 6082788 w 7369701"/>
              <a:gd name="connsiteY801" fmla="*/ 64119 h 6858000"/>
              <a:gd name="connsiteX802" fmla="*/ 6099442 w 7369701"/>
              <a:gd name="connsiteY802" fmla="*/ 82568 h 6858000"/>
              <a:gd name="connsiteX803" fmla="*/ 4804137 w 7369701"/>
              <a:gd name="connsiteY803" fmla="*/ 320931 h 6858000"/>
              <a:gd name="connsiteX804" fmla="*/ 4227047 w 7369701"/>
              <a:gd name="connsiteY804" fmla="*/ 313415 h 6858000"/>
              <a:gd name="connsiteX805" fmla="*/ 4346041 w 7369701"/>
              <a:gd name="connsiteY805" fmla="*/ 456086 h 6858000"/>
              <a:gd name="connsiteX806" fmla="*/ 4870967 w 7369701"/>
              <a:gd name="connsiteY806" fmla="*/ 963061 h 6858000"/>
              <a:gd name="connsiteX807" fmla="*/ 4889647 w 7369701"/>
              <a:gd name="connsiteY807" fmla="*/ 957147 h 6858000"/>
              <a:gd name="connsiteX808" fmla="*/ 5422504 w 7369701"/>
              <a:gd name="connsiteY808" fmla="*/ 805191 h 6858000"/>
              <a:gd name="connsiteX809" fmla="*/ 6087656 w 7369701"/>
              <a:gd name="connsiteY809" fmla="*/ 826703 h 6858000"/>
              <a:gd name="connsiteX810" fmla="*/ 6058717 w 7369701"/>
              <a:gd name="connsiteY810" fmla="*/ 865992 h 6858000"/>
              <a:gd name="connsiteX811" fmla="*/ 4974153 w 7369701"/>
              <a:gd name="connsiteY811" fmla="*/ 1045456 h 6858000"/>
              <a:gd name="connsiteX812" fmla="*/ 5627835 w 7369701"/>
              <a:gd name="connsiteY812" fmla="*/ 1472077 h 6858000"/>
              <a:gd name="connsiteX813" fmla="*/ 5629817 w 7369701"/>
              <a:gd name="connsiteY813" fmla="*/ 1471412 h 6858000"/>
              <a:gd name="connsiteX814" fmla="*/ 5634124 w 7369701"/>
              <a:gd name="connsiteY814" fmla="*/ 1470572 h 6858000"/>
              <a:gd name="connsiteX815" fmla="*/ 5755832 w 7369701"/>
              <a:gd name="connsiteY815" fmla="*/ 1383886 h 6858000"/>
              <a:gd name="connsiteX816" fmla="*/ 6014186 w 7369701"/>
              <a:gd name="connsiteY816" fmla="*/ 1279799 h 6858000"/>
              <a:gd name="connsiteX817" fmla="*/ 6901619 w 7369701"/>
              <a:gd name="connsiteY817" fmla="*/ 1047874 h 6858000"/>
              <a:gd name="connsiteX818" fmla="*/ 6931566 w 7369701"/>
              <a:gd name="connsiteY818" fmla="*/ 1062034 h 6858000"/>
              <a:gd name="connsiteX819" fmla="*/ 5790982 w 7369701"/>
              <a:gd name="connsiteY819" fmla="*/ 1561380 h 6858000"/>
              <a:gd name="connsiteX820" fmla="*/ 6188971 w 7369701"/>
              <a:gd name="connsiteY820" fmla="*/ 1755168 h 6858000"/>
              <a:gd name="connsiteX821" fmla="*/ 6202446 w 7369701"/>
              <a:gd name="connsiteY821" fmla="*/ 1752268 h 6858000"/>
              <a:gd name="connsiteX822" fmla="*/ 7179560 w 7369701"/>
              <a:gd name="connsiteY822" fmla="*/ 1467551 h 6858000"/>
              <a:gd name="connsiteX823" fmla="*/ 7158730 w 7369701"/>
              <a:gd name="connsiteY823" fmla="*/ 1507835 h 6858000"/>
              <a:gd name="connsiteX824" fmla="*/ 6326959 w 7369701"/>
              <a:gd name="connsiteY824" fmla="*/ 1817686 h 6858000"/>
              <a:gd name="connsiteX825" fmla="*/ 6537433 w 7369701"/>
              <a:gd name="connsiteY825" fmla="*/ 1907790 h 6858000"/>
              <a:gd name="connsiteX826" fmla="*/ 6550221 w 7369701"/>
              <a:gd name="connsiteY826" fmla="*/ 1910729 h 6858000"/>
              <a:gd name="connsiteX827" fmla="*/ 6964438 w 7369701"/>
              <a:gd name="connsiteY827" fmla="*/ 2209505 h 6858000"/>
              <a:gd name="connsiteX828" fmla="*/ 7367862 w 7369701"/>
              <a:gd name="connsiteY828" fmla="*/ 2806833 h 6858000"/>
              <a:gd name="connsiteX829" fmla="*/ 7364329 w 7369701"/>
              <a:gd name="connsiteY829" fmla="*/ 2826907 h 6858000"/>
              <a:gd name="connsiteX830" fmla="*/ 7290545 w 7369701"/>
              <a:gd name="connsiteY830" fmla="*/ 2850663 h 6858000"/>
              <a:gd name="connsiteX831" fmla="*/ 6472036 w 7369701"/>
              <a:gd name="connsiteY831" fmla="*/ 1959003 h 6858000"/>
              <a:gd name="connsiteX832" fmla="*/ 5792897 w 7369701"/>
              <a:gd name="connsiteY832" fmla="*/ 1647747 h 6858000"/>
              <a:gd name="connsiteX833" fmla="*/ 5842751 w 7369701"/>
              <a:gd name="connsiteY833" fmla="*/ 1816112 h 6858000"/>
              <a:gd name="connsiteX834" fmla="*/ 5847424 w 7369701"/>
              <a:gd name="connsiteY834" fmla="*/ 1815776 h 6858000"/>
              <a:gd name="connsiteX835" fmla="*/ 6399821 w 7369701"/>
              <a:gd name="connsiteY835" fmla="*/ 2344799 h 6858000"/>
              <a:gd name="connsiteX836" fmla="*/ 6323232 w 7369701"/>
              <a:gd name="connsiteY836" fmla="*/ 2389634 h 6858000"/>
              <a:gd name="connsiteX837" fmla="*/ 5942958 w 7369701"/>
              <a:gd name="connsiteY837" fmla="*/ 2077708 h 6858000"/>
              <a:gd name="connsiteX838" fmla="*/ 5921559 w 7369701"/>
              <a:gd name="connsiteY838" fmla="*/ 2378596 h 6858000"/>
              <a:gd name="connsiteX839" fmla="*/ 5817651 w 7369701"/>
              <a:gd name="connsiteY839" fmla="*/ 3023919 h 6858000"/>
              <a:gd name="connsiteX840" fmla="*/ 5729634 w 7369701"/>
              <a:gd name="connsiteY840" fmla="*/ 3051849 h 6858000"/>
              <a:gd name="connsiteX841" fmla="*/ 5611018 w 7369701"/>
              <a:gd name="connsiteY841" fmla="*/ 2316769 h 6858000"/>
              <a:gd name="connsiteX842" fmla="*/ 5687608 w 7369701"/>
              <a:gd name="connsiteY842" fmla="*/ 2039972 h 6858000"/>
              <a:gd name="connsiteX843" fmla="*/ 5657554 w 7369701"/>
              <a:gd name="connsiteY843" fmla="*/ 1576445 h 6858000"/>
              <a:gd name="connsiteX844" fmla="*/ 5150475 w 7369701"/>
              <a:gd name="connsiteY844" fmla="*/ 1274012 h 6858000"/>
              <a:gd name="connsiteX845" fmla="*/ 5349142 w 7369701"/>
              <a:gd name="connsiteY845" fmla="*/ 2204405 h 6858000"/>
              <a:gd name="connsiteX846" fmla="*/ 5262214 w 7369701"/>
              <a:gd name="connsiteY846" fmla="*/ 2233836 h 6858000"/>
              <a:gd name="connsiteX847" fmla="*/ 4981539 w 7369701"/>
              <a:gd name="connsiteY847" fmla="*/ 1542201 h 6858000"/>
              <a:gd name="connsiteX848" fmla="*/ 4958461 w 7369701"/>
              <a:gd name="connsiteY848" fmla="*/ 1136957 h 6858000"/>
              <a:gd name="connsiteX849" fmla="*/ 4655015 w 7369701"/>
              <a:gd name="connsiteY849" fmla="*/ 891426 h 6858000"/>
              <a:gd name="connsiteX850" fmla="*/ 4348002 w 7369701"/>
              <a:gd name="connsiteY850" fmla="*/ 2205895 h 6858000"/>
              <a:gd name="connsiteX851" fmla="*/ 4262250 w 7369701"/>
              <a:gd name="connsiteY851" fmla="*/ 2219972 h 6858000"/>
              <a:gd name="connsiteX852" fmla="*/ 4550611 w 7369701"/>
              <a:gd name="connsiteY852" fmla="*/ 817540 h 6858000"/>
              <a:gd name="connsiteX853" fmla="*/ 4564418 w 7369701"/>
              <a:gd name="connsiteY853" fmla="*/ 808293 h 6858000"/>
              <a:gd name="connsiteX854" fmla="*/ 4266388 w 7369701"/>
              <a:gd name="connsiteY854" fmla="*/ 500083 h 6858000"/>
              <a:gd name="connsiteX855" fmla="*/ 4032842 w 7369701"/>
              <a:gd name="connsiteY855" fmla="*/ 211809 h 6858000"/>
              <a:gd name="connsiteX856" fmla="*/ 3882765 w 7369701"/>
              <a:gd name="connsiteY856" fmla="*/ 0 h 6858000"/>
              <a:gd name="connsiteX857" fmla="*/ 3721337 w 7369701"/>
              <a:gd name="connsiteY857" fmla="*/ 0 h 6858000"/>
              <a:gd name="connsiteX858" fmla="*/ 3797544 w 7369701"/>
              <a:gd name="connsiteY858" fmla="*/ 0 h 6858000"/>
              <a:gd name="connsiteX859" fmla="*/ 3775734 w 7369701"/>
              <a:gd name="connsiteY859" fmla="*/ 95131 h 6858000"/>
              <a:gd name="connsiteX860" fmla="*/ 3724807 w 7369701"/>
              <a:gd name="connsiteY860" fmla="*/ 272257 h 6858000"/>
              <a:gd name="connsiteX861" fmla="*/ 3726844 w 7369701"/>
              <a:gd name="connsiteY861" fmla="*/ 282988 h 6858000"/>
              <a:gd name="connsiteX862" fmla="*/ 3742664 w 7369701"/>
              <a:gd name="connsiteY862" fmla="*/ 279918 h 6858000"/>
              <a:gd name="connsiteX863" fmla="*/ 4103910 w 7369701"/>
              <a:gd name="connsiteY863" fmla="*/ 1161917 h 6858000"/>
              <a:gd name="connsiteX864" fmla="*/ 4020269 w 7369701"/>
              <a:gd name="connsiteY864" fmla="*/ 1200406 h 6858000"/>
              <a:gd name="connsiteX865" fmla="*/ 3674882 w 7369701"/>
              <a:gd name="connsiteY865" fmla="*/ 488524 h 6858000"/>
              <a:gd name="connsiteX866" fmla="*/ 3132682 w 7369701"/>
              <a:gd name="connsiteY866" fmla="*/ 1072284 h 6858000"/>
              <a:gd name="connsiteX867" fmla="*/ 2716346 w 7369701"/>
              <a:gd name="connsiteY867" fmla="*/ 1276376 h 6858000"/>
              <a:gd name="connsiteX868" fmla="*/ 2716772 w 7369701"/>
              <a:gd name="connsiteY868" fmla="*/ 1255462 h 6858000"/>
              <a:gd name="connsiteX869" fmla="*/ 3471096 w 7369701"/>
              <a:gd name="connsiteY869" fmla="*/ 437072 h 6858000"/>
              <a:gd name="connsiteX870" fmla="*/ 3639057 w 7369701"/>
              <a:gd name="connsiteY870" fmla="*/ 286334 h 6858000"/>
              <a:gd name="connsiteX871" fmla="*/ 3640309 w 7369701"/>
              <a:gd name="connsiteY871" fmla="*/ 284664 h 6858000"/>
              <a:gd name="connsiteX872" fmla="*/ 3646022 w 7369701"/>
              <a:gd name="connsiteY872" fmla="*/ 276711 h 6858000"/>
              <a:gd name="connsiteX873" fmla="*/ 3707943 w 7369701"/>
              <a:gd name="connsiteY873" fmla="*/ 65958 h 6858000"/>
              <a:gd name="connsiteX874" fmla="*/ 3721337 w 7369701"/>
              <a:gd name="connsiteY874" fmla="*/ 0 h 6858000"/>
              <a:gd name="connsiteX875" fmla="*/ 2867960 w 7369701"/>
              <a:gd name="connsiteY875" fmla="*/ 0 h 6858000"/>
              <a:gd name="connsiteX876" fmla="*/ 2926351 w 7369701"/>
              <a:gd name="connsiteY876" fmla="*/ 0 h 6858000"/>
              <a:gd name="connsiteX877" fmla="*/ 2902823 w 7369701"/>
              <a:gd name="connsiteY877" fmla="*/ 262929 h 6858000"/>
              <a:gd name="connsiteX878" fmla="*/ 2940663 w 7369701"/>
              <a:gd name="connsiteY878" fmla="*/ 140884 h 6858000"/>
              <a:gd name="connsiteX879" fmla="*/ 2947039 w 7369701"/>
              <a:gd name="connsiteY879" fmla="*/ 122524 h 6858000"/>
              <a:gd name="connsiteX880" fmla="*/ 2984316 w 7369701"/>
              <a:gd name="connsiteY880" fmla="*/ 0 h 6858000"/>
              <a:gd name="connsiteX881" fmla="*/ 3016114 w 7369701"/>
              <a:gd name="connsiteY881" fmla="*/ 0 h 6858000"/>
              <a:gd name="connsiteX882" fmla="*/ 2979949 w 7369701"/>
              <a:gd name="connsiteY882" fmla="*/ 119274 h 6858000"/>
              <a:gd name="connsiteX883" fmla="*/ 3023879 w 7369701"/>
              <a:gd name="connsiteY883" fmla="*/ 0 h 6858000"/>
              <a:gd name="connsiteX884" fmla="*/ 3105400 w 7369701"/>
              <a:gd name="connsiteY884" fmla="*/ 0 h 6858000"/>
              <a:gd name="connsiteX885" fmla="*/ 3094669 w 7369701"/>
              <a:gd name="connsiteY885" fmla="*/ 30308 h 6858000"/>
              <a:gd name="connsiteX886" fmla="*/ 2901945 w 7369701"/>
              <a:gd name="connsiteY886" fmla="*/ 466538 h 6858000"/>
              <a:gd name="connsiteX887" fmla="*/ 2815209 w 7369701"/>
              <a:gd name="connsiteY887" fmla="*/ 497361 h 6858000"/>
              <a:gd name="connsiteX888" fmla="*/ 2844845 w 7369701"/>
              <a:gd name="connsiteY888" fmla="*/ 127638 h 6858000"/>
              <a:gd name="connsiteX889" fmla="*/ 2867960 w 7369701"/>
              <a:gd name="connsiteY889" fmla="*/ 0 h 6858000"/>
              <a:gd name="connsiteX890" fmla="*/ 1057230 w 7369701"/>
              <a:gd name="connsiteY890" fmla="*/ 0 h 6858000"/>
              <a:gd name="connsiteX891" fmla="*/ 1111003 w 7369701"/>
              <a:gd name="connsiteY891" fmla="*/ 0 h 6858000"/>
              <a:gd name="connsiteX892" fmla="*/ 1125553 w 7369701"/>
              <a:gd name="connsiteY892" fmla="*/ 52588 h 6858000"/>
              <a:gd name="connsiteX893" fmla="*/ 1304276 w 7369701"/>
              <a:gd name="connsiteY893" fmla="*/ 476275 h 6858000"/>
              <a:gd name="connsiteX894" fmla="*/ 1492066 w 7369701"/>
              <a:gd name="connsiteY894" fmla="*/ 886333 h 6858000"/>
              <a:gd name="connsiteX895" fmla="*/ 1423698 w 7369701"/>
              <a:gd name="connsiteY895" fmla="*/ 710817 h 6858000"/>
              <a:gd name="connsiteX896" fmla="*/ 1357609 w 7369701"/>
              <a:gd name="connsiteY896" fmla="*/ 532892 h 6858000"/>
              <a:gd name="connsiteX897" fmla="*/ 1309550 w 7369701"/>
              <a:gd name="connsiteY897" fmla="*/ 374031 h 6858000"/>
              <a:gd name="connsiteX898" fmla="*/ 1193673 w 7369701"/>
              <a:gd name="connsiteY898" fmla="*/ 49533 h 6858000"/>
              <a:gd name="connsiteX899" fmla="*/ 1164391 w 7369701"/>
              <a:gd name="connsiteY899" fmla="*/ 0 h 6858000"/>
              <a:gd name="connsiteX900" fmla="*/ 1200666 w 7369701"/>
              <a:gd name="connsiteY900" fmla="*/ 0 h 6858000"/>
              <a:gd name="connsiteX901" fmla="*/ 1223408 w 7369701"/>
              <a:gd name="connsiteY901" fmla="*/ 38996 h 6858000"/>
              <a:gd name="connsiteX902" fmla="*/ 1339635 w 7369701"/>
              <a:gd name="connsiteY902" fmla="*/ 365517 h 6858000"/>
              <a:gd name="connsiteX903" fmla="*/ 1387469 w 7369701"/>
              <a:gd name="connsiteY903" fmla="*/ 523079 h 6858000"/>
              <a:gd name="connsiteX904" fmla="*/ 1452685 w 7369701"/>
              <a:gd name="connsiteY904" fmla="*/ 699806 h 6858000"/>
              <a:gd name="connsiteX905" fmla="*/ 1492092 w 7369701"/>
              <a:gd name="connsiteY905" fmla="*/ 800424 h 6858000"/>
              <a:gd name="connsiteX906" fmla="*/ 1455302 w 7369701"/>
              <a:gd name="connsiteY906" fmla="*/ 632913 h 6858000"/>
              <a:gd name="connsiteX907" fmla="*/ 1222336 w 7369701"/>
              <a:gd name="connsiteY907" fmla="*/ 9480 h 6858000"/>
              <a:gd name="connsiteX908" fmla="*/ 1214634 w 7369701"/>
              <a:gd name="connsiteY908" fmla="*/ 0 h 6858000"/>
              <a:gd name="connsiteX909" fmla="*/ 1289827 w 7369701"/>
              <a:gd name="connsiteY909" fmla="*/ 0 h 6858000"/>
              <a:gd name="connsiteX910" fmla="*/ 1321076 w 7369701"/>
              <a:gd name="connsiteY910" fmla="*/ 59722 h 6858000"/>
              <a:gd name="connsiteX911" fmla="*/ 1512579 w 7369701"/>
              <a:gd name="connsiteY911" fmla="*/ 626441 h 6858000"/>
              <a:gd name="connsiteX912" fmla="*/ 1506076 w 7369701"/>
              <a:gd name="connsiteY912" fmla="*/ 1089289 h 6858000"/>
              <a:gd name="connsiteX913" fmla="*/ 1486346 w 7369701"/>
              <a:gd name="connsiteY913" fmla="*/ 1079919 h 6858000"/>
              <a:gd name="connsiteX914" fmla="*/ 1070511 w 7369701"/>
              <a:gd name="connsiteY914" fmla="*/ 48609 h 6858000"/>
              <a:gd name="connsiteX915" fmla="*/ 1057230 w 7369701"/>
              <a:gd name="connsiteY915" fmla="*/ 0 h 6858000"/>
              <a:gd name="connsiteX916" fmla="*/ 43151 w 7369701"/>
              <a:gd name="connsiteY916" fmla="*/ 0 h 6858000"/>
              <a:gd name="connsiteX917" fmla="*/ 95283 w 7369701"/>
              <a:gd name="connsiteY917" fmla="*/ 0 h 6858000"/>
              <a:gd name="connsiteX918" fmla="*/ 300708 w 7369701"/>
              <a:gd name="connsiteY918" fmla="*/ 154571 h 6858000"/>
              <a:gd name="connsiteX919" fmla="*/ 530414 w 7369701"/>
              <a:gd name="connsiteY919" fmla="*/ 354673 h 6858000"/>
              <a:gd name="connsiteX920" fmla="*/ 333785 w 7369701"/>
              <a:gd name="connsiteY920" fmla="*/ 161564 h 6858000"/>
              <a:gd name="connsiteX921" fmla="*/ 147005 w 7369701"/>
              <a:gd name="connsiteY921" fmla="*/ 0 h 6858000"/>
              <a:gd name="connsiteX922" fmla="*/ 272509 w 7369701"/>
              <a:gd name="connsiteY922" fmla="*/ 0 h 6858000"/>
              <a:gd name="connsiteX923" fmla="*/ 326276 w 7369701"/>
              <a:gd name="connsiteY923" fmla="*/ 45847 h 6858000"/>
              <a:gd name="connsiteX924" fmla="*/ 823759 w 7369701"/>
              <a:gd name="connsiteY924" fmla="*/ 574145 h 6858000"/>
              <a:gd name="connsiteX925" fmla="*/ 811254 w 7369701"/>
              <a:gd name="connsiteY925" fmla="*/ 665546 h 6858000"/>
              <a:gd name="connsiteX926" fmla="*/ 154042 w 7369701"/>
              <a:gd name="connsiteY926" fmla="*/ 261522 h 6858000"/>
              <a:gd name="connsiteX927" fmla="*/ 13550 w 7369701"/>
              <a:gd name="connsiteY927" fmla="*/ 158423 h 6858000"/>
              <a:gd name="connsiteX928" fmla="*/ 0 w 7369701"/>
              <a:gd name="connsiteY928" fmla="*/ 146618 h 6858000"/>
              <a:gd name="connsiteX929" fmla="*/ 0 w 7369701"/>
              <a:gd name="connsiteY929" fmla="*/ 59161 h 6858000"/>
              <a:gd name="connsiteX930" fmla="*/ 45427 w 7369701"/>
              <a:gd name="connsiteY930" fmla="*/ 101078 h 6858000"/>
              <a:gd name="connsiteX931" fmla="*/ 630103 w 7369701"/>
              <a:gd name="connsiteY931" fmla="*/ 485885 h 6858000"/>
              <a:gd name="connsiteX932" fmla="*/ 532040 w 7369701"/>
              <a:gd name="connsiteY932" fmla="*/ 399359 h 6858000"/>
              <a:gd name="connsiteX933" fmla="*/ 517618 w 7369701"/>
              <a:gd name="connsiteY933" fmla="*/ 385726 h 6858000"/>
              <a:gd name="connsiteX934" fmla="*/ 285074 w 7369701"/>
              <a:gd name="connsiteY934" fmla="*/ 182755 h 6858000"/>
              <a:gd name="connsiteX935" fmla="*/ 43151 w 7369701"/>
              <a:gd name="connsiteY93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Lst>
            <a:rect l="l" t="t" r="r" b="b"/>
            <a:pathLst>
              <a:path w="7369701" h="6858000">
                <a:moveTo>
                  <a:pt x="369702" y="6712169"/>
                </a:moveTo>
                <a:lnTo>
                  <a:pt x="366575" y="6715556"/>
                </a:lnTo>
                <a:cubicBezTo>
                  <a:pt x="367954" y="6715031"/>
                  <a:pt x="369326" y="6714512"/>
                  <a:pt x="371637" y="6713954"/>
                </a:cubicBezTo>
                <a:lnTo>
                  <a:pt x="369702" y="6712169"/>
                </a:lnTo>
                <a:close/>
                <a:moveTo>
                  <a:pt x="1019354" y="6315006"/>
                </a:moveTo>
                <a:cubicBezTo>
                  <a:pt x="847231" y="6483030"/>
                  <a:pt x="636234" y="6599053"/>
                  <a:pt x="441046" y="6691153"/>
                </a:cubicBezTo>
                <a:cubicBezTo>
                  <a:pt x="668934" y="6613112"/>
                  <a:pt x="947819" y="6494377"/>
                  <a:pt x="1019354" y="6315006"/>
                </a:cubicBezTo>
                <a:close/>
                <a:moveTo>
                  <a:pt x="991680" y="6298413"/>
                </a:moveTo>
                <a:cubicBezTo>
                  <a:pt x="775775" y="6396465"/>
                  <a:pt x="575302" y="6507871"/>
                  <a:pt x="409060" y="6671470"/>
                </a:cubicBezTo>
                <a:cubicBezTo>
                  <a:pt x="603834" y="6580783"/>
                  <a:pt x="817655" y="6465584"/>
                  <a:pt x="991680" y="6298413"/>
                </a:cubicBezTo>
                <a:close/>
                <a:moveTo>
                  <a:pt x="103333" y="5699602"/>
                </a:moveTo>
                <a:cubicBezTo>
                  <a:pt x="133282" y="5726353"/>
                  <a:pt x="175725" y="5762843"/>
                  <a:pt x="233938" y="5809416"/>
                </a:cubicBezTo>
                <a:cubicBezTo>
                  <a:pt x="390802" y="5935412"/>
                  <a:pt x="652575" y="6145703"/>
                  <a:pt x="883580" y="6180710"/>
                </a:cubicBezTo>
                <a:cubicBezTo>
                  <a:pt x="736829" y="6133021"/>
                  <a:pt x="610173" y="6040280"/>
                  <a:pt x="487337" y="5950182"/>
                </a:cubicBezTo>
                <a:cubicBezTo>
                  <a:pt x="443670" y="5917932"/>
                  <a:pt x="398584" y="5885270"/>
                  <a:pt x="354051" y="5854912"/>
                </a:cubicBezTo>
                <a:cubicBezTo>
                  <a:pt x="302352" y="5819720"/>
                  <a:pt x="247963" y="5787429"/>
                  <a:pt x="195436" y="5755068"/>
                </a:cubicBezTo>
                <a:lnTo>
                  <a:pt x="103333" y="5699602"/>
                </a:lnTo>
                <a:close/>
                <a:moveTo>
                  <a:pt x="5539432" y="5642928"/>
                </a:moveTo>
                <a:cubicBezTo>
                  <a:pt x="5544304" y="5659969"/>
                  <a:pt x="5549664" y="5677449"/>
                  <a:pt x="5555462" y="5694454"/>
                </a:cubicBezTo>
                <a:cubicBezTo>
                  <a:pt x="5631122" y="5909386"/>
                  <a:pt x="5731219" y="6118228"/>
                  <a:pt x="5828270" y="6320663"/>
                </a:cubicBezTo>
                <a:cubicBezTo>
                  <a:pt x="5868407" y="6404290"/>
                  <a:pt x="5908582" y="6488842"/>
                  <a:pt x="5947416" y="6574846"/>
                </a:cubicBezTo>
                <a:cubicBezTo>
                  <a:pt x="5894674" y="6327329"/>
                  <a:pt x="5793018" y="5718484"/>
                  <a:pt x="5539432" y="5642928"/>
                </a:cubicBezTo>
                <a:close/>
                <a:moveTo>
                  <a:pt x="51253" y="5631825"/>
                </a:moveTo>
                <a:lnTo>
                  <a:pt x="211622" y="5728803"/>
                </a:lnTo>
                <a:cubicBezTo>
                  <a:pt x="264592" y="5760684"/>
                  <a:pt x="319013" y="5793908"/>
                  <a:pt x="371652" y="5829062"/>
                </a:cubicBezTo>
                <a:cubicBezTo>
                  <a:pt x="417589" y="5859824"/>
                  <a:pt x="462230" y="5892964"/>
                  <a:pt x="505903" y="5925221"/>
                </a:cubicBezTo>
                <a:cubicBezTo>
                  <a:pt x="628246" y="6014875"/>
                  <a:pt x="754907" y="6107611"/>
                  <a:pt x="899240" y="6153068"/>
                </a:cubicBezTo>
                <a:cubicBezTo>
                  <a:pt x="928476" y="6162153"/>
                  <a:pt x="958088" y="6168887"/>
                  <a:pt x="988114" y="6174204"/>
                </a:cubicBezTo>
                <a:cubicBezTo>
                  <a:pt x="943280" y="6136411"/>
                  <a:pt x="896194" y="6100100"/>
                  <a:pt x="845971" y="6067177"/>
                </a:cubicBezTo>
                <a:cubicBezTo>
                  <a:pt x="720131" y="5983257"/>
                  <a:pt x="580034" y="5915740"/>
                  <a:pt x="448057" y="5841376"/>
                </a:cubicBezTo>
                <a:cubicBezTo>
                  <a:pt x="341781" y="5780886"/>
                  <a:pt x="90319" y="5630263"/>
                  <a:pt x="51253" y="5631825"/>
                </a:cubicBezTo>
                <a:close/>
                <a:moveTo>
                  <a:pt x="2606687" y="5630718"/>
                </a:moveTo>
                <a:cubicBezTo>
                  <a:pt x="2484040" y="5952782"/>
                  <a:pt x="2550772" y="6305470"/>
                  <a:pt x="2645658" y="6640259"/>
                </a:cubicBezTo>
                <a:cubicBezTo>
                  <a:pt x="2605413" y="6320984"/>
                  <a:pt x="2566733" y="5970903"/>
                  <a:pt x="2606687" y="5630718"/>
                </a:cubicBezTo>
                <a:close/>
                <a:moveTo>
                  <a:pt x="3642057" y="5573487"/>
                </a:moveTo>
                <a:cubicBezTo>
                  <a:pt x="3639338" y="5575453"/>
                  <a:pt x="3635693" y="5577466"/>
                  <a:pt x="3632981" y="5579437"/>
                </a:cubicBezTo>
                <a:cubicBezTo>
                  <a:pt x="3509182" y="5674738"/>
                  <a:pt x="3441993" y="5811556"/>
                  <a:pt x="3382436" y="5952726"/>
                </a:cubicBezTo>
                <a:cubicBezTo>
                  <a:pt x="3286719" y="6179641"/>
                  <a:pt x="3231101" y="6419386"/>
                  <a:pt x="3191929" y="6662669"/>
                </a:cubicBezTo>
                <a:cubicBezTo>
                  <a:pt x="3237125" y="6465250"/>
                  <a:pt x="3296425" y="6271000"/>
                  <a:pt x="3369898" y="6081771"/>
                </a:cubicBezTo>
                <a:cubicBezTo>
                  <a:pt x="3454377" y="5865084"/>
                  <a:pt x="3540614" y="5703753"/>
                  <a:pt x="3642057" y="5573487"/>
                </a:cubicBezTo>
                <a:close/>
                <a:moveTo>
                  <a:pt x="2650666" y="5530686"/>
                </a:moveTo>
                <a:cubicBezTo>
                  <a:pt x="2650695" y="5531619"/>
                  <a:pt x="2650695" y="5531619"/>
                  <a:pt x="2650249" y="5532101"/>
                </a:cubicBezTo>
                <a:cubicBezTo>
                  <a:pt x="2594633" y="5864991"/>
                  <a:pt x="2624834" y="6212617"/>
                  <a:pt x="2663808" y="6535215"/>
                </a:cubicBezTo>
                <a:cubicBezTo>
                  <a:pt x="2664345" y="6401062"/>
                  <a:pt x="2664881" y="6266909"/>
                  <a:pt x="2665418" y="6132756"/>
                </a:cubicBezTo>
                <a:cubicBezTo>
                  <a:pt x="2666315" y="5945493"/>
                  <a:pt x="2661038" y="5743579"/>
                  <a:pt x="2650666" y="5530686"/>
                </a:cubicBezTo>
                <a:close/>
                <a:moveTo>
                  <a:pt x="2680277" y="5479204"/>
                </a:moveTo>
                <a:cubicBezTo>
                  <a:pt x="2679826" y="5479692"/>
                  <a:pt x="2679381" y="5480173"/>
                  <a:pt x="2678972" y="5481582"/>
                </a:cubicBezTo>
                <a:cubicBezTo>
                  <a:pt x="2691463" y="5712555"/>
                  <a:pt x="2697451" y="5932139"/>
                  <a:pt x="2696666" y="6133836"/>
                </a:cubicBezTo>
                <a:lnTo>
                  <a:pt x="2695769" y="6390955"/>
                </a:lnTo>
                <a:cubicBezTo>
                  <a:pt x="2712509" y="6297144"/>
                  <a:pt x="2727840" y="6202916"/>
                  <a:pt x="2739893" y="6108357"/>
                </a:cubicBezTo>
                <a:cubicBezTo>
                  <a:pt x="2767348" y="5886500"/>
                  <a:pt x="2737035" y="5687445"/>
                  <a:pt x="2680277" y="5479204"/>
                </a:cubicBezTo>
                <a:close/>
                <a:moveTo>
                  <a:pt x="1132195" y="5467980"/>
                </a:moveTo>
                <a:cubicBezTo>
                  <a:pt x="1313054" y="5495211"/>
                  <a:pt x="1494925" y="5512628"/>
                  <a:pt x="1679056" y="5516907"/>
                </a:cubicBezTo>
                <a:cubicBezTo>
                  <a:pt x="1838007" y="5520331"/>
                  <a:pt x="1983050" y="5490313"/>
                  <a:pt x="2128648" y="5474249"/>
                </a:cubicBezTo>
                <a:cubicBezTo>
                  <a:pt x="2028248" y="5467548"/>
                  <a:pt x="1925543" y="5473055"/>
                  <a:pt x="1825619" y="5478447"/>
                </a:cubicBezTo>
                <a:lnTo>
                  <a:pt x="1737798" y="5483353"/>
                </a:lnTo>
                <a:cubicBezTo>
                  <a:pt x="1536509" y="5492800"/>
                  <a:pt x="1332771" y="5487439"/>
                  <a:pt x="1132195" y="5467980"/>
                </a:cubicBezTo>
                <a:close/>
                <a:moveTo>
                  <a:pt x="1456157" y="5371404"/>
                </a:moveTo>
                <a:cubicBezTo>
                  <a:pt x="1385125" y="5373535"/>
                  <a:pt x="1314200" y="5378444"/>
                  <a:pt x="1244432" y="5385601"/>
                </a:cubicBezTo>
                <a:cubicBezTo>
                  <a:pt x="1151404" y="5395142"/>
                  <a:pt x="1060429" y="5408677"/>
                  <a:pt x="973990" y="5424940"/>
                </a:cubicBezTo>
                <a:cubicBezTo>
                  <a:pt x="1017323" y="5425535"/>
                  <a:pt x="1061253" y="5429367"/>
                  <a:pt x="1103809" y="5433720"/>
                </a:cubicBezTo>
                <a:lnTo>
                  <a:pt x="1123454" y="5435727"/>
                </a:lnTo>
                <a:cubicBezTo>
                  <a:pt x="1326373" y="5455563"/>
                  <a:pt x="1533386" y="5461253"/>
                  <a:pt x="1737017" y="5452183"/>
                </a:cubicBezTo>
                <a:lnTo>
                  <a:pt x="1824397" y="5447757"/>
                </a:lnTo>
                <a:cubicBezTo>
                  <a:pt x="1905266" y="5443590"/>
                  <a:pt x="1987993" y="5439352"/>
                  <a:pt x="2070059" y="5441660"/>
                </a:cubicBezTo>
                <a:cubicBezTo>
                  <a:pt x="1883310" y="5383634"/>
                  <a:pt x="1669251" y="5365013"/>
                  <a:pt x="1456157" y="5371404"/>
                </a:cubicBezTo>
                <a:close/>
                <a:moveTo>
                  <a:pt x="4988186" y="5216467"/>
                </a:moveTo>
                <a:cubicBezTo>
                  <a:pt x="4914642" y="5275764"/>
                  <a:pt x="4843105" y="5338703"/>
                  <a:pt x="4777334" y="5406072"/>
                </a:cubicBezTo>
                <a:cubicBezTo>
                  <a:pt x="4757662" y="5426414"/>
                  <a:pt x="4737537" y="5447249"/>
                  <a:pt x="4718341" y="5468043"/>
                </a:cubicBezTo>
                <a:cubicBezTo>
                  <a:pt x="4681696" y="5506771"/>
                  <a:pt x="4644162" y="5546455"/>
                  <a:pt x="4604655" y="5583434"/>
                </a:cubicBezTo>
                <a:cubicBezTo>
                  <a:pt x="4591636" y="5595592"/>
                  <a:pt x="4578581" y="5606832"/>
                  <a:pt x="4565074" y="5618550"/>
                </a:cubicBezTo>
                <a:cubicBezTo>
                  <a:pt x="4712605" y="5511121"/>
                  <a:pt x="4908425" y="5376611"/>
                  <a:pt x="4988186" y="5216467"/>
                </a:cubicBezTo>
                <a:close/>
                <a:moveTo>
                  <a:pt x="4978032" y="5183809"/>
                </a:moveTo>
                <a:cubicBezTo>
                  <a:pt x="4748175" y="5235846"/>
                  <a:pt x="4611576" y="5430393"/>
                  <a:pt x="4463413" y="5615162"/>
                </a:cubicBezTo>
                <a:cubicBezTo>
                  <a:pt x="4428815" y="5658459"/>
                  <a:pt x="4393697" y="5700384"/>
                  <a:pt x="4358134" y="5742791"/>
                </a:cubicBezTo>
                <a:lnTo>
                  <a:pt x="4376219" y="5729027"/>
                </a:lnTo>
                <a:cubicBezTo>
                  <a:pt x="4445817" y="5675939"/>
                  <a:pt x="4517680" y="5621374"/>
                  <a:pt x="4582340" y="5561037"/>
                </a:cubicBezTo>
                <a:cubicBezTo>
                  <a:pt x="4621394" y="5524545"/>
                  <a:pt x="4658482" y="5485345"/>
                  <a:pt x="4694684" y="5447098"/>
                </a:cubicBezTo>
                <a:cubicBezTo>
                  <a:pt x="4714806" y="5426264"/>
                  <a:pt x="4733997" y="5405475"/>
                  <a:pt x="4754123" y="5384643"/>
                </a:cubicBezTo>
                <a:cubicBezTo>
                  <a:pt x="4823909" y="5312925"/>
                  <a:pt x="4899949" y="5246074"/>
                  <a:pt x="4978032" y="5183809"/>
                </a:cubicBezTo>
                <a:close/>
                <a:moveTo>
                  <a:pt x="1903353" y="5044827"/>
                </a:moveTo>
                <a:cubicBezTo>
                  <a:pt x="1900901" y="5049058"/>
                  <a:pt x="1913196" y="5065331"/>
                  <a:pt x="1936931" y="5093954"/>
                </a:cubicBezTo>
                <a:cubicBezTo>
                  <a:pt x="2021149" y="5196773"/>
                  <a:pt x="2108079" y="5297623"/>
                  <a:pt x="2195868" y="5396574"/>
                </a:cubicBezTo>
                <a:cubicBezTo>
                  <a:pt x="2196092" y="5309013"/>
                  <a:pt x="2155695" y="5230515"/>
                  <a:pt x="2088852" y="5166123"/>
                </a:cubicBezTo>
                <a:cubicBezTo>
                  <a:pt x="2054441" y="5132572"/>
                  <a:pt x="2001584" y="5091839"/>
                  <a:pt x="1958241" y="5067955"/>
                </a:cubicBezTo>
                <a:cubicBezTo>
                  <a:pt x="1922998" y="5048408"/>
                  <a:pt x="1905803" y="5040595"/>
                  <a:pt x="1903353" y="5044827"/>
                </a:cubicBezTo>
                <a:close/>
                <a:moveTo>
                  <a:pt x="1979378" y="4769504"/>
                </a:moveTo>
                <a:cubicBezTo>
                  <a:pt x="2251008" y="4946802"/>
                  <a:pt x="2557265" y="5046794"/>
                  <a:pt x="2882120" y="5064547"/>
                </a:cubicBezTo>
                <a:cubicBezTo>
                  <a:pt x="2852884" y="5055476"/>
                  <a:pt x="2822307" y="5047842"/>
                  <a:pt x="2793103" y="5039699"/>
                </a:cubicBezTo>
                <a:lnTo>
                  <a:pt x="2770041" y="5033634"/>
                </a:lnTo>
                <a:cubicBezTo>
                  <a:pt x="2500352" y="4962917"/>
                  <a:pt x="2236095" y="4864963"/>
                  <a:pt x="1979378" y="4769504"/>
                </a:cubicBezTo>
                <a:close/>
                <a:moveTo>
                  <a:pt x="1927410" y="4716164"/>
                </a:moveTo>
                <a:cubicBezTo>
                  <a:pt x="1938311" y="4720848"/>
                  <a:pt x="1949172" y="4724604"/>
                  <a:pt x="1959587" y="4728849"/>
                </a:cubicBezTo>
                <a:cubicBezTo>
                  <a:pt x="2224818" y="4827692"/>
                  <a:pt x="2499050" y="4930367"/>
                  <a:pt x="2777707" y="5003991"/>
                </a:cubicBezTo>
                <a:lnTo>
                  <a:pt x="2800768" y="5010056"/>
                </a:lnTo>
                <a:lnTo>
                  <a:pt x="2879408" y="5031590"/>
                </a:lnTo>
                <a:cubicBezTo>
                  <a:pt x="2873718" y="5029024"/>
                  <a:pt x="2868475" y="5025973"/>
                  <a:pt x="2862295" y="5022958"/>
                </a:cubicBezTo>
                <a:cubicBezTo>
                  <a:pt x="2846112" y="5014292"/>
                  <a:pt x="2829972" y="5006555"/>
                  <a:pt x="2813343" y="4998369"/>
                </a:cubicBezTo>
                <a:cubicBezTo>
                  <a:pt x="2759214" y="4972589"/>
                  <a:pt x="2702010" y="4951123"/>
                  <a:pt x="2646245" y="4930999"/>
                </a:cubicBezTo>
                <a:cubicBezTo>
                  <a:pt x="2437298" y="4853662"/>
                  <a:pt x="2221285" y="4774272"/>
                  <a:pt x="1999243" y="4730524"/>
                </a:cubicBezTo>
                <a:lnTo>
                  <a:pt x="1979527" y="4726651"/>
                </a:lnTo>
                <a:lnTo>
                  <a:pt x="1927410" y="4716164"/>
                </a:lnTo>
                <a:close/>
                <a:moveTo>
                  <a:pt x="1997014" y="4698007"/>
                </a:moveTo>
                <a:lnTo>
                  <a:pt x="2005458" y="4699540"/>
                </a:lnTo>
                <a:cubicBezTo>
                  <a:pt x="2229844" y="4743659"/>
                  <a:pt x="2447268" y="4823456"/>
                  <a:pt x="2657186" y="4901687"/>
                </a:cubicBezTo>
                <a:cubicBezTo>
                  <a:pt x="2713431" y="4922259"/>
                  <a:pt x="2771565" y="4943688"/>
                  <a:pt x="2826662" y="4970362"/>
                </a:cubicBezTo>
                <a:cubicBezTo>
                  <a:pt x="2843286" y="4978544"/>
                  <a:pt x="2859914" y="4986729"/>
                  <a:pt x="2876100" y="4995397"/>
                </a:cubicBezTo>
                <a:cubicBezTo>
                  <a:pt x="2929811" y="5022592"/>
                  <a:pt x="2984941" y="5050189"/>
                  <a:pt x="3042600" y="5059532"/>
                </a:cubicBezTo>
                <a:cubicBezTo>
                  <a:pt x="2779645" y="4772909"/>
                  <a:pt x="2376891" y="4705645"/>
                  <a:pt x="1997014" y="4698007"/>
                </a:cubicBezTo>
                <a:close/>
                <a:moveTo>
                  <a:pt x="2305292" y="4219492"/>
                </a:moveTo>
                <a:cubicBezTo>
                  <a:pt x="2631112" y="4377847"/>
                  <a:pt x="3011879" y="4535878"/>
                  <a:pt x="3360922" y="4529373"/>
                </a:cubicBezTo>
                <a:cubicBezTo>
                  <a:pt x="3408391" y="4528405"/>
                  <a:pt x="3451278" y="4517839"/>
                  <a:pt x="3492420" y="4510145"/>
                </a:cubicBezTo>
                <a:cubicBezTo>
                  <a:pt x="3448862" y="4503966"/>
                  <a:pt x="3405674" y="4495449"/>
                  <a:pt x="3364086" y="4480340"/>
                </a:cubicBezTo>
                <a:cubicBezTo>
                  <a:pt x="3314946" y="4462747"/>
                  <a:pt x="3269673" y="4437082"/>
                  <a:pt x="3225818" y="4411822"/>
                </a:cubicBezTo>
                <a:cubicBezTo>
                  <a:pt x="3194830" y="4393966"/>
                  <a:pt x="3162431" y="4375699"/>
                  <a:pt x="3129696" y="4360704"/>
                </a:cubicBezTo>
                <a:cubicBezTo>
                  <a:pt x="3030558" y="4315774"/>
                  <a:pt x="2920899" y="4298731"/>
                  <a:pt x="2814545" y="4282955"/>
                </a:cubicBezTo>
                <a:cubicBezTo>
                  <a:pt x="2648192" y="4257474"/>
                  <a:pt x="2475773" y="4231762"/>
                  <a:pt x="2305292" y="4219492"/>
                </a:cubicBezTo>
                <a:close/>
                <a:moveTo>
                  <a:pt x="2626982" y="4206450"/>
                </a:moveTo>
                <a:cubicBezTo>
                  <a:pt x="2581807" y="4205467"/>
                  <a:pt x="2536327" y="4205706"/>
                  <a:pt x="2490617" y="4206951"/>
                </a:cubicBezTo>
                <a:cubicBezTo>
                  <a:pt x="2601507" y="4219748"/>
                  <a:pt x="2711611" y="4236309"/>
                  <a:pt x="2819869" y="4252936"/>
                </a:cubicBezTo>
                <a:cubicBezTo>
                  <a:pt x="2928115" y="4269564"/>
                  <a:pt x="3040565" y="4286495"/>
                  <a:pt x="3143018" y="4332698"/>
                </a:cubicBezTo>
                <a:cubicBezTo>
                  <a:pt x="3177162" y="4348099"/>
                  <a:pt x="3210046" y="4366808"/>
                  <a:pt x="3241520" y="4385112"/>
                </a:cubicBezTo>
                <a:cubicBezTo>
                  <a:pt x="3284409" y="4409477"/>
                  <a:pt x="3328265" y="4434739"/>
                  <a:pt x="3374575" y="4451517"/>
                </a:cubicBezTo>
                <a:cubicBezTo>
                  <a:pt x="3416609" y="4466134"/>
                  <a:pt x="3460730" y="4474620"/>
                  <a:pt x="3505221" y="4480757"/>
                </a:cubicBezTo>
                <a:cubicBezTo>
                  <a:pt x="3244537" y="4280088"/>
                  <a:pt x="2943211" y="4213332"/>
                  <a:pt x="2626982" y="4206450"/>
                </a:cubicBezTo>
                <a:close/>
                <a:moveTo>
                  <a:pt x="1310106" y="3943217"/>
                </a:moveTo>
                <a:cubicBezTo>
                  <a:pt x="1129544" y="4063332"/>
                  <a:pt x="976804" y="4212308"/>
                  <a:pt x="854994" y="4399136"/>
                </a:cubicBezTo>
                <a:cubicBezTo>
                  <a:pt x="813550" y="4462067"/>
                  <a:pt x="777442" y="4528637"/>
                  <a:pt x="742462" y="4594648"/>
                </a:cubicBezTo>
                <a:cubicBezTo>
                  <a:pt x="769633" y="4559245"/>
                  <a:pt x="795392" y="4522436"/>
                  <a:pt x="820602" y="4485915"/>
                </a:cubicBezTo>
                <a:cubicBezTo>
                  <a:pt x="839644" y="4458097"/>
                  <a:pt x="858127" y="4430568"/>
                  <a:pt x="878295" y="4403594"/>
                </a:cubicBezTo>
                <a:cubicBezTo>
                  <a:pt x="984168" y="4259170"/>
                  <a:pt x="1114491" y="4132679"/>
                  <a:pt x="1240607" y="4010401"/>
                </a:cubicBezTo>
                <a:lnTo>
                  <a:pt x="1310106" y="3943217"/>
                </a:lnTo>
                <a:close/>
                <a:moveTo>
                  <a:pt x="1423113" y="3874565"/>
                </a:moveTo>
                <a:lnTo>
                  <a:pt x="1260565" y="4031982"/>
                </a:lnTo>
                <a:cubicBezTo>
                  <a:pt x="1135292" y="4153135"/>
                  <a:pt x="1006090" y="4279065"/>
                  <a:pt x="901900" y="4421236"/>
                </a:cubicBezTo>
                <a:cubicBezTo>
                  <a:pt x="882292" y="4447928"/>
                  <a:pt x="863806" y="4475465"/>
                  <a:pt x="845044" y="4502436"/>
                </a:cubicBezTo>
                <a:cubicBezTo>
                  <a:pt x="797719" y="4571828"/>
                  <a:pt x="747866" y="4643196"/>
                  <a:pt x="685926" y="4703069"/>
                </a:cubicBezTo>
                <a:cubicBezTo>
                  <a:pt x="685087" y="4704192"/>
                  <a:pt x="684806" y="4705038"/>
                  <a:pt x="684248" y="4706721"/>
                </a:cubicBezTo>
                <a:cubicBezTo>
                  <a:pt x="955830" y="4450343"/>
                  <a:pt x="1215323" y="4185291"/>
                  <a:pt x="1423113" y="3874565"/>
                </a:cubicBezTo>
                <a:close/>
                <a:moveTo>
                  <a:pt x="3316479" y="3872136"/>
                </a:moveTo>
                <a:lnTo>
                  <a:pt x="3546806" y="4356139"/>
                </a:lnTo>
                <a:cubicBezTo>
                  <a:pt x="3510992" y="4217388"/>
                  <a:pt x="3440535" y="4086075"/>
                  <a:pt x="3364433" y="3953121"/>
                </a:cubicBezTo>
                <a:lnTo>
                  <a:pt x="3316479" y="3872136"/>
                </a:lnTo>
                <a:close/>
                <a:moveTo>
                  <a:pt x="3291335" y="3767420"/>
                </a:moveTo>
                <a:cubicBezTo>
                  <a:pt x="3324815" y="3824296"/>
                  <a:pt x="3358740" y="3880691"/>
                  <a:pt x="3390805" y="3937163"/>
                </a:cubicBezTo>
                <a:cubicBezTo>
                  <a:pt x="3469925" y="4075583"/>
                  <a:pt x="3543427" y="4213298"/>
                  <a:pt x="3579062" y="4359040"/>
                </a:cubicBezTo>
                <a:cubicBezTo>
                  <a:pt x="3585500" y="4228842"/>
                  <a:pt x="3547302" y="4112076"/>
                  <a:pt x="3467355" y="3988130"/>
                </a:cubicBezTo>
                <a:cubicBezTo>
                  <a:pt x="3420192" y="3915029"/>
                  <a:pt x="3371016" y="3849934"/>
                  <a:pt x="3310753" y="3787140"/>
                </a:cubicBezTo>
                <a:cubicBezTo>
                  <a:pt x="3303466" y="3779509"/>
                  <a:pt x="3297626" y="3773227"/>
                  <a:pt x="3291335" y="3767420"/>
                </a:cubicBezTo>
                <a:close/>
                <a:moveTo>
                  <a:pt x="1635889" y="3709494"/>
                </a:moveTo>
                <a:lnTo>
                  <a:pt x="1634800" y="3731111"/>
                </a:lnTo>
                <a:cubicBezTo>
                  <a:pt x="1634800" y="3731111"/>
                  <a:pt x="1635342" y="3716795"/>
                  <a:pt x="1635889" y="3709494"/>
                </a:cubicBezTo>
                <a:close/>
                <a:moveTo>
                  <a:pt x="1510397" y="3684705"/>
                </a:moveTo>
                <a:cubicBezTo>
                  <a:pt x="1390337" y="3729510"/>
                  <a:pt x="1267181" y="3766747"/>
                  <a:pt x="1146550" y="3802012"/>
                </a:cubicBezTo>
                <a:cubicBezTo>
                  <a:pt x="997862" y="3845736"/>
                  <a:pt x="843568" y="3890871"/>
                  <a:pt x="698834" y="3952272"/>
                </a:cubicBezTo>
                <a:cubicBezTo>
                  <a:pt x="460140" y="4053106"/>
                  <a:pt x="242842" y="4196577"/>
                  <a:pt x="34256" y="4347603"/>
                </a:cubicBezTo>
                <a:cubicBezTo>
                  <a:pt x="196048" y="4248849"/>
                  <a:pt x="358125" y="4150653"/>
                  <a:pt x="527241" y="4065078"/>
                </a:cubicBezTo>
                <a:cubicBezTo>
                  <a:pt x="838255" y="3908281"/>
                  <a:pt x="1212318" y="3863093"/>
                  <a:pt x="1510397" y="3684705"/>
                </a:cubicBezTo>
                <a:close/>
                <a:moveTo>
                  <a:pt x="1313114" y="3655216"/>
                </a:moveTo>
                <a:cubicBezTo>
                  <a:pt x="1247578" y="3654578"/>
                  <a:pt x="1180153" y="3656293"/>
                  <a:pt x="1109304" y="3669030"/>
                </a:cubicBezTo>
                <a:cubicBezTo>
                  <a:pt x="689821" y="3744031"/>
                  <a:pt x="334655" y="4032530"/>
                  <a:pt x="8129" y="4330519"/>
                </a:cubicBezTo>
                <a:cubicBezTo>
                  <a:pt x="220923" y="4176682"/>
                  <a:pt x="442983" y="4028720"/>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lose/>
                <a:moveTo>
                  <a:pt x="3655073" y="3650884"/>
                </a:moveTo>
                <a:cubicBezTo>
                  <a:pt x="3768399" y="3765347"/>
                  <a:pt x="3873410" y="3884450"/>
                  <a:pt x="3989938" y="3991685"/>
                </a:cubicBezTo>
                <a:cubicBezTo>
                  <a:pt x="4106468" y="4098916"/>
                  <a:pt x="4234512" y="4194281"/>
                  <a:pt x="4393907" y="4261258"/>
                </a:cubicBezTo>
                <a:cubicBezTo>
                  <a:pt x="4484865" y="4299540"/>
                  <a:pt x="4571866" y="4332385"/>
                  <a:pt x="4648051" y="4374051"/>
                </a:cubicBezTo>
                <a:cubicBezTo>
                  <a:pt x="4566919" y="4301848"/>
                  <a:pt x="4474187" y="4242216"/>
                  <a:pt x="4383389" y="4184369"/>
                </a:cubicBez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lose/>
                <a:moveTo>
                  <a:pt x="3670252" y="3622798"/>
                </a:move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97546" y="4220788"/>
                  <a:pt x="4597907" y="4284772"/>
                  <a:pt x="4684469" y="4364680"/>
                </a:cubicBezTo>
                <a:lnTo>
                  <a:pt x="4690271" y="4370034"/>
                </a:lnTo>
                <a:cubicBezTo>
                  <a:pt x="4617960" y="4134006"/>
                  <a:pt x="4326618" y="3976128"/>
                  <a:pt x="4136093" y="3858466"/>
                </a:cubicBezTo>
                <a:cubicBezTo>
                  <a:pt x="3985171" y="3764831"/>
                  <a:pt x="3831168" y="3687155"/>
                  <a:pt x="3670252" y="3622798"/>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4441737" y="3399734"/>
                </a:move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99925" y="4149276"/>
                  <a:pt x="5291490" y="4229096"/>
                  <a:pt x="5388878" y="4300185"/>
                </a:cubicBezTo>
                <a:cubicBezTo>
                  <a:pt x="5401114" y="4303421"/>
                  <a:pt x="5413353" y="4306662"/>
                  <a:pt x="5425556" y="4308967"/>
                </a:cubicBezTo>
                <a:cubicBezTo>
                  <a:pt x="5290970" y="4122931"/>
                  <a:pt x="5119226" y="3974244"/>
                  <a:pt x="4943646" y="3822916"/>
                </a:cubicBezTo>
                <a:cubicBezTo>
                  <a:pt x="4828850" y="3724110"/>
                  <a:pt x="4714058" y="3625311"/>
                  <a:pt x="4594837" y="3532274"/>
                </a:cubicBezTo>
                <a:cubicBezTo>
                  <a:pt x="4562450" y="3507077"/>
                  <a:pt x="4474786" y="3410282"/>
                  <a:pt x="4441737" y="3399734"/>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lnTo>
                  <a:pt x="5425834" y="3162785"/>
                </a:lnTo>
                <a:close/>
                <a:moveTo>
                  <a:pt x="1318687" y="3113840"/>
                </a:moveTo>
                <a:cubicBezTo>
                  <a:pt x="1233126" y="3142037"/>
                  <a:pt x="1148133" y="3174161"/>
                  <a:pt x="1066793" y="3212171"/>
                </a:cubicBezTo>
                <a:lnTo>
                  <a:pt x="993319" y="3247648"/>
                </a:ln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1238695" y="3076820"/>
                </a:moveTo>
                <a:cubicBezTo>
                  <a:pt x="1051055" y="3082190"/>
                  <a:pt x="886407" y="3192548"/>
                  <a:pt x="716371" y="3293249"/>
                </a:cubicBezTo>
                <a:cubicBezTo>
                  <a:pt x="670943" y="3320259"/>
                  <a:pt x="625512" y="3345868"/>
                  <a:pt x="579522" y="3371759"/>
                </a:cubicBezTo>
                <a:lnTo>
                  <a:pt x="600288" y="3365555"/>
                </a:lnTo>
                <a:cubicBezTo>
                  <a:pt x="680240" y="3341573"/>
                  <a:pt x="762713" y="3317034"/>
                  <a:pt x="840692" y="3284921"/>
                </a:cubicBezTo>
                <a:cubicBezTo>
                  <a:pt x="887813" y="3265484"/>
                  <a:pt x="934087" y="3242968"/>
                  <a:pt x="979248" y="3221003"/>
                </a:cubicBezTo>
                <a:lnTo>
                  <a:pt x="1053282" y="3185247"/>
                </a:ln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608772" y="3451680"/>
                  <a:pt x="5674122" y="3909676"/>
                  <a:pt x="5519779" y="4359223"/>
                </a:cubicBezTo>
                <a:cubicBezTo>
                  <a:pt x="5520262" y="4359669"/>
                  <a:pt x="5520293" y="4360602"/>
                  <a:pt x="5520293" y="4360602"/>
                </a:cubicBezTo>
                <a:cubicBezTo>
                  <a:pt x="5627244" y="4437825"/>
                  <a:pt x="5699666" y="4548575"/>
                  <a:pt x="5767221" y="4665564"/>
                </a:cubicBezTo>
                <a:cubicBezTo>
                  <a:pt x="6275281" y="4699277"/>
                  <a:pt x="6739386" y="4778523"/>
                  <a:pt x="6937169" y="4815941"/>
                </a:cubicBezTo>
                <a:cubicBezTo>
                  <a:pt x="7134952" y="4853359"/>
                  <a:pt x="7020263" y="4903218"/>
                  <a:pt x="6953922" y="4890068"/>
                </a:cubicBezTo>
                <a:cubicBezTo>
                  <a:pt x="6799988" y="4859556"/>
                  <a:pt x="6485790" y="4815676"/>
                  <a:pt x="6071359" y="4770770"/>
                </a:cubicBezTo>
                <a:lnTo>
                  <a:pt x="6038839" y="4764474"/>
                </a:lnTo>
                <a:cubicBezTo>
                  <a:pt x="6038795" y="4764265"/>
                  <a:pt x="6038750" y="4764056"/>
                  <a:pt x="6038706" y="4763847"/>
                </a:cubicBezTo>
                <a:lnTo>
                  <a:pt x="6037784" y="4764270"/>
                </a:lnTo>
                <a:lnTo>
                  <a:pt x="6038839" y="4764474"/>
                </a:lnTo>
                <a:lnTo>
                  <a:pt x="6040338" y="4771418"/>
                </a:lnTo>
                <a:cubicBezTo>
                  <a:pt x="6039088" y="4781803"/>
                  <a:pt x="6034314" y="4794510"/>
                  <a:pt x="6024488" y="4809903"/>
                </a:cubicBezTo>
                <a:cubicBezTo>
                  <a:pt x="5910095" y="5058984"/>
                  <a:pt x="5773348" y="5296385"/>
                  <a:pt x="5599771" y="5509652"/>
                </a:cubicBezTo>
                <a:cubicBezTo>
                  <a:pt x="5583815" y="5529842"/>
                  <a:pt x="5566811" y="5547293"/>
                  <a:pt x="5548843" y="5563845"/>
                </a:cubicBezTo>
                <a:cubicBezTo>
                  <a:pt x="5773782" y="5645205"/>
                  <a:pt x="5890323" y="6067151"/>
                  <a:pt x="5940952" y="6250028"/>
                </a:cubicBezTo>
                <a:cubicBezTo>
                  <a:pt x="5979301" y="6387982"/>
                  <a:pt x="6009900" y="6527294"/>
                  <a:pt x="6043441" y="6665847"/>
                </a:cubicBezTo>
                <a:lnTo>
                  <a:pt x="6093432" y="6858000"/>
                </a:lnTo>
                <a:lnTo>
                  <a:pt x="6034344" y="6858000"/>
                </a:lnTo>
                <a:lnTo>
                  <a:pt x="6026679" y="6836959"/>
                </a:lnTo>
                <a:cubicBezTo>
                  <a:pt x="5958957" y="6665497"/>
                  <a:pt x="5878558" y="6498078"/>
                  <a:pt x="5800441" y="6335286"/>
                </a:cubicBezTo>
                <a:cubicBezTo>
                  <a:pt x="5703359" y="6131918"/>
                  <a:pt x="5602295" y="5922187"/>
                  <a:pt x="5526562" y="5705388"/>
                </a:cubicBezTo>
                <a:cubicBezTo>
                  <a:pt x="5523956" y="5698505"/>
                  <a:pt x="5521803" y="5691139"/>
                  <a:pt x="5519640" y="5683774"/>
                </a:cubicBezTo>
                <a:cubicBezTo>
                  <a:pt x="5523207" y="5970988"/>
                  <a:pt x="5738292" y="6306566"/>
                  <a:pt x="5844559" y="6553349"/>
                </a:cubicBezTo>
                <a:lnTo>
                  <a:pt x="5975994" y="6858000"/>
                </a:lnTo>
                <a:lnTo>
                  <a:pt x="5898547" y="6858000"/>
                </a:lnTo>
                <a:lnTo>
                  <a:pt x="5682041" y="6355860"/>
                </a:lnTo>
                <a:cubicBezTo>
                  <a:pt x="5609136" y="6186449"/>
                  <a:pt x="5505535" y="6006625"/>
                  <a:pt x="5461758" y="5820220"/>
                </a:cubicBezTo>
                <a:cubicBezTo>
                  <a:pt x="5415457" y="6083349"/>
                  <a:pt x="5335494" y="6334433"/>
                  <a:pt x="5237282" y="6579086"/>
                </a:cubicBezTo>
                <a:lnTo>
                  <a:pt x="5115009" y="6858000"/>
                </a:lnTo>
                <a:lnTo>
                  <a:pt x="5028074" y="6858000"/>
                </a:lnTo>
                <a:lnTo>
                  <a:pt x="5079508" y="6749074"/>
                </a:lnTo>
                <a:cubicBezTo>
                  <a:pt x="5200211" y="6482556"/>
                  <a:pt x="5305048" y="6210716"/>
                  <a:pt x="5371846" y="5924413"/>
                </a:cubicBezTo>
                <a:lnTo>
                  <a:pt x="5270512" y="6138975"/>
                </a:lnTo>
                <a:cubicBezTo>
                  <a:pt x="5192357" y="6304175"/>
                  <a:pt x="5112108" y="6475512"/>
                  <a:pt x="5062409" y="6653544"/>
                </a:cubicBezTo>
                <a:cubicBezTo>
                  <a:pt x="5053035" y="6686987"/>
                  <a:pt x="5045072" y="6720843"/>
                  <a:pt x="5036628" y="6754247"/>
                </a:cubicBezTo>
                <a:lnTo>
                  <a:pt x="5009112" y="6858000"/>
                </a:lnTo>
                <a:lnTo>
                  <a:pt x="4976679" y="6858000"/>
                </a:lnTo>
                <a:lnTo>
                  <a:pt x="5006537" y="6747068"/>
                </a:lnTo>
                <a:cubicBezTo>
                  <a:pt x="5014940" y="6712729"/>
                  <a:pt x="5022903" y="6678883"/>
                  <a:pt x="5032723" y="6644957"/>
                </a:cubicBezTo>
                <a:cubicBezTo>
                  <a:pt x="5083245" y="6464091"/>
                  <a:pt x="5164383" y="6291790"/>
                  <a:pt x="5242949" y="6125175"/>
                </a:cubicBezTo>
                <a:lnTo>
                  <a:pt x="5286321" y="6033555"/>
                </a:lnTo>
                <a:cubicBezTo>
                  <a:pt x="5153522" y="6218172"/>
                  <a:pt x="5058694" y="6420826"/>
                  <a:pt x="5008210" y="6649194"/>
                </a:cubicBezTo>
                <a:cubicBezTo>
                  <a:pt x="4999505" y="6687732"/>
                  <a:pt x="4992445" y="6726670"/>
                  <a:pt x="4986321" y="6765687"/>
                </a:cubicBezTo>
                <a:lnTo>
                  <a:pt x="4973474" y="6858000"/>
                </a:lnTo>
                <a:lnTo>
                  <a:pt x="4907178" y="6858000"/>
                </a:lnTo>
                <a:lnTo>
                  <a:pt x="4910810" y="6829660"/>
                </a:lnTo>
                <a:cubicBezTo>
                  <a:pt x="4927183" y="6695980"/>
                  <a:pt x="4945608" y="6562743"/>
                  <a:pt x="4987461" y="6432994"/>
                </a:cubicBezTo>
                <a:cubicBezTo>
                  <a:pt x="5033887" y="6289556"/>
                  <a:pt x="5098947" y="6157948"/>
                  <a:pt x="5179262" y="6035044"/>
                </a:cubicBezTo>
                <a:cubicBezTo>
                  <a:pt x="5016033" y="6169178"/>
                  <a:pt x="4838252" y="6288995"/>
                  <a:pt x="4689678" y="6440241"/>
                </a:cubicBezTo>
                <a:cubicBezTo>
                  <a:pt x="4615724" y="6515503"/>
                  <a:pt x="4545518" y="6594166"/>
                  <a:pt x="4477543" y="6674836"/>
                </a:cubicBezTo>
                <a:lnTo>
                  <a:pt x="4329957" y="6858000"/>
                </a:lnTo>
                <a:lnTo>
                  <a:pt x="4218595" y="6858000"/>
                </a:lnTo>
                <a:lnTo>
                  <a:pt x="4368888" y="6668412"/>
                </a:lnTo>
                <a:cubicBezTo>
                  <a:pt x="4431654" y="6591444"/>
                  <a:pt x="4495926" y="6515754"/>
                  <a:pt x="4563091" y="6442508"/>
                </a:cubicBezTo>
                <a:cubicBezTo>
                  <a:pt x="4810353" y="6173676"/>
                  <a:pt x="5160740" y="5991069"/>
                  <a:pt x="5387324" y="5705830"/>
                </a:cubicBezTo>
                <a:cubicBezTo>
                  <a:pt x="5286064" y="5794177"/>
                  <a:pt x="5178968" y="5876241"/>
                  <a:pt x="5073620" y="5955437"/>
                </a:cubicBezTo>
                <a:cubicBezTo>
                  <a:pt x="4943865" y="6053305"/>
                  <a:pt x="4809130" y="6154627"/>
                  <a:pt x="4689789" y="6268382"/>
                </a:cubicBezTo>
                <a:cubicBezTo>
                  <a:pt x="4591303" y="6361972"/>
                  <a:pt x="4502007" y="6464046"/>
                  <a:pt x="4418722" y="6570886"/>
                </a:cubicBezTo>
                <a:lnTo>
                  <a:pt x="4214944" y="6858000"/>
                </a:lnTo>
                <a:lnTo>
                  <a:pt x="4177898" y="6858000"/>
                </a:lnTo>
                <a:lnTo>
                  <a:pt x="4391597" y="6556370"/>
                </a:lnTo>
                <a:cubicBezTo>
                  <a:pt x="4476641" y="6446900"/>
                  <a:pt x="4567929" y="6342186"/>
                  <a:pt x="4668889" y="6246399"/>
                </a:cubicBezTo>
                <a:cubicBezTo>
                  <a:pt x="4789603" y="6132122"/>
                  <a:pt x="4925227" y="6029827"/>
                  <a:pt x="5055427" y="5931476"/>
                </a:cubicBezTo>
                <a:cubicBezTo>
                  <a:pt x="5161670" y="5851314"/>
                  <a:pt x="5270142" y="5768732"/>
                  <a:pt x="5371814" y="5678975"/>
                </a:cubicBezTo>
                <a:cubicBezTo>
                  <a:pt x="5250056" y="5732278"/>
                  <a:pt x="5117554" y="5761328"/>
                  <a:pt x="4987918" y="5838701"/>
                </a:cubicBezTo>
                <a:cubicBezTo>
                  <a:pt x="4699961" y="6010191"/>
                  <a:pt x="4491898" y="6286162"/>
                  <a:pt x="4317146" y="6587716"/>
                </a:cubicBezTo>
                <a:lnTo>
                  <a:pt x="4171627" y="6858000"/>
                </a:lnTo>
                <a:lnTo>
                  <a:pt x="4081585" y="6858000"/>
                </a:lnTo>
                <a:lnTo>
                  <a:pt x="4238603" y="6559341"/>
                </a:lnTo>
                <a:cubicBezTo>
                  <a:pt x="4385995" y="6299856"/>
                  <a:pt x="4555804" y="6056475"/>
                  <a:pt x="4778333" y="5873626"/>
                </a:cubicBezTo>
                <a:cubicBezTo>
                  <a:pt x="4974935" y="5712072"/>
                  <a:pt x="5214460" y="5703893"/>
                  <a:pt x="5414185" y="5573882"/>
                </a:cubicBezTo>
                <a:cubicBezTo>
                  <a:pt x="5665168" y="5409695"/>
                  <a:pt x="5834734" y="5037780"/>
                  <a:pt x="5959648" y="4760797"/>
                </a:cubicBezTo>
                <a:cubicBezTo>
                  <a:pt x="5758178" y="4742307"/>
                  <a:pt x="5556149" y="4733150"/>
                  <a:pt x="5355019" y="4734672"/>
                </a:cubicBezTo>
                <a:cubicBezTo>
                  <a:pt x="5292258" y="4900655"/>
                  <a:pt x="5203125" y="5047664"/>
                  <a:pt x="5083565" y="5179121"/>
                </a:cubicBezTo>
                <a:cubicBezTo>
                  <a:pt x="5049677" y="5379813"/>
                  <a:pt x="4862890" y="5495797"/>
                  <a:pt x="4713577" y="5616803"/>
                </a:cubicBezTo>
                <a:cubicBezTo>
                  <a:pt x="4481263" y="5805403"/>
                  <a:pt x="4239092" y="5980417"/>
                  <a:pt x="3989559" y="6145945"/>
                </a:cubicBezTo>
                <a:cubicBezTo>
                  <a:pt x="3958721" y="6166743"/>
                  <a:pt x="3915645" y="6091150"/>
                  <a:pt x="3939824" y="6066900"/>
                </a:cubicBezTo>
                <a:cubicBezTo>
                  <a:pt x="4170724" y="5831323"/>
                  <a:pt x="4361787" y="5566131"/>
                  <a:pt x="4584537" y="5324826"/>
                </a:cubicBezTo>
                <a:cubicBezTo>
                  <a:pt x="4710868" y="5187971"/>
                  <a:pt x="4848359" y="5097244"/>
                  <a:pt x="5037105" y="5088765"/>
                </a:cubicBezTo>
                <a:cubicBezTo>
                  <a:pt x="5038033" y="5088728"/>
                  <a:pt x="5039001" y="5089622"/>
                  <a:pt x="5039930" y="5089585"/>
                </a:cubicBezTo>
                <a:cubicBezTo>
                  <a:pt x="5133008" y="4982937"/>
                  <a:pt x="5207480" y="4865387"/>
                  <a:pt x="5263764" y="4735525"/>
                </a:cubicBezTo>
                <a:cubicBezTo>
                  <a:pt x="4867298" y="4743930"/>
                  <a:pt x="4472427" y="4792315"/>
                  <a:pt x="4086300" y="4884599"/>
                </a:cubicBezTo>
                <a:cubicBezTo>
                  <a:pt x="4087456" y="4890142"/>
                  <a:pt x="4087673" y="4895720"/>
                  <a:pt x="4085485" y="4899070"/>
                </a:cubicBezTo>
                <a:cubicBezTo>
                  <a:pt x="4003302" y="5010406"/>
                  <a:pt x="3928312" y="5126573"/>
                  <a:pt x="3871915" y="5253645"/>
                </a:cubicBezTo>
                <a:cubicBezTo>
                  <a:pt x="3845467" y="5314321"/>
                  <a:pt x="3832705" y="5402857"/>
                  <a:pt x="3799374" y="5466127"/>
                </a:cubicBezTo>
                <a:cubicBezTo>
                  <a:pt x="3785138" y="5845399"/>
                  <a:pt x="3675506" y="6277604"/>
                  <a:pt x="3498850" y="6661888"/>
                </a:cubicBezTo>
                <a:lnTo>
                  <a:pt x="3399216" y="6858000"/>
                </a:lnTo>
                <a:lnTo>
                  <a:pt x="3303688" y="6858000"/>
                </a:lnTo>
                <a:lnTo>
                  <a:pt x="3391774" y="6697181"/>
                </a:lnTo>
                <a:cubicBezTo>
                  <a:pt x="3573729" y="6337659"/>
                  <a:pt x="3697480" y="5922895"/>
                  <a:pt x="3735540" y="5546923"/>
                </a:cubicBezTo>
                <a:cubicBezTo>
                  <a:pt x="3733489" y="5553993"/>
                  <a:pt x="3731483" y="5561993"/>
                  <a:pt x="3729438" y="5569058"/>
                </a:cubicBezTo>
                <a:cubicBezTo>
                  <a:pt x="3722922" y="5592607"/>
                  <a:pt x="3715485" y="5616189"/>
                  <a:pt x="3707782" y="5644908"/>
                </a:cubicBezTo>
                <a:cubicBezTo>
                  <a:pt x="3671550" y="5775366"/>
                  <a:pt x="3633159" y="5910098"/>
                  <a:pt x="3583827" y="6039215"/>
                </a:cubicBezTo>
                <a:cubicBezTo>
                  <a:pt x="3571998" y="6069498"/>
                  <a:pt x="3559686" y="6099330"/>
                  <a:pt x="3547861" y="6129609"/>
                </a:cubicBezTo>
                <a:cubicBezTo>
                  <a:pt x="3528366" y="6177894"/>
                  <a:pt x="3507534" y="6227631"/>
                  <a:pt x="3490905" y="6277660"/>
                </a:cubicBezTo>
                <a:cubicBezTo>
                  <a:pt x="3477958" y="6314973"/>
                  <a:pt x="3466463" y="6353624"/>
                  <a:pt x="3455859" y="6391301"/>
                </a:cubicBezTo>
                <a:cubicBezTo>
                  <a:pt x="3447266" y="6420993"/>
                  <a:pt x="3438672" y="6450673"/>
                  <a:pt x="3429112" y="6479469"/>
                </a:cubicBezTo>
                <a:cubicBezTo>
                  <a:pt x="3394330" y="6587977"/>
                  <a:pt x="3348719" y="6693654"/>
                  <a:pt x="3304862" y="6796476"/>
                </a:cubicBezTo>
                <a:lnTo>
                  <a:pt x="3276071" y="6858000"/>
                </a:lnTo>
                <a:lnTo>
                  <a:pt x="3240805" y="6858000"/>
                </a:lnTo>
                <a:lnTo>
                  <a:pt x="3275917" y="6783192"/>
                </a:lnTo>
                <a:cubicBezTo>
                  <a:pt x="3319817" y="6681303"/>
                  <a:pt x="3364982" y="6576108"/>
                  <a:pt x="3399358" y="6469011"/>
                </a:cubicBezTo>
                <a:cubicBezTo>
                  <a:pt x="3408430" y="6439778"/>
                  <a:pt x="3417061" y="6411021"/>
                  <a:pt x="3425650" y="6381333"/>
                </a:cubicBezTo>
                <a:cubicBezTo>
                  <a:pt x="3436256" y="6343653"/>
                  <a:pt x="3448199" y="6304520"/>
                  <a:pt x="3460661" y="6266763"/>
                </a:cubicBezTo>
                <a:cubicBezTo>
                  <a:pt x="3477731" y="6216246"/>
                  <a:pt x="3498530" y="6165579"/>
                  <a:pt x="3518021" y="6117298"/>
                </a:cubicBezTo>
                <a:cubicBezTo>
                  <a:pt x="3530339" y="6087462"/>
                  <a:pt x="3542206" y="6058115"/>
                  <a:pt x="3554035" y="6027832"/>
                </a:cubicBezTo>
                <a:cubicBezTo>
                  <a:pt x="3602956" y="5900128"/>
                  <a:pt x="3640454" y="5766362"/>
                  <a:pt x="3677174" y="5636351"/>
                </a:cubicBezTo>
                <a:cubicBezTo>
                  <a:pt x="3685353" y="5608086"/>
                  <a:pt x="3692308" y="5584047"/>
                  <a:pt x="3698819" y="5560503"/>
                </a:cubicBezTo>
                <a:cubicBezTo>
                  <a:pt x="3699603" y="5556742"/>
                  <a:pt x="3701314" y="5552952"/>
                  <a:pt x="3702094" y="5549194"/>
                </a:cubicBezTo>
                <a:cubicBezTo>
                  <a:pt x="3586407" y="5684227"/>
                  <a:pt x="3491727" y="5855671"/>
                  <a:pt x="3398355" y="6094603"/>
                </a:cubicBezTo>
                <a:cubicBezTo>
                  <a:pt x="3309322" y="6322763"/>
                  <a:pt x="3241029" y="6558474"/>
                  <a:pt x="3193941" y="6798775"/>
                </a:cubicBezTo>
                <a:lnTo>
                  <a:pt x="3184140" y="6858000"/>
                </a:lnTo>
                <a:lnTo>
                  <a:pt x="3099978" y="6858000"/>
                </a:lnTo>
                <a:lnTo>
                  <a:pt x="3101556" y="6843337"/>
                </a:lnTo>
                <a:cubicBezTo>
                  <a:pt x="3144932" y="6479621"/>
                  <a:pt x="3209988" y="6112612"/>
                  <a:pt x="3370162" y="5785550"/>
                </a:cubicBezTo>
                <a:cubicBezTo>
                  <a:pt x="3467073" y="5588398"/>
                  <a:pt x="3627623" y="5538666"/>
                  <a:pt x="3746477" y="5377889"/>
                </a:cubicBezTo>
                <a:cubicBezTo>
                  <a:pt x="3800786" y="5303532"/>
                  <a:pt x="3818424" y="5173820"/>
                  <a:pt x="3863399" y="5087257"/>
                </a:cubicBezTo>
                <a:cubicBezTo>
                  <a:pt x="3894981" y="5026843"/>
                  <a:pt x="3930436" y="4970007"/>
                  <a:pt x="3968712" y="4913989"/>
                </a:cubicBezTo>
                <a:cubicBezTo>
                  <a:pt x="3564505" y="5020029"/>
                  <a:pt x="3170154" y="5174588"/>
                  <a:pt x="2792390" y="5382974"/>
                </a:cubicBezTo>
                <a:lnTo>
                  <a:pt x="2714982" y="5427051"/>
                </a:lnTo>
                <a:cubicBezTo>
                  <a:pt x="2773600" y="5623577"/>
                  <a:pt x="2823261" y="5817201"/>
                  <a:pt x="2813361" y="6023912"/>
                </a:cubicBezTo>
                <a:cubicBezTo>
                  <a:pt x="2800935" y="6283826"/>
                  <a:pt x="2738768" y="6546188"/>
                  <a:pt x="2688430" y="6801564"/>
                </a:cubicBezTo>
                <a:cubicBezTo>
                  <a:pt x="2680286" y="6842403"/>
                  <a:pt x="2633415" y="6776749"/>
                  <a:pt x="2629626" y="6763394"/>
                </a:cubicBezTo>
                <a:cubicBezTo>
                  <a:pt x="2507208" y="6357509"/>
                  <a:pt x="2389664" y="5910450"/>
                  <a:pt x="2565328" y="5516399"/>
                </a:cubicBezTo>
                <a:cubicBezTo>
                  <a:pt x="2340344" y="5655334"/>
                  <a:pt x="2126262" y="5810607"/>
                  <a:pt x="1922999" y="5980343"/>
                </a:cubicBezTo>
                <a:cubicBezTo>
                  <a:pt x="1913735" y="6121357"/>
                  <a:pt x="1951823" y="6270268"/>
                  <a:pt x="1950261" y="6405858"/>
                </a:cubicBezTo>
                <a:cubicBezTo>
                  <a:pt x="2095468" y="6403315"/>
                  <a:pt x="2243415" y="6568324"/>
                  <a:pt x="2365554" y="6759107"/>
                </a:cubicBezTo>
                <a:lnTo>
                  <a:pt x="2424142" y="6858000"/>
                </a:lnTo>
                <a:lnTo>
                  <a:pt x="2395994" y="6858000"/>
                </a:lnTo>
                <a:lnTo>
                  <a:pt x="2392863" y="6852964"/>
                </a:lnTo>
                <a:cubicBezTo>
                  <a:pt x="2286592" y="6697030"/>
                  <a:pt x="2128210" y="6530604"/>
                  <a:pt x="2017589" y="6493982"/>
                </a:cubicBezTo>
                <a:cubicBezTo>
                  <a:pt x="2065428" y="6525607"/>
                  <a:pt x="2108651" y="6558340"/>
                  <a:pt x="2147336" y="6594052"/>
                </a:cubicBezTo>
                <a:cubicBezTo>
                  <a:pt x="2168131" y="6613249"/>
                  <a:pt x="2188032" y="6633414"/>
                  <a:pt x="2207047" y="6654540"/>
                </a:cubicBezTo>
                <a:cubicBezTo>
                  <a:pt x="2240670" y="6691852"/>
                  <a:pt x="2268864" y="6733110"/>
                  <a:pt x="2299106" y="6778931"/>
                </a:cubicBezTo>
                <a:lnTo>
                  <a:pt x="2314430" y="6801144"/>
                </a:lnTo>
                <a:lnTo>
                  <a:pt x="2352406" y="6858000"/>
                </a:lnTo>
                <a:lnTo>
                  <a:pt x="2314492" y="6858000"/>
                </a:lnTo>
                <a:lnTo>
                  <a:pt x="2288095" y="6818030"/>
                </a:lnTo>
                <a:lnTo>
                  <a:pt x="2272768" y="6795822"/>
                </a:lnTo>
                <a:cubicBezTo>
                  <a:pt x="2242565" y="6750921"/>
                  <a:pt x="2214890" y="6711042"/>
                  <a:pt x="2182715" y="6675071"/>
                </a:cubicBezTo>
                <a:cubicBezTo>
                  <a:pt x="2139301" y="6626043"/>
                  <a:pt x="2090046" y="6582375"/>
                  <a:pt x="2032061" y="6541380"/>
                </a:cubicBezTo>
                <a:cubicBezTo>
                  <a:pt x="2113005" y="6632219"/>
                  <a:pt x="2185837" y="6729905"/>
                  <a:pt x="2257220" y="6826257"/>
                </a:cubicBezTo>
                <a:lnTo>
                  <a:pt x="2281324" y="6858000"/>
                </a:lnTo>
                <a:lnTo>
                  <a:pt x="2242860" y="6858000"/>
                </a:lnTo>
                <a:lnTo>
                  <a:pt x="2232818" y="6844926"/>
                </a:lnTo>
                <a:cubicBezTo>
                  <a:pt x="2156524" y="6742256"/>
                  <a:pt x="2077809" y="6637351"/>
                  <a:pt x="1990172" y="6542121"/>
                </a:cubicBezTo>
                <a:cubicBezTo>
                  <a:pt x="2025229" y="6615236"/>
                  <a:pt x="2072239" y="6690202"/>
                  <a:pt x="2124090" y="6761017"/>
                </a:cubicBezTo>
                <a:lnTo>
                  <a:pt x="2200380" y="6858000"/>
                </a:lnTo>
                <a:lnTo>
                  <a:pt x="2147507" y="6858000"/>
                </a:lnTo>
                <a:lnTo>
                  <a:pt x="2070668" y="6761520"/>
                </a:lnTo>
                <a:cubicBezTo>
                  <a:pt x="2050397" y="6732060"/>
                  <a:pt x="1955949" y="6524860"/>
                  <a:pt x="1975142" y="6585570"/>
                </a:cubicBezTo>
                <a:cubicBezTo>
                  <a:pt x="1998651" y="6661010"/>
                  <a:pt x="2025657" y="6736543"/>
                  <a:pt x="2050035" y="6813345"/>
                </a:cubicBezTo>
                <a:lnTo>
                  <a:pt x="2063025" y="6858000"/>
                </a:lnTo>
                <a:lnTo>
                  <a:pt x="2021675" y="6858000"/>
                </a:lnTo>
                <a:lnTo>
                  <a:pt x="2019308" y="6847118"/>
                </a:lnTo>
                <a:cubicBezTo>
                  <a:pt x="1994223" y="6748278"/>
                  <a:pt x="1963999" y="6650518"/>
                  <a:pt x="1938835" y="6551160"/>
                </a:cubicBezTo>
                <a:cubicBezTo>
                  <a:pt x="1929908" y="6619047"/>
                  <a:pt x="1941143" y="6690322"/>
                  <a:pt x="1953230" y="6759699"/>
                </a:cubicBezTo>
                <a:lnTo>
                  <a:pt x="1956763" y="6778191"/>
                </a:lnTo>
                <a:lnTo>
                  <a:pt x="1967925" y="6858000"/>
                </a:lnTo>
                <a:lnTo>
                  <a:pt x="1936622" y="6858000"/>
                </a:lnTo>
                <a:lnTo>
                  <a:pt x="1926261" y="6784064"/>
                </a:lnTo>
                <a:lnTo>
                  <a:pt x="1922724" y="6765577"/>
                </a:lnTo>
                <a:cubicBezTo>
                  <a:pt x="1915473" y="6723948"/>
                  <a:pt x="1907737" y="6681875"/>
                  <a:pt x="1904650" y="6639616"/>
                </a:cubicBezTo>
                <a:lnTo>
                  <a:pt x="1885273" y="6858000"/>
                </a:lnTo>
                <a:lnTo>
                  <a:pt x="1854363" y="6858000"/>
                </a:lnTo>
                <a:lnTo>
                  <a:pt x="1880391" y="6603796"/>
                </a:lnTo>
                <a:cubicBezTo>
                  <a:pt x="1857032" y="6636864"/>
                  <a:pt x="1833268" y="6671346"/>
                  <a:pt x="1818273" y="6715729"/>
                </a:cubicBezTo>
                <a:cubicBezTo>
                  <a:pt x="1804852" y="6755735"/>
                  <a:pt x="1797634" y="6798725"/>
                  <a:pt x="1794691" y="6843239"/>
                </a:cubicBezTo>
                <a:cubicBezTo>
                  <a:pt x="1794765" y="6848159"/>
                  <a:pt x="1794840" y="6853080"/>
                  <a:pt x="1794914" y="6858000"/>
                </a:cubicBezTo>
                <a:lnTo>
                  <a:pt x="1746128" y="6858000"/>
                </a:lnTo>
                <a:lnTo>
                  <a:pt x="1753934" y="6724796"/>
                </a:lnTo>
                <a:cubicBezTo>
                  <a:pt x="1761216" y="6674140"/>
                  <a:pt x="1773366" y="6623443"/>
                  <a:pt x="1792053" y="6572396"/>
                </a:cubicBezTo>
                <a:cubicBezTo>
                  <a:pt x="1831929" y="6463223"/>
                  <a:pt x="1865036" y="6394363"/>
                  <a:pt x="1862248" y="6266397"/>
                </a:cubicBezTo>
                <a:cubicBezTo>
                  <a:pt x="1860953" y="6187277"/>
                  <a:pt x="1859762" y="6110946"/>
                  <a:pt x="1862250" y="6033531"/>
                </a:cubicBezTo>
                <a:cubicBezTo>
                  <a:pt x="1629459" y="6233327"/>
                  <a:pt x="1412286" y="6451119"/>
                  <a:pt x="1211999" y="6683610"/>
                </a:cubicBezTo>
                <a:cubicBezTo>
                  <a:pt x="1212594" y="6686848"/>
                  <a:pt x="1213637" y="6689601"/>
                  <a:pt x="1213266" y="6691947"/>
                </a:cubicBezTo>
                <a:cubicBezTo>
                  <a:pt x="1207239" y="6745048"/>
                  <a:pt x="1203941" y="6797982"/>
                  <a:pt x="1203370" y="6850676"/>
                </a:cubicBezTo>
                <a:cubicBezTo>
                  <a:pt x="1203470" y="6853117"/>
                  <a:pt x="1203571" y="6855559"/>
                  <a:pt x="1203671" y="6858000"/>
                </a:cubicBezTo>
                <a:lnTo>
                  <a:pt x="1143180" y="6858000"/>
                </a:lnTo>
                <a:cubicBezTo>
                  <a:pt x="1142845" y="6827348"/>
                  <a:pt x="1142511" y="6796697"/>
                  <a:pt x="1142176" y="6766045"/>
                </a:cubicBezTo>
                <a:lnTo>
                  <a:pt x="1067484" y="6858000"/>
                </a:lnTo>
                <a:lnTo>
                  <a:pt x="953928" y="6858000"/>
                </a:lnTo>
                <a:lnTo>
                  <a:pt x="959715" y="6850185"/>
                </a:lnTo>
                <a:cubicBezTo>
                  <a:pt x="1122351" y="6642955"/>
                  <a:pt x="1297493" y="6445464"/>
                  <a:pt x="1483788" y="6259174"/>
                </a:cubicBezTo>
                <a:cubicBezTo>
                  <a:pt x="1354519" y="6252700"/>
                  <a:pt x="1219786" y="6272526"/>
                  <a:pt x="1100671" y="6252137"/>
                </a:cubicBezTo>
                <a:cubicBezTo>
                  <a:pt x="1097473" y="6253667"/>
                  <a:pt x="1093344" y="6255226"/>
                  <a:pt x="1090144" y="6256748"/>
                </a:cubicBezTo>
                <a:cubicBezTo>
                  <a:pt x="1093160" y="6262221"/>
                  <a:pt x="1095726" y="6268172"/>
                  <a:pt x="1095872" y="6271892"/>
                </a:cubicBezTo>
                <a:cubicBezTo>
                  <a:pt x="1117034" y="6614754"/>
                  <a:pt x="501310" y="6765589"/>
                  <a:pt x="262785" y="6845450"/>
                </a:cubicBezTo>
                <a:cubicBezTo>
                  <a:pt x="240730" y="6852851"/>
                  <a:pt x="197167" y="6788461"/>
                  <a:pt x="209968" y="6770713"/>
                </a:cubicBezTo>
                <a:cubicBezTo>
                  <a:pt x="383281" y="6527661"/>
                  <a:pt x="615742" y="6377713"/>
                  <a:pt x="873460" y="6253768"/>
                </a:cubicBezTo>
                <a:cubicBezTo>
                  <a:pt x="626943" y="6191900"/>
                  <a:pt x="365733" y="5960633"/>
                  <a:pt x="192686" y="5849257"/>
                </a:cubicBezTo>
                <a:cubicBezTo>
                  <a:pt x="116185" y="5799690"/>
                  <a:pt x="52073" y="5754165"/>
                  <a:pt x="4696" y="5697668"/>
                </a:cubicBezTo>
                <a:lnTo>
                  <a:pt x="0" y="5689984"/>
                </a:lnTo>
                <a:lnTo>
                  <a:pt x="0" y="5513472"/>
                </a:lnTo>
                <a:lnTo>
                  <a:pt x="174101" y="5620277"/>
                </a:lnTo>
                <a:cubicBezTo>
                  <a:pt x="413334" y="5759164"/>
                  <a:pt x="660435" y="5885160"/>
                  <a:pt x="891800" y="6036935"/>
                </a:cubicBezTo>
                <a:cubicBezTo>
                  <a:pt x="944884" y="6071606"/>
                  <a:pt x="1012106" y="6145300"/>
                  <a:pt x="1072219" y="6169443"/>
                </a:cubicBezTo>
                <a:cubicBezTo>
                  <a:pt x="1072700" y="6169886"/>
                  <a:pt x="1073629" y="6169850"/>
                  <a:pt x="1074117" y="6170301"/>
                </a:cubicBezTo>
                <a:cubicBezTo>
                  <a:pt x="1077423" y="6171567"/>
                  <a:pt x="1080285" y="6173315"/>
                  <a:pt x="1083114" y="6174131"/>
                </a:cubicBezTo>
                <a:cubicBezTo>
                  <a:pt x="1205686" y="6211148"/>
                  <a:pt x="1403553" y="6162717"/>
                  <a:pt x="1543010" y="6191140"/>
                </a:cubicBezTo>
                <a:cubicBezTo>
                  <a:pt x="1545352" y="6191516"/>
                  <a:pt x="1548218" y="6193258"/>
                  <a:pt x="1551080" y="6195006"/>
                </a:cubicBezTo>
                <a:cubicBezTo>
                  <a:pt x="1796784" y="5956970"/>
                  <a:pt x="2061981" y="5740521"/>
                  <a:pt x="2345443" y="5549882"/>
                </a:cubicBezTo>
                <a:cubicBezTo>
                  <a:pt x="2141371" y="5547786"/>
                  <a:pt x="1930334" y="5604666"/>
                  <a:pt x="1721499" y="5599969"/>
                </a:cubicBezTo>
                <a:cubicBezTo>
                  <a:pt x="1398951" y="5593309"/>
                  <a:pt x="1081337" y="5547329"/>
                  <a:pt x="767716" y="5472768"/>
                </a:cubicBezTo>
                <a:cubicBezTo>
                  <a:pt x="753133" y="5469162"/>
                  <a:pt x="700946" y="5398599"/>
                  <a:pt x="722147" y="5393091"/>
                </a:cubicBezTo>
                <a:cubicBezTo>
                  <a:pt x="968781" y="5329673"/>
                  <a:pt x="1232259" y="5326588"/>
                  <a:pt x="1485552" y="5313202"/>
                </a:cubicBezTo>
                <a:cubicBezTo>
                  <a:pt x="1722589" y="5300930"/>
                  <a:pt x="1934026" y="5312502"/>
                  <a:pt x="2143004" y="5402420"/>
                </a:cubicBezTo>
                <a:cubicBezTo>
                  <a:pt x="2072259" y="5321879"/>
                  <a:pt x="2001915" y="5239927"/>
                  <a:pt x="1933391" y="5156971"/>
                </a:cubicBezTo>
                <a:cubicBezTo>
                  <a:pt x="1884964" y="5098829"/>
                  <a:pt x="1830279" y="5047453"/>
                  <a:pt x="1827118" y="4968410"/>
                </a:cubicBezTo>
                <a:cubicBezTo>
                  <a:pt x="1826899" y="4962830"/>
                  <a:pt x="1831287" y="4956131"/>
                  <a:pt x="1837349" y="4956357"/>
                </a:cubicBezTo>
                <a:cubicBezTo>
                  <a:pt x="1954786" y="4958180"/>
                  <a:pt x="2095955" y="5099243"/>
                  <a:pt x="2162835" y="5187853"/>
                </a:cubicBezTo>
                <a:cubicBezTo>
                  <a:pt x="2223806" y="5268314"/>
                  <a:pt x="2261117" y="5362764"/>
                  <a:pt x="2257167" y="5462123"/>
                </a:cubicBezTo>
                <a:cubicBezTo>
                  <a:pt x="2258619" y="5463463"/>
                  <a:pt x="2260110" y="5465731"/>
                  <a:pt x="2261598" y="5467998"/>
                </a:cubicBezTo>
                <a:cubicBezTo>
                  <a:pt x="2319293" y="5466627"/>
                  <a:pt x="2377620" y="5469418"/>
                  <a:pt x="2437177" y="5479608"/>
                </a:cubicBezTo>
                <a:cubicBezTo>
                  <a:pt x="2440002" y="5480429"/>
                  <a:pt x="2442387" y="5481726"/>
                  <a:pt x="2445247" y="5483476"/>
                </a:cubicBezTo>
                <a:cubicBezTo>
                  <a:pt x="2542410" y="5420910"/>
                  <a:pt x="2642483" y="5361023"/>
                  <a:pt x="2743626" y="5304819"/>
                </a:cubicBezTo>
                <a:cubicBezTo>
                  <a:pt x="2843877" y="5249576"/>
                  <a:pt x="2945694" y="5198471"/>
                  <a:pt x="3048102" y="5150595"/>
                </a:cubicBezTo>
                <a:cubicBezTo>
                  <a:pt x="2585795" y="5154639"/>
                  <a:pt x="2153807" y="4996795"/>
                  <a:pt x="1799414" y="4694732"/>
                </a:cubicBezTo>
                <a:cubicBezTo>
                  <a:pt x="1791709" y="4688523"/>
                  <a:pt x="1742423" y="4620635"/>
                  <a:pt x="1771735" y="4619929"/>
                </a:cubicBezTo>
                <a:cubicBezTo>
                  <a:pt x="2256142" y="4609405"/>
                  <a:pt x="2784409" y="4670721"/>
                  <a:pt x="3104273" y="5076159"/>
                </a:cubicBezTo>
                <a:cubicBezTo>
                  <a:pt x="3108183" y="5080663"/>
                  <a:pt x="3110711" y="5085686"/>
                  <a:pt x="3113245" y="5090705"/>
                </a:cubicBezTo>
                <a:cubicBezTo>
                  <a:pt x="3118189" y="5097958"/>
                  <a:pt x="3122727" y="5106622"/>
                  <a:pt x="3126294" y="5114400"/>
                </a:cubicBezTo>
                <a:cubicBezTo>
                  <a:pt x="3390302" y="4996262"/>
                  <a:pt x="3661785" y="4902036"/>
                  <a:pt x="3937433" y="4830473"/>
                </a:cubicBezTo>
                <a:cubicBezTo>
                  <a:pt x="3836176" y="4732523"/>
                  <a:pt x="3721785" y="4620668"/>
                  <a:pt x="3590475" y="4597974"/>
                </a:cubicBezTo>
                <a:cubicBezTo>
                  <a:pt x="3435249" y="4571111"/>
                  <a:pt x="3264279" y="4616605"/>
                  <a:pt x="3100264" y="4579845"/>
                </a:cubicBezTo>
                <a:cubicBezTo>
                  <a:pt x="2787310" y="4510393"/>
                  <a:pt x="2468738" y="4370372"/>
                  <a:pt x="2183576" y="4227150"/>
                </a:cubicBezTo>
                <a:cubicBezTo>
                  <a:pt x="2170260" y="4220226"/>
                  <a:pt x="2115765" y="4150220"/>
                  <a:pt x="2151029" y="4146947"/>
                </a:cubicBezTo>
                <a:cubicBezTo>
                  <a:pt x="2677991" y="4094203"/>
                  <a:pt x="3159089" y="4117356"/>
                  <a:pt x="3563434" y="4469115"/>
                </a:cubicBezTo>
                <a:lnTo>
                  <a:pt x="3177952" y="3657386"/>
                </a:lnTo>
                <a:cubicBezTo>
                  <a:pt x="3171337" y="3643210"/>
                  <a:pt x="3161442" y="3605414"/>
                  <a:pt x="3189263" y="3625726"/>
                </a:cubicBezTo>
                <a:cubicBezTo>
                  <a:pt x="3348177" y="3744655"/>
                  <a:pt x="3463235" y="3908187"/>
                  <a:pt x="3560912" y="4079863"/>
                </a:cubicBezTo>
                <a:cubicBezTo>
                  <a:pt x="3646545" y="4229668"/>
                  <a:pt x="3658964" y="4353983"/>
                  <a:pt x="3626636" y="4512230"/>
                </a:cubicBezTo>
                <a:cubicBezTo>
                  <a:pt x="3635603" y="4515129"/>
                  <a:pt x="3644081" y="4517586"/>
                  <a:pt x="3653088" y="4521417"/>
                </a:cubicBezTo>
                <a:cubicBezTo>
                  <a:pt x="3765052" y="4572828"/>
                  <a:pt x="3892199" y="4724230"/>
                  <a:pt x="3988128" y="4817267"/>
                </a:cubicBezTo>
                <a:cubicBezTo>
                  <a:pt x="4265269" y="4747971"/>
                  <a:pt x="4547054" y="4701774"/>
                  <a:pt x="4830582" y="4676000"/>
                </a:cubicBezTo>
                <a:lnTo>
                  <a:pt x="4830100" y="4675554"/>
                </a:lnTo>
                <a:cubicBezTo>
                  <a:pt x="4727027" y="4369030"/>
                  <a:pt x="4271973" y="4333199"/>
                  <a:pt x="4036318" y="4147013"/>
                </a:cubicBezTo>
                <a:cubicBezTo>
                  <a:pt x="3810777" y="3969273"/>
                  <a:pt x="3654591" y="3720297"/>
                  <a:pt x="3432098" y="3537312"/>
                </a:cubicBezTo>
                <a:cubicBezTo>
                  <a:pt x="3405134" y="3515099"/>
                  <a:pt x="3391592" y="3444385"/>
                  <a:pt x="3446761" y="3461278"/>
                </a:cubicBezTo>
                <a:cubicBezTo>
                  <a:pt x="3801752" y="3568638"/>
                  <a:pt x="4119982" y="3746863"/>
                  <a:pt x="4419733" y="3963555"/>
                </a:cubicBezTo>
                <a:cubicBezTo>
                  <a:pt x="4597168" y="4091520"/>
                  <a:pt x="4760991" y="4228417"/>
                  <a:pt x="4781371" y="4458604"/>
                </a:cubicBezTo>
                <a:cubicBezTo>
                  <a:pt x="4781562" y="4463257"/>
                  <a:pt x="4780772" y="4467014"/>
                  <a:pt x="4780440" y="4470290"/>
                </a:cubicBezTo>
                <a:cubicBezTo>
                  <a:pt x="4830364" y="4519056"/>
                  <a:pt x="4870983" y="4579844"/>
                  <a:pt x="4898954" y="4662092"/>
                </a:cubicBezTo>
                <a:cubicBezTo>
                  <a:pt x="4900480" y="4665288"/>
                  <a:pt x="4900107" y="4667630"/>
                  <a:pt x="4900699" y="4670867"/>
                </a:cubicBezTo>
                <a:cubicBezTo>
                  <a:pt x="5170915" y="4649815"/>
                  <a:pt x="5442360" y="4647817"/>
                  <a:pt x="5714511" y="4663483"/>
                </a:cubicBezTo>
                <a:cubicBezTo>
                  <a:pt x="5651495" y="4555157"/>
                  <a:pt x="5582088" y="4449879"/>
                  <a:pt x="5464793" y="4393556"/>
                </a:cubicBezTo>
                <a:cubicBezTo>
                  <a:pt x="5463384" y="4393148"/>
                  <a:pt x="5462860" y="4391770"/>
                  <a:pt x="5461897" y="4390879"/>
                </a:cubicBezTo>
                <a:cubicBezTo>
                  <a:pt x="4970387" y="4293633"/>
                  <a:pt x="4556299" y="367493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cubicBezTo>
                  <a:pt x="5763687" y="2828007"/>
                  <a:pt x="5764331" y="2813808"/>
                  <a:pt x="5764974" y="2799609"/>
                </a:cubicBez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lnTo>
                  <a:pt x="2399523" y="1428234"/>
                </a:ln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lnTo>
                  <a:pt x="278707" y="1352270"/>
                </a:ln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lnTo>
                  <a:pt x="655236" y="1268632"/>
                </a:ln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lnTo>
                  <a:pt x="6605473" y="1184686"/>
                </a:lnTo>
                <a:cubicBezTo>
                  <a:pt x="6633823" y="1169483"/>
                  <a:pt x="6662531" y="1154778"/>
                  <a:pt x="6691602" y="1140573"/>
                </a:cubicBezTo>
                <a:close/>
                <a:moveTo>
                  <a:pt x="4002475" y="1037802"/>
                </a:moveTo>
                <a:lnTo>
                  <a:pt x="4000324" y="1039362"/>
                </a:lnTo>
                <a:lnTo>
                  <a:pt x="4002862" y="1042866"/>
                </a:ln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278852" y="4250311"/>
                  <a:pt x="915356" y="4600566"/>
                  <a:pt x="542867" y="4944092"/>
                </a:cubicBezTo>
                <a:cubicBezTo>
                  <a:pt x="521291" y="4964055"/>
                  <a:pt x="503482" y="4879596"/>
                  <a:pt x="515800" y="4862180"/>
                </a:cubicBezTo>
                <a:cubicBezTo>
                  <a:pt x="664236" y="4650055"/>
                  <a:pt x="747224" y="4402666"/>
                  <a:pt x="909145" y="4199225"/>
                </a:cubicBezTo>
                <a:cubicBezTo>
                  <a:pt x="998789" y="4086824"/>
                  <a:pt x="1101084" y="3991246"/>
                  <a:pt x="1214067" y="3908561"/>
                </a:cubicBezTo>
                <a:cubicBezTo>
                  <a:pt x="1023317" y="3973399"/>
                  <a:pt x="824392" y="4020568"/>
                  <a:pt x="640967" y="4105601"/>
                </a:cubicBezTo>
                <a:cubicBezTo>
                  <a:pt x="458381" y="4190213"/>
                  <a:pt x="284593" y="4292005"/>
                  <a:pt x="112563" y="4396952"/>
                </a:cubicBezTo>
                <a:lnTo>
                  <a:pt x="0" y="4466006"/>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lnTo>
                  <a:pt x="5460148" y="911442"/>
                </a:ln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lnTo>
                  <a:pt x="5208466" y="257550"/>
                </a:ln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lnTo>
                  <a:pt x="5261015" y="227087"/>
                </a:ln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lnTo>
                  <a:pt x="6537433" y="1907790"/>
                </a:ln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lnTo>
                  <a:pt x="3882765" y="0"/>
                </a:ln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lnTo>
                  <a:pt x="3721337" y="0"/>
                </a:ln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lnTo>
                  <a:pt x="2867960" y="0"/>
                </a:ln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lnTo>
                  <a:pt x="1057230" y="0"/>
                </a:ln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lnTo>
                  <a:pt x="43151"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25" name="Rectangle 24">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990600"/>
            <a:ext cx="11277600" cy="4876800"/>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Platshållare för innehåll 4">
            <a:extLst>
              <a:ext uri="{FF2B5EF4-FFF2-40B4-BE49-F238E27FC236}">
                <a16:creationId xmlns:a16="http://schemas.microsoft.com/office/drawing/2014/main" id="{339E0FB7-ACE0-4622-28CF-7F26EE51738C}"/>
              </a:ext>
            </a:extLst>
          </p:cNvPr>
          <p:cNvSpPr>
            <a:spLocks noGrp="1"/>
          </p:cNvSpPr>
          <p:nvPr>
            <p:ph idx="1"/>
          </p:nvPr>
        </p:nvSpPr>
        <p:spPr>
          <a:xfrm>
            <a:off x="1387577" y="1793231"/>
            <a:ext cx="9416846" cy="3120001"/>
          </a:xfrm>
        </p:spPr>
        <p:txBody>
          <a:bodyPr>
            <a:normAutofit lnSpcReduction="10000"/>
          </a:bodyPr>
          <a:lstStyle/>
          <a:p>
            <a:pPr marL="0" indent="0">
              <a:buNone/>
            </a:pPr>
            <a:endParaRPr lang="sv-SE" sz="3200" dirty="0"/>
          </a:p>
          <a:p>
            <a:pPr marL="0" indent="0" algn="ctr">
              <a:buNone/>
            </a:pPr>
            <a:r>
              <a:rPr lang="sv-SE" sz="3200" b="1" dirty="0" err="1"/>
              <a:t>Machine</a:t>
            </a:r>
            <a:r>
              <a:rPr lang="sv-SE" sz="3200" b="1" dirty="0"/>
              <a:t> Learning</a:t>
            </a:r>
          </a:p>
          <a:p>
            <a:pPr marL="0" indent="0" algn="ctr">
              <a:buNone/>
            </a:pPr>
            <a:r>
              <a:rPr lang="sv-SE" sz="3200" b="1" dirty="0"/>
              <a:t>California </a:t>
            </a:r>
            <a:r>
              <a:rPr lang="sv-SE" sz="3200" b="1" dirty="0" err="1"/>
              <a:t>Housing</a:t>
            </a:r>
            <a:r>
              <a:rPr lang="sv-SE" sz="3200" b="1" dirty="0"/>
              <a:t> – modellering som beslutsunderlag</a:t>
            </a:r>
            <a:endParaRPr lang="sv-SE" sz="3200" dirty="0"/>
          </a:p>
          <a:p>
            <a:pPr marL="0" indent="0" algn="ctr">
              <a:buNone/>
            </a:pPr>
            <a:r>
              <a:rPr lang="sv-SE" sz="3200" dirty="0"/>
              <a:t>Regression (förutsäga bostadsvärde)</a:t>
            </a:r>
          </a:p>
          <a:p>
            <a:pPr marL="0" indent="0" algn="ctr">
              <a:buNone/>
            </a:pPr>
            <a:r>
              <a:rPr lang="sv-SE" sz="3200" dirty="0"/>
              <a:t>Katarina Behrami DS25</a:t>
            </a:r>
          </a:p>
        </p:txBody>
      </p:sp>
    </p:spTree>
    <p:extLst>
      <p:ext uri="{BB962C8B-B14F-4D97-AF65-F5344CB8AC3E}">
        <p14:creationId xmlns:p14="http://schemas.microsoft.com/office/powerpoint/2010/main" val="35218041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61293230-B0F6-45B1-96D1-13D18E2429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DB74BAD7-F0FC-4719-A31F-1ABDB6211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748215" cy="6857999"/>
          </a:xfrm>
          <a:custGeom>
            <a:avLst/>
            <a:gdLst>
              <a:gd name="connsiteX0" fmla="*/ 0 w 9024730"/>
              <a:gd name="connsiteY0" fmla="*/ 0 h 6857999"/>
              <a:gd name="connsiteX1" fmla="*/ 9024730 w 9024730"/>
              <a:gd name="connsiteY1" fmla="*/ 0 h 6857999"/>
              <a:gd name="connsiteX2" fmla="*/ 9024730 w 9024730"/>
              <a:gd name="connsiteY2" fmla="*/ 2 h 6857999"/>
              <a:gd name="connsiteX3" fmla="*/ 8447016 w 9024730"/>
              <a:gd name="connsiteY3" fmla="*/ 2 h 6857999"/>
              <a:gd name="connsiteX4" fmla="*/ 8441214 w 9024730"/>
              <a:gd name="connsiteY4" fmla="*/ 14562 h 6857999"/>
              <a:gd name="connsiteX5" fmla="*/ 8445389 w 9024730"/>
              <a:gd name="connsiteY5" fmla="*/ 59077 h 6857999"/>
              <a:gd name="connsiteX6" fmla="*/ 8437086 w 9024730"/>
              <a:gd name="connsiteY6" fmla="*/ 107668 h 6857999"/>
              <a:gd name="connsiteX7" fmla="*/ 8458599 w 9024730"/>
              <a:gd name="connsiteY7" fmla="*/ 246136 h 6857999"/>
              <a:gd name="connsiteX8" fmla="*/ 8433237 w 9024730"/>
              <a:gd name="connsiteY8" fmla="*/ 372908 h 6857999"/>
              <a:gd name="connsiteX9" fmla="*/ 8430194 w 9024730"/>
              <a:gd name="connsiteY9" fmla="*/ 450607 h 6857999"/>
              <a:gd name="connsiteX10" fmla="*/ 8443315 w 9024730"/>
              <a:gd name="connsiteY10" fmla="*/ 812800 h 6857999"/>
              <a:gd name="connsiteX11" fmla="*/ 8453042 w 9024730"/>
              <a:gd name="connsiteY11" fmla="*/ 912727 h 6857999"/>
              <a:gd name="connsiteX12" fmla="*/ 8451649 w 9024730"/>
              <a:gd name="connsiteY12" fmla="*/ 989950 h 6857999"/>
              <a:gd name="connsiteX13" fmla="*/ 8455592 w 9024730"/>
              <a:gd name="connsiteY13" fmla="*/ 1141745 h 6857999"/>
              <a:gd name="connsiteX14" fmla="*/ 8470203 w 9024730"/>
              <a:gd name="connsiteY14" fmla="*/ 1265454 h 6857999"/>
              <a:gd name="connsiteX15" fmla="*/ 8499638 w 9024730"/>
              <a:gd name="connsiteY15" fmla="*/ 1385480 h 6857999"/>
              <a:gd name="connsiteX16" fmla="*/ 8518660 w 9024730"/>
              <a:gd name="connsiteY16" fmla="*/ 1458060 h 6857999"/>
              <a:gd name="connsiteX17" fmla="*/ 8539125 w 9024730"/>
              <a:gd name="connsiteY17" fmla="*/ 1513175 h 6857999"/>
              <a:gd name="connsiteX18" fmla="*/ 8570281 w 9024730"/>
              <a:gd name="connsiteY18" fmla="*/ 1570809 h 6857999"/>
              <a:gd name="connsiteX19" fmla="*/ 8605212 w 9024730"/>
              <a:gd name="connsiteY19" fmla="*/ 1638391 h 6857999"/>
              <a:gd name="connsiteX20" fmla="*/ 8626457 w 9024730"/>
              <a:gd name="connsiteY20" fmla="*/ 1742490 h 6857999"/>
              <a:gd name="connsiteX21" fmla="*/ 8654861 w 9024730"/>
              <a:gd name="connsiteY21" fmla="*/ 1818229 h 6857999"/>
              <a:gd name="connsiteX22" fmla="*/ 8648005 w 9024730"/>
              <a:gd name="connsiteY22" fmla="*/ 1862723 h 6857999"/>
              <a:gd name="connsiteX23" fmla="*/ 8654469 w 9024730"/>
              <a:gd name="connsiteY23" fmla="*/ 1917476 h 6857999"/>
              <a:gd name="connsiteX24" fmla="*/ 8649702 w 9024730"/>
              <a:gd name="connsiteY24" fmla="*/ 1972204 h 6857999"/>
              <a:gd name="connsiteX25" fmla="*/ 8656357 w 9024730"/>
              <a:gd name="connsiteY25" fmla="*/ 2054291 h 6857999"/>
              <a:gd name="connsiteX26" fmla="*/ 8648660 w 9024730"/>
              <a:gd name="connsiteY26" fmla="*/ 2227417 h 6857999"/>
              <a:gd name="connsiteX27" fmla="*/ 8607609 w 9024730"/>
              <a:gd name="connsiteY27" fmla="*/ 2510933 h 6857999"/>
              <a:gd name="connsiteX28" fmla="*/ 8608432 w 9024730"/>
              <a:gd name="connsiteY28" fmla="*/ 2741866 h 6857999"/>
              <a:gd name="connsiteX29" fmla="*/ 8619112 w 9024730"/>
              <a:gd name="connsiteY29" fmla="*/ 2864935 h 6857999"/>
              <a:gd name="connsiteX30" fmla="*/ 8627742 w 9024730"/>
              <a:gd name="connsiteY30" fmla="*/ 2950807 h 6857999"/>
              <a:gd name="connsiteX31" fmla="*/ 8611822 w 9024730"/>
              <a:gd name="connsiteY31" fmla="*/ 2978246 h 6857999"/>
              <a:gd name="connsiteX32" fmla="*/ 8608239 w 9024730"/>
              <a:gd name="connsiteY32" fmla="*/ 2995916 h 6857999"/>
              <a:gd name="connsiteX33" fmla="*/ 8598647 w 9024730"/>
              <a:gd name="connsiteY33" fmla="*/ 2998648 h 6857999"/>
              <a:gd name="connsiteX34" fmla="*/ 8587108 w 9024730"/>
              <a:gd name="connsiteY34" fmla="*/ 3023630 h 6857999"/>
              <a:gd name="connsiteX35" fmla="*/ 8577885 w 9024730"/>
              <a:gd name="connsiteY35" fmla="*/ 3096975 h 6857999"/>
              <a:gd name="connsiteX36" fmla="*/ 8557492 w 9024730"/>
              <a:gd name="connsiteY36" fmla="*/ 3216657 h 6857999"/>
              <a:gd name="connsiteX37" fmla="*/ 8560894 w 9024730"/>
              <a:gd name="connsiteY37" fmla="*/ 3310980 h 6857999"/>
              <a:gd name="connsiteX38" fmla="*/ 8547852 w 9024730"/>
              <a:gd name="connsiteY38" fmla="*/ 3344725 h 6857999"/>
              <a:gd name="connsiteX39" fmla="*/ 8535427 w 9024730"/>
              <a:gd name="connsiteY39" fmla="*/ 3393250 h 6857999"/>
              <a:gd name="connsiteX40" fmla="*/ 8520092 w 9024730"/>
              <a:gd name="connsiteY40" fmla="*/ 3514536 h 6857999"/>
              <a:gd name="connsiteX41" fmla="*/ 8497231 w 9024730"/>
              <a:gd name="connsiteY41" fmla="*/ 3686149 h 6857999"/>
              <a:gd name="connsiteX42" fmla="*/ 8489799 w 9024730"/>
              <a:gd name="connsiteY42" fmla="*/ 3692208 h 6857999"/>
              <a:gd name="connsiteX43" fmla="*/ 8475804 w 9024730"/>
              <a:gd name="connsiteY43" fmla="*/ 3776022 h 6857999"/>
              <a:gd name="connsiteX44" fmla="*/ 8471279 w 9024730"/>
              <a:gd name="connsiteY44" fmla="*/ 3977138 h 6857999"/>
              <a:gd name="connsiteX45" fmla="*/ 8408913 w 9024730"/>
              <a:gd name="connsiteY45" fmla="*/ 4222149 h 6857999"/>
              <a:gd name="connsiteX46" fmla="*/ 8402112 w 9024730"/>
              <a:gd name="connsiteY46" fmla="*/ 4364683 h 6857999"/>
              <a:gd name="connsiteX47" fmla="*/ 8393355 w 9024730"/>
              <a:gd name="connsiteY47" fmla="*/ 4462471 h 6857999"/>
              <a:gd name="connsiteX48" fmla="*/ 8376166 w 9024730"/>
              <a:gd name="connsiteY48" fmla="*/ 4574052 h 6857999"/>
              <a:gd name="connsiteX49" fmla="*/ 8341678 w 9024730"/>
              <a:gd name="connsiteY49" fmla="*/ 4667756 h 6857999"/>
              <a:gd name="connsiteX50" fmla="*/ 8273661 w 9024730"/>
              <a:gd name="connsiteY50" fmla="*/ 4799019 h 6857999"/>
              <a:gd name="connsiteX51" fmla="*/ 8256132 w 9024730"/>
              <a:gd name="connsiteY51" fmla="*/ 4849614 h 6857999"/>
              <a:gd name="connsiteX52" fmla="*/ 8226804 w 9024730"/>
              <a:gd name="connsiteY52" fmla="*/ 4919971 h 6857999"/>
              <a:gd name="connsiteX53" fmla="*/ 8171825 w 9024730"/>
              <a:gd name="connsiteY53" fmla="*/ 5010766 h 6857999"/>
              <a:gd name="connsiteX54" fmla="*/ 8143172 w 9024730"/>
              <a:gd name="connsiteY54" fmla="*/ 5088190 h 6857999"/>
              <a:gd name="connsiteX55" fmla="*/ 8126363 w 9024730"/>
              <a:gd name="connsiteY55" fmla="*/ 5143922 h 6857999"/>
              <a:gd name="connsiteX56" fmla="*/ 8103782 w 9024730"/>
              <a:gd name="connsiteY56" fmla="*/ 5284346 h 6857999"/>
              <a:gd name="connsiteX57" fmla="*/ 8084361 w 9024730"/>
              <a:gd name="connsiteY57" fmla="*/ 5390948 h 6857999"/>
              <a:gd name="connsiteX58" fmla="*/ 8062552 w 9024730"/>
              <a:gd name="connsiteY58" fmla="*/ 5470854 h 6857999"/>
              <a:gd name="connsiteX59" fmla="*/ 8057342 w 9024730"/>
              <a:gd name="connsiteY59" fmla="*/ 5529643 h 6857999"/>
              <a:gd name="connsiteX60" fmla="*/ 8044923 w 9024730"/>
              <a:gd name="connsiteY60" fmla="*/ 5597292 h 6857999"/>
              <a:gd name="connsiteX61" fmla="*/ 8035233 w 9024730"/>
              <a:gd name="connsiteY61" fmla="*/ 5608899 h 6857999"/>
              <a:gd name="connsiteX62" fmla="*/ 8018178 w 9024730"/>
              <a:gd name="connsiteY62" fmla="*/ 5684911 h 6857999"/>
              <a:gd name="connsiteX63" fmla="*/ 8018018 w 9024730"/>
              <a:gd name="connsiteY63" fmla="*/ 5755776 h 6857999"/>
              <a:gd name="connsiteX64" fmla="*/ 8008640 w 9024730"/>
              <a:gd name="connsiteY64" fmla="*/ 5889599 h 6857999"/>
              <a:gd name="connsiteX65" fmla="*/ 8013542 w 9024730"/>
              <a:gd name="connsiteY65" fmla="*/ 5989744 h 6857999"/>
              <a:gd name="connsiteX66" fmla="*/ 7980757 w 9024730"/>
              <a:gd name="connsiteY66" fmla="*/ 6084926 h 6857999"/>
              <a:gd name="connsiteX67" fmla="*/ 7975907 w 9024730"/>
              <a:gd name="connsiteY67" fmla="*/ 6346549 h 6857999"/>
              <a:gd name="connsiteX68" fmla="*/ 7974221 w 9024730"/>
              <a:gd name="connsiteY68" fmla="*/ 6527527 h 6857999"/>
              <a:gd name="connsiteX69" fmla="*/ 7979135 w 9024730"/>
              <a:gd name="connsiteY69" fmla="*/ 6627129 h 6857999"/>
              <a:gd name="connsiteX70" fmla="*/ 7979404 w 9024730"/>
              <a:gd name="connsiteY70" fmla="*/ 6694819 h 6857999"/>
              <a:gd name="connsiteX71" fmla="*/ 8009526 w 9024730"/>
              <a:gd name="connsiteY71" fmla="*/ 6765445 h 6857999"/>
              <a:gd name="connsiteX72" fmla="*/ 8018211 w 9024730"/>
              <a:gd name="connsiteY72" fmla="*/ 6844697 h 6857999"/>
              <a:gd name="connsiteX73" fmla="*/ 8019608 w 9024730"/>
              <a:gd name="connsiteY73" fmla="*/ 6857999 h 6857999"/>
              <a:gd name="connsiteX74" fmla="*/ 0 w 9024730"/>
              <a:gd name="connsiteY74"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9024730" h="6857999">
                <a:moveTo>
                  <a:pt x="0" y="0"/>
                </a:moveTo>
                <a:lnTo>
                  <a:pt x="9024730" y="0"/>
                </a:lnTo>
                <a:lnTo>
                  <a:pt x="9024730" y="2"/>
                </a:lnTo>
                <a:lnTo>
                  <a:pt x="8447016" y="2"/>
                </a:lnTo>
                <a:lnTo>
                  <a:pt x="8441214" y="14562"/>
                </a:lnTo>
                <a:lnTo>
                  <a:pt x="8445389" y="59077"/>
                </a:lnTo>
                <a:cubicBezTo>
                  <a:pt x="8445971" y="76949"/>
                  <a:pt x="8436504" y="89796"/>
                  <a:pt x="8437086" y="107668"/>
                </a:cubicBezTo>
                <a:cubicBezTo>
                  <a:pt x="8417947" y="138162"/>
                  <a:pt x="8459241" y="201929"/>
                  <a:pt x="8458599" y="246136"/>
                </a:cubicBezTo>
                <a:cubicBezTo>
                  <a:pt x="8457958" y="290343"/>
                  <a:pt x="8471649" y="364179"/>
                  <a:pt x="8433237" y="372908"/>
                </a:cubicBezTo>
                <a:cubicBezTo>
                  <a:pt x="8426916" y="431308"/>
                  <a:pt x="8438389" y="357606"/>
                  <a:pt x="8430194" y="450607"/>
                </a:cubicBezTo>
                <a:cubicBezTo>
                  <a:pt x="8466727" y="551950"/>
                  <a:pt x="8430182" y="787036"/>
                  <a:pt x="8443315" y="812800"/>
                </a:cubicBezTo>
                <a:cubicBezTo>
                  <a:pt x="8478999" y="860799"/>
                  <a:pt x="8435788" y="854953"/>
                  <a:pt x="8453042" y="912727"/>
                </a:cubicBezTo>
                <a:cubicBezTo>
                  <a:pt x="8462900" y="945986"/>
                  <a:pt x="8451223" y="951781"/>
                  <a:pt x="8451649" y="989950"/>
                </a:cubicBezTo>
                <a:cubicBezTo>
                  <a:pt x="8452074" y="1028120"/>
                  <a:pt x="8452500" y="1095828"/>
                  <a:pt x="8455592" y="1141745"/>
                </a:cubicBezTo>
                <a:cubicBezTo>
                  <a:pt x="8458684" y="1187662"/>
                  <a:pt x="8470047" y="1234783"/>
                  <a:pt x="8470203" y="1265454"/>
                </a:cubicBezTo>
                <a:cubicBezTo>
                  <a:pt x="8458947" y="1304052"/>
                  <a:pt x="8496012" y="1370755"/>
                  <a:pt x="8499638" y="1385480"/>
                </a:cubicBezTo>
                <a:cubicBezTo>
                  <a:pt x="8514485" y="1422714"/>
                  <a:pt x="8525070" y="1428103"/>
                  <a:pt x="8518660" y="1458060"/>
                </a:cubicBezTo>
                <a:cubicBezTo>
                  <a:pt x="8518783" y="1468057"/>
                  <a:pt x="8539003" y="1503177"/>
                  <a:pt x="8539125" y="1513175"/>
                </a:cubicBezTo>
                <a:lnTo>
                  <a:pt x="8570281" y="1570809"/>
                </a:lnTo>
                <a:cubicBezTo>
                  <a:pt x="8597636" y="1617136"/>
                  <a:pt x="8594573" y="1601443"/>
                  <a:pt x="8605212" y="1638391"/>
                </a:cubicBezTo>
                <a:cubicBezTo>
                  <a:pt x="8629645" y="1719640"/>
                  <a:pt x="8613884" y="1715203"/>
                  <a:pt x="8626457" y="1742490"/>
                </a:cubicBezTo>
                <a:lnTo>
                  <a:pt x="8654861" y="1818229"/>
                </a:lnTo>
                <a:cubicBezTo>
                  <a:pt x="8657202" y="1824059"/>
                  <a:pt x="8651899" y="1851211"/>
                  <a:pt x="8648005" y="1862723"/>
                </a:cubicBezTo>
                <a:lnTo>
                  <a:pt x="8654469" y="1917476"/>
                </a:lnTo>
                <a:lnTo>
                  <a:pt x="8649702" y="1972204"/>
                </a:lnTo>
                <a:cubicBezTo>
                  <a:pt x="8652251" y="1979569"/>
                  <a:pt x="8651461" y="2048203"/>
                  <a:pt x="8656357" y="2054291"/>
                </a:cubicBezTo>
                <a:cubicBezTo>
                  <a:pt x="8672645" y="2141657"/>
                  <a:pt x="8632397" y="2189849"/>
                  <a:pt x="8648660" y="2227417"/>
                </a:cubicBezTo>
                <a:cubicBezTo>
                  <a:pt x="8639941" y="2317591"/>
                  <a:pt x="8613796" y="2407644"/>
                  <a:pt x="8607609" y="2510933"/>
                </a:cubicBezTo>
                <a:cubicBezTo>
                  <a:pt x="8633490" y="2597916"/>
                  <a:pt x="8602674" y="2649734"/>
                  <a:pt x="8608432" y="2741866"/>
                </a:cubicBezTo>
                <a:cubicBezTo>
                  <a:pt x="8630300" y="2779815"/>
                  <a:pt x="8631929" y="2817058"/>
                  <a:pt x="8619112" y="2864935"/>
                </a:cubicBezTo>
                <a:cubicBezTo>
                  <a:pt x="8655820" y="2860552"/>
                  <a:pt x="8588374" y="2937673"/>
                  <a:pt x="8627742" y="2950807"/>
                </a:cubicBezTo>
                <a:lnTo>
                  <a:pt x="8611822" y="2978246"/>
                </a:lnTo>
                <a:lnTo>
                  <a:pt x="8608239" y="2995916"/>
                </a:lnTo>
                <a:lnTo>
                  <a:pt x="8598647" y="2998648"/>
                </a:lnTo>
                <a:lnTo>
                  <a:pt x="8587108" y="3023630"/>
                </a:lnTo>
                <a:cubicBezTo>
                  <a:pt x="8584111" y="3033333"/>
                  <a:pt x="8577413" y="3084375"/>
                  <a:pt x="8577885" y="3096975"/>
                </a:cubicBezTo>
                <a:cubicBezTo>
                  <a:pt x="8594321" y="3142205"/>
                  <a:pt x="8535131" y="3160433"/>
                  <a:pt x="8557492" y="3216657"/>
                </a:cubicBezTo>
                <a:cubicBezTo>
                  <a:pt x="8562518" y="3237178"/>
                  <a:pt x="8573573" y="3299737"/>
                  <a:pt x="8560894" y="3310980"/>
                </a:cubicBezTo>
                <a:cubicBezTo>
                  <a:pt x="8557601" y="3323902"/>
                  <a:pt x="8561083" y="3339340"/>
                  <a:pt x="8547852" y="3344725"/>
                </a:cubicBezTo>
                <a:cubicBezTo>
                  <a:pt x="8531788" y="3353908"/>
                  <a:pt x="8553430" y="3400659"/>
                  <a:pt x="8535427" y="3393250"/>
                </a:cubicBezTo>
                <a:cubicBezTo>
                  <a:pt x="8550195" y="3426421"/>
                  <a:pt x="8529553" y="3487753"/>
                  <a:pt x="8520092" y="3514536"/>
                </a:cubicBezTo>
                <a:cubicBezTo>
                  <a:pt x="8513726" y="3563353"/>
                  <a:pt x="8500070" y="3650327"/>
                  <a:pt x="8497231" y="3686149"/>
                </a:cubicBezTo>
                <a:cubicBezTo>
                  <a:pt x="8494574" y="3687657"/>
                  <a:pt x="8493370" y="3677229"/>
                  <a:pt x="8489799" y="3692208"/>
                </a:cubicBezTo>
                <a:cubicBezTo>
                  <a:pt x="8486228" y="3707187"/>
                  <a:pt x="8465938" y="3757479"/>
                  <a:pt x="8475804" y="3776022"/>
                </a:cubicBezTo>
                <a:cubicBezTo>
                  <a:pt x="8441061" y="3875691"/>
                  <a:pt x="8487451" y="3939839"/>
                  <a:pt x="8471279" y="3977138"/>
                </a:cubicBezTo>
                <a:cubicBezTo>
                  <a:pt x="8465599" y="4067300"/>
                  <a:pt x="8419685" y="4164564"/>
                  <a:pt x="8408913" y="4222149"/>
                </a:cubicBezTo>
                <a:cubicBezTo>
                  <a:pt x="8403583" y="4287917"/>
                  <a:pt x="8398240" y="4339232"/>
                  <a:pt x="8402112" y="4364683"/>
                </a:cubicBezTo>
                <a:lnTo>
                  <a:pt x="8393355" y="4462471"/>
                </a:lnTo>
                <a:cubicBezTo>
                  <a:pt x="8396004" y="4503329"/>
                  <a:pt x="8376320" y="4548111"/>
                  <a:pt x="8376166" y="4574052"/>
                </a:cubicBezTo>
                <a:cubicBezTo>
                  <a:pt x="8369380" y="4670665"/>
                  <a:pt x="8352302" y="4649921"/>
                  <a:pt x="8341678" y="4667756"/>
                </a:cubicBezTo>
                <a:cubicBezTo>
                  <a:pt x="8320864" y="4705850"/>
                  <a:pt x="8290794" y="4758928"/>
                  <a:pt x="8273661" y="4799019"/>
                </a:cubicBezTo>
                <a:cubicBezTo>
                  <a:pt x="8254323" y="4834076"/>
                  <a:pt x="8262378" y="4811645"/>
                  <a:pt x="8256132" y="4849614"/>
                </a:cubicBezTo>
                <a:cubicBezTo>
                  <a:pt x="8239320" y="4853334"/>
                  <a:pt x="8207060" y="4883089"/>
                  <a:pt x="8226804" y="4919971"/>
                </a:cubicBezTo>
                <a:lnTo>
                  <a:pt x="8171825" y="5010766"/>
                </a:lnTo>
                <a:cubicBezTo>
                  <a:pt x="8150097" y="4983259"/>
                  <a:pt x="8165842" y="5107656"/>
                  <a:pt x="8143172" y="5088190"/>
                </a:cubicBezTo>
                <a:cubicBezTo>
                  <a:pt x="8128060" y="5102008"/>
                  <a:pt x="8138350" y="5118851"/>
                  <a:pt x="8126363" y="5143922"/>
                </a:cubicBezTo>
                <a:cubicBezTo>
                  <a:pt x="8116335" y="5192745"/>
                  <a:pt x="8111851" y="5226225"/>
                  <a:pt x="8103782" y="5284346"/>
                </a:cubicBezTo>
                <a:cubicBezTo>
                  <a:pt x="8101016" y="5338386"/>
                  <a:pt x="8095811" y="5337325"/>
                  <a:pt x="8084361" y="5390948"/>
                </a:cubicBezTo>
                <a:cubicBezTo>
                  <a:pt x="8082912" y="5429655"/>
                  <a:pt x="8063705" y="5449508"/>
                  <a:pt x="8062552" y="5470854"/>
                </a:cubicBezTo>
                <a:cubicBezTo>
                  <a:pt x="8086776" y="5526328"/>
                  <a:pt x="8037513" y="5496377"/>
                  <a:pt x="8057342" y="5529643"/>
                </a:cubicBezTo>
                <a:cubicBezTo>
                  <a:pt x="8050653" y="5550879"/>
                  <a:pt x="8055939" y="5587444"/>
                  <a:pt x="8044923" y="5597292"/>
                </a:cubicBezTo>
                <a:lnTo>
                  <a:pt x="8035233" y="5608899"/>
                </a:lnTo>
                <a:cubicBezTo>
                  <a:pt x="8030775" y="5623501"/>
                  <a:pt x="8021047" y="5660431"/>
                  <a:pt x="8018178" y="5684911"/>
                </a:cubicBezTo>
                <a:cubicBezTo>
                  <a:pt x="8005590" y="5692608"/>
                  <a:pt x="8011744" y="5734344"/>
                  <a:pt x="8018018" y="5755776"/>
                </a:cubicBezTo>
                <a:cubicBezTo>
                  <a:pt x="8019409" y="5792777"/>
                  <a:pt x="7989082" y="5848613"/>
                  <a:pt x="8008640" y="5889599"/>
                </a:cubicBezTo>
                <a:cubicBezTo>
                  <a:pt x="8011480" y="5932097"/>
                  <a:pt x="8009486" y="5940901"/>
                  <a:pt x="8013542" y="5989744"/>
                </a:cubicBezTo>
                <a:cubicBezTo>
                  <a:pt x="8022089" y="6020787"/>
                  <a:pt x="7982918" y="6024963"/>
                  <a:pt x="7980757" y="6084926"/>
                </a:cubicBezTo>
                <a:cubicBezTo>
                  <a:pt x="7974117" y="6134231"/>
                  <a:pt x="7999371" y="6240432"/>
                  <a:pt x="7975907" y="6346549"/>
                </a:cubicBezTo>
                <a:cubicBezTo>
                  <a:pt x="7987225" y="6409741"/>
                  <a:pt x="7980509" y="6468689"/>
                  <a:pt x="7974221" y="6527527"/>
                </a:cubicBezTo>
                <a:cubicBezTo>
                  <a:pt x="7955361" y="6585667"/>
                  <a:pt x="7987786" y="6579284"/>
                  <a:pt x="7979135" y="6627129"/>
                </a:cubicBezTo>
                <a:cubicBezTo>
                  <a:pt x="7983057" y="6635153"/>
                  <a:pt x="7984986" y="6697665"/>
                  <a:pt x="7979404" y="6694819"/>
                </a:cubicBezTo>
                <a:cubicBezTo>
                  <a:pt x="7981755" y="6716947"/>
                  <a:pt x="8003903" y="6732844"/>
                  <a:pt x="8009526" y="6765445"/>
                </a:cubicBezTo>
                <a:cubicBezTo>
                  <a:pt x="8011113" y="6776325"/>
                  <a:pt x="8014662" y="6810511"/>
                  <a:pt x="8018211" y="6844697"/>
                </a:cubicBezTo>
                <a:lnTo>
                  <a:pt x="8019608" y="6857999"/>
                </a:lnTo>
                <a:lnTo>
                  <a:pt x="0" y="685799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9" name="Bildobjekt 8" descr="En bild som visar text, skärmbild, nummer, Teckensnitt&#10;&#10;AI-genererat innehåll kan vara felaktigt.">
            <a:extLst>
              <a:ext uri="{FF2B5EF4-FFF2-40B4-BE49-F238E27FC236}">
                <a16:creationId xmlns:a16="http://schemas.microsoft.com/office/drawing/2014/main" id="{3E21AA3C-01F2-4395-0DE6-D3A45A7306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94528" y="4687608"/>
            <a:ext cx="2271096" cy="1867977"/>
          </a:xfrm>
          <a:prstGeom prst="rect">
            <a:avLst/>
          </a:prstGeom>
        </p:spPr>
      </p:pic>
      <p:pic>
        <p:nvPicPr>
          <p:cNvPr id="7" name="Bildobjekt 6" descr="En bild som visar skärmbild, text, karta, Färggrann&#10;&#10;AI-genererat innehåll kan vara felaktigt.">
            <a:extLst>
              <a:ext uri="{FF2B5EF4-FFF2-40B4-BE49-F238E27FC236}">
                <a16:creationId xmlns:a16="http://schemas.microsoft.com/office/drawing/2014/main" id="{E9527C62-C48B-3DB7-5444-0F901607FB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22401" y="2635867"/>
            <a:ext cx="2591594" cy="1749327"/>
          </a:xfrm>
          <a:prstGeom prst="rect">
            <a:avLst/>
          </a:prstGeom>
        </p:spPr>
      </p:pic>
      <p:pic>
        <p:nvPicPr>
          <p:cNvPr id="5" name="Bildobjekt 4" descr="En bild som visar text, Graf, diagram, skärmbild&#10;&#10;AI-genererat innehåll kan vara felaktigt.">
            <a:extLst>
              <a:ext uri="{FF2B5EF4-FFF2-40B4-BE49-F238E27FC236}">
                <a16:creationId xmlns:a16="http://schemas.microsoft.com/office/drawing/2014/main" id="{2F330306-7D60-2BA2-5C34-7A10C3D444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46157" y="264125"/>
            <a:ext cx="2767838" cy="1854452"/>
          </a:xfrm>
          <a:prstGeom prst="rect">
            <a:avLst/>
          </a:prstGeom>
        </p:spPr>
      </p:pic>
      <p:sp>
        <p:nvSpPr>
          <p:cNvPr id="4" name="Underrubrik 2">
            <a:extLst>
              <a:ext uri="{FF2B5EF4-FFF2-40B4-BE49-F238E27FC236}">
                <a16:creationId xmlns:a16="http://schemas.microsoft.com/office/drawing/2014/main" id="{A8CC0558-3321-CE2C-6BCD-831E1A8A0E97}"/>
              </a:ext>
            </a:extLst>
          </p:cNvPr>
          <p:cNvSpPr txBox="1">
            <a:spLocks/>
          </p:cNvSpPr>
          <p:nvPr/>
        </p:nvSpPr>
        <p:spPr>
          <a:xfrm>
            <a:off x="216310" y="117987"/>
            <a:ext cx="7803471" cy="6636774"/>
          </a:xfrm>
          <a:prstGeom prst="rect">
            <a:avLst/>
          </a:prstGeom>
        </p:spPr>
        <p:txBody>
          <a:bodyPr vert="horz" lIns="91440" tIns="45720" rIns="91440" bIns="45720" rtlCol="0" anchor="ct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sv-SE" sz="1900" b="1" dirty="0"/>
              <a:t>Mål &amp; valt spår</a:t>
            </a:r>
          </a:p>
          <a:p>
            <a:pPr marL="0" indent="0">
              <a:lnSpc>
                <a:spcPct val="120000"/>
              </a:lnSpc>
              <a:buNone/>
            </a:pPr>
            <a:r>
              <a:rPr lang="sv-SE" sz="1800" dirty="0"/>
              <a:t>Målet med projektet är att bygga en modell som kan förutsäga </a:t>
            </a:r>
            <a:r>
              <a:rPr lang="sv-SE" sz="1800" u="sng" dirty="0"/>
              <a:t>median_house_value </a:t>
            </a:r>
            <a:r>
              <a:rPr lang="sv-SE" sz="1800" dirty="0"/>
              <a:t>baserat på egenskaper hos bostadsområden. Kunden vill kunna använda modellen för att göra grova värderingar vid planering av investeringar och resurser.</a:t>
            </a:r>
          </a:p>
          <a:p>
            <a:pPr marL="0" indent="0">
              <a:lnSpc>
                <a:spcPct val="120000"/>
              </a:lnSpc>
              <a:buNone/>
            </a:pPr>
            <a:r>
              <a:rPr lang="sv-SE" sz="1800" dirty="0"/>
              <a:t>Jag valde Spår A – regression eftersom uppgiften handlar om att förutsäga ett kontinuerligt värde (bostadspris), vilket gör regression till en naturlig metod.</a:t>
            </a:r>
          </a:p>
          <a:p>
            <a:pPr marL="0" indent="0">
              <a:lnSpc>
                <a:spcPct val="120000"/>
              </a:lnSpc>
              <a:buNone/>
            </a:pPr>
            <a:r>
              <a:rPr lang="sv-SE" sz="1900" b="1" dirty="0"/>
              <a:t>Kort data-insikt (EDA)</a:t>
            </a:r>
          </a:p>
          <a:p>
            <a:pPr marL="0" indent="0">
              <a:lnSpc>
                <a:spcPct val="120000"/>
              </a:lnSpc>
              <a:buNone/>
            </a:pPr>
            <a:r>
              <a:rPr lang="sv-SE" sz="1800" dirty="0"/>
              <a:t>Målvariabeln är snedfördelad där de flesta bostäder ligger i lägre till medelhöga prisnivåer. Många observationer ligger nära 500 000, vilket tyder på ett övre tak i datan.</a:t>
            </a:r>
            <a:br>
              <a:rPr lang="sv-SE" sz="1800" dirty="0"/>
            </a:br>
            <a:r>
              <a:rPr lang="sv-SE" sz="1800" dirty="0"/>
              <a:t>Korrelationsanalysen visar att median_income har starkast positivt samband med bostadspris. Även geografiskt läge spelar roll, där områden nära kusten generellt har högre värden.</a:t>
            </a:r>
          </a:p>
          <a:p>
            <a:pPr marL="0" indent="0">
              <a:lnSpc>
                <a:spcPct val="120000"/>
              </a:lnSpc>
              <a:buNone/>
            </a:pPr>
            <a:r>
              <a:rPr lang="sv-SE" sz="1900" b="1" dirty="0"/>
              <a:t>Metod (ML-flöde)</a:t>
            </a:r>
          </a:p>
          <a:p>
            <a:pPr marL="0" indent="0">
              <a:lnSpc>
                <a:spcPct val="120000"/>
              </a:lnSpc>
              <a:buNone/>
            </a:pPr>
            <a:r>
              <a:rPr lang="sv-SE" sz="1800" dirty="0"/>
              <a:t>Datan delades i train/test (80/20) för att kunna utvärdera modellen på osedd data. Preprocessing gjordes i en pipeline för att undvika data leakage:</a:t>
            </a:r>
          </a:p>
          <a:p>
            <a:pPr>
              <a:lnSpc>
                <a:spcPct val="120000"/>
              </a:lnSpc>
            </a:pPr>
            <a:r>
              <a:rPr lang="sv-SE" sz="1800" dirty="0"/>
              <a:t>numeriska variabler: imputering + standardisering</a:t>
            </a:r>
          </a:p>
          <a:p>
            <a:pPr>
              <a:lnSpc>
                <a:spcPct val="120000"/>
              </a:lnSpc>
            </a:pPr>
            <a:r>
              <a:rPr lang="sv-SE" sz="1800" dirty="0"/>
              <a:t>kategoriska variabler: OneHotEncoding</a:t>
            </a:r>
          </a:p>
          <a:p>
            <a:pPr marL="0" indent="0">
              <a:lnSpc>
                <a:spcPct val="120000"/>
              </a:lnSpc>
              <a:buNone/>
            </a:pPr>
            <a:r>
              <a:rPr lang="sv-SE" sz="1800" dirty="0"/>
              <a:t>Följande modeller testades:</a:t>
            </a:r>
          </a:p>
          <a:p>
            <a:pPr>
              <a:lnSpc>
                <a:spcPct val="120000"/>
              </a:lnSpc>
            </a:pPr>
            <a:r>
              <a:rPr lang="sv-SE" sz="1800" dirty="0"/>
              <a:t>DummyRegressor (baseline)</a:t>
            </a:r>
          </a:p>
          <a:p>
            <a:pPr>
              <a:lnSpc>
                <a:spcPct val="120000"/>
              </a:lnSpc>
            </a:pPr>
            <a:r>
              <a:rPr lang="sv-SE" sz="1800" dirty="0"/>
              <a:t>Linear Regression</a:t>
            </a:r>
          </a:p>
          <a:p>
            <a:pPr>
              <a:lnSpc>
                <a:spcPct val="120000"/>
              </a:lnSpc>
            </a:pPr>
            <a:r>
              <a:rPr lang="sv-SE" sz="1800" dirty="0"/>
              <a:t>Ridge, Lasso, ElasticNet</a:t>
            </a:r>
          </a:p>
          <a:p>
            <a:pPr>
              <a:lnSpc>
                <a:spcPct val="120000"/>
              </a:lnSpc>
            </a:pPr>
            <a:r>
              <a:rPr lang="sv-SE" sz="1800" dirty="0"/>
              <a:t>RMSE användes som metric eftersom stora fel är särskilt problematiska vid bostadsvärdering och just RMSE straffar stora fel mer än MAE.</a:t>
            </a:r>
          </a:p>
        </p:txBody>
      </p:sp>
    </p:spTree>
    <p:extLst>
      <p:ext uri="{BB962C8B-B14F-4D97-AF65-F5344CB8AC3E}">
        <p14:creationId xmlns:p14="http://schemas.microsoft.com/office/powerpoint/2010/main" val="28627290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7">
            <a:extLst>
              <a:ext uri="{FF2B5EF4-FFF2-40B4-BE49-F238E27FC236}">
                <a16:creationId xmlns:a16="http://schemas.microsoft.com/office/drawing/2014/main" id="{A0339EE9-5436-4860-BBFC-7CD7C90DB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9">
            <a:extLst>
              <a:ext uri="{FF2B5EF4-FFF2-40B4-BE49-F238E27FC236}">
                <a16:creationId xmlns:a16="http://schemas.microsoft.com/office/drawing/2014/main" id="{AA770EBD-5B77-46EC-BF58-EF27ACD6B4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5" y="0"/>
            <a:ext cx="7537705" cy="6858000"/>
          </a:xfrm>
          <a:custGeom>
            <a:avLst/>
            <a:gdLst>
              <a:gd name="connsiteX0" fmla="*/ 1008599 w 7299977"/>
              <a:gd name="connsiteY0" fmla="*/ 0 h 6858000"/>
              <a:gd name="connsiteX1" fmla="*/ 4420653 w 7299977"/>
              <a:gd name="connsiteY1" fmla="*/ 0 h 6858000"/>
              <a:gd name="connsiteX2" fmla="*/ 5511704 w 7299977"/>
              <a:gd name="connsiteY2" fmla="*/ 0 h 6858000"/>
              <a:gd name="connsiteX3" fmla="*/ 7299977 w 7299977"/>
              <a:gd name="connsiteY3" fmla="*/ 0 h 6858000"/>
              <a:gd name="connsiteX4" fmla="*/ 7299977 w 7299977"/>
              <a:gd name="connsiteY4" fmla="*/ 6858000 h 6858000"/>
              <a:gd name="connsiteX5" fmla="*/ 5511704 w 7299977"/>
              <a:gd name="connsiteY5" fmla="*/ 6858000 h 6858000"/>
              <a:gd name="connsiteX6" fmla="*/ 4420653 w 7299977"/>
              <a:gd name="connsiteY6" fmla="*/ 6858000 h 6858000"/>
              <a:gd name="connsiteX7" fmla="*/ 1592997 w 7299977"/>
              <a:gd name="connsiteY7" fmla="*/ 6858000 h 6858000"/>
              <a:gd name="connsiteX8" fmla="*/ 1232473 w 7299977"/>
              <a:gd name="connsiteY8" fmla="*/ 6658805 h 6858000"/>
              <a:gd name="connsiteX9" fmla="*/ 1075471 w 7299977"/>
              <a:gd name="connsiteY9" fmla="*/ 6431153 h 6858000"/>
              <a:gd name="connsiteX10" fmla="*/ 1020229 w 7299977"/>
              <a:gd name="connsiteY10" fmla="*/ 6367127 h 6858000"/>
              <a:gd name="connsiteX11" fmla="*/ 883579 w 7299977"/>
              <a:gd name="connsiteY11" fmla="*/ 6281757 h 6858000"/>
              <a:gd name="connsiteX12" fmla="*/ 645167 w 7299977"/>
              <a:gd name="connsiteY12" fmla="*/ 6100347 h 6858000"/>
              <a:gd name="connsiteX13" fmla="*/ 732391 w 7299977"/>
              <a:gd name="connsiteY13" fmla="*/ 6057663 h 6858000"/>
              <a:gd name="connsiteX14" fmla="*/ 985339 w 7299977"/>
              <a:gd name="connsiteY14" fmla="*/ 6167932 h 6858000"/>
              <a:gd name="connsiteX15" fmla="*/ 1168509 w 7299977"/>
              <a:gd name="connsiteY15" fmla="*/ 6196388 h 6858000"/>
              <a:gd name="connsiteX16" fmla="*/ 909746 w 7299977"/>
              <a:gd name="connsiteY16" fmla="*/ 6004307 h 6858000"/>
              <a:gd name="connsiteX17" fmla="*/ 659704 w 7299977"/>
              <a:gd name="connsiteY17" fmla="*/ 5755314 h 6858000"/>
              <a:gd name="connsiteX18" fmla="*/ 851597 w 7299977"/>
              <a:gd name="connsiteY18" fmla="*/ 5801555 h 6858000"/>
              <a:gd name="connsiteX19" fmla="*/ 860319 w 7299977"/>
              <a:gd name="connsiteY19" fmla="*/ 5769542 h 6858000"/>
              <a:gd name="connsiteX20" fmla="*/ 691686 w 7299977"/>
              <a:gd name="connsiteY20" fmla="*/ 5474306 h 6858000"/>
              <a:gd name="connsiteX21" fmla="*/ 610278 w 7299977"/>
              <a:gd name="connsiteY21" fmla="*/ 5353367 h 6858000"/>
              <a:gd name="connsiteX22" fmla="*/ 238123 w 7299977"/>
              <a:gd name="connsiteY22" fmla="*/ 4994104 h 6858000"/>
              <a:gd name="connsiteX23" fmla="*/ 592833 w 7299977"/>
              <a:gd name="connsiteY23" fmla="*/ 5154171 h 6858000"/>
              <a:gd name="connsiteX24" fmla="*/ 226494 w 7299977"/>
              <a:gd name="connsiteY24" fmla="*/ 4805580 h 6858000"/>
              <a:gd name="connsiteX25" fmla="*/ 49139 w 7299977"/>
              <a:gd name="connsiteY25" fmla="*/ 4677526 h 6858000"/>
              <a:gd name="connsiteX26" fmla="*/ 5527 w 7299977"/>
              <a:gd name="connsiteY26" fmla="*/ 4602828 h 6858000"/>
              <a:gd name="connsiteX27" fmla="*/ 84029 w 7299977"/>
              <a:gd name="connsiteY27" fmla="*/ 4585042 h 6858000"/>
              <a:gd name="connsiteX28" fmla="*/ 325347 w 7299977"/>
              <a:gd name="connsiteY28" fmla="*/ 4613499 h 6858000"/>
              <a:gd name="connsiteX29" fmla="*/ 25879 w 7299977"/>
              <a:gd name="connsiteY29" fmla="*/ 4378734 h 6858000"/>
              <a:gd name="connsiteX30" fmla="*/ 249753 w 7299977"/>
              <a:gd name="connsiteY30" fmla="*/ 4414305 h 6858000"/>
              <a:gd name="connsiteX31" fmla="*/ 313718 w 7299977"/>
              <a:gd name="connsiteY31" fmla="*/ 4321821 h 6858000"/>
              <a:gd name="connsiteX32" fmla="*/ 418386 w 7299977"/>
              <a:gd name="connsiteY32" fmla="*/ 4172424 h 6858000"/>
              <a:gd name="connsiteX33" fmla="*/ 491072 w 7299977"/>
              <a:gd name="connsiteY33" fmla="*/ 4090612 h 6858000"/>
              <a:gd name="connsiteX34" fmla="*/ 520147 w 7299977"/>
              <a:gd name="connsiteY34" fmla="*/ 3827390 h 6858000"/>
              <a:gd name="connsiteX35" fmla="*/ 459090 w 7299977"/>
              <a:gd name="connsiteY35" fmla="*/ 3539269 h 6858000"/>
              <a:gd name="connsiteX36" fmla="*/ 290458 w 7299977"/>
              <a:gd name="connsiteY36" fmla="*/ 3393429 h 6858000"/>
              <a:gd name="connsiteX37" fmla="*/ 339884 w 7299977"/>
              <a:gd name="connsiteY37" fmla="*/ 3229805 h 6858000"/>
              <a:gd name="connsiteX38" fmla="*/ 697501 w 7299977"/>
              <a:gd name="connsiteY38" fmla="*/ 3329402 h 6858000"/>
              <a:gd name="connsiteX39" fmla="*/ 165437 w 7299977"/>
              <a:gd name="connsiteY39" fmla="*/ 2941684 h 6858000"/>
              <a:gd name="connsiteX40" fmla="*/ 255568 w 7299977"/>
              <a:gd name="connsiteY40" fmla="*/ 2923898 h 6858000"/>
              <a:gd name="connsiteX41" fmla="*/ 578296 w 7299977"/>
              <a:gd name="connsiteY41" fmla="*/ 2703362 h 6858000"/>
              <a:gd name="connsiteX42" fmla="*/ 595740 w 7299977"/>
              <a:gd name="connsiteY42" fmla="*/ 2692689 h 6858000"/>
              <a:gd name="connsiteX43" fmla="*/ 650982 w 7299977"/>
              <a:gd name="connsiteY43" fmla="*/ 2553965 h 6858000"/>
              <a:gd name="connsiteX44" fmla="*/ 825429 w 7299977"/>
              <a:gd name="connsiteY44" fmla="*/ 2532623 h 6858000"/>
              <a:gd name="connsiteX45" fmla="*/ 970802 w 7299977"/>
              <a:gd name="connsiteY45" fmla="*/ 2564636 h 6858000"/>
              <a:gd name="connsiteX46" fmla="*/ 1127805 w 7299977"/>
              <a:gd name="connsiteY46" fmla="*/ 2525509 h 6858000"/>
              <a:gd name="connsiteX47" fmla="*/ 1267362 w 7299977"/>
              <a:gd name="connsiteY47" fmla="*/ 2543294 h 6858000"/>
              <a:gd name="connsiteX48" fmla="*/ 1386568 w 7299977"/>
              <a:gd name="connsiteY48" fmla="*/ 2518395 h 6858000"/>
              <a:gd name="connsiteX49" fmla="*/ 1270270 w 7299977"/>
              <a:gd name="connsiteY49" fmla="*/ 2401012 h 6858000"/>
              <a:gd name="connsiteX50" fmla="*/ 1107453 w 7299977"/>
              <a:gd name="connsiteY50" fmla="*/ 2401012 h 6858000"/>
              <a:gd name="connsiteX51" fmla="*/ 991154 w 7299977"/>
              <a:gd name="connsiteY51" fmla="*/ 2326314 h 6858000"/>
              <a:gd name="connsiteX52" fmla="*/ 880671 w 7299977"/>
              <a:gd name="connsiteY52" fmla="*/ 2191146 h 6858000"/>
              <a:gd name="connsiteX53" fmla="*/ 491072 w 7299977"/>
              <a:gd name="connsiteY53" fmla="*/ 1974165 h 6858000"/>
              <a:gd name="connsiteX54" fmla="*/ 421293 w 7299977"/>
              <a:gd name="connsiteY54" fmla="*/ 1892353 h 6858000"/>
              <a:gd name="connsiteX55" fmla="*/ 1531941 w 7299977"/>
              <a:gd name="connsiteY55" fmla="*/ 2208931 h 6858000"/>
              <a:gd name="connsiteX56" fmla="*/ 1188861 w 7299977"/>
              <a:gd name="connsiteY56" fmla="*/ 2077320 h 6858000"/>
              <a:gd name="connsiteX57" fmla="*/ 1421458 w 7299977"/>
              <a:gd name="connsiteY57" fmla="*/ 2102219 h 6858000"/>
              <a:gd name="connsiteX58" fmla="*/ 1549386 w 7299977"/>
              <a:gd name="connsiteY58" fmla="*/ 2013292 h 6858000"/>
              <a:gd name="connsiteX59" fmla="*/ 1549386 w 7299977"/>
              <a:gd name="connsiteY59" fmla="*/ 1984836 h 6858000"/>
              <a:gd name="connsiteX60" fmla="*/ 1453440 w 7299977"/>
              <a:gd name="connsiteY60" fmla="*/ 1903025 h 6858000"/>
              <a:gd name="connsiteX61" fmla="*/ 1398198 w 7299977"/>
              <a:gd name="connsiteY61" fmla="*/ 1849668 h 6858000"/>
              <a:gd name="connsiteX62" fmla="*/ 1247011 w 7299977"/>
              <a:gd name="connsiteY62" fmla="*/ 1657587 h 6858000"/>
              <a:gd name="connsiteX63" fmla="*/ 1354586 w 7299977"/>
              <a:gd name="connsiteY63" fmla="*/ 1636245 h 6858000"/>
              <a:gd name="connsiteX64" fmla="*/ 1395290 w 7299977"/>
              <a:gd name="connsiteY64" fmla="*/ 1597117 h 6858000"/>
              <a:gd name="connsiteX65" fmla="*/ 1366216 w 7299977"/>
              <a:gd name="connsiteY65" fmla="*/ 1540204 h 6858000"/>
              <a:gd name="connsiteX66" fmla="*/ 1031858 w 7299977"/>
              <a:gd name="connsiteY66" fmla="*/ 1365909 h 6858000"/>
              <a:gd name="connsiteX67" fmla="*/ 1005692 w 7299977"/>
              <a:gd name="connsiteY67" fmla="*/ 1230741 h 6858000"/>
              <a:gd name="connsiteX68" fmla="*/ 1069655 w 7299977"/>
              <a:gd name="connsiteY68" fmla="*/ 1209399 h 6858000"/>
              <a:gd name="connsiteX69" fmla="*/ 1142342 w 7299977"/>
              <a:gd name="connsiteY69" fmla="*/ 1220069 h 6858000"/>
              <a:gd name="connsiteX70" fmla="*/ 1084193 w 7299977"/>
              <a:gd name="connsiteY70" fmla="*/ 1113358 h 6858000"/>
              <a:gd name="connsiteX71" fmla="*/ 848689 w 7299977"/>
              <a:gd name="connsiteY71" fmla="*/ 1006647 h 6858000"/>
              <a:gd name="connsiteX72" fmla="*/ 805077 w 7299977"/>
              <a:gd name="connsiteY72" fmla="*/ 949734 h 6858000"/>
              <a:gd name="connsiteX73" fmla="*/ 863226 w 7299977"/>
              <a:gd name="connsiteY73" fmla="*/ 921277 h 6858000"/>
              <a:gd name="connsiteX74" fmla="*/ 906838 w 7299977"/>
              <a:gd name="connsiteY74" fmla="*/ 910606 h 6858000"/>
              <a:gd name="connsiteX75" fmla="*/ 5527 w 7299977"/>
              <a:gd name="connsiteY75" fmla="*/ 465975 h 6858000"/>
              <a:gd name="connsiteX76" fmla="*/ 209049 w 7299977"/>
              <a:gd name="connsiteY76" fmla="*/ 462417 h 6858000"/>
              <a:gd name="connsiteX77" fmla="*/ 409664 w 7299977"/>
              <a:gd name="connsiteY77" fmla="*/ 533558 h 6858000"/>
              <a:gd name="connsiteX78" fmla="*/ 621908 w 7299977"/>
              <a:gd name="connsiteY78" fmla="*/ 522887 h 6858000"/>
              <a:gd name="connsiteX79" fmla="*/ 822522 w 7299977"/>
              <a:gd name="connsiteY79" fmla="*/ 558458 h 6858000"/>
              <a:gd name="connsiteX80" fmla="*/ 996969 w 7299977"/>
              <a:gd name="connsiteY80" fmla="*/ 558458 h 6858000"/>
              <a:gd name="connsiteX81" fmla="*/ 834151 w 7299977"/>
              <a:gd name="connsiteY81" fmla="*/ 505101 h 6858000"/>
              <a:gd name="connsiteX82" fmla="*/ 773095 w 7299977"/>
              <a:gd name="connsiteY82" fmla="*/ 416176 h 6858000"/>
              <a:gd name="connsiteX83" fmla="*/ 793447 w 7299977"/>
              <a:gd name="connsiteY83" fmla="*/ 334364 h 6858000"/>
              <a:gd name="connsiteX84" fmla="*/ 860319 w 7299977"/>
              <a:gd name="connsiteY84" fmla="*/ 359262 h 6858000"/>
              <a:gd name="connsiteX85" fmla="*/ 938820 w 7299977"/>
              <a:gd name="connsiteY85" fmla="*/ 451747 h 6858000"/>
              <a:gd name="connsiteX86" fmla="*/ 956265 w 7299977"/>
              <a:gd name="connsiteY86" fmla="*/ 394834 h 6858000"/>
              <a:gd name="connsiteX87" fmla="*/ 1002784 w 7299977"/>
              <a:gd name="connsiteY87" fmla="*/ 352148 h 6858000"/>
              <a:gd name="connsiteX88" fmla="*/ 1270270 w 7299977"/>
              <a:gd name="connsiteY88" fmla="*/ 373491 h 6858000"/>
              <a:gd name="connsiteX89" fmla="*/ 1092915 w 7299977"/>
              <a:gd name="connsiteY89" fmla="*/ 192082 h 6858000"/>
              <a:gd name="connsiteX90" fmla="*/ 979525 w 7299977"/>
              <a:gd name="connsiteY90" fmla="*/ 163625 h 6858000"/>
              <a:gd name="connsiteX91" fmla="*/ 953358 w 7299977"/>
              <a:gd name="connsiteY91" fmla="*/ 88927 h 6858000"/>
              <a:gd name="connsiteX92" fmla="*/ 1005692 w 7299977"/>
              <a:gd name="connsiteY92" fmla="*/ 71141 h 6858000"/>
              <a:gd name="connsiteX93" fmla="*/ 1267362 w 7299977"/>
              <a:gd name="connsiteY93" fmla="*/ 135168 h 6858000"/>
              <a:gd name="connsiteX94" fmla="*/ 1310975 w 7299977"/>
              <a:gd name="connsiteY94" fmla="*/ 110269 h 6858000"/>
              <a:gd name="connsiteX95" fmla="*/ 1008599 w 7299977"/>
              <a:gd name="connsiteY9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7299977" h="6858000">
                <a:moveTo>
                  <a:pt x="1008599" y="0"/>
                </a:moveTo>
                <a:lnTo>
                  <a:pt x="4420653" y="0"/>
                </a:lnTo>
                <a:lnTo>
                  <a:pt x="5511704" y="0"/>
                </a:lnTo>
                <a:lnTo>
                  <a:pt x="7299977" y="0"/>
                </a:lnTo>
                <a:lnTo>
                  <a:pt x="7299977" y="6858000"/>
                </a:lnTo>
                <a:lnTo>
                  <a:pt x="5511704" y="6858000"/>
                </a:lnTo>
                <a:lnTo>
                  <a:pt x="4420653" y="6858000"/>
                </a:lnTo>
                <a:lnTo>
                  <a:pt x="1592997" y="6858000"/>
                </a:lnTo>
                <a:cubicBezTo>
                  <a:pt x="1473792" y="6786859"/>
                  <a:pt x="1360401" y="6701489"/>
                  <a:pt x="1232473" y="6658805"/>
                </a:cubicBezTo>
                <a:cubicBezTo>
                  <a:pt x="1145250" y="6630349"/>
                  <a:pt x="1060933" y="6580550"/>
                  <a:pt x="1075471" y="6431153"/>
                </a:cubicBezTo>
                <a:cubicBezTo>
                  <a:pt x="1078378" y="6388469"/>
                  <a:pt x="1055118" y="6356456"/>
                  <a:pt x="1020229" y="6367127"/>
                </a:cubicBezTo>
                <a:cubicBezTo>
                  <a:pt x="953358" y="6388469"/>
                  <a:pt x="921375" y="6327999"/>
                  <a:pt x="883579" y="6281757"/>
                </a:cubicBezTo>
                <a:cubicBezTo>
                  <a:pt x="816707" y="6199945"/>
                  <a:pt x="752743" y="6114575"/>
                  <a:pt x="645167" y="6100347"/>
                </a:cubicBezTo>
                <a:cubicBezTo>
                  <a:pt x="665519" y="6036320"/>
                  <a:pt x="700408" y="6043434"/>
                  <a:pt x="732391" y="6057663"/>
                </a:cubicBezTo>
                <a:cubicBezTo>
                  <a:pt x="816707" y="6093234"/>
                  <a:pt x="901023" y="6132361"/>
                  <a:pt x="985339" y="6167932"/>
                </a:cubicBezTo>
                <a:cubicBezTo>
                  <a:pt x="1040581" y="6189274"/>
                  <a:pt x="1095822" y="6221287"/>
                  <a:pt x="1168509" y="6196388"/>
                </a:cubicBezTo>
                <a:cubicBezTo>
                  <a:pt x="1104545" y="6068335"/>
                  <a:pt x="996969" y="6043434"/>
                  <a:pt x="909746" y="6004307"/>
                </a:cubicBezTo>
                <a:cubicBezTo>
                  <a:pt x="802169" y="5954508"/>
                  <a:pt x="738206" y="5862025"/>
                  <a:pt x="659704" y="5755314"/>
                </a:cubicBezTo>
                <a:cubicBezTo>
                  <a:pt x="738206" y="5726858"/>
                  <a:pt x="787632" y="5805112"/>
                  <a:pt x="851597" y="5801555"/>
                </a:cubicBezTo>
                <a:cubicBezTo>
                  <a:pt x="854504" y="5790884"/>
                  <a:pt x="860319" y="5769542"/>
                  <a:pt x="860319" y="5769542"/>
                </a:cubicBezTo>
                <a:cubicBezTo>
                  <a:pt x="755650" y="5712629"/>
                  <a:pt x="709132" y="5605917"/>
                  <a:pt x="691686" y="5474306"/>
                </a:cubicBezTo>
                <a:cubicBezTo>
                  <a:pt x="685872" y="5406721"/>
                  <a:pt x="648075" y="5385379"/>
                  <a:pt x="610278" y="5353367"/>
                </a:cubicBezTo>
                <a:cubicBezTo>
                  <a:pt x="482350" y="5243097"/>
                  <a:pt x="345700" y="5143500"/>
                  <a:pt x="238123" y="4994104"/>
                </a:cubicBezTo>
                <a:cubicBezTo>
                  <a:pt x="363144" y="5011889"/>
                  <a:pt x="461997" y="5111487"/>
                  <a:pt x="592833" y="5154171"/>
                </a:cubicBezTo>
                <a:cubicBezTo>
                  <a:pt x="488165" y="4990547"/>
                  <a:pt x="351514" y="4905177"/>
                  <a:pt x="226494" y="4805580"/>
                </a:cubicBezTo>
                <a:cubicBezTo>
                  <a:pt x="168344" y="4759339"/>
                  <a:pt x="116011" y="4702425"/>
                  <a:pt x="49139" y="4677526"/>
                </a:cubicBezTo>
                <a:cubicBezTo>
                  <a:pt x="25879" y="4670412"/>
                  <a:pt x="-14826" y="4652628"/>
                  <a:pt x="5527" y="4602828"/>
                </a:cubicBezTo>
                <a:cubicBezTo>
                  <a:pt x="22972" y="4560144"/>
                  <a:pt x="54954" y="4574373"/>
                  <a:pt x="84029" y="4585042"/>
                </a:cubicBezTo>
                <a:cubicBezTo>
                  <a:pt x="153807" y="4613499"/>
                  <a:pt x="229401" y="4613499"/>
                  <a:pt x="325347" y="4613499"/>
                </a:cubicBezTo>
                <a:cubicBezTo>
                  <a:pt x="243939" y="4478331"/>
                  <a:pt x="95658" y="4521016"/>
                  <a:pt x="25879" y="4378734"/>
                </a:cubicBezTo>
                <a:cubicBezTo>
                  <a:pt x="113103" y="4353835"/>
                  <a:pt x="179975" y="4403633"/>
                  <a:pt x="249753" y="4414305"/>
                </a:cubicBezTo>
                <a:cubicBezTo>
                  <a:pt x="313718" y="4424975"/>
                  <a:pt x="328254" y="4400076"/>
                  <a:pt x="313718" y="4321821"/>
                </a:cubicBezTo>
                <a:cubicBezTo>
                  <a:pt x="290458" y="4200882"/>
                  <a:pt x="325347" y="4140411"/>
                  <a:pt x="418386" y="4172424"/>
                </a:cubicBezTo>
                <a:cubicBezTo>
                  <a:pt x="505609" y="4204438"/>
                  <a:pt x="514332" y="4158196"/>
                  <a:pt x="491072" y="4090612"/>
                </a:cubicBezTo>
                <a:cubicBezTo>
                  <a:pt x="456183" y="3991015"/>
                  <a:pt x="493979" y="3912759"/>
                  <a:pt x="520147" y="3827390"/>
                </a:cubicBezTo>
                <a:cubicBezTo>
                  <a:pt x="560851" y="3699337"/>
                  <a:pt x="543407" y="3635309"/>
                  <a:pt x="459090" y="3539269"/>
                </a:cubicBezTo>
                <a:cubicBezTo>
                  <a:pt x="409664" y="3485914"/>
                  <a:pt x="360236" y="3439672"/>
                  <a:pt x="290458" y="3393429"/>
                </a:cubicBezTo>
                <a:cubicBezTo>
                  <a:pt x="450368" y="3368530"/>
                  <a:pt x="284643" y="3283162"/>
                  <a:pt x="339884" y="3229805"/>
                </a:cubicBezTo>
                <a:cubicBezTo>
                  <a:pt x="453275" y="3208463"/>
                  <a:pt x="543407" y="3379202"/>
                  <a:pt x="697501" y="3329402"/>
                </a:cubicBezTo>
                <a:cubicBezTo>
                  <a:pt x="511425" y="3183563"/>
                  <a:pt x="302087" y="3137322"/>
                  <a:pt x="165437" y="2941684"/>
                </a:cubicBezTo>
                <a:cubicBezTo>
                  <a:pt x="197419" y="2899000"/>
                  <a:pt x="229401" y="2941684"/>
                  <a:pt x="255568" y="2923898"/>
                </a:cubicBezTo>
                <a:cubicBezTo>
                  <a:pt x="255568" y="2913227"/>
                  <a:pt x="560851" y="2980812"/>
                  <a:pt x="578296" y="2703362"/>
                </a:cubicBezTo>
                <a:cubicBezTo>
                  <a:pt x="584111" y="2703362"/>
                  <a:pt x="589926" y="2703362"/>
                  <a:pt x="595740" y="2692689"/>
                </a:cubicBezTo>
                <a:cubicBezTo>
                  <a:pt x="627722" y="2653563"/>
                  <a:pt x="598648" y="2561080"/>
                  <a:pt x="650982" y="2553965"/>
                </a:cubicBezTo>
                <a:cubicBezTo>
                  <a:pt x="709132" y="2546851"/>
                  <a:pt x="764373" y="2514837"/>
                  <a:pt x="825429" y="2532623"/>
                </a:cubicBezTo>
                <a:cubicBezTo>
                  <a:pt x="871949" y="2546851"/>
                  <a:pt x="921375" y="2564636"/>
                  <a:pt x="970802" y="2564636"/>
                </a:cubicBezTo>
                <a:cubicBezTo>
                  <a:pt x="1023136" y="2564636"/>
                  <a:pt x="1095822" y="2685576"/>
                  <a:pt x="1127805" y="2525509"/>
                </a:cubicBezTo>
                <a:cubicBezTo>
                  <a:pt x="1127805" y="2518395"/>
                  <a:pt x="1217936" y="2536181"/>
                  <a:pt x="1267362" y="2543294"/>
                </a:cubicBezTo>
                <a:cubicBezTo>
                  <a:pt x="1308067" y="2550408"/>
                  <a:pt x="1357494" y="2582422"/>
                  <a:pt x="1386568" y="2518395"/>
                </a:cubicBezTo>
                <a:cubicBezTo>
                  <a:pt x="1401105" y="2479267"/>
                  <a:pt x="1331326" y="2408126"/>
                  <a:pt x="1270270" y="2401012"/>
                </a:cubicBezTo>
                <a:cubicBezTo>
                  <a:pt x="1215029" y="2393898"/>
                  <a:pt x="1159787" y="2386784"/>
                  <a:pt x="1107453" y="2401012"/>
                </a:cubicBezTo>
                <a:cubicBezTo>
                  <a:pt x="1043489" y="2418796"/>
                  <a:pt x="1008599" y="2390340"/>
                  <a:pt x="991154" y="2326314"/>
                </a:cubicBezTo>
                <a:cubicBezTo>
                  <a:pt x="970802" y="2258731"/>
                  <a:pt x="933005" y="2223159"/>
                  <a:pt x="880671" y="2191146"/>
                </a:cubicBezTo>
                <a:cubicBezTo>
                  <a:pt x="752743" y="2112891"/>
                  <a:pt x="630630" y="2020407"/>
                  <a:pt x="491072" y="1974165"/>
                </a:cubicBezTo>
                <a:cubicBezTo>
                  <a:pt x="464905" y="1967051"/>
                  <a:pt x="432923" y="1952823"/>
                  <a:pt x="421293" y="1892353"/>
                </a:cubicBezTo>
                <a:cubicBezTo>
                  <a:pt x="799262" y="1984836"/>
                  <a:pt x="1142342" y="2223159"/>
                  <a:pt x="1531941" y="2208931"/>
                </a:cubicBezTo>
                <a:cubicBezTo>
                  <a:pt x="1427272" y="2134233"/>
                  <a:pt x="1302252" y="2130676"/>
                  <a:pt x="1188861" y="2077320"/>
                </a:cubicBezTo>
                <a:cubicBezTo>
                  <a:pt x="1270270" y="2038192"/>
                  <a:pt x="1345864" y="2080877"/>
                  <a:pt x="1421458" y="2102219"/>
                </a:cubicBezTo>
                <a:cubicBezTo>
                  <a:pt x="1485422" y="2120004"/>
                  <a:pt x="1543571" y="2123562"/>
                  <a:pt x="1549386" y="2013292"/>
                </a:cubicBezTo>
                <a:cubicBezTo>
                  <a:pt x="1549386" y="2002622"/>
                  <a:pt x="1549386" y="1995507"/>
                  <a:pt x="1549386" y="1984836"/>
                </a:cubicBezTo>
                <a:cubicBezTo>
                  <a:pt x="1526126" y="1938595"/>
                  <a:pt x="1494144" y="1917252"/>
                  <a:pt x="1453440" y="1903025"/>
                </a:cubicBezTo>
                <a:cubicBezTo>
                  <a:pt x="1430180" y="1895910"/>
                  <a:pt x="1398198" y="1881683"/>
                  <a:pt x="1398198" y="1849668"/>
                </a:cubicBezTo>
                <a:cubicBezTo>
                  <a:pt x="1401105" y="1728729"/>
                  <a:pt x="1322604" y="1693158"/>
                  <a:pt x="1247011" y="1657587"/>
                </a:cubicBezTo>
                <a:cubicBezTo>
                  <a:pt x="1287715" y="1597117"/>
                  <a:pt x="1322604" y="1639802"/>
                  <a:pt x="1354586" y="1636245"/>
                </a:cubicBezTo>
                <a:cubicBezTo>
                  <a:pt x="1374939" y="1632688"/>
                  <a:pt x="1395290" y="1629132"/>
                  <a:pt x="1395290" y="1597117"/>
                </a:cubicBezTo>
                <a:cubicBezTo>
                  <a:pt x="1395290" y="1572219"/>
                  <a:pt x="1386568" y="1540204"/>
                  <a:pt x="1366216" y="1540204"/>
                </a:cubicBezTo>
                <a:cubicBezTo>
                  <a:pt x="1238288" y="1536647"/>
                  <a:pt x="1165601" y="1365909"/>
                  <a:pt x="1031858" y="1365909"/>
                </a:cubicBezTo>
                <a:cubicBezTo>
                  <a:pt x="950450" y="1365909"/>
                  <a:pt x="1072563" y="1269868"/>
                  <a:pt x="1005692" y="1230741"/>
                </a:cubicBezTo>
                <a:cubicBezTo>
                  <a:pt x="991154" y="1220069"/>
                  <a:pt x="1046396" y="1205842"/>
                  <a:pt x="1069655" y="1209399"/>
                </a:cubicBezTo>
                <a:cubicBezTo>
                  <a:pt x="1092915" y="1212955"/>
                  <a:pt x="1113268" y="1237855"/>
                  <a:pt x="1142342" y="1220069"/>
                </a:cubicBezTo>
                <a:cubicBezTo>
                  <a:pt x="1156879" y="1156043"/>
                  <a:pt x="1119082" y="1131144"/>
                  <a:pt x="1084193" y="1113358"/>
                </a:cubicBezTo>
                <a:cubicBezTo>
                  <a:pt x="1008599" y="1070674"/>
                  <a:pt x="933005" y="1020875"/>
                  <a:pt x="848689" y="1006647"/>
                </a:cubicBezTo>
                <a:cubicBezTo>
                  <a:pt x="819615" y="1003089"/>
                  <a:pt x="802169" y="985305"/>
                  <a:pt x="805077" y="949734"/>
                </a:cubicBezTo>
                <a:cubicBezTo>
                  <a:pt x="810892" y="903491"/>
                  <a:pt x="839967" y="917720"/>
                  <a:pt x="863226" y="921277"/>
                </a:cubicBezTo>
                <a:cubicBezTo>
                  <a:pt x="877764" y="924835"/>
                  <a:pt x="892301" y="935506"/>
                  <a:pt x="906838" y="910606"/>
                </a:cubicBezTo>
                <a:cubicBezTo>
                  <a:pt x="566666" y="658055"/>
                  <a:pt x="386404" y="672284"/>
                  <a:pt x="5527" y="465975"/>
                </a:cubicBezTo>
                <a:cubicBezTo>
                  <a:pt x="89843" y="426847"/>
                  <a:pt x="150900" y="455303"/>
                  <a:pt x="209049" y="462417"/>
                </a:cubicBezTo>
                <a:cubicBezTo>
                  <a:pt x="354422" y="480203"/>
                  <a:pt x="264290" y="512216"/>
                  <a:pt x="409664" y="533558"/>
                </a:cubicBezTo>
                <a:cubicBezTo>
                  <a:pt x="479443" y="544229"/>
                  <a:pt x="543407" y="579800"/>
                  <a:pt x="621908" y="522887"/>
                </a:cubicBezTo>
                <a:cubicBezTo>
                  <a:pt x="674242" y="483759"/>
                  <a:pt x="758558" y="526444"/>
                  <a:pt x="822522" y="558458"/>
                </a:cubicBezTo>
                <a:cubicBezTo>
                  <a:pt x="874856" y="586915"/>
                  <a:pt x="927190" y="594028"/>
                  <a:pt x="996969" y="558458"/>
                </a:cubicBezTo>
                <a:cubicBezTo>
                  <a:pt x="933005" y="537116"/>
                  <a:pt x="883579" y="519330"/>
                  <a:pt x="834151" y="505101"/>
                </a:cubicBezTo>
                <a:cubicBezTo>
                  <a:pt x="793447" y="494431"/>
                  <a:pt x="770187" y="469532"/>
                  <a:pt x="773095" y="416176"/>
                </a:cubicBezTo>
                <a:cubicBezTo>
                  <a:pt x="773095" y="387720"/>
                  <a:pt x="764373" y="348592"/>
                  <a:pt x="793447" y="334364"/>
                </a:cubicBezTo>
                <a:cubicBezTo>
                  <a:pt x="816707" y="320135"/>
                  <a:pt x="848689" y="334364"/>
                  <a:pt x="860319" y="359262"/>
                </a:cubicBezTo>
                <a:cubicBezTo>
                  <a:pt x="874856" y="405504"/>
                  <a:pt x="889393" y="448189"/>
                  <a:pt x="938820" y="451747"/>
                </a:cubicBezTo>
                <a:cubicBezTo>
                  <a:pt x="1005692" y="458860"/>
                  <a:pt x="967894" y="430405"/>
                  <a:pt x="956265" y="394834"/>
                </a:cubicBezTo>
                <a:cubicBezTo>
                  <a:pt x="944635" y="355706"/>
                  <a:pt x="979525" y="345034"/>
                  <a:pt x="1002784" y="352148"/>
                </a:cubicBezTo>
                <a:cubicBezTo>
                  <a:pt x="1090008" y="384162"/>
                  <a:pt x="1180139" y="327250"/>
                  <a:pt x="1270270" y="373491"/>
                </a:cubicBezTo>
                <a:cubicBezTo>
                  <a:pt x="1247011" y="259665"/>
                  <a:pt x="1197583" y="209867"/>
                  <a:pt x="1092915" y="192082"/>
                </a:cubicBezTo>
                <a:cubicBezTo>
                  <a:pt x="1055118" y="188525"/>
                  <a:pt x="1014414" y="195638"/>
                  <a:pt x="979525" y="163625"/>
                </a:cubicBezTo>
                <a:cubicBezTo>
                  <a:pt x="959172" y="145839"/>
                  <a:pt x="938820" y="124497"/>
                  <a:pt x="953358" y="88927"/>
                </a:cubicBezTo>
                <a:cubicBezTo>
                  <a:pt x="962080" y="64027"/>
                  <a:pt x="985339" y="64027"/>
                  <a:pt x="1005692" y="71141"/>
                </a:cubicBezTo>
                <a:cubicBezTo>
                  <a:pt x="1090008" y="110269"/>
                  <a:pt x="1180139" y="120941"/>
                  <a:pt x="1267362" y="135168"/>
                </a:cubicBezTo>
                <a:cubicBezTo>
                  <a:pt x="1281900" y="138725"/>
                  <a:pt x="1296437" y="145839"/>
                  <a:pt x="1310975" y="110269"/>
                </a:cubicBezTo>
                <a:cubicBezTo>
                  <a:pt x="1209214" y="78255"/>
                  <a:pt x="1110360" y="35571"/>
                  <a:pt x="1008599" y="0"/>
                </a:cubicBezTo>
                <a:close/>
              </a:path>
            </a:pathLst>
          </a:custGeom>
          <a:solidFill>
            <a:schemeClr val="bg2">
              <a:alpha val="50000"/>
            </a:schemeClr>
          </a:solidFill>
          <a:ln w="32707" cap="flat">
            <a:noFill/>
            <a:prstDash val="solid"/>
            <a:miter/>
          </a:ln>
        </p:spPr>
        <p:txBody>
          <a:bodyPr rtlCol="0" anchor="ctr"/>
          <a:lstStyle/>
          <a:p>
            <a:endParaRPr lang="en-US"/>
          </a:p>
        </p:txBody>
      </p:sp>
      <p:sp>
        <p:nvSpPr>
          <p:cNvPr id="9" name="textruta 8">
            <a:extLst>
              <a:ext uri="{FF2B5EF4-FFF2-40B4-BE49-F238E27FC236}">
                <a16:creationId xmlns:a16="http://schemas.microsoft.com/office/drawing/2014/main" id="{F63F7A67-1068-D14C-793D-B08A371EF685}"/>
              </a:ext>
            </a:extLst>
          </p:cNvPr>
          <p:cNvSpPr txBox="1"/>
          <p:nvPr/>
        </p:nvSpPr>
        <p:spPr>
          <a:xfrm>
            <a:off x="6095999" y="197346"/>
            <a:ext cx="6096001" cy="6186309"/>
          </a:xfrm>
          <a:prstGeom prst="rect">
            <a:avLst/>
          </a:prstGeom>
          <a:noFill/>
        </p:spPr>
        <p:txBody>
          <a:bodyPr wrap="square">
            <a:spAutoFit/>
          </a:bodyPr>
          <a:lstStyle/>
          <a:p>
            <a:pPr>
              <a:buNone/>
            </a:pPr>
            <a:r>
              <a:rPr lang="sv-SE" b="1" dirty="0"/>
              <a:t>Resultat</a:t>
            </a:r>
          </a:p>
          <a:p>
            <a:pPr>
              <a:buNone/>
            </a:pPr>
            <a:r>
              <a:rPr lang="sv-SE" dirty="0"/>
              <a:t>De regulariserade modellerna presterade likartat, men ElasticNet gav lägst CV-RMSE. Efter </a:t>
            </a:r>
            <a:r>
              <a:rPr lang="sv-SE" dirty="0" err="1"/>
              <a:t>tuning</a:t>
            </a:r>
            <a:r>
              <a:rPr lang="sv-SE" dirty="0"/>
              <a:t> (</a:t>
            </a:r>
            <a:r>
              <a:rPr lang="sv-SE" dirty="0" err="1"/>
              <a:t>GridSearchCV</a:t>
            </a:r>
            <a:r>
              <a:rPr lang="sv-SE" dirty="0"/>
              <a:t>):</a:t>
            </a:r>
          </a:p>
          <a:p>
            <a:pPr>
              <a:buFont typeface="Arial" panose="020B0604020202020204" pitchFamily="34" charset="0"/>
              <a:buChar char="•"/>
            </a:pPr>
            <a:r>
              <a:rPr lang="sv-SE" dirty="0"/>
              <a:t> </a:t>
            </a:r>
            <a:r>
              <a:rPr lang="sv-SE" dirty="0" err="1"/>
              <a:t>alpha</a:t>
            </a:r>
            <a:r>
              <a:rPr lang="sv-SE" dirty="0"/>
              <a:t> ≈ 0.001</a:t>
            </a:r>
          </a:p>
          <a:p>
            <a:pPr>
              <a:buFont typeface="Arial" panose="020B0604020202020204" pitchFamily="34" charset="0"/>
              <a:buChar char="•"/>
            </a:pPr>
            <a:r>
              <a:rPr lang="sv-SE" dirty="0"/>
              <a:t> l1_ratio ≈ 0.85</a:t>
            </a:r>
          </a:p>
          <a:p>
            <a:pPr>
              <a:buNone/>
            </a:pPr>
            <a:r>
              <a:rPr lang="sv-SE" dirty="0"/>
              <a:t>Slutlig testprestanda:</a:t>
            </a:r>
          </a:p>
          <a:p>
            <a:pPr>
              <a:buFont typeface="Arial" panose="020B0604020202020204" pitchFamily="34" charset="0"/>
              <a:buChar char="•"/>
            </a:pPr>
            <a:r>
              <a:rPr lang="sv-SE" dirty="0"/>
              <a:t> RMSE ≈ 70 000</a:t>
            </a:r>
          </a:p>
          <a:p>
            <a:pPr>
              <a:buFont typeface="Arial" panose="020B0604020202020204" pitchFamily="34" charset="0"/>
              <a:buChar char="•"/>
            </a:pPr>
            <a:r>
              <a:rPr lang="sv-SE" dirty="0"/>
              <a:t> MAE ≈ 51 000</a:t>
            </a:r>
          </a:p>
          <a:p>
            <a:pPr>
              <a:buFont typeface="Arial" panose="020B0604020202020204" pitchFamily="34" charset="0"/>
              <a:buChar char="•"/>
            </a:pPr>
            <a:r>
              <a:rPr lang="sv-SE" dirty="0"/>
              <a:t> R² ≈ 0.63</a:t>
            </a:r>
          </a:p>
          <a:p>
            <a:pPr>
              <a:buNone/>
            </a:pPr>
            <a:br>
              <a:rPr lang="sv-SE" dirty="0"/>
            </a:br>
            <a:r>
              <a:rPr lang="sv-SE" b="1" dirty="0"/>
              <a:t>Rekommendation</a:t>
            </a:r>
          </a:p>
          <a:p>
            <a:pPr>
              <a:buNone/>
            </a:pPr>
            <a:r>
              <a:rPr lang="sv-SE" dirty="0"/>
              <a:t>ElasticNet rekommenderas då den gav bäst valideringsresultat och en bra balans mellan prestanda och tolkbarhet. Modellen är tillräckligt bra för grova värderingar, men inte för exakta prisprognoser.</a:t>
            </a:r>
          </a:p>
          <a:p>
            <a:pPr>
              <a:buNone/>
            </a:pPr>
            <a:br>
              <a:rPr lang="sv-SE" dirty="0"/>
            </a:br>
            <a:r>
              <a:rPr lang="sv-SE" b="1" dirty="0"/>
              <a:t>Risker &amp; begränsningar</a:t>
            </a:r>
          </a:p>
          <a:p>
            <a:pPr>
              <a:buFont typeface="Arial" panose="020B0604020202020204" pitchFamily="34" charset="0"/>
              <a:buChar char="•"/>
            </a:pPr>
            <a:r>
              <a:rPr lang="sv-SE" dirty="0"/>
              <a:t> Data kan vara begränsad till en viss tidsperiod → risk för dålig generalisering</a:t>
            </a:r>
          </a:p>
          <a:p>
            <a:pPr>
              <a:buFont typeface="Arial" panose="020B0604020202020204" pitchFamily="34" charset="0"/>
              <a:buChar char="•"/>
            </a:pPr>
            <a:r>
              <a:rPr lang="sv-SE" dirty="0"/>
              <a:t> Viktiga externa faktorer saknas (t.ex. ekonomi, räntor)</a:t>
            </a:r>
          </a:p>
          <a:p>
            <a:pPr>
              <a:buFont typeface="Arial" panose="020B0604020202020204" pitchFamily="34" charset="0"/>
              <a:buChar char="•"/>
            </a:pPr>
            <a:r>
              <a:rPr lang="sv-SE" dirty="0"/>
              <a:t> Geografiska samband är sannolikt icke-linjära</a:t>
            </a:r>
          </a:p>
          <a:p>
            <a:pPr>
              <a:buFont typeface="Arial" panose="020B0604020202020204" pitchFamily="34" charset="0"/>
              <a:buChar char="•"/>
            </a:pPr>
            <a:r>
              <a:rPr lang="sv-SE" dirty="0"/>
              <a:t> Risk för överanpassning trots cross-</a:t>
            </a:r>
            <a:r>
              <a:rPr lang="sv-SE" dirty="0" err="1"/>
              <a:t>validation</a:t>
            </a:r>
            <a:endParaRPr lang="sv-SE" dirty="0"/>
          </a:p>
        </p:txBody>
      </p:sp>
      <p:pic>
        <p:nvPicPr>
          <p:cNvPr id="15" name="Bildobjekt 14">
            <a:extLst>
              <a:ext uri="{FF2B5EF4-FFF2-40B4-BE49-F238E27FC236}">
                <a16:creationId xmlns:a16="http://schemas.microsoft.com/office/drawing/2014/main" id="{BC1FC344-749F-BDE5-AD85-8B23799934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3117" y="0"/>
            <a:ext cx="2917679" cy="1912808"/>
          </a:xfrm>
          <a:prstGeom prst="rect">
            <a:avLst/>
          </a:prstGeom>
        </p:spPr>
      </p:pic>
      <p:pic>
        <p:nvPicPr>
          <p:cNvPr id="17" name="Bildobjekt 16">
            <a:extLst>
              <a:ext uri="{FF2B5EF4-FFF2-40B4-BE49-F238E27FC236}">
                <a16:creationId xmlns:a16="http://schemas.microsoft.com/office/drawing/2014/main" id="{39EA7121-053D-3540-2B46-C8D654B946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7850" y="2192743"/>
            <a:ext cx="2917679" cy="1938548"/>
          </a:xfrm>
          <a:prstGeom prst="rect">
            <a:avLst/>
          </a:prstGeom>
        </p:spPr>
      </p:pic>
      <p:pic>
        <p:nvPicPr>
          <p:cNvPr id="19" name="Bildobjekt 18">
            <a:extLst>
              <a:ext uri="{FF2B5EF4-FFF2-40B4-BE49-F238E27FC236}">
                <a16:creationId xmlns:a16="http://schemas.microsoft.com/office/drawing/2014/main" id="{2A559C21-8B89-FE6C-37A6-8F5B6B26BC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62583" y="4411227"/>
            <a:ext cx="2848214" cy="2269980"/>
          </a:xfrm>
          <a:prstGeom prst="rect">
            <a:avLst/>
          </a:prstGeom>
        </p:spPr>
      </p:pic>
    </p:spTree>
    <p:extLst>
      <p:ext uri="{BB962C8B-B14F-4D97-AF65-F5344CB8AC3E}">
        <p14:creationId xmlns:p14="http://schemas.microsoft.com/office/powerpoint/2010/main" val="195088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0A0D747-F38B-4A99-9985-62CE8C2476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D1BF32B-6CA3-4695-8A0C-1AC789B58D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5277870" cy="6858000"/>
          </a:xfrm>
          <a:custGeom>
            <a:avLst/>
            <a:gdLst>
              <a:gd name="connsiteX0" fmla="*/ 643741 w 5434004"/>
              <a:gd name="connsiteY0" fmla="*/ 0 h 6858000"/>
              <a:gd name="connsiteX1" fmla="*/ 5434004 w 5434004"/>
              <a:gd name="connsiteY1" fmla="*/ 0 h 6858000"/>
              <a:gd name="connsiteX2" fmla="*/ 5434004 w 5434004"/>
              <a:gd name="connsiteY2" fmla="*/ 6858000 h 6858000"/>
              <a:gd name="connsiteX3" fmla="*/ 0 w 5434004"/>
              <a:gd name="connsiteY3" fmla="*/ 6858000 h 6858000"/>
              <a:gd name="connsiteX4" fmla="*/ 0 w 5434004"/>
              <a:gd name="connsiteY4" fmla="*/ 6857998 h 6858000"/>
              <a:gd name="connsiteX5" fmla="*/ 1049407 w 5434004"/>
              <a:gd name="connsiteY5" fmla="*/ 6857998 h 6858000"/>
              <a:gd name="connsiteX6" fmla="*/ 1033092 w 5434004"/>
              <a:gd name="connsiteY6" fmla="*/ 6843615 h 6858000"/>
              <a:gd name="connsiteX7" fmla="*/ 1004585 w 5434004"/>
              <a:gd name="connsiteY7" fmla="*/ 6800899 h 6858000"/>
              <a:gd name="connsiteX8" fmla="*/ 984086 w 5434004"/>
              <a:gd name="connsiteY8" fmla="*/ 6765441 h 6858000"/>
              <a:gd name="connsiteX9" fmla="*/ 955964 w 5434004"/>
              <a:gd name="connsiteY9" fmla="*/ 6739541 h 6858000"/>
              <a:gd name="connsiteX10" fmla="*/ 945820 w 5434004"/>
              <a:gd name="connsiteY10" fmla="*/ 6673829 h 6858000"/>
              <a:gd name="connsiteX11" fmla="*/ 921540 w 5434004"/>
              <a:gd name="connsiteY11" fmla="*/ 6620155 h 6858000"/>
              <a:gd name="connsiteX12" fmla="*/ 876436 w 5434004"/>
              <a:gd name="connsiteY12" fmla="*/ 6610437 h 6858000"/>
              <a:gd name="connsiteX13" fmla="*/ 876973 w 5434004"/>
              <a:gd name="connsiteY13" fmla="*/ 6596307 h 6858000"/>
              <a:gd name="connsiteX14" fmla="*/ 893782 w 5434004"/>
              <a:gd name="connsiteY14" fmla="*/ 6536039 h 6858000"/>
              <a:gd name="connsiteX15" fmla="*/ 830281 w 5434004"/>
              <a:gd name="connsiteY15" fmla="*/ 6239239 h 6858000"/>
              <a:gd name="connsiteX16" fmla="*/ 816373 w 5434004"/>
              <a:gd name="connsiteY16" fmla="*/ 6116986 h 6858000"/>
              <a:gd name="connsiteX17" fmla="*/ 788606 w 5434004"/>
              <a:gd name="connsiteY17" fmla="*/ 5895434 h 6858000"/>
              <a:gd name="connsiteX18" fmla="*/ 762315 w 5434004"/>
              <a:gd name="connsiteY18" fmla="*/ 5848019 h 6858000"/>
              <a:gd name="connsiteX19" fmla="*/ 714842 w 5434004"/>
              <a:gd name="connsiteY19" fmla="*/ 5722306 h 6858000"/>
              <a:gd name="connsiteX20" fmla="*/ 679500 w 5434004"/>
              <a:gd name="connsiteY20" fmla="*/ 5528085 h 6858000"/>
              <a:gd name="connsiteX21" fmla="*/ 660956 w 5434004"/>
              <a:gd name="connsiteY21" fmla="*/ 5506768 h 6858000"/>
              <a:gd name="connsiteX22" fmla="*/ 642957 w 5434004"/>
              <a:gd name="connsiteY22" fmla="*/ 5473318 h 6858000"/>
              <a:gd name="connsiteX23" fmla="*/ 602099 w 5434004"/>
              <a:gd name="connsiteY23" fmla="*/ 5418521 h 6858000"/>
              <a:gd name="connsiteX24" fmla="*/ 563009 w 5434004"/>
              <a:gd name="connsiteY24" fmla="*/ 5337536 h 6858000"/>
              <a:gd name="connsiteX25" fmla="*/ 584675 w 5434004"/>
              <a:gd name="connsiteY25" fmla="*/ 5255190 h 6858000"/>
              <a:gd name="connsiteX26" fmla="*/ 564878 w 5434004"/>
              <a:gd name="connsiteY26" fmla="*/ 5208171 h 6858000"/>
              <a:gd name="connsiteX27" fmla="*/ 540145 w 5434004"/>
              <a:gd name="connsiteY27" fmla="*/ 4993731 h 6858000"/>
              <a:gd name="connsiteX28" fmla="*/ 512099 w 5434004"/>
              <a:gd name="connsiteY28" fmla="*/ 4896399 h 6858000"/>
              <a:gd name="connsiteX29" fmla="*/ 482378 w 5434004"/>
              <a:gd name="connsiteY29" fmla="*/ 4838613 h 6858000"/>
              <a:gd name="connsiteX30" fmla="*/ 468676 w 5434004"/>
              <a:gd name="connsiteY30" fmla="*/ 4796522 h 6858000"/>
              <a:gd name="connsiteX31" fmla="*/ 430881 w 5434004"/>
              <a:gd name="connsiteY31" fmla="*/ 4672370 h 6858000"/>
              <a:gd name="connsiteX32" fmla="*/ 415292 w 5434004"/>
              <a:gd name="connsiteY32" fmla="*/ 4634253 h 6858000"/>
              <a:gd name="connsiteX33" fmla="*/ 348919 w 5434004"/>
              <a:gd name="connsiteY33" fmla="*/ 4549232 h 6858000"/>
              <a:gd name="connsiteX34" fmla="*/ 292438 w 5434004"/>
              <a:gd name="connsiteY34" fmla="*/ 4479912 h 6858000"/>
              <a:gd name="connsiteX35" fmla="*/ 283567 w 5434004"/>
              <a:gd name="connsiteY35" fmla="*/ 4376609 h 6858000"/>
              <a:gd name="connsiteX36" fmla="*/ 247018 w 5434004"/>
              <a:gd name="connsiteY36" fmla="*/ 4280257 h 6858000"/>
              <a:gd name="connsiteX37" fmla="*/ 243154 w 5434004"/>
              <a:gd name="connsiteY37" fmla="*/ 4208492 h 6858000"/>
              <a:gd name="connsiteX38" fmla="*/ 267243 w 5434004"/>
              <a:gd name="connsiteY38" fmla="*/ 4120636 h 6858000"/>
              <a:gd name="connsiteX39" fmla="*/ 274676 w 5434004"/>
              <a:gd name="connsiteY39" fmla="*/ 4116556 h 6858000"/>
              <a:gd name="connsiteX40" fmla="*/ 274016 w 5434004"/>
              <a:gd name="connsiteY40" fmla="*/ 4109625 h 6858000"/>
              <a:gd name="connsiteX41" fmla="*/ 266711 w 5434004"/>
              <a:gd name="connsiteY41" fmla="*/ 4105624 h 6858000"/>
              <a:gd name="connsiteX42" fmla="*/ 267360 w 5434004"/>
              <a:gd name="connsiteY42" fmla="*/ 4051441 h 6858000"/>
              <a:gd name="connsiteX43" fmla="*/ 280863 w 5434004"/>
              <a:gd name="connsiteY43" fmla="*/ 3988494 h 6858000"/>
              <a:gd name="connsiteX44" fmla="*/ 254473 w 5434004"/>
              <a:gd name="connsiteY44" fmla="*/ 3926485 h 6858000"/>
              <a:gd name="connsiteX45" fmla="*/ 238942 w 5434004"/>
              <a:gd name="connsiteY45" fmla="*/ 3857057 h 6858000"/>
              <a:gd name="connsiteX46" fmla="*/ 229388 w 5434004"/>
              <a:gd name="connsiteY46" fmla="*/ 3815650 h 6858000"/>
              <a:gd name="connsiteX47" fmla="*/ 224025 w 5434004"/>
              <a:gd name="connsiteY47" fmla="*/ 3696745 h 6858000"/>
              <a:gd name="connsiteX48" fmla="*/ 242028 w 5434004"/>
              <a:gd name="connsiteY48" fmla="*/ 3477814 h 6858000"/>
              <a:gd name="connsiteX49" fmla="*/ 239663 w 5434004"/>
              <a:gd name="connsiteY49" fmla="*/ 3375354 h 6858000"/>
              <a:gd name="connsiteX50" fmla="*/ 242939 w 5434004"/>
              <a:gd name="connsiteY50" fmla="*/ 3235494 h 6858000"/>
              <a:gd name="connsiteX51" fmla="*/ 235466 w 5434004"/>
              <a:gd name="connsiteY51" fmla="*/ 3111896 h 6858000"/>
              <a:gd name="connsiteX52" fmla="*/ 225859 w 5434004"/>
              <a:gd name="connsiteY52" fmla="*/ 3061665 h 6858000"/>
              <a:gd name="connsiteX53" fmla="*/ 214543 w 5434004"/>
              <a:gd name="connsiteY53" fmla="*/ 3026187 h 6858000"/>
              <a:gd name="connsiteX54" fmla="*/ 209002 w 5434004"/>
              <a:gd name="connsiteY54" fmla="*/ 2930097 h 6858000"/>
              <a:gd name="connsiteX55" fmla="*/ 209539 w 5434004"/>
              <a:gd name="connsiteY55" fmla="*/ 2768399 h 6858000"/>
              <a:gd name="connsiteX56" fmla="*/ 207490 w 5434004"/>
              <a:gd name="connsiteY56" fmla="*/ 2734615 h 6858000"/>
              <a:gd name="connsiteX57" fmla="*/ 197130 w 5434004"/>
              <a:gd name="connsiteY57" fmla="*/ 2708116 h 6858000"/>
              <a:gd name="connsiteX58" fmla="*/ 187231 w 5434004"/>
              <a:gd name="connsiteY58" fmla="*/ 2704185 h 6858000"/>
              <a:gd name="connsiteX59" fmla="*/ 184723 w 5434004"/>
              <a:gd name="connsiteY59" fmla="*/ 2686011 h 6858000"/>
              <a:gd name="connsiteX60" fmla="*/ 169929 w 5434004"/>
              <a:gd name="connsiteY60" fmla="*/ 2656504 h 6858000"/>
              <a:gd name="connsiteX61" fmla="*/ 188242 w 5434004"/>
              <a:gd name="connsiteY61" fmla="*/ 2589493 h 6858000"/>
              <a:gd name="connsiteX62" fmla="*/ 189125 w 5434004"/>
              <a:gd name="connsiteY62" fmla="*/ 2457617 h 6858000"/>
              <a:gd name="connsiteX63" fmla="*/ 195205 w 5434004"/>
              <a:gd name="connsiteY63" fmla="*/ 2210817 h 6858000"/>
              <a:gd name="connsiteX64" fmla="*/ 175797 w 5434004"/>
              <a:gd name="connsiteY64" fmla="*/ 1901521 h 6858000"/>
              <a:gd name="connsiteX65" fmla="*/ 156134 w 5434004"/>
              <a:gd name="connsiteY65" fmla="*/ 1700722 h 6858000"/>
              <a:gd name="connsiteX66" fmla="*/ 174157 w 5434004"/>
              <a:gd name="connsiteY66" fmla="*/ 1661610 h 6858000"/>
              <a:gd name="connsiteX67" fmla="*/ 180802 w 5434004"/>
              <a:gd name="connsiteY67" fmla="*/ 1640073 h 6858000"/>
              <a:gd name="connsiteX68" fmla="*/ 179221 w 5434004"/>
              <a:gd name="connsiteY68" fmla="*/ 1637398 h 6858000"/>
              <a:gd name="connsiteX69" fmla="*/ 179826 w 5434004"/>
              <a:gd name="connsiteY69" fmla="*/ 1612248 h 6858000"/>
              <a:gd name="connsiteX70" fmla="*/ 198048 w 5434004"/>
              <a:gd name="connsiteY70" fmla="*/ 1498097 h 6858000"/>
              <a:gd name="connsiteX71" fmla="*/ 196329 w 5434004"/>
              <a:gd name="connsiteY71" fmla="*/ 1497364 h 6858000"/>
              <a:gd name="connsiteX72" fmla="*/ 193204 w 5434004"/>
              <a:gd name="connsiteY72" fmla="*/ 1490042 h 6858000"/>
              <a:gd name="connsiteX73" fmla="*/ 211154 w 5434004"/>
              <a:gd name="connsiteY73" fmla="*/ 1451416 h 6858000"/>
              <a:gd name="connsiteX74" fmla="*/ 247750 w 5434004"/>
              <a:gd name="connsiteY74" fmla="*/ 1281781 h 6858000"/>
              <a:gd name="connsiteX75" fmla="*/ 323114 w 5434004"/>
              <a:gd name="connsiteY75" fmla="*/ 1074754 h 6858000"/>
              <a:gd name="connsiteX76" fmla="*/ 357209 w 5434004"/>
              <a:gd name="connsiteY76" fmla="*/ 1019094 h 6858000"/>
              <a:gd name="connsiteX77" fmla="*/ 393176 w 5434004"/>
              <a:gd name="connsiteY77" fmla="*/ 938921 h 6858000"/>
              <a:gd name="connsiteX78" fmla="*/ 451503 w 5434004"/>
              <a:gd name="connsiteY78" fmla="*/ 815814 h 6858000"/>
              <a:gd name="connsiteX79" fmla="*/ 567587 w 5434004"/>
              <a:gd name="connsiteY79" fmla="*/ 584070 h 6858000"/>
              <a:gd name="connsiteX80" fmla="*/ 592609 w 5434004"/>
              <a:gd name="connsiteY80" fmla="*/ 461805 h 6858000"/>
              <a:gd name="connsiteX81" fmla="*/ 624563 w 5434004"/>
              <a:gd name="connsiteY81" fmla="*/ 360945 h 6858000"/>
              <a:gd name="connsiteX82" fmla="*/ 627056 w 5434004"/>
              <a:gd name="connsiteY82" fmla="*/ 226335 h 6858000"/>
              <a:gd name="connsiteX83" fmla="*/ 655851 w 5434004"/>
              <a:gd name="connsiteY83" fmla="*/ 51690 h 6858000"/>
              <a:gd name="connsiteX84" fmla="*/ 653984 w 5434004"/>
              <a:gd name="connsiteY84" fmla="*/ 22133 h 6858000"/>
              <a:gd name="connsiteX85" fmla="*/ 643279 w 5434004"/>
              <a:gd name="connsiteY85" fmla="*/ 1037 h 6858000"/>
              <a:gd name="connsiteX0" fmla="*/ 643741 w 5434004"/>
              <a:gd name="connsiteY0" fmla="*/ 0 h 6858000"/>
              <a:gd name="connsiteX1" fmla="*/ 5434004 w 5434004"/>
              <a:gd name="connsiteY1" fmla="*/ 0 h 6858000"/>
              <a:gd name="connsiteX2" fmla="*/ 5434004 w 5434004"/>
              <a:gd name="connsiteY2" fmla="*/ 6858000 h 6858000"/>
              <a:gd name="connsiteX3" fmla="*/ 0 w 5434004"/>
              <a:gd name="connsiteY3" fmla="*/ 6858000 h 6858000"/>
              <a:gd name="connsiteX4" fmla="*/ 1049407 w 5434004"/>
              <a:gd name="connsiteY4" fmla="*/ 6857998 h 6858000"/>
              <a:gd name="connsiteX5" fmla="*/ 1033092 w 5434004"/>
              <a:gd name="connsiteY5" fmla="*/ 6843615 h 6858000"/>
              <a:gd name="connsiteX6" fmla="*/ 1004585 w 5434004"/>
              <a:gd name="connsiteY6" fmla="*/ 6800899 h 6858000"/>
              <a:gd name="connsiteX7" fmla="*/ 984086 w 5434004"/>
              <a:gd name="connsiteY7" fmla="*/ 6765441 h 6858000"/>
              <a:gd name="connsiteX8" fmla="*/ 955964 w 5434004"/>
              <a:gd name="connsiteY8" fmla="*/ 6739541 h 6858000"/>
              <a:gd name="connsiteX9" fmla="*/ 945820 w 5434004"/>
              <a:gd name="connsiteY9" fmla="*/ 6673829 h 6858000"/>
              <a:gd name="connsiteX10" fmla="*/ 921540 w 5434004"/>
              <a:gd name="connsiteY10" fmla="*/ 6620155 h 6858000"/>
              <a:gd name="connsiteX11" fmla="*/ 876436 w 5434004"/>
              <a:gd name="connsiteY11" fmla="*/ 6610437 h 6858000"/>
              <a:gd name="connsiteX12" fmla="*/ 876973 w 5434004"/>
              <a:gd name="connsiteY12" fmla="*/ 6596307 h 6858000"/>
              <a:gd name="connsiteX13" fmla="*/ 893782 w 5434004"/>
              <a:gd name="connsiteY13" fmla="*/ 6536039 h 6858000"/>
              <a:gd name="connsiteX14" fmla="*/ 830281 w 5434004"/>
              <a:gd name="connsiteY14" fmla="*/ 6239239 h 6858000"/>
              <a:gd name="connsiteX15" fmla="*/ 816373 w 5434004"/>
              <a:gd name="connsiteY15" fmla="*/ 6116986 h 6858000"/>
              <a:gd name="connsiteX16" fmla="*/ 788606 w 5434004"/>
              <a:gd name="connsiteY16" fmla="*/ 5895434 h 6858000"/>
              <a:gd name="connsiteX17" fmla="*/ 762315 w 5434004"/>
              <a:gd name="connsiteY17" fmla="*/ 5848019 h 6858000"/>
              <a:gd name="connsiteX18" fmla="*/ 714842 w 5434004"/>
              <a:gd name="connsiteY18" fmla="*/ 5722306 h 6858000"/>
              <a:gd name="connsiteX19" fmla="*/ 679500 w 5434004"/>
              <a:gd name="connsiteY19" fmla="*/ 5528085 h 6858000"/>
              <a:gd name="connsiteX20" fmla="*/ 660956 w 5434004"/>
              <a:gd name="connsiteY20" fmla="*/ 5506768 h 6858000"/>
              <a:gd name="connsiteX21" fmla="*/ 642957 w 5434004"/>
              <a:gd name="connsiteY21" fmla="*/ 5473318 h 6858000"/>
              <a:gd name="connsiteX22" fmla="*/ 602099 w 5434004"/>
              <a:gd name="connsiteY22" fmla="*/ 5418521 h 6858000"/>
              <a:gd name="connsiteX23" fmla="*/ 563009 w 5434004"/>
              <a:gd name="connsiteY23" fmla="*/ 5337536 h 6858000"/>
              <a:gd name="connsiteX24" fmla="*/ 584675 w 5434004"/>
              <a:gd name="connsiteY24" fmla="*/ 5255190 h 6858000"/>
              <a:gd name="connsiteX25" fmla="*/ 564878 w 5434004"/>
              <a:gd name="connsiteY25" fmla="*/ 5208171 h 6858000"/>
              <a:gd name="connsiteX26" fmla="*/ 540145 w 5434004"/>
              <a:gd name="connsiteY26" fmla="*/ 4993731 h 6858000"/>
              <a:gd name="connsiteX27" fmla="*/ 512099 w 5434004"/>
              <a:gd name="connsiteY27" fmla="*/ 4896399 h 6858000"/>
              <a:gd name="connsiteX28" fmla="*/ 482378 w 5434004"/>
              <a:gd name="connsiteY28" fmla="*/ 4838613 h 6858000"/>
              <a:gd name="connsiteX29" fmla="*/ 468676 w 5434004"/>
              <a:gd name="connsiteY29" fmla="*/ 4796522 h 6858000"/>
              <a:gd name="connsiteX30" fmla="*/ 430881 w 5434004"/>
              <a:gd name="connsiteY30" fmla="*/ 4672370 h 6858000"/>
              <a:gd name="connsiteX31" fmla="*/ 415292 w 5434004"/>
              <a:gd name="connsiteY31" fmla="*/ 4634253 h 6858000"/>
              <a:gd name="connsiteX32" fmla="*/ 348919 w 5434004"/>
              <a:gd name="connsiteY32" fmla="*/ 4549232 h 6858000"/>
              <a:gd name="connsiteX33" fmla="*/ 292438 w 5434004"/>
              <a:gd name="connsiteY33" fmla="*/ 4479912 h 6858000"/>
              <a:gd name="connsiteX34" fmla="*/ 283567 w 5434004"/>
              <a:gd name="connsiteY34" fmla="*/ 4376609 h 6858000"/>
              <a:gd name="connsiteX35" fmla="*/ 247018 w 5434004"/>
              <a:gd name="connsiteY35" fmla="*/ 4280257 h 6858000"/>
              <a:gd name="connsiteX36" fmla="*/ 243154 w 5434004"/>
              <a:gd name="connsiteY36" fmla="*/ 4208492 h 6858000"/>
              <a:gd name="connsiteX37" fmla="*/ 267243 w 5434004"/>
              <a:gd name="connsiteY37" fmla="*/ 4120636 h 6858000"/>
              <a:gd name="connsiteX38" fmla="*/ 274676 w 5434004"/>
              <a:gd name="connsiteY38" fmla="*/ 4116556 h 6858000"/>
              <a:gd name="connsiteX39" fmla="*/ 274016 w 5434004"/>
              <a:gd name="connsiteY39" fmla="*/ 4109625 h 6858000"/>
              <a:gd name="connsiteX40" fmla="*/ 266711 w 5434004"/>
              <a:gd name="connsiteY40" fmla="*/ 4105624 h 6858000"/>
              <a:gd name="connsiteX41" fmla="*/ 267360 w 5434004"/>
              <a:gd name="connsiteY41" fmla="*/ 4051441 h 6858000"/>
              <a:gd name="connsiteX42" fmla="*/ 280863 w 5434004"/>
              <a:gd name="connsiteY42" fmla="*/ 3988494 h 6858000"/>
              <a:gd name="connsiteX43" fmla="*/ 254473 w 5434004"/>
              <a:gd name="connsiteY43" fmla="*/ 3926485 h 6858000"/>
              <a:gd name="connsiteX44" fmla="*/ 238942 w 5434004"/>
              <a:gd name="connsiteY44" fmla="*/ 3857057 h 6858000"/>
              <a:gd name="connsiteX45" fmla="*/ 229388 w 5434004"/>
              <a:gd name="connsiteY45" fmla="*/ 3815650 h 6858000"/>
              <a:gd name="connsiteX46" fmla="*/ 224025 w 5434004"/>
              <a:gd name="connsiteY46" fmla="*/ 3696745 h 6858000"/>
              <a:gd name="connsiteX47" fmla="*/ 242028 w 5434004"/>
              <a:gd name="connsiteY47" fmla="*/ 3477814 h 6858000"/>
              <a:gd name="connsiteX48" fmla="*/ 239663 w 5434004"/>
              <a:gd name="connsiteY48" fmla="*/ 3375354 h 6858000"/>
              <a:gd name="connsiteX49" fmla="*/ 242939 w 5434004"/>
              <a:gd name="connsiteY49" fmla="*/ 3235494 h 6858000"/>
              <a:gd name="connsiteX50" fmla="*/ 235466 w 5434004"/>
              <a:gd name="connsiteY50" fmla="*/ 3111896 h 6858000"/>
              <a:gd name="connsiteX51" fmla="*/ 225859 w 5434004"/>
              <a:gd name="connsiteY51" fmla="*/ 3061665 h 6858000"/>
              <a:gd name="connsiteX52" fmla="*/ 214543 w 5434004"/>
              <a:gd name="connsiteY52" fmla="*/ 3026187 h 6858000"/>
              <a:gd name="connsiteX53" fmla="*/ 209002 w 5434004"/>
              <a:gd name="connsiteY53" fmla="*/ 2930097 h 6858000"/>
              <a:gd name="connsiteX54" fmla="*/ 209539 w 5434004"/>
              <a:gd name="connsiteY54" fmla="*/ 2768399 h 6858000"/>
              <a:gd name="connsiteX55" fmla="*/ 207490 w 5434004"/>
              <a:gd name="connsiteY55" fmla="*/ 2734615 h 6858000"/>
              <a:gd name="connsiteX56" fmla="*/ 197130 w 5434004"/>
              <a:gd name="connsiteY56" fmla="*/ 2708116 h 6858000"/>
              <a:gd name="connsiteX57" fmla="*/ 187231 w 5434004"/>
              <a:gd name="connsiteY57" fmla="*/ 2704185 h 6858000"/>
              <a:gd name="connsiteX58" fmla="*/ 184723 w 5434004"/>
              <a:gd name="connsiteY58" fmla="*/ 2686011 h 6858000"/>
              <a:gd name="connsiteX59" fmla="*/ 169929 w 5434004"/>
              <a:gd name="connsiteY59" fmla="*/ 2656504 h 6858000"/>
              <a:gd name="connsiteX60" fmla="*/ 188242 w 5434004"/>
              <a:gd name="connsiteY60" fmla="*/ 2589493 h 6858000"/>
              <a:gd name="connsiteX61" fmla="*/ 189125 w 5434004"/>
              <a:gd name="connsiteY61" fmla="*/ 2457617 h 6858000"/>
              <a:gd name="connsiteX62" fmla="*/ 195205 w 5434004"/>
              <a:gd name="connsiteY62" fmla="*/ 2210817 h 6858000"/>
              <a:gd name="connsiteX63" fmla="*/ 175797 w 5434004"/>
              <a:gd name="connsiteY63" fmla="*/ 1901521 h 6858000"/>
              <a:gd name="connsiteX64" fmla="*/ 156134 w 5434004"/>
              <a:gd name="connsiteY64" fmla="*/ 1700722 h 6858000"/>
              <a:gd name="connsiteX65" fmla="*/ 174157 w 5434004"/>
              <a:gd name="connsiteY65" fmla="*/ 1661610 h 6858000"/>
              <a:gd name="connsiteX66" fmla="*/ 180802 w 5434004"/>
              <a:gd name="connsiteY66" fmla="*/ 1640073 h 6858000"/>
              <a:gd name="connsiteX67" fmla="*/ 179221 w 5434004"/>
              <a:gd name="connsiteY67" fmla="*/ 1637398 h 6858000"/>
              <a:gd name="connsiteX68" fmla="*/ 179826 w 5434004"/>
              <a:gd name="connsiteY68" fmla="*/ 1612248 h 6858000"/>
              <a:gd name="connsiteX69" fmla="*/ 198048 w 5434004"/>
              <a:gd name="connsiteY69" fmla="*/ 1498097 h 6858000"/>
              <a:gd name="connsiteX70" fmla="*/ 196329 w 5434004"/>
              <a:gd name="connsiteY70" fmla="*/ 1497364 h 6858000"/>
              <a:gd name="connsiteX71" fmla="*/ 193204 w 5434004"/>
              <a:gd name="connsiteY71" fmla="*/ 1490042 h 6858000"/>
              <a:gd name="connsiteX72" fmla="*/ 211154 w 5434004"/>
              <a:gd name="connsiteY72" fmla="*/ 1451416 h 6858000"/>
              <a:gd name="connsiteX73" fmla="*/ 247750 w 5434004"/>
              <a:gd name="connsiteY73" fmla="*/ 1281781 h 6858000"/>
              <a:gd name="connsiteX74" fmla="*/ 323114 w 5434004"/>
              <a:gd name="connsiteY74" fmla="*/ 1074754 h 6858000"/>
              <a:gd name="connsiteX75" fmla="*/ 357209 w 5434004"/>
              <a:gd name="connsiteY75" fmla="*/ 1019094 h 6858000"/>
              <a:gd name="connsiteX76" fmla="*/ 393176 w 5434004"/>
              <a:gd name="connsiteY76" fmla="*/ 938921 h 6858000"/>
              <a:gd name="connsiteX77" fmla="*/ 451503 w 5434004"/>
              <a:gd name="connsiteY77" fmla="*/ 815814 h 6858000"/>
              <a:gd name="connsiteX78" fmla="*/ 567587 w 5434004"/>
              <a:gd name="connsiteY78" fmla="*/ 584070 h 6858000"/>
              <a:gd name="connsiteX79" fmla="*/ 592609 w 5434004"/>
              <a:gd name="connsiteY79" fmla="*/ 461805 h 6858000"/>
              <a:gd name="connsiteX80" fmla="*/ 624563 w 5434004"/>
              <a:gd name="connsiteY80" fmla="*/ 360945 h 6858000"/>
              <a:gd name="connsiteX81" fmla="*/ 627056 w 5434004"/>
              <a:gd name="connsiteY81" fmla="*/ 226335 h 6858000"/>
              <a:gd name="connsiteX82" fmla="*/ 655851 w 5434004"/>
              <a:gd name="connsiteY82" fmla="*/ 51690 h 6858000"/>
              <a:gd name="connsiteX83" fmla="*/ 653984 w 5434004"/>
              <a:gd name="connsiteY83" fmla="*/ 22133 h 6858000"/>
              <a:gd name="connsiteX84" fmla="*/ 643279 w 5434004"/>
              <a:gd name="connsiteY84" fmla="*/ 1037 h 6858000"/>
              <a:gd name="connsiteX85" fmla="*/ 643741 w 5434004"/>
              <a:gd name="connsiteY85" fmla="*/ 0 h 6858000"/>
              <a:gd name="connsiteX0" fmla="*/ 487607 w 5277870"/>
              <a:gd name="connsiteY0" fmla="*/ 0 h 6858000"/>
              <a:gd name="connsiteX1" fmla="*/ 5277870 w 5277870"/>
              <a:gd name="connsiteY1" fmla="*/ 0 h 6858000"/>
              <a:gd name="connsiteX2" fmla="*/ 5277870 w 5277870"/>
              <a:gd name="connsiteY2" fmla="*/ 6858000 h 6858000"/>
              <a:gd name="connsiteX3" fmla="*/ 893273 w 5277870"/>
              <a:gd name="connsiteY3" fmla="*/ 6857998 h 6858000"/>
              <a:gd name="connsiteX4" fmla="*/ 876958 w 5277870"/>
              <a:gd name="connsiteY4" fmla="*/ 6843615 h 6858000"/>
              <a:gd name="connsiteX5" fmla="*/ 848451 w 5277870"/>
              <a:gd name="connsiteY5" fmla="*/ 6800899 h 6858000"/>
              <a:gd name="connsiteX6" fmla="*/ 827952 w 5277870"/>
              <a:gd name="connsiteY6" fmla="*/ 6765441 h 6858000"/>
              <a:gd name="connsiteX7" fmla="*/ 799830 w 5277870"/>
              <a:gd name="connsiteY7" fmla="*/ 6739541 h 6858000"/>
              <a:gd name="connsiteX8" fmla="*/ 789686 w 5277870"/>
              <a:gd name="connsiteY8" fmla="*/ 6673829 h 6858000"/>
              <a:gd name="connsiteX9" fmla="*/ 765406 w 5277870"/>
              <a:gd name="connsiteY9" fmla="*/ 6620155 h 6858000"/>
              <a:gd name="connsiteX10" fmla="*/ 720302 w 5277870"/>
              <a:gd name="connsiteY10" fmla="*/ 6610437 h 6858000"/>
              <a:gd name="connsiteX11" fmla="*/ 720839 w 5277870"/>
              <a:gd name="connsiteY11" fmla="*/ 6596307 h 6858000"/>
              <a:gd name="connsiteX12" fmla="*/ 737648 w 5277870"/>
              <a:gd name="connsiteY12" fmla="*/ 6536039 h 6858000"/>
              <a:gd name="connsiteX13" fmla="*/ 674147 w 5277870"/>
              <a:gd name="connsiteY13" fmla="*/ 6239239 h 6858000"/>
              <a:gd name="connsiteX14" fmla="*/ 660239 w 5277870"/>
              <a:gd name="connsiteY14" fmla="*/ 6116986 h 6858000"/>
              <a:gd name="connsiteX15" fmla="*/ 632472 w 5277870"/>
              <a:gd name="connsiteY15" fmla="*/ 5895434 h 6858000"/>
              <a:gd name="connsiteX16" fmla="*/ 606181 w 5277870"/>
              <a:gd name="connsiteY16" fmla="*/ 5848019 h 6858000"/>
              <a:gd name="connsiteX17" fmla="*/ 558708 w 5277870"/>
              <a:gd name="connsiteY17" fmla="*/ 5722306 h 6858000"/>
              <a:gd name="connsiteX18" fmla="*/ 523366 w 5277870"/>
              <a:gd name="connsiteY18" fmla="*/ 5528085 h 6858000"/>
              <a:gd name="connsiteX19" fmla="*/ 504822 w 5277870"/>
              <a:gd name="connsiteY19" fmla="*/ 5506768 h 6858000"/>
              <a:gd name="connsiteX20" fmla="*/ 486823 w 5277870"/>
              <a:gd name="connsiteY20" fmla="*/ 5473318 h 6858000"/>
              <a:gd name="connsiteX21" fmla="*/ 445965 w 5277870"/>
              <a:gd name="connsiteY21" fmla="*/ 5418521 h 6858000"/>
              <a:gd name="connsiteX22" fmla="*/ 406875 w 5277870"/>
              <a:gd name="connsiteY22" fmla="*/ 5337536 h 6858000"/>
              <a:gd name="connsiteX23" fmla="*/ 428541 w 5277870"/>
              <a:gd name="connsiteY23" fmla="*/ 5255190 h 6858000"/>
              <a:gd name="connsiteX24" fmla="*/ 408744 w 5277870"/>
              <a:gd name="connsiteY24" fmla="*/ 5208171 h 6858000"/>
              <a:gd name="connsiteX25" fmla="*/ 384011 w 5277870"/>
              <a:gd name="connsiteY25" fmla="*/ 4993731 h 6858000"/>
              <a:gd name="connsiteX26" fmla="*/ 355965 w 5277870"/>
              <a:gd name="connsiteY26" fmla="*/ 4896399 h 6858000"/>
              <a:gd name="connsiteX27" fmla="*/ 326244 w 5277870"/>
              <a:gd name="connsiteY27" fmla="*/ 4838613 h 6858000"/>
              <a:gd name="connsiteX28" fmla="*/ 312542 w 5277870"/>
              <a:gd name="connsiteY28" fmla="*/ 4796522 h 6858000"/>
              <a:gd name="connsiteX29" fmla="*/ 274747 w 5277870"/>
              <a:gd name="connsiteY29" fmla="*/ 4672370 h 6858000"/>
              <a:gd name="connsiteX30" fmla="*/ 259158 w 5277870"/>
              <a:gd name="connsiteY30" fmla="*/ 4634253 h 6858000"/>
              <a:gd name="connsiteX31" fmla="*/ 192785 w 5277870"/>
              <a:gd name="connsiteY31" fmla="*/ 4549232 h 6858000"/>
              <a:gd name="connsiteX32" fmla="*/ 136304 w 5277870"/>
              <a:gd name="connsiteY32" fmla="*/ 4479912 h 6858000"/>
              <a:gd name="connsiteX33" fmla="*/ 127433 w 5277870"/>
              <a:gd name="connsiteY33" fmla="*/ 4376609 h 6858000"/>
              <a:gd name="connsiteX34" fmla="*/ 90884 w 5277870"/>
              <a:gd name="connsiteY34" fmla="*/ 4280257 h 6858000"/>
              <a:gd name="connsiteX35" fmla="*/ 87020 w 5277870"/>
              <a:gd name="connsiteY35" fmla="*/ 4208492 h 6858000"/>
              <a:gd name="connsiteX36" fmla="*/ 111109 w 5277870"/>
              <a:gd name="connsiteY36" fmla="*/ 4120636 h 6858000"/>
              <a:gd name="connsiteX37" fmla="*/ 118542 w 5277870"/>
              <a:gd name="connsiteY37" fmla="*/ 4116556 h 6858000"/>
              <a:gd name="connsiteX38" fmla="*/ 117882 w 5277870"/>
              <a:gd name="connsiteY38" fmla="*/ 4109625 h 6858000"/>
              <a:gd name="connsiteX39" fmla="*/ 110577 w 5277870"/>
              <a:gd name="connsiteY39" fmla="*/ 4105624 h 6858000"/>
              <a:gd name="connsiteX40" fmla="*/ 111226 w 5277870"/>
              <a:gd name="connsiteY40" fmla="*/ 4051441 h 6858000"/>
              <a:gd name="connsiteX41" fmla="*/ 124729 w 5277870"/>
              <a:gd name="connsiteY41" fmla="*/ 3988494 h 6858000"/>
              <a:gd name="connsiteX42" fmla="*/ 98339 w 5277870"/>
              <a:gd name="connsiteY42" fmla="*/ 3926485 h 6858000"/>
              <a:gd name="connsiteX43" fmla="*/ 82808 w 5277870"/>
              <a:gd name="connsiteY43" fmla="*/ 3857057 h 6858000"/>
              <a:gd name="connsiteX44" fmla="*/ 73254 w 5277870"/>
              <a:gd name="connsiteY44" fmla="*/ 3815650 h 6858000"/>
              <a:gd name="connsiteX45" fmla="*/ 67891 w 5277870"/>
              <a:gd name="connsiteY45" fmla="*/ 3696745 h 6858000"/>
              <a:gd name="connsiteX46" fmla="*/ 85894 w 5277870"/>
              <a:gd name="connsiteY46" fmla="*/ 3477814 h 6858000"/>
              <a:gd name="connsiteX47" fmla="*/ 83529 w 5277870"/>
              <a:gd name="connsiteY47" fmla="*/ 3375354 h 6858000"/>
              <a:gd name="connsiteX48" fmla="*/ 86805 w 5277870"/>
              <a:gd name="connsiteY48" fmla="*/ 3235494 h 6858000"/>
              <a:gd name="connsiteX49" fmla="*/ 79332 w 5277870"/>
              <a:gd name="connsiteY49" fmla="*/ 3111896 h 6858000"/>
              <a:gd name="connsiteX50" fmla="*/ 69725 w 5277870"/>
              <a:gd name="connsiteY50" fmla="*/ 3061665 h 6858000"/>
              <a:gd name="connsiteX51" fmla="*/ 58409 w 5277870"/>
              <a:gd name="connsiteY51" fmla="*/ 3026187 h 6858000"/>
              <a:gd name="connsiteX52" fmla="*/ 52868 w 5277870"/>
              <a:gd name="connsiteY52" fmla="*/ 2930097 h 6858000"/>
              <a:gd name="connsiteX53" fmla="*/ 53405 w 5277870"/>
              <a:gd name="connsiteY53" fmla="*/ 2768399 h 6858000"/>
              <a:gd name="connsiteX54" fmla="*/ 51356 w 5277870"/>
              <a:gd name="connsiteY54" fmla="*/ 2734615 h 6858000"/>
              <a:gd name="connsiteX55" fmla="*/ 40996 w 5277870"/>
              <a:gd name="connsiteY55" fmla="*/ 2708116 h 6858000"/>
              <a:gd name="connsiteX56" fmla="*/ 31097 w 5277870"/>
              <a:gd name="connsiteY56" fmla="*/ 2704185 h 6858000"/>
              <a:gd name="connsiteX57" fmla="*/ 28589 w 5277870"/>
              <a:gd name="connsiteY57" fmla="*/ 2686011 h 6858000"/>
              <a:gd name="connsiteX58" fmla="*/ 13795 w 5277870"/>
              <a:gd name="connsiteY58" fmla="*/ 2656504 h 6858000"/>
              <a:gd name="connsiteX59" fmla="*/ 32108 w 5277870"/>
              <a:gd name="connsiteY59" fmla="*/ 2589493 h 6858000"/>
              <a:gd name="connsiteX60" fmla="*/ 32991 w 5277870"/>
              <a:gd name="connsiteY60" fmla="*/ 2457617 h 6858000"/>
              <a:gd name="connsiteX61" fmla="*/ 39071 w 5277870"/>
              <a:gd name="connsiteY61" fmla="*/ 2210817 h 6858000"/>
              <a:gd name="connsiteX62" fmla="*/ 19663 w 5277870"/>
              <a:gd name="connsiteY62" fmla="*/ 1901521 h 6858000"/>
              <a:gd name="connsiteX63" fmla="*/ 0 w 5277870"/>
              <a:gd name="connsiteY63" fmla="*/ 1700722 h 6858000"/>
              <a:gd name="connsiteX64" fmla="*/ 18023 w 5277870"/>
              <a:gd name="connsiteY64" fmla="*/ 1661610 h 6858000"/>
              <a:gd name="connsiteX65" fmla="*/ 24668 w 5277870"/>
              <a:gd name="connsiteY65" fmla="*/ 1640073 h 6858000"/>
              <a:gd name="connsiteX66" fmla="*/ 23087 w 5277870"/>
              <a:gd name="connsiteY66" fmla="*/ 1637398 h 6858000"/>
              <a:gd name="connsiteX67" fmla="*/ 23692 w 5277870"/>
              <a:gd name="connsiteY67" fmla="*/ 1612248 h 6858000"/>
              <a:gd name="connsiteX68" fmla="*/ 41914 w 5277870"/>
              <a:gd name="connsiteY68" fmla="*/ 1498097 h 6858000"/>
              <a:gd name="connsiteX69" fmla="*/ 40195 w 5277870"/>
              <a:gd name="connsiteY69" fmla="*/ 1497364 h 6858000"/>
              <a:gd name="connsiteX70" fmla="*/ 37070 w 5277870"/>
              <a:gd name="connsiteY70" fmla="*/ 1490042 h 6858000"/>
              <a:gd name="connsiteX71" fmla="*/ 55020 w 5277870"/>
              <a:gd name="connsiteY71" fmla="*/ 1451416 h 6858000"/>
              <a:gd name="connsiteX72" fmla="*/ 91616 w 5277870"/>
              <a:gd name="connsiteY72" fmla="*/ 1281781 h 6858000"/>
              <a:gd name="connsiteX73" fmla="*/ 166980 w 5277870"/>
              <a:gd name="connsiteY73" fmla="*/ 1074754 h 6858000"/>
              <a:gd name="connsiteX74" fmla="*/ 201075 w 5277870"/>
              <a:gd name="connsiteY74" fmla="*/ 1019094 h 6858000"/>
              <a:gd name="connsiteX75" fmla="*/ 237042 w 5277870"/>
              <a:gd name="connsiteY75" fmla="*/ 938921 h 6858000"/>
              <a:gd name="connsiteX76" fmla="*/ 295369 w 5277870"/>
              <a:gd name="connsiteY76" fmla="*/ 815814 h 6858000"/>
              <a:gd name="connsiteX77" fmla="*/ 411453 w 5277870"/>
              <a:gd name="connsiteY77" fmla="*/ 584070 h 6858000"/>
              <a:gd name="connsiteX78" fmla="*/ 436475 w 5277870"/>
              <a:gd name="connsiteY78" fmla="*/ 461805 h 6858000"/>
              <a:gd name="connsiteX79" fmla="*/ 468429 w 5277870"/>
              <a:gd name="connsiteY79" fmla="*/ 360945 h 6858000"/>
              <a:gd name="connsiteX80" fmla="*/ 470922 w 5277870"/>
              <a:gd name="connsiteY80" fmla="*/ 226335 h 6858000"/>
              <a:gd name="connsiteX81" fmla="*/ 499717 w 5277870"/>
              <a:gd name="connsiteY81" fmla="*/ 51690 h 6858000"/>
              <a:gd name="connsiteX82" fmla="*/ 497850 w 5277870"/>
              <a:gd name="connsiteY82" fmla="*/ 22133 h 6858000"/>
              <a:gd name="connsiteX83" fmla="*/ 487145 w 5277870"/>
              <a:gd name="connsiteY83" fmla="*/ 1037 h 6858000"/>
              <a:gd name="connsiteX84" fmla="*/ 487607 w 5277870"/>
              <a:gd name="connsiteY84"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5277870" h="6858000">
                <a:moveTo>
                  <a:pt x="487607" y="0"/>
                </a:moveTo>
                <a:lnTo>
                  <a:pt x="5277870" y="0"/>
                </a:lnTo>
                <a:lnTo>
                  <a:pt x="5277870" y="6858000"/>
                </a:lnTo>
                <a:lnTo>
                  <a:pt x="893273" y="6857998"/>
                </a:lnTo>
                <a:lnTo>
                  <a:pt x="876958" y="6843615"/>
                </a:lnTo>
                <a:lnTo>
                  <a:pt x="848451" y="6800899"/>
                </a:lnTo>
                <a:lnTo>
                  <a:pt x="827952" y="6765441"/>
                </a:lnTo>
                <a:cubicBezTo>
                  <a:pt x="827507" y="6750832"/>
                  <a:pt x="798355" y="6753978"/>
                  <a:pt x="799830" y="6739541"/>
                </a:cubicBezTo>
                <a:cubicBezTo>
                  <a:pt x="786503" y="6723280"/>
                  <a:pt x="803673" y="6682742"/>
                  <a:pt x="789686" y="6673829"/>
                </a:cubicBezTo>
                <a:cubicBezTo>
                  <a:pt x="776006" y="6657903"/>
                  <a:pt x="778015" y="6625745"/>
                  <a:pt x="765406" y="6620155"/>
                </a:cubicBezTo>
                <a:lnTo>
                  <a:pt x="720302" y="6610437"/>
                </a:lnTo>
                <a:lnTo>
                  <a:pt x="720839" y="6596307"/>
                </a:lnTo>
                <a:lnTo>
                  <a:pt x="737648" y="6536039"/>
                </a:lnTo>
                <a:cubicBezTo>
                  <a:pt x="731713" y="6378236"/>
                  <a:pt x="664893" y="6350780"/>
                  <a:pt x="674147" y="6239239"/>
                </a:cubicBezTo>
                <a:cubicBezTo>
                  <a:pt x="668193" y="6196030"/>
                  <a:pt x="677776" y="6168747"/>
                  <a:pt x="660239" y="6116986"/>
                </a:cubicBezTo>
                <a:cubicBezTo>
                  <a:pt x="693882" y="6035788"/>
                  <a:pt x="626477" y="5971885"/>
                  <a:pt x="632472" y="5895434"/>
                </a:cubicBezTo>
                <a:cubicBezTo>
                  <a:pt x="571936" y="5884249"/>
                  <a:pt x="624704" y="5880776"/>
                  <a:pt x="606181" y="5848019"/>
                </a:cubicBezTo>
                <a:cubicBezTo>
                  <a:pt x="593885" y="5819164"/>
                  <a:pt x="572509" y="5775628"/>
                  <a:pt x="558708" y="5722306"/>
                </a:cubicBezTo>
                <a:cubicBezTo>
                  <a:pt x="551746" y="5685812"/>
                  <a:pt x="532346" y="5564008"/>
                  <a:pt x="523366" y="5528085"/>
                </a:cubicBezTo>
                <a:cubicBezTo>
                  <a:pt x="518594" y="5519172"/>
                  <a:pt x="523045" y="5505250"/>
                  <a:pt x="504822" y="5506768"/>
                </a:cubicBezTo>
                <a:cubicBezTo>
                  <a:pt x="482648" y="5506487"/>
                  <a:pt x="511311" y="5459433"/>
                  <a:pt x="486823" y="5473318"/>
                </a:cubicBezTo>
                <a:cubicBezTo>
                  <a:pt x="506358" y="5440194"/>
                  <a:pt x="459463" y="5435836"/>
                  <a:pt x="445965" y="5418521"/>
                </a:cubicBezTo>
                <a:cubicBezTo>
                  <a:pt x="465954" y="5390815"/>
                  <a:pt x="417921" y="5381811"/>
                  <a:pt x="406875" y="5337536"/>
                </a:cubicBezTo>
                <a:cubicBezTo>
                  <a:pt x="430123" y="5306619"/>
                  <a:pt x="399081" y="5307846"/>
                  <a:pt x="428541" y="5255190"/>
                </a:cubicBezTo>
                <a:cubicBezTo>
                  <a:pt x="428852" y="5233629"/>
                  <a:pt x="407502" y="5247189"/>
                  <a:pt x="408744" y="5208171"/>
                </a:cubicBezTo>
                <a:cubicBezTo>
                  <a:pt x="406613" y="5154483"/>
                  <a:pt x="390295" y="5051554"/>
                  <a:pt x="384011" y="4993731"/>
                </a:cubicBezTo>
                <a:cubicBezTo>
                  <a:pt x="373186" y="4967089"/>
                  <a:pt x="370884" y="4912140"/>
                  <a:pt x="355965" y="4896399"/>
                </a:cubicBezTo>
                <a:cubicBezTo>
                  <a:pt x="355837" y="4852829"/>
                  <a:pt x="351078" y="4813709"/>
                  <a:pt x="326244" y="4838613"/>
                </a:cubicBezTo>
                <a:cubicBezTo>
                  <a:pt x="299018" y="4831439"/>
                  <a:pt x="336627" y="4804968"/>
                  <a:pt x="312542" y="4796522"/>
                </a:cubicBezTo>
                <a:lnTo>
                  <a:pt x="274747" y="4672370"/>
                </a:lnTo>
                <a:cubicBezTo>
                  <a:pt x="286762" y="4649487"/>
                  <a:pt x="276585" y="4640072"/>
                  <a:pt x="259158" y="4634253"/>
                </a:cubicBezTo>
                <a:cubicBezTo>
                  <a:pt x="255297" y="4595381"/>
                  <a:pt x="210632" y="4586807"/>
                  <a:pt x="192785" y="4549232"/>
                </a:cubicBezTo>
                <a:cubicBezTo>
                  <a:pt x="175514" y="4501329"/>
                  <a:pt x="155204" y="4520147"/>
                  <a:pt x="136304" y="4479912"/>
                </a:cubicBezTo>
                <a:lnTo>
                  <a:pt x="127433" y="4376609"/>
                </a:lnTo>
                <a:cubicBezTo>
                  <a:pt x="119863" y="4343333"/>
                  <a:pt x="97619" y="4308276"/>
                  <a:pt x="90884" y="4280257"/>
                </a:cubicBezTo>
                <a:cubicBezTo>
                  <a:pt x="94219" y="4220025"/>
                  <a:pt x="104684" y="4233011"/>
                  <a:pt x="87020" y="4208492"/>
                </a:cubicBezTo>
                <a:cubicBezTo>
                  <a:pt x="95065" y="4180444"/>
                  <a:pt x="129022" y="4152083"/>
                  <a:pt x="111109" y="4120636"/>
                </a:cubicBezTo>
                <a:cubicBezTo>
                  <a:pt x="115978" y="4121934"/>
                  <a:pt x="117998" y="4120145"/>
                  <a:pt x="118542" y="4116556"/>
                </a:cubicBezTo>
                <a:cubicBezTo>
                  <a:pt x="118321" y="4114246"/>
                  <a:pt x="118101" y="4111935"/>
                  <a:pt x="117882" y="4109625"/>
                </a:cubicBezTo>
                <a:lnTo>
                  <a:pt x="110577" y="4105624"/>
                </a:lnTo>
                <a:cubicBezTo>
                  <a:pt x="85114" y="4088878"/>
                  <a:pt x="113587" y="4082596"/>
                  <a:pt x="111226" y="4051441"/>
                </a:cubicBezTo>
                <a:cubicBezTo>
                  <a:pt x="111638" y="4036628"/>
                  <a:pt x="118512" y="3985548"/>
                  <a:pt x="124729" y="3988494"/>
                </a:cubicBezTo>
                <a:lnTo>
                  <a:pt x="98339" y="3926485"/>
                </a:lnTo>
                <a:cubicBezTo>
                  <a:pt x="120456" y="3887663"/>
                  <a:pt x="82381" y="3893685"/>
                  <a:pt x="82808" y="3857057"/>
                </a:cubicBezTo>
                <a:cubicBezTo>
                  <a:pt x="89625" y="3836374"/>
                  <a:pt x="88641" y="3824518"/>
                  <a:pt x="73254" y="3815650"/>
                </a:cubicBezTo>
                <a:cubicBezTo>
                  <a:pt x="107452" y="3718923"/>
                  <a:pt x="64680" y="3772318"/>
                  <a:pt x="67891" y="3696745"/>
                </a:cubicBezTo>
                <a:cubicBezTo>
                  <a:pt x="73347" y="3630391"/>
                  <a:pt x="83288" y="3531379"/>
                  <a:pt x="85894" y="3477814"/>
                </a:cubicBezTo>
                <a:cubicBezTo>
                  <a:pt x="88500" y="3424249"/>
                  <a:pt x="86217" y="3377198"/>
                  <a:pt x="83529" y="3375354"/>
                </a:cubicBezTo>
                <a:cubicBezTo>
                  <a:pt x="83101" y="3339059"/>
                  <a:pt x="90016" y="3285266"/>
                  <a:pt x="86805" y="3235494"/>
                </a:cubicBezTo>
                <a:cubicBezTo>
                  <a:pt x="78762" y="3207446"/>
                  <a:pt x="61419" y="3143345"/>
                  <a:pt x="79332" y="3111896"/>
                </a:cubicBezTo>
                <a:cubicBezTo>
                  <a:pt x="59856" y="3117096"/>
                  <a:pt x="85974" y="3072872"/>
                  <a:pt x="69725" y="3061665"/>
                </a:cubicBezTo>
                <a:cubicBezTo>
                  <a:pt x="56184" y="3054621"/>
                  <a:pt x="60953" y="3039562"/>
                  <a:pt x="58409" y="3026187"/>
                </a:cubicBezTo>
                <a:cubicBezTo>
                  <a:pt x="45869" y="3013333"/>
                  <a:pt x="46112" y="2950064"/>
                  <a:pt x="52868" y="2930097"/>
                </a:cubicBezTo>
                <a:cubicBezTo>
                  <a:pt x="80421" y="2876459"/>
                  <a:pt x="32874" y="2811741"/>
                  <a:pt x="53405" y="2768399"/>
                </a:cubicBezTo>
                <a:cubicBezTo>
                  <a:pt x="54801" y="2755814"/>
                  <a:pt x="53816" y="2744722"/>
                  <a:pt x="51356" y="2734615"/>
                </a:cubicBezTo>
                <a:lnTo>
                  <a:pt x="40996" y="2708116"/>
                </a:lnTo>
                <a:lnTo>
                  <a:pt x="31097" y="2704185"/>
                </a:lnTo>
                <a:lnTo>
                  <a:pt x="28589" y="2686011"/>
                </a:lnTo>
                <a:lnTo>
                  <a:pt x="13795" y="2656504"/>
                </a:lnTo>
                <a:cubicBezTo>
                  <a:pt x="56166" y="2648211"/>
                  <a:pt x="-6214" y="2580540"/>
                  <a:pt x="32108" y="2589493"/>
                </a:cubicBezTo>
                <a:cubicBezTo>
                  <a:pt x="22039" y="2539863"/>
                  <a:pt x="41060" y="2531259"/>
                  <a:pt x="32991" y="2457617"/>
                </a:cubicBezTo>
                <a:cubicBezTo>
                  <a:pt x="45635" y="2365891"/>
                  <a:pt x="40786" y="2284833"/>
                  <a:pt x="39071" y="2210817"/>
                </a:cubicBezTo>
                <a:cubicBezTo>
                  <a:pt x="39941" y="2106412"/>
                  <a:pt x="22396" y="1993081"/>
                  <a:pt x="19663" y="1901521"/>
                </a:cubicBezTo>
                <a:cubicBezTo>
                  <a:pt x="10670" y="1826286"/>
                  <a:pt x="4249" y="1796783"/>
                  <a:pt x="0" y="1700722"/>
                </a:cubicBezTo>
                <a:cubicBezTo>
                  <a:pt x="5587" y="1695223"/>
                  <a:pt x="14814" y="1668682"/>
                  <a:pt x="18023" y="1661610"/>
                </a:cubicBezTo>
                <a:lnTo>
                  <a:pt x="24668" y="1640073"/>
                </a:lnTo>
                <a:lnTo>
                  <a:pt x="23087" y="1637398"/>
                </a:lnTo>
                <a:cubicBezTo>
                  <a:pt x="19812" y="1625364"/>
                  <a:pt x="20811" y="1617807"/>
                  <a:pt x="23692" y="1612248"/>
                </a:cubicBezTo>
                <a:lnTo>
                  <a:pt x="41914" y="1498097"/>
                </a:lnTo>
                <a:lnTo>
                  <a:pt x="40195" y="1497364"/>
                </a:lnTo>
                <a:lnTo>
                  <a:pt x="37070" y="1490042"/>
                </a:lnTo>
                <a:lnTo>
                  <a:pt x="55020" y="1451416"/>
                </a:lnTo>
                <a:cubicBezTo>
                  <a:pt x="73102" y="1417430"/>
                  <a:pt x="80421" y="1313985"/>
                  <a:pt x="91616" y="1281781"/>
                </a:cubicBezTo>
                <a:cubicBezTo>
                  <a:pt x="137974" y="1171345"/>
                  <a:pt x="146547" y="1130634"/>
                  <a:pt x="166980" y="1074754"/>
                </a:cubicBezTo>
                <a:cubicBezTo>
                  <a:pt x="181651" y="1040817"/>
                  <a:pt x="190408" y="1034723"/>
                  <a:pt x="201075" y="1019094"/>
                </a:cubicBezTo>
                <a:cubicBezTo>
                  <a:pt x="207201" y="1005265"/>
                  <a:pt x="260932" y="958184"/>
                  <a:pt x="237042" y="938921"/>
                </a:cubicBezTo>
                <a:cubicBezTo>
                  <a:pt x="287348" y="869297"/>
                  <a:pt x="265291" y="876942"/>
                  <a:pt x="295369" y="815814"/>
                </a:cubicBezTo>
                <a:cubicBezTo>
                  <a:pt x="329951" y="751141"/>
                  <a:pt x="383834" y="609442"/>
                  <a:pt x="411453" y="584070"/>
                </a:cubicBezTo>
                <a:cubicBezTo>
                  <a:pt x="438653" y="530431"/>
                  <a:pt x="423178" y="516020"/>
                  <a:pt x="436475" y="461805"/>
                </a:cubicBezTo>
                <a:cubicBezTo>
                  <a:pt x="454281" y="438996"/>
                  <a:pt x="448264" y="386523"/>
                  <a:pt x="468429" y="360945"/>
                </a:cubicBezTo>
                <a:cubicBezTo>
                  <a:pt x="474686" y="267247"/>
                  <a:pt x="468220" y="285413"/>
                  <a:pt x="470922" y="226335"/>
                </a:cubicBezTo>
                <a:cubicBezTo>
                  <a:pt x="481883" y="180653"/>
                  <a:pt x="495229" y="85724"/>
                  <a:pt x="499717" y="51690"/>
                </a:cubicBezTo>
                <a:cubicBezTo>
                  <a:pt x="482601" y="39734"/>
                  <a:pt x="492651" y="34426"/>
                  <a:pt x="497850" y="22133"/>
                </a:cubicBezTo>
                <a:cubicBezTo>
                  <a:pt x="482148" y="14444"/>
                  <a:pt x="483752" y="7720"/>
                  <a:pt x="487145" y="1037"/>
                </a:cubicBezTo>
                <a:lnTo>
                  <a:pt x="487607"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textruta 10">
            <a:extLst>
              <a:ext uri="{FF2B5EF4-FFF2-40B4-BE49-F238E27FC236}">
                <a16:creationId xmlns:a16="http://schemas.microsoft.com/office/drawing/2014/main" id="{099298DE-2344-F0BE-9A14-77BEA157C58E}"/>
              </a:ext>
            </a:extLst>
          </p:cNvPr>
          <p:cNvSpPr txBox="1"/>
          <p:nvPr/>
        </p:nvSpPr>
        <p:spPr>
          <a:xfrm>
            <a:off x="270189" y="266596"/>
            <a:ext cx="4327560" cy="6324808"/>
          </a:xfrm>
          <a:prstGeom prst="rect">
            <a:avLst/>
          </a:prstGeom>
          <a:noFill/>
        </p:spPr>
        <p:txBody>
          <a:bodyPr wrap="square">
            <a:spAutoFit/>
          </a:bodyPr>
          <a:lstStyle/>
          <a:p>
            <a:pPr>
              <a:buNone/>
            </a:pPr>
            <a:r>
              <a:rPr lang="sv-SE" sz="1500" b="1" dirty="0"/>
              <a:t>Oövervakad inlärning</a:t>
            </a:r>
          </a:p>
          <a:p>
            <a:pPr>
              <a:buNone/>
            </a:pPr>
            <a:r>
              <a:rPr lang="sv-SE" sz="1500" dirty="0"/>
              <a:t>Målet med oövervakad inlärning är inte att säga hur rätt modellen har utan hitta en viss typ av struktur i datan (tex. finns det grupper av datapunkter som liknar varandra? Finns det datapunkter som sticker ut eller kan vi beskriva datan med färre dimensioner så vi kan förstå den bättre? Den används i mitt projekt för att hitta mönster i data utan målvariabel. </a:t>
            </a:r>
          </a:p>
          <a:p>
            <a:pPr>
              <a:buNone/>
            </a:pPr>
            <a:r>
              <a:rPr lang="sv-SE" sz="1500" dirty="0"/>
              <a:t>Två vanliga metoder är PCA och </a:t>
            </a:r>
            <a:r>
              <a:rPr lang="sv-SE" sz="1500" dirty="0" err="1"/>
              <a:t>klustring</a:t>
            </a:r>
            <a:r>
              <a:rPr lang="sv-SE" sz="1500" dirty="0"/>
              <a:t>. PCA används för att reducera dimensioner genom att kombinera variabler till ett mindre antal komponenter som fångar mest variation i datan. Detta gör datan enklare att visualisera och analysera. </a:t>
            </a:r>
            <a:br>
              <a:rPr lang="sv-SE" sz="1500" dirty="0"/>
            </a:br>
            <a:r>
              <a:rPr lang="sv-SE" sz="1500" dirty="0" err="1"/>
              <a:t>Klustring</a:t>
            </a:r>
            <a:r>
              <a:rPr lang="sv-SE" sz="1500" dirty="0"/>
              <a:t>, till exempel </a:t>
            </a:r>
            <a:r>
              <a:rPr lang="sv-SE" sz="1500" dirty="0" err="1"/>
              <a:t>KMeans</a:t>
            </a:r>
            <a:r>
              <a:rPr lang="sv-SE" sz="1500" dirty="0"/>
              <a:t>, används för att gruppera observationer baserat på likhet.</a:t>
            </a:r>
            <a:br>
              <a:rPr lang="sv-SE" sz="1500" dirty="0"/>
            </a:br>
            <a:r>
              <a:rPr lang="sv-SE" sz="1500" dirty="0"/>
              <a:t>I projektet implementerade jag </a:t>
            </a:r>
            <a:r>
              <a:rPr lang="sv-SE" sz="1500" dirty="0" err="1"/>
              <a:t>KMeans</a:t>
            </a:r>
            <a:r>
              <a:rPr lang="sv-SE" sz="1500" dirty="0"/>
              <a:t> på utvalda X-variabler. Resultatet visade att bostadsområden kan delas in i olika kluster som i stor utsträckning följer geografiska regioner. Detta tyder på att det finns struktur i datan och att områden kan segmenteras i olika typer, vilket kan användas som beslutsstöd. Risker är att kluster kan vara svåra att tolka och att valet av antal kluster påverkar resultatet.</a:t>
            </a:r>
          </a:p>
          <a:p>
            <a:pPr>
              <a:buNone/>
            </a:pPr>
            <a:endParaRPr lang="sv-SE" sz="1500" dirty="0"/>
          </a:p>
        </p:txBody>
      </p:sp>
      <p:pic>
        <p:nvPicPr>
          <p:cNvPr id="13" name="Bildobjekt 12">
            <a:extLst>
              <a:ext uri="{FF2B5EF4-FFF2-40B4-BE49-F238E27FC236}">
                <a16:creationId xmlns:a16="http://schemas.microsoft.com/office/drawing/2014/main" id="{483ECF17-3B92-9551-C488-C5AEAEBE71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6158" y="266596"/>
            <a:ext cx="3073615" cy="2414223"/>
          </a:xfrm>
          <a:prstGeom prst="rect">
            <a:avLst/>
          </a:prstGeom>
        </p:spPr>
      </p:pic>
      <p:pic>
        <p:nvPicPr>
          <p:cNvPr id="15" name="Bildobjekt 14">
            <a:extLst>
              <a:ext uri="{FF2B5EF4-FFF2-40B4-BE49-F238E27FC236}">
                <a16:creationId xmlns:a16="http://schemas.microsoft.com/office/drawing/2014/main" id="{F6479D64-BD91-173E-6499-A48FCC7897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16904" y="1954301"/>
            <a:ext cx="3204907" cy="2414223"/>
          </a:xfrm>
          <a:prstGeom prst="rect">
            <a:avLst/>
          </a:prstGeom>
        </p:spPr>
      </p:pic>
      <p:pic>
        <p:nvPicPr>
          <p:cNvPr id="17" name="Bildobjekt 16">
            <a:extLst>
              <a:ext uri="{FF2B5EF4-FFF2-40B4-BE49-F238E27FC236}">
                <a16:creationId xmlns:a16="http://schemas.microsoft.com/office/drawing/2014/main" id="{D26437BA-BDA5-CFF1-432E-A5E0D605F1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86158" y="4080511"/>
            <a:ext cx="3230745" cy="2414223"/>
          </a:xfrm>
          <a:prstGeom prst="rect">
            <a:avLst/>
          </a:prstGeom>
        </p:spPr>
      </p:pic>
    </p:spTree>
    <p:extLst>
      <p:ext uri="{BB962C8B-B14F-4D97-AF65-F5344CB8AC3E}">
        <p14:creationId xmlns:p14="http://schemas.microsoft.com/office/powerpoint/2010/main" val="1356687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 name="Rectangle 9">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38" name="Group 11">
            <a:extLst>
              <a:ext uri="{FF2B5EF4-FFF2-40B4-BE49-F238E27FC236}">
                <a16:creationId xmlns:a16="http://schemas.microsoft.com/office/drawing/2014/main" id="{5D1A9D8B-3117-4D9D-BDA4-DD81895098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7467600" cy="6858000"/>
            <a:chOff x="7467600" y="0"/>
            <a:chExt cx="4724400" cy="6858000"/>
          </a:xfrm>
        </p:grpSpPr>
        <p:sp>
          <p:nvSpPr>
            <p:cNvPr id="13" name="Rectangle 12">
              <a:extLst>
                <a:ext uri="{FF2B5EF4-FFF2-40B4-BE49-F238E27FC236}">
                  <a16:creationId xmlns:a16="http://schemas.microsoft.com/office/drawing/2014/main" id="{A7877B25-8C10-4C8D-BC88-BF3C557F8F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Rectangle 13">
              <a:extLst>
                <a:ext uri="{FF2B5EF4-FFF2-40B4-BE49-F238E27FC236}">
                  <a16:creationId xmlns:a16="http://schemas.microsoft.com/office/drawing/2014/main" id="{54F0DD86-96CD-4F5F-BA4D-FFC17F2D6C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6" name="Freeform: Shape 15">
            <a:extLst>
              <a:ext uri="{FF2B5EF4-FFF2-40B4-BE49-F238E27FC236}">
                <a16:creationId xmlns:a16="http://schemas.microsoft.com/office/drawing/2014/main" id="{BD92035A-AA2F-4CD8-A556-1CE8BDEC75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69701" cy="6858000"/>
          </a:xfrm>
          <a:custGeom>
            <a:avLst/>
            <a:gdLst>
              <a:gd name="connsiteX0" fmla="*/ 369702 w 7467600"/>
              <a:gd name="connsiteY0" fmla="*/ 6712169 h 6858000"/>
              <a:gd name="connsiteX1" fmla="*/ 366575 w 7467600"/>
              <a:gd name="connsiteY1" fmla="*/ 6715556 h 6858000"/>
              <a:gd name="connsiteX2" fmla="*/ 371637 w 7467600"/>
              <a:gd name="connsiteY2" fmla="*/ 6713954 h 6858000"/>
              <a:gd name="connsiteX3" fmla="*/ 7090188 w 7467600"/>
              <a:gd name="connsiteY3" fmla="*/ 6584365 h 6858000"/>
              <a:gd name="connsiteX4" fmla="*/ 7440138 w 7467600"/>
              <a:gd name="connsiteY4" fmla="*/ 6622648 h 6858000"/>
              <a:gd name="connsiteX5" fmla="*/ 7467600 w 7467600"/>
              <a:gd name="connsiteY5" fmla="*/ 6628217 h 6858000"/>
              <a:gd name="connsiteX6" fmla="*/ 7467600 w 7467600"/>
              <a:gd name="connsiteY6" fmla="*/ 6668575 h 6858000"/>
              <a:gd name="connsiteX7" fmla="*/ 7392322 w 7467600"/>
              <a:gd name="connsiteY7" fmla="*/ 6658238 h 6858000"/>
              <a:gd name="connsiteX8" fmla="*/ 7467600 w 7467600"/>
              <a:gd name="connsiteY8" fmla="*/ 6683873 h 6858000"/>
              <a:gd name="connsiteX9" fmla="*/ 7467600 w 7467600"/>
              <a:gd name="connsiteY9" fmla="*/ 6714215 h 6858000"/>
              <a:gd name="connsiteX10" fmla="*/ 7447383 w 7467600"/>
              <a:gd name="connsiteY10" fmla="*/ 6707202 h 6858000"/>
              <a:gd name="connsiteX11" fmla="*/ 7289862 w 7467600"/>
              <a:gd name="connsiteY11" fmla="*/ 6659827 h 6858000"/>
              <a:gd name="connsiteX12" fmla="*/ 7434024 w 7467600"/>
              <a:gd name="connsiteY12" fmla="*/ 6722130 h 6858000"/>
              <a:gd name="connsiteX13" fmla="*/ 7467600 w 7467600"/>
              <a:gd name="connsiteY13" fmla="*/ 6736157 h 6858000"/>
              <a:gd name="connsiteX14" fmla="*/ 7467600 w 7467600"/>
              <a:gd name="connsiteY14" fmla="*/ 6767913 h 6858000"/>
              <a:gd name="connsiteX15" fmla="*/ 7271814 w 7467600"/>
              <a:gd name="connsiteY15" fmla="*/ 6684601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7090188 w 7467600"/>
              <a:gd name="connsiteY21" fmla="*/ 6584365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61797 w 7467600"/>
              <a:gd name="connsiteY74" fmla="*/ 5419899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126431 w 7467600"/>
              <a:gd name="connsiteY88" fmla="*/ 5737872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6861797 w 7467600"/>
              <a:gd name="connsiteY101" fmla="*/ 5419899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7133363 w 7467600"/>
              <a:gd name="connsiteY125" fmla="*/ 5050246 h 6858000"/>
              <a:gd name="connsiteX126" fmla="*/ 7450656 w 7467600"/>
              <a:gd name="connsiteY126" fmla="*/ 5134750 h 6858000"/>
              <a:gd name="connsiteX127" fmla="*/ 7467600 w 7467600"/>
              <a:gd name="connsiteY127" fmla="*/ 5142496 h 6858000"/>
              <a:gd name="connsiteX128" fmla="*/ 7467600 w 7467600"/>
              <a:gd name="connsiteY128" fmla="*/ 5158623 h 6858000"/>
              <a:gd name="connsiteX129" fmla="*/ 7427076 w 7467600"/>
              <a:gd name="connsiteY129" fmla="*/ 5142684 h 6858000"/>
              <a:gd name="connsiteX130" fmla="*/ 7467600 w 7467600"/>
              <a:gd name="connsiteY130" fmla="*/ 5164774 h 6858000"/>
              <a:gd name="connsiteX131" fmla="*/ 7467600 w 7467600"/>
              <a:gd name="connsiteY131" fmla="*/ 5199146 h 6858000"/>
              <a:gd name="connsiteX132" fmla="*/ 7391022 w 7467600"/>
              <a:gd name="connsiteY132" fmla="*/ 5158141 h 6858000"/>
              <a:gd name="connsiteX133" fmla="*/ 7312201 w 7467600"/>
              <a:gd name="connsiteY133" fmla="*/ 5128278 h 6858000"/>
              <a:gd name="connsiteX134" fmla="*/ 7343603 w 7467600"/>
              <a:gd name="connsiteY134" fmla="*/ 5149746 h 6858000"/>
              <a:gd name="connsiteX135" fmla="*/ 7467600 w 7467600"/>
              <a:gd name="connsiteY135" fmla="*/ 5241225 h 6858000"/>
              <a:gd name="connsiteX136" fmla="*/ 7467600 w 7467600"/>
              <a:gd name="connsiteY136" fmla="*/ 5277736 h 6858000"/>
              <a:gd name="connsiteX137" fmla="*/ 7327465 w 7467600"/>
              <a:gd name="connsiteY137" fmla="*/ 5174181 h 6858000"/>
              <a:gd name="connsiteX138" fmla="*/ 7244057 w 7467600"/>
              <a:gd name="connsiteY138" fmla="*/ 5124233 h 6858000"/>
              <a:gd name="connsiteX139" fmla="*/ 7353035 w 7467600"/>
              <a:gd name="connsiteY139" fmla="*/ 5197318 h 6858000"/>
              <a:gd name="connsiteX140" fmla="*/ 7467600 w 7467600"/>
              <a:gd name="connsiteY140" fmla="*/ 5297634 h 6858000"/>
              <a:gd name="connsiteX141" fmla="*/ 7467600 w 7467600"/>
              <a:gd name="connsiteY141" fmla="*/ 5361850 h 6858000"/>
              <a:gd name="connsiteX142" fmla="*/ 7368569 w 7467600"/>
              <a:gd name="connsiteY142" fmla="*/ 5270182 h 6858000"/>
              <a:gd name="connsiteX143" fmla="*/ 7131946 w 7467600"/>
              <a:gd name="connsiteY143" fmla="*/ 5075653 h 6858000"/>
              <a:gd name="connsiteX144" fmla="*/ 7133363 w 7467600"/>
              <a:gd name="connsiteY144" fmla="*/ 5050246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7467600 w 7467600"/>
              <a:gd name="connsiteY834" fmla="*/ 163142 h 6858000"/>
              <a:gd name="connsiteX835" fmla="*/ 7467600 w 7467600"/>
              <a:gd name="connsiteY835" fmla="*/ 789215 h 6858000"/>
              <a:gd name="connsiteX836" fmla="*/ 7451412 w 7467600"/>
              <a:gd name="connsiteY836" fmla="*/ 799572 h 6858000"/>
              <a:gd name="connsiteX837" fmla="*/ 7419999 w 7467600"/>
              <a:gd name="connsiteY837" fmla="*/ 774360 h 6858000"/>
              <a:gd name="connsiteX838" fmla="*/ 7429067 w 7467600"/>
              <a:gd name="connsiteY838" fmla="*/ 402737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29067 w 7467600"/>
              <a:gd name="connsiteY844" fmla="*/ 402737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7429067 w 7467600"/>
              <a:gd name="connsiteY848" fmla="*/ 402737 h 6858000"/>
              <a:gd name="connsiteX849" fmla="*/ 5905192 w 7467600"/>
              <a:gd name="connsiteY849" fmla="*/ 163079 h 6858000"/>
              <a:gd name="connsiteX850" fmla="*/ 5865655 w 7467600"/>
              <a:gd name="connsiteY850" fmla="*/ 171901 h 6858000"/>
              <a:gd name="connsiteX851" fmla="*/ 5259740 w 7467600"/>
              <a:gd name="connsiteY851" fmla="*/ 257013 h 6858000"/>
              <a:gd name="connsiteX852" fmla="*/ 5208466 w 7467600"/>
              <a:gd name="connsiteY852" fmla="*/ 257550 h 6858000"/>
              <a:gd name="connsiteX853" fmla="*/ 4980204 w 7467600"/>
              <a:gd name="connsiteY853" fmla="*/ 271903 h 6858000"/>
              <a:gd name="connsiteX854" fmla="*/ 5068068 w 7467600"/>
              <a:gd name="connsiteY854" fmla="*/ 282244 h 6858000"/>
              <a:gd name="connsiteX855" fmla="*/ 5153231 w 7467600"/>
              <a:gd name="connsiteY855" fmla="*/ 292240 h 6858000"/>
              <a:gd name="connsiteX856" fmla="*/ 5426491 w 7467600"/>
              <a:gd name="connsiteY856" fmla="*/ 281128 h 6858000"/>
              <a:gd name="connsiteX857" fmla="*/ 5731212 w 7467600"/>
              <a:gd name="connsiteY857" fmla="*/ 231951 h 6858000"/>
              <a:gd name="connsiteX858" fmla="*/ 5905192 w 7467600"/>
              <a:gd name="connsiteY858" fmla="*/ 163079 h 6858000"/>
              <a:gd name="connsiteX859" fmla="*/ 5944437 w 7467600"/>
              <a:gd name="connsiteY859" fmla="*/ 113829 h 6858000"/>
              <a:gd name="connsiteX860" fmla="*/ 5825032 w 7467600"/>
              <a:gd name="connsiteY860" fmla="*/ 146405 h 6858000"/>
              <a:gd name="connsiteX861" fmla="*/ 4955599 w 7467600"/>
              <a:gd name="connsiteY861" fmla="*/ 247008 h 6858000"/>
              <a:gd name="connsiteX862" fmla="*/ 5210104 w 7467600"/>
              <a:gd name="connsiteY862" fmla="*/ 228123 h 6858000"/>
              <a:gd name="connsiteX863" fmla="*/ 5261015 w 7467600"/>
              <a:gd name="connsiteY863" fmla="*/ 227087 h 6858000"/>
              <a:gd name="connsiteX864" fmla="*/ 5861181 w 7467600"/>
              <a:gd name="connsiteY864" fmla="*/ 143093 h 6858000"/>
              <a:gd name="connsiteX865" fmla="*/ 5961252 w 7467600"/>
              <a:gd name="connsiteY865" fmla="*/ 114820 h 6858000"/>
              <a:gd name="connsiteX866" fmla="*/ 5944437 w 7467600"/>
              <a:gd name="connsiteY866" fmla="*/ 113829 h 6858000"/>
              <a:gd name="connsiteX867" fmla="*/ 3882765 w 7467600"/>
              <a:gd name="connsiteY867" fmla="*/ 0 h 6858000"/>
              <a:gd name="connsiteX868" fmla="*/ 3995099 w 7467600"/>
              <a:gd name="connsiteY868" fmla="*/ 0 h 6858000"/>
              <a:gd name="connsiteX869" fmla="*/ 4163818 w 7467600"/>
              <a:gd name="connsiteY869" fmla="*/ 234104 h 6858000"/>
              <a:gd name="connsiteX870" fmla="*/ 4172099 w 7467600"/>
              <a:gd name="connsiteY870" fmla="*/ 234207 h 6858000"/>
              <a:gd name="connsiteX871" fmla="*/ 4784282 w 7467600"/>
              <a:gd name="connsiteY871" fmla="*/ 276561 h 6858000"/>
              <a:gd name="connsiteX872" fmla="*/ 4801687 w 7467600"/>
              <a:gd name="connsiteY872" fmla="*/ 267764 h 6858000"/>
              <a:gd name="connsiteX873" fmla="*/ 6082788 w 7467600"/>
              <a:gd name="connsiteY873" fmla="*/ 64119 h 6858000"/>
              <a:gd name="connsiteX874" fmla="*/ 6099442 w 7467600"/>
              <a:gd name="connsiteY874" fmla="*/ 82568 h 6858000"/>
              <a:gd name="connsiteX875" fmla="*/ 4804137 w 7467600"/>
              <a:gd name="connsiteY875" fmla="*/ 320931 h 6858000"/>
              <a:gd name="connsiteX876" fmla="*/ 4227047 w 7467600"/>
              <a:gd name="connsiteY876" fmla="*/ 313415 h 6858000"/>
              <a:gd name="connsiteX877" fmla="*/ 4346041 w 7467600"/>
              <a:gd name="connsiteY877" fmla="*/ 456086 h 6858000"/>
              <a:gd name="connsiteX878" fmla="*/ 4870967 w 7467600"/>
              <a:gd name="connsiteY878" fmla="*/ 963061 h 6858000"/>
              <a:gd name="connsiteX879" fmla="*/ 4889647 w 7467600"/>
              <a:gd name="connsiteY879" fmla="*/ 957147 h 6858000"/>
              <a:gd name="connsiteX880" fmla="*/ 5422504 w 7467600"/>
              <a:gd name="connsiteY880" fmla="*/ 805191 h 6858000"/>
              <a:gd name="connsiteX881" fmla="*/ 6087656 w 7467600"/>
              <a:gd name="connsiteY881" fmla="*/ 826703 h 6858000"/>
              <a:gd name="connsiteX882" fmla="*/ 6058717 w 7467600"/>
              <a:gd name="connsiteY882" fmla="*/ 865992 h 6858000"/>
              <a:gd name="connsiteX883" fmla="*/ 4974153 w 7467600"/>
              <a:gd name="connsiteY883" fmla="*/ 1045456 h 6858000"/>
              <a:gd name="connsiteX884" fmla="*/ 5627835 w 7467600"/>
              <a:gd name="connsiteY884" fmla="*/ 1472077 h 6858000"/>
              <a:gd name="connsiteX885" fmla="*/ 5629817 w 7467600"/>
              <a:gd name="connsiteY885" fmla="*/ 1471412 h 6858000"/>
              <a:gd name="connsiteX886" fmla="*/ 5634124 w 7467600"/>
              <a:gd name="connsiteY886" fmla="*/ 1470572 h 6858000"/>
              <a:gd name="connsiteX887" fmla="*/ 5755832 w 7467600"/>
              <a:gd name="connsiteY887" fmla="*/ 1383886 h 6858000"/>
              <a:gd name="connsiteX888" fmla="*/ 6014186 w 7467600"/>
              <a:gd name="connsiteY888" fmla="*/ 1279799 h 6858000"/>
              <a:gd name="connsiteX889" fmla="*/ 6901619 w 7467600"/>
              <a:gd name="connsiteY889" fmla="*/ 1047874 h 6858000"/>
              <a:gd name="connsiteX890" fmla="*/ 6931566 w 7467600"/>
              <a:gd name="connsiteY890" fmla="*/ 1062034 h 6858000"/>
              <a:gd name="connsiteX891" fmla="*/ 5790982 w 7467600"/>
              <a:gd name="connsiteY891" fmla="*/ 1561380 h 6858000"/>
              <a:gd name="connsiteX892" fmla="*/ 6188971 w 7467600"/>
              <a:gd name="connsiteY892" fmla="*/ 1755168 h 6858000"/>
              <a:gd name="connsiteX893" fmla="*/ 6202446 w 7467600"/>
              <a:gd name="connsiteY893" fmla="*/ 1752268 h 6858000"/>
              <a:gd name="connsiteX894" fmla="*/ 7179560 w 7467600"/>
              <a:gd name="connsiteY894" fmla="*/ 1467551 h 6858000"/>
              <a:gd name="connsiteX895" fmla="*/ 7158730 w 7467600"/>
              <a:gd name="connsiteY895" fmla="*/ 1507835 h 6858000"/>
              <a:gd name="connsiteX896" fmla="*/ 6326959 w 7467600"/>
              <a:gd name="connsiteY896" fmla="*/ 1817686 h 6858000"/>
              <a:gd name="connsiteX897" fmla="*/ 6537433 w 7467600"/>
              <a:gd name="connsiteY897" fmla="*/ 1907790 h 6858000"/>
              <a:gd name="connsiteX898" fmla="*/ 6550221 w 7467600"/>
              <a:gd name="connsiteY898" fmla="*/ 1910729 h 6858000"/>
              <a:gd name="connsiteX899" fmla="*/ 6964438 w 7467600"/>
              <a:gd name="connsiteY899" fmla="*/ 2209505 h 6858000"/>
              <a:gd name="connsiteX900" fmla="*/ 7367862 w 7467600"/>
              <a:gd name="connsiteY900" fmla="*/ 2806833 h 6858000"/>
              <a:gd name="connsiteX901" fmla="*/ 7364329 w 7467600"/>
              <a:gd name="connsiteY901" fmla="*/ 2826907 h 6858000"/>
              <a:gd name="connsiteX902" fmla="*/ 7290545 w 7467600"/>
              <a:gd name="connsiteY902" fmla="*/ 2850663 h 6858000"/>
              <a:gd name="connsiteX903" fmla="*/ 6472036 w 7467600"/>
              <a:gd name="connsiteY903" fmla="*/ 1959003 h 6858000"/>
              <a:gd name="connsiteX904" fmla="*/ 5792897 w 7467600"/>
              <a:gd name="connsiteY904" fmla="*/ 1647747 h 6858000"/>
              <a:gd name="connsiteX905" fmla="*/ 5842751 w 7467600"/>
              <a:gd name="connsiteY905" fmla="*/ 1816112 h 6858000"/>
              <a:gd name="connsiteX906" fmla="*/ 5847424 w 7467600"/>
              <a:gd name="connsiteY906" fmla="*/ 1815776 h 6858000"/>
              <a:gd name="connsiteX907" fmla="*/ 6399821 w 7467600"/>
              <a:gd name="connsiteY907" fmla="*/ 2344799 h 6858000"/>
              <a:gd name="connsiteX908" fmla="*/ 6323232 w 7467600"/>
              <a:gd name="connsiteY908" fmla="*/ 2389634 h 6858000"/>
              <a:gd name="connsiteX909" fmla="*/ 5942958 w 7467600"/>
              <a:gd name="connsiteY909" fmla="*/ 2077708 h 6858000"/>
              <a:gd name="connsiteX910" fmla="*/ 5921559 w 7467600"/>
              <a:gd name="connsiteY910" fmla="*/ 2378596 h 6858000"/>
              <a:gd name="connsiteX911" fmla="*/ 5817651 w 7467600"/>
              <a:gd name="connsiteY911" fmla="*/ 3023919 h 6858000"/>
              <a:gd name="connsiteX912" fmla="*/ 5729634 w 7467600"/>
              <a:gd name="connsiteY912" fmla="*/ 3051849 h 6858000"/>
              <a:gd name="connsiteX913" fmla="*/ 5611018 w 7467600"/>
              <a:gd name="connsiteY913" fmla="*/ 2316769 h 6858000"/>
              <a:gd name="connsiteX914" fmla="*/ 5687608 w 7467600"/>
              <a:gd name="connsiteY914" fmla="*/ 2039972 h 6858000"/>
              <a:gd name="connsiteX915" fmla="*/ 5657554 w 7467600"/>
              <a:gd name="connsiteY915" fmla="*/ 1576445 h 6858000"/>
              <a:gd name="connsiteX916" fmla="*/ 5150475 w 7467600"/>
              <a:gd name="connsiteY916" fmla="*/ 1274012 h 6858000"/>
              <a:gd name="connsiteX917" fmla="*/ 5349142 w 7467600"/>
              <a:gd name="connsiteY917" fmla="*/ 2204405 h 6858000"/>
              <a:gd name="connsiteX918" fmla="*/ 5262214 w 7467600"/>
              <a:gd name="connsiteY918" fmla="*/ 2233836 h 6858000"/>
              <a:gd name="connsiteX919" fmla="*/ 4981539 w 7467600"/>
              <a:gd name="connsiteY919" fmla="*/ 1542201 h 6858000"/>
              <a:gd name="connsiteX920" fmla="*/ 4958461 w 7467600"/>
              <a:gd name="connsiteY920" fmla="*/ 1136957 h 6858000"/>
              <a:gd name="connsiteX921" fmla="*/ 4655015 w 7467600"/>
              <a:gd name="connsiteY921" fmla="*/ 891426 h 6858000"/>
              <a:gd name="connsiteX922" fmla="*/ 4348002 w 7467600"/>
              <a:gd name="connsiteY922" fmla="*/ 2205895 h 6858000"/>
              <a:gd name="connsiteX923" fmla="*/ 4262250 w 7467600"/>
              <a:gd name="connsiteY923" fmla="*/ 2219972 h 6858000"/>
              <a:gd name="connsiteX924" fmla="*/ 4550611 w 7467600"/>
              <a:gd name="connsiteY924" fmla="*/ 817540 h 6858000"/>
              <a:gd name="connsiteX925" fmla="*/ 4564418 w 7467600"/>
              <a:gd name="connsiteY925" fmla="*/ 808293 h 6858000"/>
              <a:gd name="connsiteX926" fmla="*/ 4266388 w 7467600"/>
              <a:gd name="connsiteY926" fmla="*/ 500083 h 6858000"/>
              <a:gd name="connsiteX927" fmla="*/ 4032842 w 7467600"/>
              <a:gd name="connsiteY927" fmla="*/ 211809 h 6858000"/>
              <a:gd name="connsiteX928" fmla="*/ 3882765 w 7467600"/>
              <a:gd name="connsiteY928" fmla="*/ 0 h 6858000"/>
              <a:gd name="connsiteX929" fmla="*/ 3721337 w 7467600"/>
              <a:gd name="connsiteY929" fmla="*/ 0 h 6858000"/>
              <a:gd name="connsiteX930" fmla="*/ 3797544 w 7467600"/>
              <a:gd name="connsiteY930" fmla="*/ 0 h 6858000"/>
              <a:gd name="connsiteX931" fmla="*/ 3775734 w 7467600"/>
              <a:gd name="connsiteY931" fmla="*/ 95131 h 6858000"/>
              <a:gd name="connsiteX932" fmla="*/ 3724807 w 7467600"/>
              <a:gd name="connsiteY932" fmla="*/ 272257 h 6858000"/>
              <a:gd name="connsiteX933" fmla="*/ 3726844 w 7467600"/>
              <a:gd name="connsiteY933" fmla="*/ 282988 h 6858000"/>
              <a:gd name="connsiteX934" fmla="*/ 3742664 w 7467600"/>
              <a:gd name="connsiteY934" fmla="*/ 279918 h 6858000"/>
              <a:gd name="connsiteX935" fmla="*/ 4103910 w 7467600"/>
              <a:gd name="connsiteY935" fmla="*/ 1161917 h 6858000"/>
              <a:gd name="connsiteX936" fmla="*/ 4020269 w 7467600"/>
              <a:gd name="connsiteY936" fmla="*/ 1200406 h 6858000"/>
              <a:gd name="connsiteX937" fmla="*/ 3674882 w 7467600"/>
              <a:gd name="connsiteY937" fmla="*/ 488524 h 6858000"/>
              <a:gd name="connsiteX938" fmla="*/ 3132682 w 7467600"/>
              <a:gd name="connsiteY938" fmla="*/ 1072284 h 6858000"/>
              <a:gd name="connsiteX939" fmla="*/ 2716346 w 7467600"/>
              <a:gd name="connsiteY939" fmla="*/ 1276376 h 6858000"/>
              <a:gd name="connsiteX940" fmla="*/ 2716772 w 7467600"/>
              <a:gd name="connsiteY940" fmla="*/ 1255462 h 6858000"/>
              <a:gd name="connsiteX941" fmla="*/ 3471096 w 7467600"/>
              <a:gd name="connsiteY941" fmla="*/ 437072 h 6858000"/>
              <a:gd name="connsiteX942" fmla="*/ 3639057 w 7467600"/>
              <a:gd name="connsiteY942" fmla="*/ 286334 h 6858000"/>
              <a:gd name="connsiteX943" fmla="*/ 3640309 w 7467600"/>
              <a:gd name="connsiteY943" fmla="*/ 284664 h 6858000"/>
              <a:gd name="connsiteX944" fmla="*/ 3646022 w 7467600"/>
              <a:gd name="connsiteY944" fmla="*/ 276711 h 6858000"/>
              <a:gd name="connsiteX945" fmla="*/ 3707943 w 7467600"/>
              <a:gd name="connsiteY945" fmla="*/ 65958 h 6858000"/>
              <a:gd name="connsiteX946" fmla="*/ 3721337 w 7467600"/>
              <a:gd name="connsiteY946" fmla="*/ 0 h 6858000"/>
              <a:gd name="connsiteX947" fmla="*/ 2867960 w 7467600"/>
              <a:gd name="connsiteY947" fmla="*/ 0 h 6858000"/>
              <a:gd name="connsiteX948" fmla="*/ 2926351 w 7467600"/>
              <a:gd name="connsiteY948" fmla="*/ 0 h 6858000"/>
              <a:gd name="connsiteX949" fmla="*/ 2902823 w 7467600"/>
              <a:gd name="connsiteY949" fmla="*/ 262929 h 6858000"/>
              <a:gd name="connsiteX950" fmla="*/ 2940663 w 7467600"/>
              <a:gd name="connsiteY950" fmla="*/ 140884 h 6858000"/>
              <a:gd name="connsiteX951" fmla="*/ 2947039 w 7467600"/>
              <a:gd name="connsiteY951" fmla="*/ 122524 h 6858000"/>
              <a:gd name="connsiteX952" fmla="*/ 2984316 w 7467600"/>
              <a:gd name="connsiteY952" fmla="*/ 0 h 6858000"/>
              <a:gd name="connsiteX953" fmla="*/ 3016114 w 7467600"/>
              <a:gd name="connsiteY953" fmla="*/ 0 h 6858000"/>
              <a:gd name="connsiteX954" fmla="*/ 2979949 w 7467600"/>
              <a:gd name="connsiteY954" fmla="*/ 119274 h 6858000"/>
              <a:gd name="connsiteX955" fmla="*/ 3023879 w 7467600"/>
              <a:gd name="connsiteY955" fmla="*/ 0 h 6858000"/>
              <a:gd name="connsiteX956" fmla="*/ 3105400 w 7467600"/>
              <a:gd name="connsiteY956" fmla="*/ 0 h 6858000"/>
              <a:gd name="connsiteX957" fmla="*/ 3094669 w 7467600"/>
              <a:gd name="connsiteY957" fmla="*/ 30308 h 6858000"/>
              <a:gd name="connsiteX958" fmla="*/ 2901945 w 7467600"/>
              <a:gd name="connsiteY958" fmla="*/ 466538 h 6858000"/>
              <a:gd name="connsiteX959" fmla="*/ 2815209 w 7467600"/>
              <a:gd name="connsiteY959" fmla="*/ 497361 h 6858000"/>
              <a:gd name="connsiteX960" fmla="*/ 2844845 w 7467600"/>
              <a:gd name="connsiteY960" fmla="*/ 127638 h 6858000"/>
              <a:gd name="connsiteX961" fmla="*/ 2867960 w 7467600"/>
              <a:gd name="connsiteY961" fmla="*/ 0 h 6858000"/>
              <a:gd name="connsiteX962" fmla="*/ 1057230 w 7467600"/>
              <a:gd name="connsiteY962" fmla="*/ 0 h 6858000"/>
              <a:gd name="connsiteX963" fmla="*/ 1111003 w 7467600"/>
              <a:gd name="connsiteY963" fmla="*/ 0 h 6858000"/>
              <a:gd name="connsiteX964" fmla="*/ 1125553 w 7467600"/>
              <a:gd name="connsiteY964" fmla="*/ 52588 h 6858000"/>
              <a:gd name="connsiteX965" fmla="*/ 1304276 w 7467600"/>
              <a:gd name="connsiteY965" fmla="*/ 476275 h 6858000"/>
              <a:gd name="connsiteX966" fmla="*/ 1492066 w 7467600"/>
              <a:gd name="connsiteY966" fmla="*/ 886333 h 6858000"/>
              <a:gd name="connsiteX967" fmla="*/ 1423698 w 7467600"/>
              <a:gd name="connsiteY967" fmla="*/ 710817 h 6858000"/>
              <a:gd name="connsiteX968" fmla="*/ 1357609 w 7467600"/>
              <a:gd name="connsiteY968" fmla="*/ 532892 h 6858000"/>
              <a:gd name="connsiteX969" fmla="*/ 1309550 w 7467600"/>
              <a:gd name="connsiteY969" fmla="*/ 374031 h 6858000"/>
              <a:gd name="connsiteX970" fmla="*/ 1193673 w 7467600"/>
              <a:gd name="connsiteY970" fmla="*/ 49533 h 6858000"/>
              <a:gd name="connsiteX971" fmla="*/ 1164391 w 7467600"/>
              <a:gd name="connsiteY971" fmla="*/ 0 h 6858000"/>
              <a:gd name="connsiteX972" fmla="*/ 1200666 w 7467600"/>
              <a:gd name="connsiteY972" fmla="*/ 0 h 6858000"/>
              <a:gd name="connsiteX973" fmla="*/ 1223408 w 7467600"/>
              <a:gd name="connsiteY973" fmla="*/ 38996 h 6858000"/>
              <a:gd name="connsiteX974" fmla="*/ 1339635 w 7467600"/>
              <a:gd name="connsiteY974" fmla="*/ 365517 h 6858000"/>
              <a:gd name="connsiteX975" fmla="*/ 1387469 w 7467600"/>
              <a:gd name="connsiteY975" fmla="*/ 523079 h 6858000"/>
              <a:gd name="connsiteX976" fmla="*/ 1452685 w 7467600"/>
              <a:gd name="connsiteY976" fmla="*/ 699806 h 6858000"/>
              <a:gd name="connsiteX977" fmla="*/ 1492092 w 7467600"/>
              <a:gd name="connsiteY977" fmla="*/ 800424 h 6858000"/>
              <a:gd name="connsiteX978" fmla="*/ 1455302 w 7467600"/>
              <a:gd name="connsiteY978" fmla="*/ 632913 h 6858000"/>
              <a:gd name="connsiteX979" fmla="*/ 1222336 w 7467600"/>
              <a:gd name="connsiteY979" fmla="*/ 9480 h 6858000"/>
              <a:gd name="connsiteX980" fmla="*/ 1214634 w 7467600"/>
              <a:gd name="connsiteY980" fmla="*/ 0 h 6858000"/>
              <a:gd name="connsiteX981" fmla="*/ 1289827 w 7467600"/>
              <a:gd name="connsiteY981" fmla="*/ 0 h 6858000"/>
              <a:gd name="connsiteX982" fmla="*/ 1321076 w 7467600"/>
              <a:gd name="connsiteY982" fmla="*/ 59722 h 6858000"/>
              <a:gd name="connsiteX983" fmla="*/ 1512579 w 7467600"/>
              <a:gd name="connsiteY983" fmla="*/ 626441 h 6858000"/>
              <a:gd name="connsiteX984" fmla="*/ 1506076 w 7467600"/>
              <a:gd name="connsiteY984" fmla="*/ 1089289 h 6858000"/>
              <a:gd name="connsiteX985" fmla="*/ 1486346 w 7467600"/>
              <a:gd name="connsiteY985" fmla="*/ 1079919 h 6858000"/>
              <a:gd name="connsiteX986" fmla="*/ 1070511 w 7467600"/>
              <a:gd name="connsiteY986" fmla="*/ 48609 h 6858000"/>
              <a:gd name="connsiteX987" fmla="*/ 1057230 w 7467600"/>
              <a:gd name="connsiteY987" fmla="*/ 0 h 6858000"/>
              <a:gd name="connsiteX988" fmla="*/ 43151 w 7467600"/>
              <a:gd name="connsiteY988" fmla="*/ 0 h 6858000"/>
              <a:gd name="connsiteX989" fmla="*/ 95283 w 7467600"/>
              <a:gd name="connsiteY989" fmla="*/ 0 h 6858000"/>
              <a:gd name="connsiteX990" fmla="*/ 300708 w 7467600"/>
              <a:gd name="connsiteY990" fmla="*/ 154571 h 6858000"/>
              <a:gd name="connsiteX991" fmla="*/ 530414 w 7467600"/>
              <a:gd name="connsiteY991" fmla="*/ 354673 h 6858000"/>
              <a:gd name="connsiteX992" fmla="*/ 333785 w 7467600"/>
              <a:gd name="connsiteY992" fmla="*/ 161564 h 6858000"/>
              <a:gd name="connsiteX993" fmla="*/ 147005 w 7467600"/>
              <a:gd name="connsiteY993" fmla="*/ 0 h 6858000"/>
              <a:gd name="connsiteX994" fmla="*/ 272509 w 7467600"/>
              <a:gd name="connsiteY994" fmla="*/ 0 h 6858000"/>
              <a:gd name="connsiteX995" fmla="*/ 326276 w 7467600"/>
              <a:gd name="connsiteY995" fmla="*/ 45847 h 6858000"/>
              <a:gd name="connsiteX996" fmla="*/ 823759 w 7467600"/>
              <a:gd name="connsiteY996" fmla="*/ 574145 h 6858000"/>
              <a:gd name="connsiteX997" fmla="*/ 811254 w 7467600"/>
              <a:gd name="connsiteY997" fmla="*/ 665546 h 6858000"/>
              <a:gd name="connsiteX998" fmla="*/ 154042 w 7467600"/>
              <a:gd name="connsiteY998" fmla="*/ 261522 h 6858000"/>
              <a:gd name="connsiteX999" fmla="*/ 13550 w 7467600"/>
              <a:gd name="connsiteY999" fmla="*/ 158423 h 6858000"/>
              <a:gd name="connsiteX1000" fmla="*/ 0 w 7467600"/>
              <a:gd name="connsiteY1000" fmla="*/ 146618 h 6858000"/>
              <a:gd name="connsiteX1001" fmla="*/ 0 w 7467600"/>
              <a:gd name="connsiteY1001" fmla="*/ 59161 h 6858000"/>
              <a:gd name="connsiteX1002" fmla="*/ 45427 w 7467600"/>
              <a:gd name="connsiteY1002" fmla="*/ 101078 h 6858000"/>
              <a:gd name="connsiteX1003" fmla="*/ 630103 w 7467600"/>
              <a:gd name="connsiteY1003" fmla="*/ 485885 h 6858000"/>
              <a:gd name="connsiteX1004" fmla="*/ 532040 w 7467600"/>
              <a:gd name="connsiteY1004" fmla="*/ 399359 h 6858000"/>
              <a:gd name="connsiteX1005" fmla="*/ 517618 w 7467600"/>
              <a:gd name="connsiteY1005" fmla="*/ 385726 h 6858000"/>
              <a:gd name="connsiteX1006" fmla="*/ 285074 w 7467600"/>
              <a:gd name="connsiteY1006" fmla="*/ 182755 h 6858000"/>
              <a:gd name="connsiteX1007" fmla="*/ 43151 w 7467600"/>
              <a:gd name="connsiteY100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19999 w 7467600"/>
              <a:gd name="connsiteY844" fmla="*/ 774360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5905192 w 7467600"/>
              <a:gd name="connsiteY848" fmla="*/ 163079 h 6858000"/>
              <a:gd name="connsiteX849" fmla="*/ 5865655 w 7467600"/>
              <a:gd name="connsiteY849" fmla="*/ 171901 h 6858000"/>
              <a:gd name="connsiteX850" fmla="*/ 5259740 w 7467600"/>
              <a:gd name="connsiteY850" fmla="*/ 257013 h 6858000"/>
              <a:gd name="connsiteX851" fmla="*/ 5208466 w 7467600"/>
              <a:gd name="connsiteY851" fmla="*/ 257550 h 6858000"/>
              <a:gd name="connsiteX852" fmla="*/ 4980204 w 7467600"/>
              <a:gd name="connsiteY852" fmla="*/ 271903 h 6858000"/>
              <a:gd name="connsiteX853" fmla="*/ 5068068 w 7467600"/>
              <a:gd name="connsiteY853" fmla="*/ 282244 h 6858000"/>
              <a:gd name="connsiteX854" fmla="*/ 5153231 w 7467600"/>
              <a:gd name="connsiteY854" fmla="*/ 292240 h 6858000"/>
              <a:gd name="connsiteX855" fmla="*/ 5426491 w 7467600"/>
              <a:gd name="connsiteY855" fmla="*/ 281128 h 6858000"/>
              <a:gd name="connsiteX856" fmla="*/ 5731212 w 7467600"/>
              <a:gd name="connsiteY856" fmla="*/ 231951 h 6858000"/>
              <a:gd name="connsiteX857" fmla="*/ 5905192 w 7467600"/>
              <a:gd name="connsiteY857" fmla="*/ 163079 h 6858000"/>
              <a:gd name="connsiteX858" fmla="*/ 5944437 w 7467600"/>
              <a:gd name="connsiteY858" fmla="*/ 113829 h 6858000"/>
              <a:gd name="connsiteX859" fmla="*/ 5825032 w 7467600"/>
              <a:gd name="connsiteY859" fmla="*/ 146405 h 6858000"/>
              <a:gd name="connsiteX860" fmla="*/ 4955599 w 7467600"/>
              <a:gd name="connsiteY860" fmla="*/ 247008 h 6858000"/>
              <a:gd name="connsiteX861" fmla="*/ 5210104 w 7467600"/>
              <a:gd name="connsiteY861" fmla="*/ 228123 h 6858000"/>
              <a:gd name="connsiteX862" fmla="*/ 5261015 w 7467600"/>
              <a:gd name="connsiteY862" fmla="*/ 227087 h 6858000"/>
              <a:gd name="connsiteX863" fmla="*/ 5861181 w 7467600"/>
              <a:gd name="connsiteY863" fmla="*/ 143093 h 6858000"/>
              <a:gd name="connsiteX864" fmla="*/ 5961252 w 7467600"/>
              <a:gd name="connsiteY864" fmla="*/ 114820 h 6858000"/>
              <a:gd name="connsiteX865" fmla="*/ 5944437 w 7467600"/>
              <a:gd name="connsiteY865" fmla="*/ 113829 h 6858000"/>
              <a:gd name="connsiteX866" fmla="*/ 3882765 w 7467600"/>
              <a:gd name="connsiteY866" fmla="*/ 0 h 6858000"/>
              <a:gd name="connsiteX867" fmla="*/ 3995099 w 7467600"/>
              <a:gd name="connsiteY867" fmla="*/ 0 h 6858000"/>
              <a:gd name="connsiteX868" fmla="*/ 4163818 w 7467600"/>
              <a:gd name="connsiteY868" fmla="*/ 234104 h 6858000"/>
              <a:gd name="connsiteX869" fmla="*/ 4172099 w 7467600"/>
              <a:gd name="connsiteY869" fmla="*/ 234207 h 6858000"/>
              <a:gd name="connsiteX870" fmla="*/ 4784282 w 7467600"/>
              <a:gd name="connsiteY870" fmla="*/ 276561 h 6858000"/>
              <a:gd name="connsiteX871" fmla="*/ 4801687 w 7467600"/>
              <a:gd name="connsiteY871" fmla="*/ 267764 h 6858000"/>
              <a:gd name="connsiteX872" fmla="*/ 6082788 w 7467600"/>
              <a:gd name="connsiteY872" fmla="*/ 64119 h 6858000"/>
              <a:gd name="connsiteX873" fmla="*/ 6099442 w 7467600"/>
              <a:gd name="connsiteY873" fmla="*/ 82568 h 6858000"/>
              <a:gd name="connsiteX874" fmla="*/ 4804137 w 7467600"/>
              <a:gd name="connsiteY874" fmla="*/ 320931 h 6858000"/>
              <a:gd name="connsiteX875" fmla="*/ 4227047 w 7467600"/>
              <a:gd name="connsiteY875" fmla="*/ 313415 h 6858000"/>
              <a:gd name="connsiteX876" fmla="*/ 4346041 w 7467600"/>
              <a:gd name="connsiteY876" fmla="*/ 456086 h 6858000"/>
              <a:gd name="connsiteX877" fmla="*/ 4870967 w 7467600"/>
              <a:gd name="connsiteY877" fmla="*/ 963061 h 6858000"/>
              <a:gd name="connsiteX878" fmla="*/ 4889647 w 7467600"/>
              <a:gd name="connsiteY878" fmla="*/ 957147 h 6858000"/>
              <a:gd name="connsiteX879" fmla="*/ 5422504 w 7467600"/>
              <a:gd name="connsiteY879" fmla="*/ 805191 h 6858000"/>
              <a:gd name="connsiteX880" fmla="*/ 6087656 w 7467600"/>
              <a:gd name="connsiteY880" fmla="*/ 826703 h 6858000"/>
              <a:gd name="connsiteX881" fmla="*/ 6058717 w 7467600"/>
              <a:gd name="connsiteY881" fmla="*/ 865992 h 6858000"/>
              <a:gd name="connsiteX882" fmla="*/ 4974153 w 7467600"/>
              <a:gd name="connsiteY882" fmla="*/ 1045456 h 6858000"/>
              <a:gd name="connsiteX883" fmla="*/ 5627835 w 7467600"/>
              <a:gd name="connsiteY883" fmla="*/ 1472077 h 6858000"/>
              <a:gd name="connsiteX884" fmla="*/ 5629817 w 7467600"/>
              <a:gd name="connsiteY884" fmla="*/ 1471412 h 6858000"/>
              <a:gd name="connsiteX885" fmla="*/ 5634124 w 7467600"/>
              <a:gd name="connsiteY885" fmla="*/ 1470572 h 6858000"/>
              <a:gd name="connsiteX886" fmla="*/ 5755832 w 7467600"/>
              <a:gd name="connsiteY886" fmla="*/ 1383886 h 6858000"/>
              <a:gd name="connsiteX887" fmla="*/ 6014186 w 7467600"/>
              <a:gd name="connsiteY887" fmla="*/ 1279799 h 6858000"/>
              <a:gd name="connsiteX888" fmla="*/ 6901619 w 7467600"/>
              <a:gd name="connsiteY888" fmla="*/ 1047874 h 6858000"/>
              <a:gd name="connsiteX889" fmla="*/ 6931566 w 7467600"/>
              <a:gd name="connsiteY889" fmla="*/ 1062034 h 6858000"/>
              <a:gd name="connsiteX890" fmla="*/ 5790982 w 7467600"/>
              <a:gd name="connsiteY890" fmla="*/ 1561380 h 6858000"/>
              <a:gd name="connsiteX891" fmla="*/ 6188971 w 7467600"/>
              <a:gd name="connsiteY891" fmla="*/ 1755168 h 6858000"/>
              <a:gd name="connsiteX892" fmla="*/ 6202446 w 7467600"/>
              <a:gd name="connsiteY892" fmla="*/ 1752268 h 6858000"/>
              <a:gd name="connsiteX893" fmla="*/ 7179560 w 7467600"/>
              <a:gd name="connsiteY893" fmla="*/ 1467551 h 6858000"/>
              <a:gd name="connsiteX894" fmla="*/ 7158730 w 7467600"/>
              <a:gd name="connsiteY894" fmla="*/ 1507835 h 6858000"/>
              <a:gd name="connsiteX895" fmla="*/ 6326959 w 7467600"/>
              <a:gd name="connsiteY895" fmla="*/ 1817686 h 6858000"/>
              <a:gd name="connsiteX896" fmla="*/ 6537433 w 7467600"/>
              <a:gd name="connsiteY896" fmla="*/ 1907790 h 6858000"/>
              <a:gd name="connsiteX897" fmla="*/ 6550221 w 7467600"/>
              <a:gd name="connsiteY897" fmla="*/ 1910729 h 6858000"/>
              <a:gd name="connsiteX898" fmla="*/ 6964438 w 7467600"/>
              <a:gd name="connsiteY898" fmla="*/ 2209505 h 6858000"/>
              <a:gd name="connsiteX899" fmla="*/ 7367862 w 7467600"/>
              <a:gd name="connsiteY899" fmla="*/ 2806833 h 6858000"/>
              <a:gd name="connsiteX900" fmla="*/ 7364329 w 7467600"/>
              <a:gd name="connsiteY900" fmla="*/ 2826907 h 6858000"/>
              <a:gd name="connsiteX901" fmla="*/ 7290545 w 7467600"/>
              <a:gd name="connsiteY901" fmla="*/ 2850663 h 6858000"/>
              <a:gd name="connsiteX902" fmla="*/ 6472036 w 7467600"/>
              <a:gd name="connsiteY902" fmla="*/ 1959003 h 6858000"/>
              <a:gd name="connsiteX903" fmla="*/ 5792897 w 7467600"/>
              <a:gd name="connsiteY903" fmla="*/ 1647747 h 6858000"/>
              <a:gd name="connsiteX904" fmla="*/ 5842751 w 7467600"/>
              <a:gd name="connsiteY904" fmla="*/ 1816112 h 6858000"/>
              <a:gd name="connsiteX905" fmla="*/ 5847424 w 7467600"/>
              <a:gd name="connsiteY905" fmla="*/ 1815776 h 6858000"/>
              <a:gd name="connsiteX906" fmla="*/ 6399821 w 7467600"/>
              <a:gd name="connsiteY906" fmla="*/ 2344799 h 6858000"/>
              <a:gd name="connsiteX907" fmla="*/ 6323232 w 7467600"/>
              <a:gd name="connsiteY907" fmla="*/ 2389634 h 6858000"/>
              <a:gd name="connsiteX908" fmla="*/ 5942958 w 7467600"/>
              <a:gd name="connsiteY908" fmla="*/ 2077708 h 6858000"/>
              <a:gd name="connsiteX909" fmla="*/ 5921559 w 7467600"/>
              <a:gd name="connsiteY909" fmla="*/ 2378596 h 6858000"/>
              <a:gd name="connsiteX910" fmla="*/ 5817651 w 7467600"/>
              <a:gd name="connsiteY910" fmla="*/ 3023919 h 6858000"/>
              <a:gd name="connsiteX911" fmla="*/ 5729634 w 7467600"/>
              <a:gd name="connsiteY911" fmla="*/ 3051849 h 6858000"/>
              <a:gd name="connsiteX912" fmla="*/ 5611018 w 7467600"/>
              <a:gd name="connsiteY912" fmla="*/ 2316769 h 6858000"/>
              <a:gd name="connsiteX913" fmla="*/ 5687608 w 7467600"/>
              <a:gd name="connsiteY913" fmla="*/ 2039972 h 6858000"/>
              <a:gd name="connsiteX914" fmla="*/ 5657554 w 7467600"/>
              <a:gd name="connsiteY914" fmla="*/ 1576445 h 6858000"/>
              <a:gd name="connsiteX915" fmla="*/ 5150475 w 7467600"/>
              <a:gd name="connsiteY915" fmla="*/ 1274012 h 6858000"/>
              <a:gd name="connsiteX916" fmla="*/ 5349142 w 7467600"/>
              <a:gd name="connsiteY916" fmla="*/ 2204405 h 6858000"/>
              <a:gd name="connsiteX917" fmla="*/ 5262214 w 7467600"/>
              <a:gd name="connsiteY917" fmla="*/ 2233836 h 6858000"/>
              <a:gd name="connsiteX918" fmla="*/ 4981539 w 7467600"/>
              <a:gd name="connsiteY918" fmla="*/ 1542201 h 6858000"/>
              <a:gd name="connsiteX919" fmla="*/ 4958461 w 7467600"/>
              <a:gd name="connsiteY919" fmla="*/ 1136957 h 6858000"/>
              <a:gd name="connsiteX920" fmla="*/ 4655015 w 7467600"/>
              <a:gd name="connsiteY920" fmla="*/ 891426 h 6858000"/>
              <a:gd name="connsiteX921" fmla="*/ 4348002 w 7467600"/>
              <a:gd name="connsiteY921" fmla="*/ 2205895 h 6858000"/>
              <a:gd name="connsiteX922" fmla="*/ 4262250 w 7467600"/>
              <a:gd name="connsiteY922" fmla="*/ 2219972 h 6858000"/>
              <a:gd name="connsiteX923" fmla="*/ 4550611 w 7467600"/>
              <a:gd name="connsiteY923" fmla="*/ 817540 h 6858000"/>
              <a:gd name="connsiteX924" fmla="*/ 4564418 w 7467600"/>
              <a:gd name="connsiteY924" fmla="*/ 808293 h 6858000"/>
              <a:gd name="connsiteX925" fmla="*/ 4266388 w 7467600"/>
              <a:gd name="connsiteY925" fmla="*/ 500083 h 6858000"/>
              <a:gd name="connsiteX926" fmla="*/ 4032842 w 7467600"/>
              <a:gd name="connsiteY926" fmla="*/ 211809 h 6858000"/>
              <a:gd name="connsiteX927" fmla="*/ 3882765 w 7467600"/>
              <a:gd name="connsiteY927" fmla="*/ 0 h 6858000"/>
              <a:gd name="connsiteX928" fmla="*/ 3721337 w 7467600"/>
              <a:gd name="connsiteY928" fmla="*/ 0 h 6858000"/>
              <a:gd name="connsiteX929" fmla="*/ 3797544 w 7467600"/>
              <a:gd name="connsiteY929" fmla="*/ 0 h 6858000"/>
              <a:gd name="connsiteX930" fmla="*/ 3775734 w 7467600"/>
              <a:gd name="connsiteY930" fmla="*/ 95131 h 6858000"/>
              <a:gd name="connsiteX931" fmla="*/ 3724807 w 7467600"/>
              <a:gd name="connsiteY931" fmla="*/ 272257 h 6858000"/>
              <a:gd name="connsiteX932" fmla="*/ 3726844 w 7467600"/>
              <a:gd name="connsiteY932" fmla="*/ 282988 h 6858000"/>
              <a:gd name="connsiteX933" fmla="*/ 3742664 w 7467600"/>
              <a:gd name="connsiteY933" fmla="*/ 279918 h 6858000"/>
              <a:gd name="connsiteX934" fmla="*/ 4103910 w 7467600"/>
              <a:gd name="connsiteY934" fmla="*/ 1161917 h 6858000"/>
              <a:gd name="connsiteX935" fmla="*/ 4020269 w 7467600"/>
              <a:gd name="connsiteY935" fmla="*/ 1200406 h 6858000"/>
              <a:gd name="connsiteX936" fmla="*/ 3674882 w 7467600"/>
              <a:gd name="connsiteY936" fmla="*/ 488524 h 6858000"/>
              <a:gd name="connsiteX937" fmla="*/ 3132682 w 7467600"/>
              <a:gd name="connsiteY937" fmla="*/ 1072284 h 6858000"/>
              <a:gd name="connsiteX938" fmla="*/ 2716346 w 7467600"/>
              <a:gd name="connsiteY938" fmla="*/ 1276376 h 6858000"/>
              <a:gd name="connsiteX939" fmla="*/ 2716772 w 7467600"/>
              <a:gd name="connsiteY939" fmla="*/ 1255462 h 6858000"/>
              <a:gd name="connsiteX940" fmla="*/ 3471096 w 7467600"/>
              <a:gd name="connsiteY940" fmla="*/ 437072 h 6858000"/>
              <a:gd name="connsiteX941" fmla="*/ 3639057 w 7467600"/>
              <a:gd name="connsiteY941" fmla="*/ 286334 h 6858000"/>
              <a:gd name="connsiteX942" fmla="*/ 3640309 w 7467600"/>
              <a:gd name="connsiteY942" fmla="*/ 284664 h 6858000"/>
              <a:gd name="connsiteX943" fmla="*/ 3646022 w 7467600"/>
              <a:gd name="connsiteY943" fmla="*/ 276711 h 6858000"/>
              <a:gd name="connsiteX944" fmla="*/ 3707943 w 7467600"/>
              <a:gd name="connsiteY944" fmla="*/ 65958 h 6858000"/>
              <a:gd name="connsiteX945" fmla="*/ 3721337 w 7467600"/>
              <a:gd name="connsiteY945" fmla="*/ 0 h 6858000"/>
              <a:gd name="connsiteX946" fmla="*/ 2867960 w 7467600"/>
              <a:gd name="connsiteY946" fmla="*/ 0 h 6858000"/>
              <a:gd name="connsiteX947" fmla="*/ 2926351 w 7467600"/>
              <a:gd name="connsiteY947" fmla="*/ 0 h 6858000"/>
              <a:gd name="connsiteX948" fmla="*/ 2902823 w 7467600"/>
              <a:gd name="connsiteY948" fmla="*/ 262929 h 6858000"/>
              <a:gd name="connsiteX949" fmla="*/ 2940663 w 7467600"/>
              <a:gd name="connsiteY949" fmla="*/ 140884 h 6858000"/>
              <a:gd name="connsiteX950" fmla="*/ 2947039 w 7467600"/>
              <a:gd name="connsiteY950" fmla="*/ 122524 h 6858000"/>
              <a:gd name="connsiteX951" fmla="*/ 2984316 w 7467600"/>
              <a:gd name="connsiteY951" fmla="*/ 0 h 6858000"/>
              <a:gd name="connsiteX952" fmla="*/ 3016114 w 7467600"/>
              <a:gd name="connsiteY952" fmla="*/ 0 h 6858000"/>
              <a:gd name="connsiteX953" fmla="*/ 2979949 w 7467600"/>
              <a:gd name="connsiteY953" fmla="*/ 119274 h 6858000"/>
              <a:gd name="connsiteX954" fmla="*/ 3023879 w 7467600"/>
              <a:gd name="connsiteY954" fmla="*/ 0 h 6858000"/>
              <a:gd name="connsiteX955" fmla="*/ 3105400 w 7467600"/>
              <a:gd name="connsiteY955" fmla="*/ 0 h 6858000"/>
              <a:gd name="connsiteX956" fmla="*/ 3094669 w 7467600"/>
              <a:gd name="connsiteY956" fmla="*/ 30308 h 6858000"/>
              <a:gd name="connsiteX957" fmla="*/ 2901945 w 7467600"/>
              <a:gd name="connsiteY957" fmla="*/ 466538 h 6858000"/>
              <a:gd name="connsiteX958" fmla="*/ 2815209 w 7467600"/>
              <a:gd name="connsiteY958" fmla="*/ 497361 h 6858000"/>
              <a:gd name="connsiteX959" fmla="*/ 2844845 w 7467600"/>
              <a:gd name="connsiteY959" fmla="*/ 127638 h 6858000"/>
              <a:gd name="connsiteX960" fmla="*/ 2867960 w 7467600"/>
              <a:gd name="connsiteY960" fmla="*/ 0 h 6858000"/>
              <a:gd name="connsiteX961" fmla="*/ 1057230 w 7467600"/>
              <a:gd name="connsiteY961" fmla="*/ 0 h 6858000"/>
              <a:gd name="connsiteX962" fmla="*/ 1111003 w 7467600"/>
              <a:gd name="connsiteY962" fmla="*/ 0 h 6858000"/>
              <a:gd name="connsiteX963" fmla="*/ 1125553 w 7467600"/>
              <a:gd name="connsiteY963" fmla="*/ 52588 h 6858000"/>
              <a:gd name="connsiteX964" fmla="*/ 1304276 w 7467600"/>
              <a:gd name="connsiteY964" fmla="*/ 476275 h 6858000"/>
              <a:gd name="connsiteX965" fmla="*/ 1492066 w 7467600"/>
              <a:gd name="connsiteY965" fmla="*/ 886333 h 6858000"/>
              <a:gd name="connsiteX966" fmla="*/ 1423698 w 7467600"/>
              <a:gd name="connsiteY966" fmla="*/ 710817 h 6858000"/>
              <a:gd name="connsiteX967" fmla="*/ 1357609 w 7467600"/>
              <a:gd name="connsiteY967" fmla="*/ 532892 h 6858000"/>
              <a:gd name="connsiteX968" fmla="*/ 1309550 w 7467600"/>
              <a:gd name="connsiteY968" fmla="*/ 374031 h 6858000"/>
              <a:gd name="connsiteX969" fmla="*/ 1193673 w 7467600"/>
              <a:gd name="connsiteY969" fmla="*/ 49533 h 6858000"/>
              <a:gd name="connsiteX970" fmla="*/ 1164391 w 7467600"/>
              <a:gd name="connsiteY970" fmla="*/ 0 h 6858000"/>
              <a:gd name="connsiteX971" fmla="*/ 1200666 w 7467600"/>
              <a:gd name="connsiteY971" fmla="*/ 0 h 6858000"/>
              <a:gd name="connsiteX972" fmla="*/ 1223408 w 7467600"/>
              <a:gd name="connsiteY972" fmla="*/ 38996 h 6858000"/>
              <a:gd name="connsiteX973" fmla="*/ 1339635 w 7467600"/>
              <a:gd name="connsiteY973" fmla="*/ 365517 h 6858000"/>
              <a:gd name="connsiteX974" fmla="*/ 1387469 w 7467600"/>
              <a:gd name="connsiteY974" fmla="*/ 523079 h 6858000"/>
              <a:gd name="connsiteX975" fmla="*/ 1452685 w 7467600"/>
              <a:gd name="connsiteY975" fmla="*/ 699806 h 6858000"/>
              <a:gd name="connsiteX976" fmla="*/ 1492092 w 7467600"/>
              <a:gd name="connsiteY976" fmla="*/ 800424 h 6858000"/>
              <a:gd name="connsiteX977" fmla="*/ 1455302 w 7467600"/>
              <a:gd name="connsiteY977" fmla="*/ 632913 h 6858000"/>
              <a:gd name="connsiteX978" fmla="*/ 1222336 w 7467600"/>
              <a:gd name="connsiteY978" fmla="*/ 9480 h 6858000"/>
              <a:gd name="connsiteX979" fmla="*/ 1214634 w 7467600"/>
              <a:gd name="connsiteY979" fmla="*/ 0 h 6858000"/>
              <a:gd name="connsiteX980" fmla="*/ 1289827 w 7467600"/>
              <a:gd name="connsiteY980" fmla="*/ 0 h 6858000"/>
              <a:gd name="connsiteX981" fmla="*/ 1321076 w 7467600"/>
              <a:gd name="connsiteY981" fmla="*/ 59722 h 6858000"/>
              <a:gd name="connsiteX982" fmla="*/ 1512579 w 7467600"/>
              <a:gd name="connsiteY982" fmla="*/ 626441 h 6858000"/>
              <a:gd name="connsiteX983" fmla="*/ 1506076 w 7467600"/>
              <a:gd name="connsiteY983" fmla="*/ 1089289 h 6858000"/>
              <a:gd name="connsiteX984" fmla="*/ 1486346 w 7467600"/>
              <a:gd name="connsiteY984" fmla="*/ 1079919 h 6858000"/>
              <a:gd name="connsiteX985" fmla="*/ 1070511 w 7467600"/>
              <a:gd name="connsiteY985" fmla="*/ 48609 h 6858000"/>
              <a:gd name="connsiteX986" fmla="*/ 1057230 w 7467600"/>
              <a:gd name="connsiteY986" fmla="*/ 0 h 6858000"/>
              <a:gd name="connsiteX987" fmla="*/ 43151 w 7467600"/>
              <a:gd name="connsiteY987" fmla="*/ 0 h 6858000"/>
              <a:gd name="connsiteX988" fmla="*/ 95283 w 7467600"/>
              <a:gd name="connsiteY988" fmla="*/ 0 h 6858000"/>
              <a:gd name="connsiteX989" fmla="*/ 300708 w 7467600"/>
              <a:gd name="connsiteY989" fmla="*/ 154571 h 6858000"/>
              <a:gd name="connsiteX990" fmla="*/ 530414 w 7467600"/>
              <a:gd name="connsiteY990" fmla="*/ 354673 h 6858000"/>
              <a:gd name="connsiteX991" fmla="*/ 333785 w 7467600"/>
              <a:gd name="connsiteY991" fmla="*/ 161564 h 6858000"/>
              <a:gd name="connsiteX992" fmla="*/ 147005 w 7467600"/>
              <a:gd name="connsiteY992" fmla="*/ 0 h 6858000"/>
              <a:gd name="connsiteX993" fmla="*/ 272509 w 7467600"/>
              <a:gd name="connsiteY993" fmla="*/ 0 h 6858000"/>
              <a:gd name="connsiteX994" fmla="*/ 326276 w 7467600"/>
              <a:gd name="connsiteY994" fmla="*/ 45847 h 6858000"/>
              <a:gd name="connsiteX995" fmla="*/ 823759 w 7467600"/>
              <a:gd name="connsiteY995" fmla="*/ 574145 h 6858000"/>
              <a:gd name="connsiteX996" fmla="*/ 811254 w 7467600"/>
              <a:gd name="connsiteY996" fmla="*/ 665546 h 6858000"/>
              <a:gd name="connsiteX997" fmla="*/ 154042 w 7467600"/>
              <a:gd name="connsiteY997" fmla="*/ 261522 h 6858000"/>
              <a:gd name="connsiteX998" fmla="*/ 13550 w 7467600"/>
              <a:gd name="connsiteY998" fmla="*/ 158423 h 6858000"/>
              <a:gd name="connsiteX999" fmla="*/ 0 w 7467600"/>
              <a:gd name="connsiteY999" fmla="*/ 146618 h 6858000"/>
              <a:gd name="connsiteX1000" fmla="*/ 0 w 7467600"/>
              <a:gd name="connsiteY1000" fmla="*/ 59161 h 6858000"/>
              <a:gd name="connsiteX1001" fmla="*/ 45427 w 7467600"/>
              <a:gd name="connsiteY1001" fmla="*/ 101078 h 6858000"/>
              <a:gd name="connsiteX1002" fmla="*/ 630103 w 7467600"/>
              <a:gd name="connsiteY1002" fmla="*/ 485885 h 6858000"/>
              <a:gd name="connsiteX1003" fmla="*/ 532040 w 7467600"/>
              <a:gd name="connsiteY1003" fmla="*/ 399359 h 6858000"/>
              <a:gd name="connsiteX1004" fmla="*/ 517618 w 7467600"/>
              <a:gd name="connsiteY1004" fmla="*/ 385726 h 6858000"/>
              <a:gd name="connsiteX1005" fmla="*/ 285074 w 7467600"/>
              <a:gd name="connsiteY1005" fmla="*/ 182755 h 6858000"/>
              <a:gd name="connsiteX1006" fmla="*/ 43151 w 7467600"/>
              <a:gd name="connsiteY100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51412 w 7467600"/>
              <a:gd name="connsiteY844" fmla="*/ 799572 h 6858000"/>
              <a:gd name="connsiteX845" fmla="*/ 7467600 w 7467600"/>
              <a:gd name="connsiteY845" fmla="*/ 789215 h 6858000"/>
              <a:gd name="connsiteX846" fmla="*/ 7451412 w 7467600"/>
              <a:gd name="connsiteY846" fmla="*/ 799572 h 6858000"/>
              <a:gd name="connsiteX847" fmla="*/ 5905192 w 7467600"/>
              <a:gd name="connsiteY847" fmla="*/ 163079 h 6858000"/>
              <a:gd name="connsiteX848" fmla="*/ 5865655 w 7467600"/>
              <a:gd name="connsiteY848" fmla="*/ 171901 h 6858000"/>
              <a:gd name="connsiteX849" fmla="*/ 5259740 w 7467600"/>
              <a:gd name="connsiteY849" fmla="*/ 257013 h 6858000"/>
              <a:gd name="connsiteX850" fmla="*/ 5208466 w 7467600"/>
              <a:gd name="connsiteY850" fmla="*/ 257550 h 6858000"/>
              <a:gd name="connsiteX851" fmla="*/ 4980204 w 7467600"/>
              <a:gd name="connsiteY851" fmla="*/ 271903 h 6858000"/>
              <a:gd name="connsiteX852" fmla="*/ 5068068 w 7467600"/>
              <a:gd name="connsiteY852" fmla="*/ 282244 h 6858000"/>
              <a:gd name="connsiteX853" fmla="*/ 5153231 w 7467600"/>
              <a:gd name="connsiteY853" fmla="*/ 292240 h 6858000"/>
              <a:gd name="connsiteX854" fmla="*/ 5426491 w 7467600"/>
              <a:gd name="connsiteY854" fmla="*/ 281128 h 6858000"/>
              <a:gd name="connsiteX855" fmla="*/ 5731212 w 7467600"/>
              <a:gd name="connsiteY855" fmla="*/ 231951 h 6858000"/>
              <a:gd name="connsiteX856" fmla="*/ 5905192 w 7467600"/>
              <a:gd name="connsiteY856" fmla="*/ 163079 h 6858000"/>
              <a:gd name="connsiteX857" fmla="*/ 5944437 w 7467600"/>
              <a:gd name="connsiteY857" fmla="*/ 113829 h 6858000"/>
              <a:gd name="connsiteX858" fmla="*/ 5825032 w 7467600"/>
              <a:gd name="connsiteY858" fmla="*/ 146405 h 6858000"/>
              <a:gd name="connsiteX859" fmla="*/ 4955599 w 7467600"/>
              <a:gd name="connsiteY859" fmla="*/ 247008 h 6858000"/>
              <a:gd name="connsiteX860" fmla="*/ 5210104 w 7467600"/>
              <a:gd name="connsiteY860" fmla="*/ 228123 h 6858000"/>
              <a:gd name="connsiteX861" fmla="*/ 5261015 w 7467600"/>
              <a:gd name="connsiteY861" fmla="*/ 227087 h 6858000"/>
              <a:gd name="connsiteX862" fmla="*/ 5861181 w 7467600"/>
              <a:gd name="connsiteY862" fmla="*/ 143093 h 6858000"/>
              <a:gd name="connsiteX863" fmla="*/ 5961252 w 7467600"/>
              <a:gd name="connsiteY863" fmla="*/ 114820 h 6858000"/>
              <a:gd name="connsiteX864" fmla="*/ 5944437 w 7467600"/>
              <a:gd name="connsiteY864" fmla="*/ 113829 h 6858000"/>
              <a:gd name="connsiteX865" fmla="*/ 3882765 w 7467600"/>
              <a:gd name="connsiteY865" fmla="*/ 0 h 6858000"/>
              <a:gd name="connsiteX866" fmla="*/ 3995099 w 7467600"/>
              <a:gd name="connsiteY866" fmla="*/ 0 h 6858000"/>
              <a:gd name="connsiteX867" fmla="*/ 4163818 w 7467600"/>
              <a:gd name="connsiteY867" fmla="*/ 234104 h 6858000"/>
              <a:gd name="connsiteX868" fmla="*/ 4172099 w 7467600"/>
              <a:gd name="connsiteY868" fmla="*/ 234207 h 6858000"/>
              <a:gd name="connsiteX869" fmla="*/ 4784282 w 7467600"/>
              <a:gd name="connsiteY869" fmla="*/ 276561 h 6858000"/>
              <a:gd name="connsiteX870" fmla="*/ 4801687 w 7467600"/>
              <a:gd name="connsiteY870" fmla="*/ 267764 h 6858000"/>
              <a:gd name="connsiteX871" fmla="*/ 6082788 w 7467600"/>
              <a:gd name="connsiteY871" fmla="*/ 64119 h 6858000"/>
              <a:gd name="connsiteX872" fmla="*/ 6099442 w 7467600"/>
              <a:gd name="connsiteY872" fmla="*/ 82568 h 6858000"/>
              <a:gd name="connsiteX873" fmla="*/ 4804137 w 7467600"/>
              <a:gd name="connsiteY873" fmla="*/ 320931 h 6858000"/>
              <a:gd name="connsiteX874" fmla="*/ 4227047 w 7467600"/>
              <a:gd name="connsiteY874" fmla="*/ 313415 h 6858000"/>
              <a:gd name="connsiteX875" fmla="*/ 4346041 w 7467600"/>
              <a:gd name="connsiteY875" fmla="*/ 456086 h 6858000"/>
              <a:gd name="connsiteX876" fmla="*/ 4870967 w 7467600"/>
              <a:gd name="connsiteY876" fmla="*/ 963061 h 6858000"/>
              <a:gd name="connsiteX877" fmla="*/ 4889647 w 7467600"/>
              <a:gd name="connsiteY877" fmla="*/ 957147 h 6858000"/>
              <a:gd name="connsiteX878" fmla="*/ 5422504 w 7467600"/>
              <a:gd name="connsiteY878" fmla="*/ 805191 h 6858000"/>
              <a:gd name="connsiteX879" fmla="*/ 6087656 w 7467600"/>
              <a:gd name="connsiteY879" fmla="*/ 826703 h 6858000"/>
              <a:gd name="connsiteX880" fmla="*/ 6058717 w 7467600"/>
              <a:gd name="connsiteY880" fmla="*/ 865992 h 6858000"/>
              <a:gd name="connsiteX881" fmla="*/ 4974153 w 7467600"/>
              <a:gd name="connsiteY881" fmla="*/ 1045456 h 6858000"/>
              <a:gd name="connsiteX882" fmla="*/ 5627835 w 7467600"/>
              <a:gd name="connsiteY882" fmla="*/ 1472077 h 6858000"/>
              <a:gd name="connsiteX883" fmla="*/ 5629817 w 7467600"/>
              <a:gd name="connsiteY883" fmla="*/ 1471412 h 6858000"/>
              <a:gd name="connsiteX884" fmla="*/ 5634124 w 7467600"/>
              <a:gd name="connsiteY884" fmla="*/ 1470572 h 6858000"/>
              <a:gd name="connsiteX885" fmla="*/ 5755832 w 7467600"/>
              <a:gd name="connsiteY885" fmla="*/ 1383886 h 6858000"/>
              <a:gd name="connsiteX886" fmla="*/ 6014186 w 7467600"/>
              <a:gd name="connsiteY886" fmla="*/ 1279799 h 6858000"/>
              <a:gd name="connsiteX887" fmla="*/ 6901619 w 7467600"/>
              <a:gd name="connsiteY887" fmla="*/ 1047874 h 6858000"/>
              <a:gd name="connsiteX888" fmla="*/ 6931566 w 7467600"/>
              <a:gd name="connsiteY888" fmla="*/ 1062034 h 6858000"/>
              <a:gd name="connsiteX889" fmla="*/ 5790982 w 7467600"/>
              <a:gd name="connsiteY889" fmla="*/ 1561380 h 6858000"/>
              <a:gd name="connsiteX890" fmla="*/ 6188971 w 7467600"/>
              <a:gd name="connsiteY890" fmla="*/ 1755168 h 6858000"/>
              <a:gd name="connsiteX891" fmla="*/ 6202446 w 7467600"/>
              <a:gd name="connsiteY891" fmla="*/ 1752268 h 6858000"/>
              <a:gd name="connsiteX892" fmla="*/ 7179560 w 7467600"/>
              <a:gd name="connsiteY892" fmla="*/ 1467551 h 6858000"/>
              <a:gd name="connsiteX893" fmla="*/ 7158730 w 7467600"/>
              <a:gd name="connsiteY893" fmla="*/ 1507835 h 6858000"/>
              <a:gd name="connsiteX894" fmla="*/ 6326959 w 7467600"/>
              <a:gd name="connsiteY894" fmla="*/ 1817686 h 6858000"/>
              <a:gd name="connsiteX895" fmla="*/ 6537433 w 7467600"/>
              <a:gd name="connsiteY895" fmla="*/ 1907790 h 6858000"/>
              <a:gd name="connsiteX896" fmla="*/ 6550221 w 7467600"/>
              <a:gd name="connsiteY896" fmla="*/ 1910729 h 6858000"/>
              <a:gd name="connsiteX897" fmla="*/ 6964438 w 7467600"/>
              <a:gd name="connsiteY897" fmla="*/ 2209505 h 6858000"/>
              <a:gd name="connsiteX898" fmla="*/ 7367862 w 7467600"/>
              <a:gd name="connsiteY898" fmla="*/ 2806833 h 6858000"/>
              <a:gd name="connsiteX899" fmla="*/ 7364329 w 7467600"/>
              <a:gd name="connsiteY899" fmla="*/ 2826907 h 6858000"/>
              <a:gd name="connsiteX900" fmla="*/ 7290545 w 7467600"/>
              <a:gd name="connsiteY900" fmla="*/ 2850663 h 6858000"/>
              <a:gd name="connsiteX901" fmla="*/ 6472036 w 7467600"/>
              <a:gd name="connsiteY901" fmla="*/ 1959003 h 6858000"/>
              <a:gd name="connsiteX902" fmla="*/ 5792897 w 7467600"/>
              <a:gd name="connsiteY902" fmla="*/ 1647747 h 6858000"/>
              <a:gd name="connsiteX903" fmla="*/ 5842751 w 7467600"/>
              <a:gd name="connsiteY903" fmla="*/ 1816112 h 6858000"/>
              <a:gd name="connsiteX904" fmla="*/ 5847424 w 7467600"/>
              <a:gd name="connsiteY904" fmla="*/ 1815776 h 6858000"/>
              <a:gd name="connsiteX905" fmla="*/ 6399821 w 7467600"/>
              <a:gd name="connsiteY905" fmla="*/ 2344799 h 6858000"/>
              <a:gd name="connsiteX906" fmla="*/ 6323232 w 7467600"/>
              <a:gd name="connsiteY906" fmla="*/ 2389634 h 6858000"/>
              <a:gd name="connsiteX907" fmla="*/ 5942958 w 7467600"/>
              <a:gd name="connsiteY907" fmla="*/ 2077708 h 6858000"/>
              <a:gd name="connsiteX908" fmla="*/ 5921559 w 7467600"/>
              <a:gd name="connsiteY908" fmla="*/ 2378596 h 6858000"/>
              <a:gd name="connsiteX909" fmla="*/ 5817651 w 7467600"/>
              <a:gd name="connsiteY909" fmla="*/ 3023919 h 6858000"/>
              <a:gd name="connsiteX910" fmla="*/ 5729634 w 7467600"/>
              <a:gd name="connsiteY910" fmla="*/ 3051849 h 6858000"/>
              <a:gd name="connsiteX911" fmla="*/ 5611018 w 7467600"/>
              <a:gd name="connsiteY911" fmla="*/ 2316769 h 6858000"/>
              <a:gd name="connsiteX912" fmla="*/ 5687608 w 7467600"/>
              <a:gd name="connsiteY912" fmla="*/ 2039972 h 6858000"/>
              <a:gd name="connsiteX913" fmla="*/ 5657554 w 7467600"/>
              <a:gd name="connsiteY913" fmla="*/ 1576445 h 6858000"/>
              <a:gd name="connsiteX914" fmla="*/ 5150475 w 7467600"/>
              <a:gd name="connsiteY914" fmla="*/ 1274012 h 6858000"/>
              <a:gd name="connsiteX915" fmla="*/ 5349142 w 7467600"/>
              <a:gd name="connsiteY915" fmla="*/ 2204405 h 6858000"/>
              <a:gd name="connsiteX916" fmla="*/ 5262214 w 7467600"/>
              <a:gd name="connsiteY916" fmla="*/ 2233836 h 6858000"/>
              <a:gd name="connsiteX917" fmla="*/ 4981539 w 7467600"/>
              <a:gd name="connsiteY917" fmla="*/ 1542201 h 6858000"/>
              <a:gd name="connsiteX918" fmla="*/ 4958461 w 7467600"/>
              <a:gd name="connsiteY918" fmla="*/ 1136957 h 6858000"/>
              <a:gd name="connsiteX919" fmla="*/ 4655015 w 7467600"/>
              <a:gd name="connsiteY919" fmla="*/ 891426 h 6858000"/>
              <a:gd name="connsiteX920" fmla="*/ 4348002 w 7467600"/>
              <a:gd name="connsiteY920" fmla="*/ 2205895 h 6858000"/>
              <a:gd name="connsiteX921" fmla="*/ 4262250 w 7467600"/>
              <a:gd name="connsiteY921" fmla="*/ 2219972 h 6858000"/>
              <a:gd name="connsiteX922" fmla="*/ 4550611 w 7467600"/>
              <a:gd name="connsiteY922" fmla="*/ 817540 h 6858000"/>
              <a:gd name="connsiteX923" fmla="*/ 4564418 w 7467600"/>
              <a:gd name="connsiteY923" fmla="*/ 808293 h 6858000"/>
              <a:gd name="connsiteX924" fmla="*/ 4266388 w 7467600"/>
              <a:gd name="connsiteY924" fmla="*/ 500083 h 6858000"/>
              <a:gd name="connsiteX925" fmla="*/ 4032842 w 7467600"/>
              <a:gd name="connsiteY925" fmla="*/ 211809 h 6858000"/>
              <a:gd name="connsiteX926" fmla="*/ 3882765 w 7467600"/>
              <a:gd name="connsiteY926" fmla="*/ 0 h 6858000"/>
              <a:gd name="connsiteX927" fmla="*/ 3721337 w 7467600"/>
              <a:gd name="connsiteY927" fmla="*/ 0 h 6858000"/>
              <a:gd name="connsiteX928" fmla="*/ 3797544 w 7467600"/>
              <a:gd name="connsiteY928" fmla="*/ 0 h 6858000"/>
              <a:gd name="connsiteX929" fmla="*/ 3775734 w 7467600"/>
              <a:gd name="connsiteY929" fmla="*/ 95131 h 6858000"/>
              <a:gd name="connsiteX930" fmla="*/ 3724807 w 7467600"/>
              <a:gd name="connsiteY930" fmla="*/ 272257 h 6858000"/>
              <a:gd name="connsiteX931" fmla="*/ 3726844 w 7467600"/>
              <a:gd name="connsiteY931" fmla="*/ 282988 h 6858000"/>
              <a:gd name="connsiteX932" fmla="*/ 3742664 w 7467600"/>
              <a:gd name="connsiteY932" fmla="*/ 279918 h 6858000"/>
              <a:gd name="connsiteX933" fmla="*/ 4103910 w 7467600"/>
              <a:gd name="connsiteY933" fmla="*/ 1161917 h 6858000"/>
              <a:gd name="connsiteX934" fmla="*/ 4020269 w 7467600"/>
              <a:gd name="connsiteY934" fmla="*/ 1200406 h 6858000"/>
              <a:gd name="connsiteX935" fmla="*/ 3674882 w 7467600"/>
              <a:gd name="connsiteY935" fmla="*/ 488524 h 6858000"/>
              <a:gd name="connsiteX936" fmla="*/ 3132682 w 7467600"/>
              <a:gd name="connsiteY936" fmla="*/ 1072284 h 6858000"/>
              <a:gd name="connsiteX937" fmla="*/ 2716346 w 7467600"/>
              <a:gd name="connsiteY937" fmla="*/ 1276376 h 6858000"/>
              <a:gd name="connsiteX938" fmla="*/ 2716772 w 7467600"/>
              <a:gd name="connsiteY938" fmla="*/ 1255462 h 6858000"/>
              <a:gd name="connsiteX939" fmla="*/ 3471096 w 7467600"/>
              <a:gd name="connsiteY939" fmla="*/ 437072 h 6858000"/>
              <a:gd name="connsiteX940" fmla="*/ 3639057 w 7467600"/>
              <a:gd name="connsiteY940" fmla="*/ 286334 h 6858000"/>
              <a:gd name="connsiteX941" fmla="*/ 3640309 w 7467600"/>
              <a:gd name="connsiteY941" fmla="*/ 284664 h 6858000"/>
              <a:gd name="connsiteX942" fmla="*/ 3646022 w 7467600"/>
              <a:gd name="connsiteY942" fmla="*/ 276711 h 6858000"/>
              <a:gd name="connsiteX943" fmla="*/ 3707943 w 7467600"/>
              <a:gd name="connsiteY943" fmla="*/ 65958 h 6858000"/>
              <a:gd name="connsiteX944" fmla="*/ 3721337 w 7467600"/>
              <a:gd name="connsiteY944" fmla="*/ 0 h 6858000"/>
              <a:gd name="connsiteX945" fmla="*/ 2867960 w 7467600"/>
              <a:gd name="connsiteY945" fmla="*/ 0 h 6858000"/>
              <a:gd name="connsiteX946" fmla="*/ 2926351 w 7467600"/>
              <a:gd name="connsiteY946" fmla="*/ 0 h 6858000"/>
              <a:gd name="connsiteX947" fmla="*/ 2902823 w 7467600"/>
              <a:gd name="connsiteY947" fmla="*/ 262929 h 6858000"/>
              <a:gd name="connsiteX948" fmla="*/ 2940663 w 7467600"/>
              <a:gd name="connsiteY948" fmla="*/ 140884 h 6858000"/>
              <a:gd name="connsiteX949" fmla="*/ 2947039 w 7467600"/>
              <a:gd name="connsiteY949" fmla="*/ 122524 h 6858000"/>
              <a:gd name="connsiteX950" fmla="*/ 2984316 w 7467600"/>
              <a:gd name="connsiteY950" fmla="*/ 0 h 6858000"/>
              <a:gd name="connsiteX951" fmla="*/ 3016114 w 7467600"/>
              <a:gd name="connsiteY951" fmla="*/ 0 h 6858000"/>
              <a:gd name="connsiteX952" fmla="*/ 2979949 w 7467600"/>
              <a:gd name="connsiteY952" fmla="*/ 119274 h 6858000"/>
              <a:gd name="connsiteX953" fmla="*/ 3023879 w 7467600"/>
              <a:gd name="connsiteY953" fmla="*/ 0 h 6858000"/>
              <a:gd name="connsiteX954" fmla="*/ 3105400 w 7467600"/>
              <a:gd name="connsiteY954" fmla="*/ 0 h 6858000"/>
              <a:gd name="connsiteX955" fmla="*/ 3094669 w 7467600"/>
              <a:gd name="connsiteY955" fmla="*/ 30308 h 6858000"/>
              <a:gd name="connsiteX956" fmla="*/ 2901945 w 7467600"/>
              <a:gd name="connsiteY956" fmla="*/ 466538 h 6858000"/>
              <a:gd name="connsiteX957" fmla="*/ 2815209 w 7467600"/>
              <a:gd name="connsiteY957" fmla="*/ 497361 h 6858000"/>
              <a:gd name="connsiteX958" fmla="*/ 2844845 w 7467600"/>
              <a:gd name="connsiteY958" fmla="*/ 127638 h 6858000"/>
              <a:gd name="connsiteX959" fmla="*/ 2867960 w 7467600"/>
              <a:gd name="connsiteY959" fmla="*/ 0 h 6858000"/>
              <a:gd name="connsiteX960" fmla="*/ 1057230 w 7467600"/>
              <a:gd name="connsiteY960" fmla="*/ 0 h 6858000"/>
              <a:gd name="connsiteX961" fmla="*/ 1111003 w 7467600"/>
              <a:gd name="connsiteY961" fmla="*/ 0 h 6858000"/>
              <a:gd name="connsiteX962" fmla="*/ 1125553 w 7467600"/>
              <a:gd name="connsiteY962" fmla="*/ 52588 h 6858000"/>
              <a:gd name="connsiteX963" fmla="*/ 1304276 w 7467600"/>
              <a:gd name="connsiteY963" fmla="*/ 476275 h 6858000"/>
              <a:gd name="connsiteX964" fmla="*/ 1492066 w 7467600"/>
              <a:gd name="connsiteY964" fmla="*/ 886333 h 6858000"/>
              <a:gd name="connsiteX965" fmla="*/ 1423698 w 7467600"/>
              <a:gd name="connsiteY965" fmla="*/ 710817 h 6858000"/>
              <a:gd name="connsiteX966" fmla="*/ 1357609 w 7467600"/>
              <a:gd name="connsiteY966" fmla="*/ 532892 h 6858000"/>
              <a:gd name="connsiteX967" fmla="*/ 1309550 w 7467600"/>
              <a:gd name="connsiteY967" fmla="*/ 374031 h 6858000"/>
              <a:gd name="connsiteX968" fmla="*/ 1193673 w 7467600"/>
              <a:gd name="connsiteY968" fmla="*/ 49533 h 6858000"/>
              <a:gd name="connsiteX969" fmla="*/ 1164391 w 7467600"/>
              <a:gd name="connsiteY969" fmla="*/ 0 h 6858000"/>
              <a:gd name="connsiteX970" fmla="*/ 1200666 w 7467600"/>
              <a:gd name="connsiteY970" fmla="*/ 0 h 6858000"/>
              <a:gd name="connsiteX971" fmla="*/ 1223408 w 7467600"/>
              <a:gd name="connsiteY971" fmla="*/ 38996 h 6858000"/>
              <a:gd name="connsiteX972" fmla="*/ 1339635 w 7467600"/>
              <a:gd name="connsiteY972" fmla="*/ 365517 h 6858000"/>
              <a:gd name="connsiteX973" fmla="*/ 1387469 w 7467600"/>
              <a:gd name="connsiteY973" fmla="*/ 523079 h 6858000"/>
              <a:gd name="connsiteX974" fmla="*/ 1452685 w 7467600"/>
              <a:gd name="connsiteY974" fmla="*/ 699806 h 6858000"/>
              <a:gd name="connsiteX975" fmla="*/ 1492092 w 7467600"/>
              <a:gd name="connsiteY975" fmla="*/ 800424 h 6858000"/>
              <a:gd name="connsiteX976" fmla="*/ 1455302 w 7467600"/>
              <a:gd name="connsiteY976" fmla="*/ 632913 h 6858000"/>
              <a:gd name="connsiteX977" fmla="*/ 1222336 w 7467600"/>
              <a:gd name="connsiteY977" fmla="*/ 9480 h 6858000"/>
              <a:gd name="connsiteX978" fmla="*/ 1214634 w 7467600"/>
              <a:gd name="connsiteY978" fmla="*/ 0 h 6858000"/>
              <a:gd name="connsiteX979" fmla="*/ 1289827 w 7467600"/>
              <a:gd name="connsiteY979" fmla="*/ 0 h 6858000"/>
              <a:gd name="connsiteX980" fmla="*/ 1321076 w 7467600"/>
              <a:gd name="connsiteY980" fmla="*/ 59722 h 6858000"/>
              <a:gd name="connsiteX981" fmla="*/ 1512579 w 7467600"/>
              <a:gd name="connsiteY981" fmla="*/ 626441 h 6858000"/>
              <a:gd name="connsiteX982" fmla="*/ 1506076 w 7467600"/>
              <a:gd name="connsiteY982" fmla="*/ 1089289 h 6858000"/>
              <a:gd name="connsiteX983" fmla="*/ 1486346 w 7467600"/>
              <a:gd name="connsiteY983" fmla="*/ 1079919 h 6858000"/>
              <a:gd name="connsiteX984" fmla="*/ 1070511 w 7467600"/>
              <a:gd name="connsiteY984" fmla="*/ 48609 h 6858000"/>
              <a:gd name="connsiteX985" fmla="*/ 1057230 w 7467600"/>
              <a:gd name="connsiteY985" fmla="*/ 0 h 6858000"/>
              <a:gd name="connsiteX986" fmla="*/ 43151 w 7467600"/>
              <a:gd name="connsiteY986" fmla="*/ 0 h 6858000"/>
              <a:gd name="connsiteX987" fmla="*/ 95283 w 7467600"/>
              <a:gd name="connsiteY987" fmla="*/ 0 h 6858000"/>
              <a:gd name="connsiteX988" fmla="*/ 300708 w 7467600"/>
              <a:gd name="connsiteY988" fmla="*/ 154571 h 6858000"/>
              <a:gd name="connsiteX989" fmla="*/ 530414 w 7467600"/>
              <a:gd name="connsiteY989" fmla="*/ 354673 h 6858000"/>
              <a:gd name="connsiteX990" fmla="*/ 333785 w 7467600"/>
              <a:gd name="connsiteY990" fmla="*/ 161564 h 6858000"/>
              <a:gd name="connsiteX991" fmla="*/ 147005 w 7467600"/>
              <a:gd name="connsiteY991" fmla="*/ 0 h 6858000"/>
              <a:gd name="connsiteX992" fmla="*/ 272509 w 7467600"/>
              <a:gd name="connsiteY992" fmla="*/ 0 h 6858000"/>
              <a:gd name="connsiteX993" fmla="*/ 326276 w 7467600"/>
              <a:gd name="connsiteY993" fmla="*/ 45847 h 6858000"/>
              <a:gd name="connsiteX994" fmla="*/ 823759 w 7467600"/>
              <a:gd name="connsiteY994" fmla="*/ 574145 h 6858000"/>
              <a:gd name="connsiteX995" fmla="*/ 811254 w 7467600"/>
              <a:gd name="connsiteY995" fmla="*/ 665546 h 6858000"/>
              <a:gd name="connsiteX996" fmla="*/ 154042 w 7467600"/>
              <a:gd name="connsiteY996" fmla="*/ 261522 h 6858000"/>
              <a:gd name="connsiteX997" fmla="*/ 13550 w 7467600"/>
              <a:gd name="connsiteY997" fmla="*/ 158423 h 6858000"/>
              <a:gd name="connsiteX998" fmla="*/ 0 w 7467600"/>
              <a:gd name="connsiteY998" fmla="*/ 146618 h 6858000"/>
              <a:gd name="connsiteX999" fmla="*/ 0 w 7467600"/>
              <a:gd name="connsiteY999" fmla="*/ 59161 h 6858000"/>
              <a:gd name="connsiteX1000" fmla="*/ 45427 w 7467600"/>
              <a:gd name="connsiteY1000" fmla="*/ 101078 h 6858000"/>
              <a:gd name="connsiteX1001" fmla="*/ 630103 w 7467600"/>
              <a:gd name="connsiteY1001" fmla="*/ 485885 h 6858000"/>
              <a:gd name="connsiteX1002" fmla="*/ 532040 w 7467600"/>
              <a:gd name="connsiteY1002" fmla="*/ 399359 h 6858000"/>
              <a:gd name="connsiteX1003" fmla="*/ 517618 w 7467600"/>
              <a:gd name="connsiteY1003" fmla="*/ 385726 h 6858000"/>
              <a:gd name="connsiteX1004" fmla="*/ 285074 w 7467600"/>
              <a:gd name="connsiteY1004" fmla="*/ 182755 h 6858000"/>
              <a:gd name="connsiteX1005" fmla="*/ 43151 w 7467600"/>
              <a:gd name="connsiteY100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5905192 w 7467600"/>
              <a:gd name="connsiteY844" fmla="*/ 163079 h 6858000"/>
              <a:gd name="connsiteX845" fmla="*/ 5865655 w 7467600"/>
              <a:gd name="connsiteY845" fmla="*/ 171901 h 6858000"/>
              <a:gd name="connsiteX846" fmla="*/ 5259740 w 7467600"/>
              <a:gd name="connsiteY846" fmla="*/ 257013 h 6858000"/>
              <a:gd name="connsiteX847" fmla="*/ 5208466 w 7467600"/>
              <a:gd name="connsiteY847" fmla="*/ 257550 h 6858000"/>
              <a:gd name="connsiteX848" fmla="*/ 4980204 w 7467600"/>
              <a:gd name="connsiteY848" fmla="*/ 271903 h 6858000"/>
              <a:gd name="connsiteX849" fmla="*/ 5068068 w 7467600"/>
              <a:gd name="connsiteY849" fmla="*/ 282244 h 6858000"/>
              <a:gd name="connsiteX850" fmla="*/ 5153231 w 7467600"/>
              <a:gd name="connsiteY850" fmla="*/ 292240 h 6858000"/>
              <a:gd name="connsiteX851" fmla="*/ 5426491 w 7467600"/>
              <a:gd name="connsiteY851" fmla="*/ 281128 h 6858000"/>
              <a:gd name="connsiteX852" fmla="*/ 5731212 w 7467600"/>
              <a:gd name="connsiteY852" fmla="*/ 231951 h 6858000"/>
              <a:gd name="connsiteX853" fmla="*/ 5905192 w 7467600"/>
              <a:gd name="connsiteY853" fmla="*/ 163079 h 6858000"/>
              <a:gd name="connsiteX854" fmla="*/ 5944437 w 7467600"/>
              <a:gd name="connsiteY854" fmla="*/ 113829 h 6858000"/>
              <a:gd name="connsiteX855" fmla="*/ 5825032 w 7467600"/>
              <a:gd name="connsiteY855" fmla="*/ 146405 h 6858000"/>
              <a:gd name="connsiteX856" fmla="*/ 4955599 w 7467600"/>
              <a:gd name="connsiteY856" fmla="*/ 247008 h 6858000"/>
              <a:gd name="connsiteX857" fmla="*/ 5210104 w 7467600"/>
              <a:gd name="connsiteY857" fmla="*/ 228123 h 6858000"/>
              <a:gd name="connsiteX858" fmla="*/ 5261015 w 7467600"/>
              <a:gd name="connsiteY858" fmla="*/ 227087 h 6858000"/>
              <a:gd name="connsiteX859" fmla="*/ 5861181 w 7467600"/>
              <a:gd name="connsiteY859" fmla="*/ 143093 h 6858000"/>
              <a:gd name="connsiteX860" fmla="*/ 5961252 w 7467600"/>
              <a:gd name="connsiteY860" fmla="*/ 114820 h 6858000"/>
              <a:gd name="connsiteX861" fmla="*/ 5944437 w 7467600"/>
              <a:gd name="connsiteY861" fmla="*/ 113829 h 6858000"/>
              <a:gd name="connsiteX862" fmla="*/ 3882765 w 7467600"/>
              <a:gd name="connsiteY862" fmla="*/ 0 h 6858000"/>
              <a:gd name="connsiteX863" fmla="*/ 3995099 w 7467600"/>
              <a:gd name="connsiteY863" fmla="*/ 0 h 6858000"/>
              <a:gd name="connsiteX864" fmla="*/ 4163818 w 7467600"/>
              <a:gd name="connsiteY864" fmla="*/ 234104 h 6858000"/>
              <a:gd name="connsiteX865" fmla="*/ 4172099 w 7467600"/>
              <a:gd name="connsiteY865" fmla="*/ 234207 h 6858000"/>
              <a:gd name="connsiteX866" fmla="*/ 4784282 w 7467600"/>
              <a:gd name="connsiteY866" fmla="*/ 276561 h 6858000"/>
              <a:gd name="connsiteX867" fmla="*/ 4801687 w 7467600"/>
              <a:gd name="connsiteY867" fmla="*/ 267764 h 6858000"/>
              <a:gd name="connsiteX868" fmla="*/ 6082788 w 7467600"/>
              <a:gd name="connsiteY868" fmla="*/ 64119 h 6858000"/>
              <a:gd name="connsiteX869" fmla="*/ 6099442 w 7467600"/>
              <a:gd name="connsiteY869" fmla="*/ 82568 h 6858000"/>
              <a:gd name="connsiteX870" fmla="*/ 4804137 w 7467600"/>
              <a:gd name="connsiteY870" fmla="*/ 320931 h 6858000"/>
              <a:gd name="connsiteX871" fmla="*/ 4227047 w 7467600"/>
              <a:gd name="connsiteY871" fmla="*/ 313415 h 6858000"/>
              <a:gd name="connsiteX872" fmla="*/ 4346041 w 7467600"/>
              <a:gd name="connsiteY872" fmla="*/ 456086 h 6858000"/>
              <a:gd name="connsiteX873" fmla="*/ 4870967 w 7467600"/>
              <a:gd name="connsiteY873" fmla="*/ 963061 h 6858000"/>
              <a:gd name="connsiteX874" fmla="*/ 4889647 w 7467600"/>
              <a:gd name="connsiteY874" fmla="*/ 957147 h 6858000"/>
              <a:gd name="connsiteX875" fmla="*/ 5422504 w 7467600"/>
              <a:gd name="connsiteY875" fmla="*/ 805191 h 6858000"/>
              <a:gd name="connsiteX876" fmla="*/ 6087656 w 7467600"/>
              <a:gd name="connsiteY876" fmla="*/ 826703 h 6858000"/>
              <a:gd name="connsiteX877" fmla="*/ 6058717 w 7467600"/>
              <a:gd name="connsiteY877" fmla="*/ 865992 h 6858000"/>
              <a:gd name="connsiteX878" fmla="*/ 4974153 w 7467600"/>
              <a:gd name="connsiteY878" fmla="*/ 1045456 h 6858000"/>
              <a:gd name="connsiteX879" fmla="*/ 5627835 w 7467600"/>
              <a:gd name="connsiteY879" fmla="*/ 1472077 h 6858000"/>
              <a:gd name="connsiteX880" fmla="*/ 5629817 w 7467600"/>
              <a:gd name="connsiteY880" fmla="*/ 1471412 h 6858000"/>
              <a:gd name="connsiteX881" fmla="*/ 5634124 w 7467600"/>
              <a:gd name="connsiteY881" fmla="*/ 1470572 h 6858000"/>
              <a:gd name="connsiteX882" fmla="*/ 5755832 w 7467600"/>
              <a:gd name="connsiteY882" fmla="*/ 1383886 h 6858000"/>
              <a:gd name="connsiteX883" fmla="*/ 6014186 w 7467600"/>
              <a:gd name="connsiteY883" fmla="*/ 1279799 h 6858000"/>
              <a:gd name="connsiteX884" fmla="*/ 6901619 w 7467600"/>
              <a:gd name="connsiteY884" fmla="*/ 1047874 h 6858000"/>
              <a:gd name="connsiteX885" fmla="*/ 6931566 w 7467600"/>
              <a:gd name="connsiteY885" fmla="*/ 1062034 h 6858000"/>
              <a:gd name="connsiteX886" fmla="*/ 5790982 w 7467600"/>
              <a:gd name="connsiteY886" fmla="*/ 1561380 h 6858000"/>
              <a:gd name="connsiteX887" fmla="*/ 6188971 w 7467600"/>
              <a:gd name="connsiteY887" fmla="*/ 1755168 h 6858000"/>
              <a:gd name="connsiteX888" fmla="*/ 6202446 w 7467600"/>
              <a:gd name="connsiteY888" fmla="*/ 1752268 h 6858000"/>
              <a:gd name="connsiteX889" fmla="*/ 7179560 w 7467600"/>
              <a:gd name="connsiteY889" fmla="*/ 1467551 h 6858000"/>
              <a:gd name="connsiteX890" fmla="*/ 7158730 w 7467600"/>
              <a:gd name="connsiteY890" fmla="*/ 1507835 h 6858000"/>
              <a:gd name="connsiteX891" fmla="*/ 6326959 w 7467600"/>
              <a:gd name="connsiteY891" fmla="*/ 1817686 h 6858000"/>
              <a:gd name="connsiteX892" fmla="*/ 6537433 w 7467600"/>
              <a:gd name="connsiteY892" fmla="*/ 1907790 h 6858000"/>
              <a:gd name="connsiteX893" fmla="*/ 6550221 w 7467600"/>
              <a:gd name="connsiteY893" fmla="*/ 1910729 h 6858000"/>
              <a:gd name="connsiteX894" fmla="*/ 6964438 w 7467600"/>
              <a:gd name="connsiteY894" fmla="*/ 2209505 h 6858000"/>
              <a:gd name="connsiteX895" fmla="*/ 7367862 w 7467600"/>
              <a:gd name="connsiteY895" fmla="*/ 2806833 h 6858000"/>
              <a:gd name="connsiteX896" fmla="*/ 7364329 w 7467600"/>
              <a:gd name="connsiteY896" fmla="*/ 2826907 h 6858000"/>
              <a:gd name="connsiteX897" fmla="*/ 7290545 w 7467600"/>
              <a:gd name="connsiteY897" fmla="*/ 2850663 h 6858000"/>
              <a:gd name="connsiteX898" fmla="*/ 6472036 w 7467600"/>
              <a:gd name="connsiteY898" fmla="*/ 1959003 h 6858000"/>
              <a:gd name="connsiteX899" fmla="*/ 5792897 w 7467600"/>
              <a:gd name="connsiteY899" fmla="*/ 1647747 h 6858000"/>
              <a:gd name="connsiteX900" fmla="*/ 5842751 w 7467600"/>
              <a:gd name="connsiteY900" fmla="*/ 1816112 h 6858000"/>
              <a:gd name="connsiteX901" fmla="*/ 5847424 w 7467600"/>
              <a:gd name="connsiteY901" fmla="*/ 1815776 h 6858000"/>
              <a:gd name="connsiteX902" fmla="*/ 6399821 w 7467600"/>
              <a:gd name="connsiteY902" fmla="*/ 2344799 h 6858000"/>
              <a:gd name="connsiteX903" fmla="*/ 6323232 w 7467600"/>
              <a:gd name="connsiteY903" fmla="*/ 2389634 h 6858000"/>
              <a:gd name="connsiteX904" fmla="*/ 5942958 w 7467600"/>
              <a:gd name="connsiteY904" fmla="*/ 2077708 h 6858000"/>
              <a:gd name="connsiteX905" fmla="*/ 5921559 w 7467600"/>
              <a:gd name="connsiteY905" fmla="*/ 2378596 h 6858000"/>
              <a:gd name="connsiteX906" fmla="*/ 5817651 w 7467600"/>
              <a:gd name="connsiteY906" fmla="*/ 3023919 h 6858000"/>
              <a:gd name="connsiteX907" fmla="*/ 5729634 w 7467600"/>
              <a:gd name="connsiteY907" fmla="*/ 3051849 h 6858000"/>
              <a:gd name="connsiteX908" fmla="*/ 5611018 w 7467600"/>
              <a:gd name="connsiteY908" fmla="*/ 2316769 h 6858000"/>
              <a:gd name="connsiteX909" fmla="*/ 5687608 w 7467600"/>
              <a:gd name="connsiteY909" fmla="*/ 2039972 h 6858000"/>
              <a:gd name="connsiteX910" fmla="*/ 5657554 w 7467600"/>
              <a:gd name="connsiteY910" fmla="*/ 1576445 h 6858000"/>
              <a:gd name="connsiteX911" fmla="*/ 5150475 w 7467600"/>
              <a:gd name="connsiteY911" fmla="*/ 1274012 h 6858000"/>
              <a:gd name="connsiteX912" fmla="*/ 5349142 w 7467600"/>
              <a:gd name="connsiteY912" fmla="*/ 2204405 h 6858000"/>
              <a:gd name="connsiteX913" fmla="*/ 5262214 w 7467600"/>
              <a:gd name="connsiteY913" fmla="*/ 2233836 h 6858000"/>
              <a:gd name="connsiteX914" fmla="*/ 4981539 w 7467600"/>
              <a:gd name="connsiteY914" fmla="*/ 1542201 h 6858000"/>
              <a:gd name="connsiteX915" fmla="*/ 4958461 w 7467600"/>
              <a:gd name="connsiteY915" fmla="*/ 1136957 h 6858000"/>
              <a:gd name="connsiteX916" fmla="*/ 4655015 w 7467600"/>
              <a:gd name="connsiteY916" fmla="*/ 891426 h 6858000"/>
              <a:gd name="connsiteX917" fmla="*/ 4348002 w 7467600"/>
              <a:gd name="connsiteY917" fmla="*/ 2205895 h 6858000"/>
              <a:gd name="connsiteX918" fmla="*/ 4262250 w 7467600"/>
              <a:gd name="connsiteY918" fmla="*/ 2219972 h 6858000"/>
              <a:gd name="connsiteX919" fmla="*/ 4550611 w 7467600"/>
              <a:gd name="connsiteY919" fmla="*/ 817540 h 6858000"/>
              <a:gd name="connsiteX920" fmla="*/ 4564418 w 7467600"/>
              <a:gd name="connsiteY920" fmla="*/ 808293 h 6858000"/>
              <a:gd name="connsiteX921" fmla="*/ 4266388 w 7467600"/>
              <a:gd name="connsiteY921" fmla="*/ 500083 h 6858000"/>
              <a:gd name="connsiteX922" fmla="*/ 4032842 w 7467600"/>
              <a:gd name="connsiteY922" fmla="*/ 211809 h 6858000"/>
              <a:gd name="connsiteX923" fmla="*/ 3882765 w 7467600"/>
              <a:gd name="connsiteY923" fmla="*/ 0 h 6858000"/>
              <a:gd name="connsiteX924" fmla="*/ 3721337 w 7467600"/>
              <a:gd name="connsiteY924" fmla="*/ 0 h 6858000"/>
              <a:gd name="connsiteX925" fmla="*/ 3797544 w 7467600"/>
              <a:gd name="connsiteY925" fmla="*/ 0 h 6858000"/>
              <a:gd name="connsiteX926" fmla="*/ 3775734 w 7467600"/>
              <a:gd name="connsiteY926" fmla="*/ 95131 h 6858000"/>
              <a:gd name="connsiteX927" fmla="*/ 3724807 w 7467600"/>
              <a:gd name="connsiteY927" fmla="*/ 272257 h 6858000"/>
              <a:gd name="connsiteX928" fmla="*/ 3726844 w 7467600"/>
              <a:gd name="connsiteY928" fmla="*/ 282988 h 6858000"/>
              <a:gd name="connsiteX929" fmla="*/ 3742664 w 7467600"/>
              <a:gd name="connsiteY929" fmla="*/ 279918 h 6858000"/>
              <a:gd name="connsiteX930" fmla="*/ 4103910 w 7467600"/>
              <a:gd name="connsiteY930" fmla="*/ 1161917 h 6858000"/>
              <a:gd name="connsiteX931" fmla="*/ 4020269 w 7467600"/>
              <a:gd name="connsiteY931" fmla="*/ 1200406 h 6858000"/>
              <a:gd name="connsiteX932" fmla="*/ 3674882 w 7467600"/>
              <a:gd name="connsiteY932" fmla="*/ 488524 h 6858000"/>
              <a:gd name="connsiteX933" fmla="*/ 3132682 w 7467600"/>
              <a:gd name="connsiteY933" fmla="*/ 1072284 h 6858000"/>
              <a:gd name="connsiteX934" fmla="*/ 2716346 w 7467600"/>
              <a:gd name="connsiteY934" fmla="*/ 1276376 h 6858000"/>
              <a:gd name="connsiteX935" fmla="*/ 2716772 w 7467600"/>
              <a:gd name="connsiteY935" fmla="*/ 1255462 h 6858000"/>
              <a:gd name="connsiteX936" fmla="*/ 3471096 w 7467600"/>
              <a:gd name="connsiteY936" fmla="*/ 437072 h 6858000"/>
              <a:gd name="connsiteX937" fmla="*/ 3639057 w 7467600"/>
              <a:gd name="connsiteY937" fmla="*/ 286334 h 6858000"/>
              <a:gd name="connsiteX938" fmla="*/ 3640309 w 7467600"/>
              <a:gd name="connsiteY938" fmla="*/ 284664 h 6858000"/>
              <a:gd name="connsiteX939" fmla="*/ 3646022 w 7467600"/>
              <a:gd name="connsiteY939" fmla="*/ 276711 h 6858000"/>
              <a:gd name="connsiteX940" fmla="*/ 3707943 w 7467600"/>
              <a:gd name="connsiteY940" fmla="*/ 65958 h 6858000"/>
              <a:gd name="connsiteX941" fmla="*/ 3721337 w 7467600"/>
              <a:gd name="connsiteY941" fmla="*/ 0 h 6858000"/>
              <a:gd name="connsiteX942" fmla="*/ 2867960 w 7467600"/>
              <a:gd name="connsiteY942" fmla="*/ 0 h 6858000"/>
              <a:gd name="connsiteX943" fmla="*/ 2926351 w 7467600"/>
              <a:gd name="connsiteY943" fmla="*/ 0 h 6858000"/>
              <a:gd name="connsiteX944" fmla="*/ 2902823 w 7467600"/>
              <a:gd name="connsiteY944" fmla="*/ 262929 h 6858000"/>
              <a:gd name="connsiteX945" fmla="*/ 2940663 w 7467600"/>
              <a:gd name="connsiteY945" fmla="*/ 140884 h 6858000"/>
              <a:gd name="connsiteX946" fmla="*/ 2947039 w 7467600"/>
              <a:gd name="connsiteY946" fmla="*/ 122524 h 6858000"/>
              <a:gd name="connsiteX947" fmla="*/ 2984316 w 7467600"/>
              <a:gd name="connsiteY947" fmla="*/ 0 h 6858000"/>
              <a:gd name="connsiteX948" fmla="*/ 3016114 w 7467600"/>
              <a:gd name="connsiteY948" fmla="*/ 0 h 6858000"/>
              <a:gd name="connsiteX949" fmla="*/ 2979949 w 7467600"/>
              <a:gd name="connsiteY949" fmla="*/ 119274 h 6858000"/>
              <a:gd name="connsiteX950" fmla="*/ 3023879 w 7467600"/>
              <a:gd name="connsiteY950" fmla="*/ 0 h 6858000"/>
              <a:gd name="connsiteX951" fmla="*/ 3105400 w 7467600"/>
              <a:gd name="connsiteY951" fmla="*/ 0 h 6858000"/>
              <a:gd name="connsiteX952" fmla="*/ 3094669 w 7467600"/>
              <a:gd name="connsiteY952" fmla="*/ 30308 h 6858000"/>
              <a:gd name="connsiteX953" fmla="*/ 2901945 w 7467600"/>
              <a:gd name="connsiteY953" fmla="*/ 466538 h 6858000"/>
              <a:gd name="connsiteX954" fmla="*/ 2815209 w 7467600"/>
              <a:gd name="connsiteY954" fmla="*/ 497361 h 6858000"/>
              <a:gd name="connsiteX955" fmla="*/ 2844845 w 7467600"/>
              <a:gd name="connsiteY955" fmla="*/ 127638 h 6858000"/>
              <a:gd name="connsiteX956" fmla="*/ 2867960 w 7467600"/>
              <a:gd name="connsiteY956" fmla="*/ 0 h 6858000"/>
              <a:gd name="connsiteX957" fmla="*/ 1057230 w 7467600"/>
              <a:gd name="connsiteY957" fmla="*/ 0 h 6858000"/>
              <a:gd name="connsiteX958" fmla="*/ 1111003 w 7467600"/>
              <a:gd name="connsiteY958" fmla="*/ 0 h 6858000"/>
              <a:gd name="connsiteX959" fmla="*/ 1125553 w 7467600"/>
              <a:gd name="connsiteY959" fmla="*/ 52588 h 6858000"/>
              <a:gd name="connsiteX960" fmla="*/ 1304276 w 7467600"/>
              <a:gd name="connsiteY960" fmla="*/ 476275 h 6858000"/>
              <a:gd name="connsiteX961" fmla="*/ 1492066 w 7467600"/>
              <a:gd name="connsiteY961" fmla="*/ 886333 h 6858000"/>
              <a:gd name="connsiteX962" fmla="*/ 1423698 w 7467600"/>
              <a:gd name="connsiteY962" fmla="*/ 710817 h 6858000"/>
              <a:gd name="connsiteX963" fmla="*/ 1357609 w 7467600"/>
              <a:gd name="connsiteY963" fmla="*/ 532892 h 6858000"/>
              <a:gd name="connsiteX964" fmla="*/ 1309550 w 7467600"/>
              <a:gd name="connsiteY964" fmla="*/ 374031 h 6858000"/>
              <a:gd name="connsiteX965" fmla="*/ 1193673 w 7467600"/>
              <a:gd name="connsiteY965" fmla="*/ 49533 h 6858000"/>
              <a:gd name="connsiteX966" fmla="*/ 1164391 w 7467600"/>
              <a:gd name="connsiteY966" fmla="*/ 0 h 6858000"/>
              <a:gd name="connsiteX967" fmla="*/ 1200666 w 7467600"/>
              <a:gd name="connsiteY967" fmla="*/ 0 h 6858000"/>
              <a:gd name="connsiteX968" fmla="*/ 1223408 w 7467600"/>
              <a:gd name="connsiteY968" fmla="*/ 38996 h 6858000"/>
              <a:gd name="connsiteX969" fmla="*/ 1339635 w 7467600"/>
              <a:gd name="connsiteY969" fmla="*/ 365517 h 6858000"/>
              <a:gd name="connsiteX970" fmla="*/ 1387469 w 7467600"/>
              <a:gd name="connsiteY970" fmla="*/ 523079 h 6858000"/>
              <a:gd name="connsiteX971" fmla="*/ 1452685 w 7467600"/>
              <a:gd name="connsiteY971" fmla="*/ 699806 h 6858000"/>
              <a:gd name="connsiteX972" fmla="*/ 1492092 w 7467600"/>
              <a:gd name="connsiteY972" fmla="*/ 800424 h 6858000"/>
              <a:gd name="connsiteX973" fmla="*/ 1455302 w 7467600"/>
              <a:gd name="connsiteY973" fmla="*/ 632913 h 6858000"/>
              <a:gd name="connsiteX974" fmla="*/ 1222336 w 7467600"/>
              <a:gd name="connsiteY974" fmla="*/ 9480 h 6858000"/>
              <a:gd name="connsiteX975" fmla="*/ 1214634 w 7467600"/>
              <a:gd name="connsiteY975" fmla="*/ 0 h 6858000"/>
              <a:gd name="connsiteX976" fmla="*/ 1289827 w 7467600"/>
              <a:gd name="connsiteY976" fmla="*/ 0 h 6858000"/>
              <a:gd name="connsiteX977" fmla="*/ 1321076 w 7467600"/>
              <a:gd name="connsiteY977" fmla="*/ 59722 h 6858000"/>
              <a:gd name="connsiteX978" fmla="*/ 1512579 w 7467600"/>
              <a:gd name="connsiteY978" fmla="*/ 626441 h 6858000"/>
              <a:gd name="connsiteX979" fmla="*/ 1506076 w 7467600"/>
              <a:gd name="connsiteY979" fmla="*/ 1089289 h 6858000"/>
              <a:gd name="connsiteX980" fmla="*/ 1486346 w 7467600"/>
              <a:gd name="connsiteY980" fmla="*/ 1079919 h 6858000"/>
              <a:gd name="connsiteX981" fmla="*/ 1070511 w 7467600"/>
              <a:gd name="connsiteY981" fmla="*/ 48609 h 6858000"/>
              <a:gd name="connsiteX982" fmla="*/ 1057230 w 7467600"/>
              <a:gd name="connsiteY982" fmla="*/ 0 h 6858000"/>
              <a:gd name="connsiteX983" fmla="*/ 43151 w 7467600"/>
              <a:gd name="connsiteY983" fmla="*/ 0 h 6858000"/>
              <a:gd name="connsiteX984" fmla="*/ 95283 w 7467600"/>
              <a:gd name="connsiteY984" fmla="*/ 0 h 6858000"/>
              <a:gd name="connsiteX985" fmla="*/ 300708 w 7467600"/>
              <a:gd name="connsiteY985" fmla="*/ 154571 h 6858000"/>
              <a:gd name="connsiteX986" fmla="*/ 530414 w 7467600"/>
              <a:gd name="connsiteY986" fmla="*/ 354673 h 6858000"/>
              <a:gd name="connsiteX987" fmla="*/ 333785 w 7467600"/>
              <a:gd name="connsiteY987" fmla="*/ 161564 h 6858000"/>
              <a:gd name="connsiteX988" fmla="*/ 147005 w 7467600"/>
              <a:gd name="connsiteY988" fmla="*/ 0 h 6858000"/>
              <a:gd name="connsiteX989" fmla="*/ 272509 w 7467600"/>
              <a:gd name="connsiteY989" fmla="*/ 0 h 6858000"/>
              <a:gd name="connsiteX990" fmla="*/ 326276 w 7467600"/>
              <a:gd name="connsiteY990" fmla="*/ 45847 h 6858000"/>
              <a:gd name="connsiteX991" fmla="*/ 823759 w 7467600"/>
              <a:gd name="connsiteY991" fmla="*/ 574145 h 6858000"/>
              <a:gd name="connsiteX992" fmla="*/ 811254 w 7467600"/>
              <a:gd name="connsiteY992" fmla="*/ 665546 h 6858000"/>
              <a:gd name="connsiteX993" fmla="*/ 154042 w 7467600"/>
              <a:gd name="connsiteY993" fmla="*/ 261522 h 6858000"/>
              <a:gd name="connsiteX994" fmla="*/ 13550 w 7467600"/>
              <a:gd name="connsiteY994" fmla="*/ 158423 h 6858000"/>
              <a:gd name="connsiteX995" fmla="*/ 0 w 7467600"/>
              <a:gd name="connsiteY995" fmla="*/ 146618 h 6858000"/>
              <a:gd name="connsiteX996" fmla="*/ 0 w 7467600"/>
              <a:gd name="connsiteY996" fmla="*/ 59161 h 6858000"/>
              <a:gd name="connsiteX997" fmla="*/ 45427 w 7467600"/>
              <a:gd name="connsiteY997" fmla="*/ 101078 h 6858000"/>
              <a:gd name="connsiteX998" fmla="*/ 630103 w 7467600"/>
              <a:gd name="connsiteY998" fmla="*/ 485885 h 6858000"/>
              <a:gd name="connsiteX999" fmla="*/ 532040 w 7467600"/>
              <a:gd name="connsiteY999" fmla="*/ 399359 h 6858000"/>
              <a:gd name="connsiteX1000" fmla="*/ 517618 w 7467600"/>
              <a:gd name="connsiteY1000" fmla="*/ 385726 h 6858000"/>
              <a:gd name="connsiteX1001" fmla="*/ 285074 w 7467600"/>
              <a:gd name="connsiteY1001" fmla="*/ 182755 h 6858000"/>
              <a:gd name="connsiteX1002" fmla="*/ 43151 w 7467600"/>
              <a:gd name="connsiteY100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1946 w 7467600"/>
              <a:gd name="connsiteY127" fmla="*/ 5075653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1903353 w 7467600"/>
              <a:gd name="connsiteY146" fmla="*/ 5044827 h 6858000"/>
              <a:gd name="connsiteX147" fmla="*/ 1936931 w 7467600"/>
              <a:gd name="connsiteY147" fmla="*/ 5093954 h 6858000"/>
              <a:gd name="connsiteX148" fmla="*/ 2195868 w 7467600"/>
              <a:gd name="connsiteY148" fmla="*/ 5396574 h 6858000"/>
              <a:gd name="connsiteX149" fmla="*/ 2088852 w 7467600"/>
              <a:gd name="connsiteY149" fmla="*/ 5166123 h 6858000"/>
              <a:gd name="connsiteX150" fmla="*/ 1958241 w 7467600"/>
              <a:gd name="connsiteY150" fmla="*/ 5067955 h 6858000"/>
              <a:gd name="connsiteX151" fmla="*/ 1903353 w 7467600"/>
              <a:gd name="connsiteY151" fmla="*/ 5044827 h 6858000"/>
              <a:gd name="connsiteX152" fmla="*/ 1979378 w 7467600"/>
              <a:gd name="connsiteY152" fmla="*/ 4769504 h 6858000"/>
              <a:gd name="connsiteX153" fmla="*/ 2882120 w 7467600"/>
              <a:gd name="connsiteY153" fmla="*/ 5064547 h 6858000"/>
              <a:gd name="connsiteX154" fmla="*/ 2793103 w 7467600"/>
              <a:gd name="connsiteY154" fmla="*/ 5039699 h 6858000"/>
              <a:gd name="connsiteX155" fmla="*/ 2770041 w 7467600"/>
              <a:gd name="connsiteY155" fmla="*/ 5033634 h 6858000"/>
              <a:gd name="connsiteX156" fmla="*/ 1979378 w 7467600"/>
              <a:gd name="connsiteY156" fmla="*/ 4769504 h 6858000"/>
              <a:gd name="connsiteX157" fmla="*/ 1927410 w 7467600"/>
              <a:gd name="connsiteY157" fmla="*/ 4716164 h 6858000"/>
              <a:gd name="connsiteX158" fmla="*/ 1959587 w 7467600"/>
              <a:gd name="connsiteY158" fmla="*/ 4728849 h 6858000"/>
              <a:gd name="connsiteX159" fmla="*/ 2777707 w 7467600"/>
              <a:gd name="connsiteY159" fmla="*/ 5003991 h 6858000"/>
              <a:gd name="connsiteX160" fmla="*/ 2800768 w 7467600"/>
              <a:gd name="connsiteY160" fmla="*/ 5010056 h 6858000"/>
              <a:gd name="connsiteX161" fmla="*/ 2879408 w 7467600"/>
              <a:gd name="connsiteY161" fmla="*/ 5031590 h 6858000"/>
              <a:gd name="connsiteX162" fmla="*/ 2862295 w 7467600"/>
              <a:gd name="connsiteY162" fmla="*/ 5022958 h 6858000"/>
              <a:gd name="connsiteX163" fmla="*/ 2813343 w 7467600"/>
              <a:gd name="connsiteY163" fmla="*/ 4998369 h 6858000"/>
              <a:gd name="connsiteX164" fmla="*/ 2646245 w 7467600"/>
              <a:gd name="connsiteY164" fmla="*/ 4930999 h 6858000"/>
              <a:gd name="connsiteX165" fmla="*/ 1999243 w 7467600"/>
              <a:gd name="connsiteY165" fmla="*/ 4730524 h 6858000"/>
              <a:gd name="connsiteX166" fmla="*/ 1979527 w 7467600"/>
              <a:gd name="connsiteY166" fmla="*/ 4726651 h 6858000"/>
              <a:gd name="connsiteX167" fmla="*/ 1927410 w 7467600"/>
              <a:gd name="connsiteY167" fmla="*/ 4716164 h 6858000"/>
              <a:gd name="connsiteX168" fmla="*/ 1997014 w 7467600"/>
              <a:gd name="connsiteY168" fmla="*/ 4698007 h 6858000"/>
              <a:gd name="connsiteX169" fmla="*/ 2005458 w 7467600"/>
              <a:gd name="connsiteY169" fmla="*/ 4699540 h 6858000"/>
              <a:gd name="connsiteX170" fmla="*/ 2657186 w 7467600"/>
              <a:gd name="connsiteY170" fmla="*/ 4901687 h 6858000"/>
              <a:gd name="connsiteX171" fmla="*/ 2826662 w 7467600"/>
              <a:gd name="connsiteY171" fmla="*/ 4970362 h 6858000"/>
              <a:gd name="connsiteX172" fmla="*/ 2876100 w 7467600"/>
              <a:gd name="connsiteY172" fmla="*/ 4995397 h 6858000"/>
              <a:gd name="connsiteX173" fmla="*/ 3042600 w 7467600"/>
              <a:gd name="connsiteY173" fmla="*/ 5059532 h 6858000"/>
              <a:gd name="connsiteX174" fmla="*/ 1997014 w 7467600"/>
              <a:gd name="connsiteY174" fmla="*/ 4698007 h 6858000"/>
              <a:gd name="connsiteX175" fmla="*/ 2305292 w 7467600"/>
              <a:gd name="connsiteY175" fmla="*/ 4219492 h 6858000"/>
              <a:gd name="connsiteX176" fmla="*/ 3360922 w 7467600"/>
              <a:gd name="connsiteY176" fmla="*/ 4529373 h 6858000"/>
              <a:gd name="connsiteX177" fmla="*/ 3492420 w 7467600"/>
              <a:gd name="connsiteY177" fmla="*/ 4510145 h 6858000"/>
              <a:gd name="connsiteX178" fmla="*/ 3364086 w 7467600"/>
              <a:gd name="connsiteY178" fmla="*/ 4480340 h 6858000"/>
              <a:gd name="connsiteX179" fmla="*/ 3225818 w 7467600"/>
              <a:gd name="connsiteY179" fmla="*/ 4411822 h 6858000"/>
              <a:gd name="connsiteX180" fmla="*/ 3129696 w 7467600"/>
              <a:gd name="connsiteY180" fmla="*/ 4360704 h 6858000"/>
              <a:gd name="connsiteX181" fmla="*/ 2814545 w 7467600"/>
              <a:gd name="connsiteY181" fmla="*/ 4282955 h 6858000"/>
              <a:gd name="connsiteX182" fmla="*/ 2305292 w 7467600"/>
              <a:gd name="connsiteY182" fmla="*/ 4219492 h 6858000"/>
              <a:gd name="connsiteX183" fmla="*/ 2626982 w 7467600"/>
              <a:gd name="connsiteY183" fmla="*/ 4206450 h 6858000"/>
              <a:gd name="connsiteX184" fmla="*/ 2490617 w 7467600"/>
              <a:gd name="connsiteY184" fmla="*/ 4206951 h 6858000"/>
              <a:gd name="connsiteX185" fmla="*/ 2819869 w 7467600"/>
              <a:gd name="connsiteY185" fmla="*/ 4252936 h 6858000"/>
              <a:gd name="connsiteX186" fmla="*/ 3143018 w 7467600"/>
              <a:gd name="connsiteY186" fmla="*/ 4332698 h 6858000"/>
              <a:gd name="connsiteX187" fmla="*/ 3241520 w 7467600"/>
              <a:gd name="connsiteY187" fmla="*/ 4385112 h 6858000"/>
              <a:gd name="connsiteX188" fmla="*/ 3374575 w 7467600"/>
              <a:gd name="connsiteY188" fmla="*/ 4451517 h 6858000"/>
              <a:gd name="connsiteX189" fmla="*/ 3505221 w 7467600"/>
              <a:gd name="connsiteY189" fmla="*/ 4480757 h 6858000"/>
              <a:gd name="connsiteX190" fmla="*/ 2626982 w 7467600"/>
              <a:gd name="connsiteY190" fmla="*/ 4206450 h 6858000"/>
              <a:gd name="connsiteX191" fmla="*/ 1310106 w 7467600"/>
              <a:gd name="connsiteY191" fmla="*/ 3943217 h 6858000"/>
              <a:gd name="connsiteX192" fmla="*/ 854994 w 7467600"/>
              <a:gd name="connsiteY192" fmla="*/ 4399136 h 6858000"/>
              <a:gd name="connsiteX193" fmla="*/ 742462 w 7467600"/>
              <a:gd name="connsiteY193" fmla="*/ 4594648 h 6858000"/>
              <a:gd name="connsiteX194" fmla="*/ 820602 w 7467600"/>
              <a:gd name="connsiteY194" fmla="*/ 4485915 h 6858000"/>
              <a:gd name="connsiteX195" fmla="*/ 878295 w 7467600"/>
              <a:gd name="connsiteY195" fmla="*/ 4403594 h 6858000"/>
              <a:gd name="connsiteX196" fmla="*/ 1240607 w 7467600"/>
              <a:gd name="connsiteY196" fmla="*/ 4010401 h 6858000"/>
              <a:gd name="connsiteX197" fmla="*/ 1310106 w 7467600"/>
              <a:gd name="connsiteY197" fmla="*/ 3943217 h 6858000"/>
              <a:gd name="connsiteX198" fmla="*/ 1423113 w 7467600"/>
              <a:gd name="connsiteY198" fmla="*/ 3874565 h 6858000"/>
              <a:gd name="connsiteX199" fmla="*/ 1260565 w 7467600"/>
              <a:gd name="connsiteY199" fmla="*/ 4031982 h 6858000"/>
              <a:gd name="connsiteX200" fmla="*/ 901900 w 7467600"/>
              <a:gd name="connsiteY200" fmla="*/ 4421236 h 6858000"/>
              <a:gd name="connsiteX201" fmla="*/ 845044 w 7467600"/>
              <a:gd name="connsiteY201" fmla="*/ 4502436 h 6858000"/>
              <a:gd name="connsiteX202" fmla="*/ 685926 w 7467600"/>
              <a:gd name="connsiteY202" fmla="*/ 4703069 h 6858000"/>
              <a:gd name="connsiteX203" fmla="*/ 684248 w 7467600"/>
              <a:gd name="connsiteY203" fmla="*/ 4706721 h 6858000"/>
              <a:gd name="connsiteX204" fmla="*/ 1423113 w 7467600"/>
              <a:gd name="connsiteY204" fmla="*/ 3874565 h 6858000"/>
              <a:gd name="connsiteX205" fmla="*/ 3316479 w 7467600"/>
              <a:gd name="connsiteY205" fmla="*/ 3872136 h 6858000"/>
              <a:gd name="connsiteX206" fmla="*/ 3546806 w 7467600"/>
              <a:gd name="connsiteY206" fmla="*/ 4356139 h 6858000"/>
              <a:gd name="connsiteX207" fmla="*/ 3364433 w 7467600"/>
              <a:gd name="connsiteY207" fmla="*/ 3953121 h 6858000"/>
              <a:gd name="connsiteX208" fmla="*/ 3316479 w 7467600"/>
              <a:gd name="connsiteY208" fmla="*/ 3872136 h 6858000"/>
              <a:gd name="connsiteX209" fmla="*/ 3291335 w 7467600"/>
              <a:gd name="connsiteY209" fmla="*/ 3767420 h 6858000"/>
              <a:gd name="connsiteX210" fmla="*/ 3390805 w 7467600"/>
              <a:gd name="connsiteY210" fmla="*/ 3937163 h 6858000"/>
              <a:gd name="connsiteX211" fmla="*/ 3579062 w 7467600"/>
              <a:gd name="connsiteY211" fmla="*/ 4359040 h 6858000"/>
              <a:gd name="connsiteX212" fmla="*/ 3467355 w 7467600"/>
              <a:gd name="connsiteY212" fmla="*/ 3988130 h 6858000"/>
              <a:gd name="connsiteX213" fmla="*/ 3310753 w 7467600"/>
              <a:gd name="connsiteY213" fmla="*/ 3787140 h 6858000"/>
              <a:gd name="connsiteX214" fmla="*/ 3291335 w 7467600"/>
              <a:gd name="connsiteY214" fmla="*/ 3767420 h 6858000"/>
              <a:gd name="connsiteX215" fmla="*/ 1635889 w 7467600"/>
              <a:gd name="connsiteY215" fmla="*/ 3709494 h 6858000"/>
              <a:gd name="connsiteX216" fmla="*/ 1634800 w 7467600"/>
              <a:gd name="connsiteY216" fmla="*/ 3731111 h 6858000"/>
              <a:gd name="connsiteX217" fmla="*/ 1635889 w 7467600"/>
              <a:gd name="connsiteY217" fmla="*/ 3709494 h 6858000"/>
              <a:gd name="connsiteX218" fmla="*/ 1510397 w 7467600"/>
              <a:gd name="connsiteY218" fmla="*/ 3684705 h 6858000"/>
              <a:gd name="connsiteX219" fmla="*/ 1146550 w 7467600"/>
              <a:gd name="connsiteY219" fmla="*/ 3802012 h 6858000"/>
              <a:gd name="connsiteX220" fmla="*/ 698834 w 7467600"/>
              <a:gd name="connsiteY220" fmla="*/ 3952272 h 6858000"/>
              <a:gd name="connsiteX221" fmla="*/ 34256 w 7467600"/>
              <a:gd name="connsiteY221" fmla="*/ 4347603 h 6858000"/>
              <a:gd name="connsiteX222" fmla="*/ 527241 w 7467600"/>
              <a:gd name="connsiteY222" fmla="*/ 4065078 h 6858000"/>
              <a:gd name="connsiteX223" fmla="*/ 1510397 w 7467600"/>
              <a:gd name="connsiteY223" fmla="*/ 3684705 h 6858000"/>
              <a:gd name="connsiteX224" fmla="*/ 1313114 w 7467600"/>
              <a:gd name="connsiteY224" fmla="*/ 3655216 h 6858000"/>
              <a:gd name="connsiteX225" fmla="*/ 1109304 w 7467600"/>
              <a:gd name="connsiteY225" fmla="*/ 3669030 h 6858000"/>
              <a:gd name="connsiteX226" fmla="*/ 8129 w 7467600"/>
              <a:gd name="connsiteY226" fmla="*/ 4330519 h 6858000"/>
              <a:gd name="connsiteX227" fmla="*/ 687572 w 7467600"/>
              <a:gd name="connsiteY227" fmla="*/ 3925629 h 6858000"/>
              <a:gd name="connsiteX228" fmla="*/ 1138365 w 7467600"/>
              <a:gd name="connsiteY228" fmla="*/ 3774515 h 6858000"/>
              <a:gd name="connsiteX229" fmla="*/ 1505579 w 7467600"/>
              <a:gd name="connsiteY229" fmla="*/ 3655526 h 6858000"/>
              <a:gd name="connsiteX230" fmla="*/ 1313114 w 7467600"/>
              <a:gd name="connsiteY230" fmla="*/ 3655216 h 6858000"/>
              <a:gd name="connsiteX231" fmla="*/ 3655073 w 7467600"/>
              <a:gd name="connsiteY231" fmla="*/ 3650884 h 6858000"/>
              <a:gd name="connsiteX232" fmla="*/ 3989938 w 7467600"/>
              <a:gd name="connsiteY232" fmla="*/ 3991685 h 6858000"/>
              <a:gd name="connsiteX233" fmla="*/ 4393907 w 7467600"/>
              <a:gd name="connsiteY233" fmla="*/ 4261258 h 6858000"/>
              <a:gd name="connsiteX234" fmla="*/ 4648051 w 7467600"/>
              <a:gd name="connsiteY234" fmla="*/ 4374051 h 6858000"/>
              <a:gd name="connsiteX235" fmla="*/ 4383389 w 7467600"/>
              <a:gd name="connsiteY235" fmla="*/ 4184369 h 6858000"/>
              <a:gd name="connsiteX236" fmla="*/ 4165508 w 7467600"/>
              <a:gd name="connsiteY236" fmla="*/ 4035196 h 6858000"/>
              <a:gd name="connsiteX237" fmla="*/ 4068162 w 7467600"/>
              <a:gd name="connsiteY237" fmla="*/ 3953394 h 6858000"/>
              <a:gd name="connsiteX238" fmla="*/ 3981416 w 7467600"/>
              <a:gd name="connsiteY238" fmla="*/ 3880482 h 6858000"/>
              <a:gd name="connsiteX239" fmla="*/ 3800147 w 7467600"/>
              <a:gd name="connsiteY239" fmla="*/ 3749872 h 6858000"/>
              <a:gd name="connsiteX240" fmla="*/ 3655073 w 7467600"/>
              <a:gd name="connsiteY240" fmla="*/ 3650884 h 6858000"/>
              <a:gd name="connsiteX241" fmla="*/ 3670252 w 7467600"/>
              <a:gd name="connsiteY241" fmla="*/ 3622798 h 6858000"/>
              <a:gd name="connsiteX242" fmla="*/ 3817258 w 7467600"/>
              <a:gd name="connsiteY242" fmla="*/ 3723577 h 6858000"/>
              <a:gd name="connsiteX243" fmla="*/ 4000461 w 7467600"/>
              <a:gd name="connsiteY243" fmla="*/ 3855966 h 6858000"/>
              <a:gd name="connsiteX244" fmla="*/ 4088180 w 7467600"/>
              <a:gd name="connsiteY244" fmla="*/ 3929774 h 6858000"/>
              <a:gd name="connsiteX245" fmla="*/ 4184555 w 7467600"/>
              <a:gd name="connsiteY245" fmla="*/ 4010683 h 6858000"/>
              <a:gd name="connsiteX246" fmla="*/ 4399563 w 7467600"/>
              <a:gd name="connsiteY246" fmla="*/ 4158106 h 6858000"/>
              <a:gd name="connsiteX247" fmla="*/ 4684469 w 7467600"/>
              <a:gd name="connsiteY247" fmla="*/ 4364680 h 6858000"/>
              <a:gd name="connsiteX248" fmla="*/ 4690271 w 7467600"/>
              <a:gd name="connsiteY248" fmla="*/ 4370034 h 6858000"/>
              <a:gd name="connsiteX249" fmla="*/ 4136093 w 7467600"/>
              <a:gd name="connsiteY249" fmla="*/ 3858466 h 6858000"/>
              <a:gd name="connsiteX250" fmla="*/ 3670252 w 7467600"/>
              <a:gd name="connsiteY250" fmla="*/ 3622798 h 6858000"/>
              <a:gd name="connsiteX251" fmla="*/ 4440129 w 7467600"/>
              <a:gd name="connsiteY251" fmla="*/ 3448571 h 6858000"/>
              <a:gd name="connsiteX252" fmla="*/ 4856525 w 7467600"/>
              <a:gd name="connsiteY252" fmla="*/ 3915351 h 6858000"/>
              <a:gd name="connsiteX253" fmla="*/ 5059055 w 7467600"/>
              <a:gd name="connsiteY253" fmla="*/ 4108918 h 6858000"/>
              <a:gd name="connsiteX254" fmla="*/ 5290070 w 7467600"/>
              <a:gd name="connsiteY254" fmla="*/ 4263619 h 6858000"/>
              <a:gd name="connsiteX255" fmla="*/ 4834991 w 7467600"/>
              <a:gd name="connsiteY255" fmla="*/ 3830985 h 6858000"/>
              <a:gd name="connsiteX256" fmla="*/ 4440129 w 7467600"/>
              <a:gd name="connsiteY256" fmla="*/ 3448571 h 6858000"/>
              <a:gd name="connsiteX257" fmla="*/ 4441737 w 7467600"/>
              <a:gd name="connsiteY257" fmla="*/ 3399734 h 6858000"/>
              <a:gd name="connsiteX258" fmla="*/ 4431236 w 7467600"/>
              <a:gd name="connsiteY258" fmla="*/ 3400954 h 6858000"/>
              <a:gd name="connsiteX259" fmla="*/ 4557150 w 7467600"/>
              <a:gd name="connsiteY259" fmla="*/ 3510023 h 6858000"/>
              <a:gd name="connsiteX260" fmla="*/ 4856936 w 7467600"/>
              <a:gd name="connsiteY260" fmla="*/ 3809146 h 6858000"/>
              <a:gd name="connsiteX261" fmla="*/ 5111996 w 7467600"/>
              <a:gd name="connsiteY261" fmla="*/ 4065759 h 6858000"/>
              <a:gd name="connsiteX262" fmla="*/ 5388878 w 7467600"/>
              <a:gd name="connsiteY262" fmla="*/ 4300185 h 6858000"/>
              <a:gd name="connsiteX263" fmla="*/ 5425556 w 7467600"/>
              <a:gd name="connsiteY263" fmla="*/ 4308967 h 6858000"/>
              <a:gd name="connsiteX264" fmla="*/ 4943646 w 7467600"/>
              <a:gd name="connsiteY264" fmla="*/ 3822916 h 6858000"/>
              <a:gd name="connsiteX265" fmla="*/ 4594837 w 7467600"/>
              <a:gd name="connsiteY265" fmla="*/ 3532274 h 6858000"/>
              <a:gd name="connsiteX266" fmla="*/ 4441737 w 7467600"/>
              <a:gd name="connsiteY266" fmla="*/ 3399734 h 6858000"/>
              <a:gd name="connsiteX267" fmla="*/ 5425834 w 7467600"/>
              <a:gd name="connsiteY267" fmla="*/ 3162785 h 6858000"/>
              <a:gd name="connsiteX268" fmla="*/ 5401644 w 7467600"/>
              <a:gd name="connsiteY268" fmla="*/ 3617847 h 6858000"/>
              <a:gd name="connsiteX269" fmla="*/ 5467256 w 7467600"/>
              <a:gd name="connsiteY269" fmla="*/ 4175494 h 6858000"/>
              <a:gd name="connsiteX270" fmla="*/ 5448069 w 7467600"/>
              <a:gd name="connsiteY270" fmla="*/ 3567554 h 6858000"/>
              <a:gd name="connsiteX271" fmla="*/ 5425834 w 7467600"/>
              <a:gd name="connsiteY271" fmla="*/ 3162785 h 6858000"/>
              <a:gd name="connsiteX272" fmla="*/ 1318687 w 7467600"/>
              <a:gd name="connsiteY272" fmla="*/ 3113840 h 6858000"/>
              <a:gd name="connsiteX273" fmla="*/ 1066793 w 7467600"/>
              <a:gd name="connsiteY273" fmla="*/ 3212171 h 6858000"/>
              <a:gd name="connsiteX274" fmla="*/ 993319 w 7467600"/>
              <a:gd name="connsiteY274" fmla="*/ 3247648 h 6858000"/>
              <a:gd name="connsiteX275" fmla="*/ 853081 w 7467600"/>
              <a:gd name="connsiteY275" fmla="*/ 3312410 h 6858000"/>
              <a:gd name="connsiteX276" fmla="*/ 805957 w 7467600"/>
              <a:gd name="connsiteY276" fmla="*/ 3330443 h 6858000"/>
              <a:gd name="connsiteX277" fmla="*/ 1318687 w 7467600"/>
              <a:gd name="connsiteY277" fmla="*/ 3113840 h 6858000"/>
              <a:gd name="connsiteX278" fmla="*/ 5453702 w 7467600"/>
              <a:gd name="connsiteY278" fmla="*/ 3090882 h 6858000"/>
              <a:gd name="connsiteX279" fmla="*/ 5480135 w 7467600"/>
              <a:gd name="connsiteY279" fmla="*/ 3565802 h 6858000"/>
              <a:gd name="connsiteX280" fmla="*/ 5499023 w 7467600"/>
              <a:gd name="connsiteY280" fmla="*/ 4166310 h 6858000"/>
              <a:gd name="connsiteX281" fmla="*/ 5547022 w 7467600"/>
              <a:gd name="connsiteY281" fmla="*/ 3607838 h 6858000"/>
              <a:gd name="connsiteX282" fmla="*/ 5515964 w 7467600"/>
              <a:gd name="connsiteY282" fmla="*/ 3378541 h 6858000"/>
              <a:gd name="connsiteX283" fmla="*/ 5453702 w 7467600"/>
              <a:gd name="connsiteY283" fmla="*/ 3090882 h 6858000"/>
              <a:gd name="connsiteX284" fmla="*/ 1238695 w 7467600"/>
              <a:gd name="connsiteY284" fmla="*/ 3076820 h 6858000"/>
              <a:gd name="connsiteX285" fmla="*/ 716371 w 7467600"/>
              <a:gd name="connsiteY285" fmla="*/ 3293249 h 6858000"/>
              <a:gd name="connsiteX286" fmla="*/ 579522 w 7467600"/>
              <a:gd name="connsiteY286" fmla="*/ 3371759 h 6858000"/>
              <a:gd name="connsiteX287" fmla="*/ 600288 w 7467600"/>
              <a:gd name="connsiteY287" fmla="*/ 3365555 h 6858000"/>
              <a:gd name="connsiteX288" fmla="*/ 840692 w 7467600"/>
              <a:gd name="connsiteY288" fmla="*/ 3284921 h 6858000"/>
              <a:gd name="connsiteX289" fmla="*/ 979248 w 7467600"/>
              <a:gd name="connsiteY289" fmla="*/ 3221003 h 6858000"/>
              <a:gd name="connsiteX290" fmla="*/ 1053282 w 7467600"/>
              <a:gd name="connsiteY290" fmla="*/ 3185247 h 6858000"/>
              <a:gd name="connsiteX291" fmla="*/ 1320603 w 7467600"/>
              <a:gd name="connsiteY291" fmla="*/ 3081281 h 6858000"/>
              <a:gd name="connsiteX292" fmla="*/ 1238695 w 7467600"/>
              <a:gd name="connsiteY292" fmla="*/ 3076820 h 6858000"/>
              <a:gd name="connsiteX293" fmla="*/ 5425627 w 7467600"/>
              <a:gd name="connsiteY293" fmla="*/ 2954192 h 6858000"/>
              <a:gd name="connsiteX294" fmla="*/ 5470770 w 7467600"/>
              <a:gd name="connsiteY294" fmla="*/ 3005435 h 6858000"/>
              <a:gd name="connsiteX295" fmla="*/ 5519779 w 7467600"/>
              <a:gd name="connsiteY295" fmla="*/ 4359223 h 6858000"/>
              <a:gd name="connsiteX296" fmla="*/ 5520293 w 7467600"/>
              <a:gd name="connsiteY296" fmla="*/ 4360602 h 6858000"/>
              <a:gd name="connsiteX297" fmla="*/ 5767221 w 7467600"/>
              <a:gd name="connsiteY297" fmla="*/ 4665564 h 6858000"/>
              <a:gd name="connsiteX298" fmla="*/ 6937169 w 7467600"/>
              <a:gd name="connsiteY298" fmla="*/ 4815941 h 6858000"/>
              <a:gd name="connsiteX299" fmla="*/ 6953922 w 7467600"/>
              <a:gd name="connsiteY299" fmla="*/ 4890068 h 6858000"/>
              <a:gd name="connsiteX300" fmla="*/ 6071359 w 7467600"/>
              <a:gd name="connsiteY300" fmla="*/ 4770770 h 6858000"/>
              <a:gd name="connsiteX301" fmla="*/ 6038839 w 7467600"/>
              <a:gd name="connsiteY301" fmla="*/ 4764474 h 6858000"/>
              <a:gd name="connsiteX302" fmla="*/ 6038706 w 7467600"/>
              <a:gd name="connsiteY302" fmla="*/ 4763847 h 6858000"/>
              <a:gd name="connsiteX303" fmla="*/ 6037784 w 7467600"/>
              <a:gd name="connsiteY303" fmla="*/ 4764270 h 6858000"/>
              <a:gd name="connsiteX304" fmla="*/ 6038839 w 7467600"/>
              <a:gd name="connsiteY304" fmla="*/ 4764474 h 6858000"/>
              <a:gd name="connsiteX305" fmla="*/ 6040338 w 7467600"/>
              <a:gd name="connsiteY305" fmla="*/ 4771418 h 6858000"/>
              <a:gd name="connsiteX306" fmla="*/ 6024488 w 7467600"/>
              <a:gd name="connsiteY306" fmla="*/ 4809903 h 6858000"/>
              <a:gd name="connsiteX307" fmla="*/ 5599771 w 7467600"/>
              <a:gd name="connsiteY307" fmla="*/ 5509652 h 6858000"/>
              <a:gd name="connsiteX308" fmla="*/ 5548843 w 7467600"/>
              <a:gd name="connsiteY308" fmla="*/ 5563845 h 6858000"/>
              <a:gd name="connsiteX309" fmla="*/ 5940952 w 7467600"/>
              <a:gd name="connsiteY309" fmla="*/ 6250028 h 6858000"/>
              <a:gd name="connsiteX310" fmla="*/ 6043441 w 7467600"/>
              <a:gd name="connsiteY310" fmla="*/ 6665847 h 6858000"/>
              <a:gd name="connsiteX311" fmla="*/ 6093432 w 7467600"/>
              <a:gd name="connsiteY311" fmla="*/ 6858000 h 6858000"/>
              <a:gd name="connsiteX312" fmla="*/ 6034344 w 7467600"/>
              <a:gd name="connsiteY312" fmla="*/ 6858000 h 6858000"/>
              <a:gd name="connsiteX313" fmla="*/ 6026679 w 7467600"/>
              <a:gd name="connsiteY313" fmla="*/ 6836959 h 6858000"/>
              <a:gd name="connsiteX314" fmla="*/ 5800441 w 7467600"/>
              <a:gd name="connsiteY314" fmla="*/ 6335286 h 6858000"/>
              <a:gd name="connsiteX315" fmla="*/ 5526562 w 7467600"/>
              <a:gd name="connsiteY315" fmla="*/ 5705388 h 6858000"/>
              <a:gd name="connsiteX316" fmla="*/ 5519640 w 7467600"/>
              <a:gd name="connsiteY316" fmla="*/ 5683774 h 6858000"/>
              <a:gd name="connsiteX317" fmla="*/ 5844559 w 7467600"/>
              <a:gd name="connsiteY317" fmla="*/ 6553349 h 6858000"/>
              <a:gd name="connsiteX318" fmla="*/ 5975994 w 7467600"/>
              <a:gd name="connsiteY318" fmla="*/ 6858000 h 6858000"/>
              <a:gd name="connsiteX319" fmla="*/ 5898547 w 7467600"/>
              <a:gd name="connsiteY319" fmla="*/ 6858000 h 6858000"/>
              <a:gd name="connsiteX320" fmla="*/ 5682041 w 7467600"/>
              <a:gd name="connsiteY320" fmla="*/ 6355860 h 6858000"/>
              <a:gd name="connsiteX321" fmla="*/ 5461758 w 7467600"/>
              <a:gd name="connsiteY321" fmla="*/ 5820220 h 6858000"/>
              <a:gd name="connsiteX322" fmla="*/ 5237282 w 7467600"/>
              <a:gd name="connsiteY322" fmla="*/ 6579086 h 6858000"/>
              <a:gd name="connsiteX323" fmla="*/ 5115009 w 7467600"/>
              <a:gd name="connsiteY323" fmla="*/ 6858000 h 6858000"/>
              <a:gd name="connsiteX324" fmla="*/ 5028074 w 7467600"/>
              <a:gd name="connsiteY324" fmla="*/ 6858000 h 6858000"/>
              <a:gd name="connsiteX325" fmla="*/ 5079508 w 7467600"/>
              <a:gd name="connsiteY325" fmla="*/ 6749074 h 6858000"/>
              <a:gd name="connsiteX326" fmla="*/ 5371846 w 7467600"/>
              <a:gd name="connsiteY326" fmla="*/ 5924413 h 6858000"/>
              <a:gd name="connsiteX327" fmla="*/ 5270512 w 7467600"/>
              <a:gd name="connsiteY327" fmla="*/ 6138975 h 6858000"/>
              <a:gd name="connsiteX328" fmla="*/ 5062409 w 7467600"/>
              <a:gd name="connsiteY328" fmla="*/ 6653544 h 6858000"/>
              <a:gd name="connsiteX329" fmla="*/ 5036628 w 7467600"/>
              <a:gd name="connsiteY329" fmla="*/ 6754247 h 6858000"/>
              <a:gd name="connsiteX330" fmla="*/ 5009112 w 7467600"/>
              <a:gd name="connsiteY330" fmla="*/ 6858000 h 6858000"/>
              <a:gd name="connsiteX331" fmla="*/ 4976679 w 7467600"/>
              <a:gd name="connsiteY331" fmla="*/ 6858000 h 6858000"/>
              <a:gd name="connsiteX332" fmla="*/ 5006537 w 7467600"/>
              <a:gd name="connsiteY332" fmla="*/ 6747068 h 6858000"/>
              <a:gd name="connsiteX333" fmla="*/ 5032723 w 7467600"/>
              <a:gd name="connsiteY333" fmla="*/ 6644957 h 6858000"/>
              <a:gd name="connsiteX334" fmla="*/ 5242949 w 7467600"/>
              <a:gd name="connsiteY334" fmla="*/ 6125175 h 6858000"/>
              <a:gd name="connsiteX335" fmla="*/ 5286321 w 7467600"/>
              <a:gd name="connsiteY335" fmla="*/ 6033555 h 6858000"/>
              <a:gd name="connsiteX336" fmla="*/ 5008210 w 7467600"/>
              <a:gd name="connsiteY336" fmla="*/ 6649194 h 6858000"/>
              <a:gd name="connsiteX337" fmla="*/ 4986321 w 7467600"/>
              <a:gd name="connsiteY337" fmla="*/ 6765687 h 6858000"/>
              <a:gd name="connsiteX338" fmla="*/ 4973474 w 7467600"/>
              <a:gd name="connsiteY338" fmla="*/ 6858000 h 6858000"/>
              <a:gd name="connsiteX339" fmla="*/ 4907178 w 7467600"/>
              <a:gd name="connsiteY339" fmla="*/ 6858000 h 6858000"/>
              <a:gd name="connsiteX340" fmla="*/ 4910810 w 7467600"/>
              <a:gd name="connsiteY340" fmla="*/ 6829660 h 6858000"/>
              <a:gd name="connsiteX341" fmla="*/ 4987461 w 7467600"/>
              <a:gd name="connsiteY341" fmla="*/ 6432994 h 6858000"/>
              <a:gd name="connsiteX342" fmla="*/ 5179262 w 7467600"/>
              <a:gd name="connsiteY342" fmla="*/ 6035044 h 6858000"/>
              <a:gd name="connsiteX343" fmla="*/ 4689678 w 7467600"/>
              <a:gd name="connsiteY343" fmla="*/ 6440241 h 6858000"/>
              <a:gd name="connsiteX344" fmla="*/ 4477543 w 7467600"/>
              <a:gd name="connsiteY344" fmla="*/ 6674836 h 6858000"/>
              <a:gd name="connsiteX345" fmla="*/ 4329957 w 7467600"/>
              <a:gd name="connsiteY345" fmla="*/ 6858000 h 6858000"/>
              <a:gd name="connsiteX346" fmla="*/ 4218595 w 7467600"/>
              <a:gd name="connsiteY346" fmla="*/ 6858000 h 6858000"/>
              <a:gd name="connsiteX347" fmla="*/ 4368888 w 7467600"/>
              <a:gd name="connsiteY347" fmla="*/ 6668412 h 6858000"/>
              <a:gd name="connsiteX348" fmla="*/ 4563091 w 7467600"/>
              <a:gd name="connsiteY348" fmla="*/ 6442508 h 6858000"/>
              <a:gd name="connsiteX349" fmla="*/ 5387324 w 7467600"/>
              <a:gd name="connsiteY349" fmla="*/ 5705830 h 6858000"/>
              <a:gd name="connsiteX350" fmla="*/ 5073620 w 7467600"/>
              <a:gd name="connsiteY350" fmla="*/ 5955437 h 6858000"/>
              <a:gd name="connsiteX351" fmla="*/ 4689789 w 7467600"/>
              <a:gd name="connsiteY351" fmla="*/ 6268382 h 6858000"/>
              <a:gd name="connsiteX352" fmla="*/ 4418722 w 7467600"/>
              <a:gd name="connsiteY352" fmla="*/ 6570886 h 6858000"/>
              <a:gd name="connsiteX353" fmla="*/ 4214944 w 7467600"/>
              <a:gd name="connsiteY353" fmla="*/ 6858000 h 6858000"/>
              <a:gd name="connsiteX354" fmla="*/ 4177898 w 7467600"/>
              <a:gd name="connsiteY354" fmla="*/ 6858000 h 6858000"/>
              <a:gd name="connsiteX355" fmla="*/ 4391597 w 7467600"/>
              <a:gd name="connsiteY355" fmla="*/ 6556370 h 6858000"/>
              <a:gd name="connsiteX356" fmla="*/ 4668889 w 7467600"/>
              <a:gd name="connsiteY356" fmla="*/ 6246399 h 6858000"/>
              <a:gd name="connsiteX357" fmla="*/ 5055427 w 7467600"/>
              <a:gd name="connsiteY357" fmla="*/ 5931476 h 6858000"/>
              <a:gd name="connsiteX358" fmla="*/ 5371814 w 7467600"/>
              <a:gd name="connsiteY358" fmla="*/ 5678975 h 6858000"/>
              <a:gd name="connsiteX359" fmla="*/ 4987918 w 7467600"/>
              <a:gd name="connsiteY359" fmla="*/ 5838701 h 6858000"/>
              <a:gd name="connsiteX360" fmla="*/ 4317146 w 7467600"/>
              <a:gd name="connsiteY360" fmla="*/ 6587716 h 6858000"/>
              <a:gd name="connsiteX361" fmla="*/ 4171627 w 7467600"/>
              <a:gd name="connsiteY361" fmla="*/ 6858000 h 6858000"/>
              <a:gd name="connsiteX362" fmla="*/ 4081585 w 7467600"/>
              <a:gd name="connsiteY362" fmla="*/ 6858000 h 6858000"/>
              <a:gd name="connsiteX363" fmla="*/ 4238603 w 7467600"/>
              <a:gd name="connsiteY363" fmla="*/ 6559341 h 6858000"/>
              <a:gd name="connsiteX364" fmla="*/ 4778333 w 7467600"/>
              <a:gd name="connsiteY364" fmla="*/ 5873626 h 6858000"/>
              <a:gd name="connsiteX365" fmla="*/ 5414185 w 7467600"/>
              <a:gd name="connsiteY365" fmla="*/ 5573882 h 6858000"/>
              <a:gd name="connsiteX366" fmla="*/ 5959648 w 7467600"/>
              <a:gd name="connsiteY366" fmla="*/ 4760797 h 6858000"/>
              <a:gd name="connsiteX367" fmla="*/ 5355019 w 7467600"/>
              <a:gd name="connsiteY367" fmla="*/ 4734672 h 6858000"/>
              <a:gd name="connsiteX368" fmla="*/ 5083565 w 7467600"/>
              <a:gd name="connsiteY368" fmla="*/ 5179121 h 6858000"/>
              <a:gd name="connsiteX369" fmla="*/ 4713577 w 7467600"/>
              <a:gd name="connsiteY369" fmla="*/ 5616803 h 6858000"/>
              <a:gd name="connsiteX370" fmla="*/ 3989559 w 7467600"/>
              <a:gd name="connsiteY370" fmla="*/ 6145945 h 6858000"/>
              <a:gd name="connsiteX371" fmla="*/ 3939824 w 7467600"/>
              <a:gd name="connsiteY371" fmla="*/ 6066900 h 6858000"/>
              <a:gd name="connsiteX372" fmla="*/ 4584537 w 7467600"/>
              <a:gd name="connsiteY372" fmla="*/ 5324826 h 6858000"/>
              <a:gd name="connsiteX373" fmla="*/ 5037105 w 7467600"/>
              <a:gd name="connsiteY373" fmla="*/ 5088765 h 6858000"/>
              <a:gd name="connsiteX374" fmla="*/ 5039930 w 7467600"/>
              <a:gd name="connsiteY374" fmla="*/ 5089585 h 6858000"/>
              <a:gd name="connsiteX375" fmla="*/ 5263764 w 7467600"/>
              <a:gd name="connsiteY375" fmla="*/ 4735525 h 6858000"/>
              <a:gd name="connsiteX376" fmla="*/ 4086300 w 7467600"/>
              <a:gd name="connsiteY376" fmla="*/ 4884599 h 6858000"/>
              <a:gd name="connsiteX377" fmla="*/ 4085485 w 7467600"/>
              <a:gd name="connsiteY377" fmla="*/ 4899070 h 6858000"/>
              <a:gd name="connsiteX378" fmla="*/ 3871915 w 7467600"/>
              <a:gd name="connsiteY378" fmla="*/ 5253645 h 6858000"/>
              <a:gd name="connsiteX379" fmla="*/ 3799374 w 7467600"/>
              <a:gd name="connsiteY379" fmla="*/ 5466127 h 6858000"/>
              <a:gd name="connsiteX380" fmla="*/ 3498850 w 7467600"/>
              <a:gd name="connsiteY380" fmla="*/ 6661888 h 6858000"/>
              <a:gd name="connsiteX381" fmla="*/ 3399216 w 7467600"/>
              <a:gd name="connsiteY381" fmla="*/ 6858000 h 6858000"/>
              <a:gd name="connsiteX382" fmla="*/ 3303688 w 7467600"/>
              <a:gd name="connsiteY382" fmla="*/ 6858000 h 6858000"/>
              <a:gd name="connsiteX383" fmla="*/ 3391774 w 7467600"/>
              <a:gd name="connsiteY383" fmla="*/ 6697181 h 6858000"/>
              <a:gd name="connsiteX384" fmla="*/ 3735540 w 7467600"/>
              <a:gd name="connsiteY384" fmla="*/ 5546923 h 6858000"/>
              <a:gd name="connsiteX385" fmla="*/ 3729438 w 7467600"/>
              <a:gd name="connsiteY385" fmla="*/ 5569058 h 6858000"/>
              <a:gd name="connsiteX386" fmla="*/ 3707782 w 7467600"/>
              <a:gd name="connsiteY386" fmla="*/ 5644908 h 6858000"/>
              <a:gd name="connsiteX387" fmla="*/ 3583827 w 7467600"/>
              <a:gd name="connsiteY387" fmla="*/ 6039215 h 6858000"/>
              <a:gd name="connsiteX388" fmla="*/ 3547861 w 7467600"/>
              <a:gd name="connsiteY388" fmla="*/ 6129609 h 6858000"/>
              <a:gd name="connsiteX389" fmla="*/ 3490905 w 7467600"/>
              <a:gd name="connsiteY389" fmla="*/ 6277660 h 6858000"/>
              <a:gd name="connsiteX390" fmla="*/ 3455859 w 7467600"/>
              <a:gd name="connsiteY390" fmla="*/ 6391301 h 6858000"/>
              <a:gd name="connsiteX391" fmla="*/ 3429112 w 7467600"/>
              <a:gd name="connsiteY391" fmla="*/ 6479469 h 6858000"/>
              <a:gd name="connsiteX392" fmla="*/ 3304862 w 7467600"/>
              <a:gd name="connsiteY392" fmla="*/ 6796476 h 6858000"/>
              <a:gd name="connsiteX393" fmla="*/ 3276071 w 7467600"/>
              <a:gd name="connsiteY393" fmla="*/ 6858000 h 6858000"/>
              <a:gd name="connsiteX394" fmla="*/ 3240805 w 7467600"/>
              <a:gd name="connsiteY394" fmla="*/ 6858000 h 6858000"/>
              <a:gd name="connsiteX395" fmla="*/ 3275917 w 7467600"/>
              <a:gd name="connsiteY395" fmla="*/ 6783192 h 6858000"/>
              <a:gd name="connsiteX396" fmla="*/ 3399358 w 7467600"/>
              <a:gd name="connsiteY396" fmla="*/ 6469011 h 6858000"/>
              <a:gd name="connsiteX397" fmla="*/ 3425650 w 7467600"/>
              <a:gd name="connsiteY397" fmla="*/ 6381333 h 6858000"/>
              <a:gd name="connsiteX398" fmla="*/ 3460661 w 7467600"/>
              <a:gd name="connsiteY398" fmla="*/ 6266763 h 6858000"/>
              <a:gd name="connsiteX399" fmla="*/ 3518021 w 7467600"/>
              <a:gd name="connsiteY399" fmla="*/ 6117298 h 6858000"/>
              <a:gd name="connsiteX400" fmla="*/ 3554035 w 7467600"/>
              <a:gd name="connsiteY400" fmla="*/ 6027832 h 6858000"/>
              <a:gd name="connsiteX401" fmla="*/ 3677174 w 7467600"/>
              <a:gd name="connsiteY401" fmla="*/ 5636351 h 6858000"/>
              <a:gd name="connsiteX402" fmla="*/ 3698819 w 7467600"/>
              <a:gd name="connsiteY402" fmla="*/ 5560503 h 6858000"/>
              <a:gd name="connsiteX403" fmla="*/ 3702094 w 7467600"/>
              <a:gd name="connsiteY403" fmla="*/ 5549194 h 6858000"/>
              <a:gd name="connsiteX404" fmla="*/ 3398355 w 7467600"/>
              <a:gd name="connsiteY404" fmla="*/ 6094603 h 6858000"/>
              <a:gd name="connsiteX405" fmla="*/ 3193941 w 7467600"/>
              <a:gd name="connsiteY405" fmla="*/ 6798775 h 6858000"/>
              <a:gd name="connsiteX406" fmla="*/ 3184140 w 7467600"/>
              <a:gd name="connsiteY406" fmla="*/ 6858000 h 6858000"/>
              <a:gd name="connsiteX407" fmla="*/ 3099978 w 7467600"/>
              <a:gd name="connsiteY407" fmla="*/ 6858000 h 6858000"/>
              <a:gd name="connsiteX408" fmla="*/ 3101556 w 7467600"/>
              <a:gd name="connsiteY408" fmla="*/ 6843337 h 6858000"/>
              <a:gd name="connsiteX409" fmla="*/ 3370162 w 7467600"/>
              <a:gd name="connsiteY409" fmla="*/ 5785550 h 6858000"/>
              <a:gd name="connsiteX410" fmla="*/ 3746477 w 7467600"/>
              <a:gd name="connsiteY410" fmla="*/ 5377889 h 6858000"/>
              <a:gd name="connsiteX411" fmla="*/ 3863399 w 7467600"/>
              <a:gd name="connsiteY411" fmla="*/ 5087257 h 6858000"/>
              <a:gd name="connsiteX412" fmla="*/ 3968712 w 7467600"/>
              <a:gd name="connsiteY412" fmla="*/ 4913989 h 6858000"/>
              <a:gd name="connsiteX413" fmla="*/ 2792390 w 7467600"/>
              <a:gd name="connsiteY413" fmla="*/ 5382974 h 6858000"/>
              <a:gd name="connsiteX414" fmla="*/ 2714982 w 7467600"/>
              <a:gd name="connsiteY414" fmla="*/ 5427051 h 6858000"/>
              <a:gd name="connsiteX415" fmla="*/ 2813361 w 7467600"/>
              <a:gd name="connsiteY415" fmla="*/ 6023912 h 6858000"/>
              <a:gd name="connsiteX416" fmla="*/ 2688430 w 7467600"/>
              <a:gd name="connsiteY416" fmla="*/ 6801564 h 6858000"/>
              <a:gd name="connsiteX417" fmla="*/ 2629626 w 7467600"/>
              <a:gd name="connsiteY417" fmla="*/ 6763394 h 6858000"/>
              <a:gd name="connsiteX418" fmla="*/ 2565328 w 7467600"/>
              <a:gd name="connsiteY418" fmla="*/ 5516399 h 6858000"/>
              <a:gd name="connsiteX419" fmla="*/ 1922999 w 7467600"/>
              <a:gd name="connsiteY419" fmla="*/ 5980343 h 6858000"/>
              <a:gd name="connsiteX420" fmla="*/ 1950261 w 7467600"/>
              <a:gd name="connsiteY420" fmla="*/ 6405858 h 6858000"/>
              <a:gd name="connsiteX421" fmla="*/ 2365554 w 7467600"/>
              <a:gd name="connsiteY421" fmla="*/ 6759107 h 6858000"/>
              <a:gd name="connsiteX422" fmla="*/ 2424142 w 7467600"/>
              <a:gd name="connsiteY422" fmla="*/ 6858000 h 6858000"/>
              <a:gd name="connsiteX423" fmla="*/ 2395994 w 7467600"/>
              <a:gd name="connsiteY423" fmla="*/ 6858000 h 6858000"/>
              <a:gd name="connsiteX424" fmla="*/ 2392863 w 7467600"/>
              <a:gd name="connsiteY424" fmla="*/ 6852964 h 6858000"/>
              <a:gd name="connsiteX425" fmla="*/ 2017589 w 7467600"/>
              <a:gd name="connsiteY425" fmla="*/ 6493982 h 6858000"/>
              <a:gd name="connsiteX426" fmla="*/ 2147336 w 7467600"/>
              <a:gd name="connsiteY426" fmla="*/ 6594052 h 6858000"/>
              <a:gd name="connsiteX427" fmla="*/ 2207047 w 7467600"/>
              <a:gd name="connsiteY427" fmla="*/ 6654540 h 6858000"/>
              <a:gd name="connsiteX428" fmla="*/ 2299106 w 7467600"/>
              <a:gd name="connsiteY428" fmla="*/ 6778931 h 6858000"/>
              <a:gd name="connsiteX429" fmla="*/ 2314430 w 7467600"/>
              <a:gd name="connsiteY429" fmla="*/ 6801144 h 6858000"/>
              <a:gd name="connsiteX430" fmla="*/ 2352406 w 7467600"/>
              <a:gd name="connsiteY430" fmla="*/ 6858000 h 6858000"/>
              <a:gd name="connsiteX431" fmla="*/ 2314492 w 7467600"/>
              <a:gd name="connsiteY431" fmla="*/ 6858000 h 6858000"/>
              <a:gd name="connsiteX432" fmla="*/ 2288095 w 7467600"/>
              <a:gd name="connsiteY432" fmla="*/ 6818030 h 6858000"/>
              <a:gd name="connsiteX433" fmla="*/ 2272768 w 7467600"/>
              <a:gd name="connsiteY433" fmla="*/ 6795822 h 6858000"/>
              <a:gd name="connsiteX434" fmla="*/ 2182715 w 7467600"/>
              <a:gd name="connsiteY434" fmla="*/ 6675071 h 6858000"/>
              <a:gd name="connsiteX435" fmla="*/ 2032061 w 7467600"/>
              <a:gd name="connsiteY435" fmla="*/ 6541380 h 6858000"/>
              <a:gd name="connsiteX436" fmla="*/ 2257220 w 7467600"/>
              <a:gd name="connsiteY436" fmla="*/ 6826257 h 6858000"/>
              <a:gd name="connsiteX437" fmla="*/ 2281324 w 7467600"/>
              <a:gd name="connsiteY437" fmla="*/ 6858000 h 6858000"/>
              <a:gd name="connsiteX438" fmla="*/ 2242860 w 7467600"/>
              <a:gd name="connsiteY438" fmla="*/ 6858000 h 6858000"/>
              <a:gd name="connsiteX439" fmla="*/ 2232818 w 7467600"/>
              <a:gd name="connsiteY439" fmla="*/ 6844926 h 6858000"/>
              <a:gd name="connsiteX440" fmla="*/ 1990172 w 7467600"/>
              <a:gd name="connsiteY440" fmla="*/ 6542121 h 6858000"/>
              <a:gd name="connsiteX441" fmla="*/ 2124090 w 7467600"/>
              <a:gd name="connsiteY441" fmla="*/ 6761017 h 6858000"/>
              <a:gd name="connsiteX442" fmla="*/ 2200380 w 7467600"/>
              <a:gd name="connsiteY442" fmla="*/ 6858000 h 6858000"/>
              <a:gd name="connsiteX443" fmla="*/ 2147507 w 7467600"/>
              <a:gd name="connsiteY443" fmla="*/ 6858000 h 6858000"/>
              <a:gd name="connsiteX444" fmla="*/ 2070668 w 7467600"/>
              <a:gd name="connsiteY444" fmla="*/ 6761520 h 6858000"/>
              <a:gd name="connsiteX445" fmla="*/ 1975142 w 7467600"/>
              <a:gd name="connsiteY445" fmla="*/ 6585570 h 6858000"/>
              <a:gd name="connsiteX446" fmla="*/ 2050035 w 7467600"/>
              <a:gd name="connsiteY446" fmla="*/ 6813345 h 6858000"/>
              <a:gd name="connsiteX447" fmla="*/ 2063025 w 7467600"/>
              <a:gd name="connsiteY447" fmla="*/ 6858000 h 6858000"/>
              <a:gd name="connsiteX448" fmla="*/ 2021675 w 7467600"/>
              <a:gd name="connsiteY448" fmla="*/ 6858000 h 6858000"/>
              <a:gd name="connsiteX449" fmla="*/ 2019308 w 7467600"/>
              <a:gd name="connsiteY449" fmla="*/ 6847118 h 6858000"/>
              <a:gd name="connsiteX450" fmla="*/ 1938835 w 7467600"/>
              <a:gd name="connsiteY450" fmla="*/ 6551160 h 6858000"/>
              <a:gd name="connsiteX451" fmla="*/ 1953230 w 7467600"/>
              <a:gd name="connsiteY451" fmla="*/ 6759699 h 6858000"/>
              <a:gd name="connsiteX452" fmla="*/ 1956763 w 7467600"/>
              <a:gd name="connsiteY452" fmla="*/ 6778191 h 6858000"/>
              <a:gd name="connsiteX453" fmla="*/ 1967925 w 7467600"/>
              <a:gd name="connsiteY453" fmla="*/ 6858000 h 6858000"/>
              <a:gd name="connsiteX454" fmla="*/ 1936622 w 7467600"/>
              <a:gd name="connsiteY454" fmla="*/ 6858000 h 6858000"/>
              <a:gd name="connsiteX455" fmla="*/ 1926261 w 7467600"/>
              <a:gd name="connsiteY455" fmla="*/ 6784064 h 6858000"/>
              <a:gd name="connsiteX456" fmla="*/ 1922724 w 7467600"/>
              <a:gd name="connsiteY456" fmla="*/ 6765577 h 6858000"/>
              <a:gd name="connsiteX457" fmla="*/ 1904650 w 7467600"/>
              <a:gd name="connsiteY457" fmla="*/ 6639616 h 6858000"/>
              <a:gd name="connsiteX458" fmla="*/ 1885273 w 7467600"/>
              <a:gd name="connsiteY458" fmla="*/ 6858000 h 6858000"/>
              <a:gd name="connsiteX459" fmla="*/ 1854363 w 7467600"/>
              <a:gd name="connsiteY459" fmla="*/ 6858000 h 6858000"/>
              <a:gd name="connsiteX460" fmla="*/ 1880391 w 7467600"/>
              <a:gd name="connsiteY460" fmla="*/ 6603796 h 6858000"/>
              <a:gd name="connsiteX461" fmla="*/ 1818273 w 7467600"/>
              <a:gd name="connsiteY461" fmla="*/ 6715729 h 6858000"/>
              <a:gd name="connsiteX462" fmla="*/ 1794691 w 7467600"/>
              <a:gd name="connsiteY462" fmla="*/ 6843239 h 6858000"/>
              <a:gd name="connsiteX463" fmla="*/ 1794914 w 7467600"/>
              <a:gd name="connsiteY463" fmla="*/ 6858000 h 6858000"/>
              <a:gd name="connsiteX464" fmla="*/ 1746128 w 7467600"/>
              <a:gd name="connsiteY464" fmla="*/ 6858000 h 6858000"/>
              <a:gd name="connsiteX465" fmla="*/ 1753934 w 7467600"/>
              <a:gd name="connsiteY465" fmla="*/ 6724796 h 6858000"/>
              <a:gd name="connsiteX466" fmla="*/ 1792053 w 7467600"/>
              <a:gd name="connsiteY466" fmla="*/ 6572396 h 6858000"/>
              <a:gd name="connsiteX467" fmla="*/ 1862248 w 7467600"/>
              <a:gd name="connsiteY467" fmla="*/ 6266397 h 6858000"/>
              <a:gd name="connsiteX468" fmla="*/ 1862250 w 7467600"/>
              <a:gd name="connsiteY468" fmla="*/ 6033531 h 6858000"/>
              <a:gd name="connsiteX469" fmla="*/ 1211999 w 7467600"/>
              <a:gd name="connsiteY469" fmla="*/ 6683610 h 6858000"/>
              <a:gd name="connsiteX470" fmla="*/ 1213266 w 7467600"/>
              <a:gd name="connsiteY470" fmla="*/ 6691947 h 6858000"/>
              <a:gd name="connsiteX471" fmla="*/ 1203370 w 7467600"/>
              <a:gd name="connsiteY471" fmla="*/ 6850676 h 6858000"/>
              <a:gd name="connsiteX472" fmla="*/ 1203671 w 7467600"/>
              <a:gd name="connsiteY472" fmla="*/ 6858000 h 6858000"/>
              <a:gd name="connsiteX473" fmla="*/ 1143180 w 7467600"/>
              <a:gd name="connsiteY473" fmla="*/ 6858000 h 6858000"/>
              <a:gd name="connsiteX474" fmla="*/ 1142176 w 7467600"/>
              <a:gd name="connsiteY474" fmla="*/ 6766045 h 6858000"/>
              <a:gd name="connsiteX475" fmla="*/ 1067484 w 7467600"/>
              <a:gd name="connsiteY475" fmla="*/ 6858000 h 6858000"/>
              <a:gd name="connsiteX476" fmla="*/ 953928 w 7467600"/>
              <a:gd name="connsiteY476" fmla="*/ 6858000 h 6858000"/>
              <a:gd name="connsiteX477" fmla="*/ 959715 w 7467600"/>
              <a:gd name="connsiteY477" fmla="*/ 6850185 h 6858000"/>
              <a:gd name="connsiteX478" fmla="*/ 1483788 w 7467600"/>
              <a:gd name="connsiteY478" fmla="*/ 6259174 h 6858000"/>
              <a:gd name="connsiteX479" fmla="*/ 1100671 w 7467600"/>
              <a:gd name="connsiteY479" fmla="*/ 6252137 h 6858000"/>
              <a:gd name="connsiteX480" fmla="*/ 1090144 w 7467600"/>
              <a:gd name="connsiteY480" fmla="*/ 6256748 h 6858000"/>
              <a:gd name="connsiteX481" fmla="*/ 1095872 w 7467600"/>
              <a:gd name="connsiteY481" fmla="*/ 6271892 h 6858000"/>
              <a:gd name="connsiteX482" fmla="*/ 262785 w 7467600"/>
              <a:gd name="connsiteY482" fmla="*/ 6845450 h 6858000"/>
              <a:gd name="connsiteX483" fmla="*/ 209968 w 7467600"/>
              <a:gd name="connsiteY483" fmla="*/ 6770713 h 6858000"/>
              <a:gd name="connsiteX484" fmla="*/ 873460 w 7467600"/>
              <a:gd name="connsiteY484" fmla="*/ 6253768 h 6858000"/>
              <a:gd name="connsiteX485" fmla="*/ 192686 w 7467600"/>
              <a:gd name="connsiteY485" fmla="*/ 5849257 h 6858000"/>
              <a:gd name="connsiteX486" fmla="*/ 4696 w 7467600"/>
              <a:gd name="connsiteY486" fmla="*/ 5697668 h 6858000"/>
              <a:gd name="connsiteX487" fmla="*/ 0 w 7467600"/>
              <a:gd name="connsiteY487" fmla="*/ 5689984 h 6858000"/>
              <a:gd name="connsiteX488" fmla="*/ 0 w 7467600"/>
              <a:gd name="connsiteY488" fmla="*/ 5513472 h 6858000"/>
              <a:gd name="connsiteX489" fmla="*/ 174101 w 7467600"/>
              <a:gd name="connsiteY489" fmla="*/ 5620277 h 6858000"/>
              <a:gd name="connsiteX490" fmla="*/ 891800 w 7467600"/>
              <a:gd name="connsiteY490" fmla="*/ 6036935 h 6858000"/>
              <a:gd name="connsiteX491" fmla="*/ 1072219 w 7467600"/>
              <a:gd name="connsiteY491" fmla="*/ 6169443 h 6858000"/>
              <a:gd name="connsiteX492" fmla="*/ 1074117 w 7467600"/>
              <a:gd name="connsiteY492" fmla="*/ 6170301 h 6858000"/>
              <a:gd name="connsiteX493" fmla="*/ 1083114 w 7467600"/>
              <a:gd name="connsiteY493" fmla="*/ 6174131 h 6858000"/>
              <a:gd name="connsiteX494" fmla="*/ 1543010 w 7467600"/>
              <a:gd name="connsiteY494" fmla="*/ 6191140 h 6858000"/>
              <a:gd name="connsiteX495" fmla="*/ 1551080 w 7467600"/>
              <a:gd name="connsiteY495" fmla="*/ 6195006 h 6858000"/>
              <a:gd name="connsiteX496" fmla="*/ 2345443 w 7467600"/>
              <a:gd name="connsiteY496" fmla="*/ 5549882 h 6858000"/>
              <a:gd name="connsiteX497" fmla="*/ 1721499 w 7467600"/>
              <a:gd name="connsiteY497" fmla="*/ 5599969 h 6858000"/>
              <a:gd name="connsiteX498" fmla="*/ 767716 w 7467600"/>
              <a:gd name="connsiteY498" fmla="*/ 5472768 h 6858000"/>
              <a:gd name="connsiteX499" fmla="*/ 722147 w 7467600"/>
              <a:gd name="connsiteY499" fmla="*/ 5393091 h 6858000"/>
              <a:gd name="connsiteX500" fmla="*/ 1485552 w 7467600"/>
              <a:gd name="connsiteY500" fmla="*/ 5313202 h 6858000"/>
              <a:gd name="connsiteX501" fmla="*/ 2143004 w 7467600"/>
              <a:gd name="connsiteY501" fmla="*/ 5402420 h 6858000"/>
              <a:gd name="connsiteX502" fmla="*/ 1933391 w 7467600"/>
              <a:gd name="connsiteY502" fmla="*/ 5156971 h 6858000"/>
              <a:gd name="connsiteX503" fmla="*/ 1827118 w 7467600"/>
              <a:gd name="connsiteY503" fmla="*/ 4968410 h 6858000"/>
              <a:gd name="connsiteX504" fmla="*/ 1837349 w 7467600"/>
              <a:gd name="connsiteY504" fmla="*/ 4956357 h 6858000"/>
              <a:gd name="connsiteX505" fmla="*/ 2162835 w 7467600"/>
              <a:gd name="connsiteY505" fmla="*/ 5187853 h 6858000"/>
              <a:gd name="connsiteX506" fmla="*/ 2257167 w 7467600"/>
              <a:gd name="connsiteY506" fmla="*/ 5462123 h 6858000"/>
              <a:gd name="connsiteX507" fmla="*/ 2261598 w 7467600"/>
              <a:gd name="connsiteY507" fmla="*/ 5467998 h 6858000"/>
              <a:gd name="connsiteX508" fmla="*/ 2437177 w 7467600"/>
              <a:gd name="connsiteY508" fmla="*/ 5479608 h 6858000"/>
              <a:gd name="connsiteX509" fmla="*/ 2445247 w 7467600"/>
              <a:gd name="connsiteY509" fmla="*/ 5483476 h 6858000"/>
              <a:gd name="connsiteX510" fmla="*/ 2743626 w 7467600"/>
              <a:gd name="connsiteY510" fmla="*/ 5304819 h 6858000"/>
              <a:gd name="connsiteX511" fmla="*/ 3048102 w 7467600"/>
              <a:gd name="connsiteY511" fmla="*/ 5150595 h 6858000"/>
              <a:gd name="connsiteX512" fmla="*/ 1799414 w 7467600"/>
              <a:gd name="connsiteY512" fmla="*/ 4694732 h 6858000"/>
              <a:gd name="connsiteX513" fmla="*/ 1771735 w 7467600"/>
              <a:gd name="connsiteY513" fmla="*/ 4619929 h 6858000"/>
              <a:gd name="connsiteX514" fmla="*/ 3104273 w 7467600"/>
              <a:gd name="connsiteY514" fmla="*/ 5076159 h 6858000"/>
              <a:gd name="connsiteX515" fmla="*/ 3113245 w 7467600"/>
              <a:gd name="connsiteY515" fmla="*/ 5090705 h 6858000"/>
              <a:gd name="connsiteX516" fmla="*/ 3126294 w 7467600"/>
              <a:gd name="connsiteY516" fmla="*/ 5114400 h 6858000"/>
              <a:gd name="connsiteX517" fmla="*/ 3937433 w 7467600"/>
              <a:gd name="connsiteY517" fmla="*/ 4830473 h 6858000"/>
              <a:gd name="connsiteX518" fmla="*/ 3590475 w 7467600"/>
              <a:gd name="connsiteY518" fmla="*/ 4597974 h 6858000"/>
              <a:gd name="connsiteX519" fmla="*/ 3100264 w 7467600"/>
              <a:gd name="connsiteY519" fmla="*/ 4579845 h 6858000"/>
              <a:gd name="connsiteX520" fmla="*/ 2183576 w 7467600"/>
              <a:gd name="connsiteY520" fmla="*/ 4227150 h 6858000"/>
              <a:gd name="connsiteX521" fmla="*/ 2151029 w 7467600"/>
              <a:gd name="connsiteY521" fmla="*/ 4146947 h 6858000"/>
              <a:gd name="connsiteX522" fmla="*/ 3563434 w 7467600"/>
              <a:gd name="connsiteY522" fmla="*/ 4469115 h 6858000"/>
              <a:gd name="connsiteX523" fmla="*/ 3177952 w 7467600"/>
              <a:gd name="connsiteY523" fmla="*/ 3657386 h 6858000"/>
              <a:gd name="connsiteX524" fmla="*/ 3189263 w 7467600"/>
              <a:gd name="connsiteY524" fmla="*/ 3625726 h 6858000"/>
              <a:gd name="connsiteX525" fmla="*/ 3560912 w 7467600"/>
              <a:gd name="connsiteY525" fmla="*/ 4079863 h 6858000"/>
              <a:gd name="connsiteX526" fmla="*/ 3626636 w 7467600"/>
              <a:gd name="connsiteY526" fmla="*/ 4512230 h 6858000"/>
              <a:gd name="connsiteX527" fmla="*/ 3653088 w 7467600"/>
              <a:gd name="connsiteY527" fmla="*/ 4521417 h 6858000"/>
              <a:gd name="connsiteX528" fmla="*/ 3988128 w 7467600"/>
              <a:gd name="connsiteY528" fmla="*/ 4817267 h 6858000"/>
              <a:gd name="connsiteX529" fmla="*/ 4830582 w 7467600"/>
              <a:gd name="connsiteY529" fmla="*/ 4676000 h 6858000"/>
              <a:gd name="connsiteX530" fmla="*/ 4830100 w 7467600"/>
              <a:gd name="connsiteY530" fmla="*/ 4675554 h 6858000"/>
              <a:gd name="connsiteX531" fmla="*/ 4036318 w 7467600"/>
              <a:gd name="connsiteY531" fmla="*/ 4147013 h 6858000"/>
              <a:gd name="connsiteX532" fmla="*/ 3432098 w 7467600"/>
              <a:gd name="connsiteY532" fmla="*/ 3537312 h 6858000"/>
              <a:gd name="connsiteX533" fmla="*/ 3446761 w 7467600"/>
              <a:gd name="connsiteY533" fmla="*/ 3461278 h 6858000"/>
              <a:gd name="connsiteX534" fmla="*/ 4419733 w 7467600"/>
              <a:gd name="connsiteY534" fmla="*/ 3963555 h 6858000"/>
              <a:gd name="connsiteX535" fmla="*/ 4781371 w 7467600"/>
              <a:gd name="connsiteY535" fmla="*/ 4458604 h 6858000"/>
              <a:gd name="connsiteX536" fmla="*/ 4780440 w 7467600"/>
              <a:gd name="connsiteY536" fmla="*/ 4470290 h 6858000"/>
              <a:gd name="connsiteX537" fmla="*/ 4898954 w 7467600"/>
              <a:gd name="connsiteY537" fmla="*/ 4662092 h 6858000"/>
              <a:gd name="connsiteX538" fmla="*/ 4900699 w 7467600"/>
              <a:gd name="connsiteY538" fmla="*/ 4670867 h 6858000"/>
              <a:gd name="connsiteX539" fmla="*/ 5714511 w 7467600"/>
              <a:gd name="connsiteY539" fmla="*/ 4663483 h 6858000"/>
              <a:gd name="connsiteX540" fmla="*/ 5464793 w 7467600"/>
              <a:gd name="connsiteY540" fmla="*/ 4393556 h 6858000"/>
              <a:gd name="connsiteX541" fmla="*/ 5461897 w 7467600"/>
              <a:gd name="connsiteY541" fmla="*/ 4390879 h 6858000"/>
              <a:gd name="connsiteX542" fmla="*/ 4294126 w 7467600"/>
              <a:gd name="connsiteY542" fmla="*/ 3303048 h 6858000"/>
              <a:gd name="connsiteX543" fmla="*/ 4305321 w 7467600"/>
              <a:gd name="connsiteY543" fmla="*/ 3256953 h 6858000"/>
              <a:gd name="connsiteX544" fmla="*/ 4949299 w 7467600"/>
              <a:gd name="connsiteY544" fmla="*/ 3766336 h 6858000"/>
              <a:gd name="connsiteX545" fmla="*/ 5291452 w 7467600"/>
              <a:gd name="connsiteY545" fmla="*/ 4076801 h 6858000"/>
              <a:gd name="connsiteX546" fmla="*/ 5434998 w 7467600"/>
              <a:gd name="connsiteY546" fmla="*/ 4254100 h 6858000"/>
              <a:gd name="connsiteX547" fmla="*/ 5351015 w 7467600"/>
              <a:gd name="connsiteY547" fmla="*/ 3760989 h 6858000"/>
              <a:gd name="connsiteX548" fmla="*/ 5413780 w 7467600"/>
              <a:gd name="connsiteY548" fmla="*/ 2966265 h 6858000"/>
              <a:gd name="connsiteX549" fmla="*/ 5425627 w 7467600"/>
              <a:gd name="connsiteY549" fmla="*/ 2954192 h 6858000"/>
              <a:gd name="connsiteX550" fmla="*/ 6604735 w 7467600"/>
              <a:gd name="connsiteY550" fmla="*/ 2041381 h 6858000"/>
              <a:gd name="connsiteX551" fmla="*/ 7204487 w 7467600"/>
              <a:gd name="connsiteY551" fmla="*/ 2742112 h 6858000"/>
              <a:gd name="connsiteX552" fmla="*/ 7131592 w 7467600"/>
              <a:gd name="connsiteY552" fmla="*/ 2672096 h 6858000"/>
              <a:gd name="connsiteX553" fmla="*/ 6996344 w 7467600"/>
              <a:gd name="connsiteY553" fmla="*/ 2518310 h 6858000"/>
              <a:gd name="connsiteX554" fmla="*/ 6735495 w 7467600"/>
              <a:gd name="connsiteY554" fmla="*/ 2196890 h 6858000"/>
              <a:gd name="connsiteX555" fmla="*/ 6721901 w 7467600"/>
              <a:gd name="connsiteY555" fmla="*/ 2179274 h 6858000"/>
              <a:gd name="connsiteX556" fmla="*/ 6604735 w 7467600"/>
              <a:gd name="connsiteY556" fmla="*/ 2041381 h 6858000"/>
              <a:gd name="connsiteX557" fmla="*/ 6591670 w 7467600"/>
              <a:gd name="connsiteY557" fmla="*/ 1988277 h 6858000"/>
              <a:gd name="connsiteX558" fmla="*/ 6747349 w 7467600"/>
              <a:gd name="connsiteY558" fmla="*/ 2160069 h 6858000"/>
              <a:gd name="connsiteX559" fmla="*/ 6760943 w 7467600"/>
              <a:gd name="connsiteY559" fmla="*/ 2177686 h 6858000"/>
              <a:gd name="connsiteX560" fmla="*/ 7021065 w 7467600"/>
              <a:gd name="connsiteY560" fmla="*/ 2498102 h 6858000"/>
              <a:gd name="connsiteX561" fmla="*/ 7155223 w 7467600"/>
              <a:gd name="connsiteY561" fmla="*/ 2650386 h 6858000"/>
              <a:gd name="connsiteX562" fmla="*/ 7203167 w 7467600"/>
              <a:gd name="connsiteY562" fmla="*/ 2697288 h 6858000"/>
              <a:gd name="connsiteX563" fmla="*/ 6937703 w 7467600"/>
              <a:gd name="connsiteY563" fmla="*/ 2321981 h 6858000"/>
              <a:gd name="connsiteX564" fmla="*/ 6591670 w 7467600"/>
              <a:gd name="connsiteY564" fmla="*/ 1988277 h 6858000"/>
              <a:gd name="connsiteX565" fmla="*/ 5798671 w 7467600"/>
              <a:gd name="connsiteY565" fmla="*/ 1981601 h 6858000"/>
              <a:gd name="connsiteX566" fmla="*/ 5754709 w 7467600"/>
              <a:gd name="connsiteY566" fmla="*/ 2071454 h 6858000"/>
              <a:gd name="connsiteX567" fmla="*/ 5763044 w 7467600"/>
              <a:gd name="connsiteY567" fmla="*/ 2842206 h 6858000"/>
              <a:gd name="connsiteX568" fmla="*/ 5764974 w 7467600"/>
              <a:gd name="connsiteY568" fmla="*/ 2799609 h 6858000"/>
              <a:gd name="connsiteX569" fmla="*/ 5767665 w 7467600"/>
              <a:gd name="connsiteY569" fmla="*/ 2666409 h 6858000"/>
              <a:gd name="connsiteX570" fmla="*/ 5763055 w 7467600"/>
              <a:gd name="connsiteY570" fmla="*/ 2579705 h 6858000"/>
              <a:gd name="connsiteX571" fmla="*/ 5758079 w 7467600"/>
              <a:gd name="connsiteY571" fmla="*/ 2492508 h 6858000"/>
              <a:gd name="connsiteX572" fmla="*/ 5779325 w 7467600"/>
              <a:gd name="connsiteY572" fmla="*/ 2197069 h 6858000"/>
              <a:gd name="connsiteX573" fmla="*/ 5798671 w 7467600"/>
              <a:gd name="connsiteY573" fmla="*/ 1981601 h 6858000"/>
              <a:gd name="connsiteX574" fmla="*/ 5829202 w 7467600"/>
              <a:gd name="connsiteY574" fmla="*/ 1971679 h 6858000"/>
              <a:gd name="connsiteX575" fmla="*/ 5809558 w 7467600"/>
              <a:gd name="connsiteY575" fmla="*/ 2198043 h 6858000"/>
              <a:gd name="connsiteX576" fmla="*/ 5788653 w 7467600"/>
              <a:gd name="connsiteY576" fmla="*/ 2489430 h 6858000"/>
              <a:gd name="connsiteX577" fmla="*/ 5793439 w 7467600"/>
              <a:gd name="connsiteY577" fmla="*/ 2575235 h 6858000"/>
              <a:gd name="connsiteX578" fmla="*/ 5796837 w 7467600"/>
              <a:gd name="connsiteY578" fmla="*/ 2637633 h 6858000"/>
              <a:gd name="connsiteX579" fmla="*/ 5818614 w 7467600"/>
              <a:gd name="connsiteY579" fmla="*/ 2473055 h 6858000"/>
              <a:gd name="connsiteX580" fmla="*/ 5829202 w 7467600"/>
              <a:gd name="connsiteY580" fmla="*/ 1971679 h 6858000"/>
              <a:gd name="connsiteX581" fmla="*/ 5911389 w 7467600"/>
              <a:gd name="connsiteY581" fmla="*/ 1898371 h 6858000"/>
              <a:gd name="connsiteX582" fmla="*/ 6237627 w 7467600"/>
              <a:gd name="connsiteY582" fmla="*/ 2231921 h 6858000"/>
              <a:gd name="connsiteX583" fmla="*/ 5911389 w 7467600"/>
              <a:gd name="connsiteY583" fmla="*/ 1898371 h 6858000"/>
              <a:gd name="connsiteX584" fmla="*/ 6944437 w 7467600"/>
              <a:gd name="connsiteY584" fmla="*/ 1575402 h 6858000"/>
              <a:gd name="connsiteX585" fmla="*/ 6304730 w 7467600"/>
              <a:gd name="connsiteY585" fmla="*/ 1766654 h 6858000"/>
              <a:gd name="connsiteX586" fmla="*/ 6944437 w 7467600"/>
              <a:gd name="connsiteY586" fmla="*/ 1575402 h 6858000"/>
              <a:gd name="connsiteX587" fmla="*/ 7019523 w 7467600"/>
              <a:gd name="connsiteY587" fmla="*/ 1519450 h 6858000"/>
              <a:gd name="connsiteX588" fmla="*/ 6298091 w 7467600"/>
              <a:gd name="connsiteY588" fmla="*/ 1737122 h 6858000"/>
              <a:gd name="connsiteX589" fmla="*/ 7019523 w 7467600"/>
              <a:gd name="connsiteY589" fmla="*/ 1519450 h 6858000"/>
              <a:gd name="connsiteX590" fmla="*/ 2399523 w 7467600"/>
              <a:gd name="connsiteY590" fmla="*/ 1428234 h 6858000"/>
              <a:gd name="connsiteX591" fmla="*/ 2224982 w 7467600"/>
              <a:gd name="connsiteY591" fmla="*/ 1826201 h 6858000"/>
              <a:gd name="connsiteX592" fmla="*/ 2096099 w 7467600"/>
              <a:gd name="connsiteY592" fmla="*/ 2345900 h 6858000"/>
              <a:gd name="connsiteX593" fmla="*/ 2283317 w 7467600"/>
              <a:gd name="connsiteY593" fmla="*/ 1796925 h 6858000"/>
              <a:gd name="connsiteX594" fmla="*/ 2399523 w 7467600"/>
              <a:gd name="connsiteY594" fmla="*/ 1428234 h 6858000"/>
              <a:gd name="connsiteX595" fmla="*/ 2448558 w 7467600"/>
              <a:gd name="connsiteY595" fmla="*/ 1373435 h 6858000"/>
              <a:gd name="connsiteX596" fmla="*/ 2312521 w 7467600"/>
              <a:gd name="connsiteY596" fmla="*/ 1806140 h 6858000"/>
              <a:gd name="connsiteX597" fmla="*/ 2127533 w 7467600"/>
              <a:gd name="connsiteY597" fmla="*/ 2348380 h 6858000"/>
              <a:gd name="connsiteX598" fmla="*/ 2358080 w 7467600"/>
              <a:gd name="connsiteY598" fmla="*/ 1866134 h 6858000"/>
              <a:gd name="connsiteX599" fmla="*/ 2407436 w 7467600"/>
              <a:gd name="connsiteY599" fmla="*/ 1651070 h 6858000"/>
              <a:gd name="connsiteX600" fmla="*/ 2448558 w 7467600"/>
              <a:gd name="connsiteY600" fmla="*/ 1373435 h 6858000"/>
              <a:gd name="connsiteX601" fmla="*/ 278707 w 7467600"/>
              <a:gd name="connsiteY601" fmla="*/ 1352270 h 6858000"/>
              <a:gd name="connsiteX602" fmla="*/ 321570 w 7467600"/>
              <a:gd name="connsiteY602" fmla="*/ 1861610 h 6858000"/>
              <a:gd name="connsiteX603" fmla="*/ 294281 w 7467600"/>
              <a:gd name="connsiteY603" fmla="*/ 1440658 h 6858000"/>
              <a:gd name="connsiteX604" fmla="*/ 278707 w 7467600"/>
              <a:gd name="connsiteY604" fmla="*/ 1352270 h 6858000"/>
              <a:gd name="connsiteX605" fmla="*/ 1423821 w 7467600"/>
              <a:gd name="connsiteY605" fmla="*/ 1351958 h 6858000"/>
              <a:gd name="connsiteX606" fmla="*/ 1638521 w 7467600"/>
              <a:gd name="connsiteY606" fmla="*/ 1908470 h 6858000"/>
              <a:gd name="connsiteX607" fmla="*/ 1754199 w 7467600"/>
              <a:gd name="connsiteY607" fmla="*/ 2149284 h 6858000"/>
              <a:gd name="connsiteX608" fmla="*/ 1908359 w 7467600"/>
              <a:gd name="connsiteY608" fmla="*/ 2364988 h 6858000"/>
              <a:gd name="connsiteX609" fmla="*/ 1647661 w 7467600"/>
              <a:gd name="connsiteY609" fmla="*/ 1825945 h 6858000"/>
              <a:gd name="connsiteX610" fmla="*/ 1423821 w 7467600"/>
              <a:gd name="connsiteY610" fmla="*/ 1351958 h 6858000"/>
              <a:gd name="connsiteX611" fmla="*/ 1431890 w 7467600"/>
              <a:gd name="connsiteY611" fmla="*/ 1306475 h 6858000"/>
              <a:gd name="connsiteX612" fmla="*/ 1507597 w 7467600"/>
              <a:gd name="connsiteY612" fmla="*/ 1446132 h 6858000"/>
              <a:gd name="connsiteX613" fmla="*/ 1674586 w 7467600"/>
              <a:gd name="connsiteY613" fmla="*/ 1813832 h 6858000"/>
              <a:gd name="connsiteX614" fmla="*/ 1815950 w 7467600"/>
              <a:gd name="connsiteY614" fmla="*/ 2128564 h 6858000"/>
              <a:gd name="connsiteX615" fmla="*/ 1984242 w 7467600"/>
              <a:gd name="connsiteY615" fmla="*/ 2430829 h 6858000"/>
              <a:gd name="connsiteX616" fmla="*/ 2014023 w 7467600"/>
              <a:gd name="connsiteY616" fmla="*/ 2450995 h 6858000"/>
              <a:gd name="connsiteX617" fmla="*/ 1747337 w 7467600"/>
              <a:gd name="connsiteY617" fmla="*/ 1855264 h 6858000"/>
              <a:gd name="connsiteX618" fmla="*/ 1533749 w 7467600"/>
              <a:gd name="connsiteY618" fmla="*/ 1478656 h 6858000"/>
              <a:gd name="connsiteX619" fmla="*/ 1431890 w 7467600"/>
              <a:gd name="connsiteY619" fmla="*/ 1306475 h 6858000"/>
              <a:gd name="connsiteX620" fmla="*/ 5052692 w 7467600"/>
              <a:gd name="connsiteY620" fmla="*/ 1292994 h 6858000"/>
              <a:gd name="connsiteX621" fmla="*/ 5200661 w 7467600"/>
              <a:gd name="connsiteY621" fmla="*/ 1635186 h 6858000"/>
              <a:gd name="connsiteX622" fmla="*/ 5297138 w 7467600"/>
              <a:gd name="connsiteY622" fmla="*/ 1906351 h 6858000"/>
              <a:gd name="connsiteX623" fmla="*/ 5052692 w 7467600"/>
              <a:gd name="connsiteY623" fmla="*/ 1292994 h 6858000"/>
              <a:gd name="connsiteX624" fmla="*/ 5009948 w 7467600"/>
              <a:gd name="connsiteY624" fmla="*/ 1273619 h 6858000"/>
              <a:gd name="connsiteX625" fmla="*/ 5121777 w 7467600"/>
              <a:gd name="connsiteY625" fmla="*/ 1654213 h 6858000"/>
              <a:gd name="connsiteX626" fmla="*/ 5293545 w 7467600"/>
              <a:gd name="connsiteY626" fmla="*/ 2072247 h 6858000"/>
              <a:gd name="connsiteX627" fmla="*/ 5294042 w 7467600"/>
              <a:gd name="connsiteY627" fmla="*/ 2065019 h 6858000"/>
              <a:gd name="connsiteX628" fmla="*/ 5171936 w 7467600"/>
              <a:gd name="connsiteY628" fmla="*/ 1647613 h 6858000"/>
              <a:gd name="connsiteX629" fmla="*/ 5009948 w 7467600"/>
              <a:gd name="connsiteY629" fmla="*/ 1273619 h 6858000"/>
              <a:gd name="connsiteX630" fmla="*/ 655236 w 7467600"/>
              <a:gd name="connsiteY630" fmla="*/ 1268632 h 6858000"/>
              <a:gd name="connsiteX631" fmla="*/ 839521 w 7467600"/>
              <a:gd name="connsiteY631" fmla="*/ 1685315 h 6858000"/>
              <a:gd name="connsiteX632" fmla="*/ 1109416 w 7467600"/>
              <a:gd name="connsiteY632" fmla="*/ 2061663 h 6858000"/>
              <a:gd name="connsiteX633" fmla="*/ 1298300 w 7467600"/>
              <a:gd name="connsiteY633" fmla="*/ 2247742 h 6858000"/>
              <a:gd name="connsiteX634" fmla="*/ 1125871 w 7467600"/>
              <a:gd name="connsiteY634" fmla="*/ 1989513 h 6858000"/>
              <a:gd name="connsiteX635" fmla="*/ 981574 w 7467600"/>
              <a:gd name="connsiteY635" fmla="*/ 1783157 h 6858000"/>
              <a:gd name="connsiteX636" fmla="*/ 922198 w 7467600"/>
              <a:gd name="connsiteY636" fmla="*/ 1677437 h 6858000"/>
              <a:gd name="connsiteX637" fmla="*/ 869293 w 7467600"/>
              <a:gd name="connsiteY637" fmla="*/ 1583214 h 6858000"/>
              <a:gd name="connsiteX638" fmla="*/ 751431 w 7467600"/>
              <a:gd name="connsiteY638" fmla="*/ 1405731 h 6858000"/>
              <a:gd name="connsiteX639" fmla="*/ 655236 w 7467600"/>
              <a:gd name="connsiteY639" fmla="*/ 1268632 h 6858000"/>
              <a:gd name="connsiteX640" fmla="*/ 6516292 w 7467600"/>
              <a:gd name="connsiteY640" fmla="*/ 1263064 h 6858000"/>
              <a:gd name="connsiteX641" fmla="*/ 5736320 w 7467600"/>
              <a:gd name="connsiteY641" fmla="*/ 1501803 h 6858000"/>
              <a:gd name="connsiteX642" fmla="*/ 6516292 w 7467600"/>
              <a:gd name="connsiteY642" fmla="*/ 1263064 h 6858000"/>
              <a:gd name="connsiteX643" fmla="*/ 291466 w 7467600"/>
              <a:gd name="connsiteY643" fmla="*/ 1250369 h 6858000"/>
              <a:gd name="connsiteX644" fmla="*/ 323180 w 7467600"/>
              <a:gd name="connsiteY644" fmla="*/ 1435283 h 6858000"/>
              <a:gd name="connsiteX645" fmla="*/ 349381 w 7467600"/>
              <a:gd name="connsiteY645" fmla="*/ 1875041 h 6858000"/>
              <a:gd name="connsiteX646" fmla="*/ 374363 w 7467600"/>
              <a:gd name="connsiteY646" fmla="*/ 1506494 h 6858000"/>
              <a:gd name="connsiteX647" fmla="*/ 302168 w 7467600"/>
              <a:gd name="connsiteY647" fmla="*/ 1274495 h 6858000"/>
              <a:gd name="connsiteX648" fmla="*/ 291466 w 7467600"/>
              <a:gd name="connsiteY648" fmla="*/ 1250369 h 6858000"/>
              <a:gd name="connsiteX649" fmla="*/ 678222 w 7467600"/>
              <a:gd name="connsiteY649" fmla="*/ 1248670 h 6858000"/>
              <a:gd name="connsiteX650" fmla="*/ 775536 w 7467600"/>
              <a:gd name="connsiteY650" fmla="*/ 1388015 h 6858000"/>
              <a:gd name="connsiteX651" fmla="*/ 894529 w 7467600"/>
              <a:gd name="connsiteY651" fmla="*/ 1567739 h 6858000"/>
              <a:gd name="connsiteX652" fmla="*/ 948000 w 7467600"/>
              <a:gd name="connsiteY652" fmla="*/ 1663088 h 6858000"/>
              <a:gd name="connsiteX653" fmla="*/ 1006812 w 7467600"/>
              <a:gd name="connsiteY653" fmla="*/ 1767683 h 6858000"/>
              <a:gd name="connsiteX654" fmla="*/ 1149133 w 7467600"/>
              <a:gd name="connsiteY654" fmla="*/ 1971513 h 6858000"/>
              <a:gd name="connsiteX655" fmla="*/ 1333952 w 7467600"/>
              <a:gd name="connsiteY655" fmla="*/ 2251620 h 6858000"/>
              <a:gd name="connsiteX656" fmla="*/ 1337329 w 7467600"/>
              <a:gd name="connsiteY656" fmla="*/ 2258350 h 6858000"/>
              <a:gd name="connsiteX657" fmla="*/ 1014726 w 7467600"/>
              <a:gd name="connsiteY657" fmla="*/ 1615556 h 6858000"/>
              <a:gd name="connsiteX658" fmla="*/ 678222 w 7467600"/>
              <a:gd name="connsiteY658" fmla="*/ 1248670 h 6858000"/>
              <a:gd name="connsiteX659" fmla="*/ 6691602 w 7467600"/>
              <a:gd name="connsiteY659" fmla="*/ 1140573 h 6858000"/>
              <a:gd name="connsiteX660" fmla="*/ 6571100 w 7467600"/>
              <a:gd name="connsiteY660" fmla="*/ 1183662 h 6858000"/>
              <a:gd name="connsiteX661" fmla="*/ 6241687 w 7467600"/>
              <a:gd name="connsiteY661" fmla="*/ 1257600 h 6858000"/>
              <a:gd name="connsiteX662" fmla="*/ 5693009 w 7467600"/>
              <a:gd name="connsiteY662" fmla="*/ 1478256 h 6858000"/>
              <a:gd name="connsiteX663" fmla="*/ 6548420 w 7467600"/>
              <a:gd name="connsiteY663" fmla="*/ 1214599 h 6858000"/>
              <a:gd name="connsiteX664" fmla="*/ 6605473 w 7467600"/>
              <a:gd name="connsiteY664" fmla="*/ 1184686 h 6858000"/>
              <a:gd name="connsiteX665" fmla="*/ 6691602 w 7467600"/>
              <a:gd name="connsiteY665" fmla="*/ 1140573 h 6858000"/>
              <a:gd name="connsiteX666" fmla="*/ 4002475 w 7467600"/>
              <a:gd name="connsiteY666" fmla="*/ 1037802 h 6858000"/>
              <a:gd name="connsiteX667" fmla="*/ 4000324 w 7467600"/>
              <a:gd name="connsiteY667" fmla="*/ 1039362 h 6858000"/>
              <a:gd name="connsiteX668" fmla="*/ 4002862 w 7467600"/>
              <a:gd name="connsiteY668" fmla="*/ 1042866 h 6858000"/>
              <a:gd name="connsiteX669" fmla="*/ 4002475 w 7467600"/>
              <a:gd name="connsiteY669" fmla="*/ 1037802 h 6858000"/>
              <a:gd name="connsiteX670" fmla="*/ 506322 w 7467600"/>
              <a:gd name="connsiteY670" fmla="*/ 1020997 h 6858000"/>
              <a:gd name="connsiteX671" fmla="*/ 533068 w 7467600"/>
              <a:gd name="connsiteY671" fmla="*/ 1029409 h 6858000"/>
              <a:gd name="connsiteX672" fmla="*/ 1232525 w 7467600"/>
              <a:gd name="connsiteY672" fmla="*/ 1804675 h 6858000"/>
              <a:gd name="connsiteX673" fmla="*/ 1388858 w 7467600"/>
              <a:gd name="connsiteY673" fmla="*/ 2368011 h 6858000"/>
              <a:gd name="connsiteX674" fmla="*/ 1384098 w 7467600"/>
              <a:gd name="connsiteY674" fmla="*/ 2378125 h 6858000"/>
              <a:gd name="connsiteX675" fmla="*/ 1425393 w 7467600"/>
              <a:gd name="connsiteY675" fmla="*/ 2589124 h 6858000"/>
              <a:gd name="connsiteX676" fmla="*/ 1424001 w 7467600"/>
              <a:gd name="connsiteY676" fmla="*/ 2597541 h 6858000"/>
              <a:gd name="connsiteX677" fmla="*/ 2152729 w 7467600"/>
              <a:gd name="connsiteY677" fmla="*/ 2864487 h 6858000"/>
              <a:gd name="connsiteX678" fmla="*/ 2020609 w 7467600"/>
              <a:gd name="connsiteY678" fmla="*/ 2539671 h 6858000"/>
              <a:gd name="connsiteX679" fmla="*/ 2018920 w 7467600"/>
              <a:gd name="connsiteY679" fmla="*/ 2536309 h 6858000"/>
              <a:gd name="connsiteX680" fmla="*/ 1342441 w 7467600"/>
              <a:gd name="connsiteY680" fmla="*/ 1173017 h 6858000"/>
              <a:gd name="connsiteX681" fmla="*/ 1367925 w 7467600"/>
              <a:gd name="connsiteY681" fmla="*/ 1135648 h 6858000"/>
              <a:gd name="connsiteX682" fmla="*/ 1771401 w 7467600"/>
              <a:gd name="connsiteY682" fmla="*/ 1806673 h 6858000"/>
              <a:gd name="connsiteX683" fmla="*/ 1972385 w 7467600"/>
              <a:gd name="connsiteY683" fmla="*/ 2198735 h 6858000"/>
              <a:gd name="connsiteX684" fmla="*/ 2040892 w 7467600"/>
              <a:gd name="connsiteY684" fmla="*/ 2405205 h 6858000"/>
              <a:gd name="connsiteX685" fmla="*/ 2131689 w 7467600"/>
              <a:gd name="connsiteY685" fmla="*/ 1936926 h 6858000"/>
              <a:gd name="connsiteX686" fmla="*/ 2454820 w 7467600"/>
              <a:gd name="connsiteY686" fmla="*/ 1248808 h 6858000"/>
              <a:gd name="connsiteX687" fmla="*/ 2492512 w 7467600"/>
              <a:gd name="connsiteY687" fmla="*/ 1302920 h 6858000"/>
              <a:gd name="connsiteX688" fmla="*/ 2081216 w 7467600"/>
              <a:gd name="connsiteY688" fmla="*/ 2527513 h 6858000"/>
              <a:gd name="connsiteX689" fmla="*/ 2081211 w 7467600"/>
              <a:gd name="connsiteY689" fmla="*/ 2528916 h 6858000"/>
              <a:gd name="connsiteX690" fmla="*/ 2199067 w 7467600"/>
              <a:gd name="connsiteY690" fmla="*/ 2884061 h 6858000"/>
              <a:gd name="connsiteX691" fmla="*/ 3192586 w 7467600"/>
              <a:gd name="connsiteY691" fmla="*/ 3411496 h 6858000"/>
              <a:gd name="connsiteX692" fmla="*/ 3182620 w 7467600"/>
              <a:gd name="connsiteY692" fmla="*/ 3483279 h 6858000"/>
              <a:gd name="connsiteX693" fmla="*/ 2435119 w 7467600"/>
              <a:gd name="connsiteY693" fmla="*/ 3080173 h 6858000"/>
              <a:gd name="connsiteX694" fmla="*/ 2410152 w 7467600"/>
              <a:gd name="connsiteY694" fmla="*/ 3063751 h 6858000"/>
              <a:gd name="connsiteX695" fmla="*/ 2408099 w 7467600"/>
              <a:gd name="connsiteY695" fmla="*/ 3064403 h 6858000"/>
              <a:gd name="connsiteX696" fmla="*/ 2407218 w 7467600"/>
              <a:gd name="connsiteY696" fmla="*/ 3070324 h 6858000"/>
              <a:gd name="connsiteX697" fmla="*/ 2380138 w 7467600"/>
              <a:gd name="connsiteY697" fmla="*/ 3099341 h 6858000"/>
              <a:gd name="connsiteX698" fmla="*/ 1765923 w 7467600"/>
              <a:gd name="connsiteY698" fmla="*/ 3581043 h 6858000"/>
              <a:gd name="connsiteX699" fmla="*/ 1702258 w 7467600"/>
              <a:gd name="connsiteY699" fmla="*/ 3612286 h 6858000"/>
              <a:gd name="connsiteX700" fmla="*/ 1538370 w 7467600"/>
              <a:gd name="connsiteY700" fmla="*/ 3811804 h 6858000"/>
              <a:gd name="connsiteX701" fmla="*/ 542867 w 7467600"/>
              <a:gd name="connsiteY701" fmla="*/ 4944092 h 6858000"/>
              <a:gd name="connsiteX702" fmla="*/ 515800 w 7467600"/>
              <a:gd name="connsiteY702" fmla="*/ 4862180 h 6858000"/>
              <a:gd name="connsiteX703" fmla="*/ 909145 w 7467600"/>
              <a:gd name="connsiteY703" fmla="*/ 4199225 h 6858000"/>
              <a:gd name="connsiteX704" fmla="*/ 1214067 w 7467600"/>
              <a:gd name="connsiteY704" fmla="*/ 3908561 h 6858000"/>
              <a:gd name="connsiteX705" fmla="*/ 640967 w 7467600"/>
              <a:gd name="connsiteY705" fmla="*/ 4105601 h 6858000"/>
              <a:gd name="connsiteX706" fmla="*/ 112563 w 7467600"/>
              <a:gd name="connsiteY706" fmla="*/ 4396952 h 6858000"/>
              <a:gd name="connsiteX707" fmla="*/ 0 w 7467600"/>
              <a:gd name="connsiteY707" fmla="*/ 4466006 h 6858000"/>
              <a:gd name="connsiteX708" fmla="*/ 0 w 7467600"/>
              <a:gd name="connsiteY708" fmla="*/ 4233763 h 6858000"/>
              <a:gd name="connsiteX709" fmla="*/ 36881 w 7467600"/>
              <a:gd name="connsiteY709" fmla="*/ 4200118 h 6858000"/>
              <a:gd name="connsiteX710" fmla="*/ 910534 w 7467600"/>
              <a:gd name="connsiteY710" fmla="*/ 3629753 h 6858000"/>
              <a:gd name="connsiteX711" fmla="*/ 1578717 w 7467600"/>
              <a:gd name="connsiteY711" fmla="*/ 3575982 h 6858000"/>
              <a:gd name="connsiteX712" fmla="*/ 2338780 w 7467600"/>
              <a:gd name="connsiteY712" fmla="*/ 3033725 h 6858000"/>
              <a:gd name="connsiteX713" fmla="*/ 1807991 w 7467600"/>
              <a:gd name="connsiteY713" fmla="*/ 2807184 h 6858000"/>
              <a:gd name="connsiteX714" fmla="*/ 1416358 w 7467600"/>
              <a:gd name="connsiteY714" fmla="*/ 3112571 h 6858000"/>
              <a:gd name="connsiteX715" fmla="*/ 939066 w 7467600"/>
              <a:gd name="connsiteY715" fmla="*/ 3378798 h 6858000"/>
              <a:gd name="connsiteX716" fmla="*/ 115099 w 7467600"/>
              <a:gd name="connsiteY716" fmla="*/ 3607650 h 6858000"/>
              <a:gd name="connsiteX717" fmla="*/ 97284 w 7467600"/>
              <a:gd name="connsiteY717" fmla="*/ 3520393 h 6858000"/>
              <a:gd name="connsiteX718" fmla="*/ 922050 w 7467600"/>
              <a:gd name="connsiteY718" fmla="*/ 3074867 h 6858000"/>
              <a:gd name="connsiteX719" fmla="*/ 1405265 w 7467600"/>
              <a:gd name="connsiteY719" fmla="*/ 3016319 h 6858000"/>
              <a:gd name="connsiteX720" fmla="*/ 1407512 w 7467600"/>
              <a:gd name="connsiteY720" fmla="*/ 3018001 h 6858000"/>
              <a:gd name="connsiteX721" fmla="*/ 1726266 w 7467600"/>
              <a:gd name="connsiteY721" fmla="*/ 2777274 h 6858000"/>
              <a:gd name="connsiteX722" fmla="*/ 625390 w 7467600"/>
              <a:gd name="connsiteY722" fmla="*/ 2514541 h 6858000"/>
              <a:gd name="connsiteX723" fmla="*/ 619799 w 7467600"/>
              <a:gd name="connsiteY723" fmla="*/ 2527180 h 6858000"/>
              <a:gd name="connsiteX724" fmla="*/ 310030 w 7467600"/>
              <a:gd name="connsiteY724" fmla="*/ 2771818 h 6858000"/>
              <a:gd name="connsiteX725" fmla="*/ 173877 w 7467600"/>
              <a:gd name="connsiteY725" fmla="*/ 2937056 h 6858000"/>
              <a:gd name="connsiteX726" fmla="*/ 77889 w 7467600"/>
              <a:gd name="connsiteY726" fmla="*/ 3138440 h 6858000"/>
              <a:gd name="connsiteX727" fmla="*/ 0 w 7467600"/>
              <a:gd name="connsiteY727" fmla="*/ 3271395 h 6858000"/>
              <a:gd name="connsiteX728" fmla="*/ 0 w 7467600"/>
              <a:gd name="connsiteY728" fmla="*/ 3153002 h 6858000"/>
              <a:gd name="connsiteX729" fmla="*/ 2386 w 7467600"/>
              <a:gd name="connsiteY729" fmla="*/ 3149203 h 6858000"/>
              <a:gd name="connsiteX730" fmla="*/ 89753 w 7467600"/>
              <a:gd name="connsiteY730" fmla="*/ 2987702 h 6858000"/>
              <a:gd name="connsiteX731" fmla="*/ 76869 w 7467600"/>
              <a:gd name="connsiteY731" fmla="*/ 3005404 h 6858000"/>
              <a:gd name="connsiteX732" fmla="*/ 32049 w 7467600"/>
              <a:gd name="connsiteY732" fmla="*/ 3065814 h 6858000"/>
              <a:gd name="connsiteX733" fmla="*/ 0 w 7467600"/>
              <a:gd name="connsiteY733" fmla="*/ 3108744 h 6858000"/>
              <a:gd name="connsiteX734" fmla="*/ 0 w 7467600"/>
              <a:gd name="connsiteY734" fmla="*/ 3058059 h 6858000"/>
              <a:gd name="connsiteX735" fmla="*/ 7610 w 7467600"/>
              <a:gd name="connsiteY735" fmla="*/ 3047889 h 6858000"/>
              <a:gd name="connsiteX736" fmla="*/ 52419 w 7467600"/>
              <a:gd name="connsiteY736" fmla="*/ 2987479 h 6858000"/>
              <a:gd name="connsiteX737" fmla="*/ 59142 w 7467600"/>
              <a:gd name="connsiteY737" fmla="*/ 2978488 h 6858000"/>
              <a:gd name="connsiteX738" fmla="*/ 0 w 7467600"/>
              <a:gd name="connsiteY738" fmla="*/ 3015334 h 6858000"/>
              <a:gd name="connsiteX739" fmla="*/ 0 w 7467600"/>
              <a:gd name="connsiteY739" fmla="*/ 2914286 h 6858000"/>
              <a:gd name="connsiteX740" fmla="*/ 36383 w 7467600"/>
              <a:gd name="connsiteY740" fmla="*/ 2901128 h 6858000"/>
              <a:gd name="connsiteX741" fmla="*/ 156329 w 7467600"/>
              <a:gd name="connsiteY741" fmla="*/ 2840533 h 6858000"/>
              <a:gd name="connsiteX742" fmla="*/ 358355 w 7467600"/>
              <a:gd name="connsiteY742" fmla="*/ 2620471 h 6858000"/>
              <a:gd name="connsiteX743" fmla="*/ 510577 w 7467600"/>
              <a:gd name="connsiteY743" fmla="*/ 2501244 h 6858000"/>
              <a:gd name="connsiteX744" fmla="*/ 211967 w 7467600"/>
              <a:gd name="connsiteY744" fmla="*/ 2479171 h 6858000"/>
              <a:gd name="connsiteX745" fmla="*/ 0 w 7467600"/>
              <a:gd name="connsiteY745" fmla="*/ 2476398 h 6858000"/>
              <a:gd name="connsiteX746" fmla="*/ 0 w 7467600"/>
              <a:gd name="connsiteY746" fmla="*/ 2389189 h 6858000"/>
              <a:gd name="connsiteX747" fmla="*/ 103062 w 7467600"/>
              <a:gd name="connsiteY747" fmla="*/ 2389518 h 6858000"/>
              <a:gd name="connsiteX748" fmla="*/ 510734 w 7467600"/>
              <a:gd name="connsiteY748" fmla="*/ 2416201 h 6858000"/>
              <a:gd name="connsiteX749" fmla="*/ 279257 w 7467600"/>
              <a:gd name="connsiteY749" fmla="*/ 2092102 h 6858000"/>
              <a:gd name="connsiteX750" fmla="*/ 65265 w 7467600"/>
              <a:gd name="connsiteY750" fmla="*/ 2006049 h 6858000"/>
              <a:gd name="connsiteX751" fmla="*/ 0 w 7467600"/>
              <a:gd name="connsiteY751" fmla="*/ 1982532 h 6858000"/>
              <a:gd name="connsiteX752" fmla="*/ 0 w 7467600"/>
              <a:gd name="connsiteY752" fmla="*/ 1912789 h 6858000"/>
              <a:gd name="connsiteX753" fmla="*/ 97460 w 7467600"/>
              <a:gd name="connsiteY753" fmla="*/ 1953725 h 6858000"/>
              <a:gd name="connsiteX754" fmla="*/ 221272 w 7467600"/>
              <a:gd name="connsiteY754" fmla="*/ 1980766 h 6858000"/>
              <a:gd name="connsiteX755" fmla="*/ 116765 w 7467600"/>
              <a:gd name="connsiteY755" fmla="*/ 1911033 h 6858000"/>
              <a:gd name="connsiteX756" fmla="*/ 16405 w 7467600"/>
              <a:gd name="connsiteY756" fmla="*/ 1803412 h 6858000"/>
              <a:gd name="connsiteX757" fmla="*/ 0 w 7467600"/>
              <a:gd name="connsiteY757" fmla="*/ 1784777 h 6858000"/>
              <a:gd name="connsiteX758" fmla="*/ 0 w 7467600"/>
              <a:gd name="connsiteY758" fmla="*/ 1740082 h 6858000"/>
              <a:gd name="connsiteX759" fmla="*/ 39394 w 7467600"/>
              <a:gd name="connsiteY759" fmla="*/ 1784856 h 6858000"/>
              <a:gd name="connsiteX760" fmla="*/ 135813 w 7467600"/>
              <a:gd name="connsiteY760" fmla="*/ 1888838 h 6858000"/>
              <a:gd name="connsiteX761" fmla="*/ 242575 w 7467600"/>
              <a:gd name="connsiteY761" fmla="*/ 1958841 h 6858000"/>
              <a:gd name="connsiteX762" fmla="*/ 82197 w 7467600"/>
              <a:gd name="connsiteY762" fmla="*/ 1754826 h 6858000"/>
              <a:gd name="connsiteX763" fmla="*/ 0 w 7467600"/>
              <a:gd name="connsiteY763" fmla="*/ 1679650 h 6858000"/>
              <a:gd name="connsiteX764" fmla="*/ 0 w 7467600"/>
              <a:gd name="connsiteY764" fmla="*/ 1602463 h 6858000"/>
              <a:gd name="connsiteX765" fmla="*/ 84689 w 7467600"/>
              <a:gd name="connsiteY765" fmla="*/ 1677442 h 6858000"/>
              <a:gd name="connsiteX766" fmla="*/ 298437 w 7467600"/>
              <a:gd name="connsiteY766" fmla="*/ 1968019 h 6858000"/>
              <a:gd name="connsiteX767" fmla="*/ 227269 w 7467600"/>
              <a:gd name="connsiteY767" fmla="*/ 1114064 h 6858000"/>
              <a:gd name="connsiteX768" fmla="*/ 248003 w 7467600"/>
              <a:gd name="connsiteY768" fmla="*/ 1089613 h 6858000"/>
              <a:gd name="connsiteX769" fmla="*/ 427020 w 7467600"/>
              <a:gd name="connsiteY769" fmla="*/ 1619803 h 6858000"/>
              <a:gd name="connsiteX770" fmla="*/ 340345 w 7467600"/>
              <a:gd name="connsiteY770" fmla="*/ 2027739 h 6858000"/>
              <a:gd name="connsiteX771" fmla="*/ 360865 w 7467600"/>
              <a:gd name="connsiteY771" fmla="*/ 2044827 h 6858000"/>
              <a:gd name="connsiteX772" fmla="*/ 560414 w 7467600"/>
              <a:gd name="connsiteY772" fmla="*/ 2421457 h 6858000"/>
              <a:gd name="connsiteX773" fmla="*/ 1359703 w 7467600"/>
              <a:gd name="connsiteY773" fmla="*/ 2578554 h 6858000"/>
              <a:gd name="connsiteX774" fmla="*/ 1359422 w 7467600"/>
              <a:gd name="connsiteY774" fmla="*/ 2577994 h 6858000"/>
              <a:gd name="connsiteX775" fmla="*/ 828701 w 7467600"/>
              <a:gd name="connsiteY775" fmla="*/ 1839520 h 6858000"/>
              <a:gd name="connsiteX776" fmla="*/ 494427 w 7467600"/>
              <a:gd name="connsiteY776" fmla="*/ 1092333 h 6858000"/>
              <a:gd name="connsiteX777" fmla="*/ 506322 w 7467600"/>
              <a:gd name="connsiteY777" fmla="*/ 1020997 h 6858000"/>
              <a:gd name="connsiteX778" fmla="*/ 4570198 w 7467600"/>
              <a:gd name="connsiteY778" fmla="*/ 978081 h 6858000"/>
              <a:gd name="connsiteX779" fmla="*/ 4523691 w 7467600"/>
              <a:gd name="connsiteY779" fmla="*/ 1127776 h 6858000"/>
              <a:gd name="connsiteX780" fmla="*/ 4509875 w 7467600"/>
              <a:gd name="connsiteY780" fmla="*/ 1167552 h 6858000"/>
              <a:gd name="connsiteX781" fmla="*/ 4478168 w 7467600"/>
              <a:gd name="connsiteY781" fmla="*/ 1260735 h 6858000"/>
              <a:gd name="connsiteX782" fmla="*/ 4409309 w 7467600"/>
              <a:gd name="connsiteY782" fmla="*/ 1666996 h 6858000"/>
              <a:gd name="connsiteX783" fmla="*/ 4370031 w 7467600"/>
              <a:gd name="connsiteY783" fmla="*/ 1955666 h 6858000"/>
              <a:gd name="connsiteX784" fmla="*/ 4570198 w 7467600"/>
              <a:gd name="connsiteY784" fmla="*/ 978081 h 6858000"/>
              <a:gd name="connsiteX785" fmla="*/ 4557898 w 7467600"/>
              <a:gd name="connsiteY785" fmla="*/ 900011 h 6858000"/>
              <a:gd name="connsiteX786" fmla="*/ 4344840 w 7467600"/>
              <a:gd name="connsiteY786" fmla="*/ 1922038 h 6858000"/>
              <a:gd name="connsiteX787" fmla="*/ 4378710 w 7467600"/>
              <a:gd name="connsiteY787" fmla="*/ 1665516 h 6858000"/>
              <a:gd name="connsiteX788" fmla="*/ 4448798 w 7467600"/>
              <a:gd name="connsiteY788" fmla="*/ 1253024 h 6858000"/>
              <a:gd name="connsiteX789" fmla="*/ 4480315 w 7467600"/>
              <a:gd name="connsiteY789" fmla="*/ 1158454 h 6858000"/>
              <a:gd name="connsiteX790" fmla="*/ 4494133 w 7467600"/>
              <a:gd name="connsiteY790" fmla="*/ 1118676 h 6858000"/>
              <a:gd name="connsiteX791" fmla="*/ 4557898 w 7467600"/>
              <a:gd name="connsiteY791" fmla="*/ 900011 h 6858000"/>
              <a:gd name="connsiteX792" fmla="*/ 5870151 w 7467600"/>
              <a:gd name="connsiteY792" fmla="*/ 898890 h 6858000"/>
              <a:gd name="connsiteX793" fmla="*/ 5861335 w 7467600"/>
              <a:gd name="connsiteY793" fmla="*/ 899177 h 6858000"/>
              <a:gd name="connsiteX794" fmla="*/ 5843702 w 7467600"/>
              <a:gd name="connsiteY794" fmla="*/ 899748 h 6858000"/>
              <a:gd name="connsiteX795" fmla="*/ 5651107 w 7467600"/>
              <a:gd name="connsiteY795" fmla="*/ 920306 h 6858000"/>
              <a:gd name="connsiteX796" fmla="*/ 5459407 w 7467600"/>
              <a:gd name="connsiteY796" fmla="*/ 940975 h 6858000"/>
              <a:gd name="connsiteX797" fmla="*/ 5374846 w 7467600"/>
              <a:gd name="connsiteY797" fmla="*/ 941988 h 6858000"/>
              <a:gd name="connsiteX798" fmla="*/ 5256105 w 7467600"/>
              <a:gd name="connsiteY798" fmla="*/ 945632 h 6858000"/>
              <a:gd name="connsiteX799" fmla="*/ 5107071 w 7467600"/>
              <a:gd name="connsiteY799" fmla="*/ 969720 h 6858000"/>
              <a:gd name="connsiteX800" fmla="*/ 4998681 w 7467600"/>
              <a:gd name="connsiteY800" fmla="*/ 988771 h 6858000"/>
              <a:gd name="connsiteX801" fmla="*/ 5870151 w 7467600"/>
              <a:gd name="connsiteY801" fmla="*/ 898890 h 6858000"/>
              <a:gd name="connsiteX802" fmla="*/ 5504425 w 7467600"/>
              <a:gd name="connsiteY802" fmla="*/ 848067 h 6858000"/>
              <a:gd name="connsiteX803" fmla="*/ 4968849 w 7467600"/>
              <a:gd name="connsiteY803" fmla="*/ 962318 h 6858000"/>
              <a:gd name="connsiteX804" fmla="*/ 5104039 w 7467600"/>
              <a:gd name="connsiteY804" fmla="*/ 940634 h 6858000"/>
              <a:gd name="connsiteX805" fmla="*/ 5256311 w 7467600"/>
              <a:gd name="connsiteY805" fmla="*/ 916490 h 6858000"/>
              <a:gd name="connsiteX806" fmla="*/ 5377381 w 7467600"/>
              <a:gd name="connsiteY806" fmla="*/ 912671 h 6858000"/>
              <a:gd name="connsiteX807" fmla="*/ 5460148 w 7467600"/>
              <a:gd name="connsiteY807" fmla="*/ 911442 h 6858000"/>
              <a:gd name="connsiteX808" fmla="*/ 5648971 w 7467600"/>
              <a:gd name="connsiteY808" fmla="*/ 891331 h 6858000"/>
              <a:gd name="connsiteX809" fmla="*/ 5844807 w 7467600"/>
              <a:gd name="connsiteY809" fmla="*/ 870718 h 6858000"/>
              <a:gd name="connsiteX810" fmla="*/ 5862975 w 7467600"/>
              <a:gd name="connsiteY810" fmla="*/ 869756 h 6858000"/>
              <a:gd name="connsiteX811" fmla="*/ 5920887 w 7467600"/>
              <a:gd name="connsiteY811" fmla="*/ 865929 h 6858000"/>
              <a:gd name="connsiteX812" fmla="*/ 5504425 w 7467600"/>
              <a:gd name="connsiteY812" fmla="*/ 848067 h 6858000"/>
              <a:gd name="connsiteX813" fmla="*/ 3607114 w 7467600"/>
              <a:gd name="connsiteY813" fmla="*/ 467441 h 6858000"/>
              <a:gd name="connsiteX814" fmla="*/ 3296242 w 7467600"/>
              <a:gd name="connsiteY814" fmla="*/ 807991 h 6858000"/>
              <a:gd name="connsiteX815" fmla="*/ 3174674 w 7467600"/>
              <a:gd name="connsiteY815" fmla="*/ 919759 h 6858000"/>
              <a:gd name="connsiteX816" fmla="*/ 3042978 w 7467600"/>
              <a:gd name="connsiteY816" fmla="*/ 1054894 h 6858000"/>
              <a:gd name="connsiteX817" fmla="*/ 2968914 w 7467600"/>
              <a:gd name="connsiteY817" fmla="*/ 1133756 h 6858000"/>
              <a:gd name="connsiteX818" fmla="*/ 3103823 w 7467600"/>
              <a:gd name="connsiteY818" fmla="*/ 1026814 h 6858000"/>
              <a:gd name="connsiteX819" fmla="*/ 3607114 w 7467600"/>
              <a:gd name="connsiteY819" fmla="*/ 467441 h 6858000"/>
              <a:gd name="connsiteX820" fmla="*/ 3744487 w 7467600"/>
              <a:gd name="connsiteY820" fmla="*/ 383136 h 6858000"/>
              <a:gd name="connsiteX821" fmla="*/ 3970213 w 7467600"/>
              <a:gd name="connsiteY821" fmla="*/ 995559 h 6858000"/>
              <a:gd name="connsiteX822" fmla="*/ 3744487 w 7467600"/>
              <a:gd name="connsiteY822" fmla="*/ 383136 h 6858000"/>
              <a:gd name="connsiteX823" fmla="*/ 3624562 w 7467600"/>
              <a:gd name="connsiteY823" fmla="*/ 367041 h 6858000"/>
              <a:gd name="connsiteX824" fmla="*/ 3489712 w 7467600"/>
              <a:gd name="connsiteY824" fmla="*/ 485386 h 6858000"/>
              <a:gd name="connsiteX825" fmla="*/ 3182994 w 7467600"/>
              <a:gd name="connsiteY825" fmla="*/ 828265 h 6858000"/>
              <a:gd name="connsiteX826" fmla="*/ 2892114 w 7467600"/>
              <a:gd name="connsiteY826" fmla="*/ 1172635 h 6858000"/>
              <a:gd name="connsiteX827" fmla="*/ 3021459 w 7467600"/>
              <a:gd name="connsiteY827" fmla="*/ 1035385 h 6858000"/>
              <a:gd name="connsiteX828" fmla="*/ 3153873 w 7467600"/>
              <a:gd name="connsiteY828" fmla="*/ 898971 h 6858000"/>
              <a:gd name="connsiteX829" fmla="*/ 3276511 w 7467600"/>
              <a:gd name="connsiteY829" fmla="*/ 786423 h 6858000"/>
              <a:gd name="connsiteX830" fmla="*/ 3584154 w 7467600"/>
              <a:gd name="connsiteY830" fmla="*/ 448218 h 6858000"/>
              <a:gd name="connsiteX831" fmla="*/ 3624562 w 7467600"/>
              <a:gd name="connsiteY831" fmla="*/ 367041 h 6858000"/>
              <a:gd name="connsiteX832" fmla="*/ 3766672 w 7467600"/>
              <a:gd name="connsiteY832" fmla="*/ 359429 h 6858000"/>
              <a:gd name="connsiteX833" fmla="*/ 3996338 w 7467600"/>
              <a:gd name="connsiteY833" fmla="*/ 968237 h 6858000"/>
              <a:gd name="connsiteX834" fmla="*/ 3766672 w 7467600"/>
              <a:gd name="connsiteY834" fmla="*/ 359429 h 6858000"/>
              <a:gd name="connsiteX835" fmla="*/ 5805386 w 7467600"/>
              <a:gd name="connsiteY835" fmla="*/ 239240 h 6858000"/>
              <a:gd name="connsiteX836" fmla="*/ 5736947 w 7467600"/>
              <a:gd name="connsiteY836" fmla="*/ 261367 h 6858000"/>
              <a:gd name="connsiteX837" fmla="*/ 5427012 w 7467600"/>
              <a:gd name="connsiteY837" fmla="*/ 311272 h 6858000"/>
              <a:gd name="connsiteX838" fmla="*/ 5147818 w 7467600"/>
              <a:gd name="connsiteY838" fmla="*/ 322112 h 6858000"/>
              <a:gd name="connsiteX839" fmla="*/ 5060854 w 7467600"/>
              <a:gd name="connsiteY839" fmla="*/ 311882 h 6858000"/>
              <a:gd name="connsiteX840" fmla="*/ 4945989 w 7467600"/>
              <a:gd name="connsiteY840" fmla="*/ 300516 h 6858000"/>
              <a:gd name="connsiteX841" fmla="*/ 5410479 w 7467600"/>
              <a:gd name="connsiteY841" fmla="*/ 348434 h 6858000"/>
              <a:gd name="connsiteX842" fmla="*/ 5805386 w 7467600"/>
              <a:gd name="connsiteY842" fmla="*/ 239240 h 6858000"/>
              <a:gd name="connsiteX843" fmla="*/ 5905192 w 7467600"/>
              <a:gd name="connsiteY843" fmla="*/ 163079 h 6858000"/>
              <a:gd name="connsiteX844" fmla="*/ 5865655 w 7467600"/>
              <a:gd name="connsiteY844" fmla="*/ 171901 h 6858000"/>
              <a:gd name="connsiteX845" fmla="*/ 5259740 w 7467600"/>
              <a:gd name="connsiteY845" fmla="*/ 257013 h 6858000"/>
              <a:gd name="connsiteX846" fmla="*/ 5208466 w 7467600"/>
              <a:gd name="connsiteY846" fmla="*/ 257550 h 6858000"/>
              <a:gd name="connsiteX847" fmla="*/ 4980204 w 7467600"/>
              <a:gd name="connsiteY847" fmla="*/ 271903 h 6858000"/>
              <a:gd name="connsiteX848" fmla="*/ 5068068 w 7467600"/>
              <a:gd name="connsiteY848" fmla="*/ 282244 h 6858000"/>
              <a:gd name="connsiteX849" fmla="*/ 5153231 w 7467600"/>
              <a:gd name="connsiteY849" fmla="*/ 292240 h 6858000"/>
              <a:gd name="connsiteX850" fmla="*/ 5426491 w 7467600"/>
              <a:gd name="connsiteY850" fmla="*/ 281128 h 6858000"/>
              <a:gd name="connsiteX851" fmla="*/ 5731212 w 7467600"/>
              <a:gd name="connsiteY851" fmla="*/ 231951 h 6858000"/>
              <a:gd name="connsiteX852" fmla="*/ 5905192 w 7467600"/>
              <a:gd name="connsiteY852" fmla="*/ 163079 h 6858000"/>
              <a:gd name="connsiteX853" fmla="*/ 5944437 w 7467600"/>
              <a:gd name="connsiteY853" fmla="*/ 113829 h 6858000"/>
              <a:gd name="connsiteX854" fmla="*/ 5825032 w 7467600"/>
              <a:gd name="connsiteY854" fmla="*/ 146405 h 6858000"/>
              <a:gd name="connsiteX855" fmla="*/ 4955599 w 7467600"/>
              <a:gd name="connsiteY855" fmla="*/ 247008 h 6858000"/>
              <a:gd name="connsiteX856" fmla="*/ 5210104 w 7467600"/>
              <a:gd name="connsiteY856" fmla="*/ 228123 h 6858000"/>
              <a:gd name="connsiteX857" fmla="*/ 5261015 w 7467600"/>
              <a:gd name="connsiteY857" fmla="*/ 227087 h 6858000"/>
              <a:gd name="connsiteX858" fmla="*/ 5861181 w 7467600"/>
              <a:gd name="connsiteY858" fmla="*/ 143093 h 6858000"/>
              <a:gd name="connsiteX859" fmla="*/ 5961252 w 7467600"/>
              <a:gd name="connsiteY859" fmla="*/ 114820 h 6858000"/>
              <a:gd name="connsiteX860" fmla="*/ 5944437 w 7467600"/>
              <a:gd name="connsiteY860" fmla="*/ 113829 h 6858000"/>
              <a:gd name="connsiteX861" fmla="*/ 3882765 w 7467600"/>
              <a:gd name="connsiteY861" fmla="*/ 0 h 6858000"/>
              <a:gd name="connsiteX862" fmla="*/ 3995099 w 7467600"/>
              <a:gd name="connsiteY862" fmla="*/ 0 h 6858000"/>
              <a:gd name="connsiteX863" fmla="*/ 4163818 w 7467600"/>
              <a:gd name="connsiteY863" fmla="*/ 234104 h 6858000"/>
              <a:gd name="connsiteX864" fmla="*/ 4172099 w 7467600"/>
              <a:gd name="connsiteY864" fmla="*/ 234207 h 6858000"/>
              <a:gd name="connsiteX865" fmla="*/ 4784282 w 7467600"/>
              <a:gd name="connsiteY865" fmla="*/ 276561 h 6858000"/>
              <a:gd name="connsiteX866" fmla="*/ 4801687 w 7467600"/>
              <a:gd name="connsiteY866" fmla="*/ 267764 h 6858000"/>
              <a:gd name="connsiteX867" fmla="*/ 6082788 w 7467600"/>
              <a:gd name="connsiteY867" fmla="*/ 64119 h 6858000"/>
              <a:gd name="connsiteX868" fmla="*/ 6099442 w 7467600"/>
              <a:gd name="connsiteY868" fmla="*/ 82568 h 6858000"/>
              <a:gd name="connsiteX869" fmla="*/ 4804137 w 7467600"/>
              <a:gd name="connsiteY869" fmla="*/ 320931 h 6858000"/>
              <a:gd name="connsiteX870" fmla="*/ 4227047 w 7467600"/>
              <a:gd name="connsiteY870" fmla="*/ 313415 h 6858000"/>
              <a:gd name="connsiteX871" fmla="*/ 4346041 w 7467600"/>
              <a:gd name="connsiteY871" fmla="*/ 456086 h 6858000"/>
              <a:gd name="connsiteX872" fmla="*/ 4870967 w 7467600"/>
              <a:gd name="connsiteY872" fmla="*/ 963061 h 6858000"/>
              <a:gd name="connsiteX873" fmla="*/ 4889647 w 7467600"/>
              <a:gd name="connsiteY873" fmla="*/ 957147 h 6858000"/>
              <a:gd name="connsiteX874" fmla="*/ 5422504 w 7467600"/>
              <a:gd name="connsiteY874" fmla="*/ 805191 h 6858000"/>
              <a:gd name="connsiteX875" fmla="*/ 6087656 w 7467600"/>
              <a:gd name="connsiteY875" fmla="*/ 826703 h 6858000"/>
              <a:gd name="connsiteX876" fmla="*/ 6058717 w 7467600"/>
              <a:gd name="connsiteY876" fmla="*/ 865992 h 6858000"/>
              <a:gd name="connsiteX877" fmla="*/ 4974153 w 7467600"/>
              <a:gd name="connsiteY877" fmla="*/ 1045456 h 6858000"/>
              <a:gd name="connsiteX878" fmla="*/ 5627835 w 7467600"/>
              <a:gd name="connsiteY878" fmla="*/ 1472077 h 6858000"/>
              <a:gd name="connsiteX879" fmla="*/ 5629817 w 7467600"/>
              <a:gd name="connsiteY879" fmla="*/ 1471412 h 6858000"/>
              <a:gd name="connsiteX880" fmla="*/ 5634124 w 7467600"/>
              <a:gd name="connsiteY880" fmla="*/ 1470572 h 6858000"/>
              <a:gd name="connsiteX881" fmla="*/ 5755832 w 7467600"/>
              <a:gd name="connsiteY881" fmla="*/ 1383886 h 6858000"/>
              <a:gd name="connsiteX882" fmla="*/ 6014186 w 7467600"/>
              <a:gd name="connsiteY882" fmla="*/ 1279799 h 6858000"/>
              <a:gd name="connsiteX883" fmla="*/ 6901619 w 7467600"/>
              <a:gd name="connsiteY883" fmla="*/ 1047874 h 6858000"/>
              <a:gd name="connsiteX884" fmla="*/ 6931566 w 7467600"/>
              <a:gd name="connsiteY884" fmla="*/ 1062034 h 6858000"/>
              <a:gd name="connsiteX885" fmla="*/ 5790982 w 7467600"/>
              <a:gd name="connsiteY885" fmla="*/ 1561380 h 6858000"/>
              <a:gd name="connsiteX886" fmla="*/ 6188971 w 7467600"/>
              <a:gd name="connsiteY886" fmla="*/ 1755168 h 6858000"/>
              <a:gd name="connsiteX887" fmla="*/ 6202446 w 7467600"/>
              <a:gd name="connsiteY887" fmla="*/ 1752268 h 6858000"/>
              <a:gd name="connsiteX888" fmla="*/ 7179560 w 7467600"/>
              <a:gd name="connsiteY888" fmla="*/ 1467551 h 6858000"/>
              <a:gd name="connsiteX889" fmla="*/ 7158730 w 7467600"/>
              <a:gd name="connsiteY889" fmla="*/ 1507835 h 6858000"/>
              <a:gd name="connsiteX890" fmla="*/ 6326959 w 7467600"/>
              <a:gd name="connsiteY890" fmla="*/ 1817686 h 6858000"/>
              <a:gd name="connsiteX891" fmla="*/ 6537433 w 7467600"/>
              <a:gd name="connsiteY891" fmla="*/ 1907790 h 6858000"/>
              <a:gd name="connsiteX892" fmla="*/ 6550221 w 7467600"/>
              <a:gd name="connsiteY892" fmla="*/ 1910729 h 6858000"/>
              <a:gd name="connsiteX893" fmla="*/ 6964438 w 7467600"/>
              <a:gd name="connsiteY893" fmla="*/ 2209505 h 6858000"/>
              <a:gd name="connsiteX894" fmla="*/ 7367862 w 7467600"/>
              <a:gd name="connsiteY894" fmla="*/ 2806833 h 6858000"/>
              <a:gd name="connsiteX895" fmla="*/ 7364329 w 7467600"/>
              <a:gd name="connsiteY895" fmla="*/ 2826907 h 6858000"/>
              <a:gd name="connsiteX896" fmla="*/ 7290545 w 7467600"/>
              <a:gd name="connsiteY896" fmla="*/ 2850663 h 6858000"/>
              <a:gd name="connsiteX897" fmla="*/ 6472036 w 7467600"/>
              <a:gd name="connsiteY897" fmla="*/ 1959003 h 6858000"/>
              <a:gd name="connsiteX898" fmla="*/ 5792897 w 7467600"/>
              <a:gd name="connsiteY898" fmla="*/ 1647747 h 6858000"/>
              <a:gd name="connsiteX899" fmla="*/ 5842751 w 7467600"/>
              <a:gd name="connsiteY899" fmla="*/ 1816112 h 6858000"/>
              <a:gd name="connsiteX900" fmla="*/ 5847424 w 7467600"/>
              <a:gd name="connsiteY900" fmla="*/ 1815776 h 6858000"/>
              <a:gd name="connsiteX901" fmla="*/ 6399821 w 7467600"/>
              <a:gd name="connsiteY901" fmla="*/ 2344799 h 6858000"/>
              <a:gd name="connsiteX902" fmla="*/ 6323232 w 7467600"/>
              <a:gd name="connsiteY902" fmla="*/ 2389634 h 6858000"/>
              <a:gd name="connsiteX903" fmla="*/ 5942958 w 7467600"/>
              <a:gd name="connsiteY903" fmla="*/ 2077708 h 6858000"/>
              <a:gd name="connsiteX904" fmla="*/ 5921559 w 7467600"/>
              <a:gd name="connsiteY904" fmla="*/ 2378596 h 6858000"/>
              <a:gd name="connsiteX905" fmla="*/ 5817651 w 7467600"/>
              <a:gd name="connsiteY905" fmla="*/ 3023919 h 6858000"/>
              <a:gd name="connsiteX906" fmla="*/ 5729634 w 7467600"/>
              <a:gd name="connsiteY906" fmla="*/ 3051849 h 6858000"/>
              <a:gd name="connsiteX907" fmla="*/ 5611018 w 7467600"/>
              <a:gd name="connsiteY907" fmla="*/ 2316769 h 6858000"/>
              <a:gd name="connsiteX908" fmla="*/ 5687608 w 7467600"/>
              <a:gd name="connsiteY908" fmla="*/ 2039972 h 6858000"/>
              <a:gd name="connsiteX909" fmla="*/ 5657554 w 7467600"/>
              <a:gd name="connsiteY909" fmla="*/ 1576445 h 6858000"/>
              <a:gd name="connsiteX910" fmla="*/ 5150475 w 7467600"/>
              <a:gd name="connsiteY910" fmla="*/ 1274012 h 6858000"/>
              <a:gd name="connsiteX911" fmla="*/ 5349142 w 7467600"/>
              <a:gd name="connsiteY911" fmla="*/ 2204405 h 6858000"/>
              <a:gd name="connsiteX912" fmla="*/ 5262214 w 7467600"/>
              <a:gd name="connsiteY912" fmla="*/ 2233836 h 6858000"/>
              <a:gd name="connsiteX913" fmla="*/ 4981539 w 7467600"/>
              <a:gd name="connsiteY913" fmla="*/ 1542201 h 6858000"/>
              <a:gd name="connsiteX914" fmla="*/ 4958461 w 7467600"/>
              <a:gd name="connsiteY914" fmla="*/ 1136957 h 6858000"/>
              <a:gd name="connsiteX915" fmla="*/ 4655015 w 7467600"/>
              <a:gd name="connsiteY915" fmla="*/ 891426 h 6858000"/>
              <a:gd name="connsiteX916" fmla="*/ 4348002 w 7467600"/>
              <a:gd name="connsiteY916" fmla="*/ 2205895 h 6858000"/>
              <a:gd name="connsiteX917" fmla="*/ 4262250 w 7467600"/>
              <a:gd name="connsiteY917" fmla="*/ 2219972 h 6858000"/>
              <a:gd name="connsiteX918" fmla="*/ 4550611 w 7467600"/>
              <a:gd name="connsiteY918" fmla="*/ 817540 h 6858000"/>
              <a:gd name="connsiteX919" fmla="*/ 4564418 w 7467600"/>
              <a:gd name="connsiteY919" fmla="*/ 808293 h 6858000"/>
              <a:gd name="connsiteX920" fmla="*/ 4266388 w 7467600"/>
              <a:gd name="connsiteY920" fmla="*/ 500083 h 6858000"/>
              <a:gd name="connsiteX921" fmla="*/ 4032842 w 7467600"/>
              <a:gd name="connsiteY921" fmla="*/ 211809 h 6858000"/>
              <a:gd name="connsiteX922" fmla="*/ 3882765 w 7467600"/>
              <a:gd name="connsiteY922" fmla="*/ 0 h 6858000"/>
              <a:gd name="connsiteX923" fmla="*/ 3721337 w 7467600"/>
              <a:gd name="connsiteY923" fmla="*/ 0 h 6858000"/>
              <a:gd name="connsiteX924" fmla="*/ 3797544 w 7467600"/>
              <a:gd name="connsiteY924" fmla="*/ 0 h 6858000"/>
              <a:gd name="connsiteX925" fmla="*/ 3775734 w 7467600"/>
              <a:gd name="connsiteY925" fmla="*/ 95131 h 6858000"/>
              <a:gd name="connsiteX926" fmla="*/ 3724807 w 7467600"/>
              <a:gd name="connsiteY926" fmla="*/ 272257 h 6858000"/>
              <a:gd name="connsiteX927" fmla="*/ 3726844 w 7467600"/>
              <a:gd name="connsiteY927" fmla="*/ 282988 h 6858000"/>
              <a:gd name="connsiteX928" fmla="*/ 3742664 w 7467600"/>
              <a:gd name="connsiteY928" fmla="*/ 279918 h 6858000"/>
              <a:gd name="connsiteX929" fmla="*/ 4103910 w 7467600"/>
              <a:gd name="connsiteY929" fmla="*/ 1161917 h 6858000"/>
              <a:gd name="connsiteX930" fmla="*/ 4020269 w 7467600"/>
              <a:gd name="connsiteY930" fmla="*/ 1200406 h 6858000"/>
              <a:gd name="connsiteX931" fmla="*/ 3674882 w 7467600"/>
              <a:gd name="connsiteY931" fmla="*/ 488524 h 6858000"/>
              <a:gd name="connsiteX932" fmla="*/ 3132682 w 7467600"/>
              <a:gd name="connsiteY932" fmla="*/ 1072284 h 6858000"/>
              <a:gd name="connsiteX933" fmla="*/ 2716346 w 7467600"/>
              <a:gd name="connsiteY933" fmla="*/ 1276376 h 6858000"/>
              <a:gd name="connsiteX934" fmla="*/ 2716772 w 7467600"/>
              <a:gd name="connsiteY934" fmla="*/ 1255462 h 6858000"/>
              <a:gd name="connsiteX935" fmla="*/ 3471096 w 7467600"/>
              <a:gd name="connsiteY935" fmla="*/ 437072 h 6858000"/>
              <a:gd name="connsiteX936" fmla="*/ 3639057 w 7467600"/>
              <a:gd name="connsiteY936" fmla="*/ 286334 h 6858000"/>
              <a:gd name="connsiteX937" fmla="*/ 3640309 w 7467600"/>
              <a:gd name="connsiteY937" fmla="*/ 284664 h 6858000"/>
              <a:gd name="connsiteX938" fmla="*/ 3646022 w 7467600"/>
              <a:gd name="connsiteY938" fmla="*/ 276711 h 6858000"/>
              <a:gd name="connsiteX939" fmla="*/ 3707943 w 7467600"/>
              <a:gd name="connsiteY939" fmla="*/ 65958 h 6858000"/>
              <a:gd name="connsiteX940" fmla="*/ 3721337 w 7467600"/>
              <a:gd name="connsiteY940" fmla="*/ 0 h 6858000"/>
              <a:gd name="connsiteX941" fmla="*/ 2867960 w 7467600"/>
              <a:gd name="connsiteY941" fmla="*/ 0 h 6858000"/>
              <a:gd name="connsiteX942" fmla="*/ 2926351 w 7467600"/>
              <a:gd name="connsiteY942" fmla="*/ 0 h 6858000"/>
              <a:gd name="connsiteX943" fmla="*/ 2902823 w 7467600"/>
              <a:gd name="connsiteY943" fmla="*/ 262929 h 6858000"/>
              <a:gd name="connsiteX944" fmla="*/ 2940663 w 7467600"/>
              <a:gd name="connsiteY944" fmla="*/ 140884 h 6858000"/>
              <a:gd name="connsiteX945" fmla="*/ 2947039 w 7467600"/>
              <a:gd name="connsiteY945" fmla="*/ 122524 h 6858000"/>
              <a:gd name="connsiteX946" fmla="*/ 2984316 w 7467600"/>
              <a:gd name="connsiteY946" fmla="*/ 0 h 6858000"/>
              <a:gd name="connsiteX947" fmla="*/ 3016114 w 7467600"/>
              <a:gd name="connsiteY947" fmla="*/ 0 h 6858000"/>
              <a:gd name="connsiteX948" fmla="*/ 2979949 w 7467600"/>
              <a:gd name="connsiteY948" fmla="*/ 119274 h 6858000"/>
              <a:gd name="connsiteX949" fmla="*/ 3023879 w 7467600"/>
              <a:gd name="connsiteY949" fmla="*/ 0 h 6858000"/>
              <a:gd name="connsiteX950" fmla="*/ 3105400 w 7467600"/>
              <a:gd name="connsiteY950" fmla="*/ 0 h 6858000"/>
              <a:gd name="connsiteX951" fmla="*/ 3094669 w 7467600"/>
              <a:gd name="connsiteY951" fmla="*/ 30308 h 6858000"/>
              <a:gd name="connsiteX952" fmla="*/ 2901945 w 7467600"/>
              <a:gd name="connsiteY952" fmla="*/ 466538 h 6858000"/>
              <a:gd name="connsiteX953" fmla="*/ 2815209 w 7467600"/>
              <a:gd name="connsiteY953" fmla="*/ 497361 h 6858000"/>
              <a:gd name="connsiteX954" fmla="*/ 2844845 w 7467600"/>
              <a:gd name="connsiteY954" fmla="*/ 127638 h 6858000"/>
              <a:gd name="connsiteX955" fmla="*/ 2867960 w 7467600"/>
              <a:gd name="connsiteY955" fmla="*/ 0 h 6858000"/>
              <a:gd name="connsiteX956" fmla="*/ 1057230 w 7467600"/>
              <a:gd name="connsiteY956" fmla="*/ 0 h 6858000"/>
              <a:gd name="connsiteX957" fmla="*/ 1111003 w 7467600"/>
              <a:gd name="connsiteY957" fmla="*/ 0 h 6858000"/>
              <a:gd name="connsiteX958" fmla="*/ 1125553 w 7467600"/>
              <a:gd name="connsiteY958" fmla="*/ 52588 h 6858000"/>
              <a:gd name="connsiteX959" fmla="*/ 1304276 w 7467600"/>
              <a:gd name="connsiteY959" fmla="*/ 476275 h 6858000"/>
              <a:gd name="connsiteX960" fmla="*/ 1492066 w 7467600"/>
              <a:gd name="connsiteY960" fmla="*/ 886333 h 6858000"/>
              <a:gd name="connsiteX961" fmla="*/ 1423698 w 7467600"/>
              <a:gd name="connsiteY961" fmla="*/ 710817 h 6858000"/>
              <a:gd name="connsiteX962" fmla="*/ 1357609 w 7467600"/>
              <a:gd name="connsiteY962" fmla="*/ 532892 h 6858000"/>
              <a:gd name="connsiteX963" fmla="*/ 1309550 w 7467600"/>
              <a:gd name="connsiteY963" fmla="*/ 374031 h 6858000"/>
              <a:gd name="connsiteX964" fmla="*/ 1193673 w 7467600"/>
              <a:gd name="connsiteY964" fmla="*/ 49533 h 6858000"/>
              <a:gd name="connsiteX965" fmla="*/ 1164391 w 7467600"/>
              <a:gd name="connsiteY965" fmla="*/ 0 h 6858000"/>
              <a:gd name="connsiteX966" fmla="*/ 1200666 w 7467600"/>
              <a:gd name="connsiteY966" fmla="*/ 0 h 6858000"/>
              <a:gd name="connsiteX967" fmla="*/ 1223408 w 7467600"/>
              <a:gd name="connsiteY967" fmla="*/ 38996 h 6858000"/>
              <a:gd name="connsiteX968" fmla="*/ 1339635 w 7467600"/>
              <a:gd name="connsiteY968" fmla="*/ 365517 h 6858000"/>
              <a:gd name="connsiteX969" fmla="*/ 1387469 w 7467600"/>
              <a:gd name="connsiteY969" fmla="*/ 523079 h 6858000"/>
              <a:gd name="connsiteX970" fmla="*/ 1452685 w 7467600"/>
              <a:gd name="connsiteY970" fmla="*/ 699806 h 6858000"/>
              <a:gd name="connsiteX971" fmla="*/ 1492092 w 7467600"/>
              <a:gd name="connsiteY971" fmla="*/ 800424 h 6858000"/>
              <a:gd name="connsiteX972" fmla="*/ 1455302 w 7467600"/>
              <a:gd name="connsiteY972" fmla="*/ 632913 h 6858000"/>
              <a:gd name="connsiteX973" fmla="*/ 1222336 w 7467600"/>
              <a:gd name="connsiteY973" fmla="*/ 9480 h 6858000"/>
              <a:gd name="connsiteX974" fmla="*/ 1214634 w 7467600"/>
              <a:gd name="connsiteY974" fmla="*/ 0 h 6858000"/>
              <a:gd name="connsiteX975" fmla="*/ 1289827 w 7467600"/>
              <a:gd name="connsiteY975" fmla="*/ 0 h 6858000"/>
              <a:gd name="connsiteX976" fmla="*/ 1321076 w 7467600"/>
              <a:gd name="connsiteY976" fmla="*/ 59722 h 6858000"/>
              <a:gd name="connsiteX977" fmla="*/ 1512579 w 7467600"/>
              <a:gd name="connsiteY977" fmla="*/ 626441 h 6858000"/>
              <a:gd name="connsiteX978" fmla="*/ 1506076 w 7467600"/>
              <a:gd name="connsiteY978" fmla="*/ 1089289 h 6858000"/>
              <a:gd name="connsiteX979" fmla="*/ 1486346 w 7467600"/>
              <a:gd name="connsiteY979" fmla="*/ 1079919 h 6858000"/>
              <a:gd name="connsiteX980" fmla="*/ 1070511 w 7467600"/>
              <a:gd name="connsiteY980" fmla="*/ 48609 h 6858000"/>
              <a:gd name="connsiteX981" fmla="*/ 1057230 w 7467600"/>
              <a:gd name="connsiteY981" fmla="*/ 0 h 6858000"/>
              <a:gd name="connsiteX982" fmla="*/ 43151 w 7467600"/>
              <a:gd name="connsiteY982" fmla="*/ 0 h 6858000"/>
              <a:gd name="connsiteX983" fmla="*/ 95283 w 7467600"/>
              <a:gd name="connsiteY983" fmla="*/ 0 h 6858000"/>
              <a:gd name="connsiteX984" fmla="*/ 300708 w 7467600"/>
              <a:gd name="connsiteY984" fmla="*/ 154571 h 6858000"/>
              <a:gd name="connsiteX985" fmla="*/ 530414 w 7467600"/>
              <a:gd name="connsiteY985" fmla="*/ 354673 h 6858000"/>
              <a:gd name="connsiteX986" fmla="*/ 333785 w 7467600"/>
              <a:gd name="connsiteY986" fmla="*/ 161564 h 6858000"/>
              <a:gd name="connsiteX987" fmla="*/ 147005 w 7467600"/>
              <a:gd name="connsiteY987" fmla="*/ 0 h 6858000"/>
              <a:gd name="connsiteX988" fmla="*/ 272509 w 7467600"/>
              <a:gd name="connsiteY988" fmla="*/ 0 h 6858000"/>
              <a:gd name="connsiteX989" fmla="*/ 326276 w 7467600"/>
              <a:gd name="connsiteY989" fmla="*/ 45847 h 6858000"/>
              <a:gd name="connsiteX990" fmla="*/ 823759 w 7467600"/>
              <a:gd name="connsiteY990" fmla="*/ 574145 h 6858000"/>
              <a:gd name="connsiteX991" fmla="*/ 811254 w 7467600"/>
              <a:gd name="connsiteY991" fmla="*/ 665546 h 6858000"/>
              <a:gd name="connsiteX992" fmla="*/ 154042 w 7467600"/>
              <a:gd name="connsiteY992" fmla="*/ 261522 h 6858000"/>
              <a:gd name="connsiteX993" fmla="*/ 13550 w 7467600"/>
              <a:gd name="connsiteY993" fmla="*/ 158423 h 6858000"/>
              <a:gd name="connsiteX994" fmla="*/ 0 w 7467600"/>
              <a:gd name="connsiteY994" fmla="*/ 146618 h 6858000"/>
              <a:gd name="connsiteX995" fmla="*/ 0 w 7467600"/>
              <a:gd name="connsiteY995" fmla="*/ 59161 h 6858000"/>
              <a:gd name="connsiteX996" fmla="*/ 45427 w 7467600"/>
              <a:gd name="connsiteY996" fmla="*/ 101078 h 6858000"/>
              <a:gd name="connsiteX997" fmla="*/ 630103 w 7467600"/>
              <a:gd name="connsiteY997" fmla="*/ 485885 h 6858000"/>
              <a:gd name="connsiteX998" fmla="*/ 532040 w 7467600"/>
              <a:gd name="connsiteY998" fmla="*/ 399359 h 6858000"/>
              <a:gd name="connsiteX999" fmla="*/ 517618 w 7467600"/>
              <a:gd name="connsiteY999" fmla="*/ 385726 h 6858000"/>
              <a:gd name="connsiteX1000" fmla="*/ 285074 w 7467600"/>
              <a:gd name="connsiteY1000" fmla="*/ 182755 h 6858000"/>
              <a:gd name="connsiteX1001" fmla="*/ 43151 w 7467600"/>
              <a:gd name="connsiteY100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27410 w 7467600"/>
              <a:gd name="connsiteY166" fmla="*/ 4716164 h 6858000"/>
              <a:gd name="connsiteX167" fmla="*/ 1997014 w 7467600"/>
              <a:gd name="connsiteY167" fmla="*/ 4698007 h 6858000"/>
              <a:gd name="connsiteX168" fmla="*/ 2005458 w 7467600"/>
              <a:gd name="connsiteY168" fmla="*/ 4699540 h 6858000"/>
              <a:gd name="connsiteX169" fmla="*/ 2657186 w 7467600"/>
              <a:gd name="connsiteY169" fmla="*/ 4901687 h 6858000"/>
              <a:gd name="connsiteX170" fmla="*/ 2826662 w 7467600"/>
              <a:gd name="connsiteY170" fmla="*/ 4970362 h 6858000"/>
              <a:gd name="connsiteX171" fmla="*/ 2876100 w 7467600"/>
              <a:gd name="connsiteY171" fmla="*/ 4995397 h 6858000"/>
              <a:gd name="connsiteX172" fmla="*/ 3042600 w 7467600"/>
              <a:gd name="connsiteY172" fmla="*/ 5059532 h 6858000"/>
              <a:gd name="connsiteX173" fmla="*/ 1997014 w 7467600"/>
              <a:gd name="connsiteY173" fmla="*/ 4698007 h 6858000"/>
              <a:gd name="connsiteX174" fmla="*/ 2305292 w 7467600"/>
              <a:gd name="connsiteY174" fmla="*/ 4219492 h 6858000"/>
              <a:gd name="connsiteX175" fmla="*/ 3360922 w 7467600"/>
              <a:gd name="connsiteY175" fmla="*/ 4529373 h 6858000"/>
              <a:gd name="connsiteX176" fmla="*/ 3492420 w 7467600"/>
              <a:gd name="connsiteY176" fmla="*/ 4510145 h 6858000"/>
              <a:gd name="connsiteX177" fmla="*/ 3364086 w 7467600"/>
              <a:gd name="connsiteY177" fmla="*/ 4480340 h 6858000"/>
              <a:gd name="connsiteX178" fmla="*/ 3225818 w 7467600"/>
              <a:gd name="connsiteY178" fmla="*/ 4411822 h 6858000"/>
              <a:gd name="connsiteX179" fmla="*/ 3129696 w 7467600"/>
              <a:gd name="connsiteY179" fmla="*/ 4360704 h 6858000"/>
              <a:gd name="connsiteX180" fmla="*/ 2814545 w 7467600"/>
              <a:gd name="connsiteY180" fmla="*/ 4282955 h 6858000"/>
              <a:gd name="connsiteX181" fmla="*/ 2305292 w 7467600"/>
              <a:gd name="connsiteY181" fmla="*/ 4219492 h 6858000"/>
              <a:gd name="connsiteX182" fmla="*/ 2626982 w 7467600"/>
              <a:gd name="connsiteY182" fmla="*/ 4206450 h 6858000"/>
              <a:gd name="connsiteX183" fmla="*/ 2490617 w 7467600"/>
              <a:gd name="connsiteY183" fmla="*/ 4206951 h 6858000"/>
              <a:gd name="connsiteX184" fmla="*/ 2819869 w 7467600"/>
              <a:gd name="connsiteY184" fmla="*/ 4252936 h 6858000"/>
              <a:gd name="connsiteX185" fmla="*/ 3143018 w 7467600"/>
              <a:gd name="connsiteY185" fmla="*/ 4332698 h 6858000"/>
              <a:gd name="connsiteX186" fmla="*/ 3241520 w 7467600"/>
              <a:gd name="connsiteY186" fmla="*/ 4385112 h 6858000"/>
              <a:gd name="connsiteX187" fmla="*/ 3374575 w 7467600"/>
              <a:gd name="connsiteY187" fmla="*/ 4451517 h 6858000"/>
              <a:gd name="connsiteX188" fmla="*/ 3505221 w 7467600"/>
              <a:gd name="connsiteY188" fmla="*/ 4480757 h 6858000"/>
              <a:gd name="connsiteX189" fmla="*/ 2626982 w 7467600"/>
              <a:gd name="connsiteY189" fmla="*/ 4206450 h 6858000"/>
              <a:gd name="connsiteX190" fmla="*/ 1310106 w 7467600"/>
              <a:gd name="connsiteY190" fmla="*/ 3943217 h 6858000"/>
              <a:gd name="connsiteX191" fmla="*/ 854994 w 7467600"/>
              <a:gd name="connsiteY191" fmla="*/ 4399136 h 6858000"/>
              <a:gd name="connsiteX192" fmla="*/ 742462 w 7467600"/>
              <a:gd name="connsiteY192" fmla="*/ 4594648 h 6858000"/>
              <a:gd name="connsiteX193" fmla="*/ 820602 w 7467600"/>
              <a:gd name="connsiteY193" fmla="*/ 4485915 h 6858000"/>
              <a:gd name="connsiteX194" fmla="*/ 878295 w 7467600"/>
              <a:gd name="connsiteY194" fmla="*/ 4403594 h 6858000"/>
              <a:gd name="connsiteX195" fmla="*/ 1240607 w 7467600"/>
              <a:gd name="connsiteY195" fmla="*/ 4010401 h 6858000"/>
              <a:gd name="connsiteX196" fmla="*/ 1310106 w 7467600"/>
              <a:gd name="connsiteY196" fmla="*/ 3943217 h 6858000"/>
              <a:gd name="connsiteX197" fmla="*/ 1423113 w 7467600"/>
              <a:gd name="connsiteY197" fmla="*/ 3874565 h 6858000"/>
              <a:gd name="connsiteX198" fmla="*/ 1260565 w 7467600"/>
              <a:gd name="connsiteY198" fmla="*/ 4031982 h 6858000"/>
              <a:gd name="connsiteX199" fmla="*/ 901900 w 7467600"/>
              <a:gd name="connsiteY199" fmla="*/ 4421236 h 6858000"/>
              <a:gd name="connsiteX200" fmla="*/ 845044 w 7467600"/>
              <a:gd name="connsiteY200" fmla="*/ 4502436 h 6858000"/>
              <a:gd name="connsiteX201" fmla="*/ 685926 w 7467600"/>
              <a:gd name="connsiteY201" fmla="*/ 4703069 h 6858000"/>
              <a:gd name="connsiteX202" fmla="*/ 684248 w 7467600"/>
              <a:gd name="connsiteY202" fmla="*/ 4706721 h 6858000"/>
              <a:gd name="connsiteX203" fmla="*/ 1423113 w 7467600"/>
              <a:gd name="connsiteY203" fmla="*/ 3874565 h 6858000"/>
              <a:gd name="connsiteX204" fmla="*/ 3316479 w 7467600"/>
              <a:gd name="connsiteY204" fmla="*/ 3872136 h 6858000"/>
              <a:gd name="connsiteX205" fmla="*/ 3546806 w 7467600"/>
              <a:gd name="connsiteY205" fmla="*/ 4356139 h 6858000"/>
              <a:gd name="connsiteX206" fmla="*/ 3364433 w 7467600"/>
              <a:gd name="connsiteY206" fmla="*/ 3953121 h 6858000"/>
              <a:gd name="connsiteX207" fmla="*/ 3316479 w 7467600"/>
              <a:gd name="connsiteY207" fmla="*/ 3872136 h 6858000"/>
              <a:gd name="connsiteX208" fmla="*/ 3291335 w 7467600"/>
              <a:gd name="connsiteY208" fmla="*/ 3767420 h 6858000"/>
              <a:gd name="connsiteX209" fmla="*/ 3390805 w 7467600"/>
              <a:gd name="connsiteY209" fmla="*/ 3937163 h 6858000"/>
              <a:gd name="connsiteX210" fmla="*/ 3579062 w 7467600"/>
              <a:gd name="connsiteY210" fmla="*/ 4359040 h 6858000"/>
              <a:gd name="connsiteX211" fmla="*/ 3467355 w 7467600"/>
              <a:gd name="connsiteY211" fmla="*/ 3988130 h 6858000"/>
              <a:gd name="connsiteX212" fmla="*/ 3310753 w 7467600"/>
              <a:gd name="connsiteY212" fmla="*/ 3787140 h 6858000"/>
              <a:gd name="connsiteX213" fmla="*/ 3291335 w 7467600"/>
              <a:gd name="connsiteY213" fmla="*/ 3767420 h 6858000"/>
              <a:gd name="connsiteX214" fmla="*/ 1635889 w 7467600"/>
              <a:gd name="connsiteY214" fmla="*/ 3709494 h 6858000"/>
              <a:gd name="connsiteX215" fmla="*/ 1634800 w 7467600"/>
              <a:gd name="connsiteY215" fmla="*/ 3731111 h 6858000"/>
              <a:gd name="connsiteX216" fmla="*/ 1635889 w 7467600"/>
              <a:gd name="connsiteY216" fmla="*/ 3709494 h 6858000"/>
              <a:gd name="connsiteX217" fmla="*/ 1510397 w 7467600"/>
              <a:gd name="connsiteY217" fmla="*/ 3684705 h 6858000"/>
              <a:gd name="connsiteX218" fmla="*/ 1146550 w 7467600"/>
              <a:gd name="connsiteY218" fmla="*/ 3802012 h 6858000"/>
              <a:gd name="connsiteX219" fmla="*/ 698834 w 7467600"/>
              <a:gd name="connsiteY219" fmla="*/ 3952272 h 6858000"/>
              <a:gd name="connsiteX220" fmla="*/ 34256 w 7467600"/>
              <a:gd name="connsiteY220" fmla="*/ 4347603 h 6858000"/>
              <a:gd name="connsiteX221" fmla="*/ 527241 w 7467600"/>
              <a:gd name="connsiteY221" fmla="*/ 4065078 h 6858000"/>
              <a:gd name="connsiteX222" fmla="*/ 1510397 w 7467600"/>
              <a:gd name="connsiteY222" fmla="*/ 3684705 h 6858000"/>
              <a:gd name="connsiteX223" fmla="*/ 1313114 w 7467600"/>
              <a:gd name="connsiteY223" fmla="*/ 3655216 h 6858000"/>
              <a:gd name="connsiteX224" fmla="*/ 1109304 w 7467600"/>
              <a:gd name="connsiteY224" fmla="*/ 3669030 h 6858000"/>
              <a:gd name="connsiteX225" fmla="*/ 8129 w 7467600"/>
              <a:gd name="connsiteY225" fmla="*/ 4330519 h 6858000"/>
              <a:gd name="connsiteX226" fmla="*/ 687572 w 7467600"/>
              <a:gd name="connsiteY226" fmla="*/ 3925629 h 6858000"/>
              <a:gd name="connsiteX227" fmla="*/ 1138365 w 7467600"/>
              <a:gd name="connsiteY227" fmla="*/ 3774515 h 6858000"/>
              <a:gd name="connsiteX228" fmla="*/ 1505579 w 7467600"/>
              <a:gd name="connsiteY228" fmla="*/ 3655526 h 6858000"/>
              <a:gd name="connsiteX229" fmla="*/ 1313114 w 7467600"/>
              <a:gd name="connsiteY229" fmla="*/ 3655216 h 6858000"/>
              <a:gd name="connsiteX230" fmla="*/ 3655073 w 7467600"/>
              <a:gd name="connsiteY230" fmla="*/ 3650884 h 6858000"/>
              <a:gd name="connsiteX231" fmla="*/ 3989938 w 7467600"/>
              <a:gd name="connsiteY231" fmla="*/ 3991685 h 6858000"/>
              <a:gd name="connsiteX232" fmla="*/ 4393907 w 7467600"/>
              <a:gd name="connsiteY232" fmla="*/ 4261258 h 6858000"/>
              <a:gd name="connsiteX233" fmla="*/ 4648051 w 7467600"/>
              <a:gd name="connsiteY233" fmla="*/ 4374051 h 6858000"/>
              <a:gd name="connsiteX234" fmla="*/ 4383389 w 7467600"/>
              <a:gd name="connsiteY234" fmla="*/ 4184369 h 6858000"/>
              <a:gd name="connsiteX235" fmla="*/ 4165508 w 7467600"/>
              <a:gd name="connsiteY235" fmla="*/ 4035196 h 6858000"/>
              <a:gd name="connsiteX236" fmla="*/ 4068162 w 7467600"/>
              <a:gd name="connsiteY236" fmla="*/ 3953394 h 6858000"/>
              <a:gd name="connsiteX237" fmla="*/ 3981416 w 7467600"/>
              <a:gd name="connsiteY237" fmla="*/ 3880482 h 6858000"/>
              <a:gd name="connsiteX238" fmla="*/ 3800147 w 7467600"/>
              <a:gd name="connsiteY238" fmla="*/ 3749872 h 6858000"/>
              <a:gd name="connsiteX239" fmla="*/ 3655073 w 7467600"/>
              <a:gd name="connsiteY239" fmla="*/ 3650884 h 6858000"/>
              <a:gd name="connsiteX240" fmla="*/ 3670252 w 7467600"/>
              <a:gd name="connsiteY240" fmla="*/ 3622798 h 6858000"/>
              <a:gd name="connsiteX241" fmla="*/ 3817258 w 7467600"/>
              <a:gd name="connsiteY241" fmla="*/ 3723577 h 6858000"/>
              <a:gd name="connsiteX242" fmla="*/ 4000461 w 7467600"/>
              <a:gd name="connsiteY242" fmla="*/ 3855966 h 6858000"/>
              <a:gd name="connsiteX243" fmla="*/ 4088180 w 7467600"/>
              <a:gd name="connsiteY243" fmla="*/ 3929774 h 6858000"/>
              <a:gd name="connsiteX244" fmla="*/ 4184555 w 7467600"/>
              <a:gd name="connsiteY244" fmla="*/ 4010683 h 6858000"/>
              <a:gd name="connsiteX245" fmla="*/ 4399563 w 7467600"/>
              <a:gd name="connsiteY245" fmla="*/ 4158106 h 6858000"/>
              <a:gd name="connsiteX246" fmla="*/ 4684469 w 7467600"/>
              <a:gd name="connsiteY246" fmla="*/ 4364680 h 6858000"/>
              <a:gd name="connsiteX247" fmla="*/ 4690271 w 7467600"/>
              <a:gd name="connsiteY247" fmla="*/ 4370034 h 6858000"/>
              <a:gd name="connsiteX248" fmla="*/ 4136093 w 7467600"/>
              <a:gd name="connsiteY248" fmla="*/ 3858466 h 6858000"/>
              <a:gd name="connsiteX249" fmla="*/ 3670252 w 7467600"/>
              <a:gd name="connsiteY249" fmla="*/ 3622798 h 6858000"/>
              <a:gd name="connsiteX250" fmla="*/ 4440129 w 7467600"/>
              <a:gd name="connsiteY250" fmla="*/ 3448571 h 6858000"/>
              <a:gd name="connsiteX251" fmla="*/ 4856525 w 7467600"/>
              <a:gd name="connsiteY251" fmla="*/ 3915351 h 6858000"/>
              <a:gd name="connsiteX252" fmla="*/ 5059055 w 7467600"/>
              <a:gd name="connsiteY252" fmla="*/ 4108918 h 6858000"/>
              <a:gd name="connsiteX253" fmla="*/ 5290070 w 7467600"/>
              <a:gd name="connsiteY253" fmla="*/ 4263619 h 6858000"/>
              <a:gd name="connsiteX254" fmla="*/ 4834991 w 7467600"/>
              <a:gd name="connsiteY254" fmla="*/ 3830985 h 6858000"/>
              <a:gd name="connsiteX255" fmla="*/ 4440129 w 7467600"/>
              <a:gd name="connsiteY255" fmla="*/ 3448571 h 6858000"/>
              <a:gd name="connsiteX256" fmla="*/ 4441737 w 7467600"/>
              <a:gd name="connsiteY256" fmla="*/ 3399734 h 6858000"/>
              <a:gd name="connsiteX257" fmla="*/ 4431236 w 7467600"/>
              <a:gd name="connsiteY257" fmla="*/ 3400954 h 6858000"/>
              <a:gd name="connsiteX258" fmla="*/ 4557150 w 7467600"/>
              <a:gd name="connsiteY258" fmla="*/ 3510023 h 6858000"/>
              <a:gd name="connsiteX259" fmla="*/ 4856936 w 7467600"/>
              <a:gd name="connsiteY259" fmla="*/ 3809146 h 6858000"/>
              <a:gd name="connsiteX260" fmla="*/ 5111996 w 7467600"/>
              <a:gd name="connsiteY260" fmla="*/ 4065759 h 6858000"/>
              <a:gd name="connsiteX261" fmla="*/ 5388878 w 7467600"/>
              <a:gd name="connsiteY261" fmla="*/ 4300185 h 6858000"/>
              <a:gd name="connsiteX262" fmla="*/ 5425556 w 7467600"/>
              <a:gd name="connsiteY262" fmla="*/ 4308967 h 6858000"/>
              <a:gd name="connsiteX263" fmla="*/ 4943646 w 7467600"/>
              <a:gd name="connsiteY263" fmla="*/ 3822916 h 6858000"/>
              <a:gd name="connsiteX264" fmla="*/ 4594837 w 7467600"/>
              <a:gd name="connsiteY264" fmla="*/ 3532274 h 6858000"/>
              <a:gd name="connsiteX265" fmla="*/ 4441737 w 7467600"/>
              <a:gd name="connsiteY265" fmla="*/ 3399734 h 6858000"/>
              <a:gd name="connsiteX266" fmla="*/ 5425834 w 7467600"/>
              <a:gd name="connsiteY266" fmla="*/ 3162785 h 6858000"/>
              <a:gd name="connsiteX267" fmla="*/ 5401644 w 7467600"/>
              <a:gd name="connsiteY267" fmla="*/ 3617847 h 6858000"/>
              <a:gd name="connsiteX268" fmla="*/ 5467256 w 7467600"/>
              <a:gd name="connsiteY268" fmla="*/ 4175494 h 6858000"/>
              <a:gd name="connsiteX269" fmla="*/ 5448069 w 7467600"/>
              <a:gd name="connsiteY269" fmla="*/ 3567554 h 6858000"/>
              <a:gd name="connsiteX270" fmla="*/ 5425834 w 7467600"/>
              <a:gd name="connsiteY270" fmla="*/ 3162785 h 6858000"/>
              <a:gd name="connsiteX271" fmla="*/ 1318687 w 7467600"/>
              <a:gd name="connsiteY271" fmla="*/ 3113840 h 6858000"/>
              <a:gd name="connsiteX272" fmla="*/ 1066793 w 7467600"/>
              <a:gd name="connsiteY272" fmla="*/ 3212171 h 6858000"/>
              <a:gd name="connsiteX273" fmla="*/ 993319 w 7467600"/>
              <a:gd name="connsiteY273" fmla="*/ 3247648 h 6858000"/>
              <a:gd name="connsiteX274" fmla="*/ 853081 w 7467600"/>
              <a:gd name="connsiteY274" fmla="*/ 3312410 h 6858000"/>
              <a:gd name="connsiteX275" fmla="*/ 805957 w 7467600"/>
              <a:gd name="connsiteY275" fmla="*/ 3330443 h 6858000"/>
              <a:gd name="connsiteX276" fmla="*/ 1318687 w 7467600"/>
              <a:gd name="connsiteY276" fmla="*/ 3113840 h 6858000"/>
              <a:gd name="connsiteX277" fmla="*/ 5453702 w 7467600"/>
              <a:gd name="connsiteY277" fmla="*/ 3090882 h 6858000"/>
              <a:gd name="connsiteX278" fmla="*/ 5480135 w 7467600"/>
              <a:gd name="connsiteY278" fmla="*/ 3565802 h 6858000"/>
              <a:gd name="connsiteX279" fmla="*/ 5499023 w 7467600"/>
              <a:gd name="connsiteY279" fmla="*/ 4166310 h 6858000"/>
              <a:gd name="connsiteX280" fmla="*/ 5547022 w 7467600"/>
              <a:gd name="connsiteY280" fmla="*/ 3607838 h 6858000"/>
              <a:gd name="connsiteX281" fmla="*/ 5515964 w 7467600"/>
              <a:gd name="connsiteY281" fmla="*/ 3378541 h 6858000"/>
              <a:gd name="connsiteX282" fmla="*/ 5453702 w 7467600"/>
              <a:gd name="connsiteY282" fmla="*/ 3090882 h 6858000"/>
              <a:gd name="connsiteX283" fmla="*/ 1238695 w 7467600"/>
              <a:gd name="connsiteY283" fmla="*/ 3076820 h 6858000"/>
              <a:gd name="connsiteX284" fmla="*/ 716371 w 7467600"/>
              <a:gd name="connsiteY284" fmla="*/ 3293249 h 6858000"/>
              <a:gd name="connsiteX285" fmla="*/ 579522 w 7467600"/>
              <a:gd name="connsiteY285" fmla="*/ 3371759 h 6858000"/>
              <a:gd name="connsiteX286" fmla="*/ 600288 w 7467600"/>
              <a:gd name="connsiteY286" fmla="*/ 3365555 h 6858000"/>
              <a:gd name="connsiteX287" fmla="*/ 840692 w 7467600"/>
              <a:gd name="connsiteY287" fmla="*/ 3284921 h 6858000"/>
              <a:gd name="connsiteX288" fmla="*/ 979248 w 7467600"/>
              <a:gd name="connsiteY288" fmla="*/ 3221003 h 6858000"/>
              <a:gd name="connsiteX289" fmla="*/ 1053282 w 7467600"/>
              <a:gd name="connsiteY289" fmla="*/ 3185247 h 6858000"/>
              <a:gd name="connsiteX290" fmla="*/ 1320603 w 7467600"/>
              <a:gd name="connsiteY290" fmla="*/ 3081281 h 6858000"/>
              <a:gd name="connsiteX291" fmla="*/ 1238695 w 7467600"/>
              <a:gd name="connsiteY291" fmla="*/ 3076820 h 6858000"/>
              <a:gd name="connsiteX292" fmla="*/ 5425627 w 7467600"/>
              <a:gd name="connsiteY292" fmla="*/ 2954192 h 6858000"/>
              <a:gd name="connsiteX293" fmla="*/ 5470770 w 7467600"/>
              <a:gd name="connsiteY293" fmla="*/ 3005435 h 6858000"/>
              <a:gd name="connsiteX294" fmla="*/ 5519779 w 7467600"/>
              <a:gd name="connsiteY294" fmla="*/ 4359223 h 6858000"/>
              <a:gd name="connsiteX295" fmla="*/ 5520293 w 7467600"/>
              <a:gd name="connsiteY295" fmla="*/ 4360602 h 6858000"/>
              <a:gd name="connsiteX296" fmla="*/ 5767221 w 7467600"/>
              <a:gd name="connsiteY296" fmla="*/ 4665564 h 6858000"/>
              <a:gd name="connsiteX297" fmla="*/ 6937169 w 7467600"/>
              <a:gd name="connsiteY297" fmla="*/ 4815941 h 6858000"/>
              <a:gd name="connsiteX298" fmla="*/ 6953922 w 7467600"/>
              <a:gd name="connsiteY298" fmla="*/ 4890068 h 6858000"/>
              <a:gd name="connsiteX299" fmla="*/ 6071359 w 7467600"/>
              <a:gd name="connsiteY299" fmla="*/ 4770770 h 6858000"/>
              <a:gd name="connsiteX300" fmla="*/ 6038839 w 7467600"/>
              <a:gd name="connsiteY300" fmla="*/ 4764474 h 6858000"/>
              <a:gd name="connsiteX301" fmla="*/ 6038706 w 7467600"/>
              <a:gd name="connsiteY301" fmla="*/ 4763847 h 6858000"/>
              <a:gd name="connsiteX302" fmla="*/ 6037784 w 7467600"/>
              <a:gd name="connsiteY302" fmla="*/ 4764270 h 6858000"/>
              <a:gd name="connsiteX303" fmla="*/ 6038839 w 7467600"/>
              <a:gd name="connsiteY303" fmla="*/ 4764474 h 6858000"/>
              <a:gd name="connsiteX304" fmla="*/ 6040338 w 7467600"/>
              <a:gd name="connsiteY304" fmla="*/ 4771418 h 6858000"/>
              <a:gd name="connsiteX305" fmla="*/ 6024488 w 7467600"/>
              <a:gd name="connsiteY305" fmla="*/ 4809903 h 6858000"/>
              <a:gd name="connsiteX306" fmla="*/ 5599771 w 7467600"/>
              <a:gd name="connsiteY306" fmla="*/ 5509652 h 6858000"/>
              <a:gd name="connsiteX307" fmla="*/ 5548843 w 7467600"/>
              <a:gd name="connsiteY307" fmla="*/ 5563845 h 6858000"/>
              <a:gd name="connsiteX308" fmla="*/ 5940952 w 7467600"/>
              <a:gd name="connsiteY308" fmla="*/ 6250028 h 6858000"/>
              <a:gd name="connsiteX309" fmla="*/ 6043441 w 7467600"/>
              <a:gd name="connsiteY309" fmla="*/ 6665847 h 6858000"/>
              <a:gd name="connsiteX310" fmla="*/ 6093432 w 7467600"/>
              <a:gd name="connsiteY310" fmla="*/ 6858000 h 6858000"/>
              <a:gd name="connsiteX311" fmla="*/ 6034344 w 7467600"/>
              <a:gd name="connsiteY311" fmla="*/ 6858000 h 6858000"/>
              <a:gd name="connsiteX312" fmla="*/ 6026679 w 7467600"/>
              <a:gd name="connsiteY312" fmla="*/ 6836959 h 6858000"/>
              <a:gd name="connsiteX313" fmla="*/ 5800441 w 7467600"/>
              <a:gd name="connsiteY313" fmla="*/ 6335286 h 6858000"/>
              <a:gd name="connsiteX314" fmla="*/ 5526562 w 7467600"/>
              <a:gd name="connsiteY314" fmla="*/ 5705388 h 6858000"/>
              <a:gd name="connsiteX315" fmla="*/ 5519640 w 7467600"/>
              <a:gd name="connsiteY315" fmla="*/ 5683774 h 6858000"/>
              <a:gd name="connsiteX316" fmla="*/ 5844559 w 7467600"/>
              <a:gd name="connsiteY316" fmla="*/ 6553349 h 6858000"/>
              <a:gd name="connsiteX317" fmla="*/ 5975994 w 7467600"/>
              <a:gd name="connsiteY317" fmla="*/ 6858000 h 6858000"/>
              <a:gd name="connsiteX318" fmla="*/ 5898547 w 7467600"/>
              <a:gd name="connsiteY318" fmla="*/ 6858000 h 6858000"/>
              <a:gd name="connsiteX319" fmla="*/ 5682041 w 7467600"/>
              <a:gd name="connsiteY319" fmla="*/ 6355860 h 6858000"/>
              <a:gd name="connsiteX320" fmla="*/ 5461758 w 7467600"/>
              <a:gd name="connsiteY320" fmla="*/ 5820220 h 6858000"/>
              <a:gd name="connsiteX321" fmla="*/ 5237282 w 7467600"/>
              <a:gd name="connsiteY321" fmla="*/ 6579086 h 6858000"/>
              <a:gd name="connsiteX322" fmla="*/ 5115009 w 7467600"/>
              <a:gd name="connsiteY322" fmla="*/ 6858000 h 6858000"/>
              <a:gd name="connsiteX323" fmla="*/ 5028074 w 7467600"/>
              <a:gd name="connsiteY323" fmla="*/ 6858000 h 6858000"/>
              <a:gd name="connsiteX324" fmla="*/ 5079508 w 7467600"/>
              <a:gd name="connsiteY324" fmla="*/ 6749074 h 6858000"/>
              <a:gd name="connsiteX325" fmla="*/ 5371846 w 7467600"/>
              <a:gd name="connsiteY325" fmla="*/ 5924413 h 6858000"/>
              <a:gd name="connsiteX326" fmla="*/ 5270512 w 7467600"/>
              <a:gd name="connsiteY326" fmla="*/ 6138975 h 6858000"/>
              <a:gd name="connsiteX327" fmla="*/ 5062409 w 7467600"/>
              <a:gd name="connsiteY327" fmla="*/ 6653544 h 6858000"/>
              <a:gd name="connsiteX328" fmla="*/ 5036628 w 7467600"/>
              <a:gd name="connsiteY328" fmla="*/ 6754247 h 6858000"/>
              <a:gd name="connsiteX329" fmla="*/ 5009112 w 7467600"/>
              <a:gd name="connsiteY329" fmla="*/ 6858000 h 6858000"/>
              <a:gd name="connsiteX330" fmla="*/ 4976679 w 7467600"/>
              <a:gd name="connsiteY330" fmla="*/ 6858000 h 6858000"/>
              <a:gd name="connsiteX331" fmla="*/ 5006537 w 7467600"/>
              <a:gd name="connsiteY331" fmla="*/ 6747068 h 6858000"/>
              <a:gd name="connsiteX332" fmla="*/ 5032723 w 7467600"/>
              <a:gd name="connsiteY332" fmla="*/ 6644957 h 6858000"/>
              <a:gd name="connsiteX333" fmla="*/ 5242949 w 7467600"/>
              <a:gd name="connsiteY333" fmla="*/ 6125175 h 6858000"/>
              <a:gd name="connsiteX334" fmla="*/ 5286321 w 7467600"/>
              <a:gd name="connsiteY334" fmla="*/ 6033555 h 6858000"/>
              <a:gd name="connsiteX335" fmla="*/ 5008210 w 7467600"/>
              <a:gd name="connsiteY335" fmla="*/ 6649194 h 6858000"/>
              <a:gd name="connsiteX336" fmla="*/ 4986321 w 7467600"/>
              <a:gd name="connsiteY336" fmla="*/ 6765687 h 6858000"/>
              <a:gd name="connsiteX337" fmla="*/ 4973474 w 7467600"/>
              <a:gd name="connsiteY337" fmla="*/ 6858000 h 6858000"/>
              <a:gd name="connsiteX338" fmla="*/ 4907178 w 7467600"/>
              <a:gd name="connsiteY338" fmla="*/ 6858000 h 6858000"/>
              <a:gd name="connsiteX339" fmla="*/ 4910810 w 7467600"/>
              <a:gd name="connsiteY339" fmla="*/ 6829660 h 6858000"/>
              <a:gd name="connsiteX340" fmla="*/ 4987461 w 7467600"/>
              <a:gd name="connsiteY340" fmla="*/ 6432994 h 6858000"/>
              <a:gd name="connsiteX341" fmla="*/ 5179262 w 7467600"/>
              <a:gd name="connsiteY341" fmla="*/ 6035044 h 6858000"/>
              <a:gd name="connsiteX342" fmla="*/ 4689678 w 7467600"/>
              <a:gd name="connsiteY342" fmla="*/ 6440241 h 6858000"/>
              <a:gd name="connsiteX343" fmla="*/ 4477543 w 7467600"/>
              <a:gd name="connsiteY343" fmla="*/ 6674836 h 6858000"/>
              <a:gd name="connsiteX344" fmla="*/ 4329957 w 7467600"/>
              <a:gd name="connsiteY344" fmla="*/ 6858000 h 6858000"/>
              <a:gd name="connsiteX345" fmla="*/ 4218595 w 7467600"/>
              <a:gd name="connsiteY345" fmla="*/ 6858000 h 6858000"/>
              <a:gd name="connsiteX346" fmla="*/ 4368888 w 7467600"/>
              <a:gd name="connsiteY346" fmla="*/ 6668412 h 6858000"/>
              <a:gd name="connsiteX347" fmla="*/ 4563091 w 7467600"/>
              <a:gd name="connsiteY347" fmla="*/ 6442508 h 6858000"/>
              <a:gd name="connsiteX348" fmla="*/ 5387324 w 7467600"/>
              <a:gd name="connsiteY348" fmla="*/ 5705830 h 6858000"/>
              <a:gd name="connsiteX349" fmla="*/ 5073620 w 7467600"/>
              <a:gd name="connsiteY349" fmla="*/ 5955437 h 6858000"/>
              <a:gd name="connsiteX350" fmla="*/ 4689789 w 7467600"/>
              <a:gd name="connsiteY350" fmla="*/ 6268382 h 6858000"/>
              <a:gd name="connsiteX351" fmla="*/ 4418722 w 7467600"/>
              <a:gd name="connsiteY351" fmla="*/ 6570886 h 6858000"/>
              <a:gd name="connsiteX352" fmla="*/ 4214944 w 7467600"/>
              <a:gd name="connsiteY352" fmla="*/ 6858000 h 6858000"/>
              <a:gd name="connsiteX353" fmla="*/ 4177898 w 7467600"/>
              <a:gd name="connsiteY353" fmla="*/ 6858000 h 6858000"/>
              <a:gd name="connsiteX354" fmla="*/ 4391597 w 7467600"/>
              <a:gd name="connsiteY354" fmla="*/ 6556370 h 6858000"/>
              <a:gd name="connsiteX355" fmla="*/ 4668889 w 7467600"/>
              <a:gd name="connsiteY355" fmla="*/ 6246399 h 6858000"/>
              <a:gd name="connsiteX356" fmla="*/ 5055427 w 7467600"/>
              <a:gd name="connsiteY356" fmla="*/ 5931476 h 6858000"/>
              <a:gd name="connsiteX357" fmla="*/ 5371814 w 7467600"/>
              <a:gd name="connsiteY357" fmla="*/ 5678975 h 6858000"/>
              <a:gd name="connsiteX358" fmla="*/ 4987918 w 7467600"/>
              <a:gd name="connsiteY358" fmla="*/ 5838701 h 6858000"/>
              <a:gd name="connsiteX359" fmla="*/ 4317146 w 7467600"/>
              <a:gd name="connsiteY359" fmla="*/ 6587716 h 6858000"/>
              <a:gd name="connsiteX360" fmla="*/ 4171627 w 7467600"/>
              <a:gd name="connsiteY360" fmla="*/ 6858000 h 6858000"/>
              <a:gd name="connsiteX361" fmla="*/ 4081585 w 7467600"/>
              <a:gd name="connsiteY361" fmla="*/ 6858000 h 6858000"/>
              <a:gd name="connsiteX362" fmla="*/ 4238603 w 7467600"/>
              <a:gd name="connsiteY362" fmla="*/ 6559341 h 6858000"/>
              <a:gd name="connsiteX363" fmla="*/ 4778333 w 7467600"/>
              <a:gd name="connsiteY363" fmla="*/ 5873626 h 6858000"/>
              <a:gd name="connsiteX364" fmla="*/ 5414185 w 7467600"/>
              <a:gd name="connsiteY364" fmla="*/ 5573882 h 6858000"/>
              <a:gd name="connsiteX365" fmla="*/ 5959648 w 7467600"/>
              <a:gd name="connsiteY365" fmla="*/ 4760797 h 6858000"/>
              <a:gd name="connsiteX366" fmla="*/ 5355019 w 7467600"/>
              <a:gd name="connsiteY366" fmla="*/ 4734672 h 6858000"/>
              <a:gd name="connsiteX367" fmla="*/ 5083565 w 7467600"/>
              <a:gd name="connsiteY367" fmla="*/ 5179121 h 6858000"/>
              <a:gd name="connsiteX368" fmla="*/ 4713577 w 7467600"/>
              <a:gd name="connsiteY368" fmla="*/ 5616803 h 6858000"/>
              <a:gd name="connsiteX369" fmla="*/ 3989559 w 7467600"/>
              <a:gd name="connsiteY369" fmla="*/ 6145945 h 6858000"/>
              <a:gd name="connsiteX370" fmla="*/ 3939824 w 7467600"/>
              <a:gd name="connsiteY370" fmla="*/ 6066900 h 6858000"/>
              <a:gd name="connsiteX371" fmla="*/ 4584537 w 7467600"/>
              <a:gd name="connsiteY371" fmla="*/ 5324826 h 6858000"/>
              <a:gd name="connsiteX372" fmla="*/ 5037105 w 7467600"/>
              <a:gd name="connsiteY372" fmla="*/ 5088765 h 6858000"/>
              <a:gd name="connsiteX373" fmla="*/ 5039930 w 7467600"/>
              <a:gd name="connsiteY373" fmla="*/ 5089585 h 6858000"/>
              <a:gd name="connsiteX374" fmla="*/ 5263764 w 7467600"/>
              <a:gd name="connsiteY374" fmla="*/ 4735525 h 6858000"/>
              <a:gd name="connsiteX375" fmla="*/ 4086300 w 7467600"/>
              <a:gd name="connsiteY375" fmla="*/ 4884599 h 6858000"/>
              <a:gd name="connsiteX376" fmla="*/ 4085485 w 7467600"/>
              <a:gd name="connsiteY376" fmla="*/ 4899070 h 6858000"/>
              <a:gd name="connsiteX377" fmla="*/ 3871915 w 7467600"/>
              <a:gd name="connsiteY377" fmla="*/ 5253645 h 6858000"/>
              <a:gd name="connsiteX378" fmla="*/ 3799374 w 7467600"/>
              <a:gd name="connsiteY378" fmla="*/ 5466127 h 6858000"/>
              <a:gd name="connsiteX379" fmla="*/ 3498850 w 7467600"/>
              <a:gd name="connsiteY379" fmla="*/ 6661888 h 6858000"/>
              <a:gd name="connsiteX380" fmla="*/ 3399216 w 7467600"/>
              <a:gd name="connsiteY380" fmla="*/ 6858000 h 6858000"/>
              <a:gd name="connsiteX381" fmla="*/ 3303688 w 7467600"/>
              <a:gd name="connsiteY381" fmla="*/ 6858000 h 6858000"/>
              <a:gd name="connsiteX382" fmla="*/ 3391774 w 7467600"/>
              <a:gd name="connsiteY382" fmla="*/ 6697181 h 6858000"/>
              <a:gd name="connsiteX383" fmla="*/ 3735540 w 7467600"/>
              <a:gd name="connsiteY383" fmla="*/ 5546923 h 6858000"/>
              <a:gd name="connsiteX384" fmla="*/ 3729438 w 7467600"/>
              <a:gd name="connsiteY384" fmla="*/ 5569058 h 6858000"/>
              <a:gd name="connsiteX385" fmla="*/ 3707782 w 7467600"/>
              <a:gd name="connsiteY385" fmla="*/ 5644908 h 6858000"/>
              <a:gd name="connsiteX386" fmla="*/ 3583827 w 7467600"/>
              <a:gd name="connsiteY386" fmla="*/ 6039215 h 6858000"/>
              <a:gd name="connsiteX387" fmla="*/ 3547861 w 7467600"/>
              <a:gd name="connsiteY387" fmla="*/ 6129609 h 6858000"/>
              <a:gd name="connsiteX388" fmla="*/ 3490905 w 7467600"/>
              <a:gd name="connsiteY388" fmla="*/ 6277660 h 6858000"/>
              <a:gd name="connsiteX389" fmla="*/ 3455859 w 7467600"/>
              <a:gd name="connsiteY389" fmla="*/ 6391301 h 6858000"/>
              <a:gd name="connsiteX390" fmla="*/ 3429112 w 7467600"/>
              <a:gd name="connsiteY390" fmla="*/ 6479469 h 6858000"/>
              <a:gd name="connsiteX391" fmla="*/ 3304862 w 7467600"/>
              <a:gd name="connsiteY391" fmla="*/ 6796476 h 6858000"/>
              <a:gd name="connsiteX392" fmla="*/ 3276071 w 7467600"/>
              <a:gd name="connsiteY392" fmla="*/ 6858000 h 6858000"/>
              <a:gd name="connsiteX393" fmla="*/ 3240805 w 7467600"/>
              <a:gd name="connsiteY393" fmla="*/ 6858000 h 6858000"/>
              <a:gd name="connsiteX394" fmla="*/ 3275917 w 7467600"/>
              <a:gd name="connsiteY394" fmla="*/ 6783192 h 6858000"/>
              <a:gd name="connsiteX395" fmla="*/ 3399358 w 7467600"/>
              <a:gd name="connsiteY395" fmla="*/ 6469011 h 6858000"/>
              <a:gd name="connsiteX396" fmla="*/ 3425650 w 7467600"/>
              <a:gd name="connsiteY396" fmla="*/ 6381333 h 6858000"/>
              <a:gd name="connsiteX397" fmla="*/ 3460661 w 7467600"/>
              <a:gd name="connsiteY397" fmla="*/ 6266763 h 6858000"/>
              <a:gd name="connsiteX398" fmla="*/ 3518021 w 7467600"/>
              <a:gd name="connsiteY398" fmla="*/ 6117298 h 6858000"/>
              <a:gd name="connsiteX399" fmla="*/ 3554035 w 7467600"/>
              <a:gd name="connsiteY399" fmla="*/ 6027832 h 6858000"/>
              <a:gd name="connsiteX400" fmla="*/ 3677174 w 7467600"/>
              <a:gd name="connsiteY400" fmla="*/ 5636351 h 6858000"/>
              <a:gd name="connsiteX401" fmla="*/ 3698819 w 7467600"/>
              <a:gd name="connsiteY401" fmla="*/ 5560503 h 6858000"/>
              <a:gd name="connsiteX402" fmla="*/ 3702094 w 7467600"/>
              <a:gd name="connsiteY402" fmla="*/ 5549194 h 6858000"/>
              <a:gd name="connsiteX403" fmla="*/ 3398355 w 7467600"/>
              <a:gd name="connsiteY403" fmla="*/ 6094603 h 6858000"/>
              <a:gd name="connsiteX404" fmla="*/ 3193941 w 7467600"/>
              <a:gd name="connsiteY404" fmla="*/ 6798775 h 6858000"/>
              <a:gd name="connsiteX405" fmla="*/ 3184140 w 7467600"/>
              <a:gd name="connsiteY405" fmla="*/ 6858000 h 6858000"/>
              <a:gd name="connsiteX406" fmla="*/ 3099978 w 7467600"/>
              <a:gd name="connsiteY406" fmla="*/ 6858000 h 6858000"/>
              <a:gd name="connsiteX407" fmla="*/ 3101556 w 7467600"/>
              <a:gd name="connsiteY407" fmla="*/ 6843337 h 6858000"/>
              <a:gd name="connsiteX408" fmla="*/ 3370162 w 7467600"/>
              <a:gd name="connsiteY408" fmla="*/ 5785550 h 6858000"/>
              <a:gd name="connsiteX409" fmla="*/ 3746477 w 7467600"/>
              <a:gd name="connsiteY409" fmla="*/ 5377889 h 6858000"/>
              <a:gd name="connsiteX410" fmla="*/ 3863399 w 7467600"/>
              <a:gd name="connsiteY410" fmla="*/ 5087257 h 6858000"/>
              <a:gd name="connsiteX411" fmla="*/ 3968712 w 7467600"/>
              <a:gd name="connsiteY411" fmla="*/ 4913989 h 6858000"/>
              <a:gd name="connsiteX412" fmla="*/ 2792390 w 7467600"/>
              <a:gd name="connsiteY412" fmla="*/ 5382974 h 6858000"/>
              <a:gd name="connsiteX413" fmla="*/ 2714982 w 7467600"/>
              <a:gd name="connsiteY413" fmla="*/ 5427051 h 6858000"/>
              <a:gd name="connsiteX414" fmla="*/ 2813361 w 7467600"/>
              <a:gd name="connsiteY414" fmla="*/ 6023912 h 6858000"/>
              <a:gd name="connsiteX415" fmla="*/ 2688430 w 7467600"/>
              <a:gd name="connsiteY415" fmla="*/ 6801564 h 6858000"/>
              <a:gd name="connsiteX416" fmla="*/ 2629626 w 7467600"/>
              <a:gd name="connsiteY416" fmla="*/ 6763394 h 6858000"/>
              <a:gd name="connsiteX417" fmla="*/ 2565328 w 7467600"/>
              <a:gd name="connsiteY417" fmla="*/ 5516399 h 6858000"/>
              <a:gd name="connsiteX418" fmla="*/ 1922999 w 7467600"/>
              <a:gd name="connsiteY418" fmla="*/ 5980343 h 6858000"/>
              <a:gd name="connsiteX419" fmla="*/ 1950261 w 7467600"/>
              <a:gd name="connsiteY419" fmla="*/ 6405858 h 6858000"/>
              <a:gd name="connsiteX420" fmla="*/ 2365554 w 7467600"/>
              <a:gd name="connsiteY420" fmla="*/ 6759107 h 6858000"/>
              <a:gd name="connsiteX421" fmla="*/ 2424142 w 7467600"/>
              <a:gd name="connsiteY421" fmla="*/ 6858000 h 6858000"/>
              <a:gd name="connsiteX422" fmla="*/ 2395994 w 7467600"/>
              <a:gd name="connsiteY422" fmla="*/ 6858000 h 6858000"/>
              <a:gd name="connsiteX423" fmla="*/ 2392863 w 7467600"/>
              <a:gd name="connsiteY423" fmla="*/ 6852964 h 6858000"/>
              <a:gd name="connsiteX424" fmla="*/ 2017589 w 7467600"/>
              <a:gd name="connsiteY424" fmla="*/ 6493982 h 6858000"/>
              <a:gd name="connsiteX425" fmla="*/ 2147336 w 7467600"/>
              <a:gd name="connsiteY425" fmla="*/ 6594052 h 6858000"/>
              <a:gd name="connsiteX426" fmla="*/ 2207047 w 7467600"/>
              <a:gd name="connsiteY426" fmla="*/ 6654540 h 6858000"/>
              <a:gd name="connsiteX427" fmla="*/ 2299106 w 7467600"/>
              <a:gd name="connsiteY427" fmla="*/ 6778931 h 6858000"/>
              <a:gd name="connsiteX428" fmla="*/ 2314430 w 7467600"/>
              <a:gd name="connsiteY428" fmla="*/ 6801144 h 6858000"/>
              <a:gd name="connsiteX429" fmla="*/ 2352406 w 7467600"/>
              <a:gd name="connsiteY429" fmla="*/ 6858000 h 6858000"/>
              <a:gd name="connsiteX430" fmla="*/ 2314492 w 7467600"/>
              <a:gd name="connsiteY430" fmla="*/ 6858000 h 6858000"/>
              <a:gd name="connsiteX431" fmla="*/ 2288095 w 7467600"/>
              <a:gd name="connsiteY431" fmla="*/ 6818030 h 6858000"/>
              <a:gd name="connsiteX432" fmla="*/ 2272768 w 7467600"/>
              <a:gd name="connsiteY432" fmla="*/ 6795822 h 6858000"/>
              <a:gd name="connsiteX433" fmla="*/ 2182715 w 7467600"/>
              <a:gd name="connsiteY433" fmla="*/ 6675071 h 6858000"/>
              <a:gd name="connsiteX434" fmla="*/ 2032061 w 7467600"/>
              <a:gd name="connsiteY434" fmla="*/ 6541380 h 6858000"/>
              <a:gd name="connsiteX435" fmla="*/ 2257220 w 7467600"/>
              <a:gd name="connsiteY435" fmla="*/ 6826257 h 6858000"/>
              <a:gd name="connsiteX436" fmla="*/ 2281324 w 7467600"/>
              <a:gd name="connsiteY436" fmla="*/ 6858000 h 6858000"/>
              <a:gd name="connsiteX437" fmla="*/ 2242860 w 7467600"/>
              <a:gd name="connsiteY437" fmla="*/ 6858000 h 6858000"/>
              <a:gd name="connsiteX438" fmla="*/ 2232818 w 7467600"/>
              <a:gd name="connsiteY438" fmla="*/ 6844926 h 6858000"/>
              <a:gd name="connsiteX439" fmla="*/ 1990172 w 7467600"/>
              <a:gd name="connsiteY439" fmla="*/ 6542121 h 6858000"/>
              <a:gd name="connsiteX440" fmla="*/ 2124090 w 7467600"/>
              <a:gd name="connsiteY440" fmla="*/ 6761017 h 6858000"/>
              <a:gd name="connsiteX441" fmla="*/ 2200380 w 7467600"/>
              <a:gd name="connsiteY441" fmla="*/ 6858000 h 6858000"/>
              <a:gd name="connsiteX442" fmla="*/ 2147507 w 7467600"/>
              <a:gd name="connsiteY442" fmla="*/ 6858000 h 6858000"/>
              <a:gd name="connsiteX443" fmla="*/ 2070668 w 7467600"/>
              <a:gd name="connsiteY443" fmla="*/ 6761520 h 6858000"/>
              <a:gd name="connsiteX444" fmla="*/ 1975142 w 7467600"/>
              <a:gd name="connsiteY444" fmla="*/ 6585570 h 6858000"/>
              <a:gd name="connsiteX445" fmla="*/ 2050035 w 7467600"/>
              <a:gd name="connsiteY445" fmla="*/ 6813345 h 6858000"/>
              <a:gd name="connsiteX446" fmla="*/ 2063025 w 7467600"/>
              <a:gd name="connsiteY446" fmla="*/ 6858000 h 6858000"/>
              <a:gd name="connsiteX447" fmla="*/ 2021675 w 7467600"/>
              <a:gd name="connsiteY447" fmla="*/ 6858000 h 6858000"/>
              <a:gd name="connsiteX448" fmla="*/ 2019308 w 7467600"/>
              <a:gd name="connsiteY448" fmla="*/ 6847118 h 6858000"/>
              <a:gd name="connsiteX449" fmla="*/ 1938835 w 7467600"/>
              <a:gd name="connsiteY449" fmla="*/ 6551160 h 6858000"/>
              <a:gd name="connsiteX450" fmla="*/ 1953230 w 7467600"/>
              <a:gd name="connsiteY450" fmla="*/ 6759699 h 6858000"/>
              <a:gd name="connsiteX451" fmla="*/ 1956763 w 7467600"/>
              <a:gd name="connsiteY451" fmla="*/ 6778191 h 6858000"/>
              <a:gd name="connsiteX452" fmla="*/ 1967925 w 7467600"/>
              <a:gd name="connsiteY452" fmla="*/ 6858000 h 6858000"/>
              <a:gd name="connsiteX453" fmla="*/ 1936622 w 7467600"/>
              <a:gd name="connsiteY453" fmla="*/ 6858000 h 6858000"/>
              <a:gd name="connsiteX454" fmla="*/ 1926261 w 7467600"/>
              <a:gd name="connsiteY454" fmla="*/ 6784064 h 6858000"/>
              <a:gd name="connsiteX455" fmla="*/ 1922724 w 7467600"/>
              <a:gd name="connsiteY455" fmla="*/ 6765577 h 6858000"/>
              <a:gd name="connsiteX456" fmla="*/ 1904650 w 7467600"/>
              <a:gd name="connsiteY456" fmla="*/ 6639616 h 6858000"/>
              <a:gd name="connsiteX457" fmla="*/ 1885273 w 7467600"/>
              <a:gd name="connsiteY457" fmla="*/ 6858000 h 6858000"/>
              <a:gd name="connsiteX458" fmla="*/ 1854363 w 7467600"/>
              <a:gd name="connsiteY458" fmla="*/ 6858000 h 6858000"/>
              <a:gd name="connsiteX459" fmla="*/ 1880391 w 7467600"/>
              <a:gd name="connsiteY459" fmla="*/ 6603796 h 6858000"/>
              <a:gd name="connsiteX460" fmla="*/ 1818273 w 7467600"/>
              <a:gd name="connsiteY460" fmla="*/ 6715729 h 6858000"/>
              <a:gd name="connsiteX461" fmla="*/ 1794691 w 7467600"/>
              <a:gd name="connsiteY461" fmla="*/ 6843239 h 6858000"/>
              <a:gd name="connsiteX462" fmla="*/ 1794914 w 7467600"/>
              <a:gd name="connsiteY462" fmla="*/ 6858000 h 6858000"/>
              <a:gd name="connsiteX463" fmla="*/ 1746128 w 7467600"/>
              <a:gd name="connsiteY463" fmla="*/ 6858000 h 6858000"/>
              <a:gd name="connsiteX464" fmla="*/ 1753934 w 7467600"/>
              <a:gd name="connsiteY464" fmla="*/ 6724796 h 6858000"/>
              <a:gd name="connsiteX465" fmla="*/ 1792053 w 7467600"/>
              <a:gd name="connsiteY465" fmla="*/ 6572396 h 6858000"/>
              <a:gd name="connsiteX466" fmla="*/ 1862248 w 7467600"/>
              <a:gd name="connsiteY466" fmla="*/ 6266397 h 6858000"/>
              <a:gd name="connsiteX467" fmla="*/ 1862250 w 7467600"/>
              <a:gd name="connsiteY467" fmla="*/ 6033531 h 6858000"/>
              <a:gd name="connsiteX468" fmla="*/ 1211999 w 7467600"/>
              <a:gd name="connsiteY468" fmla="*/ 6683610 h 6858000"/>
              <a:gd name="connsiteX469" fmla="*/ 1213266 w 7467600"/>
              <a:gd name="connsiteY469" fmla="*/ 6691947 h 6858000"/>
              <a:gd name="connsiteX470" fmla="*/ 1203370 w 7467600"/>
              <a:gd name="connsiteY470" fmla="*/ 6850676 h 6858000"/>
              <a:gd name="connsiteX471" fmla="*/ 1203671 w 7467600"/>
              <a:gd name="connsiteY471" fmla="*/ 6858000 h 6858000"/>
              <a:gd name="connsiteX472" fmla="*/ 1143180 w 7467600"/>
              <a:gd name="connsiteY472" fmla="*/ 6858000 h 6858000"/>
              <a:gd name="connsiteX473" fmla="*/ 1142176 w 7467600"/>
              <a:gd name="connsiteY473" fmla="*/ 6766045 h 6858000"/>
              <a:gd name="connsiteX474" fmla="*/ 1067484 w 7467600"/>
              <a:gd name="connsiteY474" fmla="*/ 6858000 h 6858000"/>
              <a:gd name="connsiteX475" fmla="*/ 953928 w 7467600"/>
              <a:gd name="connsiteY475" fmla="*/ 6858000 h 6858000"/>
              <a:gd name="connsiteX476" fmla="*/ 959715 w 7467600"/>
              <a:gd name="connsiteY476" fmla="*/ 6850185 h 6858000"/>
              <a:gd name="connsiteX477" fmla="*/ 1483788 w 7467600"/>
              <a:gd name="connsiteY477" fmla="*/ 6259174 h 6858000"/>
              <a:gd name="connsiteX478" fmla="*/ 1100671 w 7467600"/>
              <a:gd name="connsiteY478" fmla="*/ 6252137 h 6858000"/>
              <a:gd name="connsiteX479" fmla="*/ 1090144 w 7467600"/>
              <a:gd name="connsiteY479" fmla="*/ 6256748 h 6858000"/>
              <a:gd name="connsiteX480" fmla="*/ 1095872 w 7467600"/>
              <a:gd name="connsiteY480" fmla="*/ 6271892 h 6858000"/>
              <a:gd name="connsiteX481" fmla="*/ 262785 w 7467600"/>
              <a:gd name="connsiteY481" fmla="*/ 6845450 h 6858000"/>
              <a:gd name="connsiteX482" fmla="*/ 209968 w 7467600"/>
              <a:gd name="connsiteY482" fmla="*/ 6770713 h 6858000"/>
              <a:gd name="connsiteX483" fmla="*/ 873460 w 7467600"/>
              <a:gd name="connsiteY483" fmla="*/ 6253768 h 6858000"/>
              <a:gd name="connsiteX484" fmla="*/ 192686 w 7467600"/>
              <a:gd name="connsiteY484" fmla="*/ 5849257 h 6858000"/>
              <a:gd name="connsiteX485" fmla="*/ 4696 w 7467600"/>
              <a:gd name="connsiteY485" fmla="*/ 5697668 h 6858000"/>
              <a:gd name="connsiteX486" fmla="*/ 0 w 7467600"/>
              <a:gd name="connsiteY486" fmla="*/ 5689984 h 6858000"/>
              <a:gd name="connsiteX487" fmla="*/ 0 w 7467600"/>
              <a:gd name="connsiteY487" fmla="*/ 5513472 h 6858000"/>
              <a:gd name="connsiteX488" fmla="*/ 174101 w 7467600"/>
              <a:gd name="connsiteY488" fmla="*/ 5620277 h 6858000"/>
              <a:gd name="connsiteX489" fmla="*/ 891800 w 7467600"/>
              <a:gd name="connsiteY489" fmla="*/ 6036935 h 6858000"/>
              <a:gd name="connsiteX490" fmla="*/ 1072219 w 7467600"/>
              <a:gd name="connsiteY490" fmla="*/ 6169443 h 6858000"/>
              <a:gd name="connsiteX491" fmla="*/ 1074117 w 7467600"/>
              <a:gd name="connsiteY491" fmla="*/ 6170301 h 6858000"/>
              <a:gd name="connsiteX492" fmla="*/ 1083114 w 7467600"/>
              <a:gd name="connsiteY492" fmla="*/ 6174131 h 6858000"/>
              <a:gd name="connsiteX493" fmla="*/ 1543010 w 7467600"/>
              <a:gd name="connsiteY493" fmla="*/ 6191140 h 6858000"/>
              <a:gd name="connsiteX494" fmla="*/ 1551080 w 7467600"/>
              <a:gd name="connsiteY494" fmla="*/ 6195006 h 6858000"/>
              <a:gd name="connsiteX495" fmla="*/ 2345443 w 7467600"/>
              <a:gd name="connsiteY495" fmla="*/ 5549882 h 6858000"/>
              <a:gd name="connsiteX496" fmla="*/ 1721499 w 7467600"/>
              <a:gd name="connsiteY496" fmla="*/ 5599969 h 6858000"/>
              <a:gd name="connsiteX497" fmla="*/ 767716 w 7467600"/>
              <a:gd name="connsiteY497" fmla="*/ 5472768 h 6858000"/>
              <a:gd name="connsiteX498" fmla="*/ 722147 w 7467600"/>
              <a:gd name="connsiteY498" fmla="*/ 5393091 h 6858000"/>
              <a:gd name="connsiteX499" fmla="*/ 1485552 w 7467600"/>
              <a:gd name="connsiteY499" fmla="*/ 5313202 h 6858000"/>
              <a:gd name="connsiteX500" fmla="*/ 2143004 w 7467600"/>
              <a:gd name="connsiteY500" fmla="*/ 5402420 h 6858000"/>
              <a:gd name="connsiteX501" fmla="*/ 1933391 w 7467600"/>
              <a:gd name="connsiteY501" fmla="*/ 5156971 h 6858000"/>
              <a:gd name="connsiteX502" fmla="*/ 1827118 w 7467600"/>
              <a:gd name="connsiteY502" fmla="*/ 4968410 h 6858000"/>
              <a:gd name="connsiteX503" fmla="*/ 1837349 w 7467600"/>
              <a:gd name="connsiteY503" fmla="*/ 4956357 h 6858000"/>
              <a:gd name="connsiteX504" fmla="*/ 2162835 w 7467600"/>
              <a:gd name="connsiteY504" fmla="*/ 5187853 h 6858000"/>
              <a:gd name="connsiteX505" fmla="*/ 2257167 w 7467600"/>
              <a:gd name="connsiteY505" fmla="*/ 5462123 h 6858000"/>
              <a:gd name="connsiteX506" fmla="*/ 2261598 w 7467600"/>
              <a:gd name="connsiteY506" fmla="*/ 5467998 h 6858000"/>
              <a:gd name="connsiteX507" fmla="*/ 2437177 w 7467600"/>
              <a:gd name="connsiteY507" fmla="*/ 5479608 h 6858000"/>
              <a:gd name="connsiteX508" fmla="*/ 2445247 w 7467600"/>
              <a:gd name="connsiteY508" fmla="*/ 5483476 h 6858000"/>
              <a:gd name="connsiteX509" fmla="*/ 2743626 w 7467600"/>
              <a:gd name="connsiteY509" fmla="*/ 5304819 h 6858000"/>
              <a:gd name="connsiteX510" fmla="*/ 3048102 w 7467600"/>
              <a:gd name="connsiteY510" fmla="*/ 5150595 h 6858000"/>
              <a:gd name="connsiteX511" fmla="*/ 1799414 w 7467600"/>
              <a:gd name="connsiteY511" fmla="*/ 4694732 h 6858000"/>
              <a:gd name="connsiteX512" fmla="*/ 1771735 w 7467600"/>
              <a:gd name="connsiteY512" fmla="*/ 4619929 h 6858000"/>
              <a:gd name="connsiteX513" fmla="*/ 3104273 w 7467600"/>
              <a:gd name="connsiteY513" fmla="*/ 5076159 h 6858000"/>
              <a:gd name="connsiteX514" fmla="*/ 3113245 w 7467600"/>
              <a:gd name="connsiteY514" fmla="*/ 5090705 h 6858000"/>
              <a:gd name="connsiteX515" fmla="*/ 3126294 w 7467600"/>
              <a:gd name="connsiteY515" fmla="*/ 5114400 h 6858000"/>
              <a:gd name="connsiteX516" fmla="*/ 3937433 w 7467600"/>
              <a:gd name="connsiteY516" fmla="*/ 4830473 h 6858000"/>
              <a:gd name="connsiteX517" fmla="*/ 3590475 w 7467600"/>
              <a:gd name="connsiteY517" fmla="*/ 4597974 h 6858000"/>
              <a:gd name="connsiteX518" fmla="*/ 3100264 w 7467600"/>
              <a:gd name="connsiteY518" fmla="*/ 4579845 h 6858000"/>
              <a:gd name="connsiteX519" fmla="*/ 2183576 w 7467600"/>
              <a:gd name="connsiteY519" fmla="*/ 4227150 h 6858000"/>
              <a:gd name="connsiteX520" fmla="*/ 2151029 w 7467600"/>
              <a:gd name="connsiteY520" fmla="*/ 4146947 h 6858000"/>
              <a:gd name="connsiteX521" fmla="*/ 3563434 w 7467600"/>
              <a:gd name="connsiteY521" fmla="*/ 4469115 h 6858000"/>
              <a:gd name="connsiteX522" fmla="*/ 3177952 w 7467600"/>
              <a:gd name="connsiteY522" fmla="*/ 3657386 h 6858000"/>
              <a:gd name="connsiteX523" fmla="*/ 3189263 w 7467600"/>
              <a:gd name="connsiteY523" fmla="*/ 3625726 h 6858000"/>
              <a:gd name="connsiteX524" fmla="*/ 3560912 w 7467600"/>
              <a:gd name="connsiteY524" fmla="*/ 4079863 h 6858000"/>
              <a:gd name="connsiteX525" fmla="*/ 3626636 w 7467600"/>
              <a:gd name="connsiteY525" fmla="*/ 4512230 h 6858000"/>
              <a:gd name="connsiteX526" fmla="*/ 3653088 w 7467600"/>
              <a:gd name="connsiteY526" fmla="*/ 4521417 h 6858000"/>
              <a:gd name="connsiteX527" fmla="*/ 3988128 w 7467600"/>
              <a:gd name="connsiteY527" fmla="*/ 4817267 h 6858000"/>
              <a:gd name="connsiteX528" fmla="*/ 4830582 w 7467600"/>
              <a:gd name="connsiteY528" fmla="*/ 4676000 h 6858000"/>
              <a:gd name="connsiteX529" fmla="*/ 4830100 w 7467600"/>
              <a:gd name="connsiteY529" fmla="*/ 4675554 h 6858000"/>
              <a:gd name="connsiteX530" fmla="*/ 4036318 w 7467600"/>
              <a:gd name="connsiteY530" fmla="*/ 4147013 h 6858000"/>
              <a:gd name="connsiteX531" fmla="*/ 3432098 w 7467600"/>
              <a:gd name="connsiteY531" fmla="*/ 3537312 h 6858000"/>
              <a:gd name="connsiteX532" fmla="*/ 3446761 w 7467600"/>
              <a:gd name="connsiteY532" fmla="*/ 3461278 h 6858000"/>
              <a:gd name="connsiteX533" fmla="*/ 4419733 w 7467600"/>
              <a:gd name="connsiteY533" fmla="*/ 3963555 h 6858000"/>
              <a:gd name="connsiteX534" fmla="*/ 4781371 w 7467600"/>
              <a:gd name="connsiteY534" fmla="*/ 4458604 h 6858000"/>
              <a:gd name="connsiteX535" fmla="*/ 4780440 w 7467600"/>
              <a:gd name="connsiteY535" fmla="*/ 4470290 h 6858000"/>
              <a:gd name="connsiteX536" fmla="*/ 4898954 w 7467600"/>
              <a:gd name="connsiteY536" fmla="*/ 4662092 h 6858000"/>
              <a:gd name="connsiteX537" fmla="*/ 4900699 w 7467600"/>
              <a:gd name="connsiteY537" fmla="*/ 4670867 h 6858000"/>
              <a:gd name="connsiteX538" fmla="*/ 5714511 w 7467600"/>
              <a:gd name="connsiteY538" fmla="*/ 4663483 h 6858000"/>
              <a:gd name="connsiteX539" fmla="*/ 5464793 w 7467600"/>
              <a:gd name="connsiteY539" fmla="*/ 4393556 h 6858000"/>
              <a:gd name="connsiteX540" fmla="*/ 5461897 w 7467600"/>
              <a:gd name="connsiteY540" fmla="*/ 4390879 h 6858000"/>
              <a:gd name="connsiteX541" fmla="*/ 4294126 w 7467600"/>
              <a:gd name="connsiteY541" fmla="*/ 3303048 h 6858000"/>
              <a:gd name="connsiteX542" fmla="*/ 4305321 w 7467600"/>
              <a:gd name="connsiteY542" fmla="*/ 3256953 h 6858000"/>
              <a:gd name="connsiteX543" fmla="*/ 4949299 w 7467600"/>
              <a:gd name="connsiteY543" fmla="*/ 3766336 h 6858000"/>
              <a:gd name="connsiteX544" fmla="*/ 5291452 w 7467600"/>
              <a:gd name="connsiteY544" fmla="*/ 4076801 h 6858000"/>
              <a:gd name="connsiteX545" fmla="*/ 5434998 w 7467600"/>
              <a:gd name="connsiteY545" fmla="*/ 4254100 h 6858000"/>
              <a:gd name="connsiteX546" fmla="*/ 5351015 w 7467600"/>
              <a:gd name="connsiteY546" fmla="*/ 3760989 h 6858000"/>
              <a:gd name="connsiteX547" fmla="*/ 5413780 w 7467600"/>
              <a:gd name="connsiteY547" fmla="*/ 2966265 h 6858000"/>
              <a:gd name="connsiteX548" fmla="*/ 5425627 w 7467600"/>
              <a:gd name="connsiteY548" fmla="*/ 2954192 h 6858000"/>
              <a:gd name="connsiteX549" fmla="*/ 6604735 w 7467600"/>
              <a:gd name="connsiteY549" fmla="*/ 2041381 h 6858000"/>
              <a:gd name="connsiteX550" fmla="*/ 7204487 w 7467600"/>
              <a:gd name="connsiteY550" fmla="*/ 2742112 h 6858000"/>
              <a:gd name="connsiteX551" fmla="*/ 7131592 w 7467600"/>
              <a:gd name="connsiteY551" fmla="*/ 2672096 h 6858000"/>
              <a:gd name="connsiteX552" fmla="*/ 6996344 w 7467600"/>
              <a:gd name="connsiteY552" fmla="*/ 2518310 h 6858000"/>
              <a:gd name="connsiteX553" fmla="*/ 6735495 w 7467600"/>
              <a:gd name="connsiteY553" fmla="*/ 2196890 h 6858000"/>
              <a:gd name="connsiteX554" fmla="*/ 6721901 w 7467600"/>
              <a:gd name="connsiteY554" fmla="*/ 2179274 h 6858000"/>
              <a:gd name="connsiteX555" fmla="*/ 6604735 w 7467600"/>
              <a:gd name="connsiteY555" fmla="*/ 2041381 h 6858000"/>
              <a:gd name="connsiteX556" fmla="*/ 6591670 w 7467600"/>
              <a:gd name="connsiteY556" fmla="*/ 1988277 h 6858000"/>
              <a:gd name="connsiteX557" fmla="*/ 6747349 w 7467600"/>
              <a:gd name="connsiteY557" fmla="*/ 2160069 h 6858000"/>
              <a:gd name="connsiteX558" fmla="*/ 6760943 w 7467600"/>
              <a:gd name="connsiteY558" fmla="*/ 2177686 h 6858000"/>
              <a:gd name="connsiteX559" fmla="*/ 7021065 w 7467600"/>
              <a:gd name="connsiteY559" fmla="*/ 2498102 h 6858000"/>
              <a:gd name="connsiteX560" fmla="*/ 7155223 w 7467600"/>
              <a:gd name="connsiteY560" fmla="*/ 2650386 h 6858000"/>
              <a:gd name="connsiteX561" fmla="*/ 7203167 w 7467600"/>
              <a:gd name="connsiteY561" fmla="*/ 2697288 h 6858000"/>
              <a:gd name="connsiteX562" fmla="*/ 6937703 w 7467600"/>
              <a:gd name="connsiteY562" fmla="*/ 2321981 h 6858000"/>
              <a:gd name="connsiteX563" fmla="*/ 6591670 w 7467600"/>
              <a:gd name="connsiteY563" fmla="*/ 1988277 h 6858000"/>
              <a:gd name="connsiteX564" fmla="*/ 5798671 w 7467600"/>
              <a:gd name="connsiteY564" fmla="*/ 1981601 h 6858000"/>
              <a:gd name="connsiteX565" fmla="*/ 5754709 w 7467600"/>
              <a:gd name="connsiteY565" fmla="*/ 2071454 h 6858000"/>
              <a:gd name="connsiteX566" fmla="*/ 5763044 w 7467600"/>
              <a:gd name="connsiteY566" fmla="*/ 2842206 h 6858000"/>
              <a:gd name="connsiteX567" fmla="*/ 5764974 w 7467600"/>
              <a:gd name="connsiteY567" fmla="*/ 2799609 h 6858000"/>
              <a:gd name="connsiteX568" fmla="*/ 5767665 w 7467600"/>
              <a:gd name="connsiteY568" fmla="*/ 2666409 h 6858000"/>
              <a:gd name="connsiteX569" fmla="*/ 5763055 w 7467600"/>
              <a:gd name="connsiteY569" fmla="*/ 2579705 h 6858000"/>
              <a:gd name="connsiteX570" fmla="*/ 5758079 w 7467600"/>
              <a:gd name="connsiteY570" fmla="*/ 2492508 h 6858000"/>
              <a:gd name="connsiteX571" fmla="*/ 5779325 w 7467600"/>
              <a:gd name="connsiteY571" fmla="*/ 2197069 h 6858000"/>
              <a:gd name="connsiteX572" fmla="*/ 5798671 w 7467600"/>
              <a:gd name="connsiteY572" fmla="*/ 1981601 h 6858000"/>
              <a:gd name="connsiteX573" fmla="*/ 5829202 w 7467600"/>
              <a:gd name="connsiteY573" fmla="*/ 1971679 h 6858000"/>
              <a:gd name="connsiteX574" fmla="*/ 5809558 w 7467600"/>
              <a:gd name="connsiteY574" fmla="*/ 2198043 h 6858000"/>
              <a:gd name="connsiteX575" fmla="*/ 5788653 w 7467600"/>
              <a:gd name="connsiteY575" fmla="*/ 2489430 h 6858000"/>
              <a:gd name="connsiteX576" fmla="*/ 5793439 w 7467600"/>
              <a:gd name="connsiteY576" fmla="*/ 2575235 h 6858000"/>
              <a:gd name="connsiteX577" fmla="*/ 5796837 w 7467600"/>
              <a:gd name="connsiteY577" fmla="*/ 2637633 h 6858000"/>
              <a:gd name="connsiteX578" fmla="*/ 5818614 w 7467600"/>
              <a:gd name="connsiteY578" fmla="*/ 2473055 h 6858000"/>
              <a:gd name="connsiteX579" fmla="*/ 5829202 w 7467600"/>
              <a:gd name="connsiteY579" fmla="*/ 1971679 h 6858000"/>
              <a:gd name="connsiteX580" fmla="*/ 5911389 w 7467600"/>
              <a:gd name="connsiteY580" fmla="*/ 1898371 h 6858000"/>
              <a:gd name="connsiteX581" fmla="*/ 6237627 w 7467600"/>
              <a:gd name="connsiteY581" fmla="*/ 2231921 h 6858000"/>
              <a:gd name="connsiteX582" fmla="*/ 5911389 w 7467600"/>
              <a:gd name="connsiteY582" fmla="*/ 1898371 h 6858000"/>
              <a:gd name="connsiteX583" fmla="*/ 6944437 w 7467600"/>
              <a:gd name="connsiteY583" fmla="*/ 1575402 h 6858000"/>
              <a:gd name="connsiteX584" fmla="*/ 6304730 w 7467600"/>
              <a:gd name="connsiteY584" fmla="*/ 1766654 h 6858000"/>
              <a:gd name="connsiteX585" fmla="*/ 6944437 w 7467600"/>
              <a:gd name="connsiteY585" fmla="*/ 1575402 h 6858000"/>
              <a:gd name="connsiteX586" fmla="*/ 7019523 w 7467600"/>
              <a:gd name="connsiteY586" fmla="*/ 1519450 h 6858000"/>
              <a:gd name="connsiteX587" fmla="*/ 6298091 w 7467600"/>
              <a:gd name="connsiteY587" fmla="*/ 1737122 h 6858000"/>
              <a:gd name="connsiteX588" fmla="*/ 7019523 w 7467600"/>
              <a:gd name="connsiteY588" fmla="*/ 1519450 h 6858000"/>
              <a:gd name="connsiteX589" fmla="*/ 2399523 w 7467600"/>
              <a:gd name="connsiteY589" fmla="*/ 1428234 h 6858000"/>
              <a:gd name="connsiteX590" fmla="*/ 2224982 w 7467600"/>
              <a:gd name="connsiteY590" fmla="*/ 1826201 h 6858000"/>
              <a:gd name="connsiteX591" fmla="*/ 2096099 w 7467600"/>
              <a:gd name="connsiteY591" fmla="*/ 2345900 h 6858000"/>
              <a:gd name="connsiteX592" fmla="*/ 2283317 w 7467600"/>
              <a:gd name="connsiteY592" fmla="*/ 1796925 h 6858000"/>
              <a:gd name="connsiteX593" fmla="*/ 2399523 w 7467600"/>
              <a:gd name="connsiteY593" fmla="*/ 1428234 h 6858000"/>
              <a:gd name="connsiteX594" fmla="*/ 2448558 w 7467600"/>
              <a:gd name="connsiteY594" fmla="*/ 1373435 h 6858000"/>
              <a:gd name="connsiteX595" fmla="*/ 2312521 w 7467600"/>
              <a:gd name="connsiteY595" fmla="*/ 1806140 h 6858000"/>
              <a:gd name="connsiteX596" fmla="*/ 2127533 w 7467600"/>
              <a:gd name="connsiteY596" fmla="*/ 2348380 h 6858000"/>
              <a:gd name="connsiteX597" fmla="*/ 2358080 w 7467600"/>
              <a:gd name="connsiteY597" fmla="*/ 1866134 h 6858000"/>
              <a:gd name="connsiteX598" fmla="*/ 2407436 w 7467600"/>
              <a:gd name="connsiteY598" fmla="*/ 1651070 h 6858000"/>
              <a:gd name="connsiteX599" fmla="*/ 2448558 w 7467600"/>
              <a:gd name="connsiteY599" fmla="*/ 1373435 h 6858000"/>
              <a:gd name="connsiteX600" fmla="*/ 278707 w 7467600"/>
              <a:gd name="connsiteY600" fmla="*/ 1352270 h 6858000"/>
              <a:gd name="connsiteX601" fmla="*/ 321570 w 7467600"/>
              <a:gd name="connsiteY601" fmla="*/ 1861610 h 6858000"/>
              <a:gd name="connsiteX602" fmla="*/ 294281 w 7467600"/>
              <a:gd name="connsiteY602" fmla="*/ 1440658 h 6858000"/>
              <a:gd name="connsiteX603" fmla="*/ 278707 w 7467600"/>
              <a:gd name="connsiteY603" fmla="*/ 1352270 h 6858000"/>
              <a:gd name="connsiteX604" fmla="*/ 1423821 w 7467600"/>
              <a:gd name="connsiteY604" fmla="*/ 1351958 h 6858000"/>
              <a:gd name="connsiteX605" fmla="*/ 1638521 w 7467600"/>
              <a:gd name="connsiteY605" fmla="*/ 1908470 h 6858000"/>
              <a:gd name="connsiteX606" fmla="*/ 1754199 w 7467600"/>
              <a:gd name="connsiteY606" fmla="*/ 2149284 h 6858000"/>
              <a:gd name="connsiteX607" fmla="*/ 1908359 w 7467600"/>
              <a:gd name="connsiteY607" fmla="*/ 2364988 h 6858000"/>
              <a:gd name="connsiteX608" fmla="*/ 1647661 w 7467600"/>
              <a:gd name="connsiteY608" fmla="*/ 1825945 h 6858000"/>
              <a:gd name="connsiteX609" fmla="*/ 1423821 w 7467600"/>
              <a:gd name="connsiteY609" fmla="*/ 1351958 h 6858000"/>
              <a:gd name="connsiteX610" fmla="*/ 1431890 w 7467600"/>
              <a:gd name="connsiteY610" fmla="*/ 1306475 h 6858000"/>
              <a:gd name="connsiteX611" fmla="*/ 1507597 w 7467600"/>
              <a:gd name="connsiteY611" fmla="*/ 1446132 h 6858000"/>
              <a:gd name="connsiteX612" fmla="*/ 1674586 w 7467600"/>
              <a:gd name="connsiteY612" fmla="*/ 1813832 h 6858000"/>
              <a:gd name="connsiteX613" fmla="*/ 1815950 w 7467600"/>
              <a:gd name="connsiteY613" fmla="*/ 2128564 h 6858000"/>
              <a:gd name="connsiteX614" fmla="*/ 1984242 w 7467600"/>
              <a:gd name="connsiteY614" fmla="*/ 2430829 h 6858000"/>
              <a:gd name="connsiteX615" fmla="*/ 2014023 w 7467600"/>
              <a:gd name="connsiteY615" fmla="*/ 2450995 h 6858000"/>
              <a:gd name="connsiteX616" fmla="*/ 1747337 w 7467600"/>
              <a:gd name="connsiteY616" fmla="*/ 1855264 h 6858000"/>
              <a:gd name="connsiteX617" fmla="*/ 1533749 w 7467600"/>
              <a:gd name="connsiteY617" fmla="*/ 1478656 h 6858000"/>
              <a:gd name="connsiteX618" fmla="*/ 1431890 w 7467600"/>
              <a:gd name="connsiteY618" fmla="*/ 1306475 h 6858000"/>
              <a:gd name="connsiteX619" fmla="*/ 5052692 w 7467600"/>
              <a:gd name="connsiteY619" fmla="*/ 1292994 h 6858000"/>
              <a:gd name="connsiteX620" fmla="*/ 5200661 w 7467600"/>
              <a:gd name="connsiteY620" fmla="*/ 1635186 h 6858000"/>
              <a:gd name="connsiteX621" fmla="*/ 5297138 w 7467600"/>
              <a:gd name="connsiteY621" fmla="*/ 1906351 h 6858000"/>
              <a:gd name="connsiteX622" fmla="*/ 5052692 w 7467600"/>
              <a:gd name="connsiteY622" fmla="*/ 1292994 h 6858000"/>
              <a:gd name="connsiteX623" fmla="*/ 5009948 w 7467600"/>
              <a:gd name="connsiteY623" fmla="*/ 1273619 h 6858000"/>
              <a:gd name="connsiteX624" fmla="*/ 5121777 w 7467600"/>
              <a:gd name="connsiteY624" fmla="*/ 1654213 h 6858000"/>
              <a:gd name="connsiteX625" fmla="*/ 5293545 w 7467600"/>
              <a:gd name="connsiteY625" fmla="*/ 2072247 h 6858000"/>
              <a:gd name="connsiteX626" fmla="*/ 5294042 w 7467600"/>
              <a:gd name="connsiteY626" fmla="*/ 2065019 h 6858000"/>
              <a:gd name="connsiteX627" fmla="*/ 5171936 w 7467600"/>
              <a:gd name="connsiteY627" fmla="*/ 1647613 h 6858000"/>
              <a:gd name="connsiteX628" fmla="*/ 5009948 w 7467600"/>
              <a:gd name="connsiteY628" fmla="*/ 1273619 h 6858000"/>
              <a:gd name="connsiteX629" fmla="*/ 655236 w 7467600"/>
              <a:gd name="connsiteY629" fmla="*/ 1268632 h 6858000"/>
              <a:gd name="connsiteX630" fmla="*/ 839521 w 7467600"/>
              <a:gd name="connsiteY630" fmla="*/ 1685315 h 6858000"/>
              <a:gd name="connsiteX631" fmla="*/ 1109416 w 7467600"/>
              <a:gd name="connsiteY631" fmla="*/ 2061663 h 6858000"/>
              <a:gd name="connsiteX632" fmla="*/ 1298300 w 7467600"/>
              <a:gd name="connsiteY632" fmla="*/ 2247742 h 6858000"/>
              <a:gd name="connsiteX633" fmla="*/ 1125871 w 7467600"/>
              <a:gd name="connsiteY633" fmla="*/ 1989513 h 6858000"/>
              <a:gd name="connsiteX634" fmla="*/ 981574 w 7467600"/>
              <a:gd name="connsiteY634" fmla="*/ 1783157 h 6858000"/>
              <a:gd name="connsiteX635" fmla="*/ 922198 w 7467600"/>
              <a:gd name="connsiteY635" fmla="*/ 1677437 h 6858000"/>
              <a:gd name="connsiteX636" fmla="*/ 869293 w 7467600"/>
              <a:gd name="connsiteY636" fmla="*/ 1583214 h 6858000"/>
              <a:gd name="connsiteX637" fmla="*/ 751431 w 7467600"/>
              <a:gd name="connsiteY637" fmla="*/ 1405731 h 6858000"/>
              <a:gd name="connsiteX638" fmla="*/ 655236 w 7467600"/>
              <a:gd name="connsiteY638" fmla="*/ 1268632 h 6858000"/>
              <a:gd name="connsiteX639" fmla="*/ 6516292 w 7467600"/>
              <a:gd name="connsiteY639" fmla="*/ 1263064 h 6858000"/>
              <a:gd name="connsiteX640" fmla="*/ 5736320 w 7467600"/>
              <a:gd name="connsiteY640" fmla="*/ 1501803 h 6858000"/>
              <a:gd name="connsiteX641" fmla="*/ 6516292 w 7467600"/>
              <a:gd name="connsiteY641" fmla="*/ 1263064 h 6858000"/>
              <a:gd name="connsiteX642" fmla="*/ 291466 w 7467600"/>
              <a:gd name="connsiteY642" fmla="*/ 1250369 h 6858000"/>
              <a:gd name="connsiteX643" fmla="*/ 323180 w 7467600"/>
              <a:gd name="connsiteY643" fmla="*/ 1435283 h 6858000"/>
              <a:gd name="connsiteX644" fmla="*/ 349381 w 7467600"/>
              <a:gd name="connsiteY644" fmla="*/ 1875041 h 6858000"/>
              <a:gd name="connsiteX645" fmla="*/ 374363 w 7467600"/>
              <a:gd name="connsiteY645" fmla="*/ 1506494 h 6858000"/>
              <a:gd name="connsiteX646" fmla="*/ 302168 w 7467600"/>
              <a:gd name="connsiteY646" fmla="*/ 1274495 h 6858000"/>
              <a:gd name="connsiteX647" fmla="*/ 291466 w 7467600"/>
              <a:gd name="connsiteY647" fmla="*/ 1250369 h 6858000"/>
              <a:gd name="connsiteX648" fmla="*/ 678222 w 7467600"/>
              <a:gd name="connsiteY648" fmla="*/ 1248670 h 6858000"/>
              <a:gd name="connsiteX649" fmla="*/ 775536 w 7467600"/>
              <a:gd name="connsiteY649" fmla="*/ 1388015 h 6858000"/>
              <a:gd name="connsiteX650" fmla="*/ 894529 w 7467600"/>
              <a:gd name="connsiteY650" fmla="*/ 1567739 h 6858000"/>
              <a:gd name="connsiteX651" fmla="*/ 948000 w 7467600"/>
              <a:gd name="connsiteY651" fmla="*/ 1663088 h 6858000"/>
              <a:gd name="connsiteX652" fmla="*/ 1006812 w 7467600"/>
              <a:gd name="connsiteY652" fmla="*/ 1767683 h 6858000"/>
              <a:gd name="connsiteX653" fmla="*/ 1149133 w 7467600"/>
              <a:gd name="connsiteY653" fmla="*/ 1971513 h 6858000"/>
              <a:gd name="connsiteX654" fmla="*/ 1333952 w 7467600"/>
              <a:gd name="connsiteY654" fmla="*/ 2251620 h 6858000"/>
              <a:gd name="connsiteX655" fmla="*/ 1337329 w 7467600"/>
              <a:gd name="connsiteY655" fmla="*/ 2258350 h 6858000"/>
              <a:gd name="connsiteX656" fmla="*/ 1014726 w 7467600"/>
              <a:gd name="connsiteY656" fmla="*/ 1615556 h 6858000"/>
              <a:gd name="connsiteX657" fmla="*/ 678222 w 7467600"/>
              <a:gd name="connsiteY657" fmla="*/ 1248670 h 6858000"/>
              <a:gd name="connsiteX658" fmla="*/ 6691602 w 7467600"/>
              <a:gd name="connsiteY658" fmla="*/ 1140573 h 6858000"/>
              <a:gd name="connsiteX659" fmla="*/ 6571100 w 7467600"/>
              <a:gd name="connsiteY659" fmla="*/ 1183662 h 6858000"/>
              <a:gd name="connsiteX660" fmla="*/ 6241687 w 7467600"/>
              <a:gd name="connsiteY660" fmla="*/ 1257600 h 6858000"/>
              <a:gd name="connsiteX661" fmla="*/ 5693009 w 7467600"/>
              <a:gd name="connsiteY661" fmla="*/ 1478256 h 6858000"/>
              <a:gd name="connsiteX662" fmla="*/ 6548420 w 7467600"/>
              <a:gd name="connsiteY662" fmla="*/ 1214599 h 6858000"/>
              <a:gd name="connsiteX663" fmla="*/ 6605473 w 7467600"/>
              <a:gd name="connsiteY663" fmla="*/ 1184686 h 6858000"/>
              <a:gd name="connsiteX664" fmla="*/ 6691602 w 7467600"/>
              <a:gd name="connsiteY664" fmla="*/ 1140573 h 6858000"/>
              <a:gd name="connsiteX665" fmla="*/ 4002475 w 7467600"/>
              <a:gd name="connsiteY665" fmla="*/ 1037802 h 6858000"/>
              <a:gd name="connsiteX666" fmla="*/ 4000324 w 7467600"/>
              <a:gd name="connsiteY666" fmla="*/ 1039362 h 6858000"/>
              <a:gd name="connsiteX667" fmla="*/ 4002862 w 7467600"/>
              <a:gd name="connsiteY667" fmla="*/ 1042866 h 6858000"/>
              <a:gd name="connsiteX668" fmla="*/ 4002475 w 7467600"/>
              <a:gd name="connsiteY668" fmla="*/ 1037802 h 6858000"/>
              <a:gd name="connsiteX669" fmla="*/ 506322 w 7467600"/>
              <a:gd name="connsiteY669" fmla="*/ 1020997 h 6858000"/>
              <a:gd name="connsiteX670" fmla="*/ 533068 w 7467600"/>
              <a:gd name="connsiteY670" fmla="*/ 1029409 h 6858000"/>
              <a:gd name="connsiteX671" fmla="*/ 1232525 w 7467600"/>
              <a:gd name="connsiteY671" fmla="*/ 1804675 h 6858000"/>
              <a:gd name="connsiteX672" fmla="*/ 1388858 w 7467600"/>
              <a:gd name="connsiteY672" fmla="*/ 2368011 h 6858000"/>
              <a:gd name="connsiteX673" fmla="*/ 1384098 w 7467600"/>
              <a:gd name="connsiteY673" fmla="*/ 2378125 h 6858000"/>
              <a:gd name="connsiteX674" fmla="*/ 1425393 w 7467600"/>
              <a:gd name="connsiteY674" fmla="*/ 2589124 h 6858000"/>
              <a:gd name="connsiteX675" fmla="*/ 1424001 w 7467600"/>
              <a:gd name="connsiteY675" fmla="*/ 2597541 h 6858000"/>
              <a:gd name="connsiteX676" fmla="*/ 2152729 w 7467600"/>
              <a:gd name="connsiteY676" fmla="*/ 2864487 h 6858000"/>
              <a:gd name="connsiteX677" fmla="*/ 2020609 w 7467600"/>
              <a:gd name="connsiteY677" fmla="*/ 2539671 h 6858000"/>
              <a:gd name="connsiteX678" fmla="*/ 2018920 w 7467600"/>
              <a:gd name="connsiteY678" fmla="*/ 2536309 h 6858000"/>
              <a:gd name="connsiteX679" fmla="*/ 1342441 w 7467600"/>
              <a:gd name="connsiteY679" fmla="*/ 1173017 h 6858000"/>
              <a:gd name="connsiteX680" fmla="*/ 1367925 w 7467600"/>
              <a:gd name="connsiteY680" fmla="*/ 1135648 h 6858000"/>
              <a:gd name="connsiteX681" fmla="*/ 1771401 w 7467600"/>
              <a:gd name="connsiteY681" fmla="*/ 1806673 h 6858000"/>
              <a:gd name="connsiteX682" fmla="*/ 1972385 w 7467600"/>
              <a:gd name="connsiteY682" fmla="*/ 2198735 h 6858000"/>
              <a:gd name="connsiteX683" fmla="*/ 2040892 w 7467600"/>
              <a:gd name="connsiteY683" fmla="*/ 2405205 h 6858000"/>
              <a:gd name="connsiteX684" fmla="*/ 2131689 w 7467600"/>
              <a:gd name="connsiteY684" fmla="*/ 1936926 h 6858000"/>
              <a:gd name="connsiteX685" fmla="*/ 2454820 w 7467600"/>
              <a:gd name="connsiteY685" fmla="*/ 1248808 h 6858000"/>
              <a:gd name="connsiteX686" fmla="*/ 2492512 w 7467600"/>
              <a:gd name="connsiteY686" fmla="*/ 1302920 h 6858000"/>
              <a:gd name="connsiteX687" fmla="*/ 2081216 w 7467600"/>
              <a:gd name="connsiteY687" fmla="*/ 2527513 h 6858000"/>
              <a:gd name="connsiteX688" fmla="*/ 2081211 w 7467600"/>
              <a:gd name="connsiteY688" fmla="*/ 2528916 h 6858000"/>
              <a:gd name="connsiteX689" fmla="*/ 2199067 w 7467600"/>
              <a:gd name="connsiteY689" fmla="*/ 2884061 h 6858000"/>
              <a:gd name="connsiteX690" fmla="*/ 3192586 w 7467600"/>
              <a:gd name="connsiteY690" fmla="*/ 3411496 h 6858000"/>
              <a:gd name="connsiteX691" fmla="*/ 3182620 w 7467600"/>
              <a:gd name="connsiteY691" fmla="*/ 3483279 h 6858000"/>
              <a:gd name="connsiteX692" fmla="*/ 2435119 w 7467600"/>
              <a:gd name="connsiteY692" fmla="*/ 3080173 h 6858000"/>
              <a:gd name="connsiteX693" fmla="*/ 2410152 w 7467600"/>
              <a:gd name="connsiteY693" fmla="*/ 3063751 h 6858000"/>
              <a:gd name="connsiteX694" fmla="*/ 2408099 w 7467600"/>
              <a:gd name="connsiteY694" fmla="*/ 3064403 h 6858000"/>
              <a:gd name="connsiteX695" fmla="*/ 2407218 w 7467600"/>
              <a:gd name="connsiteY695" fmla="*/ 3070324 h 6858000"/>
              <a:gd name="connsiteX696" fmla="*/ 2380138 w 7467600"/>
              <a:gd name="connsiteY696" fmla="*/ 3099341 h 6858000"/>
              <a:gd name="connsiteX697" fmla="*/ 1765923 w 7467600"/>
              <a:gd name="connsiteY697" fmla="*/ 3581043 h 6858000"/>
              <a:gd name="connsiteX698" fmla="*/ 1702258 w 7467600"/>
              <a:gd name="connsiteY698" fmla="*/ 3612286 h 6858000"/>
              <a:gd name="connsiteX699" fmla="*/ 1538370 w 7467600"/>
              <a:gd name="connsiteY699" fmla="*/ 3811804 h 6858000"/>
              <a:gd name="connsiteX700" fmla="*/ 542867 w 7467600"/>
              <a:gd name="connsiteY700" fmla="*/ 4944092 h 6858000"/>
              <a:gd name="connsiteX701" fmla="*/ 515800 w 7467600"/>
              <a:gd name="connsiteY701" fmla="*/ 4862180 h 6858000"/>
              <a:gd name="connsiteX702" fmla="*/ 909145 w 7467600"/>
              <a:gd name="connsiteY702" fmla="*/ 4199225 h 6858000"/>
              <a:gd name="connsiteX703" fmla="*/ 1214067 w 7467600"/>
              <a:gd name="connsiteY703" fmla="*/ 3908561 h 6858000"/>
              <a:gd name="connsiteX704" fmla="*/ 640967 w 7467600"/>
              <a:gd name="connsiteY704" fmla="*/ 4105601 h 6858000"/>
              <a:gd name="connsiteX705" fmla="*/ 112563 w 7467600"/>
              <a:gd name="connsiteY705" fmla="*/ 4396952 h 6858000"/>
              <a:gd name="connsiteX706" fmla="*/ 0 w 7467600"/>
              <a:gd name="connsiteY706" fmla="*/ 4466006 h 6858000"/>
              <a:gd name="connsiteX707" fmla="*/ 0 w 7467600"/>
              <a:gd name="connsiteY707" fmla="*/ 4233763 h 6858000"/>
              <a:gd name="connsiteX708" fmla="*/ 36881 w 7467600"/>
              <a:gd name="connsiteY708" fmla="*/ 4200118 h 6858000"/>
              <a:gd name="connsiteX709" fmla="*/ 910534 w 7467600"/>
              <a:gd name="connsiteY709" fmla="*/ 3629753 h 6858000"/>
              <a:gd name="connsiteX710" fmla="*/ 1578717 w 7467600"/>
              <a:gd name="connsiteY710" fmla="*/ 3575982 h 6858000"/>
              <a:gd name="connsiteX711" fmla="*/ 2338780 w 7467600"/>
              <a:gd name="connsiteY711" fmla="*/ 3033725 h 6858000"/>
              <a:gd name="connsiteX712" fmla="*/ 1807991 w 7467600"/>
              <a:gd name="connsiteY712" fmla="*/ 2807184 h 6858000"/>
              <a:gd name="connsiteX713" fmla="*/ 1416358 w 7467600"/>
              <a:gd name="connsiteY713" fmla="*/ 3112571 h 6858000"/>
              <a:gd name="connsiteX714" fmla="*/ 939066 w 7467600"/>
              <a:gd name="connsiteY714" fmla="*/ 3378798 h 6858000"/>
              <a:gd name="connsiteX715" fmla="*/ 115099 w 7467600"/>
              <a:gd name="connsiteY715" fmla="*/ 3607650 h 6858000"/>
              <a:gd name="connsiteX716" fmla="*/ 97284 w 7467600"/>
              <a:gd name="connsiteY716" fmla="*/ 3520393 h 6858000"/>
              <a:gd name="connsiteX717" fmla="*/ 922050 w 7467600"/>
              <a:gd name="connsiteY717" fmla="*/ 3074867 h 6858000"/>
              <a:gd name="connsiteX718" fmla="*/ 1405265 w 7467600"/>
              <a:gd name="connsiteY718" fmla="*/ 3016319 h 6858000"/>
              <a:gd name="connsiteX719" fmla="*/ 1407512 w 7467600"/>
              <a:gd name="connsiteY719" fmla="*/ 3018001 h 6858000"/>
              <a:gd name="connsiteX720" fmla="*/ 1726266 w 7467600"/>
              <a:gd name="connsiteY720" fmla="*/ 2777274 h 6858000"/>
              <a:gd name="connsiteX721" fmla="*/ 625390 w 7467600"/>
              <a:gd name="connsiteY721" fmla="*/ 2514541 h 6858000"/>
              <a:gd name="connsiteX722" fmla="*/ 619799 w 7467600"/>
              <a:gd name="connsiteY722" fmla="*/ 2527180 h 6858000"/>
              <a:gd name="connsiteX723" fmla="*/ 310030 w 7467600"/>
              <a:gd name="connsiteY723" fmla="*/ 2771818 h 6858000"/>
              <a:gd name="connsiteX724" fmla="*/ 173877 w 7467600"/>
              <a:gd name="connsiteY724" fmla="*/ 2937056 h 6858000"/>
              <a:gd name="connsiteX725" fmla="*/ 77889 w 7467600"/>
              <a:gd name="connsiteY725" fmla="*/ 3138440 h 6858000"/>
              <a:gd name="connsiteX726" fmla="*/ 0 w 7467600"/>
              <a:gd name="connsiteY726" fmla="*/ 3271395 h 6858000"/>
              <a:gd name="connsiteX727" fmla="*/ 0 w 7467600"/>
              <a:gd name="connsiteY727" fmla="*/ 3153002 h 6858000"/>
              <a:gd name="connsiteX728" fmla="*/ 2386 w 7467600"/>
              <a:gd name="connsiteY728" fmla="*/ 3149203 h 6858000"/>
              <a:gd name="connsiteX729" fmla="*/ 89753 w 7467600"/>
              <a:gd name="connsiteY729" fmla="*/ 2987702 h 6858000"/>
              <a:gd name="connsiteX730" fmla="*/ 76869 w 7467600"/>
              <a:gd name="connsiteY730" fmla="*/ 3005404 h 6858000"/>
              <a:gd name="connsiteX731" fmla="*/ 32049 w 7467600"/>
              <a:gd name="connsiteY731" fmla="*/ 3065814 h 6858000"/>
              <a:gd name="connsiteX732" fmla="*/ 0 w 7467600"/>
              <a:gd name="connsiteY732" fmla="*/ 3108744 h 6858000"/>
              <a:gd name="connsiteX733" fmla="*/ 0 w 7467600"/>
              <a:gd name="connsiteY733" fmla="*/ 3058059 h 6858000"/>
              <a:gd name="connsiteX734" fmla="*/ 7610 w 7467600"/>
              <a:gd name="connsiteY734" fmla="*/ 3047889 h 6858000"/>
              <a:gd name="connsiteX735" fmla="*/ 52419 w 7467600"/>
              <a:gd name="connsiteY735" fmla="*/ 2987479 h 6858000"/>
              <a:gd name="connsiteX736" fmla="*/ 59142 w 7467600"/>
              <a:gd name="connsiteY736" fmla="*/ 2978488 h 6858000"/>
              <a:gd name="connsiteX737" fmla="*/ 0 w 7467600"/>
              <a:gd name="connsiteY737" fmla="*/ 3015334 h 6858000"/>
              <a:gd name="connsiteX738" fmla="*/ 0 w 7467600"/>
              <a:gd name="connsiteY738" fmla="*/ 2914286 h 6858000"/>
              <a:gd name="connsiteX739" fmla="*/ 36383 w 7467600"/>
              <a:gd name="connsiteY739" fmla="*/ 2901128 h 6858000"/>
              <a:gd name="connsiteX740" fmla="*/ 156329 w 7467600"/>
              <a:gd name="connsiteY740" fmla="*/ 2840533 h 6858000"/>
              <a:gd name="connsiteX741" fmla="*/ 358355 w 7467600"/>
              <a:gd name="connsiteY741" fmla="*/ 2620471 h 6858000"/>
              <a:gd name="connsiteX742" fmla="*/ 510577 w 7467600"/>
              <a:gd name="connsiteY742" fmla="*/ 2501244 h 6858000"/>
              <a:gd name="connsiteX743" fmla="*/ 211967 w 7467600"/>
              <a:gd name="connsiteY743" fmla="*/ 2479171 h 6858000"/>
              <a:gd name="connsiteX744" fmla="*/ 0 w 7467600"/>
              <a:gd name="connsiteY744" fmla="*/ 2476398 h 6858000"/>
              <a:gd name="connsiteX745" fmla="*/ 0 w 7467600"/>
              <a:gd name="connsiteY745" fmla="*/ 2389189 h 6858000"/>
              <a:gd name="connsiteX746" fmla="*/ 103062 w 7467600"/>
              <a:gd name="connsiteY746" fmla="*/ 2389518 h 6858000"/>
              <a:gd name="connsiteX747" fmla="*/ 510734 w 7467600"/>
              <a:gd name="connsiteY747" fmla="*/ 2416201 h 6858000"/>
              <a:gd name="connsiteX748" fmla="*/ 279257 w 7467600"/>
              <a:gd name="connsiteY748" fmla="*/ 2092102 h 6858000"/>
              <a:gd name="connsiteX749" fmla="*/ 65265 w 7467600"/>
              <a:gd name="connsiteY749" fmla="*/ 2006049 h 6858000"/>
              <a:gd name="connsiteX750" fmla="*/ 0 w 7467600"/>
              <a:gd name="connsiteY750" fmla="*/ 1982532 h 6858000"/>
              <a:gd name="connsiteX751" fmla="*/ 0 w 7467600"/>
              <a:gd name="connsiteY751" fmla="*/ 1912789 h 6858000"/>
              <a:gd name="connsiteX752" fmla="*/ 97460 w 7467600"/>
              <a:gd name="connsiteY752" fmla="*/ 1953725 h 6858000"/>
              <a:gd name="connsiteX753" fmla="*/ 221272 w 7467600"/>
              <a:gd name="connsiteY753" fmla="*/ 1980766 h 6858000"/>
              <a:gd name="connsiteX754" fmla="*/ 116765 w 7467600"/>
              <a:gd name="connsiteY754" fmla="*/ 1911033 h 6858000"/>
              <a:gd name="connsiteX755" fmla="*/ 16405 w 7467600"/>
              <a:gd name="connsiteY755" fmla="*/ 1803412 h 6858000"/>
              <a:gd name="connsiteX756" fmla="*/ 0 w 7467600"/>
              <a:gd name="connsiteY756" fmla="*/ 1784777 h 6858000"/>
              <a:gd name="connsiteX757" fmla="*/ 0 w 7467600"/>
              <a:gd name="connsiteY757" fmla="*/ 1740082 h 6858000"/>
              <a:gd name="connsiteX758" fmla="*/ 39394 w 7467600"/>
              <a:gd name="connsiteY758" fmla="*/ 1784856 h 6858000"/>
              <a:gd name="connsiteX759" fmla="*/ 135813 w 7467600"/>
              <a:gd name="connsiteY759" fmla="*/ 1888838 h 6858000"/>
              <a:gd name="connsiteX760" fmla="*/ 242575 w 7467600"/>
              <a:gd name="connsiteY760" fmla="*/ 1958841 h 6858000"/>
              <a:gd name="connsiteX761" fmla="*/ 82197 w 7467600"/>
              <a:gd name="connsiteY761" fmla="*/ 1754826 h 6858000"/>
              <a:gd name="connsiteX762" fmla="*/ 0 w 7467600"/>
              <a:gd name="connsiteY762" fmla="*/ 1679650 h 6858000"/>
              <a:gd name="connsiteX763" fmla="*/ 0 w 7467600"/>
              <a:gd name="connsiteY763" fmla="*/ 1602463 h 6858000"/>
              <a:gd name="connsiteX764" fmla="*/ 84689 w 7467600"/>
              <a:gd name="connsiteY764" fmla="*/ 1677442 h 6858000"/>
              <a:gd name="connsiteX765" fmla="*/ 298437 w 7467600"/>
              <a:gd name="connsiteY765" fmla="*/ 1968019 h 6858000"/>
              <a:gd name="connsiteX766" fmla="*/ 227269 w 7467600"/>
              <a:gd name="connsiteY766" fmla="*/ 1114064 h 6858000"/>
              <a:gd name="connsiteX767" fmla="*/ 248003 w 7467600"/>
              <a:gd name="connsiteY767" fmla="*/ 1089613 h 6858000"/>
              <a:gd name="connsiteX768" fmla="*/ 427020 w 7467600"/>
              <a:gd name="connsiteY768" fmla="*/ 1619803 h 6858000"/>
              <a:gd name="connsiteX769" fmla="*/ 340345 w 7467600"/>
              <a:gd name="connsiteY769" fmla="*/ 2027739 h 6858000"/>
              <a:gd name="connsiteX770" fmla="*/ 360865 w 7467600"/>
              <a:gd name="connsiteY770" fmla="*/ 2044827 h 6858000"/>
              <a:gd name="connsiteX771" fmla="*/ 560414 w 7467600"/>
              <a:gd name="connsiteY771" fmla="*/ 2421457 h 6858000"/>
              <a:gd name="connsiteX772" fmla="*/ 1359703 w 7467600"/>
              <a:gd name="connsiteY772" fmla="*/ 2578554 h 6858000"/>
              <a:gd name="connsiteX773" fmla="*/ 1359422 w 7467600"/>
              <a:gd name="connsiteY773" fmla="*/ 2577994 h 6858000"/>
              <a:gd name="connsiteX774" fmla="*/ 828701 w 7467600"/>
              <a:gd name="connsiteY774" fmla="*/ 1839520 h 6858000"/>
              <a:gd name="connsiteX775" fmla="*/ 494427 w 7467600"/>
              <a:gd name="connsiteY775" fmla="*/ 1092333 h 6858000"/>
              <a:gd name="connsiteX776" fmla="*/ 506322 w 7467600"/>
              <a:gd name="connsiteY776" fmla="*/ 1020997 h 6858000"/>
              <a:gd name="connsiteX777" fmla="*/ 4570198 w 7467600"/>
              <a:gd name="connsiteY777" fmla="*/ 978081 h 6858000"/>
              <a:gd name="connsiteX778" fmla="*/ 4523691 w 7467600"/>
              <a:gd name="connsiteY778" fmla="*/ 1127776 h 6858000"/>
              <a:gd name="connsiteX779" fmla="*/ 4509875 w 7467600"/>
              <a:gd name="connsiteY779" fmla="*/ 1167552 h 6858000"/>
              <a:gd name="connsiteX780" fmla="*/ 4478168 w 7467600"/>
              <a:gd name="connsiteY780" fmla="*/ 1260735 h 6858000"/>
              <a:gd name="connsiteX781" fmla="*/ 4409309 w 7467600"/>
              <a:gd name="connsiteY781" fmla="*/ 1666996 h 6858000"/>
              <a:gd name="connsiteX782" fmla="*/ 4370031 w 7467600"/>
              <a:gd name="connsiteY782" fmla="*/ 1955666 h 6858000"/>
              <a:gd name="connsiteX783" fmla="*/ 4570198 w 7467600"/>
              <a:gd name="connsiteY783" fmla="*/ 978081 h 6858000"/>
              <a:gd name="connsiteX784" fmla="*/ 4557898 w 7467600"/>
              <a:gd name="connsiteY784" fmla="*/ 900011 h 6858000"/>
              <a:gd name="connsiteX785" fmla="*/ 4344840 w 7467600"/>
              <a:gd name="connsiteY785" fmla="*/ 1922038 h 6858000"/>
              <a:gd name="connsiteX786" fmla="*/ 4378710 w 7467600"/>
              <a:gd name="connsiteY786" fmla="*/ 1665516 h 6858000"/>
              <a:gd name="connsiteX787" fmla="*/ 4448798 w 7467600"/>
              <a:gd name="connsiteY787" fmla="*/ 1253024 h 6858000"/>
              <a:gd name="connsiteX788" fmla="*/ 4480315 w 7467600"/>
              <a:gd name="connsiteY788" fmla="*/ 1158454 h 6858000"/>
              <a:gd name="connsiteX789" fmla="*/ 4494133 w 7467600"/>
              <a:gd name="connsiteY789" fmla="*/ 1118676 h 6858000"/>
              <a:gd name="connsiteX790" fmla="*/ 4557898 w 7467600"/>
              <a:gd name="connsiteY790" fmla="*/ 900011 h 6858000"/>
              <a:gd name="connsiteX791" fmla="*/ 5870151 w 7467600"/>
              <a:gd name="connsiteY791" fmla="*/ 898890 h 6858000"/>
              <a:gd name="connsiteX792" fmla="*/ 5861335 w 7467600"/>
              <a:gd name="connsiteY792" fmla="*/ 899177 h 6858000"/>
              <a:gd name="connsiteX793" fmla="*/ 5843702 w 7467600"/>
              <a:gd name="connsiteY793" fmla="*/ 899748 h 6858000"/>
              <a:gd name="connsiteX794" fmla="*/ 5651107 w 7467600"/>
              <a:gd name="connsiteY794" fmla="*/ 920306 h 6858000"/>
              <a:gd name="connsiteX795" fmla="*/ 5459407 w 7467600"/>
              <a:gd name="connsiteY795" fmla="*/ 940975 h 6858000"/>
              <a:gd name="connsiteX796" fmla="*/ 5374846 w 7467600"/>
              <a:gd name="connsiteY796" fmla="*/ 941988 h 6858000"/>
              <a:gd name="connsiteX797" fmla="*/ 5256105 w 7467600"/>
              <a:gd name="connsiteY797" fmla="*/ 945632 h 6858000"/>
              <a:gd name="connsiteX798" fmla="*/ 5107071 w 7467600"/>
              <a:gd name="connsiteY798" fmla="*/ 969720 h 6858000"/>
              <a:gd name="connsiteX799" fmla="*/ 4998681 w 7467600"/>
              <a:gd name="connsiteY799" fmla="*/ 988771 h 6858000"/>
              <a:gd name="connsiteX800" fmla="*/ 5870151 w 7467600"/>
              <a:gd name="connsiteY800" fmla="*/ 898890 h 6858000"/>
              <a:gd name="connsiteX801" fmla="*/ 5504425 w 7467600"/>
              <a:gd name="connsiteY801" fmla="*/ 848067 h 6858000"/>
              <a:gd name="connsiteX802" fmla="*/ 4968849 w 7467600"/>
              <a:gd name="connsiteY802" fmla="*/ 962318 h 6858000"/>
              <a:gd name="connsiteX803" fmla="*/ 5104039 w 7467600"/>
              <a:gd name="connsiteY803" fmla="*/ 940634 h 6858000"/>
              <a:gd name="connsiteX804" fmla="*/ 5256311 w 7467600"/>
              <a:gd name="connsiteY804" fmla="*/ 916490 h 6858000"/>
              <a:gd name="connsiteX805" fmla="*/ 5377381 w 7467600"/>
              <a:gd name="connsiteY805" fmla="*/ 912671 h 6858000"/>
              <a:gd name="connsiteX806" fmla="*/ 5460148 w 7467600"/>
              <a:gd name="connsiteY806" fmla="*/ 911442 h 6858000"/>
              <a:gd name="connsiteX807" fmla="*/ 5648971 w 7467600"/>
              <a:gd name="connsiteY807" fmla="*/ 891331 h 6858000"/>
              <a:gd name="connsiteX808" fmla="*/ 5844807 w 7467600"/>
              <a:gd name="connsiteY808" fmla="*/ 870718 h 6858000"/>
              <a:gd name="connsiteX809" fmla="*/ 5862975 w 7467600"/>
              <a:gd name="connsiteY809" fmla="*/ 869756 h 6858000"/>
              <a:gd name="connsiteX810" fmla="*/ 5920887 w 7467600"/>
              <a:gd name="connsiteY810" fmla="*/ 865929 h 6858000"/>
              <a:gd name="connsiteX811" fmla="*/ 5504425 w 7467600"/>
              <a:gd name="connsiteY811" fmla="*/ 848067 h 6858000"/>
              <a:gd name="connsiteX812" fmla="*/ 3607114 w 7467600"/>
              <a:gd name="connsiteY812" fmla="*/ 467441 h 6858000"/>
              <a:gd name="connsiteX813" fmla="*/ 3296242 w 7467600"/>
              <a:gd name="connsiteY813" fmla="*/ 807991 h 6858000"/>
              <a:gd name="connsiteX814" fmla="*/ 3174674 w 7467600"/>
              <a:gd name="connsiteY814" fmla="*/ 919759 h 6858000"/>
              <a:gd name="connsiteX815" fmla="*/ 3042978 w 7467600"/>
              <a:gd name="connsiteY815" fmla="*/ 1054894 h 6858000"/>
              <a:gd name="connsiteX816" fmla="*/ 2968914 w 7467600"/>
              <a:gd name="connsiteY816" fmla="*/ 1133756 h 6858000"/>
              <a:gd name="connsiteX817" fmla="*/ 3103823 w 7467600"/>
              <a:gd name="connsiteY817" fmla="*/ 1026814 h 6858000"/>
              <a:gd name="connsiteX818" fmla="*/ 3607114 w 7467600"/>
              <a:gd name="connsiteY818" fmla="*/ 467441 h 6858000"/>
              <a:gd name="connsiteX819" fmla="*/ 3744487 w 7467600"/>
              <a:gd name="connsiteY819" fmla="*/ 383136 h 6858000"/>
              <a:gd name="connsiteX820" fmla="*/ 3970213 w 7467600"/>
              <a:gd name="connsiteY820" fmla="*/ 995559 h 6858000"/>
              <a:gd name="connsiteX821" fmla="*/ 3744487 w 7467600"/>
              <a:gd name="connsiteY821" fmla="*/ 383136 h 6858000"/>
              <a:gd name="connsiteX822" fmla="*/ 3624562 w 7467600"/>
              <a:gd name="connsiteY822" fmla="*/ 367041 h 6858000"/>
              <a:gd name="connsiteX823" fmla="*/ 3489712 w 7467600"/>
              <a:gd name="connsiteY823" fmla="*/ 485386 h 6858000"/>
              <a:gd name="connsiteX824" fmla="*/ 3182994 w 7467600"/>
              <a:gd name="connsiteY824" fmla="*/ 828265 h 6858000"/>
              <a:gd name="connsiteX825" fmla="*/ 2892114 w 7467600"/>
              <a:gd name="connsiteY825" fmla="*/ 1172635 h 6858000"/>
              <a:gd name="connsiteX826" fmla="*/ 3021459 w 7467600"/>
              <a:gd name="connsiteY826" fmla="*/ 1035385 h 6858000"/>
              <a:gd name="connsiteX827" fmla="*/ 3153873 w 7467600"/>
              <a:gd name="connsiteY827" fmla="*/ 898971 h 6858000"/>
              <a:gd name="connsiteX828" fmla="*/ 3276511 w 7467600"/>
              <a:gd name="connsiteY828" fmla="*/ 786423 h 6858000"/>
              <a:gd name="connsiteX829" fmla="*/ 3584154 w 7467600"/>
              <a:gd name="connsiteY829" fmla="*/ 448218 h 6858000"/>
              <a:gd name="connsiteX830" fmla="*/ 3624562 w 7467600"/>
              <a:gd name="connsiteY830" fmla="*/ 367041 h 6858000"/>
              <a:gd name="connsiteX831" fmla="*/ 3766672 w 7467600"/>
              <a:gd name="connsiteY831" fmla="*/ 359429 h 6858000"/>
              <a:gd name="connsiteX832" fmla="*/ 3996338 w 7467600"/>
              <a:gd name="connsiteY832" fmla="*/ 968237 h 6858000"/>
              <a:gd name="connsiteX833" fmla="*/ 3766672 w 7467600"/>
              <a:gd name="connsiteY833" fmla="*/ 359429 h 6858000"/>
              <a:gd name="connsiteX834" fmla="*/ 5805386 w 7467600"/>
              <a:gd name="connsiteY834" fmla="*/ 239240 h 6858000"/>
              <a:gd name="connsiteX835" fmla="*/ 5736947 w 7467600"/>
              <a:gd name="connsiteY835" fmla="*/ 261367 h 6858000"/>
              <a:gd name="connsiteX836" fmla="*/ 5427012 w 7467600"/>
              <a:gd name="connsiteY836" fmla="*/ 311272 h 6858000"/>
              <a:gd name="connsiteX837" fmla="*/ 5147818 w 7467600"/>
              <a:gd name="connsiteY837" fmla="*/ 322112 h 6858000"/>
              <a:gd name="connsiteX838" fmla="*/ 5060854 w 7467600"/>
              <a:gd name="connsiteY838" fmla="*/ 311882 h 6858000"/>
              <a:gd name="connsiteX839" fmla="*/ 4945989 w 7467600"/>
              <a:gd name="connsiteY839" fmla="*/ 300516 h 6858000"/>
              <a:gd name="connsiteX840" fmla="*/ 5410479 w 7467600"/>
              <a:gd name="connsiteY840" fmla="*/ 348434 h 6858000"/>
              <a:gd name="connsiteX841" fmla="*/ 5805386 w 7467600"/>
              <a:gd name="connsiteY841" fmla="*/ 239240 h 6858000"/>
              <a:gd name="connsiteX842" fmla="*/ 5905192 w 7467600"/>
              <a:gd name="connsiteY842" fmla="*/ 163079 h 6858000"/>
              <a:gd name="connsiteX843" fmla="*/ 5865655 w 7467600"/>
              <a:gd name="connsiteY843" fmla="*/ 171901 h 6858000"/>
              <a:gd name="connsiteX844" fmla="*/ 5259740 w 7467600"/>
              <a:gd name="connsiteY844" fmla="*/ 257013 h 6858000"/>
              <a:gd name="connsiteX845" fmla="*/ 5208466 w 7467600"/>
              <a:gd name="connsiteY845" fmla="*/ 257550 h 6858000"/>
              <a:gd name="connsiteX846" fmla="*/ 4980204 w 7467600"/>
              <a:gd name="connsiteY846" fmla="*/ 271903 h 6858000"/>
              <a:gd name="connsiteX847" fmla="*/ 5068068 w 7467600"/>
              <a:gd name="connsiteY847" fmla="*/ 282244 h 6858000"/>
              <a:gd name="connsiteX848" fmla="*/ 5153231 w 7467600"/>
              <a:gd name="connsiteY848" fmla="*/ 292240 h 6858000"/>
              <a:gd name="connsiteX849" fmla="*/ 5426491 w 7467600"/>
              <a:gd name="connsiteY849" fmla="*/ 281128 h 6858000"/>
              <a:gd name="connsiteX850" fmla="*/ 5731212 w 7467600"/>
              <a:gd name="connsiteY850" fmla="*/ 231951 h 6858000"/>
              <a:gd name="connsiteX851" fmla="*/ 5905192 w 7467600"/>
              <a:gd name="connsiteY851" fmla="*/ 163079 h 6858000"/>
              <a:gd name="connsiteX852" fmla="*/ 5944437 w 7467600"/>
              <a:gd name="connsiteY852" fmla="*/ 113829 h 6858000"/>
              <a:gd name="connsiteX853" fmla="*/ 5825032 w 7467600"/>
              <a:gd name="connsiteY853" fmla="*/ 146405 h 6858000"/>
              <a:gd name="connsiteX854" fmla="*/ 4955599 w 7467600"/>
              <a:gd name="connsiteY854" fmla="*/ 247008 h 6858000"/>
              <a:gd name="connsiteX855" fmla="*/ 5210104 w 7467600"/>
              <a:gd name="connsiteY855" fmla="*/ 228123 h 6858000"/>
              <a:gd name="connsiteX856" fmla="*/ 5261015 w 7467600"/>
              <a:gd name="connsiteY856" fmla="*/ 227087 h 6858000"/>
              <a:gd name="connsiteX857" fmla="*/ 5861181 w 7467600"/>
              <a:gd name="connsiteY857" fmla="*/ 143093 h 6858000"/>
              <a:gd name="connsiteX858" fmla="*/ 5961252 w 7467600"/>
              <a:gd name="connsiteY858" fmla="*/ 114820 h 6858000"/>
              <a:gd name="connsiteX859" fmla="*/ 5944437 w 7467600"/>
              <a:gd name="connsiteY859" fmla="*/ 113829 h 6858000"/>
              <a:gd name="connsiteX860" fmla="*/ 3882765 w 7467600"/>
              <a:gd name="connsiteY860" fmla="*/ 0 h 6858000"/>
              <a:gd name="connsiteX861" fmla="*/ 3995099 w 7467600"/>
              <a:gd name="connsiteY861" fmla="*/ 0 h 6858000"/>
              <a:gd name="connsiteX862" fmla="*/ 4163818 w 7467600"/>
              <a:gd name="connsiteY862" fmla="*/ 234104 h 6858000"/>
              <a:gd name="connsiteX863" fmla="*/ 4172099 w 7467600"/>
              <a:gd name="connsiteY863" fmla="*/ 234207 h 6858000"/>
              <a:gd name="connsiteX864" fmla="*/ 4784282 w 7467600"/>
              <a:gd name="connsiteY864" fmla="*/ 276561 h 6858000"/>
              <a:gd name="connsiteX865" fmla="*/ 4801687 w 7467600"/>
              <a:gd name="connsiteY865" fmla="*/ 267764 h 6858000"/>
              <a:gd name="connsiteX866" fmla="*/ 6082788 w 7467600"/>
              <a:gd name="connsiteY866" fmla="*/ 64119 h 6858000"/>
              <a:gd name="connsiteX867" fmla="*/ 6099442 w 7467600"/>
              <a:gd name="connsiteY867" fmla="*/ 82568 h 6858000"/>
              <a:gd name="connsiteX868" fmla="*/ 4804137 w 7467600"/>
              <a:gd name="connsiteY868" fmla="*/ 320931 h 6858000"/>
              <a:gd name="connsiteX869" fmla="*/ 4227047 w 7467600"/>
              <a:gd name="connsiteY869" fmla="*/ 313415 h 6858000"/>
              <a:gd name="connsiteX870" fmla="*/ 4346041 w 7467600"/>
              <a:gd name="connsiteY870" fmla="*/ 456086 h 6858000"/>
              <a:gd name="connsiteX871" fmla="*/ 4870967 w 7467600"/>
              <a:gd name="connsiteY871" fmla="*/ 963061 h 6858000"/>
              <a:gd name="connsiteX872" fmla="*/ 4889647 w 7467600"/>
              <a:gd name="connsiteY872" fmla="*/ 957147 h 6858000"/>
              <a:gd name="connsiteX873" fmla="*/ 5422504 w 7467600"/>
              <a:gd name="connsiteY873" fmla="*/ 805191 h 6858000"/>
              <a:gd name="connsiteX874" fmla="*/ 6087656 w 7467600"/>
              <a:gd name="connsiteY874" fmla="*/ 826703 h 6858000"/>
              <a:gd name="connsiteX875" fmla="*/ 6058717 w 7467600"/>
              <a:gd name="connsiteY875" fmla="*/ 865992 h 6858000"/>
              <a:gd name="connsiteX876" fmla="*/ 4974153 w 7467600"/>
              <a:gd name="connsiteY876" fmla="*/ 1045456 h 6858000"/>
              <a:gd name="connsiteX877" fmla="*/ 5627835 w 7467600"/>
              <a:gd name="connsiteY877" fmla="*/ 1472077 h 6858000"/>
              <a:gd name="connsiteX878" fmla="*/ 5629817 w 7467600"/>
              <a:gd name="connsiteY878" fmla="*/ 1471412 h 6858000"/>
              <a:gd name="connsiteX879" fmla="*/ 5634124 w 7467600"/>
              <a:gd name="connsiteY879" fmla="*/ 1470572 h 6858000"/>
              <a:gd name="connsiteX880" fmla="*/ 5755832 w 7467600"/>
              <a:gd name="connsiteY880" fmla="*/ 1383886 h 6858000"/>
              <a:gd name="connsiteX881" fmla="*/ 6014186 w 7467600"/>
              <a:gd name="connsiteY881" fmla="*/ 1279799 h 6858000"/>
              <a:gd name="connsiteX882" fmla="*/ 6901619 w 7467600"/>
              <a:gd name="connsiteY882" fmla="*/ 1047874 h 6858000"/>
              <a:gd name="connsiteX883" fmla="*/ 6931566 w 7467600"/>
              <a:gd name="connsiteY883" fmla="*/ 1062034 h 6858000"/>
              <a:gd name="connsiteX884" fmla="*/ 5790982 w 7467600"/>
              <a:gd name="connsiteY884" fmla="*/ 1561380 h 6858000"/>
              <a:gd name="connsiteX885" fmla="*/ 6188971 w 7467600"/>
              <a:gd name="connsiteY885" fmla="*/ 1755168 h 6858000"/>
              <a:gd name="connsiteX886" fmla="*/ 6202446 w 7467600"/>
              <a:gd name="connsiteY886" fmla="*/ 1752268 h 6858000"/>
              <a:gd name="connsiteX887" fmla="*/ 7179560 w 7467600"/>
              <a:gd name="connsiteY887" fmla="*/ 1467551 h 6858000"/>
              <a:gd name="connsiteX888" fmla="*/ 7158730 w 7467600"/>
              <a:gd name="connsiteY888" fmla="*/ 1507835 h 6858000"/>
              <a:gd name="connsiteX889" fmla="*/ 6326959 w 7467600"/>
              <a:gd name="connsiteY889" fmla="*/ 1817686 h 6858000"/>
              <a:gd name="connsiteX890" fmla="*/ 6537433 w 7467600"/>
              <a:gd name="connsiteY890" fmla="*/ 1907790 h 6858000"/>
              <a:gd name="connsiteX891" fmla="*/ 6550221 w 7467600"/>
              <a:gd name="connsiteY891" fmla="*/ 1910729 h 6858000"/>
              <a:gd name="connsiteX892" fmla="*/ 6964438 w 7467600"/>
              <a:gd name="connsiteY892" fmla="*/ 2209505 h 6858000"/>
              <a:gd name="connsiteX893" fmla="*/ 7367862 w 7467600"/>
              <a:gd name="connsiteY893" fmla="*/ 2806833 h 6858000"/>
              <a:gd name="connsiteX894" fmla="*/ 7364329 w 7467600"/>
              <a:gd name="connsiteY894" fmla="*/ 2826907 h 6858000"/>
              <a:gd name="connsiteX895" fmla="*/ 7290545 w 7467600"/>
              <a:gd name="connsiteY895" fmla="*/ 2850663 h 6858000"/>
              <a:gd name="connsiteX896" fmla="*/ 6472036 w 7467600"/>
              <a:gd name="connsiteY896" fmla="*/ 1959003 h 6858000"/>
              <a:gd name="connsiteX897" fmla="*/ 5792897 w 7467600"/>
              <a:gd name="connsiteY897" fmla="*/ 1647747 h 6858000"/>
              <a:gd name="connsiteX898" fmla="*/ 5842751 w 7467600"/>
              <a:gd name="connsiteY898" fmla="*/ 1816112 h 6858000"/>
              <a:gd name="connsiteX899" fmla="*/ 5847424 w 7467600"/>
              <a:gd name="connsiteY899" fmla="*/ 1815776 h 6858000"/>
              <a:gd name="connsiteX900" fmla="*/ 6399821 w 7467600"/>
              <a:gd name="connsiteY900" fmla="*/ 2344799 h 6858000"/>
              <a:gd name="connsiteX901" fmla="*/ 6323232 w 7467600"/>
              <a:gd name="connsiteY901" fmla="*/ 2389634 h 6858000"/>
              <a:gd name="connsiteX902" fmla="*/ 5942958 w 7467600"/>
              <a:gd name="connsiteY902" fmla="*/ 2077708 h 6858000"/>
              <a:gd name="connsiteX903" fmla="*/ 5921559 w 7467600"/>
              <a:gd name="connsiteY903" fmla="*/ 2378596 h 6858000"/>
              <a:gd name="connsiteX904" fmla="*/ 5817651 w 7467600"/>
              <a:gd name="connsiteY904" fmla="*/ 3023919 h 6858000"/>
              <a:gd name="connsiteX905" fmla="*/ 5729634 w 7467600"/>
              <a:gd name="connsiteY905" fmla="*/ 3051849 h 6858000"/>
              <a:gd name="connsiteX906" fmla="*/ 5611018 w 7467600"/>
              <a:gd name="connsiteY906" fmla="*/ 2316769 h 6858000"/>
              <a:gd name="connsiteX907" fmla="*/ 5687608 w 7467600"/>
              <a:gd name="connsiteY907" fmla="*/ 2039972 h 6858000"/>
              <a:gd name="connsiteX908" fmla="*/ 5657554 w 7467600"/>
              <a:gd name="connsiteY908" fmla="*/ 1576445 h 6858000"/>
              <a:gd name="connsiteX909" fmla="*/ 5150475 w 7467600"/>
              <a:gd name="connsiteY909" fmla="*/ 1274012 h 6858000"/>
              <a:gd name="connsiteX910" fmla="*/ 5349142 w 7467600"/>
              <a:gd name="connsiteY910" fmla="*/ 2204405 h 6858000"/>
              <a:gd name="connsiteX911" fmla="*/ 5262214 w 7467600"/>
              <a:gd name="connsiteY911" fmla="*/ 2233836 h 6858000"/>
              <a:gd name="connsiteX912" fmla="*/ 4981539 w 7467600"/>
              <a:gd name="connsiteY912" fmla="*/ 1542201 h 6858000"/>
              <a:gd name="connsiteX913" fmla="*/ 4958461 w 7467600"/>
              <a:gd name="connsiteY913" fmla="*/ 1136957 h 6858000"/>
              <a:gd name="connsiteX914" fmla="*/ 4655015 w 7467600"/>
              <a:gd name="connsiteY914" fmla="*/ 891426 h 6858000"/>
              <a:gd name="connsiteX915" fmla="*/ 4348002 w 7467600"/>
              <a:gd name="connsiteY915" fmla="*/ 2205895 h 6858000"/>
              <a:gd name="connsiteX916" fmla="*/ 4262250 w 7467600"/>
              <a:gd name="connsiteY916" fmla="*/ 2219972 h 6858000"/>
              <a:gd name="connsiteX917" fmla="*/ 4550611 w 7467600"/>
              <a:gd name="connsiteY917" fmla="*/ 817540 h 6858000"/>
              <a:gd name="connsiteX918" fmla="*/ 4564418 w 7467600"/>
              <a:gd name="connsiteY918" fmla="*/ 808293 h 6858000"/>
              <a:gd name="connsiteX919" fmla="*/ 4266388 w 7467600"/>
              <a:gd name="connsiteY919" fmla="*/ 500083 h 6858000"/>
              <a:gd name="connsiteX920" fmla="*/ 4032842 w 7467600"/>
              <a:gd name="connsiteY920" fmla="*/ 211809 h 6858000"/>
              <a:gd name="connsiteX921" fmla="*/ 3882765 w 7467600"/>
              <a:gd name="connsiteY921" fmla="*/ 0 h 6858000"/>
              <a:gd name="connsiteX922" fmla="*/ 3721337 w 7467600"/>
              <a:gd name="connsiteY922" fmla="*/ 0 h 6858000"/>
              <a:gd name="connsiteX923" fmla="*/ 3797544 w 7467600"/>
              <a:gd name="connsiteY923" fmla="*/ 0 h 6858000"/>
              <a:gd name="connsiteX924" fmla="*/ 3775734 w 7467600"/>
              <a:gd name="connsiteY924" fmla="*/ 95131 h 6858000"/>
              <a:gd name="connsiteX925" fmla="*/ 3724807 w 7467600"/>
              <a:gd name="connsiteY925" fmla="*/ 272257 h 6858000"/>
              <a:gd name="connsiteX926" fmla="*/ 3726844 w 7467600"/>
              <a:gd name="connsiteY926" fmla="*/ 282988 h 6858000"/>
              <a:gd name="connsiteX927" fmla="*/ 3742664 w 7467600"/>
              <a:gd name="connsiteY927" fmla="*/ 279918 h 6858000"/>
              <a:gd name="connsiteX928" fmla="*/ 4103910 w 7467600"/>
              <a:gd name="connsiteY928" fmla="*/ 1161917 h 6858000"/>
              <a:gd name="connsiteX929" fmla="*/ 4020269 w 7467600"/>
              <a:gd name="connsiteY929" fmla="*/ 1200406 h 6858000"/>
              <a:gd name="connsiteX930" fmla="*/ 3674882 w 7467600"/>
              <a:gd name="connsiteY930" fmla="*/ 488524 h 6858000"/>
              <a:gd name="connsiteX931" fmla="*/ 3132682 w 7467600"/>
              <a:gd name="connsiteY931" fmla="*/ 1072284 h 6858000"/>
              <a:gd name="connsiteX932" fmla="*/ 2716346 w 7467600"/>
              <a:gd name="connsiteY932" fmla="*/ 1276376 h 6858000"/>
              <a:gd name="connsiteX933" fmla="*/ 2716772 w 7467600"/>
              <a:gd name="connsiteY933" fmla="*/ 1255462 h 6858000"/>
              <a:gd name="connsiteX934" fmla="*/ 3471096 w 7467600"/>
              <a:gd name="connsiteY934" fmla="*/ 437072 h 6858000"/>
              <a:gd name="connsiteX935" fmla="*/ 3639057 w 7467600"/>
              <a:gd name="connsiteY935" fmla="*/ 286334 h 6858000"/>
              <a:gd name="connsiteX936" fmla="*/ 3640309 w 7467600"/>
              <a:gd name="connsiteY936" fmla="*/ 284664 h 6858000"/>
              <a:gd name="connsiteX937" fmla="*/ 3646022 w 7467600"/>
              <a:gd name="connsiteY937" fmla="*/ 276711 h 6858000"/>
              <a:gd name="connsiteX938" fmla="*/ 3707943 w 7467600"/>
              <a:gd name="connsiteY938" fmla="*/ 65958 h 6858000"/>
              <a:gd name="connsiteX939" fmla="*/ 3721337 w 7467600"/>
              <a:gd name="connsiteY939" fmla="*/ 0 h 6858000"/>
              <a:gd name="connsiteX940" fmla="*/ 2867960 w 7467600"/>
              <a:gd name="connsiteY940" fmla="*/ 0 h 6858000"/>
              <a:gd name="connsiteX941" fmla="*/ 2926351 w 7467600"/>
              <a:gd name="connsiteY941" fmla="*/ 0 h 6858000"/>
              <a:gd name="connsiteX942" fmla="*/ 2902823 w 7467600"/>
              <a:gd name="connsiteY942" fmla="*/ 262929 h 6858000"/>
              <a:gd name="connsiteX943" fmla="*/ 2940663 w 7467600"/>
              <a:gd name="connsiteY943" fmla="*/ 140884 h 6858000"/>
              <a:gd name="connsiteX944" fmla="*/ 2947039 w 7467600"/>
              <a:gd name="connsiteY944" fmla="*/ 122524 h 6858000"/>
              <a:gd name="connsiteX945" fmla="*/ 2984316 w 7467600"/>
              <a:gd name="connsiteY945" fmla="*/ 0 h 6858000"/>
              <a:gd name="connsiteX946" fmla="*/ 3016114 w 7467600"/>
              <a:gd name="connsiteY946" fmla="*/ 0 h 6858000"/>
              <a:gd name="connsiteX947" fmla="*/ 2979949 w 7467600"/>
              <a:gd name="connsiteY947" fmla="*/ 119274 h 6858000"/>
              <a:gd name="connsiteX948" fmla="*/ 3023879 w 7467600"/>
              <a:gd name="connsiteY948" fmla="*/ 0 h 6858000"/>
              <a:gd name="connsiteX949" fmla="*/ 3105400 w 7467600"/>
              <a:gd name="connsiteY949" fmla="*/ 0 h 6858000"/>
              <a:gd name="connsiteX950" fmla="*/ 3094669 w 7467600"/>
              <a:gd name="connsiteY950" fmla="*/ 30308 h 6858000"/>
              <a:gd name="connsiteX951" fmla="*/ 2901945 w 7467600"/>
              <a:gd name="connsiteY951" fmla="*/ 466538 h 6858000"/>
              <a:gd name="connsiteX952" fmla="*/ 2815209 w 7467600"/>
              <a:gd name="connsiteY952" fmla="*/ 497361 h 6858000"/>
              <a:gd name="connsiteX953" fmla="*/ 2844845 w 7467600"/>
              <a:gd name="connsiteY953" fmla="*/ 127638 h 6858000"/>
              <a:gd name="connsiteX954" fmla="*/ 2867960 w 7467600"/>
              <a:gd name="connsiteY954" fmla="*/ 0 h 6858000"/>
              <a:gd name="connsiteX955" fmla="*/ 1057230 w 7467600"/>
              <a:gd name="connsiteY955" fmla="*/ 0 h 6858000"/>
              <a:gd name="connsiteX956" fmla="*/ 1111003 w 7467600"/>
              <a:gd name="connsiteY956" fmla="*/ 0 h 6858000"/>
              <a:gd name="connsiteX957" fmla="*/ 1125553 w 7467600"/>
              <a:gd name="connsiteY957" fmla="*/ 52588 h 6858000"/>
              <a:gd name="connsiteX958" fmla="*/ 1304276 w 7467600"/>
              <a:gd name="connsiteY958" fmla="*/ 476275 h 6858000"/>
              <a:gd name="connsiteX959" fmla="*/ 1492066 w 7467600"/>
              <a:gd name="connsiteY959" fmla="*/ 886333 h 6858000"/>
              <a:gd name="connsiteX960" fmla="*/ 1423698 w 7467600"/>
              <a:gd name="connsiteY960" fmla="*/ 710817 h 6858000"/>
              <a:gd name="connsiteX961" fmla="*/ 1357609 w 7467600"/>
              <a:gd name="connsiteY961" fmla="*/ 532892 h 6858000"/>
              <a:gd name="connsiteX962" fmla="*/ 1309550 w 7467600"/>
              <a:gd name="connsiteY962" fmla="*/ 374031 h 6858000"/>
              <a:gd name="connsiteX963" fmla="*/ 1193673 w 7467600"/>
              <a:gd name="connsiteY963" fmla="*/ 49533 h 6858000"/>
              <a:gd name="connsiteX964" fmla="*/ 1164391 w 7467600"/>
              <a:gd name="connsiteY964" fmla="*/ 0 h 6858000"/>
              <a:gd name="connsiteX965" fmla="*/ 1200666 w 7467600"/>
              <a:gd name="connsiteY965" fmla="*/ 0 h 6858000"/>
              <a:gd name="connsiteX966" fmla="*/ 1223408 w 7467600"/>
              <a:gd name="connsiteY966" fmla="*/ 38996 h 6858000"/>
              <a:gd name="connsiteX967" fmla="*/ 1339635 w 7467600"/>
              <a:gd name="connsiteY967" fmla="*/ 365517 h 6858000"/>
              <a:gd name="connsiteX968" fmla="*/ 1387469 w 7467600"/>
              <a:gd name="connsiteY968" fmla="*/ 523079 h 6858000"/>
              <a:gd name="connsiteX969" fmla="*/ 1452685 w 7467600"/>
              <a:gd name="connsiteY969" fmla="*/ 699806 h 6858000"/>
              <a:gd name="connsiteX970" fmla="*/ 1492092 w 7467600"/>
              <a:gd name="connsiteY970" fmla="*/ 800424 h 6858000"/>
              <a:gd name="connsiteX971" fmla="*/ 1455302 w 7467600"/>
              <a:gd name="connsiteY971" fmla="*/ 632913 h 6858000"/>
              <a:gd name="connsiteX972" fmla="*/ 1222336 w 7467600"/>
              <a:gd name="connsiteY972" fmla="*/ 9480 h 6858000"/>
              <a:gd name="connsiteX973" fmla="*/ 1214634 w 7467600"/>
              <a:gd name="connsiteY973" fmla="*/ 0 h 6858000"/>
              <a:gd name="connsiteX974" fmla="*/ 1289827 w 7467600"/>
              <a:gd name="connsiteY974" fmla="*/ 0 h 6858000"/>
              <a:gd name="connsiteX975" fmla="*/ 1321076 w 7467600"/>
              <a:gd name="connsiteY975" fmla="*/ 59722 h 6858000"/>
              <a:gd name="connsiteX976" fmla="*/ 1512579 w 7467600"/>
              <a:gd name="connsiteY976" fmla="*/ 626441 h 6858000"/>
              <a:gd name="connsiteX977" fmla="*/ 1506076 w 7467600"/>
              <a:gd name="connsiteY977" fmla="*/ 1089289 h 6858000"/>
              <a:gd name="connsiteX978" fmla="*/ 1486346 w 7467600"/>
              <a:gd name="connsiteY978" fmla="*/ 1079919 h 6858000"/>
              <a:gd name="connsiteX979" fmla="*/ 1070511 w 7467600"/>
              <a:gd name="connsiteY979" fmla="*/ 48609 h 6858000"/>
              <a:gd name="connsiteX980" fmla="*/ 1057230 w 7467600"/>
              <a:gd name="connsiteY980" fmla="*/ 0 h 6858000"/>
              <a:gd name="connsiteX981" fmla="*/ 43151 w 7467600"/>
              <a:gd name="connsiteY981" fmla="*/ 0 h 6858000"/>
              <a:gd name="connsiteX982" fmla="*/ 95283 w 7467600"/>
              <a:gd name="connsiteY982" fmla="*/ 0 h 6858000"/>
              <a:gd name="connsiteX983" fmla="*/ 300708 w 7467600"/>
              <a:gd name="connsiteY983" fmla="*/ 154571 h 6858000"/>
              <a:gd name="connsiteX984" fmla="*/ 530414 w 7467600"/>
              <a:gd name="connsiteY984" fmla="*/ 354673 h 6858000"/>
              <a:gd name="connsiteX985" fmla="*/ 333785 w 7467600"/>
              <a:gd name="connsiteY985" fmla="*/ 161564 h 6858000"/>
              <a:gd name="connsiteX986" fmla="*/ 147005 w 7467600"/>
              <a:gd name="connsiteY986" fmla="*/ 0 h 6858000"/>
              <a:gd name="connsiteX987" fmla="*/ 272509 w 7467600"/>
              <a:gd name="connsiteY987" fmla="*/ 0 h 6858000"/>
              <a:gd name="connsiteX988" fmla="*/ 326276 w 7467600"/>
              <a:gd name="connsiteY988" fmla="*/ 45847 h 6858000"/>
              <a:gd name="connsiteX989" fmla="*/ 823759 w 7467600"/>
              <a:gd name="connsiteY989" fmla="*/ 574145 h 6858000"/>
              <a:gd name="connsiteX990" fmla="*/ 811254 w 7467600"/>
              <a:gd name="connsiteY990" fmla="*/ 665546 h 6858000"/>
              <a:gd name="connsiteX991" fmla="*/ 154042 w 7467600"/>
              <a:gd name="connsiteY991" fmla="*/ 261522 h 6858000"/>
              <a:gd name="connsiteX992" fmla="*/ 13550 w 7467600"/>
              <a:gd name="connsiteY992" fmla="*/ 158423 h 6858000"/>
              <a:gd name="connsiteX993" fmla="*/ 0 w 7467600"/>
              <a:gd name="connsiteY993" fmla="*/ 146618 h 6858000"/>
              <a:gd name="connsiteX994" fmla="*/ 0 w 7467600"/>
              <a:gd name="connsiteY994" fmla="*/ 59161 h 6858000"/>
              <a:gd name="connsiteX995" fmla="*/ 45427 w 7467600"/>
              <a:gd name="connsiteY995" fmla="*/ 101078 h 6858000"/>
              <a:gd name="connsiteX996" fmla="*/ 630103 w 7467600"/>
              <a:gd name="connsiteY996" fmla="*/ 485885 h 6858000"/>
              <a:gd name="connsiteX997" fmla="*/ 532040 w 7467600"/>
              <a:gd name="connsiteY997" fmla="*/ 399359 h 6858000"/>
              <a:gd name="connsiteX998" fmla="*/ 517618 w 7467600"/>
              <a:gd name="connsiteY998" fmla="*/ 385726 h 6858000"/>
              <a:gd name="connsiteX999" fmla="*/ 285074 w 7467600"/>
              <a:gd name="connsiteY999" fmla="*/ 182755 h 6858000"/>
              <a:gd name="connsiteX1000" fmla="*/ 43151 w 7467600"/>
              <a:gd name="connsiteY100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7368569 w 7467600"/>
              <a:gd name="connsiteY143" fmla="*/ 5270182 h 6858000"/>
              <a:gd name="connsiteX144" fmla="*/ 1903353 w 7467600"/>
              <a:gd name="connsiteY144" fmla="*/ 5044827 h 6858000"/>
              <a:gd name="connsiteX145" fmla="*/ 1936931 w 7467600"/>
              <a:gd name="connsiteY145" fmla="*/ 5093954 h 6858000"/>
              <a:gd name="connsiteX146" fmla="*/ 2195868 w 7467600"/>
              <a:gd name="connsiteY146" fmla="*/ 5396574 h 6858000"/>
              <a:gd name="connsiteX147" fmla="*/ 2088852 w 7467600"/>
              <a:gd name="connsiteY147" fmla="*/ 5166123 h 6858000"/>
              <a:gd name="connsiteX148" fmla="*/ 1958241 w 7467600"/>
              <a:gd name="connsiteY148" fmla="*/ 5067955 h 6858000"/>
              <a:gd name="connsiteX149" fmla="*/ 1903353 w 7467600"/>
              <a:gd name="connsiteY149" fmla="*/ 5044827 h 6858000"/>
              <a:gd name="connsiteX150" fmla="*/ 1979378 w 7467600"/>
              <a:gd name="connsiteY150" fmla="*/ 4769504 h 6858000"/>
              <a:gd name="connsiteX151" fmla="*/ 2882120 w 7467600"/>
              <a:gd name="connsiteY151" fmla="*/ 5064547 h 6858000"/>
              <a:gd name="connsiteX152" fmla="*/ 2793103 w 7467600"/>
              <a:gd name="connsiteY152" fmla="*/ 5039699 h 6858000"/>
              <a:gd name="connsiteX153" fmla="*/ 2770041 w 7467600"/>
              <a:gd name="connsiteY153" fmla="*/ 5033634 h 6858000"/>
              <a:gd name="connsiteX154" fmla="*/ 1979378 w 7467600"/>
              <a:gd name="connsiteY154" fmla="*/ 4769504 h 6858000"/>
              <a:gd name="connsiteX155" fmla="*/ 1927410 w 7467600"/>
              <a:gd name="connsiteY155" fmla="*/ 4716164 h 6858000"/>
              <a:gd name="connsiteX156" fmla="*/ 1959587 w 7467600"/>
              <a:gd name="connsiteY156" fmla="*/ 4728849 h 6858000"/>
              <a:gd name="connsiteX157" fmla="*/ 2777707 w 7467600"/>
              <a:gd name="connsiteY157" fmla="*/ 5003991 h 6858000"/>
              <a:gd name="connsiteX158" fmla="*/ 2800768 w 7467600"/>
              <a:gd name="connsiteY158" fmla="*/ 5010056 h 6858000"/>
              <a:gd name="connsiteX159" fmla="*/ 2879408 w 7467600"/>
              <a:gd name="connsiteY159" fmla="*/ 5031590 h 6858000"/>
              <a:gd name="connsiteX160" fmla="*/ 2862295 w 7467600"/>
              <a:gd name="connsiteY160" fmla="*/ 5022958 h 6858000"/>
              <a:gd name="connsiteX161" fmla="*/ 2813343 w 7467600"/>
              <a:gd name="connsiteY161" fmla="*/ 4998369 h 6858000"/>
              <a:gd name="connsiteX162" fmla="*/ 2646245 w 7467600"/>
              <a:gd name="connsiteY162" fmla="*/ 4930999 h 6858000"/>
              <a:gd name="connsiteX163" fmla="*/ 1999243 w 7467600"/>
              <a:gd name="connsiteY163" fmla="*/ 4730524 h 6858000"/>
              <a:gd name="connsiteX164" fmla="*/ 1979527 w 7467600"/>
              <a:gd name="connsiteY164" fmla="*/ 4726651 h 6858000"/>
              <a:gd name="connsiteX165" fmla="*/ 1927410 w 7467600"/>
              <a:gd name="connsiteY165" fmla="*/ 4716164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310106 w 7467600"/>
              <a:gd name="connsiteY195" fmla="*/ 3943217 h 6858000"/>
              <a:gd name="connsiteX196" fmla="*/ 1423113 w 7467600"/>
              <a:gd name="connsiteY196" fmla="*/ 3874565 h 6858000"/>
              <a:gd name="connsiteX197" fmla="*/ 1260565 w 7467600"/>
              <a:gd name="connsiteY197" fmla="*/ 4031982 h 6858000"/>
              <a:gd name="connsiteX198" fmla="*/ 901900 w 7467600"/>
              <a:gd name="connsiteY198" fmla="*/ 4421236 h 6858000"/>
              <a:gd name="connsiteX199" fmla="*/ 845044 w 7467600"/>
              <a:gd name="connsiteY199" fmla="*/ 4502436 h 6858000"/>
              <a:gd name="connsiteX200" fmla="*/ 685926 w 7467600"/>
              <a:gd name="connsiteY200" fmla="*/ 4703069 h 6858000"/>
              <a:gd name="connsiteX201" fmla="*/ 684248 w 7467600"/>
              <a:gd name="connsiteY201" fmla="*/ 4706721 h 6858000"/>
              <a:gd name="connsiteX202" fmla="*/ 1423113 w 7467600"/>
              <a:gd name="connsiteY202" fmla="*/ 3874565 h 6858000"/>
              <a:gd name="connsiteX203" fmla="*/ 3316479 w 7467600"/>
              <a:gd name="connsiteY203" fmla="*/ 3872136 h 6858000"/>
              <a:gd name="connsiteX204" fmla="*/ 3546806 w 7467600"/>
              <a:gd name="connsiteY204" fmla="*/ 4356139 h 6858000"/>
              <a:gd name="connsiteX205" fmla="*/ 3364433 w 7467600"/>
              <a:gd name="connsiteY205" fmla="*/ 3953121 h 6858000"/>
              <a:gd name="connsiteX206" fmla="*/ 3316479 w 7467600"/>
              <a:gd name="connsiteY206" fmla="*/ 3872136 h 6858000"/>
              <a:gd name="connsiteX207" fmla="*/ 3291335 w 7467600"/>
              <a:gd name="connsiteY207" fmla="*/ 3767420 h 6858000"/>
              <a:gd name="connsiteX208" fmla="*/ 3390805 w 7467600"/>
              <a:gd name="connsiteY208" fmla="*/ 3937163 h 6858000"/>
              <a:gd name="connsiteX209" fmla="*/ 3579062 w 7467600"/>
              <a:gd name="connsiteY209" fmla="*/ 4359040 h 6858000"/>
              <a:gd name="connsiteX210" fmla="*/ 3467355 w 7467600"/>
              <a:gd name="connsiteY210" fmla="*/ 3988130 h 6858000"/>
              <a:gd name="connsiteX211" fmla="*/ 3310753 w 7467600"/>
              <a:gd name="connsiteY211" fmla="*/ 3787140 h 6858000"/>
              <a:gd name="connsiteX212" fmla="*/ 3291335 w 7467600"/>
              <a:gd name="connsiteY212" fmla="*/ 3767420 h 6858000"/>
              <a:gd name="connsiteX213" fmla="*/ 1635889 w 7467600"/>
              <a:gd name="connsiteY213" fmla="*/ 3709494 h 6858000"/>
              <a:gd name="connsiteX214" fmla="*/ 1634800 w 7467600"/>
              <a:gd name="connsiteY214" fmla="*/ 3731111 h 6858000"/>
              <a:gd name="connsiteX215" fmla="*/ 1635889 w 7467600"/>
              <a:gd name="connsiteY215" fmla="*/ 3709494 h 6858000"/>
              <a:gd name="connsiteX216" fmla="*/ 1510397 w 7467600"/>
              <a:gd name="connsiteY216" fmla="*/ 3684705 h 6858000"/>
              <a:gd name="connsiteX217" fmla="*/ 1146550 w 7467600"/>
              <a:gd name="connsiteY217" fmla="*/ 3802012 h 6858000"/>
              <a:gd name="connsiteX218" fmla="*/ 698834 w 7467600"/>
              <a:gd name="connsiteY218" fmla="*/ 3952272 h 6858000"/>
              <a:gd name="connsiteX219" fmla="*/ 34256 w 7467600"/>
              <a:gd name="connsiteY219" fmla="*/ 4347603 h 6858000"/>
              <a:gd name="connsiteX220" fmla="*/ 527241 w 7467600"/>
              <a:gd name="connsiteY220" fmla="*/ 4065078 h 6858000"/>
              <a:gd name="connsiteX221" fmla="*/ 1510397 w 7467600"/>
              <a:gd name="connsiteY221" fmla="*/ 3684705 h 6858000"/>
              <a:gd name="connsiteX222" fmla="*/ 1313114 w 7467600"/>
              <a:gd name="connsiteY222" fmla="*/ 3655216 h 6858000"/>
              <a:gd name="connsiteX223" fmla="*/ 1109304 w 7467600"/>
              <a:gd name="connsiteY223" fmla="*/ 3669030 h 6858000"/>
              <a:gd name="connsiteX224" fmla="*/ 8129 w 7467600"/>
              <a:gd name="connsiteY224" fmla="*/ 4330519 h 6858000"/>
              <a:gd name="connsiteX225" fmla="*/ 687572 w 7467600"/>
              <a:gd name="connsiteY225" fmla="*/ 3925629 h 6858000"/>
              <a:gd name="connsiteX226" fmla="*/ 1138365 w 7467600"/>
              <a:gd name="connsiteY226" fmla="*/ 3774515 h 6858000"/>
              <a:gd name="connsiteX227" fmla="*/ 1505579 w 7467600"/>
              <a:gd name="connsiteY227" fmla="*/ 3655526 h 6858000"/>
              <a:gd name="connsiteX228" fmla="*/ 1313114 w 7467600"/>
              <a:gd name="connsiteY228" fmla="*/ 3655216 h 6858000"/>
              <a:gd name="connsiteX229" fmla="*/ 3655073 w 7467600"/>
              <a:gd name="connsiteY229" fmla="*/ 3650884 h 6858000"/>
              <a:gd name="connsiteX230" fmla="*/ 3989938 w 7467600"/>
              <a:gd name="connsiteY230" fmla="*/ 3991685 h 6858000"/>
              <a:gd name="connsiteX231" fmla="*/ 4393907 w 7467600"/>
              <a:gd name="connsiteY231" fmla="*/ 4261258 h 6858000"/>
              <a:gd name="connsiteX232" fmla="*/ 4648051 w 7467600"/>
              <a:gd name="connsiteY232" fmla="*/ 4374051 h 6858000"/>
              <a:gd name="connsiteX233" fmla="*/ 4383389 w 7467600"/>
              <a:gd name="connsiteY233" fmla="*/ 4184369 h 6858000"/>
              <a:gd name="connsiteX234" fmla="*/ 4165508 w 7467600"/>
              <a:gd name="connsiteY234" fmla="*/ 4035196 h 6858000"/>
              <a:gd name="connsiteX235" fmla="*/ 4068162 w 7467600"/>
              <a:gd name="connsiteY235" fmla="*/ 3953394 h 6858000"/>
              <a:gd name="connsiteX236" fmla="*/ 3981416 w 7467600"/>
              <a:gd name="connsiteY236" fmla="*/ 3880482 h 6858000"/>
              <a:gd name="connsiteX237" fmla="*/ 3800147 w 7467600"/>
              <a:gd name="connsiteY237" fmla="*/ 3749872 h 6858000"/>
              <a:gd name="connsiteX238" fmla="*/ 3655073 w 7467600"/>
              <a:gd name="connsiteY238" fmla="*/ 3650884 h 6858000"/>
              <a:gd name="connsiteX239" fmla="*/ 3670252 w 7467600"/>
              <a:gd name="connsiteY239" fmla="*/ 3622798 h 6858000"/>
              <a:gd name="connsiteX240" fmla="*/ 3817258 w 7467600"/>
              <a:gd name="connsiteY240" fmla="*/ 3723577 h 6858000"/>
              <a:gd name="connsiteX241" fmla="*/ 4000461 w 7467600"/>
              <a:gd name="connsiteY241" fmla="*/ 3855966 h 6858000"/>
              <a:gd name="connsiteX242" fmla="*/ 4088180 w 7467600"/>
              <a:gd name="connsiteY242" fmla="*/ 3929774 h 6858000"/>
              <a:gd name="connsiteX243" fmla="*/ 4184555 w 7467600"/>
              <a:gd name="connsiteY243" fmla="*/ 4010683 h 6858000"/>
              <a:gd name="connsiteX244" fmla="*/ 4399563 w 7467600"/>
              <a:gd name="connsiteY244" fmla="*/ 4158106 h 6858000"/>
              <a:gd name="connsiteX245" fmla="*/ 4684469 w 7467600"/>
              <a:gd name="connsiteY245" fmla="*/ 4364680 h 6858000"/>
              <a:gd name="connsiteX246" fmla="*/ 4690271 w 7467600"/>
              <a:gd name="connsiteY246" fmla="*/ 4370034 h 6858000"/>
              <a:gd name="connsiteX247" fmla="*/ 4136093 w 7467600"/>
              <a:gd name="connsiteY247" fmla="*/ 3858466 h 6858000"/>
              <a:gd name="connsiteX248" fmla="*/ 3670252 w 7467600"/>
              <a:gd name="connsiteY248" fmla="*/ 3622798 h 6858000"/>
              <a:gd name="connsiteX249" fmla="*/ 4440129 w 7467600"/>
              <a:gd name="connsiteY249" fmla="*/ 3448571 h 6858000"/>
              <a:gd name="connsiteX250" fmla="*/ 4856525 w 7467600"/>
              <a:gd name="connsiteY250" fmla="*/ 3915351 h 6858000"/>
              <a:gd name="connsiteX251" fmla="*/ 5059055 w 7467600"/>
              <a:gd name="connsiteY251" fmla="*/ 4108918 h 6858000"/>
              <a:gd name="connsiteX252" fmla="*/ 5290070 w 7467600"/>
              <a:gd name="connsiteY252" fmla="*/ 4263619 h 6858000"/>
              <a:gd name="connsiteX253" fmla="*/ 4834991 w 7467600"/>
              <a:gd name="connsiteY253" fmla="*/ 3830985 h 6858000"/>
              <a:gd name="connsiteX254" fmla="*/ 4440129 w 7467600"/>
              <a:gd name="connsiteY254" fmla="*/ 3448571 h 6858000"/>
              <a:gd name="connsiteX255" fmla="*/ 4441737 w 7467600"/>
              <a:gd name="connsiteY255" fmla="*/ 3399734 h 6858000"/>
              <a:gd name="connsiteX256" fmla="*/ 4431236 w 7467600"/>
              <a:gd name="connsiteY256" fmla="*/ 3400954 h 6858000"/>
              <a:gd name="connsiteX257" fmla="*/ 4557150 w 7467600"/>
              <a:gd name="connsiteY257" fmla="*/ 3510023 h 6858000"/>
              <a:gd name="connsiteX258" fmla="*/ 4856936 w 7467600"/>
              <a:gd name="connsiteY258" fmla="*/ 3809146 h 6858000"/>
              <a:gd name="connsiteX259" fmla="*/ 5111996 w 7467600"/>
              <a:gd name="connsiteY259" fmla="*/ 4065759 h 6858000"/>
              <a:gd name="connsiteX260" fmla="*/ 5388878 w 7467600"/>
              <a:gd name="connsiteY260" fmla="*/ 4300185 h 6858000"/>
              <a:gd name="connsiteX261" fmla="*/ 5425556 w 7467600"/>
              <a:gd name="connsiteY261" fmla="*/ 4308967 h 6858000"/>
              <a:gd name="connsiteX262" fmla="*/ 4943646 w 7467600"/>
              <a:gd name="connsiteY262" fmla="*/ 3822916 h 6858000"/>
              <a:gd name="connsiteX263" fmla="*/ 4594837 w 7467600"/>
              <a:gd name="connsiteY263" fmla="*/ 3532274 h 6858000"/>
              <a:gd name="connsiteX264" fmla="*/ 4441737 w 7467600"/>
              <a:gd name="connsiteY264" fmla="*/ 3399734 h 6858000"/>
              <a:gd name="connsiteX265" fmla="*/ 5425834 w 7467600"/>
              <a:gd name="connsiteY265" fmla="*/ 3162785 h 6858000"/>
              <a:gd name="connsiteX266" fmla="*/ 5401644 w 7467600"/>
              <a:gd name="connsiteY266" fmla="*/ 3617847 h 6858000"/>
              <a:gd name="connsiteX267" fmla="*/ 5467256 w 7467600"/>
              <a:gd name="connsiteY267" fmla="*/ 4175494 h 6858000"/>
              <a:gd name="connsiteX268" fmla="*/ 5448069 w 7467600"/>
              <a:gd name="connsiteY268" fmla="*/ 3567554 h 6858000"/>
              <a:gd name="connsiteX269" fmla="*/ 5425834 w 7467600"/>
              <a:gd name="connsiteY269" fmla="*/ 3162785 h 6858000"/>
              <a:gd name="connsiteX270" fmla="*/ 1318687 w 7467600"/>
              <a:gd name="connsiteY270" fmla="*/ 3113840 h 6858000"/>
              <a:gd name="connsiteX271" fmla="*/ 1066793 w 7467600"/>
              <a:gd name="connsiteY271" fmla="*/ 3212171 h 6858000"/>
              <a:gd name="connsiteX272" fmla="*/ 993319 w 7467600"/>
              <a:gd name="connsiteY272" fmla="*/ 3247648 h 6858000"/>
              <a:gd name="connsiteX273" fmla="*/ 853081 w 7467600"/>
              <a:gd name="connsiteY273" fmla="*/ 3312410 h 6858000"/>
              <a:gd name="connsiteX274" fmla="*/ 805957 w 7467600"/>
              <a:gd name="connsiteY274" fmla="*/ 3330443 h 6858000"/>
              <a:gd name="connsiteX275" fmla="*/ 1318687 w 7467600"/>
              <a:gd name="connsiteY275" fmla="*/ 3113840 h 6858000"/>
              <a:gd name="connsiteX276" fmla="*/ 5453702 w 7467600"/>
              <a:gd name="connsiteY276" fmla="*/ 3090882 h 6858000"/>
              <a:gd name="connsiteX277" fmla="*/ 5480135 w 7467600"/>
              <a:gd name="connsiteY277" fmla="*/ 3565802 h 6858000"/>
              <a:gd name="connsiteX278" fmla="*/ 5499023 w 7467600"/>
              <a:gd name="connsiteY278" fmla="*/ 4166310 h 6858000"/>
              <a:gd name="connsiteX279" fmla="*/ 5547022 w 7467600"/>
              <a:gd name="connsiteY279" fmla="*/ 3607838 h 6858000"/>
              <a:gd name="connsiteX280" fmla="*/ 5515964 w 7467600"/>
              <a:gd name="connsiteY280" fmla="*/ 3378541 h 6858000"/>
              <a:gd name="connsiteX281" fmla="*/ 5453702 w 7467600"/>
              <a:gd name="connsiteY281" fmla="*/ 3090882 h 6858000"/>
              <a:gd name="connsiteX282" fmla="*/ 1238695 w 7467600"/>
              <a:gd name="connsiteY282" fmla="*/ 3076820 h 6858000"/>
              <a:gd name="connsiteX283" fmla="*/ 716371 w 7467600"/>
              <a:gd name="connsiteY283" fmla="*/ 3293249 h 6858000"/>
              <a:gd name="connsiteX284" fmla="*/ 579522 w 7467600"/>
              <a:gd name="connsiteY284" fmla="*/ 3371759 h 6858000"/>
              <a:gd name="connsiteX285" fmla="*/ 600288 w 7467600"/>
              <a:gd name="connsiteY285" fmla="*/ 3365555 h 6858000"/>
              <a:gd name="connsiteX286" fmla="*/ 840692 w 7467600"/>
              <a:gd name="connsiteY286" fmla="*/ 3284921 h 6858000"/>
              <a:gd name="connsiteX287" fmla="*/ 979248 w 7467600"/>
              <a:gd name="connsiteY287" fmla="*/ 3221003 h 6858000"/>
              <a:gd name="connsiteX288" fmla="*/ 1053282 w 7467600"/>
              <a:gd name="connsiteY288" fmla="*/ 3185247 h 6858000"/>
              <a:gd name="connsiteX289" fmla="*/ 1320603 w 7467600"/>
              <a:gd name="connsiteY289" fmla="*/ 3081281 h 6858000"/>
              <a:gd name="connsiteX290" fmla="*/ 1238695 w 7467600"/>
              <a:gd name="connsiteY290" fmla="*/ 3076820 h 6858000"/>
              <a:gd name="connsiteX291" fmla="*/ 5425627 w 7467600"/>
              <a:gd name="connsiteY291" fmla="*/ 2954192 h 6858000"/>
              <a:gd name="connsiteX292" fmla="*/ 5470770 w 7467600"/>
              <a:gd name="connsiteY292" fmla="*/ 3005435 h 6858000"/>
              <a:gd name="connsiteX293" fmla="*/ 5519779 w 7467600"/>
              <a:gd name="connsiteY293" fmla="*/ 4359223 h 6858000"/>
              <a:gd name="connsiteX294" fmla="*/ 5520293 w 7467600"/>
              <a:gd name="connsiteY294" fmla="*/ 4360602 h 6858000"/>
              <a:gd name="connsiteX295" fmla="*/ 5767221 w 7467600"/>
              <a:gd name="connsiteY295" fmla="*/ 4665564 h 6858000"/>
              <a:gd name="connsiteX296" fmla="*/ 6937169 w 7467600"/>
              <a:gd name="connsiteY296" fmla="*/ 4815941 h 6858000"/>
              <a:gd name="connsiteX297" fmla="*/ 6953922 w 7467600"/>
              <a:gd name="connsiteY297" fmla="*/ 4890068 h 6858000"/>
              <a:gd name="connsiteX298" fmla="*/ 6071359 w 7467600"/>
              <a:gd name="connsiteY298" fmla="*/ 4770770 h 6858000"/>
              <a:gd name="connsiteX299" fmla="*/ 6038839 w 7467600"/>
              <a:gd name="connsiteY299" fmla="*/ 4764474 h 6858000"/>
              <a:gd name="connsiteX300" fmla="*/ 6038706 w 7467600"/>
              <a:gd name="connsiteY300" fmla="*/ 4763847 h 6858000"/>
              <a:gd name="connsiteX301" fmla="*/ 6037784 w 7467600"/>
              <a:gd name="connsiteY301" fmla="*/ 4764270 h 6858000"/>
              <a:gd name="connsiteX302" fmla="*/ 6038839 w 7467600"/>
              <a:gd name="connsiteY302" fmla="*/ 4764474 h 6858000"/>
              <a:gd name="connsiteX303" fmla="*/ 6040338 w 7467600"/>
              <a:gd name="connsiteY303" fmla="*/ 4771418 h 6858000"/>
              <a:gd name="connsiteX304" fmla="*/ 6024488 w 7467600"/>
              <a:gd name="connsiteY304" fmla="*/ 4809903 h 6858000"/>
              <a:gd name="connsiteX305" fmla="*/ 5599771 w 7467600"/>
              <a:gd name="connsiteY305" fmla="*/ 5509652 h 6858000"/>
              <a:gd name="connsiteX306" fmla="*/ 5548843 w 7467600"/>
              <a:gd name="connsiteY306" fmla="*/ 5563845 h 6858000"/>
              <a:gd name="connsiteX307" fmla="*/ 5940952 w 7467600"/>
              <a:gd name="connsiteY307" fmla="*/ 6250028 h 6858000"/>
              <a:gd name="connsiteX308" fmla="*/ 6043441 w 7467600"/>
              <a:gd name="connsiteY308" fmla="*/ 6665847 h 6858000"/>
              <a:gd name="connsiteX309" fmla="*/ 6093432 w 7467600"/>
              <a:gd name="connsiteY309" fmla="*/ 6858000 h 6858000"/>
              <a:gd name="connsiteX310" fmla="*/ 6034344 w 7467600"/>
              <a:gd name="connsiteY310" fmla="*/ 6858000 h 6858000"/>
              <a:gd name="connsiteX311" fmla="*/ 6026679 w 7467600"/>
              <a:gd name="connsiteY311" fmla="*/ 6836959 h 6858000"/>
              <a:gd name="connsiteX312" fmla="*/ 5800441 w 7467600"/>
              <a:gd name="connsiteY312" fmla="*/ 6335286 h 6858000"/>
              <a:gd name="connsiteX313" fmla="*/ 5526562 w 7467600"/>
              <a:gd name="connsiteY313" fmla="*/ 5705388 h 6858000"/>
              <a:gd name="connsiteX314" fmla="*/ 5519640 w 7467600"/>
              <a:gd name="connsiteY314" fmla="*/ 5683774 h 6858000"/>
              <a:gd name="connsiteX315" fmla="*/ 5844559 w 7467600"/>
              <a:gd name="connsiteY315" fmla="*/ 6553349 h 6858000"/>
              <a:gd name="connsiteX316" fmla="*/ 5975994 w 7467600"/>
              <a:gd name="connsiteY316" fmla="*/ 6858000 h 6858000"/>
              <a:gd name="connsiteX317" fmla="*/ 5898547 w 7467600"/>
              <a:gd name="connsiteY317" fmla="*/ 6858000 h 6858000"/>
              <a:gd name="connsiteX318" fmla="*/ 5682041 w 7467600"/>
              <a:gd name="connsiteY318" fmla="*/ 6355860 h 6858000"/>
              <a:gd name="connsiteX319" fmla="*/ 5461758 w 7467600"/>
              <a:gd name="connsiteY319" fmla="*/ 5820220 h 6858000"/>
              <a:gd name="connsiteX320" fmla="*/ 5237282 w 7467600"/>
              <a:gd name="connsiteY320" fmla="*/ 6579086 h 6858000"/>
              <a:gd name="connsiteX321" fmla="*/ 5115009 w 7467600"/>
              <a:gd name="connsiteY321" fmla="*/ 6858000 h 6858000"/>
              <a:gd name="connsiteX322" fmla="*/ 5028074 w 7467600"/>
              <a:gd name="connsiteY322" fmla="*/ 6858000 h 6858000"/>
              <a:gd name="connsiteX323" fmla="*/ 5079508 w 7467600"/>
              <a:gd name="connsiteY323" fmla="*/ 6749074 h 6858000"/>
              <a:gd name="connsiteX324" fmla="*/ 5371846 w 7467600"/>
              <a:gd name="connsiteY324" fmla="*/ 5924413 h 6858000"/>
              <a:gd name="connsiteX325" fmla="*/ 5270512 w 7467600"/>
              <a:gd name="connsiteY325" fmla="*/ 6138975 h 6858000"/>
              <a:gd name="connsiteX326" fmla="*/ 5062409 w 7467600"/>
              <a:gd name="connsiteY326" fmla="*/ 6653544 h 6858000"/>
              <a:gd name="connsiteX327" fmla="*/ 5036628 w 7467600"/>
              <a:gd name="connsiteY327" fmla="*/ 6754247 h 6858000"/>
              <a:gd name="connsiteX328" fmla="*/ 5009112 w 7467600"/>
              <a:gd name="connsiteY328" fmla="*/ 6858000 h 6858000"/>
              <a:gd name="connsiteX329" fmla="*/ 4976679 w 7467600"/>
              <a:gd name="connsiteY329" fmla="*/ 6858000 h 6858000"/>
              <a:gd name="connsiteX330" fmla="*/ 5006537 w 7467600"/>
              <a:gd name="connsiteY330" fmla="*/ 6747068 h 6858000"/>
              <a:gd name="connsiteX331" fmla="*/ 5032723 w 7467600"/>
              <a:gd name="connsiteY331" fmla="*/ 6644957 h 6858000"/>
              <a:gd name="connsiteX332" fmla="*/ 5242949 w 7467600"/>
              <a:gd name="connsiteY332" fmla="*/ 6125175 h 6858000"/>
              <a:gd name="connsiteX333" fmla="*/ 5286321 w 7467600"/>
              <a:gd name="connsiteY333" fmla="*/ 6033555 h 6858000"/>
              <a:gd name="connsiteX334" fmla="*/ 5008210 w 7467600"/>
              <a:gd name="connsiteY334" fmla="*/ 6649194 h 6858000"/>
              <a:gd name="connsiteX335" fmla="*/ 4986321 w 7467600"/>
              <a:gd name="connsiteY335" fmla="*/ 6765687 h 6858000"/>
              <a:gd name="connsiteX336" fmla="*/ 4973474 w 7467600"/>
              <a:gd name="connsiteY336" fmla="*/ 6858000 h 6858000"/>
              <a:gd name="connsiteX337" fmla="*/ 4907178 w 7467600"/>
              <a:gd name="connsiteY337" fmla="*/ 6858000 h 6858000"/>
              <a:gd name="connsiteX338" fmla="*/ 4910810 w 7467600"/>
              <a:gd name="connsiteY338" fmla="*/ 6829660 h 6858000"/>
              <a:gd name="connsiteX339" fmla="*/ 4987461 w 7467600"/>
              <a:gd name="connsiteY339" fmla="*/ 6432994 h 6858000"/>
              <a:gd name="connsiteX340" fmla="*/ 5179262 w 7467600"/>
              <a:gd name="connsiteY340" fmla="*/ 6035044 h 6858000"/>
              <a:gd name="connsiteX341" fmla="*/ 4689678 w 7467600"/>
              <a:gd name="connsiteY341" fmla="*/ 6440241 h 6858000"/>
              <a:gd name="connsiteX342" fmla="*/ 4477543 w 7467600"/>
              <a:gd name="connsiteY342" fmla="*/ 6674836 h 6858000"/>
              <a:gd name="connsiteX343" fmla="*/ 4329957 w 7467600"/>
              <a:gd name="connsiteY343" fmla="*/ 6858000 h 6858000"/>
              <a:gd name="connsiteX344" fmla="*/ 4218595 w 7467600"/>
              <a:gd name="connsiteY344" fmla="*/ 6858000 h 6858000"/>
              <a:gd name="connsiteX345" fmla="*/ 4368888 w 7467600"/>
              <a:gd name="connsiteY345" fmla="*/ 6668412 h 6858000"/>
              <a:gd name="connsiteX346" fmla="*/ 4563091 w 7467600"/>
              <a:gd name="connsiteY346" fmla="*/ 6442508 h 6858000"/>
              <a:gd name="connsiteX347" fmla="*/ 5387324 w 7467600"/>
              <a:gd name="connsiteY347" fmla="*/ 5705830 h 6858000"/>
              <a:gd name="connsiteX348" fmla="*/ 5073620 w 7467600"/>
              <a:gd name="connsiteY348" fmla="*/ 5955437 h 6858000"/>
              <a:gd name="connsiteX349" fmla="*/ 4689789 w 7467600"/>
              <a:gd name="connsiteY349" fmla="*/ 6268382 h 6858000"/>
              <a:gd name="connsiteX350" fmla="*/ 4418722 w 7467600"/>
              <a:gd name="connsiteY350" fmla="*/ 6570886 h 6858000"/>
              <a:gd name="connsiteX351" fmla="*/ 4214944 w 7467600"/>
              <a:gd name="connsiteY351" fmla="*/ 6858000 h 6858000"/>
              <a:gd name="connsiteX352" fmla="*/ 4177898 w 7467600"/>
              <a:gd name="connsiteY352" fmla="*/ 6858000 h 6858000"/>
              <a:gd name="connsiteX353" fmla="*/ 4391597 w 7467600"/>
              <a:gd name="connsiteY353" fmla="*/ 6556370 h 6858000"/>
              <a:gd name="connsiteX354" fmla="*/ 4668889 w 7467600"/>
              <a:gd name="connsiteY354" fmla="*/ 6246399 h 6858000"/>
              <a:gd name="connsiteX355" fmla="*/ 5055427 w 7467600"/>
              <a:gd name="connsiteY355" fmla="*/ 5931476 h 6858000"/>
              <a:gd name="connsiteX356" fmla="*/ 5371814 w 7467600"/>
              <a:gd name="connsiteY356" fmla="*/ 5678975 h 6858000"/>
              <a:gd name="connsiteX357" fmla="*/ 4987918 w 7467600"/>
              <a:gd name="connsiteY357" fmla="*/ 5838701 h 6858000"/>
              <a:gd name="connsiteX358" fmla="*/ 4317146 w 7467600"/>
              <a:gd name="connsiteY358" fmla="*/ 6587716 h 6858000"/>
              <a:gd name="connsiteX359" fmla="*/ 4171627 w 7467600"/>
              <a:gd name="connsiteY359" fmla="*/ 6858000 h 6858000"/>
              <a:gd name="connsiteX360" fmla="*/ 4081585 w 7467600"/>
              <a:gd name="connsiteY360" fmla="*/ 6858000 h 6858000"/>
              <a:gd name="connsiteX361" fmla="*/ 4238603 w 7467600"/>
              <a:gd name="connsiteY361" fmla="*/ 6559341 h 6858000"/>
              <a:gd name="connsiteX362" fmla="*/ 4778333 w 7467600"/>
              <a:gd name="connsiteY362" fmla="*/ 5873626 h 6858000"/>
              <a:gd name="connsiteX363" fmla="*/ 5414185 w 7467600"/>
              <a:gd name="connsiteY363" fmla="*/ 5573882 h 6858000"/>
              <a:gd name="connsiteX364" fmla="*/ 5959648 w 7467600"/>
              <a:gd name="connsiteY364" fmla="*/ 4760797 h 6858000"/>
              <a:gd name="connsiteX365" fmla="*/ 5355019 w 7467600"/>
              <a:gd name="connsiteY365" fmla="*/ 4734672 h 6858000"/>
              <a:gd name="connsiteX366" fmla="*/ 5083565 w 7467600"/>
              <a:gd name="connsiteY366" fmla="*/ 5179121 h 6858000"/>
              <a:gd name="connsiteX367" fmla="*/ 4713577 w 7467600"/>
              <a:gd name="connsiteY367" fmla="*/ 5616803 h 6858000"/>
              <a:gd name="connsiteX368" fmla="*/ 3989559 w 7467600"/>
              <a:gd name="connsiteY368" fmla="*/ 6145945 h 6858000"/>
              <a:gd name="connsiteX369" fmla="*/ 3939824 w 7467600"/>
              <a:gd name="connsiteY369" fmla="*/ 6066900 h 6858000"/>
              <a:gd name="connsiteX370" fmla="*/ 4584537 w 7467600"/>
              <a:gd name="connsiteY370" fmla="*/ 5324826 h 6858000"/>
              <a:gd name="connsiteX371" fmla="*/ 5037105 w 7467600"/>
              <a:gd name="connsiteY371" fmla="*/ 5088765 h 6858000"/>
              <a:gd name="connsiteX372" fmla="*/ 5039930 w 7467600"/>
              <a:gd name="connsiteY372" fmla="*/ 5089585 h 6858000"/>
              <a:gd name="connsiteX373" fmla="*/ 5263764 w 7467600"/>
              <a:gd name="connsiteY373" fmla="*/ 4735525 h 6858000"/>
              <a:gd name="connsiteX374" fmla="*/ 4086300 w 7467600"/>
              <a:gd name="connsiteY374" fmla="*/ 4884599 h 6858000"/>
              <a:gd name="connsiteX375" fmla="*/ 4085485 w 7467600"/>
              <a:gd name="connsiteY375" fmla="*/ 4899070 h 6858000"/>
              <a:gd name="connsiteX376" fmla="*/ 3871915 w 7467600"/>
              <a:gd name="connsiteY376" fmla="*/ 5253645 h 6858000"/>
              <a:gd name="connsiteX377" fmla="*/ 3799374 w 7467600"/>
              <a:gd name="connsiteY377" fmla="*/ 5466127 h 6858000"/>
              <a:gd name="connsiteX378" fmla="*/ 3498850 w 7467600"/>
              <a:gd name="connsiteY378" fmla="*/ 6661888 h 6858000"/>
              <a:gd name="connsiteX379" fmla="*/ 3399216 w 7467600"/>
              <a:gd name="connsiteY379" fmla="*/ 6858000 h 6858000"/>
              <a:gd name="connsiteX380" fmla="*/ 3303688 w 7467600"/>
              <a:gd name="connsiteY380" fmla="*/ 6858000 h 6858000"/>
              <a:gd name="connsiteX381" fmla="*/ 3391774 w 7467600"/>
              <a:gd name="connsiteY381" fmla="*/ 6697181 h 6858000"/>
              <a:gd name="connsiteX382" fmla="*/ 3735540 w 7467600"/>
              <a:gd name="connsiteY382" fmla="*/ 5546923 h 6858000"/>
              <a:gd name="connsiteX383" fmla="*/ 3729438 w 7467600"/>
              <a:gd name="connsiteY383" fmla="*/ 5569058 h 6858000"/>
              <a:gd name="connsiteX384" fmla="*/ 3707782 w 7467600"/>
              <a:gd name="connsiteY384" fmla="*/ 5644908 h 6858000"/>
              <a:gd name="connsiteX385" fmla="*/ 3583827 w 7467600"/>
              <a:gd name="connsiteY385" fmla="*/ 6039215 h 6858000"/>
              <a:gd name="connsiteX386" fmla="*/ 3547861 w 7467600"/>
              <a:gd name="connsiteY386" fmla="*/ 6129609 h 6858000"/>
              <a:gd name="connsiteX387" fmla="*/ 3490905 w 7467600"/>
              <a:gd name="connsiteY387" fmla="*/ 6277660 h 6858000"/>
              <a:gd name="connsiteX388" fmla="*/ 3455859 w 7467600"/>
              <a:gd name="connsiteY388" fmla="*/ 6391301 h 6858000"/>
              <a:gd name="connsiteX389" fmla="*/ 3429112 w 7467600"/>
              <a:gd name="connsiteY389" fmla="*/ 6479469 h 6858000"/>
              <a:gd name="connsiteX390" fmla="*/ 3304862 w 7467600"/>
              <a:gd name="connsiteY390" fmla="*/ 6796476 h 6858000"/>
              <a:gd name="connsiteX391" fmla="*/ 3276071 w 7467600"/>
              <a:gd name="connsiteY391" fmla="*/ 6858000 h 6858000"/>
              <a:gd name="connsiteX392" fmla="*/ 3240805 w 7467600"/>
              <a:gd name="connsiteY392" fmla="*/ 6858000 h 6858000"/>
              <a:gd name="connsiteX393" fmla="*/ 3275917 w 7467600"/>
              <a:gd name="connsiteY393" fmla="*/ 6783192 h 6858000"/>
              <a:gd name="connsiteX394" fmla="*/ 3399358 w 7467600"/>
              <a:gd name="connsiteY394" fmla="*/ 6469011 h 6858000"/>
              <a:gd name="connsiteX395" fmla="*/ 3425650 w 7467600"/>
              <a:gd name="connsiteY395" fmla="*/ 6381333 h 6858000"/>
              <a:gd name="connsiteX396" fmla="*/ 3460661 w 7467600"/>
              <a:gd name="connsiteY396" fmla="*/ 6266763 h 6858000"/>
              <a:gd name="connsiteX397" fmla="*/ 3518021 w 7467600"/>
              <a:gd name="connsiteY397" fmla="*/ 6117298 h 6858000"/>
              <a:gd name="connsiteX398" fmla="*/ 3554035 w 7467600"/>
              <a:gd name="connsiteY398" fmla="*/ 6027832 h 6858000"/>
              <a:gd name="connsiteX399" fmla="*/ 3677174 w 7467600"/>
              <a:gd name="connsiteY399" fmla="*/ 5636351 h 6858000"/>
              <a:gd name="connsiteX400" fmla="*/ 3698819 w 7467600"/>
              <a:gd name="connsiteY400" fmla="*/ 5560503 h 6858000"/>
              <a:gd name="connsiteX401" fmla="*/ 3702094 w 7467600"/>
              <a:gd name="connsiteY401" fmla="*/ 5549194 h 6858000"/>
              <a:gd name="connsiteX402" fmla="*/ 3398355 w 7467600"/>
              <a:gd name="connsiteY402" fmla="*/ 6094603 h 6858000"/>
              <a:gd name="connsiteX403" fmla="*/ 3193941 w 7467600"/>
              <a:gd name="connsiteY403" fmla="*/ 6798775 h 6858000"/>
              <a:gd name="connsiteX404" fmla="*/ 3184140 w 7467600"/>
              <a:gd name="connsiteY404" fmla="*/ 6858000 h 6858000"/>
              <a:gd name="connsiteX405" fmla="*/ 3099978 w 7467600"/>
              <a:gd name="connsiteY405" fmla="*/ 6858000 h 6858000"/>
              <a:gd name="connsiteX406" fmla="*/ 3101556 w 7467600"/>
              <a:gd name="connsiteY406" fmla="*/ 6843337 h 6858000"/>
              <a:gd name="connsiteX407" fmla="*/ 3370162 w 7467600"/>
              <a:gd name="connsiteY407" fmla="*/ 5785550 h 6858000"/>
              <a:gd name="connsiteX408" fmla="*/ 3746477 w 7467600"/>
              <a:gd name="connsiteY408" fmla="*/ 5377889 h 6858000"/>
              <a:gd name="connsiteX409" fmla="*/ 3863399 w 7467600"/>
              <a:gd name="connsiteY409" fmla="*/ 5087257 h 6858000"/>
              <a:gd name="connsiteX410" fmla="*/ 3968712 w 7467600"/>
              <a:gd name="connsiteY410" fmla="*/ 4913989 h 6858000"/>
              <a:gd name="connsiteX411" fmla="*/ 2792390 w 7467600"/>
              <a:gd name="connsiteY411" fmla="*/ 5382974 h 6858000"/>
              <a:gd name="connsiteX412" fmla="*/ 2714982 w 7467600"/>
              <a:gd name="connsiteY412" fmla="*/ 5427051 h 6858000"/>
              <a:gd name="connsiteX413" fmla="*/ 2813361 w 7467600"/>
              <a:gd name="connsiteY413" fmla="*/ 6023912 h 6858000"/>
              <a:gd name="connsiteX414" fmla="*/ 2688430 w 7467600"/>
              <a:gd name="connsiteY414" fmla="*/ 6801564 h 6858000"/>
              <a:gd name="connsiteX415" fmla="*/ 2629626 w 7467600"/>
              <a:gd name="connsiteY415" fmla="*/ 6763394 h 6858000"/>
              <a:gd name="connsiteX416" fmla="*/ 2565328 w 7467600"/>
              <a:gd name="connsiteY416" fmla="*/ 5516399 h 6858000"/>
              <a:gd name="connsiteX417" fmla="*/ 1922999 w 7467600"/>
              <a:gd name="connsiteY417" fmla="*/ 5980343 h 6858000"/>
              <a:gd name="connsiteX418" fmla="*/ 1950261 w 7467600"/>
              <a:gd name="connsiteY418" fmla="*/ 6405858 h 6858000"/>
              <a:gd name="connsiteX419" fmla="*/ 2365554 w 7467600"/>
              <a:gd name="connsiteY419" fmla="*/ 6759107 h 6858000"/>
              <a:gd name="connsiteX420" fmla="*/ 2424142 w 7467600"/>
              <a:gd name="connsiteY420" fmla="*/ 6858000 h 6858000"/>
              <a:gd name="connsiteX421" fmla="*/ 2395994 w 7467600"/>
              <a:gd name="connsiteY421" fmla="*/ 6858000 h 6858000"/>
              <a:gd name="connsiteX422" fmla="*/ 2392863 w 7467600"/>
              <a:gd name="connsiteY422" fmla="*/ 6852964 h 6858000"/>
              <a:gd name="connsiteX423" fmla="*/ 2017589 w 7467600"/>
              <a:gd name="connsiteY423" fmla="*/ 6493982 h 6858000"/>
              <a:gd name="connsiteX424" fmla="*/ 2147336 w 7467600"/>
              <a:gd name="connsiteY424" fmla="*/ 6594052 h 6858000"/>
              <a:gd name="connsiteX425" fmla="*/ 2207047 w 7467600"/>
              <a:gd name="connsiteY425" fmla="*/ 6654540 h 6858000"/>
              <a:gd name="connsiteX426" fmla="*/ 2299106 w 7467600"/>
              <a:gd name="connsiteY426" fmla="*/ 6778931 h 6858000"/>
              <a:gd name="connsiteX427" fmla="*/ 2314430 w 7467600"/>
              <a:gd name="connsiteY427" fmla="*/ 6801144 h 6858000"/>
              <a:gd name="connsiteX428" fmla="*/ 2352406 w 7467600"/>
              <a:gd name="connsiteY428" fmla="*/ 6858000 h 6858000"/>
              <a:gd name="connsiteX429" fmla="*/ 2314492 w 7467600"/>
              <a:gd name="connsiteY429" fmla="*/ 6858000 h 6858000"/>
              <a:gd name="connsiteX430" fmla="*/ 2288095 w 7467600"/>
              <a:gd name="connsiteY430" fmla="*/ 6818030 h 6858000"/>
              <a:gd name="connsiteX431" fmla="*/ 2272768 w 7467600"/>
              <a:gd name="connsiteY431" fmla="*/ 6795822 h 6858000"/>
              <a:gd name="connsiteX432" fmla="*/ 2182715 w 7467600"/>
              <a:gd name="connsiteY432" fmla="*/ 6675071 h 6858000"/>
              <a:gd name="connsiteX433" fmla="*/ 2032061 w 7467600"/>
              <a:gd name="connsiteY433" fmla="*/ 6541380 h 6858000"/>
              <a:gd name="connsiteX434" fmla="*/ 2257220 w 7467600"/>
              <a:gd name="connsiteY434" fmla="*/ 6826257 h 6858000"/>
              <a:gd name="connsiteX435" fmla="*/ 2281324 w 7467600"/>
              <a:gd name="connsiteY435" fmla="*/ 6858000 h 6858000"/>
              <a:gd name="connsiteX436" fmla="*/ 2242860 w 7467600"/>
              <a:gd name="connsiteY436" fmla="*/ 6858000 h 6858000"/>
              <a:gd name="connsiteX437" fmla="*/ 2232818 w 7467600"/>
              <a:gd name="connsiteY437" fmla="*/ 6844926 h 6858000"/>
              <a:gd name="connsiteX438" fmla="*/ 1990172 w 7467600"/>
              <a:gd name="connsiteY438" fmla="*/ 6542121 h 6858000"/>
              <a:gd name="connsiteX439" fmla="*/ 2124090 w 7467600"/>
              <a:gd name="connsiteY439" fmla="*/ 6761017 h 6858000"/>
              <a:gd name="connsiteX440" fmla="*/ 2200380 w 7467600"/>
              <a:gd name="connsiteY440" fmla="*/ 6858000 h 6858000"/>
              <a:gd name="connsiteX441" fmla="*/ 2147507 w 7467600"/>
              <a:gd name="connsiteY441" fmla="*/ 6858000 h 6858000"/>
              <a:gd name="connsiteX442" fmla="*/ 2070668 w 7467600"/>
              <a:gd name="connsiteY442" fmla="*/ 6761520 h 6858000"/>
              <a:gd name="connsiteX443" fmla="*/ 1975142 w 7467600"/>
              <a:gd name="connsiteY443" fmla="*/ 6585570 h 6858000"/>
              <a:gd name="connsiteX444" fmla="*/ 2050035 w 7467600"/>
              <a:gd name="connsiteY444" fmla="*/ 6813345 h 6858000"/>
              <a:gd name="connsiteX445" fmla="*/ 2063025 w 7467600"/>
              <a:gd name="connsiteY445" fmla="*/ 6858000 h 6858000"/>
              <a:gd name="connsiteX446" fmla="*/ 2021675 w 7467600"/>
              <a:gd name="connsiteY446" fmla="*/ 6858000 h 6858000"/>
              <a:gd name="connsiteX447" fmla="*/ 2019308 w 7467600"/>
              <a:gd name="connsiteY447" fmla="*/ 6847118 h 6858000"/>
              <a:gd name="connsiteX448" fmla="*/ 1938835 w 7467600"/>
              <a:gd name="connsiteY448" fmla="*/ 6551160 h 6858000"/>
              <a:gd name="connsiteX449" fmla="*/ 1953230 w 7467600"/>
              <a:gd name="connsiteY449" fmla="*/ 6759699 h 6858000"/>
              <a:gd name="connsiteX450" fmla="*/ 1956763 w 7467600"/>
              <a:gd name="connsiteY450" fmla="*/ 6778191 h 6858000"/>
              <a:gd name="connsiteX451" fmla="*/ 1967925 w 7467600"/>
              <a:gd name="connsiteY451" fmla="*/ 6858000 h 6858000"/>
              <a:gd name="connsiteX452" fmla="*/ 1936622 w 7467600"/>
              <a:gd name="connsiteY452" fmla="*/ 6858000 h 6858000"/>
              <a:gd name="connsiteX453" fmla="*/ 1926261 w 7467600"/>
              <a:gd name="connsiteY453" fmla="*/ 6784064 h 6858000"/>
              <a:gd name="connsiteX454" fmla="*/ 1922724 w 7467600"/>
              <a:gd name="connsiteY454" fmla="*/ 6765577 h 6858000"/>
              <a:gd name="connsiteX455" fmla="*/ 1904650 w 7467600"/>
              <a:gd name="connsiteY455" fmla="*/ 6639616 h 6858000"/>
              <a:gd name="connsiteX456" fmla="*/ 1885273 w 7467600"/>
              <a:gd name="connsiteY456" fmla="*/ 6858000 h 6858000"/>
              <a:gd name="connsiteX457" fmla="*/ 1854363 w 7467600"/>
              <a:gd name="connsiteY457" fmla="*/ 6858000 h 6858000"/>
              <a:gd name="connsiteX458" fmla="*/ 1880391 w 7467600"/>
              <a:gd name="connsiteY458" fmla="*/ 6603796 h 6858000"/>
              <a:gd name="connsiteX459" fmla="*/ 1818273 w 7467600"/>
              <a:gd name="connsiteY459" fmla="*/ 6715729 h 6858000"/>
              <a:gd name="connsiteX460" fmla="*/ 1794691 w 7467600"/>
              <a:gd name="connsiteY460" fmla="*/ 6843239 h 6858000"/>
              <a:gd name="connsiteX461" fmla="*/ 1794914 w 7467600"/>
              <a:gd name="connsiteY461" fmla="*/ 6858000 h 6858000"/>
              <a:gd name="connsiteX462" fmla="*/ 1746128 w 7467600"/>
              <a:gd name="connsiteY462" fmla="*/ 6858000 h 6858000"/>
              <a:gd name="connsiteX463" fmla="*/ 1753934 w 7467600"/>
              <a:gd name="connsiteY463" fmla="*/ 6724796 h 6858000"/>
              <a:gd name="connsiteX464" fmla="*/ 1792053 w 7467600"/>
              <a:gd name="connsiteY464" fmla="*/ 6572396 h 6858000"/>
              <a:gd name="connsiteX465" fmla="*/ 1862248 w 7467600"/>
              <a:gd name="connsiteY465" fmla="*/ 6266397 h 6858000"/>
              <a:gd name="connsiteX466" fmla="*/ 1862250 w 7467600"/>
              <a:gd name="connsiteY466" fmla="*/ 6033531 h 6858000"/>
              <a:gd name="connsiteX467" fmla="*/ 1211999 w 7467600"/>
              <a:gd name="connsiteY467" fmla="*/ 6683610 h 6858000"/>
              <a:gd name="connsiteX468" fmla="*/ 1213266 w 7467600"/>
              <a:gd name="connsiteY468" fmla="*/ 6691947 h 6858000"/>
              <a:gd name="connsiteX469" fmla="*/ 1203370 w 7467600"/>
              <a:gd name="connsiteY469" fmla="*/ 6850676 h 6858000"/>
              <a:gd name="connsiteX470" fmla="*/ 1203671 w 7467600"/>
              <a:gd name="connsiteY470" fmla="*/ 6858000 h 6858000"/>
              <a:gd name="connsiteX471" fmla="*/ 1143180 w 7467600"/>
              <a:gd name="connsiteY471" fmla="*/ 6858000 h 6858000"/>
              <a:gd name="connsiteX472" fmla="*/ 1142176 w 7467600"/>
              <a:gd name="connsiteY472" fmla="*/ 6766045 h 6858000"/>
              <a:gd name="connsiteX473" fmla="*/ 1067484 w 7467600"/>
              <a:gd name="connsiteY473" fmla="*/ 6858000 h 6858000"/>
              <a:gd name="connsiteX474" fmla="*/ 953928 w 7467600"/>
              <a:gd name="connsiteY474" fmla="*/ 6858000 h 6858000"/>
              <a:gd name="connsiteX475" fmla="*/ 959715 w 7467600"/>
              <a:gd name="connsiteY475" fmla="*/ 6850185 h 6858000"/>
              <a:gd name="connsiteX476" fmla="*/ 1483788 w 7467600"/>
              <a:gd name="connsiteY476" fmla="*/ 6259174 h 6858000"/>
              <a:gd name="connsiteX477" fmla="*/ 1100671 w 7467600"/>
              <a:gd name="connsiteY477" fmla="*/ 6252137 h 6858000"/>
              <a:gd name="connsiteX478" fmla="*/ 1090144 w 7467600"/>
              <a:gd name="connsiteY478" fmla="*/ 6256748 h 6858000"/>
              <a:gd name="connsiteX479" fmla="*/ 1095872 w 7467600"/>
              <a:gd name="connsiteY479" fmla="*/ 6271892 h 6858000"/>
              <a:gd name="connsiteX480" fmla="*/ 262785 w 7467600"/>
              <a:gd name="connsiteY480" fmla="*/ 6845450 h 6858000"/>
              <a:gd name="connsiteX481" fmla="*/ 209968 w 7467600"/>
              <a:gd name="connsiteY481" fmla="*/ 6770713 h 6858000"/>
              <a:gd name="connsiteX482" fmla="*/ 873460 w 7467600"/>
              <a:gd name="connsiteY482" fmla="*/ 6253768 h 6858000"/>
              <a:gd name="connsiteX483" fmla="*/ 192686 w 7467600"/>
              <a:gd name="connsiteY483" fmla="*/ 5849257 h 6858000"/>
              <a:gd name="connsiteX484" fmla="*/ 4696 w 7467600"/>
              <a:gd name="connsiteY484" fmla="*/ 5697668 h 6858000"/>
              <a:gd name="connsiteX485" fmla="*/ 0 w 7467600"/>
              <a:gd name="connsiteY485" fmla="*/ 5689984 h 6858000"/>
              <a:gd name="connsiteX486" fmla="*/ 0 w 7467600"/>
              <a:gd name="connsiteY486" fmla="*/ 5513472 h 6858000"/>
              <a:gd name="connsiteX487" fmla="*/ 174101 w 7467600"/>
              <a:gd name="connsiteY487" fmla="*/ 5620277 h 6858000"/>
              <a:gd name="connsiteX488" fmla="*/ 891800 w 7467600"/>
              <a:gd name="connsiteY488" fmla="*/ 6036935 h 6858000"/>
              <a:gd name="connsiteX489" fmla="*/ 1072219 w 7467600"/>
              <a:gd name="connsiteY489" fmla="*/ 6169443 h 6858000"/>
              <a:gd name="connsiteX490" fmla="*/ 1074117 w 7467600"/>
              <a:gd name="connsiteY490" fmla="*/ 6170301 h 6858000"/>
              <a:gd name="connsiteX491" fmla="*/ 1083114 w 7467600"/>
              <a:gd name="connsiteY491" fmla="*/ 6174131 h 6858000"/>
              <a:gd name="connsiteX492" fmla="*/ 1543010 w 7467600"/>
              <a:gd name="connsiteY492" fmla="*/ 6191140 h 6858000"/>
              <a:gd name="connsiteX493" fmla="*/ 1551080 w 7467600"/>
              <a:gd name="connsiteY493" fmla="*/ 6195006 h 6858000"/>
              <a:gd name="connsiteX494" fmla="*/ 2345443 w 7467600"/>
              <a:gd name="connsiteY494" fmla="*/ 5549882 h 6858000"/>
              <a:gd name="connsiteX495" fmla="*/ 1721499 w 7467600"/>
              <a:gd name="connsiteY495" fmla="*/ 5599969 h 6858000"/>
              <a:gd name="connsiteX496" fmla="*/ 767716 w 7467600"/>
              <a:gd name="connsiteY496" fmla="*/ 5472768 h 6858000"/>
              <a:gd name="connsiteX497" fmla="*/ 722147 w 7467600"/>
              <a:gd name="connsiteY497" fmla="*/ 5393091 h 6858000"/>
              <a:gd name="connsiteX498" fmla="*/ 1485552 w 7467600"/>
              <a:gd name="connsiteY498" fmla="*/ 5313202 h 6858000"/>
              <a:gd name="connsiteX499" fmla="*/ 2143004 w 7467600"/>
              <a:gd name="connsiteY499" fmla="*/ 5402420 h 6858000"/>
              <a:gd name="connsiteX500" fmla="*/ 1933391 w 7467600"/>
              <a:gd name="connsiteY500" fmla="*/ 5156971 h 6858000"/>
              <a:gd name="connsiteX501" fmla="*/ 1827118 w 7467600"/>
              <a:gd name="connsiteY501" fmla="*/ 4968410 h 6858000"/>
              <a:gd name="connsiteX502" fmla="*/ 1837349 w 7467600"/>
              <a:gd name="connsiteY502" fmla="*/ 4956357 h 6858000"/>
              <a:gd name="connsiteX503" fmla="*/ 2162835 w 7467600"/>
              <a:gd name="connsiteY503" fmla="*/ 5187853 h 6858000"/>
              <a:gd name="connsiteX504" fmla="*/ 2257167 w 7467600"/>
              <a:gd name="connsiteY504" fmla="*/ 5462123 h 6858000"/>
              <a:gd name="connsiteX505" fmla="*/ 2261598 w 7467600"/>
              <a:gd name="connsiteY505" fmla="*/ 5467998 h 6858000"/>
              <a:gd name="connsiteX506" fmla="*/ 2437177 w 7467600"/>
              <a:gd name="connsiteY506" fmla="*/ 5479608 h 6858000"/>
              <a:gd name="connsiteX507" fmla="*/ 2445247 w 7467600"/>
              <a:gd name="connsiteY507" fmla="*/ 5483476 h 6858000"/>
              <a:gd name="connsiteX508" fmla="*/ 2743626 w 7467600"/>
              <a:gd name="connsiteY508" fmla="*/ 5304819 h 6858000"/>
              <a:gd name="connsiteX509" fmla="*/ 3048102 w 7467600"/>
              <a:gd name="connsiteY509" fmla="*/ 5150595 h 6858000"/>
              <a:gd name="connsiteX510" fmla="*/ 1799414 w 7467600"/>
              <a:gd name="connsiteY510" fmla="*/ 4694732 h 6858000"/>
              <a:gd name="connsiteX511" fmla="*/ 1771735 w 7467600"/>
              <a:gd name="connsiteY511" fmla="*/ 4619929 h 6858000"/>
              <a:gd name="connsiteX512" fmla="*/ 3104273 w 7467600"/>
              <a:gd name="connsiteY512" fmla="*/ 5076159 h 6858000"/>
              <a:gd name="connsiteX513" fmla="*/ 3113245 w 7467600"/>
              <a:gd name="connsiteY513" fmla="*/ 5090705 h 6858000"/>
              <a:gd name="connsiteX514" fmla="*/ 3126294 w 7467600"/>
              <a:gd name="connsiteY514" fmla="*/ 5114400 h 6858000"/>
              <a:gd name="connsiteX515" fmla="*/ 3937433 w 7467600"/>
              <a:gd name="connsiteY515" fmla="*/ 4830473 h 6858000"/>
              <a:gd name="connsiteX516" fmla="*/ 3590475 w 7467600"/>
              <a:gd name="connsiteY516" fmla="*/ 4597974 h 6858000"/>
              <a:gd name="connsiteX517" fmla="*/ 3100264 w 7467600"/>
              <a:gd name="connsiteY517" fmla="*/ 4579845 h 6858000"/>
              <a:gd name="connsiteX518" fmla="*/ 2183576 w 7467600"/>
              <a:gd name="connsiteY518" fmla="*/ 4227150 h 6858000"/>
              <a:gd name="connsiteX519" fmla="*/ 2151029 w 7467600"/>
              <a:gd name="connsiteY519" fmla="*/ 4146947 h 6858000"/>
              <a:gd name="connsiteX520" fmla="*/ 3563434 w 7467600"/>
              <a:gd name="connsiteY520" fmla="*/ 4469115 h 6858000"/>
              <a:gd name="connsiteX521" fmla="*/ 3177952 w 7467600"/>
              <a:gd name="connsiteY521" fmla="*/ 3657386 h 6858000"/>
              <a:gd name="connsiteX522" fmla="*/ 3189263 w 7467600"/>
              <a:gd name="connsiteY522" fmla="*/ 3625726 h 6858000"/>
              <a:gd name="connsiteX523" fmla="*/ 3560912 w 7467600"/>
              <a:gd name="connsiteY523" fmla="*/ 4079863 h 6858000"/>
              <a:gd name="connsiteX524" fmla="*/ 3626636 w 7467600"/>
              <a:gd name="connsiteY524" fmla="*/ 4512230 h 6858000"/>
              <a:gd name="connsiteX525" fmla="*/ 3653088 w 7467600"/>
              <a:gd name="connsiteY525" fmla="*/ 4521417 h 6858000"/>
              <a:gd name="connsiteX526" fmla="*/ 3988128 w 7467600"/>
              <a:gd name="connsiteY526" fmla="*/ 4817267 h 6858000"/>
              <a:gd name="connsiteX527" fmla="*/ 4830582 w 7467600"/>
              <a:gd name="connsiteY527" fmla="*/ 4676000 h 6858000"/>
              <a:gd name="connsiteX528" fmla="*/ 4830100 w 7467600"/>
              <a:gd name="connsiteY528" fmla="*/ 4675554 h 6858000"/>
              <a:gd name="connsiteX529" fmla="*/ 4036318 w 7467600"/>
              <a:gd name="connsiteY529" fmla="*/ 4147013 h 6858000"/>
              <a:gd name="connsiteX530" fmla="*/ 3432098 w 7467600"/>
              <a:gd name="connsiteY530" fmla="*/ 3537312 h 6858000"/>
              <a:gd name="connsiteX531" fmla="*/ 3446761 w 7467600"/>
              <a:gd name="connsiteY531" fmla="*/ 3461278 h 6858000"/>
              <a:gd name="connsiteX532" fmla="*/ 4419733 w 7467600"/>
              <a:gd name="connsiteY532" fmla="*/ 3963555 h 6858000"/>
              <a:gd name="connsiteX533" fmla="*/ 4781371 w 7467600"/>
              <a:gd name="connsiteY533" fmla="*/ 4458604 h 6858000"/>
              <a:gd name="connsiteX534" fmla="*/ 4780440 w 7467600"/>
              <a:gd name="connsiteY534" fmla="*/ 4470290 h 6858000"/>
              <a:gd name="connsiteX535" fmla="*/ 4898954 w 7467600"/>
              <a:gd name="connsiteY535" fmla="*/ 4662092 h 6858000"/>
              <a:gd name="connsiteX536" fmla="*/ 4900699 w 7467600"/>
              <a:gd name="connsiteY536" fmla="*/ 4670867 h 6858000"/>
              <a:gd name="connsiteX537" fmla="*/ 5714511 w 7467600"/>
              <a:gd name="connsiteY537" fmla="*/ 4663483 h 6858000"/>
              <a:gd name="connsiteX538" fmla="*/ 5464793 w 7467600"/>
              <a:gd name="connsiteY538" fmla="*/ 4393556 h 6858000"/>
              <a:gd name="connsiteX539" fmla="*/ 5461897 w 7467600"/>
              <a:gd name="connsiteY539" fmla="*/ 4390879 h 6858000"/>
              <a:gd name="connsiteX540" fmla="*/ 4294126 w 7467600"/>
              <a:gd name="connsiteY540" fmla="*/ 3303048 h 6858000"/>
              <a:gd name="connsiteX541" fmla="*/ 4305321 w 7467600"/>
              <a:gd name="connsiteY541" fmla="*/ 3256953 h 6858000"/>
              <a:gd name="connsiteX542" fmla="*/ 4949299 w 7467600"/>
              <a:gd name="connsiteY542" fmla="*/ 3766336 h 6858000"/>
              <a:gd name="connsiteX543" fmla="*/ 5291452 w 7467600"/>
              <a:gd name="connsiteY543" fmla="*/ 4076801 h 6858000"/>
              <a:gd name="connsiteX544" fmla="*/ 5434998 w 7467600"/>
              <a:gd name="connsiteY544" fmla="*/ 4254100 h 6858000"/>
              <a:gd name="connsiteX545" fmla="*/ 5351015 w 7467600"/>
              <a:gd name="connsiteY545" fmla="*/ 3760989 h 6858000"/>
              <a:gd name="connsiteX546" fmla="*/ 5413780 w 7467600"/>
              <a:gd name="connsiteY546" fmla="*/ 2966265 h 6858000"/>
              <a:gd name="connsiteX547" fmla="*/ 5425627 w 7467600"/>
              <a:gd name="connsiteY547" fmla="*/ 2954192 h 6858000"/>
              <a:gd name="connsiteX548" fmla="*/ 6604735 w 7467600"/>
              <a:gd name="connsiteY548" fmla="*/ 2041381 h 6858000"/>
              <a:gd name="connsiteX549" fmla="*/ 7204487 w 7467600"/>
              <a:gd name="connsiteY549" fmla="*/ 2742112 h 6858000"/>
              <a:gd name="connsiteX550" fmla="*/ 7131592 w 7467600"/>
              <a:gd name="connsiteY550" fmla="*/ 2672096 h 6858000"/>
              <a:gd name="connsiteX551" fmla="*/ 6996344 w 7467600"/>
              <a:gd name="connsiteY551" fmla="*/ 2518310 h 6858000"/>
              <a:gd name="connsiteX552" fmla="*/ 6735495 w 7467600"/>
              <a:gd name="connsiteY552" fmla="*/ 2196890 h 6858000"/>
              <a:gd name="connsiteX553" fmla="*/ 6721901 w 7467600"/>
              <a:gd name="connsiteY553" fmla="*/ 2179274 h 6858000"/>
              <a:gd name="connsiteX554" fmla="*/ 6604735 w 7467600"/>
              <a:gd name="connsiteY554" fmla="*/ 2041381 h 6858000"/>
              <a:gd name="connsiteX555" fmla="*/ 6591670 w 7467600"/>
              <a:gd name="connsiteY555" fmla="*/ 1988277 h 6858000"/>
              <a:gd name="connsiteX556" fmla="*/ 6747349 w 7467600"/>
              <a:gd name="connsiteY556" fmla="*/ 2160069 h 6858000"/>
              <a:gd name="connsiteX557" fmla="*/ 6760943 w 7467600"/>
              <a:gd name="connsiteY557" fmla="*/ 2177686 h 6858000"/>
              <a:gd name="connsiteX558" fmla="*/ 7021065 w 7467600"/>
              <a:gd name="connsiteY558" fmla="*/ 2498102 h 6858000"/>
              <a:gd name="connsiteX559" fmla="*/ 7155223 w 7467600"/>
              <a:gd name="connsiteY559" fmla="*/ 2650386 h 6858000"/>
              <a:gd name="connsiteX560" fmla="*/ 7203167 w 7467600"/>
              <a:gd name="connsiteY560" fmla="*/ 2697288 h 6858000"/>
              <a:gd name="connsiteX561" fmla="*/ 6937703 w 7467600"/>
              <a:gd name="connsiteY561" fmla="*/ 2321981 h 6858000"/>
              <a:gd name="connsiteX562" fmla="*/ 6591670 w 7467600"/>
              <a:gd name="connsiteY562" fmla="*/ 1988277 h 6858000"/>
              <a:gd name="connsiteX563" fmla="*/ 5798671 w 7467600"/>
              <a:gd name="connsiteY563" fmla="*/ 1981601 h 6858000"/>
              <a:gd name="connsiteX564" fmla="*/ 5754709 w 7467600"/>
              <a:gd name="connsiteY564" fmla="*/ 2071454 h 6858000"/>
              <a:gd name="connsiteX565" fmla="*/ 5763044 w 7467600"/>
              <a:gd name="connsiteY565" fmla="*/ 2842206 h 6858000"/>
              <a:gd name="connsiteX566" fmla="*/ 5764974 w 7467600"/>
              <a:gd name="connsiteY566" fmla="*/ 2799609 h 6858000"/>
              <a:gd name="connsiteX567" fmla="*/ 5767665 w 7467600"/>
              <a:gd name="connsiteY567" fmla="*/ 2666409 h 6858000"/>
              <a:gd name="connsiteX568" fmla="*/ 5763055 w 7467600"/>
              <a:gd name="connsiteY568" fmla="*/ 2579705 h 6858000"/>
              <a:gd name="connsiteX569" fmla="*/ 5758079 w 7467600"/>
              <a:gd name="connsiteY569" fmla="*/ 2492508 h 6858000"/>
              <a:gd name="connsiteX570" fmla="*/ 5779325 w 7467600"/>
              <a:gd name="connsiteY570" fmla="*/ 2197069 h 6858000"/>
              <a:gd name="connsiteX571" fmla="*/ 5798671 w 7467600"/>
              <a:gd name="connsiteY571" fmla="*/ 1981601 h 6858000"/>
              <a:gd name="connsiteX572" fmla="*/ 5829202 w 7467600"/>
              <a:gd name="connsiteY572" fmla="*/ 1971679 h 6858000"/>
              <a:gd name="connsiteX573" fmla="*/ 5809558 w 7467600"/>
              <a:gd name="connsiteY573" fmla="*/ 2198043 h 6858000"/>
              <a:gd name="connsiteX574" fmla="*/ 5788653 w 7467600"/>
              <a:gd name="connsiteY574" fmla="*/ 2489430 h 6858000"/>
              <a:gd name="connsiteX575" fmla="*/ 5793439 w 7467600"/>
              <a:gd name="connsiteY575" fmla="*/ 2575235 h 6858000"/>
              <a:gd name="connsiteX576" fmla="*/ 5796837 w 7467600"/>
              <a:gd name="connsiteY576" fmla="*/ 2637633 h 6858000"/>
              <a:gd name="connsiteX577" fmla="*/ 5818614 w 7467600"/>
              <a:gd name="connsiteY577" fmla="*/ 2473055 h 6858000"/>
              <a:gd name="connsiteX578" fmla="*/ 5829202 w 7467600"/>
              <a:gd name="connsiteY578" fmla="*/ 1971679 h 6858000"/>
              <a:gd name="connsiteX579" fmla="*/ 5911389 w 7467600"/>
              <a:gd name="connsiteY579" fmla="*/ 1898371 h 6858000"/>
              <a:gd name="connsiteX580" fmla="*/ 6237627 w 7467600"/>
              <a:gd name="connsiteY580" fmla="*/ 2231921 h 6858000"/>
              <a:gd name="connsiteX581" fmla="*/ 5911389 w 7467600"/>
              <a:gd name="connsiteY581" fmla="*/ 1898371 h 6858000"/>
              <a:gd name="connsiteX582" fmla="*/ 6944437 w 7467600"/>
              <a:gd name="connsiteY582" fmla="*/ 1575402 h 6858000"/>
              <a:gd name="connsiteX583" fmla="*/ 6304730 w 7467600"/>
              <a:gd name="connsiteY583" fmla="*/ 1766654 h 6858000"/>
              <a:gd name="connsiteX584" fmla="*/ 6944437 w 7467600"/>
              <a:gd name="connsiteY584" fmla="*/ 1575402 h 6858000"/>
              <a:gd name="connsiteX585" fmla="*/ 7019523 w 7467600"/>
              <a:gd name="connsiteY585" fmla="*/ 1519450 h 6858000"/>
              <a:gd name="connsiteX586" fmla="*/ 6298091 w 7467600"/>
              <a:gd name="connsiteY586" fmla="*/ 1737122 h 6858000"/>
              <a:gd name="connsiteX587" fmla="*/ 7019523 w 7467600"/>
              <a:gd name="connsiteY587" fmla="*/ 1519450 h 6858000"/>
              <a:gd name="connsiteX588" fmla="*/ 2399523 w 7467600"/>
              <a:gd name="connsiteY588" fmla="*/ 1428234 h 6858000"/>
              <a:gd name="connsiteX589" fmla="*/ 2224982 w 7467600"/>
              <a:gd name="connsiteY589" fmla="*/ 1826201 h 6858000"/>
              <a:gd name="connsiteX590" fmla="*/ 2096099 w 7467600"/>
              <a:gd name="connsiteY590" fmla="*/ 2345900 h 6858000"/>
              <a:gd name="connsiteX591" fmla="*/ 2283317 w 7467600"/>
              <a:gd name="connsiteY591" fmla="*/ 1796925 h 6858000"/>
              <a:gd name="connsiteX592" fmla="*/ 2399523 w 7467600"/>
              <a:gd name="connsiteY592" fmla="*/ 1428234 h 6858000"/>
              <a:gd name="connsiteX593" fmla="*/ 2448558 w 7467600"/>
              <a:gd name="connsiteY593" fmla="*/ 1373435 h 6858000"/>
              <a:gd name="connsiteX594" fmla="*/ 2312521 w 7467600"/>
              <a:gd name="connsiteY594" fmla="*/ 1806140 h 6858000"/>
              <a:gd name="connsiteX595" fmla="*/ 2127533 w 7467600"/>
              <a:gd name="connsiteY595" fmla="*/ 2348380 h 6858000"/>
              <a:gd name="connsiteX596" fmla="*/ 2358080 w 7467600"/>
              <a:gd name="connsiteY596" fmla="*/ 1866134 h 6858000"/>
              <a:gd name="connsiteX597" fmla="*/ 2407436 w 7467600"/>
              <a:gd name="connsiteY597" fmla="*/ 1651070 h 6858000"/>
              <a:gd name="connsiteX598" fmla="*/ 2448558 w 7467600"/>
              <a:gd name="connsiteY598" fmla="*/ 1373435 h 6858000"/>
              <a:gd name="connsiteX599" fmla="*/ 278707 w 7467600"/>
              <a:gd name="connsiteY599" fmla="*/ 1352270 h 6858000"/>
              <a:gd name="connsiteX600" fmla="*/ 321570 w 7467600"/>
              <a:gd name="connsiteY600" fmla="*/ 1861610 h 6858000"/>
              <a:gd name="connsiteX601" fmla="*/ 294281 w 7467600"/>
              <a:gd name="connsiteY601" fmla="*/ 1440658 h 6858000"/>
              <a:gd name="connsiteX602" fmla="*/ 278707 w 7467600"/>
              <a:gd name="connsiteY602" fmla="*/ 1352270 h 6858000"/>
              <a:gd name="connsiteX603" fmla="*/ 1423821 w 7467600"/>
              <a:gd name="connsiteY603" fmla="*/ 1351958 h 6858000"/>
              <a:gd name="connsiteX604" fmla="*/ 1638521 w 7467600"/>
              <a:gd name="connsiteY604" fmla="*/ 1908470 h 6858000"/>
              <a:gd name="connsiteX605" fmla="*/ 1754199 w 7467600"/>
              <a:gd name="connsiteY605" fmla="*/ 2149284 h 6858000"/>
              <a:gd name="connsiteX606" fmla="*/ 1908359 w 7467600"/>
              <a:gd name="connsiteY606" fmla="*/ 2364988 h 6858000"/>
              <a:gd name="connsiteX607" fmla="*/ 1647661 w 7467600"/>
              <a:gd name="connsiteY607" fmla="*/ 1825945 h 6858000"/>
              <a:gd name="connsiteX608" fmla="*/ 1423821 w 7467600"/>
              <a:gd name="connsiteY608" fmla="*/ 1351958 h 6858000"/>
              <a:gd name="connsiteX609" fmla="*/ 1431890 w 7467600"/>
              <a:gd name="connsiteY609" fmla="*/ 1306475 h 6858000"/>
              <a:gd name="connsiteX610" fmla="*/ 1507597 w 7467600"/>
              <a:gd name="connsiteY610" fmla="*/ 1446132 h 6858000"/>
              <a:gd name="connsiteX611" fmla="*/ 1674586 w 7467600"/>
              <a:gd name="connsiteY611" fmla="*/ 1813832 h 6858000"/>
              <a:gd name="connsiteX612" fmla="*/ 1815950 w 7467600"/>
              <a:gd name="connsiteY612" fmla="*/ 2128564 h 6858000"/>
              <a:gd name="connsiteX613" fmla="*/ 1984242 w 7467600"/>
              <a:gd name="connsiteY613" fmla="*/ 2430829 h 6858000"/>
              <a:gd name="connsiteX614" fmla="*/ 2014023 w 7467600"/>
              <a:gd name="connsiteY614" fmla="*/ 2450995 h 6858000"/>
              <a:gd name="connsiteX615" fmla="*/ 1747337 w 7467600"/>
              <a:gd name="connsiteY615" fmla="*/ 1855264 h 6858000"/>
              <a:gd name="connsiteX616" fmla="*/ 1533749 w 7467600"/>
              <a:gd name="connsiteY616" fmla="*/ 1478656 h 6858000"/>
              <a:gd name="connsiteX617" fmla="*/ 1431890 w 7467600"/>
              <a:gd name="connsiteY617" fmla="*/ 1306475 h 6858000"/>
              <a:gd name="connsiteX618" fmla="*/ 5052692 w 7467600"/>
              <a:gd name="connsiteY618" fmla="*/ 1292994 h 6858000"/>
              <a:gd name="connsiteX619" fmla="*/ 5200661 w 7467600"/>
              <a:gd name="connsiteY619" fmla="*/ 1635186 h 6858000"/>
              <a:gd name="connsiteX620" fmla="*/ 5297138 w 7467600"/>
              <a:gd name="connsiteY620" fmla="*/ 1906351 h 6858000"/>
              <a:gd name="connsiteX621" fmla="*/ 5052692 w 7467600"/>
              <a:gd name="connsiteY621" fmla="*/ 1292994 h 6858000"/>
              <a:gd name="connsiteX622" fmla="*/ 5009948 w 7467600"/>
              <a:gd name="connsiteY622" fmla="*/ 1273619 h 6858000"/>
              <a:gd name="connsiteX623" fmla="*/ 5121777 w 7467600"/>
              <a:gd name="connsiteY623" fmla="*/ 1654213 h 6858000"/>
              <a:gd name="connsiteX624" fmla="*/ 5293545 w 7467600"/>
              <a:gd name="connsiteY624" fmla="*/ 2072247 h 6858000"/>
              <a:gd name="connsiteX625" fmla="*/ 5294042 w 7467600"/>
              <a:gd name="connsiteY625" fmla="*/ 2065019 h 6858000"/>
              <a:gd name="connsiteX626" fmla="*/ 5171936 w 7467600"/>
              <a:gd name="connsiteY626" fmla="*/ 1647613 h 6858000"/>
              <a:gd name="connsiteX627" fmla="*/ 5009948 w 7467600"/>
              <a:gd name="connsiteY627" fmla="*/ 1273619 h 6858000"/>
              <a:gd name="connsiteX628" fmla="*/ 655236 w 7467600"/>
              <a:gd name="connsiteY628" fmla="*/ 1268632 h 6858000"/>
              <a:gd name="connsiteX629" fmla="*/ 839521 w 7467600"/>
              <a:gd name="connsiteY629" fmla="*/ 1685315 h 6858000"/>
              <a:gd name="connsiteX630" fmla="*/ 1109416 w 7467600"/>
              <a:gd name="connsiteY630" fmla="*/ 2061663 h 6858000"/>
              <a:gd name="connsiteX631" fmla="*/ 1298300 w 7467600"/>
              <a:gd name="connsiteY631" fmla="*/ 2247742 h 6858000"/>
              <a:gd name="connsiteX632" fmla="*/ 1125871 w 7467600"/>
              <a:gd name="connsiteY632" fmla="*/ 1989513 h 6858000"/>
              <a:gd name="connsiteX633" fmla="*/ 981574 w 7467600"/>
              <a:gd name="connsiteY633" fmla="*/ 1783157 h 6858000"/>
              <a:gd name="connsiteX634" fmla="*/ 922198 w 7467600"/>
              <a:gd name="connsiteY634" fmla="*/ 1677437 h 6858000"/>
              <a:gd name="connsiteX635" fmla="*/ 869293 w 7467600"/>
              <a:gd name="connsiteY635" fmla="*/ 1583214 h 6858000"/>
              <a:gd name="connsiteX636" fmla="*/ 751431 w 7467600"/>
              <a:gd name="connsiteY636" fmla="*/ 1405731 h 6858000"/>
              <a:gd name="connsiteX637" fmla="*/ 655236 w 7467600"/>
              <a:gd name="connsiteY637" fmla="*/ 1268632 h 6858000"/>
              <a:gd name="connsiteX638" fmla="*/ 6516292 w 7467600"/>
              <a:gd name="connsiteY638" fmla="*/ 1263064 h 6858000"/>
              <a:gd name="connsiteX639" fmla="*/ 5736320 w 7467600"/>
              <a:gd name="connsiteY639" fmla="*/ 1501803 h 6858000"/>
              <a:gd name="connsiteX640" fmla="*/ 6516292 w 7467600"/>
              <a:gd name="connsiteY640" fmla="*/ 1263064 h 6858000"/>
              <a:gd name="connsiteX641" fmla="*/ 291466 w 7467600"/>
              <a:gd name="connsiteY641" fmla="*/ 1250369 h 6858000"/>
              <a:gd name="connsiteX642" fmla="*/ 323180 w 7467600"/>
              <a:gd name="connsiteY642" fmla="*/ 1435283 h 6858000"/>
              <a:gd name="connsiteX643" fmla="*/ 349381 w 7467600"/>
              <a:gd name="connsiteY643" fmla="*/ 1875041 h 6858000"/>
              <a:gd name="connsiteX644" fmla="*/ 374363 w 7467600"/>
              <a:gd name="connsiteY644" fmla="*/ 1506494 h 6858000"/>
              <a:gd name="connsiteX645" fmla="*/ 302168 w 7467600"/>
              <a:gd name="connsiteY645" fmla="*/ 1274495 h 6858000"/>
              <a:gd name="connsiteX646" fmla="*/ 291466 w 7467600"/>
              <a:gd name="connsiteY646" fmla="*/ 1250369 h 6858000"/>
              <a:gd name="connsiteX647" fmla="*/ 678222 w 7467600"/>
              <a:gd name="connsiteY647" fmla="*/ 1248670 h 6858000"/>
              <a:gd name="connsiteX648" fmla="*/ 775536 w 7467600"/>
              <a:gd name="connsiteY648" fmla="*/ 1388015 h 6858000"/>
              <a:gd name="connsiteX649" fmla="*/ 894529 w 7467600"/>
              <a:gd name="connsiteY649" fmla="*/ 1567739 h 6858000"/>
              <a:gd name="connsiteX650" fmla="*/ 948000 w 7467600"/>
              <a:gd name="connsiteY650" fmla="*/ 1663088 h 6858000"/>
              <a:gd name="connsiteX651" fmla="*/ 1006812 w 7467600"/>
              <a:gd name="connsiteY651" fmla="*/ 1767683 h 6858000"/>
              <a:gd name="connsiteX652" fmla="*/ 1149133 w 7467600"/>
              <a:gd name="connsiteY652" fmla="*/ 1971513 h 6858000"/>
              <a:gd name="connsiteX653" fmla="*/ 1333952 w 7467600"/>
              <a:gd name="connsiteY653" fmla="*/ 2251620 h 6858000"/>
              <a:gd name="connsiteX654" fmla="*/ 1337329 w 7467600"/>
              <a:gd name="connsiteY654" fmla="*/ 2258350 h 6858000"/>
              <a:gd name="connsiteX655" fmla="*/ 1014726 w 7467600"/>
              <a:gd name="connsiteY655" fmla="*/ 1615556 h 6858000"/>
              <a:gd name="connsiteX656" fmla="*/ 678222 w 7467600"/>
              <a:gd name="connsiteY656" fmla="*/ 1248670 h 6858000"/>
              <a:gd name="connsiteX657" fmla="*/ 6691602 w 7467600"/>
              <a:gd name="connsiteY657" fmla="*/ 1140573 h 6858000"/>
              <a:gd name="connsiteX658" fmla="*/ 6571100 w 7467600"/>
              <a:gd name="connsiteY658" fmla="*/ 1183662 h 6858000"/>
              <a:gd name="connsiteX659" fmla="*/ 6241687 w 7467600"/>
              <a:gd name="connsiteY659" fmla="*/ 1257600 h 6858000"/>
              <a:gd name="connsiteX660" fmla="*/ 5693009 w 7467600"/>
              <a:gd name="connsiteY660" fmla="*/ 1478256 h 6858000"/>
              <a:gd name="connsiteX661" fmla="*/ 6548420 w 7467600"/>
              <a:gd name="connsiteY661" fmla="*/ 1214599 h 6858000"/>
              <a:gd name="connsiteX662" fmla="*/ 6605473 w 7467600"/>
              <a:gd name="connsiteY662" fmla="*/ 1184686 h 6858000"/>
              <a:gd name="connsiteX663" fmla="*/ 6691602 w 7467600"/>
              <a:gd name="connsiteY663" fmla="*/ 1140573 h 6858000"/>
              <a:gd name="connsiteX664" fmla="*/ 4002475 w 7467600"/>
              <a:gd name="connsiteY664" fmla="*/ 1037802 h 6858000"/>
              <a:gd name="connsiteX665" fmla="*/ 4000324 w 7467600"/>
              <a:gd name="connsiteY665" fmla="*/ 1039362 h 6858000"/>
              <a:gd name="connsiteX666" fmla="*/ 4002862 w 7467600"/>
              <a:gd name="connsiteY666" fmla="*/ 1042866 h 6858000"/>
              <a:gd name="connsiteX667" fmla="*/ 4002475 w 7467600"/>
              <a:gd name="connsiteY667" fmla="*/ 1037802 h 6858000"/>
              <a:gd name="connsiteX668" fmla="*/ 506322 w 7467600"/>
              <a:gd name="connsiteY668" fmla="*/ 1020997 h 6858000"/>
              <a:gd name="connsiteX669" fmla="*/ 533068 w 7467600"/>
              <a:gd name="connsiteY669" fmla="*/ 1029409 h 6858000"/>
              <a:gd name="connsiteX670" fmla="*/ 1232525 w 7467600"/>
              <a:gd name="connsiteY670" fmla="*/ 1804675 h 6858000"/>
              <a:gd name="connsiteX671" fmla="*/ 1388858 w 7467600"/>
              <a:gd name="connsiteY671" fmla="*/ 2368011 h 6858000"/>
              <a:gd name="connsiteX672" fmla="*/ 1384098 w 7467600"/>
              <a:gd name="connsiteY672" fmla="*/ 2378125 h 6858000"/>
              <a:gd name="connsiteX673" fmla="*/ 1425393 w 7467600"/>
              <a:gd name="connsiteY673" fmla="*/ 2589124 h 6858000"/>
              <a:gd name="connsiteX674" fmla="*/ 1424001 w 7467600"/>
              <a:gd name="connsiteY674" fmla="*/ 2597541 h 6858000"/>
              <a:gd name="connsiteX675" fmla="*/ 2152729 w 7467600"/>
              <a:gd name="connsiteY675" fmla="*/ 2864487 h 6858000"/>
              <a:gd name="connsiteX676" fmla="*/ 2020609 w 7467600"/>
              <a:gd name="connsiteY676" fmla="*/ 2539671 h 6858000"/>
              <a:gd name="connsiteX677" fmla="*/ 2018920 w 7467600"/>
              <a:gd name="connsiteY677" fmla="*/ 2536309 h 6858000"/>
              <a:gd name="connsiteX678" fmla="*/ 1342441 w 7467600"/>
              <a:gd name="connsiteY678" fmla="*/ 1173017 h 6858000"/>
              <a:gd name="connsiteX679" fmla="*/ 1367925 w 7467600"/>
              <a:gd name="connsiteY679" fmla="*/ 1135648 h 6858000"/>
              <a:gd name="connsiteX680" fmla="*/ 1771401 w 7467600"/>
              <a:gd name="connsiteY680" fmla="*/ 1806673 h 6858000"/>
              <a:gd name="connsiteX681" fmla="*/ 1972385 w 7467600"/>
              <a:gd name="connsiteY681" fmla="*/ 2198735 h 6858000"/>
              <a:gd name="connsiteX682" fmla="*/ 2040892 w 7467600"/>
              <a:gd name="connsiteY682" fmla="*/ 2405205 h 6858000"/>
              <a:gd name="connsiteX683" fmla="*/ 2131689 w 7467600"/>
              <a:gd name="connsiteY683" fmla="*/ 1936926 h 6858000"/>
              <a:gd name="connsiteX684" fmla="*/ 2454820 w 7467600"/>
              <a:gd name="connsiteY684" fmla="*/ 1248808 h 6858000"/>
              <a:gd name="connsiteX685" fmla="*/ 2492512 w 7467600"/>
              <a:gd name="connsiteY685" fmla="*/ 1302920 h 6858000"/>
              <a:gd name="connsiteX686" fmla="*/ 2081216 w 7467600"/>
              <a:gd name="connsiteY686" fmla="*/ 2527513 h 6858000"/>
              <a:gd name="connsiteX687" fmla="*/ 2081211 w 7467600"/>
              <a:gd name="connsiteY687" fmla="*/ 2528916 h 6858000"/>
              <a:gd name="connsiteX688" fmla="*/ 2199067 w 7467600"/>
              <a:gd name="connsiteY688" fmla="*/ 2884061 h 6858000"/>
              <a:gd name="connsiteX689" fmla="*/ 3192586 w 7467600"/>
              <a:gd name="connsiteY689" fmla="*/ 3411496 h 6858000"/>
              <a:gd name="connsiteX690" fmla="*/ 3182620 w 7467600"/>
              <a:gd name="connsiteY690" fmla="*/ 3483279 h 6858000"/>
              <a:gd name="connsiteX691" fmla="*/ 2435119 w 7467600"/>
              <a:gd name="connsiteY691" fmla="*/ 3080173 h 6858000"/>
              <a:gd name="connsiteX692" fmla="*/ 2410152 w 7467600"/>
              <a:gd name="connsiteY692" fmla="*/ 3063751 h 6858000"/>
              <a:gd name="connsiteX693" fmla="*/ 2408099 w 7467600"/>
              <a:gd name="connsiteY693" fmla="*/ 3064403 h 6858000"/>
              <a:gd name="connsiteX694" fmla="*/ 2407218 w 7467600"/>
              <a:gd name="connsiteY694" fmla="*/ 3070324 h 6858000"/>
              <a:gd name="connsiteX695" fmla="*/ 2380138 w 7467600"/>
              <a:gd name="connsiteY695" fmla="*/ 3099341 h 6858000"/>
              <a:gd name="connsiteX696" fmla="*/ 1765923 w 7467600"/>
              <a:gd name="connsiteY696" fmla="*/ 3581043 h 6858000"/>
              <a:gd name="connsiteX697" fmla="*/ 1702258 w 7467600"/>
              <a:gd name="connsiteY697" fmla="*/ 3612286 h 6858000"/>
              <a:gd name="connsiteX698" fmla="*/ 1538370 w 7467600"/>
              <a:gd name="connsiteY698" fmla="*/ 3811804 h 6858000"/>
              <a:gd name="connsiteX699" fmla="*/ 542867 w 7467600"/>
              <a:gd name="connsiteY699" fmla="*/ 4944092 h 6858000"/>
              <a:gd name="connsiteX700" fmla="*/ 515800 w 7467600"/>
              <a:gd name="connsiteY700" fmla="*/ 4862180 h 6858000"/>
              <a:gd name="connsiteX701" fmla="*/ 909145 w 7467600"/>
              <a:gd name="connsiteY701" fmla="*/ 4199225 h 6858000"/>
              <a:gd name="connsiteX702" fmla="*/ 1214067 w 7467600"/>
              <a:gd name="connsiteY702" fmla="*/ 3908561 h 6858000"/>
              <a:gd name="connsiteX703" fmla="*/ 640967 w 7467600"/>
              <a:gd name="connsiteY703" fmla="*/ 4105601 h 6858000"/>
              <a:gd name="connsiteX704" fmla="*/ 112563 w 7467600"/>
              <a:gd name="connsiteY704" fmla="*/ 4396952 h 6858000"/>
              <a:gd name="connsiteX705" fmla="*/ 0 w 7467600"/>
              <a:gd name="connsiteY705" fmla="*/ 4466006 h 6858000"/>
              <a:gd name="connsiteX706" fmla="*/ 0 w 7467600"/>
              <a:gd name="connsiteY706" fmla="*/ 4233763 h 6858000"/>
              <a:gd name="connsiteX707" fmla="*/ 36881 w 7467600"/>
              <a:gd name="connsiteY707" fmla="*/ 4200118 h 6858000"/>
              <a:gd name="connsiteX708" fmla="*/ 910534 w 7467600"/>
              <a:gd name="connsiteY708" fmla="*/ 3629753 h 6858000"/>
              <a:gd name="connsiteX709" fmla="*/ 1578717 w 7467600"/>
              <a:gd name="connsiteY709" fmla="*/ 3575982 h 6858000"/>
              <a:gd name="connsiteX710" fmla="*/ 2338780 w 7467600"/>
              <a:gd name="connsiteY710" fmla="*/ 3033725 h 6858000"/>
              <a:gd name="connsiteX711" fmla="*/ 1807991 w 7467600"/>
              <a:gd name="connsiteY711" fmla="*/ 2807184 h 6858000"/>
              <a:gd name="connsiteX712" fmla="*/ 1416358 w 7467600"/>
              <a:gd name="connsiteY712" fmla="*/ 3112571 h 6858000"/>
              <a:gd name="connsiteX713" fmla="*/ 939066 w 7467600"/>
              <a:gd name="connsiteY713" fmla="*/ 3378798 h 6858000"/>
              <a:gd name="connsiteX714" fmla="*/ 115099 w 7467600"/>
              <a:gd name="connsiteY714" fmla="*/ 3607650 h 6858000"/>
              <a:gd name="connsiteX715" fmla="*/ 97284 w 7467600"/>
              <a:gd name="connsiteY715" fmla="*/ 3520393 h 6858000"/>
              <a:gd name="connsiteX716" fmla="*/ 922050 w 7467600"/>
              <a:gd name="connsiteY716" fmla="*/ 3074867 h 6858000"/>
              <a:gd name="connsiteX717" fmla="*/ 1405265 w 7467600"/>
              <a:gd name="connsiteY717" fmla="*/ 3016319 h 6858000"/>
              <a:gd name="connsiteX718" fmla="*/ 1407512 w 7467600"/>
              <a:gd name="connsiteY718" fmla="*/ 3018001 h 6858000"/>
              <a:gd name="connsiteX719" fmla="*/ 1726266 w 7467600"/>
              <a:gd name="connsiteY719" fmla="*/ 2777274 h 6858000"/>
              <a:gd name="connsiteX720" fmla="*/ 625390 w 7467600"/>
              <a:gd name="connsiteY720" fmla="*/ 2514541 h 6858000"/>
              <a:gd name="connsiteX721" fmla="*/ 619799 w 7467600"/>
              <a:gd name="connsiteY721" fmla="*/ 2527180 h 6858000"/>
              <a:gd name="connsiteX722" fmla="*/ 310030 w 7467600"/>
              <a:gd name="connsiteY722" fmla="*/ 2771818 h 6858000"/>
              <a:gd name="connsiteX723" fmla="*/ 173877 w 7467600"/>
              <a:gd name="connsiteY723" fmla="*/ 2937056 h 6858000"/>
              <a:gd name="connsiteX724" fmla="*/ 77889 w 7467600"/>
              <a:gd name="connsiteY724" fmla="*/ 3138440 h 6858000"/>
              <a:gd name="connsiteX725" fmla="*/ 0 w 7467600"/>
              <a:gd name="connsiteY725" fmla="*/ 3271395 h 6858000"/>
              <a:gd name="connsiteX726" fmla="*/ 0 w 7467600"/>
              <a:gd name="connsiteY726" fmla="*/ 3153002 h 6858000"/>
              <a:gd name="connsiteX727" fmla="*/ 2386 w 7467600"/>
              <a:gd name="connsiteY727" fmla="*/ 3149203 h 6858000"/>
              <a:gd name="connsiteX728" fmla="*/ 89753 w 7467600"/>
              <a:gd name="connsiteY728" fmla="*/ 2987702 h 6858000"/>
              <a:gd name="connsiteX729" fmla="*/ 76869 w 7467600"/>
              <a:gd name="connsiteY729" fmla="*/ 3005404 h 6858000"/>
              <a:gd name="connsiteX730" fmla="*/ 32049 w 7467600"/>
              <a:gd name="connsiteY730" fmla="*/ 3065814 h 6858000"/>
              <a:gd name="connsiteX731" fmla="*/ 0 w 7467600"/>
              <a:gd name="connsiteY731" fmla="*/ 3108744 h 6858000"/>
              <a:gd name="connsiteX732" fmla="*/ 0 w 7467600"/>
              <a:gd name="connsiteY732" fmla="*/ 3058059 h 6858000"/>
              <a:gd name="connsiteX733" fmla="*/ 7610 w 7467600"/>
              <a:gd name="connsiteY733" fmla="*/ 3047889 h 6858000"/>
              <a:gd name="connsiteX734" fmla="*/ 52419 w 7467600"/>
              <a:gd name="connsiteY734" fmla="*/ 2987479 h 6858000"/>
              <a:gd name="connsiteX735" fmla="*/ 59142 w 7467600"/>
              <a:gd name="connsiteY735" fmla="*/ 2978488 h 6858000"/>
              <a:gd name="connsiteX736" fmla="*/ 0 w 7467600"/>
              <a:gd name="connsiteY736" fmla="*/ 3015334 h 6858000"/>
              <a:gd name="connsiteX737" fmla="*/ 0 w 7467600"/>
              <a:gd name="connsiteY737" fmla="*/ 2914286 h 6858000"/>
              <a:gd name="connsiteX738" fmla="*/ 36383 w 7467600"/>
              <a:gd name="connsiteY738" fmla="*/ 2901128 h 6858000"/>
              <a:gd name="connsiteX739" fmla="*/ 156329 w 7467600"/>
              <a:gd name="connsiteY739" fmla="*/ 2840533 h 6858000"/>
              <a:gd name="connsiteX740" fmla="*/ 358355 w 7467600"/>
              <a:gd name="connsiteY740" fmla="*/ 2620471 h 6858000"/>
              <a:gd name="connsiteX741" fmla="*/ 510577 w 7467600"/>
              <a:gd name="connsiteY741" fmla="*/ 2501244 h 6858000"/>
              <a:gd name="connsiteX742" fmla="*/ 211967 w 7467600"/>
              <a:gd name="connsiteY742" fmla="*/ 2479171 h 6858000"/>
              <a:gd name="connsiteX743" fmla="*/ 0 w 7467600"/>
              <a:gd name="connsiteY743" fmla="*/ 2476398 h 6858000"/>
              <a:gd name="connsiteX744" fmla="*/ 0 w 7467600"/>
              <a:gd name="connsiteY744" fmla="*/ 2389189 h 6858000"/>
              <a:gd name="connsiteX745" fmla="*/ 103062 w 7467600"/>
              <a:gd name="connsiteY745" fmla="*/ 2389518 h 6858000"/>
              <a:gd name="connsiteX746" fmla="*/ 510734 w 7467600"/>
              <a:gd name="connsiteY746" fmla="*/ 2416201 h 6858000"/>
              <a:gd name="connsiteX747" fmla="*/ 279257 w 7467600"/>
              <a:gd name="connsiteY747" fmla="*/ 2092102 h 6858000"/>
              <a:gd name="connsiteX748" fmla="*/ 65265 w 7467600"/>
              <a:gd name="connsiteY748" fmla="*/ 2006049 h 6858000"/>
              <a:gd name="connsiteX749" fmla="*/ 0 w 7467600"/>
              <a:gd name="connsiteY749" fmla="*/ 1982532 h 6858000"/>
              <a:gd name="connsiteX750" fmla="*/ 0 w 7467600"/>
              <a:gd name="connsiteY750" fmla="*/ 1912789 h 6858000"/>
              <a:gd name="connsiteX751" fmla="*/ 97460 w 7467600"/>
              <a:gd name="connsiteY751" fmla="*/ 1953725 h 6858000"/>
              <a:gd name="connsiteX752" fmla="*/ 221272 w 7467600"/>
              <a:gd name="connsiteY752" fmla="*/ 1980766 h 6858000"/>
              <a:gd name="connsiteX753" fmla="*/ 116765 w 7467600"/>
              <a:gd name="connsiteY753" fmla="*/ 1911033 h 6858000"/>
              <a:gd name="connsiteX754" fmla="*/ 16405 w 7467600"/>
              <a:gd name="connsiteY754" fmla="*/ 1803412 h 6858000"/>
              <a:gd name="connsiteX755" fmla="*/ 0 w 7467600"/>
              <a:gd name="connsiteY755" fmla="*/ 1784777 h 6858000"/>
              <a:gd name="connsiteX756" fmla="*/ 0 w 7467600"/>
              <a:gd name="connsiteY756" fmla="*/ 1740082 h 6858000"/>
              <a:gd name="connsiteX757" fmla="*/ 39394 w 7467600"/>
              <a:gd name="connsiteY757" fmla="*/ 1784856 h 6858000"/>
              <a:gd name="connsiteX758" fmla="*/ 135813 w 7467600"/>
              <a:gd name="connsiteY758" fmla="*/ 1888838 h 6858000"/>
              <a:gd name="connsiteX759" fmla="*/ 242575 w 7467600"/>
              <a:gd name="connsiteY759" fmla="*/ 1958841 h 6858000"/>
              <a:gd name="connsiteX760" fmla="*/ 82197 w 7467600"/>
              <a:gd name="connsiteY760" fmla="*/ 1754826 h 6858000"/>
              <a:gd name="connsiteX761" fmla="*/ 0 w 7467600"/>
              <a:gd name="connsiteY761" fmla="*/ 1679650 h 6858000"/>
              <a:gd name="connsiteX762" fmla="*/ 0 w 7467600"/>
              <a:gd name="connsiteY762" fmla="*/ 1602463 h 6858000"/>
              <a:gd name="connsiteX763" fmla="*/ 84689 w 7467600"/>
              <a:gd name="connsiteY763" fmla="*/ 1677442 h 6858000"/>
              <a:gd name="connsiteX764" fmla="*/ 298437 w 7467600"/>
              <a:gd name="connsiteY764" fmla="*/ 1968019 h 6858000"/>
              <a:gd name="connsiteX765" fmla="*/ 227269 w 7467600"/>
              <a:gd name="connsiteY765" fmla="*/ 1114064 h 6858000"/>
              <a:gd name="connsiteX766" fmla="*/ 248003 w 7467600"/>
              <a:gd name="connsiteY766" fmla="*/ 1089613 h 6858000"/>
              <a:gd name="connsiteX767" fmla="*/ 427020 w 7467600"/>
              <a:gd name="connsiteY767" fmla="*/ 1619803 h 6858000"/>
              <a:gd name="connsiteX768" fmla="*/ 340345 w 7467600"/>
              <a:gd name="connsiteY768" fmla="*/ 2027739 h 6858000"/>
              <a:gd name="connsiteX769" fmla="*/ 360865 w 7467600"/>
              <a:gd name="connsiteY769" fmla="*/ 2044827 h 6858000"/>
              <a:gd name="connsiteX770" fmla="*/ 560414 w 7467600"/>
              <a:gd name="connsiteY770" fmla="*/ 2421457 h 6858000"/>
              <a:gd name="connsiteX771" fmla="*/ 1359703 w 7467600"/>
              <a:gd name="connsiteY771" fmla="*/ 2578554 h 6858000"/>
              <a:gd name="connsiteX772" fmla="*/ 1359422 w 7467600"/>
              <a:gd name="connsiteY772" fmla="*/ 2577994 h 6858000"/>
              <a:gd name="connsiteX773" fmla="*/ 828701 w 7467600"/>
              <a:gd name="connsiteY773" fmla="*/ 1839520 h 6858000"/>
              <a:gd name="connsiteX774" fmla="*/ 494427 w 7467600"/>
              <a:gd name="connsiteY774" fmla="*/ 1092333 h 6858000"/>
              <a:gd name="connsiteX775" fmla="*/ 506322 w 7467600"/>
              <a:gd name="connsiteY775" fmla="*/ 1020997 h 6858000"/>
              <a:gd name="connsiteX776" fmla="*/ 4570198 w 7467600"/>
              <a:gd name="connsiteY776" fmla="*/ 978081 h 6858000"/>
              <a:gd name="connsiteX777" fmla="*/ 4523691 w 7467600"/>
              <a:gd name="connsiteY777" fmla="*/ 1127776 h 6858000"/>
              <a:gd name="connsiteX778" fmla="*/ 4509875 w 7467600"/>
              <a:gd name="connsiteY778" fmla="*/ 1167552 h 6858000"/>
              <a:gd name="connsiteX779" fmla="*/ 4478168 w 7467600"/>
              <a:gd name="connsiteY779" fmla="*/ 1260735 h 6858000"/>
              <a:gd name="connsiteX780" fmla="*/ 4409309 w 7467600"/>
              <a:gd name="connsiteY780" fmla="*/ 1666996 h 6858000"/>
              <a:gd name="connsiteX781" fmla="*/ 4370031 w 7467600"/>
              <a:gd name="connsiteY781" fmla="*/ 1955666 h 6858000"/>
              <a:gd name="connsiteX782" fmla="*/ 4570198 w 7467600"/>
              <a:gd name="connsiteY782" fmla="*/ 978081 h 6858000"/>
              <a:gd name="connsiteX783" fmla="*/ 4557898 w 7467600"/>
              <a:gd name="connsiteY783" fmla="*/ 900011 h 6858000"/>
              <a:gd name="connsiteX784" fmla="*/ 4344840 w 7467600"/>
              <a:gd name="connsiteY784" fmla="*/ 1922038 h 6858000"/>
              <a:gd name="connsiteX785" fmla="*/ 4378710 w 7467600"/>
              <a:gd name="connsiteY785" fmla="*/ 1665516 h 6858000"/>
              <a:gd name="connsiteX786" fmla="*/ 4448798 w 7467600"/>
              <a:gd name="connsiteY786" fmla="*/ 1253024 h 6858000"/>
              <a:gd name="connsiteX787" fmla="*/ 4480315 w 7467600"/>
              <a:gd name="connsiteY787" fmla="*/ 1158454 h 6858000"/>
              <a:gd name="connsiteX788" fmla="*/ 4494133 w 7467600"/>
              <a:gd name="connsiteY788" fmla="*/ 1118676 h 6858000"/>
              <a:gd name="connsiteX789" fmla="*/ 4557898 w 7467600"/>
              <a:gd name="connsiteY789" fmla="*/ 900011 h 6858000"/>
              <a:gd name="connsiteX790" fmla="*/ 5870151 w 7467600"/>
              <a:gd name="connsiteY790" fmla="*/ 898890 h 6858000"/>
              <a:gd name="connsiteX791" fmla="*/ 5861335 w 7467600"/>
              <a:gd name="connsiteY791" fmla="*/ 899177 h 6858000"/>
              <a:gd name="connsiteX792" fmla="*/ 5843702 w 7467600"/>
              <a:gd name="connsiteY792" fmla="*/ 899748 h 6858000"/>
              <a:gd name="connsiteX793" fmla="*/ 5651107 w 7467600"/>
              <a:gd name="connsiteY793" fmla="*/ 920306 h 6858000"/>
              <a:gd name="connsiteX794" fmla="*/ 5459407 w 7467600"/>
              <a:gd name="connsiteY794" fmla="*/ 940975 h 6858000"/>
              <a:gd name="connsiteX795" fmla="*/ 5374846 w 7467600"/>
              <a:gd name="connsiteY795" fmla="*/ 941988 h 6858000"/>
              <a:gd name="connsiteX796" fmla="*/ 5256105 w 7467600"/>
              <a:gd name="connsiteY796" fmla="*/ 945632 h 6858000"/>
              <a:gd name="connsiteX797" fmla="*/ 5107071 w 7467600"/>
              <a:gd name="connsiteY797" fmla="*/ 969720 h 6858000"/>
              <a:gd name="connsiteX798" fmla="*/ 4998681 w 7467600"/>
              <a:gd name="connsiteY798" fmla="*/ 988771 h 6858000"/>
              <a:gd name="connsiteX799" fmla="*/ 5870151 w 7467600"/>
              <a:gd name="connsiteY799" fmla="*/ 898890 h 6858000"/>
              <a:gd name="connsiteX800" fmla="*/ 5504425 w 7467600"/>
              <a:gd name="connsiteY800" fmla="*/ 848067 h 6858000"/>
              <a:gd name="connsiteX801" fmla="*/ 4968849 w 7467600"/>
              <a:gd name="connsiteY801" fmla="*/ 962318 h 6858000"/>
              <a:gd name="connsiteX802" fmla="*/ 5104039 w 7467600"/>
              <a:gd name="connsiteY802" fmla="*/ 940634 h 6858000"/>
              <a:gd name="connsiteX803" fmla="*/ 5256311 w 7467600"/>
              <a:gd name="connsiteY803" fmla="*/ 916490 h 6858000"/>
              <a:gd name="connsiteX804" fmla="*/ 5377381 w 7467600"/>
              <a:gd name="connsiteY804" fmla="*/ 912671 h 6858000"/>
              <a:gd name="connsiteX805" fmla="*/ 5460148 w 7467600"/>
              <a:gd name="connsiteY805" fmla="*/ 911442 h 6858000"/>
              <a:gd name="connsiteX806" fmla="*/ 5648971 w 7467600"/>
              <a:gd name="connsiteY806" fmla="*/ 891331 h 6858000"/>
              <a:gd name="connsiteX807" fmla="*/ 5844807 w 7467600"/>
              <a:gd name="connsiteY807" fmla="*/ 870718 h 6858000"/>
              <a:gd name="connsiteX808" fmla="*/ 5862975 w 7467600"/>
              <a:gd name="connsiteY808" fmla="*/ 869756 h 6858000"/>
              <a:gd name="connsiteX809" fmla="*/ 5920887 w 7467600"/>
              <a:gd name="connsiteY809" fmla="*/ 865929 h 6858000"/>
              <a:gd name="connsiteX810" fmla="*/ 5504425 w 7467600"/>
              <a:gd name="connsiteY810" fmla="*/ 848067 h 6858000"/>
              <a:gd name="connsiteX811" fmla="*/ 3607114 w 7467600"/>
              <a:gd name="connsiteY811" fmla="*/ 467441 h 6858000"/>
              <a:gd name="connsiteX812" fmla="*/ 3296242 w 7467600"/>
              <a:gd name="connsiteY812" fmla="*/ 807991 h 6858000"/>
              <a:gd name="connsiteX813" fmla="*/ 3174674 w 7467600"/>
              <a:gd name="connsiteY813" fmla="*/ 919759 h 6858000"/>
              <a:gd name="connsiteX814" fmla="*/ 3042978 w 7467600"/>
              <a:gd name="connsiteY814" fmla="*/ 1054894 h 6858000"/>
              <a:gd name="connsiteX815" fmla="*/ 2968914 w 7467600"/>
              <a:gd name="connsiteY815" fmla="*/ 1133756 h 6858000"/>
              <a:gd name="connsiteX816" fmla="*/ 3103823 w 7467600"/>
              <a:gd name="connsiteY816" fmla="*/ 1026814 h 6858000"/>
              <a:gd name="connsiteX817" fmla="*/ 3607114 w 7467600"/>
              <a:gd name="connsiteY817" fmla="*/ 467441 h 6858000"/>
              <a:gd name="connsiteX818" fmla="*/ 3744487 w 7467600"/>
              <a:gd name="connsiteY818" fmla="*/ 383136 h 6858000"/>
              <a:gd name="connsiteX819" fmla="*/ 3970213 w 7467600"/>
              <a:gd name="connsiteY819" fmla="*/ 995559 h 6858000"/>
              <a:gd name="connsiteX820" fmla="*/ 3744487 w 7467600"/>
              <a:gd name="connsiteY820" fmla="*/ 383136 h 6858000"/>
              <a:gd name="connsiteX821" fmla="*/ 3624562 w 7467600"/>
              <a:gd name="connsiteY821" fmla="*/ 367041 h 6858000"/>
              <a:gd name="connsiteX822" fmla="*/ 3489712 w 7467600"/>
              <a:gd name="connsiteY822" fmla="*/ 485386 h 6858000"/>
              <a:gd name="connsiteX823" fmla="*/ 3182994 w 7467600"/>
              <a:gd name="connsiteY823" fmla="*/ 828265 h 6858000"/>
              <a:gd name="connsiteX824" fmla="*/ 2892114 w 7467600"/>
              <a:gd name="connsiteY824" fmla="*/ 1172635 h 6858000"/>
              <a:gd name="connsiteX825" fmla="*/ 3021459 w 7467600"/>
              <a:gd name="connsiteY825" fmla="*/ 1035385 h 6858000"/>
              <a:gd name="connsiteX826" fmla="*/ 3153873 w 7467600"/>
              <a:gd name="connsiteY826" fmla="*/ 898971 h 6858000"/>
              <a:gd name="connsiteX827" fmla="*/ 3276511 w 7467600"/>
              <a:gd name="connsiteY827" fmla="*/ 786423 h 6858000"/>
              <a:gd name="connsiteX828" fmla="*/ 3584154 w 7467600"/>
              <a:gd name="connsiteY828" fmla="*/ 448218 h 6858000"/>
              <a:gd name="connsiteX829" fmla="*/ 3624562 w 7467600"/>
              <a:gd name="connsiteY829" fmla="*/ 367041 h 6858000"/>
              <a:gd name="connsiteX830" fmla="*/ 3766672 w 7467600"/>
              <a:gd name="connsiteY830" fmla="*/ 359429 h 6858000"/>
              <a:gd name="connsiteX831" fmla="*/ 3996338 w 7467600"/>
              <a:gd name="connsiteY831" fmla="*/ 968237 h 6858000"/>
              <a:gd name="connsiteX832" fmla="*/ 3766672 w 7467600"/>
              <a:gd name="connsiteY832" fmla="*/ 359429 h 6858000"/>
              <a:gd name="connsiteX833" fmla="*/ 5805386 w 7467600"/>
              <a:gd name="connsiteY833" fmla="*/ 239240 h 6858000"/>
              <a:gd name="connsiteX834" fmla="*/ 5736947 w 7467600"/>
              <a:gd name="connsiteY834" fmla="*/ 261367 h 6858000"/>
              <a:gd name="connsiteX835" fmla="*/ 5427012 w 7467600"/>
              <a:gd name="connsiteY835" fmla="*/ 311272 h 6858000"/>
              <a:gd name="connsiteX836" fmla="*/ 5147818 w 7467600"/>
              <a:gd name="connsiteY836" fmla="*/ 322112 h 6858000"/>
              <a:gd name="connsiteX837" fmla="*/ 5060854 w 7467600"/>
              <a:gd name="connsiteY837" fmla="*/ 311882 h 6858000"/>
              <a:gd name="connsiteX838" fmla="*/ 4945989 w 7467600"/>
              <a:gd name="connsiteY838" fmla="*/ 300516 h 6858000"/>
              <a:gd name="connsiteX839" fmla="*/ 5410479 w 7467600"/>
              <a:gd name="connsiteY839" fmla="*/ 348434 h 6858000"/>
              <a:gd name="connsiteX840" fmla="*/ 5805386 w 7467600"/>
              <a:gd name="connsiteY840" fmla="*/ 239240 h 6858000"/>
              <a:gd name="connsiteX841" fmla="*/ 5905192 w 7467600"/>
              <a:gd name="connsiteY841" fmla="*/ 163079 h 6858000"/>
              <a:gd name="connsiteX842" fmla="*/ 5865655 w 7467600"/>
              <a:gd name="connsiteY842" fmla="*/ 171901 h 6858000"/>
              <a:gd name="connsiteX843" fmla="*/ 5259740 w 7467600"/>
              <a:gd name="connsiteY843" fmla="*/ 257013 h 6858000"/>
              <a:gd name="connsiteX844" fmla="*/ 5208466 w 7467600"/>
              <a:gd name="connsiteY844" fmla="*/ 257550 h 6858000"/>
              <a:gd name="connsiteX845" fmla="*/ 4980204 w 7467600"/>
              <a:gd name="connsiteY845" fmla="*/ 271903 h 6858000"/>
              <a:gd name="connsiteX846" fmla="*/ 5068068 w 7467600"/>
              <a:gd name="connsiteY846" fmla="*/ 282244 h 6858000"/>
              <a:gd name="connsiteX847" fmla="*/ 5153231 w 7467600"/>
              <a:gd name="connsiteY847" fmla="*/ 292240 h 6858000"/>
              <a:gd name="connsiteX848" fmla="*/ 5426491 w 7467600"/>
              <a:gd name="connsiteY848" fmla="*/ 281128 h 6858000"/>
              <a:gd name="connsiteX849" fmla="*/ 5731212 w 7467600"/>
              <a:gd name="connsiteY849" fmla="*/ 231951 h 6858000"/>
              <a:gd name="connsiteX850" fmla="*/ 5905192 w 7467600"/>
              <a:gd name="connsiteY850" fmla="*/ 163079 h 6858000"/>
              <a:gd name="connsiteX851" fmla="*/ 5944437 w 7467600"/>
              <a:gd name="connsiteY851" fmla="*/ 113829 h 6858000"/>
              <a:gd name="connsiteX852" fmla="*/ 5825032 w 7467600"/>
              <a:gd name="connsiteY852" fmla="*/ 146405 h 6858000"/>
              <a:gd name="connsiteX853" fmla="*/ 4955599 w 7467600"/>
              <a:gd name="connsiteY853" fmla="*/ 247008 h 6858000"/>
              <a:gd name="connsiteX854" fmla="*/ 5210104 w 7467600"/>
              <a:gd name="connsiteY854" fmla="*/ 228123 h 6858000"/>
              <a:gd name="connsiteX855" fmla="*/ 5261015 w 7467600"/>
              <a:gd name="connsiteY855" fmla="*/ 227087 h 6858000"/>
              <a:gd name="connsiteX856" fmla="*/ 5861181 w 7467600"/>
              <a:gd name="connsiteY856" fmla="*/ 143093 h 6858000"/>
              <a:gd name="connsiteX857" fmla="*/ 5961252 w 7467600"/>
              <a:gd name="connsiteY857" fmla="*/ 114820 h 6858000"/>
              <a:gd name="connsiteX858" fmla="*/ 5944437 w 7467600"/>
              <a:gd name="connsiteY858" fmla="*/ 113829 h 6858000"/>
              <a:gd name="connsiteX859" fmla="*/ 3882765 w 7467600"/>
              <a:gd name="connsiteY859" fmla="*/ 0 h 6858000"/>
              <a:gd name="connsiteX860" fmla="*/ 3995099 w 7467600"/>
              <a:gd name="connsiteY860" fmla="*/ 0 h 6858000"/>
              <a:gd name="connsiteX861" fmla="*/ 4163818 w 7467600"/>
              <a:gd name="connsiteY861" fmla="*/ 234104 h 6858000"/>
              <a:gd name="connsiteX862" fmla="*/ 4172099 w 7467600"/>
              <a:gd name="connsiteY862" fmla="*/ 234207 h 6858000"/>
              <a:gd name="connsiteX863" fmla="*/ 4784282 w 7467600"/>
              <a:gd name="connsiteY863" fmla="*/ 276561 h 6858000"/>
              <a:gd name="connsiteX864" fmla="*/ 4801687 w 7467600"/>
              <a:gd name="connsiteY864" fmla="*/ 267764 h 6858000"/>
              <a:gd name="connsiteX865" fmla="*/ 6082788 w 7467600"/>
              <a:gd name="connsiteY865" fmla="*/ 64119 h 6858000"/>
              <a:gd name="connsiteX866" fmla="*/ 6099442 w 7467600"/>
              <a:gd name="connsiteY866" fmla="*/ 82568 h 6858000"/>
              <a:gd name="connsiteX867" fmla="*/ 4804137 w 7467600"/>
              <a:gd name="connsiteY867" fmla="*/ 320931 h 6858000"/>
              <a:gd name="connsiteX868" fmla="*/ 4227047 w 7467600"/>
              <a:gd name="connsiteY868" fmla="*/ 313415 h 6858000"/>
              <a:gd name="connsiteX869" fmla="*/ 4346041 w 7467600"/>
              <a:gd name="connsiteY869" fmla="*/ 456086 h 6858000"/>
              <a:gd name="connsiteX870" fmla="*/ 4870967 w 7467600"/>
              <a:gd name="connsiteY870" fmla="*/ 963061 h 6858000"/>
              <a:gd name="connsiteX871" fmla="*/ 4889647 w 7467600"/>
              <a:gd name="connsiteY871" fmla="*/ 957147 h 6858000"/>
              <a:gd name="connsiteX872" fmla="*/ 5422504 w 7467600"/>
              <a:gd name="connsiteY872" fmla="*/ 805191 h 6858000"/>
              <a:gd name="connsiteX873" fmla="*/ 6087656 w 7467600"/>
              <a:gd name="connsiteY873" fmla="*/ 826703 h 6858000"/>
              <a:gd name="connsiteX874" fmla="*/ 6058717 w 7467600"/>
              <a:gd name="connsiteY874" fmla="*/ 865992 h 6858000"/>
              <a:gd name="connsiteX875" fmla="*/ 4974153 w 7467600"/>
              <a:gd name="connsiteY875" fmla="*/ 1045456 h 6858000"/>
              <a:gd name="connsiteX876" fmla="*/ 5627835 w 7467600"/>
              <a:gd name="connsiteY876" fmla="*/ 1472077 h 6858000"/>
              <a:gd name="connsiteX877" fmla="*/ 5629817 w 7467600"/>
              <a:gd name="connsiteY877" fmla="*/ 1471412 h 6858000"/>
              <a:gd name="connsiteX878" fmla="*/ 5634124 w 7467600"/>
              <a:gd name="connsiteY878" fmla="*/ 1470572 h 6858000"/>
              <a:gd name="connsiteX879" fmla="*/ 5755832 w 7467600"/>
              <a:gd name="connsiteY879" fmla="*/ 1383886 h 6858000"/>
              <a:gd name="connsiteX880" fmla="*/ 6014186 w 7467600"/>
              <a:gd name="connsiteY880" fmla="*/ 1279799 h 6858000"/>
              <a:gd name="connsiteX881" fmla="*/ 6901619 w 7467600"/>
              <a:gd name="connsiteY881" fmla="*/ 1047874 h 6858000"/>
              <a:gd name="connsiteX882" fmla="*/ 6931566 w 7467600"/>
              <a:gd name="connsiteY882" fmla="*/ 1062034 h 6858000"/>
              <a:gd name="connsiteX883" fmla="*/ 5790982 w 7467600"/>
              <a:gd name="connsiteY883" fmla="*/ 1561380 h 6858000"/>
              <a:gd name="connsiteX884" fmla="*/ 6188971 w 7467600"/>
              <a:gd name="connsiteY884" fmla="*/ 1755168 h 6858000"/>
              <a:gd name="connsiteX885" fmla="*/ 6202446 w 7467600"/>
              <a:gd name="connsiteY885" fmla="*/ 1752268 h 6858000"/>
              <a:gd name="connsiteX886" fmla="*/ 7179560 w 7467600"/>
              <a:gd name="connsiteY886" fmla="*/ 1467551 h 6858000"/>
              <a:gd name="connsiteX887" fmla="*/ 7158730 w 7467600"/>
              <a:gd name="connsiteY887" fmla="*/ 1507835 h 6858000"/>
              <a:gd name="connsiteX888" fmla="*/ 6326959 w 7467600"/>
              <a:gd name="connsiteY888" fmla="*/ 1817686 h 6858000"/>
              <a:gd name="connsiteX889" fmla="*/ 6537433 w 7467600"/>
              <a:gd name="connsiteY889" fmla="*/ 1907790 h 6858000"/>
              <a:gd name="connsiteX890" fmla="*/ 6550221 w 7467600"/>
              <a:gd name="connsiteY890" fmla="*/ 1910729 h 6858000"/>
              <a:gd name="connsiteX891" fmla="*/ 6964438 w 7467600"/>
              <a:gd name="connsiteY891" fmla="*/ 2209505 h 6858000"/>
              <a:gd name="connsiteX892" fmla="*/ 7367862 w 7467600"/>
              <a:gd name="connsiteY892" fmla="*/ 2806833 h 6858000"/>
              <a:gd name="connsiteX893" fmla="*/ 7364329 w 7467600"/>
              <a:gd name="connsiteY893" fmla="*/ 2826907 h 6858000"/>
              <a:gd name="connsiteX894" fmla="*/ 7290545 w 7467600"/>
              <a:gd name="connsiteY894" fmla="*/ 2850663 h 6858000"/>
              <a:gd name="connsiteX895" fmla="*/ 6472036 w 7467600"/>
              <a:gd name="connsiteY895" fmla="*/ 1959003 h 6858000"/>
              <a:gd name="connsiteX896" fmla="*/ 5792897 w 7467600"/>
              <a:gd name="connsiteY896" fmla="*/ 1647747 h 6858000"/>
              <a:gd name="connsiteX897" fmla="*/ 5842751 w 7467600"/>
              <a:gd name="connsiteY897" fmla="*/ 1816112 h 6858000"/>
              <a:gd name="connsiteX898" fmla="*/ 5847424 w 7467600"/>
              <a:gd name="connsiteY898" fmla="*/ 1815776 h 6858000"/>
              <a:gd name="connsiteX899" fmla="*/ 6399821 w 7467600"/>
              <a:gd name="connsiteY899" fmla="*/ 2344799 h 6858000"/>
              <a:gd name="connsiteX900" fmla="*/ 6323232 w 7467600"/>
              <a:gd name="connsiteY900" fmla="*/ 2389634 h 6858000"/>
              <a:gd name="connsiteX901" fmla="*/ 5942958 w 7467600"/>
              <a:gd name="connsiteY901" fmla="*/ 2077708 h 6858000"/>
              <a:gd name="connsiteX902" fmla="*/ 5921559 w 7467600"/>
              <a:gd name="connsiteY902" fmla="*/ 2378596 h 6858000"/>
              <a:gd name="connsiteX903" fmla="*/ 5817651 w 7467600"/>
              <a:gd name="connsiteY903" fmla="*/ 3023919 h 6858000"/>
              <a:gd name="connsiteX904" fmla="*/ 5729634 w 7467600"/>
              <a:gd name="connsiteY904" fmla="*/ 3051849 h 6858000"/>
              <a:gd name="connsiteX905" fmla="*/ 5611018 w 7467600"/>
              <a:gd name="connsiteY905" fmla="*/ 2316769 h 6858000"/>
              <a:gd name="connsiteX906" fmla="*/ 5687608 w 7467600"/>
              <a:gd name="connsiteY906" fmla="*/ 2039972 h 6858000"/>
              <a:gd name="connsiteX907" fmla="*/ 5657554 w 7467600"/>
              <a:gd name="connsiteY907" fmla="*/ 1576445 h 6858000"/>
              <a:gd name="connsiteX908" fmla="*/ 5150475 w 7467600"/>
              <a:gd name="connsiteY908" fmla="*/ 1274012 h 6858000"/>
              <a:gd name="connsiteX909" fmla="*/ 5349142 w 7467600"/>
              <a:gd name="connsiteY909" fmla="*/ 2204405 h 6858000"/>
              <a:gd name="connsiteX910" fmla="*/ 5262214 w 7467600"/>
              <a:gd name="connsiteY910" fmla="*/ 2233836 h 6858000"/>
              <a:gd name="connsiteX911" fmla="*/ 4981539 w 7467600"/>
              <a:gd name="connsiteY911" fmla="*/ 1542201 h 6858000"/>
              <a:gd name="connsiteX912" fmla="*/ 4958461 w 7467600"/>
              <a:gd name="connsiteY912" fmla="*/ 1136957 h 6858000"/>
              <a:gd name="connsiteX913" fmla="*/ 4655015 w 7467600"/>
              <a:gd name="connsiteY913" fmla="*/ 891426 h 6858000"/>
              <a:gd name="connsiteX914" fmla="*/ 4348002 w 7467600"/>
              <a:gd name="connsiteY914" fmla="*/ 2205895 h 6858000"/>
              <a:gd name="connsiteX915" fmla="*/ 4262250 w 7467600"/>
              <a:gd name="connsiteY915" fmla="*/ 2219972 h 6858000"/>
              <a:gd name="connsiteX916" fmla="*/ 4550611 w 7467600"/>
              <a:gd name="connsiteY916" fmla="*/ 817540 h 6858000"/>
              <a:gd name="connsiteX917" fmla="*/ 4564418 w 7467600"/>
              <a:gd name="connsiteY917" fmla="*/ 808293 h 6858000"/>
              <a:gd name="connsiteX918" fmla="*/ 4266388 w 7467600"/>
              <a:gd name="connsiteY918" fmla="*/ 500083 h 6858000"/>
              <a:gd name="connsiteX919" fmla="*/ 4032842 w 7467600"/>
              <a:gd name="connsiteY919" fmla="*/ 211809 h 6858000"/>
              <a:gd name="connsiteX920" fmla="*/ 3882765 w 7467600"/>
              <a:gd name="connsiteY920" fmla="*/ 0 h 6858000"/>
              <a:gd name="connsiteX921" fmla="*/ 3721337 w 7467600"/>
              <a:gd name="connsiteY921" fmla="*/ 0 h 6858000"/>
              <a:gd name="connsiteX922" fmla="*/ 3797544 w 7467600"/>
              <a:gd name="connsiteY922" fmla="*/ 0 h 6858000"/>
              <a:gd name="connsiteX923" fmla="*/ 3775734 w 7467600"/>
              <a:gd name="connsiteY923" fmla="*/ 95131 h 6858000"/>
              <a:gd name="connsiteX924" fmla="*/ 3724807 w 7467600"/>
              <a:gd name="connsiteY924" fmla="*/ 272257 h 6858000"/>
              <a:gd name="connsiteX925" fmla="*/ 3726844 w 7467600"/>
              <a:gd name="connsiteY925" fmla="*/ 282988 h 6858000"/>
              <a:gd name="connsiteX926" fmla="*/ 3742664 w 7467600"/>
              <a:gd name="connsiteY926" fmla="*/ 279918 h 6858000"/>
              <a:gd name="connsiteX927" fmla="*/ 4103910 w 7467600"/>
              <a:gd name="connsiteY927" fmla="*/ 1161917 h 6858000"/>
              <a:gd name="connsiteX928" fmla="*/ 4020269 w 7467600"/>
              <a:gd name="connsiteY928" fmla="*/ 1200406 h 6858000"/>
              <a:gd name="connsiteX929" fmla="*/ 3674882 w 7467600"/>
              <a:gd name="connsiteY929" fmla="*/ 488524 h 6858000"/>
              <a:gd name="connsiteX930" fmla="*/ 3132682 w 7467600"/>
              <a:gd name="connsiteY930" fmla="*/ 1072284 h 6858000"/>
              <a:gd name="connsiteX931" fmla="*/ 2716346 w 7467600"/>
              <a:gd name="connsiteY931" fmla="*/ 1276376 h 6858000"/>
              <a:gd name="connsiteX932" fmla="*/ 2716772 w 7467600"/>
              <a:gd name="connsiteY932" fmla="*/ 1255462 h 6858000"/>
              <a:gd name="connsiteX933" fmla="*/ 3471096 w 7467600"/>
              <a:gd name="connsiteY933" fmla="*/ 437072 h 6858000"/>
              <a:gd name="connsiteX934" fmla="*/ 3639057 w 7467600"/>
              <a:gd name="connsiteY934" fmla="*/ 286334 h 6858000"/>
              <a:gd name="connsiteX935" fmla="*/ 3640309 w 7467600"/>
              <a:gd name="connsiteY935" fmla="*/ 284664 h 6858000"/>
              <a:gd name="connsiteX936" fmla="*/ 3646022 w 7467600"/>
              <a:gd name="connsiteY936" fmla="*/ 276711 h 6858000"/>
              <a:gd name="connsiteX937" fmla="*/ 3707943 w 7467600"/>
              <a:gd name="connsiteY937" fmla="*/ 65958 h 6858000"/>
              <a:gd name="connsiteX938" fmla="*/ 3721337 w 7467600"/>
              <a:gd name="connsiteY938" fmla="*/ 0 h 6858000"/>
              <a:gd name="connsiteX939" fmla="*/ 2867960 w 7467600"/>
              <a:gd name="connsiteY939" fmla="*/ 0 h 6858000"/>
              <a:gd name="connsiteX940" fmla="*/ 2926351 w 7467600"/>
              <a:gd name="connsiteY940" fmla="*/ 0 h 6858000"/>
              <a:gd name="connsiteX941" fmla="*/ 2902823 w 7467600"/>
              <a:gd name="connsiteY941" fmla="*/ 262929 h 6858000"/>
              <a:gd name="connsiteX942" fmla="*/ 2940663 w 7467600"/>
              <a:gd name="connsiteY942" fmla="*/ 140884 h 6858000"/>
              <a:gd name="connsiteX943" fmla="*/ 2947039 w 7467600"/>
              <a:gd name="connsiteY943" fmla="*/ 122524 h 6858000"/>
              <a:gd name="connsiteX944" fmla="*/ 2984316 w 7467600"/>
              <a:gd name="connsiteY944" fmla="*/ 0 h 6858000"/>
              <a:gd name="connsiteX945" fmla="*/ 3016114 w 7467600"/>
              <a:gd name="connsiteY945" fmla="*/ 0 h 6858000"/>
              <a:gd name="connsiteX946" fmla="*/ 2979949 w 7467600"/>
              <a:gd name="connsiteY946" fmla="*/ 119274 h 6858000"/>
              <a:gd name="connsiteX947" fmla="*/ 3023879 w 7467600"/>
              <a:gd name="connsiteY947" fmla="*/ 0 h 6858000"/>
              <a:gd name="connsiteX948" fmla="*/ 3105400 w 7467600"/>
              <a:gd name="connsiteY948" fmla="*/ 0 h 6858000"/>
              <a:gd name="connsiteX949" fmla="*/ 3094669 w 7467600"/>
              <a:gd name="connsiteY949" fmla="*/ 30308 h 6858000"/>
              <a:gd name="connsiteX950" fmla="*/ 2901945 w 7467600"/>
              <a:gd name="connsiteY950" fmla="*/ 466538 h 6858000"/>
              <a:gd name="connsiteX951" fmla="*/ 2815209 w 7467600"/>
              <a:gd name="connsiteY951" fmla="*/ 497361 h 6858000"/>
              <a:gd name="connsiteX952" fmla="*/ 2844845 w 7467600"/>
              <a:gd name="connsiteY952" fmla="*/ 127638 h 6858000"/>
              <a:gd name="connsiteX953" fmla="*/ 2867960 w 7467600"/>
              <a:gd name="connsiteY953" fmla="*/ 0 h 6858000"/>
              <a:gd name="connsiteX954" fmla="*/ 1057230 w 7467600"/>
              <a:gd name="connsiteY954" fmla="*/ 0 h 6858000"/>
              <a:gd name="connsiteX955" fmla="*/ 1111003 w 7467600"/>
              <a:gd name="connsiteY955" fmla="*/ 0 h 6858000"/>
              <a:gd name="connsiteX956" fmla="*/ 1125553 w 7467600"/>
              <a:gd name="connsiteY956" fmla="*/ 52588 h 6858000"/>
              <a:gd name="connsiteX957" fmla="*/ 1304276 w 7467600"/>
              <a:gd name="connsiteY957" fmla="*/ 476275 h 6858000"/>
              <a:gd name="connsiteX958" fmla="*/ 1492066 w 7467600"/>
              <a:gd name="connsiteY958" fmla="*/ 886333 h 6858000"/>
              <a:gd name="connsiteX959" fmla="*/ 1423698 w 7467600"/>
              <a:gd name="connsiteY959" fmla="*/ 710817 h 6858000"/>
              <a:gd name="connsiteX960" fmla="*/ 1357609 w 7467600"/>
              <a:gd name="connsiteY960" fmla="*/ 532892 h 6858000"/>
              <a:gd name="connsiteX961" fmla="*/ 1309550 w 7467600"/>
              <a:gd name="connsiteY961" fmla="*/ 374031 h 6858000"/>
              <a:gd name="connsiteX962" fmla="*/ 1193673 w 7467600"/>
              <a:gd name="connsiteY962" fmla="*/ 49533 h 6858000"/>
              <a:gd name="connsiteX963" fmla="*/ 1164391 w 7467600"/>
              <a:gd name="connsiteY963" fmla="*/ 0 h 6858000"/>
              <a:gd name="connsiteX964" fmla="*/ 1200666 w 7467600"/>
              <a:gd name="connsiteY964" fmla="*/ 0 h 6858000"/>
              <a:gd name="connsiteX965" fmla="*/ 1223408 w 7467600"/>
              <a:gd name="connsiteY965" fmla="*/ 38996 h 6858000"/>
              <a:gd name="connsiteX966" fmla="*/ 1339635 w 7467600"/>
              <a:gd name="connsiteY966" fmla="*/ 365517 h 6858000"/>
              <a:gd name="connsiteX967" fmla="*/ 1387469 w 7467600"/>
              <a:gd name="connsiteY967" fmla="*/ 523079 h 6858000"/>
              <a:gd name="connsiteX968" fmla="*/ 1452685 w 7467600"/>
              <a:gd name="connsiteY968" fmla="*/ 699806 h 6858000"/>
              <a:gd name="connsiteX969" fmla="*/ 1492092 w 7467600"/>
              <a:gd name="connsiteY969" fmla="*/ 800424 h 6858000"/>
              <a:gd name="connsiteX970" fmla="*/ 1455302 w 7467600"/>
              <a:gd name="connsiteY970" fmla="*/ 632913 h 6858000"/>
              <a:gd name="connsiteX971" fmla="*/ 1222336 w 7467600"/>
              <a:gd name="connsiteY971" fmla="*/ 9480 h 6858000"/>
              <a:gd name="connsiteX972" fmla="*/ 1214634 w 7467600"/>
              <a:gd name="connsiteY972" fmla="*/ 0 h 6858000"/>
              <a:gd name="connsiteX973" fmla="*/ 1289827 w 7467600"/>
              <a:gd name="connsiteY973" fmla="*/ 0 h 6858000"/>
              <a:gd name="connsiteX974" fmla="*/ 1321076 w 7467600"/>
              <a:gd name="connsiteY974" fmla="*/ 59722 h 6858000"/>
              <a:gd name="connsiteX975" fmla="*/ 1512579 w 7467600"/>
              <a:gd name="connsiteY975" fmla="*/ 626441 h 6858000"/>
              <a:gd name="connsiteX976" fmla="*/ 1506076 w 7467600"/>
              <a:gd name="connsiteY976" fmla="*/ 1089289 h 6858000"/>
              <a:gd name="connsiteX977" fmla="*/ 1486346 w 7467600"/>
              <a:gd name="connsiteY977" fmla="*/ 1079919 h 6858000"/>
              <a:gd name="connsiteX978" fmla="*/ 1070511 w 7467600"/>
              <a:gd name="connsiteY978" fmla="*/ 48609 h 6858000"/>
              <a:gd name="connsiteX979" fmla="*/ 1057230 w 7467600"/>
              <a:gd name="connsiteY979" fmla="*/ 0 h 6858000"/>
              <a:gd name="connsiteX980" fmla="*/ 43151 w 7467600"/>
              <a:gd name="connsiteY980" fmla="*/ 0 h 6858000"/>
              <a:gd name="connsiteX981" fmla="*/ 95283 w 7467600"/>
              <a:gd name="connsiteY981" fmla="*/ 0 h 6858000"/>
              <a:gd name="connsiteX982" fmla="*/ 300708 w 7467600"/>
              <a:gd name="connsiteY982" fmla="*/ 154571 h 6858000"/>
              <a:gd name="connsiteX983" fmla="*/ 530414 w 7467600"/>
              <a:gd name="connsiteY983" fmla="*/ 354673 h 6858000"/>
              <a:gd name="connsiteX984" fmla="*/ 333785 w 7467600"/>
              <a:gd name="connsiteY984" fmla="*/ 161564 h 6858000"/>
              <a:gd name="connsiteX985" fmla="*/ 147005 w 7467600"/>
              <a:gd name="connsiteY985" fmla="*/ 0 h 6858000"/>
              <a:gd name="connsiteX986" fmla="*/ 272509 w 7467600"/>
              <a:gd name="connsiteY986" fmla="*/ 0 h 6858000"/>
              <a:gd name="connsiteX987" fmla="*/ 326276 w 7467600"/>
              <a:gd name="connsiteY987" fmla="*/ 45847 h 6858000"/>
              <a:gd name="connsiteX988" fmla="*/ 823759 w 7467600"/>
              <a:gd name="connsiteY988" fmla="*/ 574145 h 6858000"/>
              <a:gd name="connsiteX989" fmla="*/ 811254 w 7467600"/>
              <a:gd name="connsiteY989" fmla="*/ 665546 h 6858000"/>
              <a:gd name="connsiteX990" fmla="*/ 154042 w 7467600"/>
              <a:gd name="connsiteY990" fmla="*/ 261522 h 6858000"/>
              <a:gd name="connsiteX991" fmla="*/ 13550 w 7467600"/>
              <a:gd name="connsiteY991" fmla="*/ 158423 h 6858000"/>
              <a:gd name="connsiteX992" fmla="*/ 0 w 7467600"/>
              <a:gd name="connsiteY992" fmla="*/ 146618 h 6858000"/>
              <a:gd name="connsiteX993" fmla="*/ 0 w 7467600"/>
              <a:gd name="connsiteY993" fmla="*/ 59161 h 6858000"/>
              <a:gd name="connsiteX994" fmla="*/ 45427 w 7467600"/>
              <a:gd name="connsiteY994" fmla="*/ 101078 h 6858000"/>
              <a:gd name="connsiteX995" fmla="*/ 630103 w 7467600"/>
              <a:gd name="connsiteY995" fmla="*/ 485885 h 6858000"/>
              <a:gd name="connsiteX996" fmla="*/ 532040 w 7467600"/>
              <a:gd name="connsiteY996" fmla="*/ 399359 h 6858000"/>
              <a:gd name="connsiteX997" fmla="*/ 517618 w 7467600"/>
              <a:gd name="connsiteY997" fmla="*/ 385726 h 6858000"/>
              <a:gd name="connsiteX998" fmla="*/ 285074 w 7467600"/>
              <a:gd name="connsiteY998" fmla="*/ 182755 h 6858000"/>
              <a:gd name="connsiteX999" fmla="*/ 43151 w 7467600"/>
              <a:gd name="connsiteY99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361850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1903353 w 7467600"/>
              <a:gd name="connsiteY143" fmla="*/ 5044827 h 6858000"/>
              <a:gd name="connsiteX144" fmla="*/ 1936931 w 7467600"/>
              <a:gd name="connsiteY144" fmla="*/ 5093954 h 6858000"/>
              <a:gd name="connsiteX145" fmla="*/ 2195868 w 7467600"/>
              <a:gd name="connsiteY145" fmla="*/ 5396574 h 6858000"/>
              <a:gd name="connsiteX146" fmla="*/ 2088852 w 7467600"/>
              <a:gd name="connsiteY146" fmla="*/ 5166123 h 6858000"/>
              <a:gd name="connsiteX147" fmla="*/ 1958241 w 7467600"/>
              <a:gd name="connsiteY147" fmla="*/ 5067955 h 6858000"/>
              <a:gd name="connsiteX148" fmla="*/ 1903353 w 7467600"/>
              <a:gd name="connsiteY148" fmla="*/ 5044827 h 6858000"/>
              <a:gd name="connsiteX149" fmla="*/ 1979378 w 7467600"/>
              <a:gd name="connsiteY149" fmla="*/ 4769504 h 6858000"/>
              <a:gd name="connsiteX150" fmla="*/ 2882120 w 7467600"/>
              <a:gd name="connsiteY150" fmla="*/ 5064547 h 6858000"/>
              <a:gd name="connsiteX151" fmla="*/ 2793103 w 7467600"/>
              <a:gd name="connsiteY151" fmla="*/ 5039699 h 6858000"/>
              <a:gd name="connsiteX152" fmla="*/ 2770041 w 7467600"/>
              <a:gd name="connsiteY152" fmla="*/ 5033634 h 6858000"/>
              <a:gd name="connsiteX153" fmla="*/ 1979378 w 7467600"/>
              <a:gd name="connsiteY153" fmla="*/ 4769504 h 6858000"/>
              <a:gd name="connsiteX154" fmla="*/ 1927410 w 7467600"/>
              <a:gd name="connsiteY154" fmla="*/ 4716164 h 6858000"/>
              <a:gd name="connsiteX155" fmla="*/ 1959587 w 7467600"/>
              <a:gd name="connsiteY155" fmla="*/ 4728849 h 6858000"/>
              <a:gd name="connsiteX156" fmla="*/ 2777707 w 7467600"/>
              <a:gd name="connsiteY156" fmla="*/ 5003991 h 6858000"/>
              <a:gd name="connsiteX157" fmla="*/ 2800768 w 7467600"/>
              <a:gd name="connsiteY157" fmla="*/ 5010056 h 6858000"/>
              <a:gd name="connsiteX158" fmla="*/ 2879408 w 7467600"/>
              <a:gd name="connsiteY158" fmla="*/ 5031590 h 6858000"/>
              <a:gd name="connsiteX159" fmla="*/ 2862295 w 7467600"/>
              <a:gd name="connsiteY159" fmla="*/ 5022958 h 6858000"/>
              <a:gd name="connsiteX160" fmla="*/ 2813343 w 7467600"/>
              <a:gd name="connsiteY160" fmla="*/ 4998369 h 6858000"/>
              <a:gd name="connsiteX161" fmla="*/ 2646245 w 7467600"/>
              <a:gd name="connsiteY161" fmla="*/ 4930999 h 6858000"/>
              <a:gd name="connsiteX162" fmla="*/ 1999243 w 7467600"/>
              <a:gd name="connsiteY162" fmla="*/ 4730524 h 6858000"/>
              <a:gd name="connsiteX163" fmla="*/ 1979527 w 7467600"/>
              <a:gd name="connsiteY163" fmla="*/ 4726651 h 6858000"/>
              <a:gd name="connsiteX164" fmla="*/ 1927410 w 7467600"/>
              <a:gd name="connsiteY164" fmla="*/ 4716164 h 6858000"/>
              <a:gd name="connsiteX165" fmla="*/ 1997014 w 7467600"/>
              <a:gd name="connsiteY165" fmla="*/ 4698007 h 6858000"/>
              <a:gd name="connsiteX166" fmla="*/ 2005458 w 7467600"/>
              <a:gd name="connsiteY166" fmla="*/ 4699540 h 6858000"/>
              <a:gd name="connsiteX167" fmla="*/ 2657186 w 7467600"/>
              <a:gd name="connsiteY167" fmla="*/ 4901687 h 6858000"/>
              <a:gd name="connsiteX168" fmla="*/ 2826662 w 7467600"/>
              <a:gd name="connsiteY168" fmla="*/ 4970362 h 6858000"/>
              <a:gd name="connsiteX169" fmla="*/ 2876100 w 7467600"/>
              <a:gd name="connsiteY169" fmla="*/ 4995397 h 6858000"/>
              <a:gd name="connsiteX170" fmla="*/ 3042600 w 7467600"/>
              <a:gd name="connsiteY170" fmla="*/ 5059532 h 6858000"/>
              <a:gd name="connsiteX171" fmla="*/ 1997014 w 7467600"/>
              <a:gd name="connsiteY171" fmla="*/ 4698007 h 6858000"/>
              <a:gd name="connsiteX172" fmla="*/ 2305292 w 7467600"/>
              <a:gd name="connsiteY172" fmla="*/ 4219492 h 6858000"/>
              <a:gd name="connsiteX173" fmla="*/ 3360922 w 7467600"/>
              <a:gd name="connsiteY173" fmla="*/ 4529373 h 6858000"/>
              <a:gd name="connsiteX174" fmla="*/ 3492420 w 7467600"/>
              <a:gd name="connsiteY174" fmla="*/ 4510145 h 6858000"/>
              <a:gd name="connsiteX175" fmla="*/ 3364086 w 7467600"/>
              <a:gd name="connsiteY175" fmla="*/ 4480340 h 6858000"/>
              <a:gd name="connsiteX176" fmla="*/ 3225818 w 7467600"/>
              <a:gd name="connsiteY176" fmla="*/ 4411822 h 6858000"/>
              <a:gd name="connsiteX177" fmla="*/ 3129696 w 7467600"/>
              <a:gd name="connsiteY177" fmla="*/ 4360704 h 6858000"/>
              <a:gd name="connsiteX178" fmla="*/ 2814545 w 7467600"/>
              <a:gd name="connsiteY178" fmla="*/ 4282955 h 6858000"/>
              <a:gd name="connsiteX179" fmla="*/ 2305292 w 7467600"/>
              <a:gd name="connsiteY179" fmla="*/ 4219492 h 6858000"/>
              <a:gd name="connsiteX180" fmla="*/ 2626982 w 7467600"/>
              <a:gd name="connsiteY180" fmla="*/ 4206450 h 6858000"/>
              <a:gd name="connsiteX181" fmla="*/ 2490617 w 7467600"/>
              <a:gd name="connsiteY181" fmla="*/ 4206951 h 6858000"/>
              <a:gd name="connsiteX182" fmla="*/ 2819869 w 7467600"/>
              <a:gd name="connsiteY182" fmla="*/ 4252936 h 6858000"/>
              <a:gd name="connsiteX183" fmla="*/ 3143018 w 7467600"/>
              <a:gd name="connsiteY183" fmla="*/ 4332698 h 6858000"/>
              <a:gd name="connsiteX184" fmla="*/ 3241520 w 7467600"/>
              <a:gd name="connsiteY184" fmla="*/ 4385112 h 6858000"/>
              <a:gd name="connsiteX185" fmla="*/ 3374575 w 7467600"/>
              <a:gd name="connsiteY185" fmla="*/ 4451517 h 6858000"/>
              <a:gd name="connsiteX186" fmla="*/ 3505221 w 7467600"/>
              <a:gd name="connsiteY186" fmla="*/ 4480757 h 6858000"/>
              <a:gd name="connsiteX187" fmla="*/ 2626982 w 7467600"/>
              <a:gd name="connsiteY187" fmla="*/ 4206450 h 6858000"/>
              <a:gd name="connsiteX188" fmla="*/ 1310106 w 7467600"/>
              <a:gd name="connsiteY188" fmla="*/ 3943217 h 6858000"/>
              <a:gd name="connsiteX189" fmla="*/ 854994 w 7467600"/>
              <a:gd name="connsiteY189" fmla="*/ 4399136 h 6858000"/>
              <a:gd name="connsiteX190" fmla="*/ 742462 w 7467600"/>
              <a:gd name="connsiteY190" fmla="*/ 4594648 h 6858000"/>
              <a:gd name="connsiteX191" fmla="*/ 820602 w 7467600"/>
              <a:gd name="connsiteY191" fmla="*/ 4485915 h 6858000"/>
              <a:gd name="connsiteX192" fmla="*/ 878295 w 7467600"/>
              <a:gd name="connsiteY192" fmla="*/ 4403594 h 6858000"/>
              <a:gd name="connsiteX193" fmla="*/ 1240607 w 7467600"/>
              <a:gd name="connsiteY193" fmla="*/ 4010401 h 6858000"/>
              <a:gd name="connsiteX194" fmla="*/ 1310106 w 7467600"/>
              <a:gd name="connsiteY194" fmla="*/ 3943217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316479 w 7467600"/>
              <a:gd name="connsiteY205" fmla="*/ 3872136 h 6858000"/>
              <a:gd name="connsiteX206" fmla="*/ 3291335 w 7467600"/>
              <a:gd name="connsiteY206" fmla="*/ 3767420 h 6858000"/>
              <a:gd name="connsiteX207" fmla="*/ 3390805 w 7467600"/>
              <a:gd name="connsiteY207" fmla="*/ 3937163 h 6858000"/>
              <a:gd name="connsiteX208" fmla="*/ 3579062 w 7467600"/>
              <a:gd name="connsiteY208" fmla="*/ 4359040 h 6858000"/>
              <a:gd name="connsiteX209" fmla="*/ 3467355 w 7467600"/>
              <a:gd name="connsiteY209" fmla="*/ 3988130 h 6858000"/>
              <a:gd name="connsiteX210" fmla="*/ 3310753 w 7467600"/>
              <a:gd name="connsiteY210" fmla="*/ 3787140 h 6858000"/>
              <a:gd name="connsiteX211" fmla="*/ 3291335 w 7467600"/>
              <a:gd name="connsiteY211" fmla="*/ 3767420 h 6858000"/>
              <a:gd name="connsiteX212" fmla="*/ 1635889 w 7467600"/>
              <a:gd name="connsiteY212" fmla="*/ 3709494 h 6858000"/>
              <a:gd name="connsiteX213" fmla="*/ 1634800 w 7467600"/>
              <a:gd name="connsiteY213" fmla="*/ 3731111 h 6858000"/>
              <a:gd name="connsiteX214" fmla="*/ 1635889 w 7467600"/>
              <a:gd name="connsiteY214" fmla="*/ 3709494 h 6858000"/>
              <a:gd name="connsiteX215" fmla="*/ 1510397 w 7467600"/>
              <a:gd name="connsiteY215" fmla="*/ 3684705 h 6858000"/>
              <a:gd name="connsiteX216" fmla="*/ 1146550 w 7467600"/>
              <a:gd name="connsiteY216" fmla="*/ 3802012 h 6858000"/>
              <a:gd name="connsiteX217" fmla="*/ 698834 w 7467600"/>
              <a:gd name="connsiteY217" fmla="*/ 3952272 h 6858000"/>
              <a:gd name="connsiteX218" fmla="*/ 34256 w 7467600"/>
              <a:gd name="connsiteY218" fmla="*/ 4347603 h 6858000"/>
              <a:gd name="connsiteX219" fmla="*/ 527241 w 7467600"/>
              <a:gd name="connsiteY219" fmla="*/ 4065078 h 6858000"/>
              <a:gd name="connsiteX220" fmla="*/ 1510397 w 7467600"/>
              <a:gd name="connsiteY220" fmla="*/ 3684705 h 6858000"/>
              <a:gd name="connsiteX221" fmla="*/ 1313114 w 7467600"/>
              <a:gd name="connsiteY221" fmla="*/ 3655216 h 6858000"/>
              <a:gd name="connsiteX222" fmla="*/ 1109304 w 7467600"/>
              <a:gd name="connsiteY222" fmla="*/ 3669030 h 6858000"/>
              <a:gd name="connsiteX223" fmla="*/ 8129 w 7467600"/>
              <a:gd name="connsiteY223" fmla="*/ 4330519 h 6858000"/>
              <a:gd name="connsiteX224" fmla="*/ 687572 w 7467600"/>
              <a:gd name="connsiteY224" fmla="*/ 3925629 h 6858000"/>
              <a:gd name="connsiteX225" fmla="*/ 1138365 w 7467600"/>
              <a:gd name="connsiteY225" fmla="*/ 3774515 h 6858000"/>
              <a:gd name="connsiteX226" fmla="*/ 1505579 w 7467600"/>
              <a:gd name="connsiteY226" fmla="*/ 3655526 h 6858000"/>
              <a:gd name="connsiteX227" fmla="*/ 1313114 w 7467600"/>
              <a:gd name="connsiteY227" fmla="*/ 3655216 h 6858000"/>
              <a:gd name="connsiteX228" fmla="*/ 3655073 w 7467600"/>
              <a:gd name="connsiteY228" fmla="*/ 3650884 h 6858000"/>
              <a:gd name="connsiteX229" fmla="*/ 3989938 w 7467600"/>
              <a:gd name="connsiteY229" fmla="*/ 3991685 h 6858000"/>
              <a:gd name="connsiteX230" fmla="*/ 4393907 w 7467600"/>
              <a:gd name="connsiteY230" fmla="*/ 4261258 h 6858000"/>
              <a:gd name="connsiteX231" fmla="*/ 4648051 w 7467600"/>
              <a:gd name="connsiteY231" fmla="*/ 4374051 h 6858000"/>
              <a:gd name="connsiteX232" fmla="*/ 4383389 w 7467600"/>
              <a:gd name="connsiteY232" fmla="*/ 4184369 h 6858000"/>
              <a:gd name="connsiteX233" fmla="*/ 4165508 w 7467600"/>
              <a:gd name="connsiteY233" fmla="*/ 4035196 h 6858000"/>
              <a:gd name="connsiteX234" fmla="*/ 4068162 w 7467600"/>
              <a:gd name="connsiteY234" fmla="*/ 3953394 h 6858000"/>
              <a:gd name="connsiteX235" fmla="*/ 3981416 w 7467600"/>
              <a:gd name="connsiteY235" fmla="*/ 3880482 h 6858000"/>
              <a:gd name="connsiteX236" fmla="*/ 3800147 w 7467600"/>
              <a:gd name="connsiteY236" fmla="*/ 3749872 h 6858000"/>
              <a:gd name="connsiteX237" fmla="*/ 3655073 w 7467600"/>
              <a:gd name="connsiteY237" fmla="*/ 3650884 h 6858000"/>
              <a:gd name="connsiteX238" fmla="*/ 3670252 w 7467600"/>
              <a:gd name="connsiteY238" fmla="*/ 3622798 h 6858000"/>
              <a:gd name="connsiteX239" fmla="*/ 3817258 w 7467600"/>
              <a:gd name="connsiteY239" fmla="*/ 3723577 h 6858000"/>
              <a:gd name="connsiteX240" fmla="*/ 4000461 w 7467600"/>
              <a:gd name="connsiteY240" fmla="*/ 3855966 h 6858000"/>
              <a:gd name="connsiteX241" fmla="*/ 4088180 w 7467600"/>
              <a:gd name="connsiteY241" fmla="*/ 3929774 h 6858000"/>
              <a:gd name="connsiteX242" fmla="*/ 4184555 w 7467600"/>
              <a:gd name="connsiteY242" fmla="*/ 4010683 h 6858000"/>
              <a:gd name="connsiteX243" fmla="*/ 4399563 w 7467600"/>
              <a:gd name="connsiteY243" fmla="*/ 4158106 h 6858000"/>
              <a:gd name="connsiteX244" fmla="*/ 4684469 w 7467600"/>
              <a:gd name="connsiteY244" fmla="*/ 4364680 h 6858000"/>
              <a:gd name="connsiteX245" fmla="*/ 4690271 w 7467600"/>
              <a:gd name="connsiteY245" fmla="*/ 4370034 h 6858000"/>
              <a:gd name="connsiteX246" fmla="*/ 4136093 w 7467600"/>
              <a:gd name="connsiteY246" fmla="*/ 3858466 h 6858000"/>
              <a:gd name="connsiteX247" fmla="*/ 3670252 w 7467600"/>
              <a:gd name="connsiteY247" fmla="*/ 3622798 h 6858000"/>
              <a:gd name="connsiteX248" fmla="*/ 4440129 w 7467600"/>
              <a:gd name="connsiteY248" fmla="*/ 3448571 h 6858000"/>
              <a:gd name="connsiteX249" fmla="*/ 4856525 w 7467600"/>
              <a:gd name="connsiteY249" fmla="*/ 3915351 h 6858000"/>
              <a:gd name="connsiteX250" fmla="*/ 5059055 w 7467600"/>
              <a:gd name="connsiteY250" fmla="*/ 4108918 h 6858000"/>
              <a:gd name="connsiteX251" fmla="*/ 5290070 w 7467600"/>
              <a:gd name="connsiteY251" fmla="*/ 4263619 h 6858000"/>
              <a:gd name="connsiteX252" fmla="*/ 4834991 w 7467600"/>
              <a:gd name="connsiteY252" fmla="*/ 3830985 h 6858000"/>
              <a:gd name="connsiteX253" fmla="*/ 4440129 w 7467600"/>
              <a:gd name="connsiteY253" fmla="*/ 3448571 h 6858000"/>
              <a:gd name="connsiteX254" fmla="*/ 4441737 w 7467600"/>
              <a:gd name="connsiteY254" fmla="*/ 3399734 h 6858000"/>
              <a:gd name="connsiteX255" fmla="*/ 4431236 w 7467600"/>
              <a:gd name="connsiteY255" fmla="*/ 3400954 h 6858000"/>
              <a:gd name="connsiteX256" fmla="*/ 4557150 w 7467600"/>
              <a:gd name="connsiteY256" fmla="*/ 3510023 h 6858000"/>
              <a:gd name="connsiteX257" fmla="*/ 4856936 w 7467600"/>
              <a:gd name="connsiteY257" fmla="*/ 3809146 h 6858000"/>
              <a:gd name="connsiteX258" fmla="*/ 5111996 w 7467600"/>
              <a:gd name="connsiteY258" fmla="*/ 4065759 h 6858000"/>
              <a:gd name="connsiteX259" fmla="*/ 5388878 w 7467600"/>
              <a:gd name="connsiteY259" fmla="*/ 4300185 h 6858000"/>
              <a:gd name="connsiteX260" fmla="*/ 5425556 w 7467600"/>
              <a:gd name="connsiteY260" fmla="*/ 4308967 h 6858000"/>
              <a:gd name="connsiteX261" fmla="*/ 4943646 w 7467600"/>
              <a:gd name="connsiteY261" fmla="*/ 3822916 h 6858000"/>
              <a:gd name="connsiteX262" fmla="*/ 4594837 w 7467600"/>
              <a:gd name="connsiteY262" fmla="*/ 3532274 h 6858000"/>
              <a:gd name="connsiteX263" fmla="*/ 4441737 w 7467600"/>
              <a:gd name="connsiteY263" fmla="*/ 3399734 h 6858000"/>
              <a:gd name="connsiteX264" fmla="*/ 5425834 w 7467600"/>
              <a:gd name="connsiteY264" fmla="*/ 3162785 h 6858000"/>
              <a:gd name="connsiteX265" fmla="*/ 5401644 w 7467600"/>
              <a:gd name="connsiteY265" fmla="*/ 3617847 h 6858000"/>
              <a:gd name="connsiteX266" fmla="*/ 5467256 w 7467600"/>
              <a:gd name="connsiteY266" fmla="*/ 4175494 h 6858000"/>
              <a:gd name="connsiteX267" fmla="*/ 5448069 w 7467600"/>
              <a:gd name="connsiteY267" fmla="*/ 3567554 h 6858000"/>
              <a:gd name="connsiteX268" fmla="*/ 5425834 w 7467600"/>
              <a:gd name="connsiteY268" fmla="*/ 3162785 h 6858000"/>
              <a:gd name="connsiteX269" fmla="*/ 1318687 w 7467600"/>
              <a:gd name="connsiteY269" fmla="*/ 3113840 h 6858000"/>
              <a:gd name="connsiteX270" fmla="*/ 1066793 w 7467600"/>
              <a:gd name="connsiteY270" fmla="*/ 3212171 h 6858000"/>
              <a:gd name="connsiteX271" fmla="*/ 993319 w 7467600"/>
              <a:gd name="connsiteY271" fmla="*/ 3247648 h 6858000"/>
              <a:gd name="connsiteX272" fmla="*/ 853081 w 7467600"/>
              <a:gd name="connsiteY272" fmla="*/ 3312410 h 6858000"/>
              <a:gd name="connsiteX273" fmla="*/ 805957 w 7467600"/>
              <a:gd name="connsiteY273" fmla="*/ 3330443 h 6858000"/>
              <a:gd name="connsiteX274" fmla="*/ 1318687 w 7467600"/>
              <a:gd name="connsiteY274" fmla="*/ 3113840 h 6858000"/>
              <a:gd name="connsiteX275" fmla="*/ 5453702 w 7467600"/>
              <a:gd name="connsiteY275" fmla="*/ 3090882 h 6858000"/>
              <a:gd name="connsiteX276" fmla="*/ 5480135 w 7467600"/>
              <a:gd name="connsiteY276" fmla="*/ 3565802 h 6858000"/>
              <a:gd name="connsiteX277" fmla="*/ 5499023 w 7467600"/>
              <a:gd name="connsiteY277" fmla="*/ 4166310 h 6858000"/>
              <a:gd name="connsiteX278" fmla="*/ 5547022 w 7467600"/>
              <a:gd name="connsiteY278" fmla="*/ 3607838 h 6858000"/>
              <a:gd name="connsiteX279" fmla="*/ 5515964 w 7467600"/>
              <a:gd name="connsiteY279" fmla="*/ 3378541 h 6858000"/>
              <a:gd name="connsiteX280" fmla="*/ 5453702 w 7467600"/>
              <a:gd name="connsiteY280" fmla="*/ 3090882 h 6858000"/>
              <a:gd name="connsiteX281" fmla="*/ 1238695 w 7467600"/>
              <a:gd name="connsiteY281" fmla="*/ 3076820 h 6858000"/>
              <a:gd name="connsiteX282" fmla="*/ 716371 w 7467600"/>
              <a:gd name="connsiteY282" fmla="*/ 3293249 h 6858000"/>
              <a:gd name="connsiteX283" fmla="*/ 579522 w 7467600"/>
              <a:gd name="connsiteY283" fmla="*/ 3371759 h 6858000"/>
              <a:gd name="connsiteX284" fmla="*/ 600288 w 7467600"/>
              <a:gd name="connsiteY284" fmla="*/ 3365555 h 6858000"/>
              <a:gd name="connsiteX285" fmla="*/ 840692 w 7467600"/>
              <a:gd name="connsiteY285" fmla="*/ 3284921 h 6858000"/>
              <a:gd name="connsiteX286" fmla="*/ 979248 w 7467600"/>
              <a:gd name="connsiteY286" fmla="*/ 3221003 h 6858000"/>
              <a:gd name="connsiteX287" fmla="*/ 1053282 w 7467600"/>
              <a:gd name="connsiteY287" fmla="*/ 3185247 h 6858000"/>
              <a:gd name="connsiteX288" fmla="*/ 1320603 w 7467600"/>
              <a:gd name="connsiteY288" fmla="*/ 3081281 h 6858000"/>
              <a:gd name="connsiteX289" fmla="*/ 1238695 w 7467600"/>
              <a:gd name="connsiteY289" fmla="*/ 3076820 h 6858000"/>
              <a:gd name="connsiteX290" fmla="*/ 5425627 w 7467600"/>
              <a:gd name="connsiteY290" fmla="*/ 2954192 h 6858000"/>
              <a:gd name="connsiteX291" fmla="*/ 5470770 w 7467600"/>
              <a:gd name="connsiteY291" fmla="*/ 3005435 h 6858000"/>
              <a:gd name="connsiteX292" fmla="*/ 5519779 w 7467600"/>
              <a:gd name="connsiteY292" fmla="*/ 4359223 h 6858000"/>
              <a:gd name="connsiteX293" fmla="*/ 5520293 w 7467600"/>
              <a:gd name="connsiteY293" fmla="*/ 4360602 h 6858000"/>
              <a:gd name="connsiteX294" fmla="*/ 5767221 w 7467600"/>
              <a:gd name="connsiteY294" fmla="*/ 4665564 h 6858000"/>
              <a:gd name="connsiteX295" fmla="*/ 6937169 w 7467600"/>
              <a:gd name="connsiteY295" fmla="*/ 4815941 h 6858000"/>
              <a:gd name="connsiteX296" fmla="*/ 6953922 w 7467600"/>
              <a:gd name="connsiteY296" fmla="*/ 4890068 h 6858000"/>
              <a:gd name="connsiteX297" fmla="*/ 6071359 w 7467600"/>
              <a:gd name="connsiteY297" fmla="*/ 4770770 h 6858000"/>
              <a:gd name="connsiteX298" fmla="*/ 6038839 w 7467600"/>
              <a:gd name="connsiteY298" fmla="*/ 4764474 h 6858000"/>
              <a:gd name="connsiteX299" fmla="*/ 6038706 w 7467600"/>
              <a:gd name="connsiteY299" fmla="*/ 4763847 h 6858000"/>
              <a:gd name="connsiteX300" fmla="*/ 6037784 w 7467600"/>
              <a:gd name="connsiteY300" fmla="*/ 4764270 h 6858000"/>
              <a:gd name="connsiteX301" fmla="*/ 6038839 w 7467600"/>
              <a:gd name="connsiteY301" fmla="*/ 4764474 h 6858000"/>
              <a:gd name="connsiteX302" fmla="*/ 6040338 w 7467600"/>
              <a:gd name="connsiteY302" fmla="*/ 4771418 h 6858000"/>
              <a:gd name="connsiteX303" fmla="*/ 6024488 w 7467600"/>
              <a:gd name="connsiteY303" fmla="*/ 4809903 h 6858000"/>
              <a:gd name="connsiteX304" fmla="*/ 5599771 w 7467600"/>
              <a:gd name="connsiteY304" fmla="*/ 5509652 h 6858000"/>
              <a:gd name="connsiteX305" fmla="*/ 5548843 w 7467600"/>
              <a:gd name="connsiteY305" fmla="*/ 5563845 h 6858000"/>
              <a:gd name="connsiteX306" fmla="*/ 5940952 w 7467600"/>
              <a:gd name="connsiteY306" fmla="*/ 6250028 h 6858000"/>
              <a:gd name="connsiteX307" fmla="*/ 6043441 w 7467600"/>
              <a:gd name="connsiteY307" fmla="*/ 6665847 h 6858000"/>
              <a:gd name="connsiteX308" fmla="*/ 6093432 w 7467600"/>
              <a:gd name="connsiteY308" fmla="*/ 6858000 h 6858000"/>
              <a:gd name="connsiteX309" fmla="*/ 6034344 w 7467600"/>
              <a:gd name="connsiteY309" fmla="*/ 6858000 h 6858000"/>
              <a:gd name="connsiteX310" fmla="*/ 6026679 w 7467600"/>
              <a:gd name="connsiteY310" fmla="*/ 6836959 h 6858000"/>
              <a:gd name="connsiteX311" fmla="*/ 5800441 w 7467600"/>
              <a:gd name="connsiteY311" fmla="*/ 6335286 h 6858000"/>
              <a:gd name="connsiteX312" fmla="*/ 5526562 w 7467600"/>
              <a:gd name="connsiteY312" fmla="*/ 5705388 h 6858000"/>
              <a:gd name="connsiteX313" fmla="*/ 5519640 w 7467600"/>
              <a:gd name="connsiteY313" fmla="*/ 5683774 h 6858000"/>
              <a:gd name="connsiteX314" fmla="*/ 5844559 w 7467600"/>
              <a:gd name="connsiteY314" fmla="*/ 6553349 h 6858000"/>
              <a:gd name="connsiteX315" fmla="*/ 5975994 w 7467600"/>
              <a:gd name="connsiteY315" fmla="*/ 6858000 h 6858000"/>
              <a:gd name="connsiteX316" fmla="*/ 5898547 w 7467600"/>
              <a:gd name="connsiteY316" fmla="*/ 6858000 h 6858000"/>
              <a:gd name="connsiteX317" fmla="*/ 5682041 w 7467600"/>
              <a:gd name="connsiteY317" fmla="*/ 6355860 h 6858000"/>
              <a:gd name="connsiteX318" fmla="*/ 5461758 w 7467600"/>
              <a:gd name="connsiteY318" fmla="*/ 5820220 h 6858000"/>
              <a:gd name="connsiteX319" fmla="*/ 5237282 w 7467600"/>
              <a:gd name="connsiteY319" fmla="*/ 6579086 h 6858000"/>
              <a:gd name="connsiteX320" fmla="*/ 5115009 w 7467600"/>
              <a:gd name="connsiteY320" fmla="*/ 6858000 h 6858000"/>
              <a:gd name="connsiteX321" fmla="*/ 5028074 w 7467600"/>
              <a:gd name="connsiteY321" fmla="*/ 6858000 h 6858000"/>
              <a:gd name="connsiteX322" fmla="*/ 5079508 w 7467600"/>
              <a:gd name="connsiteY322" fmla="*/ 6749074 h 6858000"/>
              <a:gd name="connsiteX323" fmla="*/ 5371846 w 7467600"/>
              <a:gd name="connsiteY323" fmla="*/ 5924413 h 6858000"/>
              <a:gd name="connsiteX324" fmla="*/ 5270512 w 7467600"/>
              <a:gd name="connsiteY324" fmla="*/ 6138975 h 6858000"/>
              <a:gd name="connsiteX325" fmla="*/ 5062409 w 7467600"/>
              <a:gd name="connsiteY325" fmla="*/ 6653544 h 6858000"/>
              <a:gd name="connsiteX326" fmla="*/ 5036628 w 7467600"/>
              <a:gd name="connsiteY326" fmla="*/ 6754247 h 6858000"/>
              <a:gd name="connsiteX327" fmla="*/ 5009112 w 7467600"/>
              <a:gd name="connsiteY327" fmla="*/ 6858000 h 6858000"/>
              <a:gd name="connsiteX328" fmla="*/ 4976679 w 7467600"/>
              <a:gd name="connsiteY328" fmla="*/ 6858000 h 6858000"/>
              <a:gd name="connsiteX329" fmla="*/ 5006537 w 7467600"/>
              <a:gd name="connsiteY329" fmla="*/ 6747068 h 6858000"/>
              <a:gd name="connsiteX330" fmla="*/ 5032723 w 7467600"/>
              <a:gd name="connsiteY330" fmla="*/ 6644957 h 6858000"/>
              <a:gd name="connsiteX331" fmla="*/ 5242949 w 7467600"/>
              <a:gd name="connsiteY331" fmla="*/ 6125175 h 6858000"/>
              <a:gd name="connsiteX332" fmla="*/ 5286321 w 7467600"/>
              <a:gd name="connsiteY332" fmla="*/ 6033555 h 6858000"/>
              <a:gd name="connsiteX333" fmla="*/ 5008210 w 7467600"/>
              <a:gd name="connsiteY333" fmla="*/ 6649194 h 6858000"/>
              <a:gd name="connsiteX334" fmla="*/ 4986321 w 7467600"/>
              <a:gd name="connsiteY334" fmla="*/ 6765687 h 6858000"/>
              <a:gd name="connsiteX335" fmla="*/ 4973474 w 7467600"/>
              <a:gd name="connsiteY335" fmla="*/ 6858000 h 6858000"/>
              <a:gd name="connsiteX336" fmla="*/ 4907178 w 7467600"/>
              <a:gd name="connsiteY336" fmla="*/ 6858000 h 6858000"/>
              <a:gd name="connsiteX337" fmla="*/ 4910810 w 7467600"/>
              <a:gd name="connsiteY337" fmla="*/ 6829660 h 6858000"/>
              <a:gd name="connsiteX338" fmla="*/ 4987461 w 7467600"/>
              <a:gd name="connsiteY338" fmla="*/ 6432994 h 6858000"/>
              <a:gd name="connsiteX339" fmla="*/ 5179262 w 7467600"/>
              <a:gd name="connsiteY339" fmla="*/ 6035044 h 6858000"/>
              <a:gd name="connsiteX340" fmla="*/ 4689678 w 7467600"/>
              <a:gd name="connsiteY340" fmla="*/ 6440241 h 6858000"/>
              <a:gd name="connsiteX341" fmla="*/ 4477543 w 7467600"/>
              <a:gd name="connsiteY341" fmla="*/ 6674836 h 6858000"/>
              <a:gd name="connsiteX342" fmla="*/ 4329957 w 7467600"/>
              <a:gd name="connsiteY342" fmla="*/ 6858000 h 6858000"/>
              <a:gd name="connsiteX343" fmla="*/ 4218595 w 7467600"/>
              <a:gd name="connsiteY343" fmla="*/ 6858000 h 6858000"/>
              <a:gd name="connsiteX344" fmla="*/ 4368888 w 7467600"/>
              <a:gd name="connsiteY344" fmla="*/ 6668412 h 6858000"/>
              <a:gd name="connsiteX345" fmla="*/ 4563091 w 7467600"/>
              <a:gd name="connsiteY345" fmla="*/ 6442508 h 6858000"/>
              <a:gd name="connsiteX346" fmla="*/ 5387324 w 7467600"/>
              <a:gd name="connsiteY346" fmla="*/ 5705830 h 6858000"/>
              <a:gd name="connsiteX347" fmla="*/ 5073620 w 7467600"/>
              <a:gd name="connsiteY347" fmla="*/ 5955437 h 6858000"/>
              <a:gd name="connsiteX348" fmla="*/ 4689789 w 7467600"/>
              <a:gd name="connsiteY348" fmla="*/ 6268382 h 6858000"/>
              <a:gd name="connsiteX349" fmla="*/ 4418722 w 7467600"/>
              <a:gd name="connsiteY349" fmla="*/ 6570886 h 6858000"/>
              <a:gd name="connsiteX350" fmla="*/ 4214944 w 7467600"/>
              <a:gd name="connsiteY350" fmla="*/ 6858000 h 6858000"/>
              <a:gd name="connsiteX351" fmla="*/ 4177898 w 7467600"/>
              <a:gd name="connsiteY351" fmla="*/ 6858000 h 6858000"/>
              <a:gd name="connsiteX352" fmla="*/ 4391597 w 7467600"/>
              <a:gd name="connsiteY352" fmla="*/ 6556370 h 6858000"/>
              <a:gd name="connsiteX353" fmla="*/ 4668889 w 7467600"/>
              <a:gd name="connsiteY353" fmla="*/ 6246399 h 6858000"/>
              <a:gd name="connsiteX354" fmla="*/ 5055427 w 7467600"/>
              <a:gd name="connsiteY354" fmla="*/ 5931476 h 6858000"/>
              <a:gd name="connsiteX355" fmla="*/ 5371814 w 7467600"/>
              <a:gd name="connsiteY355" fmla="*/ 5678975 h 6858000"/>
              <a:gd name="connsiteX356" fmla="*/ 4987918 w 7467600"/>
              <a:gd name="connsiteY356" fmla="*/ 5838701 h 6858000"/>
              <a:gd name="connsiteX357" fmla="*/ 4317146 w 7467600"/>
              <a:gd name="connsiteY357" fmla="*/ 6587716 h 6858000"/>
              <a:gd name="connsiteX358" fmla="*/ 4171627 w 7467600"/>
              <a:gd name="connsiteY358" fmla="*/ 6858000 h 6858000"/>
              <a:gd name="connsiteX359" fmla="*/ 4081585 w 7467600"/>
              <a:gd name="connsiteY359" fmla="*/ 6858000 h 6858000"/>
              <a:gd name="connsiteX360" fmla="*/ 4238603 w 7467600"/>
              <a:gd name="connsiteY360" fmla="*/ 6559341 h 6858000"/>
              <a:gd name="connsiteX361" fmla="*/ 4778333 w 7467600"/>
              <a:gd name="connsiteY361" fmla="*/ 5873626 h 6858000"/>
              <a:gd name="connsiteX362" fmla="*/ 5414185 w 7467600"/>
              <a:gd name="connsiteY362" fmla="*/ 5573882 h 6858000"/>
              <a:gd name="connsiteX363" fmla="*/ 5959648 w 7467600"/>
              <a:gd name="connsiteY363" fmla="*/ 4760797 h 6858000"/>
              <a:gd name="connsiteX364" fmla="*/ 5355019 w 7467600"/>
              <a:gd name="connsiteY364" fmla="*/ 4734672 h 6858000"/>
              <a:gd name="connsiteX365" fmla="*/ 5083565 w 7467600"/>
              <a:gd name="connsiteY365" fmla="*/ 5179121 h 6858000"/>
              <a:gd name="connsiteX366" fmla="*/ 4713577 w 7467600"/>
              <a:gd name="connsiteY366" fmla="*/ 5616803 h 6858000"/>
              <a:gd name="connsiteX367" fmla="*/ 3989559 w 7467600"/>
              <a:gd name="connsiteY367" fmla="*/ 6145945 h 6858000"/>
              <a:gd name="connsiteX368" fmla="*/ 3939824 w 7467600"/>
              <a:gd name="connsiteY368" fmla="*/ 6066900 h 6858000"/>
              <a:gd name="connsiteX369" fmla="*/ 4584537 w 7467600"/>
              <a:gd name="connsiteY369" fmla="*/ 5324826 h 6858000"/>
              <a:gd name="connsiteX370" fmla="*/ 5037105 w 7467600"/>
              <a:gd name="connsiteY370" fmla="*/ 5088765 h 6858000"/>
              <a:gd name="connsiteX371" fmla="*/ 5039930 w 7467600"/>
              <a:gd name="connsiteY371" fmla="*/ 5089585 h 6858000"/>
              <a:gd name="connsiteX372" fmla="*/ 5263764 w 7467600"/>
              <a:gd name="connsiteY372" fmla="*/ 4735525 h 6858000"/>
              <a:gd name="connsiteX373" fmla="*/ 4086300 w 7467600"/>
              <a:gd name="connsiteY373" fmla="*/ 4884599 h 6858000"/>
              <a:gd name="connsiteX374" fmla="*/ 4085485 w 7467600"/>
              <a:gd name="connsiteY374" fmla="*/ 4899070 h 6858000"/>
              <a:gd name="connsiteX375" fmla="*/ 3871915 w 7467600"/>
              <a:gd name="connsiteY375" fmla="*/ 5253645 h 6858000"/>
              <a:gd name="connsiteX376" fmla="*/ 3799374 w 7467600"/>
              <a:gd name="connsiteY376" fmla="*/ 5466127 h 6858000"/>
              <a:gd name="connsiteX377" fmla="*/ 3498850 w 7467600"/>
              <a:gd name="connsiteY377" fmla="*/ 6661888 h 6858000"/>
              <a:gd name="connsiteX378" fmla="*/ 3399216 w 7467600"/>
              <a:gd name="connsiteY378" fmla="*/ 6858000 h 6858000"/>
              <a:gd name="connsiteX379" fmla="*/ 3303688 w 7467600"/>
              <a:gd name="connsiteY379" fmla="*/ 6858000 h 6858000"/>
              <a:gd name="connsiteX380" fmla="*/ 3391774 w 7467600"/>
              <a:gd name="connsiteY380" fmla="*/ 6697181 h 6858000"/>
              <a:gd name="connsiteX381" fmla="*/ 3735540 w 7467600"/>
              <a:gd name="connsiteY381" fmla="*/ 5546923 h 6858000"/>
              <a:gd name="connsiteX382" fmla="*/ 3729438 w 7467600"/>
              <a:gd name="connsiteY382" fmla="*/ 5569058 h 6858000"/>
              <a:gd name="connsiteX383" fmla="*/ 3707782 w 7467600"/>
              <a:gd name="connsiteY383" fmla="*/ 5644908 h 6858000"/>
              <a:gd name="connsiteX384" fmla="*/ 3583827 w 7467600"/>
              <a:gd name="connsiteY384" fmla="*/ 6039215 h 6858000"/>
              <a:gd name="connsiteX385" fmla="*/ 3547861 w 7467600"/>
              <a:gd name="connsiteY385" fmla="*/ 6129609 h 6858000"/>
              <a:gd name="connsiteX386" fmla="*/ 3490905 w 7467600"/>
              <a:gd name="connsiteY386" fmla="*/ 6277660 h 6858000"/>
              <a:gd name="connsiteX387" fmla="*/ 3455859 w 7467600"/>
              <a:gd name="connsiteY387" fmla="*/ 6391301 h 6858000"/>
              <a:gd name="connsiteX388" fmla="*/ 3429112 w 7467600"/>
              <a:gd name="connsiteY388" fmla="*/ 6479469 h 6858000"/>
              <a:gd name="connsiteX389" fmla="*/ 3304862 w 7467600"/>
              <a:gd name="connsiteY389" fmla="*/ 6796476 h 6858000"/>
              <a:gd name="connsiteX390" fmla="*/ 3276071 w 7467600"/>
              <a:gd name="connsiteY390" fmla="*/ 6858000 h 6858000"/>
              <a:gd name="connsiteX391" fmla="*/ 3240805 w 7467600"/>
              <a:gd name="connsiteY391" fmla="*/ 6858000 h 6858000"/>
              <a:gd name="connsiteX392" fmla="*/ 3275917 w 7467600"/>
              <a:gd name="connsiteY392" fmla="*/ 6783192 h 6858000"/>
              <a:gd name="connsiteX393" fmla="*/ 3399358 w 7467600"/>
              <a:gd name="connsiteY393" fmla="*/ 6469011 h 6858000"/>
              <a:gd name="connsiteX394" fmla="*/ 3425650 w 7467600"/>
              <a:gd name="connsiteY394" fmla="*/ 6381333 h 6858000"/>
              <a:gd name="connsiteX395" fmla="*/ 3460661 w 7467600"/>
              <a:gd name="connsiteY395" fmla="*/ 6266763 h 6858000"/>
              <a:gd name="connsiteX396" fmla="*/ 3518021 w 7467600"/>
              <a:gd name="connsiteY396" fmla="*/ 6117298 h 6858000"/>
              <a:gd name="connsiteX397" fmla="*/ 3554035 w 7467600"/>
              <a:gd name="connsiteY397" fmla="*/ 6027832 h 6858000"/>
              <a:gd name="connsiteX398" fmla="*/ 3677174 w 7467600"/>
              <a:gd name="connsiteY398" fmla="*/ 5636351 h 6858000"/>
              <a:gd name="connsiteX399" fmla="*/ 3698819 w 7467600"/>
              <a:gd name="connsiteY399" fmla="*/ 5560503 h 6858000"/>
              <a:gd name="connsiteX400" fmla="*/ 3702094 w 7467600"/>
              <a:gd name="connsiteY400" fmla="*/ 5549194 h 6858000"/>
              <a:gd name="connsiteX401" fmla="*/ 3398355 w 7467600"/>
              <a:gd name="connsiteY401" fmla="*/ 6094603 h 6858000"/>
              <a:gd name="connsiteX402" fmla="*/ 3193941 w 7467600"/>
              <a:gd name="connsiteY402" fmla="*/ 6798775 h 6858000"/>
              <a:gd name="connsiteX403" fmla="*/ 3184140 w 7467600"/>
              <a:gd name="connsiteY403" fmla="*/ 6858000 h 6858000"/>
              <a:gd name="connsiteX404" fmla="*/ 3099978 w 7467600"/>
              <a:gd name="connsiteY404" fmla="*/ 6858000 h 6858000"/>
              <a:gd name="connsiteX405" fmla="*/ 3101556 w 7467600"/>
              <a:gd name="connsiteY405" fmla="*/ 6843337 h 6858000"/>
              <a:gd name="connsiteX406" fmla="*/ 3370162 w 7467600"/>
              <a:gd name="connsiteY406" fmla="*/ 5785550 h 6858000"/>
              <a:gd name="connsiteX407" fmla="*/ 3746477 w 7467600"/>
              <a:gd name="connsiteY407" fmla="*/ 5377889 h 6858000"/>
              <a:gd name="connsiteX408" fmla="*/ 3863399 w 7467600"/>
              <a:gd name="connsiteY408" fmla="*/ 5087257 h 6858000"/>
              <a:gd name="connsiteX409" fmla="*/ 3968712 w 7467600"/>
              <a:gd name="connsiteY409" fmla="*/ 4913989 h 6858000"/>
              <a:gd name="connsiteX410" fmla="*/ 2792390 w 7467600"/>
              <a:gd name="connsiteY410" fmla="*/ 5382974 h 6858000"/>
              <a:gd name="connsiteX411" fmla="*/ 2714982 w 7467600"/>
              <a:gd name="connsiteY411" fmla="*/ 5427051 h 6858000"/>
              <a:gd name="connsiteX412" fmla="*/ 2813361 w 7467600"/>
              <a:gd name="connsiteY412" fmla="*/ 6023912 h 6858000"/>
              <a:gd name="connsiteX413" fmla="*/ 2688430 w 7467600"/>
              <a:gd name="connsiteY413" fmla="*/ 6801564 h 6858000"/>
              <a:gd name="connsiteX414" fmla="*/ 2629626 w 7467600"/>
              <a:gd name="connsiteY414" fmla="*/ 6763394 h 6858000"/>
              <a:gd name="connsiteX415" fmla="*/ 2565328 w 7467600"/>
              <a:gd name="connsiteY415" fmla="*/ 5516399 h 6858000"/>
              <a:gd name="connsiteX416" fmla="*/ 1922999 w 7467600"/>
              <a:gd name="connsiteY416" fmla="*/ 5980343 h 6858000"/>
              <a:gd name="connsiteX417" fmla="*/ 1950261 w 7467600"/>
              <a:gd name="connsiteY417" fmla="*/ 6405858 h 6858000"/>
              <a:gd name="connsiteX418" fmla="*/ 2365554 w 7467600"/>
              <a:gd name="connsiteY418" fmla="*/ 6759107 h 6858000"/>
              <a:gd name="connsiteX419" fmla="*/ 2424142 w 7467600"/>
              <a:gd name="connsiteY419" fmla="*/ 6858000 h 6858000"/>
              <a:gd name="connsiteX420" fmla="*/ 2395994 w 7467600"/>
              <a:gd name="connsiteY420" fmla="*/ 6858000 h 6858000"/>
              <a:gd name="connsiteX421" fmla="*/ 2392863 w 7467600"/>
              <a:gd name="connsiteY421" fmla="*/ 6852964 h 6858000"/>
              <a:gd name="connsiteX422" fmla="*/ 2017589 w 7467600"/>
              <a:gd name="connsiteY422" fmla="*/ 6493982 h 6858000"/>
              <a:gd name="connsiteX423" fmla="*/ 2147336 w 7467600"/>
              <a:gd name="connsiteY423" fmla="*/ 6594052 h 6858000"/>
              <a:gd name="connsiteX424" fmla="*/ 2207047 w 7467600"/>
              <a:gd name="connsiteY424" fmla="*/ 6654540 h 6858000"/>
              <a:gd name="connsiteX425" fmla="*/ 2299106 w 7467600"/>
              <a:gd name="connsiteY425" fmla="*/ 6778931 h 6858000"/>
              <a:gd name="connsiteX426" fmla="*/ 2314430 w 7467600"/>
              <a:gd name="connsiteY426" fmla="*/ 6801144 h 6858000"/>
              <a:gd name="connsiteX427" fmla="*/ 2352406 w 7467600"/>
              <a:gd name="connsiteY427" fmla="*/ 6858000 h 6858000"/>
              <a:gd name="connsiteX428" fmla="*/ 2314492 w 7467600"/>
              <a:gd name="connsiteY428" fmla="*/ 6858000 h 6858000"/>
              <a:gd name="connsiteX429" fmla="*/ 2288095 w 7467600"/>
              <a:gd name="connsiteY429" fmla="*/ 6818030 h 6858000"/>
              <a:gd name="connsiteX430" fmla="*/ 2272768 w 7467600"/>
              <a:gd name="connsiteY430" fmla="*/ 6795822 h 6858000"/>
              <a:gd name="connsiteX431" fmla="*/ 2182715 w 7467600"/>
              <a:gd name="connsiteY431" fmla="*/ 6675071 h 6858000"/>
              <a:gd name="connsiteX432" fmla="*/ 2032061 w 7467600"/>
              <a:gd name="connsiteY432" fmla="*/ 6541380 h 6858000"/>
              <a:gd name="connsiteX433" fmla="*/ 2257220 w 7467600"/>
              <a:gd name="connsiteY433" fmla="*/ 6826257 h 6858000"/>
              <a:gd name="connsiteX434" fmla="*/ 2281324 w 7467600"/>
              <a:gd name="connsiteY434" fmla="*/ 6858000 h 6858000"/>
              <a:gd name="connsiteX435" fmla="*/ 2242860 w 7467600"/>
              <a:gd name="connsiteY435" fmla="*/ 6858000 h 6858000"/>
              <a:gd name="connsiteX436" fmla="*/ 2232818 w 7467600"/>
              <a:gd name="connsiteY436" fmla="*/ 6844926 h 6858000"/>
              <a:gd name="connsiteX437" fmla="*/ 1990172 w 7467600"/>
              <a:gd name="connsiteY437" fmla="*/ 6542121 h 6858000"/>
              <a:gd name="connsiteX438" fmla="*/ 2124090 w 7467600"/>
              <a:gd name="connsiteY438" fmla="*/ 6761017 h 6858000"/>
              <a:gd name="connsiteX439" fmla="*/ 2200380 w 7467600"/>
              <a:gd name="connsiteY439" fmla="*/ 6858000 h 6858000"/>
              <a:gd name="connsiteX440" fmla="*/ 2147507 w 7467600"/>
              <a:gd name="connsiteY440" fmla="*/ 6858000 h 6858000"/>
              <a:gd name="connsiteX441" fmla="*/ 2070668 w 7467600"/>
              <a:gd name="connsiteY441" fmla="*/ 6761520 h 6858000"/>
              <a:gd name="connsiteX442" fmla="*/ 1975142 w 7467600"/>
              <a:gd name="connsiteY442" fmla="*/ 6585570 h 6858000"/>
              <a:gd name="connsiteX443" fmla="*/ 2050035 w 7467600"/>
              <a:gd name="connsiteY443" fmla="*/ 6813345 h 6858000"/>
              <a:gd name="connsiteX444" fmla="*/ 2063025 w 7467600"/>
              <a:gd name="connsiteY444" fmla="*/ 6858000 h 6858000"/>
              <a:gd name="connsiteX445" fmla="*/ 2021675 w 7467600"/>
              <a:gd name="connsiteY445" fmla="*/ 6858000 h 6858000"/>
              <a:gd name="connsiteX446" fmla="*/ 2019308 w 7467600"/>
              <a:gd name="connsiteY446" fmla="*/ 6847118 h 6858000"/>
              <a:gd name="connsiteX447" fmla="*/ 1938835 w 7467600"/>
              <a:gd name="connsiteY447" fmla="*/ 6551160 h 6858000"/>
              <a:gd name="connsiteX448" fmla="*/ 1953230 w 7467600"/>
              <a:gd name="connsiteY448" fmla="*/ 6759699 h 6858000"/>
              <a:gd name="connsiteX449" fmla="*/ 1956763 w 7467600"/>
              <a:gd name="connsiteY449" fmla="*/ 6778191 h 6858000"/>
              <a:gd name="connsiteX450" fmla="*/ 1967925 w 7467600"/>
              <a:gd name="connsiteY450" fmla="*/ 6858000 h 6858000"/>
              <a:gd name="connsiteX451" fmla="*/ 1936622 w 7467600"/>
              <a:gd name="connsiteY451" fmla="*/ 6858000 h 6858000"/>
              <a:gd name="connsiteX452" fmla="*/ 1926261 w 7467600"/>
              <a:gd name="connsiteY452" fmla="*/ 6784064 h 6858000"/>
              <a:gd name="connsiteX453" fmla="*/ 1922724 w 7467600"/>
              <a:gd name="connsiteY453" fmla="*/ 6765577 h 6858000"/>
              <a:gd name="connsiteX454" fmla="*/ 1904650 w 7467600"/>
              <a:gd name="connsiteY454" fmla="*/ 6639616 h 6858000"/>
              <a:gd name="connsiteX455" fmla="*/ 1885273 w 7467600"/>
              <a:gd name="connsiteY455" fmla="*/ 6858000 h 6858000"/>
              <a:gd name="connsiteX456" fmla="*/ 1854363 w 7467600"/>
              <a:gd name="connsiteY456" fmla="*/ 6858000 h 6858000"/>
              <a:gd name="connsiteX457" fmla="*/ 1880391 w 7467600"/>
              <a:gd name="connsiteY457" fmla="*/ 6603796 h 6858000"/>
              <a:gd name="connsiteX458" fmla="*/ 1818273 w 7467600"/>
              <a:gd name="connsiteY458" fmla="*/ 6715729 h 6858000"/>
              <a:gd name="connsiteX459" fmla="*/ 1794691 w 7467600"/>
              <a:gd name="connsiteY459" fmla="*/ 6843239 h 6858000"/>
              <a:gd name="connsiteX460" fmla="*/ 1794914 w 7467600"/>
              <a:gd name="connsiteY460" fmla="*/ 6858000 h 6858000"/>
              <a:gd name="connsiteX461" fmla="*/ 1746128 w 7467600"/>
              <a:gd name="connsiteY461" fmla="*/ 6858000 h 6858000"/>
              <a:gd name="connsiteX462" fmla="*/ 1753934 w 7467600"/>
              <a:gd name="connsiteY462" fmla="*/ 6724796 h 6858000"/>
              <a:gd name="connsiteX463" fmla="*/ 1792053 w 7467600"/>
              <a:gd name="connsiteY463" fmla="*/ 6572396 h 6858000"/>
              <a:gd name="connsiteX464" fmla="*/ 1862248 w 7467600"/>
              <a:gd name="connsiteY464" fmla="*/ 6266397 h 6858000"/>
              <a:gd name="connsiteX465" fmla="*/ 1862250 w 7467600"/>
              <a:gd name="connsiteY465" fmla="*/ 6033531 h 6858000"/>
              <a:gd name="connsiteX466" fmla="*/ 1211999 w 7467600"/>
              <a:gd name="connsiteY466" fmla="*/ 6683610 h 6858000"/>
              <a:gd name="connsiteX467" fmla="*/ 1213266 w 7467600"/>
              <a:gd name="connsiteY467" fmla="*/ 6691947 h 6858000"/>
              <a:gd name="connsiteX468" fmla="*/ 1203370 w 7467600"/>
              <a:gd name="connsiteY468" fmla="*/ 6850676 h 6858000"/>
              <a:gd name="connsiteX469" fmla="*/ 1203671 w 7467600"/>
              <a:gd name="connsiteY469" fmla="*/ 6858000 h 6858000"/>
              <a:gd name="connsiteX470" fmla="*/ 1143180 w 7467600"/>
              <a:gd name="connsiteY470" fmla="*/ 6858000 h 6858000"/>
              <a:gd name="connsiteX471" fmla="*/ 1142176 w 7467600"/>
              <a:gd name="connsiteY471" fmla="*/ 6766045 h 6858000"/>
              <a:gd name="connsiteX472" fmla="*/ 1067484 w 7467600"/>
              <a:gd name="connsiteY472" fmla="*/ 6858000 h 6858000"/>
              <a:gd name="connsiteX473" fmla="*/ 953928 w 7467600"/>
              <a:gd name="connsiteY473" fmla="*/ 6858000 h 6858000"/>
              <a:gd name="connsiteX474" fmla="*/ 959715 w 7467600"/>
              <a:gd name="connsiteY474" fmla="*/ 6850185 h 6858000"/>
              <a:gd name="connsiteX475" fmla="*/ 1483788 w 7467600"/>
              <a:gd name="connsiteY475" fmla="*/ 6259174 h 6858000"/>
              <a:gd name="connsiteX476" fmla="*/ 1100671 w 7467600"/>
              <a:gd name="connsiteY476" fmla="*/ 6252137 h 6858000"/>
              <a:gd name="connsiteX477" fmla="*/ 1090144 w 7467600"/>
              <a:gd name="connsiteY477" fmla="*/ 6256748 h 6858000"/>
              <a:gd name="connsiteX478" fmla="*/ 1095872 w 7467600"/>
              <a:gd name="connsiteY478" fmla="*/ 6271892 h 6858000"/>
              <a:gd name="connsiteX479" fmla="*/ 262785 w 7467600"/>
              <a:gd name="connsiteY479" fmla="*/ 6845450 h 6858000"/>
              <a:gd name="connsiteX480" fmla="*/ 209968 w 7467600"/>
              <a:gd name="connsiteY480" fmla="*/ 6770713 h 6858000"/>
              <a:gd name="connsiteX481" fmla="*/ 873460 w 7467600"/>
              <a:gd name="connsiteY481" fmla="*/ 6253768 h 6858000"/>
              <a:gd name="connsiteX482" fmla="*/ 192686 w 7467600"/>
              <a:gd name="connsiteY482" fmla="*/ 5849257 h 6858000"/>
              <a:gd name="connsiteX483" fmla="*/ 4696 w 7467600"/>
              <a:gd name="connsiteY483" fmla="*/ 5697668 h 6858000"/>
              <a:gd name="connsiteX484" fmla="*/ 0 w 7467600"/>
              <a:gd name="connsiteY484" fmla="*/ 5689984 h 6858000"/>
              <a:gd name="connsiteX485" fmla="*/ 0 w 7467600"/>
              <a:gd name="connsiteY485" fmla="*/ 5513472 h 6858000"/>
              <a:gd name="connsiteX486" fmla="*/ 174101 w 7467600"/>
              <a:gd name="connsiteY486" fmla="*/ 5620277 h 6858000"/>
              <a:gd name="connsiteX487" fmla="*/ 891800 w 7467600"/>
              <a:gd name="connsiteY487" fmla="*/ 6036935 h 6858000"/>
              <a:gd name="connsiteX488" fmla="*/ 1072219 w 7467600"/>
              <a:gd name="connsiteY488" fmla="*/ 6169443 h 6858000"/>
              <a:gd name="connsiteX489" fmla="*/ 1074117 w 7467600"/>
              <a:gd name="connsiteY489" fmla="*/ 6170301 h 6858000"/>
              <a:gd name="connsiteX490" fmla="*/ 1083114 w 7467600"/>
              <a:gd name="connsiteY490" fmla="*/ 6174131 h 6858000"/>
              <a:gd name="connsiteX491" fmla="*/ 1543010 w 7467600"/>
              <a:gd name="connsiteY491" fmla="*/ 6191140 h 6858000"/>
              <a:gd name="connsiteX492" fmla="*/ 1551080 w 7467600"/>
              <a:gd name="connsiteY492" fmla="*/ 6195006 h 6858000"/>
              <a:gd name="connsiteX493" fmla="*/ 2345443 w 7467600"/>
              <a:gd name="connsiteY493" fmla="*/ 5549882 h 6858000"/>
              <a:gd name="connsiteX494" fmla="*/ 1721499 w 7467600"/>
              <a:gd name="connsiteY494" fmla="*/ 5599969 h 6858000"/>
              <a:gd name="connsiteX495" fmla="*/ 767716 w 7467600"/>
              <a:gd name="connsiteY495" fmla="*/ 5472768 h 6858000"/>
              <a:gd name="connsiteX496" fmla="*/ 722147 w 7467600"/>
              <a:gd name="connsiteY496" fmla="*/ 5393091 h 6858000"/>
              <a:gd name="connsiteX497" fmla="*/ 1485552 w 7467600"/>
              <a:gd name="connsiteY497" fmla="*/ 5313202 h 6858000"/>
              <a:gd name="connsiteX498" fmla="*/ 2143004 w 7467600"/>
              <a:gd name="connsiteY498" fmla="*/ 5402420 h 6858000"/>
              <a:gd name="connsiteX499" fmla="*/ 1933391 w 7467600"/>
              <a:gd name="connsiteY499" fmla="*/ 5156971 h 6858000"/>
              <a:gd name="connsiteX500" fmla="*/ 1827118 w 7467600"/>
              <a:gd name="connsiteY500" fmla="*/ 4968410 h 6858000"/>
              <a:gd name="connsiteX501" fmla="*/ 1837349 w 7467600"/>
              <a:gd name="connsiteY501" fmla="*/ 4956357 h 6858000"/>
              <a:gd name="connsiteX502" fmla="*/ 2162835 w 7467600"/>
              <a:gd name="connsiteY502" fmla="*/ 5187853 h 6858000"/>
              <a:gd name="connsiteX503" fmla="*/ 2257167 w 7467600"/>
              <a:gd name="connsiteY503" fmla="*/ 5462123 h 6858000"/>
              <a:gd name="connsiteX504" fmla="*/ 2261598 w 7467600"/>
              <a:gd name="connsiteY504" fmla="*/ 5467998 h 6858000"/>
              <a:gd name="connsiteX505" fmla="*/ 2437177 w 7467600"/>
              <a:gd name="connsiteY505" fmla="*/ 5479608 h 6858000"/>
              <a:gd name="connsiteX506" fmla="*/ 2445247 w 7467600"/>
              <a:gd name="connsiteY506" fmla="*/ 5483476 h 6858000"/>
              <a:gd name="connsiteX507" fmla="*/ 2743626 w 7467600"/>
              <a:gd name="connsiteY507" fmla="*/ 5304819 h 6858000"/>
              <a:gd name="connsiteX508" fmla="*/ 3048102 w 7467600"/>
              <a:gd name="connsiteY508" fmla="*/ 5150595 h 6858000"/>
              <a:gd name="connsiteX509" fmla="*/ 1799414 w 7467600"/>
              <a:gd name="connsiteY509" fmla="*/ 4694732 h 6858000"/>
              <a:gd name="connsiteX510" fmla="*/ 1771735 w 7467600"/>
              <a:gd name="connsiteY510" fmla="*/ 4619929 h 6858000"/>
              <a:gd name="connsiteX511" fmla="*/ 3104273 w 7467600"/>
              <a:gd name="connsiteY511" fmla="*/ 5076159 h 6858000"/>
              <a:gd name="connsiteX512" fmla="*/ 3113245 w 7467600"/>
              <a:gd name="connsiteY512" fmla="*/ 5090705 h 6858000"/>
              <a:gd name="connsiteX513" fmla="*/ 3126294 w 7467600"/>
              <a:gd name="connsiteY513" fmla="*/ 5114400 h 6858000"/>
              <a:gd name="connsiteX514" fmla="*/ 3937433 w 7467600"/>
              <a:gd name="connsiteY514" fmla="*/ 4830473 h 6858000"/>
              <a:gd name="connsiteX515" fmla="*/ 3590475 w 7467600"/>
              <a:gd name="connsiteY515" fmla="*/ 4597974 h 6858000"/>
              <a:gd name="connsiteX516" fmla="*/ 3100264 w 7467600"/>
              <a:gd name="connsiteY516" fmla="*/ 4579845 h 6858000"/>
              <a:gd name="connsiteX517" fmla="*/ 2183576 w 7467600"/>
              <a:gd name="connsiteY517" fmla="*/ 4227150 h 6858000"/>
              <a:gd name="connsiteX518" fmla="*/ 2151029 w 7467600"/>
              <a:gd name="connsiteY518" fmla="*/ 4146947 h 6858000"/>
              <a:gd name="connsiteX519" fmla="*/ 3563434 w 7467600"/>
              <a:gd name="connsiteY519" fmla="*/ 4469115 h 6858000"/>
              <a:gd name="connsiteX520" fmla="*/ 3177952 w 7467600"/>
              <a:gd name="connsiteY520" fmla="*/ 3657386 h 6858000"/>
              <a:gd name="connsiteX521" fmla="*/ 3189263 w 7467600"/>
              <a:gd name="connsiteY521" fmla="*/ 3625726 h 6858000"/>
              <a:gd name="connsiteX522" fmla="*/ 3560912 w 7467600"/>
              <a:gd name="connsiteY522" fmla="*/ 4079863 h 6858000"/>
              <a:gd name="connsiteX523" fmla="*/ 3626636 w 7467600"/>
              <a:gd name="connsiteY523" fmla="*/ 4512230 h 6858000"/>
              <a:gd name="connsiteX524" fmla="*/ 3653088 w 7467600"/>
              <a:gd name="connsiteY524" fmla="*/ 4521417 h 6858000"/>
              <a:gd name="connsiteX525" fmla="*/ 3988128 w 7467600"/>
              <a:gd name="connsiteY525" fmla="*/ 4817267 h 6858000"/>
              <a:gd name="connsiteX526" fmla="*/ 4830582 w 7467600"/>
              <a:gd name="connsiteY526" fmla="*/ 4676000 h 6858000"/>
              <a:gd name="connsiteX527" fmla="*/ 4830100 w 7467600"/>
              <a:gd name="connsiteY527" fmla="*/ 4675554 h 6858000"/>
              <a:gd name="connsiteX528" fmla="*/ 4036318 w 7467600"/>
              <a:gd name="connsiteY528" fmla="*/ 4147013 h 6858000"/>
              <a:gd name="connsiteX529" fmla="*/ 3432098 w 7467600"/>
              <a:gd name="connsiteY529" fmla="*/ 3537312 h 6858000"/>
              <a:gd name="connsiteX530" fmla="*/ 3446761 w 7467600"/>
              <a:gd name="connsiteY530" fmla="*/ 3461278 h 6858000"/>
              <a:gd name="connsiteX531" fmla="*/ 4419733 w 7467600"/>
              <a:gd name="connsiteY531" fmla="*/ 3963555 h 6858000"/>
              <a:gd name="connsiteX532" fmla="*/ 4781371 w 7467600"/>
              <a:gd name="connsiteY532" fmla="*/ 4458604 h 6858000"/>
              <a:gd name="connsiteX533" fmla="*/ 4780440 w 7467600"/>
              <a:gd name="connsiteY533" fmla="*/ 4470290 h 6858000"/>
              <a:gd name="connsiteX534" fmla="*/ 4898954 w 7467600"/>
              <a:gd name="connsiteY534" fmla="*/ 4662092 h 6858000"/>
              <a:gd name="connsiteX535" fmla="*/ 4900699 w 7467600"/>
              <a:gd name="connsiteY535" fmla="*/ 4670867 h 6858000"/>
              <a:gd name="connsiteX536" fmla="*/ 5714511 w 7467600"/>
              <a:gd name="connsiteY536" fmla="*/ 4663483 h 6858000"/>
              <a:gd name="connsiteX537" fmla="*/ 5464793 w 7467600"/>
              <a:gd name="connsiteY537" fmla="*/ 4393556 h 6858000"/>
              <a:gd name="connsiteX538" fmla="*/ 5461897 w 7467600"/>
              <a:gd name="connsiteY538" fmla="*/ 4390879 h 6858000"/>
              <a:gd name="connsiteX539" fmla="*/ 4294126 w 7467600"/>
              <a:gd name="connsiteY539" fmla="*/ 3303048 h 6858000"/>
              <a:gd name="connsiteX540" fmla="*/ 4305321 w 7467600"/>
              <a:gd name="connsiteY540" fmla="*/ 3256953 h 6858000"/>
              <a:gd name="connsiteX541" fmla="*/ 4949299 w 7467600"/>
              <a:gd name="connsiteY541" fmla="*/ 3766336 h 6858000"/>
              <a:gd name="connsiteX542" fmla="*/ 5291452 w 7467600"/>
              <a:gd name="connsiteY542" fmla="*/ 4076801 h 6858000"/>
              <a:gd name="connsiteX543" fmla="*/ 5434998 w 7467600"/>
              <a:gd name="connsiteY543" fmla="*/ 4254100 h 6858000"/>
              <a:gd name="connsiteX544" fmla="*/ 5351015 w 7467600"/>
              <a:gd name="connsiteY544" fmla="*/ 3760989 h 6858000"/>
              <a:gd name="connsiteX545" fmla="*/ 5413780 w 7467600"/>
              <a:gd name="connsiteY545" fmla="*/ 2966265 h 6858000"/>
              <a:gd name="connsiteX546" fmla="*/ 5425627 w 7467600"/>
              <a:gd name="connsiteY546" fmla="*/ 2954192 h 6858000"/>
              <a:gd name="connsiteX547" fmla="*/ 6604735 w 7467600"/>
              <a:gd name="connsiteY547" fmla="*/ 2041381 h 6858000"/>
              <a:gd name="connsiteX548" fmla="*/ 7204487 w 7467600"/>
              <a:gd name="connsiteY548" fmla="*/ 2742112 h 6858000"/>
              <a:gd name="connsiteX549" fmla="*/ 7131592 w 7467600"/>
              <a:gd name="connsiteY549" fmla="*/ 2672096 h 6858000"/>
              <a:gd name="connsiteX550" fmla="*/ 6996344 w 7467600"/>
              <a:gd name="connsiteY550" fmla="*/ 2518310 h 6858000"/>
              <a:gd name="connsiteX551" fmla="*/ 6735495 w 7467600"/>
              <a:gd name="connsiteY551" fmla="*/ 2196890 h 6858000"/>
              <a:gd name="connsiteX552" fmla="*/ 6721901 w 7467600"/>
              <a:gd name="connsiteY552" fmla="*/ 2179274 h 6858000"/>
              <a:gd name="connsiteX553" fmla="*/ 6604735 w 7467600"/>
              <a:gd name="connsiteY553" fmla="*/ 2041381 h 6858000"/>
              <a:gd name="connsiteX554" fmla="*/ 6591670 w 7467600"/>
              <a:gd name="connsiteY554" fmla="*/ 1988277 h 6858000"/>
              <a:gd name="connsiteX555" fmla="*/ 6747349 w 7467600"/>
              <a:gd name="connsiteY555" fmla="*/ 2160069 h 6858000"/>
              <a:gd name="connsiteX556" fmla="*/ 6760943 w 7467600"/>
              <a:gd name="connsiteY556" fmla="*/ 2177686 h 6858000"/>
              <a:gd name="connsiteX557" fmla="*/ 7021065 w 7467600"/>
              <a:gd name="connsiteY557" fmla="*/ 2498102 h 6858000"/>
              <a:gd name="connsiteX558" fmla="*/ 7155223 w 7467600"/>
              <a:gd name="connsiteY558" fmla="*/ 2650386 h 6858000"/>
              <a:gd name="connsiteX559" fmla="*/ 7203167 w 7467600"/>
              <a:gd name="connsiteY559" fmla="*/ 2697288 h 6858000"/>
              <a:gd name="connsiteX560" fmla="*/ 6937703 w 7467600"/>
              <a:gd name="connsiteY560" fmla="*/ 2321981 h 6858000"/>
              <a:gd name="connsiteX561" fmla="*/ 6591670 w 7467600"/>
              <a:gd name="connsiteY561" fmla="*/ 1988277 h 6858000"/>
              <a:gd name="connsiteX562" fmla="*/ 5798671 w 7467600"/>
              <a:gd name="connsiteY562" fmla="*/ 1981601 h 6858000"/>
              <a:gd name="connsiteX563" fmla="*/ 5754709 w 7467600"/>
              <a:gd name="connsiteY563" fmla="*/ 2071454 h 6858000"/>
              <a:gd name="connsiteX564" fmla="*/ 5763044 w 7467600"/>
              <a:gd name="connsiteY564" fmla="*/ 2842206 h 6858000"/>
              <a:gd name="connsiteX565" fmla="*/ 5764974 w 7467600"/>
              <a:gd name="connsiteY565" fmla="*/ 2799609 h 6858000"/>
              <a:gd name="connsiteX566" fmla="*/ 5767665 w 7467600"/>
              <a:gd name="connsiteY566" fmla="*/ 2666409 h 6858000"/>
              <a:gd name="connsiteX567" fmla="*/ 5763055 w 7467600"/>
              <a:gd name="connsiteY567" fmla="*/ 2579705 h 6858000"/>
              <a:gd name="connsiteX568" fmla="*/ 5758079 w 7467600"/>
              <a:gd name="connsiteY568" fmla="*/ 2492508 h 6858000"/>
              <a:gd name="connsiteX569" fmla="*/ 5779325 w 7467600"/>
              <a:gd name="connsiteY569" fmla="*/ 2197069 h 6858000"/>
              <a:gd name="connsiteX570" fmla="*/ 5798671 w 7467600"/>
              <a:gd name="connsiteY570" fmla="*/ 1981601 h 6858000"/>
              <a:gd name="connsiteX571" fmla="*/ 5829202 w 7467600"/>
              <a:gd name="connsiteY571" fmla="*/ 1971679 h 6858000"/>
              <a:gd name="connsiteX572" fmla="*/ 5809558 w 7467600"/>
              <a:gd name="connsiteY572" fmla="*/ 2198043 h 6858000"/>
              <a:gd name="connsiteX573" fmla="*/ 5788653 w 7467600"/>
              <a:gd name="connsiteY573" fmla="*/ 2489430 h 6858000"/>
              <a:gd name="connsiteX574" fmla="*/ 5793439 w 7467600"/>
              <a:gd name="connsiteY574" fmla="*/ 2575235 h 6858000"/>
              <a:gd name="connsiteX575" fmla="*/ 5796837 w 7467600"/>
              <a:gd name="connsiteY575" fmla="*/ 2637633 h 6858000"/>
              <a:gd name="connsiteX576" fmla="*/ 5818614 w 7467600"/>
              <a:gd name="connsiteY576" fmla="*/ 2473055 h 6858000"/>
              <a:gd name="connsiteX577" fmla="*/ 5829202 w 7467600"/>
              <a:gd name="connsiteY577" fmla="*/ 1971679 h 6858000"/>
              <a:gd name="connsiteX578" fmla="*/ 5911389 w 7467600"/>
              <a:gd name="connsiteY578" fmla="*/ 1898371 h 6858000"/>
              <a:gd name="connsiteX579" fmla="*/ 6237627 w 7467600"/>
              <a:gd name="connsiteY579" fmla="*/ 2231921 h 6858000"/>
              <a:gd name="connsiteX580" fmla="*/ 5911389 w 7467600"/>
              <a:gd name="connsiteY580" fmla="*/ 1898371 h 6858000"/>
              <a:gd name="connsiteX581" fmla="*/ 6944437 w 7467600"/>
              <a:gd name="connsiteY581" fmla="*/ 1575402 h 6858000"/>
              <a:gd name="connsiteX582" fmla="*/ 6304730 w 7467600"/>
              <a:gd name="connsiteY582" fmla="*/ 1766654 h 6858000"/>
              <a:gd name="connsiteX583" fmla="*/ 6944437 w 7467600"/>
              <a:gd name="connsiteY583" fmla="*/ 1575402 h 6858000"/>
              <a:gd name="connsiteX584" fmla="*/ 7019523 w 7467600"/>
              <a:gd name="connsiteY584" fmla="*/ 1519450 h 6858000"/>
              <a:gd name="connsiteX585" fmla="*/ 6298091 w 7467600"/>
              <a:gd name="connsiteY585" fmla="*/ 1737122 h 6858000"/>
              <a:gd name="connsiteX586" fmla="*/ 7019523 w 7467600"/>
              <a:gd name="connsiteY586" fmla="*/ 1519450 h 6858000"/>
              <a:gd name="connsiteX587" fmla="*/ 2399523 w 7467600"/>
              <a:gd name="connsiteY587" fmla="*/ 1428234 h 6858000"/>
              <a:gd name="connsiteX588" fmla="*/ 2224982 w 7467600"/>
              <a:gd name="connsiteY588" fmla="*/ 1826201 h 6858000"/>
              <a:gd name="connsiteX589" fmla="*/ 2096099 w 7467600"/>
              <a:gd name="connsiteY589" fmla="*/ 2345900 h 6858000"/>
              <a:gd name="connsiteX590" fmla="*/ 2283317 w 7467600"/>
              <a:gd name="connsiteY590" fmla="*/ 1796925 h 6858000"/>
              <a:gd name="connsiteX591" fmla="*/ 2399523 w 7467600"/>
              <a:gd name="connsiteY591" fmla="*/ 1428234 h 6858000"/>
              <a:gd name="connsiteX592" fmla="*/ 2448558 w 7467600"/>
              <a:gd name="connsiteY592" fmla="*/ 1373435 h 6858000"/>
              <a:gd name="connsiteX593" fmla="*/ 2312521 w 7467600"/>
              <a:gd name="connsiteY593" fmla="*/ 1806140 h 6858000"/>
              <a:gd name="connsiteX594" fmla="*/ 2127533 w 7467600"/>
              <a:gd name="connsiteY594" fmla="*/ 2348380 h 6858000"/>
              <a:gd name="connsiteX595" fmla="*/ 2358080 w 7467600"/>
              <a:gd name="connsiteY595" fmla="*/ 1866134 h 6858000"/>
              <a:gd name="connsiteX596" fmla="*/ 2407436 w 7467600"/>
              <a:gd name="connsiteY596" fmla="*/ 1651070 h 6858000"/>
              <a:gd name="connsiteX597" fmla="*/ 2448558 w 7467600"/>
              <a:gd name="connsiteY597" fmla="*/ 1373435 h 6858000"/>
              <a:gd name="connsiteX598" fmla="*/ 278707 w 7467600"/>
              <a:gd name="connsiteY598" fmla="*/ 1352270 h 6858000"/>
              <a:gd name="connsiteX599" fmla="*/ 321570 w 7467600"/>
              <a:gd name="connsiteY599" fmla="*/ 1861610 h 6858000"/>
              <a:gd name="connsiteX600" fmla="*/ 294281 w 7467600"/>
              <a:gd name="connsiteY600" fmla="*/ 1440658 h 6858000"/>
              <a:gd name="connsiteX601" fmla="*/ 278707 w 7467600"/>
              <a:gd name="connsiteY601" fmla="*/ 1352270 h 6858000"/>
              <a:gd name="connsiteX602" fmla="*/ 1423821 w 7467600"/>
              <a:gd name="connsiteY602" fmla="*/ 1351958 h 6858000"/>
              <a:gd name="connsiteX603" fmla="*/ 1638521 w 7467600"/>
              <a:gd name="connsiteY603" fmla="*/ 1908470 h 6858000"/>
              <a:gd name="connsiteX604" fmla="*/ 1754199 w 7467600"/>
              <a:gd name="connsiteY604" fmla="*/ 2149284 h 6858000"/>
              <a:gd name="connsiteX605" fmla="*/ 1908359 w 7467600"/>
              <a:gd name="connsiteY605" fmla="*/ 2364988 h 6858000"/>
              <a:gd name="connsiteX606" fmla="*/ 1647661 w 7467600"/>
              <a:gd name="connsiteY606" fmla="*/ 1825945 h 6858000"/>
              <a:gd name="connsiteX607" fmla="*/ 1423821 w 7467600"/>
              <a:gd name="connsiteY607" fmla="*/ 1351958 h 6858000"/>
              <a:gd name="connsiteX608" fmla="*/ 1431890 w 7467600"/>
              <a:gd name="connsiteY608" fmla="*/ 1306475 h 6858000"/>
              <a:gd name="connsiteX609" fmla="*/ 1507597 w 7467600"/>
              <a:gd name="connsiteY609" fmla="*/ 1446132 h 6858000"/>
              <a:gd name="connsiteX610" fmla="*/ 1674586 w 7467600"/>
              <a:gd name="connsiteY610" fmla="*/ 1813832 h 6858000"/>
              <a:gd name="connsiteX611" fmla="*/ 1815950 w 7467600"/>
              <a:gd name="connsiteY611" fmla="*/ 2128564 h 6858000"/>
              <a:gd name="connsiteX612" fmla="*/ 1984242 w 7467600"/>
              <a:gd name="connsiteY612" fmla="*/ 2430829 h 6858000"/>
              <a:gd name="connsiteX613" fmla="*/ 2014023 w 7467600"/>
              <a:gd name="connsiteY613" fmla="*/ 2450995 h 6858000"/>
              <a:gd name="connsiteX614" fmla="*/ 1747337 w 7467600"/>
              <a:gd name="connsiteY614" fmla="*/ 1855264 h 6858000"/>
              <a:gd name="connsiteX615" fmla="*/ 1533749 w 7467600"/>
              <a:gd name="connsiteY615" fmla="*/ 1478656 h 6858000"/>
              <a:gd name="connsiteX616" fmla="*/ 1431890 w 7467600"/>
              <a:gd name="connsiteY616" fmla="*/ 1306475 h 6858000"/>
              <a:gd name="connsiteX617" fmla="*/ 5052692 w 7467600"/>
              <a:gd name="connsiteY617" fmla="*/ 1292994 h 6858000"/>
              <a:gd name="connsiteX618" fmla="*/ 5200661 w 7467600"/>
              <a:gd name="connsiteY618" fmla="*/ 1635186 h 6858000"/>
              <a:gd name="connsiteX619" fmla="*/ 5297138 w 7467600"/>
              <a:gd name="connsiteY619" fmla="*/ 1906351 h 6858000"/>
              <a:gd name="connsiteX620" fmla="*/ 5052692 w 7467600"/>
              <a:gd name="connsiteY620" fmla="*/ 1292994 h 6858000"/>
              <a:gd name="connsiteX621" fmla="*/ 5009948 w 7467600"/>
              <a:gd name="connsiteY621" fmla="*/ 1273619 h 6858000"/>
              <a:gd name="connsiteX622" fmla="*/ 5121777 w 7467600"/>
              <a:gd name="connsiteY622" fmla="*/ 1654213 h 6858000"/>
              <a:gd name="connsiteX623" fmla="*/ 5293545 w 7467600"/>
              <a:gd name="connsiteY623" fmla="*/ 2072247 h 6858000"/>
              <a:gd name="connsiteX624" fmla="*/ 5294042 w 7467600"/>
              <a:gd name="connsiteY624" fmla="*/ 2065019 h 6858000"/>
              <a:gd name="connsiteX625" fmla="*/ 5171936 w 7467600"/>
              <a:gd name="connsiteY625" fmla="*/ 1647613 h 6858000"/>
              <a:gd name="connsiteX626" fmla="*/ 5009948 w 7467600"/>
              <a:gd name="connsiteY626" fmla="*/ 1273619 h 6858000"/>
              <a:gd name="connsiteX627" fmla="*/ 655236 w 7467600"/>
              <a:gd name="connsiteY627" fmla="*/ 1268632 h 6858000"/>
              <a:gd name="connsiteX628" fmla="*/ 839521 w 7467600"/>
              <a:gd name="connsiteY628" fmla="*/ 1685315 h 6858000"/>
              <a:gd name="connsiteX629" fmla="*/ 1109416 w 7467600"/>
              <a:gd name="connsiteY629" fmla="*/ 2061663 h 6858000"/>
              <a:gd name="connsiteX630" fmla="*/ 1298300 w 7467600"/>
              <a:gd name="connsiteY630" fmla="*/ 2247742 h 6858000"/>
              <a:gd name="connsiteX631" fmla="*/ 1125871 w 7467600"/>
              <a:gd name="connsiteY631" fmla="*/ 1989513 h 6858000"/>
              <a:gd name="connsiteX632" fmla="*/ 981574 w 7467600"/>
              <a:gd name="connsiteY632" fmla="*/ 1783157 h 6858000"/>
              <a:gd name="connsiteX633" fmla="*/ 922198 w 7467600"/>
              <a:gd name="connsiteY633" fmla="*/ 1677437 h 6858000"/>
              <a:gd name="connsiteX634" fmla="*/ 869293 w 7467600"/>
              <a:gd name="connsiteY634" fmla="*/ 1583214 h 6858000"/>
              <a:gd name="connsiteX635" fmla="*/ 751431 w 7467600"/>
              <a:gd name="connsiteY635" fmla="*/ 1405731 h 6858000"/>
              <a:gd name="connsiteX636" fmla="*/ 655236 w 7467600"/>
              <a:gd name="connsiteY636" fmla="*/ 1268632 h 6858000"/>
              <a:gd name="connsiteX637" fmla="*/ 6516292 w 7467600"/>
              <a:gd name="connsiteY637" fmla="*/ 1263064 h 6858000"/>
              <a:gd name="connsiteX638" fmla="*/ 5736320 w 7467600"/>
              <a:gd name="connsiteY638" fmla="*/ 1501803 h 6858000"/>
              <a:gd name="connsiteX639" fmla="*/ 6516292 w 7467600"/>
              <a:gd name="connsiteY639" fmla="*/ 1263064 h 6858000"/>
              <a:gd name="connsiteX640" fmla="*/ 291466 w 7467600"/>
              <a:gd name="connsiteY640" fmla="*/ 1250369 h 6858000"/>
              <a:gd name="connsiteX641" fmla="*/ 323180 w 7467600"/>
              <a:gd name="connsiteY641" fmla="*/ 1435283 h 6858000"/>
              <a:gd name="connsiteX642" fmla="*/ 349381 w 7467600"/>
              <a:gd name="connsiteY642" fmla="*/ 1875041 h 6858000"/>
              <a:gd name="connsiteX643" fmla="*/ 374363 w 7467600"/>
              <a:gd name="connsiteY643" fmla="*/ 1506494 h 6858000"/>
              <a:gd name="connsiteX644" fmla="*/ 302168 w 7467600"/>
              <a:gd name="connsiteY644" fmla="*/ 1274495 h 6858000"/>
              <a:gd name="connsiteX645" fmla="*/ 291466 w 7467600"/>
              <a:gd name="connsiteY645" fmla="*/ 1250369 h 6858000"/>
              <a:gd name="connsiteX646" fmla="*/ 678222 w 7467600"/>
              <a:gd name="connsiteY646" fmla="*/ 1248670 h 6858000"/>
              <a:gd name="connsiteX647" fmla="*/ 775536 w 7467600"/>
              <a:gd name="connsiteY647" fmla="*/ 1388015 h 6858000"/>
              <a:gd name="connsiteX648" fmla="*/ 894529 w 7467600"/>
              <a:gd name="connsiteY648" fmla="*/ 1567739 h 6858000"/>
              <a:gd name="connsiteX649" fmla="*/ 948000 w 7467600"/>
              <a:gd name="connsiteY649" fmla="*/ 1663088 h 6858000"/>
              <a:gd name="connsiteX650" fmla="*/ 1006812 w 7467600"/>
              <a:gd name="connsiteY650" fmla="*/ 1767683 h 6858000"/>
              <a:gd name="connsiteX651" fmla="*/ 1149133 w 7467600"/>
              <a:gd name="connsiteY651" fmla="*/ 1971513 h 6858000"/>
              <a:gd name="connsiteX652" fmla="*/ 1333952 w 7467600"/>
              <a:gd name="connsiteY652" fmla="*/ 2251620 h 6858000"/>
              <a:gd name="connsiteX653" fmla="*/ 1337329 w 7467600"/>
              <a:gd name="connsiteY653" fmla="*/ 2258350 h 6858000"/>
              <a:gd name="connsiteX654" fmla="*/ 1014726 w 7467600"/>
              <a:gd name="connsiteY654" fmla="*/ 1615556 h 6858000"/>
              <a:gd name="connsiteX655" fmla="*/ 678222 w 7467600"/>
              <a:gd name="connsiteY655" fmla="*/ 1248670 h 6858000"/>
              <a:gd name="connsiteX656" fmla="*/ 6691602 w 7467600"/>
              <a:gd name="connsiteY656" fmla="*/ 1140573 h 6858000"/>
              <a:gd name="connsiteX657" fmla="*/ 6571100 w 7467600"/>
              <a:gd name="connsiteY657" fmla="*/ 1183662 h 6858000"/>
              <a:gd name="connsiteX658" fmla="*/ 6241687 w 7467600"/>
              <a:gd name="connsiteY658" fmla="*/ 1257600 h 6858000"/>
              <a:gd name="connsiteX659" fmla="*/ 5693009 w 7467600"/>
              <a:gd name="connsiteY659" fmla="*/ 1478256 h 6858000"/>
              <a:gd name="connsiteX660" fmla="*/ 6548420 w 7467600"/>
              <a:gd name="connsiteY660" fmla="*/ 1214599 h 6858000"/>
              <a:gd name="connsiteX661" fmla="*/ 6605473 w 7467600"/>
              <a:gd name="connsiteY661" fmla="*/ 1184686 h 6858000"/>
              <a:gd name="connsiteX662" fmla="*/ 6691602 w 7467600"/>
              <a:gd name="connsiteY662" fmla="*/ 1140573 h 6858000"/>
              <a:gd name="connsiteX663" fmla="*/ 4002475 w 7467600"/>
              <a:gd name="connsiteY663" fmla="*/ 1037802 h 6858000"/>
              <a:gd name="connsiteX664" fmla="*/ 4000324 w 7467600"/>
              <a:gd name="connsiteY664" fmla="*/ 1039362 h 6858000"/>
              <a:gd name="connsiteX665" fmla="*/ 4002862 w 7467600"/>
              <a:gd name="connsiteY665" fmla="*/ 1042866 h 6858000"/>
              <a:gd name="connsiteX666" fmla="*/ 4002475 w 7467600"/>
              <a:gd name="connsiteY666" fmla="*/ 1037802 h 6858000"/>
              <a:gd name="connsiteX667" fmla="*/ 506322 w 7467600"/>
              <a:gd name="connsiteY667" fmla="*/ 1020997 h 6858000"/>
              <a:gd name="connsiteX668" fmla="*/ 533068 w 7467600"/>
              <a:gd name="connsiteY668" fmla="*/ 1029409 h 6858000"/>
              <a:gd name="connsiteX669" fmla="*/ 1232525 w 7467600"/>
              <a:gd name="connsiteY669" fmla="*/ 1804675 h 6858000"/>
              <a:gd name="connsiteX670" fmla="*/ 1388858 w 7467600"/>
              <a:gd name="connsiteY670" fmla="*/ 2368011 h 6858000"/>
              <a:gd name="connsiteX671" fmla="*/ 1384098 w 7467600"/>
              <a:gd name="connsiteY671" fmla="*/ 2378125 h 6858000"/>
              <a:gd name="connsiteX672" fmla="*/ 1425393 w 7467600"/>
              <a:gd name="connsiteY672" fmla="*/ 2589124 h 6858000"/>
              <a:gd name="connsiteX673" fmla="*/ 1424001 w 7467600"/>
              <a:gd name="connsiteY673" fmla="*/ 2597541 h 6858000"/>
              <a:gd name="connsiteX674" fmla="*/ 2152729 w 7467600"/>
              <a:gd name="connsiteY674" fmla="*/ 2864487 h 6858000"/>
              <a:gd name="connsiteX675" fmla="*/ 2020609 w 7467600"/>
              <a:gd name="connsiteY675" fmla="*/ 2539671 h 6858000"/>
              <a:gd name="connsiteX676" fmla="*/ 2018920 w 7467600"/>
              <a:gd name="connsiteY676" fmla="*/ 2536309 h 6858000"/>
              <a:gd name="connsiteX677" fmla="*/ 1342441 w 7467600"/>
              <a:gd name="connsiteY677" fmla="*/ 1173017 h 6858000"/>
              <a:gd name="connsiteX678" fmla="*/ 1367925 w 7467600"/>
              <a:gd name="connsiteY678" fmla="*/ 1135648 h 6858000"/>
              <a:gd name="connsiteX679" fmla="*/ 1771401 w 7467600"/>
              <a:gd name="connsiteY679" fmla="*/ 1806673 h 6858000"/>
              <a:gd name="connsiteX680" fmla="*/ 1972385 w 7467600"/>
              <a:gd name="connsiteY680" fmla="*/ 2198735 h 6858000"/>
              <a:gd name="connsiteX681" fmla="*/ 2040892 w 7467600"/>
              <a:gd name="connsiteY681" fmla="*/ 2405205 h 6858000"/>
              <a:gd name="connsiteX682" fmla="*/ 2131689 w 7467600"/>
              <a:gd name="connsiteY682" fmla="*/ 1936926 h 6858000"/>
              <a:gd name="connsiteX683" fmla="*/ 2454820 w 7467600"/>
              <a:gd name="connsiteY683" fmla="*/ 1248808 h 6858000"/>
              <a:gd name="connsiteX684" fmla="*/ 2492512 w 7467600"/>
              <a:gd name="connsiteY684" fmla="*/ 1302920 h 6858000"/>
              <a:gd name="connsiteX685" fmla="*/ 2081216 w 7467600"/>
              <a:gd name="connsiteY685" fmla="*/ 2527513 h 6858000"/>
              <a:gd name="connsiteX686" fmla="*/ 2081211 w 7467600"/>
              <a:gd name="connsiteY686" fmla="*/ 2528916 h 6858000"/>
              <a:gd name="connsiteX687" fmla="*/ 2199067 w 7467600"/>
              <a:gd name="connsiteY687" fmla="*/ 2884061 h 6858000"/>
              <a:gd name="connsiteX688" fmla="*/ 3192586 w 7467600"/>
              <a:gd name="connsiteY688" fmla="*/ 3411496 h 6858000"/>
              <a:gd name="connsiteX689" fmla="*/ 3182620 w 7467600"/>
              <a:gd name="connsiteY689" fmla="*/ 3483279 h 6858000"/>
              <a:gd name="connsiteX690" fmla="*/ 2435119 w 7467600"/>
              <a:gd name="connsiteY690" fmla="*/ 3080173 h 6858000"/>
              <a:gd name="connsiteX691" fmla="*/ 2410152 w 7467600"/>
              <a:gd name="connsiteY691" fmla="*/ 3063751 h 6858000"/>
              <a:gd name="connsiteX692" fmla="*/ 2408099 w 7467600"/>
              <a:gd name="connsiteY692" fmla="*/ 3064403 h 6858000"/>
              <a:gd name="connsiteX693" fmla="*/ 2407218 w 7467600"/>
              <a:gd name="connsiteY693" fmla="*/ 3070324 h 6858000"/>
              <a:gd name="connsiteX694" fmla="*/ 2380138 w 7467600"/>
              <a:gd name="connsiteY694" fmla="*/ 3099341 h 6858000"/>
              <a:gd name="connsiteX695" fmla="*/ 1765923 w 7467600"/>
              <a:gd name="connsiteY695" fmla="*/ 3581043 h 6858000"/>
              <a:gd name="connsiteX696" fmla="*/ 1702258 w 7467600"/>
              <a:gd name="connsiteY696" fmla="*/ 3612286 h 6858000"/>
              <a:gd name="connsiteX697" fmla="*/ 1538370 w 7467600"/>
              <a:gd name="connsiteY697" fmla="*/ 3811804 h 6858000"/>
              <a:gd name="connsiteX698" fmla="*/ 542867 w 7467600"/>
              <a:gd name="connsiteY698" fmla="*/ 4944092 h 6858000"/>
              <a:gd name="connsiteX699" fmla="*/ 515800 w 7467600"/>
              <a:gd name="connsiteY699" fmla="*/ 4862180 h 6858000"/>
              <a:gd name="connsiteX700" fmla="*/ 909145 w 7467600"/>
              <a:gd name="connsiteY700" fmla="*/ 4199225 h 6858000"/>
              <a:gd name="connsiteX701" fmla="*/ 1214067 w 7467600"/>
              <a:gd name="connsiteY701" fmla="*/ 3908561 h 6858000"/>
              <a:gd name="connsiteX702" fmla="*/ 640967 w 7467600"/>
              <a:gd name="connsiteY702" fmla="*/ 4105601 h 6858000"/>
              <a:gd name="connsiteX703" fmla="*/ 112563 w 7467600"/>
              <a:gd name="connsiteY703" fmla="*/ 4396952 h 6858000"/>
              <a:gd name="connsiteX704" fmla="*/ 0 w 7467600"/>
              <a:gd name="connsiteY704" fmla="*/ 4466006 h 6858000"/>
              <a:gd name="connsiteX705" fmla="*/ 0 w 7467600"/>
              <a:gd name="connsiteY705" fmla="*/ 4233763 h 6858000"/>
              <a:gd name="connsiteX706" fmla="*/ 36881 w 7467600"/>
              <a:gd name="connsiteY706" fmla="*/ 4200118 h 6858000"/>
              <a:gd name="connsiteX707" fmla="*/ 910534 w 7467600"/>
              <a:gd name="connsiteY707" fmla="*/ 3629753 h 6858000"/>
              <a:gd name="connsiteX708" fmla="*/ 1578717 w 7467600"/>
              <a:gd name="connsiteY708" fmla="*/ 3575982 h 6858000"/>
              <a:gd name="connsiteX709" fmla="*/ 2338780 w 7467600"/>
              <a:gd name="connsiteY709" fmla="*/ 3033725 h 6858000"/>
              <a:gd name="connsiteX710" fmla="*/ 1807991 w 7467600"/>
              <a:gd name="connsiteY710" fmla="*/ 2807184 h 6858000"/>
              <a:gd name="connsiteX711" fmla="*/ 1416358 w 7467600"/>
              <a:gd name="connsiteY711" fmla="*/ 3112571 h 6858000"/>
              <a:gd name="connsiteX712" fmla="*/ 939066 w 7467600"/>
              <a:gd name="connsiteY712" fmla="*/ 3378798 h 6858000"/>
              <a:gd name="connsiteX713" fmla="*/ 115099 w 7467600"/>
              <a:gd name="connsiteY713" fmla="*/ 3607650 h 6858000"/>
              <a:gd name="connsiteX714" fmla="*/ 97284 w 7467600"/>
              <a:gd name="connsiteY714" fmla="*/ 3520393 h 6858000"/>
              <a:gd name="connsiteX715" fmla="*/ 922050 w 7467600"/>
              <a:gd name="connsiteY715" fmla="*/ 3074867 h 6858000"/>
              <a:gd name="connsiteX716" fmla="*/ 1405265 w 7467600"/>
              <a:gd name="connsiteY716" fmla="*/ 3016319 h 6858000"/>
              <a:gd name="connsiteX717" fmla="*/ 1407512 w 7467600"/>
              <a:gd name="connsiteY717" fmla="*/ 3018001 h 6858000"/>
              <a:gd name="connsiteX718" fmla="*/ 1726266 w 7467600"/>
              <a:gd name="connsiteY718" fmla="*/ 2777274 h 6858000"/>
              <a:gd name="connsiteX719" fmla="*/ 625390 w 7467600"/>
              <a:gd name="connsiteY719" fmla="*/ 2514541 h 6858000"/>
              <a:gd name="connsiteX720" fmla="*/ 619799 w 7467600"/>
              <a:gd name="connsiteY720" fmla="*/ 2527180 h 6858000"/>
              <a:gd name="connsiteX721" fmla="*/ 310030 w 7467600"/>
              <a:gd name="connsiteY721" fmla="*/ 2771818 h 6858000"/>
              <a:gd name="connsiteX722" fmla="*/ 173877 w 7467600"/>
              <a:gd name="connsiteY722" fmla="*/ 2937056 h 6858000"/>
              <a:gd name="connsiteX723" fmla="*/ 77889 w 7467600"/>
              <a:gd name="connsiteY723" fmla="*/ 3138440 h 6858000"/>
              <a:gd name="connsiteX724" fmla="*/ 0 w 7467600"/>
              <a:gd name="connsiteY724" fmla="*/ 3271395 h 6858000"/>
              <a:gd name="connsiteX725" fmla="*/ 0 w 7467600"/>
              <a:gd name="connsiteY725" fmla="*/ 3153002 h 6858000"/>
              <a:gd name="connsiteX726" fmla="*/ 2386 w 7467600"/>
              <a:gd name="connsiteY726" fmla="*/ 3149203 h 6858000"/>
              <a:gd name="connsiteX727" fmla="*/ 89753 w 7467600"/>
              <a:gd name="connsiteY727" fmla="*/ 2987702 h 6858000"/>
              <a:gd name="connsiteX728" fmla="*/ 76869 w 7467600"/>
              <a:gd name="connsiteY728" fmla="*/ 3005404 h 6858000"/>
              <a:gd name="connsiteX729" fmla="*/ 32049 w 7467600"/>
              <a:gd name="connsiteY729" fmla="*/ 3065814 h 6858000"/>
              <a:gd name="connsiteX730" fmla="*/ 0 w 7467600"/>
              <a:gd name="connsiteY730" fmla="*/ 3108744 h 6858000"/>
              <a:gd name="connsiteX731" fmla="*/ 0 w 7467600"/>
              <a:gd name="connsiteY731" fmla="*/ 3058059 h 6858000"/>
              <a:gd name="connsiteX732" fmla="*/ 7610 w 7467600"/>
              <a:gd name="connsiteY732" fmla="*/ 3047889 h 6858000"/>
              <a:gd name="connsiteX733" fmla="*/ 52419 w 7467600"/>
              <a:gd name="connsiteY733" fmla="*/ 2987479 h 6858000"/>
              <a:gd name="connsiteX734" fmla="*/ 59142 w 7467600"/>
              <a:gd name="connsiteY734" fmla="*/ 2978488 h 6858000"/>
              <a:gd name="connsiteX735" fmla="*/ 0 w 7467600"/>
              <a:gd name="connsiteY735" fmla="*/ 3015334 h 6858000"/>
              <a:gd name="connsiteX736" fmla="*/ 0 w 7467600"/>
              <a:gd name="connsiteY736" fmla="*/ 2914286 h 6858000"/>
              <a:gd name="connsiteX737" fmla="*/ 36383 w 7467600"/>
              <a:gd name="connsiteY737" fmla="*/ 2901128 h 6858000"/>
              <a:gd name="connsiteX738" fmla="*/ 156329 w 7467600"/>
              <a:gd name="connsiteY738" fmla="*/ 2840533 h 6858000"/>
              <a:gd name="connsiteX739" fmla="*/ 358355 w 7467600"/>
              <a:gd name="connsiteY739" fmla="*/ 2620471 h 6858000"/>
              <a:gd name="connsiteX740" fmla="*/ 510577 w 7467600"/>
              <a:gd name="connsiteY740" fmla="*/ 2501244 h 6858000"/>
              <a:gd name="connsiteX741" fmla="*/ 211967 w 7467600"/>
              <a:gd name="connsiteY741" fmla="*/ 2479171 h 6858000"/>
              <a:gd name="connsiteX742" fmla="*/ 0 w 7467600"/>
              <a:gd name="connsiteY742" fmla="*/ 2476398 h 6858000"/>
              <a:gd name="connsiteX743" fmla="*/ 0 w 7467600"/>
              <a:gd name="connsiteY743" fmla="*/ 2389189 h 6858000"/>
              <a:gd name="connsiteX744" fmla="*/ 103062 w 7467600"/>
              <a:gd name="connsiteY744" fmla="*/ 2389518 h 6858000"/>
              <a:gd name="connsiteX745" fmla="*/ 510734 w 7467600"/>
              <a:gd name="connsiteY745" fmla="*/ 2416201 h 6858000"/>
              <a:gd name="connsiteX746" fmla="*/ 279257 w 7467600"/>
              <a:gd name="connsiteY746" fmla="*/ 2092102 h 6858000"/>
              <a:gd name="connsiteX747" fmla="*/ 65265 w 7467600"/>
              <a:gd name="connsiteY747" fmla="*/ 2006049 h 6858000"/>
              <a:gd name="connsiteX748" fmla="*/ 0 w 7467600"/>
              <a:gd name="connsiteY748" fmla="*/ 1982532 h 6858000"/>
              <a:gd name="connsiteX749" fmla="*/ 0 w 7467600"/>
              <a:gd name="connsiteY749" fmla="*/ 1912789 h 6858000"/>
              <a:gd name="connsiteX750" fmla="*/ 97460 w 7467600"/>
              <a:gd name="connsiteY750" fmla="*/ 1953725 h 6858000"/>
              <a:gd name="connsiteX751" fmla="*/ 221272 w 7467600"/>
              <a:gd name="connsiteY751" fmla="*/ 1980766 h 6858000"/>
              <a:gd name="connsiteX752" fmla="*/ 116765 w 7467600"/>
              <a:gd name="connsiteY752" fmla="*/ 1911033 h 6858000"/>
              <a:gd name="connsiteX753" fmla="*/ 16405 w 7467600"/>
              <a:gd name="connsiteY753" fmla="*/ 1803412 h 6858000"/>
              <a:gd name="connsiteX754" fmla="*/ 0 w 7467600"/>
              <a:gd name="connsiteY754" fmla="*/ 1784777 h 6858000"/>
              <a:gd name="connsiteX755" fmla="*/ 0 w 7467600"/>
              <a:gd name="connsiteY755" fmla="*/ 1740082 h 6858000"/>
              <a:gd name="connsiteX756" fmla="*/ 39394 w 7467600"/>
              <a:gd name="connsiteY756" fmla="*/ 1784856 h 6858000"/>
              <a:gd name="connsiteX757" fmla="*/ 135813 w 7467600"/>
              <a:gd name="connsiteY757" fmla="*/ 1888838 h 6858000"/>
              <a:gd name="connsiteX758" fmla="*/ 242575 w 7467600"/>
              <a:gd name="connsiteY758" fmla="*/ 1958841 h 6858000"/>
              <a:gd name="connsiteX759" fmla="*/ 82197 w 7467600"/>
              <a:gd name="connsiteY759" fmla="*/ 1754826 h 6858000"/>
              <a:gd name="connsiteX760" fmla="*/ 0 w 7467600"/>
              <a:gd name="connsiteY760" fmla="*/ 1679650 h 6858000"/>
              <a:gd name="connsiteX761" fmla="*/ 0 w 7467600"/>
              <a:gd name="connsiteY761" fmla="*/ 1602463 h 6858000"/>
              <a:gd name="connsiteX762" fmla="*/ 84689 w 7467600"/>
              <a:gd name="connsiteY762" fmla="*/ 1677442 h 6858000"/>
              <a:gd name="connsiteX763" fmla="*/ 298437 w 7467600"/>
              <a:gd name="connsiteY763" fmla="*/ 1968019 h 6858000"/>
              <a:gd name="connsiteX764" fmla="*/ 227269 w 7467600"/>
              <a:gd name="connsiteY764" fmla="*/ 1114064 h 6858000"/>
              <a:gd name="connsiteX765" fmla="*/ 248003 w 7467600"/>
              <a:gd name="connsiteY765" fmla="*/ 1089613 h 6858000"/>
              <a:gd name="connsiteX766" fmla="*/ 427020 w 7467600"/>
              <a:gd name="connsiteY766" fmla="*/ 1619803 h 6858000"/>
              <a:gd name="connsiteX767" fmla="*/ 340345 w 7467600"/>
              <a:gd name="connsiteY767" fmla="*/ 2027739 h 6858000"/>
              <a:gd name="connsiteX768" fmla="*/ 360865 w 7467600"/>
              <a:gd name="connsiteY768" fmla="*/ 2044827 h 6858000"/>
              <a:gd name="connsiteX769" fmla="*/ 560414 w 7467600"/>
              <a:gd name="connsiteY769" fmla="*/ 2421457 h 6858000"/>
              <a:gd name="connsiteX770" fmla="*/ 1359703 w 7467600"/>
              <a:gd name="connsiteY770" fmla="*/ 2578554 h 6858000"/>
              <a:gd name="connsiteX771" fmla="*/ 1359422 w 7467600"/>
              <a:gd name="connsiteY771" fmla="*/ 2577994 h 6858000"/>
              <a:gd name="connsiteX772" fmla="*/ 828701 w 7467600"/>
              <a:gd name="connsiteY772" fmla="*/ 1839520 h 6858000"/>
              <a:gd name="connsiteX773" fmla="*/ 494427 w 7467600"/>
              <a:gd name="connsiteY773" fmla="*/ 1092333 h 6858000"/>
              <a:gd name="connsiteX774" fmla="*/ 506322 w 7467600"/>
              <a:gd name="connsiteY774" fmla="*/ 1020997 h 6858000"/>
              <a:gd name="connsiteX775" fmla="*/ 4570198 w 7467600"/>
              <a:gd name="connsiteY775" fmla="*/ 978081 h 6858000"/>
              <a:gd name="connsiteX776" fmla="*/ 4523691 w 7467600"/>
              <a:gd name="connsiteY776" fmla="*/ 1127776 h 6858000"/>
              <a:gd name="connsiteX777" fmla="*/ 4509875 w 7467600"/>
              <a:gd name="connsiteY777" fmla="*/ 1167552 h 6858000"/>
              <a:gd name="connsiteX778" fmla="*/ 4478168 w 7467600"/>
              <a:gd name="connsiteY778" fmla="*/ 1260735 h 6858000"/>
              <a:gd name="connsiteX779" fmla="*/ 4409309 w 7467600"/>
              <a:gd name="connsiteY779" fmla="*/ 1666996 h 6858000"/>
              <a:gd name="connsiteX780" fmla="*/ 4370031 w 7467600"/>
              <a:gd name="connsiteY780" fmla="*/ 1955666 h 6858000"/>
              <a:gd name="connsiteX781" fmla="*/ 4570198 w 7467600"/>
              <a:gd name="connsiteY781" fmla="*/ 978081 h 6858000"/>
              <a:gd name="connsiteX782" fmla="*/ 4557898 w 7467600"/>
              <a:gd name="connsiteY782" fmla="*/ 900011 h 6858000"/>
              <a:gd name="connsiteX783" fmla="*/ 4344840 w 7467600"/>
              <a:gd name="connsiteY783" fmla="*/ 1922038 h 6858000"/>
              <a:gd name="connsiteX784" fmla="*/ 4378710 w 7467600"/>
              <a:gd name="connsiteY784" fmla="*/ 1665516 h 6858000"/>
              <a:gd name="connsiteX785" fmla="*/ 4448798 w 7467600"/>
              <a:gd name="connsiteY785" fmla="*/ 1253024 h 6858000"/>
              <a:gd name="connsiteX786" fmla="*/ 4480315 w 7467600"/>
              <a:gd name="connsiteY786" fmla="*/ 1158454 h 6858000"/>
              <a:gd name="connsiteX787" fmla="*/ 4494133 w 7467600"/>
              <a:gd name="connsiteY787" fmla="*/ 1118676 h 6858000"/>
              <a:gd name="connsiteX788" fmla="*/ 4557898 w 7467600"/>
              <a:gd name="connsiteY788" fmla="*/ 900011 h 6858000"/>
              <a:gd name="connsiteX789" fmla="*/ 5870151 w 7467600"/>
              <a:gd name="connsiteY789" fmla="*/ 898890 h 6858000"/>
              <a:gd name="connsiteX790" fmla="*/ 5861335 w 7467600"/>
              <a:gd name="connsiteY790" fmla="*/ 899177 h 6858000"/>
              <a:gd name="connsiteX791" fmla="*/ 5843702 w 7467600"/>
              <a:gd name="connsiteY791" fmla="*/ 899748 h 6858000"/>
              <a:gd name="connsiteX792" fmla="*/ 5651107 w 7467600"/>
              <a:gd name="connsiteY792" fmla="*/ 920306 h 6858000"/>
              <a:gd name="connsiteX793" fmla="*/ 5459407 w 7467600"/>
              <a:gd name="connsiteY793" fmla="*/ 940975 h 6858000"/>
              <a:gd name="connsiteX794" fmla="*/ 5374846 w 7467600"/>
              <a:gd name="connsiteY794" fmla="*/ 941988 h 6858000"/>
              <a:gd name="connsiteX795" fmla="*/ 5256105 w 7467600"/>
              <a:gd name="connsiteY795" fmla="*/ 945632 h 6858000"/>
              <a:gd name="connsiteX796" fmla="*/ 5107071 w 7467600"/>
              <a:gd name="connsiteY796" fmla="*/ 969720 h 6858000"/>
              <a:gd name="connsiteX797" fmla="*/ 4998681 w 7467600"/>
              <a:gd name="connsiteY797" fmla="*/ 988771 h 6858000"/>
              <a:gd name="connsiteX798" fmla="*/ 5870151 w 7467600"/>
              <a:gd name="connsiteY798" fmla="*/ 898890 h 6858000"/>
              <a:gd name="connsiteX799" fmla="*/ 5504425 w 7467600"/>
              <a:gd name="connsiteY799" fmla="*/ 848067 h 6858000"/>
              <a:gd name="connsiteX800" fmla="*/ 4968849 w 7467600"/>
              <a:gd name="connsiteY800" fmla="*/ 962318 h 6858000"/>
              <a:gd name="connsiteX801" fmla="*/ 5104039 w 7467600"/>
              <a:gd name="connsiteY801" fmla="*/ 940634 h 6858000"/>
              <a:gd name="connsiteX802" fmla="*/ 5256311 w 7467600"/>
              <a:gd name="connsiteY802" fmla="*/ 916490 h 6858000"/>
              <a:gd name="connsiteX803" fmla="*/ 5377381 w 7467600"/>
              <a:gd name="connsiteY803" fmla="*/ 912671 h 6858000"/>
              <a:gd name="connsiteX804" fmla="*/ 5460148 w 7467600"/>
              <a:gd name="connsiteY804" fmla="*/ 911442 h 6858000"/>
              <a:gd name="connsiteX805" fmla="*/ 5648971 w 7467600"/>
              <a:gd name="connsiteY805" fmla="*/ 891331 h 6858000"/>
              <a:gd name="connsiteX806" fmla="*/ 5844807 w 7467600"/>
              <a:gd name="connsiteY806" fmla="*/ 870718 h 6858000"/>
              <a:gd name="connsiteX807" fmla="*/ 5862975 w 7467600"/>
              <a:gd name="connsiteY807" fmla="*/ 869756 h 6858000"/>
              <a:gd name="connsiteX808" fmla="*/ 5920887 w 7467600"/>
              <a:gd name="connsiteY808" fmla="*/ 865929 h 6858000"/>
              <a:gd name="connsiteX809" fmla="*/ 5504425 w 7467600"/>
              <a:gd name="connsiteY809" fmla="*/ 848067 h 6858000"/>
              <a:gd name="connsiteX810" fmla="*/ 3607114 w 7467600"/>
              <a:gd name="connsiteY810" fmla="*/ 467441 h 6858000"/>
              <a:gd name="connsiteX811" fmla="*/ 3296242 w 7467600"/>
              <a:gd name="connsiteY811" fmla="*/ 807991 h 6858000"/>
              <a:gd name="connsiteX812" fmla="*/ 3174674 w 7467600"/>
              <a:gd name="connsiteY812" fmla="*/ 919759 h 6858000"/>
              <a:gd name="connsiteX813" fmla="*/ 3042978 w 7467600"/>
              <a:gd name="connsiteY813" fmla="*/ 1054894 h 6858000"/>
              <a:gd name="connsiteX814" fmla="*/ 2968914 w 7467600"/>
              <a:gd name="connsiteY814" fmla="*/ 1133756 h 6858000"/>
              <a:gd name="connsiteX815" fmla="*/ 3103823 w 7467600"/>
              <a:gd name="connsiteY815" fmla="*/ 1026814 h 6858000"/>
              <a:gd name="connsiteX816" fmla="*/ 3607114 w 7467600"/>
              <a:gd name="connsiteY816" fmla="*/ 467441 h 6858000"/>
              <a:gd name="connsiteX817" fmla="*/ 3744487 w 7467600"/>
              <a:gd name="connsiteY817" fmla="*/ 383136 h 6858000"/>
              <a:gd name="connsiteX818" fmla="*/ 3970213 w 7467600"/>
              <a:gd name="connsiteY818" fmla="*/ 995559 h 6858000"/>
              <a:gd name="connsiteX819" fmla="*/ 3744487 w 7467600"/>
              <a:gd name="connsiteY819" fmla="*/ 383136 h 6858000"/>
              <a:gd name="connsiteX820" fmla="*/ 3624562 w 7467600"/>
              <a:gd name="connsiteY820" fmla="*/ 367041 h 6858000"/>
              <a:gd name="connsiteX821" fmla="*/ 3489712 w 7467600"/>
              <a:gd name="connsiteY821" fmla="*/ 485386 h 6858000"/>
              <a:gd name="connsiteX822" fmla="*/ 3182994 w 7467600"/>
              <a:gd name="connsiteY822" fmla="*/ 828265 h 6858000"/>
              <a:gd name="connsiteX823" fmla="*/ 2892114 w 7467600"/>
              <a:gd name="connsiteY823" fmla="*/ 1172635 h 6858000"/>
              <a:gd name="connsiteX824" fmla="*/ 3021459 w 7467600"/>
              <a:gd name="connsiteY824" fmla="*/ 1035385 h 6858000"/>
              <a:gd name="connsiteX825" fmla="*/ 3153873 w 7467600"/>
              <a:gd name="connsiteY825" fmla="*/ 898971 h 6858000"/>
              <a:gd name="connsiteX826" fmla="*/ 3276511 w 7467600"/>
              <a:gd name="connsiteY826" fmla="*/ 786423 h 6858000"/>
              <a:gd name="connsiteX827" fmla="*/ 3584154 w 7467600"/>
              <a:gd name="connsiteY827" fmla="*/ 448218 h 6858000"/>
              <a:gd name="connsiteX828" fmla="*/ 3624562 w 7467600"/>
              <a:gd name="connsiteY828" fmla="*/ 367041 h 6858000"/>
              <a:gd name="connsiteX829" fmla="*/ 3766672 w 7467600"/>
              <a:gd name="connsiteY829" fmla="*/ 359429 h 6858000"/>
              <a:gd name="connsiteX830" fmla="*/ 3996338 w 7467600"/>
              <a:gd name="connsiteY830" fmla="*/ 968237 h 6858000"/>
              <a:gd name="connsiteX831" fmla="*/ 3766672 w 7467600"/>
              <a:gd name="connsiteY831" fmla="*/ 359429 h 6858000"/>
              <a:gd name="connsiteX832" fmla="*/ 5805386 w 7467600"/>
              <a:gd name="connsiteY832" fmla="*/ 239240 h 6858000"/>
              <a:gd name="connsiteX833" fmla="*/ 5736947 w 7467600"/>
              <a:gd name="connsiteY833" fmla="*/ 261367 h 6858000"/>
              <a:gd name="connsiteX834" fmla="*/ 5427012 w 7467600"/>
              <a:gd name="connsiteY834" fmla="*/ 311272 h 6858000"/>
              <a:gd name="connsiteX835" fmla="*/ 5147818 w 7467600"/>
              <a:gd name="connsiteY835" fmla="*/ 322112 h 6858000"/>
              <a:gd name="connsiteX836" fmla="*/ 5060854 w 7467600"/>
              <a:gd name="connsiteY836" fmla="*/ 311882 h 6858000"/>
              <a:gd name="connsiteX837" fmla="*/ 4945989 w 7467600"/>
              <a:gd name="connsiteY837" fmla="*/ 300516 h 6858000"/>
              <a:gd name="connsiteX838" fmla="*/ 5410479 w 7467600"/>
              <a:gd name="connsiteY838" fmla="*/ 348434 h 6858000"/>
              <a:gd name="connsiteX839" fmla="*/ 5805386 w 7467600"/>
              <a:gd name="connsiteY839" fmla="*/ 239240 h 6858000"/>
              <a:gd name="connsiteX840" fmla="*/ 5905192 w 7467600"/>
              <a:gd name="connsiteY840" fmla="*/ 163079 h 6858000"/>
              <a:gd name="connsiteX841" fmla="*/ 5865655 w 7467600"/>
              <a:gd name="connsiteY841" fmla="*/ 171901 h 6858000"/>
              <a:gd name="connsiteX842" fmla="*/ 5259740 w 7467600"/>
              <a:gd name="connsiteY842" fmla="*/ 257013 h 6858000"/>
              <a:gd name="connsiteX843" fmla="*/ 5208466 w 7467600"/>
              <a:gd name="connsiteY843" fmla="*/ 257550 h 6858000"/>
              <a:gd name="connsiteX844" fmla="*/ 4980204 w 7467600"/>
              <a:gd name="connsiteY844" fmla="*/ 271903 h 6858000"/>
              <a:gd name="connsiteX845" fmla="*/ 5068068 w 7467600"/>
              <a:gd name="connsiteY845" fmla="*/ 282244 h 6858000"/>
              <a:gd name="connsiteX846" fmla="*/ 5153231 w 7467600"/>
              <a:gd name="connsiteY846" fmla="*/ 292240 h 6858000"/>
              <a:gd name="connsiteX847" fmla="*/ 5426491 w 7467600"/>
              <a:gd name="connsiteY847" fmla="*/ 281128 h 6858000"/>
              <a:gd name="connsiteX848" fmla="*/ 5731212 w 7467600"/>
              <a:gd name="connsiteY848" fmla="*/ 231951 h 6858000"/>
              <a:gd name="connsiteX849" fmla="*/ 5905192 w 7467600"/>
              <a:gd name="connsiteY849" fmla="*/ 163079 h 6858000"/>
              <a:gd name="connsiteX850" fmla="*/ 5944437 w 7467600"/>
              <a:gd name="connsiteY850" fmla="*/ 113829 h 6858000"/>
              <a:gd name="connsiteX851" fmla="*/ 5825032 w 7467600"/>
              <a:gd name="connsiteY851" fmla="*/ 146405 h 6858000"/>
              <a:gd name="connsiteX852" fmla="*/ 4955599 w 7467600"/>
              <a:gd name="connsiteY852" fmla="*/ 247008 h 6858000"/>
              <a:gd name="connsiteX853" fmla="*/ 5210104 w 7467600"/>
              <a:gd name="connsiteY853" fmla="*/ 228123 h 6858000"/>
              <a:gd name="connsiteX854" fmla="*/ 5261015 w 7467600"/>
              <a:gd name="connsiteY854" fmla="*/ 227087 h 6858000"/>
              <a:gd name="connsiteX855" fmla="*/ 5861181 w 7467600"/>
              <a:gd name="connsiteY855" fmla="*/ 143093 h 6858000"/>
              <a:gd name="connsiteX856" fmla="*/ 5961252 w 7467600"/>
              <a:gd name="connsiteY856" fmla="*/ 114820 h 6858000"/>
              <a:gd name="connsiteX857" fmla="*/ 5944437 w 7467600"/>
              <a:gd name="connsiteY857" fmla="*/ 113829 h 6858000"/>
              <a:gd name="connsiteX858" fmla="*/ 3882765 w 7467600"/>
              <a:gd name="connsiteY858" fmla="*/ 0 h 6858000"/>
              <a:gd name="connsiteX859" fmla="*/ 3995099 w 7467600"/>
              <a:gd name="connsiteY859" fmla="*/ 0 h 6858000"/>
              <a:gd name="connsiteX860" fmla="*/ 4163818 w 7467600"/>
              <a:gd name="connsiteY860" fmla="*/ 234104 h 6858000"/>
              <a:gd name="connsiteX861" fmla="*/ 4172099 w 7467600"/>
              <a:gd name="connsiteY861" fmla="*/ 234207 h 6858000"/>
              <a:gd name="connsiteX862" fmla="*/ 4784282 w 7467600"/>
              <a:gd name="connsiteY862" fmla="*/ 276561 h 6858000"/>
              <a:gd name="connsiteX863" fmla="*/ 4801687 w 7467600"/>
              <a:gd name="connsiteY863" fmla="*/ 267764 h 6858000"/>
              <a:gd name="connsiteX864" fmla="*/ 6082788 w 7467600"/>
              <a:gd name="connsiteY864" fmla="*/ 64119 h 6858000"/>
              <a:gd name="connsiteX865" fmla="*/ 6099442 w 7467600"/>
              <a:gd name="connsiteY865" fmla="*/ 82568 h 6858000"/>
              <a:gd name="connsiteX866" fmla="*/ 4804137 w 7467600"/>
              <a:gd name="connsiteY866" fmla="*/ 320931 h 6858000"/>
              <a:gd name="connsiteX867" fmla="*/ 4227047 w 7467600"/>
              <a:gd name="connsiteY867" fmla="*/ 313415 h 6858000"/>
              <a:gd name="connsiteX868" fmla="*/ 4346041 w 7467600"/>
              <a:gd name="connsiteY868" fmla="*/ 456086 h 6858000"/>
              <a:gd name="connsiteX869" fmla="*/ 4870967 w 7467600"/>
              <a:gd name="connsiteY869" fmla="*/ 963061 h 6858000"/>
              <a:gd name="connsiteX870" fmla="*/ 4889647 w 7467600"/>
              <a:gd name="connsiteY870" fmla="*/ 957147 h 6858000"/>
              <a:gd name="connsiteX871" fmla="*/ 5422504 w 7467600"/>
              <a:gd name="connsiteY871" fmla="*/ 805191 h 6858000"/>
              <a:gd name="connsiteX872" fmla="*/ 6087656 w 7467600"/>
              <a:gd name="connsiteY872" fmla="*/ 826703 h 6858000"/>
              <a:gd name="connsiteX873" fmla="*/ 6058717 w 7467600"/>
              <a:gd name="connsiteY873" fmla="*/ 865992 h 6858000"/>
              <a:gd name="connsiteX874" fmla="*/ 4974153 w 7467600"/>
              <a:gd name="connsiteY874" fmla="*/ 1045456 h 6858000"/>
              <a:gd name="connsiteX875" fmla="*/ 5627835 w 7467600"/>
              <a:gd name="connsiteY875" fmla="*/ 1472077 h 6858000"/>
              <a:gd name="connsiteX876" fmla="*/ 5629817 w 7467600"/>
              <a:gd name="connsiteY876" fmla="*/ 1471412 h 6858000"/>
              <a:gd name="connsiteX877" fmla="*/ 5634124 w 7467600"/>
              <a:gd name="connsiteY877" fmla="*/ 1470572 h 6858000"/>
              <a:gd name="connsiteX878" fmla="*/ 5755832 w 7467600"/>
              <a:gd name="connsiteY878" fmla="*/ 1383886 h 6858000"/>
              <a:gd name="connsiteX879" fmla="*/ 6014186 w 7467600"/>
              <a:gd name="connsiteY879" fmla="*/ 1279799 h 6858000"/>
              <a:gd name="connsiteX880" fmla="*/ 6901619 w 7467600"/>
              <a:gd name="connsiteY880" fmla="*/ 1047874 h 6858000"/>
              <a:gd name="connsiteX881" fmla="*/ 6931566 w 7467600"/>
              <a:gd name="connsiteY881" fmla="*/ 1062034 h 6858000"/>
              <a:gd name="connsiteX882" fmla="*/ 5790982 w 7467600"/>
              <a:gd name="connsiteY882" fmla="*/ 1561380 h 6858000"/>
              <a:gd name="connsiteX883" fmla="*/ 6188971 w 7467600"/>
              <a:gd name="connsiteY883" fmla="*/ 1755168 h 6858000"/>
              <a:gd name="connsiteX884" fmla="*/ 6202446 w 7467600"/>
              <a:gd name="connsiteY884" fmla="*/ 1752268 h 6858000"/>
              <a:gd name="connsiteX885" fmla="*/ 7179560 w 7467600"/>
              <a:gd name="connsiteY885" fmla="*/ 1467551 h 6858000"/>
              <a:gd name="connsiteX886" fmla="*/ 7158730 w 7467600"/>
              <a:gd name="connsiteY886" fmla="*/ 1507835 h 6858000"/>
              <a:gd name="connsiteX887" fmla="*/ 6326959 w 7467600"/>
              <a:gd name="connsiteY887" fmla="*/ 1817686 h 6858000"/>
              <a:gd name="connsiteX888" fmla="*/ 6537433 w 7467600"/>
              <a:gd name="connsiteY888" fmla="*/ 1907790 h 6858000"/>
              <a:gd name="connsiteX889" fmla="*/ 6550221 w 7467600"/>
              <a:gd name="connsiteY889" fmla="*/ 1910729 h 6858000"/>
              <a:gd name="connsiteX890" fmla="*/ 6964438 w 7467600"/>
              <a:gd name="connsiteY890" fmla="*/ 2209505 h 6858000"/>
              <a:gd name="connsiteX891" fmla="*/ 7367862 w 7467600"/>
              <a:gd name="connsiteY891" fmla="*/ 2806833 h 6858000"/>
              <a:gd name="connsiteX892" fmla="*/ 7364329 w 7467600"/>
              <a:gd name="connsiteY892" fmla="*/ 2826907 h 6858000"/>
              <a:gd name="connsiteX893" fmla="*/ 7290545 w 7467600"/>
              <a:gd name="connsiteY893" fmla="*/ 2850663 h 6858000"/>
              <a:gd name="connsiteX894" fmla="*/ 6472036 w 7467600"/>
              <a:gd name="connsiteY894" fmla="*/ 1959003 h 6858000"/>
              <a:gd name="connsiteX895" fmla="*/ 5792897 w 7467600"/>
              <a:gd name="connsiteY895" fmla="*/ 1647747 h 6858000"/>
              <a:gd name="connsiteX896" fmla="*/ 5842751 w 7467600"/>
              <a:gd name="connsiteY896" fmla="*/ 1816112 h 6858000"/>
              <a:gd name="connsiteX897" fmla="*/ 5847424 w 7467600"/>
              <a:gd name="connsiteY897" fmla="*/ 1815776 h 6858000"/>
              <a:gd name="connsiteX898" fmla="*/ 6399821 w 7467600"/>
              <a:gd name="connsiteY898" fmla="*/ 2344799 h 6858000"/>
              <a:gd name="connsiteX899" fmla="*/ 6323232 w 7467600"/>
              <a:gd name="connsiteY899" fmla="*/ 2389634 h 6858000"/>
              <a:gd name="connsiteX900" fmla="*/ 5942958 w 7467600"/>
              <a:gd name="connsiteY900" fmla="*/ 2077708 h 6858000"/>
              <a:gd name="connsiteX901" fmla="*/ 5921559 w 7467600"/>
              <a:gd name="connsiteY901" fmla="*/ 2378596 h 6858000"/>
              <a:gd name="connsiteX902" fmla="*/ 5817651 w 7467600"/>
              <a:gd name="connsiteY902" fmla="*/ 3023919 h 6858000"/>
              <a:gd name="connsiteX903" fmla="*/ 5729634 w 7467600"/>
              <a:gd name="connsiteY903" fmla="*/ 3051849 h 6858000"/>
              <a:gd name="connsiteX904" fmla="*/ 5611018 w 7467600"/>
              <a:gd name="connsiteY904" fmla="*/ 2316769 h 6858000"/>
              <a:gd name="connsiteX905" fmla="*/ 5687608 w 7467600"/>
              <a:gd name="connsiteY905" fmla="*/ 2039972 h 6858000"/>
              <a:gd name="connsiteX906" fmla="*/ 5657554 w 7467600"/>
              <a:gd name="connsiteY906" fmla="*/ 1576445 h 6858000"/>
              <a:gd name="connsiteX907" fmla="*/ 5150475 w 7467600"/>
              <a:gd name="connsiteY907" fmla="*/ 1274012 h 6858000"/>
              <a:gd name="connsiteX908" fmla="*/ 5349142 w 7467600"/>
              <a:gd name="connsiteY908" fmla="*/ 2204405 h 6858000"/>
              <a:gd name="connsiteX909" fmla="*/ 5262214 w 7467600"/>
              <a:gd name="connsiteY909" fmla="*/ 2233836 h 6858000"/>
              <a:gd name="connsiteX910" fmla="*/ 4981539 w 7467600"/>
              <a:gd name="connsiteY910" fmla="*/ 1542201 h 6858000"/>
              <a:gd name="connsiteX911" fmla="*/ 4958461 w 7467600"/>
              <a:gd name="connsiteY911" fmla="*/ 1136957 h 6858000"/>
              <a:gd name="connsiteX912" fmla="*/ 4655015 w 7467600"/>
              <a:gd name="connsiteY912" fmla="*/ 891426 h 6858000"/>
              <a:gd name="connsiteX913" fmla="*/ 4348002 w 7467600"/>
              <a:gd name="connsiteY913" fmla="*/ 2205895 h 6858000"/>
              <a:gd name="connsiteX914" fmla="*/ 4262250 w 7467600"/>
              <a:gd name="connsiteY914" fmla="*/ 2219972 h 6858000"/>
              <a:gd name="connsiteX915" fmla="*/ 4550611 w 7467600"/>
              <a:gd name="connsiteY915" fmla="*/ 817540 h 6858000"/>
              <a:gd name="connsiteX916" fmla="*/ 4564418 w 7467600"/>
              <a:gd name="connsiteY916" fmla="*/ 808293 h 6858000"/>
              <a:gd name="connsiteX917" fmla="*/ 4266388 w 7467600"/>
              <a:gd name="connsiteY917" fmla="*/ 500083 h 6858000"/>
              <a:gd name="connsiteX918" fmla="*/ 4032842 w 7467600"/>
              <a:gd name="connsiteY918" fmla="*/ 211809 h 6858000"/>
              <a:gd name="connsiteX919" fmla="*/ 3882765 w 7467600"/>
              <a:gd name="connsiteY919" fmla="*/ 0 h 6858000"/>
              <a:gd name="connsiteX920" fmla="*/ 3721337 w 7467600"/>
              <a:gd name="connsiteY920" fmla="*/ 0 h 6858000"/>
              <a:gd name="connsiteX921" fmla="*/ 3797544 w 7467600"/>
              <a:gd name="connsiteY921" fmla="*/ 0 h 6858000"/>
              <a:gd name="connsiteX922" fmla="*/ 3775734 w 7467600"/>
              <a:gd name="connsiteY922" fmla="*/ 95131 h 6858000"/>
              <a:gd name="connsiteX923" fmla="*/ 3724807 w 7467600"/>
              <a:gd name="connsiteY923" fmla="*/ 272257 h 6858000"/>
              <a:gd name="connsiteX924" fmla="*/ 3726844 w 7467600"/>
              <a:gd name="connsiteY924" fmla="*/ 282988 h 6858000"/>
              <a:gd name="connsiteX925" fmla="*/ 3742664 w 7467600"/>
              <a:gd name="connsiteY925" fmla="*/ 279918 h 6858000"/>
              <a:gd name="connsiteX926" fmla="*/ 4103910 w 7467600"/>
              <a:gd name="connsiteY926" fmla="*/ 1161917 h 6858000"/>
              <a:gd name="connsiteX927" fmla="*/ 4020269 w 7467600"/>
              <a:gd name="connsiteY927" fmla="*/ 1200406 h 6858000"/>
              <a:gd name="connsiteX928" fmla="*/ 3674882 w 7467600"/>
              <a:gd name="connsiteY928" fmla="*/ 488524 h 6858000"/>
              <a:gd name="connsiteX929" fmla="*/ 3132682 w 7467600"/>
              <a:gd name="connsiteY929" fmla="*/ 1072284 h 6858000"/>
              <a:gd name="connsiteX930" fmla="*/ 2716346 w 7467600"/>
              <a:gd name="connsiteY930" fmla="*/ 1276376 h 6858000"/>
              <a:gd name="connsiteX931" fmla="*/ 2716772 w 7467600"/>
              <a:gd name="connsiteY931" fmla="*/ 1255462 h 6858000"/>
              <a:gd name="connsiteX932" fmla="*/ 3471096 w 7467600"/>
              <a:gd name="connsiteY932" fmla="*/ 437072 h 6858000"/>
              <a:gd name="connsiteX933" fmla="*/ 3639057 w 7467600"/>
              <a:gd name="connsiteY933" fmla="*/ 286334 h 6858000"/>
              <a:gd name="connsiteX934" fmla="*/ 3640309 w 7467600"/>
              <a:gd name="connsiteY934" fmla="*/ 284664 h 6858000"/>
              <a:gd name="connsiteX935" fmla="*/ 3646022 w 7467600"/>
              <a:gd name="connsiteY935" fmla="*/ 276711 h 6858000"/>
              <a:gd name="connsiteX936" fmla="*/ 3707943 w 7467600"/>
              <a:gd name="connsiteY936" fmla="*/ 65958 h 6858000"/>
              <a:gd name="connsiteX937" fmla="*/ 3721337 w 7467600"/>
              <a:gd name="connsiteY937" fmla="*/ 0 h 6858000"/>
              <a:gd name="connsiteX938" fmla="*/ 2867960 w 7467600"/>
              <a:gd name="connsiteY938" fmla="*/ 0 h 6858000"/>
              <a:gd name="connsiteX939" fmla="*/ 2926351 w 7467600"/>
              <a:gd name="connsiteY939" fmla="*/ 0 h 6858000"/>
              <a:gd name="connsiteX940" fmla="*/ 2902823 w 7467600"/>
              <a:gd name="connsiteY940" fmla="*/ 262929 h 6858000"/>
              <a:gd name="connsiteX941" fmla="*/ 2940663 w 7467600"/>
              <a:gd name="connsiteY941" fmla="*/ 140884 h 6858000"/>
              <a:gd name="connsiteX942" fmla="*/ 2947039 w 7467600"/>
              <a:gd name="connsiteY942" fmla="*/ 122524 h 6858000"/>
              <a:gd name="connsiteX943" fmla="*/ 2984316 w 7467600"/>
              <a:gd name="connsiteY943" fmla="*/ 0 h 6858000"/>
              <a:gd name="connsiteX944" fmla="*/ 3016114 w 7467600"/>
              <a:gd name="connsiteY944" fmla="*/ 0 h 6858000"/>
              <a:gd name="connsiteX945" fmla="*/ 2979949 w 7467600"/>
              <a:gd name="connsiteY945" fmla="*/ 119274 h 6858000"/>
              <a:gd name="connsiteX946" fmla="*/ 3023879 w 7467600"/>
              <a:gd name="connsiteY946" fmla="*/ 0 h 6858000"/>
              <a:gd name="connsiteX947" fmla="*/ 3105400 w 7467600"/>
              <a:gd name="connsiteY947" fmla="*/ 0 h 6858000"/>
              <a:gd name="connsiteX948" fmla="*/ 3094669 w 7467600"/>
              <a:gd name="connsiteY948" fmla="*/ 30308 h 6858000"/>
              <a:gd name="connsiteX949" fmla="*/ 2901945 w 7467600"/>
              <a:gd name="connsiteY949" fmla="*/ 466538 h 6858000"/>
              <a:gd name="connsiteX950" fmla="*/ 2815209 w 7467600"/>
              <a:gd name="connsiteY950" fmla="*/ 497361 h 6858000"/>
              <a:gd name="connsiteX951" fmla="*/ 2844845 w 7467600"/>
              <a:gd name="connsiteY951" fmla="*/ 127638 h 6858000"/>
              <a:gd name="connsiteX952" fmla="*/ 2867960 w 7467600"/>
              <a:gd name="connsiteY952" fmla="*/ 0 h 6858000"/>
              <a:gd name="connsiteX953" fmla="*/ 1057230 w 7467600"/>
              <a:gd name="connsiteY953" fmla="*/ 0 h 6858000"/>
              <a:gd name="connsiteX954" fmla="*/ 1111003 w 7467600"/>
              <a:gd name="connsiteY954" fmla="*/ 0 h 6858000"/>
              <a:gd name="connsiteX955" fmla="*/ 1125553 w 7467600"/>
              <a:gd name="connsiteY955" fmla="*/ 52588 h 6858000"/>
              <a:gd name="connsiteX956" fmla="*/ 1304276 w 7467600"/>
              <a:gd name="connsiteY956" fmla="*/ 476275 h 6858000"/>
              <a:gd name="connsiteX957" fmla="*/ 1492066 w 7467600"/>
              <a:gd name="connsiteY957" fmla="*/ 886333 h 6858000"/>
              <a:gd name="connsiteX958" fmla="*/ 1423698 w 7467600"/>
              <a:gd name="connsiteY958" fmla="*/ 710817 h 6858000"/>
              <a:gd name="connsiteX959" fmla="*/ 1357609 w 7467600"/>
              <a:gd name="connsiteY959" fmla="*/ 532892 h 6858000"/>
              <a:gd name="connsiteX960" fmla="*/ 1309550 w 7467600"/>
              <a:gd name="connsiteY960" fmla="*/ 374031 h 6858000"/>
              <a:gd name="connsiteX961" fmla="*/ 1193673 w 7467600"/>
              <a:gd name="connsiteY961" fmla="*/ 49533 h 6858000"/>
              <a:gd name="connsiteX962" fmla="*/ 1164391 w 7467600"/>
              <a:gd name="connsiteY962" fmla="*/ 0 h 6858000"/>
              <a:gd name="connsiteX963" fmla="*/ 1200666 w 7467600"/>
              <a:gd name="connsiteY963" fmla="*/ 0 h 6858000"/>
              <a:gd name="connsiteX964" fmla="*/ 1223408 w 7467600"/>
              <a:gd name="connsiteY964" fmla="*/ 38996 h 6858000"/>
              <a:gd name="connsiteX965" fmla="*/ 1339635 w 7467600"/>
              <a:gd name="connsiteY965" fmla="*/ 365517 h 6858000"/>
              <a:gd name="connsiteX966" fmla="*/ 1387469 w 7467600"/>
              <a:gd name="connsiteY966" fmla="*/ 523079 h 6858000"/>
              <a:gd name="connsiteX967" fmla="*/ 1452685 w 7467600"/>
              <a:gd name="connsiteY967" fmla="*/ 699806 h 6858000"/>
              <a:gd name="connsiteX968" fmla="*/ 1492092 w 7467600"/>
              <a:gd name="connsiteY968" fmla="*/ 800424 h 6858000"/>
              <a:gd name="connsiteX969" fmla="*/ 1455302 w 7467600"/>
              <a:gd name="connsiteY969" fmla="*/ 632913 h 6858000"/>
              <a:gd name="connsiteX970" fmla="*/ 1222336 w 7467600"/>
              <a:gd name="connsiteY970" fmla="*/ 9480 h 6858000"/>
              <a:gd name="connsiteX971" fmla="*/ 1214634 w 7467600"/>
              <a:gd name="connsiteY971" fmla="*/ 0 h 6858000"/>
              <a:gd name="connsiteX972" fmla="*/ 1289827 w 7467600"/>
              <a:gd name="connsiteY972" fmla="*/ 0 h 6858000"/>
              <a:gd name="connsiteX973" fmla="*/ 1321076 w 7467600"/>
              <a:gd name="connsiteY973" fmla="*/ 59722 h 6858000"/>
              <a:gd name="connsiteX974" fmla="*/ 1512579 w 7467600"/>
              <a:gd name="connsiteY974" fmla="*/ 626441 h 6858000"/>
              <a:gd name="connsiteX975" fmla="*/ 1506076 w 7467600"/>
              <a:gd name="connsiteY975" fmla="*/ 1089289 h 6858000"/>
              <a:gd name="connsiteX976" fmla="*/ 1486346 w 7467600"/>
              <a:gd name="connsiteY976" fmla="*/ 1079919 h 6858000"/>
              <a:gd name="connsiteX977" fmla="*/ 1070511 w 7467600"/>
              <a:gd name="connsiteY977" fmla="*/ 48609 h 6858000"/>
              <a:gd name="connsiteX978" fmla="*/ 1057230 w 7467600"/>
              <a:gd name="connsiteY978" fmla="*/ 0 h 6858000"/>
              <a:gd name="connsiteX979" fmla="*/ 43151 w 7467600"/>
              <a:gd name="connsiteY979" fmla="*/ 0 h 6858000"/>
              <a:gd name="connsiteX980" fmla="*/ 95283 w 7467600"/>
              <a:gd name="connsiteY980" fmla="*/ 0 h 6858000"/>
              <a:gd name="connsiteX981" fmla="*/ 300708 w 7467600"/>
              <a:gd name="connsiteY981" fmla="*/ 154571 h 6858000"/>
              <a:gd name="connsiteX982" fmla="*/ 530414 w 7467600"/>
              <a:gd name="connsiteY982" fmla="*/ 354673 h 6858000"/>
              <a:gd name="connsiteX983" fmla="*/ 333785 w 7467600"/>
              <a:gd name="connsiteY983" fmla="*/ 161564 h 6858000"/>
              <a:gd name="connsiteX984" fmla="*/ 147005 w 7467600"/>
              <a:gd name="connsiteY984" fmla="*/ 0 h 6858000"/>
              <a:gd name="connsiteX985" fmla="*/ 272509 w 7467600"/>
              <a:gd name="connsiteY985" fmla="*/ 0 h 6858000"/>
              <a:gd name="connsiteX986" fmla="*/ 326276 w 7467600"/>
              <a:gd name="connsiteY986" fmla="*/ 45847 h 6858000"/>
              <a:gd name="connsiteX987" fmla="*/ 823759 w 7467600"/>
              <a:gd name="connsiteY987" fmla="*/ 574145 h 6858000"/>
              <a:gd name="connsiteX988" fmla="*/ 811254 w 7467600"/>
              <a:gd name="connsiteY988" fmla="*/ 665546 h 6858000"/>
              <a:gd name="connsiteX989" fmla="*/ 154042 w 7467600"/>
              <a:gd name="connsiteY989" fmla="*/ 261522 h 6858000"/>
              <a:gd name="connsiteX990" fmla="*/ 13550 w 7467600"/>
              <a:gd name="connsiteY990" fmla="*/ 158423 h 6858000"/>
              <a:gd name="connsiteX991" fmla="*/ 0 w 7467600"/>
              <a:gd name="connsiteY991" fmla="*/ 146618 h 6858000"/>
              <a:gd name="connsiteX992" fmla="*/ 0 w 7467600"/>
              <a:gd name="connsiteY992" fmla="*/ 59161 h 6858000"/>
              <a:gd name="connsiteX993" fmla="*/ 45427 w 7467600"/>
              <a:gd name="connsiteY993" fmla="*/ 101078 h 6858000"/>
              <a:gd name="connsiteX994" fmla="*/ 630103 w 7467600"/>
              <a:gd name="connsiteY994" fmla="*/ 485885 h 6858000"/>
              <a:gd name="connsiteX995" fmla="*/ 532040 w 7467600"/>
              <a:gd name="connsiteY995" fmla="*/ 399359 h 6858000"/>
              <a:gd name="connsiteX996" fmla="*/ 517618 w 7467600"/>
              <a:gd name="connsiteY996" fmla="*/ 385726 h 6858000"/>
              <a:gd name="connsiteX997" fmla="*/ 285074 w 7467600"/>
              <a:gd name="connsiteY997" fmla="*/ 182755 h 6858000"/>
              <a:gd name="connsiteX998" fmla="*/ 43151 w 7467600"/>
              <a:gd name="connsiteY99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97634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1903353 w 7467600"/>
              <a:gd name="connsiteY142" fmla="*/ 5044827 h 6858000"/>
              <a:gd name="connsiteX143" fmla="*/ 1936931 w 7467600"/>
              <a:gd name="connsiteY143" fmla="*/ 5093954 h 6858000"/>
              <a:gd name="connsiteX144" fmla="*/ 2195868 w 7467600"/>
              <a:gd name="connsiteY144" fmla="*/ 5396574 h 6858000"/>
              <a:gd name="connsiteX145" fmla="*/ 2088852 w 7467600"/>
              <a:gd name="connsiteY145" fmla="*/ 5166123 h 6858000"/>
              <a:gd name="connsiteX146" fmla="*/ 1958241 w 7467600"/>
              <a:gd name="connsiteY146" fmla="*/ 5067955 h 6858000"/>
              <a:gd name="connsiteX147" fmla="*/ 1903353 w 7467600"/>
              <a:gd name="connsiteY147" fmla="*/ 5044827 h 6858000"/>
              <a:gd name="connsiteX148" fmla="*/ 1979378 w 7467600"/>
              <a:gd name="connsiteY148" fmla="*/ 4769504 h 6858000"/>
              <a:gd name="connsiteX149" fmla="*/ 2882120 w 7467600"/>
              <a:gd name="connsiteY149" fmla="*/ 5064547 h 6858000"/>
              <a:gd name="connsiteX150" fmla="*/ 2793103 w 7467600"/>
              <a:gd name="connsiteY150" fmla="*/ 5039699 h 6858000"/>
              <a:gd name="connsiteX151" fmla="*/ 2770041 w 7467600"/>
              <a:gd name="connsiteY151" fmla="*/ 5033634 h 6858000"/>
              <a:gd name="connsiteX152" fmla="*/ 1979378 w 7467600"/>
              <a:gd name="connsiteY152" fmla="*/ 4769504 h 6858000"/>
              <a:gd name="connsiteX153" fmla="*/ 1927410 w 7467600"/>
              <a:gd name="connsiteY153" fmla="*/ 4716164 h 6858000"/>
              <a:gd name="connsiteX154" fmla="*/ 1959587 w 7467600"/>
              <a:gd name="connsiteY154" fmla="*/ 4728849 h 6858000"/>
              <a:gd name="connsiteX155" fmla="*/ 2777707 w 7467600"/>
              <a:gd name="connsiteY155" fmla="*/ 5003991 h 6858000"/>
              <a:gd name="connsiteX156" fmla="*/ 2800768 w 7467600"/>
              <a:gd name="connsiteY156" fmla="*/ 5010056 h 6858000"/>
              <a:gd name="connsiteX157" fmla="*/ 2879408 w 7467600"/>
              <a:gd name="connsiteY157" fmla="*/ 5031590 h 6858000"/>
              <a:gd name="connsiteX158" fmla="*/ 2862295 w 7467600"/>
              <a:gd name="connsiteY158" fmla="*/ 5022958 h 6858000"/>
              <a:gd name="connsiteX159" fmla="*/ 2813343 w 7467600"/>
              <a:gd name="connsiteY159" fmla="*/ 4998369 h 6858000"/>
              <a:gd name="connsiteX160" fmla="*/ 2646245 w 7467600"/>
              <a:gd name="connsiteY160" fmla="*/ 4930999 h 6858000"/>
              <a:gd name="connsiteX161" fmla="*/ 1999243 w 7467600"/>
              <a:gd name="connsiteY161" fmla="*/ 4730524 h 6858000"/>
              <a:gd name="connsiteX162" fmla="*/ 1979527 w 7467600"/>
              <a:gd name="connsiteY162" fmla="*/ 4726651 h 6858000"/>
              <a:gd name="connsiteX163" fmla="*/ 1927410 w 7467600"/>
              <a:gd name="connsiteY163" fmla="*/ 4716164 h 6858000"/>
              <a:gd name="connsiteX164" fmla="*/ 1997014 w 7467600"/>
              <a:gd name="connsiteY164" fmla="*/ 4698007 h 6858000"/>
              <a:gd name="connsiteX165" fmla="*/ 2005458 w 7467600"/>
              <a:gd name="connsiteY165" fmla="*/ 4699540 h 6858000"/>
              <a:gd name="connsiteX166" fmla="*/ 2657186 w 7467600"/>
              <a:gd name="connsiteY166" fmla="*/ 4901687 h 6858000"/>
              <a:gd name="connsiteX167" fmla="*/ 2826662 w 7467600"/>
              <a:gd name="connsiteY167" fmla="*/ 4970362 h 6858000"/>
              <a:gd name="connsiteX168" fmla="*/ 2876100 w 7467600"/>
              <a:gd name="connsiteY168" fmla="*/ 4995397 h 6858000"/>
              <a:gd name="connsiteX169" fmla="*/ 3042600 w 7467600"/>
              <a:gd name="connsiteY169" fmla="*/ 5059532 h 6858000"/>
              <a:gd name="connsiteX170" fmla="*/ 1997014 w 7467600"/>
              <a:gd name="connsiteY170" fmla="*/ 4698007 h 6858000"/>
              <a:gd name="connsiteX171" fmla="*/ 2305292 w 7467600"/>
              <a:gd name="connsiteY171" fmla="*/ 4219492 h 6858000"/>
              <a:gd name="connsiteX172" fmla="*/ 3360922 w 7467600"/>
              <a:gd name="connsiteY172" fmla="*/ 4529373 h 6858000"/>
              <a:gd name="connsiteX173" fmla="*/ 3492420 w 7467600"/>
              <a:gd name="connsiteY173" fmla="*/ 4510145 h 6858000"/>
              <a:gd name="connsiteX174" fmla="*/ 3364086 w 7467600"/>
              <a:gd name="connsiteY174" fmla="*/ 4480340 h 6858000"/>
              <a:gd name="connsiteX175" fmla="*/ 3225818 w 7467600"/>
              <a:gd name="connsiteY175" fmla="*/ 4411822 h 6858000"/>
              <a:gd name="connsiteX176" fmla="*/ 3129696 w 7467600"/>
              <a:gd name="connsiteY176" fmla="*/ 4360704 h 6858000"/>
              <a:gd name="connsiteX177" fmla="*/ 2814545 w 7467600"/>
              <a:gd name="connsiteY177" fmla="*/ 4282955 h 6858000"/>
              <a:gd name="connsiteX178" fmla="*/ 2305292 w 7467600"/>
              <a:gd name="connsiteY178" fmla="*/ 4219492 h 6858000"/>
              <a:gd name="connsiteX179" fmla="*/ 2626982 w 7467600"/>
              <a:gd name="connsiteY179" fmla="*/ 4206450 h 6858000"/>
              <a:gd name="connsiteX180" fmla="*/ 2490617 w 7467600"/>
              <a:gd name="connsiteY180" fmla="*/ 4206951 h 6858000"/>
              <a:gd name="connsiteX181" fmla="*/ 2819869 w 7467600"/>
              <a:gd name="connsiteY181" fmla="*/ 4252936 h 6858000"/>
              <a:gd name="connsiteX182" fmla="*/ 3143018 w 7467600"/>
              <a:gd name="connsiteY182" fmla="*/ 4332698 h 6858000"/>
              <a:gd name="connsiteX183" fmla="*/ 3241520 w 7467600"/>
              <a:gd name="connsiteY183" fmla="*/ 4385112 h 6858000"/>
              <a:gd name="connsiteX184" fmla="*/ 3374575 w 7467600"/>
              <a:gd name="connsiteY184" fmla="*/ 4451517 h 6858000"/>
              <a:gd name="connsiteX185" fmla="*/ 3505221 w 7467600"/>
              <a:gd name="connsiteY185" fmla="*/ 4480757 h 6858000"/>
              <a:gd name="connsiteX186" fmla="*/ 2626982 w 7467600"/>
              <a:gd name="connsiteY186" fmla="*/ 4206450 h 6858000"/>
              <a:gd name="connsiteX187" fmla="*/ 1310106 w 7467600"/>
              <a:gd name="connsiteY187" fmla="*/ 3943217 h 6858000"/>
              <a:gd name="connsiteX188" fmla="*/ 854994 w 7467600"/>
              <a:gd name="connsiteY188" fmla="*/ 4399136 h 6858000"/>
              <a:gd name="connsiteX189" fmla="*/ 742462 w 7467600"/>
              <a:gd name="connsiteY189" fmla="*/ 4594648 h 6858000"/>
              <a:gd name="connsiteX190" fmla="*/ 820602 w 7467600"/>
              <a:gd name="connsiteY190" fmla="*/ 4485915 h 6858000"/>
              <a:gd name="connsiteX191" fmla="*/ 878295 w 7467600"/>
              <a:gd name="connsiteY191" fmla="*/ 4403594 h 6858000"/>
              <a:gd name="connsiteX192" fmla="*/ 1240607 w 7467600"/>
              <a:gd name="connsiteY192" fmla="*/ 4010401 h 6858000"/>
              <a:gd name="connsiteX193" fmla="*/ 1310106 w 7467600"/>
              <a:gd name="connsiteY193" fmla="*/ 3943217 h 6858000"/>
              <a:gd name="connsiteX194" fmla="*/ 1423113 w 7467600"/>
              <a:gd name="connsiteY194" fmla="*/ 3874565 h 6858000"/>
              <a:gd name="connsiteX195" fmla="*/ 1260565 w 7467600"/>
              <a:gd name="connsiteY195" fmla="*/ 4031982 h 6858000"/>
              <a:gd name="connsiteX196" fmla="*/ 901900 w 7467600"/>
              <a:gd name="connsiteY196" fmla="*/ 4421236 h 6858000"/>
              <a:gd name="connsiteX197" fmla="*/ 845044 w 7467600"/>
              <a:gd name="connsiteY197" fmla="*/ 4502436 h 6858000"/>
              <a:gd name="connsiteX198" fmla="*/ 685926 w 7467600"/>
              <a:gd name="connsiteY198" fmla="*/ 4703069 h 6858000"/>
              <a:gd name="connsiteX199" fmla="*/ 684248 w 7467600"/>
              <a:gd name="connsiteY199" fmla="*/ 4706721 h 6858000"/>
              <a:gd name="connsiteX200" fmla="*/ 1423113 w 7467600"/>
              <a:gd name="connsiteY200" fmla="*/ 3874565 h 6858000"/>
              <a:gd name="connsiteX201" fmla="*/ 3316479 w 7467600"/>
              <a:gd name="connsiteY201" fmla="*/ 3872136 h 6858000"/>
              <a:gd name="connsiteX202" fmla="*/ 3546806 w 7467600"/>
              <a:gd name="connsiteY202" fmla="*/ 4356139 h 6858000"/>
              <a:gd name="connsiteX203" fmla="*/ 3364433 w 7467600"/>
              <a:gd name="connsiteY203" fmla="*/ 3953121 h 6858000"/>
              <a:gd name="connsiteX204" fmla="*/ 3316479 w 7467600"/>
              <a:gd name="connsiteY204" fmla="*/ 3872136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55073 w 7467600"/>
              <a:gd name="connsiteY236" fmla="*/ 3650884 h 6858000"/>
              <a:gd name="connsiteX237" fmla="*/ 3670252 w 7467600"/>
              <a:gd name="connsiteY237" fmla="*/ 3622798 h 6858000"/>
              <a:gd name="connsiteX238" fmla="*/ 3817258 w 7467600"/>
              <a:gd name="connsiteY238" fmla="*/ 3723577 h 6858000"/>
              <a:gd name="connsiteX239" fmla="*/ 4000461 w 7467600"/>
              <a:gd name="connsiteY239" fmla="*/ 3855966 h 6858000"/>
              <a:gd name="connsiteX240" fmla="*/ 4088180 w 7467600"/>
              <a:gd name="connsiteY240" fmla="*/ 3929774 h 6858000"/>
              <a:gd name="connsiteX241" fmla="*/ 4184555 w 7467600"/>
              <a:gd name="connsiteY241" fmla="*/ 4010683 h 6858000"/>
              <a:gd name="connsiteX242" fmla="*/ 4399563 w 7467600"/>
              <a:gd name="connsiteY242" fmla="*/ 4158106 h 6858000"/>
              <a:gd name="connsiteX243" fmla="*/ 4684469 w 7467600"/>
              <a:gd name="connsiteY243" fmla="*/ 4364680 h 6858000"/>
              <a:gd name="connsiteX244" fmla="*/ 4690271 w 7467600"/>
              <a:gd name="connsiteY244" fmla="*/ 4370034 h 6858000"/>
              <a:gd name="connsiteX245" fmla="*/ 4136093 w 7467600"/>
              <a:gd name="connsiteY245" fmla="*/ 3858466 h 6858000"/>
              <a:gd name="connsiteX246" fmla="*/ 3670252 w 7467600"/>
              <a:gd name="connsiteY246" fmla="*/ 3622798 h 6858000"/>
              <a:gd name="connsiteX247" fmla="*/ 4440129 w 7467600"/>
              <a:gd name="connsiteY247" fmla="*/ 3448571 h 6858000"/>
              <a:gd name="connsiteX248" fmla="*/ 4856525 w 7467600"/>
              <a:gd name="connsiteY248" fmla="*/ 3915351 h 6858000"/>
              <a:gd name="connsiteX249" fmla="*/ 5059055 w 7467600"/>
              <a:gd name="connsiteY249" fmla="*/ 4108918 h 6858000"/>
              <a:gd name="connsiteX250" fmla="*/ 5290070 w 7467600"/>
              <a:gd name="connsiteY250" fmla="*/ 4263619 h 6858000"/>
              <a:gd name="connsiteX251" fmla="*/ 4834991 w 7467600"/>
              <a:gd name="connsiteY251" fmla="*/ 3830985 h 6858000"/>
              <a:gd name="connsiteX252" fmla="*/ 4440129 w 7467600"/>
              <a:gd name="connsiteY252" fmla="*/ 3448571 h 6858000"/>
              <a:gd name="connsiteX253" fmla="*/ 4441737 w 7467600"/>
              <a:gd name="connsiteY253" fmla="*/ 3399734 h 6858000"/>
              <a:gd name="connsiteX254" fmla="*/ 4431236 w 7467600"/>
              <a:gd name="connsiteY254" fmla="*/ 3400954 h 6858000"/>
              <a:gd name="connsiteX255" fmla="*/ 4557150 w 7467600"/>
              <a:gd name="connsiteY255" fmla="*/ 3510023 h 6858000"/>
              <a:gd name="connsiteX256" fmla="*/ 4856936 w 7467600"/>
              <a:gd name="connsiteY256" fmla="*/ 3809146 h 6858000"/>
              <a:gd name="connsiteX257" fmla="*/ 5111996 w 7467600"/>
              <a:gd name="connsiteY257" fmla="*/ 4065759 h 6858000"/>
              <a:gd name="connsiteX258" fmla="*/ 5388878 w 7467600"/>
              <a:gd name="connsiteY258" fmla="*/ 4300185 h 6858000"/>
              <a:gd name="connsiteX259" fmla="*/ 5425556 w 7467600"/>
              <a:gd name="connsiteY259" fmla="*/ 4308967 h 6858000"/>
              <a:gd name="connsiteX260" fmla="*/ 4943646 w 7467600"/>
              <a:gd name="connsiteY260" fmla="*/ 3822916 h 6858000"/>
              <a:gd name="connsiteX261" fmla="*/ 4594837 w 7467600"/>
              <a:gd name="connsiteY261" fmla="*/ 3532274 h 6858000"/>
              <a:gd name="connsiteX262" fmla="*/ 4441737 w 7467600"/>
              <a:gd name="connsiteY262" fmla="*/ 3399734 h 6858000"/>
              <a:gd name="connsiteX263" fmla="*/ 5425834 w 7467600"/>
              <a:gd name="connsiteY263" fmla="*/ 3162785 h 6858000"/>
              <a:gd name="connsiteX264" fmla="*/ 5401644 w 7467600"/>
              <a:gd name="connsiteY264" fmla="*/ 3617847 h 6858000"/>
              <a:gd name="connsiteX265" fmla="*/ 5467256 w 7467600"/>
              <a:gd name="connsiteY265" fmla="*/ 4175494 h 6858000"/>
              <a:gd name="connsiteX266" fmla="*/ 5448069 w 7467600"/>
              <a:gd name="connsiteY266" fmla="*/ 3567554 h 6858000"/>
              <a:gd name="connsiteX267" fmla="*/ 5425834 w 7467600"/>
              <a:gd name="connsiteY267" fmla="*/ 3162785 h 6858000"/>
              <a:gd name="connsiteX268" fmla="*/ 1318687 w 7467600"/>
              <a:gd name="connsiteY268" fmla="*/ 3113840 h 6858000"/>
              <a:gd name="connsiteX269" fmla="*/ 1066793 w 7467600"/>
              <a:gd name="connsiteY269" fmla="*/ 3212171 h 6858000"/>
              <a:gd name="connsiteX270" fmla="*/ 993319 w 7467600"/>
              <a:gd name="connsiteY270" fmla="*/ 3247648 h 6858000"/>
              <a:gd name="connsiteX271" fmla="*/ 853081 w 7467600"/>
              <a:gd name="connsiteY271" fmla="*/ 3312410 h 6858000"/>
              <a:gd name="connsiteX272" fmla="*/ 805957 w 7467600"/>
              <a:gd name="connsiteY272" fmla="*/ 3330443 h 6858000"/>
              <a:gd name="connsiteX273" fmla="*/ 1318687 w 7467600"/>
              <a:gd name="connsiteY273" fmla="*/ 3113840 h 6858000"/>
              <a:gd name="connsiteX274" fmla="*/ 5453702 w 7467600"/>
              <a:gd name="connsiteY274" fmla="*/ 3090882 h 6858000"/>
              <a:gd name="connsiteX275" fmla="*/ 5480135 w 7467600"/>
              <a:gd name="connsiteY275" fmla="*/ 3565802 h 6858000"/>
              <a:gd name="connsiteX276" fmla="*/ 5499023 w 7467600"/>
              <a:gd name="connsiteY276" fmla="*/ 4166310 h 6858000"/>
              <a:gd name="connsiteX277" fmla="*/ 5547022 w 7467600"/>
              <a:gd name="connsiteY277" fmla="*/ 3607838 h 6858000"/>
              <a:gd name="connsiteX278" fmla="*/ 5515964 w 7467600"/>
              <a:gd name="connsiteY278" fmla="*/ 3378541 h 6858000"/>
              <a:gd name="connsiteX279" fmla="*/ 5453702 w 7467600"/>
              <a:gd name="connsiteY279" fmla="*/ 3090882 h 6858000"/>
              <a:gd name="connsiteX280" fmla="*/ 1238695 w 7467600"/>
              <a:gd name="connsiteY280" fmla="*/ 3076820 h 6858000"/>
              <a:gd name="connsiteX281" fmla="*/ 716371 w 7467600"/>
              <a:gd name="connsiteY281" fmla="*/ 3293249 h 6858000"/>
              <a:gd name="connsiteX282" fmla="*/ 579522 w 7467600"/>
              <a:gd name="connsiteY282" fmla="*/ 3371759 h 6858000"/>
              <a:gd name="connsiteX283" fmla="*/ 600288 w 7467600"/>
              <a:gd name="connsiteY283" fmla="*/ 3365555 h 6858000"/>
              <a:gd name="connsiteX284" fmla="*/ 840692 w 7467600"/>
              <a:gd name="connsiteY284" fmla="*/ 3284921 h 6858000"/>
              <a:gd name="connsiteX285" fmla="*/ 979248 w 7467600"/>
              <a:gd name="connsiteY285" fmla="*/ 3221003 h 6858000"/>
              <a:gd name="connsiteX286" fmla="*/ 1053282 w 7467600"/>
              <a:gd name="connsiteY286" fmla="*/ 3185247 h 6858000"/>
              <a:gd name="connsiteX287" fmla="*/ 1320603 w 7467600"/>
              <a:gd name="connsiteY287" fmla="*/ 3081281 h 6858000"/>
              <a:gd name="connsiteX288" fmla="*/ 1238695 w 7467600"/>
              <a:gd name="connsiteY288" fmla="*/ 3076820 h 6858000"/>
              <a:gd name="connsiteX289" fmla="*/ 5425627 w 7467600"/>
              <a:gd name="connsiteY289" fmla="*/ 2954192 h 6858000"/>
              <a:gd name="connsiteX290" fmla="*/ 5470770 w 7467600"/>
              <a:gd name="connsiteY290" fmla="*/ 3005435 h 6858000"/>
              <a:gd name="connsiteX291" fmla="*/ 5519779 w 7467600"/>
              <a:gd name="connsiteY291" fmla="*/ 4359223 h 6858000"/>
              <a:gd name="connsiteX292" fmla="*/ 5520293 w 7467600"/>
              <a:gd name="connsiteY292" fmla="*/ 4360602 h 6858000"/>
              <a:gd name="connsiteX293" fmla="*/ 5767221 w 7467600"/>
              <a:gd name="connsiteY293" fmla="*/ 4665564 h 6858000"/>
              <a:gd name="connsiteX294" fmla="*/ 6937169 w 7467600"/>
              <a:gd name="connsiteY294" fmla="*/ 4815941 h 6858000"/>
              <a:gd name="connsiteX295" fmla="*/ 6953922 w 7467600"/>
              <a:gd name="connsiteY295" fmla="*/ 4890068 h 6858000"/>
              <a:gd name="connsiteX296" fmla="*/ 6071359 w 7467600"/>
              <a:gd name="connsiteY296" fmla="*/ 4770770 h 6858000"/>
              <a:gd name="connsiteX297" fmla="*/ 6038839 w 7467600"/>
              <a:gd name="connsiteY297" fmla="*/ 4764474 h 6858000"/>
              <a:gd name="connsiteX298" fmla="*/ 6038706 w 7467600"/>
              <a:gd name="connsiteY298" fmla="*/ 4763847 h 6858000"/>
              <a:gd name="connsiteX299" fmla="*/ 6037784 w 7467600"/>
              <a:gd name="connsiteY299" fmla="*/ 4764270 h 6858000"/>
              <a:gd name="connsiteX300" fmla="*/ 6038839 w 7467600"/>
              <a:gd name="connsiteY300" fmla="*/ 4764474 h 6858000"/>
              <a:gd name="connsiteX301" fmla="*/ 6040338 w 7467600"/>
              <a:gd name="connsiteY301" fmla="*/ 4771418 h 6858000"/>
              <a:gd name="connsiteX302" fmla="*/ 6024488 w 7467600"/>
              <a:gd name="connsiteY302" fmla="*/ 4809903 h 6858000"/>
              <a:gd name="connsiteX303" fmla="*/ 5599771 w 7467600"/>
              <a:gd name="connsiteY303" fmla="*/ 5509652 h 6858000"/>
              <a:gd name="connsiteX304" fmla="*/ 5548843 w 7467600"/>
              <a:gd name="connsiteY304" fmla="*/ 5563845 h 6858000"/>
              <a:gd name="connsiteX305" fmla="*/ 5940952 w 7467600"/>
              <a:gd name="connsiteY305" fmla="*/ 6250028 h 6858000"/>
              <a:gd name="connsiteX306" fmla="*/ 6043441 w 7467600"/>
              <a:gd name="connsiteY306" fmla="*/ 6665847 h 6858000"/>
              <a:gd name="connsiteX307" fmla="*/ 6093432 w 7467600"/>
              <a:gd name="connsiteY307" fmla="*/ 6858000 h 6858000"/>
              <a:gd name="connsiteX308" fmla="*/ 6034344 w 7467600"/>
              <a:gd name="connsiteY308" fmla="*/ 6858000 h 6858000"/>
              <a:gd name="connsiteX309" fmla="*/ 6026679 w 7467600"/>
              <a:gd name="connsiteY309" fmla="*/ 6836959 h 6858000"/>
              <a:gd name="connsiteX310" fmla="*/ 5800441 w 7467600"/>
              <a:gd name="connsiteY310" fmla="*/ 6335286 h 6858000"/>
              <a:gd name="connsiteX311" fmla="*/ 5526562 w 7467600"/>
              <a:gd name="connsiteY311" fmla="*/ 5705388 h 6858000"/>
              <a:gd name="connsiteX312" fmla="*/ 5519640 w 7467600"/>
              <a:gd name="connsiteY312" fmla="*/ 5683774 h 6858000"/>
              <a:gd name="connsiteX313" fmla="*/ 5844559 w 7467600"/>
              <a:gd name="connsiteY313" fmla="*/ 6553349 h 6858000"/>
              <a:gd name="connsiteX314" fmla="*/ 5975994 w 7467600"/>
              <a:gd name="connsiteY314" fmla="*/ 6858000 h 6858000"/>
              <a:gd name="connsiteX315" fmla="*/ 5898547 w 7467600"/>
              <a:gd name="connsiteY315" fmla="*/ 6858000 h 6858000"/>
              <a:gd name="connsiteX316" fmla="*/ 5682041 w 7467600"/>
              <a:gd name="connsiteY316" fmla="*/ 6355860 h 6858000"/>
              <a:gd name="connsiteX317" fmla="*/ 5461758 w 7467600"/>
              <a:gd name="connsiteY317" fmla="*/ 5820220 h 6858000"/>
              <a:gd name="connsiteX318" fmla="*/ 5237282 w 7467600"/>
              <a:gd name="connsiteY318" fmla="*/ 6579086 h 6858000"/>
              <a:gd name="connsiteX319" fmla="*/ 5115009 w 7467600"/>
              <a:gd name="connsiteY319" fmla="*/ 6858000 h 6858000"/>
              <a:gd name="connsiteX320" fmla="*/ 5028074 w 7467600"/>
              <a:gd name="connsiteY320" fmla="*/ 6858000 h 6858000"/>
              <a:gd name="connsiteX321" fmla="*/ 5079508 w 7467600"/>
              <a:gd name="connsiteY321" fmla="*/ 6749074 h 6858000"/>
              <a:gd name="connsiteX322" fmla="*/ 5371846 w 7467600"/>
              <a:gd name="connsiteY322" fmla="*/ 5924413 h 6858000"/>
              <a:gd name="connsiteX323" fmla="*/ 5270512 w 7467600"/>
              <a:gd name="connsiteY323" fmla="*/ 6138975 h 6858000"/>
              <a:gd name="connsiteX324" fmla="*/ 5062409 w 7467600"/>
              <a:gd name="connsiteY324" fmla="*/ 6653544 h 6858000"/>
              <a:gd name="connsiteX325" fmla="*/ 5036628 w 7467600"/>
              <a:gd name="connsiteY325" fmla="*/ 6754247 h 6858000"/>
              <a:gd name="connsiteX326" fmla="*/ 5009112 w 7467600"/>
              <a:gd name="connsiteY326" fmla="*/ 6858000 h 6858000"/>
              <a:gd name="connsiteX327" fmla="*/ 4976679 w 7467600"/>
              <a:gd name="connsiteY327" fmla="*/ 6858000 h 6858000"/>
              <a:gd name="connsiteX328" fmla="*/ 5006537 w 7467600"/>
              <a:gd name="connsiteY328" fmla="*/ 6747068 h 6858000"/>
              <a:gd name="connsiteX329" fmla="*/ 5032723 w 7467600"/>
              <a:gd name="connsiteY329" fmla="*/ 6644957 h 6858000"/>
              <a:gd name="connsiteX330" fmla="*/ 5242949 w 7467600"/>
              <a:gd name="connsiteY330" fmla="*/ 6125175 h 6858000"/>
              <a:gd name="connsiteX331" fmla="*/ 5286321 w 7467600"/>
              <a:gd name="connsiteY331" fmla="*/ 6033555 h 6858000"/>
              <a:gd name="connsiteX332" fmla="*/ 5008210 w 7467600"/>
              <a:gd name="connsiteY332" fmla="*/ 6649194 h 6858000"/>
              <a:gd name="connsiteX333" fmla="*/ 4986321 w 7467600"/>
              <a:gd name="connsiteY333" fmla="*/ 6765687 h 6858000"/>
              <a:gd name="connsiteX334" fmla="*/ 4973474 w 7467600"/>
              <a:gd name="connsiteY334" fmla="*/ 6858000 h 6858000"/>
              <a:gd name="connsiteX335" fmla="*/ 4907178 w 7467600"/>
              <a:gd name="connsiteY335" fmla="*/ 6858000 h 6858000"/>
              <a:gd name="connsiteX336" fmla="*/ 4910810 w 7467600"/>
              <a:gd name="connsiteY336" fmla="*/ 6829660 h 6858000"/>
              <a:gd name="connsiteX337" fmla="*/ 4987461 w 7467600"/>
              <a:gd name="connsiteY337" fmla="*/ 6432994 h 6858000"/>
              <a:gd name="connsiteX338" fmla="*/ 5179262 w 7467600"/>
              <a:gd name="connsiteY338" fmla="*/ 6035044 h 6858000"/>
              <a:gd name="connsiteX339" fmla="*/ 4689678 w 7467600"/>
              <a:gd name="connsiteY339" fmla="*/ 6440241 h 6858000"/>
              <a:gd name="connsiteX340" fmla="*/ 4477543 w 7467600"/>
              <a:gd name="connsiteY340" fmla="*/ 6674836 h 6858000"/>
              <a:gd name="connsiteX341" fmla="*/ 4329957 w 7467600"/>
              <a:gd name="connsiteY341" fmla="*/ 6858000 h 6858000"/>
              <a:gd name="connsiteX342" fmla="*/ 4218595 w 7467600"/>
              <a:gd name="connsiteY342" fmla="*/ 6858000 h 6858000"/>
              <a:gd name="connsiteX343" fmla="*/ 4368888 w 7467600"/>
              <a:gd name="connsiteY343" fmla="*/ 6668412 h 6858000"/>
              <a:gd name="connsiteX344" fmla="*/ 4563091 w 7467600"/>
              <a:gd name="connsiteY344" fmla="*/ 6442508 h 6858000"/>
              <a:gd name="connsiteX345" fmla="*/ 5387324 w 7467600"/>
              <a:gd name="connsiteY345" fmla="*/ 5705830 h 6858000"/>
              <a:gd name="connsiteX346" fmla="*/ 5073620 w 7467600"/>
              <a:gd name="connsiteY346" fmla="*/ 5955437 h 6858000"/>
              <a:gd name="connsiteX347" fmla="*/ 4689789 w 7467600"/>
              <a:gd name="connsiteY347" fmla="*/ 6268382 h 6858000"/>
              <a:gd name="connsiteX348" fmla="*/ 4418722 w 7467600"/>
              <a:gd name="connsiteY348" fmla="*/ 6570886 h 6858000"/>
              <a:gd name="connsiteX349" fmla="*/ 4214944 w 7467600"/>
              <a:gd name="connsiteY349" fmla="*/ 6858000 h 6858000"/>
              <a:gd name="connsiteX350" fmla="*/ 4177898 w 7467600"/>
              <a:gd name="connsiteY350" fmla="*/ 6858000 h 6858000"/>
              <a:gd name="connsiteX351" fmla="*/ 4391597 w 7467600"/>
              <a:gd name="connsiteY351" fmla="*/ 6556370 h 6858000"/>
              <a:gd name="connsiteX352" fmla="*/ 4668889 w 7467600"/>
              <a:gd name="connsiteY352" fmla="*/ 6246399 h 6858000"/>
              <a:gd name="connsiteX353" fmla="*/ 5055427 w 7467600"/>
              <a:gd name="connsiteY353" fmla="*/ 5931476 h 6858000"/>
              <a:gd name="connsiteX354" fmla="*/ 5371814 w 7467600"/>
              <a:gd name="connsiteY354" fmla="*/ 5678975 h 6858000"/>
              <a:gd name="connsiteX355" fmla="*/ 4987918 w 7467600"/>
              <a:gd name="connsiteY355" fmla="*/ 5838701 h 6858000"/>
              <a:gd name="connsiteX356" fmla="*/ 4317146 w 7467600"/>
              <a:gd name="connsiteY356" fmla="*/ 6587716 h 6858000"/>
              <a:gd name="connsiteX357" fmla="*/ 4171627 w 7467600"/>
              <a:gd name="connsiteY357" fmla="*/ 6858000 h 6858000"/>
              <a:gd name="connsiteX358" fmla="*/ 4081585 w 7467600"/>
              <a:gd name="connsiteY358" fmla="*/ 6858000 h 6858000"/>
              <a:gd name="connsiteX359" fmla="*/ 4238603 w 7467600"/>
              <a:gd name="connsiteY359" fmla="*/ 6559341 h 6858000"/>
              <a:gd name="connsiteX360" fmla="*/ 4778333 w 7467600"/>
              <a:gd name="connsiteY360" fmla="*/ 5873626 h 6858000"/>
              <a:gd name="connsiteX361" fmla="*/ 5414185 w 7467600"/>
              <a:gd name="connsiteY361" fmla="*/ 5573882 h 6858000"/>
              <a:gd name="connsiteX362" fmla="*/ 5959648 w 7467600"/>
              <a:gd name="connsiteY362" fmla="*/ 4760797 h 6858000"/>
              <a:gd name="connsiteX363" fmla="*/ 5355019 w 7467600"/>
              <a:gd name="connsiteY363" fmla="*/ 4734672 h 6858000"/>
              <a:gd name="connsiteX364" fmla="*/ 5083565 w 7467600"/>
              <a:gd name="connsiteY364" fmla="*/ 5179121 h 6858000"/>
              <a:gd name="connsiteX365" fmla="*/ 4713577 w 7467600"/>
              <a:gd name="connsiteY365" fmla="*/ 5616803 h 6858000"/>
              <a:gd name="connsiteX366" fmla="*/ 3989559 w 7467600"/>
              <a:gd name="connsiteY366" fmla="*/ 6145945 h 6858000"/>
              <a:gd name="connsiteX367" fmla="*/ 3939824 w 7467600"/>
              <a:gd name="connsiteY367" fmla="*/ 6066900 h 6858000"/>
              <a:gd name="connsiteX368" fmla="*/ 4584537 w 7467600"/>
              <a:gd name="connsiteY368" fmla="*/ 5324826 h 6858000"/>
              <a:gd name="connsiteX369" fmla="*/ 5037105 w 7467600"/>
              <a:gd name="connsiteY369" fmla="*/ 5088765 h 6858000"/>
              <a:gd name="connsiteX370" fmla="*/ 5039930 w 7467600"/>
              <a:gd name="connsiteY370" fmla="*/ 5089585 h 6858000"/>
              <a:gd name="connsiteX371" fmla="*/ 5263764 w 7467600"/>
              <a:gd name="connsiteY371" fmla="*/ 4735525 h 6858000"/>
              <a:gd name="connsiteX372" fmla="*/ 4086300 w 7467600"/>
              <a:gd name="connsiteY372" fmla="*/ 4884599 h 6858000"/>
              <a:gd name="connsiteX373" fmla="*/ 4085485 w 7467600"/>
              <a:gd name="connsiteY373" fmla="*/ 4899070 h 6858000"/>
              <a:gd name="connsiteX374" fmla="*/ 3871915 w 7467600"/>
              <a:gd name="connsiteY374" fmla="*/ 5253645 h 6858000"/>
              <a:gd name="connsiteX375" fmla="*/ 3799374 w 7467600"/>
              <a:gd name="connsiteY375" fmla="*/ 5466127 h 6858000"/>
              <a:gd name="connsiteX376" fmla="*/ 3498850 w 7467600"/>
              <a:gd name="connsiteY376" fmla="*/ 6661888 h 6858000"/>
              <a:gd name="connsiteX377" fmla="*/ 3399216 w 7467600"/>
              <a:gd name="connsiteY377" fmla="*/ 6858000 h 6858000"/>
              <a:gd name="connsiteX378" fmla="*/ 3303688 w 7467600"/>
              <a:gd name="connsiteY378" fmla="*/ 6858000 h 6858000"/>
              <a:gd name="connsiteX379" fmla="*/ 3391774 w 7467600"/>
              <a:gd name="connsiteY379" fmla="*/ 6697181 h 6858000"/>
              <a:gd name="connsiteX380" fmla="*/ 3735540 w 7467600"/>
              <a:gd name="connsiteY380" fmla="*/ 5546923 h 6858000"/>
              <a:gd name="connsiteX381" fmla="*/ 3729438 w 7467600"/>
              <a:gd name="connsiteY381" fmla="*/ 5569058 h 6858000"/>
              <a:gd name="connsiteX382" fmla="*/ 3707782 w 7467600"/>
              <a:gd name="connsiteY382" fmla="*/ 5644908 h 6858000"/>
              <a:gd name="connsiteX383" fmla="*/ 3583827 w 7467600"/>
              <a:gd name="connsiteY383" fmla="*/ 6039215 h 6858000"/>
              <a:gd name="connsiteX384" fmla="*/ 3547861 w 7467600"/>
              <a:gd name="connsiteY384" fmla="*/ 6129609 h 6858000"/>
              <a:gd name="connsiteX385" fmla="*/ 3490905 w 7467600"/>
              <a:gd name="connsiteY385" fmla="*/ 6277660 h 6858000"/>
              <a:gd name="connsiteX386" fmla="*/ 3455859 w 7467600"/>
              <a:gd name="connsiteY386" fmla="*/ 6391301 h 6858000"/>
              <a:gd name="connsiteX387" fmla="*/ 3429112 w 7467600"/>
              <a:gd name="connsiteY387" fmla="*/ 6479469 h 6858000"/>
              <a:gd name="connsiteX388" fmla="*/ 3304862 w 7467600"/>
              <a:gd name="connsiteY388" fmla="*/ 6796476 h 6858000"/>
              <a:gd name="connsiteX389" fmla="*/ 3276071 w 7467600"/>
              <a:gd name="connsiteY389" fmla="*/ 6858000 h 6858000"/>
              <a:gd name="connsiteX390" fmla="*/ 3240805 w 7467600"/>
              <a:gd name="connsiteY390" fmla="*/ 6858000 h 6858000"/>
              <a:gd name="connsiteX391" fmla="*/ 3275917 w 7467600"/>
              <a:gd name="connsiteY391" fmla="*/ 6783192 h 6858000"/>
              <a:gd name="connsiteX392" fmla="*/ 3399358 w 7467600"/>
              <a:gd name="connsiteY392" fmla="*/ 6469011 h 6858000"/>
              <a:gd name="connsiteX393" fmla="*/ 3425650 w 7467600"/>
              <a:gd name="connsiteY393" fmla="*/ 6381333 h 6858000"/>
              <a:gd name="connsiteX394" fmla="*/ 3460661 w 7467600"/>
              <a:gd name="connsiteY394" fmla="*/ 6266763 h 6858000"/>
              <a:gd name="connsiteX395" fmla="*/ 3518021 w 7467600"/>
              <a:gd name="connsiteY395" fmla="*/ 6117298 h 6858000"/>
              <a:gd name="connsiteX396" fmla="*/ 3554035 w 7467600"/>
              <a:gd name="connsiteY396" fmla="*/ 6027832 h 6858000"/>
              <a:gd name="connsiteX397" fmla="*/ 3677174 w 7467600"/>
              <a:gd name="connsiteY397" fmla="*/ 5636351 h 6858000"/>
              <a:gd name="connsiteX398" fmla="*/ 3698819 w 7467600"/>
              <a:gd name="connsiteY398" fmla="*/ 5560503 h 6858000"/>
              <a:gd name="connsiteX399" fmla="*/ 3702094 w 7467600"/>
              <a:gd name="connsiteY399" fmla="*/ 5549194 h 6858000"/>
              <a:gd name="connsiteX400" fmla="*/ 3398355 w 7467600"/>
              <a:gd name="connsiteY400" fmla="*/ 6094603 h 6858000"/>
              <a:gd name="connsiteX401" fmla="*/ 3193941 w 7467600"/>
              <a:gd name="connsiteY401" fmla="*/ 6798775 h 6858000"/>
              <a:gd name="connsiteX402" fmla="*/ 3184140 w 7467600"/>
              <a:gd name="connsiteY402" fmla="*/ 6858000 h 6858000"/>
              <a:gd name="connsiteX403" fmla="*/ 3099978 w 7467600"/>
              <a:gd name="connsiteY403" fmla="*/ 6858000 h 6858000"/>
              <a:gd name="connsiteX404" fmla="*/ 3101556 w 7467600"/>
              <a:gd name="connsiteY404" fmla="*/ 6843337 h 6858000"/>
              <a:gd name="connsiteX405" fmla="*/ 3370162 w 7467600"/>
              <a:gd name="connsiteY405" fmla="*/ 5785550 h 6858000"/>
              <a:gd name="connsiteX406" fmla="*/ 3746477 w 7467600"/>
              <a:gd name="connsiteY406" fmla="*/ 5377889 h 6858000"/>
              <a:gd name="connsiteX407" fmla="*/ 3863399 w 7467600"/>
              <a:gd name="connsiteY407" fmla="*/ 5087257 h 6858000"/>
              <a:gd name="connsiteX408" fmla="*/ 3968712 w 7467600"/>
              <a:gd name="connsiteY408" fmla="*/ 4913989 h 6858000"/>
              <a:gd name="connsiteX409" fmla="*/ 2792390 w 7467600"/>
              <a:gd name="connsiteY409" fmla="*/ 5382974 h 6858000"/>
              <a:gd name="connsiteX410" fmla="*/ 2714982 w 7467600"/>
              <a:gd name="connsiteY410" fmla="*/ 5427051 h 6858000"/>
              <a:gd name="connsiteX411" fmla="*/ 2813361 w 7467600"/>
              <a:gd name="connsiteY411" fmla="*/ 6023912 h 6858000"/>
              <a:gd name="connsiteX412" fmla="*/ 2688430 w 7467600"/>
              <a:gd name="connsiteY412" fmla="*/ 6801564 h 6858000"/>
              <a:gd name="connsiteX413" fmla="*/ 2629626 w 7467600"/>
              <a:gd name="connsiteY413" fmla="*/ 6763394 h 6858000"/>
              <a:gd name="connsiteX414" fmla="*/ 2565328 w 7467600"/>
              <a:gd name="connsiteY414" fmla="*/ 5516399 h 6858000"/>
              <a:gd name="connsiteX415" fmla="*/ 1922999 w 7467600"/>
              <a:gd name="connsiteY415" fmla="*/ 5980343 h 6858000"/>
              <a:gd name="connsiteX416" fmla="*/ 1950261 w 7467600"/>
              <a:gd name="connsiteY416" fmla="*/ 6405858 h 6858000"/>
              <a:gd name="connsiteX417" fmla="*/ 2365554 w 7467600"/>
              <a:gd name="connsiteY417" fmla="*/ 6759107 h 6858000"/>
              <a:gd name="connsiteX418" fmla="*/ 2424142 w 7467600"/>
              <a:gd name="connsiteY418" fmla="*/ 6858000 h 6858000"/>
              <a:gd name="connsiteX419" fmla="*/ 2395994 w 7467600"/>
              <a:gd name="connsiteY419" fmla="*/ 6858000 h 6858000"/>
              <a:gd name="connsiteX420" fmla="*/ 2392863 w 7467600"/>
              <a:gd name="connsiteY420" fmla="*/ 6852964 h 6858000"/>
              <a:gd name="connsiteX421" fmla="*/ 2017589 w 7467600"/>
              <a:gd name="connsiteY421" fmla="*/ 6493982 h 6858000"/>
              <a:gd name="connsiteX422" fmla="*/ 2147336 w 7467600"/>
              <a:gd name="connsiteY422" fmla="*/ 6594052 h 6858000"/>
              <a:gd name="connsiteX423" fmla="*/ 2207047 w 7467600"/>
              <a:gd name="connsiteY423" fmla="*/ 6654540 h 6858000"/>
              <a:gd name="connsiteX424" fmla="*/ 2299106 w 7467600"/>
              <a:gd name="connsiteY424" fmla="*/ 6778931 h 6858000"/>
              <a:gd name="connsiteX425" fmla="*/ 2314430 w 7467600"/>
              <a:gd name="connsiteY425" fmla="*/ 6801144 h 6858000"/>
              <a:gd name="connsiteX426" fmla="*/ 2352406 w 7467600"/>
              <a:gd name="connsiteY426" fmla="*/ 6858000 h 6858000"/>
              <a:gd name="connsiteX427" fmla="*/ 2314492 w 7467600"/>
              <a:gd name="connsiteY427" fmla="*/ 6858000 h 6858000"/>
              <a:gd name="connsiteX428" fmla="*/ 2288095 w 7467600"/>
              <a:gd name="connsiteY428" fmla="*/ 6818030 h 6858000"/>
              <a:gd name="connsiteX429" fmla="*/ 2272768 w 7467600"/>
              <a:gd name="connsiteY429" fmla="*/ 6795822 h 6858000"/>
              <a:gd name="connsiteX430" fmla="*/ 2182715 w 7467600"/>
              <a:gd name="connsiteY430" fmla="*/ 6675071 h 6858000"/>
              <a:gd name="connsiteX431" fmla="*/ 2032061 w 7467600"/>
              <a:gd name="connsiteY431" fmla="*/ 6541380 h 6858000"/>
              <a:gd name="connsiteX432" fmla="*/ 2257220 w 7467600"/>
              <a:gd name="connsiteY432" fmla="*/ 6826257 h 6858000"/>
              <a:gd name="connsiteX433" fmla="*/ 2281324 w 7467600"/>
              <a:gd name="connsiteY433" fmla="*/ 6858000 h 6858000"/>
              <a:gd name="connsiteX434" fmla="*/ 2242860 w 7467600"/>
              <a:gd name="connsiteY434" fmla="*/ 6858000 h 6858000"/>
              <a:gd name="connsiteX435" fmla="*/ 2232818 w 7467600"/>
              <a:gd name="connsiteY435" fmla="*/ 6844926 h 6858000"/>
              <a:gd name="connsiteX436" fmla="*/ 1990172 w 7467600"/>
              <a:gd name="connsiteY436" fmla="*/ 6542121 h 6858000"/>
              <a:gd name="connsiteX437" fmla="*/ 2124090 w 7467600"/>
              <a:gd name="connsiteY437" fmla="*/ 6761017 h 6858000"/>
              <a:gd name="connsiteX438" fmla="*/ 2200380 w 7467600"/>
              <a:gd name="connsiteY438" fmla="*/ 6858000 h 6858000"/>
              <a:gd name="connsiteX439" fmla="*/ 2147507 w 7467600"/>
              <a:gd name="connsiteY439" fmla="*/ 6858000 h 6858000"/>
              <a:gd name="connsiteX440" fmla="*/ 2070668 w 7467600"/>
              <a:gd name="connsiteY440" fmla="*/ 6761520 h 6858000"/>
              <a:gd name="connsiteX441" fmla="*/ 1975142 w 7467600"/>
              <a:gd name="connsiteY441" fmla="*/ 6585570 h 6858000"/>
              <a:gd name="connsiteX442" fmla="*/ 2050035 w 7467600"/>
              <a:gd name="connsiteY442" fmla="*/ 6813345 h 6858000"/>
              <a:gd name="connsiteX443" fmla="*/ 2063025 w 7467600"/>
              <a:gd name="connsiteY443" fmla="*/ 6858000 h 6858000"/>
              <a:gd name="connsiteX444" fmla="*/ 2021675 w 7467600"/>
              <a:gd name="connsiteY444" fmla="*/ 6858000 h 6858000"/>
              <a:gd name="connsiteX445" fmla="*/ 2019308 w 7467600"/>
              <a:gd name="connsiteY445" fmla="*/ 6847118 h 6858000"/>
              <a:gd name="connsiteX446" fmla="*/ 1938835 w 7467600"/>
              <a:gd name="connsiteY446" fmla="*/ 6551160 h 6858000"/>
              <a:gd name="connsiteX447" fmla="*/ 1953230 w 7467600"/>
              <a:gd name="connsiteY447" fmla="*/ 6759699 h 6858000"/>
              <a:gd name="connsiteX448" fmla="*/ 1956763 w 7467600"/>
              <a:gd name="connsiteY448" fmla="*/ 6778191 h 6858000"/>
              <a:gd name="connsiteX449" fmla="*/ 1967925 w 7467600"/>
              <a:gd name="connsiteY449" fmla="*/ 6858000 h 6858000"/>
              <a:gd name="connsiteX450" fmla="*/ 1936622 w 7467600"/>
              <a:gd name="connsiteY450" fmla="*/ 6858000 h 6858000"/>
              <a:gd name="connsiteX451" fmla="*/ 1926261 w 7467600"/>
              <a:gd name="connsiteY451" fmla="*/ 6784064 h 6858000"/>
              <a:gd name="connsiteX452" fmla="*/ 1922724 w 7467600"/>
              <a:gd name="connsiteY452" fmla="*/ 6765577 h 6858000"/>
              <a:gd name="connsiteX453" fmla="*/ 1904650 w 7467600"/>
              <a:gd name="connsiteY453" fmla="*/ 6639616 h 6858000"/>
              <a:gd name="connsiteX454" fmla="*/ 1885273 w 7467600"/>
              <a:gd name="connsiteY454" fmla="*/ 6858000 h 6858000"/>
              <a:gd name="connsiteX455" fmla="*/ 1854363 w 7467600"/>
              <a:gd name="connsiteY455" fmla="*/ 6858000 h 6858000"/>
              <a:gd name="connsiteX456" fmla="*/ 1880391 w 7467600"/>
              <a:gd name="connsiteY456" fmla="*/ 6603796 h 6858000"/>
              <a:gd name="connsiteX457" fmla="*/ 1818273 w 7467600"/>
              <a:gd name="connsiteY457" fmla="*/ 6715729 h 6858000"/>
              <a:gd name="connsiteX458" fmla="*/ 1794691 w 7467600"/>
              <a:gd name="connsiteY458" fmla="*/ 6843239 h 6858000"/>
              <a:gd name="connsiteX459" fmla="*/ 1794914 w 7467600"/>
              <a:gd name="connsiteY459" fmla="*/ 6858000 h 6858000"/>
              <a:gd name="connsiteX460" fmla="*/ 1746128 w 7467600"/>
              <a:gd name="connsiteY460" fmla="*/ 6858000 h 6858000"/>
              <a:gd name="connsiteX461" fmla="*/ 1753934 w 7467600"/>
              <a:gd name="connsiteY461" fmla="*/ 6724796 h 6858000"/>
              <a:gd name="connsiteX462" fmla="*/ 1792053 w 7467600"/>
              <a:gd name="connsiteY462" fmla="*/ 6572396 h 6858000"/>
              <a:gd name="connsiteX463" fmla="*/ 1862248 w 7467600"/>
              <a:gd name="connsiteY463" fmla="*/ 6266397 h 6858000"/>
              <a:gd name="connsiteX464" fmla="*/ 1862250 w 7467600"/>
              <a:gd name="connsiteY464" fmla="*/ 6033531 h 6858000"/>
              <a:gd name="connsiteX465" fmla="*/ 1211999 w 7467600"/>
              <a:gd name="connsiteY465" fmla="*/ 6683610 h 6858000"/>
              <a:gd name="connsiteX466" fmla="*/ 1213266 w 7467600"/>
              <a:gd name="connsiteY466" fmla="*/ 6691947 h 6858000"/>
              <a:gd name="connsiteX467" fmla="*/ 1203370 w 7467600"/>
              <a:gd name="connsiteY467" fmla="*/ 6850676 h 6858000"/>
              <a:gd name="connsiteX468" fmla="*/ 1203671 w 7467600"/>
              <a:gd name="connsiteY468" fmla="*/ 6858000 h 6858000"/>
              <a:gd name="connsiteX469" fmla="*/ 1143180 w 7467600"/>
              <a:gd name="connsiteY469" fmla="*/ 6858000 h 6858000"/>
              <a:gd name="connsiteX470" fmla="*/ 1142176 w 7467600"/>
              <a:gd name="connsiteY470" fmla="*/ 6766045 h 6858000"/>
              <a:gd name="connsiteX471" fmla="*/ 1067484 w 7467600"/>
              <a:gd name="connsiteY471" fmla="*/ 6858000 h 6858000"/>
              <a:gd name="connsiteX472" fmla="*/ 953928 w 7467600"/>
              <a:gd name="connsiteY472" fmla="*/ 6858000 h 6858000"/>
              <a:gd name="connsiteX473" fmla="*/ 959715 w 7467600"/>
              <a:gd name="connsiteY473" fmla="*/ 6850185 h 6858000"/>
              <a:gd name="connsiteX474" fmla="*/ 1483788 w 7467600"/>
              <a:gd name="connsiteY474" fmla="*/ 6259174 h 6858000"/>
              <a:gd name="connsiteX475" fmla="*/ 1100671 w 7467600"/>
              <a:gd name="connsiteY475" fmla="*/ 6252137 h 6858000"/>
              <a:gd name="connsiteX476" fmla="*/ 1090144 w 7467600"/>
              <a:gd name="connsiteY476" fmla="*/ 6256748 h 6858000"/>
              <a:gd name="connsiteX477" fmla="*/ 1095872 w 7467600"/>
              <a:gd name="connsiteY477" fmla="*/ 6271892 h 6858000"/>
              <a:gd name="connsiteX478" fmla="*/ 262785 w 7467600"/>
              <a:gd name="connsiteY478" fmla="*/ 6845450 h 6858000"/>
              <a:gd name="connsiteX479" fmla="*/ 209968 w 7467600"/>
              <a:gd name="connsiteY479" fmla="*/ 6770713 h 6858000"/>
              <a:gd name="connsiteX480" fmla="*/ 873460 w 7467600"/>
              <a:gd name="connsiteY480" fmla="*/ 6253768 h 6858000"/>
              <a:gd name="connsiteX481" fmla="*/ 192686 w 7467600"/>
              <a:gd name="connsiteY481" fmla="*/ 5849257 h 6858000"/>
              <a:gd name="connsiteX482" fmla="*/ 4696 w 7467600"/>
              <a:gd name="connsiteY482" fmla="*/ 5697668 h 6858000"/>
              <a:gd name="connsiteX483" fmla="*/ 0 w 7467600"/>
              <a:gd name="connsiteY483" fmla="*/ 5689984 h 6858000"/>
              <a:gd name="connsiteX484" fmla="*/ 0 w 7467600"/>
              <a:gd name="connsiteY484" fmla="*/ 5513472 h 6858000"/>
              <a:gd name="connsiteX485" fmla="*/ 174101 w 7467600"/>
              <a:gd name="connsiteY485" fmla="*/ 5620277 h 6858000"/>
              <a:gd name="connsiteX486" fmla="*/ 891800 w 7467600"/>
              <a:gd name="connsiteY486" fmla="*/ 6036935 h 6858000"/>
              <a:gd name="connsiteX487" fmla="*/ 1072219 w 7467600"/>
              <a:gd name="connsiteY487" fmla="*/ 6169443 h 6858000"/>
              <a:gd name="connsiteX488" fmla="*/ 1074117 w 7467600"/>
              <a:gd name="connsiteY488" fmla="*/ 6170301 h 6858000"/>
              <a:gd name="connsiteX489" fmla="*/ 1083114 w 7467600"/>
              <a:gd name="connsiteY489" fmla="*/ 6174131 h 6858000"/>
              <a:gd name="connsiteX490" fmla="*/ 1543010 w 7467600"/>
              <a:gd name="connsiteY490" fmla="*/ 6191140 h 6858000"/>
              <a:gd name="connsiteX491" fmla="*/ 1551080 w 7467600"/>
              <a:gd name="connsiteY491" fmla="*/ 6195006 h 6858000"/>
              <a:gd name="connsiteX492" fmla="*/ 2345443 w 7467600"/>
              <a:gd name="connsiteY492" fmla="*/ 5549882 h 6858000"/>
              <a:gd name="connsiteX493" fmla="*/ 1721499 w 7467600"/>
              <a:gd name="connsiteY493" fmla="*/ 5599969 h 6858000"/>
              <a:gd name="connsiteX494" fmla="*/ 767716 w 7467600"/>
              <a:gd name="connsiteY494" fmla="*/ 5472768 h 6858000"/>
              <a:gd name="connsiteX495" fmla="*/ 722147 w 7467600"/>
              <a:gd name="connsiteY495" fmla="*/ 5393091 h 6858000"/>
              <a:gd name="connsiteX496" fmla="*/ 1485552 w 7467600"/>
              <a:gd name="connsiteY496" fmla="*/ 5313202 h 6858000"/>
              <a:gd name="connsiteX497" fmla="*/ 2143004 w 7467600"/>
              <a:gd name="connsiteY497" fmla="*/ 5402420 h 6858000"/>
              <a:gd name="connsiteX498" fmla="*/ 1933391 w 7467600"/>
              <a:gd name="connsiteY498" fmla="*/ 5156971 h 6858000"/>
              <a:gd name="connsiteX499" fmla="*/ 1827118 w 7467600"/>
              <a:gd name="connsiteY499" fmla="*/ 4968410 h 6858000"/>
              <a:gd name="connsiteX500" fmla="*/ 1837349 w 7467600"/>
              <a:gd name="connsiteY500" fmla="*/ 4956357 h 6858000"/>
              <a:gd name="connsiteX501" fmla="*/ 2162835 w 7467600"/>
              <a:gd name="connsiteY501" fmla="*/ 5187853 h 6858000"/>
              <a:gd name="connsiteX502" fmla="*/ 2257167 w 7467600"/>
              <a:gd name="connsiteY502" fmla="*/ 5462123 h 6858000"/>
              <a:gd name="connsiteX503" fmla="*/ 2261598 w 7467600"/>
              <a:gd name="connsiteY503" fmla="*/ 5467998 h 6858000"/>
              <a:gd name="connsiteX504" fmla="*/ 2437177 w 7467600"/>
              <a:gd name="connsiteY504" fmla="*/ 5479608 h 6858000"/>
              <a:gd name="connsiteX505" fmla="*/ 2445247 w 7467600"/>
              <a:gd name="connsiteY505" fmla="*/ 5483476 h 6858000"/>
              <a:gd name="connsiteX506" fmla="*/ 2743626 w 7467600"/>
              <a:gd name="connsiteY506" fmla="*/ 5304819 h 6858000"/>
              <a:gd name="connsiteX507" fmla="*/ 3048102 w 7467600"/>
              <a:gd name="connsiteY507" fmla="*/ 5150595 h 6858000"/>
              <a:gd name="connsiteX508" fmla="*/ 1799414 w 7467600"/>
              <a:gd name="connsiteY508" fmla="*/ 4694732 h 6858000"/>
              <a:gd name="connsiteX509" fmla="*/ 1771735 w 7467600"/>
              <a:gd name="connsiteY509" fmla="*/ 4619929 h 6858000"/>
              <a:gd name="connsiteX510" fmla="*/ 3104273 w 7467600"/>
              <a:gd name="connsiteY510" fmla="*/ 5076159 h 6858000"/>
              <a:gd name="connsiteX511" fmla="*/ 3113245 w 7467600"/>
              <a:gd name="connsiteY511" fmla="*/ 5090705 h 6858000"/>
              <a:gd name="connsiteX512" fmla="*/ 3126294 w 7467600"/>
              <a:gd name="connsiteY512" fmla="*/ 5114400 h 6858000"/>
              <a:gd name="connsiteX513" fmla="*/ 3937433 w 7467600"/>
              <a:gd name="connsiteY513" fmla="*/ 4830473 h 6858000"/>
              <a:gd name="connsiteX514" fmla="*/ 3590475 w 7467600"/>
              <a:gd name="connsiteY514" fmla="*/ 4597974 h 6858000"/>
              <a:gd name="connsiteX515" fmla="*/ 3100264 w 7467600"/>
              <a:gd name="connsiteY515" fmla="*/ 4579845 h 6858000"/>
              <a:gd name="connsiteX516" fmla="*/ 2183576 w 7467600"/>
              <a:gd name="connsiteY516" fmla="*/ 4227150 h 6858000"/>
              <a:gd name="connsiteX517" fmla="*/ 2151029 w 7467600"/>
              <a:gd name="connsiteY517" fmla="*/ 4146947 h 6858000"/>
              <a:gd name="connsiteX518" fmla="*/ 3563434 w 7467600"/>
              <a:gd name="connsiteY518" fmla="*/ 4469115 h 6858000"/>
              <a:gd name="connsiteX519" fmla="*/ 3177952 w 7467600"/>
              <a:gd name="connsiteY519" fmla="*/ 3657386 h 6858000"/>
              <a:gd name="connsiteX520" fmla="*/ 3189263 w 7467600"/>
              <a:gd name="connsiteY520" fmla="*/ 3625726 h 6858000"/>
              <a:gd name="connsiteX521" fmla="*/ 3560912 w 7467600"/>
              <a:gd name="connsiteY521" fmla="*/ 4079863 h 6858000"/>
              <a:gd name="connsiteX522" fmla="*/ 3626636 w 7467600"/>
              <a:gd name="connsiteY522" fmla="*/ 4512230 h 6858000"/>
              <a:gd name="connsiteX523" fmla="*/ 3653088 w 7467600"/>
              <a:gd name="connsiteY523" fmla="*/ 4521417 h 6858000"/>
              <a:gd name="connsiteX524" fmla="*/ 3988128 w 7467600"/>
              <a:gd name="connsiteY524" fmla="*/ 4817267 h 6858000"/>
              <a:gd name="connsiteX525" fmla="*/ 4830582 w 7467600"/>
              <a:gd name="connsiteY525" fmla="*/ 4676000 h 6858000"/>
              <a:gd name="connsiteX526" fmla="*/ 4830100 w 7467600"/>
              <a:gd name="connsiteY526" fmla="*/ 4675554 h 6858000"/>
              <a:gd name="connsiteX527" fmla="*/ 4036318 w 7467600"/>
              <a:gd name="connsiteY527" fmla="*/ 4147013 h 6858000"/>
              <a:gd name="connsiteX528" fmla="*/ 3432098 w 7467600"/>
              <a:gd name="connsiteY528" fmla="*/ 3537312 h 6858000"/>
              <a:gd name="connsiteX529" fmla="*/ 3446761 w 7467600"/>
              <a:gd name="connsiteY529" fmla="*/ 3461278 h 6858000"/>
              <a:gd name="connsiteX530" fmla="*/ 4419733 w 7467600"/>
              <a:gd name="connsiteY530" fmla="*/ 3963555 h 6858000"/>
              <a:gd name="connsiteX531" fmla="*/ 4781371 w 7467600"/>
              <a:gd name="connsiteY531" fmla="*/ 4458604 h 6858000"/>
              <a:gd name="connsiteX532" fmla="*/ 4780440 w 7467600"/>
              <a:gd name="connsiteY532" fmla="*/ 4470290 h 6858000"/>
              <a:gd name="connsiteX533" fmla="*/ 4898954 w 7467600"/>
              <a:gd name="connsiteY533" fmla="*/ 4662092 h 6858000"/>
              <a:gd name="connsiteX534" fmla="*/ 4900699 w 7467600"/>
              <a:gd name="connsiteY534" fmla="*/ 4670867 h 6858000"/>
              <a:gd name="connsiteX535" fmla="*/ 5714511 w 7467600"/>
              <a:gd name="connsiteY535" fmla="*/ 4663483 h 6858000"/>
              <a:gd name="connsiteX536" fmla="*/ 5464793 w 7467600"/>
              <a:gd name="connsiteY536" fmla="*/ 4393556 h 6858000"/>
              <a:gd name="connsiteX537" fmla="*/ 5461897 w 7467600"/>
              <a:gd name="connsiteY537" fmla="*/ 4390879 h 6858000"/>
              <a:gd name="connsiteX538" fmla="*/ 4294126 w 7467600"/>
              <a:gd name="connsiteY538" fmla="*/ 3303048 h 6858000"/>
              <a:gd name="connsiteX539" fmla="*/ 4305321 w 7467600"/>
              <a:gd name="connsiteY539" fmla="*/ 3256953 h 6858000"/>
              <a:gd name="connsiteX540" fmla="*/ 4949299 w 7467600"/>
              <a:gd name="connsiteY540" fmla="*/ 3766336 h 6858000"/>
              <a:gd name="connsiteX541" fmla="*/ 5291452 w 7467600"/>
              <a:gd name="connsiteY541" fmla="*/ 4076801 h 6858000"/>
              <a:gd name="connsiteX542" fmla="*/ 5434998 w 7467600"/>
              <a:gd name="connsiteY542" fmla="*/ 4254100 h 6858000"/>
              <a:gd name="connsiteX543" fmla="*/ 5351015 w 7467600"/>
              <a:gd name="connsiteY543" fmla="*/ 3760989 h 6858000"/>
              <a:gd name="connsiteX544" fmla="*/ 5413780 w 7467600"/>
              <a:gd name="connsiteY544" fmla="*/ 2966265 h 6858000"/>
              <a:gd name="connsiteX545" fmla="*/ 5425627 w 7467600"/>
              <a:gd name="connsiteY545" fmla="*/ 2954192 h 6858000"/>
              <a:gd name="connsiteX546" fmla="*/ 6604735 w 7467600"/>
              <a:gd name="connsiteY546" fmla="*/ 2041381 h 6858000"/>
              <a:gd name="connsiteX547" fmla="*/ 7204487 w 7467600"/>
              <a:gd name="connsiteY547" fmla="*/ 2742112 h 6858000"/>
              <a:gd name="connsiteX548" fmla="*/ 7131592 w 7467600"/>
              <a:gd name="connsiteY548" fmla="*/ 2672096 h 6858000"/>
              <a:gd name="connsiteX549" fmla="*/ 6996344 w 7467600"/>
              <a:gd name="connsiteY549" fmla="*/ 2518310 h 6858000"/>
              <a:gd name="connsiteX550" fmla="*/ 6735495 w 7467600"/>
              <a:gd name="connsiteY550" fmla="*/ 2196890 h 6858000"/>
              <a:gd name="connsiteX551" fmla="*/ 6721901 w 7467600"/>
              <a:gd name="connsiteY551" fmla="*/ 2179274 h 6858000"/>
              <a:gd name="connsiteX552" fmla="*/ 6604735 w 7467600"/>
              <a:gd name="connsiteY552" fmla="*/ 2041381 h 6858000"/>
              <a:gd name="connsiteX553" fmla="*/ 6591670 w 7467600"/>
              <a:gd name="connsiteY553" fmla="*/ 1988277 h 6858000"/>
              <a:gd name="connsiteX554" fmla="*/ 6747349 w 7467600"/>
              <a:gd name="connsiteY554" fmla="*/ 2160069 h 6858000"/>
              <a:gd name="connsiteX555" fmla="*/ 6760943 w 7467600"/>
              <a:gd name="connsiteY555" fmla="*/ 2177686 h 6858000"/>
              <a:gd name="connsiteX556" fmla="*/ 7021065 w 7467600"/>
              <a:gd name="connsiteY556" fmla="*/ 2498102 h 6858000"/>
              <a:gd name="connsiteX557" fmla="*/ 7155223 w 7467600"/>
              <a:gd name="connsiteY557" fmla="*/ 2650386 h 6858000"/>
              <a:gd name="connsiteX558" fmla="*/ 7203167 w 7467600"/>
              <a:gd name="connsiteY558" fmla="*/ 2697288 h 6858000"/>
              <a:gd name="connsiteX559" fmla="*/ 6937703 w 7467600"/>
              <a:gd name="connsiteY559" fmla="*/ 2321981 h 6858000"/>
              <a:gd name="connsiteX560" fmla="*/ 6591670 w 7467600"/>
              <a:gd name="connsiteY560" fmla="*/ 1988277 h 6858000"/>
              <a:gd name="connsiteX561" fmla="*/ 5798671 w 7467600"/>
              <a:gd name="connsiteY561" fmla="*/ 1981601 h 6858000"/>
              <a:gd name="connsiteX562" fmla="*/ 5754709 w 7467600"/>
              <a:gd name="connsiteY562" fmla="*/ 2071454 h 6858000"/>
              <a:gd name="connsiteX563" fmla="*/ 5763044 w 7467600"/>
              <a:gd name="connsiteY563" fmla="*/ 2842206 h 6858000"/>
              <a:gd name="connsiteX564" fmla="*/ 5764974 w 7467600"/>
              <a:gd name="connsiteY564" fmla="*/ 2799609 h 6858000"/>
              <a:gd name="connsiteX565" fmla="*/ 5767665 w 7467600"/>
              <a:gd name="connsiteY565" fmla="*/ 2666409 h 6858000"/>
              <a:gd name="connsiteX566" fmla="*/ 5763055 w 7467600"/>
              <a:gd name="connsiteY566" fmla="*/ 2579705 h 6858000"/>
              <a:gd name="connsiteX567" fmla="*/ 5758079 w 7467600"/>
              <a:gd name="connsiteY567" fmla="*/ 2492508 h 6858000"/>
              <a:gd name="connsiteX568" fmla="*/ 5779325 w 7467600"/>
              <a:gd name="connsiteY568" fmla="*/ 2197069 h 6858000"/>
              <a:gd name="connsiteX569" fmla="*/ 5798671 w 7467600"/>
              <a:gd name="connsiteY569" fmla="*/ 1981601 h 6858000"/>
              <a:gd name="connsiteX570" fmla="*/ 5829202 w 7467600"/>
              <a:gd name="connsiteY570" fmla="*/ 1971679 h 6858000"/>
              <a:gd name="connsiteX571" fmla="*/ 5809558 w 7467600"/>
              <a:gd name="connsiteY571" fmla="*/ 2198043 h 6858000"/>
              <a:gd name="connsiteX572" fmla="*/ 5788653 w 7467600"/>
              <a:gd name="connsiteY572" fmla="*/ 2489430 h 6858000"/>
              <a:gd name="connsiteX573" fmla="*/ 5793439 w 7467600"/>
              <a:gd name="connsiteY573" fmla="*/ 2575235 h 6858000"/>
              <a:gd name="connsiteX574" fmla="*/ 5796837 w 7467600"/>
              <a:gd name="connsiteY574" fmla="*/ 2637633 h 6858000"/>
              <a:gd name="connsiteX575" fmla="*/ 5818614 w 7467600"/>
              <a:gd name="connsiteY575" fmla="*/ 2473055 h 6858000"/>
              <a:gd name="connsiteX576" fmla="*/ 5829202 w 7467600"/>
              <a:gd name="connsiteY576" fmla="*/ 1971679 h 6858000"/>
              <a:gd name="connsiteX577" fmla="*/ 5911389 w 7467600"/>
              <a:gd name="connsiteY577" fmla="*/ 1898371 h 6858000"/>
              <a:gd name="connsiteX578" fmla="*/ 6237627 w 7467600"/>
              <a:gd name="connsiteY578" fmla="*/ 2231921 h 6858000"/>
              <a:gd name="connsiteX579" fmla="*/ 5911389 w 7467600"/>
              <a:gd name="connsiteY579" fmla="*/ 1898371 h 6858000"/>
              <a:gd name="connsiteX580" fmla="*/ 6944437 w 7467600"/>
              <a:gd name="connsiteY580" fmla="*/ 1575402 h 6858000"/>
              <a:gd name="connsiteX581" fmla="*/ 6304730 w 7467600"/>
              <a:gd name="connsiteY581" fmla="*/ 1766654 h 6858000"/>
              <a:gd name="connsiteX582" fmla="*/ 6944437 w 7467600"/>
              <a:gd name="connsiteY582" fmla="*/ 1575402 h 6858000"/>
              <a:gd name="connsiteX583" fmla="*/ 7019523 w 7467600"/>
              <a:gd name="connsiteY583" fmla="*/ 1519450 h 6858000"/>
              <a:gd name="connsiteX584" fmla="*/ 6298091 w 7467600"/>
              <a:gd name="connsiteY584" fmla="*/ 1737122 h 6858000"/>
              <a:gd name="connsiteX585" fmla="*/ 7019523 w 7467600"/>
              <a:gd name="connsiteY585" fmla="*/ 1519450 h 6858000"/>
              <a:gd name="connsiteX586" fmla="*/ 2399523 w 7467600"/>
              <a:gd name="connsiteY586" fmla="*/ 1428234 h 6858000"/>
              <a:gd name="connsiteX587" fmla="*/ 2224982 w 7467600"/>
              <a:gd name="connsiteY587" fmla="*/ 1826201 h 6858000"/>
              <a:gd name="connsiteX588" fmla="*/ 2096099 w 7467600"/>
              <a:gd name="connsiteY588" fmla="*/ 2345900 h 6858000"/>
              <a:gd name="connsiteX589" fmla="*/ 2283317 w 7467600"/>
              <a:gd name="connsiteY589" fmla="*/ 1796925 h 6858000"/>
              <a:gd name="connsiteX590" fmla="*/ 2399523 w 7467600"/>
              <a:gd name="connsiteY590" fmla="*/ 1428234 h 6858000"/>
              <a:gd name="connsiteX591" fmla="*/ 2448558 w 7467600"/>
              <a:gd name="connsiteY591" fmla="*/ 1373435 h 6858000"/>
              <a:gd name="connsiteX592" fmla="*/ 2312521 w 7467600"/>
              <a:gd name="connsiteY592" fmla="*/ 1806140 h 6858000"/>
              <a:gd name="connsiteX593" fmla="*/ 2127533 w 7467600"/>
              <a:gd name="connsiteY593" fmla="*/ 2348380 h 6858000"/>
              <a:gd name="connsiteX594" fmla="*/ 2358080 w 7467600"/>
              <a:gd name="connsiteY594" fmla="*/ 1866134 h 6858000"/>
              <a:gd name="connsiteX595" fmla="*/ 2407436 w 7467600"/>
              <a:gd name="connsiteY595" fmla="*/ 1651070 h 6858000"/>
              <a:gd name="connsiteX596" fmla="*/ 2448558 w 7467600"/>
              <a:gd name="connsiteY596" fmla="*/ 1373435 h 6858000"/>
              <a:gd name="connsiteX597" fmla="*/ 278707 w 7467600"/>
              <a:gd name="connsiteY597" fmla="*/ 1352270 h 6858000"/>
              <a:gd name="connsiteX598" fmla="*/ 321570 w 7467600"/>
              <a:gd name="connsiteY598" fmla="*/ 1861610 h 6858000"/>
              <a:gd name="connsiteX599" fmla="*/ 294281 w 7467600"/>
              <a:gd name="connsiteY599" fmla="*/ 1440658 h 6858000"/>
              <a:gd name="connsiteX600" fmla="*/ 278707 w 7467600"/>
              <a:gd name="connsiteY600" fmla="*/ 1352270 h 6858000"/>
              <a:gd name="connsiteX601" fmla="*/ 1423821 w 7467600"/>
              <a:gd name="connsiteY601" fmla="*/ 1351958 h 6858000"/>
              <a:gd name="connsiteX602" fmla="*/ 1638521 w 7467600"/>
              <a:gd name="connsiteY602" fmla="*/ 1908470 h 6858000"/>
              <a:gd name="connsiteX603" fmla="*/ 1754199 w 7467600"/>
              <a:gd name="connsiteY603" fmla="*/ 2149284 h 6858000"/>
              <a:gd name="connsiteX604" fmla="*/ 1908359 w 7467600"/>
              <a:gd name="connsiteY604" fmla="*/ 2364988 h 6858000"/>
              <a:gd name="connsiteX605" fmla="*/ 1647661 w 7467600"/>
              <a:gd name="connsiteY605" fmla="*/ 1825945 h 6858000"/>
              <a:gd name="connsiteX606" fmla="*/ 1423821 w 7467600"/>
              <a:gd name="connsiteY606" fmla="*/ 1351958 h 6858000"/>
              <a:gd name="connsiteX607" fmla="*/ 1431890 w 7467600"/>
              <a:gd name="connsiteY607" fmla="*/ 1306475 h 6858000"/>
              <a:gd name="connsiteX608" fmla="*/ 1507597 w 7467600"/>
              <a:gd name="connsiteY608" fmla="*/ 1446132 h 6858000"/>
              <a:gd name="connsiteX609" fmla="*/ 1674586 w 7467600"/>
              <a:gd name="connsiteY609" fmla="*/ 1813832 h 6858000"/>
              <a:gd name="connsiteX610" fmla="*/ 1815950 w 7467600"/>
              <a:gd name="connsiteY610" fmla="*/ 2128564 h 6858000"/>
              <a:gd name="connsiteX611" fmla="*/ 1984242 w 7467600"/>
              <a:gd name="connsiteY611" fmla="*/ 2430829 h 6858000"/>
              <a:gd name="connsiteX612" fmla="*/ 2014023 w 7467600"/>
              <a:gd name="connsiteY612" fmla="*/ 2450995 h 6858000"/>
              <a:gd name="connsiteX613" fmla="*/ 1747337 w 7467600"/>
              <a:gd name="connsiteY613" fmla="*/ 1855264 h 6858000"/>
              <a:gd name="connsiteX614" fmla="*/ 1533749 w 7467600"/>
              <a:gd name="connsiteY614" fmla="*/ 1478656 h 6858000"/>
              <a:gd name="connsiteX615" fmla="*/ 1431890 w 7467600"/>
              <a:gd name="connsiteY615" fmla="*/ 1306475 h 6858000"/>
              <a:gd name="connsiteX616" fmla="*/ 5052692 w 7467600"/>
              <a:gd name="connsiteY616" fmla="*/ 1292994 h 6858000"/>
              <a:gd name="connsiteX617" fmla="*/ 5200661 w 7467600"/>
              <a:gd name="connsiteY617" fmla="*/ 1635186 h 6858000"/>
              <a:gd name="connsiteX618" fmla="*/ 5297138 w 7467600"/>
              <a:gd name="connsiteY618" fmla="*/ 1906351 h 6858000"/>
              <a:gd name="connsiteX619" fmla="*/ 5052692 w 7467600"/>
              <a:gd name="connsiteY619" fmla="*/ 1292994 h 6858000"/>
              <a:gd name="connsiteX620" fmla="*/ 5009948 w 7467600"/>
              <a:gd name="connsiteY620" fmla="*/ 1273619 h 6858000"/>
              <a:gd name="connsiteX621" fmla="*/ 5121777 w 7467600"/>
              <a:gd name="connsiteY621" fmla="*/ 1654213 h 6858000"/>
              <a:gd name="connsiteX622" fmla="*/ 5293545 w 7467600"/>
              <a:gd name="connsiteY622" fmla="*/ 2072247 h 6858000"/>
              <a:gd name="connsiteX623" fmla="*/ 5294042 w 7467600"/>
              <a:gd name="connsiteY623" fmla="*/ 2065019 h 6858000"/>
              <a:gd name="connsiteX624" fmla="*/ 5171936 w 7467600"/>
              <a:gd name="connsiteY624" fmla="*/ 1647613 h 6858000"/>
              <a:gd name="connsiteX625" fmla="*/ 5009948 w 7467600"/>
              <a:gd name="connsiteY625" fmla="*/ 1273619 h 6858000"/>
              <a:gd name="connsiteX626" fmla="*/ 655236 w 7467600"/>
              <a:gd name="connsiteY626" fmla="*/ 1268632 h 6858000"/>
              <a:gd name="connsiteX627" fmla="*/ 839521 w 7467600"/>
              <a:gd name="connsiteY627" fmla="*/ 1685315 h 6858000"/>
              <a:gd name="connsiteX628" fmla="*/ 1109416 w 7467600"/>
              <a:gd name="connsiteY628" fmla="*/ 2061663 h 6858000"/>
              <a:gd name="connsiteX629" fmla="*/ 1298300 w 7467600"/>
              <a:gd name="connsiteY629" fmla="*/ 2247742 h 6858000"/>
              <a:gd name="connsiteX630" fmla="*/ 1125871 w 7467600"/>
              <a:gd name="connsiteY630" fmla="*/ 1989513 h 6858000"/>
              <a:gd name="connsiteX631" fmla="*/ 981574 w 7467600"/>
              <a:gd name="connsiteY631" fmla="*/ 1783157 h 6858000"/>
              <a:gd name="connsiteX632" fmla="*/ 922198 w 7467600"/>
              <a:gd name="connsiteY632" fmla="*/ 1677437 h 6858000"/>
              <a:gd name="connsiteX633" fmla="*/ 869293 w 7467600"/>
              <a:gd name="connsiteY633" fmla="*/ 1583214 h 6858000"/>
              <a:gd name="connsiteX634" fmla="*/ 751431 w 7467600"/>
              <a:gd name="connsiteY634" fmla="*/ 1405731 h 6858000"/>
              <a:gd name="connsiteX635" fmla="*/ 655236 w 7467600"/>
              <a:gd name="connsiteY635" fmla="*/ 1268632 h 6858000"/>
              <a:gd name="connsiteX636" fmla="*/ 6516292 w 7467600"/>
              <a:gd name="connsiteY636" fmla="*/ 1263064 h 6858000"/>
              <a:gd name="connsiteX637" fmla="*/ 5736320 w 7467600"/>
              <a:gd name="connsiteY637" fmla="*/ 1501803 h 6858000"/>
              <a:gd name="connsiteX638" fmla="*/ 6516292 w 7467600"/>
              <a:gd name="connsiteY638" fmla="*/ 1263064 h 6858000"/>
              <a:gd name="connsiteX639" fmla="*/ 291466 w 7467600"/>
              <a:gd name="connsiteY639" fmla="*/ 1250369 h 6858000"/>
              <a:gd name="connsiteX640" fmla="*/ 323180 w 7467600"/>
              <a:gd name="connsiteY640" fmla="*/ 1435283 h 6858000"/>
              <a:gd name="connsiteX641" fmla="*/ 349381 w 7467600"/>
              <a:gd name="connsiteY641" fmla="*/ 1875041 h 6858000"/>
              <a:gd name="connsiteX642" fmla="*/ 374363 w 7467600"/>
              <a:gd name="connsiteY642" fmla="*/ 1506494 h 6858000"/>
              <a:gd name="connsiteX643" fmla="*/ 302168 w 7467600"/>
              <a:gd name="connsiteY643" fmla="*/ 1274495 h 6858000"/>
              <a:gd name="connsiteX644" fmla="*/ 291466 w 7467600"/>
              <a:gd name="connsiteY644" fmla="*/ 1250369 h 6858000"/>
              <a:gd name="connsiteX645" fmla="*/ 678222 w 7467600"/>
              <a:gd name="connsiteY645" fmla="*/ 1248670 h 6858000"/>
              <a:gd name="connsiteX646" fmla="*/ 775536 w 7467600"/>
              <a:gd name="connsiteY646" fmla="*/ 1388015 h 6858000"/>
              <a:gd name="connsiteX647" fmla="*/ 894529 w 7467600"/>
              <a:gd name="connsiteY647" fmla="*/ 1567739 h 6858000"/>
              <a:gd name="connsiteX648" fmla="*/ 948000 w 7467600"/>
              <a:gd name="connsiteY648" fmla="*/ 1663088 h 6858000"/>
              <a:gd name="connsiteX649" fmla="*/ 1006812 w 7467600"/>
              <a:gd name="connsiteY649" fmla="*/ 1767683 h 6858000"/>
              <a:gd name="connsiteX650" fmla="*/ 1149133 w 7467600"/>
              <a:gd name="connsiteY650" fmla="*/ 1971513 h 6858000"/>
              <a:gd name="connsiteX651" fmla="*/ 1333952 w 7467600"/>
              <a:gd name="connsiteY651" fmla="*/ 2251620 h 6858000"/>
              <a:gd name="connsiteX652" fmla="*/ 1337329 w 7467600"/>
              <a:gd name="connsiteY652" fmla="*/ 2258350 h 6858000"/>
              <a:gd name="connsiteX653" fmla="*/ 1014726 w 7467600"/>
              <a:gd name="connsiteY653" fmla="*/ 1615556 h 6858000"/>
              <a:gd name="connsiteX654" fmla="*/ 678222 w 7467600"/>
              <a:gd name="connsiteY654" fmla="*/ 1248670 h 6858000"/>
              <a:gd name="connsiteX655" fmla="*/ 6691602 w 7467600"/>
              <a:gd name="connsiteY655" fmla="*/ 1140573 h 6858000"/>
              <a:gd name="connsiteX656" fmla="*/ 6571100 w 7467600"/>
              <a:gd name="connsiteY656" fmla="*/ 1183662 h 6858000"/>
              <a:gd name="connsiteX657" fmla="*/ 6241687 w 7467600"/>
              <a:gd name="connsiteY657" fmla="*/ 1257600 h 6858000"/>
              <a:gd name="connsiteX658" fmla="*/ 5693009 w 7467600"/>
              <a:gd name="connsiteY658" fmla="*/ 1478256 h 6858000"/>
              <a:gd name="connsiteX659" fmla="*/ 6548420 w 7467600"/>
              <a:gd name="connsiteY659" fmla="*/ 1214599 h 6858000"/>
              <a:gd name="connsiteX660" fmla="*/ 6605473 w 7467600"/>
              <a:gd name="connsiteY660" fmla="*/ 1184686 h 6858000"/>
              <a:gd name="connsiteX661" fmla="*/ 6691602 w 7467600"/>
              <a:gd name="connsiteY661" fmla="*/ 1140573 h 6858000"/>
              <a:gd name="connsiteX662" fmla="*/ 4002475 w 7467600"/>
              <a:gd name="connsiteY662" fmla="*/ 1037802 h 6858000"/>
              <a:gd name="connsiteX663" fmla="*/ 4000324 w 7467600"/>
              <a:gd name="connsiteY663" fmla="*/ 1039362 h 6858000"/>
              <a:gd name="connsiteX664" fmla="*/ 4002862 w 7467600"/>
              <a:gd name="connsiteY664" fmla="*/ 1042866 h 6858000"/>
              <a:gd name="connsiteX665" fmla="*/ 4002475 w 7467600"/>
              <a:gd name="connsiteY665" fmla="*/ 1037802 h 6858000"/>
              <a:gd name="connsiteX666" fmla="*/ 506322 w 7467600"/>
              <a:gd name="connsiteY666" fmla="*/ 1020997 h 6858000"/>
              <a:gd name="connsiteX667" fmla="*/ 533068 w 7467600"/>
              <a:gd name="connsiteY667" fmla="*/ 1029409 h 6858000"/>
              <a:gd name="connsiteX668" fmla="*/ 1232525 w 7467600"/>
              <a:gd name="connsiteY668" fmla="*/ 1804675 h 6858000"/>
              <a:gd name="connsiteX669" fmla="*/ 1388858 w 7467600"/>
              <a:gd name="connsiteY669" fmla="*/ 2368011 h 6858000"/>
              <a:gd name="connsiteX670" fmla="*/ 1384098 w 7467600"/>
              <a:gd name="connsiteY670" fmla="*/ 2378125 h 6858000"/>
              <a:gd name="connsiteX671" fmla="*/ 1425393 w 7467600"/>
              <a:gd name="connsiteY671" fmla="*/ 2589124 h 6858000"/>
              <a:gd name="connsiteX672" fmla="*/ 1424001 w 7467600"/>
              <a:gd name="connsiteY672" fmla="*/ 2597541 h 6858000"/>
              <a:gd name="connsiteX673" fmla="*/ 2152729 w 7467600"/>
              <a:gd name="connsiteY673" fmla="*/ 2864487 h 6858000"/>
              <a:gd name="connsiteX674" fmla="*/ 2020609 w 7467600"/>
              <a:gd name="connsiteY674" fmla="*/ 2539671 h 6858000"/>
              <a:gd name="connsiteX675" fmla="*/ 2018920 w 7467600"/>
              <a:gd name="connsiteY675" fmla="*/ 2536309 h 6858000"/>
              <a:gd name="connsiteX676" fmla="*/ 1342441 w 7467600"/>
              <a:gd name="connsiteY676" fmla="*/ 1173017 h 6858000"/>
              <a:gd name="connsiteX677" fmla="*/ 1367925 w 7467600"/>
              <a:gd name="connsiteY677" fmla="*/ 1135648 h 6858000"/>
              <a:gd name="connsiteX678" fmla="*/ 1771401 w 7467600"/>
              <a:gd name="connsiteY678" fmla="*/ 1806673 h 6858000"/>
              <a:gd name="connsiteX679" fmla="*/ 1972385 w 7467600"/>
              <a:gd name="connsiteY679" fmla="*/ 2198735 h 6858000"/>
              <a:gd name="connsiteX680" fmla="*/ 2040892 w 7467600"/>
              <a:gd name="connsiteY680" fmla="*/ 2405205 h 6858000"/>
              <a:gd name="connsiteX681" fmla="*/ 2131689 w 7467600"/>
              <a:gd name="connsiteY681" fmla="*/ 1936926 h 6858000"/>
              <a:gd name="connsiteX682" fmla="*/ 2454820 w 7467600"/>
              <a:gd name="connsiteY682" fmla="*/ 1248808 h 6858000"/>
              <a:gd name="connsiteX683" fmla="*/ 2492512 w 7467600"/>
              <a:gd name="connsiteY683" fmla="*/ 1302920 h 6858000"/>
              <a:gd name="connsiteX684" fmla="*/ 2081216 w 7467600"/>
              <a:gd name="connsiteY684" fmla="*/ 2527513 h 6858000"/>
              <a:gd name="connsiteX685" fmla="*/ 2081211 w 7467600"/>
              <a:gd name="connsiteY685" fmla="*/ 2528916 h 6858000"/>
              <a:gd name="connsiteX686" fmla="*/ 2199067 w 7467600"/>
              <a:gd name="connsiteY686" fmla="*/ 2884061 h 6858000"/>
              <a:gd name="connsiteX687" fmla="*/ 3192586 w 7467600"/>
              <a:gd name="connsiteY687" fmla="*/ 3411496 h 6858000"/>
              <a:gd name="connsiteX688" fmla="*/ 3182620 w 7467600"/>
              <a:gd name="connsiteY688" fmla="*/ 3483279 h 6858000"/>
              <a:gd name="connsiteX689" fmla="*/ 2435119 w 7467600"/>
              <a:gd name="connsiteY689" fmla="*/ 3080173 h 6858000"/>
              <a:gd name="connsiteX690" fmla="*/ 2410152 w 7467600"/>
              <a:gd name="connsiteY690" fmla="*/ 3063751 h 6858000"/>
              <a:gd name="connsiteX691" fmla="*/ 2408099 w 7467600"/>
              <a:gd name="connsiteY691" fmla="*/ 3064403 h 6858000"/>
              <a:gd name="connsiteX692" fmla="*/ 2407218 w 7467600"/>
              <a:gd name="connsiteY692" fmla="*/ 3070324 h 6858000"/>
              <a:gd name="connsiteX693" fmla="*/ 2380138 w 7467600"/>
              <a:gd name="connsiteY693" fmla="*/ 3099341 h 6858000"/>
              <a:gd name="connsiteX694" fmla="*/ 1765923 w 7467600"/>
              <a:gd name="connsiteY694" fmla="*/ 3581043 h 6858000"/>
              <a:gd name="connsiteX695" fmla="*/ 1702258 w 7467600"/>
              <a:gd name="connsiteY695" fmla="*/ 3612286 h 6858000"/>
              <a:gd name="connsiteX696" fmla="*/ 1538370 w 7467600"/>
              <a:gd name="connsiteY696" fmla="*/ 3811804 h 6858000"/>
              <a:gd name="connsiteX697" fmla="*/ 542867 w 7467600"/>
              <a:gd name="connsiteY697" fmla="*/ 4944092 h 6858000"/>
              <a:gd name="connsiteX698" fmla="*/ 515800 w 7467600"/>
              <a:gd name="connsiteY698" fmla="*/ 4862180 h 6858000"/>
              <a:gd name="connsiteX699" fmla="*/ 909145 w 7467600"/>
              <a:gd name="connsiteY699" fmla="*/ 4199225 h 6858000"/>
              <a:gd name="connsiteX700" fmla="*/ 1214067 w 7467600"/>
              <a:gd name="connsiteY700" fmla="*/ 3908561 h 6858000"/>
              <a:gd name="connsiteX701" fmla="*/ 640967 w 7467600"/>
              <a:gd name="connsiteY701" fmla="*/ 4105601 h 6858000"/>
              <a:gd name="connsiteX702" fmla="*/ 112563 w 7467600"/>
              <a:gd name="connsiteY702" fmla="*/ 4396952 h 6858000"/>
              <a:gd name="connsiteX703" fmla="*/ 0 w 7467600"/>
              <a:gd name="connsiteY703" fmla="*/ 4466006 h 6858000"/>
              <a:gd name="connsiteX704" fmla="*/ 0 w 7467600"/>
              <a:gd name="connsiteY704" fmla="*/ 4233763 h 6858000"/>
              <a:gd name="connsiteX705" fmla="*/ 36881 w 7467600"/>
              <a:gd name="connsiteY705" fmla="*/ 4200118 h 6858000"/>
              <a:gd name="connsiteX706" fmla="*/ 910534 w 7467600"/>
              <a:gd name="connsiteY706" fmla="*/ 3629753 h 6858000"/>
              <a:gd name="connsiteX707" fmla="*/ 1578717 w 7467600"/>
              <a:gd name="connsiteY707" fmla="*/ 3575982 h 6858000"/>
              <a:gd name="connsiteX708" fmla="*/ 2338780 w 7467600"/>
              <a:gd name="connsiteY708" fmla="*/ 3033725 h 6858000"/>
              <a:gd name="connsiteX709" fmla="*/ 1807991 w 7467600"/>
              <a:gd name="connsiteY709" fmla="*/ 2807184 h 6858000"/>
              <a:gd name="connsiteX710" fmla="*/ 1416358 w 7467600"/>
              <a:gd name="connsiteY710" fmla="*/ 3112571 h 6858000"/>
              <a:gd name="connsiteX711" fmla="*/ 939066 w 7467600"/>
              <a:gd name="connsiteY711" fmla="*/ 3378798 h 6858000"/>
              <a:gd name="connsiteX712" fmla="*/ 115099 w 7467600"/>
              <a:gd name="connsiteY712" fmla="*/ 3607650 h 6858000"/>
              <a:gd name="connsiteX713" fmla="*/ 97284 w 7467600"/>
              <a:gd name="connsiteY713" fmla="*/ 3520393 h 6858000"/>
              <a:gd name="connsiteX714" fmla="*/ 922050 w 7467600"/>
              <a:gd name="connsiteY714" fmla="*/ 3074867 h 6858000"/>
              <a:gd name="connsiteX715" fmla="*/ 1405265 w 7467600"/>
              <a:gd name="connsiteY715" fmla="*/ 3016319 h 6858000"/>
              <a:gd name="connsiteX716" fmla="*/ 1407512 w 7467600"/>
              <a:gd name="connsiteY716" fmla="*/ 3018001 h 6858000"/>
              <a:gd name="connsiteX717" fmla="*/ 1726266 w 7467600"/>
              <a:gd name="connsiteY717" fmla="*/ 2777274 h 6858000"/>
              <a:gd name="connsiteX718" fmla="*/ 625390 w 7467600"/>
              <a:gd name="connsiteY718" fmla="*/ 2514541 h 6858000"/>
              <a:gd name="connsiteX719" fmla="*/ 619799 w 7467600"/>
              <a:gd name="connsiteY719" fmla="*/ 2527180 h 6858000"/>
              <a:gd name="connsiteX720" fmla="*/ 310030 w 7467600"/>
              <a:gd name="connsiteY720" fmla="*/ 2771818 h 6858000"/>
              <a:gd name="connsiteX721" fmla="*/ 173877 w 7467600"/>
              <a:gd name="connsiteY721" fmla="*/ 2937056 h 6858000"/>
              <a:gd name="connsiteX722" fmla="*/ 77889 w 7467600"/>
              <a:gd name="connsiteY722" fmla="*/ 3138440 h 6858000"/>
              <a:gd name="connsiteX723" fmla="*/ 0 w 7467600"/>
              <a:gd name="connsiteY723" fmla="*/ 3271395 h 6858000"/>
              <a:gd name="connsiteX724" fmla="*/ 0 w 7467600"/>
              <a:gd name="connsiteY724" fmla="*/ 3153002 h 6858000"/>
              <a:gd name="connsiteX725" fmla="*/ 2386 w 7467600"/>
              <a:gd name="connsiteY725" fmla="*/ 3149203 h 6858000"/>
              <a:gd name="connsiteX726" fmla="*/ 89753 w 7467600"/>
              <a:gd name="connsiteY726" fmla="*/ 2987702 h 6858000"/>
              <a:gd name="connsiteX727" fmla="*/ 76869 w 7467600"/>
              <a:gd name="connsiteY727" fmla="*/ 3005404 h 6858000"/>
              <a:gd name="connsiteX728" fmla="*/ 32049 w 7467600"/>
              <a:gd name="connsiteY728" fmla="*/ 3065814 h 6858000"/>
              <a:gd name="connsiteX729" fmla="*/ 0 w 7467600"/>
              <a:gd name="connsiteY729" fmla="*/ 3108744 h 6858000"/>
              <a:gd name="connsiteX730" fmla="*/ 0 w 7467600"/>
              <a:gd name="connsiteY730" fmla="*/ 3058059 h 6858000"/>
              <a:gd name="connsiteX731" fmla="*/ 7610 w 7467600"/>
              <a:gd name="connsiteY731" fmla="*/ 3047889 h 6858000"/>
              <a:gd name="connsiteX732" fmla="*/ 52419 w 7467600"/>
              <a:gd name="connsiteY732" fmla="*/ 2987479 h 6858000"/>
              <a:gd name="connsiteX733" fmla="*/ 59142 w 7467600"/>
              <a:gd name="connsiteY733" fmla="*/ 2978488 h 6858000"/>
              <a:gd name="connsiteX734" fmla="*/ 0 w 7467600"/>
              <a:gd name="connsiteY734" fmla="*/ 3015334 h 6858000"/>
              <a:gd name="connsiteX735" fmla="*/ 0 w 7467600"/>
              <a:gd name="connsiteY735" fmla="*/ 2914286 h 6858000"/>
              <a:gd name="connsiteX736" fmla="*/ 36383 w 7467600"/>
              <a:gd name="connsiteY736" fmla="*/ 2901128 h 6858000"/>
              <a:gd name="connsiteX737" fmla="*/ 156329 w 7467600"/>
              <a:gd name="connsiteY737" fmla="*/ 2840533 h 6858000"/>
              <a:gd name="connsiteX738" fmla="*/ 358355 w 7467600"/>
              <a:gd name="connsiteY738" fmla="*/ 2620471 h 6858000"/>
              <a:gd name="connsiteX739" fmla="*/ 510577 w 7467600"/>
              <a:gd name="connsiteY739" fmla="*/ 2501244 h 6858000"/>
              <a:gd name="connsiteX740" fmla="*/ 211967 w 7467600"/>
              <a:gd name="connsiteY740" fmla="*/ 2479171 h 6858000"/>
              <a:gd name="connsiteX741" fmla="*/ 0 w 7467600"/>
              <a:gd name="connsiteY741" fmla="*/ 2476398 h 6858000"/>
              <a:gd name="connsiteX742" fmla="*/ 0 w 7467600"/>
              <a:gd name="connsiteY742" fmla="*/ 2389189 h 6858000"/>
              <a:gd name="connsiteX743" fmla="*/ 103062 w 7467600"/>
              <a:gd name="connsiteY743" fmla="*/ 2389518 h 6858000"/>
              <a:gd name="connsiteX744" fmla="*/ 510734 w 7467600"/>
              <a:gd name="connsiteY744" fmla="*/ 2416201 h 6858000"/>
              <a:gd name="connsiteX745" fmla="*/ 279257 w 7467600"/>
              <a:gd name="connsiteY745" fmla="*/ 2092102 h 6858000"/>
              <a:gd name="connsiteX746" fmla="*/ 65265 w 7467600"/>
              <a:gd name="connsiteY746" fmla="*/ 2006049 h 6858000"/>
              <a:gd name="connsiteX747" fmla="*/ 0 w 7467600"/>
              <a:gd name="connsiteY747" fmla="*/ 1982532 h 6858000"/>
              <a:gd name="connsiteX748" fmla="*/ 0 w 7467600"/>
              <a:gd name="connsiteY748" fmla="*/ 1912789 h 6858000"/>
              <a:gd name="connsiteX749" fmla="*/ 97460 w 7467600"/>
              <a:gd name="connsiteY749" fmla="*/ 1953725 h 6858000"/>
              <a:gd name="connsiteX750" fmla="*/ 221272 w 7467600"/>
              <a:gd name="connsiteY750" fmla="*/ 1980766 h 6858000"/>
              <a:gd name="connsiteX751" fmla="*/ 116765 w 7467600"/>
              <a:gd name="connsiteY751" fmla="*/ 1911033 h 6858000"/>
              <a:gd name="connsiteX752" fmla="*/ 16405 w 7467600"/>
              <a:gd name="connsiteY752" fmla="*/ 1803412 h 6858000"/>
              <a:gd name="connsiteX753" fmla="*/ 0 w 7467600"/>
              <a:gd name="connsiteY753" fmla="*/ 1784777 h 6858000"/>
              <a:gd name="connsiteX754" fmla="*/ 0 w 7467600"/>
              <a:gd name="connsiteY754" fmla="*/ 1740082 h 6858000"/>
              <a:gd name="connsiteX755" fmla="*/ 39394 w 7467600"/>
              <a:gd name="connsiteY755" fmla="*/ 1784856 h 6858000"/>
              <a:gd name="connsiteX756" fmla="*/ 135813 w 7467600"/>
              <a:gd name="connsiteY756" fmla="*/ 1888838 h 6858000"/>
              <a:gd name="connsiteX757" fmla="*/ 242575 w 7467600"/>
              <a:gd name="connsiteY757" fmla="*/ 1958841 h 6858000"/>
              <a:gd name="connsiteX758" fmla="*/ 82197 w 7467600"/>
              <a:gd name="connsiteY758" fmla="*/ 1754826 h 6858000"/>
              <a:gd name="connsiteX759" fmla="*/ 0 w 7467600"/>
              <a:gd name="connsiteY759" fmla="*/ 1679650 h 6858000"/>
              <a:gd name="connsiteX760" fmla="*/ 0 w 7467600"/>
              <a:gd name="connsiteY760" fmla="*/ 1602463 h 6858000"/>
              <a:gd name="connsiteX761" fmla="*/ 84689 w 7467600"/>
              <a:gd name="connsiteY761" fmla="*/ 1677442 h 6858000"/>
              <a:gd name="connsiteX762" fmla="*/ 298437 w 7467600"/>
              <a:gd name="connsiteY762" fmla="*/ 1968019 h 6858000"/>
              <a:gd name="connsiteX763" fmla="*/ 227269 w 7467600"/>
              <a:gd name="connsiteY763" fmla="*/ 1114064 h 6858000"/>
              <a:gd name="connsiteX764" fmla="*/ 248003 w 7467600"/>
              <a:gd name="connsiteY764" fmla="*/ 1089613 h 6858000"/>
              <a:gd name="connsiteX765" fmla="*/ 427020 w 7467600"/>
              <a:gd name="connsiteY765" fmla="*/ 1619803 h 6858000"/>
              <a:gd name="connsiteX766" fmla="*/ 340345 w 7467600"/>
              <a:gd name="connsiteY766" fmla="*/ 2027739 h 6858000"/>
              <a:gd name="connsiteX767" fmla="*/ 360865 w 7467600"/>
              <a:gd name="connsiteY767" fmla="*/ 2044827 h 6858000"/>
              <a:gd name="connsiteX768" fmla="*/ 560414 w 7467600"/>
              <a:gd name="connsiteY768" fmla="*/ 2421457 h 6858000"/>
              <a:gd name="connsiteX769" fmla="*/ 1359703 w 7467600"/>
              <a:gd name="connsiteY769" fmla="*/ 2578554 h 6858000"/>
              <a:gd name="connsiteX770" fmla="*/ 1359422 w 7467600"/>
              <a:gd name="connsiteY770" fmla="*/ 2577994 h 6858000"/>
              <a:gd name="connsiteX771" fmla="*/ 828701 w 7467600"/>
              <a:gd name="connsiteY771" fmla="*/ 1839520 h 6858000"/>
              <a:gd name="connsiteX772" fmla="*/ 494427 w 7467600"/>
              <a:gd name="connsiteY772" fmla="*/ 1092333 h 6858000"/>
              <a:gd name="connsiteX773" fmla="*/ 506322 w 7467600"/>
              <a:gd name="connsiteY773" fmla="*/ 1020997 h 6858000"/>
              <a:gd name="connsiteX774" fmla="*/ 4570198 w 7467600"/>
              <a:gd name="connsiteY774" fmla="*/ 978081 h 6858000"/>
              <a:gd name="connsiteX775" fmla="*/ 4523691 w 7467600"/>
              <a:gd name="connsiteY775" fmla="*/ 1127776 h 6858000"/>
              <a:gd name="connsiteX776" fmla="*/ 4509875 w 7467600"/>
              <a:gd name="connsiteY776" fmla="*/ 1167552 h 6858000"/>
              <a:gd name="connsiteX777" fmla="*/ 4478168 w 7467600"/>
              <a:gd name="connsiteY777" fmla="*/ 1260735 h 6858000"/>
              <a:gd name="connsiteX778" fmla="*/ 4409309 w 7467600"/>
              <a:gd name="connsiteY778" fmla="*/ 1666996 h 6858000"/>
              <a:gd name="connsiteX779" fmla="*/ 4370031 w 7467600"/>
              <a:gd name="connsiteY779" fmla="*/ 1955666 h 6858000"/>
              <a:gd name="connsiteX780" fmla="*/ 4570198 w 7467600"/>
              <a:gd name="connsiteY780" fmla="*/ 978081 h 6858000"/>
              <a:gd name="connsiteX781" fmla="*/ 4557898 w 7467600"/>
              <a:gd name="connsiteY781" fmla="*/ 900011 h 6858000"/>
              <a:gd name="connsiteX782" fmla="*/ 4344840 w 7467600"/>
              <a:gd name="connsiteY782" fmla="*/ 1922038 h 6858000"/>
              <a:gd name="connsiteX783" fmla="*/ 4378710 w 7467600"/>
              <a:gd name="connsiteY783" fmla="*/ 1665516 h 6858000"/>
              <a:gd name="connsiteX784" fmla="*/ 4448798 w 7467600"/>
              <a:gd name="connsiteY784" fmla="*/ 1253024 h 6858000"/>
              <a:gd name="connsiteX785" fmla="*/ 4480315 w 7467600"/>
              <a:gd name="connsiteY785" fmla="*/ 1158454 h 6858000"/>
              <a:gd name="connsiteX786" fmla="*/ 4494133 w 7467600"/>
              <a:gd name="connsiteY786" fmla="*/ 1118676 h 6858000"/>
              <a:gd name="connsiteX787" fmla="*/ 4557898 w 7467600"/>
              <a:gd name="connsiteY787" fmla="*/ 900011 h 6858000"/>
              <a:gd name="connsiteX788" fmla="*/ 5870151 w 7467600"/>
              <a:gd name="connsiteY788" fmla="*/ 898890 h 6858000"/>
              <a:gd name="connsiteX789" fmla="*/ 5861335 w 7467600"/>
              <a:gd name="connsiteY789" fmla="*/ 899177 h 6858000"/>
              <a:gd name="connsiteX790" fmla="*/ 5843702 w 7467600"/>
              <a:gd name="connsiteY790" fmla="*/ 899748 h 6858000"/>
              <a:gd name="connsiteX791" fmla="*/ 5651107 w 7467600"/>
              <a:gd name="connsiteY791" fmla="*/ 920306 h 6858000"/>
              <a:gd name="connsiteX792" fmla="*/ 5459407 w 7467600"/>
              <a:gd name="connsiteY792" fmla="*/ 940975 h 6858000"/>
              <a:gd name="connsiteX793" fmla="*/ 5374846 w 7467600"/>
              <a:gd name="connsiteY793" fmla="*/ 941988 h 6858000"/>
              <a:gd name="connsiteX794" fmla="*/ 5256105 w 7467600"/>
              <a:gd name="connsiteY794" fmla="*/ 945632 h 6858000"/>
              <a:gd name="connsiteX795" fmla="*/ 5107071 w 7467600"/>
              <a:gd name="connsiteY795" fmla="*/ 969720 h 6858000"/>
              <a:gd name="connsiteX796" fmla="*/ 4998681 w 7467600"/>
              <a:gd name="connsiteY796" fmla="*/ 988771 h 6858000"/>
              <a:gd name="connsiteX797" fmla="*/ 5870151 w 7467600"/>
              <a:gd name="connsiteY797" fmla="*/ 898890 h 6858000"/>
              <a:gd name="connsiteX798" fmla="*/ 5504425 w 7467600"/>
              <a:gd name="connsiteY798" fmla="*/ 848067 h 6858000"/>
              <a:gd name="connsiteX799" fmla="*/ 4968849 w 7467600"/>
              <a:gd name="connsiteY799" fmla="*/ 962318 h 6858000"/>
              <a:gd name="connsiteX800" fmla="*/ 5104039 w 7467600"/>
              <a:gd name="connsiteY800" fmla="*/ 940634 h 6858000"/>
              <a:gd name="connsiteX801" fmla="*/ 5256311 w 7467600"/>
              <a:gd name="connsiteY801" fmla="*/ 916490 h 6858000"/>
              <a:gd name="connsiteX802" fmla="*/ 5377381 w 7467600"/>
              <a:gd name="connsiteY802" fmla="*/ 912671 h 6858000"/>
              <a:gd name="connsiteX803" fmla="*/ 5460148 w 7467600"/>
              <a:gd name="connsiteY803" fmla="*/ 911442 h 6858000"/>
              <a:gd name="connsiteX804" fmla="*/ 5648971 w 7467600"/>
              <a:gd name="connsiteY804" fmla="*/ 891331 h 6858000"/>
              <a:gd name="connsiteX805" fmla="*/ 5844807 w 7467600"/>
              <a:gd name="connsiteY805" fmla="*/ 870718 h 6858000"/>
              <a:gd name="connsiteX806" fmla="*/ 5862975 w 7467600"/>
              <a:gd name="connsiteY806" fmla="*/ 869756 h 6858000"/>
              <a:gd name="connsiteX807" fmla="*/ 5920887 w 7467600"/>
              <a:gd name="connsiteY807" fmla="*/ 865929 h 6858000"/>
              <a:gd name="connsiteX808" fmla="*/ 5504425 w 7467600"/>
              <a:gd name="connsiteY808" fmla="*/ 848067 h 6858000"/>
              <a:gd name="connsiteX809" fmla="*/ 3607114 w 7467600"/>
              <a:gd name="connsiteY809" fmla="*/ 467441 h 6858000"/>
              <a:gd name="connsiteX810" fmla="*/ 3296242 w 7467600"/>
              <a:gd name="connsiteY810" fmla="*/ 807991 h 6858000"/>
              <a:gd name="connsiteX811" fmla="*/ 3174674 w 7467600"/>
              <a:gd name="connsiteY811" fmla="*/ 919759 h 6858000"/>
              <a:gd name="connsiteX812" fmla="*/ 3042978 w 7467600"/>
              <a:gd name="connsiteY812" fmla="*/ 1054894 h 6858000"/>
              <a:gd name="connsiteX813" fmla="*/ 2968914 w 7467600"/>
              <a:gd name="connsiteY813" fmla="*/ 1133756 h 6858000"/>
              <a:gd name="connsiteX814" fmla="*/ 3103823 w 7467600"/>
              <a:gd name="connsiteY814" fmla="*/ 1026814 h 6858000"/>
              <a:gd name="connsiteX815" fmla="*/ 3607114 w 7467600"/>
              <a:gd name="connsiteY815" fmla="*/ 467441 h 6858000"/>
              <a:gd name="connsiteX816" fmla="*/ 3744487 w 7467600"/>
              <a:gd name="connsiteY816" fmla="*/ 383136 h 6858000"/>
              <a:gd name="connsiteX817" fmla="*/ 3970213 w 7467600"/>
              <a:gd name="connsiteY817" fmla="*/ 995559 h 6858000"/>
              <a:gd name="connsiteX818" fmla="*/ 3744487 w 7467600"/>
              <a:gd name="connsiteY818" fmla="*/ 383136 h 6858000"/>
              <a:gd name="connsiteX819" fmla="*/ 3624562 w 7467600"/>
              <a:gd name="connsiteY819" fmla="*/ 367041 h 6858000"/>
              <a:gd name="connsiteX820" fmla="*/ 3489712 w 7467600"/>
              <a:gd name="connsiteY820" fmla="*/ 485386 h 6858000"/>
              <a:gd name="connsiteX821" fmla="*/ 3182994 w 7467600"/>
              <a:gd name="connsiteY821" fmla="*/ 828265 h 6858000"/>
              <a:gd name="connsiteX822" fmla="*/ 2892114 w 7467600"/>
              <a:gd name="connsiteY822" fmla="*/ 1172635 h 6858000"/>
              <a:gd name="connsiteX823" fmla="*/ 3021459 w 7467600"/>
              <a:gd name="connsiteY823" fmla="*/ 1035385 h 6858000"/>
              <a:gd name="connsiteX824" fmla="*/ 3153873 w 7467600"/>
              <a:gd name="connsiteY824" fmla="*/ 898971 h 6858000"/>
              <a:gd name="connsiteX825" fmla="*/ 3276511 w 7467600"/>
              <a:gd name="connsiteY825" fmla="*/ 786423 h 6858000"/>
              <a:gd name="connsiteX826" fmla="*/ 3584154 w 7467600"/>
              <a:gd name="connsiteY826" fmla="*/ 448218 h 6858000"/>
              <a:gd name="connsiteX827" fmla="*/ 3624562 w 7467600"/>
              <a:gd name="connsiteY827" fmla="*/ 367041 h 6858000"/>
              <a:gd name="connsiteX828" fmla="*/ 3766672 w 7467600"/>
              <a:gd name="connsiteY828" fmla="*/ 359429 h 6858000"/>
              <a:gd name="connsiteX829" fmla="*/ 3996338 w 7467600"/>
              <a:gd name="connsiteY829" fmla="*/ 968237 h 6858000"/>
              <a:gd name="connsiteX830" fmla="*/ 3766672 w 7467600"/>
              <a:gd name="connsiteY830" fmla="*/ 359429 h 6858000"/>
              <a:gd name="connsiteX831" fmla="*/ 5805386 w 7467600"/>
              <a:gd name="connsiteY831" fmla="*/ 239240 h 6858000"/>
              <a:gd name="connsiteX832" fmla="*/ 5736947 w 7467600"/>
              <a:gd name="connsiteY832" fmla="*/ 261367 h 6858000"/>
              <a:gd name="connsiteX833" fmla="*/ 5427012 w 7467600"/>
              <a:gd name="connsiteY833" fmla="*/ 311272 h 6858000"/>
              <a:gd name="connsiteX834" fmla="*/ 5147818 w 7467600"/>
              <a:gd name="connsiteY834" fmla="*/ 322112 h 6858000"/>
              <a:gd name="connsiteX835" fmla="*/ 5060854 w 7467600"/>
              <a:gd name="connsiteY835" fmla="*/ 311882 h 6858000"/>
              <a:gd name="connsiteX836" fmla="*/ 4945989 w 7467600"/>
              <a:gd name="connsiteY836" fmla="*/ 300516 h 6858000"/>
              <a:gd name="connsiteX837" fmla="*/ 5410479 w 7467600"/>
              <a:gd name="connsiteY837" fmla="*/ 348434 h 6858000"/>
              <a:gd name="connsiteX838" fmla="*/ 5805386 w 7467600"/>
              <a:gd name="connsiteY838" fmla="*/ 239240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882765 w 7467600"/>
              <a:gd name="connsiteY918" fmla="*/ 0 h 6858000"/>
              <a:gd name="connsiteX919" fmla="*/ 3721337 w 7467600"/>
              <a:gd name="connsiteY919" fmla="*/ 0 h 6858000"/>
              <a:gd name="connsiteX920" fmla="*/ 3797544 w 7467600"/>
              <a:gd name="connsiteY920" fmla="*/ 0 h 6858000"/>
              <a:gd name="connsiteX921" fmla="*/ 3775734 w 7467600"/>
              <a:gd name="connsiteY921" fmla="*/ 95131 h 6858000"/>
              <a:gd name="connsiteX922" fmla="*/ 3724807 w 7467600"/>
              <a:gd name="connsiteY922" fmla="*/ 272257 h 6858000"/>
              <a:gd name="connsiteX923" fmla="*/ 3726844 w 7467600"/>
              <a:gd name="connsiteY923" fmla="*/ 282988 h 6858000"/>
              <a:gd name="connsiteX924" fmla="*/ 3742664 w 7467600"/>
              <a:gd name="connsiteY924" fmla="*/ 279918 h 6858000"/>
              <a:gd name="connsiteX925" fmla="*/ 4103910 w 7467600"/>
              <a:gd name="connsiteY925" fmla="*/ 1161917 h 6858000"/>
              <a:gd name="connsiteX926" fmla="*/ 4020269 w 7467600"/>
              <a:gd name="connsiteY926" fmla="*/ 1200406 h 6858000"/>
              <a:gd name="connsiteX927" fmla="*/ 3674882 w 7467600"/>
              <a:gd name="connsiteY927" fmla="*/ 488524 h 6858000"/>
              <a:gd name="connsiteX928" fmla="*/ 3132682 w 7467600"/>
              <a:gd name="connsiteY928" fmla="*/ 1072284 h 6858000"/>
              <a:gd name="connsiteX929" fmla="*/ 2716346 w 7467600"/>
              <a:gd name="connsiteY929" fmla="*/ 1276376 h 6858000"/>
              <a:gd name="connsiteX930" fmla="*/ 2716772 w 7467600"/>
              <a:gd name="connsiteY930" fmla="*/ 1255462 h 6858000"/>
              <a:gd name="connsiteX931" fmla="*/ 3471096 w 7467600"/>
              <a:gd name="connsiteY931" fmla="*/ 437072 h 6858000"/>
              <a:gd name="connsiteX932" fmla="*/ 3639057 w 7467600"/>
              <a:gd name="connsiteY932" fmla="*/ 286334 h 6858000"/>
              <a:gd name="connsiteX933" fmla="*/ 3640309 w 7467600"/>
              <a:gd name="connsiteY933" fmla="*/ 284664 h 6858000"/>
              <a:gd name="connsiteX934" fmla="*/ 3646022 w 7467600"/>
              <a:gd name="connsiteY934" fmla="*/ 276711 h 6858000"/>
              <a:gd name="connsiteX935" fmla="*/ 3707943 w 7467600"/>
              <a:gd name="connsiteY935" fmla="*/ 65958 h 6858000"/>
              <a:gd name="connsiteX936" fmla="*/ 3721337 w 7467600"/>
              <a:gd name="connsiteY936" fmla="*/ 0 h 6858000"/>
              <a:gd name="connsiteX937" fmla="*/ 2867960 w 7467600"/>
              <a:gd name="connsiteY937" fmla="*/ 0 h 6858000"/>
              <a:gd name="connsiteX938" fmla="*/ 2926351 w 7467600"/>
              <a:gd name="connsiteY938" fmla="*/ 0 h 6858000"/>
              <a:gd name="connsiteX939" fmla="*/ 2902823 w 7467600"/>
              <a:gd name="connsiteY939" fmla="*/ 262929 h 6858000"/>
              <a:gd name="connsiteX940" fmla="*/ 2940663 w 7467600"/>
              <a:gd name="connsiteY940" fmla="*/ 140884 h 6858000"/>
              <a:gd name="connsiteX941" fmla="*/ 2947039 w 7467600"/>
              <a:gd name="connsiteY941" fmla="*/ 122524 h 6858000"/>
              <a:gd name="connsiteX942" fmla="*/ 2984316 w 7467600"/>
              <a:gd name="connsiteY942" fmla="*/ 0 h 6858000"/>
              <a:gd name="connsiteX943" fmla="*/ 3016114 w 7467600"/>
              <a:gd name="connsiteY943" fmla="*/ 0 h 6858000"/>
              <a:gd name="connsiteX944" fmla="*/ 2979949 w 7467600"/>
              <a:gd name="connsiteY944" fmla="*/ 119274 h 6858000"/>
              <a:gd name="connsiteX945" fmla="*/ 3023879 w 7467600"/>
              <a:gd name="connsiteY945" fmla="*/ 0 h 6858000"/>
              <a:gd name="connsiteX946" fmla="*/ 3105400 w 7467600"/>
              <a:gd name="connsiteY946" fmla="*/ 0 h 6858000"/>
              <a:gd name="connsiteX947" fmla="*/ 3094669 w 7467600"/>
              <a:gd name="connsiteY947" fmla="*/ 30308 h 6858000"/>
              <a:gd name="connsiteX948" fmla="*/ 2901945 w 7467600"/>
              <a:gd name="connsiteY948" fmla="*/ 466538 h 6858000"/>
              <a:gd name="connsiteX949" fmla="*/ 2815209 w 7467600"/>
              <a:gd name="connsiteY949" fmla="*/ 497361 h 6858000"/>
              <a:gd name="connsiteX950" fmla="*/ 2844845 w 7467600"/>
              <a:gd name="connsiteY950" fmla="*/ 127638 h 6858000"/>
              <a:gd name="connsiteX951" fmla="*/ 2867960 w 7467600"/>
              <a:gd name="connsiteY951" fmla="*/ 0 h 6858000"/>
              <a:gd name="connsiteX952" fmla="*/ 1057230 w 7467600"/>
              <a:gd name="connsiteY952" fmla="*/ 0 h 6858000"/>
              <a:gd name="connsiteX953" fmla="*/ 1111003 w 7467600"/>
              <a:gd name="connsiteY953" fmla="*/ 0 h 6858000"/>
              <a:gd name="connsiteX954" fmla="*/ 1125553 w 7467600"/>
              <a:gd name="connsiteY954" fmla="*/ 52588 h 6858000"/>
              <a:gd name="connsiteX955" fmla="*/ 1304276 w 7467600"/>
              <a:gd name="connsiteY955" fmla="*/ 476275 h 6858000"/>
              <a:gd name="connsiteX956" fmla="*/ 1492066 w 7467600"/>
              <a:gd name="connsiteY956" fmla="*/ 886333 h 6858000"/>
              <a:gd name="connsiteX957" fmla="*/ 1423698 w 7467600"/>
              <a:gd name="connsiteY957" fmla="*/ 710817 h 6858000"/>
              <a:gd name="connsiteX958" fmla="*/ 1357609 w 7467600"/>
              <a:gd name="connsiteY958" fmla="*/ 532892 h 6858000"/>
              <a:gd name="connsiteX959" fmla="*/ 1309550 w 7467600"/>
              <a:gd name="connsiteY959" fmla="*/ 374031 h 6858000"/>
              <a:gd name="connsiteX960" fmla="*/ 1193673 w 7467600"/>
              <a:gd name="connsiteY960" fmla="*/ 49533 h 6858000"/>
              <a:gd name="connsiteX961" fmla="*/ 1164391 w 7467600"/>
              <a:gd name="connsiteY961" fmla="*/ 0 h 6858000"/>
              <a:gd name="connsiteX962" fmla="*/ 1200666 w 7467600"/>
              <a:gd name="connsiteY962" fmla="*/ 0 h 6858000"/>
              <a:gd name="connsiteX963" fmla="*/ 1223408 w 7467600"/>
              <a:gd name="connsiteY963" fmla="*/ 38996 h 6858000"/>
              <a:gd name="connsiteX964" fmla="*/ 1339635 w 7467600"/>
              <a:gd name="connsiteY964" fmla="*/ 365517 h 6858000"/>
              <a:gd name="connsiteX965" fmla="*/ 1387469 w 7467600"/>
              <a:gd name="connsiteY965" fmla="*/ 523079 h 6858000"/>
              <a:gd name="connsiteX966" fmla="*/ 1452685 w 7467600"/>
              <a:gd name="connsiteY966" fmla="*/ 699806 h 6858000"/>
              <a:gd name="connsiteX967" fmla="*/ 1492092 w 7467600"/>
              <a:gd name="connsiteY967" fmla="*/ 800424 h 6858000"/>
              <a:gd name="connsiteX968" fmla="*/ 1455302 w 7467600"/>
              <a:gd name="connsiteY968" fmla="*/ 632913 h 6858000"/>
              <a:gd name="connsiteX969" fmla="*/ 1222336 w 7467600"/>
              <a:gd name="connsiteY969" fmla="*/ 9480 h 6858000"/>
              <a:gd name="connsiteX970" fmla="*/ 1214634 w 7467600"/>
              <a:gd name="connsiteY970" fmla="*/ 0 h 6858000"/>
              <a:gd name="connsiteX971" fmla="*/ 1289827 w 7467600"/>
              <a:gd name="connsiteY971" fmla="*/ 0 h 6858000"/>
              <a:gd name="connsiteX972" fmla="*/ 1321076 w 7467600"/>
              <a:gd name="connsiteY972" fmla="*/ 59722 h 6858000"/>
              <a:gd name="connsiteX973" fmla="*/ 1512579 w 7467600"/>
              <a:gd name="connsiteY973" fmla="*/ 626441 h 6858000"/>
              <a:gd name="connsiteX974" fmla="*/ 1506076 w 7467600"/>
              <a:gd name="connsiteY974" fmla="*/ 1089289 h 6858000"/>
              <a:gd name="connsiteX975" fmla="*/ 1486346 w 7467600"/>
              <a:gd name="connsiteY975" fmla="*/ 1079919 h 6858000"/>
              <a:gd name="connsiteX976" fmla="*/ 1070511 w 7467600"/>
              <a:gd name="connsiteY976" fmla="*/ 48609 h 6858000"/>
              <a:gd name="connsiteX977" fmla="*/ 1057230 w 7467600"/>
              <a:gd name="connsiteY977" fmla="*/ 0 h 6858000"/>
              <a:gd name="connsiteX978" fmla="*/ 43151 w 7467600"/>
              <a:gd name="connsiteY978" fmla="*/ 0 h 6858000"/>
              <a:gd name="connsiteX979" fmla="*/ 95283 w 7467600"/>
              <a:gd name="connsiteY979" fmla="*/ 0 h 6858000"/>
              <a:gd name="connsiteX980" fmla="*/ 300708 w 7467600"/>
              <a:gd name="connsiteY980" fmla="*/ 154571 h 6858000"/>
              <a:gd name="connsiteX981" fmla="*/ 530414 w 7467600"/>
              <a:gd name="connsiteY981" fmla="*/ 354673 h 6858000"/>
              <a:gd name="connsiteX982" fmla="*/ 333785 w 7467600"/>
              <a:gd name="connsiteY982" fmla="*/ 161564 h 6858000"/>
              <a:gd name="connsiteX983" fmla="*/ 147005 w 7467600"/>
              <a:gd name="connsiteY983" fmla="*/ 0 h 6858000"/>
              <a:gd name="connsiteX984" fmla="*/ 272509 w 7467600"/>
              <a:gd name="connsiteY984" fmla="*/ 0 h 6858000"/>
              <a:gd name="connsiteX985" fmla="*/ 326276 w 7467600"/>
              <a:gd name="connsiteY985" fmla="*/ 45847 h 6858000"/>
              <a:gd name="connsiteX986" fmla="*/ 823759 w 7467600"/>
              <a:gd name="connsiteY986" fmla="*/ 574145 h 6858000"/>
              <a:gd name="connsiteX987" fmla="*/ 811254 w 7467600"/>
              <a:gd name="connsiteY987" fmla="*/ 665546 h 6858000"/>
              <a:gd name="connsiteX988" fmla="*/ 154042 w 7467600"/>
              <a:gd name="connsiteY988" fmla="*/ 261522 h 6858000"/>
              <a:gd name="connsiteX989" fmla="*/ 13550 w 7467600"/>
              <a:gd name="connsiteY989" fmla="*/ 158423 h 6858000"/>
              <a:gd name="connsiteX990" fmla="*/ 0 w 7467600"/>
              <a:gd name="connsiteY990" fmla="*/ 146618 h 6858000"/>
              <a:gd name="connsiteX991" fmla="*/ 0 w 7467600"/>
              <a:gd name="connsiteY991" fmla="*/ 59161 h 6858000"/>
              <a:gd name="connsiteX992" fmla="*/ 45427 w 7467600"/>
              <a:gd name="connsiteY992" fmla="*/ 101078 h 6858000"/>
              <a:gd name="connsiteX993" fmla="*/ 630103 w 7467600"/>
              <a:gd name="connsiteY993" fmla="*/ 485885 h 6858000"/>
              <a:gd name="connsiteX994" fmla="*/ 532040 w 7467600"/>
              <a:gd name="connsiteY994" fmla="*/ 399359 h 6858000"/>
              <a:gd name="connsiteX995" fmla="*/ 517618 w 7467600"/>
              <a:gd name="connsiteY995" fmla="*/ 385726 h 6858000"/>
              <a:gd name="connsiteX996" fmla="*/ 285074 w 7467600"/>
              <a:gd name="connsiteY996" fmla="*/ 182755 h 6858000"/>
              <a:gd name="connsiteX997" fmla="*/ 43151 w 7467600"/>
              <a:gd name="connsiteY99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53035 w 7467600"/>
              <a:gd name="connsiteY127" fmla="*/ 519731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1903353 w 7467600"/>
              <a:gd name="connsiteY141" fmla="*/ 5044827 h 6858000"/>
              <a:gd name="connsiteX142" fmla="*/ 1936931 w 7467600"/>
              <a:gd name="connsiteY142" fmla="*/ 5093954 h 6858000"/>
              <a:gd name="connsiteX143" fmla="*/ 2195868 w 7467600"/>
              <a:gd name="connsiteY143" fmla="*/ 5396574 h 6858000"/>
              <a:gd name="connsiteX144" fmla="*/ 2088852 w 7467600"/>
              <a:gd name="connsiteY144" fmla="*/ 5166123 h 6858000"/>
              <a:gd name="connsiteX145" fmla="*/ 1958241 w 7467600"/>
              <a:gd name="connsiteY145" fmla="*/ 5067955 h 6858000"/>
              <a:gd name="connsiteX146" fmla="*/ 1903353 w 7467600"/>
              <a:gd name="connsiteY146" fmla="*/ 5044827 h 6858000"/>
              <a:gd name="connsiteX147" fmla="*/ 1979378 w 7467600"/>
              <a:gd name="connsiteY147" fmla="*/ 4769504 h 6858000"/>
              <a:gd name="connsiteX148" fmla="*/ 2882120 w 7467600"/>
              <a:gd name="connsiteY148" fmla="*/ 5064547 h 6858000"/>
              <a:gd name="connsiteX149" fmla="*/ 2793103 w 7467600"/>
              <a:gd name="connsiteY149" fmla="*/ 5039699 h 6858000"/>
              <a:gd name="connsiteX150" fmla="*/ 2770041 w 7467600"/>
              <a:gd name="connsiteY150" fmla="*/ 5033634 h 6858000"/>
              <a:gd name="connsiteX151" fmla="*/ 1979378 w 7467600"/>
              <a:gd name="connsiteY151" fmla="*/ 4769504 h 6858000"/>
              <a:gd name="connsiteX152" fmla="*/ 1927410 w 7467600"/>
              <a:gd name="connsiteY152" fmla="*/ 4716164 h 6858000"/>
              <a:gd name="connsiteX153" fmla="*/ 1959587 w 7467600"/>
              <a:gd name="connsiteY153" fmla="*/ 4728849 h 6858000"/>
              <a:gd name="connsiteX154" fmla="*/ 2777707 w 7467600"/>
              <a:gd name="connsiteY154" fmla="*/ 5003991 h 6858000"/>
              <a:gd name="connsiteX155" fmla="*/ 2800768 w 7467600"/>
              <a:gd name="connsiteY155" fmla="*/ 5010056 h 6858000"/>
              <a:gd name="connsiteX156" fmla="*/ 2879408 w 7467600"/>
              <a:gd name="connsiteY156" fmla="*/ 5031590 h 6858000"/>
              <a:gd name="connsiteX157" fmla="*/ 2862295 w 7467600"/>
              <a:gd name="connsiteY157" fmla="*/ 5022958 h 6858000"/>
              <a:gd name="connsiteX158" fmla="*/ 2813343 w 7467600"/>
              <a:gd name="connsiteY158" fmla="*/ 4998369 h 6858000"/>
              <a:gd name="connsiteX159" fmla="*/ 2646245 w 7467600"/>
              <a:gd name="connsiteY159" fmla="*/ 4930999 h 6858000"/>
              <a:gd name="connsiteX160" fmla="*/ 1999243 w 7467600"/>
              <a:gd name="connsiteY160" fmla="*/ 4730524 h 6858000"/>
              <a:gd name="connsiteX161" fmla="*/ 1979527 w 7467600"/>
              <a:gd name="connsiteY161" fmla="*/ 4726651 h 6858000"/>
              <a:gd name="connsiteX162" fmla="*/ 1927410 w 7467600"/>
              <a:gd name="connsiteY162" fmla="*/ 4716164 h 6858000"/>
              <a:gd name="connsiteX163" fmla="*/ 1997014 w 7467600"/>
              <a:gd name="connsiteY163" fmla="*/ 4698007 h 6858000"/>
              <a:gd name="connsiteX164" fmla="*/ 2005458 w 7467600"/>
              <a:gd name="connsiteY164" fmla="*/ 4699540 h 6858000"/>
              <a:gd name="connsiteX165" fmla="*/ 2657186 w 7467600"/>
              <a:gd name="connsiteY165" fmla="*/ 4901687 h 6858000"/>
              <a:gd name="connsiteX166" fmla="*/ 2826662 w 7467600"/>
              <a:gd name="connsiteY166" fmla="*/ 4970362 h 6858000"/>
              <a:gd name="connsiteX167" fmla="*/ 2876100 w 7467600"/>
              <a:gd name="connsiteY167" fmla="*/ 4995397 h 6858000"/>
              <a:gd name="connsiteX168" fmla="*/ 3042600 w 7467600"/>
              <a:gd name="connsiteY168" fmla="*/ 5059532 h 6858000"/>
              <a:gd name="connsiteX169" fmla="*/ 1997014 w 7467600"/>
              <a:gd name="connsiteY169" fmla="*/ 4698007 h 6858000"/>
              <a:gd name="connsiteX170" fmla="*/ 2305292 w 7467600"/>
              <a:gd name="connsiteY170" fmla="*/ 4219492 h 6858000"/>
              <a:gd name="connsiteX171" fmla="*/ 3360922 w 7467600"/>
              <a:gd name="connsiteY171" fmla="*/ 4529373 h 6858000"/>
              <a:gd name="connsiteX172" fmla="*/ 3492420 w 7467600"/>
              <a:gd name="connsiteY172" fmla="*/ 4510145 h 6858000"/>
              <a:gd name="connsiteX173" fmla="*/ 3364086 w 7467600"/>
              <a:gd name="connsiteY173" fmla="*/ 4480340 h 6858000"/>
              <a:gd name="connsiteX174" fmla="*/ 3225818 w 7467600"/>
              <a:gd name="connsiteY174" fmla="*/ 4411822 h 6858000"/>
              <a:gd name="connsiteX175" fmla="*/ 3129696 w 7467600"/>
              <a:gd name="connsiteY175" fmla="*/ 4360704 h 6858000"/>
              <a:gd name="connsiteX176" fmla="*/ 2814545 w 7467600"/>
              <a:gd name="connsiteY176" fmla="*/ 4282955 h 6858000"/>
              <a:gd name="connsiteX177" fmla="*/ 2305292 w 7467600"/>
              <a:gd name="connsiteY177" fmla="*/ 4219492 h 6858000"/>
              <a:gd name="connsiteX178" fmla="*/ 2626982 w 7467600"/>
              <a:gd name="connsiteY178" fmla="*/ 4206450 h 6858000"/>
              <a:gd name="connsiteX179" fmla="*/ 2490617 w 7467600"/>
              <a:gd name="connsiteY179" fmla="*/ 4206951 h 6858000"/>
              <a:gd name="connsiteX180" fmla="*/ 2819869 w 7467600"/>
              <a:gd name="connsiteY180" fmla="*/ 4252936 h 6858000"/>
              <a:gd name="connsiteX181" fmla="*/ 3143018 w 7467600"/>
              <a:gd name="connsiteY181" fmla="*/ 4332698 h 6858000"/>
              <a:gd name="connsiteX182" fmla="*/ 3241520 w 7467600"/>
              <a:gd name="connsiteY182" fmla="*/ 4385112 h 6858000"/>
              <a:gd name="connsiteX183" fmla="*/ 3374575 w 7467600"/>
              <a:gd name="connsiteY183" fmla="*/ 4451517 h 6858000"/>
              <a:gd name="connsiteX184" fmla="*/ 3505221 w 7467600"/>
              <a:gd name="connsiteY184" fmla="*/ 4480757 h 6858000"/>
              <a:gd name="connsiteX185" fmla="*/ 2626982 w 7467600"/>
              <a:gd name="connsiteY185" fmla="*/ 4206450 h 6858000"/>
              <a:gd name="connsiteX186" fmla="*/ 1310106 w 7467600"/>
              <a:gd name="connsiteY186" fmla="*/ 3943217 h 6858000"/>
              <a:gd name="connsiteX187" fmla="*/ 854994 w 7467600"/>
              <a:gd name="connsiteY187" fmla="*/ 4399136 h 6858000"/>
              <a:gd name="connsiteX188" fmla="*/ 742462 w 7467600"/>
              <a:gd name="connsiteY188" fmla="*/ 4594648 h 6858000"/>
              <a:gd name="connsiteX189" fmla="*/ 820602 w 7467600"/>
              <a:gd name="connsiteY189" fmla="*/ 4485915 h 6858000"/>
              <a:gd name="connsiteX190" fmla="*/ 878295 w 7467600"/>
              <a:gd name="connsiteY190" fmla="*/ 4403594 h 6858000"/>
              <a:gd name="connsiteX191" fmla="*/ 1240607 w 7467600"/>
              <a:gd name="connsiteY191" fmla="*/ 4010401 h 6858000"/>
              <a:gd name="connsiteX192" fmla="*/ 1310106 w 7467600"/>
              <a:gd name="connsiteY192" fmla="*/ 3943217 h 6858000"/>
              <a:gd name="connsiteX193" fmla="*/ 1423113 w 7467600"/>
              <a:gd name="connsiteY193" fmla="*/ 3874565 h 6858000"/>
              <a:gd name="connsiteX194" fmla="*/ 1260565 w 7467600"/>
              <a:gd name="connsiteY194" fmla="*/ 4031982 h 6858000"/>
              <a:gd name="connsiteX195" fmla="*/ 901900 w 7467600"/>
              <a:gd name="connsiteY195" fmla="*/ 4421236 h 6858000"/>
              <a:gd name="connsiteX196" fmla="*/ 845044 w 7467600"/>
              <a:gd name="connsiteY196" fmla="*/ 4502436 h 6858000"/>
              <a:gd name="connsiteX197" fmla="*/ 685926 w 7467600"/>
              <a:gd name="connsiteY197" fmla="*/ 4703069 h 6858000"/>
              <a:gd name="connsiteX198" fmla="*/ 684248 w 7467600"/>
              <a:gd name="connsiteY198" fmla="*/ 4706721 h 6858000"/>
              <a:gd name="connsiteX199" fmla="*/ 1423113 w 7467600"/>
              <a:gd name="connsiteY199" fmla="*/ 3874565 h 6858000"/>
              <a:gd name="connsiteX200" fmla="*/ 3316479 w 7467600"/>
              <a:gd name="connsiteY200" fmla="*/ 3872136 h 6858000"/>
              <a:gd name="connsiteX201" fmla="*/ 3546806 w 7467600"/>
              <a:gd name="connsiteY201" fmla="*/ 4356139 h 6858000"/>
              <a:gd name="connsiteX202" fmla="*/ 3364433 w 7467600"/>
              <a:gd name="connsiteY202" fmla="*/ 3953121 h 6858000"/>
              <a:gd name="connsiteX203" fmla="*/ 3316479 w 7467600"/>
              <a:gd name="connsiteY203" fmla="*/ 3872136 h 6858000"/>
              <a:gd name="connsiteX204" fmla="*/ 3291335 w 7467600"/>
              <a:gd name="connsiteY204" fmla="*/ 3767420 h 6858000"/>
              <a:gd name="connsiteX205" fmla="*/ 3390805 w 7467600"/>
              <a:gd name="connsiteY205" fmla="*/ 3937163 h 6858000"/>
              <a:gd name="connsiteX206" fmla="*/ 3579062 w 7467600"/>
              <a:gd name="connsiteY206" fmla="*/ 4359040 h 6858000"/>
              <a:gd name="connsiteX207" fmla="*/ 3467355 w 7467600"/>
              <a:gd name="connsiteY207" fmla="*/ 3988130 h 6858000"/>
              <a:gd name="connsiteX208" fmla="*/ 3310753 w 7467600"/>
              <a:gd name="connsiteY208" fmla="*/ 3787140 h 6858000"/>
              <a:gd name="connsiteX209" fmla="*/ 3291335 w 7467600"/>
              <a:gd name="connsiteY209" fmla="*/ 3767420 h 6858000"/>
              <a:gd name="connsiteX210" fmla="*/ 1635889 w 7467600"/>
              <a:gd name="connsiteY210" fmla="*/ 3709494 h 6858000"/>
              <a:gd name="connsiteX211" fmla="*/ 1634800 w 7467600"/>
              <a:gd name="connsiteY211" fmla="*/ 3731111 h 6858000"/>
              <a:gd name="connsiteX212" fmla="*/ 1635889 w 7467600"/>
              <a:gd name="connsiteY212" fmla="*/ 3709494 h 6858000"/>
              <a:gd name="connsiteX213" fmla="*/ 1510397 w 7467600"/>
              <a:gd name="connsiteY213" fmla="*/ 3684705 h 6858000"/>
              <a:gd name="connsiteX214" fmla="*/ 1146550 w 7467600"/>
              <a:gd name="connsiteY214" fmla="*/ 3802012 h 6858000"/>
              <a:gd name="connsiteX215" fmla="*/ 698834 w 7467600"/>
              <a:gd name="connsiteY215" fmla="*/ 3952272 h 6858000"/>
              <a:gd name="connsiteX216" fmla="*/ 34256 w 7467600"/>
              <a:gd name="connsiteY216" fmla="*/ 4347603 h 6858000"/>
              <a:gd name="connsiteX217" fmla="*/ 527241 w 7467600"/>
              <a:gd name="connsiteY217" fmla="*/ 4065078 h 6858000"/>
              <a:gd name="connsiteX218" fmla="*/ 1510397 w 7467600"/>
              <a:gd name="connsiteY218" fmla="*/ 3684705 h 6858000"/>
              <a:gd name="connsiteX219" fmla="*/ 1313114 w 7467600"/>
              <a:gd name="connsiteY219" fmla="*/ 3655216 h 6858000"/>
              <a:gd name="connsiteX220" fmla="*/ 1109304 w 7467600"/>
              <a:gd name="connsiteY220" fmla="*/ 3669030 h 6858000"/>
              <a:gd name="connsiteX221" fmla="*/ 8129 w 7467600"/>
              <a:gd name="connsiteY221" fmla="*/ 4330519 h 6858000"/>
              <a:gd name="connsiteX222" fmla="*/ 687572 w 7467600"/>
              <a:gd name="connsiteY222" fmla="*/ 3925629 h 6858000"/>
              <a:gd name="connsiteX223" fmla="*/ 1138365 w 7467600"/>
              <a:gd name="connsiteY223" fmla="*/ 3774515 h 6858000"/>
              <a:gd name="connsiteX224" fmla="*/ 1505579 w 7467600"/>
              <a:gd name="connsiteY224" fmla="*/ 3655526 h 6858000"/>
              <a:gd name="connsiteX225" fmla="*/ 1313114 w 7467600"/>
              <a:gd name="connsiteY225" fmla="*/ 3655216 h 6858000"/>
              <a:gd name="connsiteX226" fmla="*/ 3655073 w 7467600"/>
              <a:gd name="connsiteY226" fmla="*/ 3650884 h 6858000"/>
              <a:gd name="connsiteX227" fmla="*/ 3989938 w 7467600"/>
              <a:gd name="connsiteY227" fmla="*/ 3991685 h 6858000"/>
              <a:gd name="connsiteX228" fmla="*/ 4393907 w 7467600"/>
              <a:gd name="connsiteY228" fmla="*/ 4261258 h 6858000"/>
              <a:gd name="connsiteX229" fmla="*/ 4648051 w 7467600"/>
              <a:gd name="connsiteY229" fmla="*/ 4374051 h 6858000"/>
              <a:gd name="connsiteX230" fmla="*/ 4383389 w 7467600"/>
              <a:gd name="connsiteY230" fmla="*/ 4184369 h 6858000"/>
              <a:gd name="connsiteX231" fmla="*/ 4165508 w 7467600"/>
              <a:gd name="connsiteY231" fmla="*/ 4035196 h 6858000"/>
              <a:gd name="connsiteX232" fmla="*/ 4068162 w 7467600"/>
              <a:gd name="connsiteY232" fmla="*/ 3953394 h 6858000"/>
              <a:gd name="connsiteX233" fmla="*/ 3981416 w 7467600"/>
              <a:gd name="connsiteY233" fmla="*/ 3880482 h 6858000"/>
              <a:gd name="connsiteX234" fmla="*/ 3800147 w 7467600"/>
              <a:gd name="connsiteY234" fmla="*/ 3749872 h 6858000"/>
              <a:gd name="connsiteX235" fmla="*/ 3655073 w 7467600"/>
              <a:gd name="connsiteY235" fmla="*/ 3650884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5425834 w 7467600"/>
              <a:gd name="connsiteY266" fmla="*/ 3162785 h 6858000"/>
              <a:gd name="connsiteX267" fmla="*/ 1318687 w 7467600"/>
              <a:gd name="connsiteY267" fmla="*/ 3113840 h 6858000"/>
              <a:gd name="connsiteX268" fmla="*/ 1066793 w 7467600"/>
              <a:gd name="connsiteY268" fmla="*/ 3212171 h 6858000"/>
              <a:gd name="connsiteX269" fmla="*/ 993319 w 7467600"/>
              <a:gd name="connsiteY269" fmla="*/ 3247648 h 6858000"/>
              <a:gd name="connsiteX270" fmla="*/ 853081 w 7467600"/>
              <a:gd name="connsiteY270" fmla="*/ 3312410 h 6858000"/>
              <a:gd name="connsiteX271" fmla="*/ 805957 w 7467600"/>
              <a:gd name="connsiteY271" fmla="*/ 3330443 h 6858000"/>
              <a:gd name="connsiteX272" fmla="*/ 1318687 w 7467600"/>
              <a:gd name="connsiteY272" fmla="*/ 3113840 h 6858000"/>
              <a:gd name="connsiteX273" fmla="*/ 5453702 w 7467600"/>
              <a:gd name="connsiteY273" fmla="*/ 3090882 h 6858000"/>
              <a:gd name="connsiteX274" fmla="*/ 5480135 w 7467600"/>
              <a:gd name="connsiteY274" fmla="*/ 3565802 h 6858000"/>
              <a:gd name="connsiteX275" fmla="*/ 5499023 w 7467600"/>
              <a:gd name="connsiteY275" fmla="*/ 4166310 h 6858000"/>
              <a:gd name="connsiteX276" fmla="*/ 5547022 w 7467600"/>
              <a:gd name="connsiteY276" fmla="*/ 3607838 h 6858000"/>
              <a:gd name="connsiteX277" fmla="*/ 5515964 w 7467600"/>
              <a:gd name="connsiteY277" fmla="*/ 3378541 h 6858000"/>
              <a:gd name="connsiteX278" fmla="*/ 5453702 w 7467600"/>
              <a:gd name="connsiteY278" fmla="*/ 3090882 h 6858000"/>
              <a:gd name="connsiteX279" fmla="*/ 1238695 w 7467600"/>
              <a:gd name="connsiteY279" fmla="*/ 3076820 h 6858000"/>
              <a:gd name="connsiteX280" fmla="*/ 716371 w 7467600"/>
              <a:gd name="connsiteY280" fmla="*/ 3293249 h 6858000"/>
              <a:gd name="connsiteX281" fmla="*/ 579522 w 7467600"/>
              <a:gd name="connsiteY281" fmla="*/ 3371759 h 6858000"/>
              <a:gd name="connsiteX282" fmla="*/ 600288 w 7467600"/>
              <a:gd name="connsiteY282" fmla="*/ 3365555 h 6858000"/>
              <a:gd name="connsiteX283" fmla="*/ 840692 w 7467600"/>
              <a:gd name="connsiteY283" fmla="*/ 3284921 h 6858000"/>
              <a:gd name="connsiteX284" fmla="*/ 979248 w 7467600"/>
              <a:gd name="connsiteY284" fmla="*/ 3221003 h 6858000"/>
              <a:gd name="connsiteX285" fmla="*/ 1053282 w 7467600"/>
              <a:gd name="connsiteY285" fmla="*/ 3185247 h 6858000"/>
              <a:gd name="connsiteX286" fmla="*/ 1320603 w 7467600"/>
              <a:gd name="connsiteY286" fmla="*/ 3081281 h 6858000"/>
              <a:gd name="connsiteX287" fmla="*/ 1238695 w 7467600"/>
              <a:gd name="connsiteY287" fmla="*/ 3076820 h 6858000"/>
              <a:gd name="connsiteX288" fmla="*/ 5425627 w 7467600"/>
              <a:gd name="connsiteY288" fmla="*/ 2954192 h 6858000"/>
              <a:gd name="connsiteX289" fmla="*/ 5470770 w 7467600"/>
              <a:gd name="connsiteY289" fmla="*/ 3005435 h 6858000"/>
              <a:gd name="connsiteX290" fmla="*/ 5519779 w 7467600"/>
              <a:gd name="connsiteY290" fmla="*/ 4359223 h 6858000"/>
              <a:gd name="connsiteX291" fmla="*/ 5520293 w 7467600"/>
              <a:gd name="connsiteY291" fmla="*/ 4360602 h 6858000"/>
              <a:gd name="connsiteX292" fmla="*/ 5767221 w 7467600"/>
              <a:gd name="connsiteY292" fmla="*/ 4665564 h 6858000"/>
              <a:gd name="connsiteX293" fmla="*/ 6937169 w 7467600"/>
              <a:gd name="connsiteY293" fmla="*/ 4815941 h 6858000"/>
              <a:gd name="connsiteX294" fmla="*/ 6953922 w 7467600"/>
              <a:gd name="connsiteY294" fmla="*/ 4890068 h 6858000"/>
              <a:gd name="connsiteX295" fmla="*/ 6071359 w 7467600"/>
              <a:gd name="connsiteY295" fmla="*/ 4770770 h 6858000"/>
              <a:gd name="connsiteX296" fmla="*/ 6038839 w 7467600"/>
              <a:gd name="connsiteY296" fmla="*/ 4764474 h 6858000"/>
              <a:gd name="connsiteX297" fmla="*/ 6038706 w 7467600"/>
              <a:gd name="connsiteY297" fmla="*/ 4763847 h 6858000"/>
              <a:gd name="connsiteX298" fmla="*/ 6037784 w 7467600"/>
              <a:gd name="connsiteY298" fmla="*/ 4764270 h 6858000"/>
              <a:gd name="connsiteX299" fmla="*/ 6038839 w 7467600"/>
              <a:gd name="connsiteY299" fmla="*/ 4764474 h 6858000"/>
              <a:gd name="connsiteX300" fmla="*/ 6040338 w 7467600"/>
              <a:gd name="connsiteY300" fmla="*/ 4771418 h 6858000"/>
              <a:gd name="connsiteX301" fmla="*/ 6024488 w 7467600"/>
              <a:gd name="connsiteY301" fmla="*/ 4809903 h 6858000"/>
              <a:gd name="connsiteX302" fmla="*/ 5599771 w 7467600"/>
              <a:gd name="connsiteY302" fmla="*/ 5509652 h 6858000"/>
              <a:gd name="connsiteX303" fmla="*/ 5548843 w 7467600"/>
              <a:gd name="connsiteY303" fmla="*/ 5563845 h 6858000"/>
              <a:gd name="connsiteX304" fmla="*/ 5940952 w 7467600"/>
              <a:gd name="connsiteY304" fmla="*/ 6250028 h 6858000"/>
              <a:gd name="connsiteX305" fmla="*/ 6043441 w 7467600"/>
              <a:gd name="connsiteY305" fmla="*/ 6665847 h 6858000"/>
              <a:gd name="connsiteX306" fmla="*/ 6093432 w 7467600"/>
              <a:gd name="connsiteY306" fmla="*/ 6858000 h 6858000"/>
              <a:gd name="connsiteX307" fmla="*/ 6034344 w 7467600"/>
              <a:gd name="connsiteY307" fmla="*/ 6858000 h 6858000"/>
              <a:gd name="connsiteX308" fmla="*/ 6026679 w 7467600"/>
              <a:gd name="connsiteY308" fmla="*/ 6836959 h 6858000"/>
              <a:gd name="connsiteX309" fmla="*/ 5800441 w 7467600"/>
              <a:gd name="connsiteY309" fmla="*/ 6335286 h 6858000"/>
              <a:gd name="connsiteX310" fmla="*/ 5526562 w 7467600"/>
              <a:gd name="connsiteY310" fmla="*/ 5705388 h 6858000"/>
              <a:gd name="connsiteX311" fmla="*/ 5519640 w 7467600"/>
              <a:gd name="connsiteY311" fmla="*/ 5683774 h 6858000"/>
              <a:gd name="connsiteX312" fmla="*/ 5844559 w 7467600"/>
              <a:gd name="connsiteY312" fmla="*/ 6553349 h 6858000"/>
              <a:gd name="connsiteX313" fmla="*/ 5975994 w 7467600"/>
              <a:gd name="connsiteY313" fmla="*/ 6858000 h 6858000"/>
              <a:gd name="connsiteX314" fmla="*/ 5898547 w 7467600"/>
              <a:gd name="connsiteY314" fmla="*/ 6858000 h 6858000"/>
              <a:gd name="connsiteX315" fmla="*/ 5682041 w 7467600"/>
              <a:gd name="connsiteY315" fmla="*/ 6355860 h 6858000"/>
              <a:gd name="connsiteX316" fmla="*/ 5461758 w 7467600"/>
              <a:gd name="connsiteY316" fmla="*/ 5820220 h 6858000"/>
              <a:gd name="connsiteX317" fmla="*/ 5237282 w 7467600"/>
              <a:gd name="connsiteY317" fmla="*/ 6579086 h 6858000"/>
              <a:gd name="connsiteX318" fmla="*/ 5115009 w 7467600"/>
              <a:gd name="connsiteY318" fmla="*/ 6858000 h 6858000"/>
              <a:gd name="connsiteX319" fmla="*/ 5028074 w 7467600"/>
              <a:gd name="connsiteY319" fmla="*/ 6858000 h 6858000"/>
              <a:gd name="connsiteX320" fmla="*/ 5079508 w 7467600"/>
              <a:gd name="connsiteY320" fmla="*/ 6749074 h 6858000"/>
              <a:gd name="connsiteX321" fmla="*/ 5371846 w 7467600"/>
              <a:gd name="connsiteY321" fmla="*/ 5924413 h 6858000"/>
              <a:gd name="connsiteX322" fmla="*/ 5270512 w 7467600"/>
              <a:gd name="connsiteY322" fmla="*/ 6138975 h 6858000"/>
              <a:gd name="connsiteX323" fmla="*/ 5062409 w 7467600"/>
              <a:gd name="connsiteY323" fmla="*/ 6653544 h 6858000"/>
              <a:gd name="connsiteX324" fmla="*/ 5036628 w 7467600"/>
              <a:gd name="connsiteY324" fmla="*/ 6754247 h 6858000"/>
              <a:gd name="connsiteX325" fmla="*/ 5009112 w 7467600"/>
              <a:gd name="connsiteY325" fmla="*/ 6858000 h 6858000"/>
              <a:gd name="connsiteX326" fmla="*/ 4976679 w 7467600"/>
              <a:gd name="connsiteY326" fmla="*/ 6858000 h 6858000"/>
              <a:gd name="connsiteX327" fmla="*/ 5006537 w 7467600"/>
              <a:gd name="connsiteY327" fmla="*/ 6747068 h 6858000"/>
              <a:gd name="connsiteX328" fmla="*/ 5032723 w 7467600"/>
              <a:gd name="connsiteY328" fmla="*/ 6644957 h 6858000"/>
              <a:gd name="connsiteX329" fmla="*/ 5242949 w 7467600"/>
              <a:gd name="connsiteY329" fmla="*/ 6125175 h 6858000"/>
              <a:gd name="connsiteX330" fmla="*/ 5286321 w 7467600"/>
              <a:gd name="connsiteY330" fmla="*/ 6033555 h 6858000"/>
              <a:gd name="connsiteX331" fmla="*/ 5008210 w 7467600"/>
              <a:gd name="connsiteY331" fmla="*/ 6649194 h 6858000"/>
              <a:gd name="connsiteX332" fmla="*/ 4986321 w 7467600"/>
              <a:gd name="connsiteY332" fmla="*/ 6765687 h 6858000"/>
              <a:gd name="connsiteX333" fmla="*/ 4973474 w 7467600"/>
              <a:gd name="connsiteY333" fmla="*/ 6858000 h 6858000"/>
              <a:gd name="connsiteX334" fmla="*/ 4907178 w 7467600"/>
              <a:gd name="connsiteY334" fmla="*/ 6858000 h 6858000"/>
              <a:gd name="connsiteX335" fmla="*/ 4910810 w 7467600"/>
              <a:gd name="connsiteY335" fmla="*/ 6829660 h 6858000"/>
              <a:gd name="connsiteX336" fmla="*/ 4987461 w 7467600"/>
              <a:gd name="connsiteY336" fmla="*/ 6432994 h 6858000"/>
              <a:gd name="connsiteX337" fmla="*/ 5179262 w 7467600"/>
              <a:gd name="connsiteY337" fmla="*/ 6035044 h 6858000"/>
              <a:gd name="connsiteX338" fmla="*/ 4689678 w 7467600"/>
              <a:gd name="connsiteY338" fmla="*/ 6440241 h 6858000"/>
              <a:gd name="connsiteX339" fmla="*/ 4477543 w 7467600"/>
              <a:gd name="connsiteY339" fmla="*/ 6674836 h 6858000"/>
              <a:gd name="connsiteX340" fmla="*/ 4329957 w 7467600"/>
              <a:gd name="connsiteY340" fmla="*/ 6858000 h 6858000"/>
              <a:gd name="connsiteX341" fmla="*/ 4218595 w 7467600"/>
              <a:gd name="connsiteY341" fmla="*/ 6858000 h 6858000"/>
              <a:gd name="connsiteX342" fmla="*/ 4368888 w 7467600"/>
              <a:gd name="connsiteY342" fmla="*/ 6668412 h 6858000"/>
              <a:gd name="connsiteX343" fmla="*/ 4563091 w 7467600"/>
              <a:gd name="connsiteY343" fmla="*/ 6442508 h 6858000"/>
              <a:gd name="connsiteX344" fmla="*/ 5387324 w 7467600"/>
              <a:gd name="connsiteY344" fmla="*/ 5705830 h 6858000"/>
              <a:gd name="connsiteX345" fmla="*/ 5073620 w 7467600"/>
              <a:gd name="connsiteY345" fmla="*/ 5955437 h 6858000"/>
              <a:gd name="connsiteX346" fmla="*/ 4689789 w 7467600"/>
              <a:gd name="connsiteY346" fmla="*/ 6268382 h 6858000"/>
              <a:gd name="connsiteX347" fmla="*/ 4418722 w 7467600"/>
              <a:gd name="connsiteY347" fmla="*/ 6570886 h 6858000"/>
              <a:gd name="connsiteX348" fmla="*/ 4214944 w 7467600"/>
              <a:gd name="connsiteY348" fmla="*/ 6858000 h 6858000"/>
              <a:gd name="connsiteX349" fmla="*/ 4177898 w 7467600"/>
              <a:gd name="connsiteY349" fmla="*/ 6858000 h 6858000"/>
              <a:gd name="connsiteX350" fmla="*/ 4391597 w 7467600"/>
              <a:gd name="connsiteY350" fmla="*/ 6556370 h 6858000"/>
              <a:gd name="connsiteX351" fmla="*/ 4668889 w 7467600"/>
              <a:gd name="connsiteY351" fmla="*/ 6246399 h 6858000"/>
              <a:gd name="connsiteX352" fmla="*/ 5055427 w 7467600"/>
              <a:gd name="connsiteY352" fmla="*/ 5931476 h 6858000"/>
              <a:gd name="connsiteX353" fmla="*/ 5371814 w 7467600"/>
              <a:gd name="connsiteY353" fmla="*/ 5678975 h 6858000"/>
              <a:gd name="connsiteX354" fmla="*/ 4987918 w 7467600"/>
              <a:gd name="connsiteY354" fmla="*/ 5838701 h 6858000"/>
              <a:gd name="connsiteX355" fmla="*/ 4317146 w 7467600"/>
              <a:gd name="connsiteY355" fmla="*/ 6587716 h 6858000"/>
              <a:gd name="connsiteX356" fmla="*/ 4171627 w 7467600"/>
              <a:gd name="connsiteY356" fmla="*/ 6858000 h 6858000"/>
              <a:gd name="connsiteX357" fmla="*/ 4081585 w 7467600"/>
              <a:gd name="connsiteY357" fmla="*/ 6858000 h 6858000"/>
              <a:gd name="connsiteX358" fmla="*/ 4238603 w 7467600"/>
              <a:gd name="connsiteY358" fmla="*/ 6559341 h 6858000"/>
              <a:gd name="connsiteX359" fmla="*/ 4778333 w 7467600"/>
              <a:gd name="connsiteY359" fmla="*/ 5873626 h 6858000"/>
              <a:gd name="connsiteX360" fmla="*/ 5414185 w 7467600"/>
              <a:gd name="connsiteY360" fmla="*/ 5573882 h 6858000"/>
              <a:gd name="connsiteX361" fmla="*/ 5959648 w 7467600"/>
              <a:gd name="connsiteY361" fmla="*/ 4760797 h 6858000"/>
              <a:gd name="connsiteX362" fmla="*/ 5355019 w 7467600"/>
              <a:gd name="connsiteY362" fmla="*/ 4734672 h 6858000"/>
              <a:gd name="connsiteX363" fmla="*/ 5083565 w 7467600"/>
              <a:gd name="connsiteY363" fmla="*/ 5179121 h 6858000"/>
              <a:gd name="connsiteX364" fmla="*/ 4713577 w 7467600"/>
              <a:gd name="connsiteY364" fmla="*/ 5616803 h 6858000"/>
              <a:gd name="connsiteX365" fmla="*/ 3989559 w 7467600"/>
              <a:gd name="connsiteY365" fmla="*/ 6145945 h 6858000"/>
              <a:gd name="connsiteX366" fmla="*/ 3939824 w 7467600"/>
              <a:gd name="connsiteY366" fmla="*/ 6066900 h 6858000"/>
              <a:gd name="connsiteX367" fmla="*/ 4584537 w 7467600"/>
              <a:gd name="connsiteY367" fmla="*/ 5324826 h 6858000"/>
              <a:gd name="connsiteX368" fmla="*/ 5037105 w 7467600"/>
              <a:gd name="connsiteY368" fmla="*/ 5088765 h 6858000"/>
              <a:gd name="connsiteX369" fmla="*/ 5039930 w 7467600"/>
              <a:gd name="connsiteY369" fmla="*/ 5089585 h 6858000"/>
              <a:gd name="connsiteX370" fmla="*/ 5263764 w 7467600"/>
              <a:gd name="connsiteY370" fmla="*/ 4735525 h 6858000"/>
              <a:gd name="connsiteX371" fmla="*/ 4086300 w 7467600"/>
              <a:gd name="connsiteY371" fmla="*/ 4884599 h 6858000"/>
              <a:gd name="connsiteX372" fmla="*/ 4085485 w 7467600"/>
              <a:gd name="connsiteY372" fmla="*/ 4899070 h 6858000"/>
              <a:gd name="connsiteX373" fmla="*/ 3871915 w 7467600"/>
              <a:gd name="connsiteY373" fmla="*/ 5253645 h 6858000"/>
              <a:gd name="connsiteX374" fmla="*/ 3799374 w 7467600"/>
              <a:gd name="connsiteY374" fmla="*/ 5466127 h 6858000"/>
              <a:gd name="connsiteX375" fmla="*/ 3498850 w 7467600"/>
              <a:gd name="connsiteY375" fmla="*/ 6661888 h 6858000"/>
              <a:gd name="connsiteX376" fmla="*/ 3399216 w 7467600"/>
              <a:gd name="connsiteY376" fmla="*/ 6858000 h 6858000"/>
              <a:gd name="connsiteX377" fmla="*/ 3303688 w 7467600"/>
              <a:gd name="connsiteY377" fmla="*/ 6858000 h 6858000"/>
              <a:gd name="connsiteX378" fmla="*/ 3391774 w 7467600"/>
              <a:gd name="connsiteY378" fmla="*/ 6697181 h 6858000"/>
              <a:gd name="connsiteX379" fmla="*/ 3735540 w 7467600"/>
              <a:gd name="connsiteY379" fmla="*/ 5546923 h 6858000"/>
              <a:gd name="connsiteX380" fmla="*/ 3729438 w 7467600"/>
              <a:gd name="connsiteY380" fmla="*/ 5569058 h 6858000"/>
              <a:gd name="connsiteX381" fmla="*/ 3707782 w 7467600"/>
              <a:gd name="connsiteY381" fmla="*/ 5644908 h 6858000"/>
              <a:gd name="connsiteX382" fmla="*/ 3583827 w 7467600"/>
              <a:gd name="connsiteY382" fmla="*/ 6039215 h 6858000"/>
              <a:gd name="connsiteX383" fmla="*/ 3547861 w 7467600"/>
              <a:gd name="connsiteY383" fmla="*/ 6129609 h 6858000"/>
              <a:gd name="connsiteX384" fmla="*/ 3490905 w 7467600"/>
              <a:gd name="connsiteY384" fmla="*/ 6277660 h 6858000"/>
              <a:gd name="connsiteX385" fmla="*/ 3455859 w 7467600"/>
              <a:gd name="connsiteY385" fmla="*/ 6391301 h 6858000"/>
              <a:gd name="connsiteX386" fmla="*/ 3429112 w 7467600"/>
              <a:gd name="connsiteY386" fmla="*/ 6479469 h 6858000"/>
              <a:gd name="connsiteX387" fmla="*/ 3304862 w 7467600"/>
              <a:gd name="connsiteY387" fmla="*/ 6796476 h 6858000"/>
              <a:gd name="connsiteX388" fmla="*/ 3276071 w 7467600"/>
              <a:gd name="connsiteY388" fmla="*/ 6858000 h 6858000"/>
              <a:gd name="connsiteX389" fmla="*/ 3240805 w 7467600"/>
              <a:gd name="connsiteY389" fmla="*/ 6858000 h 6858000"/>
              <a:gd name="connsiteX390" fmla="*/ 3275917 w 7467600"/>
              <a:gd name="connsiteY390" fmla="*/ 6783192 h 6858000"/>
              <a:gd name="connsiteX391" fmla="*/ 3399358 w 7467600"/>
              <a:gd name="connsiteY391" fmla="*/ 6469011 h 6858000"/>
              <a:gd name="connsiteX392" fmla="*/ 3425650 w 7467600"/>
              <a:gd name="connsiteY392" fmla="*/ 6381333 h 6858000"/>
              <a:gd name="connsiteX393" fmla="*/ 3460661 w 7467600"/>
              <a:gd name="connsiteY393" fmla="*/ 6266763 h 6858000"/>
              <a:gd name="connsiteX394" fmla="*/ 3518021 w 7467600"/>
              <a:gd name="connsiteY394" fmla="*/ 6117298 h 6858000"/>
              <a:gd name="connsiteX395" fmla="*/ 3554035 w 7467600"/>
              <a:gd name="connsiteY395" fmla="*/ 6027832 h 6858000"/>
              <a:gd name="connsiteX396" fmla="*/ 3677174 w 7467600"/>
              <a:gd name="connsiteY396" fmla="*/ 5636351 h 6858000"/>
              <a:gd name="connsiteX397" fmla="*/ 3698819 w 7467600"/>
              <a:gd name="connsiteY397" fmla="*/ 5560503 h 6858000"/>
              <a:gd name="connsiteX398" fmla="*/ 3702094 w 7467600"/>
              <a:gd name="connsiteY398" fmla="*/ 5549194 h 6858000"/>
              <a:gd name="connsiteX399" fmla="*/ 3398355 w 7467600"/>
              <a:gd name="connsiteY399" fmla="*/ 6094603 h 6858000"/>
              <a:gd name="connsiteX400" fmla="*/ 3193941 w 7467600"/>
              <a:gd name="connsiteY400" fmla="*/ 6798775 h 6858000"/>
              <a:gd name="connsiteX401" fmla="*/ 3184140 w 7467600"/>
              <a:gd name="connsiteY401" fmla="*/ 6858000 h 6858000"/>
              <a:gd name="connsiteX402" fmla="*/ 3099978 w 7467600"/>
              <a:gd name="connsiteY402" fmla="*/ 6858000 h 6858000"/>
              <a:gd name="connsiteX403" fmla="*/ 3101556 w 7467600"/>
              <a:gd name="connsiteY403" fmla="*/ 6843337 h 6858000"/>
              <a:gd name="connsiteX404" fmla="*/ 3370162 w 7467600"/>
              <a:gd name="connsiteY404" fmla="*/ 5785550 h 6858000"/>
              <a:gd name="connsiteX405" fmla="*/ 3746477 w 7467600"/>
              <a:gd name="connsiteY405" fmla="*/ 5377889 h 6858000"/>
              <a:gd name="connsiteX406" fmla="*/ 3863399 w 7467600"/>
              <a:gd name="connsiteY406" fmla="*/ 5087257 h 6858000"/>
              <a:gd name="connsiteX407" fmla="*/ 3968712 w 7467600"/>
              <a:gd name="connsiteY407" fmla="*/ 4913989 h 6858000"/>
              <a:gd name="connsiteX408" fmla="*/ 2792390 w 7467600"/>
              <a:gd name="connsiteY408" fmla="*/ 5382974 h 6858000"/>
              <a:gd name="connsiteX409" fmla="*/ 2714982 w 7467600"/>
              <a:gd name="connsiteY409" fmla="*/ 5427051 h 6858000"/>
              <a:gd name="connsiteX410" fmla="*/ 2813361 w 7467600"/>
              <a:gd name="connsiteY410" fmla="*/ 6023912 h 6858000"/>
              <a:gd name="connsiteX411" fmla="*/ 2688430 w 7467600"/>
              <a:gd name="connsiteY411" fmla="*/ 6801564 h 6858000"/>
              <a:gd name="connsiteX412" fmla="*/ 2629626 w 7467600"/>
              <a:gd name="connsiteY412" fmla="*/ 6763394 h 6858000"/>
              <a:gd name="connsiteX413" fmla="*/ 2565328 w 7467600"/>
              <a:gd name="connsiteY413" fmla="*/ 5516399 h 6858000"/>
              <a:gd name="connsiteX414" fmla="*/ 1922999 w 7467600"/>
              <a:gd name="connsiteY414" fmla="*/ 5980343 h 6858000"/>
              <a:gd name="connsiteX415" fmla="*/ 1950261 w 7467600"/>
              <a:gd name="connsiteY415" fmla="*/ 6405858 h 6858000"/>
              <a:gd name="connsiteX416" fmla="*/ 2365554 w 7467600"/>
              <a:gd name="connsiteY416" fmla="*/ 6759107 h 6858000"/>
              <a:gd name="connsiteX417" fmla="*/ 2424142 w 7467600"/>
              <a:gd name="connsiteY417" fmla="*/ 6858000 h 6858000"/>
              <a:gd name="connsiteX418" fmla="*/ 2395994 w 7467600"/>
              <a:gd name="connsiteY418" fmla="*/ 6858000 h 6858000"/>
              <a:gd name="connsiteX419" fmla="*/ 2392863 w 7467600"/>
              <a:gd name="connsiteY419" fmla="*/ 6852964 h 6858000"/>
              <a:gd name="connsiteX420" fmla="*/ 2017589 w 7467600"/>
              <a:gd name="connsiteY420" fmla="*/ 6493982 h 6858000"/>
              <a:gd name="connsiteX421" fmla="*/ 2147336 w 7467600"/>
              <a:gd name="connsiteY421" fmla="*/ 6594052 h 6858000"/>
              <a:gd name="connsiteX422" fmla="*/ 2207047 w 7467600"/>
              <a:gd name="connsiteY422" fmla="*/ 6654540 h 6858000"/>
              <a:gd name="connsiteX423" fmla="*/ 2299106 w 7467600"/>
              <a:gd name="connsiteY423" fmla="*/ 6778931 h 6858000"/>
              <a:gd name="connsiteX424" fmla="*/ 2314430 w 7467600"/>
              <a:gd name="connsiteY424" fmla="*/ 6801144 h 6858000"/>
              <a:gd name="connsiteX425" fmla="*/ 2352406 w 7467600"/>
              <a:gd name="connsiteY425" fmla="*/ 6858000 h 6858000"/>
              <a:gd name="connsiteX426" fmla="*/ 2314492 w 7467600"/>
              <a:gd name="connsiteY426" fmla="*/ 6858000 h 6858000"/>
              <a:gd name="connsiteX427" fmla="*/ 2288095 w 7467600"/>
              <a:gd name="connsiteY427" fmla="*/ 6818030 h 6858000"/>
              <a:gd name="connsiteX428" fmla="*/ 2272768 w 7467600"/>
              <a:gd name="connsiteY428" fmla="*/ 6795822 h 6858000"/>
              <a:gd name="connsiteX429" fmla="*/ 2182715 w 7467600"/>
              <a:gd name="connsiteY429" fmla="*/ 6675071 h 6858000"/>
              <a:gd name="connsiteX430" fmla="*/ 2032061 w 7467600"/>
              <a:gd name="connsiteY430" fmla="*/ 6541380 h 6858000"/>
              <a:gd name="connsiteX431" fmla="*/ 2257220 w 7467600"/>
              <a:gd name="connsiteY431" fmla="*/ 6826257 h 6858000"/>
              <a:gd name="connsiteX432" fmla="*/ 2281324 w 7467600"/>
              <a:gd name="connsiteY432" fmla="*/ 6858000 h 6858000"/>
              <a:gd name="connsiteX433" fmla="*/ 2242860 w 7467600"/>
              <a:gd name="connsiteY433" fmla="*/ 6858000 h 6858000"/>
              <a:gd name="connsiteX434" fmla="*/ 2232818 w 7467600"/>
              <a:gd name="connsiteY434" fmla="*/ 6844926 h 6858000"/>
              <a:gd name="connsiteX435" fmla="*/ 1990172 w 7467600"/>
              <a:gd name="connsiteY435" fmla="*/ 6542121 h 6858000"/>
              <a:gd name="connsiteX436" fmla="*/ 2124090 w 7467600"/>
              <a:gd name="connsiteY436" fmla="*/ 6761017 h 6858000"/>
              <a:gd name="connsiteX437" fmla="*/ 2200380 w 7467600"/>
              <a:gd name="connsiteY437" fmla="*/ 6858000 h 6858000"/>
              <a:gd name="connsiteX438" fmla="*/ 2147507 w 7467600"/>
              <a:gd name="connsiteY438" fmla="*/ 6858000 h 6858000"/>
              <a:gd name="connsiteX439" fmla="*/ 2070668 w 7467600"/>
              <a:gd name="connsiteY439" fmla="*/ 6761520 h 6858000"/>
              <a:gd name="connsiteX440" fmla="*/ 1975142 w 7467600"/>
              <a:gd name="connsiteY440" fmla="*/ 6585570 h 6858000"/>
              <a:gd name="connsiteX441" fmla="*/ 2050035 w 7467600"/>
              <a:gd name="connsiteY441" fmla="*/ 6813345 h 6858000"/>
              <a:gd name="connsiteX442" fmla="*/ 2063025 w 7467600"/>
              <a:gd name="connsiteY442" fmla="*/ 6858000 h 6858000"/>
              <a:gd name="connsiteX443" fmla="*/ 2021675 w 7467600"/>
              <a:gd name="connsiteY443" fmla="*/ 6858000 h 6858000"/>
              <a:gd name="connsiteX444" fmla="*/ 2019308 w 7467600"/>
              <a:gd name="connsiteY444" fmla="*/ 6847118 h 6858000"/>
              <a:gd name="connsiteX445" fmla="*/ 1938835 w 7467600"/>
              <a:gd name="connsiteY445" fmla="*/ 6551160 h 6858000"/>
              <a:gd name="connsiteX446" fmla="*/ 1953230 w 7467600"/>
              <a:gd name="connsiteY446" fmla="*/ 6759699 h 6858000"/>
              <a:gd name="connsiteX447" fmla="*/ 1956763 w 7467600"/>
              <a:gd name="connsiteY447" fmla="*/ 6778191 h 6858000"/>
              <a:gd name="connsiteX448" fmla="*/ 1967925 w 7467600"/>
              <a:gd name="connsiteY448" fmla="*/ 6858000 h 6858000"/>
              <a:gd name="connsiteX449" fmla="*/ 1936622 w 7467600"/>
              <a:gd name="connsiteY449" fmla="*/ 6858000 h 6858000"/>
              <a:gd name="connsiteX450" fmla="*/ 1926261 w 7467600"/>
              <a:gd name="connsiteY450" fmla="*/ 6784064 h 6858000"/>
              <a:gd name="connsiteX451" fmla="*/ 1922724 w 7467600"/>
              <a:gd name="connsiteY451" fmla="*/ 6765577 h 6858000"/>
              <a:gd name="connsiteX452" fmla="*/ 1904650 w 7467600"/>
              <a:gd name="connsiteY452" fmla="*/ 6639616 h 6858000"/>
              <a:gd name="connsiteX453" fmla="*/ 1885273 w 7467600"/>
              <a:gd name="connsiteY453" fmla="*/ 6858000 h 6858000"/>
              <a:gd name="connsiteX454" fmla="*/ 1854363 w 7467600"/>
              <a:gd name="connsiteY454" fmla="*/ 6858000 h 6858000"/>
              <a:gd name="connsiteX455" fmla="*/ 1880391 w 7467600"/>
              <a:gd name="connsiteY455" fmla="*/ 6603796 h 6858000"/>
              <a:gd name="connsiteX456" fmla="*/ 1818273 w 7467600"/>
              <a:gd name="connsiteY456" fmla="*/ 6715729 h 6858000"/>
              <a:gd name="connsiteX457" fmla="*/ 1794691 w 7467600"/>
              <a:gd name="connsiteY457" fmla="*/ 6843239 h 6858000"/>
              <a:gd name="connsiteX458" fmla="*/ 1794914 w 7467600"/>
              <a:gd name="connsiteY458" fmla="*/ 6858000 h 6858000"/>
              <a:gd name="connsiteX459" fmla="*/ 1746128 w 7467600"/>
              <a:gd name="connsiteY459" fmla="*/ 6858000 h 6858000"/>
              <a:gd name="connsiteX460" fmla="*/ 1753934 w 7467600"/>
              <a:gd name="connsiteY460" fmla="*/ 6724796 h 6858000"/>
              <a:gd name="connsiteX461" fmla="*/ 1792053 w 7467600"/>
              <a:gd name="connsiteY461" fmla="*/ 6572396 h 6858000"/>
              <a:gd name="connsiteX462" fmla="*/ 1862248 w 7467600"/>
              <a:gd name="connsiteY462" fmla="*/ 6266397 h 6858000"/>
              <a:gd name="connsiteX463" fmla="*/ 1862250 w 7467600"/>
              <a:gd name="connsiteY463" fmla="*/ 6033531 h 6858000"/>
              <a:gd name="connsiteX464" fmla="*/ 1211999 w 7467600"/>
              <a:gd name="connsiteY464" fmla="*/ 6683610 h 6858000"/>
              <a:gd name="connsiteX465" fmla="*/ 1213266 w 7467600"/>
              <a:gd name="connsiteY465" fmla="*/ 6691947 h 6858000"/>
              <a:gd name="connsiteX466" fmla="*/ 1203370 w 7467600"/>
              <a:gd name="connsiteY466" fmla="*/ 6850676 h 6858000"/>
              <a:gd name="connsiteX467" fmla="*/ 1203671 w 7467600"/>
              <a:gd name="connsiteY467" fmla="*/ 6858000 h 6858000"/>
              <a:gd name="connsiteX468" fmla="*/ 1143180 w 7467600"/>
              <a:gd name="connsiteY468" fmla="*/ 6858000 h 6858000"/>
              <a:gd name="connsiteX469" fmla="*/ 1142176 w 7467600"/>
              <a:gd name="connsiteY469" fmla="*/ 6766045 h 6858000"/>
              <a:gd name="connsiteX470" fmla="*/ 1067484 w 7467600"/>
              <a:gd name="connsiteY470" fmla="*/ 6858000 h 6858000"/>
              <a:gd name="connsiteX471" fmla="*/ 953928 w 7467600"/>
              <a:gd name="connsiteY471" fmla="*/ 6858000 h 6858000"/>
              <a:gd name="connsiteX472" fmla="*/ 959715 w 7467600"/>
              <a:gd name="connsiteY472" fmla="*/ 6850185 h 6858000"/>
              <a:gd name="connsiteX473" fmla="*/ 1483788 w 7467600"/>
              <a:gd name="connsiteY473" fmla="*/ 6259174 h 6858000"/>
              <a:gd name="connsiteX474" fmla="*/ 1100671 w 7467600"/>
              <a:gd name="connsiteY474" fmla="*/ 6252137 h 6858000"/>
              <a:gd name="connsiteX475" fmla="*/ 1090144 w 7467600"/>
              <a:gd name="connsiteY475" fmla="*/ 6256748 h 6858000"/>
              <a:gd name="connsiteX476" fmla="*/ 1095872 w 7467600"/>
              <a:gd name="connsiteY476" fmla="*/ 6271892 h 6858000"/>
              <a:gd name="connsiteX477" fmla="*/ 262785 w 7467600"/>
              <a:gd name="connsiteY477" fmla="*/ 6845450 h 6858000"/>
              <a:gd name="connsiteX478" fmla="*/ 209968 w 7467600"/>
              <a:gd name="connsiteY478" fmla="*/ 6770713 h 6858000"/>
              <a:gd name="connsiteX479" fmla="*/ 873460 w 7467600"/>
              <a:gd name="connsiteY479" fmla="*/ 6253768 h 6858000"/>
              <a:gd name="connsiteX480" fmla="*/ 192686 w 7467600"/>
              <a:gd name="connsiteY480" fmla="*/ 5849257 h 6858000"/>
              <a:gd name="connsiteX481" fmla="*/ 4696 w 7467600"/>
              <a:gd name="connsiteY481" fmla="*/ 5697668 h 6858000"/>
              <a:gd name="connsiteX482" fmla="*/ 0 w 7467600"/>
              <a:gd name="connsiteY482" fmla="*/ 5689984 h 6858000"/>
              <a:gd name="connsiteX483" fmla="*/ 0 w 7467600"/>
              <a:gd name="connsiteY483" fmla="*/ 5513472 h 6858000"/>
              <a:gd name="connsiteX484" fmla="*/ 174101 w 7467600"/>
              <a:gd name="connsiteY484" fmla="*/ 5620277 h 6858000"/>
              <a:gd name="connsiteX485" fmla="*/ 891800 w 7467600"/>
              <a:gd name="connsiteY485" fmla="*/ 6036935 h 6858000"/>
              <a:gd name="connsiteX486" fmla="*/ 1072219 w 7467600"/>
              <a:gd name="connsiteY486" fmla="*/ 6169443 h 6858000"/>
              <a:gd name="connsiteX487" fmla="*/ 1074117 w 7467600"/>
              <a:gd name="connsiteY487" fmla="*/ 6170301 h 6858000"/>
              <a:gd name="connsiteX488" fmla="*/ 1083114 w 7467600"/>
              <a:gd name="connsiteY488" fmla="*/ 6174131 h 6858000"/>
              <a:gd name="connsiteX489" fmla="*/ 1543010 w 7467600"/>
              <a:gd name="connsiteY489" fmla="*/ 6191140 h 6858000"/>
              <a:gd name="connsiteX490" fmla="*/ 1551080 w 7467600"/>
              <a:gd name="connsiteY490" fmla="*/ 6195006 h 6858000"/>
              <a:gd name="connsiteX491" fmla="*/ 2345443 w 7467600"/>
              <a:gd name="connsiteY491" fmla="*/ 5549882 h 6858000"/>
              <a:gd name="connsiteX492" fmla="*/ 1721499 w 7467600"/>
              <a:gd name="connsiteY492" fmla="*/ 5599969 h 6858000"/>
              <a:gd name="connsiteX493" fmla="*/ 767716 w 7467600"/>
              <a:gd name="connsiteY493" fmla="*/ 5472768 h 6858000"/>
              <a:gd name="connsiteX494" fmla="*/ 722147 w 7467600"/>
              <a:gd name="connsiteY494" fmla="*/ 5393091 h 6858000"/>
              <a:gd name="connsiteX495" fmla="*/ 1485552 w 7467600"/>
              <a:gd name="connsiteY495" fmla="*/ 5313202 h 6858000"/>
              <a:gd name="connsiteX496" fmla="*/ 2143004 w 7467600"/>
              <a:gd name="connsiteY496" fmla="*/ 5402420 h 6858000"/>
              <a:gd name="connsiteX497" fmla="*/ 1933391 w 7467600"/>
              <a:gd name="connsiteY497" fmla="*/ 5156971 h 6858000"/>
              <a:gd name="connsiteX498" fmla="*/ 1827118 w 7467600"/>
              <a:gd name="connsiteY498" fmla="*/ 4968410 h 6858000"/>
              <a:gd name="connsiteX499" fmla="*/ 1837349 w 7467600"/>
              <a:gd name="connsiteY499" fmla="*/ 4956357 h 6858000"/>
              <a:gd name="connsiteX500" fmla="*/ 2162835 w 7467600"/>
              <a:gd name="connsiteY500" fmla="*/ 5187853 h 6858000"/>
              <a:gd name="connsiteX501" fmla="*/ 2257167 w 7467600"/>
              <a:gd name="connsiteY501" fmla="*/ 5462123 h 6858000"/>
              <a:gd name="connsiteX502" fmla="*/ 2261598 w 7467600"/>
              <a:gd name="connsiteY502" fmla="*/ 5467998 h 6858000"/>
              <a:gd name="connsiteX503" fmla="*/ 2437177 w 7467600"/>
              <a:gd name="connsiteY503" fmla="*/ 5479608 h 6858000"/>
              <a:gd name="connsiteX504" fmla="*/ 2445247 w 7467600"/>
              <a:gd name="connsiteY504" fmla="*/ 5483476 h 6858000"/>
              <a:gd name="connsiteX505" fmla="*/ 2743626 w 7467600"/>
              <a:gd name="connsiteY505" fmla="*/ 5304819 h 6858000"/>
              <a:gd name="connsiteX506" fmla="*/ 3048102 w 7467600"/>
              <a:gd name="connsiteY506" fmla="*/ 5150595 h 6858000"/>
              <a:gd name="connsiteX507" fmla="*/ 1799414 w 7467600"/>
              <a:gd name="connsiteY507" fmla="*/ 4694732 h 6858000"/>
              <a:gd name="connsiteX508" fmla="*/ 1771735 w 7467600"/>
              <a:gd name="connsiteY508" fmla="*/ 4619929 h 6858000"/>
              <a:gd name="connsiteX509" fmla="*/ 3104273 w 7467600"/>
              <a:gd name="connsiteY509" fmla="*/ 5076159 h 6858000"/>
              <a:gd name="connsiteX510" fmla="*/ 3113245 w 7467600"/>
              <a:gd name="connsiteY510" fmla="*/ 5090705 h 6858000"/>
              <a:gd name="connsiteX511" fmla="*/ 3126294 w 7467600"/>
              <a:gd name="connsiteY511" fmla="*/ 5114400 h 6858000"/>
              <a:gd name="connsiteX512" fmla="*/ 3937433 w 7467600"/>
              <a:gd name="connsiteY512" fmla="*/ 4830473 h 6858000"/>
              <a:gd name="connsiteX513" fmla="*/ 3590475 w 7467600"/>
              <a:gd name="connsiteY513" fmla="*/ 4597974 h 6858000"/>
              <a:gd name="connsiteX514" fmla="*/ 3100264 w 7467600"/>
              <a:gd name="connsiteY514" fmla="*/ 4579845 h 6858000"/>
              <a:gd name="connsiteX515" fmla="*/ 2183576 w 7467600"/>
              <a:gd name="connsiteY515" fmla="*/ 4227150 h 6858000"/>
              <a:gd name="connsiteX516" fmla="*/ 2151029 w 7467600"/>
              <a:gd name="connsiteY516" fmla="*/ 4146947 h 6858000"/>
              <a:gd name="connsiteX517" fmla="*/ 3563434 w 7467600"/>
              <a:gd name="connsiteY517" fmla="*/ 4469115 h 6858000"/>
              <a:gd name="connsiteX518" fmla="*/ 3177952 w 7467600"/>
              <a:gd name="connsiteY518" fmla="*/ 3657386 h 6858000"/>
              <a:gd name="connsiteX519" fmla="*/ 3189263 w 7467600"/>
              <a:gd name="connsiteY519" fmla="*/ 3625726 h 6858000"/>
              <a:gd name="connsiteX520" fmla="*/ 3560912 w 7467600"/>
              <a:gd name="connsiteY520" fmla="*/ 4079863 h 6858000"/>
              <a:gd name="connsiteX521" fmla="*/ 3626636 w 7467600"/>
              <a:gd name="connsiteY521" fmla="*/ 4512230 h 6858000"/>
              <a:gd name="connsiteX522" fmla="*/ 3653088 w 7467600"/>
              <a:gd name="connsiteY522" fmla="*/ 4521417 h 6858000"/>
              <a:gd name="connsiteX523" fmla="*/ 3988128 w 7467600"/>
              <a:gd name="connsiteY523" fmla="*/ 4817267 h 6858000"/>
              <a:gd name="connsiteX524" fmla="*/ 4830582 w 7467600"/>
              <a:gd name="connsiteY524" fmla="*/ 4676000 h 6858000"/>
              <a:gd name="connsiteX525" fmla="*/ 4830100 w 7467600"/>
              <a:gd name="connsiteY525" fmla="*/ 4675554 h 6858000"/>
              <a:gd name="connsiteX526" fmla="*/ 4036318 w 7467600"/>
              <a:gd name="connsiteY526" fmla="*/ 4147013 h 6858000"/>
              <a:gd name="connsiteX527" fmla="*/ 3432098 w 7467600"/>
              <a:gd name="connsiteY527" fmla="*/ 3537312 h 6858000"/>
              <a:gd name="connsiteX528" fmla="*/ 3446761 w 7467600"/>
              <a:gd name="connsiteY528" fmla="*/ 3461278 h 6858000"/>
              <a:gd name="connsiteX529" fmla="*/ 4419733 w 7467600"/>
              <a:gd name="connsiteY529" fmla="*/ 3963555 h 6858000"/>
              <a:gd name="connsiteX530" fmla="*/ 4781371 w 7467600"/>
              <a:gd name="connsiteY530" fmla="*/ 4458604 h 6858000"/>
              <a:gd name="connsiteX531" fmla="*/ 4780440 w 7467600"/>
              <a:gd name="connsiteY531" fmla="*/ 4470290 h 6858000"/>
              <a:gd name="connsiteX532" fmla="*/ 4898954 w 7467600"/>
              <a:gd name="connsiteY532" fmla="*/ 4662092 h 6858000"/>
              <a:gd name="connsiteX533" fmla="*/ 4900699 w 7467600"/>
              <a:gd name="connsiteY533" fmla="*/ 4670867 h 6858000"/>
              <a:gd name="connsiteX534" fmla="*/ 5714511 w 7467600"/>
              <a:gd name="connsiteY534" fmla="*/ 4663483 h 6858000"/>
              <a:gd name="connsiteX535" fmla="*/ 5464793 w 7467600"/>
              <a:gd name="connsiteY535" fmla="*/ 4393556 h 6858000"/>
              <a:gd name="connsiteX536" fmla="*/ 5461897 w 7467600"/>
              <a:gd name="connsiteY536" fmla="*/ 4390879 h 6858000"/>
              <a:gd name="connsiteX537" fmla="*/ 4294126 w 7467600"/>
              <a:gd name="connsiteY537" fmla="*/ 3303048 h 6858000"/>
              <a:gd name="connsiteX538" fmla="*/ 4305321 w 7467600"/>
              <a:gd name="connsiteY538" fmla="*/ 3256953 h 6858000"/>
              <a:gd name="connsiteX539" fmla="*/ 4949299 w 7467600"/>
              <a:gd name="connsiteY539" fmla="*/ 3766336 h 6858000"/>
              <a:gd name="connsiteX540" fmla="*/ 5291452 w 7467600"/>
              <a:gd name="connsiteY540" fmla="*/ 4076801 h 6858000"/>
              <a:gd name="connsiteX541" fmla="*/ 5434998 w 7467600"/>
              <a:gd name="connsiteY541" fmla="*/ 4254100 h 6858000"/>
              <a:gd name="connsiteX542" fmla="*/ 5351015 w 7467600"/>
              <a:gd name="connsiteY542" fmla="*/ 3760989 h 6858000"/>
              <a:gd name="connsiteX543" fmla="*/ 5413780 w 7467600"/>
              <a:gd name="connsiteY543" fmla="*/ 2966265 h 6858000"/>
              <a:gd name="connsiteX544" fmla="*/ 5425627 w 7467600"/>
              <a:gd name="connsiteY544" fmla="*/ 2954192 h 6858000"/>
              <a:gd name="connsiteX545" fmla="*/ 6604735 w 7467600"/>
              <a:gd name="connsiteY545" fmla="*/ 2041381 h 6858000"/>
              <a:gd name="connsiteX546" fmla="*/ 7204487 w 7467600"/>
              <a:gd name="connsiteY546" fmla="*/ 2742112 h 6858000"/>
              <a:gd name="connsiteX547" fmla="*/ 7131592 w 7467600"/>
              <a:gd name="connsiteY547" fmla="*/ 2672096 h 6858000"/>
              <a:gd name="connsiteX548" fmla="*/ 6996344 w 7467600"/>
              <a:gd name="connsiteY548" fmla="*/ 2518310 h 6858000"/>
              <a:gd name="connsiteX549" fmla="*/ 6735495 w 7467600"/>
              <a:gd name="connsiteY549" fmla="*/ 2196890 h 6858000"/>
              <a:gd name="connsiteX550" fmla="*/ 6721901 w 7467600"/>
              <a:gd name="connsiteY550" fmla="*/ 2179274 h 6858000"/>
              <a:gd name="connsiteX551" fmla="*/ 6604735 w 7467600"/>
              <a:gd name="connsiteY551" fmla="*/ 2041381 h 6858000"/>
              <a:gd name="connsiteX552" fmla="*/ 6591670 w 7467600"/>
              <a:gd name="connsiteY552" fmla="*/ 1988277 h 6858000"/>
              <a:gd name="connsiteX553" fmla="*/ 6747349 w 7467600"/>
              <a:gd name="connsiteY553" fmla="*/ 2160069 h 6858000"/>
              <a:gd name="connsiteX554" fmla="*/ 6760943 w 7467600"/>
              <a:gd name="connsiteY554" fmla="*/ 2177686 h 6858000"/>
              <a:gd name="connsiteX555" fmla="*/ 7021065 w 7467600"/>
              <a:gd name="connsiteY555" fmla="*/ 2498102 h 6858000"/>
              <a:gd name="connsiteX556" fmla="*/ 7155223 w 7467600"/>
              <a:gd name="connsiteY556" fmla="*/ 2650386 h 6858000"/>
              <a:gd name="connsiteX557" fmla="*/ 7203167 w 7467600"/>
              <a:gd name="connsiteY557" fmla="*/ 2697288 h 6858000"/>
              <a:gd name="connsiteX558" fmla="*/ 6937703 w 7467600"/>
              <a:gd name="connsiteY558" fmla="*/ 2321981 h 6858000"/>
              <a:gd name="connsiteX559" fmla="*/ 6591670 w 7467600"/>
              <a:gd name="connsiteY559" fmla="*/ 1988277 h 6858000"/>
              <a:gd name="connsiteX560" fmla="*/ 5798671 w 7467600"/>
              <a:gd name="connsiteY560" fmla="*/ 1981601 h 6858000"/>
              <a:gd name="connsiteX561" fmla="*/ 5754709 w 7467600"/>
              <a:gd name="connsiteY561" fmla="*/ 2071454 h 6858000"/>
              <a:gd name="connsiteX562" fmla="*/ 5763044 w 7467600"/>
              <a:gd name="connsiteY562" fmla="*/ 2842206 h 6858000"/>
              <a:gd name="connsiteX563" fmla="*/ 5764974 w 7467600"/>
              <a:gd name="connsiteY563" fmla="*/ 2799609 h 6858000"/>
              <a:gd name="connsiteX564" fmla="*/ 5767665 w 7467600"/>
              <a:gd name="connsiteY564" fmla="*/ 2666409 h 6858000"/>
              <a:gd name="connsiteX565" fmla="*/ 5763055 w 7467600"/>
              <a:gd name="connsiteY565" fmla="*/ 2579705 h 6858000"/>
              <a:gd name="connsiteX566" fmla="*/ 5758079 w 7467600"/>
              <a:gd name="connsiteY566" fmla="*/ 2492508 h 6858000"/>
              <a:gd name="connsiteX567" fmla="*/ 5779325 w 7467600"/>
              <a:gd name="connsiteY567" fmla="*/ 2197069 h 6858000"/>
              <a:gd name="connsiteX568" fmla="*/ 5798671 w 7467600"/>
              <a:gd name="connsiteY568" fmla="*/ 1981601 h 6858000"/>
              <a:gd name="connsiteX569" fmla="*/ 5829202 w 7467600"/>
              <a:gd name="connsiteY569" fmla="*/ 1971679 h 6858000"/>
              <a:gd name="connsiteX570" fmla="*/ 5809558 w 7467600"/>
              <a:gd name="connsiteY570" fmla="*/ 2198043 h 6858000"/>
              <a:gd name="connsiteX571" fmla="*/ 5788653 w 7467600"/>
              <a:gd name="connsiteY571" fmla="*/ 2489430 h 6858000"/>
              <a:gd name="connsiteX572" fmla="*/ 5793439 w 7467600"/>
              <a:gd name="connsiteY572" fmla="*/ 2575235 h 6858000"/>
              <a:gd name="connsiteX573" fmla="*/ 5796837 w 7467600"/>
              <a:gd name="connsiteY573" fmla="*/ 2637633 h 6858000"/>
              <a:gd name="connsiteX574" fmla="*/ 5818614 w 7467600"/>
              <a:gd name="connsiteY574" fmla="*/ 2473055 h 6858000"/>
              <a:gd name="connsiteX575" fmla="*/ 5829202 w 7467600"/>
              <a:gd name="connsiteY575" fmla="*/ 1971679 h 6858000"/>
              <a:gd name="connsiteX576" fmla="*/ 5911389 w 7467600"/>
              <a:gd name="connsiteY576" fmla="*/ 1898371 h 6858000"/>
              <a:gd name="connsiteX577" fmla="*/ 6237627 w 7467600"/>
              <a:gd name="connsiteY577" fmla="*/ 2231921 h 6858000"/>
              <a:gd name="connsiteX578" fmla="*/ 5911389 w 7467600"/>
              <a:gd name="connsiteY578" fmla="*/ 1898371 h 6858000"/>
              <a:gd name="connsiteX579" fmla="*/ 6944437 w 7467600"/>
              <a:gd name="connsiteY579" fmla="*/ 1575402 h 6858000"/>
              <a:gd name="connsiteX580" fmla="*/ 6304730 w 7467600"/>
              <a:gd name="connsiteY580" fmla="*/ 1766654 h 6858000"/>
              <a:gd name="connsiteX581" fmla="*/ 6944437 w 7467600"/>
              <a:gd name="connsiteY581" fmla="*/ 1575402 h 6858000"/>
              <a:gd name="connsiteX582" fmla="*/ 7019523 w 7467600"/>
              <a:gd name="connsiteY582" fmla="*/ 1519450 h 6858000"/>
              <a:gd name="connsiteX583" fmla="*/ 6298091 w 7467600"/>
              <a:gd name="connsiteY583" fmla="*/ 1737122 h 6858000"/>
              <a:gd name="connsiteX584" fmla="*/ 7019523 w 7467600"/>
              <a:gd name="connsiteY584" fmla="*/ 1519450 h 6858000"/>
              <a:gd name="connsiteX585" fmla="*/ 2399523 w 7467600"/>
              <a:gd name="connsiteY585" fmla="*/ 1428234 h 6858000"/>
              <a:gd name="connsiteX586" fmla="*/ 2224982 w 7467600"/>
              <a:gd name="connsiteY586" fmla="*/ 1826201 h 6858000"/>
              <a:gd name="connsiteX587" fmla="*/ 2096099 w 7467600"/>
              <a:gd name="connsiteY587" fmla="*/ 2345900 h 6858000"/>
              <a:gd name="connsiteX588" fmla="*/ 2283317 w 7467600"/>
              <a:gd name="connsiteY588" fmla="*/ 1796925 h 6858000"/>
              <a:gd name="connsiteX589" fmla="*/ 2399523 w 7467600"/>
              <a:gd name="connsiteY589" fmla="*/ 1428234 h 6858000"/>
              <a:gd name="connsiteX590" fmla="*/ 2448558 w 7467600"/>
              <a:gd name="connsiteY590" fmla="*/ 1373435 h 6858000"/>
              <a:gd name="connsiteX591" fmla="*/ 2312521 w 7467600"/>
              <a:gd name="connsiteY591" fmla="*/ 1806140 h 6858000"/>
              <a:gd name="connsiteX592" fmla="*/ 2127533 w 7467600"/>
              <a:gd name="connsiteY592" fmla="*/ 2348380 h 6858000"/>
              <a:gd name="connsiteX593" fmla="*/ 2358080 w 7467600"/>
              <a:gd name="connsiteY593" fmla="*/ 1866134 h 6858000"/>
              <a:gd name="connsiteX594" fmla="*/ 2407436 w 7467600"/>
              <a:gd name="connsiteY594" fmla="*/ 1651070 h 6858000"/>
              <a:gd name="connsiteX595" fmla="*/ 2448558 w 7467600"/>
              <a:gd name="connsiteY595" fmla="*/ 1373435 h 6858000"/>
              <a:gd name="connsiteX596" fmla="*/ 278707 w 7467600"/>
              <a:gd name="connsiteY596" fmla="*/ 1352270 h 6858000"/>
              <a:gd name="connsiteX597" fmla="*/ 321570 w 7467600"/>
              <a:gd name="connsiteY597" fmla="*/ 1861610 h 6858000"/>
              <a:gd name="connsiteX598" fmla="*/ 294281 w 7467600"/>
              <a:gd name="connsiteY598" fmla="*/ 1440658 h 6858000"/>
              <a:gd name="connsiteX599" fmla="*/ 278707 w 7467600"/>
              <a:gd name="connsiteY599" fmla="*/ 1352270 h 6858000"/>
              <a:gd name="connsiteX600" fmla="*/ 1423821 w 7467600"/>
              <a:gd name="connsiteY600" fmla="*/ 1351958 h 6858000"/>
              <a:gd name="connsiteX601" fmla="*/ 1638521 w 7467600"/>
              <a:gd name="connsiteY601" fmla="*/ 1908470 h 6858000"/>
              <a:gd name="connsiteX602" fmla="*/ 1754199 w 7467600"/>
              <a:gd name="connsiteY602" fmla="*/ 2149284 h 6858000"/>
              <a:gd name="connsiteX603" fmla="*/ 1908359 w 7467600"/>
              <a:gd name="connsiteY603" fmla="*/ 2364988 h 6858000"/>
              <a:gd name="connsiteX604" fmla="*/ 1647661 w 7467600"/>
              <a:gd name="connsiteY604" fmla="*/ 1825945 h 6858000"/>
              <a:gd name="connsiteX605" fmla="*/ 1423821 w 7467600"/>
              <a:gd name="connsiteY605" fmla="*/ 1351958 h 6858000"/>
              <a:gd name="connsiteX606" fmla="*/ 1431890 w 7467600"/>
              <a:gd name="connsiteY606" fmla="*/ 1306475 h 6858000"/>
              <a:gd name="connsiteX607" fmla="*/ 1507597 w 7467600"/>
              <a:gd name="connsiteY607" fmla="*/ 1446132 h 6858000"/>
              <a:gd name="connsiteX608" fmla="*/ 1674586 w 7467600"/>
              <a:gd name="connsiteY608" fmla="*/ 1813832 h 6858000"/>
              <a:gd name="connsiteX609" fmla="*/ 1815950 w 7467600"/>
              <a:gd name="connsiteY609" fmla="*/ 2128564 h 6858000"/>
              <a:gd name="connsiteX610" fmla="*/ 1984242 w 7467600"/>
              <a:gd name="connsiteY610" fmla="*/ 2430829 h 6858000"/>
              <a:gd name="connsiteX611" fmla="*/ 2014023 w 7467600"/>
              <a:gd name="connsiteY611" fmla="*/ 2450995 h 6858000"/>
              <a:gd name="connsiteX612" fmla="*/ 1747337 w 7467600"/>
              <a:gd name="connsiteY612" fmla="*/ 1855264 h 6858000"/>
              <a:gd name="connsiteX613" fmla="*/ 1533749 w 7467600"/>
              <a:gd name="connsiteY613" fmla="*/ 1478656 h 6858000"/>
              <a:gd name="connsiteX614" fmla="*/ 1431890 w 7467600"/>
              <a:gd name="connsiteY614" fmla="*/ 1306475 h 6858000"/>
              <a:gd name="connsiteX615" fmla="*/ 5052692 w 7467600"/>
              <a:gd name="connsiteY615" fmla="*/ 1292994 h 6858000"/>
              <a:gd name="connsiteX616" fmla="*/ 5200661 w 7467600"/>
              <a:gd name="connsiteY616" fmla="*/ 1635186 h 6858000"/>
              <a:gd name="connsiteX617" fmla="*/ 5297138 w 7467600"/>
              <a:gd name="connsiteY617" fmla="*/ 1906351 h 6858000"/>
              <a:gd name="connsiteX618" fmla="*/ 5052692 w 7467600"/>
              <a:gd name="connsiteY618" fmla="*/ 1292994 h 6858000"/>
              <a:gd name="connsiteX619" fmla="*/ 5009948 w 7467600"/>
              <a:gd name="connsiteY619" fmla="*/ 1273619 h 6858000"/>
              <a:gd name="connsiteX620" fmla="*/ 5121777 w 7467600"/>
              <a:gd name="connsiteY620" fmla="*/ 1654213 h 6858000"/>
              <a:gd name="connsiteX621" fmla="*/ 5293545 w 7467600"/>
              <a:gd name="connsiteY621" fmla="*/ 2072247 h 6858000"/>
              <a:gd name="connsiteX622" fmla="*/ 5294042 w 7467600"/>
              <a:gd name="connsiteY622" fmla="*/ 2065019 h 6858000"/>
              <a:gd name="connsiteX623" fmla="*/ 5171936 w 7467600"/>
              <a:gd name="connsiteY623" fmla="*/ 1647613 h 6858000"/>
              <a:gd name="connsiteX624" fmla="*/ 5009948 w 7467600"/>
              <a:gd name="connsiteY624" fmla="*/ 1273619 h 6858000"/>
              <a:gd name="connsiteX625" fmla="*/ 655236 w 7467600"/>
              <a:gd name="connsiteY625" fmla="*/ 1268632 h 6858000"/>
              <a:gd name="connsiteX626" fmla="*/ 839521 w 7467600"/>
              <a:gd name="connsiteY626" fmla="*/ 1685315 h 6858000"/>
              <a:gd name="connsiteX627" fmla="*/ 1109416 w 7467600"/>
              <a:gd name="connsiteY627" fmla="*/ 2061663 h 6858000"/>
              <a:gd name="connsiteX628" fmla="*/ 1298300 w 7467600"/>
              <a:gd name="connsiteY628" fmla="*/ 2247742 h 6858000"/>
              <a:gd name="connsiteX629" fmla="*/ 1125871 w 7467600"/>
              <a:gd name="connsiteY629" fmla="*/ 1989513 h 6858000"/>
              <a:gd name="connsiteX630" fmla="*/ 981574 w 7467600"/>
              <a:gd name="connsiteY630" fmla="*/ 1783157 h 6858000"/>
              <a:gd name="connsiteX631" fmla="*/ 922198 w 7467600"/>
              <a:gd name="connsiteY631" fmla="*/ 1677437 h 6858000"/>
              <a:gd name="connsiteX632" fmla="*/ 869293 w 7467600"/>
              <a:gd name="connsiteY632" fmla="*/ 1583214 h 6858000"/>
              <a:gd name="connsiteX633" fmla="*/ 751431 w 7467600"/>
              <a:gd name="connsiteY633" fmla="*/ 1405731 h 6858000"/>
              <a:gd name="connsiteX634" fmla="*/ 655236 w 7467600"/>
              <a:gd name="connsiteY634" fmla="*/ 1268632 h 6858000"/>
              <a:gd name="connsiteX635" fmla="*/ 6516292 w 7467600"/>
              <a:gd name="connsiteY635" fmla="*/ 1263064 h 6858000"/>
              <a:gd name="connsiteX636" fmla="*/ 5736320 w 7467600"/>
              <a:gd name="connsiteY636" fmla="*/ 1501803 h 6858000"/>
              <a:gd name="connsiteX637" fmla="*/ 6516292 w 7467600"/>
              <a:gd name="connsiteY637" fmla="*/ 1263064 h 6858000"/>
              <a:gd name="connsiteX638" fmla="*/ 291466 w 7467600"/>
              <a:gd name="connsiteY638" fmla="*/ 1250369 h 6858000"/>
              <a:gd name="connsiteX639" fmla="*/ 323180 w 7467600"/>
              <a:gd name="connsiteY639" fmla="*/ 1435283 h 6858000"/>
              <a:gd name="connsiteX640" fmla="*/ 349381 w 7467600"/>
              <a:gd name="connsiteY640" fmla="*/ 1875041 h 6858000"/>
              <a:gd name="connsiteX641" fmla="*/ 374363 w 7467600"/>
              <a:gd name="connsiteY641" fmla="*/ 1506494 h 6858000"/>
              <a:gd name="connsiteX642" fmla="*/ 302168 w 7467600"/>
              <a:gd name="connsiteY642" fmla="*/ 1274495 h 6858000"/>
              <a:gd name="connsiteX643" fmla="*/ 291466 w 7467600"/>
              <a:gd name="connsiteY643" fmla="*/ 1250369 h 6858000"/>
              <a:gd name="connsiteX644" fmla="*/ 678222 w 7467600"/>
              <a:gd name="connsiteY644" fmla="*/ 1248670 h 6858000"/>
              <a:gd name="connsiteX645" fmla="*/ 775536 w 7467600"/>
              <a:gd name="connsiteY645" fmla="*/ 1388015 h 6858000"/>
              <a:gd name="connsiteX646" fmla="*/ 894529 w 7467600"/>
              <a:gd name="connsiteY646" fmla="*/ 1567739 h 6858000"/>
              <a:gd name="connsiteX647" fmla="*/ 948000 w 7467600"/>
              <a:gd name="connsiteY647" fmla="*/ 1663088 h 6858000"/>
              <a:gd name="connsiteX648" fmla="*/ 1006812 w 7467600"/>
              <a:gd name="connsiteY648" fmla="*/ 1767683 h 6858000"/>
              <a:gd name="connsiteX649" fmla="*/ 1149133 w 7467600"/>
              <a:gd name="connsiteY649" fmla="*/ 1971513 h 6858000"/>
              <a:gd name="connsiteX650" fmla="*/ 1333952 w 7467600"/>
              <a:gd name="connsiteY650" fmla="*/ 2251620 h 6858000"/>
              <a:gd name="connsiteX651" fmla="*/ 1337329 w 7467600"/>
              <a:gd name="connsiteY651" fmla="*/ 2258350 h 6858000"/>
              <a:gd name="connsiteX652" fmla="*/ 1014726 w 7467600"/>
              <a:gd name="connsiteY652" fmla="*/ 1615556 h 6858000"/>
              <a:gd name="connsiteX653" fmla="*/ 678222 w 7467600"/>
              <a:gd name="connsiteY653" fmla="*/ 1248670 h 6858000"/>
              <a:gd name="connsiteX654" fmla="*/ 6691602 w 7467600"/>
              <a:gd name="connsiteY654" fmla="*/ 1140573 h 6858000"/>
              <a:gd name="connsiteX655" fmla="*/ 6571100 w 7467600"/>
              <a:gd name="connsiteY655" fmla="*/ 1183662 h 6858000"/>
              <a:gd name="connsiteX656" fmla="*/ 6241687 w 7467600"/>
              <a:gd name="connsiteY656" fmla="*/ 1257600 h 6858000"/>
              <a:gd name="connsiteX657" fmla="*/ 5693009 w 7467600"/>
              <a:gd name="connsiteY657" fmla="*/ 1478256 h 6858000"/>
              <a:gd name="connsiteX658" fmla="*/ 6548420 w 7467600"/>
              <a:gd name="connsiteY658" fmla="*/ 1214599 h 6858000"/>
              <a:gd name="connsiteX659" fmla="*/ 6605473 w 7467600"/>
              <a:gd name="connsiteY659" fmla="*/ 1184686 h 6858000"/>
              <a:gd name="connsiteX660" fmla="*/ 6691602 w 7467600"/>
              <a:gd name="connsiteY660" fmla="*/ 1140573 h 6858000"/>
              <a:gd name="connsiteX661" fmla="*/ 4002475 w 7467600"/>
              <a:gd name="connsiteY661" fmla="*/ 1037802 h 6858000"/>
              <a:gd name="connsiteX662" fmla="*/ 4000324 w 7467600"/>
              <a:gd name="connsiteY662" fmla="*/ 1039362 h 6858000"/>
              <a:gd name="connsiteX663" fmla="*/ 4002862 w 7467600"/>
              <a:gd name="connsiteY663" fmla="*/ 1042866 h 6858000"/>
              <a:gd name="connsiteX664" fmla="*/ 4002475 w 7467600"/>
              <a:gd name="connsiteY664" fmla="*/ 1037802 h 6858000"/>
              <a:gd name="connsiteX665" fmla="*/ 506322 w 7467600"/>
              <a:gd name="connsiteY665" fmla="*/ 1020997 h 6858000"/>
              <a:gd name="connsiteX666" fmla="*/ 533068 w 7467600"/>
              <a:gd name="connsiteY666" fmla="*/ 1029409 h 6858000"/>
              <a:gd name="connsiteX667" fmla="*/ 1232525 w 7467600"/>
              <a:gd name="connsiteY667" fmla="*/ 1804675 h 6858000"/>
              <a:gd name="connsiteX668" fmla="*/ 1388858 w 7467600"/>
              <a:gd name="connsiteY668" fmla="*/ 2368011 h 6858000"/>
              <a:gd name="connsiteX669" fmla="*/ 1384098 w 7467600"/>
              <a:gd name="connsiteY669" fmla="*/ 2378125 h 6858000"/>
              <a:gd name="connsiteX670" fmla="*/ 1425393 w 7467600"/>
              <a:gd name="connsiteY670" fmla="*/ 2589124 h 6858000"/>
              <a:gd name="connsiteX671" fmla="*/ 1424001 w 7467600"/>
              <a:gd name="connsiteY671" fmla="*/ 2597541 h 6858000"/>
              <a:gd name="connsiteX672" fmla="*/ 2152729 w 7467600"/>
              <a:gd name="connsiteY672" fmla="*/ 2864487 h 6858000"/>
              <a:gd name="connsiteX673" fmla="*/ 2020609 w 7467600"/>
              <a:gd name="connsiteY673" fmla="*/ 2539671 h 6858000"/>
              <a:gd name="connsiteX674" fmla="*/ 2018920 w 7467600"/>
              <a:gd name="connsiteY674" fmla="*/ 2536309 h 6858000"/>
              <a:gd name="connsiteX675" fmla="*/ 1342441 w 7467600"/>
              <a:gd name="connsiteY675" fmla="*/ 1173017 h 6858000"/>
              <a:gd name="connsiteX676" fmla="*/ 1367925 w 7467600"/>
              <a:gd name="connsiteY676" fmla="*/ 1135648 h 6858000"/>
              <a:gd name="connsiteX677" fmla="*/ 1771401 w 7467600"/>
              <a:gd name="connsiteY677" fmla="*/ 1806673 h 6858000"/>
              <a:gd name="connsiteX678" fmla="*/ 1972385 w 7467600"/>
              <a:gd name="connsiteY678" fmla="*/ 2198735 h 6858000"/>
              <a:gd name="connsiteX679" fmla="*/ 2040892 w 7467600"/>
              <a:gd name="connsiteY679" fmla="*/ 2405205 h 6858000"/>
              <a:gd name="connsiteX680" fmla="*/ 2131689 w 7467600"/>
              <a:gd name="connsiteY680" fmla="*/ 1936926 h 6858000"/>
              <a:gd name="connsiteX681" fmla="*/ 2454820 w 7467600"/>
              <a:gd name="connsiteY681" fmla="*/ 1248808 h 6858000"/>
              <a:gd name="connsiteX682" fmla="*/ 2492512 w 7467600"/>
              <a:gd name="connsiteY682" fmla="*/ 1302920 h 6858000"/>
              <a:gd name="connsiteX683" fmla="*/ 2081216 w 7467600"/>
              <a:gd name="connsiteY683" fmla="*/ 2527513 h 6858000"/>
              <a:gd name="connsiteX684" fmla="*/ 2081211 w 7467600"/>
              <a:gd name="connsiteY684" fmla="*/ 2528916 h 6858000"/>
              <a:gd name="connsiteX685" fmla="*/ 2199067 w 7467600"/>
              <a:gd name="connsiteY685" fmla="*/ 2884061 h 6858000"/>
              <a:gd name="connsiteX686" fmla="*/ 3192586 w 7467600"/>
              <a:gd name="connsiteY686" fmla="*/ 3411496 h 6858000"/>
              <a:gd name="connsiteX687" fmla="*/ 3182620 w 7467600"/>
              <a:gd name="connsiteY687" fmla="*/ 3483279 h 6858000"/>
              <a:gd name="connsiteX688" fmla="*/ 2435119 w 7467600"/>
              <a:gd name="connsiteY688" fmla="*/ 3080173 h 6858000"/>
              <a:gd name="connsiteX689" fmla="*/ 2410152 w 7467600"/>
              <a:gd name="connsiteY689" fmla="*/ 3063751 h 6858000"/>
              <a:gd name="connsiteX690" fmla="*/ 2408099 w 7467600"/>
              <a:gd name="connsiteY690" fmla="*/ 3064403 h 6858000"/>
              <a:gd name="connsiteX691" fmla="*/ 2407218 w 7467600"/>
              <a:gd name="connsiteY691" fmla="*/ 3070324 h 6858000"/>
              <a:gd name="connsiteX692" fmla="*/ 2380138 w 7467600"/>
              <a:gd name="connsiteY692" fmla="*/ 3099341 h 6858000"/>
              <a:gd name="connsiteX693" fmla="*/ 1765923 w 7467600"/>
              <a:gd name="connsiteY693" fmla="*/ 3581043 h 6858000"/>
              <a:gd name="connsiteX694" fmla="*/ 1702258 w 7467600"/>
              <a:gd name="connsiteY694" fmla="*/ 3612286 h 6858000"/>
              <a:gd name="connsiteX695" fmla="*/ 1538370 w 7467600"/>
              <a:gd name="connsiteY695" fmla="*/ 3811804 h 6858000"/>
              <a:gd name="connsiteX696" fmla="*/ 542867 w 7467600"/>
              <a:gd name="connsiteY696" fmla="*/ 4944092 h 6858000"/>
              <a:gd name="connsiteX697" fmla="*/ 515800 w 7467600"/>
              <a:gd name="connsiteY697" fmla="*/ 4862180 h 6858000"/>
              <a:gd name="connsiteX698" fmla="*/ 909145 w 7467600"/>
              <a:gd name="connsiteY698" fmla="*/ 4199225 h 6858000"/>
              <a:gd name="connsiteX699" fmla="*/ 1214067 w 7467600"/>
              <a:gd name="connsiteY699" fmla="*/ 3908561 h 6858000"/>
              <a:gd name="connsiteX700" fmla="*/ 640967 w 7467600"/>
              <a:gd name="connsiteY700" fmla="*/ 4105601 h 6858000"/>
              <a:gd name="connsiteX701" fmla="*/ 112563 w 7467600"/>
              <a:gd name="connsiteY701" fmla="*/ 4396952 h 6858000"/>
              <a:gd name="connsiteX702" fmla="*/ 0 w 7467600"/>
              <a:gd name="connsiteY702" fmla="*/ 4466006 h 6858000"/>
              <a:gd name="connsiteX703" fmla="*/ 0 w 7467600"/>
              <a:gd name="connsiteY703" fmla="*/ 4233763 h 6858000"/>
              <a:gd name="connsiteX704" fmla="*/ 36881 w 7467600"/>
              <a:gd name="connsiteY704" fmla="*/ 4200118 h 6858000"/>
              <a:gd name="connsiteX705" fmla="*/ 910534 w 7467600"/>
              <a:gd name="connsiteY705" fmla="*/ 3629753 h 6858000"/>
              <a:gd name="connsiteX706" fmla="*/ 1578717 w 7467600"/>
              <a:gd name="connsiteY706" fmla="*/ 3575982 h 6858000"/>
              <a:gd name="connsiteX707" fmla="*/ 2338780 w 7467600"/>
              <a:gd name="connsiteY707" fmla="*/ 3033725 h 6858000"/>
              <a:gd name="connsiteX708" fmla="*/ 1807991 w 7467600"/>
              <a:gd name="connsiteY708" fmla="*/ 2807184 h 6858000"/>
              <a:gd name="connsiteX709" fmla="*/ 1416358 w 7467600"/>
              <a:gd name="connsiteY709" fmla="*/ 3112571 h 6858000"/>
              <a:gd name="connsiteX710" fmla="*/ 939066 w 7467600"/>
              <a:gd name="connsiteY710" fmla="*/ 3378798 h 6858000"/>
              <a:gd name="connsiteX711" fmla="*/ 115099 w 7467600"/>
              <a:gd name="connsiteY711" fmla="*/ 3607650 h 6858000"/>
              <a:gd name="connsiteX712" fmla="*/ 97284 w 7467600"/>
              <a:gd name="connsiteY712" fmla="*/ 3520393 h 6858000"/>
              <a:gd name="connsiteX713" fmla="*/ 922050 w 7467600"/>
              <a:gd name="connsiteY713" fmla="*/ 3074867 h 6858000"/>
              <a:gd name="connsiteX714" fmla="*/ 1405265 w 7467600"/>
              <a:gd name="connsiteY714" fmla="*/ 3016319 h 6858000"/>
              <a:gd name="connsiteX715" fmla="*/ 1407512 w 7467600"/>
              <a:gd name="connsiteY715" fmla="*/ 3018001 h 6858000"/>
              <a:gd name="connsiteX716" fmla="*/ 1726266 w 7467600"/>
              <a:gd name="connsiteY716" fmla="*/ 2777274 h 6858000"/>
              <a:gd name="connsiteX717" fmla="*/ 625390 w 7467600"/>
              <a:gd name="connsiteY717" fmla="*/ 2514541 h 6858000"/>
              <a:gd name="connsiteX718" fmla="*/ 619799 w 7467600"/>
              <a:gd name="connsiteY718" fmla="*/ 2527180 h 6858000"/>
              <a:gd name="connsiteX719" fmla="*/ 310030 w 7467600"/>
              <a:gd name="connsiteY719" fmla="*/ 2771818 h 6858000"/>
              <a:gd name="connsiteX720" fmla="*/ 173877 w 7467600"/>
              <a:gd name="connsiteY720" fmla="*/ 2937056 h 6858000"/>
              <a:gd name="connsiteX721" fmla="*/ 77889 w 7467600"/>
              <a:gd name="connsiteY721" fmla="*/ 3138440 h 6858000"/>
              <a:gd name="connsiteX722" fmla="*/ 0 w 7467600"/>
              <a:gd name="connsiteY722" fmla="*/ 3271395 h 6858000"/>
              <a:gd name="connsiteX723" fmla="*/ 0 w 7467600"/>
              <a:gd name="connsiteY723" fmla="*/ 3153002 h 6858000"/>
              <a:gd name="connsiteX724" fmla="*/ 2386 w 7467600"/>
              <a:gd name="connsiteY724" fmla="*/ 3149203 h 6858000"/>
              <a:gd name="connsiteX725" fmla="*/ 89753 w 7467600"/>
              <a:gd name="connsiteY725" fmla="*/ 2987702 h 6858000"/>
              <a:gd name="connsiteX726" fmla="*/ 76869 w 7467600"/>
              <a:gd name="connsiteY726" fmla="*/ 3005404 h 6858000"/>
              <a:gd name="connsiteX727" fmla="*/ 32049 w 7467600"/>
              <a:gd name="connsiteY727" fmla="*/ 3065814 h 6858000"/>
              <a:gd name="connsiteX728" fmla="*/ 0 w 7467600"/>
              <a:gd name="connsiteY728" fmla="*/ 3108744 h 6858000"/>
              <a:gd name="connsiteX729" fmla="*/ 0 w 7467600"/>
              <a:gd name="connsiteY729" fmla="*/ 3058059 h 6858000"/>
              <a:gd name="connsiteX730" fmla="*/ 7610 w 7467600"/>
              <a:gd name="connsiteY730" fmla="*/ 3047889 h 6858000"/>
              <a:gd name="connsiteX731" fmla="*/ 52419 w 7467600"/>
              <a:gd name="connsiteY731" fmla="*/ 2987479 h 6858000"/>
              <a:gd name="connsiteX732" fmla="*/ 59142 w 7467600"/>
              <a:gd name="connsiteY732" fmla="*/ 2978488 h 6858000"/>
              <a:gd name="connsiteX733" fmla="*/ 0 w 7467600"/>
              <a:gd name="connsiteY733" fmla="*/ 3015334 h 6858000"/>
              <a:gd name="connsiteX734" fmla="*/ 0 w 7467600"/>
              <a:gd name="connsiteY734" fmla="*/ 2914286 h 6858000"/>
              <a:gd name="connsiteX735" fmla="*/ 36383 w 7467600"/>
              <a:gd name="connsiteY735" fmla="*/ 2901128 h 6858000"/>
              <a:gd name="connsiteX736" fmla="*/ 156329 w 7467600"/>
              <a:gd name="connsiteY736" fmla="*/ 2840533 h 6858000"/>
              <a:gd name="connsiteX737" fmla="*/ 358355 w 7467600"/>
              <a:gd name="connsiteY737" fmla="*/ 2620471 h 6858000"/>
              <a:gd name="connsiteX738" fmla="*/ 510577 w 7467600"/>
              <a:gd name="connsiteY738" fmla="*/ 2501244 h 6858000"/>
              <a:gd name="connsiteX739" fmla="*/ 211967 w 7467600"/>
              <a:gd name="connsiteY739" fmla="*/ 2479171 h 6858000"/>
              <a:gd name="connsiteX740" fmla="*/ 0 w 7467600"/>
              <a:gd name="connsiteY740" fmla="*/ 2476398 h 6858000"/>
              <a:gd name="connsiteX741" fmla="*/ 0 w 7467600"/>
              <a:gd name="connsiteY741" fmla="*/ 2389189 h 6858000"/>
              <a:gd name="connsiteX742" fmla="*/ 103062 w 7467600"/>
              <a:gd name="connsiteY742" fmla="*/ 2389518 h 6858000"/>
              <a:gd name="connsiteX743" fmla="*/ 510734 w 7467600"/>
              <a:gd name="connsiteY743" fmla="*/ 2416201 h 6858000"/>
              <a:gd name="connsiteX744" fmla="*/ 279257 w 7467600"/>
              <a:gd name="connsiteY744" fmla="*/ 2092102 h 6858000"/>
              <a:gd name="connsiteX745" fmla="*/ 65265 w 7467600"/>
              <a:gd name="connsiteY745" fmla="*/ 2006049 h 6858000"/>
              <a:gd name="connsiteX746" fmla="*/ 0 w 7467600"/>
              <a:gd name="connsiteY746" fmla="*/ 1982532 h 6858000"/>
              <a:gd name="connsiteX747" fmla="*/ 0 w 7467600"/>
              <a:gd name="connsiteY747" fmla="*/ 1912789 h 6858000"/>
              <a:gd name="connsiteX748" fmla="*/ 97460 w 7467600"/>
              <a:gd name="connsiteY748" fmla="*/ 1953725 h 6858000"/>
              <a:gd name="connsiteX749" fmla="*/ 221272 w 7467600"/>
              <a:gd name="connsiteY749" fmla="*/ 1980766 h 6858000"/>
              <a:gd name="connsiteX750" fmla="*/ 116765 w 7467600"/>
              <a:gd name="connsiteY750" fmla="*/ 1911033 h 6858000"/>
              <a:gd name="connsiteX751" fmla="*/ 16405 w 7467600"/>
              <a:gd name="connsiteY751" fmla="*/ 1803412 h 6858000"/>
              <a:gd name="connsiteX752" fmla="*/ 0 w 7467600"/>
              <a:gd name="connsiteY752" fmla="*/ 1784777 h 6858000"/>
              <a:gd name="connsiteX753" fmla="*/ 0 w 7467600"/>
              <a:gd name="connsiteY753" fmla="*/ 1740082 h 6858000"/>
              <a:gd name="connsiteX754" fmla="*/ 39394 w 7467600"/>
              <a:gd name="connsiteY754" fmla="*/ 1784856 h 6858000"/>
              <a:gd name="connsiteX755" fmla="*/ 135813 w 7467600"/>
              <a:gd name="connsiteY755" fmla="*/ 1888838 h 6858000"/>
              <a:gd name="connsiteX756" fmla="*/ 242575 w 7467600"/>
              <a:gd name="connsiteY756" fmla="*/ 1958841 h 6858000"/>
              <a:gd name="connsiteX757" fmla="*/ 82197 w 7467600"/>
              <a:gd name="connsiteY757" fmla="*/ 1754826 h 6858000"/>
              <a:gd name="connsiteX758" fmla="*/ 0 w 7467600"/>
              <a:gd name="connsiteY758" fmla="*/ 1679650 h 6858000"/>
              <a:gd name="connsiteX759" fmla="*/ 0 w 7467600"/>
              <a:gd name="connsiteY759" fmla="*/ 1602463 h 6858000"/>
              <a:gd name="connsiteX760" fmla="*/ 84689 w 7467600"/>
              <a:gd name="connsiteY760" fmla="*/ 1677442 h 6858000"/>
              <a:gd name="connsiteX761" fmla="*/ 298437 w 7467600"/>
              <a:gd name="connsiteY761" fmla="*/ 1968019 h 6858000"/>
              <a:gd name="connsiteX762" fmla="*/ 227269 w 7467600"/>
              <a:gd name="connsiteY762" fmla="*/ 1114064 h 6858000"/>
              <a:gd name="connsiteX763" fmla="*/ 248003 w 7467600"/>
              <a:gd name="connsiteY763" fmla="*/ 1089613 h 6858000"/>
              <a:gd name="connsiteX764" fmla="*/ 427020 w 7467600"/>
              <a:gd name="connsiteY764" fmla="*/ 1619803 h 6858000"/>
              <a:gd name="connsiteX765" fmla="*/ 340345 w 7467600"/>
              <a:gd name="connsiteY765" fmla="*/ 2027739 h 6858000"/>
              <a:gd name="connsiteX766" fmla="*/ 360865 w 7467600"/>
              <a:gd name="connsiteY766" fmla="*/ 2044827 h 6858000"/>
              <a:gd name="connsiteX767" fmla="*/ 560414 w 7467600"/>
              <a:gd name="connsiteY767" fmla="*/ 2421457 h 6858000"/>
              <a:gd name="connsiteX768" fmla="*/ 1359703 w 7467600"/>
              <a:gd name="connsiteY768" fmla="*/ 2578554 h 6858000"/>
              <a:gd name="connsiteX769" fmla="*/ 1359422 w 7467600"/>
              <a:gd name="connsiteY769" fmla="*/ 2577994 h 6858000"/>
              <a:gd name="connsiteX770" fmla="*/ 828701 w 7467600"/>
              <a:gd name="connsiteY770" fmla="*/ 1839520 h 6858000"/>
              <a:gd name="connsiteX771" fmla="*/ 494427 w 7467600"/>
              <a:gd name="connsiteY771" fmla="*/ 1092333 h 6858000"/>
              <a:gd name="connsiteX772" fmla="*/ 506322 w 7467600"/>
              <a:gd name="connsiteY772" fmla="*/ 1020997 h 6858000"/>
              <a:gd name="connsiteX773" fmla="*/ 4570198 w 7467600"/>
              <a:gd name="connsiteY773" fmla="*/ 978081 h 6858000"/>
              <a:gd name="connsiteX774" fmla="*/ 4523691 w 7467600"/>
              <a:gd name="connsiteY774" fmla="*/ 1127776 h 6858000"/>
              <a:gd name="connsiteX775" fmla="*/ 4509875 w 7467600"/>
              <a:gd name="connsiteY775" fmla="*/ 1167552 h 6858000"/>
              <a:gd name="connsiteX776" fmla="*/ 4478168 w 7467600"/>
              <a:gd name="connsiteY776" fmla="*/ 1260735 h 6858000"/>
              <a:gd name="connsiteX777" fmla="*/ 4409309 w 7467600"/>
              <a:gd name="connsiteY777" fmla="*/ 1666996 h 6858000"/>
              <a:gd name="connsiteX778" fmla="*/ 4370031 w 7467600"/>
              <a:gd name="connsiteY778" fmla="*/ 1955666 h 6858000"/>
              <a:gd name="connsiteX779" fmla="*/ 4570198 w 7467600"/>
              <a:gd name="connsiteY779" fmla="*/ 978081 h 6858000"/>
              <a:gd name="connsiteX780" fmla="*/ 4557898 w 7467600"/>
              <a:gd name="connsiteY780" fmla="*/ 900011 h 6858000"/>
              <a:gd name="connsiteX781" fmla="*/ 4344840 w 7467600"/>
              <a:gd name="connsiteY781" fmla="*/ 1922038 h 6858000"/>
              <a:gd name="connsiteX782" fmla="*/ 4378710 w 7467600"/>
              <a:gd name="connsiteY782" fmla="*/ 1665516 h 6858000"/>
              <a:gd name="connsiteX783" fmla="*/ 4448798 w 7467600"/>
              <a:gd name="connsiteY783" fmla="*/ 1253024 h 6858000"/>
              <a:gd name="connsiteX784" fmla="*/ 4480315 w 7467600"/>
              <a:gd name="connsiteY784" fmla="*/ 1158454 h 6858000"/>
              <a:gd name="connsiteX785" fmla="*/ 4494133 w 7467600"/>
              <a:gd name="connsiteY785" fmla="*/ 1118676 h 6858000"/>
              <a:gd name="connsiteX786" fmla="*/ 4557898 w 7467600"/>
              <a:gd name="connsiteY786" fmla="*/ 900011 h 6858000"/>
              <a:gd name="connsiteX787" fmla="*/ 5870151 w 7467600"/>
              <a:gd name="connsiteY787" fmla="*/ 898890 h 6858000"/>
              <a:gd name="connsiteX788" fmla="*/ 5861335 w 7467600"/>
              <a:gd name="connsiteY788" fmla="*/ 899177 h 6858000"/>
              <a:gd name="connsiteX789" fmla="*/ 5843702 w 7467600"/>
              <a:gd name="connsiteY789" fmla="*/ 899748 h 6858000"/>
              <a:gd name="connsiteX790" fmla="*/ 5651107 w 7467600"/>
              <a:gd name="connsiteY790" fmla="*/ 920306 h 6858000"/>
              <a:gd name="connsiteX791" fmla="*/ 5459407 w 7467600"/>
              <a:gd name="connsiteY791" fmla="*/ 940975 h 6858000"/>
              <a:gd name="connsiteX792" fmla="*/ 5374846 w 7467600"/>
              <a:gd name="connsiteY792" fmla="*/ 941988 h 6858000"/>
              <a:gd name="connsiteX793" fmla="*/ 5256105 w 7467600"/>
              <a:gd name="connsiteY793" fmla="*/ 945632 h 6858000"/>
              <a:gd name="connsiteX794" fmla="*/ 5107071 w 7467600"/>
              <a:gd name="connsiteY794" fmla="*/ 969720 h 6858000"/>
              <a:gd name="connsiteX795" fmla="*/ 4998681 w 7467600"/>
              <a:gd name="connsiteY795" fmla="*/ 988771 h 6858000"/>
              <a:gd name="connsiteX796" fmla="*/ 5870151 w 7467600"/>
              <a:gd name="connsiteY796" fmla="*/ 898890 h 6858000"/>
              <a:gd name="connsiteX797" fmla="*/ 5504425 w 7467600"/>
              <a:gd name="connsiteY797" fmla="*/ 848067 h 6858000"/>
              <a:gd name="connsiteX798" fmla="*/ 4968849 w 7467600"/>
              <a:gd name="connsiteY798" fmla="*/ 962318 h 6858000"/>
              <a:gd name="connsiteX799" fmla="*/ 5104039 w 7467600"/>
              <a:gd name="connsiteY799" fmla="*/ 940634 h 6858000"/>
              <a:gd name="connsiteX800" fmla="*/ 5256311 w 7467600"/>
              <a:gd name="connsiteY800" fmla="*/ 916490 h 6858000"/>
              <a:gd name="connsiteX801" fmla="*/ 5377381 w 7467600"/>
              <a:gd name="connsiteY801" fmla="*/ 912671 h 6858000"/>
              <a:gd name="connsiteX802" fmla="*/ 5460148 w 7467600"/>
              <a:gd name="connsiteY802" fmla="*/ 911442 h 6858000"/>
              <a:gd name="connsiteX803" fmla="*/ 5648971 w 7467600"/>
              <a:gd name="connsiteY803" fmla="*/ 891331 h 6858000"/>
              <a:gd name="connsiteX804" fmla="*/ 5844807 w 7467600"/>
              <a:gd name="connsiteY804" fmla="*/ 870718 h 6858000"/>
              <a:gd name="connsiteX805" fmla="*/ 5862975 w 7467600"/>
              <a:gd name="connsiteY805" fmla="*/ 869756 h 6858000"/>
              <a:gd name="connsiteX806" fmla="*/ 5920887 w 7467600"/>
              <a:gd name="connsiteY806" fmla="*/ 865929 h 6858000"/>
              <a:gd name="connsiteX807" fmla="*/ 5504425 w 7467600"/>
              <a:gd name="connsiteY807" fmla="*/ 848067 h 6858000"/>
              <a:gd name="connsiteX808" fmla="*/ 3607114 w 7467600"/>
              <a:gd name="connsiteY808" fmla="*/ 467441 h 6858000"/>
              <a:gd name="connsiteX809" fmla="*/ 3296242 w 7467600"/>
              <a:gd name="connsiteY809" fmla="*/ 807991 h 6858000"/>
              <a:gd name="connsiteX810" fmla="*/ 3174674 w 7467600"/>
              <a:gd name="connsiteY810" fmla="*/ 919759 h 6858000"/>
              <a:gd name="connsiteX811" fmla="*/ 3042978 w 7467600"/>
              <a:gd name="connsiteY811" fmla="*/ 1054894 h 6858000"/>
              <a:gd name="connsiteX812" fmla="*/ 2968914 w 7467600"/>
              <a:gd name="connsiteY812" fmla="*/ 1133756 h 6858000"/>
              <a:gd name="connsiteX813" fmla="*/ 3103823 w 7467600"/>
              <a:gd name="connsiteY813" fmla="*/ 1026814 h 6858000"/>
              <a:gd name="connsiteX814" fmla="*/ 3607114 w 7467600"/>
              <a:gd name="connsiteY814" fmla="*/ 467441 h 6858000"/>
              <a:gd name="connsiteX815" fmla="*/ 3744487 w 7467600"/>
              <a:gd name="connsiteY815" fmla="*/ 383136 h 6858000"/>
              <a:gd name="connsiteX816" fmla="*/ 3970213 w 7467600"/>
              <a:gd name="connsiteY816" fmla="*/ 995559 h 6858000"/>
              <a:gd name="connsiteX817" fmla="*/ 3744487 w 7467600"/>
              <a:gd name="connsiteY817" fmla="*/ 383136 h 6858000"/>
              <a:gd name="connsiteX818" fmla="*/ 3624562 w 7467600"/>
              <a:gd name="connsiteY818" fmla="*/ 367041 h 6858000"/>
              <a:gd name="connsiteX819" fmla="*/ 3489712 w 7467600"/>
              <a:gd name="connsiteY819" fmla="*/ 485386 h 6858000"/>
              <a:gd name="connsiteX820" fmla="*/ 3182994 w 7467600"/>
              <a:gd name="connsiteY820" fmla="*/ 828265 h 6858000"/>
              <a:gd name="connsiteX821" fmla="*/ 2892114 w 7467600"/>
              <a:gd name="connsiteY821" fmla="*/ 1172635 h 6858000"/>
              <a:gd name="connsiteX822" fmla="*/ 3021459 w 7467600"/>
              <a:gd name="connsiteY822" fmla="*/ 1035385 h 6858000"/>
              <a:gd name="connsiteX823" fmla="*/ 3153873 w 7467600"/>
              <a:gd name="connsiteY823" fmla="*/ 898971 h 6858000"/>
              <a:gd name="connsiteX824" fmla="*/ 3276511 w 7467600"/>
              <a:gd name="connsiteY824" fmla="*/ 786423 h 6858000"/>
              <a:gd name="connsiteX825" fmla="*/ 3584154 w 7467600"/>
              <a:gd name="connsiteY825" fmla="*/ 448218 h 6858000"/>
              <a:gd name="connsiteX826" fmla="*/ 3624562 w 7467600"/>
              <a:gd name="connsiteY826" fmla="*/ 367041 h 6858000"/>
              <a:gd name="connsiteX827" fmla="*/ 3766672 w 7467600"/>
              <a:gd name="connsiteY827" fmla="*/ 359429 h 6858000"/>
              <a:gd name="connsiteX828" fmla="*/ 3996338 w 7467600"/>
              <a:gd name="connsiteY828" fmla="*/ 968237 h 6858000"/>
              <a:gd name="connsiteX829" fmla="*/ 3766672 w 7467600"/>
              <a:gd name="connsiteY829" fmla="*/ 359429 h 6858000"/>
              <a:gd name="connsiteX830" fmla="*/ 5805386 w 7467600"/>
              <a:gd name="connsiteY830" fmla="*/ 239240 h 6858000"/>
              <a:gd name="connsiteX831" fmla="*/ 5736947 w 7467600"/>
              <a:gd name="connsiteY831" fmla="*/ 261367 h 6858000"/>
              <a:gd name="connsiteX832" fmla="*/ 5427012 w 7467600"/>
              <a:gd name="connsiteY832" fmla="*/ 311272 h 6858000"/>
              <a:gd name="connsiteX833" fmla="*/ 5147818 w 7467600"/>
              <a:gd name="connsiteY833" fmla="*/ 322112 h 6858000"/>
              <a:gd name="connsiteX834" fmla="*/ 5060854 w 7467600"/>
              <a:gd name="connsiteY834" fmla="*/ 311882 h 6858000"/>
              <a:gd name="connsiteX835" fmla="*/ 4945989 w 7467600"/>
              <a:gd name="connsiteY835" fmla="*/ 300516 h 6858000"/>
              <a:gd name="connsiteX836" fmla="*/ 5410479 w 7467600"/>
              <a:gd name="connsiteY836" fmla="*/ 348434 h 6858000"/>
              <a:gd name="connsiteX837" fmla="*/ 5805386 w 7467600"/>
              <a:gd name="connsiteY837" fmla="*/ 239240 h 6858000"/>
              <a:gd name="connsiteX838" fmla="*/ 5905192 w 7467600"/>
              <a:gd name="connsiteY838" fmla="*/ 163079 h 6858000"/>
              <a:gd name="connsiteX839" fmla="*/ 5865655 w 7467600"/>
              <a:gd name="connsiteY839" fmla="*/ 171901 h 6858000"/>
              <a:gd name="connsiteX840" fmla="*/ 5259740 w 7467600"/>
              <a:gd name="connsiteY840" fmla="*/ 257013 h 6858000"/>
              <a:gd name="connsiteX841" fmla="*/ 5208466 w 7467600"/>
              <a:gd name="connsiteY841" fmla="*/ 257550 h 6858000"/>
              <a:gd name="connsiteX842" fmla="*/ 4980204 w 7467600"/>
              <a:gd name="connsiteY842" fmla="*/ 271903 h 6858000"/>
              <a:gd name="connsiteX843" fmla="*/ 5068068 w 7467600"/>
              <a:gd name="connsiteY843" fmla="*/ 282244 h 6858000"/>
              <a:gd name="connsiteX844" fmla="*/ 5153231 w 7467600"/>
              <a:gd name="connsiteY844" fmla="*/ 292240 h 6858000"/>
              <a:gd name="connsiteX845" fmla="*/ 5426491 w 7467600"/>
              <a:gd name="connsiteY845" fmla="*/ 281128 h 6858000"/>
              <a:gd name="connsiteX846" fmla="*/ 5731212 w 7467600"/>
              <a:gd name="connsiteY846" fmla="*/ 231951 h 6858000"/>
              <a:gd name="connsiteX847" fmla="*/ 5905192 w 7467600"/>
              <a:gd name="connsiteY847" fmla="*/ 163079 h 6858000"/>
              <a:gd name="connsiteX848" fmla="*/ 5944437 w 7467600"/>
              <a:gd name="connsiteY848" fmla="*/ 113829 h 6858000"/>
              <a:gd name="connsiteX849" fmla="*/ 5825032 w 7467600"/>
              <a:gd name="connsiteY849" fmla="*/ 146405 h 6858000"/>
              <a:gd name="connsiteX850" fmla="*/ 4955599 w 7467600"/>
              <a:gd name="connsiteY850" fmla="*/ 247008 h 6858000"/>
              <a:gd name="connsiteX851" fmla="*/ 5210104 w 7467600"/>
              <a:gd name="connsiteY851" fmla="*/ 228123 h 6858000"/>
              <a:gd name="connsiteX852" fmla="*/ 5261015 w 7467600"/>
              <a:gd name="connsiteY852" fmla="*/ 227087 h 6858000"/>
              <a:gd name="connsiteX853" fmla="*/ 5861181 w 7467600"/>
              <a:gd name="connsiteY853" fmla="*/ 143093 h 6858000"/>
              <a:gd name="connsiteX854" fmla="*/ 5961252 w 7467600"/>
              <a:gd name="connsiteY854" fmla="*/ 114820 h 6858000"/>
              <a:gd name="connsiteX855" fmla="*/ 5944437 w 7467600"/>
              <a:gd name="connsiteY855" fmla="*/ 113829 h 6858000"/>
              <a:gd name="connsiteX856" fmla="*/ 3882765 w 7467600"/>
              <a:gd name="connsiteY856" fmla="*/ 0 h 6858000"/>
              <a:gd name="connsiteX857" fmla="*/ 3995099 w 7467600"/>
              <a:gd name="connsiteY857" fmla="*/ 0 h 6858000"/>
              <a:gd name="connsiteX858" fmla="*/ 4163818 w 7467600"/>
              <a:gd name="connsiteY858" fmla="*/ 234104 h 6858000"/>
              <a:gd name="connsiteX859" fmla="*/ 4172099 w 7467600"/>
              <a:gd name="connsiteY859" fmla="*/ 234207 h 6858000"/>
              <a:gd name="connsiteX860" fmla="*/ 4784282 w 7467600"/>
              <a:gd name="connsiteY860" fmla="*/ 276561 h 6858000"/>
              <a:gd name="connsiteX861" fmla="*/ 4801687 w 7467600"/>
              <a:gd name="connsiteY861" fmla="*/ 267764 h 6858000"/>
              <a:gd name="connsiteX862" fmla="*/ 6082788 w 7467600"/>
              <a:gd name="connsiteY862" fmla="*/ 64119 h 6858000"/>
              <a:gd name="connsiteX863" fmla="*/ 6099442 w 7467600"/>
              <a:gd name="connsiteY863" fmla="*/ 82568 h 6858000"/>
              <a:gd name="connsiteX864" fmla="*/ 4804137 w 7467600"/>
              <a:gd name="connsiteY864" fmla="*/ 320931 h 6858000"/>
              <a:gd name="connsiteX865" fmla="*/ 4227047 w 7467600"/>
              <a:gd name="connsiteY865" fmla="*/ 313415 h 6858000"/>
              <a:gd name="connsiteX866" fmla="*/ 4346041 w 7467600"/>
              <a:gd name="connsiteY866" fmla="*/ 456086 h 6858000"/>
              <a:gd name="connsiteX867" fmla="*/ 4870967 w 7467600"/>
              <a:gd name="connsiteY867" fmla="*/ 963061 h 6858000"/>
              <a:gd name="connsiteX868" fmla="*/ 4889647 w 7467600"/>
              <a:gd name="connsiteY868" fmla="*/ 957147 h 6858000"/>
              <a:gd name="connsiteX869" fmla="*/ 5422504 w 7467600"/>
              <a:gd name="connsiteY869" fmla="*/ 805191 h 6858000"/>
              <a:gd name="connsiteX870" fmla="*/ 6087656 w 7467600"/>
              <a:gd name="connsiteY870" fmla="*/ 826703 h 6858000"/>
              <a:gd name="connsiteX871" fmla="*/ 6058717 w 7467600"/>
              <a:gd name="connsiteY871" fmla="*/ 865992 h 6858000"/>
              <a:gd name="connsiteX872" fmla="*/ 4974153 w 7467600"/>
              <a:gd name="connsiteY872" fmla="*/ 1045456 h 6858000"/>
              <a:gd name="connsiteX873" fmla="*/ 5627835 w 7467600"/>
              <a:gd name="connsiteY873" fmla="*/ 1472077 h 6858000"/>
              <a:gd name="connsiteX874" fmla="*/ 5629817 w 7467600"/>
              <a:gd name="connsiteY874" fmla="*/ 1471412 h 6858000"/>
              <a:gd name="connsiteX875" fmla="*/ 5634124 w 7467600"/>
              <a:gd name="connsiteY875" fmla="*/ 1470572 h 6858000"/>
              <a:gd name="connsiteX876" fmla="*/ 5755832 w 7467600"/>
              <a:gd name="connsiteY876" fmla="*/ 1383886 h 6858000"/>
              <a:gd name="connsiteX877" fmla="*/ 6014186 w 7467600"/>
              <a:gd name="connsiteY877" fmla="*/ 1279799 h 6858000"/>
              <a:gd name="connsiteX878" fmla="*/ 6901619 w 7467600"/>
              <a:gd name="connsiteY878" fmla="*/ 1047874 h 6858000"/>
              <a:gd name="connsiteX879" fmla="*/ 6931566 w 7467600"/>
              <a:gd name="connsiteY879" fmla="*/ 1062034 h 6858000"/>
              <a:gd name="connsiteX880" fmla="*/ 5790982 w 7467600"/>
              <a:gd name="connsiteY880" fmla="*/ 1561380 h 6858000"/>
              <a:gd name="connsiteX881" fmla="*/ 6188971 w 7467600"/>
              <a:gd name="connsiteY881" fmla="*/ 1755168 h 6858000"/>
              <a:gd name="connsiteX882" fmla="*/ 6202446 w 7467600"/>
              <a:gd name="connsiteY882" fmla="*/ 1752268 h 6858000"/>
              <a:gd name="connsiteX883" fmla="*/ 7179560 w 7467600"/>
              <a:gd name="connsiteY883" fmla="*/ 1467551 h 6858000"/>
              <a:gd name="connsiteX884" fmla="*/ 7158730 w 7467600"/>
              <a:gd name="connsiteY884" fmla="*/ 1507835 h 6858000"/>
              <a:gd name="connsiteX885" fmla="*/ 6326959 w 7467600"/>
              <a:gd name="connsiteY885" fmla="*/ 1817686 h 6858000"/>
              <a:gd name="connsiteX886" fmla="*/ 6537433 w 7467600"/>
              <a:gd name="connsiteY886" fmla="*/ 1907790 h 6858000"/>
              <a:gd name="connsiteX887" fmla="*/ 6550221 w 7467600"/>
              <a:gd name="connsiteY887" fmla="*/ 1910729 h 6858000"/>
              <a:gd name="connsiteX888" fmla="*/ 6964438 w 7467600"/>
              <a:gd name="connsiteY888" fmla="*/ 2209505 h 6858000"/>
              <a:gd name="connsiteX889" fmla="*/ 7367862 w 7467600"/>
              <a:gd name="connsiteY889" fmla="*/ 2806833 h 6858000"/>
              <a:gd name="connsiteX890" fmla="*/ 7364329 w 7467600"/>
              <a:gd name="connsiteY890" fmla="*/ 2826907 h 6858000"/>
              <a:gd name="connsiteX891" fmla="*/ 7290545 w 7467600"/>
              <a:gd name="connsiteY891" fmla="*/ 2850663 h 6858000"/>
              <a:gd name="connsiteX892" fmla="*/ 6472036 w 7467600"/>
              <a:gd name="connsiteY892" fmla="*/ 1959003 h 6858000"/>
              <a:gd name="connsiteX893" fmla="*/ 5792897 w 7467600"/>
              <a:gd name="connsiteY893" fmla="*/ 1647747 h 6858000"/>
              <a:gd name="connsiteX894" fmla="*/ 5842751 w 7467600"/>
              <a:gd name="connsiteY894" fmla="*/ 1816112 h 6858000"/>
              <a:gd name="connsiteX895" fmla="*/ 5847424 w 7467600"/>
              <a:gd name="connsiteY895" fmla="*/ 1815776 h 6858000"/>
              <a:gd name="connsiteX896" fmla="*/ 6399821 w 7467600"/>
              <a:gd name="connsiteY896" fmla="*/ 2344799 h 6858000"/>
              <a:gd name="connsiteX897" fmla="*/ 6323232 w 7467600"/>
              <a:gd name="connsiteY897" fmla="*/ 2389634 h 6858000"/>
              <a:gd name="connsiteX898" fmla="*/ 5942958 w 7467600"/>
              <a:gd name="connsiteY898" fmla="*/ 2077708 h 6858000"/>
              <a:gd name="connsiteX899" fmla="*/ 5921559 w 7467600"/>
              <a:gd name="connsiteY899" fmla="*/ 2378596 h 6858000"/>
              <a:gd name="connsiteX900" fmla="*/ 5817651 w 7467600"/>
              <a:gd name="connsiteY900" fmla="*/ 3023919 h 6858000"/>
              <a:gd name="connsiteX901" fmla="*/ 5729634 w 7467600"/>
              <a:gd name="connsiteY901" fmla="*/ 3051849 h 6858000"/>
              <a:gd name="connsiteX902" fmla="*/ 5611018 w 7467600"/>
              <a:gd name="connsiteY902" fmla="*/ 2316769 h 6858000"/>
              <a:gd name="connsiteX903" fmla="*/ 5687608 w 7467600"/>
              <a:gd name="connsiteY903" fmla="*/ 2039972 h 6858000"/>
              <a:gd name="connsiteX904" fmla="*/ 5657554 w 7467600"/>
              <a:gd name="connsiteY904" fmla="*/ 1576445 h 6858000"/>
              <a:gd name="connsiteX905" fmla="*/ 5150475 w 7467600"/>
              <a:gd name="connsiteY905" fmla="*/ 1274012 h 6858000"/>
              <a:gd name="connsiteX906" fmla="*/ 5349142 w 7467600"/>
              <a:gd name="connsiteY906" fmla="*/ 2204405 h 6858000"/>
              <a:gd name="connsiteX907" fmla="*/ 5262214 w 7467600"/>
              <a:gd name="connsiteY907" fmla="*/ 2233836 h 6858000"/>
              <a:gd name="connsiteX908" fmla="*/ 4981539 w 7467600"/>
              <a:gd name="connsiteY908" fmla="*/ 1542201 h 6858000"/>
              <a:gd name="connsiteX909" fmla="*/ 4958461 w 7467600"/>
              <a:gd name="connsiteY909" fmla="*/ 1136957 h 6858000"/>
              <a:gd name="connsiteX910" fmla="*/ 4655015 w 7467600"/>
              <a:gd name="connsiteY910" fmla="*/ 891426 h 6858000"/>
              <a:gd name="connsiteX911" fmla="*/ 4348002 w 7467600"/>
              <a:gd name="connsiteY911" fmla="*/ 2205895 h 6858000"/>
              <a:gd name="connsiteX912" fmla="*/ 4262250 w 7467600"/>
              <a:gd name="connsiteY912" fmla="*/ 2219972 h 6858000"/>
              <a:gd name="connsiteX913" fmla="*/ 4550611 w 7467600"/>
              <a:gd name="connsiteY913" fmla="*/ 817540 h 6858000"/>
              <a:gd name="connsiteX914" fmla="*/ 4564418 w 7467600"/>
              <a:gd name="connsiteY914" fmla="*/ 808293 h 6858000"/>
              <a:gd name="connsiteX915" fmla="*/ 4266388 w 7467600"/>
              <a:gd name="connsiteY915" fmla="*/ 500083 h 6858000"/>
              <a:gd name="connsiteX916" fmla="*/ 4032842 w 7467600"/>
              <a:gd name="connsiteY916" fmla="*/ 211809 h 6858000"/>
              <a:gd name="connsiteX917" fmla="*/ 3882765 w 7467600"/>
              <a:gd name="connsiteY917" fmla="*/ 0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3721337 w 7467600"/>
              <a:gd name="connsiteY935" fmla="*/ 0 h 6858000"/>
              <a:gd name="connsiteX936" fmla="*/ 2867960 w 7467600"/>
              <a:gd name="connsiteY936" fmla="*/ 0 h 6858000"/>
              <a:gd name="connsiteX937" fmla="*/ 2926351 w 7467600"/>
              <a:gd name="connsiteY937" fmla="*/ 0 h 6858000"/>
              <a:gd name="connsiteX938" fmla="*/ 2902823 w 7467600"/>
              <a:gd name="connsiteY938" fmla="*/ 262929 h 6858000"/>
              <a:gd name="connsiteX939" fmla="*/ 2940663 w 7467600"/>
              <a:gd name="connsiteY939" fmla="*/ 140884 h 6858000"/>
              <a:gd name="connsiteX940" fmla="*/ 2947039 w 7467600"/>
              <a:gd name="connsiteY940" fmla="*/ 122524 h 6858000"/>
              <a:gd name="connsiteX941" fmla="*/ 2984316 w 7467600"/>
              <a:gd name="connsiteY941" fmla="*/ 0 h 6858000"/>
              <a:gd name="connsiteX942" fmla="*/ 3016114 w 7467600"/>
              <a:gd name="connsiteY942" fmla="*/ 0 h 6858000"/>
              <a:gd name="connsiteX943" fmla="*/ 2979949 w 7467600"/>
              <a:gd name="connsiteY943" fmla="*/ 119274 h 6858000"/>
              <a:gd name="connsiteX944" fmla="*/ 3023879 w 7467600"/>
              <a:gd name="connsiteY944" fmla="*/ 0 h 6858000"/>
              <a:gd name="connsiteX945" fmla="*/ 3105400 w 7467600"/>
              <a:gd name="connsiteY945" fmla="*/ 0 h 6858000"/>
              <a:gd name="connsiteX946" fmla="*/ 3094669 w 7467600"/>
              <a:gd name="connsiteY946" fmla="*/ 30308 h 6858000"/>
              <a:gd name="connsiteX947" fmla="*/ 2901945 w 7467600"/>
              <a:gd name="connsiteY947" fmla="*/ 466538 h 6858000"/>
              <a:gd name="connsiteX948" fmla="*/ 2815209 w 7467600"/>
              <a:gd name="connsiteY948" fmla="*/ 497361 h 6858000"/>
              <a:gd name="connsiteX949" fmla="*/ 2844845 w 7467600"/>
              <a:gd name="connsiteY949" fmla="*/ 127638 h 6858000"/>
              <a:gd name="connsiteX950" fmla="*/ 2867960 w 7467600"/>
              <a:gd name="connsiteY950" fmla="*/ 0 h 6858000"/>
              <a:gd name="connsiteX951" fmla="*/ 1057230 w 7467600"/>
              <a:gd name="connsiteY951" fmla="*/ 0 h 6858000"/>
              <a:gd name="connsiteX952" fmla="*/ 1111003 w 7467600"/>
              <a:gd name="connsiteY952" fmla="*/ 0 h 6858000"/>
              <a:gd name="connsiteX953" fmla="*/ 1125553 w 7467600"/>
              <a:gd name="connsiteY953" fmla="*/ 52588 h 6858000"/>
              <a:gd name="connsiteX954" fmla="*/ 1304276 w 7467600"/>
              <a:gd name="connsiteY954" fmla="*/ 476275 h 6858000"/>
              <a:gd name="connsiteX955" fmla="*/ 1492066 w 7467600"/>
              <a:gd name="connsiteY955" fmla="*/ 886333 h 6858000"/>
              <a:gd name="connsiteX956" fmla="*/ 1423698 w 7467600"/>
              <a:gd name="connsiteY956" fmla="*/ 710817 h 6858000"/>
              <a:gd name="connsiteX957" fmla="*/ 1357609 w 7467600"/>
              <a:gd name="connsiteY957" fmla="*/ 532892 h 6858000"/>
              <a:gd name="connsiteX958" fmla="*/ 1309550 w 7467600"/>
              <a:gd name="connsiteY958" fmla="*/ 374031 h 6858000"/>
              <a:gd name="connsiteX959" fmla="*/ 1193673 w 7467600"/>
              <a:gd name="connsiteY959" fmla="*/ 49533 h 6858000"/>
              <a:gd name="connsiteX960" fmla="*/ 1164391 w 7467600"/>
              <a:gd name="connsiteY960" fmla="*/ 0 h 6858000"/>
              <a:gd name="connsiteX961" fmla="*/ 1200666 w 7467600"/>
              <a:gd name="connsiteY961" fmla="*/ 0 h 6858000"/>
              <a:gd name="connsiteX962" fmla="*/ 1223408 w 7467600"/>
              <a:gd name="connsiteY962" fmla="*/ 38996 h 6858000"/>
              <a:gd name="connsiteX963" fmla="*/ 1339635 w 7467600"/>
              <a:gd name="connsiteY963" fmla="*/ 365517 h 6858000"/>
              <a:gd name="connsiteX964" fmla="*/ 1387469 w 7467600"/>
              <a:gd name="connsiteY964" fmla="*/ 523079 h 6858000"/>
              <a:gd name="connsiteX965" fmla="*/ 1452685 w 7467600"/>
              <a:gd name="connsiteY965" fmla="*/ 699806 h 6858000"/>
              <a:gd name="connsiteX966" fmla="*/ 1492092 w 7467600"/>
              <a:gd name="connsiteY966" fmla="*/ 800424 h 6858000"/>
              <a:gd name="connsiteX967" fmla="*/ 1455302 w 7467600"/>
              <a:gd name="connsiteY967" fmla="*/ 632913 h 6858000"/>
              <a:gd name="connsiteX968" fmla="*/ 1222336 w 7467600"/>
              <a:gd name="connsiteY968" fmla="*/ 9480 h 6858000"/>
              <a:gd name="connsiteX969" fmla="*/ 1214634 w 7467600"/>
              <a:gd name="connsiteY969" fmla="*/ 0 h 6858000"/>
              <a:gd name="connsiteX970" fmla="*/ 1289827 w 7467600"/>
              <a:gd name="connsiteY970" fmla="*/ 0 h 6858000"/>
              <a:gd name="connsiteX971" fmla="*/ 1321076 w 7467600"/>
              <a:gd name="connsiteY971" fmla="*/ 59722 h 6858000"/>
              <a:gd name="connsiteX972" fmla="*/ 1512579 w 7467600"/>
              <a:gd name="connsiteY972" fmla="*/ 626441 h 6858000"/>
              <a:gd name="connsiteX973" fmla="*/ 1506076 w 7467600"/>
              <a:gd name="connsiteY973" fmla="*/ 1089289 h 6858000"/>
              <a:gd name="connsiteX974" fmla="*/ 1486346 w 7467600"/>
              <a:gd name="connsiteY974" fmla="*/ 1079919 h 6858000"/>
              <a:gd name="connsiteX975" fmla="*/ 1070511 w 7467600"/>
              <a:gd name="connsiteY975" fmla="*/ 48609 h 6858000"/>
              <a:gd name="connsiteX976" fmla="*/ 1057230 w 7467600"/>
              <a:gd name="connsiteY976" fmla="*/ 0 h 6858000"/>
              <a:gd name="connsiteX977" fmla="*/ 43151 w 7467600"/>
              <a:gd name="connsiteY977" fmla="*/ 0 h 6858000"/>
              <a:gd name="connsiteX978" fmla="*/ 95283 w 7467600"/>
              <a:gd name="connsiteY978" fmla="*/ 0 h 6858000"/>
              <a:gd name="connsiteX979" fmla="*/ 300708 w 7467600"/>
              <a:gd name="connsiteY979" fmla="*/ 154571 h 6858000"/>
              <a:gd name="connsiteX980" fmla="*/ 530414 w 7467600"/>
              <a:gd name="connsiteY980" fmla="*/ 354673 h 6858000"/>
              <a:gd name="connsiteX981" fmla="*/ 333785 w 7467600"/>
              <a:gd name="connsiteY981" fmla="*/ 161564 h 6858000"/>
              <a:gd name="connsiteX982" fmla="*/ 147005 w 7467600"/>
              <a:gd name="connsiteY982" fmla="*/ 0 h 6858000"/>
              <a:gd name="connsiteX983" fmla="*/ 272509 w 7467600"/>
              <a:gd name="connsiteY983" fmla="*/ 0 h 6858000"/>
              <a:gd name="connsiteX984" fmla="*/ 326276 w 7467600"/>
              <a:gd name="connsiteY984" fmla="*/ 45847 h 6858000"/>
              <a:gd name="connsiteX985" fmla="*/ 823759 w 7467600"/>
              <a:gd name="connsiteY985" fmla="*/ 574145 h 6858000"/>
              <a:gd name="connsiteX986" fmla="*/ 811254 w 7467600"/>
              <a:gd name="connsiteY986" fmla="*/ 665546 h 6858000"/>
              <a:gd name="connsiteX987" fmla="*/ 154042 w 7467600"/>
              <a:gd name="connsiteY987" fmla="*/ 261522 h 6858000"/>
              <a:gd name="connsiteX988" fmla="*/ 13550 w 7467600"/>
              <a:gd name="connsiteY988" fmla="*/ 158423 h 6858000"/>
              <a:gd name="connsiteX989" fmla="*/ 0 w 7467600"/>
              <a:gd name="connsiteY989" fmla="*/ 146618 h 6858000"/>
              <a:gd name="connsiteX990" fmla="*/ 0 w 7467600"/>
              <a:gd name="connsiteY990" fmla="*/ 59161 h 6858000"/>
              <a:gd name="connsiteX991" fmla="*/ 45427 w 7467600"/>
              <a:gd name="connsiteY991" fmla="*/ 101078 h 6858000"/>
              <a:gd name="connsiteX992" fmla="*/ 630103 w 7467600"/>
              <a:gd name="connsiteY992" fmla="*/ 485885 h 6858000"/>
              <a:gd name="connsiteX993" fmla="*/ 532040 w 7467600"/>
              <a:gd name="connsiteY993" fmla="*/ 399359 h 6858000"/>
              <a:gd name="connsiteX994" fmla="*/ 517618 w 7467600"/>
              <a:gd name="connsiteY994" fmla="*/ 385726 h 6858000"/>
              <a:gd name="connsiteX995" fmla="*/ 285074 w 7467600"/>
              <a:gd name="connsiteY995" fmla="*/ 182755 h 6858000"/>
              <a:gd name="connsiteX996" fmla="*/ 43151 w 7467600"/>
              <a:gd name="connsiteY99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27465 w 7467600"/>
              <a:gd name="connsiteY127" fmla="*/ 5174181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1903353 w 7467600"/>
              <a:gd name="connsiteY140" fmla="*/ 5044827 h 6858000"/>
              <a:gd name="connsiteX141" fmla="*/ 1936931 w 7467600"/>
              <a:gd name="connsiteY141" fmla="*/ 5093954 h 6858000"/>
              <a:gd name="connsiteX142" fmla="*/ 2195868 w 7467600"/>
              <a:gd name="connsiteY142" fmla="*/ 5396574 h 6858000"/>
              <a:gd name="connsiteX143" fmla="*/ 2088852 w 7467600"/>
              <a:gd name="connsiteY143" fmla="*/ 5166123 h 6858000"/>
              <a:gd name="connsiteX144" fmla="*/ 1958241 w 7467600"/>
              <a:gd name="connsiteY144" fmla="*/ 5067955 h 6858000"/>
              <a:gd name="connsiteX145" fmla="*/ 1903353 w 7467600"/>
              <a:gd name="connsiteY145" fmla="*/ 5044827 h 6858000"/>
              <a:gd name="connsiteX146" fmla="*/ 1979378 w 7467600"/>
              <a:gd name="connsiteY146" fmla="*/ 4769504 h 6858000"/>
              <a:gd name="connsiteX147" fmla="*/ 2882120 w 7467600"/>
              <a:gd name="connsiteY147" fmla="*/ 5064547 h 6858000"/>
              <a:gd name="connsiteX148" fmla="*/ 2793103 w 7467600"/>
              <a:gd name="connsiteY148" fmla="*/ 5039699 h 6858000"/>
              <a:gd name="connsiteX149" fmla="*/ 2770041 w 7467600"/>
              <a:gd name="connsiteY149" fmla="*/ 5033634 h 6858000"/>
              <a:gd name="connsiteX150" fmla="*/ 1979378 w 7467600"/>
              <a:gd name="connsiteY150" fmla="*/ 4769504 h 6858000"/>
              <a:gd name="connsiteX151" fmla="*/ 1927410 w 7467600"/>
              <a:gd name="connsiteY151" fmla="*/ 4716164 h 6858000"/>
              <a:gd name="connsiteX152" fmla="*/ 1959587 w 7467600"/>
              <a:gd name="connsiteY152" fmla="*/ 4728849 h 6858000"/>
              <a:gd name="connsiteX153" fmla="*/ 2777707 w 7467600"/>
              <a:gd name="connsiteY153" fmla="*/ 5003991 h 6858000"/>
              <a:gd name="connsiteX154" fmla="*/ 2800768 w 7467600"/>
              <a:gd name="connsiteY154" fmla="*/ 5010056 h 6858000"/>
              <a:gd name="connsiteX155" fmla="*/ 2879408 w 7467600"/>
              <a:gd name="connsiteY155" fmla="*/ 5031590 h 6858000"/>
              <a:gd name="connsiteX156" fmla="*/ 2862295 w 7467600"/>
              <a:gd name="connsiteY156" fmla="*/ 5022958 h 6858000"/>
              <a:gd name="connsiteX157" fmla="*/ 2813343 w 7467600"/>
              <a:gd name="connsiteY157" fmla="*/ 4998369 h 6858000"/>
              <a:gd name="connsiteX158" fmla="*/ 2646245 w 7467600"/>
              <a:gd name="connsiteY158" fmla="*/ 4930999 h 6858000"/>
              <a:gd name="connsiteX159" fmla="*/ 1999243 w 7467600"/>
              <a:gd name="connsiteY159" fmla="*/ 4730524 h 6858000"/>
              <a:gd name="connsiteX160" fmla="*/ 1979527 w 7467600"/>
              <a:gd name="connsiteY160" fmla="*/ 4726651 h 6858000"/>
              <a:gd name="connsiteX161" fmla="*/ 1927410 w 7467600"/>
              <a:gd name="connsiteY161" fmla="*/ 4716164 h 6858000"/>
              <a:gd name="connsiteX162" fmla="*/ 1997014 w 7467600"/>
              <a:gd name="connsiteY162" fmla="*/ 4698007 h 6858000"/>
              <a:gd name="connsiteX163" fmla="*/ 2005458 w 7467600"/>
              <a:gd name="connsiteY163" fmla="*/ 4699540 h 6858000"/>
              <a:gd name="connsiteX164" fmla="*/ 2657186 w 7467600"/>
              <a:gd name="connsiteY164" fmla="*/ 4901687 h 6858000"/>
              <a:gd name="connsiteX165" fmla="*/ 2826662 w 7467600"/>
              <a:gd name="connsiteY165" fmla="*/ 4970362 h 6858000"/>
              <a:gd name="connsiteX166" fmla="*/ 2876100 w 7467600"/>
              <a:gd name="connsiteY166" fmla="*/ 4995397 h 6858000"/>
              <a:gd name="connsiteX167" fmla="*/ 3042600 w 7467600"/>
              <a:gd name="connsiteY167" fmla="*/ 5059532 h 6858000"/>
              <a:gd name="connsiteX168" fmla="*/ 1997014 w 7467600"/>
              <a:gd name="connsiteY168" fmla="*/ 4698007 h 6858000"/>
              <a:gd name="connsiteX169" fmla="*/ 2305292 w 7467600"/>
              <a:gd name="connsiteY169" fmla="*/ 4219492 h 6858000"/>
              <a:gd name="connsiteX170" fmla="*/ 3360922 w 7467600"/>
              <a:gd name="connsiteY170" fmla="*/ 4529373 h 6858000"/>
              <a:gd name="connsiteX171" fmla="*/ 3492420 w 7467600"/>
              <a:gd name="connsiteY171" fmla="*/ 4510145 h 6858000"/>
              <a:gd name="connsiteX172" fmla="*/ 3364086 w 7467600"/>
              <a:gd name="connsiteY172" fmla="*/ 4480340 h 6858000"/>
              <a:gd name="connsiteX173" fmla="*/ 3225818 w 7467600"/>
              <a:gd name="connsiteY173" fmla="*/ 4411822 h 6858000"/>
              <a:gd name="connsiteX174" fmla="*/ 3129696 w 7467600"/>
              <a:gd name="connsiteY174" fmla="*/ 4360704 h 6858000"/>
              <a:gd name="connsiteX175" fmla="*/ 2814545 w 7467600"/>
              <a:gd name="connsiteY175" fmla="*/ 4282955 h 6858000"/>
              <a:gd name="connsiteX176" fmla="*/ 2305292 w 7467600"/>
              <a:gd name="connsiteY176" fmla="*/ 4219492 h 6858000"/>
              <a:gd name="connsiteX177" fmla="*/ 2626982 w 7467600"/>
              <a:gd name="connsiteY177" fmla="*/ 4206450 h 6858000"/>
              <a:gd name="connsiteX178" fmla="*/ 2490617 w 7467600"/>
              <a:gd name="connsiteY178" fmla="*/ 4206951 h 6858000"/>
              <a:gd name="connsiteX179" fmla="*/ 2819869 w 7467600"/>
              <a:gd name="connsiteY179" fmla="*/ 4252936 h 6858000"/>
              <a:gd name="connsiteX180" fmla="*/ 3143018 w 7467600"/>
              <a:gd name="connsiteY180" fmla="*/ 4332698 h 6858000"/>
              <a:gd name="connsiteX181" fmla="*/ 3241520 w 7467600"/>
              <a:gd name="connsiteY181" fmla="*/ 4385112 h 6858000"/>
              <a:gd name="connsiteX182" fmla="*/ 3374575 w 7467600"/>
              <a:gd name="connsiteY182" fmla="*/ 4451517 h 6858000"/>
              <a:gd name="connsiteX183" fmla="*/ 3505221 w 7467600"/>
              <a:gd name="connsiteY183" fmla="*/ 4480757 h 6858000"/>
              <a:gd name="connsiteX184" fmla="*/ 2626982 w 7467600"/>
              <a:gd name="connsiteY184" fmla="*/ 4206450 h 6858000"/>
              <a:gd name="connsiteX185" fmla="*/ 1310106 w 7467600"/>
              <a:gd name="connsiteY185" fmla="*/ 3943217 h 6858000"/>
              <a:gd name="connsiteX186" fmla="*/ 854994 w 7467600"/>
              <a:gd name="connsiteY186" fmla="*/ 4399136 h 6858000"/>
              <a:gd name="connsiteX187" fmla="*/ 742462 w 7467600"/>
              <a:gd name="connsiteY187" fmla="*/ 4594648 h 6858000"/>
              <a:gd name="connsiteX188" fmla="*/ 820602 w 7467600"/>
              <a:gd name="connsiteY188" fmla="*/ 4485915 h 6858000"/>
              <a:gd name="connsiteX189" fmla="*/ 878295 w 7467600"/>
              <a:gd name="connsiteY189" fmla="*/ 4403594 h 6858000"/>
              <a:gd name="connsiteX190" fmla="*/ 1240607 w 7467600"/>
              <a:gd name="connsiteY190" fmla="*/ 4010401 h 6858000"/>
              <a:gd name="connsiteX191" fmla="*/ 1310106 w 7467600"/>
              <a:gd name="connsiteY191" fmla="*/ 3943217 h 6858000"/>
              <a:gd name="connsiteX192" fmla="*/ 1423113 w 7467600"/>
              <a:gd name="connsiteY192" fmla="*/ 3874565 h 6858000"/>
              <a:gd name="connsiteX193" fmla="*/ 1260565 w 7467600"/>
              <a:gd name="connsiteY193" fmla="*/ 4031982 h 6858000"/>
              <a:gd name="connsiteX194" fmla="*/ 901900 w 7467600"/>
              <a:gd name="connsiteY194" fmla="*/ 4421236 h 6858000"/>
              <a:gd name="connsiteX195" fmla="*/ 845044 w 7467600"/>
              <a:gd name="connsiteY195" fmla="*/ 4502436 h 6858000"/>
              <a:gd name="connsiteX196" fmla="*/ 685926 w 7467600"/>
              <a:gd name="connsiteY196" fmla="*/ 4703069 h 6858000"/>
              <a:gd name="connsiteX197" fmla="*/ 684248 w 7467600"/>
              <a:gd name="connsiteY197" fmla="*/ 4706721 h 6858000"/>
              <a:gd name="connsiteX198" fmla="*/ 1423113 w 7467600"/>
              <a:gd name="connsiteY198" fmla="*/ 3874565 h 6858000"/>
              <a:gd name="connsiteX199" fmla="*/ 3316479 w 7467600"/>
              <a:gd name="connsiteY199" fmla="*/ 3872136 h 6858000"/>
              <a:gd name="connsiteX200" fmla="*/ 3546806 w 7467600"/>
              <a:gd name="connsiteY200" fmla="*/ 4356139 h 6858000"/>
              <a:gd name="connsiteX201" fmla="*/ 3364433 w 7467600"/>
              <a:gd name="connsiteY201" fmla="*/ 3953121 h 6858000"/>
              <a:gd name="connsiteX202" fmla="*/ 3316479 w 7467600"/>
              <a:gd name="connsiteY202" fmla="*/ 3872136 h 6858000"/>
              <a:gd name="connsiteX203" fmla="*/ 3291335 w 7467600"/>
              <a:gd name="connsiteY203" fmla="*/ 3767420 h 6858000"/>
              <a:gd name="connsiteX204" fmla="*/ 3390805 w 7467600"/>
              <a:gd name="connsiteY204" fmla="*/ 3937163 h 6858000"/>
              <a:gd name="connsiteX205" fmla="*/ 3579062 w 7467600"/>
              <a:gd name="connsiteY205" fmla="*/ 4359040 h 6858000"/>
              <a:gd name="connsiteX206" fmla="*/ 3467355 w 7467600"/>
              <a:gd name="connsiteY206" fmla="*/ 3988130 h 6858000"/>
              <a:gd name="connsiteX207" fmla="*/ 3310753 w 7467600"/>
              <a:gd name="connsiteY207" fmla="*/ 3787140 h 6858000"/>
              <a:gd name="connsiteX208" fmla="*/ 3291335 w 7467600"/>
              <a:gd name="connsiteY208" fmla="*/ 3767420 h 6858000"/>
              <a:gd name="connsiteX209" fmla="*/ 1635889 w 7467600"/>
              <a:gd name="connsiteY209" fmla="*/ 3709494 h 6858000"/>
              <a:gd name="connsiteX210" fmla="*/ 1634800 w 7467600"/>
              <a:gd name="connsiteY210" fmla="*/ 3731111 h 6858000"/>
              <a:gd name="connsiteX211" fmla="*/ 1635889 w 7467600"/>
              <a:gd name="connsiteY211" fmla="*/ 3709494 h 6858000"/>
              <a:gd name="connsiteX212" fmla="*/ 1510397 w 7467600"/>
              <a:gd name="connsiteY212" fmla="*/ 3684705 h 6858000"/>
              <a:gd name="connsiteX213" fmla="*/ 1146550 w 7467600"/>
              <a:gd name="connsiteY213" fmla="*/ 3802012 h 6858000"/>
              <a:gd name="connsiteX214" fmla="*/ 698834 w 7467600"/>
              <a:gd name="connsiteY214" fmla="*/ 3952272 h 6858000"/>
              <a:gd name="connsiteX215" fmla="*/ 34256 w 7467600"/>
              <a:gd name="connsiteY215" fmla="*/ 4347603 h 6858000"/>
              <a:gd name="connsiteX216" fmla="*/ 527241 w 7467600"/>
              <a:gd name="connsiteY216" fmla="*/ 4065078 h 6858000"/>
              <a:gd name="connsiteX217" fmla="*/ 1510397 w 7467600"/>
              <a:gd name="connsiteY217" fmla="*/ 3684705 h 6858000"/>
              <a:gd name="connsiteX218" fmla="*/ 1313114 w 7467600"/>
              <a:gd name="connsiteY218" fmla="*/ 3655216 h 6858000"/>
              <a:gd name="connsiteX219" fmla="*/ 1109304 w 7467600"/>
              <a:gd name="connsiteY219" fmla="*/ 3669030 h 6858000"/>
              <a:gd name="connsiteX220" fmla="*/ 8129 w 7467600"/>
              <a:gd name="connsiteY220" fmla="*/ 4330519 h 6858000"/>
              <a:gd name="connsiteX221" fmla="*/ 687572 w 7467600"/>
              <a:gd name="connsiteY221" fmla="*/ 3925629 h 6858000"/>
              <a:gd name="connsiteX222" fmla="*/ 1138365 w 7467600"/>
              <a:gd name="connsiteY222" fmla="*/ 3774515 h 6858000"/>
              <a:gd name="connsiteX223" fmla="*/ 1505579 w 7467600"/>
              <a:gd name="connsiteY223" fmla="*/ 3655526 h 6858000"/>
              <a:gd name="connsiteX224" fmla="*/ 1313114 w 7467600"/>
              <a:gd name="connsiteY224" fmla="*/ 3655216 h 6858000"/>
              <a:gd name="connsiteX225" fmla="*/ 3655073 w 7467600"/>
              <a:gd name="connsiteY225" fmla="*/ 3650884 h 6858000"/>
              <a:gd name="connsiteX226" fmla="*/ 3989938 w 7467600"/>
              <a:gd name="connsiteY226" fmla="*/ 3991685 h 6858000"/>
              <a:gd name="connsiteX227" fmla="*/ 4393907 w 7467600"/>
              <a:gd name="connsiteY227" fmla="*/ 4261258 h 6858000"/>
              <a:gd name="connsiteX228" fmla="*/ 4648051 w 7467600"/>
              <a:gd name="connsiteY228" fmla="*/ 4374051 h 6858000"/>
              <a:gd name="connsiteX229" fmla="*/ 4383389 w 7467600"/>
              <a:gd name="connsiteY229" fmla="*/ 4184369 h 6858000"/>
              <a:gd name="connsiteX230" fmla="*/ 4165508 w 7467600"/>
              <a:gd name="connsiteY230" fmla="*/ 4035196 h 6858000"/>
              <a:gd name="connsiteX231" fmla="*/ 4068162 w 7467600"/>
              <a:gd name="connsiteY231" fmla="*/ 3953394 h 6858000"/>
              <a:gd name="connsiteX232" fmla="*/ 3981416 w 7467600"/>
              <a:gd name="connsiteY232" fmla="*/ 3880482 h 6858000"/>
              <a:gd name="connsiteX233" fmla="*/ 3800147 w 7467600"/>
              <a:gd name="connsiteY233" fmla="*/ 3749872 h 6858000"/>
              <a:gd name="connsiteX234" fmla="*/ 3655073 w 7467600"/>
              <a:gd name="connsiteY234" fmla="*/ 3650884 h 6858000"/>
              <a:gd name="connsiteX235" fmla="*/ 3670252 w 7467600"/>
              <a:gd name="connsiteY235" fmla="*/ 3622798 h 6858000"/>
              <a:gd name="connsiteX236" fmla="*/ 3817258 w 7467600"/>
              <a:gd name="connsiteY236" fmla="*/ 3723577 h 6858000"/>
              <a:gd name="connsiteX237" fmla="*/ 4000461 w 7467600"/>
              <a:gd name="connsiteY237" fmla="*/ 3855966 h 6858000"/>
              <a:gd name="connsiteX238" fmla="*/ 4088180 w 7467600"/>
              <a:gd name="connsiteY238" fmla="*/ 3929774 h 6858000"/>
              <a:gd name="connsiteX239" fmla="*/ 4184555 w 7467600"/>
              <a:gd name="connsiteY239" fmla="*/ 4010683 h 6858000"/>
              <a:gd name="connsiteX240" fmla="*/ 4399563 w 7467600"/>
              <a:gd name="connsiteY240" fmla="*/ 4158106 h 6858000"/>
              <a:gd name="connsiteX241" fmla="*/ 4684469 w 7467600"/>
              <a:gd name="connsiteY241" fmla="*/ 4364680 h 6858000"/>
              <a:gd name="connsiteX242" fmla="*/ 4690271 w 7467600"/>
              <a:gd name="connsiteY242" fmla="*/ 4370034 h 6858000"/>
              <a:gd name="connsiteX243" fmla="*/ 4136093 w 7467600"/>
              <a:gd name="connsiteY243" fmla="*/ 3858466 h 6858000"/>
              <a:gd name="connsiteX244" fmla="*/ 3670252 w 7467600"/>
              <a:gd name="connsiteY244" fmla="*/ 3622798 h 6858000"/>
              <a:gd name="connsiteX245" fmla="*/ 4440129 w 7467600"/>
              <a:gd name="connsiteY245" fmla="*/ 3448571 h 6858000"/>
              <a:gd name="connsiteX246" fmla="*/ 4856525 w 7467600"/>
              <a:gd name="connsiteY246" fmla="*/ 3915351 h 6858000"/>
              <a:gd name="connsiteX247" fmla="*/ 5059055 w 7467600"/>
              <a:gd name="connsiteY247" fmla="*/ 4108918 h 6858000"/>
              <a:gd name="connsiteX248" fmla="*/ 5290070 w 7467600"/>
              <a:gd name="connsiteY248" fmla="*/ 4263619 h 6858000"/>
              <a:gd name="connsiteX249" fmla="*/ 4834991 w 7467600"/>
              <a:gd name="connsiteY249" fmla="*/ 3830985 h 6858000"/>
              <a:gd name="connsiteX250" fmla="*/ 4440129 w 7467600"/>
              <a:gd name="connsiteY250" fmla="*/ 3448571 h 6858000"/>
              <a:gd name="connsiteX251" fmla="*/ 4441737 w 7467600"/>
              <a:gd name="connsiteY251" fmla="*/ 3399734 h 6858000"/>
              <a:gd name="connsiteX252" fmla="*/ 4431236 w 7467600"/>
              <a:gd name="connsiteY252" fmla="*/ 3400954 h 6858000"/>
              <a:gd name="connsiteX253" fmla="*/ 4557150 w 7467600"/>
              <a:gd name="connsiteY253" fmla="*/ 3510023 h 6858000"/>
              <a:gd name="connsiteX254" fmla="*/ 4856936 w 7467600"/>
              <a:gd name="connsiteY254" fmla="*/ 3809146 h 6858000"/>
              <a:gd name="connsiteX255" fmla="*/ 5111996 w 7467600"/>
              <a:gd name="connsiteY255" fmla="*/ 4065759 h 6858000"/>
              <a:gd name="connsiteX256" fmla="*/ 5388878 w 7467600"/>
              <a:gd name="connsiteY256" fmla="*/ 4300185 h 6858000"/>
              <a:gd name="connsiteX257" fmla="*/ 5425556 w 7467600"/>
              <a:gd name="connsiteY257" fmla="*/ 4308967 h 6858000"/>
              <a:gd name="connsiteX258" fmla="*/ 4943646 w 7467600"/>
              <a:gd name="connsiteY258" fmla="*/ 3822916 h 6858000"/>
              <a:gd name="connsiteX259" fmla="*/ 4594837 w 7467600"/>
              <a:gd name="connsiteY259" fmla="*/ 3532274 h 6858000"/>
              <a:gd name="connsiteX260" fmla="*/ 4441737 w 7467600"/>
              <a:gd name="connsiteY260" fmla="*/ 3399734 h 6858000"/>
              <a:gd name="connsiteX261" fmla="*/ 5425834 w 7467600"/>
              <a:gd name="connsiteY261" fmla="*/ 3162785 h 6858000"/>
              <a:gd name="connsiteX262" fmla="*/ 5401644 w 7467600"/>
              <a:gd name="connsiteY262" fmla="*/ 3617847 h 6858000"/>
              <a:gd name="connsiteX263" fmla="*/ 5467256 w 7467600"/>
              <a:gd name="connsiteY263" fmla="*/ 4175494 h 6858000"/>
              <a:gd name="connsiteX264" fmla="*/ 5448069 w 7467600"/>
              <a:gd name="connsiteY264" fmla="*/ 3567554 h 6858000"/>
              <a:gd name="connsiteX265" fmla="*/ 5425834 w 7467600"/>
              <a:gd name="connsiteY265" fmla="*/ 3162785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399523 w 7467600"/>
              <a:gd name="connsiteY588" fmla="*/ 1428234 h 6858000"/>
              <a:gd name="connsiteX589" fmla="*/ 2448558 w 7467600"/>
              <a:gd name="connsiteY589" fmla="*/ 1373435 h 6858000"/>
              <a:gd name="connsiteX590" fmla="*/ 2312521 w 7467600"/>
              <a:gd name="connsiteY590" fmla="*/ 1806140 h 6858000"/>
              <a:gd name="connsiteX591" fmla="*/ 2127533 w 7467600"/>
              <a:gd name="connsiteY591" fmla="*/ 2348380 h 6858000"/>
              <a:gd name="connsiteX592" fmla="*/ 2358080 w 7467600"/>
              <a:gd name="connsiteY592" fmla="*/ 1866134 h 6858000"/>
              <a:gd name="connsiteX593" fmla="*/ 2407436 w 7467600"/>
              <a:gd name="connsiteY593" fmla="*/ 1651070 h 6858000"/>
              <a:gd name="connsiteX594" fmla="*/ 2448558 w 7467600"/>
              <a:gd name="connsiteY594" fmla="*/ 1373435 h 6858000"/>
              <a:gd name="connsiteX595" fmla="*/ 278707 w 7467600"/>
              <a:gd name="connsiteY595" fmla="*/ 1352270 h 6858000"/>
              <a:gd name="connsiteX596" fmla="*/ 321570 w 7467600"/>
              <a:gd name="connsiteY596" fmla="*/ 1861610 h 6858000"/>
              <a:gd name="connsiteX597" fmla="*/ 294281 w 7467600"/>
              <a:gd name="connsiteY597" fmla="*/ 1440658 h 6858000"/>
              <a:gd name="connsiteX598" fmla="*/ 278707 w 7467600"/>
              <a:gd name="connsiteY598" fmla="*/ 1352270 h 6858000"/>
              <a:gd name="connsiteX599" fmla="*/ 1423821 w 7467600"/>
              <a:gd name="connsiteY599" fmla="*/ 1351958 h 6858000"/>
              <a:gd name="connsiteX600" fmla="*/ 1638521 w 7467600"/>
              <a:gd name="connsiteY600" fmla="*/ 1908470 h 6858000"/>
              <a:gd name="connsiteX601" fmla="*/ 1754199 w 7467600"/>
              <a:gd name="connsiteY601" fmla="*/ 2149284 h 6858000"/>
              <a:gd name="connsiteX602" fmla="*/ 1908359 w 7467600"/>
              <a:gd name="connsiteY602" fmla="*/ 2364988 h 6858000"/>
              <a:gd name="connsiteX603" fmla="*/ 1647661 w 7467600"/>
              <a:gd name="connsiteY603" fmla="*/ 1825945 h 6858000"/>
              <a:gd name="connsiteX604" fmla="*/ 1423821 w 7467600"/>
              <a:gd name="connsiteY604" fmla="*/ 1351958 h 6858000"/>
              <a:gd name="connsiteX605" fmla="*/ 1431890 w 7467600"/>
              <a:gd name="connsiteY605" fmla="*/ 1306475 h 6858000"/>
              <a:gd name="connsiteX606" fmla="*/ 1507597 w 7467600"/>
              <a:gd name="connsiteY606" fmla="*/ 1446132 h 6858000"/>
              <a:gd name="connsiteX607" fmla="*/ 1674586 w 7467600"/>
              <a:gd name="connsiteY607" fmla="*/ 1813832 h 6858000"/>
              <a:gd name="connsiteX608" fmla="*/ 1815950 w 7467600"/>
              <a:gd name="connsiteY608" fmla="*/ 2128564 h 6858000"/>
              <a:gd name="connsiteX609" fmla="*/ 1984242 w 7467600"/>
              <a:gd name="connsiteY609" fmla="*/ 2430829 h 6858000"/>
              <a:gd name="connsiteX610" fmla="*/ 2014023 w 7467600"/>
              <a:gd name="connsiteY610" fmla="*/ 2450995 h 6858000"/>
              <a:gd name="connsiteX611" fmla="*/ 1747337 w 7467600"/>
              <a:gd name="connsiteY611" fmla="*/ 1855264 h 6858000"/>
              <a:gd name="connsiteX612" fmla="*/ 1533749 w 7467600"/>
              <a:gd name="connsiteY612" fmla="*/ 1478656 h 6858000"/>
              <a:gd name="connsiteX613" fmla="*/ 1431890 w 7467600"/>
              <a:gd name="connsiteY613" fmla="*/ 1306475 h 6858000"/>
              <a:gd name="connsiteX614" fmla="*/ 5052692 w 7467600"/>
              <a:gd name="connsiteY614" fmla="*/ 1292994 h 6858000"/>
              <a:gd name="connsiteX615" fmla="*/ 5200661 w 7467600"/>
              <a:gd name="connsiteY615" fmla="*/ 1635186 h 6858000"/>
              <a:gd name="connsiteX616" fmla="*/ 5297138 w 7467600"/>
              <a:gd name="connsiteY616" fmla="*/ 1906351 h 6858000"/>
              <a:gd name="connsiteX617" fmla="*/ 5052692 w 7467600"/>
              <a:gd name="connsiteY617" fmla="*/ 1292994 h 6858000"/>
              <a:gd name="connsiteX618" fmla="*/ 5009948 w 7467600"/>
              <a:gd name="connsiteY618" fmla="*/ 1273619 h 6858000"/>
              <a:gd name="connsiteX619" fmla="*/ 5121777 w 7467600"/>
              <a:gd name="connsiteY619" fmla="*/ 1654213 h 6858000"/>
              <a:gd name="connsiteX620" fmla="*/ 5293545 w 7467600"/>
              <a:gd name="connsiteY620" fmla="*/ 2072247 h 6858000"/>
              <a:gd name="connsiteX621" fmla="*/ 5294042 w 7467600"/>
              <a:gd name="connsiteY621" fmla="*/ 2065019 h 6858000"/>
              <a:gd name="connsiteX622" fmla="*/ 5171936 w 7467600"/>
              <a:gd name="connsiteY622" fmla="*/ 1647613 h 6858000"/>
              <a:gd name="connsiteX623" fmla="*/ 5009948 w 7467600"/>
              <a:gd name="connsiteY623" fmla="*/ 1273619 h 6858000"/>
              <a:gd name="connsiteX624" fmla="*/ 655236 w 7467600"/>
              <a:gd name="connsiteY624" fmla="*/ 1268632 h 6858000"/>
              <a:gd name="connsiteX625" fmla="*/ 839521 w 7467600"/>
              <a:gd name="connsiteY625" fmla="*/ 1685315 h 6858000"/>
              <a:gd name="connsiteX626" fmla="*/ 1109416 w 7467600"/>
              <a:gd name="connsiteY626" fmla="*/ 2061663 h 6858000"/>
              <a:gd name="connsiteX627" fmla="*/ 1298300 w 7467600"/>
              <a:gd name="connsiteY627" fmla="*/ 2247742 h 6858000"/>
              <a:gd name="connsiteX628" fmla="*/ 1125871 w 7467600"/>
              <a:gd name="connsiteY628" fmla="*/ 1989513 h 6858000"/>
              <a:gd name="connsiteX629" fmla="*/ 981574 w 7467600"/>
              <a:gd name="connsiteY629" fmla="*/ 1783157 h 6858000"/>
              <a:gd name="connsiteX630" fmla="*/ 922198 w 7467600"/>
              <a:gd name="connsiteY630" fmla="*/ 1677437 h 6858000"/>
              <a:gd name="connsiteX631" fmla="*/ 869293 w 7467600"/>
              <a:gd name="connsiteY631" fmla="*/ 1583214 h 6858000"/>
              <a:gd name="connsiteX632" fmla="*/ 751431 w 7467600"/>
              <a:gd name="connsiteY632" fmla="*/ 1405731 h 6858000"/>
              <a:gd name="connsiteX633" fmla="*/ 655236 w 7467600"/>
              <a:gd name="connsiteY633" fmla="*/ 1268632 h 6858000"/>
              <a:gd name="connsiteX634" fmla="*/ 6516292 w 7467600"/>
              <a:gd name="connsiteY634" fmla="*/ 1263064 h 6858000"/>
              <a:gd name="connsiteX635" fmla="*/ 5736320 w 7467600"/>
              <a:gd name="connsiteY635" fmla="*/ 1501803 h 6858000"/>
              <a:gd name="connsiteX636" fmla="*/ 6516292 w 7467600"/>
              <a:gd name="connsiteY636" fmla="*/ 1263064 h 6858000"/>
              <a:gd name="connsiteX637" fmla="*/ 291466 w 7467600"/>
              <a:gd name="connsiteY637" fmla="*/ 1250369 h 6858000"/>
              <a:gd name="connsiteX638" fmla="*/ 323180 w 7467600"/>
              <a:gd name="connsiteY638" fmla="*/ 1435283 h 6858000"/>
              <a:gd name="connsiteX639" fmla="*/ 349381 w 7467600"/>
              <a:gd name="connsiteY639" fmla="*/ 1875041 h 6858000"/>
              <a:gd name="connsiteX640" fmla="*/ 374363 w 7467600"/>
              <a:gd name="connsiteY640" fmla="*/ 1506494 h 6858000"/>
              <a:gd name="connsiteX641" fmla="*/ 302168 w 7467600"/>
              <a:gd name="connsiteY641" fmla="*/ 1274495 h 6858000"/>
              <a:gd name="connsiteX642" fmla="*/ 291466 w 7467600"/>
              <a:gd name="connsiteY642" fmla="*/ 1250369 h 6858000"/>
              <a:gd name="connsiteX643" fmla="*/ 678222 w 7467600"/>
              <a:gd name="connsiteY643" fmla="*/ 1248670 h 6858000"/>
              <a:gd name="connsiteX644" fmla="*/ 775536 w 7467600"/>
              <a:gd name="connsiteY644" fmla="*/ 1388015 h 6858000"/>
              <a:gd name="connsiteX645" fmla="*/ 894529 w 7467600"/>
              <a:gd name="connsiteY645" fmla="*/ 1567739 h 6858000"/>
              <a:gd name="connsiteX646" fmla="*/ 948000 w 7467600"/>
              <a:gd name="connsiteY646" fmla="*/ 1663088 h 6858000"/>
              <a:gd name="connsiteX647" fmla="*/ 1006812 w 7467600"/>
              <a:gd name="connsiteY647" fmla="*/ 1767683 h 6858000"/>
              <a:gd name="connsiteX648" fmla="*/ 1149133 w 7467600"/>
              <a:gd name="connsiteY648" fmla="*/ 1971513 h 6858000"/>
              <a:gd name="connsiteX649" fmla="*/ 1333952 w 7467600"/>
              <a:gd name="connsiteY649" fmla="*/ 2251620 h 6858000"/>
              <a:gd name="connsiteX650" fmla="*/ 1337329 w 7467600"/>
              <a:gd name="connsiteY650" fmla="*/ 2258350 h 6858000"/>
              <a:gd name="connsiteX651" fmla="*/ 1014726 w 7467600"/>
              <a:gd name="connsiteY651" fmla="*/ 1615556 h 6858000"/>
              <a:gd name="connsiteX652" fmla="*/ 678222 w 7467600"/>
              <a:gd name="connsiteY652" fmla="*/ 1248670 h 6858000"/>
              <a:gd name="connsiteX653" fmla="*/ 6691602 w 7467600"/>
              <a:gd name="connsiteY653" fmla="*/ 1140573 h 6858000"/>
              <a:gd name="connsiteX654" fmla="*/ 6571100 w 7467600"/>
              <a:gd name="connsiteY654" fmla="*/ 1183662 h 6858000"/>
              <a:gd name="connsiteX655" fmla="*/ 6241687 w 7467600"/>
              <a:gd name="connsiteY655" fmla="*/ 1257600 h 6858000"/>
              <a:gd name="connsiteX656" fmla="*/ 5693009 w 7467600"/>
              <a:gd name="connsiteY656" fmla="*/ 1478256 h 6858000"/>
              <a:gd name="connsiteX657" fmla="*/ 6548420 w 7467600"/>
              <a:gd name="connsiteY657" fmla="*/ 1214599 h 6858000"/>
              <a:gd name="connsiteX658" fmla="*/ 6605473 w 7467600"/>
              <a:gd name="connsiteY658" fmla="*/ 1184686 h 6858000"/>
              <a:gd name="connsiteX659" fmla="*/ 6691602 w 7467600"/>
              <a:gd name="connsiteY659" fmla="*/ 1140573 h 6858000"/>
              <a:gd name="connsiteX660" fmla="*/ 4002475 w 7467600"/>
              <a:gd name="connsiteY660" fmla="*/ 1037802 h 6858000"/>
              <a:gd name="connsiteX661" fmla="*/ 4000324 w 7467600"/>
              <a:gd name="connsiteY661" fmla="*/ 1039362 h 6858000"/>
              <a:gd name="connsiteX662" fmla="*/ 4002862 w 7467600"/>
              <a:gd name="connsiteY662" fmla="*/ 1042866 h 6858000"/>
              <a:gd name="connsiteX663" fmla="*/ 4002475 w 7467600"/>
              <a:gd name="connsiteY663" fmla="*/ 1037802 h 6858000"/>
              <a:gd name="connsiteX664" fmla="*/ 506322 w 7467600"/>
              <a:gd name="connsiteY664" fmla="*/ 1020997 h 6858000"/>
              <a:gd name="connsiteX665" fmla="*/ 533068 w 7467600"/>
              <a:gd name="connsiteY665" fmla="*/ 1029409 h 6858000"/>
              <a:gd name="connsiteX666" fmla="*/ 1232525 w 7467600"/>
              <a:gd name="connsiteY666" fmla="*/ 1804675 h 6858000"/>
              <a:gd name="connsiteX667" fmla="*/ 1388858 w 7467600"/>
              <a:gd name="connsiteY667" fmla="*/ 2368011 h 6858000"/>
              <a:gd name="connsiteX668" fmla="*/ 1384098 w 7467600"/>
              <a:gd name="connsiteY668" fmla="*/ 2378125 h 6858000"/>
              <a:gd name="connsiteX669" fmla="*/ 1425393 w 7467600"/>
              <a:gd name="connsiteY669" fmla="*/ 2589124 h 6858000"/>
              <a:gd name="connsiteX670" fmla="*/ 1424001 w 7467600"/>
              <a:gd name="connsiteY670" fmla="*/ 2597541 h 6858000"/>
              <a:gd name="connsiteX671" fmla="*/ 2152729 w 7467600"/>
              <a:gd name="connsiteY671" fmla="*/ 2864487 h 6858000"/>
              <a:gd name="connsiteX672" fmla="*/ 2020609 w 7467600"/>
              <a:gd name="connsiteY672" fmla="*/ 2539671 h 6858000"/>
              <a:gd name="connsiteX673" fmla="*/ 2018920 w 7467600"/>
              <a:gd name="connsiteY673" fmla="*/ 2536309 h 6858000"/>
              <a:gd name="connsiteX674" fmla="*/ 1342441 w 7467600"/>
              <a:gd name="connsiteY674" fmla="*/ 1173017 h 6858000"/>
              <a:gd name="connsiteX675" fmla="*/ 1367925 w 7467600"/>
              <a:gd name="connsiteY675" fmla="*/ 1135648 h 6858000"/>
              <a:gd name="connsiteX676" fmla="*/ 1771401 w 7467600"/>
              <a:gd name="connsiteY676" fmla="*/ 1806673 h 6858000"/>
              <a:gd name="connsiteX677" fmla="*/ 1972385 w 7467600"/>
              <a:gd name="connsiteY677" fmla="*/ 2198735 h 6858000"/>
              <a:gd name="connsiteX678" fmla="*/ 2040892 w 7467600"/>
              <a:gd name="connsiteY678" fmla="*/ 2405205 h 6858000"/>
              <a:gd name="connsiteX679" fmla="*/ 2131689 w 7467600"/>
              <a:gd name="connsiteY679" fmla="*/ 1936926 h 6858000"/>
              <a:gd name="connsiteX680" fmla="*/ 2454820 w 7467600"/>
              <a:gd name="connsiteY680" fmla="*/ 1248808 h 6858000"/>
              <a:gd name="connsiteX681" fmla="*/ 2492512 w 7467600"/>
              <a:gd name="connsiteY681" fmla="*/ 1302920 h 6858000"/>
              <a:gd name="connsiteX682" fmla="*/ 2081216 w 7467600"/>
              <a:gd name="connsiteY682" fmla="*/ 2527513 h 6858000"/>
              <a:gd name="connsiteX683" fmla="*/ 2081211 w 7467600"/>
              <a:gd name="connsiteY683" fmla="*/ 2528916 h 6858000"/>
              <a:gd name="connsiteX684" fmla="*/ 2199067 w 7467600"/>
              <a:gd name="connsiteY684" fmla="*/ 2884061 h 6858000"/>
              <a:gd name="connsiteX685" fmla="*/ 3192586 w 7467600"/>
              <a:gd name="connsiteY685" fmla="*/ 3411496 h 6858000"/>
              <a:gd name="connsiteX686" fmla="*/ 3182620 w 7467600"/>
              <a:gd name="connsiteY686" fmla="*/ 3483279 h 6858000"/>
              <a:gd name="connsiteX687" fmla="*/ 2435119 w 7467600"/>
              <a:gd name="connsiteY687" fmla="*/ 3080173 h 6858000"/>
              <a:gd name="connsiteX688" fmla="*/ 2410152 w 7467600"/>
              <a:gd name="connsiteY688" fmla="*/ 3063751 h 6858000"/>
              <a:gd name="connsiteX689" fmla="*/ 2408099 w 7467600"/>
              <a:gd name="connsiteY689" fmla="*/ 3064403 h 6858000"/>
              <a:gd name="connsiteX690" fmla="*/ 2407218 w 7467600"/>
              <a:gd name="connsiteY690" fmla="*/ 3070324 h 6858000"/>
              <a:gd name="connsiteX691" fmla="*/ 2380138 w 7467600"/>
              <a:gd name="connsiteY691" fmla="*/ 3099341 h 6858000"/>
              <a:gd name="connsiteX692" fmla="*/ 1765923 w 7467600"/>
              <a:gd name="connsiteY692" fmla="*/ 3581043 h 6858000"/>
              <a:gd name="connsiteX693" fmla="*/ 1702258 w 7467600"/>
              <a:gd name="connsiteY693" fmla="*/ 3612286 h 6858000"/>
              <a:gd name="connsiteX694" fmla="*/ 1538370 w 7467600"/>
              <a:gd name="connsiteY694" fmla="*/ 3811804 h 6858000"/>
              <a:gd name="connsiteX695" fmla="*/ 542867 w 7467600"/>
              <a:gd name="connsiteY695" fmla="*/ 4944092 h 6858000"/>
              <a:gd name="connsiteX696" fmla="*/ 515800 w 7467600"/>
              <a:gd name="connsiteY696" fmla="*/ 4862180 h 6858000"/>
              <a:gd name="connsiteX697" fmla="*/ 909145 w 7467600"/>
              <a:gd name="connsiteY697" fmla="*/ 4199225 h 6858000"/>
              <a:gd name="connsiteX698" fmla="*/ 1214067 w 7467600"/>
              <a:gd name="connsiteY698" fmla="*/ 3908561 h 6858000"/>
              <a:gd name="connsiteX699" fmla="*/ 640967 w 7467600"/>
              <a:gd name="connsiteY699" fmla="*/ 4105601 h 6858000"/>
              <a:gd name="connsiteX700" fmla="*/ 112563 w 7467600"/>
              <a:gd name="connsiteY700" fmla="*/ 4396952 h 6858000"/>
              <a:gd name="connsiteX701" fmla="*/ 0 w 7467600"/>
              <a:gd name="connsiteY701" fmla="*/ 4466006 h 6858000"/>
              <a:gd name="connsiteX702" fmla="*/ 0 w 7467600"/>
              <a:gd name="connsiteY702" fmla="*/ 4233763 h 6858000"/>
              <a:gd name="connsiteX703" fmla="*/ 36881 w 7467600"/>
              <a:gd name="connsiteY703" fmla="*/ 4200118 h 6858000"/>
              <a:gd name="connsiteX704" fmla="*/ 910534 w 7467600"/>
              <a:gd name="connsiteY704" fmla="*/ 3629753 h 6858000"/>
              <a:gd name="connsiteX705" fmla="*/ 1578717 w 7467600"/>
              <a:gd name="connsiteY705" fmla="*/ 3575982 h 6858000"/>
              <a:gd name="connsiteX706" fmla="*/ 2338780 w 7467600"/>
              <a:gd name="connsiteY706" fmla="*/ 3033725 h 6858000"/>
              <a:gd name="connsiteX707" fmla="*/ 1807991 w 7467600"/>
              <a:gd name="connsiteY707" fmla="*/ 2807184 h 6858000"/>
              <a:gd name="connsiteX708" fmla="*/ 1416358 w 7467600"/>
              <a:gd name="connsiteY708" fmla="*/ 3112571 h 6858000"/>
              <a:gd name="connsiteX709" fmla="*/ 939066 w 7467600"/>
              <a:gd name="connsiteY709" fmla="*/ 3378798 h 6858000"/>
              <a:gd name="connsiteX710" fmla="*/ 115099 w 7467600"/>
              <a:gd name="connsiteY710" fmla="*/ 3607650 h 6858000"/>
              <a:gd name="connsiteX711" fmla="*/ 97284 w 7467600"/>
              <a:gd name="connsiteY711" fmla="*/ 3520393 h 6858000"/>
              <a:gd name="connsiteX712" fmla="*/ 922050 w 7467600"/>
              <a:gd name="connsiteY712" fmla="*/ 3074867 h 6858000"/>
              <a:gd name="connsiteX713" fmla="*/ 1405265 w 7467600"/>
              <a:gd name="connsiteY713" fmla="*/ 3016319 h 6858000"/>
              <a:gd name="connsiteX714" fmla="*/ 1407512 w 7467600"/>
              <a:gd name="connsiteY714" fmla="*/ 3018001 h 6858000"/>
              <a:gd name="connsiteX715" fmla="*/ 1726266 w 7467600"/>
              <a:gd name="connsiteY715" fmla="*/ 2777274 h 6858000"/>
              <a:gd name="connsiteX716" fmla="*/ 625390 w 7467600"/>
              <a:gd name="connsiteY716" fmla="*/ 2514541 h 6858000"/>
              <a:gd name="connsiteX717" fmla="*/ 619799 w 7467600"/>
              <a:gd name="connsiteY717" fmla="*/ 2527180 h 6858000"/>
              <a:gd name="connsiteX718" fmla="*/ 310030 w 7467600"/>
              <a:gd name="connsiteY718" fmla="*/ 2771818 h 6858000"/>
              <a:gd name="connsiteX719" fmla="*/ 173877 w 7467600"/>
              <a:gd name="connsiteY719" fmla="*/ 2937056 h 6858000"/>
              <a:gd name="connsiteX720" fmla="*/ 77889 w 7467600"/>
              <a:gd name="connsiteY720" fmla="*/ 3138440 h 6858000"/>
              <a:gd name="connsiteX721" fmla="*/ 0 w 7467600"/>
              <a:gd name="connsiteY721" fmla="*/ 3271395 h 6858000"/>
              <a:gd name="connsiteX722" fmla="*/ 0 w 7467600"/>
              <a:gd name="connsiteY722" fmla="*/ 3153002 h 6858000"/>
              <a:gd name="connsiteX723" fmla="*/ 2386 w 7467600"/>
              <a:gd name="connsiteY723" fmla="*/ 3149203 h 6858000"/>
              <a:gd name="connsiteX724" fmla="*/ 89753 w 7467600"/>
              <a:gd name="connsiteY724" fmla="*/ 2987702 h 6858000"/>
              <a:gd name="connsiteX725" fmla="*/ 76869 w 7467600"/>
              <a:gd name="connsiteY725" fmla="*/ 3005404 h 6858000"/>
              <a:gd name="connsiteX726" fmla="*/ 32049 w 7467600"/>
              <a:gd name="connsiteY726" fmla="*/ 3065814 h 6858000"/>
              <a:gd name="connsiteX727" fmla="*/ 0 w 7467600"/>
              <a:gd name="connsiteY727" fmla="*/ 3108744 h 6858000"/>
              <a:gd name="connsiteX728" fmla="*/ 0 w 7467600"/>
              <a:gd name="connsiteY728" fmla="*/ 3058059 h 6858000"/>
              <a:gd name="connsiteX729" fmla="*/ 7610 w 7467600"/>
              <a:gd name="connsiteY729" fmla="*/ 3047889 h 6858000"/>
              <a:gd name="connsiteX730" fmla="*/ 52419 w 7467600"/>
              <a:gd name="connsiteY730" fmla="*/ 2987479 h 6858000"/>
              <a:gd name="connsiteX731" fmla="*/ 59142 w 7467600"/>
              <a:gd name="connsiteY731" fmla="*/ 2978488 h 6858000"/>
              <a:gd name="connsiteX732" fmla="*/ 0 w 7467600"/>
              <a:gd name="connsiteY732" fmla="*/ 3015334 h 6858000"/>
              <a:gd name="connsiteX733" fmla="*/ 0 w 7467600"/>
              <a:gd name="connsiteY733" fmla="*/ 2914286 h 6858000"/>
              <a:gd name="connsiteX734" fmla="*/ 36383 w 7467600"/>
              <a:gd name="connsiteY734" fmla="*/ 2901128 h 6858000"/>
              <a:gd name="connsiteX735" fmla="*/ 156329 w 7467600"/>
              <a:gd name="connsiteY735" fmla="*/ 2840533 h 6858000"/>
              <a:gd name="connsiteX736" fmla="*/ 358355 w 7467600"/>
              <a:gd name="connsiteY736" fmla="*/ 2620471 h 6858000"/>
              <a:gd name="connsiteX737" fmla="*/ 510577 w 7467600"/>
              <a:gd name="connsiteY737" fmla="*/ 2501244 h 6858000"/>
              <a:gd name="connsiteX738" fmla="*/ 211967 w 7467600"/>
              <a:gd name="connsiteY738" fmla="*/ 2479171 h 6858000"/>
              <a:gd name="connsiteX739" fmla="*/ 0 w 7467600"/>
              <a:gd name="connsiteY739" fmla="*/ 2476398 h 6858000"/>
              <a:gd name="connsiteX740" fmla="*/ 0 w 7467600"/>
              <a:gd name="connsiteY740" fmla="*/ 2389189 h 6858000"/>
              <a:gd name="connsiteX741" fmla="*/ 103062 w 7467600"/>
              <a:gd name="connsiteY741" fmla="*/ 2389518 h 6858000"/>
              <a:gd name="connsiteX742" fmla="*/ 510734 w 7467600"/>
              <a:gd name="connsiteY742" fmla="*/ 2416201 h 6858000"/>
              <a:gd name="connsiteX743" fmla="*/ 279257 w 7467600"/>
              <a:gd name="connsiteY743" fmla="*/ 2092102 h 6858000"/>
              <a:gd name="connsiteX744" fmla="*/ 65265 w 7467600"/>
              <a:gd name="connsiteY744" fmla="*/ 2006049 h 6858000"/>
              <a:gd name="connsiteX745" fmla="*/ 0 w 7467600"/>
              <a:gd name="connsiteY745" fmla="*/ 1982532 h 6858000"/>
              <a:gd name="connsiteX746" fmla="*/ 0 w 7467600"/>
              <a:gd name="connsiteY746" fmla="*/ 1912789 h 6858000"/>
              <a:gd name="connsiteX747" fmla="*/ 97460 w 7467600"/>
              <a:gd name="connsiteY747" fmla="*/ 1953725 h 6858000"/>
              <a:gd name="connsiteX748" fmla="*/ 221272 w 7467600"/>
              <a:gd name="connsiteY748" fmla="*/ 1980766 h 6858000"/>
              <a:gd name="connsiteX749" fmla="*/ 116765 w 7467600"/>
              <a:gd name="connsiteY749" fmla="*/ 1911033 h 6858000"/>
              <a:gd name="connsiteX750" fmla="*/ 16405 w 7467600"/>
              <a:gd name="connsiteY750" fmla="*/ 1803412 h 6858000"/>
              <a:gd name="connsiteX751" fmla="*/ 0 w 7467600"/>
              <a:gd name="connsiteY751" fmla="*/ 1784777 h 6858000"/>
              <a:gd name="connsiteX752" fmla="*/ 0 w 7467600"/>
              <a:gd name="connsiteY752" fmla="*/ 1740082 h 6858000"/>
              <a:gd name="connsiteX753" fmla="*/ 39394 w 7467600"/>
              <a:gd name="connsiteY753" fmla="*/ 1784856 h 6858000"/>
              <a:gd name="connsiteX754" fmla="*/ 135813 w 7467600"/>
              <a:gd name="connsiteY754" fmla="*/ 1888838 h 6858000"/>
              <a:gd name="connsiteX755" fmla="*/ 242575 w 7467600"/>
              <a:gd name="connsiteY755" fmla="*/ 1958841 h 6858000"/>
              <a:gd name="connsiteX756" fmla="*/ 82197 w 7467600"/>
              <a:gd name="connsiteY756" fmla="*/ 1754826 h 6858000"/>
              <a:gd name="connsiteX757" fmla="*/ 0 w 7467600"/>
              <a:gd name="connsiteY757" fmla="*/ 1679650 h 6858000"/>
              <a:gd name="connsiteX758" fmla="*/ 0 w 7467600"/>
              <a:gd name="connsiteY758" fmla="*/ 1602463 h 6858000"/>
              <a:gd name="connsiteX759" fmla="*/ 84689 w 7467600"/>
              <a:gd name="connsiteY759" fmla="*/ 1677442 h 6858000"/>
              <a:gd name="connsiteX760" fmla="*/ 298437 w 7467600"/>
              <a:gd name="connsiteY760" fmla="*/ 1968019 h 6858000"/>
              <a:gd name="connsiteX761" fmla="*/ 227269 w 7467600"/>
              <a:gd name="connsiteY761" fmla="*/ 1114064 h 6858000"/>
              <a:gd name="connsiteX762" fmla="*/ 248003 w 7467600"/>
              <a:gd name="connsiteY762" fmla="*/ 1089613 h 6858000"/>
              <a:gd name="connsiteX763" fmla="*/ 427020 w 7467600"/>
              <a:gd name="connsiteY763" fmla="*/ 1619803 h 6858000"/>
              <a:gd name="connsiteX764" fmla="*/ 340345 w 7467600"/>
              <a:gd name="connsiteY764" fmla="*/ 2027739 h 6858000"/>
              <a:gd name="connsiteX765" fmla="*/ 360865 w 7467600"/>
              <a:gd name="connsiteY765" fmla="*/ 2044827 h 6858000"/>
              <a:gd name="connsiteX766" fmla="*/ 560414 w 7467600"/>
              <a:gd name="connsiteY766" fmla="*/ 2421457 h 6858000"/>
              <a:gd name="connsiteX767" fmla="*/ 1359703 w 7467600"/>
              <a:gd name="connsiteY767" fmla="*/ 2578554 h 6858000"/>
              <a:gd name="connsiteX768" fmla="*/ 1359422 w 7467600"/>
              <a:gd name="connsiteY768" fmla="*/ 2577994 h 6858000"/>
              <a:gd name="connsiteX769" fmla="*/ 828701 w 7467600"/>
              <a:gd name="connsiteY769" fmla="*/ 1839520 h 6858000"/>
              <a:gd name="connsiteX770" fmla="*/ 494427 w 7467600"/>
              <a:gd name="connsiteY770" fmla="*/ 1092333 h 6858000"/>
              <a:gd name="connsiteX771" fmla="*/ 506322 w 7467600"/>
              <a:gd name="connsiteY771" fmla="*/ 1020997 h 6858000"/>
              <a:gd name="connsiteX772" fmla="*/ 4570198 w 7467600"/>
              <a:gd name="connsiteY772" fmla="*/ 978081 h 6858000"/>
              <a:gd name="connsiteX773" fmla="*/ 4523691 w 7467600"/>
              <a:gd name="connsiteY773" fmla="*/ 1127776 h 6858000"/>
              <a:gd name="connsiteX774" fmla="*/ 4509875 w 7467600"/>
              <a:gd name="connsiteY774" fmla="*/ 1167552 h 6858000"/>
              <a:gd name="connsiteX775" fmla="*/ 4478168 w 7467600"/>
              <a:gd name="connsiteY775" fmla="*/ 1260735 h 6858000"/>
              <a:gd name="connsiteX776" fmla="*/ 4409309 w 7467600"/>
              <a:gd name="connsiteY776" fmla="*/ 1666996 h 6858000"/>
              <a:gd name="connsiteX777" fmla="*/ 4370031 w 7467600"/>
              <a:gd name="connsiteY777" fmla="*/ 1955666 h 6858000"/>
              <a:gd name="connsiteX778" fmla="*/ 4570198 w 7467600"/>
              <a:gd name="connsiteY778" fmla="*/ 978081 h 6858000"/>
              <a:gd name="connsiteX779" fmla="*/ 4557898 w 7467600"/>
              <a:gd name="connsiteY779" fmla="*/ 900011 h 6858000"/>
              <a:gd name="connsiteX780" fmla="*/ 4344840 w 7467600"/>
              <a:gd name="connsiteY780" fmla="*/ 1922038 h 6858000"/>
              <a:gd name="connsiteX781" fmla="*/ 4378710 w 7467600"/>
              <a:gd name="connsiteY781" fmla="*/ 1665516 h 6858000"/>
              <a:gd name="connsiteX782" fmla="*/ 4448798 w 7467600"/>
              <a:gd name="connsiteY782" fmla="*/ 1253024 h 6858000"/>
              <a:gd name="connsiteX783" fmla="*/ 4480315 w 7467600"/>
              <a:gd name="connsiteY783" fmla="*/ 1158454 h 6858000"/>
              <a:gd name="connsiteX784" fmla="*/ 4494133 w 7467600"/>
              <a:gd name="connsiteY784" fmla="*/ 1118676 h 6858000"/>
              <a:gd name="connsiteX785" fmla="*/ 4557898 w 7467600"/>
              <a:gd name="connsiteY785" fmla="*/ 900011 h 6858000"/>
              <a:gd name="connsiteX786" fmla="*/ 5870151 w 7467600"/>
              <a:gd name="connsiteY786" fmla="*/ 898890 h 6858000"/>
              <a:gd name="connsiteX787" fmla="*/ 5861335 w 7467600"/>
              <a:gd name="connsiteY787" fmla="*/ 899177 h 6858000"/>
              <a:gd name="connsiteX788" fmla="*/ 5843702 w 7467600"/>
              <a:gd name="connsiteY788" fmla="*/ 899748 h 6858000"/>
              <a:gd name="connsiteX789" fmla="*/ 5651107 w 7467600"/>
              <a:gd name="connsiteY789" fmla="*/ 920306 h 6858000"/>
              <a:gd name="connsiteX790" fmla="*/ 5459407 w 7467600"/>
              <a:gd name="connsiteY790" fmla="*/ 940975 h 6858000"/>
              <a:gd name="connsiteX791" fmla="*/ 5374846 w 7467600"/>
              <a:gd name="connsiteY791" fmla="*/ 941988 h 6858000"/>
              <a:gd name="connsiteX792" fmla="*/ 5256105 w 7467600"/>
              <a:gd name="connsiteY792" fmla="*/ 945632 h 6858000"/>
              <a:gd name="connsiteX793" fmla="*/ 5107071 w 7467600"/>
              <a:gd name="connsiteY793" fmla="*/ 969720 h 6858000"/>
              <a:gd name="connsiteX794" fmla="*/ 4998681 w 7467600"/>
              <a:gd name="connsiteY794" fmla="*/ 988771 h 6858000"/>
              <a:gd name="connsiteX795" fmla="*/ 5870151 w 7467600"/>
              <a:gd name="connsiteY795" fmla="*/ 898890 h 6858000"/>
              <a:gd name="connsiteX796" fmla="*/ 5504425 w 7467600"/>
              <a:gd name="connsiteY796" fmla="*/ 848067 h 6858000"/>
              <a:gd name="connsiteX797" fmla="*/ 4968849 w 7467600"/>
              <a:gd name="connsiteY797" fmla="*/ 962318 h 6858000"/>
              <a:gd name="connsiteX798" fmla="*/ 5104039 w 7467600"/>
              <a:gd name="connsiteY798" fmla="*/ 940634 h 6858000"/>
              <a:gd name="connsiteX799" fmla="*/ 5256311 w 7467600"/>
              <a:gd name="connsiteY799" fmla="*/ 916490 h 6858000"/>
              <a:gd name="connsiteX800" fmla="*/ 5377381 w 7467600"/>
              <a:gd name="connsiteY800" fmla="*/ 912671 h 6858000"/>
              <a:gd name="connsiteX801" fmla="*/ 5460148 w 7467600"/>
              <a:gd name="connsiteY801" fmla="*/ 911442 h 6858000"/>
              <a:gd name="connsiteX802" fmla="*/ 5648971 w 7467600"/>
              <a:gd name="connsiteY802" fmla="*/ 891331 h 6858000"/>
              <a:gd name="connsiteX803" fmla="*/ 5844807 w 7467600"/>
              <a:gd name="connsiteY803" fmla="*/ 870718 h 6858000"/>
              <a:gd name="connsiteX804" fmla="*/ 5862975 w 7467600"/>
              <a:gd name="connsiteY804" fmla="*/ 869756 h 6858000"/>
              <a:gd name="connsiteX805" fmla="*/ 5920887 w 7467600"/>
              <a:gd name="connsiteY805" fmla="*/ 865929 h 6858000"/>
              <a:gd name="connsiteX806" fmla="*/ 5504425 w 7467600"/>
              <a:gd name="connsiteY806" fmla="*/ 848067 h 6858000"/>
              <a:gd name="connsiteX807" fmla="*/ 3607114 w 7467600"/>
              <a:gd name="connsiteY807" fmla="*/ 467441 h 6858000"/>
              <a:gd name="connsiteX808" fmla="*/ 3296242 w 7467600"/>
              <a:gd name="connsiteY808" fmla="*/ 807991 h 6858000"/>
              <a:gd name="connsiteX809" fmla="*/ 3174674 w 7467600"/>
              <a:gd name="connsiteY809" fmla="*/ 919759 h 6858000"/>
              <a:gd name="connsiteX810" fmla="*/ 3042978 w 7467600"/>
              <a:gd name="connsiteY810" fmla="*/ 1054894 h 6858000"/>
              <a:gd name="connsiteX811" fmla="*/ 2968914 w 7467600"/>
              <a:gd name="connsiteY811" fmla="*/ 1133756 h 6858000"/>
              <a:gd name="connsiteX812" fmla="*/ 3103823 w 7467600"/>
              <a:gd name="connsiteY812" fmla="*/ 1026814 h 6858000"/>
              <a:gd name="connsiteX813" fmla="*/ 3607114 w 7467600"/>
              <a:gd name="connsiteY813" fmla="*/ 467441 h 6858000"/>
              <a:gd name="connsiteX814" fmla="*/ 3744487 w 7467600"/>
              <a:gd name="connsiteY814" fmla="*/ 383136 h 6858000"/>
              <a:gd name="connsiteX815" fmla="*/ 3970213 w 7467600"/>
              <a:gd name="connsiteY815" fmla="*/ 995559 h 6858000"/>
              <a:gd name="connsiteX816" fmla="*/ 3744487 w 7467600"/>
              <a:gd name="connsiteY816" fmla="*/ 383136 h 6858000"/>
              <a:gd name="connsiteX817" fmla="*/ 3624562 w 7467600"/>
              <a:gd name="connsiteY817" fmla="*/ 367041 h 6858000"/>
              <a:gd name="connsiteX818" fmla="*/ 3489712 w 7467600"/>
              <a:gd name="connsiteY818" fmla="*/ 485386 h 6858000"/>
              <a:gd name="connsiteX819" fmla="*/ 3182994 w 7467600"/>
              <a:gd name="connsiteY819" fmla="*/ 828265 h 6858000"/>
              <a:gd name="connsiteX820" fmla="*/ 2892114 w 7467600"/>
              <a:gd name="connsiteY820" fmla="*/ 1172635 h 6858000"/>
              <a:gd name="connsiteX821" fmla="*/ 3021459 w 7467600"/>
              <a:gd name="connsiteY821" fmla="*/ 1035385 h 6858000"/>
              <a:gd name="connsiteX822" fmla="*/ 3153873 w 7467600"/>
              <a:gd name="connsiteY822" fmla="*/ 898971 h 6858000"/>
              <a:gd name="connsiteX823" fmla="*/ 3276511 w 7467600"/>
              <a:gd name="connsiteY823" fmla="*/ 786423 h 6858000"/>
              <a:gd name="connsiteX824" fmla="*/ 3584154 w 7467600"/>
              <a:gd name="connsiteY824" fmla="*/ 448218 h 6858000"/>
              <a:gd name="connsiteX825" fmla="*/ 3624562 w 7467600"/>
              <a:gd name="connsiteY825" fmla="*/ 367041 h 6858000"/>
              <a:gd name="connsiteX826" fmla="*/ 3766672 w 7467600"/>
              <a:gd name="connsiteY826" fmla="*/ 359429 h 6858000"/>
              <a:gd name="connsiteX827" fmla="*/ 3996338 w 7467600"/>
              <a:gd name="connsiteY827" fmla="*/ 968237 h 6858000"/>
              <a:gd name="connsiteX828" fmla="*/ 3766672 w 7467600"/>
              <a:gd name="connsiteY828" fmla="*/ 359429 h 6858000"/>
              <a:gd name="connsiteX829" fmla="*/ 5805386 w 7467600"/>
              <a:gd name="connsiteY829" fmla="*/ 239240 h 6858000"/>
              <a:gd name="connsiteX830" fmla="*/ 5736947 w 7467600"/>
              <a:gd name="connsiteY830" fmla="*/ 261367 h 6858000"/>
              <a:gd name="connsiteX831" fmla="*/ 5427012 w 7467600"/>
              <a:gd name="connsiteY831" fmla="*/ 311272 h 6858000"/>
              <a:gd name="connsiteX832" fmla="*/ 5147818 w 7467600"/>
              <a:gd name="connsiteY832" fmla="*/ 322112 h 6858000"/>
              <a:gd name="connsiteX833" fmla="*/ 5060854 w 7467600"/>
              <a:gd name="connsiteY833" fmla="*/ 311882 h 6858000"/>
              <a:gd name="connsiteX834" fmla="*/ 4945989 w 7467600"/>
              <a:gd name="connsiteY834" fmla="*/ 300516 h 6858000"/>
              <a:gd name="connsiteX835" fmla="*/ 5410479 w 7467600"/>
              <a:gd name="connsiteY835" fmla="*/ 348434 h 6858000"/>
              <a:gd name="connsiteX836" fmla="*/ 5805386 w 7467600"/>
              <a:gd name="connsiteY836" fmla="*/ 239240 h 6858000"/>
              <a:gd name="connsiteX837" fmla="*/ 5905192 w 7467600"/>
              <a:gd name="connsiteY837" fmla="*/ 163079 h 6858000"/>
              <a:gd name="connsiteX838" fmla="*/ 5865655 w 7467600"/>
              <a:gd name="connsiteY838" fmla="*/ 171901 h 6858000"/>
              <a:gd name="connsiteX839" fmla="*/ 5259740 w 7467600"/>
              <a:gd name="connsiteY839" fmla="*/ 257013 h 6858000"/>
              <a:gd name="connsiteX840" fmla="*/ 5208466 w 7467600"/>
              <a:gd name="connsiteY840" fmla="*/ 257550 h 6858000"/>
              <a:gd name="connsiteX841" fmla="*/ 4980204 w 7467600"/>
              <a:gd name="connsiteY841" fmla="*/ 271903 h 6858000"/>
              <a:gd name="connsiteX842" fmla="*/ 5068068 w 7467600"/>
              <a:gd name="connsiteY842" fmla="*/ 282244 h 6858000"/>
              <a:gd name="connsiteX843" fmla="*/ 5153231 w 7467600"/>
              <a:gd name="connsiteY843" fmla="*/ 292240 h 6858000"/>
              <a:gd name="connsiteX844" fmla="*/ 5426491 w 7467600"/>
              <a:gd name="connsiteY844" fmla="*/ 281128 h 6858000"/>
              <a:gd name="connsiteX845" fmla="*/ 5731212 w 7467600"/>
              <a:gd name="connsiteY845" fmla="*/ 231951 h 6858000"/>
              <a:gd name="connsiteX846" fmla="*/ 5905192 w 7467600"/>
              <a:gd name="connsiteY846" fmla="*/ 163079 h 6858000"/>
              <a:gd name="connsiteX847" fmla="*/ 5944437 w 7467600"/>
              <a:gd name="connsiteY847" fmla="*/ 113829 h 6858000"/>
              <a:gd name="connsiteX848" fmla="*/ 5825032 w 7467600"/>
              <a:gd name="connsiteY848" fmla="*/ 146405 h 6858000"/>
              <a:gd name="connsiteX849" fmla="*/ 4955599 w 7467600"/>
              <a:gd name="connsiteY849" fmla="*/ 247008 h 6858000"/>
              <a:gd name="connsiteX850" fmla="*/ 5210104 w 7467600"/>
              <a:gd name="connsiteY850" fmla="*/ 228123 h 6858000"/>
              <a:gd name="connsiteX851" fmla="*/ 5261015 w 7467600"/>
              <a:gd name="connsiteY851" fmla="*/ 227087 h 6858000"/>
              <a:gd name="connsiteX852" fmla="*/ 5861181 w 7467600"/>
              <a:gd name="connsiteY852" fmla="*/ 143093 h 6858000"/>
              <a:gd name="connsiteX853" fmla="*/ 5961252 w 7467600"/>
              <a:gd name="connsiteY853" fmla="*/ 114820 h 6858000"/>
              <a:gd name="connsiteX854" fmla="*/ 5944437 w 7467600"/>
              <a:gd name="connsiteY854" fmla="*/ 113829 h 6858000"/>
              <a:gd name="connsiteX855" fmla="*/ 3882765 w 7467600"/>
              <a:gd name="connsiteY855" fmla="*/ 0 h 6858000"/>
              <a:gd name="connsiteX856" fmla="*/ 3995099 w 7467600"/>
              <a:gd name="connsiteY856" fmla="*/ 0 h 6858000"/>
              <a:gd name="connsiteX857" fmla="*/ 4163818 w 7467600"/>
              <a:gd name="connsiteY857" fmla="*/ 234104 h 6858000"/>
              <a:gd name="connsiteX858" fmla="*/ 4172099 w 7467600"/>
              <a:gd name="connsiteY858" fmla="*/ 234207 h 6858000"/>
              <a:gd name="connsiteX859" fmla="*/ 4784282 w 7467600"/>
              <a:gd name="connsiteY859" fmla="*/ 276561 h 6858000"/>
              <a:gd name="connsiteX860" fmla="*/ 4801687 w 7467600"/>
              <a:gd name="connsiteY860" fmla="*/ 267764 h 6858000"/>
              <a:gd name="connsiteX861" fmla="*/ 6082788 w 7467600"/>
              <a:gd name="connsiteY861" fmla="*/ 64119 h 6858000"/>
              <a:gd name="connsiteX862" fmla="*/ 6099442 w 7467600"/>
              <a:gd name="connsiteY862" fmla="*/ 82568 h 6858000"/>
              <a:gd name="connsiteX863" fmla="*/ 4804137 w 7467600"/>
              <a:gd name="connsiteY863" fmla="*/ 320931 h 6858000"/>
              <a:gd name="connsiteX864" fmla="*/ 4227047 w 7467600"/>
              <a:gd name="connsiteY864" fmla="*/ 313415 h 6858000"/>
              <a:gd name="connsiteX865" fmla="*/ 4346041 w 7467600"/>
              <a:gd name="connsiteY865" fmla="*/ 456086 h 6858000"/>
              <a:gd name="connsiteX866" fmla="*/ 4870967 w 7467600"/>
              <a:gd name="connsiteY866" fmla="*/ 963061 h 6858000"/>
              <a:gd name="connsiteX867" fmla="*/ 4889647 w 7467600"/>
              <a:gd name="connsiteY867" fmla="*/ 957147 h 6858000"/>
              <a:gd name="connsiteX868" fmla="*/ 5422504 w 7467600"/>
              <a:gd name="connsiteY868" fmla="*/ 805191 h 6858000"/>
              <a:gd name="connsiteX869" fmla="*/ 6087656 w 7467600"/>
              <a:gd name="connsiteY869" fmla="*/ 826703 h 6858000"/>
              <a:gd name="connsiteX870" fmla="*/ 6058717 w 7467600"/>
              <a:gd name="connsiteY870" fmla="*/ 865992 h 6858000"/>
              <a:gd name="connsiteX871" fmla="*/ 4974153 w 7467600"/>
              <a:gd name="connsiteY871" fmla="*/ 1045456 h 6858000"/>
              <a:gd name="connsiteX872" fmla="*/ 5627835 w 7467600"/>
              <a:gd name="connsiteY872" fmla="*/ 1472077 h 6858000"/>
              <a:gd name="connsiteX873" fmla="*/ 5629817 w 7467600"/>
              <a:gd name="connsiteY873" fmla="*/ 1471412 h 6858000"/>
              <a:gd name="connsiteX874" fmla="*/ 5634124 w 7467600"/>
              <a:gd name="connsiteY874" fmla="*/ 1470572 h 6858000"/>
              <a:gd name="connsiteX875" fmla="*/ 5755832 w 7467600"/>
              <a:gd name="connsiteY875" fmla="*/ 1383886 h 6858000"/>
              <a:gd name="connsiteX876" fmla="*/ 6014186 w 7467600"/>
              <a:gd name="connsiteY876" fmla="*/ 1279799 h 6858000"/>
              <a:gd name="connsiteX877" fmla="*/ 6901619 w 7467600"/>
              <a:gd name="connsiteY877" fmla="*/ 1047874 h 6858000"/>
              <a:gd name="connsiteX878" fmla="*/ 6931566 w 7467600"/>
              <a:gd name="connsiteY878" fmla="*/ 1062034 h 6858000"/>
              <a:gd name="connsiteX879" fmla="*/ 5790982 w 7467600"/>
              <a:gd name="connsiteY879" fmla="*/ 1561380 h 6858000"/>
              <a:gd name="connsiteX880" fmla="*/ 6188971 w 7467600"/>
              <a:gd name="connsiteY880" fmla="*/ 1755168 h 6858000"/>
              <a:gd name="connsiteX881" fmla="*/ 6202446 w 7467600"/>
              <a:gd name="connsiteY881" fmla="*/ 1752268 h 6858000"/>
              <a:gd name="connsiteX882" fmla="*/ 7179560 w 7467600"/>
              <a:gd name="connsiteY882" fmla="*/ 1467551 h 6858000"/>
              <a:gd name="connsiteX883" fmla="*/ 7158730 w 7467600"/>
              <a:gd name="connsiteY883" fmla="*/ 1507835 h 6858000"/>
              <a:gd name="connsiteX884" fmla="*/ 6326959 w 7467600"/>
              <a:gd name="connsiteY884" fmla="*/ 1817686 h 6858000"/>
              <a:gd name="connsiteX885" fmla="*/ 6537433 w 7467600"/>
              <a:gd name="connsiteY885" fmla="*/ 1907790 h 6858000"/>
              <a:gd name="connsiteX886" fmla="*/ 6550221 w 7467600"/>
              <a:gd name="connsiteY886" fmla="*/ 1910729 h 6858000"/>
              <a:gd name="connsiteX887" fmla="*/ 6964438 w 7467600"/>
              <a:gd name="connsiteY887" fmla="*/ 2209505 h 6858000"/>
              <a:gd name="connsiteX888" fmla="*/ 7367862 w 7467600"/>
              <a:gd name="connsiteY888" fmla="*/ 2806833 h 6858000"/>
              <a:gd name="connsiteX889" fmla="*/ 7364329 w 7467600"/>
              <a:gd name="connsiteY889" fmla="*/ 2826907 h 6858000"/>
              <a:gd name="connsiteX890" fmla="*/ 7290545 w 7467600"/>
              <a:gd name="connsiteY890" fmla="*/ 2850663 h 6858000"/>
              <a:gd name="connsiteX891" fmla="*/ 6472036 w 7467600"/>
              <a:gd name="connsiteY891" fmla="*/ 1959003 h 6858000"/>
              <a:gd name="connsiteX892" fmla="*/ 5792897 w 7467600"/>
              <a:gd name="connsiteY892" fmla="*/ 1647747 h 6858000"/>
              <a:gd name="connsiteX893" fmla="*/ 5842751 w 7467600"/>
              <a:gd name="connsiteY893" fmla="*/ 1816112 h 6858000"/>
              <a:gd name="connsiteX894" fmla="*/ 5847424 w 7467600"/>
              <a:gd name="connsiteY894" fmla="*/ 1815776 h 6858000"/>
              <a:gd name="connsiteX895" fmla="*/ 6399821 w 7467600"/>
              <a:gd name="connsiteY895" fmla="*/ 2344799 h 6858000"/>
              <a:gd name="connsiteX896" fmla="*/ 6323232 w 7467600"/>
              <a:gd name="connsiteY896" fmla="*/ 2389634 h 6858000"/>
              <a:gd name="connsiteX897" fmla="*/ 5942958 w 7467600"/>
              <a:gd name="connsiteY897" fmla="*/ 2077708 h 6858000"/>
              <a:gd name="connsiteX898" fmla="*/ 5921559 w 7467600"/>
              <a:gd name="connsiteY898" fmla="*/ 2378596 h 6858000"/>
              <a:gd name="connsiteX899" fmla="*/ 5817651 w 7467600"/>
              <a:gd name="connsiteY899" fmla="*/ 3023919 h 6858000"/>
              <a:gd name="connsiteX900" fmla="*/ 5729634 w 7467600"/>
              <a:gd name="connsiteY900" fmla="*/ 3051849 h 6858000"/>
              <a:gd name="connsiteX901" fmla="*/ 5611018 w 7467600"/>
              <a:gd name="connsiteY901" fmla="*/ 2316769 h 6858000"/>
              <a:gd name="connsiteX902" fmla="*/ 5687608 w 7467600"/>
              <a:gd name="connsiteY902" fmla="*/ 2039972 h 6858000"/>
              <a:gd name="connsiteX903" fmla="*/ 5657554 w 7467600"/>
              <a:gd name="connsiteY903" fmla="*/ 1576445 h 6858000"/>
              <a:gd name="connsiteX904" fmla="*/ 5150475 w 7467600"/>
              <a:gd name="connsiteY904" fmla="*/ 1274012 h 6858000"/>
              <a:gd name="connsiteX905" fmla="*/ 5349142 w 7467600"/>
              <a:gd name="connsiteY905" fmla="*/ 2204405 h 6858000"/>
              <a:gd name="connsiteX906" fmla="*/ 5262214 w 7467600"/>
              <a:gd name="connsiteY906" fmla="*/ 2233836 h 6858000"/>
              <a:gd name="connsiteX907" fmla="*/ 4981539 w 7467600"/>
              <a:gd name="connsiteY907" fmla="*/ 1542201 h 6858000"/>
              <a:gd name="connsiteX908" fmla="*/ 4958461 w 7467600"/>
              <a:gd name="connsiteY908" fmla="*/ 1136957 h 6858000"/>
              <a:gd name="connsiteX909" fmla="*/ 4655015 w 7467600"/>
              <a:gd name="connsiteY909" fmla="*/ 891426 h 6858000"/>
              <a:gd name="connsiteX910" fmla="*/ 4348002 w 7467600"/>
              <a:gd name="connsiteY910" fmla="*/ 2205895 h 6858000"/>
              <a:gd name="connsiteX911" fmla="*/ 4262250 w 7467600"/>
              <a:gd name="connsiteY911" fmla="*/ 2219972 h 6858000"/>
              <a:gd name="connsiteX912" fmla="*/ 4550611 w 7467600"/>
              <a:gd name="connsiteY912" fmla="*/ 817540 h 6858000"/>
              <a:gd name="connsiteX913" fmla="*/ 4564418 w 7467600"/>
              <a:gd name="connsiteY913" fmla="*/ 808293 h 6858000"/>
              <a:gd name="connsiteX914" fmla="*/ 4266388 w 7467600"/>
              <a:gd name="connsiteY914" fmla="*/ 500083 h 6858000"/>
              <a:gd name="connsiteX915" fmla="*/ 4032842 w 7467600"/>
              <a:gd name="connsiteY915" fmla="*/ 211809 h 6858000"/>
              <a:gd name="connsiteX916" fmla="*/ 3882765 w 7467600"/>
              <a:gd name="connsiteY916" fmla="*/ 0 h 6858000"/>
              <a:gd name="connsiteX917" fmla="*/ 3721337 w 7467600"/>
              <a:gd name="connsiteY917" fmla="*/ 0 h 6858000"/>
              <a:gd name="connsiteX918" fmla="*/ 3797544 w 7467600"/>
              <a:gd name="connsiteY918" fmla="*/ 0 h 6858000"/>
              <a:gd name="connsiteX919" fmla="*/ 3775734 w 7467600"/>
              <a:gd name="connsiteY919" fmla="*/ 95131 h 6858000"/>
              <a:gd name="connsiteX920" fmla="*/ 3724807 w 7467600"/>
              <a:gd name="connsiteY920" fmla="*/ 272257 h 6858000"/>
              <a:gd name="connsiteX921" fmla="*/ 3726844 w 7467600"/>
              <a:gd name="connsiteY921" fmla="*/ 282988 h 6858000"/>
              <a:gd name="connsiteX922" fmla="*/ 3742664 w 7467600"/>
              <a:gd name="connsiteY922" fmla="*/ 279918 h 6858000"/>
              <a:gd name="connsiteX923" fmla="*/ 4103910 w 7467600"/>
              <a:gd name="connsiteY923" fmla="*/ 1161917 h 6858000"/>
              <a:gd name="connsiteX924" fmla="*/ 4020269 w 7467600"/>
              <a:gd name="connsiteY924" fmla="*/ 1200406 h 6858000"/>
              <a:gd name="connsiteX925" fmla="*/ 3674882 w 7467600"/>
              <a:gd name="connsiteY925" fmla="*/ 488524 h 6858000"/>
              <a:gd name="connsiteX926" fmla="*/ 3132682 w 7467600"/>
              <a:gd name="connsiteY926" fmla="*/ 1072284 h 6858000"/>
              <a:gd name="connsiteX927" fmla="*/ 2716346 w 7467600"/>
              <a:gd name="connsiteY927" fmla="*/ 1276376 h 6858000"/>
              <a:gd name="connsiteX928" fmla="*/ 2716772 w 7467600"/>
              <a:gd name="connsiteY928" fmla="*/ 1255462 h 6858000"/>
              <a:gd name="connsiteX929" fmla="*/ 3471096 w 7467600"/>
              <a:gd name="connsiteY929" fmla="*/ 437072 h 6858000"/>
              <a:gd name="connsiteX930" fmla="*/ 3639057 w 7467600"/>
              <a:gd name="connsiteY930" fmla="*/ 286334 h 6858000"/>
              <a:gd name="connsiteX931" fmla="*/ 3640309 w 7467600"/>
              <a:gd name="connsiteY931" fmla="*/ 284664 h 6858000"/>
              <a:gd name="connsiteX932" fmla="*/ 3646022 w 7467600"/>
              <a:gd name="connsiteY932" fmla="*/ 276711 h 6858000"/>
              <a:gd name="connsiteX933" fmla="*/ 3707943 w 7467600"/>
              <a:gd name="connsiteY933" fmla="*/ 65958 h 6858000"/>
              <a:gd name="connsiteX934" fmla="*/ 3721337 w 7467600"/>
              <a:gd name="connsiteY934" fmla="*/ 0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2867960 w 7467600"/>
              <a:gd name="connsiteY949" fmla="*/ 0 h 6858000"/>
              <a:gd name="connsiteX950" fmla="*/ 1057230 w 7467600"/>
              <a:gd name="connsiteY950" fmla="*/ 0 h 6858000"/>
              <a:gd name="connsiteX951" fmla="*/ 1111003 w 7467600"/>
              <a:gd name="connsiteY951" fmla="*/ 0 h 6858000"/>
              <a:gd name="connsiteX952" fmla="*/ 1125553 w 7467600"/>
              <a:gd name="connsiteY952" fmla="*/ 52588 h 6858000"/>
              <a:gd name="connsiteX953" fmla="*/ 1304276 w 7467600"/>
              <a:gd name="connsiteY953" fmla="*/ 476275 h 6858000"/>
              <a:gd name="connsiteX954" fmla="*/ 1492066 w 7467600"/>
              <a:gd name="connsiteY954" fmla="*/ 886333 h 6858000"/>
              <a:gd name="connsiteX955" fmla="*/ 1423698 w 7467600"/>
              <a:gd name="connsiteY955" fmla="*/ 710817 h 6858000"/>
              <a:gd name="connsiteX956" fmla="*/ 1357609 w 7467600"/>
              <a:gd name="connsiteY956" fmla="*/ 532892 h 6858000"/>
              <a:gd name="connsiteX957" fmla="*/ 1309550 w 7467600"/>
              <a:gd name="connsiteY957" fmla="*/ 374031 h 6858000"/>
              <a:gd name="connsiteX958" fmla="*/ 1193673 w 7467600"/>
              <a:gd name="connsiteY958" fmla="*/ 49533 h 6858000"/>
              <a:gd name="connsiteX959" fmla="*/ 1164391 w 7467600"/>
              <a:gd name="connsiteY959" fmla="*/ 0 h 6858000"/>
              <a:gd name="connsiteX960" fmla="*/ 1200666 w 7467600"/>
              <a:gd name="connsiteY960" fmla="*/ 0 h 6858000"/>
              <a:gd name="connsiteX961" fmla="*/ 1223408 w 7467600"/>
              <a:gd name="connsiteY961" fmla="*/ 38996 h 6858000"/>
              <a:gd name="connsiteX962" fmla="*/ 1339635 w 7467600"/>
              <a:gd name="connsiteY962" fmla="*/ 365517 h 6858000"/>
              <a:gd name="connsiteX963" fmla="*/ 1387469 w 7467600"/>
              <a:gd name="connsiteY963" fmla="*/ 523079 h 6858000"/>
              <a:gd name="connsiteX964" fmla="*/ 1452685 w 7467600"/>
              <a:gd name="connsiteY964" fmla="*/ 699806 h 6858000"/>
              <a:gd name="connsiteX965" fmla="*/ 1492092 w 7467600"/>
              <a:gd name="connsiteY965" fmla="*/ 800424 h 6858000"/>
              <a:gd name="connsiteX966" fmla="*/ 1455302 w 7467600"/>
              <a:gd name="connsiteY966" fmla="*/ 632913 h 6858000"/>
              <a:gd name="connsiteX967" fmla="*/ 1222336 w 7467600"/>
              <a:gd name="connsiteY967" fmla="*/ 9480 h 6858000"/>
              <a:gd name="connsiteX968" fmla="*/ 1214634 w 7467600"/>
              <a:gd name="connsiteY968" fmla="*/ 0 h 6858000"/>
              <a:gd name="connsiteX969" fmla="*/ 1289827 w 7467600"/>
              <a:gd name="connsiteY969" fmla="*/ 0 h 6858000"/>
              <a:gd name="connsiteX970" fmla="*/ 1321076 w 7467600"/>
              <a:gd name="connsiteY970" fmla="*/ 59722 h 6858000"/>
              <a:gd name="connsiteX971" fmla="*/ 1512579 w 7467600"/>
              <a:gd name="connsiteY971" fmla="*/ 626441 h 6858000"/>
              <a:gd name="connsiteX972" fmla="*/ 1506076 w 7467600"/>
              <a:gd name="connsiteY972" fmla="*/ 1089289 h 6858000"/>
              <a:gd name="connsiteX973" fmla="*/ 1486346 w 7467600"/>
              <a:gd name="connsiteY973" fmla="*/ 1079919 h 6858000"/>
              <a:gd name="connsiteX974" fmla="*/ 1070511 w 7467600"/>
              <a:gd name="connsiteY974" fmla="*/ 48609 h 6858000"/>
              <a:gd name="connsiteX975" fmla="*/ 1057230 w 7467600"/>
              <a:gd name="connsiteY975" fmla="*/ 0 h 6858000"/>
              <a:gd name="connsiteX976" fmla="*/ 43151 w 7467600"/>
              <a:gd name="connsiteY976" fmla="*/ 0 h 6858000"/>
              <a:gd name="connsiteX977" fmla="*/ 95283 w 7467600"/>
              <a:gd name="connsiteY977" fmla="*/ 0 h 6858000"/>
              <a:gd name="connsiteX978" fmla="*/ 300708 w 7467600"/>
              <a:gd name="connsiteY978" fmla="*/ 154571 h 6858000"/>
              <a:gd name="connsiteX979" fmla="*/ 530414 w 7467600"/>
              <a:gd name="connsiteY979" fmla="*/ 354673 h 6858000"/>
              <a:gd name="connsiteX980" fmla="*/ 333785 w 7467600"/>
              <a:gd name="connsiteY980" fmla="*/ 161564 h 6858000"/>
              <a:gd name="connsiteX981" fmla="*/ 147005 w 7467600"/>
              <a:gd name="connsiteY981" fmla="*/ 0 h 6858000"/>
              <a:gd name="connsiteX982" fmla="*/ 272509 w 7467600"/>
              <a:gd name="connsiteY982" fmla="*/ 0 h 6858000"/>
              <a:gd name="connsiteX983" fmla="*/ 326276 w 7467600"/>
              <a:gd name="connsiteY983" fmla="*/ 45847 h 6858000"/>
              <a:gd name="connsiteX984" fmla="*/ 823759 w 7467600"/>
              <a:gd name="connsiteY984" fmla="*/ 574145 h 6858000"/>
              <a:gd name="connsiteX985" fmla="*/ 811254 w 7467600"/>
              <a:gd name="connsiteY985" fmla="*/ 665546 h 6858000"/>
              <a:gd name="connsiteX986" fmla="*/ 154042 w 7467600"/>
              <a:gd name="connsiteY986" fmla="*/ 261522 h 6858000"/>
              <a:gd name="connsiteX987" fmla="*/ 13550 w 7467600"/>
              <a:gd name="connsiteY987" fmla="*/ 158423 h 6858000"/>
              <a:gd name="connsiteX988" fmla="*/ 0 w 7467600"/>
              <a:gd name="connsiteY988" fmla="*/ 146618 h 6858000"/>
              <a:gd name="connsiteX989" fmla="*/ 0 w 7467600"/>
              <a:gd name="connsiteY989" fmla="*/ 59161 h 6858000"/>
              <a:gd name="connsiteX990" fmla="*/ 45427 w 7467600"/>
              <a:gd name="connsiteY990" fmla="*/ 101078 h 6858000"/>
              <a:gd name="connsiteX991" fmla="*/ 630103 w 7467600"/>
              <a:gd name="connsiteY991" fmla="*/ 485885 h 6858000"/>
              <a:gd name="connsiteX992" fmla="*/ 532040 w 7467600"/>
              <a:gd name="connsiteY992" fmla="*/ 399359 h 6858000"/>
              <a:gd name="connsiteX993" fmla="*/ 517618 w 7467600"/>
              <a:gd name="connsiteY993" fmla="*/ 385726 h 6858000"/>
              <a:gd name="connsiteX994" fmla="*/ 285074 w 7467600"/>
              <a:gd name="connsiteY994" fmla="*/ 182755 h 6858000"/>
              <a:gd name="connsiteX995" fmla="*/ 43151 w 7467600"/>
              <a:gd name="connsiteY99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1903353 w 7467600"/>
              <a:gd name="connsiteY139" fmla="*/ 5044827 h 6858000"/>
              <a:gd name="connsiteX140" fmla="*/ 1936931 w 7467600"/>
              <a:gd name="connsiteY140" fmla="*/ 5093954 h 6858000"/>
              <a:gd name="connsiteX141" fmla="*/ 2195868 w 7467600"/>
              <a:gd name="connsiteY141" fmla="*/ 5396574 h 6858000"/>
              <a:gd name="connsiteX142" fmla="*/ 2088852 w 7467600"/>
              <a:gd name="connsiteY142" fmla="*/ 5166123 h 6858000"/>
              <a:gd name="connsiteX143" fmla="*/ 1958241 w 7467600"/>
              <a:gd name="connsiteY143" fmla="*/ 5067955 h 6858000"/>
              <a:gd name="connsiteX144" fmla="*/ 1903353 w 7467600"/>
              <a:gd name="connsiteY144" fmla="*/ 5044827 h 6858000"/>
              <a:gd name="connsiteX145" fmla="*/ 1979378 w 7467600"/>
              <a:gd name="connsiteY145" fmla="*/ 4769504 h 6858000"/>
              <a:gd name="connsiteX146" fmla="*/ 2882120 w 7467600"/>
              <a:gd name="connsiteY146" fmla="*/ 5064547 h 6858000"/>
              <a:gd name="connsiteX147" fmla="*/ 2793103 w 7467600"/>
              <a:gd name="connsiteY147" fmla="*/ 5039699 h 6858000"/>
              <a:gd name="connsiteX148" fmla="*/ 2770041 w 7467600"/>
              <a:gd name="connsiteY148" fmla="*/ 5033634 h 6858000"/>
              <a:gd name="connsiteX149" fmla="*/ 1979378 w 7467600"/>
              <a:gd name="connsiteY149" fmla="*/ 4769504 h 6858000"/>
              <a:gd name="connsiteX150" fmla="*/ 1927410 w 7467600"/>
              <a:gd name="connsiteY150" fmla="*/ 4716164 h 6858000"/>
              <a:gd name="connsiteX151" fmla="*/ 1959587 w 7467600"/>
              <a:gd name="connsiteY151" fmla="*/ 4728849 h 6858000"/>
              <a:gd name="connsiteX152" fmla="*/ 2777707 w 7467600"/>
              <a:gd name="connsiteY152" fmla="*/ 5003991 h 6858000"/>
              <a:gd name="connsiteX153" fmla="*/ 2800768 w 7467600"/>
              <a:gd name="connsiteY153" fmla="*/ 5010056 h 6858000"/>
              <a:gd name="connsiteX154" fmla="*/ 2879408 w 7467600"/>
              <a:gd name="connsiteY154" fmla="*/ 5031590 h 6858000"/>
              <a:gd name="connsiteX155" fmla="*/ 2862295 w 7467600"/>
              <a:gd name="connsiteY155" fmla="*/ 5022958 h 6858000"/>
              <a:gd name="connsiteX156" fmla="*/ 2813343 w 7467600"/>
              <a:gd name="connsiteY156" fmla="*/ 4998369 h 6858000"/>
              <a:gd name="connsiteX157" fmla="*/ 2646245 w 7467600"/>
              <a:gd name="connsiteY157" fmla="*/ 4930999 h 6858000"/>
              <a:gd name="connsiteX158" fmla="*/ 1999243 w 7467600"/>
              <a:gd name="connsiteY158" fmla="*/ 4730524 h 6858000"/>
              <a:gd name="connsiteX159" fmla="*/ 1979527 w 7467600"/>
              <a:gd name="connsiteY159" fmla="*/ 4726651 h 6858000"/>
              <a:gd name="connsiteX160" fmla="*/ 1927410 w 7467600"/>
              <a:gd name="connsiteY160" fmla="*/ 4716164 h 6858000"/>
              <a:gd name="connsiteX161" fmla="*/ 1997014 w 7467600"/>
              <a:gd name="connsiteY161" fmla="*/ 4698007 h 6858000"/>
              <a:gd name="connsiteX162" fmla="*/ 2005458 w 7467600"/>
              <a:gd name="connsiteY162" fmla="*/ 4699540 h 6858000"/>
              <a:gd name="connsiteX163" fmla="*/ 2657186 w 7467600"/>
              <a:gd name="connsiteY163" fmla="*/ 4901687 h 6858000"/>
              <a:gd name="connsiteX164" fmla="*/ 2826662 w 7467600"/>
              <a:gd name="connsiteY164" fmla="*/ 4970362 h 6858000"/>
              <a:gd name="connsiteX165" fmla="*/ 2876100 w 7467600"/>
              <a:gd name="connsiteY165" fmla="*/ 4995397 h 6858000"/>
              <a:gd name="connsiteX166" fmla="*/ 3042600 w 7467600"/>
              <a:gd name="connsiteY166" fmla="*/ 5059532 h 6858000"/>
              <a:gd name="connsiteX167" fmla="*/ 1997014 w 7467600"/>
              <a:gd name="connsiteY167" fmla="*/ 4698007 h 6858000"/>
              <a:gd name="connsiteX168" fmla="*/ 2305292 w 7467600"/>
              <a:gd name="connsiteY168" fmla="*/ 4219492 h 6858000"/>
              <a:gd name="connsiteX169" fmla="*/ 3360922 w 7467600"/>
              <a:gd name="connsiteY169" fmla="*/ 4529373 h 6858000"/>
              <a:gd name="connsiteX170" fmla="*/ 3492420 w 7467600"/>
              <a:gd name="connsiteY170" fmla="*/ 4510145 h 6858000"/>
              <a:gd name="connsiteX171" fmla="*/ 3364086 w 7467600"/>
              <a:gd name="connsiteY171" fmla="*/ 4480340 h 6858000"/>
              <a:gd name="connsiteX172" fmla="*/ 3225818 w 7467600"/>
              <a:gd name="connsiteY172" fmla="*/ 4411822 h 6858000"/>
              <a:gd name="connsiteX173" fmla="*/ 3129696 w 7467600"/>
              <a:gd name="connsiteY173" fmla="*/ 4360704 h 6858000"/>
              <a:gd name="connsiteX174" fmla="*/ 2814545 w 7467600"/>
              <a:gd name="connsiteY174" fmla="*/ 4282955 h 6858000"/>
              <a:gd name="connsiteX175" fmla="*/ 2305292 w 7467600"/>
              <a:gd name="connsiteY175" fmla="*/ 4219492 h 6858000"/>
              <a:gd name="connsiteX176" fmla="*/ 2626982 w 7467600"/>
              <a:gd name="connsiteY176" fmla="*/ 4206450 h 6858000"/>
              <a:gd name="connsiteX177" fmla="*/ 2490617 w 7467600"/>
              <a:gd name="connsiteY177" fmla="*/ 4206951 h 6858000"/>
              <a:gd name="connsiteX178" fmla="*/ 2819869 w 7467600"/>
              <a:gd name="connsiteY178" fmla="*/ 4252936 h 6858000"/>
              <a:gd name="connsiteX179" fmla="*/ 3143018 w 7467600"/>
              <a:gd name="connsiteY179" fmla="*/ 4332698 h 6858000"/>
              <a:gd name="connsiteX180" fmla="*/ 3241520 w 7467600"/>
              <a:gd name="connsiteY180" fmla="*/ 4385112 h 6858000"/>
              <a:gd name="connsiteX181" fmla="*/ 3374575 w 7467600"/>
              <a:gd name="connsiteY181" fmla="*/ 4451517 h 6858000"/>
              <a:gd name="connsiteX182" fmla="*/ 3505221 w 7467600"/>
              <a:gd name="connsiteY182" fmla="*/ 4480757 h 6858000"/>
              <a:gd name="connsiteX183" fmla="*/ 2626982 w 7467600"/>
              <a:gd name="connsiteY183" fmla="*/ 4206450 h 6858000"/>
              <a:gd name="connsiteX184" fmla="*/ 1310106 w 7467600"/>
              <a:gd name="connsiteY184" fmla="*/ 3943217 h 6858000"/>
              <a:gd name="connsiteX185" fmla="*/ 854994 w 7467600"/>
              <a:gd name="connsiteY185" fmla="*/ 4399136 h 6858000"/>
              <a:gd name="connsiteX186" fmla="*/ 742462 w 7467600"/>
              <a:gd name="connsiteY186" fmla="*/ 4594648 h 6858000"/>
              <a:gd name="connsiteX187" fmla="*/ 820602 w 7467600"/>
              <a:gd name="connsiteY187" fmla="*/ 4485915 h 6858000"/>
              <a:gd name="connsiteX188" fmla="*/ 878295 w 7467600"/>
              <a:gd name="connsiteY188" fmla="*/ 4403594 h 6858000"/>
              <a:gd name="connsiteX189" fmla="*/ 1240607 w 7467600"/>
              <a:gd name="connsiteY189" fmla="*/ 4010401 h 6858000"/>
              <a:gd name="connsiteX190" fmla="*/ 1310106 w 7467600"/>
              <a:gd name="connsiteY190" fmla="*/ 3943217 h 6858000"/>
              <a:gd name="connsiteX191" fmla="*/ 1423113 w 7467600"/>
              <a:gd name="connsiteY191" fmla="*/ 3874565 h 6858000"/>
              <a:gd name="connsiteX192" fmla="*/ 1260565 w 7467600"/>
              <a:gd name="connsiteY192" fmla="*/ 4031982 h 6858000"/>
              <a:gd name="connsiteX193" fmla="*/ 901900 w 7467600"/>
              <a:gd name="connsiteY193" fmla="*/ 4421236 h 6858000"/>
              <a:gd name="connsiteX194" fmla="*/ 845044 w 7467600"/>
              <a:gd name="connsiteY194" fmla="*/ 4502436 h 6858000"/>
              <a:gd name="connsiteX195" fmla="*/ 685926 w 7467600"/>
              <a:gd name="connsiteY195" fmla="*/ 4703069 h 6858000"/>
              <a:gd name="connsiteX196" fmla="*/ 684248 w 7467600"/>
              <a:gd name="connsiteY196" fmla="*/ 4706721 h 6858000"/>
              <a:gd name="connsiteX197" fmla="*/ 1423113 w 7467600"/>
              <a:gd name="connsiteY197" fmla="*/ 3874565 h 6858000"/>
              <a:gd name="connsiteX198" fmla="*/ 3316479 w 7467600"/>
              <a:gd name="connsiteY198" fmla="*/ 3872136 h 6858000"/>
              <a:gd name="connsiteX199" fmla="*/ 3546806 w 7467600"/>
              <a:gd name="connsiteY199" fmla="*/ 4356139 h 6858000"/>
              <a:gd name="connsiteX200" fmla="*/ 3364433 w 7467600"/>
              <a:gd name="connsiteY200" fmla="*/ 3953121 h 6858000"/>
              <a:gd name="connsiteX201" fmla="*/ 3316479 w 7467600"/>
              <a:gd name="connsiteY201" fmla="*/ 3872136 h 6858000"/>
              <a:gd name="connsiteX202" fmla="*/ 3291335 w 7467600"/>
              <a:gd name="connsiteY202" fmla="*/ 3767420 h 6858000"/>
              <a:gd name="connsiteX203" fmla="*/ 3390805 w 7467600"/>
              <a:gd name="connsiteY203" fmla="*/ 3937163 h 6858000"/>
              <a:gd name="connsiteX204" fmla="*/ 3579062 w 7467600"/>
              <a:gd name="connsiteY204" fmla="*/ 4359040 h 6858000"/>
              <a:gd name="connsiteX205" fmla="*/ 3467355 w 7467600"/>
              <a:gd name="connsiteY205" fmla="*/ 3988130 h 6858000"/>
              <a:gd name="connsiteX206" fmla="*/ 3310753 w 7467600"/>
              <a:gd name="connsiteY206" fmla="*/ 3787140 h 6858000"/>
              <a:gd name="connsiteX207" fmla="*/ 3291335 w 7467600"/>
              <a:gd name="connsiteY207" fmla="*/ 3767420 h 6858000"/>
              <a:gd name="connsiteX208" fmla="*/ 1635889 w 7467600"/>
              <a:gd name="connsiteY208" fmla="*/ 3709494 h 6858000"/>
              <a:gd name="connsiteX209" fmla="*/ 1634800 w 7467600"/>
              <a:gd name="connsiteY209" fmla="*/ 3731111 h 6858000"/>
              <a:gd name="connsiteX210" fmla="*/ 1635889 w 7467600"/>
              <a:gd name="connsiteY210" fmla="*/ 3709494 h 6858000"/>
              <a:gd name="connsiteX211" fmla="*/ 1510397 w 7467600"/>
              <a:gd name="connsiteY211" fmla="*/ 3684705 h 6858000"/>
              <a:gd name="connsiteX212" fmla="*/ 1146550 w 7467600"/>
              <a:gd name="connsiteY212" fmla="*/ 3802012 h 6858000"/>
              <a:gd name="connsiteX213" fmla="*/ 698834 w 7467600"/>
              <a:gd name="connsiteY213" fmla="*/ 3952272 h 6858000"/>
              <a:gd name="connsiteX214" fmla="*/ 34256 w 7467600"/>
              <a:gd name="connsiteY214" fmla="*/ 4347603 h 6858000"/>
              <a:gd name="connsiteX215" fmla="*/ 527241 w 7467600"/>
              <a:gd name="connsiteY215" fmla="*/ 4065078 h 6858000"/>
              <a:gd name="connsiteX216" fmla="*/ 1510397 w 7467600"/>
              <a:gd name="connsiteY216" fmla="*/ 3684705 h 6858000"/>
              <a:gd name="connsiteX217" fmla="*/ 1313114 w 7467600"/>
              <a:gd name="connsiteY217" fmla="*/ 3655216 h 6858000"/>
              <a:gd name="connsiteX218" fmla="*/ 1109304 w 7467600"/>
              <a:gd name="connsiteY218" fmla="*/ 3669030 h 6858000"/>
              <a:gd name="connsiteX219" fmla="*/ 8129 w 7467600"/>
              <a:gd name="connsiteY219" fmla="*/ 4330519 h 6858000"/>
              <a:gd name="connsiteX220" fmla="*/ 687572 w 7467600"/>
              <a:gd name="connsiteY220" fmla="*/ 3925629 h 6858000"/>
              <a:gd name="connsiteX221" fmla="*/ 1138365 w 7467600"/>
              <a:gd name="connsiteY221" fmla="*/ 3774515 h 6858000"/>
              <a:gd name="connsiteX222" fmla="*/ 1505579 w 7467600"/>
              <a:gd name="connsiteY222" fmla="*/ 3655526 h 6858000"/>
              <a:gd name="connsiteX223" fmla="*/ 1313114 w 7467600"/>
              <a:gd name="connsiteY223" fmla="*/ 3655216 h 6858000"/>
              <a:gd name="connsiteX224" fmla="*/ 3655073 w 7467600"/>
              <a:gd name="connsiteY224" fmla="*/ 3650884 h 6858000"/>
              <a:gd name="connsiteX225" fmla="*/ 3989938 w 7467600"/>
              <a:gd name="connsiteY225" fmla="*/ 3991685 h 6858000"/>
              <a:gd name="connsiteX226" fmla="*/ 4393907 w 7467600"/>
              <a:gd name="connsiteY226" fmla="*/ 4261258 h 6858000"/>
              <a:gd name="connsiteX227" fmla="*/ 4648051 w 7467600"/>
              <a:gd name="connsiteY227" fmla="*/ 4374051 h 6858000"/>
              <a:gd name="connsiteX228" fmla="*/ 4383389 w 7467600"/>
              <a:gd name="connsiteY228" fmla="*/ 4184369 h 6858000"/>
              <a:gd name="connsiteX229" fmla="*/ 4165508 w 7467600"/>
              <a:gd name="connsiteY229" fmla="*/ 4035196 h 6858000"/>
              <a:gd name="connsiteX230" fmla="*/ 4068162 w 7467600"/>
              <a:gd name="connsiteY230" fmla="*/ 3953394 h 6858000"/>
              <a:gd name="connsiteX231" fmla="*/ 3981416 w 7467600"/>
              <a:gd name="connsiteY231" fmla="*/ 3880482 h 6858000"/>
              <a:gd name="connsiteX232" fmla="*/ 3800147 w 7467600"/>
              <a:gd name="connsiteY232" fmla="*/ 3749872 h 6858000"/>
              <a:gd name="connsiteX233" fmla="*/ 3655073 w 7467600"/>
              <a:gd name="connsiteY233" fmla="*/ 3650884 h 6858000"/>
              <a:gd name="connsiteX234" fmla="*/ 3670252 w 7467600"/>
              <a:gd name="connsiteY234" fmla="*/ 3622798 h 6858000"/>
              <a:gd name="connsiteX235" fmla="*/ 3817258 w 7467600"/>
              <a:gd name="connsiteY235" fmla="*/ 3723577 h 6858000"/>
              <a:gd name="connsiteX236" fmla="*/ 4000461 w 7467600"/>
              <a:gd name="connsiteY236" fmla="*/ 3855966 h 6858000"/>
              <a:gd name="connsiteX237" fmla="*/ 4088180 w 7467600"/>
              <a:gd name="connsiteY237" fmla="*/ 3929774 h 6858000"/>
              <a:gd name="connsiteX238" fmla="*/ 4184555 w 7467600"/>
              <a:gd name="connsiteY238" fmla="*/ 4010683 h 6858000"/>
              <a:gd name="connsiteX239" fmla="*/ 4399563 w 7467600"/>
              <a:gd name="connsiteY239" fmla="*/ 4158106 h 6858000"/>
              <a:gd name="connsiteX240" fmla="*/ 4684469 w 7467600"/>
              <a:gd name="connsiteY240" fmla="*/ 4364680 h 6858000"/>
              <a:gd name="connsiteX241" fmla="*/ 4690271 w 7467600"/>
              <a:gd name="connsiteY241" fmla="*/ 4370034 h 6858000"/>
              <a:gd name="connsiteX242" fmla="*/ 4136093 w 7467600"/>
              <a:gd name="connsiteY242" fmla="*/ 3858466 h 6858000"/>
              <a:gd name="connsiteX243" fmla="*/ 3670252 w 7467600"/>
              <a:gd name="connsiteY243" fmla="*/ 3622798 h 6858000"/>
              <a:gd name="connsiteX244" fmla="*/ 4440129 w 7467600"/>
              <a:gd name="connsiteY244" fmla="*/ 3448571 h 6858000"/>
              <a:gd name="connsiteX245" fmla="*/ 4856525 w 7467600"/>
              <a:gd name="connsiteY245" fmla="*/ 3915351 h 6858000"/>
              <a:gd name="connsiteX246" fmla="*/ 5059055 w 7467600"/>
              <a:gd name="connsiteY246" fmla="*/ 4108918 h 6858000"/>
              <a:gd name="connsiteX247" fmla="*/ 5290070 w 7467600"/>
              <a:gd name="connsiteY247" fmla="*/ 4263619 h 6858000"/>
              <a:gd name="connsiteX248" fmla="*/ 4834991 w 7467600"/>
              <a:gd name="connsiteY248" fmla="*/ 3830985 h 6858000"/>
              <a:gd name="connsiteX249" fmla="*/ 4440129 w 7467600"/>
              <a:gd name="connsiteY249" fmla="*/ 3448571 h 6858000"/>
              <a:gd name="connsiteX250" fmla="*/ 4441737 w 7467600"/>
              <a:gd name="connsiteY250" fmla="*/ 3399734 h 6858000"/>
              <a:gd name="connsiteX251" fmla="*/ 4431236 w 7467600"/>
              <a:gd name="connsiteY251" fmla="*/ 3400954 h 6858000"/>
              <a:gd name="connsiteX252" fmla="*/ 4557150 w 7467600"/>
              <a:gd name="connsiteY252" fmla="*/ 3510023 h 6858000"/>
              <a:gd name="connsiteX253" fmla="*/ 4856936 w 7467600"/>
              <a:gd name="connsiteY253" fmla="*/ 3809146 h 6858000"/>
              <a:gd name="connsiteX254" fmla="*/ 5111996 w 7467600"/>
              <a:gd name="connsiteY254" fmla="*/ 4065759 h 6858000"/>
              <a:gd name="connsiteX255" fmla="*/ 5388878 w 7467600"/>
              <a:gd name="connsiteY255" fmla="*/ 4300185 h 6858000"/>
              <a:gd name="connsiteX256" fmla="*/ 5425556 w 7467600"/>
              <a:gd name="connsiteY256" fmla="*/ 4308967 h 6858000"/>
              <a:gd name="connsiteX257" fmla="*/ 4943646 w 7467600"/>
              <a:gd name="connsiteY257" fmla="*/ 3822916 h 6858000"/>
              <a:gd name="connsiteX258" fmla="*/ 4594837 w 7467600"/>
              <a:gd name="connsiteY258" fmla="*/ 3532274 h 6858000"/>
              <a:gd name="connsiteX259" fmla="*/ 4441737 w 7467600"/>
              <a:gd name="connsiteY259" fmla="*/ 3399734 h 6858000"/>
              <a:gd name="connsiteX260" fmla="*/ 5425834 w 7467600"/>
              <a:gd name="connsiteY260" fmla="*/ 3162785 h 6858000"/>
              <a:gd name="connsiteX261" fmla="*/ 5401644 w 7467600"/>
              <a:gd name="connsiteY261" fmla="*/ 3617847 h 6858000"/>
              <a:gd name="connsiteX262" fmla="*/ 5467256 w 7467600"/>
              <a:gd name="connsiteY262" fmla="*/ 4175494 h 6858000"/>
              <a:gd name="connsiteX263" fmla="*/ 5448069 w 7467600"/>
              <a:gd name="connsiteY263" fmla="*/ 3567554 h 6858000"/>
              <a:gd name="connsiteX264" fmla="*/ 5425834 w 7467600"/>
              <a:gd name="connsiteY264" fmla="*/ 3162785 h 6858000"/>
              <a:gd name="connsiteX265" fmla="*/ 1318687 w 7467600"/>
              <a:gd name="connsiteY265" fmla="*/ 3113840 h 6858000"/>
              <a:gd name="connsiteX266" fmla="*/ 1066793 w 7467600"/>
              <a:gd name="connsiteY266" fmla="*/ 3212171 h 6858000"/>
              <a:gd name="connsiteX267" fmla="*/ 993319 w 7467600"/>
              <a:gd name="connsiteY267" fmla="*/ 3247648 h 6858000"/>
              <a:gd name="connsiteX268" fmla="*/ 853081 w 7467600"/>
              <a:gd name="connsiteY268" fmla="*/ 3312410 h 6858000"/>
              <a:gd name="connsiteX269" fmla="*/ 805957 w 7467600"/>
              <a:gd name="connsiteY269" fmla="*/ 3330443 h 6858000"/>
              <a:gd name="connsiteX270" fmla="*/ 1318687 w 7467600"/>
              <a:gd name="connsiteY270" fmla="*/ 3113840 h 6858000"/>
              <a:gd name="connsiteX271" fmla="*/ 5453702 w 7467600"/>
              <a:gd name="connsiteY271" fmla="*/ 3090882 h 6858000"/>
              <a:gd name="connsiteX272" fmla="*/ 5480135 w 7467600"/>
              <a:gd name="connsiteY272" fmla="*/ 3565802 h 6858000"/>
              <a:gd name="connsiteX273" fmla="*/ 5499023 w 7467600"/>
              <a:gd name="connsiteY273" fmla="*/ 4166310 h 6858000"/>
              <a:gd name="connsiteX274" fmla="*/ 5547022 w 7467600"/>
              <a:gd name="connsiteY274" fmla="*/ 3607838 h 6858000"/>
              <a:gd name="connsiteX275" fmla="*/ 5515964 w 7467600"/>
              <a:gd name="connsiteY275" fmla="*/ 3378541 h 6858000"/>
              <a:gd name="connsiteX276" fmla="*/ 5453702 w 7467600"/>
              <a:gd name="connsiteY276" fmla="*/ 3090882 h 6858000"/>
              <a:gd name="connsiteX277" fmla="*/ 1238695 w 7467600"/>
              <a:gd name="connsiteY277" fmla="*/ 3076820 h 6858000"/>
              <a:gd name="connsiteX278" fmla="*/ 716371 w 7467600"/>
              <a:gd name="connsiteY278" fmla="*/ 3293249 h 6858000"/>
              <a:gd name="connsiteX279" fmla="*/ 579522 w 7467600"/>
              <a:gd name="connsiteY279" fmla="*/ 3371759 h 6858000"/>
              <a:gd name="connsiteX280" fmla="*/ 600288 w 7467600"/>
              <a:gd name="connsiteY280" fmla="*/ 3365555 h 6858000"/>
              <a:gd name="connsiteX281" fmla="*/ 840692 w 7467600"/>
              <a:gd name="connsiteY281" fmla="*/ 3284921 h 6858000"/>
              <a:gd name="connsiteX282" fmla="*/ 979248 w 7467600"/>
              <a:gd name="connsiteY282" fmla="*/ 3221003 h 6858000"/>
              <a:gd name="connsiteX283" fmla="*/ 1053282 w 7467600"/>
              <a:gd name="connsiteY283" fmla="*/ 3185247 h 6858000"/>
              <a:gd name="connsiteX284" fmla="*/ 1320603 w 7467600"/>
              <a:gd name="connsiteY284" fmla="*/ 3081281 h 6858000"/>
              <a:gd name="connsiteX285" fmla="*/ 1238695 w 7467600"/>
              <a:gd name="connsiteY285" fmla="*/ 3076820 h 6858000"/>
              <a:gd name="connsiteX286" fmla="*/ 5425627 w 7467600"/>
              <a:gd name="connsiteY286" fmla="*/ 2954192 h 6858000"/>
              <a:gd name="connsiteX287" fmla="*/ 5470770 w 7467600"/>
              <a:gd name="connsiteY287" fmla="*/ 3005435 h 6858000"/>
              <a:gd name="connsiteX288" fmla="*/ 5519779 w 7467600"/>
              <a:gd name="connsiteY288" fmla="*/ 4359223 h 6858000"/>
              <a:gd name="connsiteX289" fmla="*/ 5520293 w 7467600"/>
              <a:gd name="connsiteY289" fmla="*/ 4360602 h 6858000"/>
              <a:gd name="connsiteX290" fmla="*/ 5767221 w 7467600"/>
              <a:gd name="connsiteY290" fmla="*/ 4665564 h 6858000"/>
              <a:gd name="connsiteX291" fmla="*/ 6937169 w 7467600"/>
              <a:gd name="connsiteY291" fmla="*/ 4815941 h 6858000"/>
              <a:gd name="connsiteX292" fmla="*/ 6953922 w 7467600"/>
              <a:gd name="connsiteY292" fmla="*/ 4890068 h 6858000"/>
              <a:gd name="connsiteX293" fmla="*/ 6071359 w 7467600"/>
              <a:gd name="connsiteY293" fmla="*/ 4770770 h 6858000"/>
              <a:gd name="connsiteX294" fmla="*/ 6038839 w 7467600"/>
              <a:gd name="connsiteY294" fmla="*/ 4764474 h 6858000"/>
              <a:gd name="connsiteX295" fmla="*/ 6038706 w 7467600"/>
              <a:gd name="connsiteY295" fmla="*/ 4763847 h 6858000"/>
              <a:gd name="connsiteX296" fmla="*/ 6037784 w 7467600"/>
              <a:gd name="connsiteY296" fmla="*/ 4764270 h 6858000"/>
              <a:gd name="connsiteX297" fmla="*/ 6038839 w 7467600"/>
              <a:gd name="connsiteY297" fmla="*/ 4764474 h 6858000"/>
              <a:gd name="connsiteX298" fmla="*/ 6040338 w 7467600"/>
              <a:gd name="connsiteY298" fmla="*/ 4771418 h 6858000"/>
              <a:gd name="connsiteX299" fmla="*/ 6024488 w 7467600"/>
              <a:gd name="connsiteY299" fmla="*/ 4809903 h 6858000"/>
              <a:gd name="connsiteX300" fmla="*/ 5599771 w 7467600"/>
              <a:gd name="connsiteY300" fmla="*/ 5509652 h 6858000"/>
              <a:gd name="connsiteX301" fmla="*/ 5548843 w 7467600"/>
              <a:gd name="connsiteY301" fmla="*/ 5563845 h 6858000"/>
              <a:gd name="connsiteX302" fmla="*/ 5940952 w 7467600"/>
              <a:gd name="connsiteY302" fmla="*/ 6250028 h 6858000"/>
              <a:gd name="connsiteX303" fmla="*/ 6043441 w 7467600"/>
              <a:gd name="connsiteY303" fmla="*/ 6665847 h 6858000"/>
              <a:gd name="connsiteX304" fmla="*/ 6093432 w 7467600"/>
              <a:gd name="connsiteY304" fmla="*/ 6858000 h 6858000"/>
              <a:gd name="connsiteX305" fmla="*/ 6034344 w 7467600"/>
              <a:gd name="connsiteY305" fmla="*/ 6858000 h 6858000"/>
              <a:gd name="connsiteX306" fmla="*/ 6026679 w 7467600"/>
              <a:gd name="connsiteY306" fmla="*/ 6836959 h 6858000"/>
              <a:gd name="connsiteX307" fmla="*/ 5800441 w 7467600"/>
              <a:gd name="connsiteY307" fmla="*/ 6335286 h 6858000"/>
              <a:gd name="connsiteX308" fmla="*/ 5526562 w 7467600"/>
              <a:gd name="connsiteY308" fmla="*/ 5705388 h 6858000"/>
              <a:gd name="connsiteX309" fmla="*/ 5519640 w 7467600"/>
              <a:gd name="connsiteY309" fmla="*/ 5683774 h 6858000"/>
              <a:gd name="connsiteX310" fmla="*/ 5844559 w 7467600"/>
              <a:gd name="connsiteY310" fmla="*/ 6553349 h 6858000"/>
              <a:gd name="connsiteX311" fmla="*/ 5975994 w 7467600"/>
              <a:gd name="connsiteY311" fmla="*/ 6858000 h 6858000"/>
              <a:gd name="connsiteX312" fmla="*/ 5898547 w 7467600"/>
              <a:gd name="connsiteY312" fmla="*/ 6858000 h 6858000"/>
              <a:gd name="connsiteX313" fmla="*/ 5682041 w 7467600"/>
              <a:gd name="connsiteY313" fmla="*/ 6355860 h 6858000"/>
              <a:gd name="connsiteX314" fmla="*/ 5461758 w 7467600"/>
              <a:gd name="connsiteY314" fmla="*/ 5820220 h 6858000"/>
              <a:gd name="connsiteX315" fmla="*/ 5237282 w 7467600"/>
              <a:gd name="connsiteY315" fmla="*/ 6579086 h 6858000"/>
              <a:gd name="connsiteX316" fmla="*/ 5115009 w 7467600"/>
              <a:gd name="connsiteY316" fmla="*/ 6858000 h 6858000"/>
              <a:gd name="connsiteX317" fmla="*/ 5028074 w 7467600"/>
              <a:gd name="connsiteY317" fmla="*/ 6858000 h 6858000"/>
              <a:gd name="connsiteX318" fmla="*/ 5079508 w 7467600"/>
              <a:gd name="connsiteY318" fmla="*/ 6749074 h 6858000"/>
              <a:gd name="connsiteX319" fmla="*/ 5371846 w 7467600"/>
              <a:gd name="connsiteY319" fmla="*/ 5924413 h 6858000"/>
              <a:gd name="connsiteX320" fmla="*/ 5270512 w 7467600"/>
              <a:gd name="connsiteY320" fmla="*/ 6138975 h 6858000"/>
              <a:gd name="connsiteX321" fmla="*/ 5062409 w 7467600"/>
              <a:gd name="connsiteY321" fmla="*/ 6653544 h 6858000"/>
              <a:gd name="connsiteX322" fmla="*/ 5036628 w 7467600"/>
              <a:gd name="connsiteY322" fmla="*/ 6754247 h 6858000"/>
              <a:gd name="connsiteX323" fmla="*/ 5009112 w 7467600"/>
              <a:gd name="connsiteY323" fmla="*/ 6858000 h 6858000"/>
              <a:gd name="connsiteX324" fmla="*/ 4976679 w 7467600"/>
              <a:gd name="connsiteY324" fmla="*/ 6858000 h 6858000"/>
              <a:gd name="connsiteX325" fmla="*/ 5006537 w 7467600"/>
              <a:gd name="connsiteY325" fmla="*/ 6747068 h 6858000"/>
              <a:gd name="connsiteX326" fmla="*/ 5032723 w 7467600"/>
              <a:gd name="connsiteY326" fmla="*/ 6644957 h 6858000"/>
              <a:gd name="connsiteX327" fmla="*/ 5242949 w 7467600"/>
              <a:gd name="connsiteY327" fmla="*/ 6125175 h 6858000"/>
              <a:gd name="connsiteX328" fmla="*/ 5286321 w 7467600"/>
              <a:gd name="connsiteY328" fmla="*/ 6033555 h 6858000"/>
              <a:gd name="connsiteX329" fmla="*/ 5008210 w 7467600"/>
              <a:gd name="connsiteY329" fmla="*/ 6649194 h 6858000"/>
              <a:gd name="connsiteX330" fmla="*/ 4986321 w 7467600"/>
              <a:gd name="connsiteY330" fmla="*/ 6765687 h 6858000"/>
              <a:gd name="connsiteX331" fmla="*/ 4973474 w 7467600"/>
              <a:gd name="connsiteY331" fmla="*/ 6858000 h 6858000"/>
              <a:gd name="connsiteX332" fmla="*/ 4907178 w 7467600"/>
              <a:gd name="connsiteY332" fmla="*/ 6858000 h 6858000"/>
              <a:gd name="connsiteX333" fmla="*/ 4910810 w 7467600"/>
              <a:gd name="connsiteY333" fmla="*/ 6829660 h 6858000"/>
              <a:gd name="connsiteX334" fmla="*/ 4987461 w 7467600"/>
              <a:gd name="connsiteY334" fmla="*/ 6432994 h 6858000"/>
              <a:gd name="connsiteX335" fmla="*/ 5179262 w 7467600"/>
              <a:gd name="connsiteY335" fmla="*/ 6035044 h 6858000"/>
              <a:gd name="connsiteX336" fmla="*/ 4689678 w 7467600"/>
              <a:gd name="connsiteY336" fmla="*/ 6440241 h 6858000"/>
              <a:gd name="connsiteX337" fmla="*/ 4477543 w 7467600"/>
              <a:gd name="connsiteY337" fmla="*/ 6674836 h 6858000"/>
              <a:gd name="connsiteX338" fmla="*/ 4329957 w 7467600"/>
              <a:gd name="connsiteY338" fmla="*/ 6858000 h 6858000"/>
              <a:gd name="connsiteX339" fmla="*/ 4218595 w 7467600"/>
              <a:gd name="connsiteY339" fmla="*/ 6858000 h 6858000"/>
              <a:gd name="connsiteX340" fmla="*/ 4368888 w 7467600"/>
              <a:gd name="connsiteY340" fmla="*/ 6668412 h 6858000"/>
              <a:gd name="connsiteX341" fmla="*/ 4563091 w 7467600"/>
              <a:gd name="connsiteY341" fmla="*/ 6442508 h 6858000"/>
              <a:gd name="connsiteX342" fmla="*/ 5387324 w 7467600"/>
              <a:gd name="connsiteY342" fmla="*/ 5705830 h 6858000"/>
              <a:gd name="connsiteX343" fmla="*/ 5073620 w 7467600"/>
              <a:gd name="connsiteY343" fmla="*/ 5955437 h 6858000"/>
              <a:gd name="connsiteX344" fmla="*/ 4689789 w 7467600"/>
              <a:gd name="connsiteY344" fmla="*/ 6268382 h 6858000"/>
              <a:gd name="connsiteX345" fmla="*/ 4418722 w 7467600"/>
              <a:gd name="connsiteY345" fmla="*/ 6570886 h 6858000"/>
              <a:gd name="connsiteX346" fmla="*/ 4214944 w 7467600"/>
              <a:gd name="connsiteY346" fmla="*/ 6858000 h 6858000"/>
              <a:gd name="connsiteX347" fmla="*/ 4177898 w 7467600"/>
              <a:gd name="connsiteY347" fmla="*/ 6858000 h 6858000"/>
              <a:gd name="connsiteX348" fmla="*/ 4391597 w 7467600"/>
              <a:gd name="connsiteY348" fmla="*/ 6556370 h 6858000"/>
              <a:gd name="connsiteX349" fmla="*/ 4668889 w 7467600"/>
              <a:gd name="connsiteY349" fmla="*/ 6246399 h 6858000"/>
              <a:gd name="connsiteX350" fmla="*/ 5055427 w 7467600"/>
              <a:gd name="connsiteY350" fmla="*/ 5931476 h 6858000"/>
              <a:gd name="connsiteX351" fmla="*/ 5371814 w 7467600"/>
              <a:gd name="connsiteY351" fmla="*/ 5678975 h 6858000"/>
              <a:gd name="connsiteX352" fmla="*/ 4987918 w 7467600"/>
              <a:gd name="connsiteY352" fmla="*/ 5838701 h 6858000"/>
              <a:gd name="connsiteX353" fmla="*/ 4317146 w 7467600"/>
              <a:gd name="connsiteY353" fmla="*/ 6587716 h 6858000"/>
              <a:gd name="connsiteX354" fmla="*/ 4171627 w 7467600"/>
              <a:gd name="connsiteY354" fmla="*/ 6858000 h 6858000"/>
              <a:gd name="connsiteX355" fmla="*/ 4081585 w 7467600"/>
              <a:gd name="connsiteY355" fmla="*/ 6858000 h 6858000"/>
              <a:gd name="connsiteX356" fmla="*/ 4238603 w 7467600"/>
              <a:gd name="connsiteY356" fmla="*/ 6559341 h 6858000"/>
              <a:gd name="connsiteX357" fmla="*/ 4778333 w 7467600"/>
              <a:gd name="connsiteY357" fmla="*/ 5873626 h 6858000"/>
              <a:gd name="connsiteX358" fmla="*/ 5414185 w 7467600"/>
              <a:gd name="connsiteY358" fmla="*/ 5573882 h 6858000"/>
              <a:gd name="connsiteX359" fmla="*/ 5959648 w 7467600"/>
              <a:gd name="connsiteY359" fmla="*/ 4760797 h 6858000"/>
              <a:gd name="connsiteX360" fmla="*/ 5355019 w 7467600"/>
              <a:gd name="connsiteY360" fmla="*/ 4734672 h 6858000"/>
              <a:gd name="connsiteX361" fmla="*/ 5083565 w 7467600"/>
              <a:gd name="connsiteY361" fmla="*/ 5179121 h 6858000"/>
              <a:gd name="connsiteX362" fmla="*/ 4713577 w 7467600"/>
              <a:gd name="connsiteY362" fmla="*/ 5616803 h 6858000"/>
              <a:gd name="connsiteX363" fmla="*/ 3989559 w 7467600"/>
              <a:gd name="connsiteY363" fmla="*/ 6145945 h 6858000"/>
              <a:gd name="connsiteX364" fmla="*/ 3939824 w 7467600"/>
              <a:gd name="connsiteY364" fmla="*/ 6066900 h 6858000"/>
              <a:gd name="connsiteX365" fmla="*/ 4584537 w 7467600"/>
              <a:gd name="connsiteY365" fmla="*/ 5324826 h 6858000"/>
              <a:gd name="connsiteX366" fmla="*/ 5037105 w 7467600"/>
              <a:gd name="connsiteY366" fmla="*/ 5088765 h 6858000"/>
              <a:gd name="connsiteX367" fmla="*/ 5039930 w 7467600"/>
              <a:gd name="connsiteY367" fmla="*/ 5089585 h 6858000"/>
              <a:gd name="connsiteX368" fmla="*/ 5263764 w 7467600"/>
              <a:gd name="connsiteY368" fmla="*/ 4735525 h 6858000"/>
              <a:gd name="connsiteX369" fmla="*/ 4086300 w 7467600"/>
              <a:gd name="connsiteY369" fmla="*/ 4884599 h 6858000"/>
              <a:gd name="connsiteX370" fmla="*/ 4085485 w 7467600"/>
              <a:gd name="connsiteY370" fmla="*/ 4899070 h 6858000"/>
              <a:gd name="connsiteX371" fmla="*/ 3871915 w 7467600"/>
              <a:gd name="connsiteY371" fmla="*/ 5253645 h 6858000"/>
              <a:gd name="connsiteX372" fmla="*/ 3799374 w 7467600"/>
              <a:gd name="connsiteY372" fmla="*/ 5466127 h 6858000"/>
              <a:gd name="connsiteX373" fmla="*/ 3498850 w 7467600"/>
              <a:gd name="connsiteY373" fmla="*/ 6661888 h 6858000"/>
              <a:gd name="connsiteX374" fmla="*/ 3399216 w 7467600"/>
              <a:gd name="connsiteY374" fmla="*/ 6858000 h 6858000"/>
              <a:gd name="connsiteX375" fmla="*/ 3303688 w 7467600"/>
              <a:gd name="connsiteY375" fmla="*/ 6858000 h 6858000"/>
              <a:gd name="connsiteX376" fmla="*/ 3391774 w 7467600"/>
              <a:gd name="connsiteY376" fmla="*/ 6697181 h 6858000"/>
              <a:gd name="connsiteX377" fmla="*/ 3735540 w 7467600"/>
              <a:gd name="connsiteY377" fmla="*/ 5546923 h 6858000"/>
              <a:gd name="connsiteX378" fmla="*/ 3729438 w 7467600"/>
              <a:gd name="connsiteY378" fmla="*/ 5569058 h 6858000"/>
              <a:gd name="connsiteX379" fmla="*/ 3707782 w 7467600"/>
              <a:gd name="connsiteY379" fmla="*/ 5644908 h 6858000"/>
              <a:gd name="connsiteX380" fmla="*/ 3583827 w 7467600"/>
              <a:gd name="connsiteY380" fmla="*/ 6039215 h 6858000"/>
              <a:gd name="connsiteX381" fmla="*/ 3547861 w 7467600"/>
              <a:gd name="connsiteY381" fmla="*/ 6129609 h 6858000"/>
              <a:gd name="connsiteX382" fmla="*/ 3490905 w 7467600"/>
              <a:gd name="connsiteY382" fmla="*/ 6277660 h 6858000"/>
              <a:gd name="connsiteX383" fmla="*/ 3455859 w 7467600"/>
              <a:gd name="connsiteY383" fmla="*/ 6391301 h 6858000"/>
              <a:gd name="connsiteX384" fmla="*/ 3429112 w 7467600"/>
              <a:gd name="connsiteY384" fmla="*/ 6479469 h 6858000"/>
              <a:gd name="connsiteX385" fmla="*/ 3304862 w 7467600"/>
              <a:gd name="connsiteY385" fmla="*/ 6796476 h 6858000"/>
              <a:gd name="connsiteX386" fmla="*/ 3276071 w 7467600"/>
              <a:gd name="connsiteY386" fmla="*/ 6858000 h 6858000"/>
              <a:gd name="connsiteX387" fmla="*/ 3240805 w 7467600"/>
              <a:gd name="connsiteY387" fmla="*/ 6858000 h 6858000"/>
              <a:gd name="connsiteX388" fmla="*/ 3275917 w 7467600"/>
              <a:gd name="connsiteY388" fmla="*/ 6783192 h 6858000"/>
              <a:gd name="connsiteX389" fmla="*/ 3399358 w 7467600"/>
              <a:gd name="connsiteY389" fmla="*/ 6469011 h 6858000"/>
              <a:gd name="connsiteX390" fmla="*/ 3425650 w 7467600"/>
              <a:gd name="connsiteY390" fmla="*/ 6381333 h 6858000"/>
              <a:gd name="connsiteX391" fmla="*/ 3460661 w 7467600"/>
              <a:gd name="connsiteY391" fmla="*/ 6266763 h 6858000"/>
              <a:gd name="connsiteX392" fmla="*/ 3518021 w 7467600"/>
              <a:gd name="connsiteY392" fmla="*/ 6117298 h 6858000"/>
              <a:gd name="connsiteX393" fmla="*/ 3554035 w 7467600"/>
              <a:gd name="connsiteY393" fmla="*/ 6027832 h 6858000"/>
              <a:gd name="connsiteX394" fmla="*/ 3677174 w 7467600"/>
              <a:gd name="connsiteY394" fmla="*/ 5636351 h 6858000"/>
              <a:gd name="connsiteX395" fmla="*/ 3698819 w 7467600"/>
              <a:gd name="connsiteY395" fmla="*/ 5560503 h 6858000"/>
              <a:gd name="connsiteX396" fmla="*/ 3702094 w 7467600"/>
              <a:gd name="connsiteY396" fmla="*/ 5549194 h 6858000"/>
              <a:gd name="connsiteX397" fmla="*/ 3398355 w 7467600"/>
              <a:gd name="connsiteY397" fmla="*/ 6094603 h 6858000"/>
              <a:gd name="connsiteX398" fmla="*/ 3193941 w 7467600"/>
              <a:gd name="connsiteY398" fmla="*/ 6798775 h 6858000"/>
              <a:gd name="connsiteX399" fmla="*/ 3184140 w 7467600"/>
              <a:gd name="connsiteY399" fmla="*/ 6858000 h 6858000"/>
              <a:gd name="connsiteX400" fmla="*/ 3099978 w 7467600"/>
              <a:gd name="connsiteY400" fmla="*/ 6858000 h 6858000"/>
              <a:gd name="connsiteX401" fmla="*/ 3101556 w 7467600"/>
              <a:gd name="connsiteY401" fmla="*/ 6843337 h 6858000"/>
              <a:gd name="connsiteX402" fmla="*/ 3370162 w 7467600"/>
              <a:gd name="connsiteY402" fmla="*/ 5785550 h 6858000"/>
              <a:gd name="connsiteX403" fmla="*/ 3746477 w 7467600"/>
              <a:gd name="connsiteY403" fmla="*/ 5377889 h 6858000"/>
              <a:gd name="connsiteX404" fmla="*/ 3863399 w 7467600"/>
              <a:gd name="connsiteY404" fmla="*/ 5087257 h 6858000"/>
              <a:gd name="connsiteX405" fmla="*/ 3968712 w 7467600"/>
              <a:gd name="connsiteY405" fmla="*/ 4913989 h 6858000"/>
              <a:gd name="connsiteX406" fmla="*/ 2792390 w 7467600"/>
              <a:gd name="connsiteY406" fmla="*/ 5382974 h 6858000"/>
              <a:gd name="connsiteX407" fmla="*/ 2714982 w 7467600"/>
              <a:gd name="connsiteY407" fmla="*/ 5427051 h 6858000"/>
              <a:gd name="connsiteX408" fmla="*/ 2813361 w 7467600"/>
              <a:gd name="connsiteY408" fmla="*/ 6023912 h 6858000"/>
              <a:gd name="connsiteX409" fmla="*/ 2688430 w 7467600"/>
              <a:gd name="connsiteY409" fmla="*/ 6801564 h 6858000"/>
              <a:gd name="connsiteX410" fmla="*/ 2629626 w 7467600"/>
              <a:gd name="connsiteY410" fmla="*/ 6763394 h 6858000"/>
              <a:gd name="connsiteX411" fmla="*/ 2565328 w 7467600"/>
              <a:gd name="connsiteY411" fmla="*/ 5516399 h 6858000"/>
              <a:gd name="connsiteX412" fmla="*/ 1922999 w 7467600"/>
              <a:gd name="connsiteY412" fmla="*/ 5980343 h 6858000"/>
              <a:gd name="connsiteX413" fmla="*/ 1950261 w 7467600"/>
              <a:gd name="connsiteY413" fmla="*/ 6405858 h 6858000"/>
              <a:gd name="connsiteX414" fmla="*/ 2365554 w 7467600"/>
              <a:gd name="connsiteY414" fmla="*/ 6759107 h 6858000"/>
              <a:gd name="connsiteX415" fmla="*/ 2424142 w 7467600"/>
              <a:gd name="connsiteY415" fmla="*/ 6858000 h 6858000"/>
              <a:gd name="connsiteX416" fmla="*/ 2395994 w 7467600"/>
              <a:gd name="connsiteY416" fmla="*/ 6858000 h 6858000"/>
              <a:gd name="connsiteX417" fmla="*/ 2392863 w 7467600"/>
              <a:gd name="connsiteY417" fmla="*/ 6852964 h 6858000"/>
              <a:gd name="connsiteX418" fmla="*/ 2017589 w 7467600"/>
              <a:gd name="connsiteY418" fmla="*/ 6493982 h 6858000"/>
              <a:gd name="connsiteX419" fmla="*/ 2147336 w 7467600"/>
              <a:gd name="connsiteY419" fmla="*/ 6594052 h 6858000"/>
              <a:gd name="connsiteX420" fmla="*/ 2207047 w 7467600"/>
              <a:gd name="connsiteY420" fmla="*/ 6654540 h 6858000"/>
              <a:gd name="connsiteX421" fmla="*/ 2299106 w 7467600"/>
              <a:gd name="connsiteY421" fmla="*/ 6778931 h 6858000"/>
              <a:gd name="connsiteX422" fmla="*/ 2314430 w 7467600"/>
              <a:gd name="connsiteY422" fmla="*/ 6801144 h 6858000"/>
              <a:gd name="connsiteX423" fmla="*/ 2352406 w 7467600"/>
              <a:gd name="connsiteY423" fmla="*/ 6858000 h 6858000"/>
              <a:gd name="connsiteX424" fmla="*/ 2314492 w 7467600"/>
              <a:gd name="connsiteY424" fmla="*/ 6858000 h 6858000"/>
              <a:gd name="connsiteX425" fmla="*/ 2288095 w 7467600"/>
              <a:gd name="connsiteY425" fmla="*/ 6818030 h 6858000"/>
              <a:gd name="connsiteX426" fmla="*/ 2272768 w 7467600"/>
              <a:gd name="connsiteY426" fmla="*/ 6795822 h 6858000"/>
              <a:gd name="connsiteX427" fmla="*/ 2182715 w 7467600"/>
              <a:gd name="connsiteY427" fmla="*/ 6675071 h 6858000"/>
              <a:gd name="connsiteX428" fmla="*/ 2032061 w 7467600"/>
              <a:gd name="connsiteY428" fmla="*/ 6541380 h 6858000"/>
              <a:gd name="connsiteX429" fmla="*/ 2257220 w 7467600"/>
              <a:gd name="connsiteY429" fmla="*/ 6826257 h 6858000"/>
              <a:gd name="connsiteX430" fmla="*/ 2281324 w 7467600"/>
              <a:gd name="connsiteY430" fmla="*/ 6858000 h 6858000"/>
              <a:gd name="connsiteX431" fmla="*/ 2242860 w 7467600"/>
              <a:gd name="connsiteY431" fmla="*/ 6858000 h 6858000"/>
              <a:gd name="connsiteX432" fmla="*/ 2232818 w 7467600"/>
              <a:gd name="connsiteY432" fmla="*/ 6844926 h 6858000"/>
              <a:gd name="connsiteX433" fmla="*/ 1990172 w 7467600"/>
              <a:gd name="connsiteY433" fmla="*/ 6542121 h 6858000"/>
              <a:gd name="connsiteX434" fmla="*/ 2124090 w 7467600"/>
              <a:gd name="connsiteY434" fmla="*/ 6761017 h 6858000"/>
              <a:gd name="connsiteX435" fmla="*/ 2200380 w 7467600"/>
              <a:gd name="connsiteY435" fmla="*/ 6858000 h 6858000"/>
              <a:gd name="connsiteX436" fmla="*/ 2147507 w 7467600"/>
              <a:gd name="connsiteY436" fmla="*/ 6858000 h 6858000"/>
              <a:gd name="connsiteX437" fmla="*/ 2070668 w 7467600"/>
              <a:gd name="connsiteY437" fmla="*/ 6761520 h 6858000"/>
              <a:gd name="connsiteX438" fmla="*/ 1975142 w 7467600"/>
              <a:gd name="connsiteY438" fmla="*/ 6585570 h 6858000"/>
              <a:gd name="connsiteX439" fmla="*/ 2050035 w 7467600"/>
              <a:gd name="connsiteY439" fmla="*/ 6813345 h 6858000"/>
              <a:gd name="connsiteX440" fmla="*/ 2063025 w 7467600"/>
              <a:gd name="connsiteY440" fmla="*/ 6858000 h 6858000"/>
              <a:gd name="connsiteX441" fmla="*/ 2021675 w 7467600"/>
              <a:gd name="connsiteY441" fmla="*/ 6858000 h 6858000"/>
              <a:gd name="connsiteX442" fmla="*/ 2019308 w 7467600"/>
              <a:gd name="connsiteY442" fmla="*/ 6847118 h 6858000"/>
              <a:gd name="connsiteX443" fmla="*/ 1938835 w 7467600"/>
              <a:gd name="connsiteY443" fmla="*/ 6551160 h 6858000"/>
              <a:gd name="connsiteX444" fmla="*/ 1953230 w 7467600"/>
              <a:gd name="connsiteY444" fmla="*/ 6759699 h 6858000"/>
              <a:gd name="connsiteX445" fmla="*/ 1956763 w 7467600"/>
              <a:gd name="connsiteY445" fmla="*/ 6778191 h 6858000"/>
              <a:gd name="connsiteX446" fmla="*/ 1967925 w 7467600"/>
              <a:gd name="connsiteY446" fmla="*/ 6858000 h 6858000"/>
              <a:gd name="connsiteX447" fmla="*/ 1936622 w 7467600"/>
              <a:gd name="connsiteY447" fmla="*/ 6858000 h 6858000"/>
              <a:gd name="connsiteX448" fmla="*/ 1926261 w 7467600"/>
              <a:gd name="connsiteY448" fmla="*/ 6784064 h 6858000"/>
              <a:gd name="connsiteX449" fmla="*/ 1922724 w 7467600"/>
              <a:gd name="connsiteY449" fmla="*/ 6765577 h 6858000"/>
              <a:gd name="connsiteX450" fmla="*/ 1904650 w 7467600"/>
              <a:gd name="connsiteY450" fmla="*/ 6639616 h 6858000"/>
              <a:gd name="connsiteX451" fmla="*/ 1885273 w 7467600"/>
              <a:gd name="connsiteY451" fmla="*/ 6858000 h 6858000"/>
              <a:gd name="connsiteX452" fmla="*/ 1854363 w 7467600"/>
              <a:gd name="connsiteY452" fmla="*/ 6858000 h 6858000"/>
              <a:gd name="connsiteX453" fmla="*/ 1880391 w 7467600"/>
              <a:gd name="connsiteY453" fmla="*/ 6603796 h 6858000"/>
              <a:gd name="connsiteX454" fmla="*/ 1818273 w 7467600"/>
              <a:gd name="connsiteY454" fmla="*/ 6715729 h 6858000"/>
              <a:gd name="connsiteX455" fmla="*/ 1794691 w 7467600"/>
              <a:gd name="connsiteY455" fmla="*/ 6843239 h 6858000"/>
              <a:gd name="connsiteX456" fmla="*/ 1794914 w 7467600"/>
              <a:gd name="connsiteY456" fmla="*/ 6858000 h 6858000"/>
              <a:gd name="connsiteX457" fmla="*/ 1746128 w 7467600"/>
              <a:gd name="connsiteY457" fmla="*/ 6858000 h 6858000"/>
              <a:gd name="connsiteX458" fmla="*/ 1753934 w 7467600"/>
              <a:gd name="connsiteY458" fmla="*/ 6724796 h 6858000"/>
              <a:gd name="connsiteX459" fmla="*/ 1792053 w 7467600"/>
              <a:gd name="connsiteY459" fmla="*/ 6572396 h 6858000"/>
              <a:gd name="connsiteX460" fmla="*/ 1862248 w 7467600"/>
              <a:gd name="connsiteY460" fmla="*/ 6266397 h 6858000"/>
              <a:gd name="connsiteX461" fmla="*/ 1862250 w 7467600"/>
              <a:gd name="connsiteY461" fmla="*/ 6033531 h 6858000"/>
              <a:gd name="connsiteX462" fmla="*/ 1211999 w 7467600"/>
              <a:gd name="connsiteY462" fmla="*/ 6683610 h 6858000"/>
              <a:gd name="connsiteX463" fmla="*/ 1213266 w 7467600"/>
              <a:gd name="connsiteY463" fmla="*/ 6691947 h 6858000"/>
              <a:gd name="connsiteX464" fmla="*/ 1203370 w 7467600"/>
              <a:gd name="connsiteY464" fmla="*/ 6850676 h 6858000"/>
              <a:gd name="connsiteX465" fmla="*/ 1203671 w 7467600"/>
              <a:gd name="connsiteY465" fmla="*/ 6858000 h 6858000"/>
              <a:gd name="connsiteX466" fmla="*/ 1143180 w 7467600"/>
              <a:gd name="connsiteY466" fmla="*/ 6858000 h 6858000"/>
              <a:gd name="connsiteX467" fmla="*/ 1142176 w 7467600"/>
              <a:gd name="connsiteY467" fmla="*/ 6766045 h 6858000"/>
              <a:gd name="connsiteX468" fmla="*/ 1067484 w 7467600"/>
              <a:gd name="connsiteY468" fmla="*/ 6858000 h 6858000"/>
              <a:gd name="connsiteX469" fmla="*/ 953928 w 7467600"/>
              <a:gd name="connsiteY469" fmla="*/ 6858000 h 6858000"/>
              <a:gd name="connsiteX470" fmla="*/ 959715 w 7467600"/>
              <a:gd name="connsiteY470" fmla="*/ 6850185 h 6858000"/>
              <a:gd name="connsiteX471" fmla="*/ 1483788 w 7467600"/>
              <a:gd name="connsiteY471" fmla="*/ 6259174 h 6858000"/>
              <a:gd name="connsiteX472" fmla="*/ 1100671 w 7467600"/>
              <a:gd name="connsiteY472" fmla="*/ 6252137 h 6858000"/>
              <a:gd name="connsiteX473" fmla="*/ 1090144 w 7467600"/>
              <a:gd name="connsiteY473" fmla="*/ 6256748 h 6858000"/>
              <a:gd name="connsiteX474" fmla="*/ 1095872 w 7467600"/>
              <a:gd name="connsiteY474" fmla="*/ 6271892 h 6858000"/>
              <a:gd name="connsiteX475" fmla="*/ 262785 w 7467600"/>
              <a:gd name="connsiteY475" fmla="*/ 6845450 h 6858000"/>
              <a:gd name="connsiteX476" fmla="*/ 209968 w 7467600"/>
              <a:gd name="connsiteY476" fmla="*/ 6770713 h 6858000"/>
              <a:gd name="connsiteX477" fmla="*/ 873460 w 7467600"/>
              <a:gd name="connsiteY477" fmla="*/ 6253768 h 6858000"/>
              <a:gd name="connsiteX478" fmla="*/ 192686 w 7467600"/>
              <a:gd name="connsiteY478" fmla="*/ 5849257 h 6858000"/>
              <a:gd name="connsiteX479" fmla="*/ 4696 w 7467600"/>
              <a:gd name="connsiteY479" fmla="*/ 5697668 h 6858000"/>
              <a:gd name="connsiteX480" fmla="*/ 0 w 7467600"/>
              <a:gd name="connsiteY480" fmla="*/ 5689984 h 6858000"/>
              <a:gd name="connsiteX481" fmla="*/ 0 w 7467600"/>
              <a:gd name="connsiteY481" fmla="*/ 5513472 h 6858000"/>
              <a:gd name="connsiteX482" fmla="*/ 174101 w 7467600"/>
              <a:gd name="connsiteY482" fmla="*/ 5620277 h 6858000"/>
              <a:gd name="connsiteX483" fmla="*/ 891800 w 7467600"/>
              <a:gd name="connsiteY483" fmla="*/ 6036935 h 6858000"/>
              <a:gd name="connsiteX484" fmla="*/ 1072219 w 7467600"/>
              <a:gd name="connsiteY484" fmla="*/ 6169443 h 6858000"/>
              <a:gd name="connsiteX485" fmla="*/ 1074117 w 7467600"/>
              <a:gd name="connsiteY485" fmla="*/ 6170301 h 6858000"/>
              <a:gd name="connsiteX486" fmla="*/ 1083114 w 7467600"/>
              <a:gd name="connsiteY486" fmla="*/ 6174131 h 6858000"/>
              <a:gd name="connsiteX487" fmla="*/ 1543010 w 7467600"/>
              <a:gd name="connsiteY487" fmla="*/ 6191140 h 6858000"/>
              <a:gd name="connsiteX488" fmla="*/ 1551080 w 7467600"/>
              <a:gd name="connsiteY488" fmla="*/ 6195006 h 6858000"/>
              <a:gd name="connsiteX489" fmla="*/ 2345443 w 7467600"/>
              <a:gd name="connsiteY489" fmla="*/ 5549882 h 6858000"/>
              <a:gd name="connsiteX490" fmla="*/ 1721499 w 7467600"/>
              <a:gd name="connsiteY490" fmla="*/ 5599969 h 6858000"/>
              <a:gd name="connsiteX491" fmla="*/ 767716 w 7467600"/>
              <a:gd name="connsiteY491" fmla="*/ 5472768 h 6858000"/>
              <a:gd name="connsiteX492" fmla="*/ 722147 w 7467600"/>
              <a:gd name="connsiteY492" fmla="*/ 5393091 h 6858000"/>
              <a:gd name="connsiteX493" fmla="*/ 1485552 w 7467600"/>
              <a:gd name="connsiteY493" fmla="*/ 5313202 h 6858000"/>
              <a:gd name="connsiteX494" fmla="*/ 2143004 w 7467600"/>
              <a:gd name="connsiteY494" fmla="*/ 5402420 h 6858000"/>
              <a:gd name="connsiteX495" fmla="*/ 1933391 w 7467600"/>
              <a:gd name="connsiteY495" fmla="*/ 5156971 h 6858000"/>
              <a:gd name="connsiteX496" fmla="*/ 1827118 w 7467600"/>
              <a:gd name="connsiteY496" fmla="*/ 4968410 h 6858000"/>
              <a:gd name="connsiteX497" fmla="*/ 1837349 w 7467600"/>
              <a:gd name="connsiteY497" fmla="*/ 4956357 h 6858000"/>
              <a:gd name="connsiteX498" fmla="*/ 2162835 w 7467600"/>
              <a:gd name="connsiteY498" fmla="*/ 5187853 h 6858000"/>
              <a:gd name="connsiteX499" fmla="*/ 2257167 w 7467600"/>
              <a:gd name="connsiteY499" fmla="*/ 5462123 h 6858000"/>
              <a:gd name="connsiteX500" fmla="*/ 2261598 w 7467600"/>
              <a:gd name="connsiteY500" fmla="*/ 5467998 h 6858000"/>
              <a:gd name="connsiteX501" fmla="*/ 2437177 w 7467600"/>
              <a:gd name="connsiteY501" fmla="*/ 5479608 h 6858000"/>
              <a:gd name="connsiteX502" fmla="*/ 2445247 w 7467600"/>
              <a:gd name="connsiteY502" fmla="*/ 5483476 h 6858000"/>
              <a:gd name="connsiteX503" fmla="*/ 2743626 w 7467600"/>
              <a:gd name="connsiteY503" fmla="*/ 5304819 h 6858000"/>
              <a:gd name="connsiteX504" fmla="*/ 3048102 w 7467600"/>
              <a:gd name="connsiteY504" fmla="*/ 5150595 h 6858000"/>
              <a:gd name="connsiteX505" fmla="*/ 1799414 w 7467600"/>
              <a:gd name="connsiteY505" fmla="*/ 4694732 h 6858000"/>
              <a:gd name="connsiteX506" fmla="*/ 1771735 w 7467600"/>
              <a:gd name="connsiteY506" fmla="*/ 4619929 h 6858000"/>
              <a:gd name="connsiteX507" fmla="*/ 3104273 w 7467600"/>
              <a:gd name="connsiteY507" fmla="*/ 5076159 h 6858000"/>
              <a:gd name="connsiteX508" fmla="*/ 3113245 w 7467600"/>
              <a:gd name="connsiteY508" fmla="*/ 5090705 h 6858000"/>
              <a:gd name="connsiteX509" fmla="*/ 3126294 w 7467600"/>
              <a:gd name="connsiteY509" fmla="*/ 5114400 h 6858000"/>
              <a:gd name="connsiteX510" fmla="*/ 3937433 w 7467600"/>
              <a:gd name="connsiteY510" fmla="*/ 4830473 h 6858000"/>
              <a:gd name="connsiteX511" fmla="*/ 3590475 w 7467600"/>
              <a:gd name="connsiteY511" fmla="*/ 4597974 h 6858000"/>
              <a:gd name="connsiteX512" fmla="*/ 3100264 w 7467600"/>
              <a:gd name="connsiteY512" fmla="*/ 4579845 h 6858000"/>
              <a:gd name="connsiteX513" fmla="*/ 2183576 w 7467600"/>
              <a:gd name="connsiteY513" fmla="*/ 4227150 h 6858000"/>
              <a:gd name="connsiteX514" fmla="*/ 2151029 w 7467600"/>
              <a:gd name="connsiteY514" fmla="*/ 4146947 h 6858000"/>
              <a:gd name="connsiteX515" fmla="*/ 3563434 w 7467600"/>
              <a:gd name="connsiteY515" fmla="*/ 4469115 h 6858000"/>
              <a:gd name="connsiteX516" fmla="*/ 3177952 w 7467600"/>
              <a:gd name="connsiteY516" fmla="*/ 3657386 h 6858000"/>
              <a:gd name="connsiteX517" fmla="*/ 3189263 w 7467600"/>
              <a:gd name="connsiteY517" fmla="*/ 3625726 h 6858000"/>
              <a:gd name="connsiteX518" fmla="*/ 3560912 w 7467600"/>
              <a:gd name="connsiteY518" fmla="*/ 4079863 h 6858000"/>
              <a:gd name="connsiteX519" fmla="*/ 3626636 w 7467600"/>
              <a:gd name="connsiteY519" fmla="*/ 4512230 h 6858000"/>
              <a:gd name="connsiteX520" fmla="*/ 3653088 w 7467600"/>
              <a:gd name="connsiteY520" fmla="*/ 4521417 h 6858000"/>
              <a:gd name="connsiteX521" fmla="*/ 3988128 w 7467600"/>
              <a:gd name="connsiteY521" fmla="*/ 4817267 h 6858000"/>
              <a:gd name="connsiteX522" fmla="*/ 4830582 w 7467600"/>
              <a:gd name="connsiteY522" fmla="*/ 4676000 h 6858000"/>
              <a:gd name="connsiteX523" fmla="*/ 4830100 w 7467600"/>
              <a:gd name="connsiteY523" fmla="*/ 4675554 h 6858000"/>
              <a:gd name="connsiteX524" fmla="*/ 4036318 w 7467600"/>
              <a:gd name="connsiteY524" fmla="*/ 4147013 h 6858000"/>
              <a:gd name="connsiteX525" fmla="*/ 3432098 w 7467600"/>
              <a:gd name="connsiteY525" fmla="*/ 3537312 h 6858000"/>
              <a:gd name="connsiteX526" fmla="*/ 3446761 w 7467600"/>
              <a:gd name="connsiteY526" fmla="*/ 3461278 h 6858000"/>
              <a:gd name="connsiteX527" fmla="*/ 4419733 w 7467600"/>
              <a:gd name="connsiteY527" fmla="*/ 3963555 h 6858000"/>
              <a:gd name="connsiteX528" fmla="*/ 4781371 w 7467600"/>
              <a:gd name="connsiteY528" fmla="*/ 4458604 h 6858000"/>
              <a:gd name="connsiteX529" fmla="*/ 4780440 w 7467600"/>
              <a:gd name="connsiteY529" fmla="*/ 4470290 h 6858000"/>
              <a:gd name="connsiteX530" fmla="*/ 4898954 w 7467600"/>
              <a:gd name="connsiteY530" fmla="*/ 4662092 h 6858000"/>
              <a:gd name="connsiteX531" fmla="*/ 4900699 w 7467600"/>
              <a:gd name="connsiteY531" fmla="*/ 4670867 h 6858000"/>
              <a:gd name="connsiteX532" fmla="*/ 5714511 w 7467600"/>
              <a:gd name="connsiteY532" fmla="*/ 4663483 h 6858000"/>
              <a:gd name="connsiteX533" fmla="*/ 5464793 w 7467600"/>
              <a:gd name="connsiteY533" fmla="*/ 4393556 h 6858000"/>
              <a:gd name="connsiteX534" fmla="*/ 5461897 w 7467600"/>
              <a:gd name="connsiteY534" fmla="*/ 4390879 h 6858000"/>
              <a:gd name="connsiteX535" fmla="*/ 4294126 w 7467600"/>
              <a:gd name="connsiteY535" fmla="*/ 3303048 h 6858000"/>
              <a:gd name="connsiteX536" fmla="*/ 4305321 w 7467600"/>
              <a:gd name="connsiteY536" fmla="*/ 3256953 h 6858000"/>
              <a:gd name="connsiteX537" fmla="*/ 4949299 w 7467600"/>
              <a:gd name="connsiteY537" fmla="*/ 3766336 h 6858000"/>
              <a:gd name="connsiteX538" fmla="*/ 5291452 w 7467600"/>
              <a:gd name="connsiteY538" fmla="*/ 4076801 h 6858000"/>
              <a:gd name="connsiteX539" fmla="*/ 5434998 w 7467600"/>
              <a:gd name="connsiteY539" fmla="*/ 4254100 h 6858000"/>
              <a:gd name="connsiteX540" fmla="*/ 5351015 w 7467600"/>
              <a:gd name="connsiteY540" fmla="*/ 3760989 h 6858000"/>
              <a:gd name="connsiteX541" fmla="*/ 5413780 w 7467600"/>
              <a:gd name="connsiteY541" fmla="*/ 2966265 h 6858000"/>
              <a:gd name="connsiteX542" fmla="*/ 5425627 w 7467600"/>
              <a:gd name="connsiteY542" fmla="*/ 2954192 h 6858000"/>
              <a:gd name="connsiteX543" fmla="*/ 6604735 w 7467600"/>
              <a:gd name="connsiteY543" fmla="*/ 2041381 h 6858000"/>
              <a:gd name="connsiteX544" fmla="*/ 7204487 w 7467600"/>
              <a:gd name="connsiteY544" fmla="*/ 2742112 h 6858000"/>
              <a:gd name="connsiteX545" fmla="*/ 7131592 w 7467600"/>
              <a:gd name="connsiteY545" fmla="*/ 2672096 h 6858000"/>
              <a:gd name="connsiteX546" fmla="*/ 6996344 w 7467600"/>
              <a:gd name="connsiteY546" fmla="*/ 2518310 h 6858000"/>
              <a:gd name="connsiteX547" fmla="*/ 6735495 w 7467600"/>
              <a:gd name="connsiteY547" fmla="*/ 2196890 h 6858000"/>
              <a:gd name="connsiteX548" fmla="*/ 6721901 w 7467600"/>
              <a:gd name="connsiteY548" fmla="*/ 2179274 h 6858000"/>
              <a:gd name="connsiteX549" fmla="*/ 6604735 w 7467600"/>
              <a:gd name="connsiteY549" fmla="*/ 2041381 h 6858000"/>
              <a:gd name="connsiteX550" fmla="*/ 6591670 w 7467600"/>
              <a:gd name="connsiteY550" fmla="*/ 1988277 h 6858000"/>
              <a:gd name="connsiteX551" fmla="*/ 6747349 w 7467600"/>
              <a:gd name="connsiteY551" fmla="*/ 2160069 h 6858000"/>
              <a:gd name="connsiteX552" fmla="*/ 6760943 w 7467600"/>
              <a:gd name="connsiteY552" fmla="*/ 2177686 h 6858000"/>
              <a:gd name="connsiteX553" fmla="*/ 7021065 w 7467600"/>
              <a:gd name="connsiteY553" fmla="*/ 2498102 h 6858000"/>
              <a:gd name="connsiteX554" fmla="*/ 7155223 w 7467600"/>
              <a:gd name="connsiteY554" fmla="*/ 2650386 h 6858000"/>
              <a:gd name="connsiteX555" fmla="*/ 7203167 w 7467600"/>
              <a:gd name="connsiteY555" fmla="*/ 2697288 h 6858000"/>
              <a:gd name="connsiteX556" fmla="*/ 6937703 w 7467600"/>
              <a:gd name="connsiteY556" fmla="*/ 2321981 h 6858000"/>
              <a:gd name="connsiteX557" fmla="*/ 6591670 w 7467600"/>
              <a:gd name="connsiteY557" fmla="*/ 1988277 h 6858000"/>
              <a:gd name="connsiteX558" fmla="*/ 5798671 w 7467600"/>
              <a:gd name="connsiteY558" fmla="*/ 1981601 h 6858000"/>
              <a:gd name="connsiteX559" fmla="*/ 5754709 w 7467600"/>
              <a:gd name="connsiteY559" fmla="*/ 2071454 h 6858000"/>
              <a:gd name="connsiteX560" fmla="*/ 5763044 w 7467600"/>
              <a:gd name="connsiteY560" fmla="*/ 2842206 h 6858000"/>
              <a:gd name="connsiteX561" fmla="*/ 5764974 w 7467600"/>
              <a:gd name="connsiteY561" fmla="*/ 2799609 h 6858000"/>
              <a:gd name="connsiteX562" fmla="*/ 5767665 w 7467600"/>
              <a:gd name="connsiteY562" fmla="*/ 2666409 h 6858000"/>
              <a:gd name="connsiteX563" fmla="*/ 5763055 w 7467600"/>
              <a:gd name="connsiteY563" fmla="*/ 2579705 h 6858000"/>
              <a:gd name="connsiteX564" fmla="*/ 5758079 w 7467600"/>
              <a:gd name="connsiteY564" fmla="*/ 2492508 h 6858000"/>
              <a:gd name="connsiteX565" fmla="*/ 5779325 w 7467600"/>
              <a:gd name="connsiteY565" fmla="*/ 2197069 h 6858000"/>
              <a:gd name="connsiteX566" fmla="*/ 5798671 w 7467600"/>
              <a:gd name="connsiteY566" fmla="*/ 1981601 h 6858000"/>
              <a:gd name="connsiteX567" fmla="*/ 5829202 w 7467600"/>
              <a:gd name="connsiteY567" fmla="*/ 1971679 h 6858000"/>
              <a:gd name="connsiteX568" fmla="*/ 5809558 w 7467600"/>
              <a:gd name="connsiteY568" fmla="*/ 2198043 h 6858000"/>
              <a:gd name="connsiteX569" fmla="*/ 5788653 w 7467600"/>
              <a:gd name="connsiteY569" fmla="*/ 2489430 h 6858000"/>
              <a:gd name="connsiteX570" fmla="*/ 5793439 w 7467600"/>
              <a:gd name="connsiteY570" fmla="*/ 2575235 h 6858000"/>
              <a:gd name="connsiteX571" fmla="*/ 5796837 w 7467600"/>
              <a:gd name="connsiteY571" fmla="*/ 2637633 h 6858000"/>
              <a:gd name="connsiteX572" fmla="*/ 5818614 w 7467600"/>
              <a:gd name="connsiteY572" fmla="*/ 2473055 h 6858000"/>
              <a:gd name="connsiteX573" fmla="*/ 5829202 w 7467600"/>
              <a:gd name="connsiteY573" fmla="*/ 1971679 h 6858000"/>
              <a:gd name="connsiteX574" fmla="*/ 5911389 w 7467600"/>
              <a:gd name="connsiteY574" fmla="*/ 1898371 h 6858000"/>
              <a:gd name="connsiteX575" fmla="*/ 6237627 w 7467600"/>
              <a:gd name="connsiteY575" fmla="*/ 2231921 h 6858000"/>
              <a:gd name="connsiteX576" fmla="*/ 5911389 w 7467600"/>
              <a:gd name="connsiteY576" fmla="*/ 1898371 h 6858000"/>
              <a:gd name="connsiteX577" fmla="*/ 6944437 w 7467600"/>
              <a:gd name="connsiteY577" fmla="*/ 1575402 h 6858000"/>
              <a:gd name="connsiteX578" fmla="*/ 6304730 w 7467600"/>
              <a:gd name="connsiteY578" fmla="*/ 1766654 h 6858000"/>
              <a:gd name="connsiteX579" fmla="*/ 6944437 w 7467600"/>
              <a:gd name="connsiteY579" fmla="*/ 1575402 h 6858000"/>
              <a:gd name="connsiteX580" fmla="*/ 7019523 w 7467600"/>
              <a:gd name="connsiteY580" fmla="*/ 1519450 h 6858000"/>
              <a:gd name="connsiteX581" fmla="*/ 6298091 w 7467600"/>
              <a:gd name="connsiteY581" fmla="*/ 1737122 h 6858000"/>
              <a:gd name="connsiteX582" fmla="*/ 7019523 w 7467600"/>
              <a:gd name="connsiteY582" fmla="*/ 1519450 h 6858000"/>
              <a:gd name="connsiteX583" fmla="*/ 2399523 w 7467600"/>
              <a:gd name="connsiteY583" fmla="*/ 1428234 h 6858000"/>
              <a:gd name="connsiteX584" fmla="*/ 2224982 w 7467600"/>
              <a:gd name="connsiteY584" fmla="*/ 1826201 h 6858000"/>
              <a:gd name="connsiteX585" fmla="*/ 2096099 w 7467600"/>
              <a:gd name="connsiteY585" fmla="*/ 2345900 h 6858000"/>
              <a:gd name="connsiteX586" fmla="*/ 2283317 w 7467600"/>
              <a:gd name="connsiteY586" fmla="*/ 1796925 h 6858000"/>
              <a:gd name="connsiteX587" fmla="*/ 2399523 w 7467600"/>
              <a:gd name="connsiteY587" fmla="*/ 1428234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278707 w 7467600"/>
              <a:gd name="connsiteY597" fmla="*/ 1352270 h 6858000"/>
              <a:gd name="connsiteX598" fmla="*/ 1423821 w 7467600"/>
              <a:gd name="connsiteY598" fmla="*/ 1351958 h 6858000"/>
              <a:gd name="connsiteX599" fmla="*/ 1638521 w 7467600"/>
              <a:gd name="connsiteY599" fmla="*/ 1908470 h 6858000"/>
              <a:gd name="connsiteX600" fmla="*/ 1754199 w 7467600"/>
              <a:gd name="connsiteY600" fmla="*/ 2149284 h 6858000"/>
              <a:gd name="connsiteX601" fmla="*/ 1908359 w 7467600"/>
              <a:gd name="connsiteY601" fmla="*/ 2364988 h 6858000"/>
              <a:gd name="connsiteX602" fmla="*/ 1647661 w 7467600"/>
              <a:gd name="connsiteY602" fmla="*/ 1825945 h 6858000"/>
              <a:gd name="connsiteX603" fmla="*/ 1423821 w 7467600"/>
              <a:gd name="connsiteY603" fmla="*/ 1351958 h 6858000"/>
              <a:gd name="connsiteX604" fmla="*/ 1431890 w 7467600"/>
              <a:gd name="connsiteY604" fmla="*/ 1306475 h 6858000"/>
              <a:gd name="connsiteX605" fmla="*/ 1507597 w 7467600"/>
              <a:gd name="connsiteY605" fmla="*/ 1446132 h 6858000"/>
              <a:gd name="connsiteX606" fmla="*/ 1674586 w 7467600"/>
              <a:gd name="connsiteY606" fmla="*/ 1813832 h 6858000"/>
              <a:gd name="connsiteX607" fmla="*/ 1815950 w 7467600"/>
              <a:gd name="connsiteY607" fmla="*/ 2128564 h 6858000"/>
              <a:gd name="connsiteX608" fmla="*/ 1984242 w 7467600"/>
              <a:gd name="connsiteY608" fmla="*/ 2430829 h 6858000"/>
              <a:gd name="connsiteX609" fmla="*/ 2014023 w 7467600"/>
              <a:gd name="connsiteY609" fmla="*/ 2450995 h 6858000"/>
              <a:gd name="connsiteX610" fmla="*/ 1747337 w 7467600"/>
              <a:gd name="connsiteY610" fmla="*/ 1855264 h 6858000"/>
              <a:gd name="connsiteX611" fmla="*/ 1533749 w 7467600"/>
              <a:gd name="connsiteY611" fmla="*/ 1478656 h 6858000"/>
              <a:gd name="connsiteX612" fmla="*/ 1431890 w 7467600"/>
              <a:gd name="connsiteY612" fmla="*/ 1306475 h 6858000"/>
              <a:gd name="connsiteX613" fmla="*/ 5052692 w 7467600"/>
              <a:gd name="connsiteY613" fmla="*/ 1292994 h 6858000"/>
              <a:gd name="connsiteX614" fmla="*/ 5200661 w 7467600"/>
              <a:gd name="connsiteY614" fmla="*/ 1635186 h 6858000"/>
              <a:gd name="connsiteX615" fmla="*/ 5297138 w 7467600"/>
              <a:gd name="connsiteY615" fmla="*/ 1906351 h 6858000"/>
              <a:gd name="connsiteX616" fmla="*/ 5052692 w 7467600"/>
              <a:gd name="connsiteY616" fmla="*/ 1292994 h 6858000"/>
              <a:gd name="connsiteX617" fmla="*/ 5009948 w 7467600"/>
              <a:gd name="connsiteY617" fmla="*/ 1273619 h 6858000"/>
              <a:gd name="connsiteX618" fmla="*/ 5121777 w 7467600"/>
              <a:gd name="connsiteY618" fmla="*/ 1654213 h 6858000"/>
              <a:gd name="connsiteX619" fmla="*/ 5293545 w 7467600"/>
              <a:gd name="connsiteY619" fmla="*/ 2072247 h 6858000"/>
              <a:gd name="connsiteX620" fmla="*/ 5294042 w 7467600"/>
              <a:gd name="connsiteY620" fmla="*/ 2065019 h 6858000"/>
              <a:gd name="connsiteX621" fmla="*/ 5171936 w 7467600"/>
              <a:gd name="connsiteY621" fmla="*/ 1647613 h 6858000"/>
              <a:gd name="connsiteX622" fmla="*/ 5009948 w 7467600"/>
              <a:gd name="connsiteY622" fmla="*/ 1273619 h 6858000"/>
              <a:gd name="connsiteX623" fmla="*/ 655236 w 7467600"/>
              <a:gd name="connsiteY623" fmla="*/ 1268632 h 6858000"/>
              <a:gd name="connsiteX624" fmla="*/ 839521 w 7467600"/>
              <a:gd name="connsiteY624" fmla="*/ 1685315 h 6858000"/>
              <a:gd name="connsiteX625" fmla="*/ 1109416 w 7467600"/>
              <a:gd name="connsiteY625" fmla="*/ 2061663 h 6858000"/>
              <a:gd name="connsiteX626" fmla="*/ 1298300 w 7467600"/>
              <a:gd name="connsiteY626" fmla="*/ 2247742 h 6858000"/>
              <a:gd name="connsiteX627" fmla="*/ 1125871 w 7467600"/>
              <a:gd name="connsiteY627" fmla="*/ 1989513 h 6858000"/>
              <a:gd name="connsiteX628" fmla="*/ 981574 w 7467600"/>
              <a:gd name="connsiteY628" fmla="*/ 1783157 h 6858000"/>
              <a:gd name="connsiteX629" fmla="*/ 922198 w 7467600"/>
              <a:gd name="connsiteY629" fmla="*/ 1677437 h 6858000"/>
              <a:gd name="connsiteX630" fmla="*/ 869293 w 7467600"/>
              <a:gd name="connsiteY630" fmla="*/ 1583214 h 6858000"/>
              <a:gd name="connsiteX631" fmla="*/ 751431 w 7467600"/>
              <a:gd name="connsiteY631" fmla="*/ 1405731 h 6858000"/>
              <a:gd name="connsiteX632" fmla="*/ 655236 w 7467600"/>
              <a:gd name="connsiteY632" fmla="*/ 1268632 h 6858000"/>
              <a:gd name="connsiteX633" fmla="*/ 6516292 w 7467600"/>
              <a:gd name="connsiteY633" fmla="*/ 1263064 h 6858000"/>
              <a:gd name="connsiteX634" fmla="*/ 5736320 w 7467600"/>
              <a:gd name="connsiteY634" fmla="*/ 1501803 h 6858000"/>
              <a:gd name="connsiteX635" fmla="*/ 6516292 w 7467600"/>
              <a:gd name="connsiteY635" fmla="*/ 1263064 h 6858000"/>
              <a:gd name="connsiteX636" fmla="*/ 291466 w 7467600"/>
              <a:gd name="connsiteY636" fmla="*/ 1250369 h 6858000"/>
              <a:gd name="connsiteX637" fmla="*/ 323180 w 7467600"/>
              <a:gd name="connsiteY637" fmla="*/ 1435283 h 6858000"/>
              <a:gd name="connsiteX638" fmla="*/ 349381 w 7467600"/>
              <a:gd name="connsiteY638" fmla="*/ 1875041 h 6858000"/>
              <a:gd name="connsiteX639" fmla="*/ 374363 w 7467600"/>
              <a:gd name="connsiteY639" fmla="*/ 1506494 h 6858000"/>
              <a:gd name="connsiteX640" fmla="*/ 302168 w 7467600"/>
              <a:gd name="connsiteY640" fmla="*/ 1274495 h 6858000"/>
              <a:gd name="connsiteX641" fmla="*/ 291466 w 7467600"/>
              <a:gd name="connsiteY641" fmla="*/ 1250369 h 6858000"/>
              <a:gd name="connsiteX642" fmla="*/ 678222 w 7467600"/>
              <a:gd name="connsiteY642" fmla="*/ 1248670 h 6858000"/>
              <a:gd name="connsiteX643" fmla="*/ 775536 w 7467600"/>
              <a:gd name="connsiteY643" fmla="*/ 1388015 h 6858000"/>
              <a:gd name="connsiteX644" fmla="*/ 894529 w 7467600"/>
              <a:gd name="connsiteY644" fmla="*/ 1567739 h 6858000"/>
              <a:gd name="connsiteX645" fmla="*/ 948000 w 7467600"/>
              <a:gd name="connsiteY645" fmla="*/ 1663088 h 6858000"/>
              <a:gd name="connsiteX646" fmla="*/ 1006812 w 7467600"/>
              <a:gd name="connsiteY646" fmla="*/ 1767683 h 6858000"/>
              <a:gd name="connsiteX647" fmla="*/ 1149133 w 7467600"/>
              <a:gd name="connsiteY647" fmla="*/ 1971513 h 6858000"/>
              <a:gd name="connsiteX648" fmla="*/ 1333952 w 7467600"/>
              <a:gd name="connsiteY648" fmla="*/ 2251620 h 6858000"/>
              <a:gd name="connsiteX649" fmla="*/ 1337329 w 7467600"/>
              <a:gd name="connsiteY649" fmla="*/ 2258350 h 6858000"/>
              <a:gd name="connsiteX650" fmla="*/ 1014726 w 7467600"/>
              <a:gd name="connsiteY650" fmla="*/ 1615556 h 6858000"/>
              <a:gd name="connsiteX651" fmla="*/ 678222 w 7467600"/>
              <a:gd name="connsiteY651" fmla="*/ 1248670 h 6858000"/>
              <a:gd name="connsiteX652" fmla="*/ 6691602 w 7467600"/>
              <a:gd name="connsiteY652" fmla="*/ 1140573 h 6858000"/>
              <a:gd name="connsiteX653" fmla="*/ 6571100 w 7467600"/>
              <a:gd name="connsiteY653" fmla="*/ 1183662 h 6858000"/>
              <a:gd name="connsiteX654" fmla="*/ 6241687 w 7467600"/>
              <a:gd name="connsiteY654" fmla="*/ 1257600 h 6858000"/>
              <a:gd name="connsiteX655" fmla="*/ 5693009 w 7467600"/>
              <a:gd name="connsiteY655" fmla="*/ 1478256 h 6858000"/>
              <a:gd name="connsiteX656" fmla="*/ 6548420 w 7467600"/>
              <a:gd name="connsiteY656" fmla="*/ 1214599 h 6858000"/>
              <a:gd name="connsiteX657" fmla="*/ 6605473 w 7467600"/>
              <a:gd name="connsiteY657" fmla="*/ 1184686 h 6858000"/>
              <a:gd name="connsiteX658" fmla="*/ 6691602 w 7467600"/>
              <a:gd name="connsiteY658" fmla="*/ 1140573 h 6858000"/>
              <a:gd name="connsiteX659" fmla="*/ 4002475 w 7467600"/>
              <a:gd name="connsiteY659" fmla="*/ 1037802 h 6858000"/>
              <a:gd name="connsiteX660" fmla="*/ 4000324 w 7467600"/>
              <a:gd name="connsiteY660" fmla="*/ 1039362 h 6858000"/>
              <a:gd name="connsiteX661" fmla="*/ 4002862 w 7467600"/>
              <a:gd name="connsiteY661" fmla="*/ 1042866 h 6858000"/>
              <a:gd name="connsiteX662" fmla="*/ 4002475 w 7467600"/>
              <a:gd name="connsiteY662" fmla="*/ 1037802 h 6858000"/>
              <a:gd name="connsiteX663" fmla="*/ 506322 w 7467600"/>
              <a:gd name="connsiteY663" fmla="*/ 1020997 h 6858000"/>
              <a:gd name="connsiteX664" fmla="*/ 533068 w 7467600"/>
              <a:gd name="connsiteY664" fmla="*/ 1029409 h 6858000"/>
              <a:gd name="connsiteX665" fmla="*/ 1232525 w 7467600"/>
              <a:gd name="connsiteY665" fmla="*/ 1804675 h 6858000"/>
              <a:gd name="connsiteX666" fmla="*/ 1388858 w 7467600"/>
              <a:gd name="connsiteY666" fmla="*/ 2368011 h 6858000"/>
              <a:gd name="connsiteX667" fmla="*/ 1384098 w 7467600"/>
              <a:gd name="connsiteY667" fmla="*/ 2378125 h 6858000"/>
              <a:gd name="connsiteX668" fmla="*/ 1425393 w 7467600"/>
              <a:gd name="connsiteY668" fmla="*/ 2589124 h 6858000"/>
              <a:gd name="connsiteX669" fmla="*/ 1424001 w 7467600"/>
              <a:gd name="connsiteY669" fmla="*/ 2597541 h 6858000"/>
              <a:gd name="connsiteX670" fmla="*/ 2152729 w 7467600"/>
              <a:gd name="connsiteY670" fmla="*/ 2864487 h 6858000"/>
              <a:gd name="connsiteX671" fmla="*/ 2020609 w 7467600"/>
              <a:gd name="connsiteY671" fmla="*/ 2539671 h 6858000"/>
              <a:gd name="connsiteX672" fmla="*/ 2018920 w 7467600"/>
              <a:gd name="connsiteY672" fmla="*/ 2536309 h 6858000"/>
              <a:gd name="connsiteX673" fmla="*/ 1342441 w 7467600"/>
              <a:gd name="connsiteY673" fmla="*/ 1173017 h 6858000"/>
              <a:gd name="connsiteX674" fmla="*/ 1367925 w 7467600"/>
              <a:gd name="connsiteY674" fmla="*/ 1135648 h 6858000"/>
              <a:gd name="connsiteX675" fmla="*/ 1771401 w 7467600"/>
              <a:gd name="connsiteY675" fmla="*/ 1806673 h 6858000"/>
              <a:gd name="connsiteX676" fmla="*/ 1972385 w 7467600"/>
              <a:gd name="connsiteY676" fmla="*/ 2198735 h 6858000"/>
              <a:gd name="connsiteX677" fmla="*/ 2040892 w 7467600"/>
              <a:gd name="connsiteY677" fmla="*/ 2405205 h 6858000"/>
              <a:gd name="connsiteX678" fmla="*/ 2131689 w 7467600"/>
              <a:gd name="connsiteY678" fmla="*/ 1936926 h 6858000"/>
              <a:gd name="connsiteX679" fmla="*/ 2454820 w 7467600"/>
              <a:gd name="connsiteY679" fmla="*/ 1248808 h 6858000"/>
              <a:gd name="connsiteX680" fmla="*/ 2492512 w 7467600"/>
              <a:gd name="connsiteY680" fmla="*/ 1302920 h 6858000"/>
              <a:gd name="connsiteX681" fmla="*/ 2081216 w 7467600"/>
              <a:gd name="connsiteY681" fmla="*/ 2527513 h 6858000"/>
              <a:gd name="connsiteX682" fmla="*/ 2081211 w 7467600"/>
              <a:gd name="connsiteY682" fmla="*/ 2528916 h 6858000"/>
              <a:gd name="connsiteX683" fmla="*/ 2199067 w 7467600"/>
              <a:gd name="connsiteY683" fmla="*/ 2884061 h 6858000"/>
              <a:gd name="connsiteX684" fmla="*/ 3192586 w 7467600"/>
              <a:gd name="connsiteY684" fmla="*/ 3411496 h 6858000"/>
              <a:gd name="connsiteX685" fmla="*/ 3182620 w 7467600"/>
              <a:gd name="connsiteY685" fmla="*/ 3483279 h 6858000"/>
              <a:gd name="connsiteX686" fmla="*/ 2435119 w 7467600"/>
              <a:gd name="connsiteY686" fmla="*/ 3080173 h 6858000"/>
              <a:gd name="connsiteX687" fmla="*/ 2410152 w 7467600"/>
              <a:gd name="connsiteY687" fmla="*/ 3063751 h 6858000"/>
              <a:gd name="connsiteX688" fmla="*/ 2408099 w 7467600"/>
              <a:gd name="connsiteY688" fmla="*/ 3064403 h 6858000"/>
              <a:gd name="connsiteX689" fmla="*/ 2407218 w 7467600"/>
              <a:gd name="connsiteY689" fmla="*/ 3070324 h 6858000"/>
              <a:gd name="connsiteX690" fmla="*/ 2380138 w 7467600"/>
              <a:gd name="connsiteY690" fmla="*/ 3099341 h 6858000"/>
              <a:gd name="connsiteX691" fmla="*/ 1765923 w 7467600"/>
              <a:gd name="connsiteY691" fmla="*/ 3581043 h 6858000"/>
              <a:gd name="connsiteX692" fmla="*/ 1702258 w 7467600"/>
              <a:gd name="connsiteY692" fmla="*/ 3612286 h 6858000"/>
              <a:gd name="connsiteX693" fmla="*/ 1538370 w 7467600"/>
              <a:gd name="connsiteY693" fmla="*/ 3811804 h 6858000"/>
              <a:gd name="connsiteX694" fmla="*/ 542867 w 7467600"/>
              <a:gd name="connsiteY694" fmla="*/ 4944092 h 6858000"/>
              <a:gd name="connsiteX695" fmla="*/ 515800 w 7467600"/>
              <a:gd name="connsiteY695" fmla="*/ 4862180 h 6858000"/>
              <a:gd name="connsiteX696" fmla="*/ 909145 w 7467600"/>
              <a:gd name="connsiteY696" fmla="*/ 4199225 h 6858000"/>
              <a:gd name="connsiteX697" fmla="*/ 1214067 w 7467600"/>
              <a:gd name="connsiteY697" fmla="*/ 3908561 h 6858000"/>
              <a:gd name="connsiteX698" fmla="*/ 640967 w 7467600"/>
              <a:gd name="connsiteY698" fmla="*/ 4105601 h 6858000"/>
              <a:gd name="connsiteX699" fmla="*/ 112563 w 7467600"/>
              <a:gd name="connsiteY699" fmla="*/ 4396952 h 6858000"/>
              <a:gd name="connsiteX700" fmla="*/ 0 w 7467600"/>
              <a:gd name="connsiteY700" fmla="*/ 4466006 h 6858000"/>
              <a:gd name="connsiteX701" fmla="*/ 0 w 7467600"/>
              <a:gd name="connsiteY701" fmla="*/ 4233763 h 6858000"/>
              <a:gd name="connsiteX702" fmla="*/ 36881 w 7467600"/>
              <a:gd name="connsiteY702" fmla="*/ 4200118 h 6858000"/>
              <a:gd name="connsiteX703" fmla="*/ 910534 w 7467600"/>
              <a:gd name="connsiteY703" fmla="*/ 3629753 h 6858000"/>
              <a:gd name="connsiteX704" fmla="*/ 1578717 w 7467600"/>
              <a:gd name="connsiteY704" fmla="*/ 3575982 h 6858000"/>
              <a:gd name="connsiteX705" fmla="*/ 2338780 w 7467600"/>
              <a:gd name="connsiteY705" fmla="*/ 3033725 h 6858000"/>
              <a:gd name="connsiteX706" fmla="*/ 1807991 w 7467600"/>
              <a:gd name="connsiteY706" fmla="*/ 2807184 h 6858000"/>
              <a:gd name="connsiteX707" fmla="*/ 1416358 w 7467600"/>
              <a:gd name="connsiteY707" fmla="*/ 3112571 h 6858000"/>
              <a:gd name="connsiteX708" fmla="*/ 939066 w 7467600"/>
              <a:gd name="connsiteY708" fmla="*/ 3378798 h 6858000"/>
              <a:gd name="connsiteX709" fmla="*/ 115099 w 7467600"/>
              <a:gd name="connsiteY709" fmla="*/ 3607650 h 6858000"/>
              <a:gd name="connsiteX710" fmla="*/ 97284 w 7467600"/>
              <a:gd name="connsiteY710" fmla="*/ 3520393 h 6858000"/>
              <a:gd name="connsiteX711" fmla="*/ 922050 w 7467600"/>
              <a:gd name="connsiteY711" fmla="*/ 3074867 h 6858000"/>
              <a:gd name="connsiteX712" fmla="*/ 1405265 w 7467600"/>
              <a:gd name="connsiteY712" fmla="*/ 3016319 h 6858000"/>
              <a:gd name="connsiteX713" fmla="*/ 1407512 w 7467600"/>
              <a:gd name="connsiteY713" fmla="*/ 3018001 h 6858000"/>
              <a:gd name="connsiteX714" fmla="*/ 1726266 w 7467600"/>
              <a:gd name="connsiteY714" fmla="*/ 2777274 h 6858000"/>
              <a:gd name="connsiteX715" fmla="*/ 625390 w 7467600"/>
              <a:gd name="connsiteY715" fmla="*/ 2514541 h 6858000"/>
              <a:gd name="connsiteX716" fmla="*/ 619799 w 7467600"/>
              <a:gd name="connsiteY716" fmla="*/ 2527180 h 6858000"/>
              <a:gd name="connsiteX717" fmla="*/ 310030 w 7467600"/>
              <a:gd name="connsiteY717" fmla="*/ 2771818 h 6858000"/>
              <a:gd name="connsiteX718" fmla="*/ 173877 w 7467600"/>
              <a:gd name="connsiteY718" fmla="*/ 2937056 h 6858000"/>
              <a:gd name="connsiteX719" fmla="*/ 77889 w 7467600"/>
              <a:gd name="connsiteY719" fmla="*/ 3138440 h 6858000"/>
              <a:gd name="connsiteX720" fmla="*/ 0 w 7467600"/>
              <a:gd name="connsiteY720" fmla="*/ 3271395 h 6858000"/>
              <a:gd name="connsiteX721" fmla="*/ 0 w 7467600"/>
              <a:gd name="connsiteY721" fmla="*/ 3153002 h 6858000"/>
              <a:gd name="connsiteX722" fmla="*/ 2386 w 7467600"/>
              <a:gd name="connsiteY722" fmla="*/ 3149203 h 6858000"/>
              <a:gd name="connsiteX723" fmla="*/ 89753 w 7467600"/>
              <a:gd name="connsiteY723" fmla="*/ 2987702 h 6858000"/>
              <a:gd name="connsiteX724" fmla="*/ 76869 w 7467600"/>
              <a:gd name="connsiteY724" fmla="*/ 3005404 h 6858000"/>
              <a:gd name="connsiteX725" fmla="*/ 32049 w 7467600"/>
              <a:gd name="connsiteY725" fmla="*/ 3065814 h 6858000"/>
              <a:gd name="connsiteX726" fmla="*/ 0 w 7467600"/>
              <a:gd name="connsiteY726" fmla="*/ 3108744 h 6858000"/>
              <a:gd name="connsiteX727" fmla="*/ 0 w 7467600"/>
              <a:gd name="connsiteY727" fmla="*/ 3058059 h 6858000"/>
              <a:gd name="connsiteX728" fmla="*/ 7610 w 7467600"/>
              <a:gd name="connsiteY728" fmla="*/ 3047889 h 6858000"/>
              <a:gd name="connsiteX729" fmla="*/ 52419 w 7467600"/>
              <a:gd name="connsiteY729" fmla="*/ 2987479 h 6858000"/>
              <a:gd name="connsiteX730" fmla="*/ 59142 w 7467600"/>
              <a:gd name="connsiteY730" fmla="*/ 2978488 h 6858000"/>
              <a:gd name="connsiteX731" fmla="*/ 0 w 7467600"/>
              <a:gd name="connsiteY731" fmla="*/ 3015334 h 6858000"/>
              <a:gd name="connsiteX732" fmla="*/ 0 w 7467600"/>
              <a:gd name="connsiteY732" fmla="*/ 2914286 h 6858000"/>
              <a:gd name="connsiteX733" fmla="*/ 36383 w 7467600"/>
              <a:gd name="connsiteY733" fmla="*/ 2901128 h 6858000"/>
              <a:gd name="connsiteX734" fmla="*/ 156329 w 7467600"/>
              <a:gd name="connsiteY734" fmla="*/ 2840533 h 6858000"/>
              <a:gd name="connsiteX735" fmla="*/ 358355 w 7467600"/>
              <a:gd name="connsiteY735" fmla="*/ 2620471 h 6858000"/>
              <a:gd name="connsiteX736" fmla="*/ 510577 w 7467600"/>
              <a:gd name="connsiteY736" fmla="*/ 2501244 h 6858000"/>
              <a:gd name="connsiteX737" fmla="*/ 211967 w 7467600"/>
              <a:gd name="connsiteY737" fmla="*/ 2479171 h 6858000"/>
              <a:gd name="connsiteX738" fmla="*/ 0 w 7467600"/>
              <a:gd name="connsiteY738" fmla="*/ 2476398 h 6858000"/>
              <a:gd name="connsiteX739" fmla="*/ 0 w 7467600"/>
              <a:gd name="connsiteY739" fmla="*/ 2389189 h 6858000"/>
              <a:gd name="connsiteX740" fmla="*/ 103062 w 7467600"/>
              <a:gd name="connsiteY740" fmla="*/ 2389518 h 6858000"/>
              <a:gd name="connsiteX741" fmla="*/ 510734 w 7467600"/>
              <a:gd name="connsiteY741" fmla="*/ 2416201 h 6858000"/>
              <a:gd name="connsiteX742" fmla="*/ 279257 w 7467600"/>
              <a:gd name="connsiteY742" fmla="*/ 2092102 h 6858000"/>
              <a:gd name="connsiteX743" fmla="*/ 65265 w 7467600"/>
              <a:gd name="connsiteY743" fmla="*/ 2006049 h 6858000"/>
              <a:gd name="connsiteX744" fmla="*/ 0 w 7467600"/>
              <a:gd name="connsiteY744" fmla="*/ 1982532 h 6858000"/>
              <a:gd name="connsiteX745" fmla="*/ 0 w 7467600"/>
              <a:gd name="connsiteY745" fmla="*/ 1912789 h 6858000"/>
              <a:gd name="connsiteX746" fmla="*/ 97460 w 7467600"/>
              <a:gd name="connsiteY746" fmla="*/ 1953725 h 6858000"/>
              <a:gd name="connsiteX747" fmla="*/ 221272 w 7467600"/>
              <a:gd name="connsiteY747" fmla="*/ 1980766 h 6858000"/>
              <a:gd name="connsiteX748" fmla="*/ 116765 w 7467600"/>
              <a:gd name="connsiteY748" fmla="*/ 1911033 h 6858000"/>
              <a:gd name="connsiteX749" fmla="*/ 16405 w 7467600"/>
              <a:gd name="connsiteY749" fmla="*/ 1803412 h 6858000"/>
              <a:gd name="connsiteX750" fmla="*/ 0 w 7467600"/>
              <a:gd name="connsiteY750" fmla="*/ 1784777 h 6858000"/>
              <a:gd name="connsiteX751" fmla="*/ 0 w 7467600"/>
              <a:gd name="connsiteY751" fmla="*/ 1740082 h 6858000"/>
              <a:gd name="connsiteX752" fmla="*/ 39394 w 7467600"/>
              <a:gd name="connsiteY752" fmla="*/ 1784856 h 6858000"/>
              <a:gd name="connsiteX753" fmla="*/ 135813 w 7467600"/>
              <a:gd name="connsiteY753" fmla="*/ 1888838 h 6858000"/>
              <a:gd name="connsiteX754" fmla="*/ 242575 w 7467600"/>
              <a:gd name="connsiteY754" fmla="*/ 1958841 h 6858000"/>
              <a:gd name="connsiteX755" fmla="*/ 82197 w 7467600"/>
              <a:gd name="connsiteY755" fmla="*/ 1754826 h 6858000"/>
              <a:gd name="connsiteX756" fmla="*/ 0 w 7467600"/>
              <a:gd name="connsiteY756" fmla="*/ 1679650 h 6858000"/>
              <a:gd name="connsiteX757" fmla="*/ 0 w 7467600"/>
              <a:gd name="connsiteY757" fmla="*/ 1602463 h 6858000"/>
              <a:gd name="connsiteX758" fmla="*/ 84689 w 7467600"/>
              <a:gd name="connsiteY758" fmla="*/ 1677442 h 6858000"/>
              <a:gd name="connsiteX759" fmla="*/ 298437 w 7467600"/>
              <a:gd name="connsiteY759" fmla="*/ 1968019 h 6858000"/>
              <a:gd name="connsiteX760" fmla="*/ 227269 w 7467600"/>
              <a:gd name="connsiteY760" fmla="*/ 1114064 h 6858000"/>
              <a:gd name="connsiteX761" fmla="*/ 248003 w 7467600"/>
              <a:gd name="connsiteY761" fmla="*/ 1089613 h 6858000"/>
              <a:gd name="connsiteX762" fmla="*/ 427020 w 7467600"/>
              <a:gd name="connsiteY762" fmla="*/ 1619803 h 6858000"/>
              <a:gd name="connsiteX763" fmla="*/ 340345 w 7467600"/>
              <a:gd name="connsiteY763" fmla="*/ 2027739 h 6858000"/>
              <a:gd name="connsiteX764" fmla="*/ 360865 w 7467600"/>
              <a:gd name="connsiteY764" fmla="*/ 2044827 h 6858000"/>
              <a:gd name="connsiteX765" fmla="*/ 560414 w 7467600"/>
              <a:gd name="connsiteY765" fmla="*/ 2421457 h 6858000"/>
              <a:gd name="connsiteX766" fmla="*/ 1359703 w 7467600"/>
              <a:gd name="connsiteY766" fmla="*/ 2578554 h 6858000"/>
              <a:gd name="connsiteX767" fmla="*/ 1359422 w 7467600"/>
              <a:gd name="connsiteY767" fmla="*/ 2577994 h 6858000"/>
              <a:gd name="connsiteX768" fmla="*/ 828701 w 7467600"/>
              <a:gd name="connsiteY768" fmla="*/ 1839520 h 6858000"/>
              <a:gd name="connsiteX769" fmla="*/ 494427 w 7467600"/>
              <a:gd name="connsiteY769" fmla="*/ 1092333 h 6858000"/>
              <a:gd name="connsiteX770" fmla="*/ 506322 w 7467600"/>
              <a:gd name="connsiteY770" fmla="*/ 1020997 h 6858000"/>
              <a:gd name="connsiteX771" fmla="*/ 4570198 w 7467600"/>
              <a:gd name="connsiteY771" fmla="*/ 978081 h 6858000"/>
              <a:gd name="connsiteX772" fmla="*/ 4523691 w 7467600"/>
              <a:gd name="connsiteY772" fmla="*/ 1127776 h 6858000"/>
              <a:gd name="connsiteX773" fmla="*/ 4509875 w 7467600"/>
              <a:gd name="connsiteY773" fmla="*/ 1167552 h 6858000"/>
              <a:gd name="connsiteX774" fmla="*/ 4478168 w 7467600"/>
              <a:gd name="connsiteY774" fmla="*/ 1260735 h 6858000"/>
              <a:gd name="connsiteX775" fmla="*/ 4409309 w 7467600"/>
              <a:gd name="connsiteY775" fmla="*/ 1666996 h 6858000"/>
              <a:gd name="connsiteX776" fmla="*/ 4370031 w 7467600"/>
              <a:gd name="connsiteY776" fmla="*/ 1955666 h 6858000"/>
              <a:gd name="connsiteX777" fmla="*/ 4570198 w 7467600"/>
              <a:gd name="connsiteY777" fmla="*/ 978081 h 6858000"/>
              <a:gd name="connsiteX778" fmla="*/ 4557898 w 7467600"/>
              <a:gd name="connsiteY778" fmla="*/ 900011 h 6858000"/>
              <a:gd name="connsiteX779" fmla="*/ 4344840 w 7467600"/>
              <a:gd name="connsiteY779" fmla="*/ 1922038 h 6858000"/>
              <a:gd name="connsiteX780" fmla="*/ 4378710 w 7467600"/>
              <a:gd name="connsiteY780" fmla="*/ 1665516 h 6858000"/>
              <a:gd name="connsiteX781" fmla="*/ 4448798 w 7467600"/>
              <a:gd name="connsiteY781" fmla="*/ 1253024 h 6858000"/>
              <a:gd name="connsiteX782" fmla="*/ 4480315 w 7467600"/>
              <a:gd name="connsiteY782" fmla="*/ 1158454 h 6858000"/>
              <a:gd name="connsiteX783" fmla="*/ 4494133 w 7467600"/>
              <a:gd name="connsiteY783" fmla="*/ 1118676 h 6858000"/>
              <a:gd name="connsiteX784" fmla="*/ 4557898 w 7467600"/>
              <a:gd name="connsiteY784" fmla="*/ 900011 h 6858000"/>
              <a:gd name="connsiteX785" fmla="*/ 5870151 w 7467600"/>
              <a:gd name="connsiteY785" fmla="*/ 898890 h 6858000"/>
              <a:gd name="connsiteX786" fmla="*/ 5861335 w 7467600"/>
              <a:gd name="connsiteY786" fmla="*/ 899177 h 6858000"/>
              <a:gd name="connsiteX787" fmla="*/ 5843702 w 7467600"/>
              <a:gd name="connsiteY787" fmla="*/ 899748 h 6858000"/>
              <a:gd name="connsiteX788" fmla="*/ 5651107 w 7467600"/>
              <a:gd name="connsiteY788" fmla="*/ 920306 h 6858000"/>
              <a:gd name="connsiteX789" fmla="*/ 5459407 w 7467600"/>
              <a:gd name="connsiteY789" fmla="*/ 940975 h 6858000"/>
              <a:gd name="connsiteX790" fmla="*/ 5374846 w 7467600"/>
              <a:gd name="connsiteY790" fmla="*/ 941988 h 6858000"/>
              <a:gd name="connsiteX791" fmla="*/ 5256105 w 7467600"/>
              <a:gd name="connsiteY791" fmla="*/ 945632 h 6858000"/>
              <a:gd name="connsiteX792" fmla="*/ 5107071 w 7467600"/>
              <a:gd name="connsiteY792" fmla="*/ 969720 h 6858000"/>
              <a:gd name="connsiteX793" fmla="*/ 4998681 w 7467600"/>
              <a:gd name="connsiteY793" fmla="*/ 988771 h 6858000"/>
              <a:gd name="connsiteX794" fmla="*/ 5870151 w 7467600"/>
              <a:gd name="connsiteY794" fmla="*/ 898890 h 6858000"/>
              <a:gd name="connsiteX795" fmla="*/ 5504425 w 7467600"/>
              <a:gd name="connsiteY795" fmla="*/ 848067 h 6858000"/>
              <a:gd name="connsiteX796" fmla="*/ 4968849 w 7467600"/>
              <a:gd name="connsiteY796" fmla="*/ 962318 h 6858000"/>
              <a:gd name="connsiteX797" fmla="*/ 5104039 w 7467600"/>
              <a:gd name="connsiteY797" fmla="*/ 940634 h 6858000"/>
              <a:gd name="connsiteX798" fmla="*/ 5256311 w 7467600"/>
              <a:gd name="connsiteY798" fmla="*/ 916490 h 6858000"/>
              <a:gd name="connsiteX799" fmla="*/ 5377381 w 7467600"/>
              <a:gd name="connsiteY799" fmla="*/ 912671 h 6858000"/>
              <a:gd name="connsiteX800" fmla="*/ 5460148 w 7467600"/>
              <a:gd name="connsiteY800" fmla="*/ 911442 h 6858000"/>
              <a:gd name="connsiteX801" fmla="*/ 5648971 w 7467600"/>
              <a:gd name="connsiteY801" fmla="*/ 891331 h 6858000"/>
              <a:gd name="connsiteX802" fmla="*/ 5844807 w 7467600"/>
              <a:gd name="connsiteY802" fmla="*/ 870718 h 6858000"/>
              <a:gd name="connsiteX803" fmla="*/ 5862975 w 7467600"/>
              <a:gd name="connsiteY803" fmla="*/ 869756 h 6858000"/>
              <a:gd name="connsiteX804" fmla="*/ 5920887 w 7467600"/>
              <a:gd name="connsiteY804" fmla="*/ 865929 h 6858000"/>
              <a:gd name="connsiteX805" fmla="*/ 5504425 w 7467600"/>
              <a:gd name="connsiteY805" fmla="*/ 848067 h 6858000"/>
              <a:gd name="connsiteX806" fmla="*/ 3607114 w 7467600"/>
              <a:gd name="connsiteY806" fmla="*/ 467441 h 6858000"/>
              <a:gd name="connsiteX807" fmla="*/ 3296242 w 7467600"/>
              <a:gd name="connsiteY807" fmla="*/ 807991 h 6858000"/>
              <a:gd name="connsiteX808" fmla="*/ 3174674 w 7467600"/>
              <a:gd name="connsiteY808" fmla="*/ 919759 h 6858000"/>
              <a:gd name="connsiteX809" fmla="*/ 3042978 w 7467600"/>
              <a:gd name="connsiteY809" fmla="*/ 1054894 h 6858000"/>
              <a:gd name="connsiteX810" fmla="*/ 2968914 w 7467600"/>
              <a:gd name="connsiteY810" fmla="*/ 1133756 h 6858000"/>
              <a:gd name="connsiteX811" fmla="*/ 3103823 w 7467600"/>
              <a:gd name="connsiteY811" fmla="*/ 1026814 h 6858000"/>
              <a:gd name="connsiteX812" fmla="*/ 3607114 w 7467600"/>
              <a:gd name="connsiteY812" fmla="*/ 467441 h 6858000"/>
              <a:gd name="connsiteX813" fmla="*/ 3744487 w 7467600"/>
              <a:gd name="connsiteY813" fmla="*/ 383136 h 6858000"/>
              <a:gd name="connsiteX814" fmla="*/ 3970213 w 7467600"/>
              <a:gd name="connsiteY814" fmla="*/ 995559 h 6858000"/>
              <a:gd name="connsiteX815" fmla="*/ 3744487 w 7467600"/>
              <a:gd name="connsiteY815" fmla="*/ 383136 h 6858000"/>
              <a:gd name="connsiteX816" fmla="*/ 3624562 w 7467600"/>
              <a:gd name="connsiteY816" fmla="*/ 367041 h 6858000"/>
              <a:gd name="connsiteX817" fmla="*/ 3489712 w 7467600"/>
              <a:gd name="connsiteY817" fmla="*/ 485386 h 6858000"/>
              <a:gd name="connsiteX818" fmla="*/ 3182994 w 7467600"/>
              <a:gd name="connsiteY818" fmla="*/ 828265 h 6858000"/>
              <a:gd name="connsiteX819" fmla="*/ 2892114 w 7467600"/>
              <a:gd name="connsiteY819" fmla="*/ 1172635 h 6858000"/>
              <a:gd name="connsiteX820" fmla="*/ 3021459 w 7467600"/>
              <a:gd name="connsiteY820" fmla="*/ 1035385 h 6858000"/>
              <a:gd name="connsiteX821" fmla="*/ 3153873 w 7467600"/>
              <a:gd name="connsiteY821" fmla="*/ 898971 h 6858000"/>
              <a:gd name="connsiteX822" fmla="*/ 3276511 w 7467600"/>
              <a:gd name="connsiteY822" fmla="*/ 786423 h 6858000"/>
              <a:gd name="connsiteX823" fmla="*/ 3584154 w 7467600"/>
              <a:gd name="connsiteY823" fmla="*/ 448218 h 6858000"/>
              <a:gd name="connsiteX824" fmla="*/ 3624562 w 7467600"/>
              <a:gd name="connsiteY824" fmla="*/ 367041 h 6858000"/>
              <a:gd name="connsiteX825" fmla="*/ 3766672 w 7467600"/>
              <a:gd name="connsiteY825" fmla="*/ 359429 h 6858000"/>
              <a:gd name="connsiteX826" fmla="*/ 3996338 w 7467600"/>
              <a:gd name="connsiteY826" fmla="*/ 968237 h 6858000"/>
              <a:gd name="connsiteX827" fmla="*/ 3766672 w 7467600"/>
              <a:gd name="connsiteY827" fmla="*/ 359429 h 6858000"/>
              <a:gd name="connsiteX828" fmla="*/ 5805386 w 7467600"/>
              <a:gd name="connsiteY828" fmla="*/ 239240 h 6858000"/>
              <a:gd name="connsiteX829" fmla="*/ 5736947 w 7467600"/>
              <a:gd name="connsiteY829" fmla="*/ 261367 h 6858000"/>
              <a:gd name="connsiteX830" fmla="*/ 5427012 w 7467600"/>
              <a:gd name="connsiteY830" fmla="*/ 311272 h 6858000"/>
              <a:gd name="connsiteX831" fmla="*/ 5147818 w 7467600"/>
              <a:gd name="connsiteY831" fmla="*/ 322112 h 6858000"/>
              <a:gd name="connsiteX832" fmla="*/ 5060854 w 7467600"/>
              <a:gd name="connsiteY832" fmla="*/ 311882 h 6858000"/>
              <a:gd name="connsiteX833" fmla="*/ 4945989 w 7467600"/>
              <a:gd name="connsiteY833" fmla="*/ 300516 h 6858000"/>
              <a:gd name="connsiteX834" fmla="*/ 5410479 w 7467600"/>
              <a:gd name="connsiteY834" fmla="*/ 348434 h 6858000"/>
              <a:gd name="connsiteX835" fmla="*/ 5805386 w 7467600"/>
              <a:gd name="connsiteY835" fmla="*/ 239240 h 6858000"/>
              <a:gd name="connsiteX836" fmla="*/ 5905192 w 7467600"/>
              <a:gd name="connsiteY836" fmla="*/ 163079 h 6858000"/>
              <a:gd name="connsiteX837" fmla="*/ 5865655 w 7467600"/>
              <a:gd name="connsiteY837" fmla="*/ 171901 h 6858000"/>
              <a:gd name="connsiteX838" fmla="*/ 5259740 w 7467600"/>
              <a:gd name="connsiteY838" fmla="*/ 257013 h 6858000"/>
              <a:gd name="connsiteX839" fmla="*/ 5208466 w 7467600"/>
              <a:gd name="connsiteY839" fmla="*/ 257550 h 6858000"/>
              <a:gd name="connsiteX840" fmla="*/ 4980204 w 7467600"/>
              <a:gd name="connsiteY840" fmla="*/ 271903 h 6858000"/>
              <a:gd name="connsiteX841" fmla="*/ 5068068 w 7467600"/>
              <a:gd name="connsiteY841" fmla="*/ 282244 h 6858000"/>
              <a:gd name="connsiteX842" fmla="*/ 5153231 w 7467600"/>
              <a:gd name="connsiteY842" fmla="*/ 292240 h 6858000"/>
              <a:gd name="connsiteX843" fmla="*/ 5426491 w 7467600"/>
              <a:gd name="connsiteY843" fmla="*/ 281128 h 6858000"/>
              <a:gd name="connsiteX844" fmla="*/ 5731212 w 7467600"/>
              <a:gd name="connsiteY844" fmla="*/ 231951 h 6858000"/>
              <a:gd name="connsiteX845" fmla="*/ 5905192 w 7467600"/>
              <a:gd name="connsiteY845" fmla="*/ 163079 h 6858000"/>
              <a:gd name="connsiteX846" fmla="*/ 5944437 w 7467600"/>
              <a:gd name="connsiteY846" fmla="*/ 113829 h 6858000"/>
              <a:gd name="connsiteX847" fmla="*/ 5825032 w 7467600"/>
              <a:gd name="connsiteY847" fmla="*/ 146405 h 6858000"/>
              <a:gd name="connsiteX848" fmla="*/ 4955599 w 7467600"/>
              <a:gd name="connsiteY848" fmla="*/ 247008 h 6858000"/>
              <a:gd name="connsiteX849" fmla="*/ 5210104 w 7467600"/>
              <a:gd name="connsiteY849" fmla="*/ 228123 h 6858000"/>
              <a:gd name="connsiteX850" fmla="*/ 5261015 w 7467600"/>
              <a:gd name="connsiteY850" fmla="*/ 227087 h 6858000"/>
              <a:gd name="connsiteX851" fmla="*/ 5861181 w 7467600"/>
              <a:gd name="connsiteY851" fmla="*/ 143093 h 6858000"/>
              <a:gd name="connsiteX852" fmla="*/ 5961252 w 7467600"/>
              <a:gd name="connsiteY852" fmla="*/ 114820 h 6858000"/>
              <a:gd name="connsiteX853" fmla="*/ 5944437 w 7467600"/>
              <a:gd name="connsiteY853" fmla="*/ 113829 h 6858000"/>
              <a:gd name="connsiteX854" fmla="*/ 3882765 w 7467600"/>
              <a:gd name="connsiteY854" fmla="*/ 0 h 6858000"/>
              <a:gd name="connsiteX855" fmla="*/ 3995099 w 7467600"/>
              <a:gd name="connsiteY855" fmla="*/ 0 h 6858000"/>
              <a:gd name="connsiteX856" fmla="*/ 4163818 w 7467600"/>
              <a:gd name="connsiteY856" fmla="*/ 234104 h 6858000"/>
              <a:gd name="connsiteX857" fmla="*/ 4172099 w 7467600"/>
              <a:gd name="connsiteY857" fmla="*/ 234207 h 6858000"/>
              <a:gd name="connsiteX858" fmla="*/ 4784282 w 7467600"/>
              <a:gd name="connsiteY858" fmla="*/ 276561 h 6858000"/>
              <a:gd name="connsiteX859" fmla="*/ 4801687 w 7467600"/>
              <a:gd name="connsiteY859" fmla="*/ 267764 h 6858000"/>
              <a:gd name="connsiteX860" fmla="*/ 6082788 w 7467600"/>
              <a:gd name="connsiteY860" fmla="*/ 64119 h 6858000"/>
              <a:gd name="connsiteX861" fmla="*/ 6099442 w 7467600"/>
              <a:gd name="connsiteY861" fmla="*/ 82568 h 6858000"/>
              <a:gd name="connsiteX862" fmla="*/ 4804137 w 7467600"/>
              <a:gd name="connsiteY862" fmla="*/ 320931 h 6858000"/>
              <a:gd name="connsiteX863" fmla="*/ 4227047 w 7467600"/>
              <a:gd name="connsiteY863" fmla="*/ 313415 h 6858000"/>
              <a:gd name="connsiteX864" fmla="*/ 4346041 w 7467600"/>
              <a:gd name="connsiteY864" fmla="*/ 456086 h 6858000"/>
              <a:gd name="connsiteX865" fmla="*/ 4870967 w 7467600"/>
              <a:gd name="connsiteY865" fmla="*/ 963061 h 6858000"/>
              <a:gd name="connsiteX866" fmla="*/ 4889647 w 7467600"/>
              <a:gd name="connsiteY866" fmla="*/ 957147 h 6858000"/>
              <a:gd name="connsiteX867" fmla="*/ 5422504 w 7467600"/>
              <a:gd name="connsiteY867" fmla="*/ 805191 h 6858000"/>
              <a:gd name="connsiteX868" fmla="*/ 6087656 w 7467600"/>
              <a:gd name="connsiteY868" fmla="*/ 826703 h 6858000"/>
              <a:gd name="connsiteX869" fmla="*/ 6058717 w 7467600"/>
              <a:gd name="connsiteY869" fmla="*/ 865992 h 6858000"/>
              <a:gd name="connsiteX870" fmla="*/ 4974153 w 7467600"/>
              <a:gd name="connsiteY870" fmla="*/ 1045456 h 6858000"/>
              <a:gd name="connsiteX871" fmla="*/ 5627835 w 7467600"/>
              <a:gd name="connsiteY871" fmla="*/ 1472077 h 6858000"/>
              <a:gd name="connsiteX872" fmla="*/ 5629817 w 7467600"/>
              <a:gd name="connsiteY872" fmla="*/ 1471412 h 6858000"/>
              <a:gd name="connsiteX873" fmla="*/ 5634124 w 7467600"/>
              <a:gd name="connsiteY873" fmla="*/ 1470572 h 6858000"/>
              <a:gd name="connsiteX874" fmla="*/ 5755832 w 7467600"/>
              <a:gd name="connsiteY874" fmla="*/ 1383886 h 6858000"/>
              <a:gd name="connsiteX875" fmla="*/ 6014186 w 7467600"/>
              <a:gd name="connsiteY875" fmla="*/ 1279799 h 6858000"/>
              <a:gd name="connsiteX876" fmla="*/ 6901619 w 7467600"/>
              <a:gd name="connsiteY876" fmla="*/ 1047874 h 6858000"/>
              <a:gd name="connsiteX877" fmla="*/ 6931566 w 7467600"/>
              <a:gd name="connsiteY877" fmla="*/ 1062034 h 6858000"/>
              <a:gd name="connsiteX878" fmla="*/ 5790982 w 7467600"/>
              <a:gd name="connsiteY878" fmla="*/ 1561380 h 6858000"/>
              <a:gd name="connsiteX879" fmla="*/ 6188971 w 7467600"/>
              <a:gd name="connsiteY879" fmla="*/ 1755168 h 6858000"/>
              <a:gd name="connsiteX880" fmla="*/ 6202446 w 7467600"/>
              <a:gd name="connsiteY880" fmla="*/ 1752268 h 6858000"/>
              <a:gd name="connsiteX881" fmla="*/ 7179560 w 7467600"/>
              <a:gd name="connsiteY881" fmla="*/ 1467551 h 6858000"/>
              <a:gd name="connsiteX882" fmla="*/ 7158730 w 7467600"/>
              <a:gd name="connsiteY882" fmla="*/ 1507835 h 6858000"/>
              <a:gd name="connsiteX883" fmla="*/ 6326959 w 7467600"/>
              <a:gd name="connsiteY883" fmla="*/ 1817686 h 6858000"/>
              <a:gd name="connsiteX884" fmla="*/ 6537433 w 7467600"/>
              <a:gd name="connsiteY884" fmla="*/ 1907790 h 6858000"/>
              <a:gd name="connsiteX885" fmla="*/ 6550221 w 7467600"/>
              <a:gd name="connsiteY885" fmla="*/ 1910729 h 6858000"/>
              <a:gd name="connsiteX886" fmla="*/ 6964438 w 7467600"/>
              <a:gd name="connsiteY886" fmla="*/ 2209505 h 6858000"/>
              <a:gd name="connsiteX887" fmla="*/ 7367862 w 7467600"/>
              <a:gd name="connsiteY887" fmla="*/ 2806833 h 6858000"/>
              <a:gd name="connsiteX888" fmla="*/ 7364329 w 7467600"/>
              <a:gd name="connsiteY888" fmla="*/ 2826907 h 6858000"/>
              <a:gd name="connsiteX889" fmla="*/ 7290545 w 7467600"/>
              <a:gd name="connsiteY889" fmla="*/ 2850663 h 6858000"/>
              <a:gd name="connsiteX890" fmla="*/ 6472036 w 7467600"/>
              <a:gd name="connsiteY890" fmla="*/ 1959003 h 6858000"/>
              <a:gd name="connsiteX891" fmla="*/ 5792897 w 7467600"/>
              <a:gd name="connsiteY891" fmla="*/ 1647747 h 6858000"/>
              <a:gd name="connsiteX892" fmla="*/ 5842751 w 7467600"/>
              <a:gd name="connsiteY892" fmla="*/ 1816112 h 6858000"/>
              <a:gd name="connsiteX893" fmla="*/ 5847424 w 7467600"/>
              <a:gd name="connsiteY893" fmla="*/ 1815776 h 6858000"/>
              <a:gd name="connsiteX894" fmla="*/ 6399821 w 7467600"/>
              <a:gd name="connsiteY894" fmla="*/ 2344799 h 6858000"/>
              <a:gd name="connsiteX895" fmla="*/ 6323232 w 7467600"/>
              <a:gd name="connsiteY895" fmla="*/ 2389634 h 6858000"/>
              <a:gd name="connsiteX896" fmla="*/ 5942958 w 7467600"/>
              <a:gd name="connsiteY896" fmla="*/ 2077708 h 6858000"/>
              <a:gd name="connsiteX897" fmla="*/ 5921559 w 7467600"/>
              <a:gd name="connsiteY897" fmla="*/ 2378596 h 6858000"/>
              <a:gd name="connsiteX898" fmla="*/ 5817651 w 7467600"/>
              <a:gd name="connsiteY898" fmla="*/ 3023919 h 6858000"/>
              <a:gd name="connsiteX899" fmla="*/ 5729634 w 7467600"/>
              <a:gd name="connsiteY899" fmla="*/ 3051849 h 6858000"/>
              <a:gd name="connsiteX900" fmla="*/ 5611018 w 7467600"/>
              <a:gd name="connsiteY900" fmla="*/ 2316769 h 6858000"/>
              <a:gd name="connsiteX901" fmla="*/ 5687608 w 7467600"/>
              <a:gd name="connsiteY901" fmla="*/ 2039972 h 6858000"/>
              <a:gd name="connsiteX902" fmla="*/ 5657554 w 7467600"/>
              <a:gd name="connsiteY902" fmla="*/ 1576445 h 6858000"/>
              <a:gd name="connsiteX903" fmla="*/ 5150475 w 7467600"/>
              <a:gd name="connsiteY903" fmla="*/ 1274012 h 6858000"/>
              <a:gd name="connsiteX904" fmla="*/ 5349142 w 7467600"/>
              <a:gd name="connsiteY904" fmla="*/ 2204405 h 6858000"/>
              <a:gd name="connsiteX905" fmla="*/ 5262214 w 7467600"/>
              <a:gd name="connsiteY905" fmla="*/ 2233836 h 6858000"/>
              <a:gd name="connsiteX906" fmla="*/ 4981539 w 7467600"/>
              <a:gd name="connsiteY906" fmla="*/ 1542201 h 6858000"/>
              <a:gd name="connsiteX907" fmla="*/ 4958461 w 7467600"/>
              <a:gd name="connsiteY907" fmla="*/ 1136957 h 6858000"/>
              <a:gd name="connsiteX908" fmla="*/ 4655015 w 7467600"/>
              <a:gd name="connsiteY908" fmla="*/ 891426 h 6858000"/>
              <a:gd name="connsiteX909" fmla="*/ 4348002 w 7467600"/>
              <a:gd name="connsiteY909" fmla="*/ 2205895 h 6858000"/>
              <a:gd name="connsiteX910" fmla="*/ 4262250 w 7467600"/>
              <a:gd name="connsiteY910" fmla="*/ 2219972 h 6858000"/>
              <a:gd name="connsiteX911" fmla="*/ 4550611 w 7467600"/>
              <a:gd name="connsiteY911" fmla="*/ 817540 h 6858000"/>
              <a:gd name="connsiteX912" fmla="*/ 4564418 w 7467600"/>
              <a:gd name="connsiteY912" fmla="*/ 808293 h 6858000"/>
              <a:gd name="connsiteX913" fmla="*/ 4266388 w 7467600"/>
              <a:gd name="connsiteY913" fmla="*/ 500083 h 6858000"/>
              <a:gd name="connsiteX914" fmla="*/ 4032842 w 7467600"/>
              <a:gd name="connsiteY914" fmla="*/ 211809 h 6858000"/>
              <a:gd name="connsiteX915" fmla="*/ 3882765 w 7467600"/>
              <a:gd name="connsiteY915" fmla="*/ 0 h 6858000"/>
              <a:gd name="connsiteX916" fmla="*/ 3721337 w 7467600"/>
              <a:gd name="connsiteY916" fmla="*/ 0 h 6858000"/>
              <a:gd name="connsiteX917" fmla="*/ 3797544 w 7467600"/>
              <a:gd name="connsiteY917" fmla="*/ 0 h 6858000"/>
              <a:gd name="connsiteX918" fmla="*/ 3775734 w 7467600"/>
              <a:gd name="connsiteY918" fmla="*/ 95131 h 6858000"/>
              <a:gd name="connsiteX919" fmla="*/ 3724807 w 7467600"/>
              <a:gd name="connsiteY919" fmla="*/ 272257 h 6858000"/>
              <a:gd name="connsiteX920" fmla="*/ 3726844 w 7467600"/>
              <a:gd name="connsiteY920" fmla="*/ 282988 h 6858000"/>
              <a:gd name="connsiteX921" fmla="*/ 3742664 w 7467600"/>
              <a:gd name="connsiteY921" fmla="*/ 279918 h 6858000"/>
              <a:gd name="connsiteX922" fmla="*/ 4103910 w 7467600"/>
              <a:gd name="connsiteY922" fmla="*/ 1161917 h 6858000"/>
              <a:gd name="connsiteX923" fmla="*/ 4020269 w 7467600"/>
              <a:gd name="connsiteY923" fmla="*/ 1200406 h 6858000"/>
              <a:gd name="connsiteX924" fmla="*/ 3674882 w 7467600"/>
              <a:gd name="connsiteY924" fmla="*/ 488524 h 6858000"/>
              <a:gd name="connsiteX925" fmla="*/ 3132682 w 7467600"/>
              <a:gd name="connsiteY925" fmla="*/ 1072284 h 6858000"/>
              <a:gd name="connsiteX926" fmla="*/ 2716346 w 7467600"/>
              <a:gd name="connsiteY926" fmla="*/ 1276376 h 6858000"/>
              <a:gd name="connsiteX927" fmla="*/ 2716772 w 7467600"/>
              <a:gd name="connsiteY927" fmla="*/ 1255462 h 6858000"/>
              <a:gd name="connsiteX928" fmla="*/ 3471096 w 7467600"/>
              <a:gd name="connsiteY928" fmla="*/ 437072 h 6858000"/>
              <a:gd name="connsiteX929" fmla="*/ 3639057 w 7467600"/>
              <a:gd name="connsiteY929" fmla="*/ 286334 h 6858000"/>
              <a:gd name="connsiteX930" fmla="*/ 3640309 w 7467600"/>
              <a:gd name="connsiteY930" fmla="*/ 284664 h 6858000"/>
              <a:gd name="connsiteX931" fmla="*/ 3646022 w 7467600"/>
              <a:gd name="connsiteY931" fmla="*/ 276711 h 6858000"/>
              <a:gd name="connsiteX932" fmla="*/ 3707943 w 7467600"/>
              <a:gd name="connsiteY932" fmla="*/ 65958 h 6858000"/>
              <a:gd name="connsiteX933" fmla="*/ 3721337 w 7467600"/>
              <a:gd name="connsiteY933" fmla="*/ 0 h 6858000"/>
              <a:gd name="connsiteX934" fmla="*/ 2867960 w 7467600"/>
              <a:gd name="connsiteY934" fmla="*/ 0 h 6858000"/>
              <a:gd name="connsiteX935" fmla="*/ 2926351 w 7467600"/>
              <a:gd name="connsiteY935" fmla="*/ 0 h 6858000"/>
              <a:gd name="connsiteX936" fmla="*/ 2902823 w 7467600"/>
              <a:gd name="connsiteY936" fmla="*/ 262929 h 6858000"/>
              <a:gd name="connsiteX937" fmla="*/ 2940663 w 7467600"/>
              <a:gd name="connsiteY937" fmla="*/ 140884 h 6858000"/>
              <a:gd name="connsiteX938" fmla="*/ 2947039 w 7467600"/>
              <a:gd name="connsiteY938" fmla="*/ 122524 h 6858000"/>
              <a:gd name="connsiteX939" fmla="*/ 2984316 w 7467600"/>
              <a:gd name="connsiteY939" fmla="*/ 0 h 6858000"/>
              <a:gd name="connsiteX940" fmla="*/ 3016114 w 7467600"/>
              <a:gd name="connsiteY940" fmla="*/ 0 h 6858000"/>
              <a:gd name="connsiteX941" fmla="*/ 2979949 w 7467600"/>
              <a:gd name="connsiteY941" fmla="*/ 119274 h 6858000"/>
              <a:gd name="connsiteX942" fmla="*/ 3023879 w 7467600"/>
              <a:gd name="connsiteY942" fmla="*/ 0 h 6858000"/>
              <a:gd name="connsiteX943" fmla="*/ 3105400 w 7467600"/>
              <a:gd name="connsiteY943" fmla="*/ 0 h 6858000"/>
              <a:gd name="connsiteX944" fmla="*/ 3094669 w 7467600"/>
              <a:gd name="connsiteY944" fmla="*/ 30308 h 6858000"/>
              <a:gd name="connsiteX945" fmla="*/ 2901945 w 7467600"/>
              <a:gd name="connsiteY945" fmla="*/ 466538 h 6858000"/>
              <a:gd name="connsiteX946" fmla="*/ 2815209 w 7467600"/>
              <a:gd name="connsiteY946" fmla="*/ 497361 h 6858000"/>
              <a:gd name="connsiteX947" fmla="*/ 2844845 w 7467600"/>
              <a:gd name="connsiteY947" fmla="*/ 127638 h 6858000"/>
              <a:gd name="connsiteX948" fmla="*/ 2867960 w 7467600"/>
              <a:gd name="connsiteY948" fmla="*/ 0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1057230 w 7467600"/>
              <a:gd name="connsiteY974" fmla="*/ 0 h 6858000"/>
              <a:gd name="connsiteX975" fmla="*/ 43151 w 7467600"/>
              <a:gd name="connsiteY975" fmla="*/ 0 h 6858000"/>
              <a:gd name="connsiteX976" fmla="*/ 95283 w 7467600"/>
              <a:gd name="connsiteY976" fmla="*/ 0 h 6858000"/>
              <a:gd name="connsiteX977" fmla="*/ 300708 w 7467600"/>
              <a:gd name="connsiteY977" fmla="*/ 154571 h 6858000"/>
              <a:gd name="connsiteX978" fmla="*/ 530414 w 7467600"/>
              <a:gd name="connsiteY978" fmla="*/ 354673 h 6858000"/>
              <a:gd name="connsiteX979" fmla="*/ 333785 w 7467600"/>
              <a:gd name="connsiteY979" fmla="*/ 161564 h 6858000"/>
              <a:gd name="connsiteX980" fmla="*/ 147005 w 7467600"/>
              <a:gd name="connsiteY980" fmla="*/ 0 h 6858000"/>
              <a:gd name="connsiteX981" fmla="*/ 272509 w 7467600"/>
              <a:gd name="connsiteY981" fmla="*/ 0 h 6858000"/>
              <a:gd name="connsiteX982" fmla="*/ 326276 w 7467600"/>
              <a:gd name="connsiteY982" fmla="*/ 45847 h 6858000"/>
              <a:gd name="connsiteX983" fmla="*/ 823759 w 7467600"/>
              <a:gd name="connsiteY983" fmla="*/ 574145 h 6858000"/>
              <a:gd name="connsiteX984" fmla="*/ 811254 w 7467600"/>
              <a:gd name="connsiteY984" fmla="*/ 665546 h 6858000"/>
              <a:gd name="connsiteX985" fmla="*/ 154042 w 7467600"/>
              <a:gd name="connsiteY985" fmla="*/ 261522 h 6858000"/>
              <a:gd name="connsiteX986" fmla="*/ 13550 w 7467600"/>
              <a:gd name="connsiteY986" fmla="*/ 158423 h 6858000"/>
              <a:gd name="connsiteX987" fmla="*/ 0 w 7467600"/>
              <a:gd name="connsiteY987" fmla="*/ 146618 h 6858000"/>
              <a:gd name="connsiteX988" fmla="*/ 0 w 7467600"/>
              <a:gd name="connsiteY988" fmla="*/ 59161 h 6858000"/>
              <a:gd name="connsiteX989" fmla="*/ 45427 w 7467600"/>
              <a:gd name="connsiteY989" fmla="*/ 101078 h 6858000"/>
              <a:gd name="connsiteX990" fmla="*/ 630103 w 7467600"/>
              <a:gd name="connsiteY990" fmla="*/ 485885 h 6858000"/>
              <a:gd name="connsiteX991" fmla="*/ 532040 w 7467600"/>
              <a:gd name="connsiteY991" fmla="*/ 399359 h 6858000"/>
              <a:gd name="connsiteX992" fmla="*/ 517618 w 7467600"/>
              <a:gd name="connsiteY992" fmla="*/ 385726 h 6858000"/>
              <a:gd name="connsiteX993" fmla="*/ 285074 w 7467600"/>
              <a:gd name="connsiteY993" fmla="*/ 182755 h 6858000"/>
              <a:gd name="connsiteX994" fmla="*/ 43151 w 7467600"/>
              <a:gd name="connsiteY99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77736 h 6858000"/>
              <a:gd name="connsiteX138" fmla="*/ 1903353 w 7467600"/>
              <a:gd name="connsiteY138" fmla="*/ 5044827 h 6858000"/>
              <a:gd name="connsiteX139" fmla="*/ 1936931 w 7467600"/>
              <a:gd name="connsiteY139" fmla="*/ 5093954 h 6858000"/>
              <a:gd name="connsiteX140" fmla="*/ 2195868 w 7467600"/>
              <a:gd name="connsiteY140" fmla="*/ 5396574 h 6858000"/>
              <a:gd name="connsiteX141" fmla="*/ 2088852 w 7467600"/>
              <a:gd name="connsiteY141" fmla="*/ 5166123 h 6858000"/>
              <a:gd name="connsiteX142" fmla="*/ 1958241 w 7467600"/>
              <a:gd name="connsiteY142" fmla="*/ 5067955 h 6858000"/>
              <a:gd name="connsiteX143" fmla="*/ 1903353 w 7467600"/>
              <a:gd name="connsiteY143" fmla="*/ 5044827 h 6858000"/>
              <a:gd name="connsiteX144" fmla="*/ 1979378 w 7467600"/>
              <a:gd name="connsiteY144" fmla="*/ 4769504 h 6858000"/>
              <a:gd name="connsiteX145" fmla="*/ 2882120 w 7467600"/>
              <a:gd name="connsiteY145" fmla="*/ 5064547 h 6858000"/>
              <a:gd name="connsiteX146" fmla="*/ 2793103 w 7467600"/>
              <a:gd name="connsiteY146" fmla="*/ 5039699 h 6858000"/>
              <a:gd name="connsiteX147" fmla="*/ 2770041 w 7467600"/>
              <a:gd name="connsiteY147" fmla="*/ 5033634 h 6858000"/>
              <a:gd name="connsiteX148" fmla="*/ 1979378 w 7467600"/>
              <a:gd name="connsiteY148" fmla="*/ 4769504 h 6858000"/>
              <a:gd name="connsiteX149" fmla="*/ 1927410 w 7467600"/>
              <a:gd name="connsiteY149" fmla="*/ 4716164 h 6858000"/>
              <a:gd name="connsiteX150" fmla="*/ 1959587 w 7467600"/>
              <a:gd name="connsiteY150" fmla="*/ 4728849 h 6858000"/>
              <a:gd name="connsiteX151" fmla="*/ 2777707 w 7467600"/>
              <a:gd name="connsiteY151" fmla="*/ 5003991 h 6858000"/>
              <a:gd name="connsiteX152" fmla="*/ 2800768 w 7467600"/>
              <a:gd name="connsiteY152" fmla="*/ 5010056 h 6858000"/>
              <a:gd name="connsiteX153" fmla="*/ 2879408 w 7467600"/>
              <a:gd name="connsiteY153" fmla="*/ 5031590 h 6858000"/>
              <a:gd name="connsiteX154" fmla="*/ 2862295 w 7467600"/>
              <a:gd name="connsiteY154" fmla="*/ 5022958 h 6858000"/>
              <a:gd name="connsiteX155" fmla="*/ 2813343 w 7467600"/>
              <a:gd name="connsiteY155" fmla="*/ 4998369 h 6858000"/>
              <a:gd name="connsiteX156" fmla="*/ 2646245 w 7467600"/>
              <a:gd name="connsiteY156" fmla="*/ 4930999 h 6858000"/>
              <a:gd name="connsiteX157" fmla="*/ 1999243 w 7467600"/>
              <a:gd name="connsiteY157" fmla="*/ 4730524 h 6858000"/>
              <a:gd name="connsiteX158" fmla="*/ 1979527 w 7467600"/>
              <a:gd name="connsiteY158" fmla="*/ 4726651 h 6858000"/>
              <a:gd name="connsiteX159" fmla="*/ 1927410 w 7467600"/>
              <a:gd name="connsiteY159" fmla="*/ 4716164 h 6858000"/>
              <a:gd name="connsiteX160" fmla="*/ 1997014 w 7467600"/>
              <a:gd name="connsiteY160" fmla="*/ 4698007 h 6858000"/>
              <a:gd name="connsiteX161" fmla="*/ 2005458 w 7467600"/>
              <a:gd name="connsiteY161" fmla="*/ 4699540 h 6858000"/>
              <a:gd name="connsiteX162" fmla="*/ 2657186 w 7467600"/>
              <a:gd name="connsiteY162" fmla="*/ 4901687 h 6858000"/>
              <a:gd name="connsiteX163" fmla="*/ 2826662 w 7467600"/>
              <a:gd name="connsiteY163" fmla="*/ 4970362 h 6858000"/>
              <a:gd name="connsiteX164" fmla="*/ 2876100 w 7467600"/>
              <a:gd name="connsiteY164" fmla="*/ 4995397 h 6858000"/>
              <a:gd name="connsiteX165" fmla="*/ 3042600 w 7467600"/>
              <a:gd name="connsiteY165" fmla="*/ 5059532 h 6858000"/>
              <a:gd name="connsiteX166" fmla="*/ 1997014 w 7467600"/>
              <a:gd name="connsiteY166" fmla="*/ 4698007 h 6858000"/>
              <a:gd name="connsiteX167" fmla="*/ 2305292 w 7467600"/>
              <a:gd name="connsiteY167" fmla="*/ 4219492 h 6858000"/>
              <a:gd name="connsiteX168" fmla="*/ 3360922 w 7467600"/>
              <a:gd name="connsiteY168" fmla="*/ 4529373 h 6858000"/>
              <a:gd name="connsiteX169" fmla="*/ 3492420 w 7467600"/>
              <a:gd name="connsiteY169" fmla="*/ 4510145 h 6858000"/>
              <a:gd name="connsiteX170" fmla="*/ 3364086 w 7467600"/>
              <a:gd name="connsiteY170" fmla="*/ 4480340 h 6858000"/>
              <a:gd name="connsiteX171" fmla="*/ 3225818 w 7467600"/>
              <a:gd name="connsiteY171" fmla="*/ 4411822 h 6858000"/>
              <a:gd name="connsiteX172" fmla="*/ 3129696 w 7467600"/>
              <a:gd name="connsiteY172" fmla="*/ 4360704 h 6858000"/>
              <a:gd name="connsiteX173" fmla="*/ 2814545 w 7467600"/>
              <a:gd name="connsiteY173" fmla="*/ 4282955 h 6858000"/>
              <a:gd name="connsiteX174" fmla="*/ 2305292 w 7467600"/>
              <a:gd name="connsiteY174" fmla="*/ 4219492 h 6858000"/>
              <a:gd name="connsiteX175" fmla="*/ 2626982 w 7467600"/>
              <a:gd name="connsiteY175" fmla="*/ 4206450 h 6858000"/>
              <a:gd name="connsiteX176" fmla="*/ 2490617 w 7467600"/>
              <a:gd name="connsiteY176" fmla="*/ 4206951 h 6858000"/>
              <a:gd name="connsiteX177" fmla="*/ 2819869 w 7467600"/>
              <a:gd name="connsiteY177" fmla="*/ 4252936 h 6858000"/>
              <a:gd name="connsiteX178" fmla="*/ 3143018 w 7467600"/>
              <a:gd name="connsiteY178" fmla="*/ 4332698 h 6858000"/>
              <a:gd name="connsiteX179" fmla="*/ 3241520 w 7467600"/>
              <a:gd name="connsiteY179" fmla="*/ 4385112 h 6858000"/>
              <a:gd name="connsiteX180" fmla="*/ 3374575 w 7467600"/>
              <a:gd name="connsiteY180" fmla="*/ 4451517 h 6858000"/>
              <a:gd name="connsiteX181" fmla="*/ 3505221 w 7467600"/>
              <a:gd name="connsiteY181" fmla="*/ 4480757 h 6858000"/>
              <a:gd name="connsiteX182" fmla="*/ 2626982 w 7467600"/>
              <a:gd name="connsiteY182" fmla="*/ 4206450 h 6858000"/>
              <a:gd name="connsiteX183" fmla="*/ 1310106 w 7467600"/>
              <a:gd name="connsiteY183" fmla="*/ 3943217 h 6858000"/>
              <a:gd name="connsiteX184" fmla="*/ 854994 w 7467600"/>
              <a:gd name="connsiteY184" fmla="*/ 4399136 h 6858000"/>
              <a:gd name="connsiteX185" fmla="*/ 742462 w 7467600"/>
              <a:gd name="connsiteY185" fmla="*/ 4594648 h 6858000"/>
              <a:gd name="connsiteX186" fmla="*/ 820602 w 7467600"/>
              <a:gd name="connsiteY186" fmla="*/ 4485915 h 6858000"/>
              <a:gd name="connsiteX187" fmla="*/ 878295 w 7467600"/>
              <a:gd name="connsiteY187" fmla="*/ 4403594 h 6858000"/>
              <a:gd name="connsiteX188" fmla="*/ 1240607 w 7467600"/>
              <a:gd name="connsiteY188" fmla="*/ 4010401 h 6858000"/>
              <a:gd name="connsiteX189" fmla="*/ 1310106 w 7467600"/>
              <a:gd name="connsiteY189" fmla="*/ 3943217 h 6858000"/>
              <a:gd name="connsiteX190" fmla="*/ 1423113 w 7467600"/>
              <a:gd name="connsiteY190" fmla="*/ 3874565 h 6858000"/>
              <a:gd name="connsiteX191" fmla="*/ 1260565 w 7467600"/>
              <a:gd name="connsiteY191" fmla="*/ 4031982 h 6858000"/>
              <a:gd name="connsiteX192" fmla="*/ 901900 w 7467600"/>
              <a:gd name="connsiteY192" fmla="*/ 4421236 h 6858000"/>
              <a:gd name="connsiteX193" fmla="*/ 845044 w 7467600"/>
              <a:gd name="connsiteY193" fmla="*/ 4502436 h 6858000"/>
              <a:gd name="connsiteX194" fmla="*/ 685926 w 7467600"/>
              <a:gd name="connsiteY194" fmla="*/ 4703069 h 6858000"/>
              <a:gd name="connsiteX195" fmla="*/ 684248 w 7467600"/>
              <a:gd name="connsiteY195" fmla="*/ 4706721 h 6858000"/>
              <a:gd name="connsiteX196" fmla="*/ 1423113 w 7467600"/>
              <a:gd name="connsiteY196" fmla="*/ 3874565 h 6858000"/>
              <a:gd name="connsiteX197" fmla="*/ 3316479 w 7467600"/>
              <a:gd name="connsiteY197" fmla="*/ 3872136 h 6858000"/>
              <a:gd name="connsiteX198" fmla="*/ 3546806 w 7467600"/>
              <a:gd name="connsiteY198" fmla="*/ 4356139 h 6858000"/>
              <a:gd name="connsiteX199" fmla="*/ 3364433 w 7467600"/>
              <a:gd name="connsiteY199" fmla="*/ 3953121 h 6858000"/>
              <a:gd name="connsiteX200" fmla="*/ 3316479 w 7467600"/>
              <a:gd name="connsiteY200" fmla="*/ 3872136 h 6858000"/>
              <a:gd name="connsiteX201" fmla="*/ 3291335 w 7467600"/>
              <a:gd name="connsiteY201" fmla="*/ 3767420 h 6858000"/>
              <a:gd name="connsiteX202" fmla="*/ 3390805 w 7467600"/>
              <a:gd name="connsiteY202" fmla="*/ 3937163 h 6858000"/>
              <a:gd name="connsiteX203" fmla="*/ 3579062 w 7467600"/>
              <a:gd name="connsiteY203" fmla="*/ 4359040 h 6858000"/>
              <a:gd name="connsiteX204" fmla="*/ 3467355 w 7467600"/>
              <a:gd name="connsiteY204" fmla="*/ 3988130 h 6858000"/>
              <a:gd name="connsiteX205" fmla="*/ 3310753 w 7467600"/>
              <a:gd name="connsiteY205" fmla="*/ 3787140 h 6858000"/>
              <a:gd name="connsiteX206" fmla="*/ 3291335 w 7467600"/>
              <a:gd name="connsiteY206" fmla="*/ 3767420 h 6858000"/>
              <a:gd name="connsiteX207" fmla="*/ 1635889 w 7467600"/>
              <a:gd name="connsiteY207" fmla="*/ 3709494 h 6858000"/>
              <a:gd name="connsiteX208" fmla="*/ 1634800 w 7467600"/>
              <a:gd name="connsiteY208" fmla="*/ 3731111 h 6858000"/>
              <a:gd name="connsiteX209" fmla="*/ 1635889 w 7467600"/>
              <a:gd name="connsiteY209" fmla="*/ 3709494 h 6858000"/>
              <a:gd name="connsiteX210" fmla="*/ 1510397 w 7467600"/>
              <a:gd name="connsiteY210" fmla="*/ 3684705 h 6858000"/>
              <a:gd name="connsiteX211" fmla="*/ 1146550 w 7467600"/>
              <a:gd name="connsiteY211" fmla="*/ 3802012 h 6858000"/>
              <a:gd name="connsiteX212" fmla="*/ 698834 w 7467600"/>
              <a:gd name="connsiteY212" fmla="*/ 3952272 h 6858000"/>
              <a:gd name="connsiteX213" fmla="*/ 34256 w 7467600"/>
              <a:gd name="connsiteY213" fmla="*/ 4347603 h 6858000"/>
              <a:gd name="connsiteX214" fmla="*/ 527241 w 7467600"/>
              <a:gd name="connsiteY214" fmla="*/ 4065078 h 6858000"/>
              <a:gd name="connsiteX215" fmla="*/ 1510397 w 7467600"/>
              <a:gd name="connsiteY215" fmla="*/ 3684705 h 6858000"/>
              <a:gd name="connsiteX216" fmla="*/ 1313114 w 7467600"/>
              <a:gd name="connsiteY216" fmla="*/ 3655216 h 6858000"/>
              <a:gd name="connsiteX217" fmla="*/ 1109304 w 7467600"/>
              <a:gd name="connsiteY217" fmla="*/ 3669030 h 6858000"/>
              <a:gd name="connsiteX218" fmla="*/ 8129 w 7467600"/>
              <a:gd name="connsiteY218" fmla="*/ 4330519 h 6858000"/>
              <a:gd name="connsiteX219" fmla="*/ 687572 w 7467600"/>
              <a:gd name="connsiteY219" fmla="*/ 3925629 h 6858000"/>
              <a:gd name="connsiteX220" fmla="*/ 1138365 w 7467600"/>
              <a:gd name="connsiteY220" fmla="*/ 3774515 h 6858000"/>
              <a:gd name="connsiteX221" fmla="*/ 1505579 w 7467600"/>
              <a:gd name="connsiteY221" fmla="*/ 3655526 h 6858000"/>
              <a:gd name="connsiteX222" fmla="*/ 1313114 w 7467600"/>
              <a:gd name="connsiteY222" fmla="*/ 3655216 h 6858000"/>
              <a:gd name="connsiteX223" fmla="*/ 3655073 w 7467600"/>
              <a:gd name="connsiteY223" fmla="*/ 3650884 h 6858000"/>
              <a:gd name="connsiteX224" fmla="*/ 3989938 w 7467600"/>
              <a:gd name="connsiteY224" fmla="*/ 3991685 h 6858000"/>
              <a:gd name="connsiteX225" fmla="*/ 4393907 w 7467600"/>
              <a:gd name="connsiteY225" fmla="*/ 4261258 h 6858000"/>
              <a:gd name="connsiteX226" fmla="*/ 4648051 w 7467600"/>
              <a:gd name="connsiteY226" fmla="*/ 4374051 h 6858000"/>
              <a:gd name="connsiteX227" fmla="*/ 4383389 w 7467600"/>
              <a:gd name="connsiteY227" fmla="*/ 4184369 h 6858000"/>
              <a:gd name="connsiteX228" fmla="*/ 4165508 w 7467600"/>
              <a:gd name="connsiteY228" fmla="*/ 4035196 h 6858000"/>
              <a:gd name="connsiteX229" fmla="*/ 4068162 w 7467600"/>
              <a:gd name="connsiteY229" fmla="*/ 3953394 h 6858000"/>
              <a:gd name="connsiteX230" fmla="*/ 3981416 w 7467600"/>
              <a:gd name="connsiteY230" fmla="*/ 3880482 h 6858000"/>
              <a:gd name="connsiteX231" fmla="*/ 3800147 w 7467600"/>
              <a:gd name="connsiteY231" fmla="*/ 3749872 h 6858000"/>
              <a:gd name="connsiteX232" fmla="*/ 3655073 w 7467600"/>
              <a:gd name="connsiteY232" fmla="*/ 3650884 h 6858000"/>
              <a:gd name="connsiteX233" fmla="*/ 3670252 w 7467600"/>
              <a:gd name="connsiteY233" fmla="*/ 3622798 h 6858000"/>
              <a:gd name="connsiteX234" fmla="*/ 3817258 w 7467600"/>
              <a:gd name="connsiteY234" fmla="*/ 3723577 h 6858000"/>
              <a:gd name="connsiteX235" fmla="*/ 4000461 w 7467600"/>
              <a:gd name="connsiteY235" fmla="*/ 3855966 h 6858000"/>
              <a:gd name="connsiteX236" fmla="*/ 4088180 w 7467600"/>
              <a:gd name="connsiteY236" fmla="*/ 3929774 h 6858000"/>
              <a:gd name="connsiteX237" fmla="*/ 4184555 w 7467600"/>
              <a:gd name="connsiteY237" fmla="*/ 4010683 h 6858000"/>
              <a:gd name="connsiteX238" fmla="*/ 4399563 w 7467600"/>
              <a:gd name="connsiteY238" fmla="*/ 4158106 h 6858000"/>
              <a:gd name="connsiteX239" fmla="*/ 4684469 w 7467600"/>
              <a:gd name="connsiteY239" fmla="*/ 4364680 h 6858000"/>
              <a:gd name="connsiteX240" fmla="*/ 4690271 w 7467600"/>
              <a:gd name="connsiteY240" fmla="*/ 4370034 h 6858000"/>
              <a:gd name="connsiteX241" fmla="*/ 4136093 w 7467600"/>
              <a:gd name="connsiteY241" fmla="*/ 3858466 h 6858000"/>
              <a:gd name="connsiteX242" fmla="*/ 3670252 w 7467600"/>
              <a:gd name="connsiteY242" fmla="*/ 3622798 h 6858000"/>
              <a:gd name="connsiteX243" fmla="*/ 4440129 w 7467600"/>
              <a:gd name="connsiteY243" fmla="*/ 3448571 h 6858000"/>
              <a:gd name="connsiteX244" fmla="*/ 4856525 w 7467600"/>
              <a:gd name="connsiteY244" fmla="*/ 3915351 h 6858000"/>
              <a:gd name="connsiteX245" fmla="*/ 5059055 w 7467600"/>
              <a:gd name="connsiteY245" fmla="*/ 4108918 h 6858000"/>
              <a:gd name="connsiteX246" fmla="*/ 5290070 w 7467600"/>
              <a:gd name="connsiteY246" fmla="*/ 4263619 h 6858000"/>
              <a:gd name="connsiteX247" fmla="*/ 4834991 w 7467600"/>
              <a:gd name="connsiteY247" fmla="*/ 3830985 h 6858000"/>
              <a:gd name="connsiteX248" fmla="*/ 4440129 w 7467600"/>
              <a:gd name="connsiteY248" fmla="*/ 3448571 h 6858000"/>
              <a:gd name="connsiteX249" fmla="*/ 4441737 w 7467600"/>
              <a:gd name="connsiteY249" fmla="*/ 3399734 h 6858000"/>
              <a:gd name="connsiteX250" fmla="*/ 4431236 w 7467600"/>
              <a:gd name="connsiteY250" fmla="*/ 3400954 h 6858000"/>
              <a:gd name="connsiteX251" fmla="*/ 4557150 w 7467600"/>
              <a:gd name="connsiteY251" fmla="*/ 3510023 h 6858000"/>
              <a:gd name="connsiteX252" fmla="*/ 4856936 w 7467600"/>
              <a:gd name="connsiteY252" fmla="*/ 3809146 h 6858000"/>
              <a:gd name="connsiteX253" fmla="*/ 5111996 w 7467600"/>
              <a:gd name="connsiteY253" fmla="*/ 4065759 h 6858000"/>
              <a:gd name="connsiteX254" fmla="*/ 5388878 w 7467600"/>
              <a:gd name="connsiteY254" fmla="*/ 4300185 h 6858000"/>
              <a:gd name="connsiteX255" fmla="*/ 5425556 w 7467600"/>
              <a:gd name="connsiteY255" fmla="*/ 4308967 h 6858000"/>
              <a:gd name="connsiteX256" fmla="*/ 4943646 w 7467600"/>
              <a:gd name="connsiteY256" fmla="*/ 3822916 h 6858000"/>
              <a:gd name="connsiteX257" fmla="*/ 4594837 w 7467600"/>
              <a:gd name="connsiteY257" fmla="*/ 3532274 h 6858000"/>
              <a:gd name="connsiteX258" fmla="*/ 4441737 w 7467600"/>
              <a:gd name="connsiteY258" fmla="*/ 3399734 h 6858000"/>
              <a:gd name="connsiteX259" fmla="*/ 5425834 w 7467600"/>
              <a:gd name="connsiteY259" fmla="*/ 3162785 h 6858000"/>
              <a:gd name="connsiteX260" fmla="*/ 5401644 w 7467600"/>
              <a:gd name="connsiteY260" fmla="*/ 3617847 h 6858000"/>
              <a:gd name="connsiteX261" fmla="*/ 5467256 w 7467600"/>
              <a:gd name="connsiteY261" fmla="*/ 4175494 h 6858000"/>
              <a:gd name="connsiteX262" fmla="*/ 5448069 w 7467600"/>
              <a:gd name="connsiteY262" fmla="*/ 3567554 h 6858000"/>
              <a:gd name="connsiteX263" fmla="*/ 5425834 w 7467600"/>
              <a:gd name="connsiteY263" fmla="*/ 3162785 h 6858000"/>
              <a:gd name="connsiteX264" fmla="*/ 1318687 w 7467600"/>
              <a:gd name="connsiteY264" fmla="*/ 3113840 h 6858000"/>
              <a:gd name="connsiteX265" fmla="*/ 1066793 w 7467600"/>
              <a:gd name="connsiteY265" fmla="*/ 3212171 h 6858000"/>
              <a:gd name="connsiteX266" fmla="*/ 993319 w 7467600"/>
              <a:gd name="connsiteY266" fmla="*/ 3247648 h 6858000"/>
              <a:gd name="connsiteX267" fmla="*/ 853081 w 7467600"/>
              <a:gd name="connsiteY267" fmla="*/ 3312410 h 6858000"/>
              <a:gd name="connsiteX268" fmla="*/ 805957 w 7467600"/>
              <a:gd name="connsiteY268" fmla="*/ 3330443 h 6858000"/>
              <a:gd name="connsiteX269" fmla="*/ 1318687 w 7467600"/>
              <a:gd name="connsiteY269" fmla="*/ 3113840 h 6858000"/>
              <a:gd name="connsiteX270" fmla="*/ 5453702 w 7467600"/>
              <a:gd name="connsiteY270" fmla="*/ 3090882 h 6858000"/>
              <a:gd name="connsiteX271" fmla="*/ 5480135 w 7467600"/>
              <a:gd name="connsiteY271" fmla="*/ 3565802 h 6858000"/>
              <a:gd name="connsiteX272" fmla="*/ 5499023 w 7467600"/>
              <a:gd name="connsiteY272" fmla="*/ 4166310 h 6858000"/>
              <a:gd name="connsiteX273" fmla="*/ 5547022 w 7467600"/>
              <a:gd name="connsiteY273" fmla="*/ 3607838 h 6858000"/>
              <a:gd name="connsiteX274" fmla="*/ 5515964 w 7467600"/>
              <a:gd name="connsiteY274" fmla="*/ 3378541 h 6858000"/>
              <a:gd name="connsiteX275" fmla="*/ 5453702 w 7467600"/>
              <a:gd name="connsiteY275" fmla="*/ 3090882 h 6858000"/>
              <a:gd name="connsiteX276" fmla="*/ 1238695 w 7467600"/>
              <a:gd name="connsiteY276" fmla="*/ 3076820 h 6858000"/>
              <a:gd name="connsiteX277" fmla="*/ 716371 w 7467600"/>
              <a:gd name="connsiteY277" fmla="*/ 3293249 h 6858000"/>
              <a:gd name="connsiteX278" fmla="*/ 579522 w 7467600"/>
              <a:gd name="connsiteY278" fmla="*/ 3371759 h 6858000"/>
              <a:gd name="connsiteX279" fmla="*/ 600288 w 7467600"/>
              <a:gd name="connsiteY279" fmla="*/ 3365555 h 6858000"/>
              <a:gd name="connsiteX280" fmla="*/ 840692 w 7467600"/>
              <a:gd name="connsiteY280" fmla="*/ 3284921 h 6858000"/>
              <a:gd name="connsiteX281" fmla="*/ 979248 w 7467600"/>
              <a:gd name="connsiteY281" fmla="*/ 3221003 h 6858000"/>
              <a:gd name="connsiteX282" fmla="*/ 1053282 w 7467600"/>
              <a:gd name="connsiteY282" fmla="*/ 3185247 h 6858000"/>
              <a:gd name="connsiteX283" fmla="*/ 1320603 w 7467600"/>
              <a:gd name="connsiteY283" fmla="*/ 3081281 h 6858000"/>
              <a:gd name="connsiteX284" fmla="*/ 1238695 w 7467600"/>
              <a:gd name="connsiteY284" fmla="*/ 3076820 h 6858000"/>
              <a:gd name="connsiteX285" fmla="*/ 5425627 w 7467600"/>
              <a:gd name="connsiteY285" fmla="*/ 2954192 h 6858000"/>
              <a:gd name="connsiteX286" fmla="*/ 5470770 w 7467600"/>
              <a:gd name="connsiteY286" fmla="*/ 3005435 h 6858000"/>
              <a:gd name="connsiteX287" fmla="*/ 5519779 w 7467600"/>
              <a:gd name="connsiteY287" fmla="*/ 4359223 h 6858000"/>
              <a:gd name="connsiteX288" fmla="*/ 5520293 w 7467600"/>
              <a:gd name="connsiteY288" fmla="*/ 4360602 h 6858000"/>
              <a:gd name="connsiteX289" fmla="*/ 5767221 w 7467600"/>
              <a:gd name="connsiteY289" fmla="*/ 4665564 h 6858000"/>
              <a:gd name="connsiteX290" fmla="*/ 6937169 w 7467600"/>
              <a:gd name="connsiteY290" fmla="*/ 4815941 h 6858000"/>
              <a:gd name="connsiteX291" fmla="*/ 6953922 w 7467600"/>
              <a:gd name="connsiteY291" fmla="*/ 4890068 h 6858000"/>
              <a:gd name="connsiteX292" fmla="*/ 6071359 w 7467600"/>
              <a:gd name="connsiteY292" fmla="*/ 4770770 h 6858000"/>
              <a:gd name="connsiteX293" fmla="*/ 6038839 w 7467600"/>
              <a:gd name="connsiteY293" fmla="*/ 4764474 h 6858000"/>
              <a:gd name="connsiteX294" fmla="*/ 6038706 w 7467600"/>
              <a:gd name="connsiteY294" fmla="*/ 4763847 h 6858000"/>
              <a:gd name="connsiteX295" fmla="*/ 6037784 w 7467600"/>
              <a:gd name="connsiteY295" fmla="*/ 4764270 h 6858000"/>
              <a:gd name="connsiteX296" fmla="*/ 6038839 w 7467600"/>
              <a:gd name="connsiteY296" fmla="*/ 4764474 h 6858000"/>
              <a:gd name="connsiteX297" fmla="*/ 6040338 w 7467600"/>
              <a:gd name="connsiteY297" fmla="*/ 4771418 h 6858000"/>
              <a:gd name="connsiteX298" fmla="*/ 6024488 w 7467600"/>
              <a:gd name="connsiteY298" fmla="*/ 4809903 h 6858000"/>
              <a:gd name="connsiteX299" fmla="*/ 5599771 w 7467600"/>
              <a:gd name="connsiteY299" fmla="*/ 5509652 h 6858000"/>
              <a:gd name="connsiteX300" fmla="*/ 5548843 w 7467600"/>
              <a:gd name="connsiteY300" fmla="*/ 5563845 h 6858000"/>
              <a:gd name="connsiteX301" fmla="*/ 5940952 w 7467600"/>
              <a:gd name="connsiteY301" fmla="*/ 6250028 h 6858000"/>
              <a:gd name="connsiteX302" fmla="*/ 6043441 w 7467600"/>
              <a:gd name="connsiteY302" fmla="*/ 6665847 h 6858000"/>
              <a:gd name="connsiteX303" fmla="*/ 6093432 w 7467600"/>
              <a:gd name="connsiteY303" fmla="*/ 6858000 h 6858000"/>
              <a:gd name="connsiteX304" fmla="*/ 6034344 w 7467600"/>
              <a:gd name="connsiteY304" fmla="*/ 6858000 h 6858000"/>
              <a:gd name="connsiteX305" fmla="*/ 6026679 w 7467600"/>
              <a:gd name="connsiteY305" fmla="*/ 6836959 h 6858000"/>
              <a:gd name="connsiteX306" fmla="*/ 5800441 w 7467600"/>
              <a:gd name="connsiteY306" fmla="*/ 6335286 h 6858000"/>
              <a:gd name="connsiteX307" fmla="*/ 5526562 w 7467600"/>
              <a:gd name="connsiteY307" fmla="*/ 5705388 h 6858000"/>
              <a:gd name="connsiteX308" fmla="*/ 5519640 w 7467600"/>
              <a:gd name="connsiteY308" fmla="*/ 5683774 h 6858000"/>
              <a:gd name="connsiteX309" fmla="*/ 5844559 w 7467600"/>
              <a:gd name="connsiteY309" fmla="*/ 6553349 h 6858000"/>
              <a:gd name="connsiteX310" fmla="*/ 5975994 w 7467600"/>
              <a:gd name="connsiteY310" fmla="*/ 6858000 h 6858000"/>
              <a:gd name="connsiteX311" fmla="*/ 5898547 w 7467600"/>
              <a:gd name="connsiteY311" fmla="*/ 6858000 h 6858000"/>
              <a:gd name="connsiteX312" fmla="*/ 5682041 w 7467600"/>
              <a:gd name="connsiteY312" fmla="*/ 6355860 h 6858000"/>
              <a:gd name="connsiteX313" fmla="*/ 5461758 w 7467600"/>
              <a:gd name="connsiteY313" fmla="*/ 5820220 h 6858000"/>
              <a:gd name="connsiteX314" fmla="*/ 5237282 w 7467600"/>
              <a:gd name="connsiteY314" fmla="*/ 6579086 h 6858000"/>
              <a:gd name="connsiteX315" fmla="*/ 5115009 w 7467600"/>
              <a:gd name="connsiteY315" fmla="*/ 6858000 h 6858000"/>
              <a:gd name="connsiteX316" fmla="*/ 5028074 w 7467600"/>
              <a:gd name="connsiteY316" fmla="*/ 6858000 h 6858000"/>
              <a:gd name="connsiteX317" fmla="*/ 5079508 w 7467600"/>
              <a:gd name="connsiteY317" fmla="*/ 6749074 h 6858000"/>
              <a:gd name="connsiteX318" fmla="*/ 5371846 w 7467600"/>
              <a:gd name="connsiteY318" fmla="*/ 5924413 h 6858000"/>
              <a:gd name="connsiteX319" fmla="*/ 5270512 w 7467600"/>
              <a:gd name="connsiteY319" fmla="*/ 6138975 h 6858000"/>
              <a:gd name="connsiteX320" fmla="*/ 5062409 w 7467600"/>
              <a:gd name="connsiteY320" fmla="*/ 6653544 h 6858000"/>
              <a:gd name="connsiteX321" fmla="*/ 5036628 w 7467600"/>
              <a:gd name="connsiteY321" fmla="*/ 6754247 h 6858000"/>
              <a:gd name="connsiteX322" fmla="*/ 5009112 w 7467600"/>
              <a:gd name="connsiteY322" fmla="*/ 6858000 h 6858000"/>
              <a:gd name="connsiteX323" fmla="*/ 4976679 w 7467600"/>
              <a:gd name="connsiteY323" fmla="*/ 6858000 h 6858000"/>
              <a:gd name="connsiteX324" fmla="*/ 5006537 w 7467600"/>
              <a:gd name="connsiteY324" fmla="*/ 6747068 h 6858000"/>
              <a:gd name="connsiteX325" fmla="*/ 5032723 w 7467600"/>
              <a:gd name="connsiteY325" fmla="*/ 6644957 h 6858000"/>
              <a:gd name="connsiteX326" fmla="*/ 5242949 w 7467600"/>
              <a:gd name="connsiteY326" fmla="*/ 6125175 h 6858000"/>
              <a:gd name="connsiteX327" fmla="*/ 5286321 w 7467600"/>
              <a:gd name="connsiteY327" fmla="*/ 6033555 h 6858000"/>
              <a:gd name="connsiteX328" fmla="*/ 5008210 w 7467600"/>
              <a:gd name="connsiteY328" fmla="*/ 6649194 h 6858000"/>
              <a:gd name="connsiteX329" fmla="*/ 4986321 w 7467600"/>
              <a:gd name="connsiteY329" fmla="*/ 6765687 h 6858000"/>
              <a:gd name="connsiteX330" fmla="*/ 4973474 w 7467600"/>
              <a:gd name="connsiteY330" fmla="*/ 6858000 h 6858000"/>
              <a:gd name="connsiteX331" fmla="*/ 4907178 w 7467600"/>
              <a:gd name="connsiteY331" fmla="*/ 6858000 h 6858000"/>
              <a:gd name="connsiteX332" fmla="*/ 4910810 w 7467600"/>
              <a:gd name="connsiteY332" fmla="*/ 6829660 h 6858000"/>
              <a:gd name="connsiteX333" fmla="*/ 4987461 w 7467600"/>
              <a:gd name="connsiteY333" fmla="*/ 6432994 h 6858000"/>
              <a:gd name="connsiteX334" fmla="*/ 5179262 w 7467600"/>
              <a:gd name="connsiteY334" fmla="*/ 6035044 h 6858000"/>
              <a:gd name="connsiteX335" fmla="*/ 4689678 w 7467600"/>
              <a:gd name="connsiteY335" fmla="*/ 6440241 h 6858000"/>
              <a:gd name="connsiteX336" fmla="*/ 4477543 w 7467600"/>
              <a:gd name="connsiteY336" fmla="*/ 6674836 h 6858000"/>
              <a:gd name="connsiteX337" fmla="*/ 4329957 w 7467600"/>
              <a:gd name="connsiteY337" fmla="*/ 6858000 h 6858000"/>
              <a:gd name="connsiteX338" fmla="*/ 4218595 w 7467600"/>
              <a:gd name="connsiteY338" fmla="*/ 6858000 h 6858000"/>
              <a:gd name="connsiteX339" fmla="*/ 4368888 w 7467600"/>
              <a:gd name="connsiteY339" fmla="*/ 6668412 h 6858000"/>
              <a:gd name="connsiteX340" fmla="*/ 4563091 w 7467600"/>
              <a:gd name="connsiteY340" fmla="*/ 6442508 h 6858000"/>
              <a:gd name="connsiteX341" fmla="*/ 5387324 w 7467600"/>
              <a:gd name="connsiteY341" fmla="*/ 5705830 h 6858000"/>
              <a:gd name="connsiteX342" fmla="*/ 5073620 w 7467600"/>
              <a:gd name="connsiteY342" fmla="*/ 5955437 h 6858000"/>
              <a:gd name="connsiteX343" fmla="*/ 4689789 w 7467600"/>
              <a:gd name="connsiteY343" fmla="*/ 6268382 h 6858000"/>
              <a:gd name="connsiteX344" fmla="*/ 4418722 w 7467600"/>
              <a:gd name="connsiteY344" fmla="*/ 6570886 h 6858000"/>
              <a:gd name="connsiteX345" fmla="*/ 4214944 w 7467600"/>
              <a:gd name="connsiteY345" fmla="*/ 6858000 h 6858000"/>
              <a:gd name="connsiteX346" fmla="*/ 4177898 w 7467600"/>
              <a:gd name="connsiteY346" fmla="*/ 6858000 h 6858000"/>
              <a:gd name="connsiteX347" fmla="*/ 4391597 w 7467600"/>
              <a:gd name="connsiteY347" fmla="*/ 6556370 h 6858000"/>
              <a:gd name="connsiteX348" fmla="*/ 4668889 w 7467600"/>
              <a:gd name="connsiteY348" fmla="*/ 6246399 h 6858000"/>
              <a:gd name="connsiteX349" fmla="*/ 5055427 w 7467600"/>
              <a:gd name="connsiteY349" fmla="*/ 5931476 h 6858000"/>
              <a:gd name="connsiteX350" fmla="*/ 5371814 w 7467600"/>
              <a:gd name="connsiteY350" fmla="*/ 5678975 h 6858000"/>
              <a:gd name="connsiteX351" fmla="*/ 4987918 w 7467600"/>
              <a:gd name="connsiteY351" fmla="*/ 5838701 h 6858000"/>
              <a:gd name="connsiteX352" fmla="*/ 4317146 w 7467600"/>
              <a:gd name="connsiteY352" fmla="*/ 6587716 h 6858000"/>
              <a:gd name="connsiteX353" fmla="*/ 4171627 w 7467600"/>
              <a:gd name="connsiteY353" fmla="*/ 6858000 h 6858000"/>
              <a:gd name="connsiteX354" fmla="*/ 4081585 w 7467600"/>
              <a:gd name="connsiteY354" fmla="*/ 6858000 h 6858000"/>
              <a:gd name="connsiteX355" fmla="*/ 4238603 w 7467600"/>
              <a:gd name="connsiteY355" fmla="*/ 6559341 h 6858000"/>
              <a:gd name="connsiteX356" fmla="*/ 4778333 w 7467600"/>
              <a:gd name="connsiteY356" fmla="*/ 5873626 h 6858000"/>
              <a:gd name="connsiteX357" fmla="*/ 5414185 w 7467600"/>
              <a:gd name="connsiteY357" fmla="*/ 5573882 h 6858000"/>
              <a:gd name="connsiteX358" fmla="*/ 5959648 w 7467600"/>
              <a:gd name="connsiteY358" fmla="*/ 4760797 h 6858000"/>
              <a:gd name="connsiteX359" fmla="*/ 5355019 w 7467600"/>
              <a:gd name="connsiteY359" fmla="*/ 4734672 h 6858000"/>
              <a:gd name="connsiteX360" fmla="*/ 5083565 w 7467600"/>
              <a:gd name="connsiteY360" fmla="*/ 5179121 h 6858000"/>
              <a:gd name="connsiteX361" fmla="*/ 4713577 w 7467600"/>
              <a:gd name="connsiteY361" fmla="*/ 5616803 h 6858000"/>
              <a:gd name="connsiteX362" fmla="*/ 3989559 w 7467600"/>
              <a:gd name="connsiteY362" fmla="*/ 6145945 h 6858000"/>
              <a:gd name="connsiteX363" fmla="*/ 3939824 w 7467600"/>
              <a:gd name="connsiteY363" fmla="*/ 6066900 h 6858000"/>
              <a:gd name="connsiteX364" fmla="*/ 4584537 w 7467600"/>
              <a:gd name="connsiteY364" fmla="*/ 5324826 h 6858000"/>
              <a:gd name="connsiteX365" fmla="*/ 5037105 w 7467600"/>
              <a:gd name="connsiteY365" fmla="*/ 5088765 h 6858000"/>
              <a:gd name="connsiteX366" fmla="*/ 5039930 w 7467600"/>
              <a:gd name="connsiteY366" fmla="*/ 5089585 h 6858000"/>
              <a:gd name="connsiteX367" fmla="*/ 5263764 w 7467600"/>
              <a:gd name="connsiteY367" fmla="*/ 4735525 h 6858000"/>
              <a:gd name="connsiteX368" fmla="*/ 4086300 w 7467600"/>
              <a:gd name="connsiteY368" fmla="*/ 4884599 h 6858000"/>
              <a:gd name="connsiteX369" fmla="*/ 4085485 w 7467600"/>
              <a:gd name="connsiteY369" fmla="*/ 4899070 h 6858000"/>
              <a:gd name="connsiteX370" fmla="*/ 3871915 w 7467600"/>
              <a:gd name="connsiteY370" fmla="*/ 5253645 h 6858000"/>
              <a:gd name="connsiteX371" fmla="*/ 3799374 w 7467600"/>
              <a:gd name="connsiteY371" fmla="*/ 5466127 h 6858000"/>
              <a:gd name="connsiteX372" fmla="*/ 3498850 w 7467600"/>
              <a:gd name="connsiteY372" fmla="*/ 6661888 h 6858000"/>
              <a:gd name="connsiteX373" fmla="*/ 3399216 w 7467600"/>
              <a:gd name="connsiteY373" fmla="*/ 6858000 h 6858000"/>
              <a:gd name="connsiteX374" fmla="*/ 3303688 w 7467600"/>
              <a:gd name="connsiteY374" fmla="*/ 6858000 h 6858000"/>
              <a:gd name="connsiteX375" fmla="*/ 3391774 w 7467600"/>
              <a:gd name="connsiteY375" fmla="*/ 6697181 h 6858000"/>
              <a:gd name="connsiteX376" fmla="*/ 3735540 w 7467600"/>
              <a:gd name="connsiteY376" fmla="*/ 5546923 h 6858000"/>
              <a:gd name="connsiteX377" fmla="*/ 3729438 w 7467600"/>
              <a:gd name="connsiteY377" fmla="*/ 5569058 h 6858000"/>
              <a:gd name="connsiteX378" fmla="*/ 3707782 w 7467600"/>
              <a:gd name="connsiteY378" fmla="*/ 5644908 h 6858000"/>
              <a:gd name="connsiteX379" fmla="*/ 3583827 w 7467600"/>
              <a:gd name="connsiteY379" fmla="*/ 6039215 h 6858000"/>
              <a:gd name="connsiteX380" fmla="*/ 3547861 w 7467600"/>
              <a:gd name="connsiteY380" fmla="*/ 6129609 h 6858000"/>
              <a:gd name="connsiteX381" fmla="*/ 3490905 w 7467600"/>
              <a:gd name="connsiteY381" fmla="*/ 6277660 h 6858000"/>
              <a:gd name="connsiteX382" fmla="*/ 3455859 w 7467600"/>
              <a:gd name="connsiteY382" fmla="*/ 6391301 h 6858000"/>
              <a:gd name="connsiteX383" fmla="*/ 3429112 w 7467600"/>
              <a:gd name="connsiteY383" fmla="*/ 6479469 h 6858000"/>
              <a:gd name="connsiteX384" fmla="*/ 3304862 w 7467600"/>
              <a:gd name="connsiteY384" fmla="*/ 6796476 h 6858000"/>
              <a:gd name="connsiteX385" fmla="*/ 3276071 w 7467600"/>
              <a:gd name="connsiteY385" fmla="*/ 6858000 h 6858000"/>
              <a:gd name="connsiteX386" fmla="*/ 3240805 w 7467600"/>
              <a:gd name="connsiteY386" fmla="*/ 6858000 h 6858000"/>
              <a:gd name="connsiteX387" fmla="*/ 3275917 w 7467600"/>
              <a:gd name="connsiteY387" fmla="*/ 6783192 h 6858000"/>
              <a:gd name="connsiteX388" fmla="*/ 3399358 w 7467600"/>
              <a:gd name="connsiteY388" fmla="*/ 6469011 h 6858000"/>
              <a:gd name="connsiteX389" fmla="*/ 3425650 w 7467600"/>
              <a:gd name="connsiteY389" fmla="*/ 6381333 h 6858000"/>
              <a:gd name="connsiteX390" fmla="*/ 3460661 w 7467600"/>
              <a:gd name="connsiteY390" fmla="*/ 6266763 h 6858000"/>
              <a:gd name="connsiteX391" fmla="*/ 3518021 w 7467600"/>
              <a:gd name="connsiteY391" fmla="*/ 6117298 h 6858000"/>
              <a:gd name="connsiteX392" fmla="*/ 3554035 w 7467600"/>
              <a:gd name="connsiteY392" fmla="*/ 6027832 h 6858000"/>
              <a:gd name="connsiteX393" fmla="*/ 3677174 w 7467600"/>
              <a:gd name="connsiteY393" fmla="*/ 5636351 h 6858000"/>
              <a:gd name="connsiteX394" fmla="*/ 3698819 w 7467600"/>
              <a:gd name="connsiteY394" fmla="*/ 5560503 h 6858000"/>
              <a:gd name="connsiteX395" fmla="*/ 3702094 w 7467600"/>
              <a:gd name="connsiteY395" fmla="*/ 5549194 h 6858000"/>
              <a:gd name="connsiteX396" fmla="*/ 3398355 w 7467600"/>
              <a:gd name="connsiteY396" fmla="*/ 6094603 h 6858000"/>
              <a:gd name="connsiteX397" fmla="*/ 3193941 w 7467600"/>
              <a:gd name="connsiteY397" fmla="*/ 6798775 h 6858000"/>
              <a:gd name="connsiteX398" fmla="*/ 3184140 w 7467600"/>
              <a:gd name="connsiteY398" fmla="*/ 6858000 h 6858000"/>
              <a:gd name="connsiteX399" fmla="*/ 3099978 w 7467600"/>
              <a:gd name="connsiteY399" fmla="*/ 6858000 h 6858000"/>
              <a:gd name="connsiteX400" fmla="*/ 3101556 w 7467600"/>
              <a:gd name="connsiteY400" fmla="*/ 6843337 h 6858000"/>
              <a:gd name="connsiteX401" fmla="*/ 3370162 w 7467600"/>
              <a:gd name="connsiteY401" fmla="*/ 5785550 h 6858000"/>
              <a:gd name="connsiteX402" fmla="*/ 3746477 w 7467600"/>
              <a:gd name="connsiteY402" fmla="*/ 5377889 h 6858000"/>
              <a:gd name="connsiteX403" fmla="*/ 3863399 w 7467600"/>
              <a:gd name="connsiteY403" fmla="*/ 5087257 h 6858000"/>
              <a:gd name="connsiteX404" fmla="*/ 3968712 w 7467600"/>
              <a:gd name="connsiteY404" fmla="*/ 4913989 h 6858000"/>
              <a:gd name="connsiteX405" fmla="*/ 2792390 w 7467600"/>
              <a:gd name="connsiteY405" fmla="*/ 5382974 h 6858000"/>
              <a:gd name="connsiteX406" fmla="*/ 2714982 w 7467600"/>
              <a:gd name="connsiteY406" fmla="*/ 5427051 h 6858000"/>
              <a:gd name="connsiteX407" fmla="*/ 2813361 w 7467600"/>
              <a:gd name="connsiteY407" fmla="*/ 6023912 h 6858000"/>
              <a:gd name="connsiteX408" fmla="*/ 2688430 w 7467600"/>
              <a:gd name="connsiteY408" fmla="*/ 6801564 h 6858000"/>
              <a:gd name="connsiteX409" fmla="*/ 2629626 w 7467600"/>
              <a:gd name="connsiteY409" fmla="*/ 6763394 h 6858000"/>
              <a:gd name="connsiteX410" fmla="*/ 2565328 w 7467600"/>
              <a:gd name="connsiteY410" fmla="*/ 5516399 h 6858000"/>
              <a:gd name="connsiteX411" fmla="*/ 1922999 w 7467600"/>
              <a:gd name="connsiteY411" fmla="*/ 5980343 h 6858000"/>
              <a:gd name="connsiteX412" fmla="*/ 1950261 w 7467600"/>
              <a:gd name="connsiteY412" fmla="*/ 6405858 h 6858000"/>
              <a:gd name="connsiteX413" fmla="*/ 2365554 w 7467600"/>
              <a:gd name="connsiteY413" fmla="*/ 6759107 h 6858000"/>
              <a:gd name="connsiteX414" fmla="*/ 2424142 w 7467600"/>
              <a:gd name="connsiteY414" fmla="*/ 6858000 h 6858000"/>
              <a:gd name="connsiteX415" fmla="*/ 2395994 w 7467600"/>
              <a:gd name="connsiteY415" fmla="*/ 6858000 h 6858000"/>
              <a:gd name="connsiteX416" fmla="*/ 2392863 w 7467600"/>
              <a:gd name="connsiteY416" fmla="*/ 6852964 h 6858000"/>
              <a:gd name="connsiteX417" fmla="*/ 2017589 w 7467600"/>
              <a:gd name="connsiteY417" fmla="*/ 6493982 h 6858000"/>
              <a:gd name="connsiteX418" fmla="*/ 2147336 w 7467600"/>
              <a:gd name="connsiteY418" fmla="*/ 6594052 h 6858000"/>
              <a:gd name="connsiteX419" fmla="*/ 2207047 w 7467600"/>
              <a:gd name="connsiteY419" fmla="*/ 6654540 h 6858000"/>
              <a:gd name="connsiteX420" fmla="*/ 2299106 w 7467600"/>
              <a:gd name="connsiteY420" fmla="*/ 6778931 h 6858000"/>
              <a:gd name="connsiteX421" fmla="*/ 2314430 w 7467600"/>
              <a:gd name="connsiteY421" fmla="*/ 6801144 h 6858000"/>
              <a:gd name="connsiteX422" fmla="*/ 2352406 w 7467600"/>
              <a:gd name="connsiteY422" fmla="*/ 6858000 h 6858000"/>
              <a:gd name="connsiteX423" fmla="*/ 2314492 w 7467600"/>
              <a:gd name="connsiteY423" fmla="*/ 6858000 h 6858000"/>
              <a:gd name="connsiteX424" fmla="*/ 2288095 w 7467600"/>
              <a:gd name="connsiteY424" fmla="*/ 6818030 h 6858000"/>
              <a:gd name="connsiteX425" fmla="*/ 2272768 w 7467600"/>
              <a:gd name="connsiteY425" fmla="*/ 6795822 h 6858000"/>
              <a:gd name="connsiteX426" fmla="*/ 2182715 w 7467600"/>
              <a:gd name="connsiteY426" fmla="*/ 6675071 h 6858000"/>
              <a:gd name="connsiteX427" fmla="*/ 2032061 w 7467600"/>
              <a:gd name="connsiteY427" fmla="*/ 6541380 h 6858000"/>
              <a:gd name="connsiteX428" fmla="*/ 2257220 w 7467600"/>
              <a:gd name="connsiteY428" fmla="*/ 6826257 h 6858000"/>
              <a:gd name="connsiteX429" fmla="*/ 2281324 w 7467600"/>
              <a:gd name="connsiteY429" fmla="*/ 6858000 h 6858000"/>
              <a:gd name="connsiteX430" fmla="*/ 2242860 w 7467600"/>
              <a:gd name="connsiteY430" fmla="*/ 6858000 h 6858000"/>
              <a:gd name="connsiteX431" fmla="*/ 2232818 w 7467600"/>
              <a:gd name="connsiteY431" fmla="*/ 6844926 h 6858000"/>
              <a:gd name="connsiteX432" fmla="*/ 1990172 w 7467600"/>
              <a:gd name="connsiteY432" fmla="*/ 6542121 h 6858000"/>
              <a:gd name="connsiteX433" fmla="*/ 2124090 w 7467600"/>
              <a:gd name="connsiteY433" fmla="*/ 6761017 h 6858000"/>
              <a:gd name="connsiteX434" fmla="*/ 2200380 w 7467600"/>
              <a:gd name="connsiteY434" fmla="*/ 6858000 h 6858000"/>
              <a:gd name="connsiteX435" fmla="*/ 2147507 w 7467600"/>
              <a:gd name="connsiteY435" fmla="*/ 6858000 h 6858000"/>
              <a:gd name="connsiteX436" fmla="*/ 2070668 w 7467600"/>
              <a:gd name="connsiteY436" fmla="*/ 6761520 h 6858000"/>
              <a:gd name="connsiteX437" fmla="*/ 1975142 w 7467600"/>
              <a:gd name="connsiteY437" fmla="*/ 6585570 h 6858000"/>
              <a:gd name="connsiteX438" fmla="*/ 2050035 w 7467600"/>
              <a:gd name="connsiteY438" fmla="*/ 6813345 h 6858000"/>
              <a:gd name="connsiteX439" fmla="*/ 2063025 w 7467600"/>
              <a:gd name="connsiteY439" fmla="*/ 6858000 h 6858000"/>
              <a:gd name="connsiteX440" fmla="*/ 2021675 w 7467600"/>
              <a:gd name="connsiteY440" fmla="*/ 6858000 h 6858000"/>
              <a:gd name="connsiteX441" fmla="*/ 2019308 w 7467600"/>
              <a:gd name="connsiteY441" fmla="*/ 6847118 h 6858000"/>
              <a:gd name="connsiteX442" fmla="*/ 1938835 w 7467600"/>
              <a:gd name="connsiteY442" fmla="*/ 6551160 h 6858000"/>
              <a:gd name="connsiteX443" fmla="*/ 1953230 w 7467600"/>
              <a:gd name="connsiteY443" fmla="*/ 6759699 h 6858000"/>
              <a:gd name="connsiteX444" fmla="*/ 1956763 w 7467600"/>
              <a:gd name="connsiteY444" fmla="*/ 6778191 h 6858000"/>
              <a:gd name="connsiteX445" fmla="*/ 1967925 w 7467600"/>
              <a:gd name="connsiteY445" fmla="*/ 6858000 h 6858000"/>
              <a:gd name="connsiteX446" fmla="*/ 1936622 w 7467600"/>
              <a:gd name="connsiteY446" fmla="*/ 6858000 h 6858000"/>
              <a:gd name="connsiteX447" fmla="*/ 1926261 w 7467600"/>
              <a:gd name="connsiteY447" fmla="*/ 6784064 h 6858000"/>
              <a:gd name="connsiteX448" fmla="*/ 1922724 w 7467600"/>
              <a:gd name="connsiteY448" fmla="*/ 6765577 h 6858000"/>
              <a:gd name="connsiteX449" fmla="*/ 1904650 w 7467600"/>
              <a:gd name="connsiteY449" fmla="*/ 6639616 h 6858000"/>
              <a:gd name="connsiteX450" fmla="*/ 1885273 w 7467600"/>
              <a:gd name="connsiteY450" fmla="*/ 6858000 h 6858000"/>
              <a:gd name="connsiteX451" fmla="*/ 1854363 w 7467600"/>
              <a:gd name="connsiteY451" fmla="*/ 6858000 h 6858000"/>
              <a:gd name="connsiteX452" fmla="*/ 1880391 w 7467600"/>
              <a:gd name="connsiteY452" fmla="*/ 6603796 h 6858000"/>
              <a:gd name="connsiteX453" fmla="*/ 1818273 w 7467600"/>
              <a:gd name="connsiteY453" fmla="*/ 6715729 h 6858000"/>
              <a:gd name="connsiteX454" fmla="*/ 1794691 w 7467600"/>
              <a:gd name="connsiteY454" fmla="*/ 6843239 h 6858000"/>
              <a:gd name="connsiteX455" fmla="*/ 1794914 w 7467600"/>
              <a:gd name="connsiteY455" fmla="*/ 6858000 h 6858000"/>
              <a:gd name="connsiteX456" fmla="*/ 1746128 w 7467600"/>
              <a:gd name="connsiteY456" fmla="*/ 6858000 h 6858000"/>
              <a:gd name="connsiteX457" fmla="*/ 1753934 w 7467600"/>
              <a:gd name="connsiteY457" fmla="*/ 6724796 h 6858000"/>
              <a:gd name="connsiteX458" fmla="*/ 1792053 w 7467600"/>
              <a:gd name="connsiteY458" fmla="*/ 6572396 h 6858000"/>
              <a:gd name="connsiteX459" fmla="*/ 1862248 w 7467600"/>
              <a:gd name="connsiteY459" fmla="*/ 6266397 h 6858000"/>
              <a:gd name="connsiteX460" fmla="*/ 1862250 w 7467600"/>
              <a:gd name="connsiteY460" fmla="*/ 6033531 h 6858000"/>
              <a:gd name="connsiteX461" fmla="*/ 1211999 w 7467600"/>
              <a:gd name="connsiteY461" fmla="*/ 6683610 h 6858000"/>
              <a:gd name="connsiteX462" fmla="*/ 1213266 w 7467600"/>
              <a:gd name="connsiteY462" fmla="*/ 6691947 h 6858000"/>
              <a:gd name="connsiteX463" fmla="*/ 1203370 w 7467600"/>
              <a:gd name="connsiteY463" fmla="*/ 6850676 h 6858000"/>
              <a:gd name="connsiteX464" fmla="*/ 1203671 w 7467600"/>
              <a:gd name="connsiteY464" fmla="*/ 6858000 h 6858000"/>
              <a:gd name="connsiteX465" fmla="*/ 1143180 w 7467600"/>
              <a:gd name="connsiteY465" fmla="*/ 6858000 h 6858000"/>
              <a:gd name="connsiteX466" fmla="*/ 1142176 w 7467600"/>
              <a:gd name="connsiteY466" fmla="*/ 6766045 h 6858000"/>
              <a:gd name="connsiteX467" fmla="*/ 1067484 w 7467600"/>
              <a:gd name="connsiteY467" fmla="*/ 6858000 h 6858000"/>
              <a:gd name="connsiteX468" fmla="*/ 953928 w 7467600"/>
              <a:gd name="connsiteY468" fmla="*/ 6858000 h 6858000"/>
              <a:gd name="connsiteX469" fmla="*/ 959715 w 7467600"/>
              <a:gd name="connsiteY469" fmla="*/ 6850185 h 6858000"/>
              <a:gd name="connsiteX470" fmla="*/ 1483788 w 7467600"/>
              <a:gd name="connsiteY470" fmla="*/ 6259174 h 6858000"/>
              <a:gd name="connsiteX471" fmla="*/ 1100671 w 7467600"/>
              <a:gd name="connsiteY471" fmla="*/ 6252137 h 6858000"/>
              <a:gd name="connsiteX472" fmla="*/ 1090144 w 7467600"/>
              <a:gd name="connsiteY472" fmla="*/ 6256748 h 6858000"/>
              <a:gd name="connsiteX473" fmla="*/ 1095872 w 7467600"/>
              <a:gd name="connsiteY473" fmla="*/ 6271892 h 6858000"/>
              <a:gd name="connsiteX474" fmla="*/ 262785 w 7467600"/>
              <a:gd name="connsiteY474" fmla="*/ 6845450 h 6858000"/>
              <a:gd name="connsiteX475" fmla="*/ 209968 w 7467600"/>
              <a:gd name="connsiteY475" fmla="*/ 6770713 h 6858000"/>
              <a:gd name="connsiteX476" fmla="*/ 873460 w 7467600"/>
              <a:gd name="connsiteY476" fmla="*/ 6253768 h 6858000"/>
              <a:gd name="connsiteX477" fmla="*/ 192686 w 7467600"/>
              <a:gd name="connsiteY477" fmla="*/ 5849257 h 6858000"/>
              <a:gd name="connsiteX478" fmla="*/ 4696 w 7467600"/>
              <a:gd name="connsiteY478" fmla="*/ 5697668 h 6858000"/>
              <a:gd name="connsiteX479" fmla="*/ 0 w 7467600"/>
              <a:gd name="connsiteY479" fmla="*/ 5689984 h 6858000"/>
              <a:gd name="connsiteX480" fmla="*/ 0 w 7467600"/>
              <a:gd name="connsiteY480" fmla="*/ 5513472 h 6858000"/>
              <a:gd name="connsiteX481" fmla="*/ 174101 w 7467600"/>
              <a:gd name="connsiteY481" fmla="*/ 5620277 h 6858000"/>
              <a:gd name="connsiteX482" fmla="*/ 891800 w 7467600"/>
              <a:gd name="connsiteY482" fmla="*/ 6036935 h 6858000"/>
              <a:gd name="connsiteX483" fmla="*/ 1072219 w 7467600"/>
              <a:gd name="connsiteY483" fmla="*/ 6169443 h 6858000"/>
              <a:gd name="connsiteX484" fmla="*/ 1074117 w 7467600"/>
              <a:gd name="connsiteY484" fmla="*/ 6170301 h 6858000"/>
              <a:gd name="connsiteX485" fmla="*/ 1083114 w 7467600"/>
              <a:gd name="connsiteY485" fmla="*/ 6174131 h 6858000"/>
              <a:gd name="connsiteX486" fmla="*/ 1543010 w 7467600"/>
              <a:gd name="connsiteY486" fmla="*/ 6191140 h 6858000"/>
              <a:gd name="connsiteX487" fmla="*/ 1551080 w 7467600"/>
              <a:gd name="connsiteY487" fmla="*/ 6195006 h 6858000"/>
              <a:gd name="connsiteX488" fmla="*/ 2345443 w 7467600"/>
              <a:gd name="connsiteY488" fmla="*/ 5549882 h 6858000"/>
              <a:gd name="connsiteX489" fmla="*/ 1721499 w 7467600"/>
              <a:gd name="connsiteY489" fmla="*/ 5599969 h 6858000"/>
              <a:gd name="connsiteX490" fmla="*/ 767716 w 7467600"/>
              <a:gd name="connsiteY490" fmla="*/ 5472768 h 6858000"/>
              <a:gd name="connsiteX491" fmla="*/ 722147 w 7467600"/>
              <a:gd name="connsiteY491" fmla="*/ 5393091 h 6858000"/>
              <a:gd name="connsiteX492" fmla="*/ 1485552 w 7467600"/>
              <a:gd name="connsiteY492" fmla="*/ 5313202 h 6858000"/>
              <a:gd name="connsiteX493" fmla="*/ 2143004 w 7467600"/>
              <a:gd name="connsiteY493" fmla="*/ 5402420 h 6858000"/>
              <a:gd name="connsiteX494" fmla="*/ 1933391 w 7467600"/>
              <a:gd name="connsiteY494" fmla="*/ 5156971 h 6858000"/>
              <a:gd name="connsiteX495" fmla="*/ 1827118 w 7467600"/>
              <a:gd name="connsiteY495" fmla="*/ 4968410 h 6858000"/>
              <a:gd name="connsiteX496" fmla="*/ 1837349 w 7467600"/>
              <a:gd name="connsiteY496" fmla="*/ 4956357 h 6858000"/>
              <a:gd name="connsiteX497" fmla="*/ 2162835 w 7467600"/>
              <a:gd name="connsiteY497" fmla="*/ 5187853 h 6858000"/>
              <a:gd name="connsiteX498" fmla="*/ 2257167 w 7467600"/>
              <a:gd name="connsiteY498" fmla="*/ 5462123 h 6858000"/>
              <a:gd name="connsiteX499" fmla="*/ 2261598 w 7467600"/>
              <a:gd name="connsiteY499" fmla="*/ 5467998 h 6858000"/>
              <a:gd name="connsiteX500" fmla="*/ 2437177 w 7467600"/>
              <a:gd name="connsiteY500" fmla="*/ 5479608 h 6858000"/>
              <a:gd name="connsiteX501" fmla="*/ 2445247 w 7467600"/>
              <a:gd name="connsiteY501" fmla="*/ 5483476 h 6858000"/>
              <a:gd name="connsiteX502" fmla="*/ 2743626 w 7467600"/>
              <a:gd name="connsiteY502" fmla="*/ 5304819 h 6858000"/>
              <a:gd name="connsiteX503" fmla="*/ 3048102 w 7467600"/>
              <a:gd name="connsiteY503" fmla="*/ 5150595 h 6858000"/>
              <a:gd name="connsiteX504" fmla="*/ 1799414 w 7467600"/>
              <a:gd name="connsiteY504" fmla="*/ 4694732 h 6858000"/>
              <a:gd name="connsiteX505" fmla="*/ 1771735 w 7467600"/>
              <a:gd name="connsiteY505" fmla="*/ 4619929 h 6858000"/>
              <a:gd name="connsiteX506" fmla="*/ 3104273 w 7467600"/>
              <a:gd name="connsiteY506" fmla="*/ 5076159 h 6858000"/>
              <a:gd name="connsiteX507" fmla="*/ 3113245 w 7467600"/>
              <a:gd name="connsiteY507" fmla="*/ 5090705 h 6858000"/>
              <a:gd name="connsiteX508" fmla="*/ 3126294 w 7467600"/>
              <a:gd name="connsiteY508" fmla="*/ 5114400 h 6858000"/>
              <a:gd name="connsiteX509" fmla="*/ 3937433 w 7467600"/>
              <a:gd name="connsiteY509" fmla="*/ 4830473 h 6858000"/>
              <a:gd name="connsiteX510" fmla="*/ 3590475 w 7467600"/>
              <a:gd name="connsiteY510" fmla="*/ 4597974 h 6858000"/>
              <a:gd name="connsiteX511" fmla="*/ 3100264 w 7467600"/>
              <a:gd name="connsiteY511" fmla="*/ 4579845 h 6858000"/>
              <a:gd name="connsiteX512" fmla="*/ 2183576 w 7467600"/>
              <a:gd name="connsiteY512" fmla="*/ 4227150 h 6858000"/>
              <a:gd name="connsiteX513" fmla="*/ 2151029 w 7467600"/>
              <a:gd name="connsiteY513" fmla="*/ 4146947 h 6858000"/>
              <a:gd name="connsiteX514" fmla="*/ 3563434 w 7467600"/>
              <a:gd name="connsiteY514" fmla="*/ 4469115 h 6858000"/>
              <a:gd name="connsiteX515" fmla="*/ 3177952 w 7467600"/>
              <a:gd name="connsiteY515" fmla="*/ 3657386 h 6858000"/>
              <a:gd name="connsiteX516" fmla="*/ 3189263 w 7467600"/>
              <a:gd name="connsiteY516" fmla="*/ 3625726 h 6858000"/>
              <a:gd name="connsiteX517" fmla="*/ 3560912 w 7467600"/>
              <a:gd name="connsiteY517" fmla="*/ 4079863 h 6858000"/>
              <a:gd name="connsiteX518" fmla="*/ 3626636 w 7467600"/>
              <a:gd name="connsiteY518" fmla="*/ 4512230 h 6858000"/>
              <a:gd name="connsiteX519" fmla="*/ 3653088 w 7467600"/>
              <a:gd name="connsiteY519" fmla="*/ 4521417 h 6858000"/>
              <a:gd name="connsiteX520" fmla="*/ 3988128 w 7467600"/>
              <a:gd name="connsiteY520" fmla="*/ 4817267 h 6858000"/>
              <a:gd name="connsiteX521" fmla="*/ 4830582 w 7467600"/>
              <a:gd name="connsiteY521" fmla="*/ 4676000 h 6858000"/>
              <a:gd name="connsiteX522" fmla="*/ 4830100 w 7467600"/>
              <a:gd name="connsiteY522" fmla="*/ 4675554 h 6858000"/>
              <a:gd name="connsiteX523" fmla="*/ 4036318 w 7467600"/>
              <a:gd name="connsiteY523" fmla="*/ 4147013 h 6858000"/>
              <a:gd name="connsiteX524" fmla="*/ 3432098 w 7467600"/>
              <a:gd name="connsiteY524" fmla="*/ 3537312 h 6858000"/>
              <a:gd name="connsiteX525" fmla="*/ 3446761 w 7467600"/>
              <a:gd name="connsiteY525" fmla="*/ 3461278 h 6858000"/>
              <a:gd name="connsiteX526" fmla="*/ 4419733 w 7467600"/>
              <a:gd name="connsiteY526" fmla="*/ 3963555 h 6858000"/>
              <a:gd name="connsiteX527" fmla="*/ 4781371 w 7467600"/>
              <a:gd name="connsiteY527" fmla="*/ 4458604 h 6858000"/>
              <a:gd name="connsiteX528" fmla="*/ 4780440 w 7467600"/>
              <a:gd name="connsiteY528" fmla="*/ 4470290 h 6858000"/>
              <a:gd name="connsiteX529" fmla="*/ 4898954 w 7467600"/>
              <a:gd name="connsiteY529" fmla="*/ 4662092 h 6858000"/>
              <a:gd name="connsiteX530" fmla="*/ 4900699 w 7467600"/>
              <a:gd name="connsiteY530" fmla="*/ 4670867 h 6858000"/>
              <a:gd name="connsiteX531" fmla="*/ 5714511 w 7467600"/>
              <a:gd name="connsiteY531" fmla="*/ 4663483 h 6858000"/>
              <a:gd name="connsiteX532" fmla="*/ 5464793 w 7467600"/>
              <a:gd name="connsiteY532" fmla="*/ 4393556 h 6858000"/>
              <a:gd name="connsiteX533" fmla="*/ 5461897 w 7467600"/>
              <a:gd name="connsiteY533" fmla="*/ 4390879 h 6858000"/>
              <a:gd name="connsiteX534" fmla="*/ 4294126 w 7467600"/>
              <a:gd name="connsiteY534" fmla="*/ 3303048 h 6858000"/>
              <a:gd name="connsiteX535" fmla="*/ 4305321 w 7467600"/>
              <a:gd name="connsiteY535" fmla="*/ 3256953 h 6858000"/>
              <a:gd name="connsiteX536" fmla="*/ 4949299 w 7467600"/>
              <a:gd name="connsiteY536" fmla="*/ 3766336 h 6858000"/>
              <a:gd name="connsiteX537" fmla="*/ 5291452 w 7467600"/>
              <a:gd name="connsiteY537" fmla="*/ 4076801 h 6858000"/>
              <a:gd name="connsiteX538" fmla="*/ 5434998 w 7467600"/>
              <a:gd name="connsiteY538" fmla="*/ 4254100 h 6858000"/>
              <a:gd name="connsiteX539" fmla="*/ 5351015 w 7467600"/>
              <a:gd name="connsiteY539" fmla="*/ 3760989 h 6858000"/>
              <a:gd name="connsiteX540" fmla="*/ 5413780 w 7467600"/>
              <a:gd name="connsiteY540" fmla="*/ 2966265 h 6858000"/>
              <a:gd name="connsiteX541" fmla="*/ 5425627 w 7467600"/>
              <a:gd name="connsiteY541" fmla="*/ 2954192 h 6858000"/>
              <a:gd name="connsiteX542" fmla="*/ 6604735 w 7467600"/>
              <a:gd name="connsiteY542" fmla="*/ 2041381 h 6858000"/>
              <a:gd name="connsiteX543" fmla="*/ 7204487 w 7467600"/>
              <a:gd name="connsiteY543" fmla="*/ 2742112 h 6858000"/>
              <a:gd name="connsiteX544" fmla="*/ 7131592 w 7467600"/>
              <a:gd name="connsiteY544" fmla="*/ 2672096 h 6858000"/>
              <a:gd name="connsiteX545" fmla="*/ 6996344 w 7467600"/>
              <a:gd name="connsiteY545" fmla="*/ 2518310 h 6858000"/>
              <a:gd name="connsiteX546" fmla="*/ 6735495 w 7467600"/>
              <a:gd name="connsiteY546" fmla="*/ 2196890 h 6858000"/>
              <a:gd name="connsiteX547" fmla="*/ 6721901 w 7467600"/>
              <a:gd name="connsiteY547" fmla="*/ 2179274 h 6858000"/>
              <a:gd name="connsiteX548" fmla="*/ 6604735 w 7467600"/>
              <a:gd name="connsiteY548" fmla="*/ 2041381 h 6858000"/>
              <a:gd name="connsiteX549" fmla="*/ 6591670 w 7467600"/>
              <a:gd name="connsiteY549" fmla="*/ 1988277 h 6858000"/>
              <a:gd name="connsiteX550" fmla="*/ 6747349 w 7467600"/>
              <a:gd name="connsiteY550" fmla="*/ 2160069 h 6858000"/>
              <a:gd name="connsiteX551" fmla="*/ 6760943 w 7467600"/>
              <a:gd name="connsiteY551" fmla="*/ 2177686 h 6858000"/>
              <a:gd name="connsiteX552" fmla="*/ 7021065 w 7467600"/>
              <a:gd name="connsiteY552" fmla="*/ 2498102 h 6858000"/>
              <a:gd name="connsiteX553" fmla="*/ 7155223 w 7467600"/>
              <a:gd name="connsiteY553" fmla="*/ 2650386 h 6858000"/>
              <a:gd name="connsiteX554" fmla="*/ 7203167 w 7467600"/>
              <a:gd name="connsiteY554" fmla="*/ 2697288 h 6858000"/>
              <a:gd name="connsiteX555" fmla="*/ 6937703 w 7467600"/>
              <a:gd name="connsiteY555" fmla="*/ 2321981 h 6858000"/>
              <a:gd name="connsiteX556" fmla="*/ 6591670 w 7467600"/>
              <a:gd name="connsiteY556" fmla="*/ 1988277 h 6858000"/>
              <a:gd name="connsiteX557" fmla="*/ 5798671 w 7467600"/>
              <a:gd name="connsiteY557" fmla="*/ 1981601 h 6858000"/>
              <a:gd name="connsiteX558" fmla="*/ 5754709 w 7467600"/>
              <a:gd name="connsiteY558" fmla="*/ 2071454 h 6858000"/>
              <a:gd name="connsiteX559" fmla="*/ 5763044 w 7467600"/>
              <a:gd name="connsiteY559" fmla="*/ 2842206 h 6858000"/>
              <a:gd name="connsiteX560" fmla="*/ 5764974 w 7467600"/>
              <a:gd name="connsiteY560" fmla="*/ 2799609 h 6858000"/>
              <a:gd name="connsiteX561" fmla="*/ 5767665 w 7467600"/>
              <a:gd name="connsiteY561" fmla="*/ 2666409 h 6858000"/>
              <a:gd name="connsiteX562" fmla="*/ 5763055 w 7467600"/>
              <a:gd name="connsiteY562" fmla="*/ 2579705 h 6858000"/>
              <a:gd name="connsiteX563" fmla="*/ 5758079 w 7467600"/>
              <a:gd name="connsiteY563" fmla="*/ 2492508 h 6858000"/>
              <a:gd name="connsiteX564" fmla="*/ 5779325 w 7467600"/>
              <a:gd name="connsiteY564" fmla="*/ 2197069 h 6858000"/>
              <a:gd name="connsiteX565" fmla="*/ 5798671 w 7467600"/>
              <a:gd name="connsiteY565" fmla="*/ 1981601 h 6858000"/>
              <a:gd name="connsiteX566" fmla="*/ 5829202 w 7467600"/>
              <a:gd name="connsiteY566" fmla="*/ 1971679 h 6858000"/>
              <a:gd name="connsiteX567" fmla="*/ 5809558 w 7467600"/>
              <a:gd name="connsiteY567" fmla="*/ 2198043 h 6858000"/>
              <a:gd name="connsiteX568" fmla="*/ 5788653 w 7467600"/>
              <a:gd name="connsiteY568" fmla="*/ 2489430 h 6858000"/>
              <a:gd name="connsiteX569" fmla="*/ 5793439 w 7467600"/>
              <a:gd name="connsiteY569" fmla="*/ 2575235 h 6858000"/>
              <a:gd name="connsiteX570" fmla="*/ 5796837 w 7467600"/>
              <a:gd name="connsiteY570" fmla="*/ 2637633 h 6858000"/>
              <a:gd name="connsiteX571" fmla="*/ 5818614 w 7467600"/>
              <a:gd name="connsiteY571" fmla="*/ 2473055 h 6858000"/>
              <a:gd name="connsiteX572" fmla="*/ 5829202 w 7467600"/>
              <a:gd name="connsiteY572" fmla="*/ 1971679 h 6858000"/>
              <a:gd name="connsiteX573" fmla="*/ 5911389 w 7467600"/>
              <a:gd name="connsiteY573" fmla="*/ 1898371 h 6858000"/>
              <a:gd name="connsiteX574" fmla="*/ 6237627 w 7467600"/>
              <a:gd name="connsiteY574" fmla="*/ 2231921 h 6858000"/>
              <a:gd name="connsiteX575" fmla="*/ 5911389 w 7467600"/>
              <a:gd name="connsiteY575" fmla="*/ 1898371 h 6858000"/>
              <a:gd name="connsiteX576" fmla="*/ 6944437 w 7467600"/>
              <a:gd name="connsiteY576" fmla="*/ 1575402 h 6858000"/>
              <a:gd name="connsiteX577" fmla="*/ 6304730 w 7467600"/>
              <a:gd name="connsiteY577" fmla="*/ 1766654 h 6858000"/>
              <a:gd name="connsiteX578" fmla="*/ 6944437 w 7467600"/>
              <a:gd name="connsiteY578" fmla="*/ 1575402 h 6858000"/>
              <a:gd name="connsiteX579" fmla="*/ 7019523 w 7467600"/>
              <a:gd name="connsiteY579" fmla="*/ 1519450 h 6858000"/>
              <a:gd name="connsiteX580" fmla="*/ 6298091 w 7467600"/>
              <a:gd name="connsiteY580" fmla="*/ 1737122 h 6858000"/>
              <a:gd name="connsiteX581" fmla="*/ 7019523 w 7467600"/>
              <a:gd name="connsiteY581" fmla="*/ 1519450 h 6858000"/>
              <a:gd name="connsiteX582" fmla="*/ 2399523 w 7467600"/>
              <a:gd name="connsiteY582" fmla="*/ 1428234 h 6858000"/>
              <a:gd name="connsiteX583" fmla="*/ 2224982 w 7467600"/>
              <a:gd name="connsiteY583" fmla="*/ 1826201 h 6858000"/>
              <a:gd name="connsiteX584" fmla="*/ 2096099 w 7467600"/>
              <a:gd name="connsiteY584" fmla="*/ 2345900 h 6858000"/>
              <a:gd name="connsiteX585" fmla="*/ 2283317 w 7467600"/>
              <a:gd name="connsiteY585" fmla="*/ 1796925 h 6858000"/>
              <a:gd name="connsiteX586" fmla="*/ 2399523 w 7467600"/>
              <a:gd name="connsiteY586" fmla="*/ 1428234 h 6858000"/>
              <a:gd name="connsiteX587" fmla="*/ 2448558 w 7467600"/>
              <a:gd name="connsiteY587" fmla="*/ 1373435 h 6858000"/>
              <a:gd name="connsiteX588" fmla="*/ 2312521 w 7467600"/>
              <a:gd name="connsiteY588" fmla="*/ 1806140 h 6858000"/>
              <a:gd name="connsiteX589" fmla="*/ 2127533 w 7467600"/>
              <a:gd name="connsiteY589" fmla="*/ 2348380 h 6858000"/>
              <a:gd name="connsiteX590" fmla="*/ 2358080 w 7467600"/>
              <a:gd name="connsiteY590" fmla="*/ 1866134 h 6858000"/>
              <a:gd name="connsiteX591" fmla="*/ 2407436 w 7467600"/>
              <a:gd name="connsiteY591" fmla="*/ 1651070 h 6858000"/>
              <a:gd name="connsiteX592" fmla="*/ 2448558 w 7467600"/>
              <a:gd name="connsiteY592" fmla="*/ 1373435 h 6858000"/>
              <a:gd name="connsiteX593" fmla="*/ 278707 w 7467600"/>
              <a:gd name="connsiteY593" fmla="*/ 1352270 h 6858000"/>
              <a:gd name="connsiteX594" fmla="*/ 321570 w 7467600"/>
              <a:gd name="connsiteY594" fmla="*/ 1861610 h 6858000"/>
              <a:gd name="connsiteX595" fmla="*/ 294281 w 7467600"/>
              <a:gd name="connsiteY595" fmla="*/ 1440658 h 6858000"/>
              <a:gd name="connsiteX596" fmla="*/ 278707 w 7467600"/>
              <a:gd name="connsiteY596" fmla="*/ 1352270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5236 w 7467600"/>
              <a:gd name="connsiteY631" fmla="*/ 1268632 h 6858000"/>
              <a:gd name="connsiteX632" fmla="*/ 6516292 w 7467600"/>
              <a:gd name="connsiteY632" fmla="*/ 1263064 h 6858000"/>
              <a:gd name="connsiteX633" fmla="*/ 5736320 w 7467600"/>
              <a:gd name="connsiteY633" fmla="*/ 1501803 h 6858000"/>
              <a:gd name="connsiteX634" fmla="*/ 6516292 w 7467600"/>
              <a:gd name="connsiteY634" fmla="*/ 1263064 h 6858000"/>
              <a:gd name="connsiteX635" fmla="*/ 291466 w 7467600"/>
              <a:gd name="connsiteY635" fmla="*/ 1250369 h 6858000"/>
              <a:gd name="connsiteX636" fmla="*/ 323180 w 7467600"/>
              <a:gd name="connsiteY636" fmla="*/ 1435283 h 6858000"/>
              <a:gd name="connsiteX637" fmla="*/ 349381 w 7467600"/>
              <a:gd name="connsiteY637" fmla="*/ 1875041 h 6858000"/>
              <a:gd name="connsiteX638" fmla="*/ 374363 w 7467600"/>
              <a:gd name="connsiteY638" fmla="*/ 1506494 h 6858000"/>
              <a:gd name="connsiteX639" fmla="*/ 302168 w 7467600"/>
              <a:gd name="connsiteY639" fmla="*/ 1274495 h 6858000"/>
              <a:gd name="connsiteX640" fmla="*/ 291466 w 7467600"/>
              <a:gd name="connsiteY640" fmla="*/ 1250369 h 6858000"/>
              <a:gd name="connsiteX641" fmla="*/ 678222 w 7467600"/>
              <a:gd name="connsiteY641" fmla="*/ 1248670 h 6858000"/>
              <a:gd name="connsiteX642" fmla="*/ 775536 w 7467600"/>
              <a:gd name="connsiteY642" fmla="*/ 1388015 h 6858000"/>
              <a:gd name="connsiteX643" fmla="*/ 894529 w 7467600"/>
              <a:gd name="connsiteY643" fmla="*/ 1567739 h 6858000"/>
              <a:gd name="connsiteX644" fmla="*/ 948000 w 7467600"/>
              <a:gd name="connsiteY644" fmla="*/ 1663088 h 6858000"/>
              <a:gd name="connsiteX645" fmla="*/ 1006812 w 7467600"/>
              <a:gd name="connsiteY645" fmla="*/ 1767683 h 6858000"/>
              <a:gd name="connsiteX646" fmla="*/ 1149133 w 7467600"/>
              <a:gd name="connsiteY646" fmla="*/ 1971513 h 6858000"/>
              <a:gd name="connsiteX647" fmla="*/ 1333952 w 7467600"/>
              <a:gd name="connsiteY647" fmla="*/ 2251620 h 6858000"/>
              <a:gd name="connsiteX648" fmla="*/ 1337329 w 7467600"/>
              <a:gd name="connsiteY648" fmla="*/ 2258350 h 6858000"/>
              <a:gd name="connsiteX649" fmla="*/ 1014726 w 7467600"/>
              <a:gd name="connsiteY649" fmla="*/ 1615556 h 6858000"/>
              <a:gd name="connsiteX650" fmla="*/ 678222 w 7467600"/>
              <a:gd name="connsiteY650" fmla="*/ 1248670 h 6858000"/>
              <a:gd name="connsiteX651" fmla="*/ 6691602 w 7467600"/>
              <a:gd name="connsiteY651" fmla="*/ 1140573 h 6858000"/>
              <a:gd name="connsiteX652" fmla="*/ 6571100 w 7467600"/>
              <a:gd name="connsiteY652" fmla="*/ 1183662 h 6858000"/>
              <a:gd name="connsiteX653" fmla="*/ 6241687 w 7467600"/>
              <a:gd name="connsiteY653" fmla="*/ 1257600 h 6858000"/>
              <a:gd name="connsiteX654" fmla="*/ 5693009 w 7467600"/>
              <a:gd name="connsiteY654" fmla="*/ 1478256 h 6858000"/>
              <a:gd name="connsiteX655" fmla="*/ 6548420 w 7467600"/>
              <a:gd name="connsiteY655" fmla="*/ 1214599 h 6858000"/>
              <a:gd name="connsiteX656" fmla="*/ 6605473 w 7467600"/>
              <a:gd name="connsiteY656" fmla="*/ 1184686 h 6858000"/>
              <a:gd name="connsiteX657" fmla="*/ 6691602 w 7467600"/>
              <a:gd name="connsiteY657" fmla="*/ 1140573 h 6858000"/>
              <a:gd name="connsiteX658" fmla="*/ 4002475 w 7467600"/>
              <a:gd name="connsiteY658" fmla="*/ 1037802 h 6858000"/>
              <a:gd name="connsiteX659" fmla="*/ 4000324 w 7467600"/>
              <a:gd name="connsiteY659" fmla="*/ 1039362 h 6858000"/>
              <a:gd name="connsiteX660" fmla="*/ 4002862 w 7467600"/>
              <a:gd name="connsiteY660" fmla="*/ 1042866 h 6858000"/>
              <a:gd name="connsiteX661" fmla="*/ 4002475 w 7467600"/>
              <a:gd name="connsiteY661" fmla="*/ 1037802 h 6858000"/>
              <a:gd name="connsiteX662" fmla="*/ 506322 w 7467600"/>
              <a:gd name="connsiteY662" fmla="*/ 1020997 h 6858000"/>
              <a:gd name="connsiteX663" fmla="*/ 533068 w 7467600"/>
              <a:gd name="connsiteY663" fmla="*/ 1029409 h 6858000"/>
              <a:gd name="connsiteX664" fmla="*/ 1232525 w 7467600"/>
              <a:gd name="connsiteY664" fmla="*/ 1804675 h 6858000"/>
              <a:gd name="connsiteX665" fmla="*/ 1388858 w 7467600"/>
              <a:gd name="connsiteY665" fmla="*/ 2368011 h 6858000"/>
              <a:gd name="connsiteX666" fmla="*/ 1384098 w 7467600"/>
              <a:gd name="connsiteY666" fmla="*/ 2378125 h 6858000"/>
              <a:gd name="connsiteX667" fmla="*/ 1425393 w 7467600"/>
              <a:gd name="connsiteY667" fmla="*/ 2589124 h 6858000"/>
              <a:gd name="connsiteX668" fmla="*/ 1424001 w 7467600"/>
              <a:gd name="connsiteY668" fmla="*/ 2597541 h 6858000"/>
              <a:gd name="connsiteX669" fmla="*/ 2152729 w 7467600"/>
              <a:gd name="connsiteY669" fmla="*/ 2864487 h 6858000"/>
              <a:gd name="connsiteX670" fmla="*/ 2020609 w 7467600"/>
              <a:gd name="connsiteY670" fmla="*/ 2539671 h 6858000"/>
              <a:gd name="connsiteX671" fmla="*/ 2018920 w 7467600"/>
              <a:gd name="connsiteY671" fmla="*/ 2536309 h 6858000"/>
              <a:gd name="connsiteX672" fmla="*/ 1342441 w 7467600"/>
              <a:gd name="connsiteY672" fmla="*/ 1173017 h 6858000"/>
              <a:gd name="connsiteX673" fmla="*/ 1367925 w 7467600"/>
              <a:gd name="connsiteY673" fmla="*/ 1135648 h 6858000"/>
              <a:gd name="connsiteX674" fmla="*/ 1771401 w 7467600"/>
              <a:gd name="connsiteY674" fmla="*/ 1806673 h 6858000"/>
              <a:gd name="connsiteX675" fmla="*/ 1972385 w 7467600"/>
              <a:gd name="connsiteY675" fmla="*/ 2198735 h 6858000"/>
              <a:gd name="connsiteX676" fmla="*/ 2040892 w 7467600"/>
              <a:gd name="connsiteY676" fmla="*/ 2405205 h 6858000"/>
              <a:gd name="connsiteX677" fmla="*/ 2131689 w 7467600"/>
              <a:gd name="connsiteY677" fmla="*/ 1936926 h 6858000"/>
              <a:gd name="connsiteX678" fmla="*/ 2454820 w 7467600"/>
              <a:gd name="connsiteY678" fmla="*/ 1248808 h 6858000"/>
              <a:gd name="connsiteX679" fmla="*/ 2492512 w 7467600"/>
              <a:gd name="connsiteY679" fmla="*/ 1302920 h 6858000"/>
              <a:gd name="connsiteX680" fmla="*/ 2081216 w 7467600"/>
              <a:gd name="connsiteY680" fmla="*/ 2527513 h 6858000"/>
              <a:gd name="connsiteX681" fmla="*/ 2081211 w 7467600"/>
              <a:gd name="connsiteY681" fmla="*/ 2528916 h 6858000"/>
              <a:gd name="connsiteX682" fmla="*/ 2199067 w 7467600"/>
              <a:gd name="connsiteY682" fmla="*/ 2884061 h 6858000"/>
              <a:gd name="connsiteX683" fmla="*/ 3192586 w 7467600"/>
              <a:gd name="connsiteY683" fmla="*/ 3411496 h 6858000"/>
              <a:gd name="connsiteX684" fmla="*/ 3182620 w 7467600"/>
              <a:gd name="connsiteY684" fmla="*/ 3483279 h 6858000"/>
              <a:gd name="connsiteX685" fmla="*/ 2435119 w 7467600"/>
              <a:gd name="connsiteY685" fmla="*/ 3080173 h 6858000"/>
              <a:gd name="connsiteX686" fmla="*/ 2410152 w 7467600"/>
              <a:gd name="connsiteY686" fmla="*/ 3063751 h 6858000"/>
              <a:gd name="connsiteX687" fmla="*/ 2408099 w 7467600"/>
              <a:gd name="connsiteY687" fmla="*/ 3064403 h 6858000"/>
              <a:gd name="connsiteX688" fmla="*/ 2407218 w 7467600"/>
              <a:gd name="connsiteY688" fmla="*/ 3070324 h 6858000"/>
              <a:gd name="connsiteX689" fmla="*/ 2380138 w 7467600"/>
              <a:gd name="connsiteY689" fmla="*/ 3099341 h 6858000"/>
              <a:gd name="connsiteX690" fmla="*/ 1765923 w 7467600"/>
              <a:gd name="connsiteY690" fmla="*/ 3581043 h 6858000"/>
              <a:gd name="connsiteX691" fmla="*/ 1702258 w 7467600"/>
              <a:gd name="connsiteY691" fmla="*/ 3612286 h 6858000"/>
              <a:gd name="connsiteX692" fmla="*/ 1538370 w 7467600"/>
              <a:gd name="connsiteY692" fmla="*/ 3811804 h 6858000"/>
              <a:gd name="connsiteX693" fmla="*/ 542867 w 7467600"/>
              <a:gd name="connsiteY693" fmla="*/ 4944092 h 6858000"/>
              <a:gd name="connsiteX694" fmla="*/ 515800 w 7467600"/>
              <a:gd name="connsiteY694" fmla="*/ 4862180 h 6858000"/>
              <a:gd name="connsiteX695" fmla="*/ 909145 w 7467600"/>
              <a:gd name="connsiteY695" fmla="*/ 4199225 h 6858000"/>
              <a:gd name="connsiteX696" fmla="*/ 1214067 w 7467600"/>
              <a:gd name="connsiteY696" fmla="*/ 3908561 h 6858000"/>
              <a:gd name="connsiteX697" fmla="*/ 640967 w 7467600"/>
              <a:gd name="connsiteY697" fmla="*/ 4105601 h 6858000"/>
              <a:gd name="connsiteX698" fmla="*/ 112563 w 7467600"/>
              <a:gd name="connsiteY698" fmla="*/ 4396952 h 6858000"/>
              <a:gd name="connsiteX699" fmla="*/ 0 w 7467600"/>
              <a:gd name="connsiteY699" fmla="*/ 4466006 h 6858000"/>
              <a:gd name="connsiteX700" fmla="*/ 0 w 7467600"/>
              <a:gd name="connsiteY700" fmla="*/ 4233763 h 6858000"/>
              <a:gd name="connsiteX701" fmla="*/ 36881 w 7467600"/>
              <a:gd name="connsiteY701" fmla="*/ 4200118 h 6858000"/>
              <a:gd name="connsiteX702" fmla="*/ 910534 w 7467600"/>
              <a:gd name="connsiteY702" fmla="*/ 3629753 h 6858000"/>
              <a:gd name="connsiteX703" fmla="*/ 1578717 w 7467600"/>
              <a:gd name="connsiteY703" fmla="*/ 3575982 h 6858000"/>
              <a:gd name="connsiteX704" fmla="*/ 2338780 w 7467600"/>
              <a:gd name="connsiteY704" fmla="*/ 3033725 h 6858000"/>
              <a:gd name="connsiteX705" fmla="*/ 1807991 w 7467600"/>
              <a:gd name="connsiteY705" fmla="*/ 2807184 h 6858000"/>
              <a:gd name="connsiteX706" fmla="*/ 1416358 w 7467600"/>
              <a:gd name="connsiteY706" fmla="*/ 3112571 h 6858000"/>
              <a:gd name="connsiteX707" fmla="*/ 939066 w 7467600"/>
              <a:gd name="connsiteY707" fmla="*/ 3378798 h 6858000"/>
              <a:gd name="connsiteX708" fmla="*/ 115099 w 7467600"/>
              <a:gd name="connsiteY708" fmla="*/ 3607650 h 6858000"/>
              <a:gd name="connsiteX709" fmla="*/ 97284 w 7467600"/>
              <a:gd name="connsiteY709" fmla="*/ 3520393 h 6858000"/>
              <a:gd name="connsiteX710" fmla="*/ 922050 w 7467600"/>
              <a:gd name="connsiteY710" fmla="*/ 3074867 h 6858000"/>
              <a:gd name="connsiteX711" fmla="*/ 1405265 w 7467600"/>
              <a:gd name="connsiteY711" fmla="*/ 3016319 h 6858000"/>
              <a:gd name="connsiteX712" fmla="*/ 1407512 w 7467600"/>
              <a:gd name="connsiteY712" fmla="*/ 3018001 h 6858000"/>
              <a:gd name="connsiteX713" fmla="*/ 1726266 w 7467600"/>
              <a:gd name="connsiteY713" fmla="*/ 2777274 h 6858000"/>
              <a:gd name="connsiteX714" fmla="*/ 625390 w 7467600"/>
              <a:gd name="connsiteY714" fmla="*/ 2514541 h 6858000"/>
              <a:gd name="connsiteX715" fmla="*/ 619799 w 7467600"/>
              <a:gd name="connsiteY715" fmla="*/ 2527180 h 6858000"/>
              <a:gd name="connsiteX716" fmla="*/ 310030 w 7467600"/>
              <a:gd name="connsiteY716" fmla="*/ 2771818 h 6858000"/>
              <a:gd name="connsiteX717" fmla="*/ 173877 w 7467600"/>
              <a:gd name="connsiteY717" fmla="*/ 2937056 h 6858000"/>
              <a:gd name="connsiteX718" fmla="*/ 77889 w 7467600"/>
              <a:gd name="connsiteY718" fmla="*/ 3138440 h 6858000"/>
              <a:gd name="connsiteX719" fmla="*/ 0 w 7467600"/>
              <a:gd name="connsiteY719" fmla="*/ 3271395 h 6858000"/>
              <a:gd name="connsiteX720" fmla="*/ 0 w 7467600"/>
              <a:gd name="connsiteY720" fmla="*/ 3153002 h 6858000"/>
              <a:gd name="connsiteX721" fmla="*/ 2386 w 7467600"/>
              <a:gd name="connsiteY721" fmla="*/ 3149203 h 6858000"/>
              <a:gd name="connsiteX722" fmla="*/ 89753 w 7467600"/>
              <a:gd name="connsiteY722" fmla="*/ 2987702 h 6858000"/>
              <a:gd name="connsiteX723" fmla="*/ 76869 w 7467600"/>
              <a:gd name="connsiteY723" fmla="*/ 3005404 h 6858000"/>
              <a:gd name="connsiteX724" fmla="*/ 32049 w 7467600"/>
              <a:gd name="connsiteY724" fmla="*/ 3065814 h 6858000"/>
              <a:gd name="connsiteX725" fmla="*/ 0 w 7467600"/>
              <a:gd name="connsiteY725" fmla="*/ 3108744 h 6858000"/>
              <a:gd name="connsiteX726" fmla="*/ 0 w 7467600"/>
              <a:gd name="connsiteY726" fmla="*/ 3058059 h 6858000"/>
              <a:gd name="connsiteX727" fmla="*/ 7610 w 7467600"/>
              <a:gd name="connsiteY727" fmla="*/ 3047889 h 6858000"/>
              <a:gd name="connsiteX728" fmla="*/ 52419 w 7467600"/>
              <a:gd name="connsiteY728" fmla="*/ 2987479 h 6858000"/>
              <a:gd name="connsiteX729" fmla="*/ 59142 w 7467600"/>
              <a:gd name="connsiteY729" fmla="*/ 2978488 h 6858000"/>
              <a:gd name="connsiteX730" fmla="*/ 0 w 7467600"/>
              <a:gd name="connsiteY730" fmla="*/ 3015334 h 6858000"/>
              <a:gd name="connsiteX731" fmla="*/ 0 w 7467600"/>
              <a:gd name="connsiteY731" fmla="*/ 2914286 h 6858000"/>
              <a:gd name="connsiteX732" fmla="*/ 36383 w 7467600"/>
              <a:gd name="connsiteY732" fmla="*/ 2901128 h 6858000"/>
              <a:gd name="connsiteX733" fmla="*/ 156329 w 7467600"/>
              <a:gd name="connsiteY733" fmla="*/ 2840533 h 6858000"/>
              <a:gd name="connsiteX734" fmla="*/ 358355 w 7467600"/>
              <a:gd name="connsiteY734" fmla="*/ 2620471 h 6858000"/>
              <a:gd name="connsiteX735" fmla="*/ 510577 w 7467600"/>
              <a:gd name="connsiteY735" fmla="*/ 2501244 h 6858000"/>
              <a:gd name="connsiteX736" fmla="*/ 211967 w 7467600"/>
              <a:gd name="connsiteY736" fmla="*/ 2479171 h 6858000"/>
              <a:gd name="connsiteX737" fmla="*/ 0 w 7467600"/>
              <a:gd name="connsiteY737" fmla="*/ 2476398 h 6858000"/>
              <a:gd name="connsiteX738" fmla="*/ 0 w 7467600"/>
              <a:gd name="connsiteY738" fmla="*/ 2389189 h 6858000"/>
              <a:gd name="connsiteX739" fmla="*/ 103062 w 7467600"/>
              <a:gd name="connsiteY739" fmla="*/ 2389518 h 6858000"/>
              <a:gd name="connsiteX740" fmla="*/ 510734 w 7467600"/>
              <a:gd name="connsiteY740" fmla="*/ 2416201 h 6858000"/>
              <a:gd name="connsiteX741" fmla="*/ 279257 w 7467600"/>
              <a:gd name="connsiteY741" fmla="*/ 2092102 h 6858000"/>
              <a:gd name="connsiteX742" fmla="*/ 65265 w 7467600"/>
              <a:gd name="connsiteY742" fmla="*/ 2006049 h 6858000"/>
              <a:gd name="connsiteX743" fmla="*/ 0 w 7467600"/>
              <a:gd name="connsiteY743" fmla="*/ 1982532 h 6858000"/>
              <a:gd name="connsiteX744" fmla="*/ 0 w 7467600"/>
              <a:gd name="connsiteY744" fmla="*/ 1912789 h 6858000"/>
              <a:gd name="connsiteX745" fmla="*/ 97460 w 7467600"/>
              <a:gd name="connsiteY745" fmla="*/ 1953725 h 6858000"/>
              <a:gd name="connsiteX746" fmla="*/ 221272 w 7467600"/>
              <a:gd name="connsiteY746" fmla="*/ 1980766 h 6858000"/>
              <a:gd name="connsiteX747" fmla="*/ 116765 w 7467600"/>
              <a:gd name="connsiteY747" fmla="*/ 1911033 h 6858000"/>
              <a:gd name="connsiteX748" fmla="*/ 16405 w 7467600"/>
              <a:gd name="connsiteY748" fmla="*/ 1803412 h 6858000"/>
              <a:gd name="connsiteX749" fmla="*/ 0 w 7467600"/>
              <a:gd name="connsiteY749" fmla="*/ 1784777 h 6858000"/>
              <a:gd name="connsiteX750" fmla="*/ 0 w 7467600"/>
              <a:gd name="connsiteY750" fmla="*/ 1740082 h 6858000"/>
              <a:gd name="connsiteX751" fmla="*/ 39394 w 7467600"/>
              <a:gd name="connsiteY751" fmla="*/ 1784856 h 6858000"/>
              <a:gd name="connsiteX752" fmla="*/ 135813 w 7467600"/>
              <a:gd name="connsiteY752" fmla="*/ 1888838 h 6858000"/>
              <a:gd name="connsiteX753" fmla="*/ 242575 w 7467600"/>
              <a:gd name="connsiteY753" fmla="*/ 1958841 h 6858000"/>
              <a:gd name="connsiteX754" fmla="*/ 82197 w 7467600"/>
              <a:gd name="connsiteY754" fmla="*/ 1754826 h 6858000"/>
              <a:gd name="connsiteX755" fmla="*/ 0 w 7467600"/>
              <a:gd name="connsiteY755" fmla="*/ 1679650 h 6858000"/>
              <a:gd name="connsiteX756" fmla="*/ 0 w 7467600"/>
              <a:gd name="connsiteY756" fmla="*/ 1602463 h 6858000"/>
              <a:gd name="connsiteX757" fmla="*/ 84689 w 7467600"/>
              <a:gd name="connsiteY757" fmla="*/ 1677442 h 6858000"/>
              <a:gd name="connsiteX758" fmla="*/ 298437 w 7467600"/>
              <a:gd name="connsiteY758" fmla="*/ 1968019 h 6858000"/>
              <a:gd name="connsiteX759" fmla="*/ 227269 w 7467600"/>
              <a:gd name="connsiteY759" fmla="*/ 1114064 h 6858000"/>
              <a:gd name="connsiteX760" fmla="*/ 248003 w 7467600"/>
              <a:gd name="connsiteY760" fmla="*/ 1089613 h 6858000"/>
              <a:gd name="connsiteX761" fmla="*/ 427020 w 7467600"/>
              <a:gd name="connsiteY761" fmla="*/ 1619803 h 6858000"/>
              <a:gd name="connsiteX762" fmla="*/ 340345 w 7467600"/>
              <a:gd name="connsiteY762" fmla="*/ 2027739 h 6858000"/>
              <a:gd name="connsiteX763" fmla="*/ 360865 w 7467600"/>
              <a:gd name="connsiteY763" fmla="*/ 2044827 h 6858000"/>
              <a:gd name="connsiteX764" fmla="*/ 560414 w 7467600"/>
              <a:gd name="connsiteY764" fmla="*/ 2421457 h 6858000"/>
              <a:gd name="connsiteX765" fmla="*/ 1359703 w 7467600"/>
              <a:gd name="connsiteY765" fmla="*/ 2578554 h 6858000"/>
              <a:gd name="connsiteX766" fmla="*/ 1359422 w 7467600"/>
              <a:gd name="connsiteY766" fmla="*/ 2577994 h 6858000"/>
              <a:gd name="connsiteX767" fmla="*/ 828701 w 7467600"/>
              <a:gd name="connsiteY767" fmla="*/ 1839520 h 6858000"/>
              <a:gd name="connsiteX768" fmla="*/ 494427 w 7467600"/>
              <a:gd name="connsiteY768" fmla="*/ 1092333 h 6858000"/>
              <a:gd name="connsiteX769" fmla="*/ 506322 w 7467600"/>
              <a:gd name="connsiteY769" fmla="*/ 1020997 h 6858000"/>
              <a:gd name="connsiteX770" fmla="*/ 4570198 w 7467600"/>
              <a:gd name="connsiteY770" fmla="*/ 978081 h 6858000"/>
              <a:gd name="connsiteX771" fmla="*/ 4523691 w 7467600"/>
              <a:gd name="connsiteY771" fmla="*/ 1127776 h 6858000"/>
              <a:gd name="connsiteX772" fmla="*/ 4509875 w 7467600"/>
              <a:gd name="connsiteY772" fmla="*/ 1167552 h 6858000"/>
              <a:gd name="connsiteX773" fmla="*/ 4478168 w 7467600"/>
              <a:gd name="connsiteY773" fmla="*/ 1260735 h 6858000"/>
              <a:gd name="connsiteX774" fmla="*/ 4409309 w 7467600"/>
              <a:gd name="connsiteY774" fmla="*/ 1666996 h 6858000"/>
              <a:gd name="connsiteX775" fmla="*/ 4370031 w 7467600"/>
              <a:gd name="connsiteY775" fmla="*/ 1955666 h 6858000"/>
              <a:gd name="connsiteX776" fmla="*/ 4570198 w 7467600"/>
              <a:gd name="connsiteY776" fmla="*/ 978081 h 6858000"/>
              <a:gd name="connsiteX777" fmla="*/ 4557898 w 7467600"/>
              <a:gd name="connsiteY777" fmla="*/ 900011 h 6858000"/>
              <a:gd name="connsiteX778" fmla="*/ 4344840 w 7467600"/>
              <a:gd name="connsiteY778" fmla="*/ 1922038 h 6858000"/>
              <a:gd name="connsiteX779" fmla="*/ 4378710 w 7467600"/>
              <a:gd name="connsiteY779" fmla="*/ 1665516 h 6858000"/>
              <a:gd name="connsiteX780" fmla="*/ 4448798 w 7467600"/>
              <a:gd name="connsiteY780" fmla="*/ 1253024 h 6858000"/>
              <a:gd name="connsiteX781" fmla="*/ 4480315 w 7467600"/>
              <a:gd name="connsiteY781" fmla="*/ 1158454 h 6858000"/>
              <a:gd name="connsiteX782" fmla="*/ 4494133 w 7467600"/>
              <a:gd name="connsiteY782" fmla="*/ 1118676 h 6858000"/>
              <a:gd name="connsiteX783" fmla="*/ 4557898 w 7467600"/>
              <a:gd name="connsiteY783" fmla="*/ 900011 h 6858000"/>
              <a:gd name="connsiteX784" fmla="*/ 5870151 w 7467600"/>
              <a:gd name="connsiteY784" fmla="*/ 898890 h 6858000"/>
              <a:gd name="connsiteX785" fmla="*/ 5861335 w 7467600"/>
              <a:gd name="connsiteY785" fmla="*/ 899177 h 6858000"/>
              <a:gd name="connsiteX786" fmla="*/ 5843702 w 7467600"/>
              <a:gd name="connsiteY786" fmla="*/ 899748 h 6858000"/>
              <a:gd name="connsiteX787" fmla="*/ 5651107 w 7467600"/>
              <a:gd name="connsiteY787" fmla="*/ 920306 h 6858000"/>
              <a:gd name="connsiteX788" fmla="*/ 5459407 w 7467600"/>
              <a:gd name="connsiteY788" fmla="*/ 940975 h 6858000"/>
              <a:gd name="connsiteX789" fmla="*/ 5374846 w 7467600"/>
              <a:gd name="connsiteY789" fmla="*/ 941988 h 6858000"/>
              <a:gd name="connsiteX790" fmla="*/ 5256105 w 7467600"/>
              <a:gd name="connsiteY790" fmla="*/ 945632 h 6858000"/>
              <a:gd name="connsiteX791" fmla="*/ 5107071 w 7467600"/>
              <a:gd name="connsiteY791" fmla="*/ 969720 h 6858000"/>
              <a:gd name="connsiteX792" fmla="*/ 4998681 w 7467600"/>
              <a:gd name="connsiteY792" fmla="*/ 988771 h 6858000"/>
              <a:gd name="connsiteX793" fmla="*/ 5870151 w 7467600"/>
              <a:gd name="connsiteY793" fmla="*/ 898890 h 6858000"/>
              <a:gd name="connsiteX794" fmla="*/ 5504425 w 7467600"/>
              <a:gd name="connsiteY794" fmla="*/ 848067 h 6858000"/>
              <a:gd name="connsiteX795" fmla="*/ 4968849 w 7467600"/>
              <a:gd name="connsiteY795" fmla="*/ 962318 h 6858000"/>
              <a:gd name="connsiteX796" fmla="*/ 5104039 w 7467600"/>
              <a:gd name="connsiteY796" fmla="*/ 940634 h 6858000"/>
              <a:gd name="connsiteX797" fmla="*/ 5256311 w 7467600"/>
              <a:gd name="connsiteY797" fmla="*/ 916490 h 6858000"/>
              <a:gd name="connsiteX798" fmla="*/ 5377381 w 7467600"/>
              <a:gd name="connsiteY798" fmla="*/ 912671 h 6858000"/>
              <a:gd name="connsiteX799" fmla="*/ 5460148 w 7467600"/>
              <a:gd name="connsiteY799" fmla="*/ 911442 h 6858000"/>
              <a:gd name="connsiteX800" fmla="*/ 5648971 w 7467600"/>
              <a:gd name="connsiteY800" fmla="*/ 891331 h 6858000"/>
              <a:gd name="connsiteX801" fmla="*/ 5844807 w 7467600"/>
              <a:gd name="connsiteY801" fmla="*/ 870718 h 6858000"/>
              <a:gd name="connsiteX802" fmla="*/ 5862975 w 7467600"/>
              <a:gd name="connsiteY802" fmla="*/ 869756 h 6858000"/>
              <a:gd name="connsiteX803" fmla="*/ 5920887 w 7467600"/>
              <a:gd name="connsiteY803" fmla="*/ 865929 h 6858000"/>
              <a:gd name="connsiteX804" fmla="*/ 5504425 w 7467600"/>
              <a:gd name="connsiteY804" fmla="*/ 848067 h 6858000"/>
              <a:gd name="connsiteX805" fmla="*/ 3607114 w 7467600"/>
              <a:gd name="connsiteY805" fmla="*/ 467441 h 6858000"/>
              <a:gd name="connsiteX806" fmla="*/ 3296242 w 7467600"/>
              <a:gd name="connsiteY806" fmla="*/ 807991 h 6858000"/>
              <a:gd name="connsiteX807" fmla="*/ 3174674 w 7467600"/>
              <a:gd name="connsiteY807" fmla="*/ 919759 h 6858000"/>
              <a:gd name="connsiteX808" fmla="*/ 3042978 w 7467600"/>
              <a:gd name="connsiteY808" fmla="*/ 1054894 h 6858000"/>
              <a:gd name="connsiteX809" fmla="*/ 2968914 w 7467600"/>
              <a:gd name="connsiteY809" fmla="*/ 1133756 h 6858000"/>
              <a:gd name="connsiteX810" fmla="*/ 3103823 w 7467600"/>
              <a:gd name="connsiteY810" fmla="*/ 1026814 h 6858000"/>
              <a:gd name="connsiteX811" fmla="*/ 3607114 w 7467600"/>
              <a:gd name="connsiteY811" fmla="*/ 467441 h 6858000"/>
              <a:gd name="connsiteX812" fmla="*/ 3744487 w 7467600"/>
              <a:gd name="connsiteY812" fmla="*/ 383136 h 6858000"/>
              <a:gd name="connsiteX813" fmla="*/ 3970213 w 7467600"/>
              <a:gd name="connsiteY813" fmla="*/ 995559 h 6858000"/>
              <a:gd name="connsiteX814" fmla="*/ 3744487 w 7467600"/>
              <a:gd name="connsiteY814" fmla="*/ 383136 h 6858000"/>
              <a:gd name="connsiteX815" fmla="*/ 3624562 w 7467600"/>
              <a:gd name="connsiteY815" fmla="*/ 367041 h 6858000"/>
              <a:gd name="connsiteX816" fmla="*/ 3489712 w 7467600"/>
              <a:gd name="connsiteY816" fmla="*/ 485386 h 6858000"/>
              <a:gd name="connsiteX817" fmla="*/ 3182994 w 7467600"/>
              <a:gd name="connsiteY817" fmla="*/ 828265 h 6858000"/>
              <a:gd name="connsiteX818" fmla="*/ 2892114 w 7467600"/>
              <a:gd name="connsiteY818" fmla="*/ 1172635 h 6858000"/>
              <a:gd name="connsiteX819" fmla="*/ 3021459 w 7467600"/>
              <a:gd name="connsiteY819" fmla="*/ 1035385 h 6858000"/>
              <a:gd name="connsiteX820" fmla="*/ 3153873 w 7467600"/>
              <a:gd name="connsiteY820" fmla="*/ 898971 h 6858000"/>
              <a:gd name="connsiteX821" fmla="*/ 3276511 w 7467600"/>
              <a:gd name="connsiteY821" fmla="*/ 786423 h 6858000"/>
              <a:gd name="connsiteX822" fmla="*/ 3584154 w 7467600"/>
              <a:gd name="connsiteY822" fmla="*/ 448218 h 6858000"/>
              <a:gd name="connsiteX823" fmla="*/ 3624562 w 7467600"/>
              <a:gd name="connsiteY823" fmla="*/ 367041 h 6858000"/>
              <a:gd name="connsiteX824" fmla="*/ 3766672 w 7467600"/>
              <a:gd name="connsiteY824" fmla="*/ 359429 h 6858000"/>
              <a:gd name="connsiteX825" fmla="*/ 3996338 w 7467600"/>
              <a:gd name="connsiteY825" fmla="*/ 968237 h 6858000"/>
              <a:gd name="connsiteX826" fmla="*/ 3766672 w 7467600"/>
              <a:gd name="connsiteY826" fmla="*/ 359429 h 6858000"/>
              <a:gd name="connsiteX827" fmla="*/ 5805386 w 7467600"/>
              <a:gd name="connsiteY827" fmla="*/ 239240 h 6858000"/>
              <a:gd name="connsiteX828" fmla="*/ 5736947 w 7467600"/>
              <a:gd name="connsiteY828" fmla="*/ 261367 h 6858000"/>
              <a:gd name="connsiteX829" fmla="*/ 5427012 w 7467600"/>
              <a:gd name="connsiteY829" fmla="*/ 311272 h 6858000"/>
              <a:gd name="connsiteX830" fmla="*/ 5147818 w 7467600"/>
              <a:gd name="connsiteY830" fmla="*/ 322112 h 6858000"/>
              <a:gd name="connsiteX831" fmla="*/ 5060854 w 7467600"/>
              <a:gd name="connsiteY831" fmla="*/ 311882 h 6858000"/>
              <a:gd name="connsiteX832" fmla="*/ 4945989 w 7467600"/>
              <a:gd name="connsiteY832" fmla="*/ 300516 h 6858000"/>
              <a:gd name="connsiteX833" fmla="*/ 5410479 w 7467600"/>
              <a:gd name="connsiteY833" fmla="*/ 348434 h 6858000"/>
              <a:gd name="connsiteX834" fmla="*/ 5805386 w 7467600"/>
              <a:gd name="connsiteY834" fmla="*/ 239240 h 6858000"/>
              <a:gd name="connsiteX835" fmla="*/ 5905192 w 7467600"/>
              <a:gd name="connsiteY835" fmla="*/ 163079 h 6858000"/>
              <a:gd name="connsiteX836" fmla="*/ 5865655 w 7467600"/>
              <a:gd name="connsiteY836" fmla="*/ 171901 h 6858000"/>
              <a:gd name="connsiteX837" fmla="*/ 5259740 w 7467600"/>
              <a:gd name="connsiteY837" fmla="*/ 257013 h 6858000"/>
              <a:gd name="connsiteX838" fmla="*/ 5208466 w 7467600"/>
              <a:gd name="connsiteY838" fmla="*/ 257550 h 6858000"/>
              <a:gd name="connsiteX839" fmla="*/ 4980204 w 7467600"/>
              <a:gd name="connsiteY839" fmla="*/ 271903 h 6858000"/>
              <a:gd name="connsiteX840" fmla="*/ 5068068 w 7467600"/>
              <a:gd name="connsiteY840" fmla="*/ 282244 h 6858000"/>
              <a:gd name="connsiteX841" fmla="*/ 5153231 w 7467600"/>
              <a:gd name="connsiteY841" fmla="*/ 292240 h 6858000"/>
              <a:gd name="connsiteX842" fmla="*/ 5426491 w 7467600"/>
              <a:gd name="connsiteY842" fmla="*/ 281128 h 6858000"/>
              <a:gd name="connsiteX843" fmla="*/ 5731212 w 7467600"/>
              <a:gd name="connsiteY843" fmla="*/ 231951 h 6858000"/>
              <a:gd name="connsiteX844" fmla="*/ 5905192 w 7467600"/>
              <a:gd name="connsiteY844" fmla="*/ 163079 h 6858000"/>
              <a:gd name="connsiteX845" fmla="*/ 5944437 w 7467600"/>
              <a:gd name="connsiteY845" fmla="*/ 113829 h 6858000"/>
              <a:gd name="connsiteX846" fmla="*/ 5825032 w 7467600"/>
              <a:gd name="connsiteY846" fmla="*/ 146405 h 6858000"/>
              <a:gd name="connsiteX847" fmla="*/ 4955599 w 7467600"/>
              <a:gd name="connsiteY847" fmla="*/ 247008 h 6858000"/>
              <a:gd name="connsiteX848" fmla="*/ 5210104 w 7467600"/>
              <a:gd name="connsiteY848" fmla="*/ 228123 h 6858000"/>
              <a:gd name="connsiteX849" fmla="*/ 5261015 w 7467600"/>
              <a:gd name="connsiteY849" fmla="*/ 227087 h 6858000"/>
              <a:gd name="connsiteX850" fmla="*/ 5861181 w 7467600"/>
              <a:gd name="connsiteY850" fmla="*/ 143093 h 6858000"/>
              <a:gd name="connsiteX851" fmla="*/ 5961252 w 7467600"/>
              <a:gd name="connsiteY851" fmla="*/ 114820 h 6858000"/>
              <a:gd name="connsiteX852" fmla="*/ 5944437 w 7467600"/>
              <a:gd name="connsiteY852" fmla="*/ 113829 h 6858000"/>
              <a:gd name="connsiteX853" fmla="*/ 3882765 w 7467600"/>
              <a:gd name="connsiteY853" fmla="*/ 0 h 6858000"/>
              <a:gd name="connsiteX854" fmla="*/ 3995099 w 7467600"/>
              <a:gd name="connsiteY854" fmla="*/ 0 h 6858000"/>
              <a:gd name="connsiteX855" fmla="*/ 4163818 w 7467600"/>
              <a:gd name="connsiteY855" fmla="*/ 234104 h 6858000"/>
              <a:gd name="connsiteX856" fmla="*/ 4172099 w 7467600"/>
              <a:gd name="connsiteY856" fmla="*/ 234207 h 6858000"/>
              <a:gd name="connsiteX857" fmla="*/ 4784282 w 7467600"/>
              <a:gd name="connsiteY857" fmla="*/ 276561 h 6858000"/>
              <a:gd name="connsiteX858" fmla="*/ 4801687 w 7467600"/>
              <a:gd name="connsiteY858" fmla="*/ 267764 h 6858000"/>
              <a:gd name="connsiteX859" fmla="*/ 6082788 w 7467600"/>
              <a:gd name="connsiteY859" fmla="*/ 64119 h 6858000"/>
              <a:gd name="connsiteX860" fmla="*/ 6099442 w 7467600"/>
              <a:gd name="connsiteY860" fmla="*/ 82568 h 6858000"/>
              <a:gd name="connsiteX861" fmla="*/ 4804137 w 7467600"/>
              <a:gd name="connsiteY861" fmla="*/ 320931 h 6858000"/>
              <a:gd name="connsiteX862" fmla="*/ 4227047 w 7467600"/>
              <a:gd name="connsiteY862" fmla="*/ 313415 h 6858000"/>
              <a:gd name="connsiteX863" fmla="*/ 4346041 w 7467600"/>
              <a:gd name="connsiteY863" fmla="*/ 456086 h 6858000"/>
              <a:gd name="connsiteX864" fmla="*/ 4870967 w 7467600"/>
              <a:gd name="connsiteY864" fmla="*/ 963061 h 6858000"/>
              <a:gd name="connsiteX865" fmla="*/ 4889647 w 7467600"/>
              <a:gd name="connsiteY865" fmla="*/ 957147 h 6858000"/>
              <a:gd name="connsiteX866" fmla="*/ 5422504 w 7467600"/>
              <a:gd name="connsiteY866" fmla="*/ 805191 h 6858000"/>
              <a:gd name="connsiteX867" fmla="*/ 6087656 w 7467600"/>
              <a:gd name="connsiteY867" fmla="*/ 826703 h 6858000"/>
              <a:gd name="connsiteX868" fmla="*/ 6058717 w 7467600"/>
              <a:gd name="connsiteY868" fmla="*/ 865992 h 6858000"/>
              <a:gd name="connsiteX869" fmla="*/ 4974153 w 7467600"/>
              <a:gd name="connsiteY869" fmla="*/ 1045456 h 6858000"/>
              <a:gd name="connsiteX870" fmla="*/ 5627835 w 7467600"/>
              <a:gd name="connsiteY870" fmla="*/ 1472077 h 6858000"/>
              <a:gd name="connsiteX871" fmla="*/ 5629817 w 7467600"/>
              <a:gd name="connsiteY871" fmla="*/ 1471412 h 6858000"/>
              <a:gd name="connsiteX872" fmla="*/ 5634124 w 7467600"/>
              <a:gd name="connsiteY872" fmla="*/ 1470572 h 6858000"/>
              <a:gd name="connsiteX873" fmla="*/ 5755832 w 7467600"/>
              <a:gd name="connsiteY873" fmla="*/ 1383886 h 6858000"/>
              <a:gd name="connsiteX874" fmla="*/ 6014186 w 7467600"/>
              <a:gd name="connsiteY874" fmla="*/ 1279799 h 6858000"/>
              <a:gd name="connsiteX875" fmla="*/ 6901619 w 7467600"/>
              <a:gd name="connsiteY875" fmla="*/ 1047874 h 6858000"/>
              <a:gd name="connsiteX876" fmla="*/ 6931566 w 7467600"/>
              <a:gd name="connsiteY876" fmla="*/ 1062034 h 6858000"/>
              <a:gd name="connsiteX877" fmla="*/ 5790982 w 7467600"/>
              <a:gd name="connsiteY877" fmla="*/ 1561380 h 6858000"/>
              <a:gd name="connsiteX878" fmla="*/ 6188971 w 7467600"/>
              <a:gd name="connsiteY878" fmla="*/ 1755168 h 6858000"/>
              <a:gd name="connsiteX879" fmla="*/ 6202446 w 7467600"/>
              <a:gd name="connsiteY879" fmla="*/ 1752268 h 6858000"/>
              <a:gd name="connsiteX880" fmla="*/ 7179560 w 7467600"/>
              <a:gd name="connsiteY880" fmla="*/ 1467551 h 6858000"/>
              <a:gd name="connsiteX881" fmla="*/ 7158730 w 7467600"/>
              <a:gd name="connsiteY881" fmla="*/ 1507835 h 6858000"/>
              <a:gd name="connsiteX882" fmla="*/ 6326959 w 7467600"/>
              <a:gd name="connsiteY882" fmla="*/ 1817686 h 6858000"/>
              <a:gd name="connsiteX883" fmla="*/ 6537433 w 7467600"/>
              <a:gd name="connsiteY883" fmla="*/ 1907790 h 6858000"/>
              <a:gd name="connsiteX884" fmla="*/ 6550221 w 7467600"/>
              <a:gd name="connsiteY884" fmla="*/ 1910729 h 6858000"/>
              <a:gd name="connsiteX885" fmla="*/ 6964438 w 7467600"/>
              <a:gd name="connsiteY885" fmla="*/ 2209505 h 6858000"/>
              <a:gd name="connsiteX886" fmla="*/ 7367862 w 7467600"/>
              <a:gd name="connsiteY886" fmla="*/ 2806833 h 6858000"/>
              <a:gd name="connsiteX887" fmla="*/ 7364329 w 7467600"/>
              <a:gd name="connsiteY887" fmla="*/ 2826907 h 6858000"/>
              <a:gd name="connsiteX888" fmla="*/ 7290545 w 7467600"/>
              <a:gd name="connsiteY888" fmla="*/ 2850663 h 6858000"/>
              <a:gd name="connsiteX889" fmla="*/ 6472036 w 7467600"/>
              <a:gd name="connsiteY889" fmla="*/ 1959003 h 6858000"/>
              <a:gd name="connsiteX890" fmla="*/ 5792897 w 7467600"/>
              <a:gd name="connsiteY890" fmla="*/ 1647747 h 6858000"/>
              <a:gd name="connsiteX891" fmla="*/ 5842751 w 7467600"/>
              <a:gd name="connsiteY891" fmla="*/ 1816112 h 6858000"/>
              <a:gd name="connsiteX892" fmla="*/ 5847424 w 7467600"/>
              <a:gd name="connsiteY892" fmla="*/ 1815776 h 6858000"/>
              <a:gd name="connsiteX893" fmla="*/ 6399821 w 7467600"/>
              <a:gd name="connsiteY893" fmla="*/ 2344799 h 6858000"/>
              <a:gd name="connsiteX894" fmla="*/ 6323232 w 7467600"/>
              <a:gd name="connsiteY894" fmla="*/ 2389634 h 6858000"/>
              <a:gd name="connsiteX895" fmla="*/ 5942958 w 7467600"/>
              <a:gd name="connsiteY895" fmla="*/ 2077708 h 6858000"/>
              <a:gd name="connsiteX896" fmla="*/ 5921559 w 7467600"/>
              <a:gd name="connsiteY896" fmla="*/ 2378596 h 6858000"/>
              <a:gd name="connsiteX897" fmla="*/ 5817651 w 7467600"/>
              <a:gd name="connsiteY897" fmla="*/ 3023919 h 6858000"/>
              <a:gd name="connsiteX898" fmla="*/ 5729634 w 7467600"/>
              <a:gd name="connsiteY898" fmla="*/ 3051849 h 6858000"/>
              <a:gd name="connsiteX899" fmla="*/ 5611018 w 7467600"/>
              <a:gd name="connsiteY899" fmla="*/ 2316769 h 6858000"/>
              <a:gd name="connsiteX900" fmla="*/ 5687608 w 7467600"/>
              <a:gd name="connsiteY900" fmla="*/ 2039972 h 6858000"/>
              <a:gd name="connsiteX901" fmla="*/ 5657554 w 7467600"/>
              <a:gd name="connsiteY901" fmla="*/ 1576445 h 6858000"/>
              <a:gd name="connsiteX902" fmla="*/ 5150475 w 7467600"/>
              <a:gd name="connsiteY902" fmla="*/ 1274012 h 6858000"/>
              <a:gd name="connsiteX903" fmla="*/ 5349142 w 7467600"/>
              <a:gd name="connsiteY903" fmla="*/ 2204405 h 6858000"/>
              <a:gd name="connsiteX904" fmla="*/ 5262214 w 7467600"/>
              <a:gd name="connsiteY904" fmla="*/ 2233836 h 6858000"/>
              <a:gd name="connsiteX905" fmla="*/ 4981539 w 7467600"/>
              <a:gd name="connsiteY905" fmla="*/ 1542201 h 6858000"/>
              <a:gd name="connsiteX906" fmla="*/ 4958461 w 7467600"/>
              <a:gd name="connsiteY906" fmla="*/ 1136957 h 6858000"/>
              <a:gd name="connsiteX907" fmla="*/ 4655015 w 7467600"/>
              <a:gd name="connsiteY907" fmla="*/ 891426 h 6858000"/>
              <a:gd name="connsiteX908" fmla="*/ 4348002 w 7467600"/>
              <a:gd name="connsiteY908" fmla="*/ 2205895 h 6858000"/>
              <a:gd name="connsiteX909" fmla="*/ 4262250 w 7467600"/>
              <a:gd name="connsiteY909" fmla="*/ 2219972 h 6858000"/>
              <a:gd name="connsiteX910" fmla="*/ 4550611 w 7467600"/>
              <a:gd name="connsiteY910" fmla="*/ 817540 h 6858000"/>
              <a:gd name="connsiteX911" fmla="*/ 4564418 w 7467600"/>
              <a:gd name="connsiteY911" fmla="*/ 808293 h 6858000"/>
              <a:gd name="connsiteX912" fmla="*/ 4266388 w 7467600"/>
              <a:gd name="connsiteY912" fmla="*/ 500083 h 6858000"/>
              <a:gd name="connsiteX913" fmla="*/ 4032842 w 7467600"/>
              <a:gd name="connsiteY913" fmla="*/ 211809 h 6858000"/>
              <a:gd name="connsiteX914" fmla="*/ 3882765 w 7467600"/>
              <a:gd name="connsiteY914" fmla="*/ 0 h 6858000"/>
              <a:gd name="connsiteX915" fmla="*/ 3721337 w 7467600"/>
              <a:gd name="connsiteY915" fmla="*/ 0 h 6858000"/>
              <a:gd name="connsiteX916" fmla="*/ 3797544 w 7467600"/>
              <a:gd name="connsiteY916" fmla="*/ 0 h 6858000"/>
              <a:gd name="connsiteX917" fmla="*/ 3775734 w 7467600"/>
              <a:gd name="connsiteY917" fmla="*/ 95131 h 6858000"/>
              <a:gd name="connsiteX918" fmla="*/ 3724807 w 7467600"/>
              <a:gd name="connsiteY918" fmla="*/ 272257 h 6858000"/>
              <a:gd name="connsiteX919" fmla="*/ 3726844 w 7467600"/>
              <a:gd name="connsiteY919" fmla="*/ 282988 h 6858000"/>
              <a:gd name="connsiteX920" fmla="*/ 3742664 w 7467600"/>
              <a:gd name="connsiteY920" fmla="*/ 279918 h 6858000"/>
              <a:gd name="connsiteX921" fmla="*/ 4103910 w 7467600"/>
              <a:gd name="connsiteY921" fmla="*/ 1161917 h 6858000"/>
              <a:gd name="connsiteX922" fmla="*/ 4020269 w 7467600"/>
              <a:gd name="connsiteY922" fmla="*/ 1200406 h 6858000"/>
              <a:gd name="connsiteX923" fmla="*/ 3674882 w 7467600"/>
              <a:gd name="connsiteY923" fmla="*/ 488524 h 6858000"/>
              <a:gd name="connsiteX924" fmla="*/ 3132682 w 7467600"/>
              <a:gd name="connsiteY924" fmla="*/ 1072284 h 6858000"/>
              <a:gd name="connsiteX925" fmla="*/ 2716346 w 7467600"/>
              <a:gd name="connsiteY925" fmla="*/ 1276376 h 6858000"/>
              <a:gd name="connsiteX926" fmla="*/ 2716772 w 7467600"/>
              <a:gd name="connsiteY926" fmla="*/ 1255462 h 6858000"/>
              <a:gd name="connsiteX927" fmla="*/ 3471096 w 7467600"/>
              <a:gd name="connsiteY927" fmla="*/ 437072 h 6858000"/>
              <a:gd name="connsiteX928" fmla="*/ 3639057 w 7467600"/>
              <a:gd name="connsiteY928" fmla="*/ 286334 h 6858000"/>
              <a:gd name="connsiteX929" fmla="*/ 3640309 w 7467600"/>
              <a:gd name="connsiteY929" fmla="*/ 284664 h 6858000"/>
              <a:gd name="connsiteX930" fmla="*/ 3646022 w 7467600"/>
              <a:gd name="connsiteY930" fmla="*/ 276711 h 6858000"/>
              <a:gd name="connsiteX931" fmla="*/ 3707943 w 7467600"/>
              <a:gd name="connsiteY931" fmla="*/ 65958 h 6858000"/>
              <a:gd name="connsiteX932" fmla="*/ 3721337 w 7467600"/>
              <a:gd name="connsiteY932" fmla="*/ 0 h 6858000"/>
              <a:gd name="connsiteX933" fmla="*/ 2867960 w 7467600"/>
              <a:gd name="connsiteY933" fmla="*/ 0 h 6858000"/>
              <a:gd name="connsiteX934" fmla="*/ 2926351 w 7467600"/>
              <a:gd name="connsiteY934" fmla="*/ 0 h 6858000"/>
              <a:gd name="connsiteX935" fmla="*/ 2902823 w 7467600"/>
              <a:gd name="connsiteY935" fmla="*/ 262929 h 6858000"/>
              <a:gd name="connsiteX936" fmla="*/ 2940663 w 7467600"/>
              <a:gd name="connsiteY936" fmla="*/ 140884 h 6858000"/>
              <a:gd name="connsiteX937" fmla="*/ 2947039 w 7467600"/>
              <a:gd name="connsiteY937" fmla="*/ 122524 h 6858000"/>
              <a:gd name="connsiteX938" fmla="*/ 2984316 w 7467600"/>
              <a:gd name="connsiteY938" fmla="*/ 0 h 6858000"/>
              <a:gd name="connsiteX939" fmla="*/ 3016114 w 7467600"/>
              <a:gd name="connsiteY939" fmla="*/ 0 h 6858000"/>
              <a:gd name="connsiteX940" fmla="*/ 2979949 w 7467600"/>
              <a:gd name="connsiteY940" fmla="*/ 119274 h 6858000"/>
              <a:gd name="connsiteX941" fmla="*/ 3023879 w 7467600"/>
              <a:gd name="connsiteY941" fmla="*/ 0 h 6858000"/>
              <a:gd name="connsiteX942" fmla="*/ 3105400 w 7467600"/>
              <a:gd name="connsiteY942" fmla="*/ 0 h 6858000"/>
              <a:gd name="connsiteX943" fmla="*/ 3094669 w 7467600"/>
              <a:gd name="connsiteY943" fmla="*/ 30308 h 6858000"/>
              <a:gd name="connsiteX944" fmla="*/ 2901945 w 7467600"/>
              <a:gd name="connsiteY944" fmla="*/ 466538 h 6858000"/>
              <a:gd name="connsiteX945" fmla="*/ 2815209 w 7467600"/>
              <a:gd name="connsiteY945" fmla="*/ 497361 h 6858000"/>
              <a:gd name="connsiteX946" fmla="*/ 2844845 w 7467600"/>
              <a:gd name="connsiteY946" fmla="*/ 127638 h 6858000"/>
              <a:gd name="connsiteX947" fmla="*/ 2867960 w 7467600"/>
              <a:gd name="connsiteY947" fmla="*/ 0 h 6858000"/>
              <a:gd name="connsiteX948" fmla="*/ 1057230 w 7467600"/>
              <a:gd name="connsiteY948" fmla="*/ 0 h 6858000"/>
              <a:gd name="connsiteX949" fmla="*/ 1111003 w 7467600"/>
              <a:gd name="connsiteY949" fmla="*/ 0 h 6858000"/>
              <a:gd name="connsiteX950" fmla="*/ 1125553 w 7467600"/>
              <a:gd name="connsiteY950" fmla="*/ 52588 h 6858000"/>
              <a:gd name="connsiteX951" fmla="*/ 1304276 w 7467600"/>
              <a:gd name="connsiteY951" fmla="*/ 476275 h 6858000"/>
              <a:gd name="connsiteX952" fmla="*/ 1492066 w 7467600"/>
              <a:gd name="connsiteY952" fmla="*/ 886333 h 6858000"/>
              <a:gd name="connsiteX953" fmla="*/ 1423698 w 7467600"/>
              <a:gd name="connsiteY953" fmla="*/ 710817 h 6858000"/>
              <a:gd name="connsiteX954" fmla="*/ 1357609 w 7467600"/>
              <a:gd name="connsiteY954" fmla="*/ 532892 h 6858000"/>
              <a:gd name="connsiteX955" fmla="*/ 1309550 w 7467600"/>
              <a:gd name="connsiteY955" fmla="*/ 374031 h 6858000"/>
              <a:gd name="connsiteX956" fmla="*/ 1193673 w 7467600"/>
              <a:gd name="connsiteY956" fmla="*/ 49533 h 6858000"/>
              <a:gd name="connsiteX957" fmla="*/ 1164391 w 7467600"/>
              <a:gd name="connsiteY957" fmla="*/ 0 h 6858000"/>
              <a:gd name="connsiteX958" fmla="*/ 1200666 w 7467600"/>
              <a:gd name="connsiteY958" fmla="*/ 0 h 6858000"/>
              <a:gd name="connsiteX959" fmla="*/ 1223408 w 7467600"/>
              <a:gd name="connsiteY959" fmla="*/ 38996 h 6858000"/>
              <a:gd name="connsiteX960" fmla="*/ 1339635 w 7467600"/>
              <a:gd name="connsiteY960" fmla="*/ 365517 h 6858000"/>
              <a:gd name="connsiteX961" fmla="*/ 1387469 w 7467600"/>
              <a:gd name="connsiteY961" fmla="*/ 523079 h 6858000"/>
              <a:gd name="connsiteX962" fmla="*/ 1452685 w 7467600"/>
              <a:gd name="connsiteY962" fmla="*/ 699806 h 6858000"/>
              <a:gd name="connsiteX963" fmla="*/ 1492092 w 7467600"/>
              <a:gd name="connsiteY963" fmla="*/ 800424 h 6858000"/>
              <a:gd name="connsiteX964" fmla="*/ 1455302 w 7467600"/>
              <a:gd name="connsiteY964" fmla="*/ 632913 h 6858000"/>
              <a:gd name="connsiteX965" fmla="*/ 1222336 w 7467600"/>
              <a:gd name="connsiteY965" fmla="*/ 9480 h 6858000"/>
              <a:gd name="connsiteX966" fmla="*/ 1214634 w 7467600"/>
              <a:gd name="connsiteY966" fmla="*/ 0 h 6858000"/>
              <a:gd name="connsiteX967" fmla="*/ 1289827 w 7467600"/>
              <a:gd name="connsiteY967" fmla="*/ 0 h 6858000"/>
              <a:gd name="connsiteX968" fmla="*/ 1321076 w 7467600"/>
              <a:gd name="connsiteY968" fmla="*/ 59722 h 6858000"/>
              <a:gd name="connsiteX969" fmla="*/ 1512579 w 7467600"/>
              <a:gd name="connsiteY969" fmla="*/ 626441 h 6858000"/>
              <a:gd name="connsiteX970" fmla="*/ 1506076 w 7467600"/>
              <a:gd name="connsiteY970" fmla="*/ 1089289 h 6858000"/>
              <a:gd name="connsiteX971" fmla="*/ 1486346 w 7467600"/>
              <a:gd name="connsiteY971" fmla="*/ 1079919 h 6858000"/>
              <a:gd name="connsiteX972" fmla="*/ 1070511 w 7467600"/>
              <a:gd name="connsiteY972" fmla="*/ 48609 h 6858000"/>
              <a:gd name="connsiteX973" fmla="*/ 1057230 w 7467600"/>
              <a:gd name="connsiteY973" fmla="*/ 0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993" fmla="*/ 43151 w 7467600"/>
              <a:gd name="connsiteY99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43603 w 7467600"/>
              <a:gd name="connsiteY127" fmla="*/ 51497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1903353 w 7467600"/>
              <a:gd name="connsiteY137" fmla="*/ 5044827 h 6858000"/>
              <a:gd name="connsiteX138" fmla="*/ 1936931 w 7467600"/>
              <a:gd name="connsiteY138" fmla="*/ 5093954 h 6858000"/>
              <a:gd name="connsiteX139" fmla="*/ 2195868 w 7467600"/>
              <a:gd name="connsiteY139" fmla="*/ 5396574 h 6858000"/>
              <a:gd name="connsiteX140" fmla="*/ 2088852 w 7467600"/>
              <a:gd name="connsiteY140" fmla="*/ 5166123 h 6858000"/>
              <a:gd name="connsiteX141" fmla="*/ 1958241 w 7467600"/>
              <a:gd name="connsiteY141" fmla="*/ 5067955 h 6858000"/>
              <a:gd name="connsiteX142" fmla="*/ 1903353 w 7467600"/>
              <a:gd name="connsiteY142" fmla="*/ 5044827 h 6858000"/>
              <a:gd name="connsiteX143" fmla="*/ 1979378 w 7467600"/>
              <a:gd name="connsiteY143" fmla="*/ 4769504 h 6858000"/>
              <a:gd name="connsiteX144" fmla="*/ 2882120 w 7467600"/>
              <a:gd name="connsiteY144" fmla="*/ 5064547 h 6858000"/>
              <a:gd name="connsiteX145" fmla="*/ 2793103 w 7467600"/>
              <a:gd name="connsiteY145" fmla="*/ 5039699 h 6858000"/>
              <a:gd name="connsiteX146" fmla="*/ 2770041 w 7467600"/>
              <a:gd name="connsiteY146" fmla="*/ 5033634 h 6858000"/>
              <a:gd name="connsiteX147" fmla="*/ 1979378 w 7467600"/>
              <a:gd name="connsiteY147" fmla="*/ 4769504 h 6858000"/>
              <a:gd name="connsiteX148" fmla="*/ 1927410 w 7467600"/>
              <a:gd name="connsiteY148" fmla="*/ 4716164 h 6858000"/>
              <a:gd name="connsiteX149" fmla="*/ 1959587 w 7467600"/>
              <a:gd name="connsiteY149" fmla="*/ 4728849 h 6858000"/>
              <a:gd name="connsiteX150" fmla="*/ 2777707 w 7467600"/>
              <a:gd name="connsiteY150" fmla="*/ 5003991 h 6858000"/>
              <a:gd name="connsiteX151" fmla="*/ 2800768 w 7467600"/>
              <a:gd name="connsiteY151" fmla="*/ 5010056 h 6858000"/>
              <a:gd name="connsiteX152" fmla="*/ 2879408 w 7467600"/>
              <a:gd name="connsiteY152" fmla="*/ 5031590 h 6858000"/>
              <a:gd name="connsiteX153" fmla="*/ 2862295 w 7467600"/>
              <a:gd name="connsiteY153" fmla="*/ 5022958 h 6858000"/>
              <a:gd name="connsiteX154" fmla="*/ 2813343 w 7467600"/>
              <a:gd name="connsiteY154" fmla="*/ 4998369 h 6858000"/>
              <a:gd name="connsiteX155" fmla="*/ 2646245 w 7467600"/>
              <a:gd name="connsiteY155" fmla="*/ 4930999 h 6858000"/>
              <a:gd name="connsiteX156" fmla="*/ 1999243 w 7467600"/>
              <a:gd name="connsiteY156" fmla="*/ 4730524 h 6858000"/>
              <a:gd name="connsiteX157" fmla="*/ 1979527 w 7467600"/>
              <a:gd name="connsiteY157" fmla="*/ 4726651 h 6858000"/>
              <a:gd name="connsiteX158" fmla="*/ 1927410 w 7467600"/>
              <a:gd name="connsiteY158" fmla="*/ 4716164 h 6858000"/>
              <a:gd name="connsiteX159" fmla="*/ 1997014 w 7467600"/>
              <a:gd name="connsiteY159" fmla="*/ 4698007 h 6858000"/>
              <a:gd name="connsiteX160" fmla="*/ 2005458 w 7467600"/>
              <a:gd name="connsiteY160" fmla="*/ 4699540 h 6858000"/>
              <a:gd name="connsiteX161" fmla="*/ 2657186 w 7467600"/>
              <a:gd name="connsiteY161" fmla="*/ 4901687 h 6858000"/>
              <a:gd name="connsiteX162" fmla="*/ 2826662 w 7467600"/>
              <a:gd name="connsiteY162" fmla="*/ 4970362 h 6858000"/>
              <a:gd name="connsiteX163" fmla="*/ 2876100 w 7467600"/>
              <a:gd name="connsiteY163" fmla="*/ 4995397 h 6858000"/>
              <a:gd name="connsiteX164" fmla="*/ 3042600 w 7467600"/>
              <a:gd name="connsiteY164" fmla="*/ 5059532 h 6858000"/>
              <a:gd name="connsiteX165" fmla="*/ 1997014 w 7467600"/>
              <a:gd name="connsiteY165" fmla="*/ 4698007 h 6858000"/>
              <a:gd name="connsiteX166" fmla="*/ 2305292 w 7467600"/>
              <a:gd name="connsiteY166" fmla="*/ 4219492 h 6858000"/>
              <a:gd name="connsiteX167" fmla="*/ 3360922 w 7467600"/>
              <a:gd name="connsiteY167" fmla="*/ 4529373 h 6858000"/>
              <a:gd name="connsiteX168" fmla="*/ 3492420 w 7467600"/>
              <a:gd name="connsiteY168" fmla="*/ 4510145 h 6858000"/>
              <a:gd name="connsiteX169" fmla="*/ 3364086 w 7467600"/>
              <a:gd name="connsiteY169" fmla="*/ 4480340 h 6858000"/>
              <a:gd name="connsiteX170" fmla="*/ 3225818 w 7467600"/>
              <a:gd name="connsiteY170" fmla="*/ 4411822 h 6858000"/>
              <a:gd name="connsiteX171" fmla="*/ 3129696 w 7467600"/>
              <a:gd name="connsiteY171" fmla="*/ 4360704 h 6858000"/>
              <a:gd name="connsiteX172" fmla="*/ 2814545 w 7467600"/>
              <a:gd name="connsiteY172" fmla="*/ 4282955 h 6858000"/>
              <a:gd name="connsiteX173" fmla="*/ 2305292 w 7467600"/>
              <a:gd name="connsiteY173" fmla="*/ 4219492 h 6858000"/>
              <a:gd name="connsiteX174" fmla="*/ 2626982 w 7467600"/>
              <a:gd name="connsiteY174" fmla="*/ 4206450 h 6858000"/>
              <a:gd name="connsiteX175" fmla="*/ 2490617 w 7467600"/>
              <a:gd name="connsiteY175" fmla="*/ 4206951 h 6858000"/>
              <a:gd name="connsiteX176" fmla="*/ 2819869 w 7467600"/>
              <a:gd name="connsiteY176" fmla="*/ 4252936 h 6858000"/>
              <a:gd name="connsiteX177" fmla="*/ 3143018 w 7467600"/>
              <a:gd name="connsiteY177" fmla="*/ 4332698 h 6858000"/>
              <a:gd name="connsiteX178" fmla="*/ 3241520 w 7467600"/>
              <a:gd name="connsiteY178" fmla="*/ 4385112 h 6858000"/>
              <a:gd name="connsiteX179" fmla="*/ 3374575 w 7467600"/>
              <a:gd name="connsiteY179" fmla="*/ 4451517 h 6858000"/>
              <a:gd name="connsiteX180" fmla="*/ 3505221 w 7467600"/>
              <a:gd name="connsiteY180" fmla="*/ 4480757 h 6858000"/>
              <a:gd name="connsiteX181" fmla="*/ 2626982 w 7467600"/>
              <a:gd name="connsiteY181" fmla="*/ 4206450 h 6858000"/>
              <a:gd name="connsiteX182" fmla="*/ 1310106 w 7467600"/>
              <a:gd name="connsiteY182" fmla="*/ 3943217 h 6858000"/>
              <a:gd name="connsiteX183" fmla="*/ 854994 w 7467600"/>
              <a:gd name="connsiteY183" fmla="*/ 4399136 h 6858000"/>
              <a:gd name="connsiteX184" fmla="*/ 742462 w 7467600"/>
              <a:gd name="connsiteY184" fmla="*/ 4594648 h 6858000"/>
              <a:gd name="connsiteX185" fmla="*/ 820602 w 7467600"/>
              <a:gd name="connsiteY185" fmla="*/ 4485915 h 6858000"/>
              <a:gd name="connsiteX186" fmla="*/ 878295 w 7467600"/>
              <a:gd name="connsiteY186" fmla="*/ 4403594 h 6858000"/>
              <a:gd name="connsiteX187" fmla="*/ 1240607 w 7467600"/>
              <a:gd name="connsiteY187" fmla="*/ 4010401 h 6858000"/>
              <a:gd name="connsiteX188" fmla="*/ 1310106 w 7467600"/>
              <a:gd name="connsiteY188" fmla="*/ 3943217 h 6858000"/>
              <a:gd name="connsiteX189" fmla="*/ 1423113 w 7467600"/>
              <a:gd name="connsiteY189" fmla="*/ 3874565 h 6858000"/>
              <a:gd name="connsiteX190" fmla="*/ 1260565 w 7467600"/>
              <a:gd name="connsiteY190" fmla="*/ 4031982 h 6858000"/>
              <a:gd name="connsiteX191" fmla="*/ 901900 w 7467600"/>
              <a:gd name="connsiteY191" fmla="*/ 4421236 h 6858000"/>
              <a:gd name="connsiteX192" fmla="*/ 845044 w 7467600"/>
              <a:gd name="connsiteY192" fmla="*/ 4502436 h 6858000"/>
              <a:gd name="connsiteX193" fmla="*/ 685926 w 7467600"/>
              <a:gd name="connsiteY193" fmla="*/ 4703069 h 6858000"/>
              <a:gd name="connsiteX194" fmla="*/ 684248 w 7467600"/>
              <a:gd name="connsiteY194" fmla="*/ 4706721 h 6858000"/>
              <a:gd name="connsiteX195" fmla="*/ 1423113 w 7467600"/>
              <a:gd name="connsiteY195" fmla="*/ 3874565 h 6858000"/>
              <a:gd name="connsiteX196" fmla="*/ 3316479 w 7467600"/>
              <a:gd name="connsiteY196" fmla="*/ 3872136 h 6858000"/>
              <a:gd name="connsiteX197" fmla="*/ 3546806 w 7467600"/>
              <a:gd name="connsiteY197" fmla="*/ 4356139 h 6858000"/>
              <a:gd name="connsiteX198" fmla="*/ 3364433 w 7467600"/>
              <a:gd name="connsiteY198" fmla="*/ 3953121 h 6858000"/>
              <a:gd name="connsiteX199" fmla="*/ 3316479 w 7467600"/>
              <a:gd name="connsiteY199" fmla="*/ 3872136 h 6858000"/>
              <a:gd name="connsiteX200" fmla="*/ 3291335 w 7467600"/>
              <a:gd name="connsiteY200" fmla="*/ 3767420 h 6858000"/>
              <a:gd name="connsiteX201" fmla="*/ 3390805 w 7467600"/>
              <a:gd name="connsiteY201" fmla="*/ 3937163 h 6858000"/>
              <a:gd name="connsiteX202" fmla="*/ 3579062 w 7467600"/>
              <a:gd name="connsiteY202" fmla="*/ 4359040 h 6858000"/>
              <a:gd name="connsiteX203" fmla="*/ 3467355 w 7467600"/>
              <a:gd name="connsiteY203" fmla="*/ 3988130 h 6858000"/>
              <a:gd name="connsiteX204" fmla="*/ 3310753 w 7467600"/>
              <a:gd name="connsiteY204" fmla="*/ 3787140 h 6858000"/>
              <a:gd name="connsiteX205" fmla="*/ 3291335 w 7467600"/>
              <a:gd name="connsiteY205" fmla="*/ 3767420 h 6858000"/>
              <a:gd name="connsiteX206" fmla="*/ 1635889 w 7467600"/>
              <a:gd name="connsiteY206" fmla="*/ 3709494 h 6858000"/>
              <a:gd name="connsiteX207" fmla="*/ 1634800 w 7467600"/>
              <a:gd name="connsiteY207" fmla="*/ 3731111 h 6858000"/>
              <a:gd name="connsiteX208" fmla="*/ 1635889 w 7467600"/>
              <a:gd name="connsiteY208" fmla="*/ 3709494 h 6858000"/>
              <a:gd name="connsiteX209" fmla="*/ 1510397 w 7467600"/>
              <a:gd name="connsiteY209" fmla="*/ 3684705 h 6858000"/>
              <a:gd name="connsiteX210" fmla="*/ 1146550 w 7467600"/>
              <a:gd name="connsiteY210" fmla="*/ 3802012 h 6858000"/>
              <a:gd name="connsiteX211" fmla="*/ 698834 w 7467600"/>
              <a:gd name="connsiteY211" fmla="*/ 3952272 h 6858000"/>
              <a:gd name="connsiteX212" fmla="*/ 34256 w 7467600"/>
              <a:gd name="connsiteY212" fmla="*/ 4347603 h 6858000"/>
              <a:gd name="connsiteX213" fmla="*/ 527241 w 7467600"/>
              <a:gd name="connsiteY213" fmla="*/ 4065078 h 6858000"/>
              <a:gd name="connsiteX214" fmla="*/ 1510397 w 7467600"/>
              <a:gd name="connsiteY214" fmla="*/ 3684705 h 6858000"/>
              <a:gd name="connsiteX215" fmla="*/ 1313114 w 7467600"/>
              <a:gd name="connsiteY215" fmla="*/ 3655216 h 6858000"/>
              <a:gd name="connsiteX216" fmla="*/ 1109304 w 7467600"/>
              <a:gd name="connsiteY216" fmla="*/ 3669030 h 6858000"/>
              <a:gd name="connsiteX217" fmla="*/ 8129 w 7467600"/>
              <a:gd name="connsiteY217" fmla="*/ 4330519 h 6858000"/>
              <a:gd name="connsiteX218" fmla="*/ 687572 w 7467600"/>
              <a:gd name="connsiteY218" fmla="*/ 3925629 h 6858000"/>
              <a:gd name="connsiteX219" fmla="*/ 1138365 w 7467600"/>
              <a:gd name="connsiteY219" fmla="*/ 3774515 h 6858000"/>
              <a:gd name="connsiteX220" fmla="*/ 1505579 w 7467600"/>
              <a:gd name="connsiteY220" fmla="*/ 3655526 h 6858000"/>
              <a:gd name="connsiteX221" fmla="*/ 1313114 w 7467600"/>
              <a:gd name="connsiteY221" fmla="*/ 3655216 h 6858000"/>
              <a:gd name="connsiteX222" fmla="*/ 3655073 w 7467600"/>
              <a:gd name="connsiteY222" fmla="*/ 3650884 h 6858000"/>
              <a:gd name="connsiteX223" fmla="*/ 3989938 w 7467600"/>
              <a:gd name="connsiteY223" fmla="*/ 3991685 h 6858000"/>
              <a:gd name="connsiteX224" fmla="*/ 4393907 w 7467600"/>
              <a:gd name="connsiteY224" fmla="*/ 4261258 h 6858000"/>
              <a:gd name="connsiteX225" fmla="*/ 4648051 w 7467600"/>
              <a:gd name="connsiteY225" fmla="*/ 4374051 h 6858000"/>
              <a:gd name="connsiteX226" fmla="*/ 4383389 w 7467600"/>
              <a:gd name="connsiteY226" fmla="*/ 4184369 h 6858000"/>
              <a:gd name="connsiteX227" fmla="*/ 4165508 w 7467600"/>
              <a:gd name="connsiteY227" fmla="*/ 4035196 h 6858000"/>
              <a:gd name="connsiteX228" fmla="*/ 4068162 w 7467600"/>
              <a:gd name="connsiteY228" fmla="*/ 3953394 h 6858000"/>
              <a:gd name="connsiteX229" fmla="*/ 3981416 w 7467600"/>
              <a:gd name="connsiteY229" fmla="*/ 3880482 h 6858000"/>
              <a:gd name="connsiteX230" fmla="*/ 3800147 w 7467600"/>
              <a:gd name="connsiteY230" fmla="*/ 3749872 h 6858000"/>
              <a:gd name="connsiteX231" fmla="*/ 3655073 w 7467600"/>
              <a:gd name="connsiteY231" fmla="*/ 3650884 h 6858000"/>
              <a:gd name="connsiteX232" fmla="*/ 3670252 w 7467600"/>
              <a:gd name="connsiteY232" fmla="*/ 3622798 h 6858000"/>
              <a:gd name="connsiteX233" fmla="*/ 3817258 w 7467600"/>
              <a:gd name="connsiteY233" fmla="*/ 3723577 h 6858000"/>
              <a:gd name="connsiteX234" fmla="*/ 4000461 w 7467600"/>
              <a:gd name="connsiteY234" fmla="*/ 3855966 h 6858000"/>
              <a:gd name="connsiteX235" fmla="*/ 4088180 w 7467600"/>
              <a:gd name="connsiteY235" fmla="*/ 3929774 h 6858000"/>
              <a:gd name="connsiteX236" fmla="*/ 4184555 w 7467600"/>
              <a:gd name="connsiteY236" fmla="*/ 4010683 h 6858000"/>
              <a:gd name="connsiteX237" fmla="*/ 4399563 w 7467600"/>
              <a:gd name="connsiteY237" fmla="*/ 4158106 h 6858000"/>
              <a:gd name="connsiteX238" fmla="*/ 4684469 w 7467600"/>
              <a:gd name="connsiteY238" fmla="*/ 4364680 h 6858000"/>
              <a:gd name="connsiteX239" fmla="*/ 4690271 w 7467600"/>
              <a:gd name="connsiteY239" fmla="*/ 4370034 h 6858000"/>
              <a:gd name="connsiteX240" fmla="*/ 4136093 w 7467600"/>
              <a:gd name="connsiteY240" fmla="*/ 3858466 h 6858000"/>
              <a:gd name="connsiteX241" fmla="*/ 3670252 w 7467600"/>
              <a:gd name="connsiteY241" fmla="*/ 3622798 h 6858000"/>
              <a:gd name="connsiteX242" fmla="*/ 4440129 w 7467600"/>
              <a:gd name="connsiteY242" fmla="*/ 3448571 h 6858000"/>
              <a:gd name="connsiteX243" fmla="*/ 4856525 w 7467600"/>
              <a:gd name="connsiteY243" fmla="*/ 3915351 h 6858000"/>
              <a:gd name="connsiteX244" fmla="*/ 5059055 w 7467600"/>
              <a:gd name="connsiteY244" fmla="*/ 4108918 h 6858000"/>
              <a:gd name="connsiteX245" fmla="*/ 5290070 w 7467600"/>
              <a:gd name="connsiteY245" fmla="*/ 4263619 h 6858000"/>
              <a:gd name="connsiteX246" fmla="*/ 4834991 w 7467600"/>
              <a:gd name="connsiteY246" fmla="*/ 3830985 h 6858000"/>
              <a:gd name="connsiteX247" fmla="*/ 4440129 w 7467600"/>
              <a:gd name="connsiteY247" fmla="*/ 3448571 h 6858000"/>
              <a:gd name="connsiteX248" fmla="*/ 4441737 w 7467600"/>
              <a:gd name="connsiteY248" fmla="*/ 3399734 h 6858000"/>
              <a:gd name="connsiteX249" fmla="*/ 4431236 w 7467600"/>
              <a:gd name="connsiteY249" fmla="*/ 3400954 h 6858000"/>
              <a:gd name="connsiteX250" fmla="*/ 4557150 w 7467600"/>
              <a:gd name="connsiteY250" fmla="*/ 3510023 h 6858000"/>
              <a:gd name="connsiteX251" fmla="*/ 4856936 w 7467600"/>
              <a:gd name="connsiteY251" fmla="*/ 3809146 h 6858000"/>
              <a:gd name="connsiteX252" fmla="*/ 5111996 w 7467600"/>
              <a:gd name="connsiteY252" fmla="*/ 4065759 h 6858000"/>
              <a:gd name="connsiteX253" fmla="*/ 5388878 w 7467600"/>
              <a:gd name="connsiteY253" fmla="*/ 4300185 h 6858000"/>
              <a:gd name="connsiteX254" fmla="*/ 5425556 w 7467600"/>
              <a:gd name="connsiteY254" fmla="*/ 4308967 h 6858000"/>
              <a:gd name="connsiteX255" fmla="*/ 4943646 w 7467600"/>
              <a:gd name="connsiteY255" fmla="*/ 3822916 h 6858000"/>
              <a:gd name="connsiteX256" fmla="*/ 4594837 w 7467600"/>
              <a:gd name="connsiteY256" fmla="*/ 3532274 h 6858000"/>
              <a:gd name="connsiteX257" fmla="*/ 4441737 w 7467600"/>
              <a:gd name="connsiteY257" fmla="*/ 3399734 h 6858000"/>
              <a:gd name="connsiteX258" fmla="*/ 5425834 w 7467600"/>
              <a:gd name="connsiteY258" fmla="*/ 3162785 h 6858000"/>
              <a:gd name="connsiteX259" fmla="*/ 5401644 w 7467600"/>
              <a:gd name="connsiteY259" fmla="*/ 3617847 h 6858000"/>
              <a:gd name="connsiteX260" fmla="*/ 5467256 w 7467600"/>
              <a:gd name="connsiteY260" fmla="*/ 4175494 h 6858000"/>
              <a:gd name="connsiteX261" fmla="*/ 5448069 w 7467600"/>
              <a:gd name="connsiteY261" fmla="*/ 3567554 h 6858000"/>
              <a:gd name="connsiteX262" fmla="*/ 5425834 w 7467600"/>
              <a:gd name="connsiteY262" fmla="*/ 3162785 h 6858000"/>
              <a:gd name="connsiteX263" fmla="*/ 1318687 w 7467600"/>
              <a:gd name="connsiteY263" fmla="*/ 3113840 h 6858000"/>
              <a:gd name="connsiteX264" fmla="*/ 1066793 w 7467600"/>
              <a:gd name="connsiteY264" fmla="*/ 3212171 h 6858000"/>
              <a:gd name="connsiteX265" fmla="*/ 993319 w 7467600"/>
              <a:gd name="connsiteY265" fmla="*/ 3247648 h 6858000"/>
              <a:gd name="connsiteX266" fmla="*/ 853081 w 7467600"/>
              <a:gd name="connsiteY266" fmla="*/ 3312410 h 6858000"/>
              <a:gd name="connsiteX267" fmla="*/ 805957 w 7467600"/>
              <a:gd name="connsiteY267" fmla="*/ 3330443 h 6858000"/>
              <a:gd name="connsiteX268" fmla="*/ 1318687 w 7467600"/>
              <a:gd name="connsiteY268" fmla="*/ 3113840 h 6858000"/>
              <a:gd name="connsiteX269" fmla="*/ 5453702 w 7467600"/>
              <a:gd name="connsiteY269" fmla="*/ 3090882 h 6858000"/>
              <a:gd name="connsiteX270" fmla="*/ 5480135 w 7467600"/>
              <a:gd name="connsiteY270" fmla="*/ 3565802 h 6858000"/>
              <a:gd name="connsiteX271" fmla="*/ 5499023 w 7467600"/>
              <a:gd name="connsiteY271" fmla="*/ 4166310 h 6858000"/>
              <a:gd name="connsiteX272" fmla="*/ 5547022 w 7467600"/>
              <a:gd name="connsiteY272" fmla="*/ 3607838 h 6858000"/>
              <a:gd name="connsiteX273" fmla="*/ 5515964 w 7467600"/>
              <a:gd name="connsiteY273" fmla="*/ 3378541 h 6858000"/>
              <a:gd name="connsiteX274" fmla="*/ 5453702 w 7467600"/>
              <a:gd name="connsiteY274" fmla="*/ 3090882 h 6858000"/>
              <a:gd name="connsiteX275" fmla="*/ 1238695 w 7467600"/>
              <a:gd name="connsiteY275" fmla="*/ 3076820 h 6858000"/>
              <a:gd name="connsiteX276" fmla="*/ 716371 w 7467600"/>
              <a:gd name="connsiteY276" fmla="*/ 3293249 h 6858000"/>
              <a:gd name="connsiteX277" fmla="*/ 579522 w 7467600"/>
              <a:gd name="connsiteY277" fmla="*/ 3371759 h 6858000"/>
              <a:gd name="connsiteX278" fmla="*/ 600288 w 7467600"/>
              <a:gd name="connsiteY278" fmla="*/ 3365555 h 6858000"/>
              <a:gd name="connsiteX279" fmla="*/ 840692 w 7467600"/>
              <a:gd name="connsiteY279" fmla="*/ 3284921 h 6858000"/>
              <a:gd name="connsiteX280" fmla="*/ 979248 w 7467600"/>
              <a:gd name="connsiteY280" fmla="*/ 3221003 h 6858000"/>
              <a:gd name="connsiteX281" fmla="*/ 1053282 w 7467600"/>
              <a:gd name="connsiteY281" fmla="*/ 3185247 h 6858000"/>
              <a:gd name="connsiteX282" fmla="*/ 1320603 w 7467600"/>
              <a:gd name="connsiteY282" fmla="*/ 3081281 h 6858000"/>
              <a:gd name="connsiteX283" fmla="*/ 1238695 w 7467600"/>
              <a:gd name="connsiteY283" fmla="*/ 3076820 h 6858000"/>
              <a:gd name="connsiteX284" fmla="*/ 5425627 w 7467600"/>
              <a:gd name="connsiteY284" fmla="*/ 2954192 h 6858000"/>
              <a:gd name="connsiteX285" fmla="*/ 5470770 w 7467600"/>
              <a:gd name="connsiteY285" fmla="*/ 3005435 h 6858000"/>
              <a:gd name="connsiteX286" fmla="*/ 5519779 w 7467600"/>
              <a:gd name="connsiteY286" fmla="*/ 4359223 h 6858000"/>
              <a:gd name="connsiteX287" fmla="*/ 5520293 w 7467600"/>
              <a:gd name="connsiteY287" fmla="*/ 4360602 h 6858000"/>
              <a:gd name="connsiteX288" fmla="*/ 5767221 w 7467600"/>
              <a:gd name="connsiteY288" fmla="*/ 4665564 h 6858000"/>
              <a:gd name="connsiteX289" fmla="*/ 6937169 w 7467600"/>
              <a:gd name="connsiteY289" fmla="*/ 4815941 h 6858000"/>
              <a:gd name="connsiteX290" fmla="*/ 6953922 w 7467600"/>
              <a:gd name="connsiteY290" fmla="*/ 4890068 h 6858000"/>
              <a:gd name="connsiteX291" fmla="*/ 6071359 w 7467600"/>
              <a:gd name="connsiteY291" fmla="*/ 4770770 h 6858000"/>
              <a:gd name="connsiteX292" fmla="*/ 6038839 w 7467600"/>
              <a:gd name="connsiteY292" fmla="*/ 4764474 h 6858000"/>
              <a:gd name="connsiteX293" fmla="*/ 6038706 w 7467600"/>
              <a:gd name="connsiteY293" fmla="*/ 4763847 h 6858000"/>
              <a:gd name="connsiteX294" fmla="*/ 6037784 w 7467600"/>
              <a:gd name="connsiteY294" fmla="*/ 4764270 h 6858000"/>
              <a:gd name="connsiteX295" fmla="*/ 6038839 w 7467600"/>
              <a:gd name="connsiteY295" fmla="*/ 4764474 h 6858000"/>
              <a:gd name="connsiteX296" fmla="*/ 6040338 w 7467600"/>
              <a:gd name="connsiteY296" fmla="*/ 4771418 h 6858000"/>
              <a:gd name="connsiteX297" fmla="*/ 6024488 w 7467600"/>
              <a:gd name="connsiteY297" fmla="*/ 4809903 h 6858000"/>
              <a:gd name="connsiteX298" fmla="*/ 5599771 w 7467600"/>
              <a:gd name="connsiteY298" fmla="*/ 5509652 h 6858000"/>
              <a:gd name="connsiteX299" fmla="*/ 5548843 w 7467600"/>
              <a:gd name="connsiteY299" fmla="*/ 5563845 h 6858000"/>
              <a:gd name="connsiteX300" fmla="*/ 5940952 w 7467600"/>
              <a:gd name="connsiteY300" fmla="*/ 6250028 h 6858000"/>
              <a:gd name="connsiteX301" fmla="*/ 6043441 w 7467600"/>
              <a:gd name="connsiteY301" fmla="*/ 6665847 h 6858000"/>
              <a:gd name="connsiteX302" fmla="*/ 6093432 w 7467600"/>
              <a:gd name="connsiteY302" fmla="*/ 6858000 h 6858000"/>
              <a:gd name="connsiteX303" fmla="*/ 6034344 w 7467600"/>
              <a:gd name="connsiteY303" fmla="*/ 6858000 h 6858000"/>
              <a:gd name="connsiteX304" fmla="*/ 6026679 w 7467600"/>
              <a:gd name="connsiteY304" fmla="*/ 6836959 h 6858000"/>
              <a:gd name="connsiteX305" fmla="*/ 5800441 w 7467600"/>
              <a:gd name="connsiteY305" fmla="*/ 6335286 h 6858000"/>
              <a:gd name="connsiteX306" fmla="*/ 5526562 w 7467600"/>
              <a:gd name="connsiteY306" fmla="*/ 5705388 h 6858000"/>
              <a:gd name="connsiteX307" fmla="*/ 5519640 w 7467600"/>
              <a:gd name="connsiteY307" fmla="*/ 5683774 h 6858000"/>
              <a:gd name="connsiteX308" fmla="*/ 5844559 w 7467600"/>
              <a:gd name="connsiteY308" fmla="*/ 6553349 h 6858000"/>
              <a:gd name="connsiteX309" fmla="*/ 5975994 w 7467600"/>
              <a:gd name="connsiteY309" fmla="*/ 6858000 h 6858000"/>
              <a:gd name="connsiteX310" fmla="*/ 5898547 w 7467600"/>
              <a:gd name="connsiteY310" fmla="*/ 6858000 h 6858000"/>
              <a:gd name="connsiteX311" fmla="*/ 5682041 w 7467600"/>
              <a:gd name="connsiteY311" fmla="*/ 6355860 h 6858000"/>
              <a:gd name="connsiteX312" fmla="*/ 5461758 w 7467600"/>
              <a:gd name="connsiteY312" fmla="*/ 5820220 h 6858000"/>
              <a:gd name="connsiteX313" fmla="*/ 5237282 w 7467600"/>
              <a:gd name="connsiteY313" fmla="*/ 6579086 h 6858000"/>
              <a:gd name="connsiteX314" fmla="*/ 5115009 w 7467600"/>
              <a:gd name="connsiteY314" fmla="*/ 6858000 h 6858000"/>
              <a:gd name="connsiteX315" fmla="*/ 5028074 w 7467600"/>
              <a:gd name="connsiteY315" fmla="*/ 6858000 h 6858000"/>
              <a:gd name="connsiteX316" fmla="*/ 5079508 w 7467600"/>
              <a:gd name="connsiteY316" fmla="*/ 6749074 h 6858000"/>
              <a:gd name="connsiteX317" fmla="*/ 5371846 w 7467600"/>
              <a:gd name="connsiteY317" fmla="*/ 5924413 h 6858000"/>
              <a:gd name="connsiteX318" fmla="*/ 5270512 w 7467600"/>
              <a:gd name="connsiteY318" fmla="*/ 6138975 h 6858000"/>
              <a:gd name="connsiteX319" fmla="*/ 5062409 w 7467600"/>
              <a:gd name="connsiteY319" fmla="*/ 6653544 h 6858000"/>
              <a:gd name="connsiteX320" fmla="*/ 5036628 w 7467600"/>
              <a:gd name="connsiteY320" fmla="*/ 6754247 h 6858000"/>
              <a:gd name="connsiteX321" fmla="*/ 5009112 w 7467600"/>
              <a:gd name="connsiteY321" fmla="*/ 6858000 h 6858000"/>
              <a:gd name="connsiteX322" fmla="*/ 4976679 w 7467600"/>
              <a:gd name="connsiteY322" fmla="*/ 6858000 h 6858000"/>
              <a:gd name="connsiteX323" fmla="*/ 5006537 w 7467600"/>
              <a:gd name="connsiteY323" fmla="*/ 6747068 h 6858000"/>
              <a:gd name="connsiteX324" fmla="*/ 5032723 w 7467600"/>
              <a:gd name="connsiteY324" fmla="*/ 6644957 h 6858000"/>
              <a:gd name="connsiteX325" fmla="*/ 5242949 w 7467600"/>
              <a:gd name="connsiteY325" fmla="*/ 6125175 h 6858000"/>
              <a:gd name="connsiteX326" fmla="*/ 5286321 w 7467600"/>
              <a:gd name="connsiteY326" fmla="*/ 6033555 h 6858000"/>
              <a:gd name="connsiteX327" fmla="*/ 5008210 w 7467600"/>
              <a:gd name="connsiteY327" fmla="*/ 6649194 h 6858000"/>
              <a:gd name="connsiteX328" fmla="*/ 4986321 w 7467600"/>
              <a:gd name="connsiteY328" fmla="*/ 6765687 h 6858000"/>
              <a:gd name="connsiteX329" fmla="*/ 4973474 w 7467600"/>
              <a:gd name="connsiteY329" fmla="*/ 6858000 h 6858000"/>
              <a:gd name="connsiteX330" fmla="*/ 4907178 w 7467600"/>
              <a:gd name="connsiteY330" fmla="*/ 6858000 h 6858000"/>
              <a:gd name="connsiteX331" fmla="*/ 4910810 w 7467600"/>
              <a:gd name="connsiteY331" fmla="*/ 6829660 h 6858000"/>
              <a:gd name="connsiteX332" fmla="*/ 4987461 w 7467600"/>
              <a:gd name="connsiteY332" fmla="*/ 6432994 h 6858000"/>
              <a:gd name="connsiteX333" fmla="*/ 5179262 w 7467600"/>
              <a:gd name="connsiteY333" fmla="*/ 6035044 h 6858000"/>
              <a:gd name="connsiteX334" fmla="*/ 4689678 w 7467600"/>
              <a:gd name="connsiteY334" fmla="*/ 6440241 h 6858000"/>
              <a:gd name="connsiteX335" fmla="*/ 4477543 w 7467600"/>
              <a:gd name="connsiteY335" fmla="*/ 6674836 h 6858000"/>
              <a:gd name="connsiteX336" fmla="*/ 4329957 w 7467600"/>
              <a:gd name="connsiteY336" fmla="*/ 6858000 h 6858000"/>
              <a:gd name="connsiteX337" fmla="*/ 4218595 w 7467600"/>
              <a:gd name="connsiteY337" fmla="*/ 6858000 h 6858000"/>
              <a:gd name="connsiteX338" fmla="*/ 4368888 w 7467600"/>
              <a:gd name="connsiteY338" fmla="*/ 6668412 h 6858000"/>
              <a:gd name="connsiteX339" fmla="*/ 4563091 w 7467600"/>
              <a:gd name="connsiteY339" fmla="*/ 6442508 h 6858000"/>
              <a:gd name="connsiteX340" fmla="*/ 5387324 w 7467600"/>
              <a:gd name="connsiteY340" fmla="*/ 5705830 h 6858000"/>
              <a:gd name="connsiteX341" fmla="*/ 5073620 w 7467600"/>
              <a:gd name="connsiteY341" fmla="*/ 5955437 h 6858000"/>
              <a:gd name="connsiteX342" fmla="*/ 4689789 w 7467600"/>
              <a:gd name="connsiteY342" fmla="*/ 6268382 h 6858000"/>
              <a:gd name="connsiteX343" fmla="*/ 4418722 w 7467600"/>
              <a:gd name="connsiteY343" fmla="*/ 6570886 h 6858000"/>
              <a:gd name="connsiteX344" fmla="*/ 4214944 w 7467600"/>
              <a:gd name="connsiteY344" fmla="*/ 6858000 h 6858000"/>
              <a:gd name="connsiteX345" fmla="*/ 4177898 w 7467600"/>
              <a:gd name="connsiteY345" fmla="*/ 6858000 h 6858000"/>
              <a:gd name="connsiteX346" fmla="*/ 4391597 w 7467600"/>
              <a:gd name="connsiteY346" fmla="*/ 6556370 h 6858000"/>
              <a:gd name="connsiteX347" fmla="*/ 4668889 w 7467600"/>
              <a:gd name="connsiteY347" fmla="*/ 6246399 h 6858000"/>
              <a:gd name="connsiteX348" fmla="*/ 5055427 w 7467600"/>
              <a:gd name="connsiteY348" fmla="*/ 5931476 h 6858000"/>
              <a:gd name="connsiteX349" fmla="*/ 5371814 w 7467600"/>
              <a:gd name="connsiteY349" fmla="*/ 5678975 h 6858000"/>
              <a:gd name="connsiteX350" fmla="*/ 4987918 w 7467600"/>
              <a:gd name="connsiteY350" fmla="*/ 5838701 h 6858000"/>
              <a:gd name="connsiteX351" fmla="*/ 4317146 w 7467600"/>
              <a:gd name="connsiteY351" fmla="*/ 6587716 h 6858000"/>
              <a:gd name="connsiteX352" fmla="*/ 4171627 w 7467600"/>
              <a:gd name="connsiteY352" fmla="*/ 6858000 h 6858000"/>
              <a:gd name="connsiteX353" fmla="*/ 4081585 w 7467600"/>
              <a:gd name="connsiteY353" fmla="*/ 6858000 h 6858000"/>
              <a:gd name="connsiteX354" fmla="*/ 4238603 w 7467600"/>
              <a:gd name="connsiteY354" fmla="*/ 6559341 h 6858000"/>
              <a:gd name="connsiteX355" fmla="*/ 4778333 w 7467600"/>
              <a:gd name="connsiteY355" fmla="*/ 5873626 h 6858000"/>
              <a:gd name="connsiteX356" fmla="*/ 5414185 w 7467600"/>
              <a:gd name="connsiteY356" fmla="*/ 5573882 h 6858000"/>
              <a:gd name="connsiteX357" fmla="*/ 5959648 w 7467600"/>
              <a:gd name="connsiteY357" fmla="*/ 4760797 h 6858000"/>
              <a:gd name="connsiteX358" fmla="*/ 5355019 w 7467600"/>
              <a:gd name="connsiteY358" fmla="*/ 4734672 h 6858000"/>
              <a:gd name="connsiteX359" fmla="*/ 5083565 w 7467600"/>
              <a:gd name="connsiteY359" fmla="*/ 5179121 h 6858000"/>
              <a:gd name="connsiteX360" fmla="*/ 4713577 w 7467600"/>
              <a:gd name="connsiteY360" fmla="*/ 5616803 h 6858000"/>
              <a:gd name="connsiteX361" fmla="*/ 3989559 w 7467600"/>
              <a:gd name="connsiteY361" fmla="*/ 6145945 h 6858000"/>
              <a:gd name="connsiteX362" fmla="*/ 3939824 w 7467600"/>
              <a:gd name="connsiteY362" fmla="*/ 6066900 h 6858000"/>
              <a:gd name="connsiteX363" fmla="*/ 4584537 w 7467600"/>
              <a:gd name="connsiteY363" fmla="*/ 5324826 h 6858000"/>
              <a:gd name="connsiteX364" fmla="*/ 5037105 w 7467600"/>
              <a:gd name="connsiteY364" fmla="*/ 5088765 h 6858000"/>
              <a:gd name="connsiteX365" fmla="*/ 5039930 w 7467600"/>
              <a:gd name="connsiteY365" fmla="*/ 5089585 h 6858000"/>
              <a:gd name="connsiteX366" fmla="*/ 5263764 w 7467600"/>
              <a:gd name="connsiteY366" fmla="*/ 4735525 h 6858000"/>
              <a:gd name="connsiteX367" fmla="*/ 4086300 w 7467600"/>
              <a:gd name="connsiteY367" fmla="*/ 4884599 h 6858000"/>
              <a:gd name="connsiteX368" fmla="*/ 4085485 w 7467600"/>
              <a:gd name="connsiteY368" fmla="*/ 4899070 h 6858000"/>
              <a:gd name="connsiteX369" fmla="*/ 3871915 w 7467600"/>
              <a:gd name="connsiteY369" fmla="*/ 5253645 h 6858000"/>
              <a:gd name="connsiteX370" fmla="*/ 3799374 w 7467600"/>
              <a:gd name="connsiteY370" fmla="*/ 5466127 h 6858000"/>
              <a:gd name="connsiteX371" fmla="*/ 3498850 w 7467600"/>
              <a:gd name="connsiteY371" fmla="*/ 6661888 h 6858000"/>
              <a:gd name="connsiteX372" fmla="*/ 3399216 w 7467600"/>
              <a:gd name="connsiteY372" fmla="*/ 6858000 h 6858000"/>
              <a:gd name="connsiteX373" fmla="*/ 3303688 w 7467600"/>
              <a:gd name="connsiteY373" fmla="*/ 6858000 h 6858000"/>
              <a:gd name="connsiteX374" fmla="*/ 3391774 w 7467600"/>
              <a:gd name="connsiteY374" fmla="*/ 6697181 h 6858000"/>
              <a:gd name="connsiteX375" fmla="*/ 3735540 w 7467600"/>
              <a:gd name="connsiteY375" fmla="*/ 5546923 h 6858000"/>
              <a:gd name="connsiteX376" fmla="*/ 3729438 w 7467600"/>
              <a:gd name="connsiteY376" fmla="*/ 5569058 h 6858000"/>
              <a:gd name="connsiteX377" fmla="*/ 3707782 w 7467600"/>
              <a:gd name="connsiteY377" fmla="*/ 5644908 h 6858000"/>
              <a:gd name="connsiteX378" fmla="*/ 3583827 w 7467600"/>
              <a:gd name="connsiteY378" fmla="*/ 6039215 h 6858000"/>
              <a:gd name="connsiteX379" fmla="*/ 3547861 w 7467600"/>
              <a:gd name="connsiteY379" fmla="*/ 6129609 h 6858000"/>
              <a:gd name="connsiteX380" fmla="*/ 3490905 w 7467600"/>
              <a:gd name="connsiteY380" fmla="*/ 6277660 h 6858000"/>
              <a:gd name="connsiteX381" fmla="*/ 3455859 w 7467600"/>
              <a:gd name="connsiteY381" fmla="*/ 6391301 h 6858000"/>
              <a:gd name="connsiteX382" fmla="*/ 3429112 w 7467600"/>
              <a:gd name="connsiteY382" fmla="*/ 6479469 h 6858000"/>
              <a:gd name="connsiteX383" fmla="*/ 3304862 w 7467600"/>
              <a:gd name="connsiteY383" fmla="*/ 6796476 h 6858000"/>
              <a:gd name="connsiteX384" fmla="*/ 3276071 w 7467600"/>
              <a:gd name="connsiteY384" fmla="*/ 6858000 h 6858000"/>
              <a:gd name="connsiteX385" fmla="*/ 3240805 w 7467600"/>
              <a:gd name="connsiteY385" fmla="*/ 6858000 h 6858000"/>
              <a:gd name="connsiteX386" fmla="*/ 3275917 w 7467600"/>
              <a:gd name="connsiteY386" fmla="*/ 6783192 h 6858000"/>
              <a:gd name="connsiteX387" fmla="*/ 3399358 w 7467600"/>
              <a:gd name="connsiteY387" fmla="*/ 6469011 h 6858000"/>
              <a:gd name="connsiteX388" fmla="*/ 3425650 w 7467600"/>
              <a:gd name="connsiteY388" fmla="*/ 6381333 h 6858000"/>
              <a:gd name="connsiteX389" fmla="*/ 3460661 w 7467600"/>
              <a:gd name="connsiteY389" fmla="*/ 6266763 h 6858000"/>
              <a:gd name="connsiteX390" fmla="*/ 3518021 w 7467600"/>
              <a:gd name="connsiteY390" fmla="*/ 6117298 h 6858000"/>
              <a:gd name="connsiteX391" fmla="*/ 3554035 w 7467600"/>
              <a:gd name="connsiteY391" fmla="*/ 6027832 h 6858000"/>
              <a:gd name="connsiteX392" fmla="*/ 3677174 w 7467600"/>
              <a:gd name="connsiteY392" fmla="*/ 5636351 h 6858000"/>
              <a:gd name="connsiteX393" fmla="*/ 3698819 w 7467600"/>
              <a:gd name="connsiteY393" fmla="*/ 5560503 h 6858000"/>
              <a:gd name="connsiteX394" fmla="*/ 3702094 w 7467600"/>
              <a:gd name="connsiteY394" fmla="*/ 5549194 h 6858000"/>
              <a:gd name="connsiteX395" fmla="*/ 3398355 w 7467600"/>
              <a:gd name="connsiteY395" fmla="*/ 6094603 h 6858000"/>
              <a:gd name="connsiteX396" fmla="*/ 3193941 w 7467600"/>
              <a:gd name="connsiteY396" fmla="*/ 6798775 h 6858000"/>
              <a:gd name="connsiteX397" fmla="*/ 3184140 w 7467600"/>
              <a:gd name="connsiteY397" fmla="*/ 6858000 h 6858000"/>
              <a:gd name="connsiteX398" fmla="*/ 3099978 w 7467600"/>
              <a:gd name="connsiteY398" fmla="*/ 6858000 h 6858000"/>
              <a:gd name="connsiteX399" fmla="*/ 3101556 w 7467600"/>
              <a:gd name="connsiteY399" fmla="*/ 6843337 h 6858000"/>
              <a:gd name="connsiteX400" fmla="*/ 3370162 w 7467600"/>
              <a:gd name="connsiteY400" fmla="*/ 5785550 h 6858000"/>
              <a:gd name="connsiteX401" fmla="*/ 3746477 w 7467600"/>
              <a:gd name="connsiteY401" fmla="*/ 5377889 h 6858000"/>
              <a:gd name="connsiteX402" fmla="*/ 3863399 w 7467600"/>
              <a:gd name="connsiteY402" fmla="*/ 5087257 h 6858000"/>
              <a:gd name="connsiteX403" fmla="*/ 3968712 w 7467600"/>
              <a:gd name="connsiteY403" fmla="*/ 4913989 h 6858000"/>
              <a:gd name="connsiteX404" fmla="*/ 2792390 w 7467600"/>
              <a:gd name="connsiteY404" fmla="*/ 5382974 h 6858000"/>
              <a:gd name="connsiteX405" fmla="*/ 2714982 w 7467600"/>
              <a:gd name="connsiteY405" fmla="*/ 5427051 h 6858000"/>
              <a:gd name="connsiteX406" fmla="*/ 2813361 w 7467600"/>
              <a:gd name="connsiteY406" fmla="*/ 6023912 h 6858000"/>
              <a:gd name="connsiteX407" fmla="*/ 2688430 w 7467600"/>
              <a:gd name="connsiteY407" fmla="*/ 6801564 h 6858000"/>
              <a:gd name="connsiteX408" fmla="*/ 2629626 w 7467600"/>
              <a:gd name="connsiteY408" fmla="*/ 6763394 h 6858000"/>
              <a:gd name="connsiteX409" fmla="*/ 2565328 w 7467600"/>
              <a:gd name="connsiteY409" fmla="*/ 5516399 h 6858000"/>
              <a:gd name="connsiteX410" fmla="*/ 1922999 w 7467600"/>
              <a:gd name="connsiteY410" fmla="*/ 5980343 h 6858000"/>
              <a:gd name="connsiteX411" fmla="*/ 1950261 w 7467600"/>
              <a:gd name="connsiteY411" fmla="*/ 6405858 h 6858000"/>
              <a:gd name="connsiteX412" fmla="*/ 2365554 w 7467600"/>
              <a:gd name="connsiteY412" fmla="*/ 6759107 h 6858000"/>
              <a:gd name="connsiteX413" fmla="*/ 2424142 w 7467600"/>
              <a:gd name="connsiteY413" fmla="*/ 6858000 h 6858000"/>
              <a:gd name="connsiteX414" fmla="*/ 2395994 w 7467600"/>
              <a:gd name="connsiteY414" fmla="*/ 6858000 h 6858000"/>
              <a:gd name="connsiteX415" fmla="*/ 2392863 w 7467600"/>
              <a:gd name="connsiteY415" fmla="*/ 6852964 h 6858000"/>
              <a:gd name="connsiteX416" fmla="*/ 2017589 w 7467600"/>
              <a:gd name="connsiteY416" fmla="*/ 6493982 h 6858000"/>
              <a:gd name="connsiteX417" fmla="*/ 2147336 w 7467600"/>
              <a:gd name="connsiteY417" fmla="*/ 6594052 h 6858000"/>
              <a:gd name="connsiteX418" fmla="*/ 2207047 w 7467600"/>
              <a:gd name="connsiteY418" fmla="*/ 6654540 h 6858000"/>
              <a:gd name="connsiteX419" fmla="*/ 2299106 w 7467600"/>
              <a:gd name="connsiteY419" fmla="*/ 6778931 h 6858000"/>
              <a:gd name="connsiteX420" fmla="*/ 2314430 w 7467600"/>
              <a:gd name="connsiteY420" fmla="*/ 6801144 h 6858000"/>
              <a:gd name="connsiteX421" fmla="*/ 2352406 w 7467600"/>
              <a:gd name="connsiteY421" fmla="*/ 6858000 h 6858000"/>
              <a:gd name="connsiteX422" fmla="*/ 2314492 w 7467600"/>
              <a:gd name="connsiteY422" fmla="*/ 6858000 h 6858000"/>
              <a:gd name="connsiteX423" fmla="*/ 2288095 w 7467600"/>
              <a:gd name="connsiteY423" fmla="*/ 6818030 h 6858000"/>
              <a:gd name="connsiteX424" fmla="*/ 2272768 w 7467600"/>
              <a:gd name="connsiteY424" fmla="*/ 6795822 h 6858000"/>
              <a:gd name="connsiteX425" fmla="*/ 2182715 w 7467600"/>
              <a:gd name="connsiteY425" fmla="*/ 6675071 h 6858000"/>
              <a:gd name="connsiteX426" fmla="*/ 2032061 w 7467600"/>
              <a:gd name="connsiteY426" fmla="*/ 6541380 h 6858000"/>
              <a:gd name="connsiteX427" fmla="*/ 2257220 w 7467600"/>
              <a:gd name="connsiteY427" fmla="*/ 6826257 h 6858000"/>
              <a:gd name="connsiteX428" fmla="*/ 2281324 w 7467600"/>
              <a:gd name="connsiteY428" fmla="*/ 6858000 h 6858000"/>
              <a:gd name="connsiteX429" fmla="*/ 2242860 w 7467600"/>
              <a:gd name="connsiteY429" fmla="*/ 6858000 h 6858000"/>
              <a:gd name="connsiteX430" fmla="*/ 2232818 w 7467600"/>
              <a:gd name="connsiteY430" fmla="*/ 6844926 h 6858000"/>
              <a:gd name="connsiteX431" fmla="*/ 1990172 w 7467600"/>
              <a:gd name="connsiteY431" fmla="*/ 6542121 h 6858000"/>
              <a:gd name="connsiteX432" fmla="*/ 2124090 w 7467600"/>
              <a:gd name="connsiteY432" fmla="*/ 6761017 h 6858000"/>
              <a:gd name="connsiteX433" fmla="*/ 2200380 w 7467600"/>
              <a:gd name="connsiteY433" fmla="*/ 6858000 h 6858000"/>
              <a:gd name="connsiteX434" fmla="*/ 2147507 w 7467600"/>
              <a:gd name="connsiteY434" fmla="*/ 6858000 h 6858000"/>
              <a:gd name="connsiteX435" fmla="*/ 2070668 w 7467600"/>
              <a:gd name="connsiteY435" fmla="*/ 6761520 h 6858000"/>
              <a:gd name="connsiteX436" fmla="*/ 1975142 w 7467600"/>
              <a:gd name="connsiteY436" fmla="*/ 6585570 h 6858000"/>
              <a:gd name="connsiteX437" fmla="*/ 2050035 w 7467600"/>
              <a:gd name="connsiteY437" fmla="*/ 6813345 h 6858000"/>
              <a:gd name="connsiteX438" fmla="*/ 2063025 w 7467600"/>
              <a:gd name="connsiteY438" fmla="*/ 6858000 h 6858000"/>
              <a:gd name="connsiteX439" fmla="*/ 2021675 w 7467600"/>
              <a:gd name="connsiteY439" fmla="*/ 6858000 h 6858000"/>
              <a:gd name="connsiteX440" fmla="*/ 2019308 w 7467600"/>
              <a:gd name="connsiteY440" fmla="*/ 6847118 h 6858000"/>
              <a:gd name="connsiteX441" fmla="*/ 1938835 w 7467600"/>
              <a:gd name="connsiteY441" fmla="*/ 6551160 h 6858000"/>
              <a:gd name="connsiteX442" fmla="*/ 1953230 w 7467600"/>
              <a:gd name="connsiteY442" fmla="*/ 6759699 h 6858000"/>
              <a:gd name="connsiteX443" fmla="*/ 1956763 w 7467600"/>
              <a:gd name="connsiteY443" fmla="*/ 6778191 h 6858000"/>
              <a:gd name="connsiteX444" fmla="*/ 1967925 w 7467600"/>
              <a:gd name="connsiteY444" fmla="*/ 6858000 h 6858000"/>
              <a:gd name="connsiteX445" fmla="*/ 1936622 w 7467600"/>
              <a:gd name="connsiteY445" fmla="*/ 6858000 h 6858000"/>
              <a:gd name="connsiteX446" fmla="*/ 1926261 w 7467600"/>
              <a:gd name="connsiteY446" fmla="*/ 6784064 h 6858000"/>
              <a:gd name="connsiteX447" fmla="*/ 1922724 w 7467600"/>
              <a:gd name="connsiteY447" fmla="*/ 6765577 h 6858000"/>
              <a:gd name="connsiteX448" fmla="*/ 1904650 w 7467600"/>
              <a:gd name="connsiteY448" fmla="*/ 6639616 h 6858000"/>
              <a:gd name="connsiteX449" fmla="*/ 1885273 w 7467600"/>
              <a:gd name="connsiteY449" fmla="*/ 6858000 h 6858000"/>
              <a:gd name="connsiteX450" fmla="*/ 1854363 w 7467600"/>
              <a:gd name="connsiteY450" fmla="*/ 6858000 h 6858000"/>
              <a:gd name="connsiteX451" fmla="*/ 1880391 w 7467600"/>
              <a:gd name="connsiteY451" fmla="*/ 6603796 h 6858000"/>
              <a:gd name="connsiteX452" fmla="*/ 1818273 w 7467600"/>
              <a:gd name="connsiteY452" fmla="*/ 6715729 h 6858000"/>
              <a:gd name="connsiteX453" fmla="*/ 1794691 w 7467600"/>
              <a:gd name="connsiteY453" fmla="*/ 6843239 h 6858000"/>
              <a:gd name="connsiteX454" fmla="*/ 1794914 w 7467600"/>
              <a:gd name="connsiteY454" fmla="*/ 6858000 h 6858000"/>
              <a:gd name="connsiteX455" fmla="*/ 1746128 w 7467600"/>
              <a:gd name="connsiteY455" fmla="*/ 6858000 h 6858000"/>
              <a:gd name="connsiteX456" fmla="*/ 1753934 w 7467600"/>
              <a:gd name="connsiteY456" fmla="*/ 6724796 h 6858000"/>
              <a:gd name="connsiteX457" fmla="*/ 1792053 w 7467600"/>
              <a:gd name="connsiteY457" fmla="*/ 6572396 h 6858000"/>
              <a:gd name="connsiteX458" fmla="*/ 1862248 w 7467600"/>
              <a:gd name="connsiteY458" fmla="*/ 6266397 h 6858000"/>
              <a:gd name="connsiteX459" fmla="*/ 1862250 w 7467600"/>
              <a:gd name="connsiteY459" fmla="*/ 6033531 h 6858000"/>
              <a:gd name="connsiteX460" fmla="*/ 1211999 w 7467600"/>
              <a:gd name="connsiteY460" fmla="*/ 6683610 h 6858000"/>
              <a:gd name="connsiteX461" fmla="*/ 1213266 w 7467600"/>
              <a:gd name="connsiteY461" fmla="*/ 6691947 h 6858000"/>
              <a:gd name="connsiteX462" fmla="*/ 1203370 w 7467600"/>
              <a:gd name="connsiteY462" fmla="*/ 6850676 h 6858000"/>
              <a:gd name="connsiteX463" fmla="*/ 1203671 w 7467600"/>
              <a:gd name="connsiteY463" fmla="*/ 6858000 h 6858000"/>
              <a:gd name="connsiteX464" fmla="*/ 1143180 w 7467600"/>
              <a:gd name="connsiteY464" fmla="*/ 6858000 h 6858000"/>
              <a:gd name="connsiteX465" fmla="*/ 1142176 w 7467600"/>
              <a:gd name="connsiteY465" fmla="*/ 6766045 h 6858000"/>
              <a:gd name="connsiteX466" fmla="*/ 1067484 w 7467600"/>
              <a:gd name="connsiteY466" fmla="*/ 6858000 h 6858000"/>
              <a:gd name="connsiteX467" fmla="*/ 953928 w 7467600"/>
              <a:gd name="connsiteY467" fmla="*/ 6858000 h 6858000"/>
              <a:gd name="connsiteX468" fmla="*/ 959715 w 7467600"/>
              <a:gd name="connsiteY468" fmla="*/ 6850185 h 6858000"/>
              <a:gd name="connsiteX469" fmla="*/ 1483788 w 7467600"/>
              <a:gd name="connsiteY469" fmla="*/ 6259174 h 6858000"/>
              <a:gd name="connsiteX470" fmla="*/ 1100671 w 7467600"/>
              <a:gd name="connsiteY470" fmla="*/ 6252137 h 6858000"/>
              <a:gd name="connsiteX471" fmla="*/ 1090144 w 7467600"/>
              <a:gd name="connsiteY471" fmla="*/ 6256748 h 6858000"/>
              <a:gd name="connsiteX472" fmla="*/ 1095872 w 7467600"/>
              <a:gd name="connsiteY472" fmla="*/ 6271892 h 6858000"/>
              <a:gd name="connsiteX473" fmla="*/ 262785 w 7467600"/>
              <a:gd name="connsiteY473" fmla="*/ 6845450 h 6858000"/>
              <a:gd name="connsiteX474" fmla="*/ 209968 w 7467600"/>
              <a:gd name="connsiteY474" fmla="*/ 6770713 h 6858000"/>
              <a:gd name="connsiteX475" fmla="*/ 873460 w 7467600"/>
              <a:gd name="connsiteY475" fmla="*/ 6253768 h 6858000"/>
              <a:gd name="connsiteX476" fmla="*/ 192686 w 7467600"/>
              <a:gd name="connsiteY476" fmla="*/ 5849257 h 6858000"/>
              <a:gd name="connsiteX477" fmla="*/ 4696 w 7467600"/>
              <a:gd name="connsiteY477" fmla="*/ 5697668 h 6858000"/>
              <a:gd name="connsiteX478" fmla="*/ 0 w 7467600"/>
              <a:gd name="connsiteY478" fmla="*/ 5689984 h 6858000"/>
              <a:gd name="connsiteX479" fmla="*/ 0 w 7467600"/>
              <a:gd name="connsiteY479" fmla="*/ 5513472 h 6858000"/>
              <a:gd name="connsiteX480" fmla="*/ 174101 w 7467600"/>
              <a:gd name="connsiteY480" fmla="*/ 5620277 h 6858000"/>
              <a:gd name="connsiteX481" fmla="*/ 891800 w 7467600"/>
              <a:gd name="connsiteY481" fmla="*/ 6036935 h 6858000"/>
              <a:gd name="connsiteX482" fmla="*/ 1072219 w 7467600"/>
              <a:gd name="connsiteY482" fmla="*/ 6169443 h 6858000"/>
              <a:gd name="connsiteX483" fmla="*/ 1074117 w 7467600"/>
              <a:gd name="connsiteY483" fmla="*/ 6170301 h 6858000"/>
              <a:gd name="connsiteX484" fmla="*/ 1083114 w 7467600"/>
              <a:gd name="connsiteY484" fmla="*/ 6174131 h 6858000"/>
              <a:gd name="connsiteX485" fmla="*/ 1543010 w 7467600"/>
              <a:gd name="connsiteY485" fmla="*/ 6191140 h 6858000"/>
              <a:gd name="connsiteX486" fmla="*/ 1551080 w 7467600"/>
              <a:gd name="connsiteY486" fmla="*/ 6195006 h 6858000"/>
              <a:gd name="connsiteX487" fmla="*/ 2345443 w 7467600"/>
              <a:gd name="connsiteY487" fmla="*/ 5549882 h 6858000"/>
              <a:gd name="connsiteX488" fmla="*/ 1721499 w 7467600"/>
              <a:gd name="connsiteY488" fmla="*/ 5599969 h 6858000"/>
              <a:gd name="connsiteX489" fmla="*/ 767716 w 7467600"/>
              <a:gd name="connsiteY489" fmla="*/ 5472768 h 6858000"/>
              <a:gd name="connsiteX490" fmla="*/ 722147 w 7467600"/>
              <a:gd name="connsiteY490" fmla="*/ 5393091 h 6858000"/>
              <a:gd name="connsiteX491" fmla="*/ 1485552 w 7467600"/>
              <a:gd name="connsiteY491" fmla="*/ 5313202 h 6858000"/>
              <a:gd name="connsiteX492" fmla="*/ 2143004 w 7467600"/>
              <a:gd name="connsiteY492" fmla="*/ 5402420 h 6858000"/>
              <a:gd name="connsiteX493" fmla="*/ 1933391 w 7467600"/>
              <a:gd name="connsiteY493" fmla="*/ 5156971 h 6858000"/>
              <a:gd name="connsiteX494" fmla="*/ 1827118 w 7467600"/>
              <a:gd name="connsiteY494" fmla="*/ 4968410 h 6858000"/>
              <a:gd name="connsiteX495" fmla="*/ 1837349 w 7467600"/>
              <a:gd name="connsiteY495" fmla="*/ 4956357 h 6858000"/>
              <a:gd name="connsiteX496" fmla="*/ 2162835 w 7467600"/>
              <a:gd name="connsiteY496" fmla="*/ 5187853 h 6858000"/>
              <a:gd name="connsiteX497" fmla="*/ 2257167 w 7467600"/>
              <a:gd name="connsiteY497" fmla="*/ 5462123 h 6858000"/>
              <a:gd name="connsiteX498" fmla="*/ 2261598 w 7467600"/>
              <a:gd name="connsiteY498" fmla="*/ 5467998 h 6858000"/>
              <a:gd name="connsiteX499" fmla="*/ 2437177 w 7467600"/>
              <a:gd name="connsiteY499" fmla="*/ 5479608 h 6858000"/>
              <a:gd name="connsiteX500" fmla="*/ 2445247 w 7467600"/>
              <a:gd name="connsiteY500" fmla="*/ 5483476 h 6858000"/>
              <a:gd name="connsiteX501" fmla="*/ 2743626 w 7467600"/>
              <a:gd name="connsiteY501" fmla="*/ 5304819 h 6858000"/>
              <a:gd name="connsiteX502" fmla="*/ 3048102 w 7467600"/>
              <a:gd name="connsiteY502" fmla="*/ 5150595 h 6858000"/>
              <a:gd name="connsiteX503" fmla="*/ 1799414 w 7467600"/>
              <a:gd name="connsiteY503" fmla="*/ 4694732 h 6858000"/>
              <a:gd name="connsiteX504" fmla="*/ 1771735 w 7467600"/>
              <a:gd name="connsiteY504" fmla="*/ 4619929 h 6858000"/>
              <a:gd name="connsiteX505" fmla="*/ 3104273 w 7467600"/>
              <a:gd name="connsiteY505" fmla="*/ 5076159 h 6858000"/>
              <a:gd name="connsiteX506" fmla="*/ 3113245 w 7467600"/>
              <a:gd name="connsiteY506" fmla="*/ 5090705 h 6858000"/>
              <a:gd name="connsiteX507" fmla="*/ 3126294 w 7467600"/>
              <a:gd name="connsiteY507" fmla="*/ 5114400 h 6858000"/>
              <a:gd name="connsiteX508" fmla="*/ 3937433 w 7467600"/>
              <a:gd name="connsiteY508" fmla="*/ 4830473 h 6858000"/>
              <a:gd name="connsiteX509" fmla="*/ 3590475 w 7467600"/>
              <a:gd name="connsiteY509" fmla="*/ 4597974 h 6858000"/>
              <a:gd name="connsiteX510" fmla="*/ 3100264 w 7467600"/>
              <a:gd name="connsiteY510" fmla="*/ 4579845 h 6858000"/>
              <a:gd name="connsiteX511" fmla="*/ 2183576 w 7467600"/>
              <a:gd name="connsiteY511" fmla="*/ 4227150 h 6858000"/>
              <a:gd name="connsiteX512" fmla="*/ 2151029 w 7467600"/>
              <a:gd name="connsiteY512" fmla="*/ 4146947 h 6858000"/>
              <a:gd name="connsiteX513" fmla="*/ 3563434 w 7467600"/>
              <a:gd name="connsiteY513" fmla="*/ 4469115 h 6858000"/>
              <a:gd name="connsiteX514" fmla="*/ 3177952 w 7467600"/>
              <a:gd name="connsiteY514" fmla="*/ 3657386 h 6858000"/>
              <a:gd name="connsiteX515" fmla="*/ 3189263 w 7467600"/>
              <a:gd name="connsiteY515" fmla="*/ 3625726 h 6858000"/>
              <a:gd name="connsiteX516" fmla="*/ 3560912 w 7467600"/>
              <a:gd name="connsiteY516" fmla="*/ 4079863 h 6858000"/>
              <a:gd name="connsiteX517" fmla="*/ 3626636 w 7467600"/>
              <a:gd name="connsiteY517" fmla="*/ 4512230 h 6858000"/>
              <a:gd name="connsiteX518" fmla="*/ 3653088 w 7467600"/>
              <a:gd name="connsiteY518" fmla="*/ 4521417 h 6858000"/>
              <a:gd name="connsiteX519" fmla="*/ 3988128 w 7467600"/>
              <a:gd name="connsiteY519" fmla="*/ 4817267 h 6858000"/>
              <a:gd name="connsiteX520" fmla="*/ 4830582 w 7467600"/>
              <a:gd name="connsiteY520" fmla="*/ 4676000 h 6858000"/>
              <a:gd name="connsiteX521" fmla="*/ 4830100 w 7467600"/>
              <a:gd name="connsiteY521" fmla="*/ 4675554 h 6858000"/>
              <a:gd name="connsiteX522" fmla="*/ 4036318 w 7467600"/>
              <a:gd name="connsiteY522" fmla="*/ 4147013 h 6858000"/>
              <a:gd name="connsiteX523" fmla="*/ 3432098 w 7467600"/>
              <a:gd name="connsiteY523" fmla="*/ 3537312 h 6858000"/>
              <a:gd name="connsiteX524" fmla="*/ 3446761 w 7467600"/>
              <a:gd name="connsiteY524" fmla="*/ 3461278 h 6858000"/>
              <a:gd name="connsiteX525" fmla="*/ 4419733 w 7467600"/>
              <a:gd name="connsiteY525" fmla="*/ 3963555 h 6858000"/>
              <a:gd name="connsiteX526" fmla="*/ 4781371 w 7467600"/>
              <a:gd name="connsiteY526" fmla="*/ 4458604 h 6858000"/>
              <a:gd name="connsiteX527" fmla="*/ 4780440 w 7467600"/>
              <a:gd name="connsiteY527" fmla="*/ 4470290 h 6858000"/>
              <a:gd name="connsiteX528" fmla="*/ 4898954 w 7467600"/>
              <a:gd name="connsiteY528" fmla="*/ 4662092 h 6858000"/>
              <a:gd name="connsiteX529" fmla="*/ 4900699 w 7467600"/>
              <a:gd name="connsiteY529" fmla="*/ 4670867 h 6858000"/>
              <a:gd name="connsiteX530" fmla="*/ 5714511 w 7467600"/>
              <a:gd name="connsiteY530" fmla="*/ 4663483 h 6858000"/>
              <a:gd name="connsiteX531" fmla="*/ 5464793 w 7467600"/>
              <a:gd name="connsiteY531" fmla="*/ 4393556 h 6858000"/>
              <a:gd name="connsiteX532" fmla="*/ 5461897 w 7467600"/>
              <a:gd name="connsiteY532" fmla="*/ 4390879 h 6858000"/>
              <a:gd name="connsiteX533" fmla="*/ 4294126 w 7467600"/>
              <a:gd name="connsiteY533" fmla="*/ 3303048 h 6858000"/>
              <a:gd name="connsiteX534" fmla="*/ 4305321 w 7467600"/>
              <a:gd name="connsiteY534" fmla="*/ 3256953 h 6858000"/>
              <a:gd name="connsiteX535" fmla="*/ 4949299 w 7467600"/>
              <a:gd name="connsiteY535" fmla="*/ 3766336 h 6858000"/>
              <a:gd name="connsiteX536" fmla="*/ 5291452 w 7467600"/>
              <a:gd name="connsiteY536" fmla="*/ 4076801 h 6858000"/>
              <a:gd name="connsiteX537" fmla="*/ 5434998 w 7467600"/>
              <a:gd name="connsiteY537" fmla="*/ 4254100 h 6858000"/>
              <a:gd name="connsiteX538" fmla="*/ 5351015 w 7467600"/>
              <a:gd name="connsiteY538" fmla="*/ 3760989 h 6858000"/>
              <a:gd name="connsiteX539" fmla="*/ 5413780 w 7467600"/>
              <a:gd name="connsiteY539" fmla="*/ 2966265 h 6858000"/>
              <a:gd name="connsiteX540" fmla="*/ 5425627 w 7467600"/>
              <a:gd name="connsiteY540" fmla="*/ 2954192 h 6858000"/>
              <a:gd name="connsiteX541" fmla="*/ 6604735 w 7467600"/>
              <a:gd name="connsiteY541" fmla="*/ 2041381 h 6858000"/>
              <a:gd name="connsiteX542" fmla="*/ 7204487 w 7467600"/>
              <a:gd name="connsiteY542" fmla="*/ 2742112 h 6858000"/>
              <a:gd name="connsiteX543" fmla="*/ 7131592 w 7467600"/>
              <a:gd name="connsiteY543" fmla="*/ 2672096 h 6858000"/>
              <a:gd name="connsiteX544" fmla="*/ 6996344 w 7467600"/>
              <a:gd name="connsiteY544" fmla="*/ 2518310 h 6858000"/>
              <a:gd name="connsiteX545" fmla="*/ 6735495 w 7467600"/>
              <a:gd name="connsiteY545" fmla="*/ 2196890 h 6858000"/>
              <a:gd name="connsiteX546" fmla="*/ 6721901 w 7467600"/>
              <a:gd name="connsiteY546" fmla="*/ 2179274 h 6858000"/>
              <a:gd name="connsiteX547" fmla="*/ 6604735 w 7467600"/>
              <a:gd name="connsiteY547" fmla="*/ 2041381 h 6858000"/>
              <a:gd name="connsiteX548" fmla="*/ 6591670 w 7467600"/>
              <a:gd name="connsiteY548" fmla="*/ 1988277 h 6858000"/>
              <a:gd name="connsiteX549" fmla="*/ 6747349 w 7467600"/>
              <a:gd name="connsiteY549" fmla="*/ 2160069 h 6858000"/>
              <a:gd name="connsiteX550" fmla="*/ 6760943 w 7467600"/>
              <a:gd name="connsiteY550" fmla="*/ 2177686 h 6858000"/>
              <a:gd name="connsiteX551" fmla="*/ 7021065 w 7467600"/>
              <a:gd name="connsiteY551" fmla="*/ 2498102 h 6858000"/>
              <a:gd name="connsiteX552" fmla="*/ 7155223 w 7467600"/>
              <a:gd name="connsiteY552" fmla="*/ 2650386 h 6858000"/>
              <a:gd name="connsiteX553" fmla="*/ 7203167 w 7467600"/>
              <a:gd name="connsiteY553" fmla="*/ 2697288 h 6858000"/>
              <a:gd name="connsiteX554" fmla="*/ 6937703 w 7467600"/>
              <a:gd name="connsiteY554" fmla="*/ 2321981 h 6858000"/>
              <a:gd name="connsiteX555" fmla="*/ 6591670 w 7467600"/>
              <a:gd name="connsiteY555" fmla="*/ 1988277 h 6858000"/>
              <a:gd name="connsiteX556" fmla="*/ 5798671 w 7467600"/>
              <a:gd name="connsiteY556" fmla="*/ 1981601 h 6858000"/>
              <a:gd name="connsiteX557" fmla="*/ 5754709 w 7467600"/>
              <a:gd name="connsiteY557" fmla="*/ 2071454 h 6858000"/>
              <a:gd name="connsiteX558" fmla="*/ 5763044 w 7467600"/>
              <a:gd name="connsiteY558" fmla="*/ 2842206 h 6858000"/>
              <a:gd name="connsiteX559" fmla="*/ 5764974 w 7467600"/>
              <a:gd name="connsiteY559" fmla="*/ 2799609 h 6858000"/>
              <a:gd name="connsiteX560" fmla="*/ 5767665 w 7467600"/>
              <a:gd name="connsiteY560" fmla="*/ 2666409 h 6858000"/>
              <a:gd name="connsiteX561" fmla="*/ 5763055 w 7467600"/>
              <a:gd name="connsiteY561" fmla="*/ 2579705 h 6858000"/>
              <a:gd name="connsiteX562" fmla="*/ 5758079 w 7467600"/>
              <a:gd name="connsiteY562" fmla="*/ 2492508 h 6858000"/>
              <a:gd name="connsiteX563" fmla="*/ 5779325 w 7467600"/>
              <a:gd name="connsiteY563" fmla="*/ 2197069 h 6858000"/>
              <a:gd name="connsiteX564" fmla="*/ 5798671 w 7467600"/>
              <a:gd name="connsiteY564" fmla="*/ 1981601 h 6858000"/>
              <a:gd name="connsiteX565" fmla="*/ 5829202 w 7467600"/>
              <a:gd name="connsiteY565" fmla="*/ 1971679 h 6858000"/>
              <a:gd name="connsiteX566" fmla="*/ 5809558 w 7467600"/>
              <a:gd name="connsiteY566" fmla="*/ 2198043 h 6858000"/>
              <a:gd name="connsiteX567" fmla="*/ 5788653 w 7467600"/>
              <a:gd name="connsiteY567" fmla="*/ 2489430 h 6858000"/>
              <a:gd name="connsiteX568" fmla="*/ 5793439 w 7467600"/>
              <a:gd name="connsiteY568" fmla="*/ 2575235 h 6858000"/>
              <a:gd name="connsiteX569" fmla="*/ 5796837 w 7467600"/>
              <a:gd name="connsiteY569" fmla="*/ 2637633 h 6858000"/>
              <a:gd name="connsiteX570" fmla="*/ 5818614 w 7467600"/>
              <a:gd name="connsiteY570" fmla="*/ 2473055 h 6858000"/>
              <a:gd name="connsiteX571" fmla="*/ 5829202 w 7467600"/>
              <a:gd name="connsiteY571" fmla="*/ 1971679 h 6858000"/>
              <a:gd name="connsiteX572" fmla="*/ 5911389 w 7467600"/>
              <a:gd name="connsiteY572" fmla="*/ 1898371 h 6858000"/>
              <a:gd name="connsiteX573" fmla="*/ 6237627 w 7467600"/>
              <a:gd name="connsiteY573" fmla="*/ 2231921 h 6858000"/>
              <a:gd name="connsiteX574" fmla="*/ 5911389 w 7467600"/>
              <a:gd name="connsiteY574" fmla="*/ 1898371 h 6858000"/>
              <a:gd name="connsiteX575" fmla="*/ 6944437 w 7467600"/>
              <a:gd name="connsiteY575" fmla="*/ 1575402 h 6858000"/>
              <a:gd name="connsiteX576" fmla="*/ 6304730 w 7467600"/>
              <a:gd name="connsiteY576" fmla="*/ 1766654 h 6858000"/>
              <a:gd name="connsiteX577" fmla="*/ 6944437 w 7467600"/>
              <a:gd name="connsiteY577" fmla="*/ 1575402 h 6858000"/>
              <a:gd name="connsiteX578" fmla="*/ 7019523 w 7467600"/>
              <a:gd name="connsiteY578" fmla="*/ 1519450 h 6858000"/>
              <a:gd name="connsiteX579" fmla="*/ 6298091 w 7467600"/>
              <a:gd name="connsiteY579" fmla="*/ 1737122 h 6858000"/>
              <a:gd name="connsiteX580" fmla="*/ 7019523 w 7467600"/>
              <a:gd name="connsiteY580" fmla="*/ 1519450 h 6858000"/>
              <a:gd name="connsiteX581" fmla="*/ 2399523 w 7467600"/>
              <a:gd name="connsiteY581" fmla="*/ 1428234 h 6858000"/>
              <a:gd name="connsiteX582" fmla="*/ 2224982 w 7467600"/>
              <a:gd name="connsiteY582" fmla="*/ 1826201 h 6858000"/>
              <a:gd name="connsiteX583" fmla="*/ 2096099 w 7467600"/>
              <a:gd name="connsiteY583" fmla="*/ 2345900 h 6858000"/>
              <a:gd name="connsiteX584" fmla="*/ 2283317 w 7467600"/>
              <a:gd name="connsiteY584" fmla="*/ 1796925 h 6858000"/>
              <a:gd name="connsiteX585" fmla="*/ 2399523 w 7467600"/>
              <a:gd name="connsiteY585" fmla="*/ 1428234 h 6858000"/>
              <a:gd name="connsiteX586" fmla="*/ 2448558 w 7467600"/>
              <a:gd name="connsiteY586" fmla="*/ 1373435 h 6858000"/>
              <a:gd name="connsiteX587" fmla="*/ 2312521 w 7467600"/>
              <a:gd name="connsiteY587" fmla="*/ 1806140 h 6858000"/>
              <a:gd name="connsiteX588" fmla="*/ 2127533 w 7467600"/>
              <a:gd name="connsiteY588" fmla="*/ 2348380 h 6858000"/>
              <a:gd name="connsiteX589" fmla="*/ 2358080 w 7467600"/>
              <a:gd name="connsiteY589" fmla="*/ 1866134 h 6858000"/>
              <a:gd name="connsiteX590" fmla="*/ 2407436 w 7467600"/>
              <a:gd name="connsiteY590" fmla="*/ 1651070 h 6858000"/>
              <a:gd name="connsiteX591" fmla="*/ 2448558 w 7467600"/>
              <a:gd name="connsiteY591" fmla="*/ 1373435 h 6858000"/>
              <a:gd name="connsiteX592" fmla="*/ 278707 w 7467600"/>
              <a:gd name="connsiteY592" fmla="*/ 1352270 h 6858000"/>
              <a:gd name="connsiteX593" fmla="*/ 321570 w 7467600"/>
              <a:gd name="connsiteY593" fmla="*/ 1861610 h 6858000"/>
              <a:gd name="connsiteX594" fmla="*/ 294281 w 7467600"/>
              <a:gd name="connsiteY594" fmla="*/ 1440658 h 6858000"/>
              <a:gd name="connsiteX595" fmla="*/ 278707 w 7467600"/>
              <a:gd name="connsiteY595" fmla="*/ 1352270 h 6858000"/>
              <a:gd name="connsiteX596" fmla="*/ 1423821 w 7467600"/>
              <a:gd name="connsiteY596" fmla="*/ 1351958 h 6858000"/>
              <a:gd name="connsiteX597" fmla="*/ 1638521 w 7467600"/>
              <a:gd name="connsiteY597" fmla="*/ 1908470 h 6858000"/>
              <a:gd name="connsiteX598" fmla="*/ 1754199 w 7467600"/>
              <a:gd name="connsiteY598" fmla="*/ 2149284 h 6858000"/>
              <a:gd name="connsiteX599" fmla="*/ 1908359 w 7467600"/>
              <a:gd name="connsiteY599" fmla="*/ 2364988 h 6858000"/>
              <a:gd name="connsiteX600" fmla="*/ 1647661 w 7467600"/>
              <a:gd name="connsiteY600" fmla="*/ 1825945 h 6858000"/>
              <a:gd name="connsiteX601" fmla="*/ 1423821 w 7467600"/>
              <a:gd name="connsiteY601" fmla="*/ 1351958 h 6858000"/>
              <a:gd name="connsiteX602" fmla="*/ 1431890 w 7467600"/>
              <a:gd name="connsiteY602" fmla="*/ 1306475 h 6858000"/>
              <a:gd name="connsiteX603" fmla="*/ 1507597 w 7467600"/>
              <a:gd name="connsiteY603" fmla="*/ 1446132 h 6858000"/>
              <a:gd name="connsiteX604" fmla="*/ 1674586 w 7467600"/>
              <a:gd name="connsiteY604" fmla="*/ 1813832 h 6858000"/>
              <a:gd name="connsiteX605" fmla="*/ 1815950 w 7467600"/>
              <a:gd name="connsiteY605" fmla="*/ 2128564 h 6858000"/>
              <a:gd name="connsiteX606" fmla="*/ 1984242 w 7467600"/>
              <a:gd name="connsiteY606" fmla="*/ 2430829 h 6858000"/>
              <a:gd name="connsiteX607" fmla="*/ 2014023 w 7467600"/>
              <a:gd name="connsiteY607" fmla="*/ 2450995 h 6858000"/>
              <a:gd name="connsiteX608" fmla="*/ 1747337 w 7467600"/>
              <a:gd name="connsiteY608" fmla="*/ 1855264 h 6858000"/>
              <a:gd name="connsiteX609" fmla="*/ 1533749 w 7467600"/>
              <a:gd name="connsiteY609" fmla="*/ 1478656 h 6858000"/>
              <a:gd name="connsiteX610" fmla="*/ 1431890 w 7467600"/>
              <a:gd name="connsiteY610" fmla="*/ 1306475 h 6858000"/>
              <a:gd name="connsiteX611" fmla="*/ 5052692 w 7467600"/>
              <a:gd name="connsiteY611" fmla="*/ 1292994 h 6858000"/>
              <a:gd name="connsiteX612" fmla="*/ 5200661 w 7467600"/>
              <a:gd name="connsiteY612" fmla="*/ 1635186 h 6858000"/>
              <a:gd name="connsiteX613" fmla="*/ 5297138 w 7467600"/>
              <a:gd name="connsiteY613" fmla="*/ 1906351 h 6858000"/>
              <a:gd name="connsiteX614" fmla="*/ 5052692 w 7467600"/>
              <a:gd name="connsiteY614" fmla="*/ 1292994 h 6858000"/>
              <a:gd name="connsiteX615" fmla="*/ 5009948 w 7467600"/>
              <a:gd name="connsiteY615" fmla="*/ 1273619 h 6858000"/>
              <a:gd name="connsiteX616" fmla="*/ 5121777 w 7467600"/>
              <a:gd name="connsiteY616" fmla="*/ 1654213 h 6858000"/>
              <a:gd name="connsiteX617" fmla="*/ 5293545 w 7467600"/>
              <a:gd name="connsiteY617" fmla="*/ 2072247 h 6858000"/>
              <a:gd name="connsiteX618" fmla="*/ 5294042 w 7467600"/>
              <a:gd name="connsiteY618" fmla="*/ 2065019 h 6858000"/>
              <a:gd name="connsiteX619" fmla="*/ 5171936 w 7467600"/>
              <a:gd name="connsiteY619" fmla="*/ 1647613 h 6858000"/>
              <a:gd name="connsiteX620" fmla="*/ 5009948 w 7467600"/>
              <a:gd name="connsiteY620" fmla="*/ 1273619 h 6858000"/>
              <a:gd name="connsiteX621" fmla="*/ 655236 w 7467600"/>
              <a:gd name="connsiteY621" fmla="*/ 1268632 h 6858000"/>
              <a:gd name="connsiteX622" fmla="*/ 839521 w 7467600"/>
              <a:gd name="connsiteY622" fmla="*/ 1685315 h 6858000"/>
              <a:gd name="connsiteX623" fmla="*/ 1109416 w 7467600"/>
              <a:gd name="connsiteY623" fmla="*/ 2061663 h 6858000"/>
              <a:gd name="connsiteX624" fmla="*/ 1298300 w 7467600"/>
              <a:gd name="connsiteY624" fmla="*/ 2247742 h 6858000"/>
              <a:gd name="connsiteX625" fmla="*/ 1125871 w 7467600"/>
              <a:gd name="connsiteY625" fmla="*/ 1989513 h 6858000"/>
              <a:gd name="connsiteX626" fmla="*/ 981574 w 7467600"/>
              <a:gd name="connsiteY626" fmla="*/ 1783157 h 6858000"/>
              <a:gd name="connsiteX627" fmla="*/ 922198 w 7467600"/>
              <a:gd name="connsiteY627" fmla="*/ 1677437 h 6858000"/>
              <a:gd name="connsiteX628" fmla="*/ 869293 w 7467600"/>
              <a:gd name="connsiteY628" fmla="*/ 1583214 h 6858000"/>
              <a:gd name="connsiteX629" fmla="*/ 751431 w 7467600"/>
              <a:gd name="connsiteY629" fmla="*/ 1405731 h 6858000"/>
              <a:gd name="connsiteX630" fmla="*/ 655236 w 7467600"/>
              <a:gd name="connsiteY630" fmla="*/ 1268632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5905192 w 7467600"/>
              <a:gd name="connsiteY834" fmla="*/ 163079 h 6858000"/>
              <a:gd name="connsiteX835" fmla="*/ 5865655 w 7467600"/>
              <a:gd name="connsiteY835" fmla="*/ 171901 h 6858000"/>
              <a:gd name="connsiteX836" fmla="*/ 5259740 w 7467600"/>
              <a:gd name="connsiteY836" fmla="*/ 257013 h 6858000"/>
              <a:gd name="connsiteX837" fmla="*/ 5208466 w 7467600"/>
              <a:gd name="connsiteY837" fmla="*/ 257550 h 6858000"/>
              <a:gd name="connsiteX838" fmla="*/ 4980204 w 7467600"/>
              <a:gd name="connsiteY838" fmla="*/ 271903 h 6858000"/>
              <a:gd name="connsiteX839" fmla="*/ 5068068 w 7467600"/>
              <a:gd name="connsiteY839" fmla="*/ 282244 h 6858000"/>
              <a:gd name="connsiteX840" fmla="*/ 5153231 w 7467600"/>
              <a:gd name="connsiteY840" fmla="*/ 292240 h 6858000"/>
              <a:gd name="connsiteX841" fmla="*/ 5426491 w 7467600"/>
              <a:gd name="connsiteY841" fmla="*/ 281128 h 6858000"/>
              <a:gd name="connsiteX842" fmla="*/ 5731212 w 7467600"/>
              <a:gd name="connsiteY842" fmla="*/ 231951 h 6858000"/>
              <a:gd name="connsiteX843" fmla="*/ 5905192 w 7467600"/>
              <a:gd name="connsiteY843" fmla="*/ 163079 h 6858000"/>
              <a:gd name="connsiteX844" fmla="*/ 5944437 w 7467600"/>
              <a:gd name="connsiteY844" fmla="*/ 113829 h 6858000"/>
              <a:gd name="connsiteX845" fmla="*/ 5825032 w 7467600"/>
              <a:gd name="connsiteY845" fmla="*/ 146405 h 6858000"/>
              <a:gd name="connsiteX846" fmla="*/ 4955599 w 7467600"/>
              <a:gd name="connsiteY846" fmla="*/ 247008 h 6858000"/>
              <a:gd name="connsiteX847" fmla="*/ 5210104 w 7467600"/>
              <a:gd name="connsiteY847" fmla="*/ 228123 h 6858000"/>
              <a:gd name="connsiteX848" fmla="*/ 5261015 w 7467600"/>
              <a:gd name="connsiteY848" fmla="*/ 227087 h 6858000"/>
              <a:gd name="connsiteX849" fmla="*/ 5861181 w 7467600"/>
              <a:gd name="connsiteY849" fmla="*/ 143093 h 6858000"/>
              <a:gd name="connsiteX850" fmla="*/ 5961252 w 7467600"/>
              <a:gd name="connsiteY850" fmla="*/ 114820 h 6858000"/>
              <a:gd name="connsiteX851" fmla="*/ 5944437 w 7467600"/>
              <a:gd name="connsiteY851" fmla="*/ 113829 h 6858000"/>
              <a:gd name="connsiteX852" fmla="*/ 3882765 w 7467600"/>
              <a:gd name="connsiteY852" fmla="*/ 0 h 6858000"/>
              <a:gd name="connsiteX853" fmla="*/ 3995099 w 7467600"/>
              <a:gd name="connsiteY853" fmla="*/ 0 h 6858000"/>
              <a:gd name="connsiteX854" fmla="*/ 4163818 w 7467600"/>
              <a:gd name="connsiteY854" fmla="*/ 234104 h 6858000"/>
              <a:gd name="connsiteX855" fmla="*/ 4172099 w 7467600"/>
              <a:gd name="connsiteY855" fmla="*/ 234207 h 6858000"/>
              <a:gd name="connsiteX856" fmla="*/ 4784282 w 7467600"/>
              <a:gd name="connsiteY856" fmla="*/ 276561 h 6858000"/>
              <a:gd name="connsiteX857" fmla="*/ 4801687 w 7467600"/>
              <a:gd name="connsiteY857" fmla="*/ 267764 h 6858000"/>
              <a:gd name="connsiteX858" fmla="*/ 6082788 w 7467600"/>
              <a:gd name="connsiteY858" fmla="*/ 64119 h 6858000"/>
              <a:gd name="connsiteX859" fmla="*/ 6099442 w 7467600"/>
              <a:gd name="connsiteY859" fmla="*/ 82568 h 6858000"/>
              <a:gd name="connsiteX860" fmla="*/ 4804137 w 7467600"/>
              <a:gd name="connsiteY860" fmla="*/ 320931 h 6858000"/>
              <a:gd name="connsiteX861" fmla="*/ 4227047 w 7467600"/>
              <a:gd name="connsiteY861" fmla="*/ 313415 h 6858000"/>
              <a:gd name="connsiteX862" fmla="*/ 4346041 w 7467600"/>
              <a:gd name="connsiteY862" fmla="*/ 456086 h 6858000"/>
              <a:gd name="connsiteX863" fmla="*/ 4870967 w 7467600"/>
              <a:gd name="connsiteY863" fmla="*/ 963061 h 6858000"/>
              <a:gd name="connsiteX864" fmla="*/ 4889647 w 7467600"/>
              <a:gd name="connsiteY864" fmla="*/ 957147 h 6858000"/>
              <a:gd name="connsiteX865" fmla="*/ 5422504 w 7467600"/>
              <a:gd name="connsiteY865" fmla="*/ 805191 h 6858000"/>
              <a:gd name="connsiteX866" fmla="*/ 6087656 w 7467600"/>
              <a:gd name="connsiteY866" fmla="*/ 826703 h 6858000"/>
              <a:gd name="connsiteX867" fmla="*/ 6058717 w 7467600"/>
              <a:gd name="connsiteY867" fmla="*/ 865992 h 6858000"/>
              <a:gd name="connsiteX868" fmla="*/ 4974153 w 7467600"/>
              <a:gd name="connsiteY868" fmla="*/ 1045456 h 6858000"/>
              <a:gd name="connsiteX869" fmla="*/ 5627835 w 7467600"/>
              <a:gd name="connsiteY869" fmla="*/ 1472077 h 6858000"/>
              <a:gd name="connsiteX870" fmla="*/ 5629817 w 7467600"/>
              <a:gd name="connsiteY870" fmla="*/ 1471412 h 6858000"/>
              <a:gd name="connsiteX871" fmla="*/ 5634124 w 7467600"/>
              <a:gd name="connsiteY871" fmla="*/ 1470572 h 6858000"/>
              <a:gd name="connsiteX872" fmla="*/ 5755832 w 7467600"/>
              <a:gd name="connsiteY872" fmla="*/ 1383886 h 6858000"/>
              <a:gd name="connsiteX873" fmla="*/ 6014186 w 7467600"/>
              <a:gd name="connsiteY873" fmla="*/ 1279799 h 6858000"/>
              <a:gd name="connsiteX874" fmla="*/ 6901619 w 7467600"/>
              <a:gd name="connsiteY874" fmla="*/ 1047874 h 6858000"/>
              <a:gd name="connsiteX875" fmla="*/ 6931566 w 7467600"/>
              <a:gd name="connsiteY875" fmla="*/ 1062034 h 6858000"/>
              <a:gd name="connsiteX876" fmla="*/ 5790982 w 7467600"/>
              <a:gd name="connsiteY876" fmla="*/ 1561380 h 6858000"/>
              <a:gd name="connsiteX877" fmla="*/ 6188971 w 7467600"/>
              <a:gd name="connsiteY877" fmla="*/ 1755168 h 6858000"/>
              <a:gd name="connsiteX878" fmla="*/ 6202446 w 7467600"/>
              <a:gd name="connsiteY878" fmla="*/ 1752268 h 6858000"/>
              <a:gd name="connsiteX879" fmla="*/ 7179560 w 7467600"/>
              <a:gd name="connsiteY879" fmla="*/ 1467551 h 6858000"/>
              <a:gd name="connsiteX880" fmla="*/ 7158730 w 7467600"/>
              <a:gd name="connsiteY880" fmla="*/ 1507835 h 6858000"/>
              <a:gd name="connsiteX881" fmla="*/ 6326959 w 7467600"/>
              <a:gd name="connsiteY881" fmla="*/ 1817686 h 6858000"/>
              <a:gd name="connsiteX882" fmla="*/ 6537433 w 7467600"/>
              <a:gd name="connsiteY882" fmla="*/ 1907790 h 6858000"/>
              <a:gd name="connsiteX883" fmla="*/ 6550221 w 7467600"/>
              <a:gd name="connsiteY883" fmla="*/ 1910729 h 6858000"/>
              <a:gd name="connsiteX884" fmla="*/ 6964438 w 7467600"/>
              <a:gd name="connsiteY884" fmla="*/ 2209505 h 6858000"/>
              <a:gd name="connsiteX885" fmla="*/ 7367862 w 7467600"/>
              <a:gd name="connsiteY885" fmla="*/ 2806833 h 6858000"/>
              <a:gd name="connsiteX886" fmla="*/ 7364329 w 7467600"/>
              <a:gd name="connsiteY886" fmla="*/ 2826907 h 6858000"/>
              <a:gd name="connsiteX887" fmla="*/ 7290545 w 7467600"/>
              <a:gd name="connsiteY887" fmla="*/ 2850663 h 6858000"/>
              <a:gd name="connsiteX888" fmla="*/ 6472036 w 7467600"/>
              <a:gd name="connsiteY888" fmla="*/ 1959003 h 6858000"/>
              <a:gd name="connsiteX889" fmla="*/ 5792897 w 7467600"/>
              <a:gd name="connsiteY889" fmla="*/ 1647747 h 6858000"/>
              <a:gd name="connsiteX890" fmla="*/ 5842751 w 7467600"/>
              <a:gd name="connsiteY890" fmla="*/ 1816112 h 6858000"/>
              <a:gd name="connsiteX891" fmla="*/ 5847424 w 7467600"/>
              <a:gd name="connsiteY891" fmla="*/ 1815776 h 6858000"/>
              <a:gd name="connsiteX892" fmla="*/ 6399821 w 7467600"/>
              <a:gd name="connsiteY892" fmla="*/ 2344799 h 6858000"/>
              <a:gd name="connsiteX893" fmla="*/ 6323232 w 7467600"/>
              <a:gd name="connsiteY893" fmla="*/ 2389634 h 6858000"/>
              <a:gd name="connsiteX894" fmla="*/ 5942958 w 7467600"/>
              <a:gd name="connsiteY894" fmla="*/ 2077708 h 6858000"/>
              <a:gd name="connsiteX895" fmla="*/ 5921559 w 7467600"/>
              <a:gd name="connsiteY895" fmla="*/ 2378596 h 6858000"/>
              <a:gd name="connsiteX896" fmla="*/ 5817651 w 7467600"/>
              <a:gd name="connsiteY896" fmla="*/ 3023919 h 6858000"/>
              <a:gd name="connsiteX897" fmla="*/ 5729634 w 7467600"/>
              <a:gd name="connsiteY897" fmla="*/ 3051849 h 6858000"/>
              <a:gd name="connsiteX898" fmla="*/ 5611018 w 7467600"/>
              <a:gd name="connsiteY898" fmla="*/ 2316769 h 6858000"/>
              <a:gd name="connsiteX899" fmla="*/ 5687608 w 7467600"/>
              <a:gd name="connsiteY899" fmla="*/ 2039972 h 6858000"/>
              <a:gd name="connsiteX900" fmla="*/ 5657554 w 7467600"/>
              <a:gd name="connsiteY900" fmla="*/ 1576445 h 6858000"/>
              <a:gd name="connsiteX901" fmla="*/ 5150475 w 7467600"/>
              <a:gd name="connsiteY901" fmla="*/ 1274012 h 6858000"/>
              <a:gd name="connsiteX902" fmla="*/ 5349142 w 7467600"/>
              <a:gd name="connsiteY902" fmla="*/ 2204405 h 6858000"/>
              <a:gd name="connsiteX903" fmla="*/ 5262214 w 7467600"/>
              <a:gd name="connsiteY903" fmla="*/ 2233836 h 6858000"/>
              <a:gd name="connsiteX904" fmla="*/ 4981539 w 7467600"/>
              <a:gd name="connsiteY904" fmla="*/ 1542201 h 6858000"/>
              <a:gd name="connsiteX905" fmla="*/ 4958461 w 7467600"/>
              <a:gd name="connsiteY905" fmla="*/ 1136957 h 6858000"/>
              <a:gd name="connsiteX906" fmla="*/ 4655015 w 7467600"/>
              <a:gd name="connsiteY906" fmla="*/ 891426 h 6858000"/>
              <a:gd name="connsiteX907" fmla="*/ 4348002 w 7467600"/>
              <a:gd name="connsiteY907" fmla="*/ 2205895 h 6858000"/>
              <a:gd name="connsiteX908" fmla="*/ 4262250 w 7467600"/>
              <a:gd name="connsiteY908" fmla="*/ 2219972 h 6858000"/>
              <a:gd name="connsiteX909" fmla="*/ 4550611 w 7467600"/>
              <a:gd name="connsiteY909" fmla="*/ 817540 h 6858000"/>
              <a:gd name="connsiteX910" fmla="*/ 4564418 w 7467600"/>
              <a:gd name="connsiteY910" fmla="*/ 808293 h 6858000"/>
              <a:gd name="connsiteX911" fmla="*/ 4266388 w 7467600"/>
              <a:gd name="connsiteY911" fmla="*/ 500083 h 6858000"/>
              <a:gd name="connsiteX912" fmla="*/ 4032842 w 7467600"/>
              <a:gd name="connsiteY912" fmla="*/ 211809 h 6858000"/>
              <a:gd name="connsiteX913" fmla="*/ 3882765 w 7467600"/>
              <a:gd name="connsiteY913" fmla="*/ 0 h 6858000"/>
              <a:gd name="connsiteX914" fmla="*/ 3721337 w 7467600"/>
              <a:gd name="connsiteY914" fmla="*/ 0 h 6858000"/>
              <a:gd name="connsiteX915" fmla="*/ 3797544 w 7467600"/>
              <a:gd name="connsiteY915" fmla="*/ 0 h 6858000"/>
              <a:gd name="connsiteX916" fmla="*/ 3775734 w 7467600"/>
              <a:gd name="connsiteY916" fmla="*/ 95131 h 6858000"/>
              <a:gd name="connsiteX917" fmla="*/ 3724807 w 7467600"/>
              <a:gd name="connsiteY917" fmla="*/ 272257 h 6858000"/>
              <a:gd name="connsiteX918" fmla="*/ 3726844 w 7467600"/>
              <a:gd name="connsiteY918" fmla="*/ 282988 h 6858000"/>
              <a:gd name="connsiteX919" fmla="*/ 3742664 w 7467600"/>
              <a:gd name="connsiteY919" fmla="*/ 279918 h 6858000"/>
              <a:gd name="connsiteX920" fmla="*/ 4103910 w 7467600"/>
              <a:gd name="connsiteY920" fmla="*/ 1161917 h 6858000"/>
              <a:gd name="connsiteX921" fmla="*/ 4020269 w 7467600"/>
              <a:gd name="connsiteY921" fmla="*/ 1200406 h 6858000"/>
              <a:gd name="connsiteX922" fmla="*/ 3674882 w 7467600"/>
              <a:gd name="connsiteY922" fmla="*/ 488524 h 6858000"/>
              <a:gd name="connsiteX923" fmla="*/ 3132682 w 7467600"/>
              <a:gd name="connsiteY923" fmla="*/ 1072284 h 6858000"/>
              <a:gd name="connsiteX924" fmla="*/ 2716346 w 7467600"/>
              <a:gd name="connsiteY924" fmla="*/ 1276376 h 6858000"/>
              <a:gd name="connsiteX925" fmla="*/ 2716772 w 7467600"/>
              <a:gd name="connsiteY925" fmla="*/ 1255462 h 6858000"/>
              <a:gd name="connsiteX926" fmla="*/ 3471096 w 7467600"/>
              <a:gd name="connsiteY926" fmla="*/ 437072 h 6858000"/>
              <a:gd name="connsiteX927" fmla="*/ 3639057 w 7467600"/>
              <a:gd name="connsiteY927" fmla="*/ 286334 h 6858000"/>
              <a:gd name="connsiteX928" fmla="*/ 3640309 w 7467600"/>
              <a:gd name="connsiteY928" fmla="*/ 284664 h 6858000"/>
              <a:gd name="connsiteX929" fmla="*/ 3646022 w 7467600"/>
              <a:gd name="connsiteY929" fmla="*/ 276711 h 6858000"/>
              <a:gd name="connsiteX930" fmla="*/ 3707943 w 7467600"/>
              <a:gd name="connsiteY930" fmla="*/ 65958 h 6858000"/>
              <a:gd name="connsiteX931" fmla="*/ 3721337 w 7467600"/>
              <a:gd name="connsiteY931" fmla="*/ 0 h 6858000"/>
              <a:gd name="connsiteX932" fmla="*/ 2867960 w 7467600"/>
              <a:gd name="connsiteY932" fmla="*/ 0 h 6858000"/>
              <a:gd name="connsiteX933" fmla="*/ 2926351 w 7467600"/>
              <a:gd name="connsiteY933" fmla="*/ 0 h 6858000"/>
              <a:gd name="connsiteX934" fmla="*/ 2902823 w 7467600"/>
              <a:gd name="connsiteY934" fmla="*/ 262929 h 6858000"/>
              <a:gd name="connsiteX935" fmla="*/ 2940663 w 7467600"/>
              <a:gd name="connsiteY935" fmla="*/ 140884 h 6858000"/>
              <a:gd name="connsiteX936" fmla="*/ 2947039 w 7467600"/>
              <a:gd name="connsiteY936" fmla="*/ 122524 h 6858000"/>
              <a:gd name="connsiteX937" fmla="*/ 2984316 w 7467600"/>
              <a:gd name="connsiteY937" fmla="*/ 0 h 6858000"/>
              <a:gd name="connsiteX938" fmla="*/ 3016114 w 7467600"/>
              <a:gd name="connsiteY938" fmla="*/ 0 h 6858000"/>
              <a:gd name="connsiteX939" fmla="*/ 2979949 w 7467600"/>
              <a:gd name="connsiteY939" fmla="*/ 119274 h 6858000"/>
              <a:gd name="connsiteX940" fmla="*/ 3023879 w 7467600"/>
              <a:gd name="connsiteY940" fmla="*/ 0 h 6858000"/>
              <a:gd name="connsiteX941" fmla="*/ 3105400 w 7467600"/>
              <a:gd name="connsiteY941" fmla="*/ 0 h 6858000"/>
              <a:gd name="connsiteX942" fmla="*/ 3094669 w 7467600"/>
              <a:gd name="connsiteY942" fmla="*/ 30308 h 6858000"/>
              <a:gd name="connsiteX943" fmla="*/ 2901945 w 7467600"/>
              <a:gd name="connsiteY943" fmla="*/ 466538 h 6858000"/>
              <a:gd name="connsiteX944" fmla="*/ 2815209 w 7467600"/>
              <a:gd name="connsiteY944" fmla="*/ 497361 h 6858000"/>
              <a:gd name="connsiteX945" fmla="*/ 2844845 w 7467600"/>
              <a:gd name="connsiteY945" fmla="*/ 127638 h 6858000"/>
              <a:gd name="connsiteX946" fmla="*/ 2867960 w 7467600"/>
              <a:gd name="connsiteY946" fmla="*/ 0 h 6858000"/>
              <a:gd name="connsiteX947" fmla="*/ 1057230 w 7467600"/>
              <a:gd name="connsiteY947" fmla="*/ 0 h 6858000"/>
              <a:gd name="connsiteX948" fmla="*/ 1111003 w 7467600"/>
              <a:gd name="connsiteY948" fmla="*/ 0 h 6858000"/>
              <a:gd name="connsiteX949" fmla="*/ 1125553 w 7467600"/>
              <a:gd name="connsiteY949" fmla="*/ 52588 h 6858000"/>
              <a:gd name="connsiteX950" fmla="*/ 1304276 w 7467600"/>
              <a:gd name="connsiteY950" fmla="*/ 476275 h 6858000"/>
              <a:gd name="connsiteX951" fmla="*/ 1492066 w 7467600"/>
              <a:gd name="connsiteY951" fmla="*/ 886333 h 6858000"/>
              <a:gd name="connsiteX952" fmla="*/ 1423698 w 7467600"/>
              <a:gd name="connsiteY952" fmla="*/ 710817 h 6858000"/>
              <a:gd name="connsiteX953" fmla="*/ 1357609 w 7467600"/>
              <a:gd name="connsiteY953" fmla="*/ 532892 h 6858000"/>
              <a:gd name="connsiteX954" fmla="*/ 1309550 w 7467600"/>
              <a:gd name="connsiteY954" fmla="*/ 374031 h 6858000"/>
              <a:gd name="connsiteX955" fmla="*/ 1193673 w 7467600"/>
              <a:gd name="connsiteY955" fmla="*/ 49533 h 6858000"/>
              <a:gd name="connsiteX956" fmla="*/ 1164391 w 7467600"/>
              <a:gd name="connsiteY956" fmla="*/ 0 h 6858000"/>
              <a:gd name="connsiteX957" fmla="*/ 1200666 w 7467600"/>
              <a:gd name="connsiteY957" fmla="*/ 0 h 6858000"/>
              <a:gd name="connsiteX958" fmla="*/ 1223408 w 7467600"/>
              <a:gd name="connsiteY958" fmla="*/ 38996 h 6858000"/>
              <a:gd name="connsiteX959" fmla="*/ 1339635 w 7467600"/>
              <a:gd name="connsiteY959" fmla="*/ 365517 h 6858000"/>
              <a:gd name="connsiteX960" fmla="*/ 1387469 w 7467600"/>
              <a:gd name="connsiteY960" fmla="*/ 523079 h 6858000"/>
              <a:gd name="connsiteX961" fmla="*/ 1452685 w 7467600"/>
              <a:gd name="connsiteY961" fmla="*/ 699806 h 6858000"/>
              <a:gd name="connsiteX962" fmla="*/ 1492092 w 7467600"/>
              <a:gd name="connsiteY962" fmla="*/ 800424 h 6858000"/>
              <a:gd name="connsiteX963" fmla="*/ 1455302 w 7467600"/>
              <a:gd name="connsiteY963" fmla="*/ 632913 h 6858000"/>
              <a:gd name="connsiteX964" fmla="*/ 1222336 w 7467600"/>
              <a:gd name="connsiteY964" fmla="*/ 9480 h 6858000"/>
              <a:gd name="connsiteX965" fmla="*/ 1214634 w 7467600"/>
              <a:gd name="connsiteY965" fmla="*/ 0 h 6858000"/>
              <a:gd name="connsiteX966" fmla="*/ 1289827 w 7467600"/>
              <a:gd name="connsiteY966" fmla="*/ 0 h 6858000"/>
              <a:gd name="connsiteX967" fmla="*/ 1321076 w 7467600"/>
              <a:gd name="connsiteY967" fmla="*/ 59722 h 6858000"/>
              <a:gd name="connsiteX968" fmla="*/ 1512579 w 7467600"/>
              <a:gd name="connsiteY968" fmla="*/ 626441 h 6858000"/>
              <a:gd name="connsiteX969" fmla="*/ 1506076 w 7467600"/>
              <a:gd name="connsiteY969" fmla="*/ 1089289 h 6858000"/>
              <a:gd name="connsiteX970" fmla="*/ 1486346 w 7467600"/>
              <a:gd name="connsiteY970" fmla="*/ 1079919 h 6858000"/>
              <a:gd name="connsiteX971" fmla="*/ 1070511 w 7467600"/>
              <a:gd name="connsiteY971" fmla="*/ 48609 h 6858000"/>
              <a:gd name="connsiteX972" fmla="*/ 1057230 w 7467600"/>
              <a:gd name="connsiteY972" fmla="*/ 0 h 6858000"/>
              <a:gd name="connsiteX973" fmla="*/ 43151 w 7467600"/>
              <a:gd name="connsiteY973" fmla="*/ 0 h 6858000"/>
              <a:gd name="connsiteX974" fmla="*/ 95283 w 7467600"/>
              <a:gd name="connsiteY974" fmla="*/ 0 h 6858000"/>
              <a:gd name="connsiteX975" fmla="*/ 300708 w 7467600"/>
              <a:gd name="connsiteY975" fmla="*/ 154571 h 6858000"/>
              <a:gd name="connsiteX976" fmla="*/ 530414 w 7467600"/>
              <a:gd name="connsiteY976" fmla="*/ 354673 h 6858000"/>
              <a:gd name="connsiteX977" fmla="*/ 333785 w 7467600"/>
              <a:gd name="connsiteY977" fmla="*/ 161564 h 6858000"/>
              <a:gd name="connsiteX978" fmla="*/ 147005 w 7467600"/>
              <a:gd name="connsiteY978" fmla="*/ 0 h 6858000"/>
              <a:gd name="connsiteX979" fmla="*/ 272509 w 7467600"/>
              <a:gd name="connsiteY979" fmla="*/ 0 h 6858000"/>
              <a:gd name="connsiteX980" fmla="*/ 326276 w 7467600"/>
              <a:gd name="connsiteY980" fmla="*/ 45847 h 6858000"/>
              <a:gd name="connsiteX981" fmla="*/ 823759 w 7467600"/>
              <a:gd name="connsiteY981" fmla="*/ 574145 h 6858000"/>
              <a:gd name="connsiteX982" fmla="*/ 811254 w 7467600"/>
              <a:gd name="connsiteY982" fmla="*/ 665546 h 6858000"/>
              <a:gd name="connsiteX983" fmla="*/ 154042 w 7467600"/>
              <a:gd name="connsiteY983" fmla="*/ 261522 h 6858000"/>
              <a:gd name="connsiteX984" fmla="*/ 13550 w 7467600"/>
              <a:gd name="connsiteY984" fmla="*/ 158423 h 6858000"/>
              <a:gd name="connsiteX985" fmla="*/ 0 w 7467600"/>
              <a:gd name="connsiteY985" fmla="*/ 146618 h 6858000"/>
              <a:gd name="connsiteX986" fmla="*/ 0 w 7467600"/>
              <a:gd name="connsiteY986" fmla="*/ 59161 h 6858000"/>
              <a:gd name="connsiteX987" fmla="*/ 45427 w 7467600"/>
              <a:gd name="connsiteY987" fmla="*/ 101078 h 6858000"/>
              <a:gd name="connsiteX988" fmla="*/ 630103 w 7467600"/>
              <a:gd name="connsiteY988" fmla="*/ 485885 h 6858000"/>
              <a:gd name="connsiteX989" fmla="*/ 532040 w 7467600"/>
              <a:gd name="connsiteY989" fmla="*/ 399359 h 6858000"/>
              <a:gd name="connsiteX990" fmla="*/ 517618 w 7467600"/>
              <a:gd name="connsiteY990" fmla="*/ 385726 h 6858000"/>
              <a:gd name="connsiteX991" fmla="*/ 285074 w 7467600"/>
              <a:gd name="connsiteY991" fmla="*/ 182755 h 6858000"/>
              <a:gd name="connsiteX992" fmla="*/ 43151 w 7467600"/>
              <a:gd name="connsiteY99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1903353 w 7467600"/>
              <a:gd name="connsiteY136" fmla="*/ 5044827 h 6858000"/>
              <a:gd name="connsiteX137" fmla="*/ 1936931 w 7467600"/>
              <a:gd name="connsiteY137" fmla="*/ 5093954 h 6858000"/>
              <a:gd name="connsiteX138" fmla="*/ 2195868 w 7467600"/>
              <a:gd name="connsiteY138" fmla="*/ 5396574 h 6858000"/>
              <a:gd name="connsiteX139" fmla="*/ 2088852 w 7467600"/>
              <a:gd name="connsiteY139" fmla="*/ 5166123 h 6858000"/>
              <a:gd name="connsiteX140" fmla="*/ 1958241 w 7467600"/>
              <a:gd name="connsiteY140" fmla="*/ 5067955 h 6858000"/>
              <a:gd name="connsiteX141" fmla="*/ 1903353 w 7467600"/>
              <a:gd name="connsiteY141" fmla="*/ 5044827 h 6858000"/>
              <a:gd name="connsiteX142" fmla="*/ 1979378 w 7467600"/>
              <a:gd name="connsiteY142" fmla="*/ 4769504 h 6858000"/>
              <a:gd name="connsiteX143" fmla="*/ 2882120 w 7467600"/>
              <a:gd name="connsiteY143" fmla="*/ 5064547 h 6858000"/>
              <a:gd name="connsiteX144" fmla="*/ 2793103 w 7467600"/>
              <a:gd name="connsiteY144" fmla="*/ 5039699 h 6858000"/>
              <a:gd name="connsiteX145" fmla="*/ 2770041 w 7467600"/>
              <a:gd name="connsiteY145" fmla="*/ 5033634 h 6858000"/>
              <a:gd name="connsiteX146" fmla="*/ 1979378 w 7467600"/>
              <a:gd name="connsiteY146" fmla="*/ 4769504 h 6858000"/>
              <a:gd name="connsiteX147" fmla="*/ 1927410 w 7467600"/>
              <a:gd name="connsiteY147" fmla="*/ 4716164 h 6858000"/>
              <a:gd name="connsiteX148" fmla="*/ 1959587 w 7467600"/>
              <a:gd name="connsiteY148" fmla="*/ 4728849 h 6858000"/>
              <a:gd name="connsiteX149" fmla="*/ 2777707 w 7467600"/>
              <a:gd name="connsiteY149" fmla="*/ 5003991 h 6858000"/>
              <a:gd name="connsiteX150" fmla="*/ 2800768 w 7467600"/>
              <a:gd name="connsiteY150" fmla="*/ 5010056 h 6858000"/>
              <a:gd name="connsiteX151" fmla="*/ 2879408 w 7467600"/>
              <a:gd name="connsiteY151" fmla="*/ 5031590 h 6858000"/>
              <a:gd name="connsiteX152" fmla="*/ 2862295 w 7467600"/>
              <a:gd name="connsiteY152" fmla="*/ 5022958 h 6858000"/>
              <a:gd name="connsiteX153" fmla="*/ 2813343 w 7467600"/>
              <a:gd name="connsiteY153" fmla="*/ 4998369 h 6858000"/>
              <a:gd name="connsiteX154" fmla="*/ 2646245 w 7467600"/>
              <a:gd name="connsiteY154" fmla="*/ 4930999 h 6858000"/>
              <a:gd name="connsiteX155" fmla="*/ 1999243 w 7467600"/>
              <a:gd name="connsiteY155" fmla="*/ 4730524 h 6858000"/>
              <a:gd name="connsiteX156" fmla="*/ 1979527 w 7467600"/>
              <a:gd name="connsiteY156" fmla="*/ 4726651 h 6858000"/>
              <a:gd name="connsiteX157" fmla="*/ 1927410 w 7467600"/>
              <a:gd name="connsiteY157" fmla="*/ 4716164 h 6858000"/>
              <a:gd name="connsiteX158" fmla="*/ 1997014 w 7467600"/>
              <a:gd name="connsiteY158" fmla="*/ 4698007 h 6858000"/>
              <a:gd name="connsiteX159" fmla="*/ 2005458 w 7467600"/>
              <a:gd name="connsiteY159" fmla="*/ 4699540 h 6858000"/>
              <a:gd name="connsiteX160" fmla="*/ 2657186 w 7467600"/>
              <a:gd name="connsiteY160" fmla="*/ 4901687 h 6858000"/>
              <a:gd name="connsiteX161" fmla="*/ 2826662 w 7467600"/>
              <a:gd name="connsiteY161" fmla="*/ 4970362 h 6858000"/>
              <a:gd name="connsiteX162" fmla="*/ 2876100 w 7467600"/>
              <a:gd name="connsiteY162" fmla="*/ 4995397 h 6858000"/>
              <a:gd name="connsiteX163" fmla="*/ 3042600 w 7467600"/>
              <a:gd name="connsiteY163" fmla="*/ 5059532 h 6858000"/>
              <a:gd name="connsiteX164" fmla="*/ 1997014 w 7467600"/>
              <a:gd name="connsiteY164" fmla="*/ 4698007 h 6858000"/>
              <a:gd name="connsiteX165" fmla="*/ 2305292 w 7467600"/>
              <a:gd name="connsiteY165" fmla="*/ 4219492 h 6858000"/>
              <a:gd name="connsiteX166" fmla="*/ 3360922 w 7467600"/>
              <a:gd name="connsiteY166" fmla="*/ 4529373 h 6858000"/>
              <a:gd name="connsiteX167" fmla="*/ 3492420 w 7467600"/>
              <a:gd name="connsiteY167" fmla="*/ 4510145 h 6858000"/>
              <a:gd name="connsiteX168" fmla="*/ 3364086 w 7467600"/>
              <a:gd name="connsiteY168" fmla="*/ 4480340 h 6858000"/>
              <a:gd name="connsiteX169" fmla="*/ 3225818 w 7467600"/>
              <a:gd name="connsiteY169" fmla="*/ 4411822 h 6858000"/>
              <a:gd name="connsiteX170" fmla="*/ 3129696 w 7467600"/>
              <a:gd name="connsiteY170" fmla="*/ 4360704 h 6858000"/>
              <a:gd name="connsiteX171" fmla="*/ 2814545 w 7467600"/>
              <a:gd name="connsiteY171" fmla="*/ 4282955 h 6858000"/>
              <a:gd name="connsiteX172" fmla="*/ 2305292 w 7467600"/>
              <a:gd name="connsiteY172" fmla="*/ 4219492 h 6858000"/>
              <a:gd name="connsiteX173" fmla="*/ 2626982 w 7467600"/>
              <a:gd name="connsiteY173" fmla="*/ 4206450 h 6858000"/>
              <a:gd name="connsiteX174" fmla="*/ 2490617 w 7467600"/>
              <a:gd name="connsiteY174" fmla="*/ 4206951 h 6858000"/>
              <a:gd name="connsiteX175" fmla="*/ 2819869 w 7467600"/>
              <a:gd name="connsiteY175" fmla="*/ 4252936 h 6858000"/>
              <a:gd name="connsiteX176" fmla="*/ 3143018 w 7467600"/>
              <a:gd name="connsiteY176" fmla="*/ 4332698 h 6858000"/>
              <a:gd name="connsiteX177" fmla="*/ 3241520 w 7467600"/>
              <a:gd name="connsiteY177" fmla="*/ 4385112 h 6858000"/>
              <a:gd name="connsiteX178" fmla="*/ 3374575 w 7467600"/>
              <a:gd name="connsiteY178" fmla="*/ 4451517 h 6858000"/>
              <a:gd name="connsiteX179" fmla="*/ 3505221 w 7467600"/>
              <a:gd name="connsiteY179" fmla="*/ 4480757 h 6858000"/>
              <a:gd name="connsiteX180" fmla="*/ 2626982 w 7467600"/>
              <a:gd name="connsiteY180" fmla="*/ 4206450 h 6858000"/>
              <a:gd name="connsiteX181" fmla="*/ 1310106 w 7467600"/>
              <a:gd name="connsiteY181" fmla="*/ 3943217 h 6858000"/>
              <a:gd name="connsiteX182" fmla="*/ 854994 w 7467600"/>
              <a:gd name="connsiteY182" fmla="*/ 4399136 h 6858000"/>
              <a:gd name="connsiteX183" fmla="*/ 742462 w 7467600"/>
              <a:gd name="connsiteY183" fmla="*/ 4594648 h 6858000"/>
              <a:gd name="connsiteX184" fmla="*/ 820602 w 7467600"/>
              <a:gd name="connsiteY184" fmla="*/ 4485915 h 6858000"/>
              <a:gd name="connsiteX185" fmla="*/ 878295 w 7467600"/>
              <a:gd name="connsiteY185" fmla="*/ 4403594 h 6858000"/>
              <a:gd name="connsiteX186" fmla="*/ 1240607 w 7467600"/>
              <a:gd name="connsiteY186" fmla="*/ 4010401 h 6858000"/>
              <a:gd name="connsiteX187" fmla="*/ 1310106 w 7467600"/>
              <a:gd name="connsiteY187" fmla="*/ 3943217 h 6858000"/>
              <a:gd name="connsiteX188" fmla="*/ 1423113 w 7467600"/>
              <a:gd name="connsiteY188" fmla="*/ 3874565 h 6858000"/>
              <a:gd name="connsiteX189" fmla="*/ 1260565 w 7467600"/>
              <a:gd name="connsiteY189" fmla="*/ 4031982 h 6858000"/>
              <a:gd name="connsiteX190" fmla="*/ 901900 w 7467600"/>
              <a:gd name="connsiteY190" fmla="*/ 4421236 h 6858000"/>
              <a:gd name="connsiteX191" fmla="*/ 845044 w 7467600"/>
              <a:gd name="connsiteY191" fmla="*/ 4502436 h 6858000"/>
              <a:gd name="connsiteX192" fmla="*/ 685926 w 7467600"/>
              <a:gd name="connsiteY192" fmla="*/ 4703069 h 6858000"/>
              <a:gd name="connsiteX193" fmla="*/ 684248 w 7467600"/>
              <a:gd name="connsiteY193" fmla="*/ 4706721 h 6858000"/>
              <a:gd name="connsiteX194" fmla="*/ 1423113 w 7467600"/>
              <a:gd name="connsiteY194" fmla="*/ 3874565 h 6858000"/>
              <a:gd name="connsiteX195" fmla="*/ 3316479 w 7467600"/>
              <a:gd name="connsiteY195" fmla="*/ 3872136 h 6858000"/>
              <a:gd name="connsiteX196" fmla="*/ 3546806 w 7467600"/>
              <a:gd name="connsiteY196" fmla="*/ 4356139 h 6858000"/>
              <a:gd name="connsiteX197" fmla="*/ 3364433 w 7467600"/>
              <a:gd name="connsiteY197" fmla="*/ 3953121 h 6858000"/>
              <a:gd name="connsiteX198" fmla="*/ 3316479 w 7467600"/>
              <a:gd name="connsiteY198" fmla="*/ 3872136 h 6858000"/>
              <a:gd name="connsiteX199" fmla="*/ 3291335 w 7467600"/>
              <a:gd name="connsiteY199" fmla="*/ 3767420 h 6858000"/>
              <a:gd name="connsiteX200" fmla="*/ 3390805 w 7467600"/>
              <a:gd name="connsiteY200" fmla="*/ 3937163 h 6858000"/>
              <a:gd name="connsiteX201" fmla="*/ 3579062 w 7467600"/>
              <a:gd name="connsiteY201" fmla="*/ 4359040 h 6858000"/>
              <a:gd name="connsiteX202" fmla="*/ 3467355 w 7467600"/>
              <a:gd name="connsiteY202" fmla="*/ 3988130 h 6858000"/>
              <a:gd name="connsiteX203" fmla="*/ 3310753 w 7467600"/>
              <a:gd name="connsiteY203" fmla="*/ 3787140 h 6858000"/>
              <a:gd name="connsiteX204" fmla="*/ 3291335 w 7467600"/>
              <a:gd name="connsiteY204" fmla="*/ 3767420 h 6858000"/>
              <a:gd name="connsiteX205" fmla="*/ 1635889 w 7467600"/>
              <a:gd name="connsiteY205" fmla="*/ 3709494 h 6858000"/>
              <a:gd name="connsiteX206" fmla="*/ 1634800 w 7467600"/>
              <a:gd name="connsiteY206" fmla="*/ 3731111 h 6858000"/>
              <a:gd name="connsiteX207" fmla="*/ 1635889 w 7467600"/>
              <a:gd name="connsiteY207" fmla="*/ 3709494 h 6858000"/>
              <a:gd name="connsiteX208" fmla="*/ 1510397 w 7467600"/>
              <a:gd name="connsiteY208" fmla="*/ 3684705 h 6858000"/>
              <a:gd name="connsiteX209" fmla="*/ 1146550 w 7467600"/>
              <a:gd name="connsiteY209" fmla="*/ 3802012 h 6858000"/>
              <a:gd name="connsiteX210" fmla="*/ 698834 w 7467600"/>
              <a:gd name="connsiteY210" fmla="*/ 3952272 h 6858000"/>
              <a:gd name="connsiteX211" fmla="*/ 34256 w 7467600"/>
              <a:gd name="connsiteY211" fmla="*/ 4347603 h 6858000"/>
              <a:gd name="connsiteX212" fmla="*/ 527241 w 7467600"/>
              <a:gd name="connsiteY212" fmla="*/ 4065078 h 6858000"/>
              <a:gd name="connsiteX213" fmla="*/ 1510397 w 7467600"/>
              <a:gd name="connsiteY213" fmla="*/ 3684705 h 6858000"/>
              <a:gd name="connsiteX214" fmla="*/ 1313114 w 7467600"/>
              <a:gd name="connsiteY214" fmla="*/ 3655216 h 6858000"/>
              <a:gd name="connsiteX215" fmla="*/ 1109304 w 7467600"/>
              <a:gd name="connsiteY215" fmla="*/ 3669030 h 6858000"/>
              <a:gd name="connsiteX216" fmla="*/ 8129 w 7467600"/>
              <a:gd name="connsiteY216" fmla="*/ 4330519 h 6858000"/>
              <a:gd name="connsiteX217" fmla="*/ 687572 w 7467600"/>
              <a:gd name="connsiteY217" fmla="*/ 3925629 h 6858000"/>
              <a:gd name="connsiteX218" fmla="*/ 1138365 w 7467600"/>
              <a:gd name="connsiteY218" fmla="*/ 3774515 h 6858000"/>
              <a:gd name="connsiteX219" fmla="*/ 1505579 w 7467600"/>
              <a:gd name="connsiteY219" fmla="*/ 3655526 h 6858000"/>
              <a:gd name="connsiteX220" fmla="*/ 1313114 w 7467600"/>
              <a:gd name="connsiteY220" fmla="*/ 3655216 h 6858000"/>
              <a:gd name="connsiteX221" fmla="*/ 3655073 w 7467600"/>
              <a:gd name="connsiteY221" fmla="*/ 3650884 h 6858000"/>
              <a:gd name="connsiteX222" fmla="*/ 3989938 w 7467600"/>
              <a:gd name="connsiteY222" fmla="*/ 3991685 h 6858000"/>
              <a:gd name="connsiteX223" fmla="*/ 4393907 w 7467600"/>
              <a:gd name="connsiteY223" fmla="*/ 4261258 h 6858000"/>
              <a:gd name="connsiteX224" fmla="*/ 4648051 w 7467600"/>
              <a:gd name="connsiteY224" fmla="*/ 4374051 h 6858000"/>
              <a:gd name="connsiteX225" fmla="*/ 4383389 w 7467600"/>
              <a:gd name="connsiteY225" fmla="*/ 4184369 h 6858000"/>
              <a:gd name="connsiteX226" fmla="*/ 4165508 w 7467600"/>
              <a:gd name="connsiteY226" fmla="*/ 4035196 h 6858000"/>
              <a:gd name="connsiteX227" fmla="*/ 4068162 w 7467600"/>
              <a:gd name="connsiteY227" fmla="*/ 3953394 h 6858000"/>
              <a:gd name="connsiteX228" fmla="*/ 3981416 w 7467600"/>
              <a:gd name="connsiteY228" fmla="*/ 3880482 h 6858000"/>
              <a:gd name="connsiteX229" fmla="*/ 3800147 w 7467600"/>
              <a:gd name="connsiteY229" fmla="*/ 3749872 h 6858000"/>
              <a:gd name="connsiteX230" fmla="*/ 3655073 w 7467600"/>
              <a:gd name="connsiteY230" fmla="*/ 3650884 h 6858000"/>
              <a:gd name="connsiteX231" fmla="*/ 3670252 w 7467600"/>
              <a:gd name="connsiteY231" fmla="*/ 3622798 h 6858000"/>
              <a:gd name="connsiteX232" fmla="*/ 3817258 w 7467600"/>
              <a:gd name="connsiteY232" fmla="*/ 3723577 h 6858000"/>
              <a:gd name="connsiteX233" fmla="*/ 4000461 w 7467600"/>
              <a:gd name="connsiteY233" fmla="*/ 3855966 h 6858000"/>
              <a:gd name="connsiteX234" fmla="*/ 4088180 w 7467600"/>
              <a:gd name="connsiteY234" fmla="*/ 3929774 h 6858000"/>
              <a:gd name="connsiteX235" fmla="*/ 4184555 w 7467600"/>
              <a:gd name="connsiteY235" fmla="*/ 4010683 h 6858000"/>
              <a:gd name="connsiteX236" fmla="*/ 4399563 w 7467600"/>
              <a:gd name="connsiteY236" fmla="*/ 4158106 h 6858000"/>
              <a:gd name="connsiteX237" fmla="*/ 4684469 w 7467600"/>
              <a:gd name="connsiteY237" fmla="*/ 4364680 h 6858000"/>
              <a:gd name="connsiteX238" fmla="*/ 4690271 w 7467600"/>
              <a:gd name="connsiteY238" fmla="*/ 4370034 h 6858000"/>
              <a:gd name="connsiteX239" fmla="*/ 4136093 w 7467600"/>
              <a:gd name="connsiteY239" fmla="*/ 3858466 h 6858000"/>
              <a:gd name="connsiteX240" fmla="*/ 3670252 w 7467600"/>
              <a:gd name="connsiteY240" fmla="*/ 3622798 h 6858000"/>
              <a:gd name="connsiteX241" fmla="*/ 4440129 w 7467600"/>
              <a:gd name="connsiteY241" fmla="*/ 3448571 h 6858000"/>
              <a:gd name="connsiteX242" fmla="*/ 4856525 w 7467600"/>
              <a:gd name="connsiteY242" fmla="*/ 3915351 h 6858000"/>
              <a:gd name="connsiteX243" fmla="*/ 5059055 w 7467600"/>
              <a:gd name="connsiteY243" fmla="*/ 4108918 h 6858000"/>
              <a:gd name="connsiteX244" fmla="*/ 5290070 w 7467600"/>
              <a:gd name="connsiteY244" fmla="*/ 4263619 h 6858000"/>
              <a:gd name="connsiteX245" fmla="*/ 4834991 w 7467600"/>
              <a:gd name="connsiteY245" fmla="*/ 3830985 h 6858000"/>
              <a:gd name="connsiteX246" fmla="*/ 4440129 w 7467600"/>
              <a:gd name="connsiteY246" fmla="*/ 3448571 h 6858000"/>
              <a:gd name="connsiteX247" fmla="*/ 4441737 w 7467600"/>
              <a:gd name="connsiteY247" fmla="*/ 3399734 h 6858000"/>
              <a:gd name="connsiteX248" fmla="*/ 4431236 w 7467600"/>
              <a:gd name="connsiteY248" fmla="*/ 3400954 h 6858000"/>
              <a:gd name="connsiteX249" fmla="*/ 4557150 w 7467600"/>
              <a:gd name="connsiteY249" fmla="*/ 3510023 h 6858000"/>
              <a:gd name="connsiteX250" fmla="*/ 4856936 w 7467600"/>
              <a:gd name="connsiteY250" fmla="*/ 3809146 h 6858000"/>
              <a:gd name="connsiteX251" fmla="*/ 5111996 w 7467600"/>
              <a:gd name="connsiteY251" fmla="*/ 4065759 h 6858000"/>
              <a:gd name="connsiteX252" fmla="*/ 5388878 w 7467600"/>
              <a:gd name="connsiteY252" fmla="*/ 4300185 h 6858000"/>
              <a:gd name="connsiteX253" fmla="*/ 5425556 w 7467600"/>
              <a:gd name="connsiteY253" fmla="*/ 4308967 h 6858000"/>
              <a:gd name="connsiteX254" fmla="*/ 4943646 w 7467600"/>
              <a:gd name="connsiteY254" fmla="*/ 3822916 h 6858000"/>
              <a:gd name="connsiteX255" fmla="*/ 4594837 w 7467600"/>
              <a:gd name="connsiteY255" fmla="*/ 3532274 h 6858000"/>
              <a:gd name="connsiteX256" fmla="*/ 4441737 w 7467600"/>
              <a:gd name="connsiteY256" fmla="*/ 3399734 h 6858000"/>
              <a:gd name="connsiteX257" fmla="*/ 5425834 w 7467600"/>
              <a:gd name="connsiteY257" fmla="*/ 3162785 h 6858000"/>
              <a:gd name="connsiteX258" fmla="*/ 5401644 w 7467600"/>
              <a:gd name="connsiteY258" fmla="*/ 3617847 h 6858000"/>
              <a:gd name="connsiteX259" fmla="*/ 5467256 w 7467600"/>
              <a:gd name="connsiteY259" fmla="*/ 4175494 h 6858000"/>
              <a:gd name="connsiteX260" fmla="*/ 5448069 w 7467600"/>
              <a:gd name="connsiteY260" fmla="*/ 3567554 h 6858000"/>
              <a:gd name="connsiteX261" fmla="*/ 5425834 w 7467600"/>
              <a:gd name="connsiteY261" fmla="*/ 3162785 h 6858000"/>
              <a:gd name="connsiteX262" fmla="*/ 1318687 w 7467600"/>
              <a:gd name="connsiteY262" fmla="*/ 3113840 h 6858000"/>
              <a:gd name="connsiteX263" fmla="*/ 1066793 w 7467600"/>
              <a:gd name="connsiteY263" fmla="*/ 3212171 h 6858000"/>
              <a:gd name="connsiteX264" fmla="*/ 993319 w 7467600"/>
              <a:gd name="connsiteY264" fmla="*/ 3247648 h 6858000"/>
              <a:gd name="connsiteX265" fmla="*/ 853081 w 7467600"/>
              <a:gd name="connsiteY265" fmla="*/ 3312410 h 6858000"/>
              <a:gd name="connsiteX266" fmla="*/ 805957 w 7467600"/>
              <a:gd name="connsiteY266" fmla="*/ 3330443 h 6858000"/>
              <a:gd name="connsiteX267" fmla="*/ 1318687 w 7467600"/>
              <a:gd name="connsiteY267" fmla="*/ 3113840 h 6858000"/>
              <a:gd name="connsiteX268" fmla="*/ 5453702 w 7467600"/>
              <a:gd name="connsiteY268" fmla="*/ 3090882 h 6858000"/>
              <a:gd name="connsiteX269" fmla="*/ 5480135 w 7467600"/>
              <a:gd name="connsiteY269" fmla="*/ 3565802 h 6858000"/>
              <a:gd name="connsiteX270" fmla="*/ 5499023 w 7467600"/>
              <a:gd name="connsiteY270" fmla="*/ 4166310 h 6858000"/>
              <a:gd name="connsiteX271" fmla="*/ 5547022 w 7467600"/>
              <a:gd name="connsiteY271" fmla="*/ 3607838 h 6858000"/>
              <a:gd name="connsiteX272" fmla="*/ 5515964 w 7467600"/>
              <a:gd name="connsiteY272" fmla="*/ 3378541 h 6858000"/>
              <a:gd name="connsiteX273" fmla="*/ 5453702 w 7467600"/>
              <a:gd name="connsiteY273" fmla="*/ 3090882 h 6858000"/>
              <a:gd name="connsiteX274" fmla="*/ 1238695 w 7467600"/>
              <a:gd name="connsiteY274" fmla="*/ 3076820 h 6858000"/>
              <a:gd name="connsiteX275" fmla="*/ 716371 w 7467600"/>
              <a:gd name="connsiteY275" fmla="*/ 3293249 h 6858000"/>
              <a:gd name="connsiteX276" fmla="*/ 579522 w 7467600"/>
              <a:gd name="connsiteY276" fmla="*/ 3371759 h 6858000"/>
              <a:gd name="connsiteX277" fmla="*/ 600288 w 7467600"/>
              <a:gd name="connsiteY277" fmla="*/ 3365555 h 6858000"/>
              <a:gd name="connsiteX278" fmla="*/ 840692 w 7467600"/>
              <a:gd name="connsiteY278" fmla="*/ 3284921 h 6858000"/>
              <a:gd name="connsiteX279" fmla="*/ 979248 w 7467600"/>
              <a:gd name="connsiteY279" fmla="*/ 3221003 h 6858000"/>
              <a:gd name="connsiteX280" fmla="*/ 1053282 w 7467600"/>
              <a:gd name="connsiteY280" fmla="*/ 3185247 h 6858000"/>
              <a:gd name="connsiteX281" fmla="*/ 1320603 w 7467600"/>
              <a:gd name="connsiteY281" fmla="*/ 3081281 h 6858000"/>
              <a:gd name="connsiteX282" fmla="*/ 1238695 w 7467600"/>
              <a:gd name="connsiteY282" fmla="*/ 3076820 h 6858000"/>
              <a:gd name="connsiteX283" fmla="*/ 5425627 w 7467600"/>
              <a:gd name="connsiteY283" fmla="*/ 2954192 h 6858000"/>
              <a:gd name="connsiteX284" fmla="*/ 5470770 w 7467600"/>
              <a:gd name="connsiteY284" fmla="*/ 3005435 h 6858000"/>
              <a:gd name="connsiteX285" fmla="*/ 5519779 w 7467600"/>
              <a:gd name="connsiteY285" fmla="*/ 4359223 h 6858000"/>
              <a:gd name="connsiteX286" fmla="*/ 5520293 w 7467600"/>
              <a:gd name="connsiteY286" fmla="*/ 4360602 h 6858000"/>
              <a:gd name="connsiteX287" fmla="*/ 5767221 w 7467600"/>
              <a:gd name="connsiteY287" fmla="*/ 4665564 h 6858000"/>
              <a:gd name="connsiteX288" fmla="*/ 6937169 w 7467600"/>
              <a:gd name="connsiteY288" fmla="*/ 4815941 h 6858000"/>
              <a:gd name="connsiteX289" fmla="*/ 6953922 w 7467600"/>
              <a:gd name="connsiteY289" fmla="*/ 4890068 h 6858000"/>
              <a:gd name="connsiteX290" fmla="*/ 6071359 w 7467600"/>
              <a:gd name="connsiteY290" fmla="*/ 4770770 h 6858000"/>
              <a:gd name="connsiteX291" fmla="*/ 6038839 w 7467600"/>
              <a:gd name="connsiteY291" fmla="*/ 4764474 h 6858000"/>
              <a:gd name="connsiteX292" fmla="*/ 6038706 w 7467600"/>
              <a:gd name="connsiteY292" fmla="*/ 4763847 h 6858000"/>
              <a:gd name="connsiteX293" fmla="*/ 6037784 w 7467600"/>
              <a:gd name="connsiteY293" fmla="*/ 4764270 h 6858000"/>
              <a:gd name="connsiteX294" fmla="*/ 6038839 w 7467600"/>
              <a:gd name="connsiteY294" fmla="*/ 4764474 h 6858000"/>
              <a:gd name="connsiteX295" fmla="*/ 6040338 w 7467600"/>
              <a:gd name="connsiteY295" fmla="*/ 4771418 h 6858000"/>
              <a:gd name="connsiteX296" fmla="*/ 6024488 w 7467600"/>
              <a:gd name="connsiteY296" fmla="*/ 4809903 h 6858000"/>
              <a:gd name="connsiteX297" fmla="*/ 5599771 w 7467600"/>
              <a:gd name="connsiteY297" fmla="*/ 5509652 h 6858000"/>
              <a:gd name="connsiteX298" fmla="*/ 5548843 w 7467600"/>
              <a:gd name="connsiteY298" fmla="*/ 5563845 h 6858000"/>
              <a:gd name="connsiteX299" fmla="*/ 5940952 w 7467600"/>
              <a:gd name="connsiteY299" fmla="*/ 6250028 h 6858000"/>
              <a:gd name="connsiteX300" fmla="*/ 6043441 w 7467600"/>
              <a:gd name="connsiteY300" fmla="*/ 6665847 h 6858000"/>
              <a:gd name="connsiteX301" fmla="*/ 6093432 w 7467600"/>
              <a:gd name="connsiteY301" fmla="*/ 6858000 h 6858000"/>
              <a:gd name="connsiteX302" fmla="*/ 6034344 w 7467600"/>
              <a:gd name="connsiteY302" fmla="*/ 6858000 h 6858000"/>
              <a:gd name="connsiteX303" fmla="*/ 6026679 w 7467600"/>
              <a:gd name="connsiteY303" fmla="*/ 6836959 h 6858000"/>
              <a:gd name="connsiteX304" fmla="*/ 5800441 w 7467600"/>
              <a:gd name="connsiteY304" fmla="*/ 6335286 h 6858000"/>
              <a:gd name="connsiteX305" fmla="*/ 5526562 w 7467600"/>
              <a:gd name="connsiteY305" fmla="*/ 5705388 h 6858000"/>
              <a:gd name="connsiteX306" fmla="*/ 5519640 w 7467600"/>
              <a:gd name="connsiteY306" fmla="*/ 5683774 h 6858000"/>
              <a:gd name="connsiteX307" fmla="*/ 5844559 w 7467600"/>
              <a:gd name="connsiteY307" fmla="*/ 6553349 h 6858000"/>
              <a:gd name="connsiteX308" fmla="*/ 5975994 w 7467600"/>
              <a:gd name="connsiteY308" fmla="*/ 6858000 h 6858000"/>
              <a:gd name="connsiteX309" fmla="*/ 5898547 w 7467600"/>
              <a:gd name="connsiteY309" fmla="*/ 6858000 h 6858000"/>
              <a:gd name="connsiteX310" fmla="*/ 5682041 w 7467600"/>
              <a:gd name="connsiteY310" fmla="*/ 6355860 h 6858000"/>
              <a:gd name="connsiteX311" fmla="*/ 5461758 w 7467600"/>
              <a:gd name="connsiteY311" fmla="*/ 5820220 h 6858000"/>
              <a:gd name="connsiteX312" fmla="*/ 5237282 w 7467600"/>
              <a:gd name="connsiteY312" fmla="*/ 6579086 h 6858000"/>
              <a:gd name="connsiteX313" fmla="*/ 5115009 w 7467600"/>
              <a:gd name="connsiteY313" fmla="*/ 6858000 h 6858000"/>
              <a:gd name="connsiteX314" fmla="*/ 5028074 w 7467600"/>
              <a:gd name="connsiteY314" fmla="*/ 6858000 h 6858000"/>
              <a:gd name="connsiteX315" fmla="*/ 5079508 w 7467600"/>
              <a:gd name="connsiteY315" fmla="*/ 6749074 h 6858000"/>
              <a:gd name="connsiteX316" fmla="*/ 5371846 w 7467600"/>
              <a:gd name="connsiteY316" fmla="*/ 5924413 h 6858000"/>
              <a:gd name="connsiteX317" fmla="*/ 5270512 w 7467600"/>
              <a:gd name="connsiteY317" fmla="*/ 6138975 h 6858000"/>
              <a:gd name="connsiteX318" fmla="*/ 5062409 w 7467600"/>
              <a:gd name="connsiteY318" fmla="*/ 6653544 h 6858000"/>
              <a:gd name="connsiteX319" fmla="*/ 5036628 w 7467600"/>
              <a:gd name="connsiteY319" fmla="*/ 6754247 h 6858000"/>
              <a:gd name="connsiteX320" fmla="*/ 5009112 w 7467600"/>
              <a:gd name="connsiteY320" fmla="*/ 6858000 h 6858000"/>
              <a:gd name="connsiteX321" fmla="*/ 4976679 w 7467600"/>
              <a:gd name="connsiteY321" fmla="*/ 6858000 h 6858000"/>
              <a:gd name="connsiteX322" fmla="*/ 5006537 w 7467600"/>
              <a:gd name="connsiteY322" fmla="*/ 6747068 h 6858000"/>
              <a:gd name="connsiteX323" fmla="*/ 5032723 w 7467600"/>
              <a:gd name="connsiteY323" fmla="*/ 6644957 h 6858000"/>
              <a:gd name="connsiteX324" fmla="*/ 5242949 w 7467600"/>
              <a:gd name="connsiteY324" fmla="*/ 6125175 h 6858000"/>
              <a:gd name="connsiteX325" fmla="*/ 5286321 w 7467600"/>
              <a:gd name="connsiteY325" fmla="*/ 6033555 h 6858000"/>
              <a:gd name="connsiteX326" fmla="*/ 5008210 w 7467600"/>
              <a:gd name="connsiteY326" fmla="*/ 6649194 h 6858000"/>
              <a:gd name="connsiteX327" fmla="*/ 4986321 w 7467600"/>
              <a:gd name="connsiteY327" fmla="*/ 6765687 h 6858000"/>
              <a:gd name="connsiteX328" fmla="*/ 4973474 w 7467600"/>
              <a:gd name="connsiteY328" fmla="*/ 6858000 h 6858000"/>
              <a:gd name="connsiteX329" fmla="*/ 4907178 w 7467600"/>
              <a:gd name="connsiteY329" fmla="*/ 6858000 h 6858000"/>
              <a:gd name="connsiteX330" fmla="*/ 4910810 w 7467600"/>
              <a:gd name="connsiteY330" fmla="*/ 6829660 h 6858000"/>
              <a:gd name="connsiteX331" fmla="*/ 4987461 w 7467600"/>
              <a:gd name="connsiteY331" fmla="*/ 6432994 h 6858000"/>
              <a:gd name="connsiteX332" fmla="*/ 5179262 w 7467600"/>
              <a:gd name="connsiteY332" fmla="*/ 6035044 h 6858000"/>
              <a:gd name="connsiteX333" fmla="*/ 4689678 w 7467600"/>
              <a:gd name="connsiteY333" fmla="*/ 6440241 h 6858000"/>
              <a:gd name="connsiteX334" fmla="*/ 4477543 w 7467600"/>
              <a:gd name="connsiteY334" fmla="*/ 6674836 h 6858000"/>
              <a:gd name="connsiteX335" fmla="*/ 4329957 w 7467600"/>
              <a:gd name="connsiteY335" fmla="*/ 6858000 h 6858000"/>
              <a:gd name="connsiteX336" fmla="*/ 4218595 w 7467600"/>
              <a:gd name="connsiteY336" fmla="*/ 6858000 h 6858000"/>
              <a:gd name="connsiteX337" fmla="*/ 4368888 w 7467600"/>
              <a:gd name="connsiteY337" fmla="*/ 6668412 h 6858000"/>
              <a:gd name="connsiteX338" fmla="*/ 4563091 w 7467600"/>
              <a:gd name="connsiteY338" fmla="*/ 6442508 h 6858000"/>
              <a:gd name="connsiteX339" fmla="*/ 5387324 w 7467600"/>
              <a:gd name="connsiteY339" fmla="*/ 5705830 h 6858000"/>
              <a:gd name="connsiteX340" fmla="*/ 5073620 w 7467600"/>
              <a:gd name="connsiteY340" fmla="*/ 5955437 h 6858000"/>
              <a:gd name="connsiteX341" fmla="*/ 4689789 w 7467600"/>
              <a:gd name="connsiteY341" fmla="*/ 6268382 h 6858000"/>
              <a:gd name="connsiteX342" fmla="*/ 4418722 w 7467600"/>
              <a:gd name="connsiteY342" fmla="*/ 6570886 h 6858000"/>
              <a:gd name="connsiteX343" fmla="*/ 4214944 w 7467600"/>
              <a:gd name="connsiteY343" fmla="*/ 6858000 h 6858000"/>
              <a:gd name="connsiteX344" fmla="*/ 4177898 w 7467600"/>
              <a:gd name="connsiteY344" fmla="*/ 6858000 h 6858000"/>
              <a:gd name="connsiteX345" fmla="*/ 4391597 w 7467600"/>
              <a:gd name="connsiteY345" fmla="*/ 6556370 h 6858000"/>
              <a:gd name="connsiteX346" fmla="*/ 4668889 w 7467600"/>
              <a:gd name="connsiteY346" fmla="*/ 6246399 h 6858000"/>
              <a:gd name="connsiteX347" fmla="*/ 5055427 w 7467600"/>
              <a:gd name="connsiteY347" fmla="*/ 5931476 h 6858000"/>
              <a:gd name="connsiteX348" fmla="*/ 5371814 w 7467600"/>
              <a:gd name="connsiteY348" fmla="*/ 5678975 h 6858000"/>
              <a:gd name="connsiteX349" fmla="*/ 4987918 w 7467600"/>
              <a:gd name="connsiteY349" fmla="*/ 5838701 h 6858000"/>
              <a:gd name="connsiteX350" fmla="*/ 4317146 w 7467600"/>
              <a:gd name="connsiteY350" fmla="*/ 6587716 h 6858000"/>
              <a:gd name="connsiteX351" fmla="*/ 4171627 w 7467600"/>
              <a:gd name="connsiteY351" fmla="*/ 6858000 h 6858000"/>
              <a:gd name="connsiteX352" fmla="*/ 4081585 w 7467600"/>
              <a:gd name="connsiteY352" fmla="*/ 6858000 h 6858000"/>
              <a:gd name="connsiteX353" fmla="*/ 4238603 w 7467600"/>
              <a:gd name="connsiteY353" fmla="*/ 6559341 h 6858000"/>
              <a:gd name="connsiteX354" fmla="*/ 4778333 w 7467600"/>
              <a:gd name="connsiteY354" fmla="*/ 5873626 h 6858000"/>
              <a:gd name="connsiteX355" fmla="*/ 5414185 w 7467600"/>
              <a:gd name="connsiteY355" fmla="*/ 5573882 h 6858000"/>
              <a:gd name="connsiteX356" fmla="*/ 5959648 w 7467600"/>
              <a:gd name="connsiteY356" fmla="*/ 4760797 h 6858000"/>
              <a:gd name="connsiteX357" fmla="*/ 5355019 w 7467600"/>
              <a:gd name="connsiteY357" fmla="*/ 4734672 h 6858000"/>
              <a:gd name="connsiteX358" fmla="*/ 5083565 w 7467600"/>
              <a:gd name="connsiteY358" fmla="*/ 5179121 h 6858000"/>
              <a:gd name="connsiteX359" fmla="*/ 4713577 w 7467600"/>
              <a:gd name="connsiteY359" fmla="*/ 5616803 h 6858000"/>
              <a:gd name="connsiteX360" fmla="*/ 3989559 w 7467600"/>
              <a:gd name="connsiteY360" fmla="*/ 6145945 h 6858000"/>
              <a:gd name="connsiteX361" fmla="*/ 3939824 w 7467600"/>
              <a:gd name="connsiteY361" fmla="*/ 6066900 h 6858000"/>
              <a:gd name="connsiteX362" fmla="*/ 4584537 w 7467600"/>
              <a:gd name="connsiteY362" fmla="*/ 5324826 h 6858000"/>
              <a:gd name="connsiteX363" fmla="*/ 5037105 w 7467600"/>
              <a:gd name="connsiteY363" fmla="*/ 5088765 h 6858000"/>
              <a:gd name="connsiteX364" fmla="*/ 5039930 w 7467600"/>
              <a:gd name="connsiteY364" fmla="*/ 5089585 h 6858000"/>
              <a:gd name="connsiteX365" fmla="*/ 5263764 w 7467600"/>
              <a:gd name="connsiteY365" fmla="*/ 4735525 h 6858000"/>
              <a:gd name="connsiteX366" fmla="*/ 4086300 w 7467600"/>
              <a:gd name="connsiteY366" fmla="*/ 4884599 h 6858000"/>
              <a:gd name="connsiteX367" fmla="*/ 4085485 w 7467600"/>
              <a:gd name="connsiteY367" fmla="*/ 4899070 h 6858000"/>
              <a:gd name="connsiteX368" fmla="*/ 3871915 w 7467600"/>
              <a:gd name="connsiteY368" fmla="*/ 5253645 h 6858000"/>
              <a:gd name="connsiteX369" fmla="*/ 3799374 w 7467600"/>
              <a:gd name="connsiteY369" fmla="*/ 5466127 h 6858000"/>
              <a:gd name="connsiteX370" fmla="*/ 3498850 w 7467600"/>
              <a:gd name="connsiteY370" fmla="*/ 6661888 h 6858000"/>
              <a:gd name="connsiteX371" fmla="*/ 3399216 w 7467600"/>
              <a:gd name="connsiteY371" fmla="*/ 6858000 h 6858000"/>
              <a:gd name="connsiteX372" fmla="*/ 3303688 w 7467600"/>
              <a:gd name="connsiteY372" fmla="*/ 6858000 h 6858000"/>
              <a:gd name="connsiteX373" fmla="*/ 3391774 w 7467600"/>
              <a:gd name="connsiteY373" fmla="*/ 6697181 h 6858000"/>
              <a:gd name="connsiteX374" fmla="*/ 3735540 w 7467600"/>
              <a:gd name="connsiteY374" fmla="*/ 5546923 h 6858000"/>
              <a:gd name="connsiteX375" fmla="*/ 3729438 w 7467600"/>
              <a:gd name="connsiteY375" fmla="*/ 5569058 h 6858000"/>
              <a:gd name="connsiteX376" fmla="*/ 3707782 w 7467600"/>
              <a:gd name="connsiteY376" fmla="*/ 5644908 h 6858000"/>
              <a:gd name="connsiteX377" fmla="*/ 3583827 w 7467600"/>
              <a:gd name="connsiteY377" fmla="*/ 6039215 h 6858000"/>
              <a:gd name="connsiteX378" fmla="*/ 3547861 w 7467600"/>
              <a:gd name="connsiteY378" fmla="*/ 6129609 h 6858000"/>
              <a:gd name="connsiteX379" fmla="*/ 3490905 w 7467600"/>
              <a:gd name="connsiteY379" fmla="*/ 6277660 h 6858000"/>
              <a:gd name="connsiteX380" fmla="*/ 3455859 w 7467600"/>
              <a:gd name="connsiteY380" fmla="*/ 6391301 h 6858000"/>
              <a:gd name="connsiteX381" fmla="*/ 3429112 w 7467600"/>
              <a:gd name="connsiteY381" fmla="*/ 6479469 h 6858000"/>
              <a:gd name="connsiteX382" fmla="*/ 3304862 w 7467600"/>
              <a:gd name="connsiteY382" fmla="*/ 6796476 h 6858000"/>
              <a:gd name="connsiteX383" fmla="*/ 3276071 w 7467600"/>
              <a:gd name="connsiteY383" fmla="*/ 6858000 h 6858000"/>
              <a:gd name="connsiteX384" fmla="*/ 3240805 w 7467600"/>
              <a:gd name="connsiteY384" fmla="*/ 6858000 h 6858000"/>
              <a:gd name="connsiteX385" fmla="*/ 3275917 w 7467600"/>
              <a:gd name="connsiteY385" fmla="*/ 6783192 h 6858000"/>
              <a:gd name="connsiteX386" fmla="*/ 3399358 w 7467600"/>
              <a:gd name="connsiteY386" fmla="*/ 6469011 h 6858000"/>
              <a:gd name="connsiteX387" fmla="*/ 3425650 w 7467600"/>
              <a:gd name="connsiteY387" fmla="*/ 6381333 h 6858000"/>
              <a:gd name="connsiteX388" fmla="*/ 3460661 w 7467600"/>
              <a:gd name="connsiteY388" fmla="*/ 6266763 h 6858000"/>
              <a:gd name="connsiteX389" fmla="*/ 3518021 w 7467600"/>
              <a:gd name="connsiteY389" fmla="*/ 6117298 h 6858000"/>
              <a:gd name="connsiteX390" fmla="*/ 3554035 w 7467600"/>
              <a:gd name="connsiteY390" fmla="*/ 6027832 h 6858000"/>
              <a:gd name="connsiteX391" fmla="*/ 3677174 w 7467600"/>
              <a:gd name="connsiteY391" fmla="*/ 5636351 h 6858000"/>
              <a:gd name="connsiteX392" fmla="*/ 3698819 w 7467600"/>
              <a:gd name="connsiteY392" fmla="*/ 5560503 h 6858000"/>
              <a:gd name="connsiteX393" fmla="*/ 3702094 w 7467600"/>
              <a:gd name="connsiteY393" fmla="*/ 5549194 h 6858000"/>
              <a:gd name="connsiteX394" fmla="*/ 3398355 w 7467600"/>
              <a:gd name="connsiteY394" fmla="*/ 6094603 h 6858000"/>
              <a:gd name="connsiteX395" fmla="*/ 3193941 w 7467600"/>
              <a:gd name="connsiteY395" fmla="*/ 6798775 h 6858000"/>
              <a:gd name="connsiteX396" fmla="*/ 3184140 w 7467600"/>
              <a:gd name="connsiteY396" fmla="*/ 6858000 h 6858000"/>
              <a:gd name="connsiteX397" fmla="*/ 3099978 w 7467600"/>
              <a:gd name="connsiteY397" fmla="*/ 6858000 h 6858000"/>
              <a:gd name="connsiteX398" fmla="*/ 3101556 w 7467600"/>
              <a:gd name="connsiteY398" fmla="*/ 6843337 h 6858000"/>
              <a:gd name="connsiteX399" fmla="*/ 3370162 w 7467600"/>
              <a:gd name="connsiteY399" fmla="*/ 5785550 h 6858000"/>
              <a:gd name="connsiteX400" fmla="*/ 3746477 w 7467600"/>
              <a:gd name="connsiteY400" fmla="*/ 5377889 h 6858000"/>
              <a:gd name="connsiteX401" fmla="*/ 3863399 w 7467600"/>
              <a:gd name="connsiteY401" fmla="*/ 5087257 h 6858000"/>
              <a:gd name="connsiteX402" fmla="*/ 3968712 w 7467600"/>
              <a:gd name="connsiteY402" fmla="*/ 4913989 h 6858000"/>
              <a:gd name="connsiteX403" fmla="*/ 2792390 w 7467600"/>
              <a:gd name="connsiteY403" fmla="*/ 5382974 h 6858000"/>
              <a:gd name="connsiteX404" fmla="*/ 2714982 w 7467600"/>
              <a:gd name="connsiteY404" fmla="*/ 5427051 h 6858000"/>
              <a:gd name="connsiteX405" fmla="*/ 2813361 w 7467600"/>
              <a:gd name="connsiteY405" fmla="*/ 6023912 h 6858000"/>
              <a:gd name="connsiteX406" fmla="*/ 2688430 w 7467600"/>
              <a:gd name="connsiteY406" fmla="*/ 6801564 h 6858000"/>
              <a:gd name="connsiteX407" fmla="*/ 2629626 w 7467600"/>
              <a:gd name="connsiteY407" fmla="*/ 6763394 h 6858000"/>
              <a:gd name="connsiteX408" fmla="*/ 2565328 w 7467600"/>
              <a:gd name="connsiteY408" fmla="*/ 5516399 h 6858000"/>
              <a:gd name="connsiteX409" fmla="*/ 1922999 w 7467600"/>
              <a:gd name="connsiteY409" fmla="*/ 5980343 h 6858000"/>
              <a:gd name="connsiteX410" fmla="*/ 1950261 w 7467600"/>
              <a:gd name="connsiteY410" fmla="*/ 6405858 h 6858000"/>
              <a:gd name="connsiteX411" fmla="*/ 2365554 w 7467600"/>
              <a:gd name="connsiteY411" fmla="*/ 6759107 h 6858000"/>
              <a:gd name="connsiteX412" fmla="*/ 2424142 w 7467600"/>
              <a:gd name="connsiteY412" fmla="*/ 6858000 h 6858000"/>
              <a:gd name="connsiteX413" fmla="*/ 2395994 w 7467600"/>
              <a:gd name="connsiteY413" fmla="*/ 6858000 h 6858000"/>
              <a:gd name="connsiteX414" fmla="*/ 2392863 w 7467600"/>
              <a:gd name="connsiteY414" fmla="*/ 6852964 h 6858000"/>
              <a:gd name="connsiteX415" fmla="*/ 2017589 w 7467600"/>
              <a:gd name="connsiteY415" fmla="*/ 6493982 h 6858000"/>
              <a:gd name="connsiteX416" fmla="*/ 2147336 w 7467600"/>
              <a:gd name="connsiteY416" fmla="*/ 6594052 h 6858000"/>
              <a:gd name="connsiteX417" fmla="*/ 2207047 w 7467600"/>
              <a:gd name="connsiteY417" fmla="*/ 6654540 h 6858000"/>
              <a:gd name="connsiteX418" fmla="*/ 2299106 w 7467600"/>
              <a:gd name="connsiteY418" fmla="*/ 6778931 h 6858000"/>
              <a:gd name="connsiteX419" fmla="*/ 2314430 w 7467600"/>
              <a:gd name="connsiteY419" fmla="*/ 6801144 h 6858000"/>
              <a:gd name="connsiteX420" fmla="*/ 2352406 w 7467600"/>
              <a:gd name="connsiteY420" fmla="*/ 6858000 h 6858000"/>
              <a:gd name="connsiteX421" fmla="*/ 2314492 w 7467600"/>
              <a:gd name="connsiteY421" fmla="*/ 6858000 h 6858000"/>
              <a:gd name="connsiteX422" fmla="*/ 2288095 w 7467600"/>
              <a:gd name="connsiteY422" fmla="*/ 6818030 h 6858000"/>
              <a:gd name="connsiteX423" fmla="*/ 2272768 w 7467600"/>
              <a:gd name="connsiteY423" fmla="*/ 6795822 h 6858000"/>
              <a:gd name="connsiteX424" fmla="*/ 2182715 w 7467600"/>
              <a:gd name="connsiteY424" fmla="*/ 6675071 h 6858000"/>
              <a:gd name="connsiteX425" fmla="*/ 2032061 w 7467600"/>
              <a:gd name="connsiteY425" fmla="*/ 6541380 h 6858000"/>
              <a:gd name="connsiteX426" fmla="*/ 2257220 w 7467600"/>
              <a:gd name="connsiteY426" fmla="*/ 6826257 h 6858000"/>
              <a:gd name="connsiteX427" fmla="*/ 2281324 w 7467600"/>
              <a:gd name="connsiteY427" fmla="*/ 6858000 h 6858000"/>
              <a:gd name="connsiteX428" fmla="*/ 2242860 w 7467600"/>
              <a:gd name="connsiteY428" fmla="*/ 6858000 h 6858000"/>
              <a:gd name="connsiteX429" fmla="*/ 2232818 w 7467600"/>
              <a:gd name="connsiteY429" fmla="*/ 6844926 h 6858000"/>
              <a:gd name="connsiteX430" fmla="*/ 1990172 w 7467600"/>
              <a:gd name="connsiteY430" fmla="*/ 6542121 h 6858000"/>
              <a:gd name="connsiteX431" fmla="*/ 2124090 w 7467600"/>
              <a:gd name="connsiteY431" fmla="*/ 6761017 h 6858000"/>
              <a:gd name="connsiteX432" fmla="*/ 2200380 w 7467600"/>
              <a:gd name="connsiteY432" fmla="*/ 6858000 h 6858000"/>
              <a:gd name="connsiteX433" fmla="*/ 2147507 w 7467600"/>
              <a:gd name="connsiteY433" fmla="*/ 6858000 h 6858000"/>
              <a:gd name="connsiteX434" fmla="*/ 2070668 w 7467600"/>
              <a:gd name="connsiteY434" fmla="*/ 6761520 h 6858000"/>
              <a:gd name="connsiteX435" fmla="*/ 1975142 w 7467600"/>
              <a:gd name="connsiteY435" fmla="*/ 6585570 h 6858000"/>
              <a:gd name="connsiteX436" fmla="*/ 2050035 w 7467600"/>
              <a:gd name="connsiteY436" fmla="*/ 6813345 h 6858000"/>
              <a:gd name="connsiteX437" fmla="*/ 2063025 w 7467600"/>
              <a:gd name="connsiteY437" fmla="*/ 6858000 h 6858000"/>
              <a:gd name="connsiteX438" fmla="*/ 2021675 w 7467600"/>
              <a:gd name="connsiteY438" fmla="*/ 6858000 h 6858000"/>
              <a:gd name="connsiteX439" fmla="*/ 2019308 w 7467600"/>
              <a:gd name="connsiteY439" fmla="*/ 6847118 h 6858000"/>
              <a:gd name="connsiteX440" fmla="*/ 1938835 w 7467600"/>
              <a:gd name="connsiteY440" fmla="*/ 6551160 h 6858000"/>
              <a:gd name="connsiteX441" fmla="*/ 1953230 w 7467600"/>
              <a:gd name="connsiteY441" fmla="*/ 6759699 h 6858000"/>
              <a:gd name="connsiteX442" fmla="*/ 1956763 w 7467600"/>
              <a:gd name="connsiteY442" fmla="*/ 6778191 h 6858000"/>
              <a:gd name="connsiteX443" fmla="*/ 1967925 w 7467600"/>
              <a:gd name="connsiteY443" fmla="*/ 6858000 h 6858000"/>
              <a:gd name="connsiteX444" fmla="*/ 1936622 w 7467600"/>
              <a:gd name="connsiteY444" fmla="*/ 6858000 h 6858000"/>
              <a:gd name="connsiteX445" fmla="*/ 1926261 w 7467600"/>
              <a:gd name="connsiteY445" fmla="*/ 6784064 h 6858000"/>
              <a:gd name="connsiteX446" fmla="*/ 1922724 w 7467600"/>
              <a:gd name="connsiteY446" fmla="*/ 6765577 h 6858000"/>
              <a:gd name="connsiteX447" fmla="*/ 1904650 w 7467600"/>
              <a:gd name="connsiteY447" fmla="*/ 6639616 h 6858000"/>
              <a:gd name="connsiteX448" fmla="*/ 1885273 w 7467600"/>
              <a:gd name="connsiteY448" fmla="*/ 6858000 h 6858000"/>
              <a:gd name="connsiteX449" fmla="*/ 1854363 w 7467600"/>
              <a:gd name="connsiteY449" fmla="*/ 6858000 h 6858000"/>
              <a:gd name="connsiteX450" fmla="*/ 1880391 w 7467600"/>
              <a:gd name="connsiteY450" fmla="*/ 6603796 h 6858000"/>
              <a:gd name="connsiteX451" fmla="*/ 1818273 w 7467600"/>
              <a:gd name="connsiteY451" fmla="*/ 6715729 h 6858000"/>
              <a:gd name="connsiteX452" fmla="*/ 1794691 w 7467600"/>
              <a:gd name="connsiteY452" fmla="*/ 6843239 h 6858000"/>
              <a:gd name="connsiteX453" fmla="*/ 1794914 w 7467600"/>
              <a:gd name="connsiteY453" fmla="*/ 6858000 h 6858000"/>
              <a:gd name="connsiteX454" fmla="*/ 1746128 w 7467600"/>
              <a:gd name="connsiteY454" fmla="*/ 6858000 h 6858000"/>
              <a:gd name="connsiteX455" fmla="*/ 1753934 w 7467600"/>
              <a:gd name="connsiteY455" fmla="*/ 6724796 h 6858000"/>
              <a:gd name="connsiteX456" fmla="*/ 1792053 w 7467600"/>
              <a:gd name="connsiteY456" fmla="*/ 6572396 h 6858000"/>
              <a:gd name="connsiteX457" fmla="*/ 1862248 w 7467600"/>
              <a:gd name="connsiteY457" fmla="*/ 6266397 h 6858000"/>
              <a:gd name="connsiteX458" fmla="*/ 1862250 w 7467600"/>
              <a:gd name="connsiteY458" fmla="*/ 6033531 h 6858000"/>
              <a:gd name="connsiteX459" fmla="*/ 1211999 w 7467600"/>
              <a:gd name="connsiteY459" fmla="*/ 6683610 h 6858000"/>
              <a:gd name="connsiteX460" fmla="*/ 1213266 w 7467600"/>
              <a:gd name="connsiteY460" fmla="*/ 6691947 h 6858000"/>
              <a:gd name="connsiteX461" fmla="*/ 1203370 w 7467600"/>
              <a:gd name="connsiteY461" fmla="*/ 6850676 h 6858000"/>
              <a:gd name="connsiteX462" fmla="*/ 1203671 w 7467600"/>
              <a:gd name="connsiteY462" fmla="*/ 6858000 h 6858000"/>
              <a:gd name="connsiteX463" fmla="*/ 1143180 w 7467600"/>
              <a:gd name="connsiteY463" fmla="*/ 6858000 h 6858000"/>
              <a:gd name="connsiteX464" fmla="*/ 1142176 w 7467600"/>
              <a:gd name="connsiteY464" fmla="*/ 6766045 h 6858000"/>
              <a:gd name="connsiteX465" fmla="*/ 1067484 w 7467600"/>
              <a:gd name="connsiteY465" fmla="*/ 6858000 h 6858000"/>
              <a:gd name="connsiteX466" fmla="*/ 953928 w 7467600"/>
              <a:gd name="connsiteY466" fmla="*/ 6858000 h 6858000"/>
              <a:gd name="connsiteX467" fmla="*/ 959715 w 7467600"/>
              <a:gd name="connsiteY467" fmla="*/ 6850185 h 6858000"/>
              <a:gd name="connsiteX468" fmla="*/ 1483788 w 7467600"/>
              <a:gd name="connsiteY468" fmla="*/ 6259174 h 6858000"/>
              <a:gd name="connsiteX469" fmla="*/ 1100671 w 7467600"/>
              <a:gd name="connsiteY469" fmla="*/ 6252137 h 6858000"/>
              <a:gd name="connsiteX470" fmla="*/ 1090144 w 7467600"/>
              <a:gd name="connsiteY470" fmla="*/ 6256748 h 6858000"/>
              <a:gd name="connsiteX471" fmla="*/ 1095872 w 7467600"/>
              <a:gd name="connsiteY471" fmla="*/ 6271892 h 6858000"/>
              <a:gd name="connsiteX472" fmla="*/ 262785 w 7467600"/>
              <a:gd name="connsiteY472" fmla="*/ 6845450 h 6858000"/>
              <a:gd name="connsiteX473" fmla="*/ 209968 w 7467600"/>
              <a:gd name="connsiteY473" fmla="*/ 6770713 h 6858000"/>
              <a:gd name="connsiteX474" fmla="*/ 873460 w 7467600"/>
              <a:gd name="connsiteY474" fmla="*/ 6253768 h 6858000"/>
              <a:gd name="connsiteX475" fmla="*/ 192686 w 7467600"/>
              <a:gd name="connsiteY475" fmla="*/ 5849257 h 6858000"/>
              <a:gd name="connsiteX476" fmla="*/ 4696 w 7467600"/>
              <a:gd name="connsiteY476" fmla="*/ 5697668 h 6858000"/>
              <a:gd name="connsiteX477" fmla="*/ 0 w 7467600"/>
              <a:gd name="connsiteY477" fmla="*/ 5689984 h 6858000"/>
              <a:gd name="connsiteX478" fmla="*/ 0 w 7467600"/>
              <a:gd name="connsiteY478" fmla="*/ 5513472 h 6858000"/>
              <a:gd name="connsiteX479" fmla="*/ 174101 w 7467600"/>
              <a:gd name="connsiteY479" fmla="*/ 5620277 h 6858000"/>
              <a:gd name="connsiteX480" fmla="*/ 891800 w 7467600"/>
              <a:gd name="connsiteY480" fmla="*/ 6036935 h 6858000"/>
              <a:gd name="connsiteX481" fmla="*/ 1072219 w 7467600"/>
              <a:gd name="connsiteY481" fmla="*/ 6169443 h 6858000"/>
              <a:gd name="connsiteX482" fmla="*/ 1074117 w 7467600"/>
              <a:gd name="connsiteY482" fmla="*/ 6170301 h 6858000"/>
              <a:gd name="connsiteX483" fmla="*/ 1083114 w 7467600"/>
              <a:gd name="connsiteY483" fmla="*/ 6174131 h 6858000"/>
              <a:gd name="connsiteX484" fmla="*/ 1543010 w 7467600"/>
              <a:gd name="connsiteY484" fmla="*/ 6191140 h 6858000"/>
              <a:gd name="connsiteX485" fmla="*/ 1551080 w 7467600"/>
              <a:gd name="connsiteY485" fmla="*/ 6195006 h 6858000"/>
              <a:gd name="connsiteX486" fmla="*/ 2345443 w 7467600"/>
              <a:gd name="connsiteY486" fmla="*/ 5549882 h 6858000"/>
              <a:gd name="connsiteX487" fmla="*/ 1721499 w 7467600"/>
              <a:gd name="connsiteY487" fmla="*/ 5599969 h 6858000"/>
              <a:gd name="connsiteX488" fmla="*/ 767716 w 7467600"/>
              <a:gd name="connsiteY488" fmla="*/ 5472768 h 6858000"/>
              <a:gd name="connsiteX489" fmla="*/ 722147 w 7467600"/>
              <a:gd name="connsiteY489" fmla="*/ 5393091 h 6858000"/>
              <a:gd name="connsiteX490" fmla="*/ 1485552 w 7467600"/>
              <a:gd name="connsiteY490" fmla="*/ 5313202 h 6858000"/>
              <a:gd name="connsiteX491" fmla="*/ 2143004 w 7467600"/>
              <a:gd name="connsiteY491" fmla="*/ 5402420 h 6858000"/>
              <a:gd name="connsiteX492" fmla="*/ 1933391 w 7467600"/>
              <a:gd name="connsiteY492" fmla="*/ 5156971 h 6858000"/>
              <a:gd name="connsiteX493" fmla="*/ 1827118 w 7467600"/>
              <a:gd name="connsiteY493" fmla="*/ 4968410 h 6858000"/>
              <a:gd name="connsiteX494" fmla="*/ 1837349 w 7467600"/>
              <a:gd name="connsiteY494" fmla="*/ 4956357 h 6858000"/>
              <a:gd name="connsiteX495" fmla="*/ 2162835 w 7467600"/>
              <a:gd name="connsiteY495" fmla="*/ 5187853 h 6858000"/>
              <a:gd name="connsiteX496" fmla="*/ 2257167 w 7467600"/>
              <a:gd name="connsiteY496" fmla="*/ 5462123 h 6858000"/>
              <a:gd name="connsiteX497" fmla="*/ 2261598 w 7467600"/>
              <a:gd name="connsiteY497" fmla="*/ 5467998 h 6858000"/>
              <a:gd name="connsiteX498" fmla="*/ 2437177 w 7467600"/>
              <a:gd name="connsiteY498" fmla="*/ 5479608 h 6858000"/>
              <a:gd name="connsiteX499" fmla="*/ 2445247 w 7467600"/>
              <a:gd name="connsiteY499" fmla="*/ 5483476 h 6858000"/>
              <a:gd name="connsiteX500" fmla="*/ 2743626 w 7467600"/>
              <a:gd name="connsiteY500" fmla="*/ 5304819 h 6858000"/>
              <a:gd name="connsiteX501" fmla="*/ 3048102 w 7467600"/>
              <a:gd name="connsiteY501" fmla="*/ 5150595 h 6858000"/>
              <a:gd name="connsiteX502" fmla="*/ 1799414 w 7467600"/>
              <a:gd name="connsiteY502" fmla="*/ 4694732 h 6858000"/>
              <a:gd name="connsiteX503" fmla="*/ 1771735 w 7467600"/>
              <a:gd name="connsiteY503" fmla="*/ 4619929 h 6858000"/>
              <a:gd name="connsiteX504" fmla="*/ 3104273 w 7467600"/>
              <a:gd name="connsiteY504" fmla="*/ 5076159 h 6858000"/>
              <a:gd name="connsiteX505" fmla="*/ 3113245 w 7467600"/>
              <a:gd name="connsiteY505" fmla="*/ 5090705 h 6858000"/>
              <a:gd name="connsiteX506" fmla="*/ 3126294 w 7467600"/>
              <a:gd name="connsiteY506" fmla="*/ 5114400 h 6858000"/>
              <a:gd name="connsiteX507" fmla="*/ 3937433 w 7467600"/>
              <a:gd name="connsiteY507" fmla="*/ 4830473 h 6858000"/>
              <a:gd name="connsiteX508" fmla="*/ 3590475 w 7467600"/>
              <a:gd name="connsiteY508" fmla="*/ 4597974 h 6858000"/>
              <a:gd name="connsiteX509" fmla="*/ 3100264 w 7467600"/>
              <a:gd name="connsiteY509" fmla="*/ 4579845 h 6858000"/>
              <a:gd name="connsiteX510" fmla="*/ 2183576 w 7467600"/>
              <a:gd name="connsiteY510" fmla="*/ 4227150 h 6858000"/>
              <a:gd name="connsiteX511" fmla="*/ 2151029 w 7467600"/>
              <a:gd name="connsiteY511" fmla="*/ 4146947 h 6858000"/>
              <a:gd name="connsiteX512" fmla="*/ 3563434 w 7467600"/>
              <a:gd name="connsiteY512" fmla="*/ 4469115 h 6858000"/>
              <a:gd name="connsiteX513" fmla="*/ 3177952 w 7467600"/>
              <a:gd name="connsiteY513" fmla="*/ 3657386 h 6858000"/>
              <a:gd name="connsiteX514" fmla="*/ 3189263 w 7467600"/>
              <a:gd name="connsiteY514" fmla="*/ 3625726 h 6858000"/>
              <a:gd name="connsiteX515" fmla="*/ 3560912 w 7467600"/>
              <a:gd name="connsiteY515" fmla="*/ 4079863 h 6858000"/>
              <a:gd name="connsiteX516" fmla="*/ 3626636 w 7467600"/>
              <a:gd name="connsiteY516" fmla="*/ 4512230 h 6858000"/>
              <a:gd name="connsiteX517" fmla="*/ 3653088 w 7467600"/>
              <a:gd name="connsiteY517" fmla="*/ 4521417 h 6858000"/>
              <a:gd name="connsiteX518" fmla="*/ 3988128 w 7467600"/>
              <a:gd name="connsiteY518" fmla="*/ 4817267 h 6858000"/>
              <a:gd name="connsiteX519" fmla="*/ 4830582 w 7467600"/>
              <a:gd name="connsiteY519" fmla="*/ 4676000 h 6858000"/>
              <a:gd name="connsiteX520" fmla="*/ 4830100 w 7467600"/>
              <a:gd name="connsiteY520" fmla="*/ 4675554 h 6858000"/>
              <a:gd name="connsiteX521" fmla="*/ 4036318 w 7467600"/>
              <a:gd name="connsiteY521" fmla="*/ 4147013 h 6858000"/>
              <a:gd name="connsiteX522" fmla="*/ 3432098 w 7467600"/>
              <a:gd name="connsiteY522" fmla="*/ 3537312 h 6858000"/>
              <a:gd name="connsiteX523" fmla="*/ 3446761 w 7467600"/>
              <a:gd name="connsiteY523" fmla="*/ 3461278 h 6858000"/>
              <a:gd name="connsiteX524" fmla="*/ 4419733 w 7467600"/>
              <a:gd name="connsiteY524" fmla="*/ 3963555 h 6858000"/>
              <a:gd name="connsiteX525" fmla="*/ 4781371 w 7467600"/>
              <a:gd name="connsiteY525" fmla="*/ 4458604 h 6858000"/>
              <a:gd name="connsiteX526" fmla="*/ 4780440 w 7467600"/>
              <a:gd name="connsiteY526" fmla="*/ 4470290 h 6858000"/>
              <a:gd name="connsiteX527" fmla="*/ 4898954 w 7467600"/>
              <a:gd name="connsiteY527" fmla="*/ 4662092 h 6858000"/>
              <a:gd name="connsiteX528" fmla="*/ 4900699 w 7467600"/>
              <a:gd name="connsiteY528" fmla="*/ 4670867 h 6858000"/>
              <a:gd name="connsiteX529" fmla="*/ 5714511 w 7467600"/>
              <a:gd name="connsiteY529" fmla="*/ 4663483 h 6858000"/>
              <a:gd name="connsiteX530" fmla="*/ 5464793 w 7467600"/>
              <a:gd name="connsiteY530" fmla="*/ 4393556 h 6858000"/>
              <a:gd name="connsiteX531" fmla="*/ 5461897 w 7467600"/>
              <a:gd name="connsiteY531" fmla="*/ 4390879 h 6858000"/>
              <a:gd name="connsiteX532" fmla="*/ 4294126 w 7467600"/>
              <a:gd name="connsiteY532" fmla="*/ 3303048 h 6858000"/>
              <a:gd name="connsiteX533" fmla="*/ 4305321 w 7467600"/>
              <a:gd name="connsiteY533" fmla="*/ 3256953 h 6858000"/>
              <a:gd name="connsiteX534" fmla="*/ 4949299 w 7467600"/>
              <a:gd name="connsiteY534" fmla="*/ 3766336 h 6858000"/>
              <a:gd name="connsiteX535" fmla="*/ 5291452 w 7467600"/>
              <a:gd name="connsiteY535" fmla="*/ 4076801 h 6858000"/>
              <a:gd name="connsiteX536" fmla="*/ 5434998 w 7467600"/>
              <a:gd name="connsiteY536" fmla="*/ 4254100 h 6858000"/>
              <a:gd name="connsiteX537" fmla="*/ 5351015 w 7467600"/>
              <a:gd name="connsiteY537" fmla="*/ 3760989 h 6858000"/>
              <a:gd name="connsiteX538" fmla="*/ 5413780 w 7467600"/>
              <a:gd name="connsiteY538" fmla="*/ 2966265 h 6858000"/>
              <a:gd name="connsiteX539" fmla="*/ 5425627 w 7467600"/>
              <a:gd name="connsiteY539" fmla="*/ 2954192 h 6858000"/>
              <a:gd name="connsiteX540" fmla="*/ 6604735 w 7467600"/>
              <a:gd name="connsiteY540" fmla="*/ 2041381 h 6858000"/>
              <a:gd name="connsiteX541" fmla="*/ 7204487 w 7467600"/>
              <a:gd name="connsiteY541" fmla="*/ 2742112 h 6858000"/>
              <a:gd name="connsiteX542" fmla="*/ 7131592 w 7467600"/>
              <a:gd name="connsiteY542" fmla="*/ 2672096 h 6858000"/>
              <a:gd name="connsiteX543" fmla="*/ 6996344 w 7467600"/>
              <a:gd name="connsiteY543" fmla="*/ 2518310 h 6858000"/>
              <a:gd name="connsiteX544" fmla="*/ 6735495 w 7467600"/>
              <a:gd name="connsiteY544" fmla="*/ 2196890 h 6858000"/>
              <a:gd name="connsiteX545" fmla="*/ 6721901 w 7467600"/>
              <a:gd name="connsiteY545" fmla="*/ 2179274 h 6858000"/>
              <a:gd name="connsiteX546" fmla="*/ 6604735 w 7467600"/>
              <a:gd name="connsiteY546" fmla="*/ 2041381 h 6858000"/>
              <a:gd name="connsiteX547" fmla="*/ 6591670 w 7467600"/>
              <a:gd name="connsiteY547" fmla="*/ 1988277 h 6858000"/>
              <a:gd name="connsiteX548" fmla="*/ 6747349 w 7467600"/>
              <a:gd name="connsiteY548" fmla="*/ 2160069 h 6858000"/>
              <a:gd name="connsiteX549" fmla="*/ 6760943 w 7467600"/>
              <a:gd name="connsiteY549" fmla="*/ 2177686 h 6858000"/>
              <a:gd name="connsiteX550" fmla="*/ 7021065 w 7467600"/>
              <a:gd name="connsiteY550" fmla="*/ 2498102 h 6858000"/>
              <a:gd name="connsiteX551" fmla="*/ 7155223 w 7467600"/>
              <a:gd name="connsiteY551" fmla="*/ 2650386 h 6858000"/>
              <a:gd name="connsiteX552" fmla="*/ 7203167 w 7467600"/>
              <a:gd name="connsiteY552" fmla="*/ 2697288 h 6858000"/>
              <a:gd name="connsiteX553" fmla="*/ 6937703 w 7467600"/>
              <a:gd name="connsiteY553" fmla="*/ 2321981 h 6858000"/>
              <a:gd name="connsiteX554" fmla="*/ 6591670 w 7467600"/>
              <a:gd name="connsiteY554" fmla="*/ 1988277 h 6858000"/>
              <a:gd name="connsiteX555" fmla="*/ 5798671 w 7467600"/>
              <a:gd name="connsiteY555" fmla="*/ 1981601 h 6858000"/>
              <a:gd name="connsiteX556" fmla="*/ 5754709 w 7467600"/>
              <a:gd name="connsiteY556" fmla="*/ 2071454 h 6858000"/>
              <a:gd name="connsiteX557" fmla="*/ 5763044 w 7467600"/>
              <a:gd name="connsiteY557" fmla="*/ 2842206 h 6858000"/>
              <a:gd name="connsiteX558" fmla="*/ 5764974 w 7467600"/>
              <a:gd name="connsiteY558" fmla="*/ 2799609 h 6858000"/>
              <a:gd name="connsiteX559" fmla="*/ 5767665 w 7467600"/>
              <a:gd name="connsiteY559" fmla="*/ 2666409 h 6858000"/>
              <a:gd name="connsiteX560" fmla="*/ 5763055 w 7467600"/>
              <a:gd name="connsiteY560" fmla="*/ 2579705 h 6858000"/>
              <a:gd name="connsiteX561" fmla="*/ 5758079 w 7467600"/>
              <a:gd name="connsiteY561" fmla="*/ 2492508 h 6858000"/>
              <a:gd name="connsiteX562" fmla="*/ 5779325 w 7467600"/>
              <a:gd name="connsiteY562" fmla="*/ 2197069 h 6858000"/>
              <a:gd name="connsiteX563" fmla="*/ 5798671 w 7467600"/>
              <a:gd name="connsiteY563" fmla="*/ 1981601 h 6858000"/>
              <a:gd name="connsiteX564" fmla="*/ 5829202 w 7467600"/>
              <a:gd name="connsiteY564" fmla="*/ 1971679 h 6858000"/>
              <a:gd name="connsiteX565" fmla="*/ 5809558 w 7467600"/>
              <a:gd name="connsiteY565" fmla="*/ 2198043 h 6858000"/>
              <a:gd name="connsiteX566" fmla="*/ 5788653 w 7467600"/>
              <a:gd name="connsiteY566" fmla="*/ 2489430 h 6858000"/>
              <a:gd name="connsiteX567" fmla="*/ 5793439 w 7467600"/>
              <a:gd name="connsiteY567" fmla="*/ 2575235 h 6858000"/>
              <a:gd name="connsiteX568" fmla="*/ 5796837 w 7467600"/>
              <a:gd name="connsiteY568" fmla="*/ 2637633 h 6858000"/>
              <a:gd name="connsiteX569" fmla="*/ 5818614 w 7467600"/>
              <a:gd name="connsiteY569" fmla="*/ 2473055 h 6858000"/>
              <a:gd name="connsiteX570" fmla="*/ 5829202 w 7467600"/>
              <a:gd name="connsiteY570" fmla="*/ 1971679 h 6858000"/>
              <a:gd name="connsiteX571" fmla="*/ 5911389 w 7467600"/>
              <a:gd name="connsiteY571" fmla="*/ 1898371 h 6858000"/>
              <a:gd name="connsiteX572" fmla="*/ 6237627 w 7467600"/>
              <a:gd name="connsiteY572" fmla="*/ 2231921 h 6858000"/>
              <a:gd name="connsiteX573" fmla="*/ 5911389 w 7467600"/>
              <a:gd name="connsiteY573" fmla="*/ 1898371 h 6858000"/>
              <a:gd name="connsiteX574" fmla="*/ 6944437 w 7467600"/>
              <a:gd name="connsiteY574" fmla="*/ 1575402 h 6858000"/>
              <a:gd name="connsiteX575" fmla="*/ 6304730 w 7467600"/>
              <a:gd name="connsiteY575" fmla="*/ 1766654 h 6858000"/>
              <a:gd name="connsiteX576" fmla="*/ 6944437 w 7467600"/>
              <a:gd name="connsiteY576" fmla="*/ 1575402 h 6858000"/>
              <a:gd name="connsiteX577" fmla="*/ 7019523 w 7467600"/>
              <a:gd name="connsiteY577" fmla="*/ 1519450 h 6858000"/>
              <a:gd name="connsiteX578" fmla="*/ 6298091 w 7467600"/>
              <a:gd name="connsiteY578" fmla="*/ 1737122 h 6858000"/>
              <a:gd name="connsiteX579" fmla="*/ 7019523 w 7467600"/>
              <a:gd name="connsiteY579" fmla="*/ 1519450 h 6858000"/>
              <a:gd name="connsiteX580" fmla="*/ 2399523 w 7467600"/>
              <a:gd name="connsiteY580" fmla="*/ 1428234 h 6858000"/>
              <a:gd name="connsiteX581" fmla="*/ 2224982 w 7467600"/>
              <a:gd name="connsiteY581" fmla="*/ 1826201 h 6858000"/>
              <a:gd name="connsiteX582" fmla="*/ 2096099 w 7467600"/>
              <a:gd name="connsiteY582" fmla="*/ 2345900 h 6858000"/>
              <a:gd name="connsiteX583" fmla="*/ 2283317 w 7467600"/>
              <a:gd name="connsiteY583" fmla="*/ 1796925 h 6858000"/>
              <a:gd name="connsiteX584" fmla="*/ 2399523 w 7467600"/>
              <a:gd name="connsiteY584" fmla="*/ 1428234 h 6858000"/>
              <a:gd name="connsiteX585" fmla="*/ 2448558 w 7467600"/>
              <a:gd name="connsiteY585" fmla="*/ 1373435 h 6858000"/>
              <a:gd name="connsiteX586" fmla="*/ 2312521 w 7467600"/>
              <a:gd name="connsiteY586" fmla="*/ 1806140 h 6858000"/>
              <a:gd name="connsiteX587" fmla="*/ 2127533 w 7467600"/>
              <a:gd name="connsiteY587" fmla="*/ 2348380 h 6858000"/>
              <a:gd name="connsiteX588" fmla="*/ 2358080 w 7467600"/>
              <a:gd name="connsiteY588" fmla="*/ 1866134 h 6858000"/>
              <a:gd name="connsiteX589" fmla="*/ 2407436 w 7467600"/>
              <a:gd name="connsiteY589" fmla="*/ 1651070 h 6858000"/>
              <a:gd name="connsiteX590" fmla="*/ 2448558 w 7467600"/>
              <a:gd name="connsiteY590" fmla="*/ 1373435 h 6858000"/>
              <a:gd name="connsiteX591" fmla="*/ 278707 w 7467600"/>
              <a:gd name="connsiteY591" fmla="*/ 1352270 h 6858000"/>
              <a:gd name="connsiteX592" fmla="*/ 321570 w 7467600"/>
              <a:gd name="connsiteY592" fmla="*/ 1861610 h 6858000"/>
              <a:gd name="connsiteX593" fmla="*/ 294281 w 7467600"/>
              <a:gd name="connsiteY593" fmla="*/ 1440658 h 6858000"/>
              <a:gd name="connsiteX594" fmla="*/ 278707 w 7467600"/>
              <a:gd name="connsiteY594" fmla="*/ 1352270 h 6858000"/>
              <a:gd name="connsiteX595" fmla="*/ 1423821 w 7467600"/>
              <a:gd name="connsiteY595" fmla="*/ 1351958 h 6858000"/>
              <a:gd name="connsiteX596" fmla="*/ 1638521 w 7467600"/>
              <a:gd name="connsiteY596" fmla="*/ 1908470 h 6858000"/>
              <a:gd name="connsiteX597" fmla="*/ 1754199 w 7467600"/>
              <a:gd name="connsiteY597" fmla="*/ 2149284 h 6858000"/>
              <a:gd name="connsiteX598" fmla="*/ 1908359 w 7467600"/>
              <a:gd name="connsiteY598" fmla="*/ 2364988 h 6858000"/>
              <a:gd name="connsiteX599" fmla="*/ 1647661 w 7467600"/>
              <a:gd name="connsiteY599" fmla="*/ 1825945 h 6858000"/>
              <a:gd name="connsiteX600" fmla="*/ 1423821 w 7467600"/>
              <a:gd name="connsiteY600" fmla="*/ 1351958 h 6858000"/>
              <a:gd name="connsiteX601" fmla="*/ 1431890 w 7467600"/>
              <a:gd name="connsiteY601" fmla="*/ 1306475 h 6858000"/>
              <a:gd name="connsiteX602" fmla="*/ 1507597 w 7467600"/>
              <a:gd name="connsiteY602" fmla="*/ 1446132 h 6858000"/>
              <a:gd name="connsiteX603" fmla="*/ 1674586 w 7467600"/>
              <a:gd name="connsiteY603" fmla="*/ 1813832 h 6858000"/>
              <a:gd name="connsiteX604" fmla="*/ 1815950 w 7467600"/>
              <a:gd name="connsiteY604" fmla="*/ 2128564 h 6858000"/>
              <a:gd name="connsiteX605" fmla="*/ 1984242 w 7467600"/>
              <a:gd name="connsiteY605" fmla="*/ 2430829 h 6858000"/>
              <a:gd name="connsiteX606" fmla="*/ 2014023 w 7467600"/>
              <a:gd name="connsiteY606" fmla="*/ 2450995 h 6858000"/>
              <a:gd name="connsiteX607" fmla="*/ 1747337 w 7467600"/>
              <a:gd name="connsiteY607" fmla="*/ 1855264 h 6858000"/>
              <a:gd name="connsiteX608" fmla="*/ 1533749 w 7467600"/>
              <a:gd name="connsiteY608" fmla="*/ 1478656 h 6858000"/>
              <a:gd name="connsiteX609" fmla="*/ 1431890 w 7467600"/>
              <a:gd name="connsiteY609" fmla="*/ 1306475 h 6858000"/>
              <a:gd name="connsiteX610" fmla="*/ 5052692 w 7467600"/>
              <a:gd name="connsiteY610" fmla="*/ 1292994 h 6858000"/>
              <a:gd name="connsiteX611" fmla="*/ 5200661 w 7467600"/>
              <a:gd name="connsiteY611" fmla="*/ 1635186 h 6858000"/>
              <a:gd name="connsiteX612" fmla="*/ 5297138 w 7467600"/>
              <a:gd name="connsiteY612" fmla="*/ 1906351 h 6858000"/>
              <a:gd name="connsiteX613" fmla="*/ 5052692 w 7467600"/>
              <a:gd name="connsiteY613" fmla="*/ 1292994 h 6858000"/>
              <a:gd name="connsiteX614" fmla="*/ 5009948 w 7467600"/>
              <a:gd name="connsiteY614" fmla="*/ 1273619 h 6858000"/>
              <a:gd name="connsiteX615" fmla="*/ 5121777 w 7467600"/>
              <a:gd name="connsiteY615" fmla="*/ 1654213 h 6858000"/>
              <a:gd name="connsiteX616" fmla="*/ 5293545 w 7467600"/>
              <a:gd name="connsiteY616" fmla="*/ 2072247 h 6858000"/>
              <a:gd name="connsiteX617" fmla="*/ 5294042 w 7467600"/>
              <a:gd name="connsiteY617" fmla="*/ 2065019 h 6858000"/>
              <a:gd name="connsiteX618" fmla="*/ 5171936 w 7467600"/>
              <a:gd name="connsiteY618" fmla="*/ 1647613 h 6858000"/>
              <a:gd name="connsiteX619" fmla="*/ 5009948 w 7467600"/>
              <a:gd name="connsiteY619" fmla="*/ 1273619 h 6858000"/>
              <a:gd name="connsiteX620" fmla="*/ 655236 w 7467600"/>
              <a:gd name="connsiteY620" fmla="*/ 1268632 h 6858000"/>
              <a:gd name="connsiteX621" fmla="*/ 839521 w 7467600"/>
              <a:gd name="connsiteY621" fmla="*/ 1685315 h 6858000"/>
              <a:gd name="connsiteX622" fmla="*/ 1109416 w 7467600"/>
              <a:gd name="connsiteY622" fmla="*/ 2061663 h 6858000"/>
              <a:gd name="connsiteX623" fmla="*/ 1298300 w 7467600"/>
              <a:gd name="connsiteY623" fmla="*/ 2247742 h 6858000"/>
              <a:gd name="connsiteX624" fmla="*/ 1125871 w 7467600"/>
              <a:gd name="connsiteY624" fmla="*/ 1989513 h 6858000"/>
              <a:gd name="connsiteX625" fmla="*/ 981574 w 7467600"/>
              <a:gd name="connsiteY625" fmla="*/ 1783157 h 6858000"/>
              <a:gd name="connsiteX626" fmla="*/ 922198 w 7467600"/>
              <a:gd name="connsiteY626" fmla="*/ 1677437 h 6858000"/>
              <a:gd name="connsiteX627" fmla="*/ 869293 w 7467600"/>
              <a:gd name="connsiteY627" fmla="*/ 1583214 h 6858000"/>
              <a:gd name="connsiteX628" fmla="*/ 751431 w 7467600"/>
              <a:gd name="connsiteY628" fmla="*/ 1405731 h 6858000"/>
              <a:gd name="connsiteX629" fmla="*/ 655236 w 7467600"/>
              <a:gd name="connsiteY629" fmla="*/ 1268632 h 6858000"/>
              <a:gd name="connsiteX630" fmla="*/ 6516292 w 7467600"/>
              <a:gd name="connsiteY630" fmla="*/ 1263064 h 6858000"/>
              <a:gd name="connsiteX631" fmla="*/ 5736320 w 7467600"/>
              <a:gd name="connsiteY631" fmla="*/ 1501803 h 6858000"/>
              <a:gd name="connsiteX632" fmla="*/ 6516292 w 7467600"/>
              <a:gd name="connsiteY632" fmla="*/ 1263064 h 6858000"/>
              <a:gd name="connsiteX633" fmla="*/ 291466 w 7467600"/>
              <a:gd name="connsiteY633" fmla="*/ 1250369 h 6858000"/>
              <a:gd name="connsiteX634" fmla="*/ 323180 w 7467600"/>
              <a:gd name="connsiteY634" fmla="*/ 1435283 h 6858000"/>
              <a:gd name="connsiteX635" fmla="*/ 349381 w 7467600"/>
              <a:gd name="connsiteY635" fmla="*/ 1875041 h 6858000"/>
              <a:gd name="connsiteX636" fmla="*/ 374363 w 7467600"/>
              <a:gd name="connsiteY636" fmla="*/ 1506494 h 6858000"/>
              <a:gd name="connsiteX637" fmla="*/ 302168 w 7467600"/>
              <a:gd name="connsiteY637" fmla="*/ 1274495 h 6858000"/>
              <a:gd name="connsiteX638" fmla="*/ 291466 w 7467600"/>
              <a:gd name="connsiteY638" fmla="*/ 1250369 h 6858000"/>
              <a:gd name="connsiteX639" fmla="*/ 678222 w 7467600"/>
              <a:gd name="connsiteY639" fmla="*/ 1248670 h 6858000"/>
              <a:gd name="connsiteX640" fmla="*/ 775536 w 7467600"/>
              <a:gd name="connsiteY640" fmla="*/ 1388015 h 6858000"/>
              <a:gd name="connsiteX641" fmla="*/ 894529 w 7467600"/>
              <a:gd name="connsiteY641" fmla="*/ 1567739 h 6858000"/>
              <a:gd name="connsiteX642" fmla="*/ 948000 w 7467600"/>
              <a:gd name="connsiteY642" fmla="*/ 1663088 h 6858000"/>
              <a:gd name="connsiteX643" fmla="*/ 1006812 w 7467600"/>
              <a:gd name="connsiteY643" fmla="*/ 1767683 h 6858000"/>
              <a:gd name="connsiteX644" fmla="*/ 1149133 w 7467600"/>
              <a:gd name="connsiteY644" fmla="*/ 1971513 h 6858000"/>
              <a:gd name="connsiteX645" fmla="*/ 1333952 w 7467600"/>
              <a:gd name="connsiteY645" fmla="*/ 2251620 h 6858000"/>
              <a:gd name="connsiteX646" fmla="*/ 1337329 w 7467600"/>
              <a:gd name="connsiteY646" fmla="*/ 2258350 h 6858000"/>
              <a:gd name="connsiteX647" fmla="*/ 1014726 w 7467600"/>
              <a:gd name="connsiteY647" fmla="*/ 1615556 h 6858000"/>
              <a:gd name="connsiteX648" fmla="*/ 678222 w 7467600"/>
              <a:gd name="connsiteY648" fmla="*/ 1248670 h 6858000"/>
              <a:gd name="connsiteX649" fmla="*/ 6691602 w 7467600"/>
              <a:gd name="connsiteY649" fmla="*/ 1140573 h 6858000"/>
              <a:gd name="connsiteX650" fmla="*/ 6571100 w 7467600"/>
              <a:gd name="connsiteY650" fmla="*/ 1183662 h 6858000"/>
              <a:gd name="connsiteX651" fmla="*/ 6241687 w 7467600"/>
              <a:gd name="connsiteY651" fmla="*/ 1257600 h 6858000"/>
              <a:gd name="connsiteX652" fmla="*/ 5693009 w 7467600"/>
              <a:gd name="connsiteY652" fmla="*/ 1478256 h 6858000"/>
              <a:gd name="connsiteX653" fmla="*/ 6548420 w 7467600"/>
              <a:gd name="connsiteY653" fmla="*/ 1214599 h 6858000"/>
              <a:gd name="connsiteX654" fmla="*/ 6605473 w 7467600"/>
              <a:gd name="connsiteY654" fmla="*/ 1184686 h 6858000"/>
              <a:gd name="connsiteX655" fmla="*/ 6691602 w 7467600"/>
              <a:gd name="connsiteY655" fmla="*/ 1140573 h 6858000"/>
              <a:gd name="connsiteX656" fmla="*/ 4002475 w 7467600"/>
              <a:gd name="connsiteY656" fmla="*/ 1037802 h 6858000"/>
              <a:gd name="connsiteX657" fmla="*/ 4000324 w 7467600"/>
              <a:gd name="connsiteY657" fmla="*/ 1039362 h 6858000"/>
              <a:gd name="connsiteX658" fmla="*/ 4002862 w 7467600"/>
              <a:gd name="connsiteY658" fmla="*/ 1042866 h 6858000"/>
              <a:gd name="connsiteX659" fmla="*/ 4002475 w 7467600"/>
              <a:gd name="connsiteY659" fmla="*/ 1037802 h 6858000"/>
              <a:gd name="connsiteX660" fmla="*/ 506322 w 7467600"/>
              <a:gd name="connsiteY660" fmla="*/ 1020997 h 6858000"/>
              <a:gd name="connsiteX661" fmla="*/ 533068 w 7467600"/>
              <a:gd name="connsiteY661" fmla="*/ 1029409 h 6858000"/>
              <a:gd name="connsiteX662" fmla="*/ 1232525 w 7467600"/>
              <a:gd name="connsiteY662" fmla="*/ 1804675 h 6858000"/>
              <a:gd name="connsiteX663" fmla="*/ 1388858 w 7467600"/>
              <a:gd name="connsiteY663" fmla="*/ 2368011 h 6858000"/>
              <a:gd name="connsiteX664" fmla="*/ 1384098 w 7467600"/>
              <a:gd name="connsiteY664" fmla="*/ 2378125 h 6858000"/>
              <a:gd name="connsiteX665" fmla="*/ 1425393 w 7467600"/>
              <a:gd name="connsiteY665" fmla="*/ 2589124 h 6858000"/>
              <a:gd name="connsiteX666" fmla="*/ 1424001 w 7467600"/>
              <a:gd name="connsiteY666" fmla="*/ 2597541 h 6858000"/>
              <a:gd name="connsiteX667" fmla="*/ 2152729 w 7467600"/>
              <a:gd name="connsiteY667" fmla="*/ 2864487 h 6858000"/>
              <a:gd name="connsiteX668" fmla="*/ 2020609 w 7467600"/>
              <a:gd name="connsiteY668" fmla="*/ 2539671 h 6858000"/>
              <a:gd name="connsiteX669" fmla="*/ 2018920 w 7467600"/>
              <a:gd name="connsiteY669" fmla="*/ 2536309 h 6858000"/>
              <a:gd name="connsiteX670" fmla="*/ 1342441 w 7467600"/>
              <a:gd name="connsiteY670" fmla="*/ 1173017 h 6858000"/>
              <a:gd name="connsiteX671" fmla="*/ 1367925 w 7467600"/>
              <a:gd name="connsiteY671" fmla="*/ 1135648 h 6858000"/>
              <a:gd name="connsiteX672" fmla="*/ 1771401 w 7467600"/>
              <a:gd name="connsiteY672" fmla="*/ 1806673 h 6858000"/>
              <a:gd name="connsiteX673" fmla="*/ 1972385 w 7467600"/>
              <a:gd name="connsiteY673" fmla="*/ 2198735 h 6858000"/>
              <a:gd name="connsiteX674" fmla="*/ 2040892 w 7467600"/>
              <a:gd name="connsiteY674" fmla="*/ 2405205 h 6858000"/>
              <a:gd name="connsiteX675" fmla="*/ 2131689 w 7467600"/>
              <a:gd name="connsiteY675" fmla="*/ 1936926 h 6858000"/>
              <a:gd name="connsiteX676" fmla="*/ 2454820 w 7467600"/>
              <a:gd name="connsiteY676" fmla="*/ 1248808 h 6858000"/>
              <a:gd name="connsiteX677" fmla="*/ 2492512 w 7467600"/>
              <a:gd name="connsiteY677" fmla="*/ 1302920 h 6858000"/>
              <a:gd name="connsiteX678" fmla="*/ 2081216 w 7467600"/>
              <a:gd name="connsiteY678" fmla="*/ 2527513 h 6858000"/>
              <a:gd name="connsiteX679" fmla="*/ 2081211 w 7467600"/>
              <a:gd name="connsiteY679" fmla="*/ 2528916 h 6858000"/>
              <a:gd name="connsiteX680" fmla="*/ 2199067 w 7467600"/>
              <a:gd name="connsiteY680" fmla="*/ 2884061 h 6858000"/>
              <a:gd name="connsiteX681" fmla="*/ 3192586 w 7467600"/>
              <a:gd name="connsiteY681" fmla="*/ 3411496 h 6858000"/>
              <a:gd name="connsiteX682" fmla="*/ 3182620 w 7467600"/>
              <a:gd name="connsiteY682" fmla="*/ 3483279 h 6858000"/>
              <a:gd name="connsiteX683" fmla="*/ 2435119 w 7467600"/>
              <a:gd name="connsiteY683" fmla="*/ 3080173 h 6858000"/>
              <a:gd name="connsiteX684" fmla="*/ 2410152 w 7467600"/>
              <a:gd name="connsiteY684" fmla="*/ 3063751 h 6858000"/>
              <a:gd name="connsiteX685" fmla="*/ 2408099 w 7467600"/>
              <a:gd name="connsiteY685" fmla="*/ 3064403 h 6858000"/>
              <a:gd name="connsiteX686" fmla="*/ 2407218 w 7467600"/>
              <a:gd name="connsiteY686" fmla="*/ 3070324 h 6858000"/>
              <a:gd name="connsiteX687" fmla="*/ 2380138 w 7467600"/>
              <a:gd name="connsiteY687" fmla="*/ 3099341 h 6858000"/>
              <a:gd name="connsiteX688" fmla="*/ 1765923 w 7467600"/>
              <a:gd name="connsiteY688" fmla="*/ 3581043 h 6858000"/>
              <a:gd name="connsiteX689" fmla="*/ 1702258 w 7467600"/>
              <a:gd name="connsiteY689" fmla="*/ 3612286 h 6858000"/>
              <a:gd name="connsiteX690" fmla="*/ 1538370 w 7467600"/>
              <a:gd name="connsiteY690" fmla="*/ 3811804 h 6858000"/>
              <a:gd name="connsiteX691" fmla="*/ 542867 w 7467600"/>
              <a:gd name="connsiteY691" fmla="*/ 4944092 h 6858000"/>
              <a:gd name="connsiteX692" fmla="*/ 515800 w 7467600"/>
              <a:gd name="connsiteY692" fmla="*/ 4862180 h 6858000"/>
              <a:gd name="connsiteX693" fmla="*/ 909145 w 7467600"/>
              <a:gd name="connsiteY693" fmla="*/ 4199225 h 6858000"/>
              <a:gd name="connsiteX694" fmla="*/ 1214067 w 7467600"/>
              <a:gd name="connsiteY694" fmla="*/ 3908561 h 6858000"/>
              <a:gd name="connsiteX695" fmla="*/ 640967 w 7467600"/>
              <a:gd name="connsiteY695" fmla="*/ 4105601 h 6858000"/>
              <a:gd name="connsiteX696" fmla="*/ 112563 w 7467600"/>
              <a:gd name="connsiteY696" fmla="*/ 4396952 h 6858000"/>
              <a:gd name="connsiteX697" fmla="*/ 0 w 7467600"/>
              <a:gd name="connsiteY697" fmla="*/ 4466006 h 6858000"/>
              <a:gd name="connsiteX698" fmla="*/ 0 w 7467600"/>
              <a:gd name="connsiteY698" fmla="*/ 4233763 h 6858000"/>
              <a:gd name="connsiteX699" fmla="*/ 36881 w 7467600"/>
              <a:gd name="connsiteY699" fmla="*/ 4200118 h 6858000"/>
              <a:gd name="connsiteX700" fmla="*/ 910534 w 7467600"/>
              <a:gd name="connsiteY700" fmla="*/ 3629753 h 6858000"/>
              <a:gd name="connsiteX701" fmla="*/ 1578717 w 7467600"/>
              <a:gd name="connsiteY701" fmla="*/ 3575982 h 6858000"/>
              <a:gd name="connsiteX702" fmla="*/ 2338780 w 7467600"/>
              <a:gd name="connsiteY702" fmla="*/ 3033725 h 6858000"/>
              <a:gd name="connsiteX703" fmla="*/ 1807991 w 7467600"/>
              <a:gd name="connsiteY703" fmla="*/ 2807184 h 6858000"/>
              <a:gd name="connsiteX704" fmla="*/ 1416358 w 7467600"/>
              <a:gd name="connsiteY704" fmla="*/ 3112571 h 6858000"/>
              <a:gd name="connsiteX705" fmla="*/ 939066 w 7467600"/>
              <a:gd name="connsiteY705" fmla="*/ 3378798 h 6858000"/>
              <a:gd name="connsiteX706" fmla="*/ 115099 w 7467600"/>
              <a:gd name="connsiteY706" fmla="*/ 3607650 h 6858000"/>
              <a:gd name="connsiteX707" fmla="*/ 97284 w 7467600"/>
              <a:gd name="connsiteY707" fmla="*/ 3520393 h 6858000"/>
              <a:gd name="connsiteX708" fmla="*/ 922050 w 7467600"/>
              <a:gd name="connsiteY708" fmla="*/ 3074867 h 6858000"/>
              <a:gd name="connsiteX709" fmla="*/ 1405265 w 7467600"/>
              <a:gd name="connsiteY709" fmla="*/ 3016319 h 6858000"/>
              <a:gd name="connsiteX710" fmla="*/ 1407512 w 7467600"/>
              <a:gd name="connsiteY710" fmla="*/ 3018001 h 6858000"/>
              <a:gd name="connsiteX711" fmla="*/ 1726266 w 7467600"/>
              <a:gd name="connsiteY711" fmla="*/ 2777274 h 6858000"/>
              <a:gd name="connsiteX712" fmla="*/ 625390 w 7467600"/>
              <a:gd name="connsiteY712" fmla="*/ 2514541 h 6858000"/>
              <a:gd name="connsiteX713" fmla="*/ 619799 w 7467600"/>
              <a:gd name="connsiteY713" fmla="*/ 2527180 h 6858000"/>
              <a:gd name="connsiteX714" fmla="*/ 310030 w 7467600"/>
              <a:gd name="connsiteY714" fmla="*/ 2771818 h 6858000"/>
              <a:gd name="connsiteX715" fmla="*/ 173877 w 7467600"/>
              <a:gd name="connsiteY715" fmla="*/ 2937056 h 6858000"/>
              <a:gd name="connsiteX716" fmla="*/ 77889 w 7467600"/>
              <a:gd name="connsiteY716" fmla="*/ 3138440 h 6858000"/>
              <a:gd name="connsiteX717" fmla="*/ 0 w 7467600"/>
              <a:gd name="connsiteY717" fmla="*/ 3271395 h 6858000"/>
              <a:gd name="connsiteX718" fmla="*/ 0 w 7467600"/>
              <a:gd name="connsiteY718" fmla="*/ 3153002 h 6858000"/>
              <a:gd name="connsiteX719" fmla="*/ 2386 w 7467600"/>
              <a:gd name="connsiteY719" fmla="*/ 3149203 h 6858000"/>
              <a:gd name="connsiteX720" fmla="*/ 89753 w 7467600"/>
              <a:gd name="connsiteY720" fmla="*/ 2987702 h 6858000"/>
              <a:gd name="connsiteX721" fmla="*/ 76869 w 7467600"/>
              <a:gd name="connsiteY721" fmla="*/ 3005404 h 6858000"/>
              <a:gd name="connsiteX722" fmla="*/ 32049 w 7467600"/>
              <a:gd name="connsiteY722" fmla="*/ 3065814 h 6858000"/>
              <a:gd name="connsiteX723" fmla="*/ 0 w 7467600"/>
              <a:gd name="connsiteY723" fmla="*/ 3108744 h 6858000"/>
              <a:gd name="connsiteX724" fmla="*/ 0 w 7467600"/>
              <a:gd name="connsiteY724" fmla="*/ 3058059 h 6858000"/>
              <a:gd name="connsiteX725" fmla="*/ 7610 w 7467600"/>
              <a:gd name="connsiteY725" fmla="*/ 3047889 h 6858000"/>
              <a:gd name="connsiteX726" fmla="*/ 52419 w 7467600"/>
              <a:gd name="connsiteY726" fmla="*/ 2987479 h 6858000"/>
              <a:gd name="connsiteX727" fmla="*/ 59142 w 7467600"/>
              <a:gd name="connsiteY727" fmla="*/ 2978488 h 6858000"/>
              <a:gd name="connsiteX728" fmla="*/ 0 w 7467600"/>
              <a:gd name="connsiteY728" fmla="*/ 3015334 h 6858000"/>
              <a:gd name="connsiteX729" fmla="*/ 0 w 7467600"/>
              <a:gd name="connsiteY729" fmla="*/ 2914286 h 6858000"/>
              <a:gd name="connsiteX730" fmla="*/ 36383 w 7467600"/>
              <a:gd name="connsiteY730" fmla="*/ 2901128 h 6858000"/>
              <a:gd name="connsiteX731" fmla="*/ 156329 w 7467600"/>
              <a:gd name="connsiteY731" fmla="*/ 2840533 h 6858000"/>
              <a:gd name="connsiteX732" fmla="*/ 358355 w 7467600"/>
              <a:gd name="connsiteY732" fmla="*/ 2620471 h 6858000"/>
              <a:gd name="connsiteX733" fmla="*/ 510577 w 7467600"/>
              <a:gd name="connsiteY733" fmla="*/ 2501244 h 6858000"/>
              <a:gd name="connsiteX734" fmla="*/ 211967 w 7467600"/>
              <a:gd name="connsiteY734" fmla="*/ 2479171 h 6858000"/>
              <a:gd name="connsiteX735" fmla="*/ 0 w 7467600"/>
              <a:gd name="connsiteY735" fmla="*/ 2476398 h 6858000"/>
              <a:gd name="connsiteX736" fmla="*/ 0 w 7467600"/>
              <a:gd name="connsiteY736" fmla="*/ 2389189 h 6858000"/>
              <a:gd name="connsiteX737" fmla="*/ 103062 w 7467600"/>
              <a:gd name="connsiteY737" fmla="*/ 2389518 h 6858000"/>
              <a:gd name="connsiteX738" fmla="*/ 510734 w 7467600"/>
              <a:gd name="connsiteY738" fmla="*/ 2416201 h 6858000"/>
              <a:gd name="connsiteX739" fmla="*/ 279257 w 7467600"/>
              <a:gd name="connsiteY739" fmla="*/ 2092102 h 6858000"/>
              <a:gd name="connsiteX740" fmla="*/ 65265 w 7467600"/>
              <a:gd name="connsiteY740" fmla="*/ 2006049 h 6858000"/>
              <a:gd name="connsiteX741" fmla="*/ 0 w 7467600"/>
              <a:gd name="connsiteY741" fmla="*/ 1982532 h 6858000"/>
              <a:gd name="connsiteX742" fmla="*/ 0 w 7467600"/>
              <a:gd name="connsiteY742" fmla="*/ 1912789 h 6858000"/>
              <a:gd name="connsiteX743" fmla="*/ 97460 w 7467600"/>
              <a:gd name="connsiteY743" fmla="*/ 1953725 h 6858000"/>
              <a:gd name="connsiteX744" fmla="*/ 221272 w 7467600"/>
              <a:gd name="connsiteY744" fmla="*/ 1980766 h 6858000"/>
              <a:gd name="connsiteX745" fmla="*/ 116765 w 7467600"/>
              <a:gd name="connsiteY745" fmla="*/ 1911033 h 6858000"/>
              <a:gd name="connsiteX746" fmla="*/ 16405 w 7467600"/>
              <a:gd name="connsiteY746" fmla="*/ 1803412 h 6858000"/>
              <a:gd name="connsiteX747" fmla="*/ 0 w 7467600"/>
              <a:gd name="connsiteY747" fmla="*/ 1784777 h 6858000"/>
              <a:gd name="connsiteX748" fmla="*/ 0 w 7467600"/>
              <a:gd name="connsiteY748" fmla="*/ 1740082 h 6858000"/>
              <a:gd name="connsiteX749" fmla="*/ 39394 w 7467600"/>
              <a:gd name="connsiteY749" fmla="*/ 1784856 h 6858000"/>
              <a:gd name="connsiteX750" fmla="*/ 135813 w 7467600"/>
              <a:gd name="connsiteY750" fmla="*/ 1888838 h 6858000"/>
              <a:gd name="connsiteX751" fmla="*/ 242575 w 7467600"/>
              <a:gd name="connsiteY751" fmla="*/ 1958841 h 6858000"/>
              <a:gd name="connsiteX752" fmla="*/ 82197 w 7467600"/>
              <a:gd name="connsiteY752" fmla="*/ 1754826 h 6858000"/>
              <a:gd name="connsiteX753" fmla="*/ 0 w 7467600"/>
              <a:gd name="connsiteY753" fmla="*/ 1679650 h 6858000"/>
              <a:gd name="connsiteX754" fmla="*/ 0 w 7467600"/>
              <a:gd name="connsiteY754" fmla="*/ 1602463 h 6858000"/>
              <a:gd name="connsiteX755" fmla="*/ 84689 w 7467600"/>
              <a:gd name="connsiteY755" fmla="*/ 1677442 h 6858000"/>
              <a:gd name="connsiteX756" fmla="*/ 298437 w 7467600"/>
              <a:gd name="connsiteY756" fmla="*/ 1968019 h 6858000"/>
              <a:gd name="connsiteX757" fmla="*/ 227269 w 7467600"/>
              <a:gd name="connsiteY757" fmla="*/ 1114064 h 6858000"/>
              <a:gd name="connsiteX758" fmla="*/ 248003 w 7467600"/>
              <a:gd name="connsiteY758" fmla="*/ 1089613 h 6858000"/>
              <a:gd name="connsiteX759" fmla="*/ 427020 w 7467600"/>
              <a:gd name="connsiteY759" fmla="*/ 1619803 h 6858000"/>
              <a:gd name="connsiteX760" fmla="*/ 340345 w 7467600"/>
              <a:gd name="connsiteY760" fmla="*/ 2027739 h 6858000"/>
              <a:gd name="connsiteX761" fmla="*/ 360865 w 7467600"/>
              <a:gd name="connsiteY761" fmla="*/ 2044827 h 6858000"/>
              <a:gd name="connsiteX762" fmla="*/ 560414 w 7467600"/>
              <a:gd name="connsiteY762" fmla="*/ 2421457 h 6858000"/>
              <a:gd name="connsiteX763" fmla="*/ 1359703 w 7467600"/>
              <a:gd name="connsiteY763" fmla="*/ 2578554 h 6858000"/>
              <a:gd name="connsiteX764" fmla="*/ 1359422 w 7467600"/>
              <a:gd name="connsiteY764" fmla="*/ 2577994 h 6858000"/>
              <a:gd name="connsiteX765" fmla="*/ 828701 w 7467600"/>
              <a:gd name="connsiteY765" fmla="*/ 1839520 h 6858000"/>
              <a:gd name="connsiteX766" fmla="*/ 494427 w 7467600"/>
              <a:gd name="connsiteY766" fmla="*/ 1092333 h 6858000"/>
              <a:gd name="connsiteX767" fmla="*/ 506322 w 7467600"/>
              <a:gd name="connsiteY767" fmla="*/ 1020997 h 6858000"/>
              <a:gd name="connsiteX768" fmla="*/ 4570198 w 7467600"/>
              <a:gd name="connsiteY768" fmla="*/ 978081 h 6858000"/>
              <a:gd name="connsiteX769" fmla="*/ 4523691 w 7467600"/>
              <a:gd name="connsiteY769" fmla="*/ 1127776 h 6858000"/>
              <a:gd name="connsiteX770" fmla="*/ 4509875 w 7467600"/>
              <a:gd name="connsiteY770" fmla="*/ 1167552 h 6858000"/>
              <a:gd name="connsiteX771" fmla="*/ 4478168 w 7467600"/>
              <a:gd name="connsiteY771" fmla="*/ 1260735 h 6858000"/>
              <a:gd name="connsiteX772" fmla="*/ 4409309 w 7467600"/>
              <a:gd name="connsiteY772" fmla="*/ 1666996 h 6858000"/>
              <a:gd name="connsiteX773" fmla="*/ 4370031 w 7467600"/>
              <a:gd name="connsiteY773" fmla="*/ 1955666 h 6858000"/>
              <a:gd name="connsiteX774" fmla="*/ 4570198 w 7467600"/>
              <a:gd name="connsiteY774" fmla="*/ 978081 h 6858000"/>
              <a:gd name="connsiteX775" fmla="*/ 4557898 w 7467600"/>
              <a:gd name="connsiteY775" fmla="*/ 900011 h 6858000"/>
              <a:gd name="connsiteX776" fmla="*/ 4344840 w 7467600"/>
              <a:gd name="connsiteY776" fmla="*/ 1922038 h 6858000"/>
              <a:gd name="connsiteX777" fmla="*/ 4378710 w 7467600"/>
              <a:gd name="connsiteY777" fmla="*/ 1665516 h 6858000"/>
              <a:gd name="connsiteX778" fmla="*/ 4448798 w 7467600"/>
              <a:gd name="connsiteY778" fmla="*/ 1253024 h 6858000"/>
              <a:gd name="connsiteX779" fmla="*/ 4480315 w 7467600"/>
              <a:gd name="connsiteY779" fmla="*/ 1158454 h 6858000"/>
              <a:gd name="connsiteX780" fmla="*/ 4494133 w 7467600"/>
              <a:gd name="connsiteY780" fmla="*/ 1118676 h 6858000"/>
              <a:gd name="connsiteX781" fmla="*/ 4557898 w 7467600"/>
              <a:gd name="connsiteY781" fmla="*/ 900011 h 6858000"/>
              <a:gd name="connsiteX782" fmla="*/ 5870151 w 7467600"/>
              <a:gd name="connsiteY782" fmla="*/ 898890 h 6858000"/>
              <a:gd name="connsiteX783" fmla="*/ 5861335 w 7467600"/>
              <a:gd name="connsiteY783" fmla="*/ 899177 h 6858000"/>
              <a:gd name="connsiteX784" fmla="*/ 5843702 w 7467600"/>
              <a:gd name="connsiteY784" fmla="*/ 899748 h 6858000"/>
              <a:gd name="connsiteX785" fmla="*/ 5651107 w 7467600"/>
              <a:gd name="connsiteY785" fmla="*/ 920306 h 6858000"/>
              <a:gd name="connsiteX786" fmla="*/ 5459407 w 7467600"/>
              <a:gd name="connsiteY786" fmla="*/ 940975 h 6858000"/>
              <a:gd name="connsiteX787" fmla="*/ 5374846 w 7467600"/>
              <a:gd name="connsiteY787" fmla="*/ 941988 h 6858000"/>
              <a:gd name="connsiteX788" fmla="*/ 5256105 w 7467600"/>
              <a:gd name="connsiteY788" fmla="*/ 945632 h 6858000"/>
              <a:gd name="connsiteX789" fmla="*/ 5107071 w 7467600"/>
              <a:gd name="connsiteY789" fmla="*/ 969720 h 6858000"/>
              <a:gd name="connsiteX790" fmla="*/ 4998681 w 7467600"/>
              <a:gd name="connsiteY790" fmla="*/ 988771 h 6858000"/>
              <a:gd name="connsiteX791" fmla="*/ 5870151 w 7467600"/>
              <a:gd name="connsiteY791" fmla="*/ 898890 h 6858000"/>
              <a:gd name="connsiteX792" fmla="*/ 5504425 w 7467600"/>
              <a:gd name="connsiteY792" fmla="*/ 848067 h 6858000"/>
              <a:gd name="connsiteX793" fmla="*/ 4968849 w 7467600"/>
              <a:gd name="connsiteY793" fmla="*/ 962318 h 6858000"/>
              <a:gd name="connsiteX794" fmla="*/ 5104039 w 7467600"/>
              <a:gd name="connsiteY794" fmla="*/ 940634 h 6858000"/>
              <a:gd name="connsiteX795" fmla="*/ 5256311 w 7467600"/>
              <a:gd name="connsiteY795" fmla="*/ 916490 h 6858000"/>
              <a:gd name="connsiteX796" fmla="*/ 5377381 w 7467600"/>
              <a:gd name="connsiteY796" fmla="*/ 912671 h 6858000"/>
              <a:gd name="connsiteX797" fmla="*/ 5460148 w 7467600"/>
              <a:gd name="connsiteY797" fmla="*/ 911442 h 6858000"/>
              <a:gd name="connsiteX798" fmla="*/ 5648971 w 7467600"/>
              <a:gd name="connsiteY798" fmla="*/ 891331 h 6858000"/>
              <a:gd name="connsiteX799" fmla="*/ 5844807 w 7467600"/>
              <a:gd name="connsiteY799" fmla="*/ 870718 h 6858000"/>
              <a:gd name="connsiteX800" fmla="*/ 5862975 w 7467600"/>
              <a:gd name="connsiteY800" fmla="*/ 869756 h 6858000"/>
              <a:gd name="connsiteX801" fmla="*/ 5920887 w 7467600"/>
              <a:gd name="connsiteY801" fmla="*/ 865929 h 6858000"/>
              <a:gd name="connsiteX802" fmla="*/ 5504425 w 7467600"/>
              <a:gd name="connsiteY802" fmla="*/ 848067 h 6858000"/>
              <a:gd name="connsiteX803" fmla="*/ 3607114 w 7467600"/>
              <a:gd name="connsiteY803" fmla="*/ 467441 h 6858000"/>
              <a:gd name="connsiteX804" fmla="*/ 3296242 w 7467600"/>
              <a:gd name="connsiteY804" fmla="*/ 807991 h 6858000"/>
              <a:gd name="connsiteX805" fmla="*/ 3174674 w 7467600"/>
              <a:gd name="connsiteY805" fmla="*/ 919759 h 6858000"/>
              <a:gd name="connsiteX806" fmla="*/ 3042978 w 7467600"/>
              <a:gd name="connsiteY806" fmla="*/ 1054894 h 6858000"/>
              <a:gd name="connsiteX807" fmla="*/ 2968914 w 7467600"/>
              <a:gd name="connsiteY807" fmla="*/ 1133756 h 6858000"/>
              <a:gd name="connsiteX808" fmla="*/ 3103823 w 7467600"/>
              <a:gd name="connsiteY808" fmla="*/ 1026814 h 6858000"/>
              <a:gd name="connsiteX809" fmla="*/ 3607114 w 7467600"/>
              <a:gd name="connsiteY809" fmla="*/ 467441 h 6858000"/>
              <a:gd name="connsiteX810" fmla="*/ 3744487 w 7467600"/>
              <a:gd name="connsiteY810" fmla="*/ 383136 h 6858000"/>
              <a:gd name="connsiteX811" fmla="*/ 3970213 w 7467600"/>
              <a:gd name="connsiteY811" fmla="*/ 995559 h 6858000"/>
              <a:gd name="connsiteX812" fmla="*/ 3744487 w 7467600"/>
              <a:gd name="connsiteY812" fmla="*/ 383136 h 6858000"/>
              <a:gd name="connsiteX813" fmla="*/ 3624562 w 7467600"/>
              <a:gd name="connsiteY813" fmla="*/ 367041 h 6858000"/>
              <a:gd name="connsiteX814" fmla="*/ 3489712 w 7467600"/>
              <a:gd name="connsiteY814" fmla="*/ 485386 h 6858000"/>
              <a:gd name="connsiteX815" fmla="*/ 3182994 w 7467600"/>
              <a:gd name="connsiteY815" fmla="*/ 828265 h 6858000"/>
              <a:gd name="connsiteX816" fmla="*/ 2892114 w 7467600"/>
              <a:gd name="connsiteY816" fmla="*/ 1172635 h 6858000"/>
              <a:gd name="connsiteX817" fmla="*/ 3021459 w 7467600"/>
              <a:gd name="connsiteY817" fmla="*/ 1035385 h 6858000"/>
              <a:gd name="connsiteX818" fmla="*/ 3153873 w 7467600"/>
              <a:gd name="connsiteY818" fmla="*/ 898971 h 6858000"/>
              <a:gd name="connsiteX819" fmla="*/ 3276511 w 7467600"/>
              <a:gd name="connsiteY819" fmla="*/ 786423 h 6858000"/>
              <a:gd name="connsiteX820" fmla="*/ 3584154 w 7467600"/>
              <a:gd name="connsiteY820" fmla="*/ 448218 h 6858000"/>
              <a:gd name="connsiteX821" fmla="*/ 3624562 w 7467600"/>
              <a:gd name="connsiteY821" fmla="*/ 367041 h 6858000"/>
              <a:gd name="connsiteX822" fmla="*/ 3766672 w 7467600"/>
              <a:gd name="connsiteY822" fmla="*/ 359429 h 6858000"/>
              <a:gd name="connsiteX823" fmla="*/ 3996338 w 7467600"/>
              <a:gd name="connsiteY823" fmla="*/ 968237 h 6858000"/>
              <a:gd name="connsiteX824" fmla="*/ 3766672 w 7467600"/>
              <a:gd name="connsiteY824" fmla="*/ 359429 h 6858000"/>
              <a:gd name="connsiteX825" fmla="*/ 5805386 w 7467600"/>
              <a:gd name="connsiteY825" fmla="*/ 239240 h 6858000"/>
              <a:gd name="connsiteX826" fmla="*/ 5736947 w 7467600"/>
              <a:gd name="connsiteY826" fmla="*/ 261367 h 6858000"/>
              <a:gd name="connsiteX827" fmla="*/ 5427012 w 7467600"/>
              <a:gd name="connsiteY827" fmla="*/ 311272 h 6858000"/>
              <a:gd name="connsiteX828" fmla="*/ 5147818 w 7467600"/>
              <a:gd name="connsiteY828" fmla="*/ 322112 h 6858000"/>
              <a:gd name="connsiteX829" fmla="*/ 5060854 w 7467600"/>
              <a:gd name="connsiteY829" fmla="*/ 311882 h 6858000"/>
              <a:gd name="connsiteX830" fmla="*/ 4945989 w 7467600"/>
              <a:gd name="connsiteY830" fmla="*/ 300516 h 6858000"/>
              <a:gd name="connsiteX831" fmla="*/ 5410479 w 7467600"/>
              <a:gd name="connsiteY831" fmla="*/ 348434 h 6858000"/>
              <a:gd name="connsiteX832" fmla="*/ 5805386 w 7467600"/>
              <a:gd name="connsiteY832" fmla="*/ 239240 h 6858000"/>
              <a:gd name="connsiteX833" fmla="*/ 5905192 w 7467600"/>
              <a:gd name="connsiteY833" fmla="*/ 163079 h 6858000"/>
              <a:gd name="connsiteX834" fmla="*/ 5865655 w 7467600"/>
              <a:gd name="connsiteY834" fmla="*/ 171901 h 6858000"/>
              <a:gd name="connsiteX835" fmla="*/ 5259740 w 7467600"/>
              <a:gd name="connsiteY835" fmla="*/ 257013 h 6858000"/>
              <a:gd name="connsiteX836" fmla="*/ 5208466 w 7467600"/>
              <a:gd name="connsiteY836" fmla="*/ 257550 h 6858000"/>
              <a:gd name="connsiteX837" fmla="*/ 4980204 w 7467600"/>
              <a:gd name="connsiteY837" fmla="*/ 271903 h 6858000"/>
              <a:gd name="connsiteX838" fmla="*/ 5068068 w 7467600"/>
              <a:gd name="connsiteY838" fmla="*/ 282244 h 6858000"/>
              <a:gd name="connsiteX839" fmla="*/ 5153231 w 7467600"/>
              <a:gd name="connsiteY839" fmla="*/ 292240 h 6858000"/>
              <a:gd name="connsiteX840" fmla="*/ 5426491 w 7467600"/>
              <a:gd name="connsiteY840" fmla="*/ 281128 h 6858000"/>
              <a:gd name="connsiteX841" fmla="*/ 5731212 w 7467600"/>
              <a:gd name="connsiteY841" fmla="*/ 231951 h 6858000"/>
              <a:gd name="connsiteX842" fmla="*/ 5905192 w 7467600"/>
              <a:gd name="connsiteY842" fmla="*/ 163079 h 6858000"/>
              <a:gd name="connsiteX843" fmla="*/ 5944437 w 7467600"/>
              <a:gd name="connsiteY843" fmla="*/ 113829 h 6858000"/>
              <a:gd name="connsiteX844" fmla="*/ 5825032 w 7467600"/>
              <a:gd name="connsiteY844" fmla="*/ 146405 h 6858000"/>
              <a:gd name="connsiteX845" fmla="*/ 4955599 w 7467600"/>
              <a:gd name="connsiteY845" fmla="*/ 247008 h 6858000"/>
              <a:gd name="connsiteX846" fmla="*/ 5210104 w 7467600"/>
              <a:gd name="connsiteY846" fmla="*/ 228123 h 6858000"/>
              <a:gd name="connsiteX847" fmla="*/ 5261015 w 7467600"/>
              <a:gd name="connsiteY847" fmla="*/ 227087 h 6858000"/>
              <a:gd name="connsiteX848" fmla="*/ 5861181 w 7467600"/>
              <a:gd name="connsiteY848" fmla="*/ 143093 h 6858000"/>
              <a:gd name="connsiteX849" fmla="*/ 5961252 w 7467600"/>
              <a:gd name="connsiteY849" fmla="*/ 114820 h 6858000"/>
              <a:gd name="connsiteX850" fmla="*/ 5944437 w 7467600"/>
              <a:gd name="connsiteY850" fmla="*/ 113829 h 6858000"/>
              <a:gd name="connsiteX851" fmla="*/ 3882765 w 7467600"/>
              <a:gd name="connsiteY851" fmla="*/ 0 h 6858000"/>
              <a:gd name="connsiteX852" fmla="*/ 3995099 w 7467600"/>
              <a:gd name="connsiteY852" fmla="*/ 0 h 6858000"/>
              <a:gd name="connsiteX853" fmla="*/ 4163818 w 7467600"/>
              <a:gd name="connsiteY853" fmla="*/ 234104 h 6858000"/>
              <a:gd name="connsiteX854" fmla="*/ 4172099 w 7467600"/>
              <a:gd name="connsiteY854" fmla="*/ 234207 h 6858000"/>
              <a:gd name="connsiteX855" fmla="*/ 4784282 w 7467600"/>
              <a:gd name="connsiteY855" fmla="*/ 276561 h 6858000"/>
              <a:gd name="connsiteX856" fmla="*/ 4801687 w 7467600"/>
              <a:gd name="connsiteY856" fmla="*/ 267764 h 6858000"/>
              <a:gd name="connsiteX857" fmla="*/ 6082788 w 7467600"/>
              <a:gd name="connsiteY857" fmla="*/ 64119 h 6858000"/>
              <a:gd name="connsiteX858" fmla="*/ 6099442 w 7467600"/>
              <a:gd name="connsiteY858" fmla="*/ 82568 h 6858000"/>
              <a:gd name="connsiteX859" fmla="*/ 4804137 w 7467600"/>
              <a:gd name="connsiteY859" fmla="*/ 320931 h 6858000"/>
              <a:gd name="connsiteX860" fmla="*/ 4227047 w 7467600"/>
              <a:gd name="connsiteY860" fmla="*/ 313415 h 6858000"/>
              <a:gd name="connsiteX861" fmla="*/ 4346041 w 7467600"/>
              <a:gd name="connsiteY861" fmla="*/ 456086 h 6858000"/>
              <a:gd name="connsiteX862" fmla="*/ 4870967 w 7467600"/>
              <a:gd name="connsiteY862" fmla="*/ 963061 h 6858000"/>
              <a:gd name="connsiteX863" fmla="*/ 4889647 w 7467600"/>
              <a:gd name="connsiteY863" fmla="*/ 957147 h 6858000"/>
              <a:gd name="connsiteX864" fmla="*/ 5422504 w 7467600"/>
              <a:gd name="connsiteY864" fmla="*/ 805191 h 6858000"/>
              <a:gd name="connsiteX865" fmla="*/ 6087656 w 7467600"/>
              <a:gd name="connsiteY865" fmla="*/ 826703 h 6858000"/>
              <a:gd name="connsiteX866" fmla="*/ 6058717 w 7467600"/>
              <a:gd name="connsiteY866" fmla="*/ 865992 h 6858000"/>
              <a:gd name="connsiteX867" fmla="*/ 4974153 w 7467600"/>
              <a:gd name="connsiteY867" fmla="*/ 1045456 h 6858000"/>
              <a:gd name="connsiteX868" fmla="*/ 5627835 w 7467600"/>
              <a:gd name="connsiteY868" fmla="*/ 1472077 h 6858000"/>
              <a:gd name="connsiteX869" fmla="*/ 5629817 w 7467600"/>
              <a:gd name="connsiteY869" fmla="*/ 1471412 h 6858000"/>
              <a:gd name="connsiteX870" fmla="*/ 5634124 w 7467600"/>
              <a:gd name="connsiteY870" fmla="*/ 1470572 h 6858000"/>
              <a:gd name="connsiteX871" fmla="*/ 5755832 w 7467600"/>
              <a:gd name="connsiteY871" fmla="*/ 1383886 h 6858000"/>
              <a:gd name="connsiteX872" fmla="*/ 6014186 w 7467600"/>
              <a:gd name="connsiteY872" fmla="*/ 1279799 h 6858000"/>
              <a:gd name="connsiteX873" fmla="*/ 6901619 w 7467600"/>
              <a:gd name="connsiteY873" fmla="*/ 1047874 h 6858000"/>
              <a:gd name="connsiteX874" fmla="*/ 6931566 w 7467600"/>
              <a:gd name="connsiteY874" fmla="*/ 1062034 h 6858000"/>
              <a:gd name="connsiteX875" fmla="*/ 5790982 w 7467600"/>
              <a:gd name="connsiteY875" fmla="*/ 1561380 h 6858000"/>
              <a:gd name="connsiteX876" fmla="*/ 6188971 w 7467600"/>
              <a:gd name="connsiteY876" fmla="*/ 1755168 h 6858000"/>
              <a:gd name="connsiteX877" fmla="*/ 6202446 w 7467600"/>
              <a:gd name="connsiteY877" fmla="*/ 1752268 h 6858000"/>
              <a:gd name="connsiteX878" fmla="*/ 7179560 w 7467600"/>
              <a:gd name="connsiteY878" fmla="*/ 1467551 h 6858000"/>
              <a:gd name="connsiteX879" fmla="*/ 7158730 w 7467600"/>
              <a:gd name="connsiteY879" fmla="*/ 1507835 h 6858000"/>
              <a:gd name="connsiteX880" fmla="*/ 6326959 w 7467600"/>
              <a:gd name="connsiteY880" fmla="*/ 1817686 h 6858000"/>
              <a:gd name="connsiteX881" fmla="*/ 6537433 w 7467600"/>
              <a:gd name="connsiteY881" fmla="*/ 1907790 h 6858000"/>
              <a:gd name="connsiteX882" fmla="*/ 6550221 w 7467600"/>
              <a:gd name="connsiteY882" fmla="*/ 1910729 h 6858000"/>
              <a:gd name="connsiteX883" fmla="*/ 6964438 w 7467600"/>
              <a:gd name="connsiteY883" fmla="*/ 2209505 h 6858000"/>
              <a:gd name="connsiteX884" fmla="*/ 7367862 w 7467600"/>
              <a:gd name="connsiteY884" fmla="*/ 2806833 h 6858000"/>
              <a:gd name="connsiteX885" fmla="*/ 7364329 w 7467600"/>
              <a:gd name="connsiteY885" fmla="*/ 2826907 h 6858000"/>
              <a:gd name="connsiteX886" fmla="*/ 7290545 w 7467600"/>
              <a:gd name="connsiteY886" fmla="*/ 2850663 h 6858000"/>
              <a:gd name="connsiteX887" fmla="*/ 6472036 w 7467600"/>
              <a:gd name="connsiteY887" fmla="*/ 1959003 h 6858000"/>
              <a:gd name="connsiteX888" fmla="*/ 5792897 w 7467600"/>
              <a:gd name="connsiteY888" fmla="*/ 1647747 h 6858000"/>
              <a:gd name="connsiteX889" fmla="*/ 5842751 w 7467600"/>
              <a:gd name="connsiteY889" fmla="*/ 1816112 h 6858000"/>
              <a:gd name="connsiteX890" fmla="*/ 5847424 w 7467600"/>
              <a:gd name="connsiteY890" fmla="*/ 1815776 h 6858000"/>
              <a:gd name="connsiteX891" fmla="*/ 6399821 w 7467600"/>
              <a:gd name="connsiteY891" fmla="*/ 2344799 h 6858000"/>
              <a:gd name="connsiteX892" fmla="*/ 6323232 w 7467600"/>
              <a:gd name="connsiteY892" fmla="*/ 2389634 h 6858000"/>
              <a:gd name="connsiteX893" fmla="*/ 5942958 w 7467600"/>
              <a:gd name="connsiteY893" fmla="*/ 2077708 h 6858000"/>
              <a:gd name="connsiteX894" fmla="*/ 5921559 w 7467600"/>
              <a:gd name="connsiteY894" fmla="*/ 2378596 h 6858000"/>
              <a:gd name="connsiteX895" fmla="*/ 5817651 w 7467600"/>
              <a:gd name="connsiteY895" fmla="*/ 3023919 h 6858000"/>
              <a:gd name="connsiteX896" fmla="*/ 5729634 w 7467600"/>
              <a:gd name="connsiteY896" fmla="*/ 3051849 h 6858000"/>
              <a:gd name="connsiteX897" fmla="*/ 5611018 w 7467600"/>
              <a:gd name="connsiteY897" fmla="*/ 2316769 h 6858000"/>
              <a:gd name="connsiteX898" fmla="*/ 5687608 w 7467600"/>
              <a:gd name="connsiteY898" fmla="*/ 2039972 h 6858000"/>
              <a:gd name="connsiteX899" fmla="*/ 5657554 w 7467600"/>
              <a:gd name="connsiteY899" fmla="*/ 1576445 h 6858000"/>
              <a:gd name="connsiteX900" fmla="*/ 5150475 w 7467600"/>
              <a:gd name="connsiteY900" fmla="*/ 1274012 h 6858000"/>
              <a:gd name="connsiteX901" fmla="*/ 5349142 w 7467600"/>
              <a:gd name="connsiteY901" fmla="*/ 2204405 h 6858000"/>
              <a:gd name="connsiteX902" fmla="*/ 5262214 w 7467600"/>
              <a:gd name="connsiteY902" fmla="*/ 2233836 h 6858000"/>
              <a:gd name="connsiteX903" fmla="*/ 4981539 w 7467600"/>
              <a:gd name="connsiteY903" fmla="*/ 1542201 h 6858000"/>
              <a:gd name="connsiteX904" fmla="*/ 4958461 w 7467600"/>
              <a:gd name="connsiteY904" fmla="*/ 1136957 h 6858000"/>
              <a:gd name="connsiteX905" fmla="*/ 4655015 w 7467600"/>
              <a:gd name="connsiteY905" fmla="*/ 891426 h 6858000"/>
              <a:gd name="connsiteX906" fmla="*/ 4348002 w 7467600"/>
              <a:gd name="connsiteY906" fmla="*/ 2205895 h 6858000"/>
              <a:gd name="connsiteX907" fmla="*/ 4262250 w 7467600"/>
              <a:gd name="connsiteY907" fmla="*/ 2219972 h 6858000"/>
              <a:gd name="connsiteX908" fmla="*/ 4550611 w 7467600"/>
              <a:gd name="connsiteY908" fmla="*/ 817540 h 6858000"/>
              <a:gd name="connsiteX909" fmla="*/ 4564418 w 7467600"/>
              <a:gd name="connsiteY909" fmla="*/ 808293 h 6858000"/>
              <a:gd name="connsiteX910" fmla="*/ 4266388 w 7467600"/>
              <a:gd name="connsiteY910" fmla="*/ 500083 h 6858000"/>
              <a:gd name="connsiteX911" fmla="*/ 4032842 w 7467600"/>
              <a:gd name="connsiteY911" fmla="*/ 211809 h 6858000"/>
              <a:gd name="connsiteX912" fmla="*/ 3882765 w 7467600"/>
              <a:gd name="connsiteY912" fmla="*/ 0 h 6858000"/>
              <a:gd name="connsiteX913" fmla="*/ 3721337 w 7467600"/>
              <a:gd name="connsiteY913" fmla="*/ 0 h 6858000"/>
              <a:gd name="connsiteX914" fmla="*/ 3797544 w 7467600"/>
              <a:gd name="connsiteY914" fmla="*/ 0 h 6858000"/>
              <a:gd name="connsiteX915" fmla="*/ 3775734 w 7467600"/>
              <a:gd name="connsiteY915" fmla="*/ 95131 h 6858000"/>
              <a:gd name="connsiteX916" fmla="*/ 3724807 w 7467600"/>
              <a:gd name="connsiteY916" fmla="*/ 272257 h 6858000"/>
              <a:gd name="connsiteX917" fmla="*/ 3726844 w 7467600"/>
              <a:gd name="connsiteY917" fmla="*/ 282988 h 6858000"/>
              <a:gd name="connsiteX918" fmla="*/ 3742664 w 7467600"/>
              <a:gd name="connsiteY918" fmla="*/ 279918 h 6858000"/>
              <a:gd name="connsiteX919" fmla="*/ 4103910 w 7467600"/>
              <a:gd name="connsiteY919" fmla="*/ 1161917 h 6858000"/>
              <a:gd name="connsiteX920" fmla="*/ 4020269 w 7467600"/>
              <a:gd name="connsiteY920" fmla="*/ 1200406 h 6858000"/>
              <a:gd name="connsiteX921" fmla="*/ 3674882 w 7467600"/>
              <a:gd name="connsiteY921" fmla="*/ 488524 h 6858000"/>
              <a:gd name="connsiteX922" fmla="*/ 3132682 w 7467600"/>
              <a:gd name="connsiteY922" fmla="*/ 1072284 h 6858000"/>
              <a:gd name="connsiteX923" fmla="*/ 2716346 w 7467600"/>
              <a:gd name="connsiteY923" fmla="*/ 1276376 h 6858000"/>
              <a:gd name="connsiteX924" fmla="*/ 2716772 w 7467600"/>
              <a:gd name="connsiteY924" fmla="*/ 1255462 h 6858000"/>
              <a:gd name="connsiteX925" fmla="*/ 3471096 w 7467600"/>
              <a:gd name="connsiteY925" fmla="*/ 437072 h 6858000"/>
              <a:gd name="connsiteX926" fmla="*/ 3639057 w 7467600"/>
              <a:gd name="connsiteY926" fmla="*/ 286334 h 6858000"/>
              <a:gd name="connsiteX927" fmla="*/ 3640309 w 7467600"/>
              <a:gd name="connsiteY927" fmla="*/ 284664 h 6858000"/>
              <a:gd name="connsiteX928" fmla="*/ 3646022 w 7467600"/>
              <a:gd name="connsiteY928" fmla="*/ 276711 h 6858000"/>
              <a:gd name="connsiteX929" fmla="*/ 3707943 w 7467600"/>
              <a:gd name="connsiteY929" fmla="*/ 65958 h 6858000"/>
              <a:gd name="connsiteX930" fmla="*/ 3721337 w 7467600"/>
              <a:gd name="connsiteY930" fmla="*/ 0 h 6858000"/>
              <a:gd name="connsiteX931" fmla="*/ 2867960 w 7467600"/>
              <a:gd name="connsiteY931" fmla="*/ 0 h 6858000"/>
              <a:gd name="connsiteX932" fmla="*/ 2926351 w 7467600"/>
              <a:gd name="connsiteY932" fmla="*/ 0 h 6858000"/>
              <a:gd name="connsiteX933" fmla="*/ 2902823 w 7467600"/>
              <a:gd name="connsiteY933" fmla="*/ 262929 h 6858000"/>
              <a:gd name="connsiteX934" fmla="*/ 2940663 w 7467600"/>
              <a:gd name="connsiteY934" fmla="*/ 140884 h 6858000"/>
              <a:gd name="connsiteX935" fmla="*/ 2947039 w 7467600"/>
              <a:gd name="connsiteY935" fmla="*/ 122524 h 6858000"/>
              <a:gd name="connsiteX936" fmla="*/ 2984316 w 7467600"/>
              <a:gd name="connsiteY936" fmla="*/ 0 h 6858000"/>
              <a:gd name="connsiteX937" fmla="*/ 3016114 w 7467600"/>
              <a:gd name="connsiteY937" fmla="*/ 0 h 6858000"/>
              <a:gd name="connsiteX938" fmla="*/ 2979949 w 7467600"/>
              <a:gd name="connsiteY938" fmla="*/ 119274 h 6858000"/>
              <a:gd name="connsiteX939" fmla="*/ 3023879 w 7467600"/>
              <a:gd name="connsiteY939" fmla="*/ 0 h 6858000"/>
              <a:gd name="connsiteX940" fmla="*/ 3105400 w 7467600"/>
              <a:gd name="connsiteY940" fmla="*/ 0 h 6858000"/>
              <a:gd name="connsiteX941" fmla="*/ 3094669 w 7467600"/>
              <a:gd name="connsiteY941" fmla="*/ 30308 h 6858000"/>
              <a:gd name="connsiteX942" fmla="*/ 2901945 w 7467600"/>
              <a:gd name="connsiteY942" fmla="*/ 466538 h 6858000"/>
              <a:gd name="connsiteX943" fmla="*/ 2815209 w 7467600"/>
              <a:gd name="connsiteY943" fmla="*/ 497361 h 6858000"/>
              <a:gd name="connsiteX944" fmla="*/ 2844845 w 7467600"/>
              <a:gd name="connsiteY944" fmla="*/ 127638 h 6858000"/>
              <a:gd name="connsiteX945" fmla="*/ 2867960 w 7467600"/>
              <a:gd name="connsiteY945" fmla="*/ 0 h 6858000"/>
              <a:gd name="connsiteX946" fmla="*/ 1057230 w 7467600"/>
              <a:gd name="connsiteY946" fmla="*/ 0 h 6858000"/>
              <a:gd name="connsiteX947" fmla="*/ 1111003 w 7467600"/>
              <a:gd name="connsiteY947" fmla="*/ 0 h 6858000"/>
              <a:gd name="connsiteX948" fmla="*/ 1125553 w 7467600"/>
              <a:gd name="connsiteY948" fmla="*/ 52588 h 6858000"/>
              <a:gd name="connsiteX949" fmla="*/ 1304276 w 7467600"/>
              <a:gd name="connsiteY949" fmla="*/ 476275 h 6858000"/>
              <a:gd name="connsiteX950" fmla="*/ 1492066 w 7467600"/>
              <a:gd name="connsiteY950" fmla="*/ 886333 h 6858000"/>
              <a:gd name="connsiteX951" fmla="*/ 1423698 w 7467600"/>
              <a:gd name="connsiteY951" fmla="*/ 710817 h 6858000"/>
              <a:gd name="connsiteX952" fmla="*/ 1357609 w 7467600"/>
              <a:gd name="connsiteY952" fmla="*/ 532892 h 6858000"/>
              <a:gd name="connsiteX953" fmla="*/ 1309550 w 7467600"/>
              <a:gd name="connsiteY953" fmla="*/ 374031 h 6858000"/>
              <a:gd name="connsiteX954" fmla="*/ 1193673 w 7467600"/>
              <a:gd name="connsiteY954" fmla="*/ 49533 h 6858000"/>
              <a:gd name="connsiteX955" fmla="*/ 1164391 w 7467600"/>
              <a:gd name="connsiteY955" fmla="*/ 0 h 6858000"/>
              <a:gd name="connsiteX956" fmla="*/ 1200666 w 7467600"/>
              <a:gd name="connsiteY956" fmla="*/ 0 h 6858000"/>
              <a:gd name="connsiteX957" fmla="*/ 1223408 w 7467600"/>
              <a:gd name="connsiteY957" fmla="*/ 38996 h 6858000"/>
              <a:gd name="connsiteX958" fmla="*/ 1339635 w 7467600"/>
              <a:gd name="connsiteY958" fmla="*/ 365517 h 6858000"/>
              <a:gd name="connsiteX959" fmla="*/ 1387469 w 7467600"/>
              <a:gd name="connsiteY959" fmla="*/ 523079 h 6858000"/>
              <a:gd name="connsiteX960" fmla="*/ 1452685 w 7467600"/>
              <a:gd name="connsiteY960" fmla="*/ 699806 h 6858000"/>
              <a:gd name="connsiteX961" fmla="*/ 1492092 w 7467600"/>
              <a:gd name="connsiteY961" fmla="*/ 800424 h 6858000"/>
              <a:gd name="connsiteX962" fmla="*/ 1455302 w 7467600"/>
              <a:gd name="connsiteY962" fmla="*/ 632913 h 6858000"/>
              <a:gd name="connsiteX963" fmla="*/ 1222336 w 7467600"/>
              <a:gd name="connsiteY963" fmla="*/ 9480 h 6858000"/>
              <a:gd name="connsiteX964" fmla="*/ 1214634 w 7467600"/>
              <a:gd name="connsiteY964" fmla="*/ 0 h 6858000"/>
              <a:gd name="connsiteX965" fmla="*/ 1289827 w 7467600"/>
              <a:gd name="connsiteY965" fmla="*/ 0 h 6858000"/>
              <a:gd name="connsiteX966" fmla="*/ 1321076 w 7467600"/>
              <a:gd name="connsiteY966" fmla="*/ 59722 h 6858000"/>
              <a:gd name="connsiteX967" fmla="*/ 1512579 w 7467600"/>
              <a:gd name="connsiteY967" fmla="*/ 626441 h 6858000"/>
              <a:gd name="connsiteX968" fmla="*/ 1506076 w 7467600"/>
              <a:gd name="connsiteY968" fmla="*/ 1089289 h 6858000"/>
              <a:gd name="connsiteX969" fmla="*/ 1486346 w 7467600"/>
              <a:gd name="connsiteY969" fmla="*/ 1079919 h 6858000"/>
              <a:gd name="connsiteX970" fmla="*/ 1070511 w 7467600"/>
              <a:gd name="connsiteY970" fmla="*/ 48609 h 6858000"/>
              <a:gd name="connsiteX971" fmla="*/ 1057230 w 7467600"/>
              <a:gd name="connsiteY971" fmla="*/ 0 h 6858000"/>
              <a:gd name="connsiteX972" fmla="*/ 43151 w 7467600"/>
              <a:gd name="connsiteY972" fmla="*/ 0 h 6858000"/>
              <a:gd name="connsiteX973" fmla="*/ 95283 w 7467600"/>
              <a:gd name="connsiteY973" fmla="*/ 0 h 6858000"/>
              <a:gd name="connsiteX974" fmla="*/ 300708 w 7467600"/>
              <a:gd name="connsiteY974" fmla="*/ 154571 h 6858000"/>
              <a:gd name="connsiteX975" fmla="*/ 530414 w 7467600"/>
              <a:gd name="connsiteY975" fmla="*/ 354673 h 6858000"/>
              <a:gd name="connsiteX976" fmla="*/ 333785 w 7467600"/>
              <a:gd name="connsiteY976" fmla="*/ 161564 h 6858000"/>
              <a:gd name="connsiteX977" fmla="*/ 147005 w 7467600"/>
              <a:gd name="connsiteY977" fmla="*/ 0 h 6858000"/>
              <a:gd name="connsiteX978" fmla="*/ 272509 w 7467600"/>
              <a:gd name="connsiteY978" fmla="*/ 0 h 6858000"/>
              <a:gd name="connsiteX979" fmla="*/ 326276 w 7467600"/>
              <a:gd name="connsiteY979" fmla="*/ 45847 h 6858000"/>
              <a:gd name="connsiteX980" fmla="*/ 823759 w 7467600"/>
              <a:gd name="connsiteY980" fmla="*/ 574145 h 6858000"/>
              <a:gd name="connsiteX981" fmla="*/ 811254 w 7467600"/>
              <a:gd name="connsiteY981" fmla="*/ 665546 h 6858000"/>
              <a:gd name="connsiteX982" fmla="*/ 154042 w 7467600"/>
              <a:gd name="connsiteY982" fmla="*/ 261522 h 6858000"/>
              <a:gd name="connsiteX983" fmla="*/ 13550 w 7467600"/>
              <a:gd name="connsiteY983" fmla="*/ 158423 h 6858000"/>
              <a:gd name="connsiteX984" fmla="*/ 0 w 7467600"/>
              <a:gd name="connsiteY984" fmla="*/ 146618 h 6858000"/>
              <a:gd name="connsiteX985" fmla="*/ 0 w 7467600"/>
              <a:gd name="connsiteY985" fmla="*/ 59161 h 6858000"/>
              <a:gd name="connsiteX986" fmla="*/ 45427 w 7467600"/>
              <a:gd name="connsiteY986" fmla="*/ 101078 h 6858000"/>
              <a:gd name="connsiteX987" fmla="*/ 630103 w 7467600"/>
              <a:gd name="connsiteY987" fmla="*/ 485885 h 6858000"/>
              <a:gd name="connsiteX988" fmla="*/ 532040 w 7467600"/>
              <a:gd name="connsiteY988" fmla="*/ 399359 h 6858000"/>
              <a:gd name="connsiteX989" fmla="*/ 517618 w 7467600"/>
              <a:gd name="connsiteY989" fmla="*/ 385726 h 6858000"/>
              <a:gd name="connsiteX990" fmla="*/ 285074 w 7467600"/>
              <a:gd name="connsiteY990" fmla="*/ 182755 h 6858000"/>
              <a:gd name="connsiteX991" fmla="*/ 43151 w 7467600"/>
              <a:gd name="connsiteY99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12201 w 7467600"/>
              <a:gd name="connsiteY134" fmla="*/ 5128278 h 6858000"/>
              <a:gd name="connsiteX135" fmla="*/ 1903353 w 7467600"/>
              <a:gd name="connsiteY135" fmla="*/ 5044827 h 6858000"/>
              <a:gd name="connsiteX136" fmla="*/ 1936931 w 7467600"/>
              <a:gd name="connsiteY136" fmla="*/ 5093954 h 6858000"/>
              <a:gd name="connsiteX137" fmla="*/ 2195868 w 7467600"/>
              <a:gd name="connsiteY137" fmla="*/ 5396574 h 6858000"/>
              <a:gd name="connsiteX138" fmla="*/ 2088852 w 7467600"/>
              <a:gd name="connsiteY138" fmla="*/ 5166123 h 6858000"/>
              <a:gd name="connsiteX139" fmla="*/ 1958241 w 7467600"/>
              <a:gd name="connsiteY139" fmla="*/ 5067955 h 6858000"/>
              <a:gd name="connsiteX140" fmla="*/ 1903353 w 7467600"/>
              <a:gd name="connsiteY140" fmla="*/ 5044827 h 6858000"/>
              <a:gd name="connsiteX141" fmla="*/ 1979378 w 7467600"/>
              <a:gd name="connsiteY141" fmla="*/ 4769504 h 6858000"/>
              <a:gd name="connsiteX142" fmla="*/ 2882120 w 7467600"/>
              <a:gd name="connsiteY142" fmla="*/ 5064547 h 6858000"/>
              <a:gd name="connsiteX143" fmla="*/ 2793103 w 7467600"/>
              <a:gd name="connsiteY143" fmla="*/ 5039699 h 6858000"/>
              <a:gd name="connsiteX144" fmla="*/ 2770041 w 7467600"/>
              <a:gd name="connsiteY144" fmla="*/ 5033634 h 6858000"/>
              <a:gd name="connsiteX145" fmla="*/ 1979378 w 7467600"/>
              <a:gd name="connsiteY145" fmla="*/ 4769504 h 6858000"/>
              <a:gd name="connsiteX146" fmla="*/ 1927410 w 7467600"/>
              <a:gd name="connsiteY146" fmla="*/ 4716164 h 6858000"/>
              <a:gd name="connsiteX147" fmla="*/ 1959587 w 7467600"/>
              <a:gd name="connsiteY147" fmla="*/ 4728849 h 6858000"/>
              <a:gd name="connsiteX148" fmla="*/ 2777707 w 7467600"/>
              <a:gd name="connsiteY148" fmla="*/ 5003991 h 6858000"/>
              <a:gd name="connsiteX149" fmla="*/ 2800768 w 7467600"/>
              <a:gd name="connsiteY149" fmla="*/ 5010056 h 6858000"/>
              <a:gd name="connsiteX150" fmla="*/ 2879408 w 7467600"/>
              <a:gd name="connsiteY150" fmla="*/ 5031590 h 6858000"/>
              <a:gd name="connsiteX151" fmla="*/ 2862295 w 7467600"/>
              <a:gd name="connsiteY151" fmla="*/ 5022958 h 6858000"/>
              <a:gd name="connsiteX152" fmla="*/ 2813343 w 7467600"/>
              <a:gd name="connsiteY152" fmla="*/ 4998369 h 6858000"/>
              <a:gd name="connsiteX153" fmla="*/ 2646245 w 7467600"/>
              <a:gd name="connsiteY153" fmla="*/ 4930999 h 6858000"/>
              <a:gd name="connsiteX154" fmla="*/ 1999243 w 7467600"/>
              <a:gd name="connsiteY154" fmla="*/ 4730524 h 6858000"/>
              <a:gd name="connsiteX155" fmla="*/ 1979527 w 7467600"/>
              <a:gd name="connsiteY155" fmla="*/ 4726651 h 6858000"/>
              <a:gd name="connsiteX156" fmla="*/ 1927410 w 7467600"/>
              <a:gd name="connsiteY156" fmla="*/ 4716164 h 6858000"/>
              <a:gd name="connsiteX157" fmla="*/ 1997014 w 7467600"/>
              <a:gd name="connsiteY157" fmla="*/ 4698007 h 6858000"/>
              <a:gd name="connsiteX158" fmla="*/ 2005458 w 7467600"/>
              <a:gd name="connsiteY158" fmla="*/ 4699540 h 6858000"/>
              <a:gd name="connsiteX159" fmla="*/ 2657186 w 7467600"/>
              <a:gd name="connsiteY159" fmla="*/ 4901687 h 6858000"/>
              <a:gd name="connsiteX160" fmla="*/ 2826662 w 7467600"/>
              <a:gd name="connsiteY160" fmla="*/ 4970362 h 6858000"/>
              <a:gd name="connsiteX161" fmla="*/ 2876100 w 7467600"/>
              <a:gd name="connsiteY161" fmla="*/ 4995397 h 6858000"/>
              <a:gd name="connsiteX162" fmla="*/ 3042600 w 7467600"/>
              <a:gd name="connsiteY162" fmla="*/ 5059532 h 6858000"/>
              <a:gd name="connsiteX163" fmla="*/ 1997014 w 7467600"/>
              <a:gd name="connsiteY163" fmla="*/ 4698007 h 6858000"/>
              <a:gd name="connsiteX164" fmla="*/ 2305292 w 7467600"/>
              <a:gd name="connsiteY164" fmla="*/ 4219492 h 6858000"/>
              <a:gd name="connsiteX165" fmla="*/ 3360922 w 7467600"/>
              <a:gd name="connsiteY165" fmla="*/ 4529373 h 6858000"/>
              <a:gd name="connsiteX166" fmla="*/ 3492420 w 7467600"/>
              <a:gd name="connsiteY166" fmla="*/ 4510145 h 6858000"/>
              <a:gd name="connsiteX167" fmla="*/ 3364086 w 7467600"/>
              <a:gd name="connsiteY167" fmla="*/ 4480340 h 6858000"/>
              <a:gd name="connsiteX168" fmla="*/ 3225818 w 7467600"/>
              <a:gd name="connsiteY168" fmla="*/ 4411822 h 6858000"/>
              <a:gd name="connsiteX169" fmla="*/ 3129696 w 7467600"/>
              <a:gd name="connsiteY169" fmla="*/ 4360704 h 6858000"/>
              <a:gd name="connsiteX170" fmla="*/ 2814545 w 7467600"/>
              <a:gd name="connsiteY170" fmla="*/ 4282955 h 6858000"/>
              <a:gd name="connsiteX171" fmla="*/ 2305292 w 7467600"/>
              <a:gd name="connsiteY171" fmla="*/ 4219492 h 6858000"/>
              <a:gd name="connsiteX172" fmla="*/ 2626982 w 7467600"/>
              <a:gd name="connsiteY172" fmla="*/ 4206450 h 6858000"/>
              <a:gd name="connsiteX173" fmla="*/ 2490617 w 7467600"/>
              <a:gd name="connsiteY173" fmla="*/ 4206951 h 6858000"/>
              <a:gd name="connsiteX174" fmla="*/ 2819869 w 7467600"/>
              <a:gd name="connsiteY174" fmla="*/ 4252936 h 6858000"/>
              <a:gd name="connsiteX175" fmla="*/ 3143018 w 7467600"/>
              <a:gd name="connsiteY175" fmla="*/ 4332698 h 6858000"/>
              <a:gd name="connsiteX176" fmla="*/ 3241520 w 7467600"/>
              <a:gd name="connsiteY176" fmla="*/ 4385112 h 6858000"/>
              <a:gd name="connsiteX177" fmla="*/ 3374575 w 7467600"/>
              <a:gd name="connsiteY177" fmla="*/ 4451517 h 6858000"/>
              <a:gd name="connsiteX178" fmla="*/ 3505221 w 7467600"/>
              <a:gd name="connsiteY178" fmla="*/ 4480757 h 6858000"/>
              <a:gd name="connsiteX179" fmla="*/ 2626982 w 7467600"/>
              <a:gd name="connsiteY179" fmla="*/ 4206450 h 6858000"/>
              <a:gd name="connsiteX180" fmla="*/ 1310106 w 7467600"/>
              <a:gd name="connsiteY180" fmla="*/ 3943217 h 6858000"/>
              <a:gd name="connsiteX181" fmla="*/ 854994 w 7467600"/>
              <a:gd name="connsiteY181" fmla="*/ 4399136 h 6858000"/>
              <a:gd name="connsiteX182" fmla="*/ 742462 w 7467600"/>
              <a:gd name="connsiteY182" fmla="*/ 4594648 h 6858000"/>
              <a:gd name="connsiteX183" fmla="*/ 820602 w 7467600"/>
              <a:gd name="connsiteY183" fmla="*/ 4485915 h 6858000"/>
              <a:gd name="connsiteX184" fmla="*/ 878295 w 7467600"/>
              <a:gd name="connsiteY184" fmla="*/ 4403594 h 6858000"/>
              <a:gd name="connsiteX185" fmla="*/ 1240607 w 7467600"/>
              <a:gd name="connsiteY185" fmla="*/ 4010401 h 6858000"/>
              <a:gd name="connsiteX186" fmla="*/ 1310106 w 7467600"/>
              <a:gd name="connsiteY186" fmla="*/ 3943217 h 6858000"/>
              <a:gd name="connsiteX187" fmla="*/ 1423113 w 7467600"/>
              <a:gd name="connsiteY187" fmla="*/ 3874565 h 6858000"/>
              <a:gd name="connsiteX188" fmla="*/ 1260565 w 7467600"/>
              <a:gd name="connsiteY188" fmla="*/ 4031982 h 6858000"/>
              <a:gd name="connsiteX189" fmla="*/ 901900 w 7467600"/>
              <a:gd name="connsiteY189" fmla="*/ 4421236 h 6858000"/>
              <a:gd name="connsiteX190" fmla="*/ 845044 w 7467600"/>
              <a:gd name="connsiteY190" fmla="*/ 4502436 h 6858000"/>
              <a:gd name="connsiteX191" fmla="*/ 685926 w 7467600"/>
              <a:gd name="connsiteY191" fmla="*/ 4703069 h 6858000"/>
              <a:gd name="connsiteX192" fmla="*/ 684248 w 7467600"/>
              <a:gd name="connsiteY192" fmla="*/ 4706721 h 6858000"/>
              <a:gd name="connsiteX193" fmla="*/ 1423113 w 7467600"/>
              <a:gd name="connsiteY193" fmla="*/ 3874565 h 6858000"/>
              <a:gd name="connsiteX194" fmla="*/ 3316479 w 7467600"/>
              <a:gd name="connsiteY194" fmla="*/ 3872136 h 6858000"/>
              <a:gd name="connsiteX195" fmla="*/ 3546806 w 7467600"/>
              <a:gd name="connsiteY195" fmla="*/ 4356139 h 6858000"/>
              <a:gd name="connsiteX196" fmla="*/ 3364433 w 7467600"/>
              <a:gd name="connsiteY196" fmla="*/ 3953121 h 6858000"/>
              <a:gd name="connsiteX197" fmla="*/ 3316479 w 7467600"/>
              <a:gd name="connsiteY197" fmla="*/ 3872136 h 6858000"/>
              <a:gd name="connsiteX198" fmla="*/ 3291335 w 7467600"/>
              <a:gd name="connsiteY198" fmla="*/ 3767420 h 6858000"/>
              <a:gd name="connsiteX199" fmla="*/ 3390805 w 7467600"/>
              <a:gd name="connsiteY199" fmla="*/ 3937163 h 6858000"/>
              <a:gd name="connsiteX200" fmla="*/ 3579062 w 7467600"/>
              <a:gd name="connsiteY200" fmla="*/ 4359040 h 6858000"/>
              <a:gd name="connsiteX201" fmla="*/ 3467355 w 7467600"/>
              <a:gd name="connsiteY201" fmla="*/ 3988130 h 6858000"/>
              <a:gd name="connsiteX202" fmla="*/ 3310753 w 7467600"/>
              <a:gd name="connsiteY202" fmla="*/ 3787140 h 6858000"/>
              <a:gd name="connsiteX203" fmla="*/ 3291335 w 7467600"/>
              <a:gd name="connsiteY203" fmla="*/ 3767420 h 6858000"/>
              <a:gd name="connsiteX204" fmla="*/ 1635889 w 7467600"/>
              <a:gd name="connsiteY204" fmla="*/ 3709494 h 6858000"/>
              <a:gd name="connsiteX205" fmla="*/ 1634800 w 7467600"/>
              <a:gd name="connsiteY205" fmla="*/ 3731111 h 6858000"/>
              <a:gd name="connsiteX206" fmla="*/ 1635889 w 7467600"/>
              <a:gd name="connsiteY206" fmla="*/ 3709494 h 6858000"/>
              <a:gd name="connsiteX207" fmla="*/ 1510397 w 7467600"/>
              <a:gd name="connsiteY207" fmla="*/ 3684705 h 6858000"/>
              <a:gd name="connsiteX208" fmla="*/ 1146550 w 7467600"/>
              <a:gd name="connsiteY208" fmla="*/ 3802012 h 6858000"/>
              <a:gd name="connsiteX209" fmla="*/ 698834 w 7467600"/>
              <a:gd name="connsiteY209" fmla="*/ 3952272 h 6858000"/>
              <a:gd name="connsiteX210" fmla="*/ 34256 w 7467600"/>
              <a:gd name="connsiteY210" fmla="*/ 4347603 h 6858000"/>
              <a:gd name="connsiteX211" fmla="*/ 527241 w 7467600"/>
              <a:gd name="connsiteY211" fmla="*/ 4065078 h 6858000"/>
              <a:gd name="connsiteX212" fmla="*/ 1510397 w 7467600"/>
              <a:gd name="connsiteY212" fmla="*/ 3684705 h 6858000"/>
              <a:gd name="connsiteX213" fmla="*/ 1313114 w 7467600"/>
              <a:gd name="connsiteY213" fmla="*/ 3655216 h 6858000"/>
              <a:gd name="connsiteX214" fmla="*/ 1109304 w 7467600"/>
              <a:gd name="connsiteY214" fmla="*/ 3669030 h 6858000"/>
              <a:gd name="connsiteX215" fmla="*/ 8129 w 7467600"/>
              <a:gd name="connsiteY215" fmla="*/ 4330519 h 6858000"/>
              <a:gd name="connsiteX216" fmla="*/ 687572 w 7467600"/>
              <a:gd name="connsiteY216" fmla="*/ 3925629 h 6858000"/>
              <a:gd name="connsiteX217" fmla="*/ 1138365 w 7467600"/>
              <a:gd name="connsiteY217" fmla="*/ 3774515 h 6858000"/>
              <a:gd name="connsiteX218" fmla="*/ 1505579 w 7467600"/>
              <a:gd name="connsiteY218" fmla="*/ 3655526 h 6858000"/>
              <a:gd name="connsiteX219" fmla="*/ 1313114 w 7467600"/>
              <a:gd name="connsiteY219" fmla="*/ 3655216 h 6858000"/>
              <a:gd name="connsiteX220" fmla="*/ 3655073 w 7467600"/>
              <a:gd name="connsiteY220" fmla="*/ 3650884 h 6858000"/>
              <a:gd name="connsiteX221" fmla="*/ 3989938 w 7467600"/>
              <a:gd name="connsiteY221" fmla="*/ 3991685 h 6858000"/>
              <a:gd name="connsiteX222" fmla="*/ 4393907 w 7467600"/>
              <a:gd name="connsiteY222" fmla="*/ 4261258 h 6858000"/>
              <a:gd name="connsiteX223" fmla="*/ 4648051 w 7467600"/>
              <a:gd name="connsiteY223" fmla="*/ 4374051 h 6858000"/>
              <a:gd name="connsiteX224" fmla="*/ 4383389 w 7467600"/>
              <a:gd name="connsiteY224" fmla="*/ 4184369 h 6858000"/>
              <a:gd name="connsiteX225" fmla="*/ 4165508 w 7467600"/>
              <a:gd name="connsiteY225" fmla="*/ 4035196 h 6858000"/>
              <a:gd name="connsiteX226" fmla="*/ 4068162 w 7467600"/>
              <a:gd name="connsiteY226" fmla="*/ 3953394 h 6858000"/>
              <a:gd name="connsiteX227" fmla="*/ 3981416 w 7467600"/>
              <a:gd name="connsiteY227" fmla="*/ 3880482 h 6858000"/>
              <a:gd name="connsiteX228" fmla="*/ 3800147 w 7467600"/>
              <a:gd name="connsiteY228" fmla="*/ 3749872 h 6858000"/>
              <a:gd name="connsiteX229" fmla="*/ 3655073 w 7467600"/>
              <a:gd name="connsiteY229" fmla="*/ 3650884 h 6858000"/>
              <a:gd name="connsiteX230" fmla="*/ 3670252 w 7467600"/>
              <a:gd name="connsiteY230" fmla="*/ 3622798 h 6858000"/>
              <a:gd name="connsiteX231" fmla="*/ 3817258 w 7467600"/>
              <a:gd name="connsiteY231" fmla="*/ 3723577 h 6858000"/>
              <a:gd name="connsiteX232" fmla="*/ 4000461 w 7467600"/>
              <a:gd name="connsiteY232" fmla="*/ 3855966 h 6858000"/>
              <a:gd name="connsiteX233" fmla="*/ 4088180 w 7467600"/>
              <a:gd name="connsiteY233" fmla="*/ 3929774 h 6858000"/>
              <a:gd name="connsiteX234" fmla="*/ 4184555 w 7467600"/>
              <a:gd name="connsiteY234" fmla="*/ 4010683 h 6858000"/>
              <a:gd name="connsiteX235" fmla="*/ 4399563 w 7467600"/>
              <a:gd name="connsiteY235" fmla="*/ 4158106 h 6858000"/>
              <a:gd name="connsiteX236" fmla="*/ 4684469 w 7467600"/>
              <a:gd name="connsiteY236" fmla="*/ 4364680 h 6858000"/>
              <a:gd name="connsiteX237" fmla="*/ 4690271 w 7467600"/>
              <a:gd name="connsiteY237" fmla="*/ 4370034 h 6858000"/>
              <a:gd name="connsiteX238" fmla="*/ 4136093 w 7467600"/>
              <a:gd name="connsiteY238" fmla="*/ 3858466 h 6858000"/>
              <a:gd name="connsiteX239" fmla="*/ 3670252 w 7467600"/>
              <a:gd name="connsiteY239" fmla="*/ 3622798 h 6858000"/>
              <a:gd name="connsiteX240" fmla="*/ 4440129 w 7467600"/>
              <a:gd name="connsiteY240" fmla="*/ 3448571 h 6858000"/>
              <a:gd name="connsiteX241" fmla="*/ 4856525 w 7467600"/>
              <a:gd name="connsiteY241" fmla="*/ 3915351 h 6858000"/>
              <a:gd name="connsiteX242" fmla="*/ 5059055 w 7467600"/>
              <a:gd name="connsiteY242" fmla="*/ 4108918 h 6858000"/>
              <a:gd name="connsiteX243" fmla="*/ 5290070 w 7467600"/>
              <a:gd name="connsiteY243" fmla="*/ 4263619 h 6858000"/>
              <a:gd name="connsiteX244" fmla="*/ 4834991 w 7467600"/>
              <a:gd name="connsiteY244" fmla="*/ 3830985 h 6858000"/>
              <a:gd name="connsiteX245" fmla="*/ 4440129 w 7467600"/>
              <a:gd name="connsiteY245" fmla="*/ 3448571 h 6858000"/>
              <a:gd name="connsiteX246" fmla="*/ 4441737 w 7467600"/>
              <a:gd name="connsiteY246" fmla="*/ 3399734 h 6858000"/>
              <a:gd name="connsiteX247" fmla="*/ 4431236 w 7467600"/>
              <a:gd name="connsiteY247" fmla="*/ 3400954 h 6858000"/>
              <a:gd name="connsiteX248" fmla="*/ 4557150 w 7467600"/>
              <a:gd name="connsiteY248" fmla="*/ 3510023 h 6858000"/>
              <a:gd name="connsiteX249" fmla="*/ 4856936 w 7467600"/>
              <a:gd name="connsiteY249" fmla="*/ 3809146 h 6858000"/>
              <a:gd name="connsiteX250" fmla="*/ 5111996 w 7467600"/>
              <a:gd name="connsiteY250" fmla="*/ 4065759 h 6858000"/>
              <a:gd name="connsiteX251" fmla="*/ 5388878 w 7467600"/>
              <a:gd name="connsiteY251" fmla="*/ 4300185 h 6858000"/>
              <a:gd name="connsiteX252" fmla="*/ 5425556 w 7467600"/>
              <a:gd name="connsiteY252" fmla="*/ 4308967 h 6858000"/>
              <a:gd name="connsiteX253" fmla="*/ 4943646 w 7467600"/>
              <a:gd name="connsiteY253" fmla="*/ 3822916 h 6858000"/>
              <a:gd name="connsiteX254" fmla="*/ 4594837 w 7467600"/>
              <a:gd name="connsiteY254" fmla="*/ 3532274 h 6858000"/>
              <a:gd name="connsiteX255" fmla="*/ 4441737 w 7467600"/>
              <a:gd name="connsiteY255" fmla="*/ 3399734 h 6858000"/>
              <a:gd name="connsiteX256" fmla="*/ 5425834 w 7467600"/>
              <a:gd name="connsiteY256" fmla="*/ 3162785 h 6858000"/>
              <a:gd name="connsiteX257" fmla="*/ 5401644 w 7467600"/>
              <a:gd name="connsiteY257" fmla="*/ 3617847 h 6858000"/>
              <a:gd name="connsiteX258" fmla="*/ 5467256 w 7467600"/>
              <a:gd name="connsiteY258" fmla="*/ 4175494 h 6858000"/>
              <a:gd name="connsiteX259" fmla="*/ 5448069 w 7467600"/>
              <a:gd name="connsiteY259" fmla="*/ 3567554 h 6858000"/>
              <a:gd name="connsiteX260" fmla="*/ 5425834 w 7467600"/>
              <a:gd name="connsiteY260" fmla="*/ 3162785 h 6858000"/>
              <a:gd name="connsiteX261" fmla="*/ 1318687 w 7467600"/>
              <a:gd name="connsiteY261" fmla="*/ 3113840 h 6858000"/>
              <a:gd name="connsiteX262" fmla="*/ 1066793 w 7467600"/>
              <a:gd name="connsiteY262" fmla="*/ 3212171 h 6858000"/>
              <a:gd name="connsiteX263" fmla="*/ 993319 w 7467600"/>
              <a:gd name="connsiteY263" fmla="*/ 3247648 h 6858000"/>
              <a:gd name="connsiteX264" fmla="*/ 853081 w 7467600"/>
              <a:gd name="connsiteY264" fmla="*/ 3312410 h 6858000"/>
              <a:gd name="connsiteX265" fmla="*/ 805957 w 7467600"/>
              <a:gd name="connsiteY265" fmla="*/ 3330443 h 6858000"/>
              <a:gd name="connsiteX266" fmla="*/ 1318687 w 7467600"/>
              <a:gd name="connsiteY266" fmla="*/ 3113840 h 6858000"/>
              <a:gd name="connsiteX267" fmla="*/ 5453702 w 7467600"/>
              <a:gd name="connsiteY267" fmla="*/ 3090882 h 6858000"/>
              <a:gd name="connsiteX268" fmla="*/ 5480135 w 7467600"/>
              <a:gd name="connsiteY268" fmla="*/ 3565802 h 6858000"/>
              <a:gd name="connsiteX269" fmla="*/ 5499023 w 7467600"/>
              <a:gd name="connsiteY269" fmla="*/ 4166310 h 6858000"/>
              <a:gd name="connsiteX270" fmla="*/ 5547022 w 7467600"/>
              <a:gd name="connsiteY270" fmla="*/ 3607838 h 6858000"/>
              <a:gd name="connsiteX271" fmla="*/ 5515964 w 7467600"/>
              <a:gd name="connsiteY271" fmla="*/ 3378541 h 6858000"/>
              <a:gd name="connsiteX272" fmla="*/ 5453702 w 7467600"/>
              <a:gd name="connsiteY272" fmla="*/ 3090882 h 6858000"/>
              <a:gd name="connsiteX273" fmla="*/ 1238695 w 7467600"/>
              <a:gd name="connsiteY273" fmla="*/ 3076820 h 6858000"/>
              <a:gd name="connsiteX274" fmla="*/ 716371 w 7467600"/>
              <a:gd name="connsiteY274" fmla="*/ 3293249 h 6858000"/>
              <a:gd name="connsiteX275" fmla="*/ 579522 w 7467600"/>
              <a:gd name="connsiteY275" fmla="*/ 3371759 h 6858000"/>
              <a:gd name="connsiteX276" fmla="*/ 600288 w 7467600"/>
              <a:gd name="connsiteY276" fmla="*/ 3365555 h 6858000"/>
              <a:gd name="connsiteX277" fmla="*/ 840692 w 7467600"/>
              <a:gd name="connsiteY277" fmla="*/ 3284921 h 6858000"/>
              <a:gd name="connsiteX278" fmla="*/ 979248 w 7467600"/>
              <a:gd name="connsiteY278" fmla="*/ 3221003 h 6858000"/>
              <a:gd name="connsiteX279" fmla="*/ 1053282 w 7467600"/>
              <a:gd name="connsiteY279" fmla="*/ 3185247 h 6858000"/>
              <a:gd name="connsiteX280" fmla="*/ 1320603 w 7467600"/>
              <a:gd name="connsiteY280" fmla="*/ 3081281 h 6858000"/>
              <a:gd name="connsiteX281" fmla="*/ 1238695 w 7467600"/>
              <a:gd name="connsiteY281" fmla="*/ 3076820 h 6858000"/>
              <a:gd name="connsiteX282" fmla="*/ 5425627 w 7467600"/>
              <a:gd name="connsiteY282" fmla="*/ 2954192 h 6858000"/>
              <a:gd name="connsiteX283" fmla="*/ 5470770 w 7467600"/>
              <a:gd name="connsiteY283" fmla="*/ 3005435 h 6858000"/>
              <a:gd name="connsiteX284" fmla="*/ 5519779 w 7467600"/>
              <a:gd name="connsiteY284" fmla="*/ 4359223 h 6858000"/>
              <a:gd name="connsiteX285" fmla="*/ 5520293 w 7467600"/>
              <a:gd name="connsiteY285" fmla="*/ 4360602 h 6858000"/>
              <a:gd name="connsiteX286" fmla="*/ 5767221 w 7467600"/>
              <a:gd name="connsiteY286" fmla="*/ 4665564 h 6858000"/>
              <a:gd name="connsiteX287" fmla="*/ 6937169 w 7467600"/>
              <a:gd name="connsiteY287" fmla="*/ 4815941 h 6858000"/>
              <a:gd name="connsiteX288" fmla="*/ 6953922 w 7467600"/>
              <a:gd name="connsiteY288" fmla="*/ 4890068 h 6858000"/>
              <a:gd name="connsiteX289" fmla="*/ 6071359 w 7467600"/>
              <a:gd name="connsiteY289" fmla="*/ 4770770 h 6858000"/>
              <a:gd name="connsiteX290" fmla="*/ 6038839 w 7467600"/>
              <a:gd name="connsiteY290" fmla="*/ 4764474 h 6858000"/>
              <a:gd name="connsiteX291" fmla="*/ 6038706 w 7467600"/>
              <a:gd name="connsiteY291" fmla="*/ 4763847 h 6858000"/>
              <a:gd name="connsiteX292" fmla="*/ 6037784 w 7467600"/>
              <a:gd name="connsiteY292" fmla="*/ 4764270 h 6858000"/>
              <a:gd name="connsiteX293" fmla="*/ 6038839 w 7467600"/>
              <a:gd name="connsiteY293" fmla="*/ 4764474 h 6858000"/>
              <a:gd name="connsiteX294" fmla="*/ 6040338 w 7467600"/>
              <a:gd name="connsiteY294" fmla="*/ 4771418 h 6858000"/>
              <a:gd name="connsiteX295" fmla="*/ 6024488 w 7467600"/>
              <a:gd name="connsiteY295" fmla="*/ 4809903 h 6858000"/>
              <a:gd name="connsiteX296" fmla="*/ 5599771 w 7467600"/>
              <a:gd name="connsiteY296" fmla="*/ 5509652 h 6858000"/>
              <a:gd name="connsiteX297" fmla="*/ 5548843 w 7467600"/>
              <a:gd name="connsiteY297" fmla="*/ 5563845 h 6858000"/>
              <a:gd name="connsiteX298" fmla="*/ 5940952 w 7467600"/>
              <a:gd name="connsiteY298" fmla="*/ 6250028 h 6858000"/>
              <a:gd name="connsiteX299" fmla="*/ 6043441 w 7467600"/>
              <a:gd name="connsiteY299" fmla="*/ 6665847 h 6858000"/>
              <a:gd name="connsiteX300" fmla="*/ 6093432 w 7467600"/>
              <a:gd name="connsiteY300" fmla="*/ 6858000 h 6858000"/>
              <a:gd name="connsiteX301" fmla="*/ 6034344 w 7467600"/>
              <a:gd name="connsiteY301" fmla="*/ 6858000 h 6858000"/>
              <a:gd name="connsiteX302" fmla="*/ 6026679 w 7467600"/>
              <a:gd name="connsiteY302" fmla="*/ 6836959 h 6858000"/>
              <a:gd name="connsiteX303" fmla="*/ 5800441 w 7467600"/>
              <a:gd name="connsiteY303" fmla="*/ 6335286 h 6858000"/>
              <a:gd name="connsiteX304" fmla="*/ 5526562 w 7467600"/>
              <a:gd name="connsiteY304" fmla="*/ 5705388 h 6858000"/>
              <a:gd name="connsiteX305" fmla="*/ 5519640 w 7467600"/>
              <a:gd name="connsiteY305" fmla="*/ 5683774 h 6858000"/>
              <a:gd name="connsiteX306" fmla="*/ 5844559 w 7467600"/>
              <a:gd name="connsiteY306" fmla="*/ 6553349 h 6858000"/>
              <a:gd name="connsiteX307" fmla="*/ 5975994 w 7467600"/>
              <a:gd name="connsiteY307" fmla="*/ 6858000 h 6858000"/>
              <a:gd name="connsiteX308" fmla="*/ 5898547 w 7467600"/>
              <a:gd name="connsiteY308" fmla="*/ 6858000 h 6858000"/>
              <a:gd name="connsiteX309" fmla="*/ 5682041 w 7467600"/>
              <a:gd name="connsiteY309" fmla="*/ 6355860 h 6858000"/>
              <a:gd name="connsiteX310" fmla="*/ 5461758 w 7467600"/>
              <a:gd name="connsiteY310" fmla="*/ 5820220 h 6858000"/>
              <a:gd name="connsiteX311" fmla="*/ 5237282 w 7467600"/>
              <a:gd name="connsiteY311" fmla="*/ 6579086 h 6858000"/>
              <a:gd name="connsiteX312" fmla="*/ 5115009 w 7467600"/>
              <a:gd name="connsiteY312" fmla="*/ 6858000 h 6858000"/>
              <a:gd name="connsiteX313" fmla="*/ 5028074 w 7467600"/>
              <a:gd name="connsiteY313" fmla="*/ 6858000 h 6858000"/>
              <a:gd name="connsiteX314" fmla="*/ 5079508 w 7467600"/>
              <a:gd name="connsiteY314" fmla="*/ 6749074 h 6858000"/>
              <a:gd name="connsiteX315" fmla="*/ 5371846 w 7467600"/>
              <a:gd name="connsiteY315" fmla="*/ 5924413 h 6858000"/>
              <a:gd name="connsiteX316" fmla="*/ 5270512 w 7467600"/>
              <a:gd name="connsiteY316" fmla="*/ 6138975 h 6858000"/>
              <a:gd name="connsiteX317" fmla="*/ 5062409 w 7467600"/>
              <a:gd name="connsiteY317" fmla="*/ 6653544 h 6858000"/>
              <a:gd name="connsiteX318" fmla="*/ 5036628 w 7467600"/>
              <a:gd name="connsiteY318" fmla="*/ 6754247 h 6858000"/>
              <a:gd name="connsiteX319" fmla="*/ 5009112 w 7467600"/>
              <a:gd name="connsiteY319" fmla="*/ 6858000 h 6858000"/>
              <a:gd name="connsiteX320" fmla="*/ 4976679 w 7467600"/>
              <a:gd name="connsiteY320" fmla="*/ 6858000 h 6858000"/>
              <a:gd name="connsiteX321" fmla="*/ 5006537 w 7467600"/>
              <a:gd name="connsiteY321" fmla="*/ 6747068 h 6858000"/>
              <a:gd name="connsiteX322" fmla="*/ 5032723 w 7467600"/>
              <a:gd name="connsiteY322" fmla="*/ 6644957 h 6858000"/>
              <a:gd name="connsiteX323" fmla="*/ 5242949 w 7467600"/>
              <a:gd name="connsiteY323" fmla="*/ 6125175 h 6858000"/>
              <a:gd name="connsiteX324" fmla="*/ 5286321 w 7467600"/>
              <a:gd name="connsiteY324" fmla="*/ 6033555 h 6858000"/>
              <a:gd name="connsiteX325" fmla="*/ 5008210 w 7467600"/>
              <a:gd name="connsiteY325" fmla="*/ 6649194 h 6858000"/>
              <a:gd name="connsiteX326" fmla="*/ 4986321 w 7467600"/>
              <a:gd name="connsiteY326" fmla="*/ 6765687 h 6858000"/>
              <a:gd name="connsiteX327" fmla="*/ 4973474 w 7467600"/>
              <a:gd name="connsiteY327" fmla="*/ 6858000 h 6858000"/>
              <a:gd name="connsiteX328" fmla="*/ 4907178 w 7467600"/>
              <a:gd name="connsiteY328" fmla="*/ 6858000 h 6858000"/>
              <a:gd name="connsiteX329" fmla="*/ 4910810 w 7467600"/>
              <a:gd name="connsiteY329" fmla="*/ 6829660 h 6858000"/>
              <a:gd name="connsiteX330" fmla="*/ 4987461 w 7467600"/>
              <a:gd name="connsiteY330" fmla="*/ 6432994 h 6858000"/>
              <a:gd name="connsiteX331" fmla="*/ 5179262 w 7467600"/>
              <a:gd name="connsiteY331" fmla="*/ 6035044 h 6858000"/>
              <a:gd name="connsiteX332" fmla="*/ 4689678 w 7467600"/>
              <a:gd name="connsiteY332" fmla="*/ 6440241 h 6858000"/>
              <a:gd name="connsiteX333" fmla="*/ 4477543 w 7467600"/>
              <a:gd name="connsiteY333" fmla="*/ 6674836 h 6858000"/>
              <a:gd name="connsiteX334" fmla="*/ 4329957 w 7467600"/>
              <a:gd name="connsiteY334" fmla="*/ 6858000 h 6858000"/>
              <a:gd name="connsiteX335" fmla="*/ 4218595 w 7467600"/>
              <a:gd name="connsiteY335" fmla="*/ 6858000 h 6858000"/>
              <a:gd name="connsiteX336" fmla="*/ 4368888 w 7467600"/>
              <a:gd name="connsiteY336" fmla="*/ 6668412 h 6858000"/>
              <a:gd name="connsiteX337" fmla="*/ 4563091 w 7467600"/>
              <a:gd name="connsiteY337" fmla="*/ 6442508 h 6858000"/>
              <a:gd name="connsiteX338" fmla="*/ 5387324 w 7467600"/>
              <a:gd name="connsiteY338" fmla="*/ 5705830 h 6858000"/>
              <a:gd name="connsiteX339" fmla="*/ 5073620 w 7467600"/>
              <a:gd name="connsiteY339" fmla="*/ 5955437 h 6858000"/>
              <a:gd name="connsiteX340" fmla="*/ 4689789 w 7467600"/>
              <a:gd name="connsiteY340" fmla="*/ 6268382 h 6858000"/>
              <a:gd name="connsiteX341" fmla="*/ 4418722 w 7467600"/>
              <a:gd name="connsiteY341" fmla="*/ 6570886 h 6858000"/>
              <a:gd name="connsiteX342" fmla="*/ 4214944 w 7467600"/>
              <a:gd name="connsiteY342" fmla="*/ 6858000 h 6858000"/>
              <a:gd name="connsiteX343" fmla="*/ 4177898 w 7467600"/>
              <a:gd name="connsiteY343" fmla="*/ 6858000 h 6858000"/>
              <a:gd name="connsiteX344" fmla="*/ 4391597 w 7467600"/>
              <a:gd name="connsiteY344" fmla="*/ 6556370 h 6858000"/>
              <a:gd name="connsiteX345" fmla="*/ 4668889 w 7467600"/>
              <a:gd name="connsiteY345" fmla="*/ 6246399 h 6858000"/>
              <a:gd name="connsiteX346" fmla="*/ 5055427 w 7467600"/>
              <a:gd name="connsiteY346" fmla="*/ 5931476 h 6858000"/>
              <a:gd name="connsiteX347" fmla="*/ 5371814 w 7467600"/>
              <a:gd name="connsiteY347" fmla="*/ 5678975 h 6858000"/>
              <a:gd name="connsiteX348" fmla="*/ 4987918 w 7467600"/>
              <a:gd name="connsiteY348" fmla="*/ 5838701 h 6858000"/>
              <a:gd name="connsiteX349" fmla="*/ 4317146 w 7467600"/>
              <a:gd name="connsiteY349" fmla="*/ 6587716 h 6858000"/>
              <a:gd name="connsiteX350" fmla="*/ 4171627 w 7467600"/>
              <a:gd name="connsiteY350" fmla="*/ 6858000 h 6858000"/>
              <a:gd name="connsiteX351" fmla="*/ 4081585 w 7467600"/>
              <a:gd name="connsiteY351" fmla="*/ 6858000 h 6858000"/>
              <a:gd name="connsiteX352" fmla="*/ 4238603 w 7467600"/>
              <a:gd name="connsiteY352" fmla="*/ 6559341 h 6858000"/>
              <a:gd name="connsiteX353" fmla="*/ 4778333 w 7467600"/>
              <a:gd name="connsiteY353" fmla="*/ 5873626 h 6858000"/>
              <a:gd name="connsiteX354" fmla="*/ 5414185 w 7467600"/>
              <a:gd name="connsiteY354" fmla="*/ 5573882 h 6858000"/>
              <a:gd name="connsiteX355" fmla="*/ 5959648 w 7467600"/>
              <a:gd name="connsiteY355" fmla="*/ 4760797 h 6858000"/>
              <a:gd name="connsiteX356" fmla="*/ 5355019 w 7467600"/>
              <a:gd name="connsiteY356" fmla="*/ 4734672 h 6858000"/>
              <a:gd name="connsiteX357" fmla="*/ 5083565 w 7467600"/>
              <a:gd name="connsiteY357" fmla="*/ 5179121 h 6858000"/>
              <a:gd name="connsiteX358" fmla="*/ 4713577 w 7467600"/>
              <a:gd name="connsiteY358" fmla="*/ 5616803 h 6858000"/>
              <a:gd name="connsiteX359" fmla="*/ 3989559 w 7467600"/>
              <a:gd name="connsiteY359" fmla="*/ 6145945 h 6858000"/>
              <a:gd name="connsiteX360" fmla="*/ 3939824 w 7467600"/>
              <a:gd name="connsiteY360" fmla="*/ 6066900 h 6858000"/>
              <a:gd name="connsiteX361" fmla="*/ 4584537 w 7467600"/>
              <a:gd name="connsiteY361" fmla="*/ 5324826 h 6858000"/>
              <a:gd name="connsiteX362" fmla="*/ 5037105 w 7467600"/>
              <a:gd name="connsiteY362" fmla="*/ 5088765 h 6858000"/>
              <a:gd name="connsiteX363" fmla="*/ 5039930 w 7467600"/>
              <a:gd name="connsiteY363" fmla="*/ 5089585 h 6858000"/>
              <a:gd name="connsiteX364" fmla="*/ 5263764 w 7467600"/>
              <a:gd name="connsiteY364" fmla="*/ 4735525 h 6858000"/>
              <a:gd name="connsiteX365" fmla="*/ 4086300 w 7467600"/>
              <a:gd name="connsiteY365" fmla="*/ 4884599 h 6858000"/>
              <a:gd name="connsiteX366" fmla="*/ 4085485 w 7467600"/>
              <a:gd name="connsiteY366" fmla="*/ 4899070 h 6858000"/>
              <a:gd name="connsiteX367" fmla="*/ 3871915 w 7467600"/>
              <a:gd name="connsiteY367" fmla="*/ 5253645 h 6858000"/>
              <a:gd name="connsiteX368" fmla="*/ 3799374 w 7467600"/>
              <a:gd name="connsiteY368" fmla="*/ 5466127 h 6858000"/>
              <a:gd name="connsiteX369" fmla="*/ 3498850 w 7467600"/>
              <a:gd name="connsiteY369" fmla="*/ 6661888 h 6858000"/>
              <a:gd name="connsiteX370" fmla="*/ 3399216 w 7467600"/>
              <a:gd name="connsiteY370" fmla="*/ 6858000 h 6858000"/>
              <a:gd name="connsiteX371" fmla="*/ 3303688 w 7467600"/>
              <a:gd name="connsiteY371" fmla="*/ 6858000 h 6858000"/>
              <a:gd name="connsiteX372" fmla="*/ 3391774 w 7467600"/>
              <a:gd name="connsiteY372" fmla="*/ 6697181 h 6858000"/>
              <a:gd name="connsiteX373" fmla="*/ 3735540 w 7467600"/>
              <a:gd name="connsiteY373" fmla="*/ 5546923 h 6858000"/>
              <a:gd name="connsiteX374" fmla="*/ 3729438 w 7467600"/>
              <a:gd name="connsiteY374" fmla="*/ 5569058 h 6858000"/>
              <a:gd name="connsiteX375" fmla="*/ 3707782 w 7467600"/>
              <a:gd name="connsiteY375" fmla="*/ 5644908 h 6858000"/>
              <a:gd name="connsiteX376" fmla="*/ 3583827 w 7467600"/>
              <a:gd name="connsiteY376" fmla="*/ 6039215 h 6858000"/>
              <a:gd name="connsiteX377" fmla="*/ 3547861 w 7467600"/>
              <a:gd name="connsiteY377" fmla="*/ 6129609 h 6858000"/>
              <a:gd name="connsiteX378" fmla="*/ 3490905 w 7467600"/>
              <a:gd name="connsiteY378" fmla="*/ 6277660 h 6858000"/>
              <a:gd name="connsiteX379" fmla="*/ 3455859 w 7467600"/>
              <a:gd name="connsiteY379" fmla="*/ 6391301 h 6858000"/>
              <a:gd name="connsiteX380" fmla="*/ 3429112 w 7467600"/>
              <a:gd name="connsiteY380" fmla="*/ 6479469 h 6858000"/>
              <a:gd name="connsiteX381" fmla="*/ 3304862 w 7467600"/>
              <a:gd name="connsiteY381" fmla="*/ 6796476 h 6858000"/>
              <a:gd name="connsiteX382" fmla="*/ 3276071 w 7467600"/>
              <a:gd name="connsiteY382" fmla="*/ 6858000 h 6858000"/>
              <a:gd name="connsiteX383" fmla="*/ 3240805 w 7467600"/>
              <a:gd name="connsiteY383" fmla="*/ 6858000 h 6858000"/>
              <a:gd name="connsiteX384" fmla="*/ 3275917 w 7467600"/>
              <a:gd name="connsiteY384" fmla="*/ 6783192 h 6858000"/>
              <a:gd name="connsiteX385" fmla="*/ 3399358 w 7467600"/>
              <a:gd name="connsiteY385" fmla="*/ 6469011 h 6858000"/>
              <a:gd name="connsiteX386" fmla="*/ 3425650 w 7467600"/>
              <a:gd name="connsiteY386" fmla="*/ 6381333 h 6858000"/>
              <a:gd name="connsiteX387" fmla="*/ 3460661 w 7467600"/>
              <a:gd name="connsiteY387" fmla="*/ 6266763 h 6858000"/>
              <a:gd name="connsiteX388" fmla="*/ 3518021 w 7467600"/>
              <a:gd name="connsiteY388" fmla="*/ 6117298 h 6858000"/>
              <a:gd name="connsiteX389" fmla="*/ 3554035 w 7467600"/>
              <a:gd name="connsiteY389" fmla="*/ 6027832 h 6858000"/>
              <a:gd name="connsiteX390" fmla="*/ 3677174 w 7467600"/>
              <a:gd name="connsiteY390" fmla="*/ 5636351 h 6858000"/>
              <a:gd name="connsiteX391" fmla="*/ 3698819 w 7467600"/>
              <a:gd name="connsiteY391" fmla="*/ 5560503 h 6858000"/>
              <a:gd name="connsiteX392" fmla="*/ 3702094 w 7467600"/>
              <a:gd name="connsiteY392" fmla="*/ 5549194 h 6858000"/>
              <a:gd name="connsiteX393" fmla="*/ 3398355 w 7467600"/>
              <a:gd name="connsiteY393" fmla="*/ 6094603 h 6858000"/>
              <a:gd name="connsiteX394" fmla="*/ 3193941 w 7467600"/>
              <a:gd name="connsiteY394" fmla="*/ 6798775 h 6858000"/>
              <a:gd name="connsiteX395" fmla="*/ 3184140 w 7467600"/>
              <a:gd name="connsiteY395" fmla="*/ 6858000 h 6858000"/>
              <a:gd name="connsiteX396" fmla="*/ 3099978 w 7467600"/>
              <a:gd name="connsiteY396" fmla="*/ 6858000 h 6858000"/>
              <a:gd name="connsiteX397" fmla="*/ 3101556 w 7467600"/>
              <a:gd name="connsiteY397" fmla="*/ 6843337 h 6858000"/>
              <a:gd name="connsiteX398" fmla="*/ 3370162 w 7467600"/>
              <a:gd name="connsiteY398" fmla="*/ 5785550 h 6858000"/>
              <a:gd name="connsiteX399" fmla="*/ 3746477 w 7467600"/>
              <a:gd name="connsiteY399" fmla="*/ 5377889 h 6858000"/>
              <a:gd name="connsiteX400" fmla="*/ 3863399 w 7467600"/>
              <a:gd name="connsiteY400" fmla="*/ 5087257 h 6858000"/>
              <a:gd name="connsiteX401" fmla="*/ 3968712 w 7467600"/>
              <a:gd name="connsiteY401" fmla="*/ 4913989 h 6858000"/>
              <a:gd name="connsiteX402" fmla="*/ 2792390 w 7467600"/>
              <a:gd name="connsiteY402" fmla="*/ 5382974 h 6858000"/>
              <a:gd name="connsiteX403" fmla="*/ 2714982 w 7467600"/>
              <a:gd name="connsiteY403" fmla="*/ 5427051 h 6858000"/>
              <a:gd name="connsiteX404" fmla="*/ 2813361 w 7467600"/>
              <a:gd name="connsiteY404" fmla="*/ 6023912 h 6858000"/>
              <a:gd name="connsiteX405" fmla="*/ 2688430 w 7467600"/>
              <a:gd name="connsiteY405" fmla="*/ 6801564 h 6858000"/>
              <a:gd name="connsiteX406" fmla="*/ 2629626 w 7467600"/>
              <a:gd name="connsiteY406" fmla="*/ 6763394 h 6858000"/>
              <a:gd name="connsiteX407" fmla="*/ 2565328 w 7467600"/>
              <a:gd name="connsiteY407" fmla="*/ 5516399 h 6858000"/>
              <a:gd name="connsiteX408" fmla="*/ 1922999 w 7467600"/>
              <a:gd name="connsiteY408" fmla="*/ 5980343 h 6858000"/>
              <a:gd name="connsiteX409" fmla="*/ 1950261 w 7467600"/>
              <a:gd name="connsiteY409" fmla="*/ 6405858 h 6858000"/>
              <a:gd name="connsiteX410" fmla="*/ 2365554 w 7467600"/>
              <a:gd name="connsiteY410" fmla="*/ 6759107 h 6858000"/>
              <a:gd name="connsiteX411" fmla="*/ 2424142 w 7467600"/>
              <a:gd name="connsiteY411" fmla="*/ 6858000 h 6858000"/>
              <a:gd name="connsiteX412" fmla="*/ 2395994 w 7467600"/>
              <a:gd name="connsiteY412" fmla="*/ 6858000 h 6858000"/>
              <a:gd name="connsiteX413" fmla="*/ 2392863 w 7467600"/>
              <a:gd name="connsiteY413" fmla="*/ 6852964 h 6858000"/>
              <a:gd name="connsiteX414" fmla="*/ 2017589 w 7467600"/>
              <a:gd name="connsiteY414" fmla="*/ 6493982 h 6858000"/>
              <a:gd name="connsiteX415" fmla="*/ 2147336 w 7467600"/>
              <a:gd name="connsiteY415" fmla="*/ 6594052 h 6858000"/>
              <a:gd name="connsiteX416" fmla="*/ 2207047 w 7467600"/>
              <a:gd name="connsiteY416" fmla="*/ 6654540 h 6858000"/>
              <a:gd name="connsiteX417" fmla="*/ 2299106 w 7467600"/>
              <a:gd name="connsiteY417" fmla="*/ 6778931 h 6858000"/>
              <a:gd name="connsiteX418" fmla="*/ 2314430 w 7467600"/>
              <a:gd name="connsiteY418" fmla="*/ 6801144 h 6858000"/>
              <a:gd name="connsiteX419" fmla="*/ 2352406 w 7467600"/>
              <a:gd name="connsiteY419" fmla="*/ 6858000 h 6858000"/>
              <a:gd name="connsiteX420" fmla="*/ 2314492 w 7467600"/>
              <a:gd name="connsiteY420" fmla="*/ 6858000 h 6858000"/>
              <a:gd name="connsiteX421" fmla="*/ 2288095 w 7467600"/>
              <a:gd name="connsiteY421" fmla="*/ 6818030 h 6858000"/>
              <a:gd name="connsiteX422" fmla="*/ 2272768 w 7467600"/>
              <a:gd name="connsiteY422" fmla="*/ 6795822 h 6858000"/>
              <a:gd name="connsiteX423" fmla="*/ 2182715 w 7467600"/>
              <a:gd name="connsiteY423" fmla="*/ 6675071 h 6858000"/>
              <a:gd name="connsiteX424" fmla="*/ 2032061 w 7467600"/>
              <a:gd name="connsiteY424" fmla="*/ 6541380 h 6858000"/>
              <a:gd name="connsiteX425" fmla="*/ 2257220 w 7467600"/>
              <a:gd name="connsiteY425" fmla="*/ 6826257 h 6858000"/>
              <a:gd name="connsiteX426" fmla="*/ 2281324 w 7467600"/>
              <a:gd name="connsiteY426" fmla="*/ 6858000 h 6858000"/>
              <a:gd name="connsiteX427" fmla="*/ 2242860 w 7467600"/>
              <a:gd name="connsiteY427" fmla="*/ 6858000 h 6858000"/>
              <a:gd name="connsiteX428" fmla="*/ 2232818 w 7467600"/>
              <a:gd name="connsiteY428" fmla="*/ 6844926 h 6858000"/>
              <a:gd name="connsiteX429" fmla="*/ 1990172 w 7467600"/>
              <a:gd name="connsiteY429" fmla="*/ 6542121 h 6858000"/>
              <a:gd name="connsiteX430" fmla="*/ 2124090 w 7467600"/>
              <a:gd name="connsiteY430" fmla="*/ 6761017 h 6858000"/>
              <a:gd name="connsiteX431" fmla="*/ 2200380 w 7467600"/>
              <a:gd name="connsiteY431" fmla="*/ 6858000 h 6858000"/>
              <a:gd name="connsiteX432" fmla="*/ 2147507 w 7467600"/>
              <a:gd name="connsiteY432" fmla="*/ 6858000 h 6858000"/>
              <a:gd name="connsiteX433" fmla="*/ 2070668 w 7467600"/>
              <a:gd name="connsiteY433" fmla="*/ 6761520 h 6858000"/>
              <a:gd name="connsiteX434" fmla="*/ 1975142 w 7467600"/>
              <a:gd name="connsiteY434" fmla="*/ 6585570 h 6858000"/>
              <a:gd name="connsiteX435" fmla="*/ 2050035 w 7467600"/>
              <a:gd name="connsiteY435" fmla="*/ 6813345 h 6858000"/>
              <a:gd name="connsiteX436" fmla="*/ 2063025 w 7467600"/>
              <a:gd name="connsiteY436" fmla="*/ 6858000 h 6858000"/>
              <a:gd name="connsiteX437" fmla="*/ 2021675 w 7467600"/>
              <a:gd name="connsiteY437" fmla="*/ 6858000 h 6858000"/>
              <a:gd name="connsiteX438" fmla="*/ 2019308 w 7467600"/>
              <a:gd name="connsiteY438" fmla="*/ 6847118 h 6858000"/>
              <a:gd name="connsiteX439" fmla="*/ 1938835 w 7467600"/>
              <a:gd name="connsiteY439" fmla="*/ 6551160 h 6858000"/>
              <a:gd name="connsiteX440" fmla="*/ 1953230 w 7467600"/>
              <a:gd name="connsiteY440" fmla="*/ 6759699 h 6858000"/>
              <a:gd name="connsiteX441" fmla="*/ 1956763 w 7467600"/>
              <a:gd name="connsiteY441" fmla="*/ 6778191 h 6858000"/>
              <a:gd name="connsiteX442" fmla="*/ 1967925 w 7467600"/>
              <a:gd name="connsiteY442" fmla="*/ 6858000 h 6858000"/>
              <a:gd name="connsiteX443" fmla="*/ 1936622 w 7467600"/>
              <a:gd name="connsiteY443" fmla="*/ 6858000 h 6858000"/>
              <a:gd name="connsiteX444" fmla="*/ 1926261 w 7467600"/>
              <a:gd name="connsiteY444" fmla="*/ 6784064 h 6858000"/>
              <a:gd name="connsiteX445" fmla="*/ 1922724 w 7467600"/>
              <a:gd name="connsiteY445" fmla="*/ 6765577 h 6858000"/>
              <a:gd name="connsiteX446" fmla="*/ 1904650 w 7467600"/>
              <a:gd name="connsiteY446" fmla="*/ 6639616 h 6858000"/>
              <a:gd name="connsiteX447" fmla="*/ 1885273 w 7467600"/>
              <a:gd name="connsiteY447" fmla="*/ 6858000 h 6858000"/>
              <a:gd name="connsiteX448" fmla="*/ 1854363 w 7467600"/>
              <a:gd name="connsiteY448" fmla="*/ 6858000 h 6858000"/>
              <a:gd name="connsiteX449" fmla="*/ 1880391 w 7467600"/>
              <a:gd name="connsiteY449" fmla="*/ 6603796 h 6858000"/>
              <a:gd name="connsiteX450" fmla="*/ 1818273 w 7467600"/>
              <a:gd name="connsiteY450" fmla="*/ 6715729 h 6858000"/>
              <a:gd name="connsiteX451" fmla="*/ 1794691 w 7467600"/>
              <a:gd name="connsiteY451" fmla="*/ 6843239 h 6858000"/>
              <a:gd name="connsiteX452" fmla="*/ 1794914 w 7467600"/>
              <a:gd name="connsiteY452" fmla="*/ 6858000 h 6858000"/>
              <a:gd name="connsiteX453" fmla="*/ 1746128 w 7467600"/>
              <a:gd name="connsiteY453" fmla="*/ 6858000 h 6858000"/>
              <a:gd name="connsiteX454" fmla="*/ 1753934 w 7467600"/>
              <a:gd name="connsiteY454" fmla="*/ 6724796 h 6858000"/>
              <a:gd name="connsiteX455" fmla="*/ 1792053 w 7467600"/>
              <a:gd name="connsiteY455" fmla="*/ 6572396 h 6858000"/>
              <a:gd name="connsiteX456" fmla="*/ 1862248 w 7467600"/>
              <a:gd name="connsiteY456" fmla="*/ 6266397 h 6858000"/>
              <a:gd name="connsiteX457" fmla="*/ 1862250 w 7467600"/>
              <a:gd name="connsiteY457" fmla="*/ 6033531 h 6858000"/>
              <a:gd name="connsiteX458" fmla="*/ 1211999 w 7467600"/>
              <a:gd name="connsiteY458" fmla="*/ 6683610 h 6858000"/>
              <a:gd name="connsiteX459" fmla="*/ 1213266 w 7467600"/>
              <a:gd name="connsiteY459" fmla="*/ 6691947 h 6858000"/>
              <a:gd name="connsiteX460" fmla="*/ 1203370 w 7467600"/>
              <a:gd name="connsiteY460" fmla="*/ 6850676 h 6858000"/>
              <a:gd name="connsiteX461" fmla="*/ 1203671 w 7467600"/>
              <a:gd name="connsiteY461" fmla="*/ 6858000 h 6858000"/>
              <a:gd name="connsiteX462" fmla="*/ 1143180 w 7467600"/>
              <a:gd name="connsiteY462" fmla="*/ 6858000 h 6858000"/>
              <a:gd name="connsiteX463" fmla="*/ 1142176 w 7467600"/>
              <a:gd name="connsiteY463" fmla="*/ 6766045 h 6858000"/>
              <a:gd name="connsiteX464" fmla="*/ 1067484 w 7467600"/>
              <a:gd name="connsiteY464" fmla="*/ 6858000 h 6858000"/>
              <a:gd name="connsiteX465" fmla="*/ 953928 w 7467600"/>
              <a:gd name="connsiteY465" fmla="*/ 6858000 h 6858000"/>
              <a:gd name="connsiteX466" fmla="*/ 959715 w 7467600"/>
              <a:gd name="connsiteY466" fmla="*/ 6850185 h 6858000"/>
              <a:gd name="connsiteX467" fmla="*/ 1483788 w 7467600"/>
              <a:gd name="connsiteY467" fmla="*/ 6259174 h 6858000"/>
              <a:gd name="connsiteX468" fmla="*/ 1100671 w 7467600"/>
              <a:gd name="connsiteY468" fmla="*/ 6252137 h 6858000"/>
              <a:gd name="connsiteX469" fmla="*/ 1090144 w 7467600"/>
              <a:gd name="connsiteY469" fmla="*/ 6256748 h 6858000"/>
              <a:gd name="connsiteX470" fmla="*/ 1095872 w 7467600"/>
              <a:gd name="connsiteY470" fmla="*/ 6271892 h 6858000"/>
              <a:gd name="connsiteX471" fmla="*/ 262785 w 7467600"/>
              <a:gd name="connsiteY471" fmla="*/ 6845450 h 6858000"/>
              <a:gd name="connsiteX472" fmla="*/ 209968 w 7467600"/>
              <a:gd name="connsiteY472" fmla="*/ 6770713 h 6858000"/>
              <a:gd name="connsiteX473" fmla="*/ 873460 w 7467600"/>
              <a:gd name="connsiteY473" fmla="*/ 6253768 h 6858000"/>
              <a:gd name="connsiteX474" fmla="*/ 192686 w 7467600"/>
              <a:gd name="connsiteY474" fmla="*/ 5849257 h 6858000"/>
              <a:gd name="connsiteX475" fmla="*/ 4696 w 7467600"/>
              <a:gd name="connsiteY475" fmla="*/ 5697668 h 6858000"/>
              <a:gd name="connsiteX476" fmla="*/ 0 w 7467600"/>
              <a:gd name="connsiteY476" fmla="*/ 5689984 h 6858000"/>
              <a:gd name="connsiteX477" fmla="*/ 0 w 7467600"/>
              <a:gd name="connsiteY477" fmla="*/ 5513472 h 6858000"/>
              <a:gd name="connsiteX478" fmla="*/ 174101 w 7467600"/>
              <a:gd name="connsiteY478" fmla="*/ 5620277 h 6858000"/>
              <a:gd name="connsiteX479" fmla="*/ 891800 w 7467600"/>
              <a:gd name="connsiteY479" fmla="*/ 6036935 h 6858000"/>
              <a:gd name="connsiteX480" fmla="*/ 1072219 w 7467600"/>
              <a:gd name="connsiteY480" fmla="*/ 6169443 h 6858000"/>
              <a:gd name="connsiteX481" fmla="*/ 1074117 w 7467600"/>
              <a:gd name="connsiteY481" fmla="*/ 6170301 h 6858000"/>
              <a:gd name="connsiteX482" fmla="*/ 1083114 w 7467600"/>
              <a:gd name="connsiteY482" fmla="*/ 6174131 h 6858000"/>
              <a:gd name="connsiteX483" fmla="*/ 1543010 w 7467600"/>
              <a:gd name="connsiteY483" fmla="*/ 6191140 h 6858000"/>
              <a:gd name="connsiteX484" fmla="*/ 1551080 w 7467600"/>
              <a:gd name="connsiteY484" fmla="*/ 6195006 h 6858000"/>
              <a:gd name="connsiteX485" fmla="*/ 2345443 w 7467600"/>
              <a:gd name="connsiteY485" fmla="*/ 5549882 h 6858000"/>
              <a:gd name="connsiteX486" fmla="*/ 1721499 w 7467600"/>
              <a:gd name="connsiteY486" fmla="*/ 5599969 h 6858000"/>
              <a:gd name="connsiteX487" fmla="*/ 767716 w 7467600"/>
              <a:gd name="connsiteY487" fmla="*/ 5472768 h 6858000"/>
              <a:gd name="connsiteX488" fmla="*/ 722147 w 7467600"/>
              <a:gd name="connsiteY488" fmla="*/ 5393091 h 6858000"/>
              <a:gd name="connsiteX489" fmla="*/ 1485552 w 7467600"/>
              <a:gd name="connsiteY489" fmla="*/ 5313202 h 6858000"/>
              <a:gd name="connsiteX490" fmla="*/ 2143004 w 7467600"/>
              <a:gd name="connsiteY490" fmla="*/ 5402420 h 6858000"/>
              <a:gd name="connsiteX491" fmla="*/ 1933391 w 7467600"/>
              <a:gd name="connsiteY491" fmla="*/ 5156971 h 6858000"/>
              <a:gd name="connsiteX492" fmla="*/ 1827118 w 7467600"/>
              <a:gd name="connsiteY492" fmla="*/ 4968410 h 6858000"/>
              <a:gd name="connsiteX493" fmla="*/ 1837349 w 7467600"/>
              <a:gd name="connsiteY493" fmla="*/ 4956357 h 6858000"/>
              <a:gd name="connsiteX494" fmla="*/ 2162835 w 7467600"/>
              <a:gd name="connsiteY494" fmla="*/ 5187853 h 6858000"/>
              <a:gd name="connsiteX495" fmla="*/ 2257167 w 7467600"/>
              <a:gd name="connsiteY495" fmla="*/ 5462123 h 6858000"/>
              <a:gd name="connsiteX496" fmla="*/ 2261598 w 7467600"/>
              <a:gd name="connsiteY496" fmla="*/ 5467998 h 6858000"/>
              <a:gd name="connsiteX497" fmla="*/ 2437177 w 7467600"/>
              <a:gd name="connsiteY497" fmla="*/ 5479608 h 6858000"/>
              <a:gd name="connsiteX498" fmla="*/ 2445247 w 7467600"/>
              <a:gd name="connsiteY498" fmla="*/ 5483476 h 6858000"/>
              <a:gd name="connsiteX499" fmla="*/ 2743626 w 7467600"/>
              <a:gd name="connsiteY499" fmla="*/ 5304819 h 6858000"/>
              <a:gd name="connsiteX500" fmla="*/ 3048102 w 7467600"/>
              <a:gd name="connsiteY500" fmla="*/ 5150595 h 6858000"/>
              <a:gd name="connsiteX501" fmla="*/ 1799414 w 7467600"/>
              <a:gd name="connsiteY501" fmla="*/ 4694732 h 6858000"/>
              <a:gd name="connsiteX502" fmla="*/ 1771735 w 7467600"/>
              <a:gd name="connsiteY502" fmla="*/ 4619929 h 6858000"/>
              <a:gd name="connsiteX503" fmla="*/ 3104273 w 7467600"/>
              <a:gd name="connsiteY503" fmla="*/ 5076159 h 6858000"/>
              <a:gd name="connsiteX504" fmla="*/ 3113245 w 7467600"/>
              <a:gd name="connsiteY504" fmla="*/ 5090705 h 6858000"/>
              <a:gd name="connsiteX505" fmla="*/ 3126294 w 7467600"/>
              <a:gd name="connsiteY505" fmla="*/ 5114400 h 6858000"/>
              <a:gd name="connsiteX506" fmla="*/ 3937433 w 7467600"/>
              <a:gd name="connsiteY506" fmla="*/ 4830473 h 6858000"/>
              <a:gd name="connsiteX507" fmla="*/ 3590475 w 7467600"/>
              <a:gd name="connsiteY507" fmla="*/ 4597974 h 6858000"/>
              <a:gd name="connsiteX508" fmla="*/ 3100264 w 7467600"/>
              <a:gd name="connsiteY508" fmla="*/ 4579845 h 6858000"/>
              <a:gd name="connsiteX509" fmla="*/ 2183576 w 7467600"/>
              <a:gd name="connsiteY509" fmla="*/ 4227150 h 6858000"/>
              <a:gd name="connsiteX510" fmla="*/ 2151029 w 7467600"/>
              <a:gd name="connsiteY510" fmla="*/ 4146947 h 6858000"/>
              <a:gd name="connsiteX511" fmla="*/ 3563434 w 7467600"/>
              <a:gd name="connsiteY511" fmla="*/ 4469115 h 6858000"/>
              <a:gd name="connsiteX512" fmla="*/ 3177952 w 7467600"/>
              <a:gd name="connsiteY512" fmla="*/ 3657386 h 6858000"/>
              <a:gd name="connsiteX513" fmla="*/ 3189263 w 7467600"/>
              <a:gd name="connsiteY513" fmla="*/ 3625726 h 6858000"/>
              <a:gd name="connsiteX514" fmla="*/ 3560912 w 7467600"/>
              <a:gd name="connsiteY514" fmla="*/ 4079863 h 6858000"/>
              <a:gd name="connsiteX515" fmla="*/ 3626636 w 7467600"/>
              <a:gd name="connsiteY515" fmla="*/ 4512230 h 6858000"/>
              <a:gd name="connsiteX516" fmla="*/ 3653088 w 7467600"/>
              <a:gd name="connsiteY516" fmla="*/ 4521417 h 6858000"/>
              <a:gd name="connsiteX517" fmla="*/ 3988128 w 7467600"/>
              <a:gd name="connsiteY517" fmla="*/ 4817267 h 6858000"/>
              <a:gd name="connsiteX518" fmla="*/ 4830582 w 7467600"/>
              <a:gd name="connsiteY518" fmla="*/ 4676000 h 6858000"/>
              <a:gd name="connsiteX519" fmla="*/ 4830100 w 7467600"/>
              <a:gd name="connsiteY519" fmla="*/ 4675554 h 6858000"/>
              <a:gd name="connsiteX520" fmla="*/ 4036318 w 7467600"/>
              <a:gd name="connsiteY520" fmla="*/ 4147013 h 6858000"/>
              <a:gd name="connsiteX521" fmla="*/ 3432098 w 7467600"/>
              <a:gd name="connsiteY521" fmla="*/ 3537312 h 6858000"/>
              <a:gd name="connsiteX522" fmla="*/ 3446761 w 7467600"/>
              <a:gd name="connsiteY522" fmla="*/ 3461278 h 6858000"/>
              <a:gd name="connsiteX523" fmla="*/ 4419733 w 7467600"/>
              <a:gd name="connsiteY523" fmla="*/ 3963555 h 6858000"/>
              <a:gd name="connsiteX524" fmla="*/ 4781371 w 7467600"/>
              <a:gd name="connsiteY524" fmla="*/ 4458604 h 6858000"/>
              <a:gd name="connsiteX525" fmla="*/ 4780440 w 7467600"/>
              <a:gd name="connsiteY525" fmla="*/ 4470290 h 6858000"/>
              <a:gd name="connsiteX526" fmla="*/ 4898954 w 7467600"/>
              <a:gd name="connsiteY526" fmla="*/ 4662092 h 6858000"/>
              <a:gd name="connsiteX527" fmla="*/ 4900699 w 7467600"/>
              <a:gd name="connsiteY527" fmla="*/ 4670867 h 6858000"/>
              <a:gd name="connsiteX528" fmla="*/ 5714511 w 7467600"/>
              <a:gd name="connsiteY528" fmla="*/ 4663483 h 6858000"/>
              <a:gd name="connsiteX529" fmla="*/ 5464793 w 7467600"/>
              <a:gd name="connsiteY529" fmla="*/ 4393556 h 6858000"/>
              <a:gd name="connsiteX530" fmla="*/ 5461897 w 7467600"/>
              <a:gd name="connsiteY530" fmla="*/ 4390879 h 6858000"/>
              <a:gd name="connsiteX531" fmla="*/ 4294126 w 7467600"/>
              <a:gd name="connsiteY531" fmla="*/ 3303048 h 6858000"/>
              <a:gd name="connsiteX532" fmla="*/ 4305321 w 7467600"/>
              <a:gd name="connsiteY532" fmla="*/ 3256953 h 6858000"/>
              <a:gd name="connsiteX533" fmla="*/ 4949299 w 7467600"/>
              <a:gd name="connsiteY533" fmla="*/ 3766336 h 6858000"/>
              <a:gd name="connsiteX534" fmla="*/ 5291452 w 7467600"/>
              <a:gd name="connsiteY534" fmla="*/ 4076801 h 6858000"/>
              <a:gd name="connsiteX535" fmla="*/ 5434998 w 7467600"/>
              <a:gd name="connsiteY535" fmla="*/ 4254100 h 6858000"/>
              <a:gd name="connsiteX536" fmla="*/ 5351015 w 7467600"/>
              <a:gd name="connsiteY536" fmla="*/ 3760989 h 6858000"/>
              <a:gd name="connsiteX537" fmla="*/ 5413780 w 7467600"/>
              <a:gd name="connsiteY537" fmla="*/ 2966265 h 6858000"/>
              <a:gd name="connsiteX538" fmla="*/ 5425627 w 7467600"/>
              <a:gd name="connsiteY538" fmla="*/ 2954192 h 6858000"/>
              <a:gd name="connsiteX539" fmla="*/ 6604735 w 7467600"/>
              <a:gd name="connsiteY539" fmla="*/ 2041381 h 6858000"/>
              <a:gd name="connsiteX540" fmla="*/ 7204487 w 7467600"/>
              <a:gd name="connsiteY540" fmla="*/ 2742112 h 6858000"/>
              <a:gd name="connsiteX541" fmla="*/ 7131592 w 7467600"/>
              <a:gd name="connsiteY541" fmla="*/ 2672096 h 6858000"/>
              <a:gd name="connsiteX542" fmla="*/ 6996344 w 7467600"/>
              <a:gd name="connsiteY542" fmla="*/ 2518310 h 6858000"/>
              <a:gd name="connsiteX543" fmla="*/ 6735495 w 7467600"/>
              <a:gd name="connsiteY543" fmla="*/ 2196890 h 6858000"/>
              <a:gd name="connsiteX544" fmla="*/ 6721901 w 7467600"/>
              <a:gd name="connsiteY544" fmla="*/ 2179274 h 6858000"/>
              <a:gd name="connsiteX545" fmla="*/ 6604735 w 7467600"/>
              <a:gd name="connsiteY545" fmla="*/ 2041381 h 6858000"/>
              <a:gd name="connsiteX546" fmla="*/ 6591670 w 7467600"/>
              <a:gd name="connsiteY546" fmla="*/ 1988277 h 6858000"/>
              <a:gd name="connsiteX547" fmla="*/ 6747349 w 7467600"/>
              <a:gd name="connsiteY547" fmla="*/ 2160069 h 6858000"/>
              <a:gd name="connsiteX548" fmla="*/ 6760943 w 7467600"/>
              <a:gd name="connsiteY548" fmla="*/ 2177686 h 6858000"/>
              <a:gd name="connsiteX549" fmla="*/ 7021065 w 7467600"/>
              <a:gd name="connsiteY549" fmla="*/ 2498102 h 6858000"/>
              <a:gd name="connsiteX550" fmla="*/ 7155223 w 7467600"/>
              <a:gd name="connsiteY550" fmla="*/ 2650386 h 6858000"/>
              <a:gd name="connsiteX551" fmla="*/ 7203167 w 7467600"/>
              <a:gd name="connsiteY551" fmla="*/ 2697288 h 6858000"/>
              <a:gd name="connsiteX552" fmla="*/ 6937703 w 7467600"/>
              <a:gd name="connsiteY552" fmla="*/ 2321981 h 6858000"/>
              <a:gd name="connsiteX553" fmla="*/ 6591670 w 7467600"/>
              <a:gd name="connsiteY553" fmla="*/ 1988277 h 6858000"/>
              <a:gd name="connsiteX554" fmla="*/ 5798671 w 7467600"/>
              <a:gd name="connsiteY554" fmla="*/ 1981601 h 6858000"/>
              <a:gd name="connsiteX555" fmla="*/ 5754709 w 7467600"/>
              <a:gd name="connsiteY555" fmla="*/ 2071454 h 6858000"/>
              <a:gd name="connsiteX556" fmla="*/ 5763044 w 7467600"/>
              <a:gd name="connsiteY556" fmla="*/ 2842206 h 6858000"/>
              <a:gd name="connsiteX557" fmla="*/ 5764974 w 7467600"/>
              <a:gd name="connsiteY557" fmla="*/ 2799609 h 6858000"/>
              <a:gd name="connsiteX558" fmla="*/ 5767665 w 7467600"/>
              <a:gd name="connsiteY558" fmla="*/ 2666409 h 6858000"/>
              <a:gd name="connsiteX559" fmla="*/ 5763055 w 7467600"/>
              <a:gd name="connsiteY559" fmla="*/ 2579705 h 6858000"/>
              <a:gd name="connsiteX560" fmla="*/ 5758079 w 7467600"/>
              <a:gd name="connsiteY560" fmla="*/ 2492508 h 6858000"/>
              <a:gd name="connsiteX561" fmla="*/ 5779325 w 7467600"/>
              <a:gd name="connsiteY561" fmla="*/ 2197069 h 6858000"/>
              <a:gd name="connsiteX562" fmla="*/ 5798671 w 7467600"/>
              <a:gd name="connsiteY562" fmla="*/ 1981601 h 6858000"/>
              <a:gd name="connsiteX563" fmla="*/ 5829202 w 7467600"/>
              <a:gd name="connsiteY563" fmla="*/ 1971679 h 6858000"/>
              <a:gd name="connsiteX564" fmla="*/ 5809558 w 7467600"/>
              <a:gd name="connsiteY564" fmla="*/ 2198043 h 6858000"/>
              <a:gd name="connsiteX565" fmla="*/ 5788653 w 7467600"/>
              <a:gd name="connsiteY565" fmla="*/ 2489430 h 6858000"/>
              <a:gd name="connsiteX566" fmla="*/ 5793439 w 7467600"/>
              <a:gd name="connsiteY566" fmla="*/ 2575235 h 6858000"/>
              <a:gd name="connsiteX567" fmla="*/ 5796837 w 7467600"/>
              <a:gd name="connsiteY567" fmla="*/ 2637633 h 6858000"/>
              <a:gd name="connsiteX568" fmla="*/ 5818614 w 7467600"/>
              <a:gd name="connsiteY568" fmla="*/ 2473055 h 6858000"/>
              <a:gd name="connsiteX569" fmla="*/ 5829202 w 7467600"/>
              <a:gd name="connsiteY569" fmla="*/ 1971679 h 6858000"/>
              <a:gd name="connsiteX570" fmla="*/ 5911389 w 7467600"/>
              <a:gd name="connsiteY570" fmla="*/ 1898371 h 6858000"/>
              <a:gd name="connsiteX571" fmla="*/ 6237627 w 7467600"/>
              <a:gd name="connsiteY571" fmla="*/ 2231921 h 6858000"/>
              <a:gd name="connsiteX572" fmla="*/ 5911389 w 7467600"/>
              <a:gd name="connsiteY572" fmla="*/ 1898371 h 6858000"/>
              <a:gd name="connsiteX573" fmla="*/ 6944437 w 7467600"/>
              <a:gd name="connsiteY573" fmla="*/ 1575402 h 6858000"/>
              <a:gd name="connsiteX574" fmla="*/ 6304730 w 7467600"/>
              <a:gd name="connsiteY574" fmla="*/ 1766654 h 6858000"/>
              <a:gd name="connsiteX575" fmla="*/ 6944437 w 7467600"/>
              <a:gd name="connsiteY575" fmla="*/ 1575402 h 6858000"/>
              <a:gd name="connsiteX576" fmla="*/ 7019523 w 7467600"/>
              <a:gd name="connsiteY576" fmla="*/ 1519450 h 6858000"/>
              <a:gd name="connsiteX577" fmla="*/ 6298091 w 7467600"/>
              <a:gd name="connsiteY577" fmla="*/ 1737122 h 6858000"/>
              <a:gd name="connsiteX578" fmla="*/ 7019523 w 7467600"/>
              <a:gd name="connsiteY578" fmla="*/ 1519450 h 6858000"/>
              <a:gd name="connsiteX579" fmla="*/ 2399523 w 7467600"/>
              <a:gd name="connsiteY579" fmla="*/ 1428234 h 6858000"/>
              <a:gd name="connsiteX580" fmla="*/ 2224982 w 7467600"/>
              <a:gd name="connsiteY580" fmla="*/ 1826201 h 6858000"/>
              <a:gd name="connsiteX581" fmla="*/ 2096099 w 7467600"/>
              <a:gd name="connsiteY581" fmla="*/ 2345900 h 6858000"/>
              <a:gd name="connsiteX582" fmla="*/ 2283317 w 7467600"/>
              <a:gd name="connsiteY582" fmla="*/ 1796925 h 6858000"/>
              <a:gd name="connsiteX583" fmla="*/ 2399523 w 7467600"/>
              <a:gd name="connsiteY583" fmla="*/ 1428234 h 6858000"/>
              <a:gd name="connsiteX584" fmla="*/ 2448558 w 7467600"/>
              <a:gd name="connsiteY584" fmla="*/ 1373435 h 6858000"/>
              <a:gd name="connsiteX585" fmla="*/ 2312521 w 7467600"/>
              <a:gd name="connsiteY585" fmla="*/ 1806140 h 6858000"/>
              <a:gd name="connsiteX586" fmla="*/ 2127533 w 7467600"/>
              <a:gd name="connsiteY586" fmla="*/ 2348380 h 6858000"/>
              <a:gd name="connsiteX587" fmla="*/ 2358080 w 7467600"/>
              <a:gd name="connsiteY587" fmla="*/ 1866134 h 6858000"/>
              <a:gd name="connsiteX588" fmla="*/ 2407436 w 7467600"/>
              <a:gd name="connsiteY588" fmla="*/ 1651070 h 6858000"/>
              <a:gd name="connsiteX589" fmla="*/ 2448558 w 7467600"/>
              <a:gd name="connsiteY589" fmla="*/ 1373435 h 6858000"/>
              <a:gd name="connsiteX590" fmla="*/ 278707 w 7467600"/>
              <a:gd name="connsiteY590" fmla="*/ 1352270 h 6858000"/>
              <a:gd name="connsiteX591" fmla="*/ 321570 w 7467600"/>
              <a:gd name="connsiteY591" fmla="*/ 1861610 h 6858000"/>
              <a:gd name="connsiteX592" fmla="*/ 294281 w 7467600"/>
              <a:gd name="connsiteY592" fmla="*/ 1440658 h 6858000"/>
              <a:gd name="connsiteX593" fmla="*/ 278707 w 7467600"/>
              <a:gd name="connsiteY593" fmla="*/ 1352270 h 6858000"/>
              <a:gd name="connsiteX594" fmla="*/ 1423821 w 7467600"/>
              <a:gd name="connsiteY594" fmla="*/ 1351958 h 6858000"/>
              <a:gd name="connsiteX595" fmla="*/ 1638521 w 7467600"/>
              <a:gd name="connsiteY595" fmla="*/ 1908470 h 6858000"/>
              <a:gd name="connsiteX596" fmla="*/ 1754199 w 7467600"/>
              <a:gd name="connsiteY596" fmla="*/ 2149284 h 6858000"/>
              <a:gd name="connsiteX597" fmla="*/ 1908359 w 7467600"/>
              <a:gd name="connsiteY597" fmla="*/ 2364988 h 6858000"/>
              <a:gd name="connsiteX598" fmla="*/ 1647661 w 7467600"/>
              <a:gd name="connsiteY598" fmla="*/ 1825945 h 6858000"/>
              <a:gd name="connsiteX599" fmla="*/ 1423821 w 7467600"/>
              <a:gd name="connsiteY599" fmla="*/ 1351958 h 6858000"/>
              <a:gd name="connsiteX600" fmla="*/ 1431890 w 7467600"/>
              <a:gd name="connsiteY600" fmla="*/ 1306475 h 6858000"/>
              <a:gd name="connsiteX601" fmla="*/ 1507597 w 7467600"/>
              <a:gd name="connsiteY601" fmla="*/ 1446132 h 6858000"/>
              <a:gd name="connsiteX602" fmla="*/ 1674586 w 7467600"/>
              <a:gd name="connsiteY602" fmla="*/ 1813832 h 6858000"/>
              <a:gd name="connsiteX603" fmla="*/ 1815950 w 7467600"/>
              <a:gd name="connsiteY603" fmla="*/ 2128564 h 6858000"/>
              <a:gd name="connsiteX604" fmla="*/ 1984242 w 7467600"/>
              <a:gd name="connsiteY604" fmla="*/ 2430829 h 6858000"/>
              <a:gd name="connsiteX605" fmla="*/ 2014023 w 7467600"/>
              <a:gd name="connsiteY605" fmla="*/ 2450995 h 6858000"/>
              <a:gd name="connsiteX606" fmla="*/ 1747337 w 7467600"/>
              <a:gd name="connsiteY606" fmla="*/ 1855264 h 6858000"/>
              <a:gd name="connsiteX607" fmla="*/ 1533749 w 7467600"/>
              <a:gd name="connsiteY607" fmla="*/ 1478656 h 6858000"/>
              <a:gd name="connsiteX608" fmla="*/ 1431890 w 7467600"/>
              <a:gd name="connsiteY608" fmla="*/ 1306475 h 6858000"/>
              <a:gd name="connsiteX609" fmla="*/ 5052692 w 7467600"/>
              <a:gd name="connsiteY609" fmla="*/ 1292994 h 6858000"/>
              <a:gd name="connsiteX610" fmla="*/ 5200661 w 7467600"/>
              <a:gd name="connsiteY610" fmla="*/ 1635186 h 6858000"/>
              <a:gd name="connsiteX611" fmla="*/ 5297138 w 7467600"/>
              <a:gd name="connsiteY611" fmla="*/ 1906351 h 6858000"/>
              <a:gd name="connsiteX612" fmla="*/ 5052692 w 7467600"/>
              <a:gd name="connsiteY612" fmla="*/ 1292994 h 6858000"/>
              <a:gd name="connsiteX613" fmla="*/ 5009948 w 7467600"/>
              <a:gd name="connsiteY613" fmla="*/ 1273619 h 6858000"/>
              <a:gd name="connsiteX614" fmla="*/ 5121777 w 7467600"/>
              <a:gd name="connsiteY614" fmla="*/ 1654213 h 6858000"/>
              <a:gd name="connsiteX615" fmla="*/ 5293545 w 7467600"/>
              <a:gd name="connsiteY615" fmla="*/ 2072247 h 6858000"/>
              <a:gd name="connsiteX616" fmla="*/ 5294042 w 7467600"/>
              <a:gd name="connsiteY616" fmla="*/ 2065019 h 6858000"/>
              <a:gd name="connsiteX617" fmla="*/ 5171936 w 7467600"/>
              <a:gd name="connsiteY617" fmla="*/ 1647613 h 6858000"/>
              <a:gd name="connsiteX618" fmla="*/ 5009948 w 7467600"/>
              <a:gd name="connsiteY618" fmla="*/ 1273619 h 6858000"/>
              <a:gd name="connsiteX619" fmla="*/ 655236 w 7467600"/>
              <a:gd name="connsiteY619" fmla="*/ 1268632 h 6858000"/>
              <a:gd name="connsiteX620" fmla="*/ 839521 w 7467600"/>
              <a:gd name="connsiteY620" fmla="*/ 1685315 h 6858000"/>
              <a:gd name="connsiteX621" fmla="*/ 1109416 w 7467600"/>
              <a:gd name="connsiteY621" fmla="*/ 2061663 h 6858000"/>
              <a:gd name="connsiteX622" fmla="*/ 1298300 w 7467600"/>
              <a:gd name="connsiteY622" fmla="*/ 2247742 h 6858000"/>
              <a:gd name="connsiteX623" fmla="*/ 1125871 w 7467600"/>
              <a:gd name="connsiteY623" fmla="*/ 1989513 h 6858000"/>
              <a:gd name="connsiteX624" fmla="*/ 981574 w 7467600"/>
              <a:gd name="connsiteY624" fmla="*/ 1783157 h 6858000"/>
              <a:gd name="connsiteX625" fmla="*/ 922198 w 7467600"/>
              <a:gd name="connsiteY625" fmla="*/ 1677437 h 6858000"/>
              <a:gd name="connsiteX626" fmla="*/ 869293 w 7467600"/>
              <a:gd name="connsiteY626" fmla="*/ 1583214 h 6858000"/>
              <a:gd name="connsiteX627" fmla="*/ 751431 w 7467600"/>
              <a:gd name="connsiteY627" fmla="*/ 1405731 h 6858000"/>
              <a:gd name="connsiteX628" fmla="*/ 655236 w 7467600"/>
              <a:gd name="connsiteY628" fmla="*/ 1268632 h 6858000"/>
              <a:gd name="connsiteX629" fmla="*/ 6516292 w 7467600"/>
              <a:gd name="connsiteY629" fmla="*/ 1263064 h 6858000"/>
              <a:gd name="connsiteX630" fmla="*/ 5736320 w 7467600"/>
              <a:gd name="connsiteY630" fmla="*/ 1501803 h 6858000"/>
              <a:gd name="connsiteX631" fmla="*/ 6516292 w 7467600"/>
              <a:gd name="connsiteY631" fmla="*/ 1263064 h 6858000"/>
              <a:gd name="connsiteX632" fmla="*/ 291466 w 7467600"/>
              <a:gd name="connsiteY632" fmla="*/ 1250369 h 6858000"/>
              <a:gd name="connsiteX633" fmla="*/ 323180 w 7467600"/>
              <a:gd name="connsiteY633" fmla="*/ 1435283 h 6858000"/>
              <a:gd name="connsiteX634" fmla="*/ 349381 w 7467600"/>
              <a:gd name="connsiteY634" fmla="*/ 1875041 h 6858000"/>
              <a:gd name="connsiteX635" fmla="*/ 374363 w 7467600"/>
              <a:gd name="connsiteY635" fmla="*/ 1506494 h 6858000"/>
              <a:gd name="connsiteX636" fmla="*/ 302168 w 7467600"/>
              <a:gd name="connsiteY636" fmla="*/ 1274495 h 6858000"/>
              <a:gd name="connsiteX637" fmla="*/ 291466 w 7467600"/>
              <a:gd name="connsiteY637" fmla="*/ 1250369 h 6858000"/>
              <a:gd name="connsiteX638" fmla="*/ 678222 w 7467600"/>
              <a:gd name="connsiteY638" fmla="*/ 1248670 h 6858000"/>
              <a:gd name="connsiteX639" fmla="*/ 775536 w 7467600"/>
              <a:gd name="connsiteY639" fmla="*/ 1388015 h 6858000"/>
              <a:gd name="connsiteX640" fmla="*/ 894529 w 7467600"/>
              <a:gd name="connsiteY640" fmla="*/ 1567739 h 6858000"/>
              <a:gd name="connsiteX641" fmla="*/ 948000 w 7467600"/>
              <a:gd name="connsiteY641" fmla="*/ 1663088 h 6858000"/>
              <a:gd name="connsiteX642" fmla="*/ 1006812 w 7467600"/>
              <a:gd name="connsiteY642" fmla="*/ 1767683 h 6858000"/>
              <a:gd name="connsiteX643" fmla="*/ 1149133 w 7467600"/>
              <a:gd name="connsiteY643" fmla="*/ 1971513 h 6858000"/>
              <a:gd name="connsiteX644" fmla="*/ 1333952 w 7467600"/>
              <a:gd name="connsiteY644" fmla="*/ 2251620 h 6858000"/>
              <a:gd name="connsiteX645" fmla="*/ 1337329 w 7467600"/>
              <a:gd name="connsiteY645" fmla="*/ 2258350 h 6858000"/>
              <a:gd name="connsiteX646" fmla="*/ 1014726 w 7467600"/>
              <a:gd name="connsiteY646" fmla="*/ 1615556 h 6858000"/>
              <a:gd name="connsiteX647" fmla="*/ 678222 w 7467600"/>
              <a:gd name="connsiteY647" fmla="*/ 1248670 h 6858000"/>
              <a:gd name="connsiteX648" fmla="*/ 6691602 w 7467600"/>
              <a:gd name="connsiteY648" fmla="*/ 1140573 h 6858000"/>
              <a:gd name="connsiteX649" fmla="*/ 6571100 w 7467600"/>
              <a:gd name="connsiteY649" fmla="*/ 1183662 h 6858000"/>
              <a:gd name="connsiteX650" fmla="*/ 6241687 w 7467600"/>
              <a:gd name="connsiteY650" fmla="*/ 1257600 h 6858000"/>
              <a:gd name="connsiteX651" fmla="*/ 5693009 w 7467600"/>
              <a:gd name="connsiteY651" fmla="*/ 1478256 h 6858000"/>
              <a:gd name="connsiteX652" fmla="*/ 6548420 w 7467600"/>
              <a:gd name="connsiteY652" fmla="*/ 1214599 h 6858000"/>
              <a:gd name="connsiteX653" fmla="*/ 6605473 w 7467600"/>
              <a:gd name="connsiteY653" fmla="*/ 1184686 h 6858000"/>
              <a:gd name="connsiteX654" fmla="*/ 6691602 w 7467600"/>
              <a:gd name="connsiteY654" fmla="*/ 1140573 h 6858000"/>
              <a:gd name="connsiteX655" fmla="*/ 4002475 w 7467600"/>
              <a:gd name="connsiteY655" fmla="*/ 1037802 h 6858000"/>
              <a:gd name="connsiteX656" fmla="*/ 4000324 w 7467600"/>
              <a:gd name="connsiteY656" fmla="*/ 1039362 h 6858000"/>
              <a:gd name="connsiteX657" fmla="*/ 4002862 w 7467600"/>
              <a:gd name="connsiteY657" fmla="*/ 1042866 h 6858000"/>
              <a:gd name="connsiteX658" fmla="*/ 4002475 w 7467600"/>
              <a:gd name="connsiteY658" fmla="*/ 1037802 h 6858000"/>
              <a:gd name="connsiteX659" fmla="*/ 506322 w 7467600"/>
              <a:gd name="connsiteY659" fmla="*/ 1020997 h 6858000"/>
              <a:gd name="connsiteX660" fmla="*/ 533068 w 7467600"/>
              <a:gd name="connsiteY660" fmla="*/ 1029409 h 6858000"/>
              <a:gd name="connsiteX661" fmla="*/ 1232525 w 7467600"/>
              <a:gd name="connsiteY661" fmla="*/ 1804675 h 6858000"/>
              <a:gd name="connsiteX662" fmla="*/ 1388858 w 7467600"/>
              <a:gd name="connsiteY662" fmla="*/ 2368011 h 6858000"/>
              <a:gd name="connsiteX663" fmla="*/ 1384098 w 7467600"/>
              <a:gd name="connsiteY663" fmla="*/ 2378125 h 6858000"/>
              <a:gd name="connsiteX664" fmla="*/ 1425393 w 7467600"/>
              <a:gd name="connsiteY664" fmla="*/ 2589124 h 6858000"/>
              <a:gd name="connsiteX665" fmla="*/ 1424001 w 7467600"/>
              <a:gd name="connsiteY665" fmla="*/ 2597541 h 6858000"/>
              <a:gd name="connsiteX666" fmla="*/ 2152729 w 7467600"/>
              <a:gd name="connsiteY666" fmla="*/ 2864487 h 6858000"/>
              <a:gd name="connsiteX667" fmla="*/ 2020609 w 7467600"/>
              <a:gd name="connsiteY667" fmla="*/ 2539671 h 6858000"/>
              <a:gd name="connsiteX668" fmla="*/ 2018920 w 7467600"/>
              <a:gd name="connsiteY668" fmla="*/ 2536309 h 6858000"/>
              <a:gd name="connsiteX669" fmla="*/ 1342441 w 7467600"/>
              <a:gd name="connsiteY669" fmla="*/ 1173017 h 6858000"/>
              <a:gd name="connsiteX670" fmla="*/ 1367925 w 7467600"/>
              <a:gd name="connsiteY670" fmla="*/ 1135648 h 6858000"/>
              <a:gd name="connsiteX671" fmla="*/ 1771401 w 7467600"/>
              <a:gd name="connsiteY671" fmla="*/ 1806673 h 6858000"/>
              <a:gd name="connsiteX672" fmla="*/ 1972385 w 7467600"/>
              <a:gd name="connsiteY672" fmla="*/ 2198735 h 6858000"/>
              <a:gd name="connsiteX673" fmla="*/ 2040892 w 7467600"/>
              <a:gd name="connsiteY673" fmla="*/ 2405205 h 6858000"/>
              <a:gd name="connsiteX674" fmla="*/ 2131689 w 7467600"/>
              <a:gd name="connsiteY674" fmla="*/ 1936926 h 6858000"/>
              <a:gd name="connsiteX675" fmla="*/ 2454820 w 7467600"/>
              <a:gd name="connsiteY675" fmla="*/ 1248808 h 6858000"/>
              <a:gd name="connsiteX676" fmla="*/ 2492512 w 7467600"/>
              <a:gd name="connsiteY676" fmla="*/ 1302920 h 6858000"/>
              <a:gd name="connsiteX677" fmla="*/ 2081216 w 7467600"/>
              <a:gd name="connsiteY677" fmla="*/ 2527513 h 6858000"/>
              <a:gd name="connsiteX678" fmla="*/ 2081211 w 7467600"/>
              <a:gd name="connsiteY678" fmla="*/ 2528916 h 6858000"/>
              <a:gd name="connsiteX679" fmla="*/ 2199067 w 7467600"/>
              <a:gd name="connsiteY679" fmla="*/ 2884061 h 6858000"/>
              <a:gd name="connsiteX680" fmla="*/ 3192586 w 7467600"/>
              <a:gd name="connsiteY680" fmla="*/ 3411496 h 6858000"/>
              <a:gd name="connsiteX681" fmla="*/ 3182620 w 7467600"/>
              <a:gd name="connsiteY681" fmla="*/ 3483279 h 6858000"/>
              <a:gd name="connsiteX682" fmla="*/ 2435119 w 7467600"/>
              <a:gd name="connsiteY682" fmla="*/ 3080173 h 6858000"/>
              <a:gd name="connsiteX683" fmla="*/ 2410152 w 7467600"/>
              <a:gd name="connsiteY683" fmla="*/ 3063751 h 6858000"/>
              <a:gd name="connsiteX684" fmla="*/ 2408099 w 7467600"/>
              <a:gd name="connsiteY684" fmla="*/ 3064403 h 6858000"/>
              <a:gd name="connsiteX685" fmla="*/ 2407218 w 7467600"/>
              <a:gd name="connsiteY685" fmla="*/ 3070324 h 6858000"/>
              <a:gd name="connsiteX686" fmla="*/ 2380138 w 7467600"/>
              <a:gd name="connsiteY686" fmla="*/ 3099341 h 6858000"/>
              <a:gd name="connsiteX687" fmla="*/ 1765923 w 7467600"/>
              <a:gd name="connsiteY687" fmla="*/ 3581043 h 6858000"/>
              <a:gd name="connsiteX688" fmla="*/ 1702258 w 7467600"/>
              <a:gd name="connsiteY688" fmla="*/ 3612286 h 6858000"/>
              <a:gd name="connsiteX689" fmla="*/ 1538370 w 7467600"/>
              <a:gd name="connsiteY689" fmla="*/ 3811804 h 6858000"/>
              <a:gd name="connsiteX690" fmla="*/ 542867 w 7467600"/>
              <a:gd name="connsiteY690" fmla="*/ 4944092 h 6858000"/>
              <a:gd name="connsiteX691" fmla="*/ 515800 w 7467600"/>
              <a:gd name="connsiteY691" fmla="*/ 4862180 h 6858000"/>
              <a:gd name="connsiteX692" fmla="*/ 909145 w 7467600"/>
              <a:gd name="connsiteY692" fmla="*/ 4199225 h 6858000"/>
              <a:gd name="connsiteX693" fmla="*/ 1214067 w 7467600"/>
              <a:gd name="connsiteY693" fmla="*/ 3908561 h 6858000"/>
              <a:gd name="connsiteX694" fmla="*/ 640967 w 7467600"/>
              <a:gd name="connsiteY694" fmla="*/ 4105601 h 6858000"/>
              <a:gd name="connsiteX695" fmla="*/ 112563 w 7467600"/>
              <a:gd name="connsiteY695" fmla="*/ 4396952 h 6858000"/>
              <a:gd name="connsiteX696" fmla="*/ 0 w 7467600"/>
              <a:gd name="connsiteY696" fmla="*/ 4466006 h 6858000"/>
              <a:gd name="connsiteX697" fmla="*/ 0 w 7467600"/>
              <a:gd name="connsiteY697" fmla="*/ 4233763 h 6858000"/>
              <a:gd name="connsiteX698" fmla="*/ 36881 w 7467600"/>
              <a:gd name="connsiteY698" fmla="*/ 4200118 h 6858000"/>
              <a:gd name="connsiteX699" fmla="*/ 910534 w 7467600"/>
              <a:gd name="connsiteY699" fmla="*/ 3629753 h 6858000"/>
              <a:gd name="connsiteX700" fmla="*/ 1578717 w 7467600"/>
              <a:gd name="connsiteY700" fmla="*/ 3575982 h 6858000"/>
              <a:gd name="connsiteX701" fmla="*/ 2338780 w 7467600"/>
              <a:gd name="connsiteY701" fmla="*/ 3033725 h 6858000"/>
              <a:gd name="connsiteX702" fmla="*/ 1807991 w 7467600"/>
              <a:gd name="connsiteY702" fmla="*/ 2807184 h 6858000"/>
              <a:gd name="connsiteX703" fmla="*/ 1416358 w 7467600"/>
              <a:gd name="connsiteY703" fmla="*/ 3112571 h 6858000"/>
              <a:gd name="connsiteX704" fmla="*/ 939066 w 7467600"/>
              <a:gd name="connsiteY704" fmla="*/ 3378798 h 6858000"/>
              <a:gd name="connsiteX705" fmla="*/ 115099 w 7467600"/>
              <a:gd name="connsiteY705" fmla="*/ 3607650 h 6858000"/>
              <a:gd name="connsiteX706" fmla="*/ 97284 w 7467600"/>
              <a:gd name="connsiteY706" fmla="*/ 3520393 h 6858000"/>
              <a:gd name="connsiteX707" fmla="*/ 922050 w 7467600"/>
              <a:gd name="connsiteY707" fmla="*/ 3074867 h 6858000"/>
              <a:gd name="connsiteX708" fmla="*/ 1405265 w 7467600"/>
              <a:gd name="connsiteY708" fmla="*/ 3016319 h 6858000"/>
              <a:gd name="connsiteX709" fmla="*/ 1407512 w 7467600"/>
              <a:gd name="connsiteY709" fmla="*/ 3018001 h 6858000"/>
              <a:gd name="connsiteX710" fmla="*/ 1726266 w 7467600"/>
              <a:gd name="connsiteY710" fmla="*/ 2777274 h 6858000"/>
              <a:gd name="connsiteX711" fmla="*/ 625390 w 7467600"/>
              <a:gd name="connsiteY711" fmla="*/ 2514541 h 6858000"/>
              <a:gd name="connsiteX712" fmla="*/ 619799 w 7467600"/>
              <a:gd name="connsiteY712" fmla="*/ 2527180 h 6858000"/>
              <a:gd name="connsiteX713" fmla="*/ 310030 w 7467600"/>
              <a:gd name="connsiteY713" fmla="*/ 2771818 h 6858000"/>
              <a:gd name="connsiteX714" fmla="*/ 173877 w 7467600"/>
              <a:gd name="connsiteY714" fmla="*/ 2937056 h 6858000"/>
              <a:gd name="connsiteX715" fmla="*/ 77889 w 7467600"/>
              <a:gd name="connsiteY715" fmla="*/ 3138440 h 6858000"/>
              <a:gd name="connsiteX716" fmla="*/ 0 w 7467600"/>
              <a:gd name="connsiteY716" fmla="*/ 3271395 h 6858000"/>
              <a:gd name="connsiteX717" fmla="*/ 0 w 7467600"/>
              <a:gd name="connsiteY717" fmla="*/ 3153002 h 6858000"/>
              <a:gd name="connsiteX718" fmla="*/ 2386 w 7467600"/>
              <a:gd name="connsiteY718" fmla="*/ 3149203 h 6858000"/>
              <a:gd name="connsiteX719" fmla="*/ 89753 w 7467600"/>
              <a:gd name="connsiteY719" fmla="*/ 2987702 h 6858000"/>
              <a:gd name="connsiteX720" fmla="*/ 76869 w 7467600"/>
              <a:gd name="connsiteY720" fmla="*/ 3005404 h 6858000"/>
              <a:gd name="connsiteX721" fmla="*/ 32049 w 7467600"/>
              <a:gd name="connsiteY721" fmla="*/ 3065814 h 6858000"/>
              <a:gd name="connsiteX722" fmla="*/ 0 w 7467600"/>
              <a:gd name="connsiteY722" fmla="*/ 3108744 h 6858000"/>
              <a:gd name="connsiteX723" fmla="*/ 0 w 7467600"/>
              <a:gd name="connsiteY723" fmla="*/ 3058059 h 6858000"/>
              <a:gd name="connsiteX724" fmla="*/ 7610 w 7467600"/>
              <a:gd name="connsiteY724" fmla="*/ 3047889 h 6858000"/>
              <a:gd name="connsiteX725" fmla="*/ 52419 w 7467600"/>
              <a:gd name="connsiteY725" fmla="*/ 2987479 h 6858000"/>
              <a:gd name="connsiteX726" fmla="*/ 59142 w 7467600"/>
              <a:gd name="connsiteY726" fmla="*/ 2978488 h 6858000"/>
              <a:gd name="connsiteX727" fmla="*/ 0 w 7467600"/>
              <a:gd name="connsiteY727" fmla="*/ 3015334 h 6858000"/>
              <a:gd name="connsiteX728" fmla="*/ 0 w 7467600"/>
              <a:gd name="connsiteY728" fmla="*/ 2914286 h 6858000"/>
              <a:gd name="connsiteX729" fmla="*/ 36383 w 7467600"/>
              <a:gd name="connsiteY729" fmla="*/ 2901128 h 6858000"/>
              <a:gd name="connsiteX730" fmla="*/ 156329 w 7467600"/>
              <a:gd name="connsiteY730" fmla="*/ 2840533 h 6858000"/>
              <a:gd name="connsiteX731" fmla="*/ 358355 w 7467600"/>
              <a:gd name="connsiteY731" fmla="*/ 2620471 h 6858000"/>
              <a:gd name="connsiteX732" fmla="*/ 510577 w 7467600"/>
              <a:gd name="connsiteY732" fmla="*/ 2501244 h 6858000"/>
              <a:gd name="connsiteX733" fmla="*/ 211967 w 7467600"/>
              <a:gd name="connsiteY733" fmla="*/ 2479171 h 6858000"/>
              <a:gd name="connsiteX734" fmla="*/ 0 w 7467600"/>
              <a:gd name="connsiteY734" fmla="*/ 2476398 h 6858000"/>
              <a:gd name="connsiteX735" fmla="*/ 0 w 7467600"/>
              <a:gd name="connsiteY735" fmla="*/ 2389189 h 6858000"/>
              <a:gd name="connsiteX736" fmla="*/ 103062 w 7467600"/>
              <a:gd name="connsiteY736" fmla="*/ 2389518 h 6858000"/>
              <a:gd name="connsiteX737" fmla="*/ 510734 w 7467600"/>
              <a:gd name="connsiteY737" fmla="*/ 2416201 h 6858000"/>
              <a:gd name="connsiteX738" fmla="*/ 279257 w 7467600"/>
              <a:gd name="connsiteY738" fmla="*/ 2092102 h 6858000"/>
              <a:gd name="connsiteX739" fmla="*/ 65265 w 7467600"/>
              <a:gd name="connsiteY739" fmla="*/ 2006049 h 6858000"/>
              <a:gd name="connsiteX740" fmla="*/ 0 w 7467600"/>
              <a:gd name="connsiteY740" fmla="*/ 1982532 h 6858000"/>
              <a:gd name="connsiteX741" fmla="*/ 0 w 7467600"/>
              <a:gd name="connsiteY741" fmla="*/ 1912789 h 6858000"/>
              <a:gd name="connsiteX742" fmla="*/ 97460 w 7467600"/>
              <a:gd name="connsiteY742" fmla="*/ 1953725 h 6858000"/>
              <a:gd name="connsiteX743" fmla="*/ 221272 w 7467600"/>
              <a:gd name="connsiteY743" fmla="*/ 1980766 h 6858000"/>
              <a:gd name="connsiteX744" fmla="*/ 116765 w 7467600"/>
              <a:gd name="connsiteY744" fmla="*/ 1911033 h 6858000"/>
              <a:gd name="connsiteX745" fmla="*/ 16405 w 7467600"/>
              <a:gd name="connsiteY745" fmla="*/ 1803412 h 6858000"/>
              <a:gd name="connsiteX746" fmla="*/ 0 w 7467600"/>
              <a:gd name="connsiteY746" fmla="*/ 1784777 h 6858000"/>
              <a:gd name="connsiteX747" fmla="*/ 0 w 7467600"/>
              <a:gd name="connsiteY747" fmla="*/ 1740082 h 6858000"/>
              <a:gd name="connsiteX748" fmla="*/ 39394 w 7467600"/>
              <a:gd name="connsiteY748" fmla="*/ 1784856 h 6858000"/>
              <a:gd name="connsiteX749" fmla="*/ 135813 w 7467600"/>
              <a:gd name="connsiteY749" fmla="*/ 1888838 h 6858000"/>
              <a:gd name="connsiteX750" fmla="*/ 242575 w 7467600"/>
              <a:gd name="connsiteY750" fmla="*/ 1958841 h 6858000"/>
              <a:gd name="connsiteX751" fmla="*/ 82197 w 7467600"/>
              <a:gd name="connsiteY751" fmla="*/ 1754826 h 6858000"/>
              <a:gd name="connsiteX752" fmla="*/ 0 w 7467600"/>
              <a:gd name="connsiteY752" fmla="*/ 1679650 h 6858000"/>
              <a:gd name="connsiteX753" fmla="*/ 0 w 7467600"/>
              <a:gd name="connsiteY753" fmla="*/ 1602463 h 6858000"/>
              <a:gd name="connsiteX754" fmla="*/ 84689 w 7467600"/>
              <a:gd name="connsiteY754" fmla="*/ 1677442 h 6858000"/>
              <a:gd name="connsiteX755" fmla="*/ 298437 w 7467600"/>
              <a:gd name="connsiteY755" fmla="*/ 1968019 h 6858000"/>
              <a:gd name="connsiteX756" fmla="*/ 227269 w 7467600"/>
              <a:gd name="connsiteY756" fmla="*/ 1114064 h 6858000"/>
              <a:gd name="connsiteX757" fmla="*/ 248003 w 7467600"/>
              <a:gd name="connsiteY757" fmla="*/ 1089613 h 6858000"/>
              <a:gd name="connsiteX758" fmla="*/ 427020 w 7467600"/>
              <a:gd name="connsiteY758" fmla="*/ 1619803 h 6858000"/>
              <a:gd name="connsiteX759" fmla="*/ 340345 w 7467600"/>
              <a:gd name="connsiteY759" fmla="*/ 2027739 h 6858000"/>
              <a:gd name="connsiteX760" fmla="*/ 360865 w 7467600"/>
              <a:gd name="connsiteY760" fmla="*/ 2044827 h 6858000"/>
              <a:gd name="connsiteX761" fmla="*/ 560414 w 7467600"/>
              <a:gd name="connsiteY761" fmla="*/ 2421457 h 6858000"/>
              <a:gd name="connsiteX762" fmla="*/ 1359703 w 7467600"/>
              <a:gd name="connsiteY762" fmla="*/ 2578554 h 6858000"/>
              <a:gd name="connsiteX763" fmla="*/ 1359422 w 7467600"/>
              <a:gd name="connsiteY763" fmla="*/ 2577994 h 6858000"/>
              <a:gd name="connsiteX764" fmla="*/ 828701 w 7467600"/>
              <a:gd name="connsiteY764" fmla="*/ 1839520 h 6858000"/>
              <a:gd name="connsiteX765" fmla="*/ 494427 w 7467600"/>
              <a:gd name="connsiteY765" fmla="*/ 1092333 h 6858000"/>
              <a:gd name="connsiteX766" fmla="*/ 506322 w 7467600"/>
              <a:gd name="connsiteY766" fmla="*/ 1020997 h 6858000"/>
              <a:gd name="connsiteX767" fmla="*/ 4570198 w 7467600"/>
              <a:gd name="connsiteY767" fmla="*/ 978081 h 6858000"/>
              <a:gd name="connsiteX768" fmla="*/ 4523691 w 7467600"/>
              <a:gd name="connsiteY768" fmla="*/ 1127776 h 6858000"/>
              <a:gd name="connsiteX769" fmla="*/ 4509875 w 7467600"/>
              <a:gd name="connsiteY769" fmla="*/ 1167552 h 6858000"/>
              <a:gd name="connsiteX770" fmla="*/ 4478168 w 7467600"/>
              <a:gd name="connsiteY770" fmla="*/ 1260735 h 6858000"/>
              <a:gd name="connsiteX771" fmla="*/ 4409309 w 7467600"/>
              <a:gd name="connsiteY771" fmla="*/ 1666996 h 6858000"/>
              <a:gd name="connsiteX772" fmla="*/ 4370031 w 7467600"/>
              <a:gd name="connsiteY772" fmla="*/ 1955666 h 6858000"/>
              <a:gd name="connsiteX773" fmla="*/ 4570198 w 7467600"/>
              <a:gd name="connsiteY773" fmla="*/ 978081 h 6858000"/>
              <a:gd name="connsiteX774" fmla="*/ 4557898 w 7467600"/>
              <a:gd name="connsiteY774" fmla="*/ 900011 h 6858000"/>
              <a:gd name="connsiteX775" fmla="*/ 4344840 w 7467600"/>
              <a:gd name="connsiteY775" fmla="*/ 1922038 h 6858000"/>
              <a:gd name="connsiteX776" fmla="*/ 4378710 w 7467600"/>
              <a:gd name="connsiteY776" fmla="*/ 1665516 h 6858000"/>
              <a:gd name="connsiteX777" fmla="*/ 4448798 w 7467600"/>
              <a:gd name="connsiteY777" fmla="*/ 1253024 h 6858000"/>
              <a:gd name="connsiteX778" fmla="*/ 4480315 w 7467600"/>
              <a:gd name="connsiteY778" fmla="*/ 1158454 h 6858000"/>
              <a:gd name="connsiteX779" fmla="*/ 4494133 w 7467600"/>
              <a:gd name="connsiteY779" fmla="*/ 1118676 h 6858000"/>
              <a:gd name="connsiteX780" fmla="*/ 4557898 w 7467600"/>
              <a:gd name="connsiteY780" fmla="*/ 900011 h 6858000"/>
              <a:gd name="connsiteX781" fmla="*/ 5870151 w 7467600"/>
              <a:gd name="connsiteY781" fmla="*/ 898890 h 6858000"/>
              <a:gd name="connsiteX782" fmla="*/ 5861335 w 7467600"/>
              <a:gd name="connsiteY782" fmla="*/ 899177 h 6858000"/>
              <a:gd name="connsiteX783" fmla="*/ 5843702 w 7467600"/>
              <a:gd name="connsiteY783" fmla="*/ 899748 h 6858000"/>
              <a:gd name="connsiteX784" fmla="*/ 5651107 w 7467600"/>
              <a:gd name="connsiteY784" fmla="*/ 920306 h 6858000"/>
              <a:gd name="connsiteX785" fmla="*/ 5459407 w 7467600"/>
              <a:gd name="connsiteY785" fmla="*/ 940975 h 6858000"/>
              <a:gd name="connsiteX786" fmla="*/ 5374846 w 7467600"/>
              <a:gd name="connsiteY786" fmla="*/ 941988 h 6858000"/>
              <a:gd name="connsiteX787" fmla="*/ 5256105 w 7467600"/>
              <a:gd name="connsiteY787" fmla="*/ 945632 h 6858000"/>
              <a:gd name="connsiteX788" fmla="*/ 5107071 w 7467600"/>
              <a:gd name="connsiteY788" fmla="*/ 969720 h 6858000"/>
              <a:gd name="connsiteX789" fmla="*/ 4998681 w 7467600"/>
              <a:gd name="connsiteY789" fmla="*/ 988771 h 6858000"/>
              <a:gd name="connsiteX790" fmla="*/ 5870151 w 7467600"/>
              <a:gd name="connsiteY790" fmla="*/ 898890 h 6858000"/>
              <a:gd name="connsiteX791" fmla="*/ 5504425 w 7467600"/>
              <a:gd name="connsiteY791" fmla="*/ 848067 h 6858000"/>
              <a:gd name="connsiteX792" fmla="*/ 4968849 w 7467600"/>
              <a:gd name="connsiteY792" fmla="*/ 962318 h 6858000"/>
              <a:gd name="connsiteX793" fmla="*/ 5104039 w 7467600"/>
              <a:gd name="connsiteY793" fmla="*/ 940634 h 6858000"/>
              <a:gd name="connsiteX794" fmla="*/ 5256311 w 7467600"/>
              <a:gd name="connsiteY794" fmla="*/ 916490 h 6858000"/>
              <a:gd name="connsiteX795" fmla="*/ 5377381 w 7467600"/>
              <a:gd name="connsiteY795" fmla="*/ 912671 h 6858000"/>
              <a:gd name="connsiteX796" fmla="*/ 5460148 w 7467600"/>
              <a:gd name="connsiteY796" fmla="*/ 911442 h 6858000"/>
              <a:gd name="connsiteX797" fmla="*/ 5648971 w 7467600"/>
              <a:gd name="connsiteY797" fmla="*/ 891331 h 6858000"/>
              <a:gd name="connsiteX798" fmla="*/ 5844807 w 7467600"/>
              <a:gd name="connsiteY798" fmla="*/ 870718 h 6858000"/>
              <a:gd name="connsiteX799" fmla="*/ 5862975 w 7467600"/>
              <a:gd name="connsiteY799" fmla="*/ 869756 h 6858000"/>
              <a:gd name="connsiteX800" fmla="*/ 5920887 w 7467600"/>
              <a:gd name="connsiteY800" fmla="*/ 865929 h 6858000"/>
              <a:gd name="connsiteX801" fmla="*/ 5504425 w 7467600"/>
              <a:gd name="connsiteY801" fmla="*/ 848067 h 6858000"/>
              <a:gd name="connsiteX802" fmla="*/ 3607114 w 7467600"/>
              <a:gd name="connsiteY802" fmla="*/ 467441 h 6858000"/>
              <a:gd name="connsiteX803" fmla="*/ 3296242 w 7467600"/>
              <a:gd name="connsiteY803" fmla="*/ 807991 h 6858000"/>
              <a:gd name="connsiteX804" fmla="*/ 3174674 w 7467600"/>
              <a:gd name="connsiteY804" fmla="*/ 919759 h 6858000"/>
              <a:gd name="connsiteX805" fmla="*/ 3042978 w 7467600"/>
              <a:gd name="connsiteY805" fmla="*/ 1054894 h 6858000"/>
              <a:gd name="connsiteX806" fmla="*/ 2968914 w 7467600"/>
              <a:gd name="connsiteY806" fmla="*/ 1133756 h 6858000"/>
              <a:gd name="connsiteX807" fmla="*/ 3103823 w 7467600"/>
              <a:gd name="connsiteY807" fmla="*/ 1026814 h 6858000"/>
              <a:gd name="connsiteX808" fmla="*/ 3607114 w 7467600"/>
              <a:gd name="connsiteY808" fmla="*/ 467441 h 6858000"/>
              <a:gd name="connsiteX809" fmla="*/ 3744487 w 7467600"/>
              <a:gd name="connsiteY809" fmla="*/ 383136 h 6858000"/>
              <a:gd name="connsiteX810" fmla="*/ 3970213 w 7467600"/>
              <a:gd name="connsiteY810" fmla="*/ 995559 h 6858000"/>
              <a:gd name="connsiteX811" fmla="*/ 3744487 w 7467600"/>
              <a:gd name="connsiteY811" fmla="*/ 383136 h 6858000"/>
              <a:gd name="connsiteX812" fmla="*/ 3624562 w 7467600"/>
              <a:gd name="connsiteY812" fmla="*/ 367041 h 6858000"/>
              <a:gd name="connsiteX813" fmla="*/ 3489712 w 7467600"/>
              <a:gd name="connsiteY813" fmla="*/ 485386 h 6858000"/>
              <a:gd name="connsiteX814" fmla="*/ 3182994 w 7467600"/>
              <a:gd name="connsiteY814" fmla="*/ 828265 h 6858000"/>
              <a:gd name="connsiteX815" fmla="*/ 2892114 w 7467600"/>
              <a:gd name="connsiteY815" fmla="*/ 1172635 h 6858000"/>
              <a:gd name="connsiteX816" fmla="*/ 3021459 w 7467600"/>
              <a:gd name="connsiteY816" fmla="*/ 1035385 h 6858000"/>
              <a:gd name="connsiteX817" fmla="*/ 3153873 w 7467600"/>
              <a:gd name="connsiteY817" fmla="*/ 898971 h 6858000"/>
              <a:gd name="connsiteX818" fmla="*/ 3276511 w 7467600"/>
              <a:gd name="connsiteY818" fmla="*/ 786423 h 6858000"/>
              <a:gd name="connsiteX819" fmla="*/ 3584154 w 7467600"/>
              <a:gd name="connsiteY819" fmla="*/ 448218 h 6858000"/>
              <a:gd name="connsiteX820" fmla="*/ 3624562 w 7467600"/>
              <a:gd name="connsiteY820" fmla="*/ 367041 h 6858000"/>
              <a:gd name="connsiteX821" fmla="*/ 3766672 w 7467600"/>
              <a:gd name="connsiteY821" fmla="*/ 359429 h 6858000"/>
              <a:gd name="connsiteX822" fmla="*/ 3996338 w 7467600"/>
              <a:gd name="connsiteY822" fmla="*/ 968237 h 6858000"/>
              <a:gd name="connsiteX823" fmla="*/ 3766672 w 7467600"/>
              <a:gd name="connsiteY823" fmla="*/ 359429 h 6858000"/>
              <a:gd name="connsiteX824" fmla="*/ 5805386 w 7467600"/>
              <a:gd name="connsiteY824" fmla="*/ 239240 h 6858000"/>
              <a:gd name="connsiteX825" fmla="*/ 5736947 w 7467600"/>
              <a:gd name="connsiteY825" fmla="*/ 261367 h 6858000"/>
              <a:gd name="connsiteX826" fmla="*/ 5427012 w 7467600"/>
              <a:gd name="connsiteY826" fmla="*/ 311272 h 6858000"/>
              <a:gd name="connsiteX827" fmla="*/ 5147818 w 7467600"/>
              <a:gd name="connsiteY827" fmla="*/ 322112 h 6858000"/>
              <a:gd name="connsiteX828" fmla="*/ 5060854 w 7467600"/>
              <a:gd name="connsiteY828" fmla="*/ 311882 h 6858000"/>
              <a:gd name="connsiteX829" fmla="*/ 4945989 w 7467600"/>
              <a:gd name="connsiteY829" fmla="*/ 300516 h 6858000"/>
              <a:gd name="connsiteX830" fmla="*/ 5410479 w 7467600"/>
              <a:gd name="connsiteY830" fmla="*/ 348434 h 6858000"/>
              <a:gd name="connsiteX831" fmla="*/ 5805386 w 7467600"/>
              <a:gd name="connsiteY831" fmla="*/ 239240 h 6858000"/>
              <a:gd name="connsiteX832" fmla="*/ 5905192 w 7467600"/>
              <a:gd name="connsiteY832" fmla="*/ 163079 h 6858000"/>
              <a:gd name="connsiteX833" fmla="*/ 5865655 w 7467600"/>
              <a:gd name="connsiteY833" fmla="*/ 171901 h 6858000"/>
              <a:gd name="connsiteX834" fmla="*/ 5259740 w 7467600"/>
              <a:gd name="connsiteY834" fmla="*/ 257013 h 6858000"/>
              <a:gd name="connsiteX835" fmla="*/ 5208466 w 7467600"/>
              <a:gd name="connsiteY835" fmla="*/ 257550 h 6858000"/>
              <a:gd name="connsiteX836" fmla="*/ 4980204 w 7467600"/>
              <a:gd name="connsiteY836" fmla="*/ 271903 h 6858000"/>
              <a:gd name="connsiteX837" fmla="*/ 5068068 w 7467600"/>
              <a:gd name="connsiteY837" fmla="*/ 282244 h 6858000"/>
              <a:gd name="connsiteX838" fmla="*/ 5153231 w 7467600"/>
              <a:gd name="connsiteY838" fmla="*/ 292240 h 6858000"/>
              <a:gd name="connsiteX839" fmla="*/ 5426491 w 7467600"/>
              <a:gd name="connsiteY839" fmla="*/ 281128 h 6858000"/>
              <a:gd name="connsiteX840" fmla="*/ 5731212 w 7467600"/>
              <a:gd name="connsiteY840" fmla="*/ 231951 h 6858000"/>
              <a:gd name="connsiteX841" fmla="*/ 5905192 w 7467600"/>
              <a:gd name="connsiteY841" fmla="*/ 163079 h 6858000"/>
              <a:gd name="connsiteX842" fmla="*/ 5944437 w 7467600"/>
              <a:gd name="connsiteY842" fmla="*/ 113829 h 6858000"/>
              <a:gd name="connsiteX843" fmla="*/ 5825032 w 7467600"/>
              <a:gd name="connsiteY843" fmla="*/ 146405 h 6858000"/>
              <a:gd name="connsiteX844" fmla="*/ 4955599 w 7467600"/>
              <a:gd name="connsiteY844" fmla="*/ 247008 h 6858000"/>
              <a:gd name="connsiteX845" fmla="*/ 5210104 w 7467600"/>
              <a:gd name="connsiteY845" fmla="*/ 228123 h 6858000"/>
              <a:gd name="connsiteX846" fmla="*/ 5261015 w 7467600"/>
              <a:gd name="connsiteY846" fmla="*/ 227087 h 6858000"/>
              <a:gd name="connsiteX847" fmla="*/ 5861181 w 7467600"/>
              <a:gd name="connsiteY847" fmla="*/ 143093 h 6858000"/>
              <a:gd name="connsiteX848" fmla="*/ 5961252 w 7467600"/>
              <a:gd name="connsiteY848" fmla="*/ 114820 h 6858000"/>
              <a:gd name="connsiteX849" fmla="*/ 5944437 w 7467600"/>
              <a:gd name="connsiteY849" fmla="*/ 113829 h 6858000"/>
              <a:gd name="connsiteX850" fmla="*/ 3882765 w 7467600"/>
              <a:gd name="connsiteY850" fmla="*/ 0 h 6858000"/>
              <a:gd name="connsiteX851" fmla="*/ 3995099 w 7467600"/>
              <a:gd name="connsiteY851" fmla="*/ 0 h 6858000"/>
              <a:gd name="connsiteX852" fmla="*/ 4163818 w 7467600"/>
              <a:gd name="connsiteY852" fmla="*/ 234104 h 6858000"/>
              <a:gd name="connsiteX853" fmla="*/ 4172099 w 7467600"/>
              <a:gd name="connsiteY853" fmla="*/ 234207 h 6858000"/>
              <a:gd name="connsiteX854" fmla="*/ 4784282 w 7467600"/>
              <a:gd name="connsiteY854" fmla="*/ 276561 h 6858000"/>
              <a:gd name="connsiteX855" fmla="*/ 4801687 w 7467600"/>
              <a:gd name="connsiteY855" fmla="*/ 267764 h 6858000"/>
              <a:gd name="connsiteX856" fmla="*/ 6082788 w 7467600"/>
              <a:gd name="connsiteY856" fmla="*/ 64119 h 6858000"/>
              <a:gd name="connsiteX857" fmla="*/ 6099442 w 7467600"/>
              <a:gd name="connsiteY857" fmla="*/ 82568 h 6858000"/>
              <a:gd name="connsiteX858" fmla="*/ 4804137 w 7467600"/>
              <a:gd name="connsiteY858" fmla="*/ 320931 h 6858000"/>
              <a:gd name="connsiteX859" fmla="*/ 4227047 w 7467600"/>
              <a:gd name="connsiteY859" fmla="*/ 313415 h 6858000"/>
              <a:gd name="connsiteX860" fmla="*/ 4346041 w 7467600"/>
              <a:gd name="connsiteY860" fmla="*/ 456086 h 6858000"/>
              <a:gd name="connsiteX861" fmla="*/ 4870967 w 7467600"/>
              <a:gd name="connsiteY861" fmla="*/ 963061 h 6858000"/>
              <a:gd name="connsiteX862" fmla="*/ 4889647 w 7467600"/>
              <a:gd name="connsiteY862" fmla="*/ 957147 h 6858000"/>
              <a:gd name="connsiteX863" fmla="*/ 5422504 w 7467600"/>
              <a:gd name="connsiteY863" fmla="*/ 805191 h 6858000"/>
              <a:gd name="connsiteX864" fmla="*/ 6087656 w 7467600"/>
              <a:gd name="connsiteY864" fmla="*/ 826703 h 6858000"/>
              <a:gd name="connsiteX865" fmla="*/ 6058717 w 7467600"/>
              <a:gd name="connsiteY865" fmla="*/ 865992 h 6858000"/>
              <a:gd name="connsiteX866" fmla="*/ 4974153 w 7467600"/>
              <a:gd name="connsiteY866" fmla="*/ 1045456 h 6858000"/>
              <a:gd name="connsiteX867" fmla="*/ 5627835 w 7467600"/>
              <a:gd name="connsiteY867" fmla="*/ 1472077 h 6858000"/>
              <a:gd name="connsiteX868" fmla="*/ 5629817 w 7467600"/>
              <a:gd name="connsiteY868" fmla="*/ 1471412 h 6858000"/>
              <a:gd name="connsiteX869" fmla="*/ 5634124 w 7467600"/>
              <a:gd name="connsiteY869" fmla="*/ 1470572 h 6858000"/>
              <a:gd name="connsiteX870" fmla="*/ 5755832 w 7467600"/>
              <a:gd name="connsiteY870" fmla="*/ 1383886 h 6858000"/>
              <a:gd name="connsiteX871" fmla="*/ 6014186 w 7467600"/>
              <a:gd name="connsiteY871" fmla="*/ 1279799 h 6858000"/>
              <a:gd name="connsiteX872" fmla="*/ 6901619 w 7467600"/>
              <a:gd name="connsiteY872" fmla="*/ 1047874 h 6858000"/>
              <a:gd name="connsiteX873" fmla="*/ 6931566 w 7467600"/>
              <a:gd name="connsiteY873" fmla="*/ 1062034 h 6858000"/>
              <a:gd name="connsiteX874" fmla="*/ 5790982 w 7467600"/>
              <a:gd name="connsiteY874" fmla="*/ 1561380 h 6858000"/>
              <a:gd name="connsiteX875" fmla="*/ 6188971 w 7467600"/>
              <a:gd name="connsiteY875" fmla="*/ 1755168 h 6858000"/>
              <a:gd name="connsiteX876" fmla="*/ 6202446 w 7467600"/>
              <a:gd name="connsiteY876" fmla="*/ 1752268 h 6858000"/>
              <a:gd name="connsiteX877" fmla="*/ 7179560 w 7467600"/>
              <a:gd name="connsiteY877" fmla="*/ 1467551 h 6858000"/>
              <a:gd name="connsiteX878" fmla="*/ 7158730 w 7467600"/>
              <a:gd name="connsiteY878" fmla="*/ 1507835 h 6858000"/>
              <a:gd name="connsiteX879" fmla="*/ 6326959 w 7467600"/>
              <a:gd name="connsiteY879" fmla="*/ 1817686 h 6858000"/>
              <a:gd name="connsiteX880" fmla="*/ 6537433 w 7467600"/>
              <a:gd name="connsiteY880" fmla="*/ 1907790 h 6858000"/>
              <a:gd name="connsiteX881" fmla="*/ 6550221 w 7467600"/>
              <a:gd name="connsiteY881" fmla="*/ 1910729 h 6858000"/>
              <a:gd name="connsiteX882" fmla="*/ 6964438 w 7467600"/>
              <a:gd name="connsiteY882" fmla="*/ 2209505 h 6858000"/>
              <a:gd name="connsiteX883" fmla="*/ 7367862 w 7467600"/>
              <a:gd name="connsiteY883" fmla="*/ 2806833 h 6858000"/>
              <a:gd name="connsiteX884" fmla="*/ 7364329 w 7467600"/>
              <a:gd name="connsiteY884" fmla="*/ 2826907 h 6858000"/>
              <a:gd name="connsiteX885" fmla="*/ 7290545 w 7467600"/>
              <a:gd name="connsiteY885" fmla="*/ 2850663 h 6858000"/>
              <a:gd name="connsiteX886" fmla="*/ 6472036 w 7467600"/>
              <a:gd name="connsiteY886" fmla="*/ 1959003 h 6858000"/>
              <a:gd name="connsiteX887" fmla="*/ 5792897 w 7467600"/>
              <a:gd name="connsiteY887" fmla="*/ 1647747 h 6858000"/>
              <a:gd name="connsiteX888" fmla="*/ 5842751 w 7467600"/>
              <a:gd name="connsiteY888" fmla="*/ 1816112 h 6858000"/>
              <a:gd name="connsiteX889" fmla="*/ 5847424 w 7467600"/>
              <a:gd name="connsiteY889" fmla="*/ 1815776 h 6858000"/>
              <a:gd name="connsiteX890" fmla="*/ 6399821 w 7467600"/>
              <a:gd name="connsiteY890" fmla="*/ 2344799 h 6858000"/>
              <a:gd name="connsiteX891" fmla="*/ 6323232 w 7467600"/>
              <a:gd name="connsiteY891" fmla="*/ 2389634 h 6858000"/>
              <a:gd name="connsiteX892" fmla="*/ 5942958 w 7467600"/>
              <a:gd name="connsiteY892" fmla="*/ 2077708 h 6858000"/>
              <a:gd name="connsiteX893" fmla="*/ 5921559 w 7467600"/>
              <a:gd name="connsiteY893" fmla="*/ 2378596 h 6858000"/>
              <a:gd name="connsiteX894" fmla="*/ 5817651 w 7467600"/>
              <a:gd name="connsiteY894" fmla="*/ 3023919 h 6858000"/>
              <a:gd name="connsiteX895" fmla="*/ 5729634 w 7467600"/>
              <a:gd name="connsiteY895" fmla="*/ 3051849 h 6858000"/>
              <a:gd name="connsiteX896" fmla="*/ 5611018 w 7467600"/>
              <a:gd name="connsiteY896" fmla="*/ 2316769 h 6858000"/>
              <a:gd name="connsiteX897" fmla="*/ 5687608 w 7467600"/>
              <a:gd name="connsiteY897" fmla="*/ 2039972 h 6858000"/>
              <a:gd name="connsiteX898" fmla="*/ 5657554 w 7467600"/>
              <a:gd name="connsiteY898" fmla="*/ 1576445 h 6858000"/>
              <a:gd name="connsiteX899" fmla="*/ 5150475 w 7467600"/>
              <a:gd name="connsiteY899" fmla="*/ 1274012 h 6858000"/>
              <a:gd name="connsiteX900" fmla="*/ 5349142 w 7467600"/>
              <a:gd name="connsiteY900" fmla="*/ 2204405 h 6858000"/>
              <a:gd name="connsiteX901" fmla="*/ 5262214 w 7467600"/>
              <a:gd name="connsiteY901" fmla="*/ 2233836 h 6858000"/>
              <a:gd name="connsiteX902" fmla="*/ 4981539 w 7467600"/>
              <a:gd name="connsiteY902" fmla="*/ 1542201 h 6858000"/>
              <a:gd name="connsiteX903" fmla="*/ 4958461 w 7467600"/>
              <a:gd name="connsiteY903" fmla="*/ 1136957 h 6858000"/>
              <a:gd name="connsiteX904" fmla="*/ 4655015 w 7467600"/>
              <a:gd name="connsiteY904" fmla="*/ 891426 h 6858000"/>
              <a:gd name="connsiteX905" fmla="*/ 4348002 w 7467600"/>
              <a:gd name="connsiteY905" fmla="*/ 2205895 h 6858000"/>
              <a:gd name="connsiteX906" fmla="*/ 4262250 w 7467600"/>
              <a:gd name="connsiteY906" fmla="*/ 2219972 h 6858000"/>
              <a:gd name="connsiteX907" fmla="*/ 4550611 w 7467600"/>
              <a:gd name="connsiteY907" fmla="*/ 817540 h 6858000"/>
              <a:gd name="connsiteX908" fmla="*/ 4564418 w 7467600"/>
              <a:gd name="connsiteY908" fmla="*/ 808293 h 6858000"/>
              <a:gd name="connsiteX909" fmla="*/ 4266388 w 7467600"/>
              <a:gd name="connsiteY909" fmla="*/ 500083 h 6858000"/>
              <a:gd name="connsiteX910" fmla="*/ 4032842 w 7467600"/>
              <a:gd name="connsiteY910" fmla="*/ 211809 h 6858000"/>
              <a:gd name="connsiteX911" fmla="*/ 3882765 w 7467600"/>
              <a:gd name="connsiteY911" fmla="*/ 0 h 6858000"/>
              <a:gd name="connsiteX912" fmla="*/ 3721337 w 7467600"/>
              <a:gd name="connsiteY912" fmla="*/ 0 h 6858000"/>
              <a:gd name="connsiteX913" fmla="*/ 3797544 w 7467600"/>
              <a:gd name="connsiteY913" fmla="*/ 0 h 6858000"/>
              <a:gd name="connsiteX914" fmla="*/ 3775734 w 7467600"/>
              <a:gd name="connsiteY914" fmla="*/ 95131 h 6858000"/>
              <a:gd name="connsiteX915" fmla="*/ 3724807 w 7467600"/>
              <a:gd name="connsiteY915" fmla="*/ 272257 h 6858000"/>
              <a:gd name="connsiteX916" fmla="*/ 3726844 w 7467600"/>
              <a:gd name="connsiteY916" fmla="*/ 282988 h 6858000"/>
              <a:gd name="connsiteX917" fmla="*/ 3742664 w 7467600"/>
              <a:gd name="connsiteY917" fmla="*/ 279918 h 6858000"/>
              <a:gd name="connsiteX918" fmla="*/ 4103910 w 7467600"/>
              <a:gd name="connsiteY918" fmla="*/ 1161917 h 6858000"/>
              <a:gd name="connsiteX919" fmla="*/ 4020269 w 7467600"/>
              <a:gd name="connsiteY919" fmla="*/ 1200406 h 6858000"/>
              <a:gd name="connsiteX920" fmla="*/ 3674882 w 7467600"/>
              <a:gd name="connsiteY920" fmla="*/ 488524 h 6858000"/>
              <a:gd name="connsiteX921" fmla="*/ 3132682 w 7467600"/>
              <a:gd name="connsiteY921" fmla="*/ 1072284 h 6858000"/>
              <a:gd name="connsiteX922" fmla="*/ 2716346 w 7467600"/>
              <a:gd name="connsiteY922" fmla="*/ 1276376 h 6858000"/>
              <a:gd name="connsiteX923" fmla="*/ 2716772 w 7467600"/>
              <a:gd name="connsiteY923" fmla="*/ 1255462 h 6858000"/>
              <a:gd name="connsiteX924" fmla="*/ 3471096 w 7467600"/>
              <a:gd name="connsiteY924" fmla="*/ 437072 h 6858000"/>
              <a:gd name="connsiteX925" fmla="*/ 3639057 w 7467600"/>
              <a:gd name="connsiteY925" fmla="*/ 286334 h 6858000"/>
              <a:gd name="connsiteX926" fmla="*/ 3640309 w 7467600"/>
              <a:gd name="connsiteY926" fmla="*/ 284664 h 6858000"/>
              <a:gd name="connsiteX927" fmla="*/ 3646022 w 7467600"/>
              <a:gd name="connsiteY927" fmla="*/ 276711 h 6858000"/>
              <a:gd name="connsiteX928" fmla="*/ 3707943 w 7467600"/>
              <a:gd name="connsiteY928" fmla="*/ 65958 h 6858000"/>
              <a:gd name="connsiteX929" fmla="*/ 3721337 w 7467600"/>
              <a:gd name="connsiteY929" fmla="*/ 0 h 6858000"/>
              <a:gd name="connsiteX930" fmla="*/ 2867960 w 7467600"/>
              <a:gd name="connsiteY930" fmla="*/ 0 h 6858000"/>
              <a:gd name="connsiteX931" fmla="*/ 2926351 w 7467600"/>
              <a:gd name="connsiteY931" fmla="*/ 0 h 6858000"/>
              <a:gd name="connsiteX932" fmla="*/ 2902823 w 7467600"/>
              <a:gd name="connsiteY932" fmla="*/ 262929 h 6858000"/>
              <a:gd name="connsiteX933" fmla="*/ 2940663 w 7467600"/>
              <a:gd name="connsiteY933" fmla="*/ 140884 h 6858000"/>
              <a:gd name="connsiteX934" fmla="*/ 2947039 w 7467600"/>
              <a:gd name="connsiteY934" fmla="*/ 122524 h 6858000"/>
              <a:gd name="connsiteX935" fmla="*/ 2984316 w 7467600"/>
              <a:gd name="connsiteY935" fmla="*/ 0 h 6858000"/>
              <a:gd name="connsiteX936" fmla="*/ 3016114 w 7467600"/>
              <a:gd name="connsiteY936" fmla="*/ 0 h 6858000"/>
              <a:gd name="connsiteX937" fmla="*/ 2979949 w 7467600"/>
              <a:gd name="connsiteY937" fmla="*/ 119274 h 6858000"/>
              <a:gd name="connsiteX938" fmla="*/ 3023879 w 7467600"/>
              <a:gd name="connsiteY938" fmla="*/ 0 h 6858000"/>
              <a:gd name="connsiteX939" fmla="*/ 3105400 w 7467600"/>
              <a:gd name="connsiteY939" fmla="*/ 0 h 6858000"/>
              <a:gd name="connsiteX940" fmla="*/ 3094669 w 7467600"/>
              <a:gd name="connsiteY940" fmla="*/ 30308 h 6858000"/>
              <a:gd name="connsiteX941" fmla="*/ 2901945 w 7467600"/>
              <a:gd name="connsiteY941" fmla="*/ 466538 h 6858000"/>
              <a:gd name="connsiteX942" fmla="*/ 2815209 w 7467600"/>
              <a:gd name="connsiteY942" fmla="*/ 497361 h 6858000"/>
              <a:gd name="connsiteX943" fmla="*/ 2844845 w 7467600"/>
              <a:gd name="connsiteY943" fmla="*/ 127638 h 6858000"/>
              <a:gd name="connsiteX944" fmla="*/ 2867960 w 7467600"/>
              <a:gd name="connsiteY944" fmla="*/ 0 h 6858000"/>
              <a:gd name="connsiteX945" fmla="*/ 1057230 w 7467600"/>
              <a:gd name="connsiteY945" fmla="*/ 0 h 6858000"/>
              <a:gd name="connsiteX946" fmla="*/ 1111003 w 7467600"/>
              <a:gd name="connsiteY946" fmla="*/ 0 h 6858000"/>
              <a:gd name="connsiteX947" fmla="*/ 1125553 w 7467600"/>
              <a:gd name="connsiteY947" fmla="*/ 52588 h 6858000"/>
              <a:gd name="connsiteX948" fmla="*/ 1304276 w 7467600"/>
              <a:gd name="connsiteY948" fmla="*/ 476275 h 6858000"/>
              <a:gd name="connsiteX949" fmla="*/ 1492066 w 7467600"/>
              <a:gd name="connsiteY949" fmla="*/ 886333 h 6858000"/>
              <a:gd name="connsiteX950" fmla="*/ 1423698 w 7467600"/>
              <a:gd name="connsiteY950" fmla="*/ 710817 h 6858000"/>
              <a:gd name="connsiteX951" fmla="*/ 1357609 w 7467600"/>
              <a:gd name="connsiteY951" fmla="*/ 532892 h 6858000"/>
              <a:gd name="connsiteX952" fmla="*/ 1309550 w 7467600"/>
              <a:gd name="connsiteY952" fmla="*/ 374031 h 6858000"/>
              <a:gd name="connsiteX953" fmla="*/ 1193673 w 7467600"/>
              <a:gd name="connsiteY953" fmla="*/ 49533 h 6858000"/>
              <a:gd name="connsiteX954" fmla="*/ 1164391 w 7467600"/>
              <a:gd name="connsiteY954" fmla="*/ 0 h 6858000"/>
              <a:gd name="connsiteX955" fmla="*/ 1200666 w 7467600"/>
              <a:gd name="connsiteY955" fmla="*/ 0 h 6858000"/>
              <a:gd name="connsiteX956" fmla="*/ 1223408 w 7467600"/>
              <a:gd name="connsiteY956" fmla="*/ 38996 h 6858000"/>
              <a:gd name="connsiteX957" fmla="*/ 1339635 w 7467600"/>
              <a:gd name="connsiteY957" fmla="*/ 365517 h 6858000"/>
              <a:gd name="connsiteX958" fmla="*/ 1387469 w 7467600"/>
              <a:gd name="connsiteY958" fmla="*/ 523079 h 6858000"/>
              <a:gd name="connsiteX959" fmla="*/ 1452685 w 7467600"/>
              <a:gd name="connsiteY959" fmla="*/ 699806 h 6858000"/>
              <a:gd name="connsiteX960" fmla="*/ 1492092 w 7467600"/>
              <a:gd name="connsiteY960" fmla="*/ 800424 h 6858000"/>
              <a:gd name="connsiteX961" fmla="*/ 1455302 w 7467600"/>
              <a:gd name="connsiteY961" fmla="*/ 632913 h 6858000"/>
              <a:gd name="connsiteX962" fmla="*/ 1222336 w 7467600"/>
              <a:gd name="connsiteY962" fmla="*/ 9480 h 6858000"/>
              <a:gd name="connsiteX963" fmla="*/ 1214634 w 7467600"/>
              <a:gd name="connsiteY963" fmla="*/ 0 h 6858000"/>
              <a:gd name="connsiteX964" fmla="*/ 1289827 w 7467600"/>
              <a:gd name="connsiteY964" fmla="*/ 0 h 6858000"/>
              <a:gd name="connsiteX965" fmla="*/ 1321076 w 7467600"/>
              <a:gd name="connsiteY965" fmla="*/ 59722 h 6858000"/>
              <a:gd name="connsiteX966" fmla="*/ 1512579 w 7467600"/>
              <a:gd name="connsiteY966" fmla="*/ 626441 h 6858000"/>
              <a:gd name="connsiteX967" fmla="*/ 1506076 w 7467600"/>
              <a:gd name="connsiteY967" fmla="*/ 1089289 h 6858000"/>
              <a:gd name="connsiteX968" fmla="*/ 1486346 w 7467600"/>
              <a:gd name="connsiteY968" fmla="*/ 1079919 h 6858000"/>
              <a:gd name="connsiteX969" fmla="*/ 1070511 w 7467600"/>
              <a:gd name="connsiteY969" fmla="*/ 48609 h 6858000"/>
              <a:gd name="connsiteX970" fmla="*/ 1057230 w 7467600"/>
              <a:gd name="connsiteY970" fmla="*/ 0 h 6858000"/>
              <a:gd name="connsiteX971" fmla="*/ 43151 w 7467600"/>
              <a:gd name="connsiteY971" fmla="*/ 0 h 6858000"/>
              <a:gd name="connsiteX972" fmla="*/ 95283 w 7467600"/>
              <a:gd name="connsiteY972" fmla="*/ 0 h 6858000"/>
              <a:gd name="connsiteX973" fmla="*/ 300708 w 7467600"/>
              <a:gd name="connsiteY973" fmla="*/ 154571 h 6858000"/>
              <a:gd name="connsiteX974" fmla="*/ 530414 w 7467600"/>
              <a:gd name="connsiteY974" fmla="*/ 354673 h 6858000"/>
              <a:gd name="connsiteX975" fmla="*/ 333785 w 7467600"/>
              <a:gd name="connsiteY975" fmla="*/ 161564 h 6858000"/>
              <a:gd name="connsiteX976" fmla="*/ 147005 w 7467600"/>
              <a:gd name="connsiteY976" fmla="*/ 0 h 6858000"/>
              <a:gd name="connsiteX977" fmla="*/ 272509 w 7467600"/>
              <a:gd name="connsiteY977" fmla="*/ 0 h 6858000"/>
              <a:gd name="connsiteX978" fmla="*/ 326276 w 7467600"/>
              <a:gd name="connsiteY978" fmla="*/ 45847 h 6858000"/>
              <a:gd name="connsiteX979" fmla="*/ 823759 w 7467600"/>
              <a:gd name="connsiteY979" fmla="*/ 574145 h 6858000"/>
              <a:gd name="connsiteX980" fmla="*/ 811254 w 7467600"/>
              <a:gd name="connsiteY980" fmla="*/ 665546 h 6858000"/>
              <a:gd name="connsiteX981" fmla="*/ 154042 w 7467600"/>
              <a:gd name="connsiteY981" fmla="*/ 261522 h 6858000"/>
              <a:gd name="connsiteX982" fmla="*/ 13550 w 7467600"/>
              <a:gd name="connsiteY982" fmla="*/ 158423 h 6858000"/>
              <a:gd name="connsiteX983" fmla="*/ 0 w 7467600"/>
              <a:gd name="connsiteY983" fmla="*/ 146618 h 6858000"/>
              <a:gd name="connsiteX984" fmla="*/ 0 w 7467600"/>
              <a:gd name="connsiteY984" fmla="*/ 59161 h 6858000"/>
              <a:gd name="connsiteX985" fmla="*/ 45427 w 7467600"/>
              <a:gd name="connsiteY985" fmla="*/ 101078 h 6858000"/>
              <a:gd name="connsiteX986" fmla="*/ 630103 w 7467600"/>
              <a:gd name="connsiteY986" fmla="*/ 485885 h 6858000"/>
              <a:gd name="connsiteX987" fmla="*/ 532040 w 7467600"/>
              <a:gd name="connsiteY987" fmla="*/ 399359 h 6858000"/>
              <a:gd name="connsiteX988" fmla="*/ 517618 w 7467600"/>
              <a:gd name="connsiteY988" fmla="*/ 385726 h 6858000"/>
              <a:gd name="connsiteX989" fmla="*/ 285074 w 7467600"/>
              <a:gd name="connsiteY989" fmla="*/ 182755 h 6858000"/>
              <a:gd name="connsiteX990" fmla="*/ 43151 w 7467600"/>
              <a:gd name="connsiteY99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312201 w 7467600"/>
              <a:gd name="connsiteY133" fmla="*/ 5128278 h 6858000"/>
              <a:gd name="connsiteX134" fmla="*/ 1903353 w 7467600"/>
              <a:gd name="connsiteY134" fmla="*/ 5044827 h 6858000"/>
              <a:gd name="connsiteX135" fmla="*/ 1936931 w 7467600"/>
              <a:gd name="connsiteY135" fmla="*/ 5093954 h 6858000"/>
              <a:gd name="connsiteX136" fmla="*/ 2195868 w 7467600"/>
              <a:gd name="connsiteY136" fmla="*/ 5396574 h 6858000"/>
              <a:gd name="connsiteX137" fmla="*/ 2088852 w 7467600"/>
              <a:gd name="connsiteY137" fmla="*/ 5166123 h 6858000"/>
              <a:gd name="connsiteX138" fmla="*/ 1958241 w 7467600"/>
              <a:gd name="connsiteY138" fmla="*/ 5067955 h 6858000"/>
              <a:gd name="connsiteX139" fmla="*/ 1903353 w 7467600"/>
              <a:gd name="connsiteY139" fmla="*/ 5044827 h 6858000"/>
              <a:gd name="connsiteX140" fmla="*/ 1979378 w 7467600"/>
              <a:gd name="connsiteY140" fmla="*/ 4769504 h 6858000"/>
              <a:gd name="connsiteX141" fmla="*/ 2882120 w 7467600"/>
              <a:gd name="connsiteY141" fmla="*/ 5064547 h 6858000"/>
              <a:gd name="connsiteX142" fmla="*/ 2793103 w 7467600"/>
              <a:gd name="connsiteY142" fmla="*/ 5039699 h 6858000"/>
              <a:gd name="connsiteX143" fmla="*/ 2770041 w 7467600"/>
              <a:gd name="connsiteY143" fmla="*/ 5033634 h 6858000"/>
              <a:gd name="connsiteX144" fmla="*/ 1979378 w 7467600"/>
              <a:gd name="connsiteY144" fmla="*/ 4769504 h 6858000"/>
              <a:gd name="connsiteX145" fmla="*/ 1927410 w 7467600"/>
              <a:gd name="connsiteY145" fmla="*/ 4716164 h 6858000"/>
              <a:gd name="connsiteX146" fmla="*/ 1959587 w 7467600"/>
              <a:gd name="connsiteY146" fmla="*/ 4728849 h 6858000"/>
              <a:gd name="connsiteX147" fmla="*/ 2777707 w 7467600"/>
              <a:gd name="connsiteY147" fmla="*/ 5003991 h 6858000"/>
              <a:gd name="connsiteX148" fmla="*/ 2800768 w 7467600"/>
              <a:gd name="connsiteY148" fmla="*/ 5010056 h 6858000"/>
              <a:gd name="connsiteX149" fmla="*/ 2879408 w 7467600"/>
              <a:gd name="connsiteY149" fmla="*/ 5031590 h 6858000"/>
              <a:gd name="connsiteX150" fmla="*/ 2862295 w 7467600"/>
              <a:gd name="connsiteY150" fmla="*/ 5022958 h 6858000"/>
              <a:gd name="connsiteX151" fmla="*/ 2813343 w 7467600"/>
              <a:gd name="connsiteY151" fmla="*/ 4998369 h 6858000"/>
              <a:gd name="connsiteX152" fmla="*/ 2646245 w 7467600"/>
              <a:gd name="connsiteY152" fmla="*/ 4930999 h 6858000"/>
              <a:gd name="connsiteX153" fmla="*/ 1999243 w 7467600"/>
              <a:gd name="connsiteY153" fmla="*/ 4730524 h 6858000"/>
              <a:gd name="connsiteX154" fmla="*/ 1979527 w 7467600"/>
              <a:gd name="connsiteY154" fmla="*/ 4726651 h 6858000"/>
              <a:gd name="connsiteX155" fmla="*/ 1927410 w 7467600"/>
              <a:gd name="connsiteY155" fmla="*/ 4716164 h 6858000"/>
              <a:gd name="connsiteX156" fmla="*/ 1997014 w 7467600"/>
              <a:gd name="connsiteY156" fmla="*/ 4698007 h 6858000"/>
              <a:gd name="connsiteX157" fmla="*/ 2005458 w 7467600"/>
              <a:gd name="connsiteY157" fmla="*/ 4699540 h 6858000"/>
              <a:gd name="connsiteX158" fmla="*/ 2657186 w 7467600"/>
              <a:gd name="connsiteY158" fmla="*/ 4901687 h 6858000"/>
              <a:gd name="connsiteX159" fmla="*/ 2826662 w 7467600"/>
              <a:gd name="connsiteY159" fmla="*/ 4970362 h 6858000"/>
              <a:gd name="connsiteX160" fmla="*/ 2876100 w 7467600"/>
              <a:gd name="connsiteY160" fmla="*/ 4995397 h 6858000"/>
              <a:gd name="connsiteX161" fmla="*/ 3042600 w 7467600"/>
              <a:gd name="connsiteY161" fmla="*/ 5059532 h 6858000"/>
              <a:gd name="connsiteX162" fmla="*/ 1997014 w 7467600"/>
              <a:gd name="connsiteY162" fmla="*/ 4698007 h 6858000"/>
              <a:gd name="connsiteX163" fmla="*/ 2305292 w 7467600"/>
              <a:gd name="connsiteY163" fmla="*/ 4219492 h 6858000"/>
              <a:gd name="connsiteX164" fmla="*/ 3360922 w 7467600"/>
              <a:gd name="connsiteY164" fmla="*/ 4529373 h 6858000"/>
              <a:gd name="connsiteX165" fmla="*/ 3492420 w 7467600"/>
              <a:gd name="connsiteY165" fmla="*/ 4510145 h 6858000"/>
              <a:gd name="connsiteX166" fmla="*/ 3364086 w 7467600"/>
              <a:gd name="connsiteY166" fmla="*/ 4480340 h 6858000"/>
              <a:gd name="connsiteX167" fmla="*/ 3225818 w 7467600"/>
              <a:gd name="connsiteY167" fmla="*/ 4411822 h 6858000"/>
              <a:gd name="connsiteX168" fmla="*/ 3129696 w 7467600"/>
              <a:gd name="connsiteY168" fmla="*/ 4360704 h 6858000"/>
              <a:gd name="connsiteX169" fmla="*/ 2814545 w 7467600"/>
              <a:gd name="connsiteY169" fmla="*/ 4282955 h 6858000"/>
              <a:gd name="connsiteX170" fmla="*/ 2305292 w 7467600"/>
              <a:gd name="connsiteY170" fmla="*/ 4219492 h 6858000"/>
              <a:gd name="connsiteX171" fmla="*/ 2626982 w 7467600"/>
              <a:gd name="connsiteY171" fmla="*/ 4206450 h 6858000"/>
              <a:gd name="connsiteX172" fmla="*/ 2490617 w 7467600"/>
              <a:gd name="connsiteY172" fmla="*/ 4206951 h 6858000"/>
              <a:gd name="connsiteX173" fmla="*/ 2819869 w 7467600"/>
              <a:gd name="connsiteY173" fmla="*/ 4252936 h 6858000"/>
              <a:gd name="connsiteX174" fmla="*/ 3143018 w 7467600"/>
              <a:gd name="connsiteY174" fmla="*/ 4332698 h 6858000"/>
              <a:gd name="connsiteX175" fmla="*/ 3241520 w 7467600"/>
              <a:gd name="connsiteY175" fmla="*/ 4385112 h 6858000"/>
              <a:gd name="connsiteX176" fmla="*/ 3374575 w 7467600"/>
              <a:gd name="connsiteY176" fmla="*/ 4451517 h 6858000"/>
              <a:gd name="connsiteX177" fmla="*/ 3505221 w 7467600"/>
              <a:gd name="connsiteY177" fmla="*/ 4480757 h 6858000"/>
              <a:gd name="connsiteX178" fmla="*/ 2626982 w 7467600"/>
              <a:gd name="connsiteY178" fmla="*/ 4206450 h 6858000"/>
              <a:gd name="connsiteX179" fmla="*/ 1310106 w 7467600"/>
              <a:gd name="connsiteY179" fmla="*/ 3943217 h 6858000"/>
              <a:gd name="connsiteX180" fmla="*/ 854994 w 7467600"/>
              <a:gd name="connsiteY180" fmla="*/ 4399136 h 6858000"/>
              <a:gd name="connsiteX181" fmla="*/ 742462 w 7467600"/>
              <a:gd name="connsiteY181" fmla="*/ 4594648 h 6858000"/>
              <a:gd name="connsiteX182" fmla="*/ 820602 w 7467600"/>
              <a:gd name="connsiteY182" fmla="*/ 4485915 h 6858000"/>
              <a:gd name="connsiteX183" fmla="*/ 878295 w 7467600"/>
              <a:gd name="connsiteY183" fmla="*/ 4403594 h 6858000"/>
              <a:gd name="connsiteX184" fmla="*/ 1240607 w 7467600"/>
              <a:gd name="connsiteY184" fmla="*/ 4010401 h 6858000"/>
              <a:gd name="connsiteX185" fmla="*/ 1310106 w 7467600"/>
              <a:gd name="connsiteY185" fmla="*/ 3943217 h 6858000"/>
              <a:gd name="connsiteX186" fmla="*/ 1423113 w 7467600"/>
              <a:gd name="connsiteY186" fmla="*/ 3874565 h 6858000"/>
              <a:gd name="connsiteX187" fmla="*/ 1260565 w 7467600"/>
              <a:gd name="connsiteY187" fmla="*/ 4031982 h 6858000"/>
              <a:gd name="connsiteX188" fmla="*/ 901900 w 7467600"/>
              <a:gd name="connsiteY188" fmla="*/ 4421236 h 6858000"/>
              <a:gd name="connsiteX189" fmla="*/ 845044 w 7467600"/>
              <a:gd name="connsiteY189" fmla="*/ 4502436 h 6858000"/>
              <a:gd name="connsiteX190" fmla="*/ 685926 w 7467600"/>
              <a:gd name="connsiteY190" fmla="*/ 4703069 h 6858000"/>
              <a:gd name="connsiteX191" fmla="*/ 684248 w 7467600"/>
              <a:gd name="connsiteY191" fmla="*/ 4706721 h 6858000"/>
              <a:gd name="connsiteX192" fmla="*/ 1423113 w 7467600"/>
              <a:gd name="connsiteY192" fmla="*/ 3874565 h 6858000"/>
              <a:gd name="connsiteX193" fmla="*/ 3316479 w 7467600"/>
              <a:gd name="connsiteY193" fmla="*/ 3872136 h 6858000"/>
              <a:gd name="connsiteX194" fmla="*/ 3546806 w 7467600"/>
              <a:gd name="connsiteY194" fmla="*/ 4356139 h 6858000"/>
              <a:gd name="connsiteX195" fmla="*/ 3364433 w 7467600"/>
              <a:gd name="connsiteY195" fmla="*/ 3953121 h 6858000"/>
              <a:gd name="connsiteX196" fmla="*/ 3316479 w 7467600"/>
              <a:gd name="connsiteY196" fmla="*/ 3872136 h 6858000"/>
              <a:gd name="connsiteX197" fmla="*/ 3291335 w 7467600"/>
              <a:gd name="connsiteY197" fmla="*/ 3767420 h 6858000"/>
              <a:gd name="connsiteX198" fmla="*/ 3390805 w 7467600"/>
              <a:gd name="connsiteY198" fmla="*/ 3937163 h 6858000"/>
              <a:gd name="connsiteX199" fmla="*/ 3579062 w 7467600"/>
              <a:gd name="connsiteY199" fmla="*/ 4359040 h 6858000"/>
              <a:gd name="connsiteX200" fmla="*/ 3467355 w 7467600"/>
              <a:gd name="connsiteY200" fmla="*/ 3988130 h 6858000"/>
              <a:gd name="connsiteX201" fmla="*/ 3310753 w 7467600"/>
              <a:gd name="connsiteY201" fmla="*/ 3787140 h 6858000"/>
              <a:gd name="connsiteX202" fmla="*/ 3291335 w 7467600"/>
              <a:gd name="connsiteY202" fmla="*/ 3767420 h 6858000"/>
              <a:gd name="connsiteX203" fmla="*/ 1635889 w 7467600"/>
              <a:gd name="connsiteY203" fmla="*/ 3709494 h 6858000"/>
              <a:gd name="connsiteX204" fmla="*/ 1634800 w 7467600"/>
              <a:gd name="connsiteY204" fmla="*/ 3731111 h 6858000"/>
              <a:gd name="connsiteX205" fmla="*/ 1635889 w 7467600"/>
              <a:gd name="connsiteY205" fmla="*/ 3709494 h 6858000"/>
              <a:gd name="connsiteX206" fmla="*/ 1510397 w 7467600"/>
              <a:gd name="connsiteY206" fmla="*/ 3684705 h 6858000"/>
              <a:gd name="connsiteX207" fmla="*/ 1146550 w 7467600"/>
              <a:gd name="connsiteY207" fmla="*/ 3802012 h 6858000"/>
              <a:gd name="connsiteX208" fmla="*/ 698834 w 7467600"/>
              <a:gd name="connsiteY208" fmla="*/ 3952272 h 6858000"/>
              <a:gd name="connsiteX209" fmla="*/ 34256 w 7467600"/>
              <a:gd name="connsiteY209" fmla="*/ 4347603 h 6858000"/>
              <a:gd name="connsiteX210" fmla="*/ 527241 w 7467600"/>
              <a:gd name="connsiteY210" fmla="*/ 4065078 h 6858000"/>
              <a:gd name="connsiteX211" fmla="*/ 1510397 w 7467600"/>
              <a:gd name="connsiteY211" fmla="*/ 3684705 h 6858000"/>
              <a:gd name="connsiteX212" fmla="*/ 1313114 w 7467600"/>
              <a:gd name="connsiteY212" fmla="*/ 3655216 h 6858000"/>
              <a:gd name="connsiteX213" fmla="*/ 1109304 w 7467600"/>
              <a:gd name="connsiteY213" fmla="*/ 3669030 h 6858000"/>
              <a:gd name="connsiteX214" fmla="*/ 8129 w 7467600"/>
              <a:gd name="connsiteY214" fmla="*/ 4330519 h 6858000"/>
              <a:gd name="connsiteX215" fmla="*/ 687572 w 7467600"/>
              <a:gd name="connsiteY215" fmla="*/ 3925629 h 6858000"/>
              <a:gd name="connsiteX216" fmla="*/ 1138365 w 7467600"/>
              <a:gd name="connsiteY216" fmla="*/ 3774515 h 6858000"/>
              <a:gd name="connsiteX217" fmla="*/ 1505579 w 7467600"/>
              <a:gd name="connsiteY217" fmla="*/ 3655526 h 6858000"/>
              <a:gd name="connsiteX218" fmla="*/ 1313114 w 7467600"/>
              <a:gd name="connsiteY218" fmla="*/ 3655216 h 6858000"/>
              <a:gd name="connsiteX219" fmla="*/ 3655073 w 7467600"/>
              <a:gd name="connsiteY219" fmla="*/ 3650884 h 6858000"/>
              <a:gd name="connsiteX220" fmla="*/ 3989938 w 7467600"/>
              <a:gd name="connsiteY220" fmla="*/ 3991685 h 6858000"/>
              <a:gd name="connsiteX221" fmla="*/ 4393907 w 7467600"/>
              <a:gd name="connsiteY221" fmla="*/ 4261258 h 6858000"/>
              <a:gd name="connsiteX222" fmla="*/ 4648051 w 7467600"/>
              <a:gd name="connsiteY222" fmla="*/ 4374051 h 6858000"/>
              <a:gd name="connsiteX223" fmla="*/ 4383389 w 7467600"/>
              <a:gd name="connsiteY223" fmla="*/ 4184369 h 6858000"/>
              <a:gd name="connsiteX224" fmla="*/ 4165508 w 7467600"/>
              <a:gd name="connsiteY224" fmla="*/ 4035196 h 6858000"/>
              <a:gd name="connsiteX225" fmla="*/ 4068162 w 7467600"/>
              <a:gd name="connsiteY225" fmla="*/ 3953394 h 6858000"/>
              <a:gd name="connsiteX226" fmla="*/ 3981416 w 7467600"/>
              <a:gd name="connsiteY226" fmla="*/ 3880482 h 6858000"/>
              <a:gd name="connsiteX227" fmla="*/ 3800147 w 7467600"/>
              <a:gd name="connsiteY227" fmla="*/ 3749872 h 6858000"/>
              <a:gd name="connsiteX228" fmla="*/ 3655073 w 7467600"/>
              <a:gd name="connsiteY228" fmla="*/ 3650884 h 6858000"/>
              <a:gd name="connsiteX229" fmla="*/ 3670252 w 7467600"/>
              <a:gd name="connsiteY229" fmla="*/ 3622798 h 6858000"/>
              <a:gd name="connsiteX230" fmla="*/ 3817258 w 7467600"/>
              <a:gd name="connsiteY230" fmla="*/ 3723577 h 6858000"/>
              <a:gd name="connsiteX231" fmla="*/ 4000461 w 7467600"/>
              <a:gd name="connsiteY231" fmla="*/ 3855966 h 6858000"/>
              <a:gd name="connsiteX232" fmla="*/ 4088180 w 7467600"/>
              <a:gd name="connsiteY232" fmla="*/ 3929774 h 6858000"/>
              <a:gd name="connsiteX233" fmla="*/ 4184555 w 7467600"/>
              <a:gd name="connsiteY233" fmla="*/ 4010683 h 6858000"/>
              <a:gd name="connsiteX234" fmla="*/ 4399563 w 7467600"/>
              <a:gd name="connsiteY234" fmla="*/ 4158106 h 6858000"/>
              <a:gd name="connsiteX235" fmla="*/ 4684469 w 7467600"/>
              <a:gd name="connsiteY235" fmla="*/ 4364680 h 6858000"/>
              <a:gd name="connsiteX236" fmla="*/ 4690271 w 7467600"/>
              <a:gd name="connsiteY236" fmla="*/ 4370034 h 6858000"/>
              <a:gd name="connsiteX237" fmla="*/ 4136093 w 7467600"/>
              <a:gd name="connsiteY237" fmla="*/ 3858466 h 6858000"/>
              <a:gd name="connsiteX238" fmla="*/ 3670252 w 7467600"/>
              <a:gd name="connsiteY238" fmla="*/ 3622798 h 6858000"/>
              <a:gd name="connsiteX239" fmla="*/ 4440129 w 7467600"/>
              <a:gd name="connsiteY239" fmla="*/ 3448571 h 6858000"/>
              <a:gd name="connsiteX240" fmla="*/ 4856525 w 7467600"/>
              <a:gd name="connsiteY240" fmla="*/ 3915351 h 6858000"/>
              <a:gd name="connsiteX241" fmla="*/ 5059055 w 7467600"/>
              <a:gd name="connsiteY241" fmla="*/ 4108918 h 6858000"/>
              <a:gd name="connsiteX242" fmla="*/ 5290070 w 7467600"/>
              <a:gd name="connsiteY242" fmla="*/ 4263619 h 6858000"/>
              <a:gd name="connsiteX243" fmla="*/ 4834991 w 7467600"/>
              <a:gd name="connsiteY243" fmla="*/ 3830985 h 6858000"/>
              <a:gd name="connsiteX244" fmla="*/ 4440129 w 7467600"/>
              <a:gd name="connsiteY244" fmla="*/ 3448571 h 6858000"/>
              <a:gd name="connsiteX245" fmla="*/ 4441737 w 7467600"/>
              <a:gd name="connsiteY245" fmla="*/ 3399734 h 6858000"/>
              <a:gd name="connsiteX246" fmla="*/ 4431236 w 7467600"/>
              <a:gd name="connsiteY246" fmla="*/ 3400954 h 6858000"/>
              <a:gd name="connsiteX247" fmla="*/ 4557150 w 7467600"/>
              <a:gd name="connsiteY247" fmla="*/ 3510023 h 6858000"/>
              <a:gd name="connsiteX248" fmla="*/ 4856936 w 7467600"/>
              <a:gd name="connsiteY248" fmla="*/ 3809146 h 6858000"/>
              <a:gd name="connsiteX249" fmla="*/ 5111996 w 7467600"/>
              <a:gd name="connsiteY249" fmla="*/ 4065759 h 6858000"/>
              <a:gd name="connsiteX250" fmla="*/ 5388878 w 7467600"/>
              <a:gd name="connsiteY250" fmla="*/ 4300185 h 6858000"/>
              <a:gd name="connsiteX251" fmla="*/ 5425556 w 7467600"/>
              <a:gd name="connsiteY251" fmla="*/ 4308967 h 6858000"/>
              <a:gd name="connsiteX252" fmla="*/ 4943646 w 7467600"/>
              <a:gd name="connsiteY252" fmla="*/ 3822916 h 6858000"/>
              <a:gd name="connsiteX253" fmla="*/ 4594837 w 7467600"/>
              <a:gd name="connsiteY253" fmla="*/ 3532274 h 6858000"/>
              <a:gd name="connsiteX254" fmla="*/ 4441737 w 7467600"/>
              <a:gd name="connsiteY254" fmla="*/ 3399734 h 6858000"/>
              <a:gd name="connsiteX255" fmla="*/ 5425834 w 7467600"/>
              <a:gd name="connsiteY255" fmla="*/ 3162785 h 6858000"/>
              <a:gd name="connsiteX256" fmla="*/ 5401644 w 7467600"/>
              <a:gd name="connsiteY256" fmla="*/ 3617847 h 6858000"/>
              <a:gd name="connsiteX257" fmla="*/ 5467256 w 7467600"/>
              <a:gd name="connsiteY257" fmla="*/ 4175494 h 6858000"/>
              <a:gd name="connsiteX258" fmla="*/ 5448069 w 7467600"/>
              <a:gd name="connsiteY258" fmla="*/ 3567554 h 6858000"/>
              <a:gd name="connsiteX259" fmla="*/ 5425834 w 7467600"/>
              <a:gd name="connsiteY259" fmla="*/ 3162785 h 6858000"/>
              <a:gd name="connsiteX260" fmla="*/ 1318687 w 7467600"/>
              <a:gd name="connsiteY260" fmla="*/ 3113840 h 6858000"/>
              <a:gd name="connsiteX261" fmla="*/ 1066793 w 7467600"/>
              <a:gd name="connsiteY261" fmla="*/ 3212171 h 6858000"/>
              <a:gd name="connsiteX262" fmla="*/ 993319 w 7467600"/>
              <a:gd name="connsiteY262" fmla="*/ 3247648 h 6858000"/>
              <a:gd name="connsiteX263" fmla="*/ 853081 w 7467600"/>
              <a:gd name="connsiteY263" fmla="*/ 3312410 h 6858000"/>
              <a:gd name="connsiteX264" fmla="*/ 805957 w 7467600"/>
              <a:gd name="connsiteY264" fmla="*/ 3330443 h 6858000"/>
              <a:gd name="connsiteX265" fmla="*/ 1318687 w 7467600"/>
              <a:gd name="connsiteY265" fmla="*/ 3113840 h 6858000"/>
              <a:gd name="connsiteX266" fmla="*/ 5453702 w 7467600"/>
              <a:gd name="connsiteY266" fmla="*/ 3090882 h 6858000"/>
              <a:gd name="connsiteX267" fmla="*/ 5480135 w 7467600"/>
              <a:gd name="connsiteY267" fmla="*/ 3565802 h 6858000"/>
              <a:gd name="connsiteX268" fmla="*/ 5499023 w 7467600"/>
              <a:gd name="connsiteY268" fmla="*/ 4166310 h 6858000"/>
              <a:gd name="connsiteX269" fmla="*/ 5547022 w 7467600"/>
              <a:gd name="connsiteY269" fmla="*/ 3607838 h 6858000"/>
              <a:gd name="connsiteX270" fmla="*/ 5515964 w 7467600"/>
              <a:gd name="connsiteY270" fmla="*/ 3378541 h 6858000"/>
              <a:gd name="connsiteX271" fmla="*/ 5453702 w 7467600"/>
              <a:gd name="connsiteY271" fmla="*/ 3090882 h 6858000"/>
              <a:gd name="connsiteX272" fmla="*/ 1238695 w 7467600"/>
              <a:gd name="connsiteY272" fmla="*/ 3076820 h 6858000"/>
              <a:gd name="connsiteX273" fmla="*/ 716371 w 7467600"/>
              <a:gd name="connsiteY273" fmla="*/ 3293249 h 6858000"/>
              <a:gd name="connsiteX274" fmla="*/ 579522 w 7467600"/>
              <a:gd name="connsiteY274" fmla="*/ 3371759 h 6858000"/>
              <a:gd name="connsiteX275" fmla="*/ 600288 w 7467600"/>
              <a:gd name="connsiteY275" fmla="*/ 3365555 h 6858000"/>
              <a:gd name="connsiteX276" fmla="*/ 840692 w 7467600"/>
              <a:gd name="connsiteY276" fmla="*/ 3284921 h 6858000"/>
              <a:gd name="connsiteX277" fmla="*/ 979248 w 7467600"/>
              <a:gd name="connsiteY277" fmla="*/ 3221003 h 6858000"/>
              <a:gd name="connsiteX278" fmla="*/ 1053282 w 7467600"/>
              <a:gd name="connsiteY278" fmla="*/ 3185247 h 6858000"/>
              <a:gd name="connsiteX279" fmla="*/ 1320603 w 7467600"/>
              <a:gd name="connsiteY279" fmla="*/ 3081281 h 6858000"/>
              <a:gd name="connsiteX280" fmla="*/ 1238695 w 7467600"/>
              <a:gd name="connsiteY280" fmla="*/ 3076820 h 6858000"/>
              <a:gd name="connsiteX281" fmla="*/ 5425627 w 7467600"/>
              <a:gd name="connsiteY281" fmla="*/ 2954192 h 6858000"/>
              <a:gd name="connsiteX282" fmla="*/ 5470770 w 7467600"/>
              <a:gd name="connsiteY282" fmla="*/ 3005435 h 6858000"/>
              <a:gd name="connsiteX283" fmla="*/ 5519779 w 7467600"/>
              <a:gd name="connsiteY283" fmla="*/ 4359223 h 6858000"/>
              <a:gd name="connsiteX284" fmla="*/ 5520293 w 7467600"/>
              <a:gd name="connsiteY284" fmla="*/ 4360602 h 6858000"/>
              <a:gd name="connsiteX285" fmla="*/ 5767221 w 7467600"/>
              <a:gd name="connsiteY285" fmla="*/ 4665564 h 6858000"/>
              <a:gd name="connsiteX286" fmla="*/ 6937169 w 7467600"/>
              <a:gd name="connsiteY286" fmla="*/ 4815941 h 6858000"/>
              <a:gd name="connsiteX287" fmla="*/ 6953922 w 7467600"/>
              <a:gd name="connsiteY287" fmla="*/ 4890068 h 6858000"/>
              <a:gd name="connsiteX288" fmla="*/ 6071359 w 7467600"/>
              <a:gd name="connsiteY288" fmla="*/ 4770770 h 6858000"/>
              <a:gd name="connsiteX289" fmla="*/ 6038839 w 7467600"/>
              <a:gd name="connsiteY289" fmla="*/ 4764474 h 6858000"/>
              <a:gd name="connsiteX290" fmla="*/ 6038706 w 7467600"/>
              <a:gd name="connsiteY290" fmla="*/ 4763847 h 6858000"/>
              <a:gd name="connsiteX291" fmla="*/ 6037784 w 7467600"/>
              <a:gd name="connsiteY291" fmla="*/ 4764270 h 6858000"/>
              <a:gd name="connsiteX292" fmla="*/ 6038839 w 7467600"/>
              <a:gd name="connsiteY292" fmla="*/ 4764474 h 6858000"/>
              <a:gd name="connsiteX293" fmla="*/ 6040338 w 7467600"/>
              <a:gd name="connsiteY293" fmla="*/ 4771418 h 6858000"/>
              <a:gd name="connsiteX294" fmla="*/ 6024488 w 7467600"/>
              <a:gd name="connsiteY294" fmla="*/ 4809903 h 6858000"/>
              <a:gd name="connsiteX295" fmla="*/ 5599771 w 7467600"/>
              <a:gd name="connsiteY295" fmla="*/ 5509652 h 6858000"/>
              <a:gd name="connsiteX296" fmla="*/ 5548843 w 7467600"/>
              <a:gd name="connsiteY296" fmla="*/ 5563845 h 6858000"/>
              <a:gd name="connsiteX297" fmla="*/ 5940952 w 7467600"/>
              <a:gd name="connsiteY297" fmla="*/ 6250028 h 6858000"/>
              <a:gd name="connsiteX298" fmla="*/ 6043441 w 7467600"/>
              <a:gd name="connsiteY298" fmla="*/ 6665847 h 6858000"/>
              <a:gd name="connsiteX299" fmla="*/ 6093432 w 7467600"/>
              <a:gd name="connsiteY299" fmla="*/ 6858000 h 6858000"/>
              <a:gd name="connsiteX300" fmla="*/ 6034344 w 7467600"/>
              <a:gd name="connsiteY300" fmla="*/ 6858000 h 6858000"/>
              <a:gd name="connsiteX301" fmla="*/ 6026679 w 7467600"/>
              <a:gd name="connsiteY301" fmla="*/ 6836959 h 6858000"/>
              <a:gd name="connsiteX302" fmla="*/ 5800441 w 7467600"/>
              <a:gd name="connsiteY302" fmla="*/ 6335286 h 6858000"/>
              <a:gd name="connsiteX303" fmla="*/ 5526562 w 7467600"/>
              <a:gd name="connsiteY303" fmla="*/ 5705388 h 6858000"/>
              <a:gd name="connsiteX304" fmla="*/ 5519640 w 7467600"/>
              <a:gd name="connsiteY304" fmla="*/ 5683774 h 6858000"/>
              <a:gd name="connsiteX305" fmla="*/ 5844559 w 7467600"/>
              <a:gd name="connsiteY305" fmla="*/ 6553349 h 6858000"/>
              <a:gd name="connsiteX306" fmla="*/ 5975994 w 7467600"/>
              <a:gd name="connsiteY306" fmla="*/ 6858000 h 6858000"/>
              <a:gd name="connsiteX307" fmla="*/ 5898547 w 7467600"/>
              <a:gd name="connsiteY307" fmla="*/ 6858000 h 6858000"/>
              <a:gd name="connsiteX308" fmla="*/ 5682041 w 7467600"/>
              <a:gd name="connsiteY308" fmla="*/ 6355860 h 6858000"/>
              <a:gd name="connsiteX309" fmla="*/ 5461758 w 7467600"/>
              <a:gd name="connsiteY309" fmla="*/ 5820220 h 6858000"/>
              <a:gd name="connsiteX310" fmla="*/ 5237282 w 7467600"/>
              <a:gd name="connsiteY310" fmla="*/ 6579086 h 6858000"/>
              <a:gd name="connsiteX311" fmla="*/ 5115009 w 7467600"/>
              <a:gd name="connsiteY311" fmla="*/ 6858000 h 6858000"/>
              <a:gd name="connsiteX312" fmla="*/ 5028074 w 7467600"/>
              <a:gd name="connsiteY312" fmla="*/ 6858000 h 6858000"/>
              <a:gd name="connsiteX313" fmla="*/ 5079508 w 7467600"/>
              <a:gd name="connsiteY313" fmla="*/ 6749074 h 6858000"/>
              <a:gd name="connsiteX314" fmla="*/ 5371846 w 7467600"/>
              <a:gd name="connsiteY314" fmla="*/ 5924413 h 6858000"/>
              <a:gd name="connsiteX315" fmla="*/ 5270512 w 7467600"/>
              <a:gd name="connsiteY315" fmla="*/ 6138975 h 6858000"/>
              <a:gd name="connsiteX316" fmla="*/ 5062409 w 7467600"/>
              <a:gd name="connsiteY316" fmla="*/ 6653544 h 6858000"/>
              <a:gd name="connsiteX317" fmla="*/ 5036628 w 7467600"/>
              <a:gd name="connsiteY317" fmla="*/ 6754247 h 6858000"/>
              <a:gd name="connsiteX318" fmla="*/ 5009112 w 7467600"/>
              <a:gd name="connsiteY318" fmla="*/ 6858000 h 6858000"/>
              <a:gd name="connsiteX319" fmla="*/ 4976679 w 7467600"/>
              <a:gd name="connsiteY319" fmla="*/ 6858000 h 6858000"/>
              <a:gd name="connsiteX320" fmla="*/ 5006537 w 7467600"/>
              <a:gd name="connsiteY320" fmla="*/ 6747068 h 6858000"/>
              <a:gd name="connsiteX321" fmla="*/ 5032723 w 7467600"/>
              <a:gd name="connsiteY321" fmla="*/ 6644957 h 6858000"/>
              <a:gd name="connsiteX322" fmla="*/ 5242949 w 7467600"/>
              <a:gd name="connsiteY322" fmla="*/ 6125175 h 6858000"/>
              <a:gd name="connsiteX323" fmla="*/ 5286321 w 7467600"/>
              <a:gd name="connsiteY323" fmla="*/ 6033555 h 6858000"/>
              <a:gd name="connsiteX324" fmla="*/ 5008210 w 7467600"/>
              <a:gd name="connsiteY324" fmla="*/ 6649194 h 6858000"/>
              <a:gd name="connsiteX325" fmla="*/ 4986321 w 7467600"/>
              <a:gd name="connsiteY325" fmla="*/ 6765687 h 6858000"/>
              <a:gd name="connsiteX326" fmla="*/ 4973474 w 7467600"/>
              <a:gd name="connsiteY326" fmla="*/ 6858000 h 6858000"/>
              <a:gd name="connsiteX327" fmla="*/ 4907178 w 7467600"/>
              <a:gd name="connsiteY327" fmla="*/ 6858000 h 6858000"/>
              <a:gd name="connsiteX328" fmla="*/ 4910810 w 7467600"/>
              <a:gd name="connsiteY328" fmla="*/ 6829660 h 6858000"/>
              <a:gd name="connsiteX329" fmla="*/ 4987461 w 7467600"/>
              <a:gd name="connsiteY329" fmla="*/ 6432994 h 6858000"/>
              <a:gd name="connsiteX330" fmla="*/ 5179262 w 7467600"/>
              <a:gd name="connsiteY330" fmla="*/ 6035044 h 6858000"/>
              <a:gd name="connsiteX331" fmla="*/ 4689678 w 7467600"/>
              <a:gd name="connsiteY331" fmla="*/ 6440241 h 6858000"/>
              <a:gd name="connsiteX332" fmla="*/ 4477543 w 7467600"/>
              <a:gd name="connsiteY332" fmla="*/ 6674836 h 6858000"/>
              <a:gd name="connsiteX333" fmla="*/ 4329957 w 7467600"/>
              <a:gd name="connsiteY333" fmla="*/ 6858000 h 6858000"/>
              <a:gd name="connsiteX334" fmla="*/ 4218595 w 7467600"/>
              <a:gd name="connsiteY334" fmla="*/ 6858000 h 6858000"/>
              <a:gd name="connsiteX335" fmla="*/ 4368888 w 7467600"/>
              <a:gd name="connsiteY335" fmla="*/ 6668412 h 6858000"/>
              <a:gd name="connsiteX336" fmla="*/ 4563091 w 7467600"/>
              <a:gd name="connsiteY336" fmla="*/ 6442508 h 6858000"/>
              <a:gd name="connsiteX337" fmla="*/ 5387324 w 7467600"/>
              <a:gd name="connsiteY337" fmla="*/ 5705830 h 6858000"/>
              <a:gd name="connsiteX338" fmla="*/ 5073620 w 7467600"/>
              <a:gd name="connsiteY338" fmla="*/ 5955437 h 6858000"/>
              <a:gd name="connsiteX339" fmla="*/ 4689789 w 7467600"/>
              <a:gd name="connsiteY339" fmla="*/ 6268382 h 6858000"/>
              <a:gd name="connsiteX340" fmla="*/ 4418722 w 7467600"/>
              <a:gd name="connsiteY340" fmla="*/ 6570886 h 6858000"/>
              <a:gd name="connsiteX341" fmla="*/ 4214944 w 7467600"/>
              <a:gd name="connsiteY341" fmla="*/ 6858000 h 6858000"/>
              <a:gd name="connsiteX342" fmla="*/ 4177898 w 7467600"/>
              <a:gd name="connsiteY342" fmla="*/ 6858000 h 6858000"/>
              <a:gd name="connsiteX343" fmla="*/ 4391597 w 7467600"/>
              <a:gd name="connsiteY343" fmla="*/ 6556370 h 6858000"/>
              <a:gd name="connsiteX344" fmla="*/ 4668889 w 7467600"/>
              <a:gd name="connsiteY344" fmla="*/ 6246399 h 6858000"/>
              <a:gd name="connsiteX345" fmla="*/ 5055427 w 7467600"/>
              <a:gd name="connsiteY345" fmla="*/ 5931476 h 6858000"/>
              <a:gd name="connsiteX346" fmla="*/ 5371814 w 7467600"/>
              <a:gd name="connsiteY346" fmla="*/ 5678975 h 6858000"/>
              <a:gd name="connsiteX347" fmla="*/ 4987918 w 7467600"/>
              <a:gd name="connsiteY347" fmla="*/ 5838701 h 6858000"/>
              <a:gd name="connsiteX348" fmla="*/ 4317146 w 7467600"/>
              <a:gd name="connsiteY348" fmla="*/ 6587716 h 6858000"/>
              <a:gd name="connsiteX349" fmla="*/ 4171627 w 7467600"/>
              <a:gd name="connsiteY349" fmla="*/ 6858000 h 6858000"/>
              <a:gd name="connsiteX350" fmla="*/ 4081585 w 7467600"/>
              <a:gd name="connsiteY350" fmla="*/ 6858000 h 6858000"/>
              <a:gd name="connsiteX351" fmla="*/ 4238603 w 7467600"/>
              <a:gd name="connsiteY351" fmla="*/ 6559341 h 6858000"/>
              <a:gd name="connsiteX352" fmla="*/ 4778333 w 7467600"/>
              <a:gd name="connsiteY352" fmla="*/ 5873626 h 6858000"/>
              <a:gd name="connsiteX353" fmla="*/ 5414185 w 7467600"/>
              <a:gd name="connsiteY353" fmla="*/ 5573882 h 6858000"/>
              <a:gd name="connsiteX354" fmla="*/ 5959648 w 7467600"/>
              <a:gd name="connsiteY354" fmla="*/ 4760797 h 6858000"/>
              <a:gd name="connsiteX355" fmla="*/ 5355019 w 7467600"/>
              <a:gd name="connsiteY355" fmla="*/ 4734672 h 6858000"/>
              <a:gd name="connsiteX356" fmla="*/ 5083565 w 7467600"/>
              <a:gd name="connsiteY356" fmla="*/ 5179121 h 6858000"/>
              <a:gd name="connsiteX357" fmla="*/ 4713577 w 7467600"/>
              <a:gd name="connsiteY357" fmla="*/ 5616803 h 6858000"/>
              <a:gd name="connsiteX358" fmla="*/ 3989559 w 7467600"/>
              <a:gd name="connsiteY358" fmla="*/ 6145945 h 6858000"/>
              <a:gd name="connsiteX359" fmla="*/ 3939824 w 7467600"/>
              <a:gd name="connsiteY359" fmla="*/ 6066900 h 6858000"/>
              <a:gd name="connsiteX360" fmla="*/ 4584537 w 7467600"/>
              <a:gd name="connsiteY360" fmla="*/ 5324826 h 6858000"/>
              <a:gd name="connsiteX361" fmla="*/ 5037105 w 7467600"/>
              <a:gd name="connsiteY361" fmla="*/ 5088765 h 6858000"/>
              <a:gd name="connsiteX362" fmla="*/ 5039930 w 7467600"/>
              <a:gd name="connsiteY362" fmla="*/ 5089585 h 6858000"/>
              <a:gd name="connsiteX363" fmla="*/ 5263764 w 7467600"/>
              <a:gd name="connsiteY363" fmla="*/ 4735525 h 6858000"/>
              <a:gd name="connsiteX364" fmla="*/ 4086300 w 7467600"/>
              <a:gd name="connsiteY364" fmla="*/ 4884599 h 6858000"/>
              <a:gd name="connsiteX365" fmla="*/ 4085485 w 7467600"/>
              <a:gd name="connsiteY365" fmla="*/ 4899070 h 6858000"/>
              <a:gd name="connsiteX366" fmla="*/ 3871915 w 7467600"/>
              <a:gd name="connsiteY366" fmla="*/ 5253645 h 6858000"/>
              <a:gd name="connsiteX367" fmla="*/ 3799374 w 7467600"/>
              <a:gd name="connsiteY367" fmla="*/ 5466127 h 6858000"/>
              <a:gd name="connsiteX368" fmla="*/ 3498850 w 7467600"/>
              <a:gd name="connsiteY368" fmla="*/ 6661888 h 6858000"/>
              <a:gd name="connsiteX369" fmla="*/ 3399216 w 7467600"/>
              <a:gd name="connsiteY369" fmla="*/ 6858000 h 6858000"/>
              <a:gd name="connsiteX370" fmla="*/ 3303688 w 7467600"/>
              <a:gd name="connsiteY370" fmla="*/ 6858000 h 6858000"/>
              <a:gd name="connsiteX371" fmla="*/ 3391774 w 7467600"/>
              <a:gd name="connsiteY371" fmla="*/ 6697181 h 6858000"/>
              <a:gd name="connsiteX372" fmla="*/ 3735540 w 7467600"/>
              <a:gd name="connsiteY372" fmla="*/ 5546923 h 6858000"/>
              <a:gd name="connsiteX373" fmla="*/ 3729438 w 7467600"/>
              <a:gd name="connsiteY373" fmla="*/ 5569058 h 6858000"/>
              <a:gd name="connsiteX374" fmla="*/ 3707782 w 7467600"/>
              <a:gd name="connsiteY374" fmla="*/ 5644908 h 6858000"/>
              <a:gd name="connsiteX375" fmla="*/ 3583827 w 7467600"/>
              <a:gd name="connsiteY375" fmla="*/ 6039215 h 6858000"/>
              <a:gd name="connsiteX376" fmla="*/ 3547861 w 7467600"/>
              <a:gd name="connsiteY376" fmla="*/ 6129609 h 6858000"/>
              <a:gd name="connsiteX377" fmla="*/ 3490905 w 7467600"/>
              <a:gd name="connsiteY377" fmla="*/ 6277660 h 6858000"/>
              <a:gd name="connsiteX378" fmla="*/ 3455859 w 7467600"/>
              <a:gd name="connsiteY378" fmla="*/ 6391301 h 6858000"/>
              <a:gd name="connsiteX379" fmla="*/ 3429112 w 7467600"/>
              <a:gd name="connsiteY379" fmla="*/ 6479469 h 6858000"/>
              <a:gd name="connsiteX380" fmla="*/ 3304862 w 7467600"/>
              <a:gd name="connsiteY380" fmla="*/ 6796476 h 6858000"/>
              <a:gd name="connsiteX381" fmla="*/ 3276071 w 7467600"/>
              <a:gd name="connsiteY381" fmla="*/ 6858000 h 6858000"/>
              <a:gd name="connsiteX382" fmla="*/ 3240805 w 7467600"/>
              <a:gd name="connsiteY382" fmla="*/ 6858000 h 6858000"/>
              <a:gd name="connsiteX383" fmla="*/ 3275917 w 7467600"/>
              <a:gd name="connsiteY383" fmla="*/ 6783192 h 6858000"/>
              <a:gd name="connsiteX384" fmla="*/ 3399358 w 7467600"/>
              <a:gd name="connsiteY384" fmla="*/ 6469011 h 6858000"/>
              <a:gd name="connsiteX385" fmla="*/ 3425650 w 7467600"/>
              <a:gd name="connsiteY385" fmla="*/ 6381333 h 6858000"/>
              <a:gd name="connsiteX386" fmla="*/ 3460661 w 7467600"/>
              <a:gd name="connsiteY386" fmla="*/ 6266763 h 6858000"/>
              <a:gd name="connsiteX387" fmla="*/ 3518021 w 7467600"/>
              <a:gd name="connsiteY387" fmla="*/ 6117298 h 6858000"/>
              <a:gd name="connsiteX388" fmla="*/ 3554035 w 7467600"/>
              <a:gd name="connsiteY388" fmla="*/ 6027832 h 6858000"/>
              <a:gd name="connsiteX389" fmla="*/ 3677174 w 7467600"/>
              <a:gd name="connsiteY389" fmla="*/ 5636351 h 6858000"/>
              <a:gd name="connsiteX390" fmla="*/ 3698819 w 7467600"/>
              <a:gd name="connsiteY390" fmla="*/ 5560503 h 6858000"/>
              <a:gd name="connsiteX391" fmla="*/ 3702094 w 7467600"/>
              <a:gd name="connsiteY391" fmla="*/ 5549194 h 6858000"/>
              <a:gd name="connsiteX392" fmla="*/ 3398355 w 7467600"/>
              <a:gd name="connsiteY392" fmla="*/ 6094603 h 6858000"/>
              <a:gd name="connsiteX393" fmla="*/ 3193941 w 7467600"/>
              <a:gd name="connsiteY393" fmla="*/ 6798775 h 6858000"/>
              <a:gd name="connsiteX394" fmla="*/ 3184140 w 7467600"/>
              <a:gd name="connsiteY394" fmla="*/ 6858000 h 6858000"/>
              <a:gd name="connsiteX395" fmla="*/ 3099978 w 7467600"/>
              <a:gd name="connsiteY395" fmla="*/ 6858000 h 6858000"/>
              <a:gd name="connsiteX396" fmla="*/ 3101556 w 7467600"/>
              <a:gd name="connsiteY396" fmla="*/ 6843337 h 6858000"/>
              <a:gd name="connsiteX397" fmla="*/ 3370162 w 7467600"/>
              <a:gd name="connsiteY397" fmla="*/ 5785550 h 6858000"/>
              <a:gd name="connsiteX398" fmla="*/ 3746477 w 7467600"/>
              <a:gd name="connsiteY398" fmla="*/ 5377889 h 6858000"/>
              <a:gd name="connsiteX399" fmla="*/ 3863399 w 7467600"/>
              <a:gd name="connsiteY399" fmla="*/ 5087257 h 6858000"/>
              <a:gd name="connsiteX400" fmla="*/ 3968712 w 7467600"/>
              <a:gd name="connsiteY400" fmla="*/ 4913989 h 6858000"/>
              <a:gd name="connsiteX401" fmla="*/ 2792390 w 7467600"/>
              <a:gd name="connsiteY401" fmla="*/ 5382974 h 6858000"/>
              <a:gd name="connsiteX402" fmla="*/ 2714982 w 7467600"/>
              <a:gd name="connsiteY402" fmla="*/ 5427051 h 6858000"/>
              <a:gd name="connsiteX403" fmla="*/ 2813361 w 7467600"/>
              <a:gd name="connsiteY403" fmla="*/ 6023912 h 6858000"/>
              <a:gd name="connsiteX404" fmla="*/ 2688430 w 7467600"/>
              <a:gd name="connsiteY404" fmla="*/ 6801564 h 6858000"/>
              <a:gd name="connsiteX405" fmla="*/ 2629626 w 7467600"/>
              <a:gd name="connsiteY405" fmla="*/ 6763394 h 6858000"/>
              <a:gd name="connsiteX406" fmla="*/ 2565328 w 7467600"/>
              <a:gd name="connsiteY406" fmla="*/ 5516399 h 6858000"/>
              <a:gd name="connsiteX407" fmla="*/ 1922999 w 7467600"/>
              <a:gd name="connsiteY407" fmla="*/ 5980343 h 6858000"/>
              <a:gd name="connsiteX408" fmla="*/ 1950261 w 7467600"/>
              <a:gd name="connsiteY408" fmla="*/ 6405858 h 6858000"/>
              <a:gd name="connsiteX409" fmla="*/ 2365554 w 7467600"/>
              <a:gd name="connsiteY409" fmla="*/ 6759107 h 6858000"/>
              <a:gd name="connsiteX410" fmla="*/ 2424142 w 7467600"/>
              <a:gd name="connsiteY410" fmla="*/ 6858000 h 6858000"/>
              <a:gd name="connsiteX411" fmla="*/ 2395994 w 7467600"/>
              <a:gd name="connsiteY411" fmla="*/ 6858000 h 6858000"/>
              <a:gd name="connsiteX412" fmla="*/ 2392863 w 7467600"/>
              <a:gd name="connsiteY412" fmla="*/ 6852964 h 6858000"/>
              <a:gd name="connsiteX413" fmla="*/ 2017589 w 7467600"/>
              <a:gd name="connsiteY413" fmla="*/ 6493982 h 6858000"/>
              <a:gd name="connsiteX414" fmla="*/ 2147336 w 7467600"/>
              <a:gd name="connsiteY414" fmla="*/ 6594052 h 6858000"/>
              <a:gd name="connsiteX415" fmla="*/ 2207047 w 7467600"/>
              <a:gd name="connsiteY415" fmla="*/ 6654540 h 6858000"/>
              <a:gd name="connsiteX416" fmla="*/ 2299106 w 7467600"/>
              <a:gd name="connsiteY416" fmla="*/ 6778931 h 6858000"/>
              <a:gd name="connsiteX417" fmla="*/ 2314430 w 7467600"/>
              <a:gd name="connsiteY417" fmla="*/ 6801144 h 6858000"/>
              <a:gd name="connsiteX418" fmla="*/ 2352406 w 7467600"/>
              <a:gd name="connsiteY418" fmla="*/ 6858000 h 6858000"/>
              <a:gd name="connsiteX419" fmla="*/ 2314492 w 7467600"/>
              <a:gd name="connsiteY419" fmla="*/ 6858000 h 6858000"/>
              <a:gd name="connsiteX420" fmla="*/ 2288095 w 7467600"/>
              <a:gd name="connsiteY420" fmla="*/ 6818030 h 6858000"/>
              <a:gd name="connsiteX421" fmla="*/ 2272768 w 7467600"/>
              <a:gd name="connsiteY421" fmla="*/ 6795822 h 6858000"/>
              <a:gd name="connsiteX422" fmla="*/ 2182715 w 7467600"/>
              <a:gd name="connsiteY422" fmla="*/ 6675071 h 6858000"/>
              <a:gd name="connsiteX423" fmla="*/ 2032061 w 7467600"/>
              <a:gd name="connsiteY423" fmla="*/ 6541380 h 6858000"/>
              <a:gd name="connsiteX424" fmla="*/ 2257220 w 7467600"/>
              <a:gd name="connsiteY424" fmla="*/ 6826257 h 6858000"/>
              <a:gd name="connsiteX425" fmla="*/ 2281324 w 7467600"/>
              <a:gd name="connsiteY425" fmla="*/ 6858000 h 6858000"/>
              <a:gd name="connsiteX426" fmla="*/ 2242860 w 7467600"/>
              <a:gd name="connsiteY426" fmla="*/ 6858000 h 6858000"/>
              <a:gd name="connsiteX427" fmla="*/ 2232818 w 7467600"/>
              <a:gd name="connsiteY427" fmla="*/ 6844926 h 6858000"/>
              <a:gd name="connsiteX428" fmla="*/ 1990172 w 7467600"/>
              <a:gd name="connsiteY428" fmla="*/ 6542121 h 6858000"/>
              <a:gd name="connsiteX429" fmla="*/ 2124090 w 7467600"/>
              <a:gd name="connsiteY429" fmla="*/ 6761017 h 6858000"/>
              <a:gd name="connsiteX430" fmla="*/ 2200380 w 7467600"/>
              <a:gd name="connsiteY430" fmla="*/ 6858000 h 6858000"/>
              <a:gd name="connsiteX431" fmla="*/ 2147507 w 7467600"/>
              <a:gd name="connsiteY431" fmla="*/ 6858000 h 6858000"/>
              <a:gd name="connsiteX432" fmla="*/ 2070668 w 7467600"/>
              <a:gd name="connsiteY432" fmla="*/ 6761520 h 6858000"/>
              <a:gd name="connsiteX433" fmla="*/ 1975142 w 7467600"/>
              <a:gd name="connsiteY433" fmla="*/ 6585570 h 6858000"/>
              <a:gd name="connsiteX434" fmla="*/ 2050035 w 7467600"/>
              <a:gd name="connsiteY434" fmla="*/ 6813345 h 6858000"/>
              <a:gd name="connsiteX435" fmla="*/ 2063025 w 7467600"/>
              <a:gd name="connsiteY435" fmla="*/ 6858000 h 6858000"/>
              <a:gd name="connsiteX436" fmla="*/ 2021675 w 7467600"/>
              <a:gd name="connsiteY436" fmla="*/ 6858000 h 6858000"/>
              <a:gd name="connsiteX437" fmla="*/ 2019308 w 7467600"/>
              <a:gd name="connsiteY437" fmla="*/ 6847118 h 6858000"/>
              <a:gd name="connsiteX438" fmla="*/ 1938835 w 7467600"/>
              <a:gd name="connsiteY438" fmla="*/ 6551160 h 6858000"/>
              <a:gd name="connsiteX439" fmla="*/ 1953230 w 7467600"/>
              <a:gd name="connsiteY439" fmla="*/ 6759699 h 6858000"/>
              <a:gd name="connsiteX440" fmla="*/ 1956763 w 7467600"/>
              <a:gd name="connsiteY440" fmla="*/ 6778191 h 6858000"/>
              <a:gd name="connsiteX441" fmla="*/ 1967925 w 7467600"/>
              <a:gd name="connsiteY441" fmla="*/ 6858000 h 6858000"/>
              <a:gd name="connsiteX442" fmla="*/ 1936622 w 7467600"/>
              <a:gd name="connsiteY442" fmla="*/ 6858000 h 6858000"/>
              <a:gd name="connsiteX443" fmla="*/ 1926261 w 7467600"/>
              <a:gd name="connsiteY443" fmla="*/ 6784064 h 6858000"/>
              <a:gd name="connsiteX444" fmla="*/ 1922724 w 7467600"/>
              <a:gd name="connsiteY444" fmla="*/ 6765577 h 6858000"/>
              <a:gd name="connsiteX445" fmla="*/ 1904650 w 7467600"/>
              <a:gd name="connsiteY445" fmla="*/ 6639616 h 6858000"/>
              <a:gd name="connsiteX446" fmla="*/ 1885273 w 7467600"/>
              <a:gd name="connsiteY446" fmla="*/ 6858000 h 6858000"/>
              <a:gd name="connsiteX447" fmla="*/ 1854363 w 7467600"/>
              <a:gd name="connsiteY447" fmla="*/ 6858000 h 6858000"/>
              <a:gd name="connsiteX448" fmla="*/ 1880391 w 7467600"/>
              <a:gd name="connsiteY448" fmla="*/ 6603796 h 6858000"/>
              <a:gd name="connsiteX449" fmla="*/ 1818273 w 7467600"/>
              <a:gd name="connsiteY449" fmla="*/ 6715729 h 6858000"/>
              <a:gd name="connsiteX450" fmla="*/ 1794691 w 7467600"/>
              <a:gd name="connsiteY450" fmla="*/ 6843239 h 6858000"/>
              <a:gd name="connsiteX451" fmla="*/ 1794914 w 7467600"/>
              <a:gd name="connsiteY451" fmla="*/ 6858000 h 6858000"/>
              <a:gd name="connsiteX452" fmla="*/ 1746128 w 7467600"/>
              <a:gd name="connsiteY452" fmla="*/ 6858000 h 6858000"/>
              <a:gd name="connsiteX453" fmla="*/ 1753934 w 7467600"/>
              <a:gd name="connsiteY453" fmla="*/ 6724796 h 6858000"/>
              <a:gd name="connsiteX454" fmla="*/ 1792053 w 7467600"/>
              <a:gd name="connsiteY454" fmla="*/ 6572396 h 6858000"/>
              <a:gd name="connsiteX455" fmla="*/ 1862248 w 7467600"/>
              <a:gd name="connsiteY455" fmla="*/ 6266397 h 6858000"/>
              <a:gd name="connsiteX456" fmla="*/ 1862250 w 7467600"/>
              <a:gd name="connsiteY456" fmla="*/ 6033531 h 6858000"/>
              <a:gd name="connsiteX457" fmla="*/ 1211999 w 7467600"/>
              <a:gd name="connsiteY457" fmla="*/ 6683610 h 6858000"/>
              <a:gd name="connsiteX458" fmla="*/ 1213266 w 7467600"/>
              <a:gd name="connsiteY458" fmla="*/ 6691947 h 6858000"/>
              <a:gd name="connsiteX459" fmla="*/ 1203370 w 7467600"/>
              <a:gd name="connsiteY459" fmla="*/ 6850676 h 6858000"/>
              <a:gd name="connsiteX460" fmla="*/ 1203671 w 7467600"/>
              <a:gd name="connsiteY460" fmla="*/ 6858000 h 6858000"/>
              <a:gd name="connsiteX461" fmla="*/ 1143180 w 7467600"/>
              <a:gd name="connsiteY461" fmla="*/ 6858000 h 6858000"/>
              <a:gd name="connsiteX462" fmla="*/ 1142176 w 7467600"/>
              <a:gd name="connsiteY462" fmla="*/ 6766045 h 6858000"/>
              <a:gd name="connsiteX463" fmla="*/ 1067484 w 7467600"/>
              <a:gd name="connsiteY463" fmla="*/ 6858000 h 6858000"/>
              <a:gd name="connsiteX464" fmla="*/ 953928 w 7467600"/>
              <a:gd name="connsiteY464" fmla="*/ 6858000 h 6858000"/>
              <a:gd name="connsiteX465" fmla="*/ 959715 w 7467600"/>
              <a:gd name="connsiteY465" fmla="*/ 6850185 h 6858000"/>
              <a:gd name="connsiteX466" fmla="*/ 1483788 w 7467600"/>
              <a:gd name="connsiteY466" fmla="*/ 6259174 h 6858000"/>
              <a:gd name="connsiteX467" fmla="*/ 1100671 w 7467600"/>
              <a:gd name="connsiteY467" fmla="*/ 6252137 h 6858000"/>
              <a:gd name="connsiteX468" fmla="*/ 1090144 w 7467600"/>
              <a:gd name="connsiteY468" fmla="*/ 6256748 h 6858000"/>
              <a:gd name="connsiteX469" fmla="*/ 1095872 w 7467600"/>
              <a:gd name="connsiteY469" fmla="*/ 6271892 h 6858000"/>
              <a:gd name="connsiteX470" fmla="*/ 262785 w 7467600"/>
              <a:gd name="connsiteY470" fmla="*/ 6845450 h 6858000"/>
              <a:gd name="connsiteX471" fmla="*/ 209968 w 7467600"/>
              <a:gd name="connsiteY471" fmla="*/ 6770713 h 6858000"/>
              <a:gd name="connsiteX472" fmla="*/ 873460 w 7467600"/>
              <a:gd name="connsiteY472" fmla="*/ 6253768 h 6858000"/>
              <a:gd name="connsiteX473" fmla="*/ 192686 w 7467600"/>
              <a:gd name="connsiteY473" fmla="*/ 5849257 h 6858000"/>
              <a:gd name="connsiteX474" fmla="*/ 4696 w 7467600"/>
              <a:gd name="connsiteY474" fmla="*/ 5697668 h 6858000"/>
              <a:gd name="connsiteX475" fmla="*/ 0 w 7467600"/>
              <a:gd name="connsiteY475" fmla="*/ 5689984 h 6858000"/>
              <a:gd name="connsiteX476" fmla="*/ 0 w 7467600"/>
              <a:gd name="connsiteY476" fmla="*/ 5513472 h 6858000"/>
              <a:gd name="connsiteX477" fmla="*/ 174101 w 7467600"/>
              <a:gd name="connsiteY477" fmla="*/ 5620277 h 6858000"/>
              <a:gd name="connsiteX478" fmla="*/ 891800 w 7467600"/>
              <a:gd name="connsiteY478" fmla="*/ 6036935 h 6858000"/>
              <a:gd name="connsiteX479" fmla="*/ 1072219 w 7467600"/>
              <a:gd name="connsiteY479" fmla="*/ 6169443 h 6858000"/>
              <a:gd name="connsiteX480" fmla="*/ 1074117 w 7467600"/>
              <a:gd name="connsiteY480" fmla="*/ 6170301 h 6858000"/>
              <a:gd name="connsiteX481" fmla="*/ 1083114 w 7467600"/>
              <a:gd name="connsiteY481" fmla="*/ 6174131 h 6858000"/>
              <a:gd name="connsiteX482" fmla="*/ 1543010 w 7467600"/>
              <a:gd name="connsiteY482" fmla="*/ 6191140 h 6858000"/>
              <a:gd name="connsiteX483" fmla="*/ 1551080 w 7467600"/>
              <a:gd name="connsiteY483" fmla="*/ 6195006 h 6858000"/>
              <a:gd name="connsiteX484" fmla="*/ 2345443 w 7467600"/>
              <a:gd name="connsiteY484" fmla="*/ 5549882 h 6858000"/>
              <a:gd name="connsiteX485" fmla="*/ 1721499 w 7467600"/>
              <a:gd name="connsiteY485" fmla="*/ 5599969 h 6858000"/>
              <a:gd name="connsiteX486" fmla="*/ 767716 w 7467600"/>
              <a:gd name="connsiteY486" fmla="*/ 5472768 h 6858000"/>
              <a:gd name="connsiteX487" fmla="*/ 722147 w 7467600"/>
              <a:gd name="connsiteY487" fmla="*/ 5393091 h 6858000"/>
              <a:gd name="connsiteX488" fmla="*/ 1485552 w 7467600"/>
              <a:gd name="connsiteY488" fmla="*/ 5313202 h 6858000"/>
              <a:gd name="connsiteX489" fmla="*/ 2143004 w 7467600"/>
              <a:gd name="connsiteY489" fmla="*/ 5402420 h 6858000"/>
              <a:gd name="connsiteX490" fmla="*/ 1933391 w 7467600"/>
              <a:gd name="connsiteY490" fmla="*/ 5156971 h 6858000"/>
              <a:gd name="connsiteX491" fmla="*/ 1827118 w 7467600"/>
              <a:gd name="connsiteY491" fmla="*/ 4968410 h 6858000"/>
              <a:gd name="connsiteX492" fmla="*/ 1837349 w 7467600"/>
              <a:gd name="connsiteY492" fmla="*/ 4956357 h 6858000"/>
              <a:gd name="connsiteX493" fmla="*/ 2162835 w 7467600"/>
              <a:gd name="connsiteY493" fmla="*/ 5187853 h 6858000"/>
              <a:gd name="connsiteX494" fmla="*/ 2257167 w 7467600"/>
              <a:gd name="connsiteY494" fmla="*/ 5462123 h 6858000"/>
              <a:gd name="connsiteX495" fmla="*/ 2261598 w 7467600"/>
              <a:gd name="connsiteY495" fmla="*/ 5467998 h 6858000"/>
              <a:gd name="connsiteX496" fmla="*/ 2437177 w 7467600"/>
              <a:gd name="connsiteY496" fmla="*/ 5479608 h 6858000"/>
              <a:gd name="connsiteX497" fmla="*/ 2445247 w 7467600"/>
              <a:gd name="connsiteY497" fmla="*/ 5483476 h 6858000"/>
              <a:gd name="connsiteX498" fmla="*/ 2743626 w 7467600"/>
              <a:gd name="connsiteY498" fmla="*/ 5304819 h 6858000"/>
              <a:gd name="connsiteX499" fmla="*/ 3048102 w 7467600"/>
              <a:gd name="connsiteY499" fmla="*/ 5150595 h 6858000"/>
              <a:gd name="connsiteX500" fmla="*/ 1799414 w 7467600"/>
              <a:gd name="connsiteY500" fmla="*/ 4694732 h 6858000"/>
              <a:gd name="connsiteX501" fmla="*/ 1771735 w 7467600"/>
              <a:gd name="connsiteY501" fmla="*/ 4619929 h 6858000"/>
              <a:gd name="connsiteX502" fmla="*/ 3104273 w 7467600"/>
              <a:gd name="connsiteY502" fmla="*/ 5076159 h 6858000"/>
              <a:gd name="connsiteX503" fmla="*/ 3113245 w 7467600"/>
              <a:gd name="connsiteY503" fmla="*/ 5090705 h 6858000"/>
              <a:gd name="connsiteX504" fmla="*/ 3126294 w 7467600"/>
              <a:gd name="connsiteY504" fmla="*/ 5114400 h 6858000"/>
              <a:gd name="connsiteX505" fmla="*/ 3937433 w 7467600"/>
              <a:gd name="connsiteY505" fmla="*/ 4830473 h 6858000"/>
              <a:gd name="connsiteX506" fmla="*/ 3590475 w 7467600"/>
              <a:gd name="connsiteY506" fmla="*/ 4597974 h 6858000"/>
              <a:gd name="connsiteX507" fmla="*/ 3100264 w 7467600"/>
              <a:gd name="connsiteY507" fmla="*/ 4579845 h 6858000"/>
              <a:gd name="connsiteX508" fmla="*/ 2183576 w 7467600"/>
              <a:gd name="connsiteY508" fmla="*/ 4227150 h 6858000"/>
              <a:gd name="connsiteX509" fmla="*/ 2151029 w 7467600"/>
              <a:gd name="connsiteY509" fmla="*/ 4146947 h 6858000"/>
              <a:gd name="connsiteX510" fmla="*/ 3563434 w 7467600"/>
              <a:gd name="connsiteY510" fmla="*/ 4469115 h 6858000"/>
              <a:gd name="connsiteX511" fmla="*/ 3177952 w 7467600"/>
              <a:gd name="connsiteY511" fmla="*/ 3657386 h 6858000"/>
              <a:gd name="connsiteX512" fmla="*/ 3189263 w 7467600"/>
              <a:gd name="connsiteY512" fmla="*/ 3625726 h 6858000"/>
              <a:gd name="connsiteX513" fmla="*/ 3560912 w 7467600"/>
              <a:gd name="connsiteY513" fmla="*/ 4079863 h 6858000"/>
              <a:gd name="connsiteX514" fmla="*/ 3626636 w 7467600"/>
              <a:gd name="connsiteY514" fmla="*/ 4512230 h 6858000"/>
              <a:gd name="connsiteX515" fmla="*/ 3653088 w 7467600"/>
              <a:gd name="connsiteY515" fmla="*/ 4521417 h 6858000"/>
              <a:gd name="connsiteX516" fmla="*/ 3988128 w 7467600"/>
              <a:gd name="connsiteY516" fmla="*/ 4817267 h 6858000"/>
              <a:gd name="connsiteX517" fmla="*/ 4830582 w 7467600"/>
              <a:gd name="connsiteY517" fmla="*/ 4676000 h 6858000"/>
              <a:gd name="connsiteX518" fmla="*/ 4830100 w 7467600"/>
              <a:gd name="connsiteY518" fmla="*/ 4675554 h 6858000"/>
              <a:gd name="connsiteX519" fmla="*/ 4036318 w 7467600"/>
              <a:gd name="connsiteY519" fmla="*/ 4147013 h 6858000"/>
              <a:gd name="connsiteX520" fmla="*/ 3432098 w 7467600"/>
              <a:gd name="connsiteY520" fmla="*/ 3537312 h 6858000"/>
              <a:gd name="connsiteX521" fmla="*/ 3446761 w 7467600"/>
              <a:gd name="connsiteY521" fmla="*/ 3461278 h 6858000"/>
              <a:gd name="connsiteX522" fmla="*/ 4419733 w 7467600"/>
              <a:gd name="connsiteY522" fmla="*/ 3963555 h 6858000"/>
              <a:gd name="connsiteX523" fmla="*/ 4781371 w 7467600"/>
              <a:gd name="connsiteY523" fmla="*/ 4458604 h 6858000"/>
              <a:gd name="connsiteX524" fmla="*/ 4780440 w 7467600"/>
              <a:gd name="connsiteY524" fmla="*/ 4470290 h 6858000"/>
              <a:gd name="connsiteX525" fmla="*/ 4898954 w 7467600"/>
              <a:gd name="connsiteY525" fmla="*/ 4662092 h 6858000"/>
              <a:gd name="connsiteX526" fmla="*/ 4900699 w 7467600"/>
              <a:gd name="connsiteY526" fmla="*/ 4670867 h 6858000"/>
              <a:gd name="connsiteX527" fmla="*/ 5714511 w 7467600"/>
              <a:gd name="connsiteY527" fmla="*/ 4663483 h 6858000"/>
              <a:gd name="connsiteX528" fmla="*/ 5464793 w 7467600"/>
              <a:gd name="connsiteY528" fmla="*/ 4393556 h 6858000"/>
              <a:gd name="connsiteX529" fmla="*/ 5461897 w 7467600"/>
              <a:gd name="connsiteY529" fmla="*/ 4390879 h 6858000"/>
              <a:gd name="connsiteX530" fmla="*/ 4294126 w 7467600"/>
              <a:gd name="connsiteY530" fmla="*/ 3303048 h 6858000"/>
              <a:gd name="connsiteX531" fmla="*/ 4305321 w 7467600"/>
              <a:gd name="connsiteY531" fmla="*/ 3256953 h 6858000"/>
              <a:gd name="connsiteX532" fmla="*/ 4949299 w 7467600"/>
              <a:gd name="connsiteY532" fmla="*/ 3766336 h 6858000"/>
              <a:gd name="connsiteX533" fmla="*/ 5291452 w 7467600"/>
              <a:gd name="connsiteY533" fmla="*/ 4076801 h 6858000"/>
              <a:gd name="connsiteX534" fmla="*/ 5434998 w 7467600"/>
              <a:gd name="connsiteY534" fmla="*/ 4254100 h 6858000"/>
              <a:gd name="connsiteX535" fmla="*/ 5351015 w 7467600"/>
              <a:gd name="connsiteY535" fmla="*/ 3760989 h 6858000"/>
              <a:gd name="connsiteX536" fmla="*/ 5413780 w 7467600"/>
              <a:gd name="connsiteY536" fmla="*/ 2966265 h 6858000"/>
              <a:gd name="connsiteX537" fmla="*/ 5425627 w 7467600"/>
              <a:gd name="connsiteY537" fmla="*/ 2954192 h 6858000"/>
              <a:gd name="connsiteX538" fmla="*/ 6604735 w 7467600"/>
              <a:gd name="connsiteY538" fmla="*/ 2041381 h 6858000"/>
              <a:gd name="connsiteX539" fmla="*/ 7204487 w 7467600"/>
              <a:gd name="connsiteY539" fmla="*/ 2742112 h 6858000"/>
              <a:gd name="connsiteX540" fmla="*/ 7131592 w 7467600"/>
              <a:gd name="connsiteY540" fmla="*/ 2672096 h 6858000"/>
              <a:gd name="connsiteX541" fmla="*/ 6996344 w 7467600"/>
              <a:gd name="connsiteY541" fmla="*/ 2518310 h 6858000"/>
              <a:gd name="connsiteX542" fmla="*/ 6735495 w 7467600"/>
              <a:gd name="connsiteY542" fmla="*/ 2196890 h 6858000"/>
              <a:gd name="connsiteX543" fmla="*/ 6721901 w 7467600"/>
              <a:gd name="connsiteY543" fmla="*/ 2179274 h 6858000"/>
              <a:gd name="connsiteX544" fmla="*/ 6604735 w 7467600"/>
              <a:gd name="connsiteY544" fmla="*/ 2041381 h 6858000"/>
              <a:gd name="connsiteX545" fmla="*/ 6591670 w 7467600"/>
              <a:gd name="connsiteY545" fmla="*/ 1988277 h 6858000"/>
              <a:gd name="connsiteX546" fmla="*/ 6747349 w 7467600"/>
              <a:gd name="connsiteY546" fmla="*/ 2160069 h 6858000"/>
              <a:gd name="connsiteX547" fmla="*/ 6760943 w 7467600"/>
              <a:gd name="connsiteY547" fmla="*/ 2177686 h 6858000"/>
              <a:gd name="connsiteX548" fmla="*/ 7021065 w 7467600"/>
              <a:gd name="connsiteY548" fmla="*/ 2498102 h 6858000"/>
              <a:gd name="connsiteX549" fmla="*/ 7155223 w 7467600"/>
              <a:gd name="connsiteY549" fmla="*/ 2650386 h 6858000"/>
              <a:gd name="connsiteX550" fmla="*/ 7203167 w 7467600"/>
              <a:gd name="connsiteY550" fmla="*/ 2697288 h 6858000"/>
              <a:gd name="connsiteX551" fmla="*/ 6937703 w 7467600"/>
              <a:gd name="connsiteY551" fmla="*/ 2321981 h 6858000"/>
              <a:gd name="connsiteX552" fmla="*/ 6591670 w 7467600"/>
              <a:gd name="connsiteY552" fmla="*/ 1988277 h 6858000"/>
              <a:gd name="connsiteX553" fmla="*/ 5798671 w 7467600"/>
              <a:gd name="connsiteY553" fmla="*/ 1981601 h 6858000"/>
              <a:gd name="connsiteX554" fmla="*/ 5754709 w 7467600"/>
              <a:gd name="connsiteY554" fmla="*/ 2071454 h 6858000"/>
              <a:gd name="connsiteX555" fmla="*/ 5763044 w 7467600"/>
              <a:gd name="connsiteY555" fmla="*/ 2842206 h 6858000"/>
              <a:gd name="connsiteX556" fmla="*/ 5764974 w 7467600"/>
              <a:gd name="connsiteY556" fmla="*/ 2799609 h 6858000"/>
              <a:gd name="connsiteX557" fmla="*/ 5767665 w 7467600"/>
              <a:gd name="connsiteY557" fmla="*/ 2666409 h 6858000"/>
              <a:gd name="connsiteX558" fmla="*/ 5763055 w 7467600"/>
              <a:gd name="connsiteY558" fmla="*/ 2579705 h 6858000"/>
              <a:gd name="connsiteX559" fmla="*/ 5758079 w 7467600"/>
              <a:gd name="connsiteY559" fmla="*/ 2492508 h 6858000"/>
              <a:gd name="connsiteX560" fmla="*/ 5779325 w 7467600"/>
              <a:gd name="connsiteY560" fmla="*/ 2197069 h 6858000"/>
              <a:gd name="connsiteX561" fmla="*/ 5798671 w 7467600"/>
              <a:gd name="connsiteY561" fmla="*/ 1981601 h 6858000"/>
              <a:gd name="connsiteX562" fmla="*/ 5829202 w 7467600"/>
              <a:gd name="connsiteY562" fmla="*/ 1971679 h 6858000"/>
              <a:gd name="connsiteX563" fmla="*/ 5809558 w 7467600"/>
              <a:gd name="connsiteY563" fmla="*/ 2198043 h 6858000"/>
              <a:gd name="connsiteX564" fmla="*/ 5788653 w 7467600"/>
              <a:gd name="connsiteY564" fmla="*/ 2489430 h 6858000"/>
              <a:gd name="connsiteX565" fmla="*/ 5793439 w 7467600"/>
              <a:gd name="connsiteY565" fmla="*/ 2575235 h 6858000"/>
              <a:gd name="connsiteX566" fmla="*/ 5796837 w 7467600"/>
              <a:gd name="connsiteY566" fmla="*/ 2637633 h 6858000"/>
              <a:gd name="connsiteX567" fmla="*/ 5818614 w 7467600"/>
              <a:gd name="connsiteY567" fmla="*/ 2473055 h 6858000"/>
              <a:gd name="connsiteX568" fmla="*/ 5829202 w 7467600"/>
              <a:gd name="connsiteY568" fmla="*/ 1971679 h 6858000"/>
              <a:gd name="connsiteX569" fmla="*/ 5911389 w 7467600"/>
              <a:gd name="connsiteY569" fmla="*/ 1898371 h 6858000"/>
              <a:gd name="connsiteX570" fmla="*/ 6237627 w 7467600"/>
              <a:gd name="connsiteY570" fmla="*/ 2231921 h 6858000"/>
              <a:gd name="connsiteX571" fmla="*/ 5911389 w 7467600"/>
              <a:gd name="connsiteY571" fmla="*/ 1898371 h 6858000"/>
              <a:gd name="connsiteX572" fmla="*/ 6944437 w 7467600"/>
              <a:gd name="connsiteY572" fmla="*/ 1575402 h 6858000"/>
              <a:gd name="connsiteX573" fmla="*/ 6304730 w 7467600"/>
              <a:gd name="connsiteY573" fmla="*/ 1766654 h 6858000"/>
              <a:gd name="connsiteX574" fmla="*/ 6944437 w 7467600"/>
              <a:gd name="connsiteY574" fmla="*/ 1575402 h 6858000"/>
              <a:gd name="connsiteX575" fmla="*/ 7019523 w 7467600"/>
              <a:gd name="connsiteY575" fmla="*/ 1519450 h 6858000"/>
              <a:gd name="connsiteX576" fmla="*/ 6298091 w 7467600"/>
              <a:gd name="connsiteY576" fmla="*/ 1737122 h 6858000"/>
              <a:gd name="connsiteX577" fmla="*/ 7019523 w 7467600"/>
              <a:gd name="connsiteY577" fmla="*/ 1519450 h 6858000"/>
              <a:gd name="connsiteX578" fmla="*/ 2399523 w 7467600"/>
              <a:gd name="connsiteY578" fmla="*/ 1428234 h 6858000"/>
              <a:gd name="connsiteX579" fmla="*/ 2224982 w 7467600"/>
              <a:gd name="connsiteY579" fmla="*/ 1826201 h 6858000"/>
              <a:gd name="connsiteX580" fmla="*/ 2096099 w 7467600"/>
              <a:gd name="connsiteY580" fmla="*/ 2345900 h 6858000"/>
              <a:gd name="connsiteX581" fmla="*/ 2283317 w 7467600"/>
              <a:gd name="connsiteY581" fmla="*/ 1796925 h 6858000"/>
              <a:gd name="connsiteX582" fmla="*/ 2399523 w 7467600"/>
              <a:gd name="connsiteY582" fmla="*/ 1428234 h 6858000"/>
              <a:gd name="connsiteX583" fmla="*/ 2448558 w 7467600"/>
              <a:gd name="connsiteY583" fmla="*/ 1373435 h 6858000"/>
              <a:gd name="connsiteX584" fmla="*/ 2312521 w 7467600"/>
              <a:gd name="connsiteY584" fmla="*/ 1806140 h 6858000"/>
              <a:gd name="connsiteX585" fmla="*/ 2127533 w 7467600"/>
              <a:gd name="connsiteY585" fmla="*/ 2348380 h 6858000"/>
              <a:gd name="connsiteX586" fmla="*/ 2358080 w 7467600"/>
              <a:gd name="connsiteY586" fmla="*/ 1866134 h 6858000"/>
              <a:gd name="connsiteX587" fmla="*/ 2407436 w 7467600"/>
              <a:gd name="connsiteY587" fmla="*/ 1651070 h 6858000"/>
              <a:gd name="connsiteX588" fmla="*/ 2448558 w 7467600"/>
              <a:gd name="connsiteY588" fmla="*/ 1373435 h 6858000"/>
              <a:gd name="connsiteX589" fmla="*/ 278707 w 7467600"/>
              <a:gd name="connsiteY589" fmla="*/ 1352270 h 6858000"/>
              <a:gd name="connsiteX590" fmla="*/ 321570 w 7467600"/>
              <a:gd name="connsiteY590" fmla="*/ 1861610 h 6858000"/>
              <a:gd name="connsiteX591" fmla="*/ 294281 w 7467600"/>
              <a:gd name="connsiteY591" fmla="*/ 1440658 h 6858000"/>
              <a:gd name="connsiteX592" fmla="*/ 278707 w 7467600"/>
              <a:gd name="connsiteY592" fmla="*/ 1352270 h 6858000"/>
              <a:gd name="connsiteX593" fmla="*/ 1423821 w 7467600"/>
              <a:gd name="connsiteY593" fmla="*/ 1351958 h 6858000"/>
              <a:gd name="connsiteX594" fmla="*/ 1638521 w 7467600"/>
              <a:gd name="connsiteY594" fmla="*/ 1908470 h 6858000"/>
              <a:gd name="connsiteX595" fmla="*/ 1754199 w 7467600"/>
              <a:gd name="connsiteY595" fmla="*/ 2149284 h 6858000"/>
              <a:gd name="connsiteX596" fmla="*/ 1908359 w 7467600"/>
              <a:gd name="connsiteY596" fmla="*/ 2364988 h 6858000"/>
              <a:gd name="connsiteX597" fmla="*/ 1647661 w 7467600"/>
              <a:gd name="connsiteY597" fmla="*/ 1825945 h 6858000"/>
              <a:gd name="connsiteX598" fmla="*/ 1423821 w 7467600"/>
              <a:gd name="connsiteY598" fmla="*/ 1351958 h 6858000"/>
              <a:gd name="connsiteX599" fmla="*/ 1431890 w 7467600"/>
              <a:gd name="connsiteY599" fmla="*/ 1306475 h 6858000"/>
              <a:gd name="connsiteX600" fmla="*/ 1507597 w 7467600"/>
              <a:gd name="connsiteY600" fmla="*/ 1446132 h 6858000"/>
              <a:gd name="connsiteX601" fmla="*/ 1674586 w 7467600"/>
              <a:gd name="connsiteY601" fmla="*/ 1813832 h 6858000"/>
              <a:gd name="connsiteX602" fmla="*/ 1815950 w 7467600"/>
              <a:gd name="connsiteY602" fmla="*/ 2128564 h 6858000"/>
              <a:gd name="connsiteX603" fmla="*/ 1984242 w 7467600"/>
              <a:gd name="connsiteY603" fmla="*/ 2430829 h 6858000"/>
              <a:gd name="connsiteX604" fmla="*/ 2014023 w 7467600"/>
              <a:gd name="connsiteY604" fmla="*/ 2450995 h 6858000"/>
              <a:gd name="connsiteX605" fmla="*/ 1747337 w 7467600"/>
              <a:gd name="connsiteY605" fmla="*/ 1855264 h 6858000"/>
              <a:gd name="connsiteX606" fmla="*/ 1533749 w 7467600"/>
              <a:gd name="connsiteY606" fmla="*/ 1478656 h 6858000"/>
              <a:gd name="connsiteX607" fmla="*/ 1431890 w 7467600"/>
              <a:gd name="connsiteY607" fmla="*/ 1306475 h 6858000"/>
              <a:gd name="connsiteX608" fmla="*/ 5052692 w 7467600"/>
              <a:gd name="connsiteY608" fmla="*/ 1292994 h 6858000"/>
              <a:gd name="connsiteX609" fmla="*/ 5200661 w 7467600"/>
              <a:gd name="connsiteY609" fmla="*/ 1635186 h 6858000"/>
              <a:gd name="connsiteX610" fmla="*/ 5297138 w 7467600"/>
              <a:gd name="connsiteY610" fmla="*/ 1906351 h 6858000"/>
              <a:gd name="connsiteX611" fmla="*/ 5052692 w 7467600"/>
              <a:gd name="connsiteY611" fmla="*/ 1292994 h 6858000"/>
              <a:gd name="connsiteX612" fmla="*/ 5009948 w 7467600"/>
              <a:gd name="connsiteY612" fmla="*/ 1273619 h 6858000"/>
              <a:gd name="connsiteX613" fmla="*/ 5121777 w 7467600"/>
              <a:gd name="connsiteY613" fmla="*/ 1654213 h 6858000"/>
              <a:gd name="connsiteX614" fmla="*/ 5293545 w 7467600"/>
              <a:gd name="connsiteY614" fmla="*/ 2072247 h 6858000"/>
              <a:gd name="connsiteX615" fmla="*/ 5294042 w 7467600"/>
              <a:gd name="connsiteY615" fmla="*/ 2065019 h 6858000"/>
              <a:gd name="connsiteX616" fmla="*/ 5171936 w 7467600"/>
              <a:gd name="connsiteY616" fmla="*/ 1647613 h 6858000"/>
              <a:gd name="connsiteX617" fmla="*/ 5009948 w 7467600"/>
              <a:gd name="connsiteY617" fmla="*/ 1273619 h 6858000"/>
              <a:gd name="connsiteX618" fmla="*/ 655236 w 7467600"/>
              <a:gd name="connsiteY618" fmla="*/ 1268632 h 6858000"/>
              <a:gd name="connsiteX619" fmla="*/ 839521 w 7467600"/>
              <a:gd name="connsiteY619" fmla="*/ 1685315 h 6858000"/>
              <a:gd name="connsiteX620" fmla="*/ 1109416 w 7467600"/>
              <a:gd name="connsiteY620" fmla="*/ 2061663 h 6858000"/>
              <a:gd name="connsiteX621" fmla="*/ 1298300 w 7467600"/>
              <a:gd name="connsiteY621" fmla="*/ 2247742 h 6858000"/>
              <a:gd name="connsiteX622" fmla="*/ 1125871 w 7467600"/>
              <a:gd name="connsiteY622" fmla="*/ 1989513 h 6858000"/>
              <a:gd name="connsiteX623" fmla="*/ 981574 w 7467600"/>
              <a:gd name="connsiteY623" fmla="*/ 1783157 h 6858000"/>
              <a:gd name="connsiteX624" fmla="*/ 922198 w 7467600"/>
              <a:gd name="connsiteY624" fmla="*/ 1677437 h 6858000"/>
              <a:gd name="connsiteX625" fmla="*/ 869293 w 7467600"/>
              <a:gd name="connsiteY625" fmla="*/ 1583214 h 6858000"/>
              <a:gd name="connsiteX626" fmla="*/ 751431 w 7467600"/>
              <a:gd name="connsiteY626" fmla="*/ 1405731 h 6858000"/>
              <a:gd name="connsiteX627" fmla="*/ 655236 w 7467600"/>
              <a:gd name="connsiteY627" fmla="*/ 1268632 h 6858000"/>
              <a:gd name="connsiteX628" fmla="*/ 6516292 w 7467600"/>
              <a:gd name="connsiteY628" fmla="*/ 1263064 h 6858000"/>
              <a:gd name="connsiteX629" fmla="*/ 5736320 w 7467600"/>
              <a:gd name="connsiteY629" fmla="*/ 1501803 h 6858000"/>
              <a:gd name="connsiteX630" fmla="*/ 6516292 w 7467600"/>
              <a:gd name="connsiteY630" fmla="*/ 1263064 h 6858000"/>
              <a:gd name="connsiteX631" fmla="*/ 291466 w 7467600"/>
              <a:gd name="connsiteY631" fmla="*/ 1250369 h 6858000"/>
              <a:gd name="connsiteX632" fmla="*/ 323180 w 7467600"/>
              <a:gd name="connsiteY632" fmla="*/ 1435283 h 6858000"/>
              <a:gd name="connsiteX633" fmla="*/ 349381 w 7467600"/>
              <a:gd name="connsiteY633" fmla="*/ 1875041 h 6858000"/>
              <a:gd name="connsiteX634" fmla="*/ 374363 w 7467600"/>
              <a:gd name="connsiteY634" fmla="*/ 1506494 h 6858000"/>
              <a:gd name="connsiteX635" fmla="*/ 302168 w 7467600"/>
              <a:gd name="connsiteY635" fmla="*/ 1274495 h 6858000"/>
              <a:gd name="connsiteX636" fmla="*/ 291466 w 7467600"/>
              <a:gd name="connsiteY636" fmla="*/ 1250369 h 6858000"/>
              <a:gd name="connsiteX637" fmla="*/ 678222 w 7467600"/>
              <a:gd name="connsiteY637" fmla="*/ 1248670 h 6858000"/>
              <a:gd name="connsiteX638" fmla="*/ 775536 w 7467600"/>
              <a:gd name="connsiteY638" fmla="*/ 1388015 h 6858000"/>
              <a:gd name="connsiteX639" fmla="*/ 894529 w 7467600"/>
              <a:gd name="connsiteY639" fmla="*/ 1567739 h 6858000"/>
              <a:gd name="connsiteX640" fmla="*/ 948000 w 7467600"/>
              <a:gd name="connsiteY640" fmla="*/ 1663088 h 6858000"/>
              <a:gd name="connsiteX641" fmla="*/ 1006812 w 7467600"/>
              <a:gd name="connsiteY641" fmla="*/ 1767683 h 6858000"/>
              <a:gd name="connsiteX642" fmla="*/ 1149133 w 7467600"/>
              <a:gd name="connsiteY642" fmla="*/ 1971513 h 6858000"/>
              <a:gd name="connsiteX643" fmla="*/ 1333952 w 7467600"/>
              <a:gd name="connsiteY643" fmla="*/ 2251620 h 6858000"/>
              <a:gd name="connsiteX644" fmla="*/ 1337329 w 7467600"/>
              <a:gd name="connsiteY644" fmla="*/ 2258350 h 6858000"/>
              <a:gd name="connsiteX645" fmla="*/ 1014726 w 7467600"/>
              <a:gd name="connsiteY645" fmla="*/ 1615556 h 6858000"/>
              <a:gd name="connsiteX646" fmla="*/ 678222 w 7467600"/>
              <a:gd name="connsiteY646" fmla="*/ 1248670 h 6858000"/>
              <a:gd name="connsiteX647" fmla="*/ 6691602 w 7467600"/>
              <a:gd name="connsiteY647" fmla="*/ 1140573 h 6858000"/>
              <a:gd name="connsiteX648" fmla="*/ 6571100 w 7467600"/>
              <a:gd name="connsiteY648" fmla="*/ 1183662 h 6858000"/>
              <a:gd name="connsiteX649" fmla="*/ 6241687 w 7467600"/>
              <a:gd name="connsiteY649" fmla="*/ 1257600 h 6858000"/>
              <a:gd name="connsiteX650" fmla="*/ 5693009 w 7467600"/>
              <a:gd name="connsiteY650" fmla="*/ 1478256 h 6858000"/>
              <a:gd name="connsiteX651" fmla="*/ 6548420 w 7467600"/>
              <a:gd name="connsiteY651" fmla="*/ 1214599 h 6858000"/>
              <a:gd name="connsiteX652" fmla="*/ 6605473 w 7467600"/>
              <a:gd name="connsiteY652" fmla="*/ 1184686 h 6858000"/>
              <a:gd name="connsiteX653" fmla="*/ 6691602 w 7467600"/>
              <a:gd name="connsiteY653" fmla="*/ 1140573 h 6858000"/>
              <a:gd name="connsiteX654" fmla="*/ 4002475 w 7467600"/>
              <a:gd name="connsiteY654" fmla="*/ 1037802 h 6858000"/>
              <a:gd name="connsiteX655" fmla="*/ 4000324 w 7467600"/>
              <a:gd name="connsiteY655" fmla="*/ 1039362 h 6858000"/>
              <a:gd name="connsiteX656" fmla="*/ 4002862 w 7467600"/>
              <a:gd name="connsiteY656" fmla="*/ 1042866 h 6858000"/>
              <a:gd name="connsiteX657" fmla="*/ 4002475 w 7467600"/>
              <a:gd name="connsiteY657" fmla="*/ 1037802 h 6858000"/>
              <a:gd name="connsiteX658" fmla="*/ 506322 w 7467600"/>
              <a:gd name="connsiteY658" fmla="*/ 1020997 h 6858000"/>
              <a:gd name="connsiteX659" fmla="*/ 533068 w 7467600"/>
              <a:gd name="connsiteY659" fmla="*/ 1029409 h 6858000"/>
              <a:gd name="connsiteX660" fmla="*/ 1232525 w 7467600"/>
              <a:gd name="connsiteY660" fmla="*/ 1804675 h 6858000"/>
              <a:gd name="connsiteX661" fmla="*/ 1388858 w 7467600"/>
              <a:gd name="connsiteY661" fmla="*/ 2368011 h 6858000"/>
              <a:gd name="connsiteX662" fmla="*/ 1384098 w 7467600"/>
              <a:gd name="connsiteY662" fmla="*/ 2378125 h 6858000"/>
              <a:gd name="connsiteX663" fmla="*/ 1425393 w 7467600"/>
              <a:gd name="connsiteY663" fmla="*/ 2589124 h 6858000"/>
              <a:gd name="connsiteX664" fmla="*/ 1424001 w 7467600"/>
              <a:gd name="connsiteY664" fmla="*/ 2597541 h 6858000"/>
              <a:gd name="connsiteX665" fmla="*/ 2152729 w 7467600"/>
              <a:gd name="connsiteY665" fmla="*/ 2864487 h 6858000"/>
              <a:gd name="connsiteX666" fmla="*/ 2020609 w 7467600"/>
              <a:gd name="connsiteY666" fmla="*/ 2539671 h 6858000"/>
              <a:gd name="connsiteX667" fmla="*/ 2018920 w 7467600"/>
              <a:gd name="connsiteY667" fmla="*/ 2536309 h 6858000"/>
              <a:gd name="connsiteX668" fmla="*/ 1342441 w 7467600"/>
              <a:gd name="connsiteY668" fmla="*/ 1173017 h 6858000"/>
              <a:gd name="connsiteX669" fmla="*/ 1367925 w 7467600"/>
              <a:gd name="connsiteY669" fmla="*/ 1135648 h 6858000"/>
              <a:gd name="connsiteX670" fmla="*/ 1771401 w 7467600"/>
              <a:gd name="connsiteY670" fmla="*/ 1806673 h 6858000"/>
              <a:gd name="connsiteX671" fmla="*/ 1972385 w 7467600"/>
              <a:gd name="connsiteY671" fmla="*/ 2198735 h 6858000"/>
              <a:gd name="connsiteX672" fmla="*/ 2040892 w 7467600"/>
              <a:gd name="connsiteY672" fmla="*/ 2405205 h 6858000"/>
              <a:gd name="connsiteX673" fmla="*/ 2131689 w 7467600"/>
              <a:gd name="connsiteY673" fmla="*/ 1936926 h 6858000"/>
              <a:gd name="connsiteX674" fmla="*/ 2454820 w 7467600"/>
              <a:gd name="connsiteY674" fmla="*/ 1248808 h 6858000"/>
              <a:gd name="connsiteX675" fmla="*/ 2492512 w 7467600"/>
              <a:gd name="connsiteY675" fmla="*/ 1302920 h 6858000"/>
              <a:gd name="connsiteX676" fmla="*/ 2081216 w 7467600"/>
              <a:gd name="connsiteY676" fmla="*/ 2527513 h 6858000"/>
              <a:gd name="connsiteX677" fmla="*/ 2081211 w 7467600"/>
              <a:gd name="connsiteY677" fmla="*/ 2528916 h 6858000"/>
              <a:gd name="connsiteX678" fmla="*/ 2199067 w 7467600"/>
              <a:gd name="connsiteY678" fmla="*/ 2884061 h 6858000"/>
              <a:gd name="connsiteX679" fmla="*/ 3192586 w 7467600"/>
              <a:gd name="connsiteY679" fmla="*/ 3411496 h 6858000"/>
              <a:gd name="connsiteX680" fmla="*/ 3182620 w 7467600"/>
              <a:gd name="connsiteY680" fmla="*/ 3483279 h 6858000"/>
              <a:gd name="connsiteX681" fmla="*/ 2435119 w 7467600"/>
              <a:gd name="connsiteY681" fmla="*/ 3080173 h 6858000"/>
              <a:gd name="connsiteX682" fmla="*/ 2410152 w 7467600"/>
              <a:gd name="connsiteY682" fmla="*/ 3063751 h 6858000"/>
              <a:gd name="connsiteX683" fmla="*/ 2408099 w 7467600"/>
              <a:gd name="connsiteY683" fmla="*/ 3064403 h 6858000"/>
              <a:gd name="connsiteX684" fmla="*/ 2407218 w 7467600"/>
              <a:gd name="connsiteY684" fmla="*/ 3070324 h 6858000"/>
              <a:gd name="connsiteX685" fmla="*/ 2380138 w 7467600"/>
              <a:gd name="connsiteY685" fmla="*/ 3099341 h 6858000"/>
              <a:gd name="connsiteX686" fmla="*/ 1765923 w 7467600"/>
              <a:gd name="connsiteY686" fmla="*/ 3581043 h 6858000"/>
              <a:gd name="connsiteX687" fmla="*/ 1702258 w 7467600"/>
              <a:gd name="connsiteY687" fmla="*/ 3612286 h 6858000"/>
              <a:gd name="connsiteX688" fmla="*/ 1538370 w 7467600"/>
              <a:gd name="connsiteY688" fmla="*/ 3811804 h 6858000"/>
              <a:gd name="connsiteX689" fmla="*/ 542867 w 7467600"/>
              <a:gd name="connsiteY689" fmla="*/ 4944092 h 6858000"/>
              <a:gd name="connsiteX690" fmla="*/ 515800 w 7467600"/>
              <a:gd name="connsiteY690" fmla="*/ 4862180 h 6858000"/>
              <a:gd name="connsiteX691" fmla="*/ 909145 w 7467600"/>
              <a:gd name="connsiteY691" fmla="*/ 4199225 h 6858000"/>
              <a:gd name="connsiteX692" fmla="*/ 1214067 w 7467600"/>
              <a:gd name="connsiteY692" fmla="*/ 3908561 h 6858000"/>
              <a:gd name="connsiteX693" fmla="*/ 640967 w 7467600"/>
              <a:gd name="connsiteY693" fmla="*/ 4105601 h 6858000"/>
              <a:gd name="connsiteX694" fmla="*/ 112563 w 7467600"/>
              <a:gd name="connsiteY694" fmla="*/ 4396952 h 6858000"/>
              <a:gd name="connsiteX695" fmla="*/ 0 w 7467600"/>
              <a:gd name="connsiteY695" fmla="*/ 4466006 h 6858000"/>
              <a:gd name="connsiteX696" fmla="*/ 0 w 7467600"/>
              <a:gd name="connsiteY696" fmla="*/ 4233763 h 6858000"/>
              <a:gd name="connsiteX697" fmla="*/ 36881 w 7467600"/>
              <a:gd name="connsiteY697" fmla="*/ 4200118 h 6858000"/>
              <a:gd name="connsiteX698" fmla="*/ 910534 w 7467600"/>
              <a:gd name="connsiteY698" fmla="*/ 3629753 h 6858000"/>
              <a:gd name="connsiteX699" fmla="*/ 1578717 w 7467600"/>
              <a:gd name="connsiteY699" fmla="*/ 3575982 h 6858000"/>
              <a:gd name="connsiteX700" fmla="*/ 2338780 w 7467600"/>
              <a:gd name="connsiteY700" fmla="*/ 3033725 h 6858000"/>
              <a:gd name="connsiteX701" fmla="*/ 1807991 w 7467600"/>
              <a:gd name="connsiteY701" fmla="*/ 2807184 h 6858000"/>
              <a:gd name="connsiteX702" fmla="*/ 1416358 w 7467600"/>
              <a:gd name="connsiteY702" fmla="*/ 3112571 h 6858000"/>
              <a:gd name="connsiteX703" fmla="*/ 939066 w 7467600"/>
              <a:gd name="connsiteY703" fmla="*/ 3378798 h 6858000"/>
              <a:gd name="connsiteX704" fmla="*/ 115099 w 7467600"/>
              <a:gd name="connsiteY704" fmla="*/ 3607650 h 6858000"/>
              <a:gd name="connsiteX705" fmla="*/ 97284 w 7467600"/>
              <a:gd name="connsiteY705" fmla="*/ 3520393 h 6858000"/>
              <a:gd name="connsiteX706" fmla="*/ 922050 w 7467600"/>
              <a:gd name="connsiteY706" fmla="*/ 3074867 h 6858000"/>
              <a:gd name="connsiteX707" fmla="*/ 1405265 w 7467600"/>
              <a:gd name="connsiteY707" fmla="*/ 3016319 h 6858000"/>
              <a:gd name="connsiteX708" fmla="*/ 1407512 w 7467600"/>
              <a:gd name="connsiteY708" fmla="*/ 3018001 h 6858000"/>
              <a:gd name="connsiteX709" fmla="*/ 1726266 w 7467600"/>
              <a:gd name="connsiteY709" fmla="*/ 2777274 h 6858000"/>
              <a:gd name="connsiteX710" fmla="*/ 625390 w 7467600"/>
              <a:gd name="connsiteY710" fmla="*/ 2514541 h 6858000"/>
              <a:gd name="connsiteX711" fmla="*/ 619799 w 7467600"/>
              <a:gd name="connsiteY711" fmla="*/ 2527180 h 6858000"/>
              <a:gd name="connsiteX712" fmla="*/ 310030 w 7467600"/>
              <a:gd name="connsiteY712" fmla="*/ 2771818 h 6858000"/>
              <a:gd name="connsiteX713" fmla="*/ 173877 w 7467600"/>
              <a:gd name="connsiteY713" fmla="*/ 2937056 h 6858000"/>
              <a:gd name="connsiteX714" fmla="*/ 77889 w 7467600"/>
              <a:gd name="connsiteY714" fmla="*/ 3138440 h 6858000"/>
              <a:gd name="connsiteX715" fmla="*/ 0 w 7467600"/>
              <a:gd name="connsiteY715" fmla="*/ 3271395 h 6858000"/>
              <a:gd name="connsiteX716" fmla="*/ 0 w 7467600"/>
              <a:gd name="connsiteY716" fmla="*/ 3153002 h 6858000"/>
              <a:gd name="connsiteX717" fmla="*/ 2386 w 7467600"/>
              <a:gd name="connsiteY717" fmla="*/ 3149203 h 6858000"/>
              <a:gd name="connsiteX718" fmla="*/ 89753 w 7467600"/>
              <a:gd name="connsiteY718" fmla="*/ 2987702 h 6858000"/>
              <a:gd name="connsiteX719" fmla="*/ 76869 w 7467600"/>
              <a:gd name="connsiteY719" fmla="*/ 3005404 h 6858000"/>
              <a:gd name="connsiteX720" fmla="*/ 32049 w 7467600"/>
              <a:gd name="connsiteY720" fmla="*/ 3065814 h 6858000"/>
              <a:gd name="connsiteX721" fmla="*/ 0 w 7467600"/>
              <a:gd name="connsiteY721" fmla="*/ 3108744 h 6858000"/>
              <a:gd name="connsiteX722" fmla="*/ 0 w 7467600"/>
              <a:gd name="connsiteY722" fmla="*/ 3058059 h 6858000"/>
              <a:gd name="connsiteX723" fmla="*/ 7610 w 7467600"/>
              <a:gd name="connsiteY723" fmla="*/ 3047889 h 6858000"/>
              <a:gd name="connsiteX724" fmla="*/ 52419 w 7467600"/>
              <a:gd name="connsiteY724" fmla="*/ 2987479 h 6858000"/>
              <a:gd name="connsiteX725" fmla="*/ 59142 w 7467600"/>
              <a:gd name="connsiteY725" fmla="*/ 2978488 h 6858000"/>
              <a:gd name="connsiteX726" fmla="*/ 0 w 7467600"/>
              <a:gd name="connsiteY726" fmla="*/ 3015334 h 6858000"/>
              <a:gd name="connsiteX727" fmla="*/ 0 w 7467600"/>
              <a:gd name="connsiteY727" fmla="*/ 2914286 h 6858000"/>
              <a:gd name="connsiteX728" fmla="*/ 36383 w 7467600"/>
              <a:gd name="connsiteY728" fmla="*/ 2901128 h 6858000"/>
              <a:gd name="connsiteX729" fmla="*/ 156329 w 7467600"/>
              <a:gd name="connsiteY729" fmla="*/ 2840533 h 6858000"/>
              <a:gd name="connsiteX730" fmla="*/ 358355 w 7467600"/>
              <a:gd name="connsiteY730" fmla="*/ 2620471 h 6858000"/>
              <a:gd name="connsiteX731" fmla="*/ 510577 w 7467600"/>
              <a:gd name="connsiteY731" fmla="*/ 2501244 h 6858000"/>
              <a:gd name="connsiteX732" fmla="*/ 211967 w 7467600"/>
              <a:gd name="connsiteY732" fmla="*/ 2479171 h 6858000"/>
              <a:gd name="connsiteX733" fmla="*/ 0 w 7467600"/>
              <a:gd name="connsiteY733" fmla="*/ 2476398 h 6858000"/>
              <a:gd name="connsiteX734" fmla="*/ 0 w 7467600"/>
              <a:gd name="connsiteY734" fmla="*/ 2389189 h 6858000"/>
              <a:gd name="connsiteX735" fmla="*/ 103062 w 7467600"/>
              <a:gd name="connsiteY735" fmla="*/ 2389518 h 6858000"/>
              <a:gd name="connsiteX736" fmla="*/ 510734 w 7467600"/>
              <a:gd name="connsiteY736" fmla="*/ 2416201 h 6858000"/>
              <a:gd name="connsiteX737" fmla="*/ 279257 w 7467600"/>
              <a:gd name="connsiteY737" fmla="*/ 2092102 h 6858000"/>
              <a:gd name="connsiteX738" fmla="*/ 65265 w 7467600"/>
              <a:gd name="connsiteY738" fmla="*/ 2006049 h 6858000"/>
              <a:gd name="connsiteX739" fmla="*/ 0 w 7467600"/>
              <a:gd name="connsiteY739" fmla="*/ 1982532 h 6858000"/>
              <a:gd name="connsiteX740" fmla="*/ 0 w 7467600"/>
              <a:gd name="connsiteY740" fmla="*/ 1912789 h 6858000"/>
              <a:gd name="connsiteX741" fmla="*/ 97460 w 7467600"/>
              <a:gd name="connsiteY741" fmla="*/ 1953725 h 6858000"/>
              <a:gd name="connsiteX742" fmla="*/ 221272 w 7467600"/>
              <a:gd name="connsiteY742" fmla="*/ 1980766 h 6858000"/>
              <a:gd name="connsiteX743" fmla="*/ 116765 w 7467600"/>
              <a:gd name="connsiteY743" fmla="*/ 1911033 h 6858000"/>
              <a:gd name="connsiteX744" fmla="*/ 16405 w 7467600"/>
              <a:gd name="connsiteY744" fmla="*/ 1803412 h 6858000"/>
              <a:gd name="connsiteX745" fmla="*/ 0 w 7467600"/>
              <a:gd name="connsiteY745" fmla="*/ 1784777 h 6858000"/>
              <a:gd name="connsiteX746" fmla="*/ 0 w 7467600"/>
              <a:gd name="connsiteY746" fmla="*/ 1740082 h 6858000"/>
              <a:gd name="connsiteX747" fmla="*/ 39394 w 7467600"/>
              <a:gd name="connsiteY747" fmla="*/ 1784856 h 6858000"/>
              <a:gd name="connsiteX748" fmla="*/ 135813 w 7467600"/>
              <a:gd name="connsiteY748" fmla="*/ 1888838 h 6858000"/>
              <a:gd name="connsiteX749" fmla="*/ 242575 w 7467600"/>
              <a:gd name="connsiteY749" fmla="*/ 1958841 h 6858000"/>
              <a:gd name="connsiteX750" fmla="*/ 82197 w 7467600"/>
              <a:gd name="connsiteY750" fmla="*/ 1754826 h 6858000"/>
              <a:gd name="connsiteX751" fmla="*/ 0 w 7467600"/>
              <a:gd name="connsiteY751" fmla="*/ 1679650 h 6858000"/>
              <a:gd name="connsiteX752" fmla="*/ 0 w 7467600"/>
              <a:gd name="connsiteY752" fmla="*/ 1602463 h 6858000"/>
              <a:gd name="connsiteX753" fmla="*/ 84689 w 7467600"/>
              <a:gd name="connsiteY753" fmla="*/ 1677442 h 6858000"/>
              <a:gd name="connsiteX754" fmla="*/ 298437 w 7467600"/>
              <a:gd name="connsiteY754" fmla="*/ 1968019 h 6858000"/>
              <a:gd name="connsiteX755" fmla="*/ 227269 w 7467600"/>
              <a:gd name="connsiteY755" fmla="*/ 1114064 h 6858000"/>
              <a:gd name="connsiteX756" fmla="*/ 248003 w 7467600"/>
              <a:gd name="connsiteY756" fmla="*/ 1089613 h 6858000"/>
              <a:gd name="connsiteX757" fmla="*/ 427020 w 7467600"/>
              <a:gd name="connsiteY757" fmla="*/ 1619803 h 6858000"/>
              <a:gd name="connsiteX758" fmla="*/ 340345 w 7467600"/>
              <a:gd name="connsiteY758" fmla="*/ 2027739 h 6858000"/>
              <a:gd name="connsiteX759" fmla="*/ 360865 w 7467600"/>
              <a:gd name="connsiteY759" fmla="*/ 2044827 h 6858000"/>
              <a:gd name="connsiteX760" fmla="*/ 560414 w 7467600"/>
              <a:gd name="connsiteY760" fmla="*/ 2421457 h 6858000"/>
              <a:gd name="connsiteX761" fmla="*/ 1359703 w 7467600"/>
              <a:gd name="connsiteY761" fmla="*/ 2578554 h 6858000"/>
              <a:gd name="connsiteX762" fmla="*/ 1359422 w 7467600"/>
              <a:gd name="connsiteY762" fmla="*/ 2577994 h 6858000"/>
              <a:gd name="connsiteX763" fmla="*/ 828701 w 7467600"/>
              <a:gd name="connsiteY763" fmla="*/ 1839520 h 6858000"/>
              <a:gd name="connsiteX764" fmla="*/ 494427 w 7467600"/>
              <a:gd name="connsiteY764" fmla="*/ 1092333 h 6858000"/>
              <a:gd name="connsiteX765" fmla="*/ 506322 w 7467600"/>
              <a:gd name="connsiteY765" fmla="*/ 1020997 h 6858000"/>
              <a:gd name="connsiteX766" fmla="*/ 4570198 w 7467600"/>
              <a:gd name="connsiteY766" fmla="*/ 978081 h 6858000"/>
              <a:gd name="connsiteX767" fmla="*/ 4523691 w 7467600"/>
              <a:gd name="connsiteY767" fmla="*/ 1127776 h 6858000"/>
              <a:gd name="connsiteX768" fmla="*/ 4509875 w 7467600"/>
              <a:gd name="connsiteY768" fmla="*/ 1167552 h 6858000"/>
              <a:gd name="connsiteX769" fmla="*/ 4478168 w 7467600"/>
              <a:gd name="connsiteY769" fmla="*/ 1260735 h 6858000"/>
              <a:gd name="connsiteX770" fmla="*/ 4409309 w 7467600"/>
              <a:gd name="connsiteY770" fmla="*/ 1666996 h 6858000"/>
              <a:gd name="connsiteX771" fmla="*/ 4370031 w 7467600"/>
              <a:gd name="connsiteY771" fmla="*/ 1955666 h 6858000"/>
              <a:gd name="connsiteX772" fmla="*/ 4570198 w 7467600"/>
              <a:gd name="connsiteY772" fmla="*/ 978081 h 6858000"/>
              <a:gd name="connsiteX773" fmla="*/ 4557898 w 7467600"/>
              <a:gd name="connsiteY773" fmla="*/ 900011 h 6858000"/>
              <a:gd name="connsiteX774" fmla="*/ 4344840 w 7467600"/>
              <a:gd name="connsiteY774" fmla="*/ 1922038 h 6858000"/>
              <a:gd name="connsiteX775" fmla="*/ 4378710 w 7467600"/>
              <a:gd name="connsiteY775" fmla="*/ 1665516 h 6858000"/>
              <a:gd name="connsiteX776" fmla="*/ 4448798 w 7467600"/>
              <a:gd name="connsiteY776" fmla="*/ 1253024 h 6858000"/>
              <a:gd name="connsiteX777" fmla="*/ 4480315 w 7467600"/>
              <a:gd name="connsiteY777" fmla="*/ 1158454 h 6858000"/>
              <a:gd name="connsiteX778" fmla="*/ 4494133 w 7467600"/>
              <a:gd name="connsiteY778" fmla="*/ 1118676 h 6858000"/>
              <a:gd name="connsiteX779" fmla="*/ 4557898 w 7467600"/>
              <a:gd name="connsiteY779" fmla="*/ 900011 h 6858000"/>
              <a:gd name="connsiteX780" fmla="*/ 5870151 w 7467600"/>
              <a:gd name="connsiteY780" fmla="*/ 898890 h 6858000"/>
              <a:gd name="connsiteX781" fmla="*/ 5861335 w 7467600"/>
              <a:gd name="connsiteY781" fmla="*/ 899177 h 6858000"/>
              <a:gd name="connsiteX782" fmla="*/ 5843702 w 7467600"/>
              <a:gd name="connsiteY782" fmla="*/ 899748 h 6858000"/>
              <a:gd name="connsiteX783" fmla="*/ 5651107 w 7467600"/>
              <a:gd name="connsiteY783" fmla="*/ 920306 h 6858000"/>
              <a:gd name="connsiteX784" fmla="*/ 5459407 w 7467600"/>
              <a:gd name="connsiteY784" fmla="*/ 940975 h 6858000"/>
              <a:gd name="connsiteX785" fmla="*/ 5374846 w 7467600"/>
              <a:gd name="connsiteY785" fmla="*/ 941988 h 6858000"/>
              <a:gd name="connsiteX786" fmla="*/ 5256105 w 7467600"/>
              <a:gd name="connsiteY786" fmla="*/ 945632 h 6858000"/>
              <a:gd name="connsiteX787" fmla="*/ 5107071 w 7467600"/>
              <a:gd name="connsiteY787" fmla="*/ 969720 h 6858000"/>
              <a:gd name="connsiteX788" fmla="*/ 4998681 w 7467600"/>
              <a:gd name="connsiteY788" fmla="*/ 988771 h 6858000"/>
              <a:gd name="connsiteX789" fmla="*/ 5870151 w 7467600"/>
              <a:gd name="connsiteY789" fmla="*/ 898890 h 6858000"/>
              <a:gd name="connsiteX790" fmla="*/ 5504425 w 7467600"/>
              <a:gd name="connsiteY790" fmla="*/ 848067 h 6858000"/>
              <a:gd name="connsiteX791" fmla="*/ 4968849 w 7467600"/>
              <a:gd name="connsiteY791" fmla="*/ 962318 h 6858000"/>
              <a:gd name="connsiteX792" fmla="*/ 5104039 w 7467600"/>
              <a:gd name="connsiteY792" fmla="*/ 940634 h 6858000"/>
              <a:gd name="connsiteX793" fmla="*/ 5256311 w 7467600"/>
              <a:gd name="connsiteY793" fmla="*/ 916490 h 6858000"/>
              <a:gd name="connsiteX794" fmla="*/ 5377381 w 7467600"/>
              <a:gd name="connsiteY794" fmla="*/ 912671 h 6858000"/>
              <a:gd name="connsiteX795" fmla="*/ 5460148 w 7467600"/>
              <a:gd name="connsiteY795" fmla="*/ 911442 h 6858000"/>
              <a:gd name="connsiteX796" fmla="*/ 5648971 w 7467600"/>
              <a:gd name="connsiteY796" fmla="*/ 891331 h 6858000"/>
              <a:gd name="connsiteX797" fmla="*/ 5844807 w 7467600"/>
              <a:gd name="connsiteY797" fmla="*/ 870718 h 6858000"/>
              <a:gd name="connsiteX798" fmla="*/ 5862975 w 7467600"/>
              <a:gd name="connsiteY798" fmla="*/ 869756 h 6858000"/>
              <a:gd name="connsiteX799" fmla="*/ 5920887 w 7467600"/>
              <a:gd name="connsiteY799" fmla="*/ 865929 h 6858000"/>
              <a:gd name="connsiteX800" fmla="*/ 5504425 w 7467600"/>
              <a:gd name="connsiteY800" fmla="*/ 848067 h 6858000"/>
              <a:gd name="connsiteX801" fmla="*/ 3607114 w 7467600"/>
              <a:gd name="connsiteY801" fmla="*/ 467441 h 6858000"/>
              <a:gd name="connsiteX802" fmla="*/ 3296242 w 7467600"/>
              <a:gd name="connsiteY802" fmla="*/ 807991 h 6858000"/>
              <a:gd name="connsiteX803" fmla="*/ 3174674 w 7467600"/>
              <a:gd name="connsiteY803" fmla="*/ 919759 h 6858000"/>
              <a:gd name="connsiteX804" fmla="*/ 3042978 w 7467600"/>
              <a:gd name="connsiteY804" fmla="*/ 1054894 h 6858000"/>
              <a:gd name="connsiteX805" fmla="*/ 2968914 w 7467600"/>
              <a:gd name="connsiteY805" fmla="*/ 1133756 h 6858000"/>
              <a:gd name="connsiteX806" fmla="*/ 3103823 w 7467600"/>
              <a:gd name="connsiteY806" fmla="*/ 1026814 h 6858000"/>
              <a:gd name="connsiteX807" fmla="*/ 3607114 w 7467600"/>
              <a:gd name="connsiteY807" fmla="*/ 467441 h 6858000"/>
              <a:gd name="connsiteX808" fmla="*/ 3744487 w 7467600"/>
              <a:gd name="connsiteY808" fmla="*/ 383136 h 6858000"/>
              <a:gd name="connsiteX809" fmla="*/ 3970213 w 7467600"/>
              <a:gd name="connsiteY809" fmla="*/ 995559 h 6858000"/>
              <a:gd name="connsiteX810" fmla="*/ 3744487 w 7467600"/>
              <a:gd name="connsiteY810" fmla="*/ 383136 h 6858000"/>
              <a:gd name="connsiteX811" fmla="*/ 3624562 w 7467600"/>
              <a:gd name="connsiteY811" fmla="*/ 367041 h 6858000"/>
              <a:gd name="connsiteX812" fmla="*/ 3489712 w 7467600"/>
              <a:gd name="connsiteY812" fmla="*/ 485386 h 6858000"/>
              <a:gd name="connsiteX813" fmla="*/ 3182994 w 7467600"/>
              <a:gd name="connsiteY813" fmla="*/ 828265 h 6858000"/>
              <a:gd name="connsiteX814" fmla="*/ 2892114 w 7467600"/>
              <a:gd name="connsiteY814" fmla="*/ 1172635 h 6858000"/>
              <a:gd name="connsiteX815" fmla="*/ 3021459 w 7467600"/>
              <a:gd name="connsiteY815" fmla="*/ 1035385 h 6858000"/>
              <a:gd name="connsiteX816" fmla="*/ 3153873 w 7467600"/>
              <a:gd name="connsiteY816" fmla="*/ 898971 h 6858000"/>
              <a:gd name="connsiteX817" fmla="*/ 3276511 w 7467600"/>
              <a:gd name="connsiteY817" fmla="*/ 786423 h 6858000"/>
              <a:gd name="connsiteX818" fmla="*/ 3584154 w 7467600"/>
              <a:gd name="connsiteY818" fmla="*/ 448218 h 6858000"/>
              <a:gd name="connsiteX819" fmla="*/ 3624562 w 7467600"/>
              <a:gd name="connsiteY819" fmla="*/ 367041 h 6858000"/>
              <a:gd name="connsiteX820" fmla="*/ 3766672 w 7467600"/>
              <a:gd name="connsiteY820" fmla="*/ 359429 h 6858000"/>
              <a:gd name="connsiteX821" fmla="*/ 3996338 w 7467600"/>
              <a:gd name="connsiteY821" fmla="*/ 968237 h 6858000"/>
              <a:gd name="connsiteX822" fmla="*/ 3766672 w 7467600"/>
              <a:gd name="connsiteY822" fmla="*/ 359429 h 6858000"/>
              <a:gd name="connsiteX823" fmla="*/ 5805386 w 7467600"/>
              <a:gd name="connsiteY823" fmla="*/ 239240 h 6858000"/>
              <a:gd name="connsiteX824" fmla="*/ 5736947 w 7467600"/>
              <a:gd name="connsiteY824" fmla="*/ 261367 h 6858000"/>
              <a:gd name="connsiteX825" fmla="*/ 5427012 w 7467600"/>
              <a:gd name="connsiteY825" fmla="*/ 311272 h 6858000"/>
              <a:gd name="connsiteX826" fmla="*/ 5147818 w 7467600"/>
              <a:gd name="connsiteY826" fmla="*/ 322112 h 6858000"/>
              <a:gd name="connsiteX827" fmla="*/ 5060854 w 7467600"/>
              <a:gd name="connsiteY827" fmla="*/ 311882 h 6858000"/>
              <a:gd name="connsiteX828" fmla="*/ 4945989 w 7467600"/>
              <a:gd name="connsiteY828" fmla="*/ 300516 h 6858000"/>
              <a:gd name="connsiteX829" fmla="*/ 5410479 w 7467600"/>
              <a:gd name="connsiteY829" fmla="*/ 348434 h 6858000"/>
              <a:gd name="connsiteX830" fmla="*/ 5805386 w 7467600"/>
              <a:gd name="connsiteY830" fmla="*/ 239240 h 6858000"/>
              <a:gd name="connsiteX831" fmla="*/ 5905192 w 7467600"/>
              <a:gd name="connsiteY831" fmla="*/ 163079 h 6858000"/>
              <a:gd name="connsiteX832" fmla="*/ 5865655 w 7467600"/>
              <a:gd name="connsiteY832" fmla="*/ 171901 h 6858000"/>
              <a:gd name="connsiteX833" fmla="*/ 5259740 w 7467600"/>
              <a:gd name="connsiteY833" fmla="*/ 257013 h 6858000"/>
              <a:gd name="connsiteX834" fmla="*/ 5208466 w 7467600"/>
              <a:gd name="connsiteY834" fmla="*/ 257550 h 6858000"/>
              <a:gd name="connsiteX835" fmla="*/ 4980204 w 7467600"/>
              <a:gd name="connsiteY835" fmla="*/ 271903 h 6858000"/>
              <a:gd name="connsiteX836" fmla="*/ 5068068 w 7467600"/>
              <a:gd name="connsiteY836" fmla="*/ 282244 h 6858000"/>
              <a:gd name="connsiteX837" fmla="*/ 5153231 w 7467600"/>
              <a:gd name="connsiteY837" fmla="*/ 292240 h 6858000"/>
              <a:gd name="connsiteX838" fmla="*/ 5426491 w 7467600"/>
              <a:gd name="connsiteY838" fmla="*/ 281128 h 6858000"/>
              <a:gd name="connsiteX839" fmla="*/ 5731212 w 7467600"/>
              <a:gd name="connsiteY839" fmla="*/ 231951 h 6858000"/>
              <a:gd name="connsiteX840" fmla="*/ 5905192 w 7467600"/>
              <a:gd name="connsiteY840" fmla="*/ 163079 h 6858000"/>
              <a:gd name="connsiteX841" fmla="*/ 5944437 w 7467600"/>
              <a:gd name="connsiteY841" fmla="*/ 113829 h 6858000"/>
              <a:gd name="connsiteX842" fmla="*/ 5825032 w 7467600"/>
              <a:gd name="connsiteY842" fmla="*/ 146405 h 6858000"/>
              <a:gd name="connsiteX843" fmla="*/ 4955599 w 7467600"/>
              <a:gd name="connsiteY843" fmla="*/ 247008 h 6858000"/>
              <a:gd name="connsiteX844" fmla="*/ 5210104 w 7467600"/>
              <a:gd name="connsiteY844" fmla="*/ 228123 h 6858000"/>
              <a:gd name="connsiteX845" fmla="*/ 5261015 w 7467600"/>
              <a:gd name="connsiteY845" fmla="*/ 227087 h 6858000"/>
              <a:gd name="connsiteX846" fmla="*/ 5861181 w 7467600"/>
              <a:gd name="connsiteY846" fmla="*/ 143093 h 6858000"/>
              <a:gd name="connsiteX847" fmla="*/ 5961252 w 7467600"/>
              <a:gd name="connsiteY847" fmla="*/ 114820 h 6858000"/>
              <a:gd name="connsiteX848" fmla="*/ 5944437 w 7467600"/>
              <a:gd name="connsiteY848" fmla="*/ 113829 h 6858000"/>
              <a:gd name="connsiteX849" fmla="*/ 3882765 w 7467600"/>
              <a:gd name="connsiteY849" fmla="*/ 0 h 6858000"/>
              <a:gd name="connsiteX850" fmla="*/ 3995099 w 7467600"/>
              <a:gd name="connsiteY850" fmla="*/ 0 h 6858000"/>
              <a:gd name="connsiteX851" fmla="*/ 4163818 w 7467600"/>
              <a:gd name="connsiteY851" fmla="*/ 234104 h 6858000"/>
              <a:gd name="connsiteX852" fmla="*/ 4172099 w 7467600"/>
              <a:gd name="connsiteY852" fmla="*/ 234207 h 6858000"/>
              <a:gd name="connsiteX853" fmla="*/ 4784282 w 7467600"/>
              <a:gd name="connsiteY853" fmla="*/ 276561 h 6858000"/>
              <a:gd name="connsiteX854" fmla="*/ 4801687 w 7467600"/>
              <a:gd name="connsiteY854" fmla="*/ 267764 h 6858000"/>
              <a:gd name="connsiteX855" fmla="*/ 6082788 w 7467600"/>
              <a:gd name="connsiteY855" fmla="*/ 64119 h 6858000"/>
              <a:gd name="connsiteX856" fmla="*/ 6099442 w 7467600"/>
              <a:gd name="connsiteY856" fmla="*/ 82568 h 6858000"/>
              <a:gd name="connsiteX857" fmla="*/ 4804137 w 7467600"/>
              <a:gd name="connsiteY857" fmla="*/ 320931 h 6858000"/>
              <a:gd name="connsiteX858" fmla="*/ 4227047 w 7467600"/>
              <a:gd name="connsiteY858" fmla="*/ 313415 h 6858000"/>
              <a:gd name="connsiteX859" fmla="*/ 4346041 w 7467600"/>
              <a:gd name="connsiteY859" fmla="*/ 456086 h 6858000"/>
              <a:gd name="connsiteX860" fmla="*/ 4870967 w 7467600"/>
              <a:gd name="connsiteY860" fmla="*/ 963061 h 6858000"/>
              <a:gd name="connsiteX861" fmla="*/ 4889647 w 7467600"/>
              <a:gd name="connsiteY861" fmla="*/ 957147 h 6858000"/>
              <a:gd name="connsiteX862" fmla="*/ 5422504 w 7467600"/>
              <a:gd name="connsiteY862" fmla="*/ 805191 h 6858000"/>
              <a:gd name="connsiteX863" fmla="*/ 6087656 w 7467600"/>
              <a:gd name="connsiteY863" fmla="*/ 826703 h 6858000"/>
              <a:gd name="connsiteX864" fmla="*/ 6058717 w 7467600"/>
              <a:gd name="connsiteY864" fmla="*/ 865992 h 6858000"/>
              <a:gd name="connsiteX865" fmla="*/ 4974153 w 7467600"/>
              <a:gd name="connsiteY865" fmla="*/ 1045456 h 6858000"/>
              <a:gd name="connsiteX866" fmla="*/ 5627835 w 7467600"/>
              <a:gd name="connsiteY866" fmla="*/ 1472077 h 6858000"/>
              <a:gd name="connsiteX867" fmla="*/ 5629817 w 7467600"/>
              <a:gd name="connsiteY867" fmla="*/ 1471412 h 6858000"/>
              <a:gd name="connsiteX868" fmla="*/ 5634124 w 7467600"/>
              <a:gd name="connsiteY868" fmla="*/ 1470572 h 6858000"/>
              <a:gd name="connsiteX869" fmla="*/ 5755832 w 7467600"/>
              <a:gd name="connsiteY869" fmla="*/ 1383886 h 6858000"/>
              <a:gd name="connsiteX870" fmla="*/ 6014186 w 7467600"/>
              <a:gd name="connsiteY870" fmla="*/ 1279799 h 6858000"/>
              <a:gd name="connsiteX871" fmla="*/ 6901619 w 7467600"/>
              <a:gd name="connsiteY871" fmla="*/ 1047874 h 6858000"/>
              <a:gd name="connsiteX872" fmla="*/ 6931566 w 7467600"/>
              <a:gd name="connsiteY872" fmla="*/ 1062034 h 6858000"/>
              <a:gd name="connsiteX873" fmla="*/ 5790982 w 7467600"/>
              <a:gd name="connsiteY873" fmla="*/ 1561380 h 6858000"/>
              <a:gd name="connsiteX874" fmla="*/ 6188971 w 7467600"/>
              <a:gd name="connsiteY874" fmla="*/ 1755168 h 6858000"/>
              <a:gd name="connsiteX875" fmla="*/ 6202446 w 7467600"/>
              <a:gd name="connsiteY875" fmla="*/ 1752268 h 6858000"/>
              <a:gd name="connsiteX876" fmla="*/ 7179560 w 7467600"/>
              <a:gd name="connsiteY876" fmla="*/ 1467551 h 6858000"/>
              <a:gd name="connsiteX877" fmla="*/ 7158730 w 7467600"/>
              <a:gd name="connsiteY877" fmla="*/ 1507835 h 6858000"/>
              <a:gd name="connsiteX878" fmla="*/ 6326959 w 7467600"/>
              <a:gd name="connsiteY878" fmla="*/ 1817686 h 6858000"/>
              <a:gd name="connsiteX879" fmla="*/ 6537433 w 7467600"/>
              <a:gd name="connsiteY879" fmla="*/ 1907790 h 6858000"/>
              <a:gd name="connsiteX880" fmla="*/ 6550221 w 7467600"/>
              <a:gd name="connsiteY880" fmla="*/ 1910729 h 6858000"/>
              <a:gd name="connsiteX881" fmla="*/ 6964438 w 7467600"/>
              <a:gd name="connsiteY881" fmla="*/ 2209505 h 6858000"/>
              <a:gd name="connsiteX882" fmla="*/ 7367862 w 7467600"/>
              <a:gd name="connsiteY882" fmla="*/ 2806833 h 6858000"/>
              <a:gd name="connsiteX883" fmla="*/ 7364329 w 7467600"/>
              <a:gd name="connsiteY883" fmla="*/ 2826907 h 6858000"/>
              <a:gd name="connsiteX884" fmla="*/ 7290545 w 7467600"/>
              <a:gd name="connsiteY884" fmla="*/ 2850663 h 6858000"/>
              <a:gd name="connsiteX885" fmla="*/ 6472036 w 7467600"/>
              <a:gd name="connsiteY885" fmla="*/ 1959003 h 6858000"/>
              <a:gd name="connsiteX886" fmla="*/ 5792897 w 7467600"/>
              <a:gd name="connsiteY886" fmla="*/ 1647747 h 6858000"/>
              <a:gd name="connsiteX887" fmla="*/ 5842751 w 7467600"/>
              <a:gd name="connsiteY887" fmla="*/ 1816112 h 6858000"/>
              <a:gd name="connsiteX888" fmla="*/ 5847424 w 7467600"/>
              <a:gd name="connsiteY888" fmla="*/ 1815776 h 6858000"/>
              <a:gd name="connsiteX889" fmla="*/ 6399821 w 7467600"/>
              <a:gd name="connsiteY889" fmla="*/ 2344799 h 6858000"/>
              <a:gd name="connsiteX890" fmla="*/ 6323232 w 7467600"/>
              <a:gd name="connsiteY890" fmla="*/ 2389634 h 6858000"/>
              <a:gd name="connsiteX891" fmla="*/ 5942958 w 7467600"/>
              <a:gd name="connsiteY891" fmla="*/ 2077708 h 6858000"/>
              <a:gd name="connsiteX892" fmla="*/ 5921559 w 7467600"/>
              <a:gd name="connsiteY892" fmla="*/ 2378596 h 6858000"/>
              <a:gd name="connsiteX893" fmla="*/ 5817651 w 7467600"/>
              <a:gd name="connsiteY893" fmla="*/ 3023919 h 6858000"/>
              <a:gd name="connsiteX894" fmla="*/ 5729634 w 7467600"/>
              <a:gd name="connsiteY894" fmla="*/ 3051849 h 6858000"/>
              <a:gd name="connsiteX895" fmla="*/ 5611018 w 7467600"/>
              <a:gd name="connsiteY895" fmla="*/ 2316769 h 6858000"/>
              <a:gd name="connsiteX896" fmla="*/ 5687608 w 7467600"/>
              <a:gd name="connsiteY896" fmla="*/ 2039972 h 6858000"/>
              <a:gd name="connsiteX897" fmla="*/ 5657554 w 7467600"/>
              <a:gd name="connsiteY897" fmla="*/ 1576445 h 6858000"/>
              <a:gd name="connsiteX898" fmla="*/ 5150475 w 7467600"/>
              <a:gd name="connsiteY898" fmla="*/ 1274012 h 6858000"/>
              <a:gd name="connsiteX899" fmla="*/ 5349142 w 7467600"/>
              <a:gd name="connsiteY899" fmla="*/ 2204405 h 6858000"/>
              <a:gd name="connsiteX900" fmla="*/ 5262214 w 7467600"/>
              <a:gd name="connsiteY900" fmla="*/ 2233836 h 6858000"/>
              <a:gd name="connsiteX901" fmla="*/ 4981539 w 7467600"/>
              <a:gd name="connsiteY901" fmla="*/ 1542201 h 6858000"/>
              <a:gd name="connsiteX902" fmla="*/ 4958461 w 7467600"/>
              <a:gd name="connsiteY902" fmla="*/ 1136957 h 6858000"/>
              <a:gd name="connsiteX903" fmla="*/ 4655015 w 7467600"/>
              <a:gd name="connsiteY903" fmla="*/ 891426 h 6858000"/>
              <a:gd name="connsiteX904" fmla="*/ 4348002 w 7467600"/>
              <a:gd name="connsiteY904" fmla="*/ 2205895 h 6858000"/>
              <a:gd name="connsiteX905" fmla="*/ 4262250 w 7467600"/>
              <a:gd name="connsiteY905" fmla="*/ 2219972 h 6858000"/>
              <a:gd name="connsiteX906" fmla="*/ 4550611 w 7467600"/>
              <a:gd name="connsiteY906" fmla="*/ 817540 h 6858000"/>
              <a:gd name="connsiteX907" fmla="*/ 4564418 w 7467600"/>
              <a:gd name="connsiteY907" fmla="*/ 808293 h 6858000"/>
              <a:gd name="connsiteX908" fmla="*/ 4266388 w 7467600"/>
              <a:gd name="connsiteY908" fmla="*/ 500083 h 6858000"/>
              <a:gd name="connsiteX909" fmla="*/ 4032842 w 7467600"/>
              <a:gd name="connsiteY909" fmla="*/ 211809 h 6858000"/>
              <a:gd name="connsiteX910" fmla="*/ 3882765 w 7467600"/>
              <a:gd name="connsiteY910" fmla="*/ 0 h 6858000"/>
              <a:gd name="connsiteX911" fmla="*/ 3721337 w 7467600"/>
              <a:gd name="connsiteY911" fmla="*/ 0 h 6858000"/>
              <a:gd name="connsiteX912" fmla="*/ 3797544 w 7467600"/>
              <a:gd name="connsiteY912" fmla="*/ 0 h 6858000"/>
              <a:gd name="connsiteX913" fmla="*/ 3775734 w 7467600"/>
              <a:gd name="connsiteY913" fmla="*/ 95131 h 6858000"/>
              <a:gd name="connsiteX914" fmla="*/ 3724807 w 7467600"/>
              <a:gd name="connsiteY914" fmla="*/ 272257 h 6858000"/>
              <a:gd name="connsiteX915" fmla="*/ 3726844 w 7467600"/>
              <a:gd name="connsiteY915" fmla="*/ 282988 h 6858000"/>
              <a:gd name="connsiteX916" fmla="*/ 3742664 w 7467600"/>
              <a:gd name="connsiteY916" fmla="*/ 279918 h 6858000"/>
              <a:gd name="connsiteX917" fmla="*/ 4103910 w 7467600"/>
              <a:gd name="connsiteY917" fmla="*/ 1161917 h 6858000"/>
              <a:gd name="connsiteX918" fmla="*/ 4020269 w 7467600"/>
              <a:gd name="connsiteY918" fmla="*/ 1200406 h 6858000"/>
              <a:gd name="connsiteX919" fmla="*/ 3674882 w 7467600"/>
              <a:gd name="connsiteY919" fmla="*/ 488524 h 6858000"/>
              <a:gd name="connsiteX920" fmla="*/ 3132682 w 7467600"/>
              <a:gd name="connsiteY920" fmla="*/ 1072284 h 6858000"/>
              <a:gd name="connsiteX921" fmla="*/ 2716346 w 7467600"/>
              <a:gd name="connsiteY921" fmla="*/ 1276376 h 6858000"/>
              <a:gd name="connsiteX922" fmla="*/ 2716772 w 7467600"/>
              <a:gd name="connsiteY922" fmla="*/ 1255462 h 6858000"/>
              <a:gd name="connsiteX923" fmla="*/ 3471096 w 7467600"/>
              <a:gd name="connsiteY923" fmla="*/ 437072 h 6858000"/>
              <a:gd name="connsiteX924" fmla="*/ 3639057 w 7467600"/>
              <a:gd name="connsiteY924" fmla="*/ 286334 h 6858000"/>
              <a:gd name="connsiteX925" fmla="*/ 3640309 w 7467600"/>
              <a:gd name="connsiteY925" fmla="*/ 284664 h 6858000"/>
              <a:gd name="connsiteX926" fmla="*/ 3646022 w 7467600"/>
              <a:gd name="connsiteY926" fmla="*/ 276711 h 6858000"/>
              <a:gd name="connsiteX927" fmla="*/ 3707943 w 7467600"/>
              <a:gd name="connsiteY927" fmla="*/ 65958 h 6858000"/>
              <a:gd name="connsiteX928" fmla="*/ 3721337 w 7467600"/>
              <a:gd name="connsiteY928" fmla="*/ 0 h 6858000"/>
              <a:gd name="connsiteX929" fmla="*/ 2867960 w 7467600"/>
              <a:gd name="connsiteY929" fmla="*/ 0 h 6858000"/>
              <a:gd name="connsiteX930" fmla="*/ 2926351 w 7467600"/>
              <a:gd name="connsiteY930" fmla="*/ 0 h 6858000"/>
              <a:gd name="connsiteX931" fmla="*/ 2902823 w 7467600"/>
              <a:gd name="connsiteY931" fmla="*/ 262929 h 6858000"/>
              <a:gd name="connsiteX932" fmla="*/ 2940663 w 7467600"/>
              <a:gd name="connsiteY932" fmla="*/ 140884 h 6858000"/>
              <a:gd name="connsiteX933" fmla="*/ 2947039 w 7467600"/>
              <a:gd name="connsiteY933" fmla="*/ 122524 h 6858000"/>
              <a:gd name="connsiteX934" fmla="*/ 2984316 w 7467600"/>
              <a:gd name="connsiteY934" fmla="*/ 0 h 6858000"/>
              <a:gd name="connsiteX935" fmla="*/ 3016114 w 7467600"/>
              <a:gd name="connsiteY935" fmla="*/ 0 h 6858000"/>
              <a:gd name="connsiteX936" fmla="*/ 2979949 w 7467600"/>
              <a:gd name="connsiteY936" fmla="*/ 119274 h 6858000"/>
              <a:gd name="connsiteX937" fmla="*/ 3023879 w 7467600"/>
              <a:gd name="connsiteY937" fmla="*/ 0 h 6858000"/>
              <a:gd name="connsiteX938" fmla="*/ 3105400 w 7467600"/>
              <a:gd name="connsiteY938" fmla="*/ 0 h 6858000"/>
              <a:gd name="connsiteX939" fmla="*/ 3094669 w 7467600"/>
              <a:gd name="connsiteY939" fmla="*/ 30308 h 6858000"/>
              <a:gd name="connsiteX940" fmla="*/ 2901945 w 7467600"/>
              <a:gd name="connsiteY940" fmla="*/ 466538 h 6858000"/>
              <a:gd name="connsiteX941" fmla="*/ 2815209 w 7467600"/>
              <a:gd name="connsiteY941" fmla="*/ 497361 h 6858000"/>
              <a:gd name="connsiteX942" fmla="*/ 2844845 w 7467600"/>
              <a:gd name="connsiteY942" fmla="*/ 127638 h 6858000"/>
              <a:gd name="connsiteX943" fmla="*/ 2867960 w 7467600"/>
              <a:gd name="connsiteY943" fmla="*/ 0 h 6858000"/>
              <a:gd name="connsiteX944" fmla="*/ 1057230 w 7467600"/>
              <a:gd name="connsiteY944" fmla="*/ 0 h 6858000"/>
              <a:gd name="connsiteX945" fmla="*/ 1111003 w 7467600"/>
              <a:gd name="connsiteY945" fmla="*/ 0 h 6858000"/>
              <a:gd name="connsiteX946" fmla="*/ 1125553 w 7467600"/>
              <a:gd name="connsiteY946" fmla="*/ 52588 h 6858000"/>
              <a:gd name="connsiteX947" fmla="*/ 1304276 w 7467600"/>
              <a:gd name="connsiteY947" fmla="*/ 476275 h 6858000"/>
              <a:gd name="connsiteX948" fmla="*/ 1492066 w 7467600"/>
              <a:gd name="connsiteY948" fmla="*/ 886333 h 6858000"/>
              <a:gd name="connsiteX949" fmla="*/ 1423698 w 7467600"/>
              <a:gd name="connsiteY949" fmla="*/ 710817 h 6858000"/>
              <a:gd name="connsiteX950" fmla="*/ 1357609 w 7467600"/>
              <a:gd name="connsiteY950" fmla="*/ 532892 h 6858000"/>
              <a:gd name="connsiteX951" fmla="*/ 1309550 w 7467600"/>
              <a:gd name="connsiteY951" fmla="*/ 374031 h 6858000"/>
              <a:gd name="connsiteX952" fmla="*/ 1193673 w 7467600"/>
              <a:gd name="connsiteY952" fmla="*/ 49533 h 6858000"/>
              <a:gd name="connsiteX953" fmla="*/ 1164391 w 7467600"/>
              <a:gd name="connsiteY953" fmla="*/ 0 h 6858000"/>
              <a:gd name="connsiteX954" fmla="*/ 1200666 w 7467600"/>
              <a:gd name="connsiteY954" fmla="*/ 0 h 6858000"/>
              <a:gd name="connsiteX955" fmla="*/ 1223408 w 7467600"/>
              <a:gd name="connsiteY955" fmla="*/ 38996 h 6858000"/>
              <a:gd name="connsiteX956" fmla="*/ 1339635 w 7467600"/>
              <a:gd name="connsiteY956" fmla="*/ 365517 h 6858000"/>
              <a:gd name="connsiteX957" fmla="*/ 1387469 w 7467600"/>
              <a:gd name="connsiteY957" fmla="*/ 523079 h 6858000"/>
              <a:gd name="connsiteX958" fmla="*/ 1452685 w 7467600"/>
              <a:gd name="connsiteY958" fmla="*/ 699806 h 6858000"/>
              <a:gd name="connsiteX959" fmla="*/ 1492092 w 7467600"/>
              <a:gd name="connsiteY959" fmla="*/ 800424 h 6858000"/>
              <a:gd name="connsiteX960" fmla="*/ 1455302 w 7467600"/>
              <a:gd name="connsiteY960" fmla="*/ 632913 h 6858000"/>
              <a:gd name="connsiteX961" fmla="*/ 1222336 w 7467600"/>
              <a:gd name="connsiteY961" fmla="*/ 9480 h 6858000"/>
              <a:gd name="connsiteX962" fmla="*/ 1214634 w 7467600"/>
              <a:gd name="connsiteY962" fmla="*/ 0 h 6858000"/>
              <a:gd name="connsiteX963" fmla="*/ 1289827 w 7467600"/>
              <a:gd name="connsiteY963" fmla="*/ 0 h 6858000"/>
              <a:gd name="connsiteX964" fmla="*/ 1321076 w 7467600"/>
              <a:gd name="connsiteY964" fmla="*/ 59722 h 6858000"/>
              <a:gd name="connsiteX965" fmla="*/ 1512579 w 7467600"/>
              <a:gd name="connsiteY965" fmla="*/ 626441 h 6858000"/>
              <a:gd name="connsiteX966" fmla="*/ 1506076 w 7467600"/>
              <a:gd name="connsiteY966" fmla="*/ 1089289 h 6858000"/>
              <a:gd name="connsiteX967" fmla="*/ 1486346 w 7467600"/>
              <a:gd name="connsiteY967" fmla="*/ 1079919 h 6858000"/>
              <a:gd name="connsiteX968" fmla="*/ 1070511 w 7467600"/>
              <a:gd name="connsiteY968" fmla="*/ 48609 h 6858000"/>
              <a:gd name="connsiteX969" fmla="*/ 1057230 w 7467600"/>
              <a:gd name="connsiteY969" fmla="*/ 0 h 6858000"/>
              <a:gd name="connsiteX970" fmla="*/ 43151 w 7467600"/>
              <a:gd name="connsiteY970" fmla="*/ 0 h 6858000"/>
              <a:gd name="connsiteX971" fmla="*/ 95283 w 7467600"/>
              <a:gd name="connsiteY971" fmla="*/ 0 h 6858000"/>
              <a:gd name="connsiteX972" fmla="*/ 300708 w 7467600"/>
              <a:gd name="connsiteY972" fmla="*/ 154571 h 6858000"/>
              <a:gd name="connsiteX973" fmla="*/ 530414 w 7467600"/>
              <a:gd name="connsiteY973" fmla="*/ 354673 h 6858000"/>
              <a:gd name="connsiteX974" fmla="*/ 333785 w 7467600"/>
              <a:gd name="connsiteY974" fmla="*/ 161564 h 6858000"/>
              <a:gd name="connsiteX975" fmla="*/ 147005 w 7467600"/>
              <a:gd name="connsiteY975" fmla="*/ 0 h 6858000"/>
              <a:gd name="connsiteX976" fmla="*/ 272509 w 7467600"/>
              <a:gd name="connsiteY976" fmla="*/ 0 h 6858000"/>
              <a:gd name="connsiteX977" fmla="*/ 326276 w 7467600"/>
              <a:gd name="connsiteY977" fmla="*/ 45847 h 6858000"/>
              <a:gd name="connsiteX978" fmla="*/ 823759 w 7467600"/>
              <a:gd name="connsiteY978" fmla="*/ 574145 h 6858000"/>
              <a:gd name="connsiteX979" fmla="*/ 811254 w 7467600"/>
              <a:gd name="connsiteY979" fmla="*/ 665546 h 6858000"/>
              <a:gd name="connsiteX980" fmla="*/ 154042 w 7467600"/>
              <a:gd name="connsiteY980" fmla="*/ 261522 h 6858000"/>
              <a:gd name="connsiteX981" fmla="*/ 13550 w 7467600"/>
              <a:gd name="connsiteY981" fmla="*/ 158423 h 6858000"/>
              <a:gd name="connsiteX982" fmla="*/ 0 w 7467600"/>
              <a:gd name="connsiteY982" fmla="*/ 146618 h 6858000"/>
              <a:gd name="connsiteX983" fmla="*/ 0 w 7467600"/>
              <a:gd name="connsiteY983" fmla="*/ 59161 h 6858000"/>
              <a:gd name="connsiteX984" fmla="*/ 45427 w 7467600"/>
              <a:gd name="connsiteY984" fmla="*/ 101078 h 6858000"/>
              <a:gd name="connsiteX985" fmla="*/ 630103 w 7467600"/>
              <a:gd name="connsiteY985" fmla="*/ 485885 h 6858000"/>
              <a:gd name="connsiteX986" fmla="*/ 532040 w 7467600"/>
              <a:gd name="connsiteY986" fmla="*/ 399359 h 6858000"/>
              <a:gd name="connsiteX987" fmla="*/ 517618 w 7467600"/>
              <a:gd name="connsiteY987" fmla="*/ 385726 h 6858000"/>
              <a:gd name="connsiteX988" fmla="*/ 285074 w 7467600"/>
              <a:gd name="connsiteY988" fmla="*/ 182755 h 6858000"/>
              <a:gd name="connsiteX989" fmla="*/ 43151 w 7467600"/>
              <a:gd name="connsiteY98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312201 w 7467600"/>
              <a:gd name="connsiteY132" fmla="*/ 5128278 h 6858000"/>
              <a:gd name="connsiteX133" fmla="*/ 1903353 w 7467600"/>
              <a:gd name="connsiteY133" fmla="*/ 5044827 h 6858000"/>
              <a:gd name="connsiteX134" fmla="*/ 1936931 w 7467600"/>
              <a:gd name="connsiteY134" fmla="*/ 5093954 h 6858000"/>
              <a:gd name="connsiteX135" fmla="*/ 2195868 w 7467600"/>
              <a:gd name="connsiteY135" fmla="*/ 5396574 h 6858000"/>
              <a:gd name="connsiteX136" fmla="*/ 2088852 w 7467600"/>
              <a:gd name="connsiteY136" fmla="*/ 5166123 h 6858000"/>
              <a:gd name="connsiteX137" fmla="*/ 1958241 w 7467600"/>
              <a:gd name="connsiteY137" fmla="*/ 5067955 h 6858000"/>
              <a:gd name="connsiteX138" fmla="*/ 1903353 w 7467600"/>
              <a:gd name="connsiteY138" fmla="*/ 5044827 h 6858000"/>
              <a:gd name="connsiteX139" fmla="*/ 1979378 w 7467600"/>
              <a:gd name="connsiteY139" fmla="*/ 4769504 h 6858000"/>
              <a:gd name="connsiteX140" fmla="*/ 2882120 w 7467600"/>
              <a:gd name="connsiteY140" fmla="*/ 5064547 h 6858000"/>
              <a:gd name="connsiteX141" fmla="*/ 2793103 w 7467600"/>
              <a:gd name="connsiteY141" fmla="*/ 5039699 h 6858000"/>
              <a:gd name="connsiteX142" fmla="*/ 2770041 w 7467600"/>
              <a:gd name="connsiteY142" fmla="*/ 5033634 h 6858000"/>
              <a:gd name="connsiteX143" fmla="*/ 1979378 w 7467600"/>
              <a:gd name="connsiteY143" fmla="*/ 4769504 h 6858000"/>
              <a:gd name="connsiteX144" fmla="*/ 1927410 w 7467600"/>
              <a:gd name="connsiteY144" fmla="*/ 4716164 h 6858000"/>
              <a:gd name="connsiteX145" fmla="*/ 1959587 w 7467600"/>
              <a:gd name="connsiteY145" fmla="*/ 4728849 h 6858000"/>
              <a:gd name="connsiteX146" fmla="*/ 2777707 w 7467600"/>
              <a:gd name="connsiteY146" fmla="*/ 5003991 h 6858000"/>
              <a:gd name="connsiteX147" fmla="*/ 2800768 w 7467600"/>
              <a:gd name="connsiteY147" fmla="*/ 5010056 h 6858000"/>
              <a:gd name="connsiteX148" fmla="*/ 2879408 w 7467600"/>
              <a:gd name="connsiteY148" fmla="*/ 5031590 h 6858000"/>
              <a:gd name="connsiteX149" fmla="*/ 2862295 w 7467600"/>
              <a:gd name="connsiteY149" fmla="*/ 5022958 h 6858000"/>
              <a:gd name="connsiteX150" fmla="*/ 2813343 w 7467600"/>
              <a:gd name="connsiteY150" fmla="*/ 4998369 h 6858000"/>
              <a:gd name="connsiteX151" fmla="*/ 2646245 w 7467600"/>
              <a:gd name="connsiteY151" fmla="*/ 4930999 h 6858000"/>
              <a:gd name="connsiteX152" fmla="*/ 1999243 w 7467600"/>
              <a:gd name="connsiteY152" fmla="*/ 4730524 h 6858000"/>
              <a:gd name="connsiteX153" fmla="*/ 1979527 w 7467600"/>
              <a:gd name="connsiteY153" fmla="*/ 4726651 h 6858000"/>
              <a:gd name="connsiteX154" fmla="*/ 1927410 w 7467600"/>
              <a:gd name="connsiteY154" fmla="*/ 4716164 h 6858000"/>
              <a:gd name="connsiteX155" fmla="*/ 1997014 w 7467600"/>
              <a:gd name="connsiteY155" fmla="*/ 4698007 h 6858000"/>
              <a:gd name="connsiteX156" fmla="*/ 2005458 w 7467600"/>
              <a:gd name="connsiteY156" fmla="*/ 4699540 h 6858000"/>
              <a:gd name="connsiteX157" fmla="*/ 2657186 w 7467600"/>
              <a:gd name="connsiteY157" fmla="*/ 4901687 h 6858000"/>
              <a:gd name="connsiteX158" fmla="*/ 2826662 w 7467600"/>
              <a:gd name="connsiteY158" fmla="*/ 4970362 h 6858000"/>
              <a:gd name="connsiteX159" fmla="*/ 2876100 w 7467600"/>
              <a:gd name="connsiteY159" fmla="*/ 4995397 h 6858000"/>
              <a:gd name="connsiteX160" fmla="*/ 3042600 w 7467600"/>
              <a:gd name="connsiteY160" fmla="*/ 5059532 h 6858000"/>
              <a:gd name="connsiteX161" fmla="*/ 1997014 w 7467600"/>
              <a:gd name="connsiteY161" fmla="*/ 4698007 h 6858000"/>
              <a:gd name="connsiteX162" fmla="*/ 2305292 w 7467600"/>
              <a:gd name="connsiteY162" fmla="*/ 4219492 h 6858000"/>
              <a:gd name="connsiteX163" fmla="*/ 3360922 w 7467600"/>
              <a:gd name="connsiteY163" fmla="*/ 4529373 h 6858000"/>
              <a:gd name="connsiteX164" fmla="*/ 3492420 w 7467600"/>
              <a:gd name="connsiteY164" fmla="*/ 4510145 h 6858000"/>
              <a:gd name="connsiteX165" fmla="*/ 3364086 w 7467600"/>
              <a:gd name="connsiteY165" fmla="*/ 4480340 h 6858000"/>
              <a:gd name="connsiteX166" fmla="*/ 3225818 w 7467600"/>
              <a:gd name="connsiteY166" fmla="*/ 4411822 h 6858000"/>
              <a:gd name="connsiteX167" fmla="*/ 3129696 w 7467600"/>
              <a:gd name="connsiteY167" fmla="*/ 4360704 h 6858000"/>
              <a:gd name="connsiteX168" fmla="*/ 2814545 w 7467600"/>
              <a:gd name="connsiteY168" fmla="*/ 4282955 h 6858000"/>
              <a:gd name="connsiteX169" fmla="*/ 2305292 w 7467600"/>
              <a:gd name="connsiteY169" fmla="*/ 4219492 h 6858000"/>
              <a:gd name="connsiteX170" fmla="*/ 2626982 w 7467600"/>
              <a:gd name="connsiteY170" fmla="*/ 4206450 h 6858000"/>
              <a:gd name="connsiteX171" fmla="*/ 2490617 w 7467600"/>
              <a:gd name="connsiteY171" fmla="*/ 4206951 h 6858000"/>
              <a:gd name="connsiteX172" fmla="*/ 2819869 w 7467600"/>
              <a:gd name="connsiteY172" fmla="*/ 4252936 h 6858000"/>
              <a:gd name="connsiteX173" fmla="*/ 3143018 w 7467600"/>
              <a:gd name="connsiteY173" fmla="*/ 4332698 h 6858000"/>
              <a:gd name="connsiteX174" fmla="*/ 3241520 w 7467600"/>
              <a:gd name="connsiteY174" fmla="*/ 4385112 h 6858000"/>
              <a:gd name="connsiteX175" fmla="*/ 3374575 w 7467600"/>
              <a:gd name="connsiteY175" fmla="*/ 4451517 h 6858000"/>
              <a:gd name="connsiteX176" fmla="*/ 3505221 w 7467600"/>
              <a:gd name="connsiteY176" fmla="*/ 4480757 h 6858000"/>
              <a:gd name="connsiteX177" fmla="*/ 2626982 w 7467600"/>
              <a:gd name="connsiteY177" fmla="*/ 4206450 h 6858000"/>
              <a:gd name="connsiteX178" fmla="*/ 1310106 w 7467600"/>
              <a:gd name="connsiteY178" fmla="*/ 3943217 h 6858000"/>
              <a:gd name="connsiteX179" fmla="*/ 854994 w 7467600"/>
              <a:gd name="connsiteY179" fmla="*/ 4399136 h 6858000"/>
              <a:gd name="connsiteX180" fmla="*/ 742462 w 7467600"/>
              <a:gd name="connsiteY180" fmla="*/ 4594648 h 6858000"/>
              <a:gd name="connsiteX181" fmla="*/ 820602 w 7467600"/>
              <a:gd name="connsiteY181" fmla="*/ 4485915 h 6858000"/>
              <a:gd name="connsiteX182" fmla="*/ 878295 w 7467600"/>
              <a:gd name="connsiteY182" fmla="*/ 4403594 h 6858000"/>
              <a:gd name="connsiteX183" fmla="*/ 1240607 w 7467600"/>
              <a:gd name="connsiteY183" fmla="*/ 4010401 h 6858000"/>
              <a:gd name="connsiteX184" fmla="*/ 1310106 w 7467600"/>
              <a:gd name="connsiteY184" fmla="*/ 3943217 h 6858000"/>
              <a:gd name="connsiteX185" fmla="*/ 1423113 w 7467600"/>
              <a:gd name="connsiteY185" fmla="*/ 3874565 h 6858000"/>
              <a:gd name="connsiteX186" fmla="*/ 1260565 w 7467600"/>
              <a:gd name="connsiteY186" fmla="*/ 4031982 h 6858000"/>
              <a:gd name="connsiteX187" fmla="*/ 901900 w 7467600"/>
              <a:gd name="connsiteY187" fmla="*/ 4421236 h 6858000"/>
              <a:gd name="connsiteX188" fmla="*/ 845044 w 7467600"/>
              <a:gd name="connsiteY188" fmla="*/ 4502436 h 6858000"/>
              <a:gd name="connsiteX189" fmla="*/ 685926 w 7467600"/>
              <a:gd name="connsiteY189" fmla="*/ 4703069 h 6858000"/>
              <a:gd name="connsiteX190" fmla="*/ 684248 w 7467600"/>
              <a:gd name="connsiteY190" fmla="*/ 4706721 h 6858000"/>
              <a:gd name="connsiteX191" fmla="*/ 1423113 w 7467600"/>
              <a:gd name="connsiteY191" fmla="*/ 3874565 h 6858000"/>
              <a:gd name="connsiteX192" fmla="*/ 3316479 w 7467600"/>
              <a:gd name="connsiteY192" fmla="*/ 3872136 h 6858000"/>
              <a:gd name="connsiteX193" fmla="*/ 3546806 w 7467600"/>
              <a:gd name="connsiteY193" fmla="*/ 4356139 h 6858000"/>
              <a:gd name="connsiteX194" fmla="*/ 3364433 w 7467600"/>
              <a:gd name="connsiteY194" fmla="*/ 3953121 h 6858000"/>
              <a:gd name="connsiteX195" fmla="*/ 3316479 w 7467600"/>
              <a:gd name="connsiteY195" fmla="*/ 3872136 h 6858000"/>
              <a:gd name="connsiteX196" fmla="*/ 3291335 w 7467600"/>
              <a:gd name="connsiteY196" fmla="*/ 3767420 h 6858000"/>
              <a:gd name="connsiteX197" fmla="*/ 3390805 w 7467600"/>
              <a:gd name="connsiteY197" fmla="*/ 3937163 h 6858000"/>
              <a:gd name="connsiteX198" fmla="*/ 3579062 w 7467600"/>
              <a:gd name="connsiteY198" fmla="*/ 4359040 h 6858000"/>
              <a:gd name="connsiteX199" fmla="*/ 3467355 w 7467600"/>
              <a:gd name="connsiteY199" fmla="*/ 3988130 h 6858000"/>
              <a:gd name="connsiteX200" fmla="*/ 3310753 w 7467600"/>
              <a:gd name="connsiteY200" fmla="*/ 3787140 h 6858000"/>
              <a:gd name="connsiteX201" fmla="*/ 3291335 w 7467600"/>
              <a:gd name="connsiteY201" fmla="*/ 3767420 h 6858000"/>
              <a:gd name="connsiteX202" fmla="*/ 1635889 w 7467600"/>
              <a:gd name="connsiteY202" fmla="*/ 3709494 h 6858000"/>
              <a:gd name="connsiteX203" fmla="*/ 1634800 w 7467600"/>
              <a:gd name="connsiteY203" fmla="*/ 3731111 h 6858000"/>
              <a:gd name="connsiteX204" fmla="*/ 1635889 w 7467600"/>
              <a:gd name="connsiteY204" fmla="*/ 3709494 h 6858000"/>
              <a:gd name="connsiteX205" fmla="*/ 1510397 w 7467600"/>
              <a:gd name="connsiteY205" fmla="*/ 3684705 h 6858000"/>
              <a:gd name="connsiteX206" fmla="*/ 1146550 w 7467600"/>
              <a:gd name="connsiteY206" fmla="*/ 3802012 h 6858000"/>
              <a:gd name="connsiteX207" fmla="*/ 698834 w 7467600"/>
              <a:gd name="connsiteY207" fmla="*/ 3952272 h 6858000"/>
              <a:gd name="connsiteX208" fmla="*/ 34256 w 7467600"/>
              <a:gd name="connsiteY208" fmla="*/ 4347603 h 6858000"/>
              <a:gd name="connsiteX209" fmla="*/ 527241 w 7467600"/>
              <a:gd name="connsiteY209" fmla="*/ 4065078 h 6858000"/>
              <a:gd name="connsiteX210" fmla="*/ 1510397 w 7467600"/>
              <a:gd name="connsiteY210" fmla="*/ 3684705 h 6858000"/>
              <a:gd name="connsiteX211" fmla="*/ 1313114 w 7467600"/>
              <a:gd name="connsiteY211" fmla="*/ 3655216 h 6858000"/>
              <a:gd name="connsiteX212" fmla="*/ 1109304 w 7467600"/>
              <a:gd name="connsiteY212" fmla="*/ 3669030 h 6858000"/>
              <a:gd name="connsiteX213" fmla="*/ 8129 w 7467600"/>
              <a:gd name="connsiteY213" fmla="*/ 4330519 h 6858000"/>
              <a:gd name="connsiteX214" fmla="*/ 687572 w 7467600"/>
              <a:gd name="connsiteY214" fmla="*/ 3925629 h 6858000"/>
              <a:gd name="connsiteX215" fmla="*/ 1138365 w 7467600"/>
              <a:gd name="connsiteY215" fmla="*/ 3774515 h 6858000"/>
              <a:gd name="connsiteX216" fmla="*/ 1505579 w 7467600"/>
              <a:gd name="connsiteY216" fmla="*/ 3655526 h 6858000"/>
              <a:gd name="connsiteX217" fmla="*/ 1313114 w 7467600"/>
              <a:gd name="connsiteY217" fmla="*/ 3655216 h 6858000"/>
              <a:gd name="connsiteX218" fmla="*/ 3655073 w 7467600"/>
              <a:gd name="connsiteY218" fmla="*/ 3650884 h 6858000"/>
              <a:gd name="connsiteX219" fmla="*/ 3989938 w 7467600"/>
              <a:gd name="connsiteY219" fmla="*/ 3991685 h 6858000"/>
              <a:gd name="connsiteX220" fmla="*/ 4393907 w 7467600"/>
              <a:gd name="connsiteY220" fmla="*/ 4261258 h 6858000"/>
              <a:gd name="connsiteX221" fmla="*/ 4648051 w 7467600"/>
              <a:gd name="connsiteY221" fmla="*/ 4374051 h 6858000"/>
              <a:gd name="connsiteX222" fmla="*/ 4383389 w 7467600"/>
              <a:gd name="connsiteY222" fmla="*/ 4184369 h 6858000"/>
              <a:gd name="connsiteX223" fmla="*/ 4165508 w 7467600"/>
              <a:gd name="connsiteY223" fmla="*/ 4035196 h 6858000"/>
              <a:gd name="connsiteX224" fmla="*/ 4068162 w 7467600"/>
              <a:gd name="connsiteY224" fmla="*/ 3953394 h 6858000"/>
              <a:gd name="connsiteX225" fmla="*/ 3981416 w 7467600"/>
              <a:gd name="connsiteY225" fmla="*/ 3880482 h 6858000"/>
              <a:gd name="connsiteX226" fmla="*/ 3800147 w 7467600"/>
              <a:gd name="connsiteY226" fmla="*/ 3749872 h 6858000"/>
              <a:gd name="connsiteX227" fmla="*/ 3655073 w 7467600"/>
              <a:gd name="connsiteY227" fmla="*/ 3650884 h 6858000"/>
              <a:gd name="connsiteX228" fmla="*/ 3670252 w 7467600"/>
              <a:gd name="connsiteY228" fmla="*/ 3622798 h 6858000"/>
              <a:gd name="connsiteX229" fmla="*/ 3817258 w 7467600"/>
              <a:gd name="connsiteY229" fmla="*/ 3723577 h 6858000"/>
              <a:gd name="connsiteX230" fmla="*/ 4000461 w 7467600"/>
              <a:gd name="connsiteY230" fmla="*/ 3855966 h 6858000"/>
              <a:gd name="connsiteX231" fmla="*/ 4088180 w 7467600"/>
              <a:gd name="connsiteY231" fmla="*/ 3929774 h 6858000"/>
              <a:gd name="connsiteX232" fmla="*/ 4184555 w 7467600"/>
              <a:gd name="connsiteY232" fmla="*/ 4010683 h 6858000"/>
              <a:gd name="connsiteX233" fmla="*/ 4399563 w 7467600"/>
              <a:gd name="connsiteY233" fmla="*/ 4158106 h 6858000"/>
              <a:gd name="connsiteX234" fmla="*/ 4684469 w 7467600"/>
              <a:gd name="connsiteY234" fmla="*/ 4364680 h 6858000"/>
              <a:gd name="connsiteX235" fmla="*/ 4690271 w 7467600"/>
              <a:gd name="connsiteY235" fmla="*/ 4370034 h 6858000"/>
              <a:gd name="connsiteX236" fmla="*/ 4136093 w 7467600"/>
              <a:gd name="connsiteY236" fmla="*/ 3858466 h 6858000"/>
              <a:gd name="connsiteX237" fmla="*/ 3670252 w 7467600"/>
              <a:gd name="connsiteY237" fmla="*/ 3622798 h 6858000"/>
              <a:gd name="connsiteX238" fmla="*/ 4440129 w 7467600"/>
              <a:gd name="connsiteY238" fmla="*/ 3448571 h 6858000"/>
              <a:gd name="connsiteX239" fmla="*/ 4856525 w 7467600"/>
              <a:gd name="connsiteY239" fmla="*/ 3915351 h 6858000"/>
              <a:gd name="connsiteX240" fmla="*/ 5059055 w 7467600"/>
              <a:gd name="connsiteY240" fmla="*/ 4108918 h 6858000"/>
              <a:gd name="connsiteX241" fmla="*/ 5290070 w 7467600"/>
              <a:gd name="connsiteY241" fmla="*/ 4263619 h 6858000"/>
              <a:gd name="connsiteX242" fmla="*/ 4834991 w 7467600"/>
              <a:gd name="connsiteY242" fmla="*/ 3830985 h 6858000"/>
              <a:gd name="connsiteX243" fmla="*/ 4440129 w 7467600"/>
              <a:gd name="connsiteY243" fmla="*/ 3448571 h 6858000"/>
              <a:gd name="connsiteX244" fmla="*/ 4441737 w 7467600"/>
              <a:gd name="connsiteY244" fmla="*/ 3399734 h 6858000"/>
              <a:gd name="connsiteX245" fmla="*/ 4431236 w 7467600"/>
              <a:gd name="connsiteY245" fmla="*/ 3400954 h 6858000"/>
              <a:gd name="connsiteX246" fmla="*/ 4557150 w 7467600"/>
              <a:gd name="connsiteY246" fmla="*/ 3510023 h 6858000"/>
              <a:gd name="connsiteX247" fmla="*/ 4856936 w 7467600"/>
              <a:gd name="connsiteY247" fmla="*/ 3809146 h 6858000"/>
              <a:gd name="connsiteX248" fmla="*/ 5111996 w 7467600"/>
              <a:gd name="connsiteY248" fmla="*/ 4065759 h 6858000"/>
              <a:gd name="connsiteX249" fmla="*/ 5388878 w 7467600"/>
              <a:gd name="connsiteY249" fmla="*/ 4300185 h 6858000"/>
              <a:gd name="connsiteX250" fmla="*/ 5425556 w 7467600"/>
              <a:gd name="connsiteY250" fmla="*/ 4308967 h 6858000"/>
              <a:gd name="connsiteX251" fmla="*/ 4943646 w 7467600"/>
              <a:gd name="connsiteY251" fmla="*/ 3822916 h 6858000"/>
              <a:gd name="connsiteX252" fmla="*/ 4594837 w 7467600"/>
              <a:gd name="connsiteY252" fmla="*/ 3532274 h 6858000"/>
              <a:gd name="connsiteX253" fmla="*/ 4441737 w 7467600"/>
              <a:gd name="connsiteY253" fmla="*/ 3399734 h 6858000"/>
              <a:gd name="connsiteX254" fmla="*/ 5425834 w 7467600"/>
              <a:gd name="connsiteY254" fmla="*/ 3162785 h 6858000"/>
              <a:gd name="connsiteX255" fmla="*/ 5401644 w 7467600"/>
              <a:gd name="connsiteY255" fmla="*/ 3617847 h 6858000"/>
              <a:gd name="connsiteX256" fmla="*/ 5467256 w 7467600"/>
              <a:gd name="connsiteY256" fmla="*/ 4175494 h 6858000"/>
              <a:gd name="connsiteX257" fmla="*/ 5448069 w 7467600"/>
              <a:gd name="connsiteY257" fmla="*/ 3567554 h 6858000"/>
              <a:gd name="connsiteX258" fmla="*/ 5425834 w 7467600"/>
              <a:gd name="connsiteY258" fmla="*/ 3162785 h 6858000"/>
              <a:gd name="connsiteX259" fmla="*/ 1318687 w 7467600"/>
              <a:gd name="connsiteY259" fmla="*/ 3113840 h 6858000"/>
              <a:gd name="connsiteX260" fmla="*/ 1066793 w 7467600"/>
              <a:gd name="connsiteY260" fmla="*/ 3212171 h 6858000"/>
              <a:gd name="connsiteX261" fmla="*/ 993319 w 7467600"/>
              <a:gd name="connsiteY261" fmla="*/ 3247648 h 6858000"/>
              <a:gd name="connsiteX262" fmla="*/ 853081 w 7467600"/>
              <a:gd name="connsiteY262" fmla="*/ 3312410 h 6858000"/>
              <a:gd name="connsiteX263" fmla="*/ 805957 w 7467600"/>
              <a:gd name="connsiteY263" fmla="*/ 3330443 h 6858000"/>
              <a:gd name="connsiteX264" fmla="*/ 1318687 w 7467600"/>
              <a:gd name="connsiteY264" fmla="*/ 3113840 h 6858000"/>
              <a:gd name="connsiteX265" fmla="*/ 5453702 w 7467600"/>
              <a:gd name="connsiteY265" fmla="*/ 3090882 h 6858000"/>
              <a:gd name="connsiteX266" fmla="*/ 5480135 w 7467600"/>
              <a:gd name="connsiteY266" fmla="*/ 3565802 h 6858000"/>
              <a:gd name="connsiteX267" fmla="*/ 5499023 w 7467600"/>
              <a:gd name="connsiteY267" fmla="*/ 4166310 h 6858000"/>
              <a:gd name="connsiteX268" fmla="*/ 5547022 w 7467600"/>
              <a:gd name="connsiteY268" fmla="*/ 3607838 h 6858000"/>
              <a:gd name="connsiteX269" fmla="*/ 5515964 w 7467600"/>
              <a:gd name="connsiteY269" fmla="*/ 3378541 h 6858000"/>
              <a:gd name="connsiteX270" fmla="*/ 5453702 w 7467600"/>
              <a:gd name="connsiteY270" fmla="*/ 3090882 h 6858000"/>
              <a:gd name="connsiteX271" fmla="*/ 1238695 w 7467600"/>
              <a:gd name="connsiteY271" fmla="*/ 3076820 h 6858000"/>
              <a:gd name="connsiteX272" fmla="*/ 716371 w 7467600"/>
              <a:gd name="connsiteY272" fmla="*/ 3293249 h 6858000"/>
              <a:gd name="connsiteX273" fmla="*/ 579522 w 7467600"/>
              <a:gd name="connsiteY273" fmla="*/ 3371759 h 6858000"/>
              <a:gd name="connsiteX274" fmla="*/ 600288 w 7467600"/>
              <a:gd name="connsiteY274" fmla="*/ 3365555 h 6858000"/>
              <a:gd name="connsiteX275" fmla="*/ 840692 w 7467600"/>
              <a:gd name="connsiteY275" fmla="*/ 3284921 h 6858000"/>
              <a:gd name="connsiteX276" fmla="*/ 979248 w 7467600"/>
              <a:gd name="connsiteY276" fmla="*/ 3221003 h 6858000"/>
              <a:gd name="connsiteX277" fmla="*/ 1053282 w 7467600"/>
              <a:gd name="connsiteY277" fmla="*/ 3185247 h 6858000"/>
              <a:gd name="connsiteX278" fmla="*/ 1320603 w 7467600"/>
              <a:gd name="connsiteY278" fmla="*/ 3081281 h 6858000"/>
              <a:gd name="connsiteX279" fmla="*/ 1238695 w 7467600"/>
              <a:gd name="connsiteY279" fmla="*/ 3076820 h 6858000"/>
              <a:gd name="connsiteX280" fmla="*/ 5425627 w 7467600"/>
              <a:gd name="connsiteY280" fmla="*/ 2954192 h 6858000"/>
              <a:gd name="connsiteX281" fmla="*/ 5470770 w 7467600"/>
              <a:gd name="connsiteY281" fmla="*/ 3005435 h 6858000"/>
              <a:gd name="connsiteX282" fmla="*/ 5519779 w 7467600"/>
              <a:gd name="connsiteY282" fmla="*/ 4359223 h 6858000"/>
              <a:gd name="connsiteX283" fmla="*/ 5520293 w 7467600"/>
              <a:gd name="connsiteY283" fmla="*/ 4360602 h 6858000"/>
              <a:gd name="connsiteX284" fmla="*/ 5767221 w 7467600"/>
              <a:gd name="connsiteY284" fmla="*/ 4665564 h 6858000"/>
              <a:gd name="connsiteX285" fmla="*/ 6937169 w 7467600"/>
              <a:gd name="connsiteY285" fmla="*/ 4815941 h 6858000"/>
              <a:gd name="connsiteX286" fmla="*/ 6953922 w 7467600"/>
              <a:gd name="connsiteY286" fmla="*/ 4890068 h 6858000"/>
              <a:gd name="connsiteX287" fmla="*/ 6071359 w 7467600"/>
              <a:gd name="connsiteY287" fmla="*/ 4770770 h 6858000"/>
              <a:gd name="connsiteX288" fmla="*/ 6038839 w 7467600"/>
              <a:gd name="connsiteY288" fmla="*/ 4764474 h 6858000"/>
              <a:gd name="connsiteX289" fmla="*/ 6038706 w 7467600"/>
              <a:gd name="connsiteY289" fmla="*/ 4763847 h 6858000"/>
              <a:gd name="connsiteX290" fmla="*/ 6037784 w 7467600"/>
              <a:gd name="connsiteY290" fmla="*/ 4764270 h 6858000"/>
              <a:gd name="connsiteX291" fmla="*/ 6038839 w 7467600"/>
              <a:gd name="connsiteY291" fmla="*/ 4764474 h 6858000"/>
              <a:gd name="connsiteX292" fmla="*/ 6040338 w 7467600"/>
              <a:gd name="connsiteY292" fmla="*/ 4771418 h 6858000"/>
              <a:gd name="connsiteX293" fmla="*/ 6024488 w 7467600"/>
              <a:gd name="connsiteY293" fmla="*/ 4809903 h 6858000"/>
              <a:gd name="connsiteX294" fmla="*/ 5599771 w 7467600"/>
              <a:gd name="connsiteY294" fmla="*/ 5509652 h 6858000"/>
              <a:gd name="connsiteX295" fmla="*/ 5548843 w 7467600"/>
              <a:gd name="connsiteY295" fmla="*/ 5563845 h 6858000"/>
              <a:gd name="connsiteX296" fmla="*/ 5940952 w 7467600"/>
              <a:gd name="connsiteY296" fmla="*/ 6250028 h 6858000"/>
              <a:gd name="connsiteX297" fmla="*/ 6043441 w 7467600"/>
              <a:gd name="connsiteY297" fmla="*/ 6665847 h 6858000"/>
              <a:gd name="connsiteX298" fmla="*/ 6093432 w 7467600"/>
              <a:gd name="connsiteY298" fmla="*/ 6858000 h 6858000"/>
              <a:gd name="connsiteX299" fmla="*/ 6034344 w 7467600"/>
              <a:gd name="connsiteY299" fmla="*/ 6858000 h 6858000"/>
              <a:gd name="connsiteX300" fmla="*/ 6026679 w 7467600"/>
              <a:gd name="connsiteY300" fmla="*/ 6836959 h 6858000"/>
              <a:gd name="connsiteX301" fmla="*/ 5800441 w 7467600"/>
              <a:gd name="connsiteY301" fmla="*/ 6335286 h 6858000"/>
              <a:gd name="connsiteX302" fmla="*/ 5526562 w 7467600"/>
              <a:gd name="connsiteY302" fmla="*/ 5705388 h 6858000"/>
              <a:gd name="connsiteX303" fmla="*/ 5519640 w 7467600"/>
              <a:gd name="connsiteY303" fmla="*/ 5683774 h 6858000"/>
              <a:gd name="connsiteX304" fmla="*/ 5844559 w 7467600"/>
              <a:gd name="connsiteY304" fmla="*/ 6553349 h 6858000"/>
              <a:gd name="connsiteX305" fmla="*/ 5975994 w 7467600"/>
              <a:gd name="connsiteY305" fmla="*/ 6858000 h 6858000"/>
              <a:gd name="connsiteX306" fmla="*/ 5898547 w 7467600"/>
              <a:gd name="connsiteY306" fmla="*/ 6858000 h 6858000"/>
              <a:gd name="connsiteX307" fmla="*/ 5682041 w 7467600"/>
              <a:gd name="connsiteY307" fmla="*/ 6355860 h 6858000"/>
              <a:gd name="connsiteX308" fmla="*/ 5461758 w 7467600"/>
              <a:gd name="connsiteY308" fmla="*/ 5820220 h 6858000"/>
              <a:gd name="connsiteX309" fmla="*/ 5237282 w 7467600"/>
              <a:gd name="connsiteY309" fmla="*/ 6579086 h 6858000"/>
              <a:gd name="connsiteX310" fmla="*/ 5115009 w 7467600"/>
              <a:gd name="connsiteY310" fmla="*/ 6858000 h 6858000"/>
              <a:gd name="connsiteX311" fmla="*/ 5028074 w 7467600"/>
              <a:gd name="connsiteY311" fmla="*/ 6858000 h 6858000"/>
              <a:gd name="connsiteX312" fmla="*/ 5079508 w 7467600"/>
              <a:gd name="connsiteY312" fmla="*/ 6749074 h 6858000"/>
              <a:gd name="connsiteX313" fmla="*/ 5371846 w 7467600"/>
              <a:gd name="connsiteY313" fmla="*/ 5924413 h 6858000"/>
              <a:gd name="connsiteX314" fmla="*/ 5270512 w 7467600"/>
              <a:gd name="connsiteY314" fmla="*/ 6138975 h 6858000"/>
              <a:gd name="connsiteX315" fmla="*/ 5062409 w 7467600"/>
              <a:gd name="connsiteY315" fmla="*/ 6653544 h 6858000"/>
              <a:gd name="connsiteX316" fmla="*/ 5036628 w 7467600"/>
              <a:gd name="connsiteY316" fmla="*/ 6754247 h 6858000"/>
              <a:gd name="connsiteX317" fmla="*/ 5009112 w 7467600"/>
              <a:gd name="connsiteY317" fmla="*/ 6858000 h 6858000"/>
              <a:gd name="connsiteX318" fmla="*/ 4976679 w 7467600"/>
              <a:gd name="connsiteY318" fmla="*/ 6858000 h 6858000"/>
              <a:gd name="connsiteX319" fmla="*/ 5006537 w 7467600"/>
              <a:gd name="connsiteY319" fmla="*/ 6747068 h 6858000"/>
              <a:gd name="connsiteX320" fmla="*/ 5032723 w 7467600"/>
              <a:gd name="connsiteY320" fmla="*/ 6644957 h 6858000"/>
              <a:gd name="connsiteX321" fmla="*/ 5242949 w 7467600"/>
              <a:gd name="connsiteY321" fmla="*/ 6125175 h 6858000"/>
              <a:gd name="connsiteX322" fmla="*/ 5286321 w 7467600"/>
              <a:gd name="connsiteY322" fmla="*/ 6033555 h 6858000"/>
              <a:gd name="connsiteX323" fmla="*/ 5008210 w 7467600"/>
              <a:gd name="connsiteY323" fmla="*/ 6649194 h 6858000"/>
              <a:gd name="connsiteX324" fmla="*/ 4986321 w 7467600"/>
              <a:gd name="connsiteY324" fmla="*/ 6765687 h 6858000"/>
              <a:gd name="connsiteX325" fmla="*/ 4973474 w 7467600"/>
              <a:gd name="connsiteY325" fmla="*/ 6858000 h 6858000"/>
              <a:gd name="connsiteX326" fmla="*/ 4907178 w 7467600"/>
              <a:gd name="connsiteY326" fmla="*/ 6858000 h 6858000"/>
              <a:gd name="connsiteX327" fmla="*/ 4910810 w 7467600"/>
              <a:gd name="connsiteY327" fmla="*/ 6829660 h 6858000"/>
              <a:gd name="connsiteX328" fmla="*/ 4987461 w 7467600"/>
              <a:gd name="connsiteY328" fmla="*/ 6432994 h 6858000"/>
              <a:gd name="connsiteX329" fmla="*/ 5179262 w 7467600"/>
              <a:gd name="connsiteY329" fmla="*/ 6035044 h 6858000"/>
              <a:gd name="connsiteX330" fmla="*/ 4689678 w 7467600"/>
              <a:gd name="connsiteY330" fmla="*/ 6440241 h 6858000"/>
              <a:gd name="connsiteX331" fmla="*/ 4477543 w 7467600"/>
              <a:gd name="connsiteY331" fmla="*/ 6674836 h 6858000"/>
              <a:gd name="connsiteX332" fmla="*/ 4329957 w 7467600"/>
              <a:gd name="connsiteY332" fmla="*/ 6858000 h 6858000"/>
              <a:gd name="connsiteX333" fmla="*/ 4218595 w 7467600"/>
              <a:gd name="connsiteY333" fmla="*/ 6858000 h 6858000"/>
              <a:gd name="connsiteX334" fmla="*/ 4368888 w 7467600"/>
              <a:gd name="connsiteY334" fmla="*/ 6668412 h 6858000"/>
              <a:gd name="connsiteX335" fmla="*/ 4563091 w 7467600"/>
              <a:gd name="connsiteY335" fmla="*/ 6442508 h 6858000"/>
              <a:gd name="connsiteX336" fmla="*/ 5387324 w 7467600"/>
              <a:gd name="connsiteY336" fmla="*/ 5705830 h 6858000"/>
              <a:gd name="connsiteX337" fmla="*/ 5073620 w 7467600"/>
              <a:gd name="connsiteY337" fmla="*/ 5955437 h 6858000"/>
              <a:gd name="connsiteX338" fmla="*/ 4689789 w 7467600"/>
              <a:gd name="connsiteY338" fmla="*/ 6268382 h 6858000"/>
              <a:gd name="connsiteX339" fmla="*/ 4418722 w 7467600"/>
              <a:gd name="connsiteY339" fmla="*/ 6570886 h 6858000"/>
              <a:gd name="connsiteX340" fmla="*/ 4214944 w 7467600"/>
              <a:gd name="connsiteY340" fmla="*/ 6858000 h 6858000"/>
              <a:gd name="connsiteX341" fmla="*/ 4177898 w 7467600"/>
              <a:gd name="connsiteY341" fmla="*/ 6858000 h 6858000"/>
              <a:gd name="connsiteX342" fmla="*/ 4391597 w 7467600"/>
              <a:gd name="connsiteY342" fmla="*/ 6556370 h 6858000"/>
              <a:gd name="connsiteX343" fmla="*/ 4668889 w 7467600"/>
              <a:gd name="connsiteY343" fmla="*/ 6246399 h 6858000"/>
              <a:gd name="connsiteX344" fmla="*/ 5055427 w 7467600"/>
              <a:gd name="connsiteY344" fmla="*/ 5931476 h 6858000"/>
              <a:gd name="connsiteX345" fmla="*/ 5371814 w 7467600"/>
              <a:gd name="connsiteY345" fmla="*/ 5678975 h 6858000"/>
              <a:gd name="connsiteX346" fmla="*/ 4987918 w 7467600"/>
              <a:gd name="connsiteY346" fmla="*/ 5838701 h 6858000"/>
              <a:gd name="connsiteX347" fmla="*/ 4317146 w 7467600"/>
              <a:gd name="connsiteY347" fmla="*/ 6587716 h 6858000"/>
              <a:gd name="connsiteX348" fmla="*/ 4171627 w 7467600"/>
              <a:gd name="connsiteY348" fmla="*/ 6858000 h 6858000"/>
              <a:gd name="connsiteX349" fmla="*/ 4081585 w 7467600"/>
              <a:gd name="connsiteY349" fmla="*/ 6858000 h 6858000"/>
              <a:gd name="connsiteX350" fmla="*/ 4238603 w 7467600"/>
              <a:gd name="connsiteY350" fmla="*/ 6559341 h 6858000"/>
              <a:gd name="connsiteX351" fmla="*/ 4778333 w 7467600"/>
              <a:gd name="connsiteY351" fmla="*/ 5873626 h 6858000"/>
              <a:gd name="connsiteX352" fmla="*/ 5414185 w 7467600"/>
              <a:gd name="connsiteY352" fmla="*/ 5573882 h 6858000"/>
              <a:gd name="connsiteX353" fmla="*/ 5959648 w 7467600"/>
              <a:gd name="connsiteY353" fmla="*/ 4760797 h 6858000"/>
              <a:gd name="connsiteX354" fmla="*/ 5355019 w 7467600"/>
              <a:gd name="connsiteY354" fmla="*/ 4734672 h 6858000"/>
              <a:gd name="connsiteX355" fmla="*/ 5083565 w 7467600"/>
              <a:gd name="connsiteY355" fmla="*/ 5179121 h 6858000"/>
              <a:gd name="connsiteX356" fmla="*/ 4713577 w 7467600"/>
              <a:gd name="connsiteY356" fmla="*/ 5616803 h 6858000"/>
              <a:gd name="connsiteX357" fmla="*/ 3989559 w 7467600"/>
              <a:gd name="connsiteY357" fmla="*/ 6145945 h 6858000"/>
              <a:gd name="connsiteX358" fmla="*/ 3939824 w 7467600"/>
              <a:gd name="connsiteY358" fmla="*/ 6066900 h 6858000"/>
              <a:gd name="connsiteX359" fmla="*/ 4584537 w 7467600"/>
              <a:gd name="connsiteY359" fmla="*/ 5324826 h 6858000"/>
              <a:gd name="connsiteX360" fmla="*/ 5037105 w 7467600"/>
              <a:gd name="connsiteY360" fmla="*/ 5088765 h 6858000"/>
              <a:gd name="connsiteX361" fmla="*/ 5039930 w 7467600"/>
              <a:gd name="connsiteY361" fmla="*/ 5089585 h 6858000"/>
              <a:gd name="connsiteX362" fmla="*/ 5263764 w 7467600"/>
              <a:gd name="connsiteY362" fmla="*/ 4735525 h 6858000"/>
              <a:gd name="connsiteX363" fmla="*/ 4086300 w 7467600"/>
              <a:gd name="connsiteY363" fmla="*/ 4884599 h 6858000"/>
              <a:gd name="connsiteX364" fmla="*/ 4085485 w 7467600"/>
              <a:gd name="connsiteY364" fmla="*/ 4899070 h 6858000"/>
              <a:gd name="connsiteX365" fmla="*/ 3871915 w 7467600"/>
              <a:gd name="connsiteY365" fmla="*/ 5253645 h 6858000"/>
              <a:gd name="connsiteX366" fmla="*/ 3799374 w 7467600"/>
              <a:gd name="connsiteY366" fmla="*/ 5466127 h 6858000"/>
              <a:gd name="connsiteX367" fmla="*/ 3498850 w 7467600"/>
              <a:gd name="connsiteY367" fmla="*/ 6661888 h 6858000"/>
              <a:gd name="connsiteX368" fmla="*/ 3399216 w 7467600"/>
              <a:gd name="connsiteY368" fmla="*/ 6858000 h 6858000"/>
              <a:gd name="connsiteX369" fmla="*/ 3303688 w 7467600"/>
              <a:gd name="connsiteY369" fmla="*/ 6858000 h 6858000"/>
              <a:gd name="connsiteX370" fmla="*/ 3391774 w 7467600"/>
              <a:gd name="connsiteY370" fmla="*/ 6697181 h 6858000"/>
              <a:gd name="connsiteX371" fmla="*/ 3735540 w 7467600"/>
              <a:gd name="connsiteY371" fmla="*/ 5546923 h 6858000"/>
              <a:gd name="connsiteX372" fmla="*/ 3729438 w 7467600"/>
              <a:gd name="connsiteY372" fmla="*/ 5569058 h 6858000"/>
              <a:gd name="connsiteX373" fmla="*/ 3707782 w 7467600"/>
              <a:gd name="connsiteY373" fmla="*/ 5644908 h 6858000"/>
              <a:gd name="connsiteX374" fmla="*/ 3583827 w 7467600"/>
              <a:gd name="connsiteY374" fmla="*/ 6039215 h 6858000"/>
              <a:gd name="connsiteX375" fmla="*/ 3547861 w 7467600"/>
              <a:gd name="connsiteY375" fmla="*/ 6129609 h 6858000"/>
              <a:gd name="connsiteX376" fmla="*/ 3490905 w 7467600"/>
              <a:gd name="connsiteY376" fmla="*/ 6277660 h 6858000"/>
              <a:gd name="connsiteX377" fmla="*/ 3455859 w 7467600"/>
              <a:gd name="connsiteY377" fmla="*/ 6391301 h 6858000"/>
              <a:gd name="connsiteX378" fmla="*/ 3429112 w 7467600"/>
              <a:gd name="connsiteY378" fmla="*/ 6479469 h 6858000"/>
              <a:gd name="connsiteX379" fmla="*/ 3304862 w 7467600"/>
              <a:gd name="connsiteY379" fmla="*/ 6796476 h 6858000"/>
              <a:gd name="connsiteX380" fmla="*/ 3276071 w 7467600"/>
              <a:gd name="connsiteY380" fmla="*/ 6858000 h 6858000"/>
              <a:gd name="connsiteX381" fmla="*/ 3240805 w 7467600"/>
              <a:gd name="connsiteY381" fmla="*/ 6858000 h 6858000"/>
              <a:gd name="connsiteX382" fmla="*/ 3275917 w 7467600"/>
              <a:gd name="connsiteY382" fmla="*/ 6783192 h 6858000"/>
              <a:gd name="connsiteX383" fmla="*/ 3399358 w 7467600"/>
              <a:gd name="connsiteY383" fmla="*/ 6469011 h 6858000"/>
              <a:gd name="connsiteX384" fmla="*/ 3425650 w 7467600"/>
              <a:gd name="connsiteY384" fmla="*/ 6381333 h 6858000"/>
              <a:gd name="connsiteX385" fmla="*/ 3460661 w 7467600"/>
              <a:gd name="connsiteY385" fmla="*/ 6266763 h 6858000"/>
              <a:gd name="connsiteX386" fmla="*/ 3518021 w 7467600"/>
              <a:gd name="connsiteY386" fmla="*/ 6117298 h 6858000"/>
              <a:gd name="connsiteX387" fmla="*/ 3554035 w 7467600"/>
              <a:gd name="connsiteY387" fmla="*/ 6027832 h 6858000"/>
              <a:gd name="connsiteX388" fmla="*/ 3677174 w 7467600"/>
              <a:gd name="connsiteY388" fmla="*/ 5636351 h 6858000"/>
              <a:gd name="connsiteX389" fmla="*/ 3698819 w 7467600"/>
              <a:gd name="connsiteY389" fmla="*/ 5560503 h 6858000"/>
              <a:gd name="connsiteX390" fmla="*/ 3702094 w 7467600"/>
              <a:gd name="connsiteY390" fmla="*/ 5549194 h 6858000"/>
              <a:gd name="connsiteX391" fmla="*/ 3398355 w 7467600"/>
              <a:gd name="connsiteY391" fmla="*/ 6094603 h 6858000"/>
              <a:gd name="connsiteX392" fmla="*/ 3193941 w 7467600"/>
              <a:gd name="connsiteY392" fmla="*/ 6798775 h 6858000"/>
              <a:gd name="connsiteX393" fmla="*/ 3184140 w 7467600"/>
              <a:gd name="connsiteY393" fmla="*/ 6858000 h 6858000"/>
              <a:gd name="connsiteX394" fmla="*/ 3099978 w 7467600"/>
              <a:gd name="connsiteY394" fmla="*/ 6858000 h 6858000"/>
              <a:gd name="connsiteX395" fmla="*/ 3101556 w 7467600"/>
              <a:gd name="connsiteY395" fmla="*/ 6843337 h 6858000"/>
              <a:gd name="connsiteX396" fmla="*/ 3370162 w 7467600"/>
              <a:gd name="connsiteY396" fmla="*/ 5785550 h 6858000"/>
              <a:gd name="connsiteX397" fmla="*/ 3746477 w 7467600"/>
              <a:gd name="connsiteY397" fmla="*/ 5377889 h 6858000"/>
              <a:gd name="connsiteX398" fmla="*/ 3863399 w 7467600"/>
              <a:gd name="connsiteY398" fmla="*/ 5087257 h 6858000"/>
              <a:gd name="connsiteX399" fmla="*/ 3968712 w 7467600"/>
              <a:gd name="connsiteY399" fmla="*/ 4913989 h 6858000"/>
              <a:gd name="connsiteX400" fmla="*/ 2792390 w 7467600"/>
              <a:gd name="connsiteY400" fmla="*/ 5382974 h 6858000"/>
              <a:gd name="connsiteX401" fmla="*/ 2714982 w 7467600"/>
              <a:gd name="connsiteY401" fmla="*/ 5427051 h 6858000"/>
              <a:gd name="connsiteX402" fmla="*/ 2813361 w 7467600"/>
              <a:gd name="connsiteY402" fmla="*/ 6023912 h 6858000"/>
              <a:gd name="connsiteX403" fmla="*/ 2688430 w 7467600"/>
              <a:gd name="connsiteY403" fmla="*/ 6801564 h 6858000"/>
              <a:gd name="connsiteX404" fmla="*/ 2629626 w 7467600"/>
              <a:gd name="connsiteY404" fmla="*/ 6763394 h 6858000"/>
              <a:gd name="connsiteX405" fmla="*/ 2565328 w 7467600"/>
              <a:gd name="connsiteY405" fmla="*/ 5516399 h 6858000"/>
              <a:gd name="connsiteX406" fmla="*/ 1922999 w 7467600"/>
              <a:gd name="connsiteY406" fmla="*/ 5980343 h 6858000"/>
              <a:gd name="connsiteX407" fmla="*/ 1950261 w 7467600"/>
              <a:gd name="connsiteY407" fmla="*/ 6405858 h 6858000"/>
              <a:gd name="connsiteX408" fmla="*/ 2365554 w 7467600"/>
              <a:gd name="connsiteY408" fmla="*/ 6759107 h 6858000"/>
              <a:gd name="connsiteX409" fmla="*/ 2424142 w 7467600"/>
              <a:gd name="connsiteY409" fmla="*/ 6858000 h 6858000"/>
              <a:gd name="connsiteX410" fmla="*/ 2395994 w 7467600"/>
              <a:gd name="connsiteY410" fmla="*/ 6858000 h 6858000"/>
              <a:gd name="connsiteX411" fmla="*/ 2392863 w 7467600"/>
              <a:gd name="connsiteY411" fmla="*/ 6852964 h 6858000"/>
              <a:gd name="connsiteX412" fmla="*/ 2017589 w 7467600"/>
              <a:gd name="connsiteY412" fmla="*/ 6493982 h 6858000"/>
              <a:gd name="connsiteX413" fmla="*/ 2147336 w 7467600"/>
              <a:gd name="connsiteY413" fmla="*/ 6594052 h 6858000"/>
              <a:gd name="connsiteX414" fmla="*/ 2207047 w 7467600"/>
              <a:gd name="connsiteY414" fmla="*/ 6654540 h 6858000"/>
              <a:gd name="connsiteX415" fmla="*/ 2299106 w 7467600"/>
              <a:gd name="connsiteY415" fmla="*/ 6778931 h 6858000"/>
              <a:gd name="connsiteX416" fmla="*/ 2314430 w 7467600"/>
              <a:gd name="connsiteY416" fmla="*/ 6801144 h 6858000"/>
              <a:gd name="connsiteX417" fmla="*/ 2352406 w 7467600"/>
              <a:gd name="connsiteY417" fmla="*/ 6858000 h 6858000"/>
              <a:gd name="connsiteX418" fmla="*/ 2314492 w 7467600"/>
              <a:gd name="connsiteY418" fmla="*/ 6858000 h 6858000"/>
              <a:gd name="connsiteX419" fmla="*/ 2288095 w 7467600"/>
              <a:gd name="connsiteY419" fmla="*/ 6818030 h 6858000"/>
              <a:gd name="connsiteX420" fmla="*/ 2272768 w 7467600"/>
              <a:gd name="connsiteY420" fmla="*/ 6795822 h 6858000"/>
              <a:gd name="connsiteX421" fmla="*/ 2182715 w 7467600"/>
              <a:gd name="connsiteY421" fmla="*/ 6675071 h 6858000"/>
              <a:gd name="connsiteX422" fmla="*/ 2032061 w 7467600"/>
              <a:gd name="connsiteY422" fmla="*/ 6541380 h 6858000"/>
              <a:gd name="connsiteX423" fmla="*/ 2257220 w 7467600"/>
              <a:gd name="connsiteY423" fmla="*/ 6826257 h 6858000"/>
              <a:gd name="connsiteX424" fmla="*/ 2281324 w 7467600"/>
              <a:gd name="connsiteY424" fmla="*/ 6858000 h 6858000"/>
              <a:gd name="connsiteX425" fmla="*/ 2242860 w 7467600"/>
              <a:gd name="connsiteY425" fmla="*/ 6858000 h 6858000"/>
              <a:gd name="connsiteX426" fmla="*/ 2232818 w 7467600"/>
              <a:gd name="connsiteY426" fmla="*/ 6844926 h 6858000"/>
              <a:gd name="connsiteX427" fmla="*/ 1990172 w 7467600"/>
              <a:gd name="connsiteY427" fmla="*/ 6542121 h 6858000"/>
              <a:gd name="connsiteX428" fmla="*/ 2124090 w 7467600"/>
              <a:gd name="connsiteY428" fmla="*/ 6761017 h 6858000"/>
              <a:gd name="connsiteX429" fmla="*/ 2200380 w 7467600"/>
              <a:gd name="connsiteY429" fmla="*/ 6858000 h 6858000"/>
              <a:gd name="connsiteX430" fmla="*/ 2147507 w 7467600"/>
              <a:gd name="connsiteY430" fmla="*/ 6858000 h 6858000"/>
              <a:gd name="connsiteX431" fmla="*/ 2070668 w 7467600"/>
              <a:gd name="connsiteY431" fmla="*/ 6761520 h 6858000"/>
              <a:gd name="connsiteX432" fmla="*/ 1975142 w 7467600"/>
              <a:gd name="connsiteY432" fmla="*/ 6585570 h 6858000"/>
              <a:gd name="connsiteX433" fmla="*/ 2050035 w 7467600"/>
              <a:gd name="connsiteY433" fmla="*/ 6813345 h 6858000"/>
              <a:gd name="connsiteX434" fmla="*/ 2063025 w 7467600"/>
              <a:gd name="connsiteY434" fmla="*/ 6858000 h 6858000"/>
              <a:gd name="connsiteX435" fmla="*/ 2021675 w 7467600"/>
              <a:gd name="connsiteY435" fmla="*/ 6858000 h 6858000"/>
              <a:gd name="connsiteX436" fmla="*/ 2019308 w 7467600"/>
              <a:gd name="connsiteY436" fmla="*/ 6847118 h 6858000"/>
              <a:gd name="connsiteX437" fmla="*/ 1938835 w 7467600"/>
              <a:gd name="connsiteY437" fmla="*/ 6551160 h 6858000"/>
              <a:gd name="connsiteX438" fmla="*/ 1953230 w 7467600"/>
              <a:gd name="connsiteY438" fmla="*/ 6759699 h 6858000"/>
              <a:gd name="connsiteX439" fmla="*/ 1956763 w 7467600"/>
              <a:gd name="connsiteY439" fmla="*/ 6778191 h 6858000"/>
              <a:gd name="connsiteX440" fmla="*/ 1967925 w 7467600"/>
              <a:gd name="connsiteY440" fmla="*/ 6858000 h 6858000"/>
              <a:gd name="connsiteX441" fmla="*/ 1936622 w 7467600"/>
              <a:gd name="connsiteY441" fmla="*/ 6858000 h 6858000"/>
              <a:gd name="connsiteX442" fmla="*/ 1926261 w 7467600"/>
              <a:gd name="connsiteY442" fmla="*/ 6784064 h 6858000"/>
              <a:gd name="connsiteX443" fmla="*/ 1922724 w 7467600"/>
              <a:gd name="connsiteY443" fmla="*/ 6765577 h 6858000"/>
              <a:gd name="connsiteX444" fmla="*/ 1904650 w 7467600"/>
              <a:gd name="connsiteY444" fmla="*/ 6639616 h 6858000"/>
              <a:gd name="connsiteX445" fmla="*/ 1885273 w 7467600"/>
              <a:gd name="connsiteY445" fmla="*/ 6858000 h 6858000"/>
              <a:gd name="connsiteX446" fmla="*/ 1854363 w 7467600"/>
              <a:gd name="connsiteY446" fmla="*/ 6858000 h 6858000"/>
              <a:gd name="connsiteX447" fmla="*/ 1880391 w 7467600"/>
              <a:gd name="connsiteY447" fmla="*/ 6603796 h 6858000"/>
              <a:gd name="connsiteX448" fmla="*/ 1818273 w 7467600"/>
              <a:gd name="connsiteY448" fmla="*/ 6715729 h 6858000"/>
              <a:gd name="connsiteX449" fmla="*/ 1794691 w 7467600"/>
              <a:gd name="connsiteY449" fmla="*/ 6843239 h 6858000"/>
              <a:gd name="connsiteX450" fmla="*/ 1794914 w 7467600"/>
              <a:gd name="connsiteY450" fmla="*/ 6858000 h 6858000"/>
              <a:gd name="connsiteX451" fmla="*/ 1746128 w 7467600"/>
              <a:gd name="connsiteY451" fmla="*/ 6858000 h 6858000"/>
              <a:gd name="connsiteX452" fmla="*/ 1753934 w 7467600"/>
              <a:gd name="connsiteY452" fmla="*/ 6724796 h 6858000"/>
              <a:gd name="connsiteX453" fmla="*/ 1792053 w 7467600"/>
              <a:gd name="connsiteY453" fmla="*/ 6572396 h 6858000"/>
              <a:gd name="connsiteX454" fmla="*/ 1862248 w 7467600"/>
              <a:gd name="connsiteY454" fmla="*/ 6266397 h 6858000"/>
              <a:gd name="connsiteX455" fmla="*/ 1862250 w 7467600"/>
              <a:gd name="connsiteY455" fmla="*/ 6033531 h 6858000"/>
              <a:gd name="connsiteX456" fmla="*/ 1211999 w 7467600"/>
              <a:gd name="connsiteY456" fmla="*/ 6683610 h 6858000"/>
              <a:gd name="connsiteX457" fmla="*/ 1213266 w 7467600"/>
              <a:gd name="connsiteY457" fmla="*/ 6691947 h 6858000"/>
              <a:gd name="connsiteX458" fmla="*/ 1203370 w 7467600"/>
              <a:gd name="connsiteY458" fmla="*/ 6850676 h 6858000"/>
              <a:gd name="connsiteX459" fmla="*/ 1203671 w 7467600"/>
              <a:gd name="connsiteY459" fmla="*/ 6858000 h 6858000"/>
              <a:gd name="connsiteX460" fmla="*/ 1143180 w 7467600"/>
              <a:gd name="connsiteY460" fmla="*/ 6858000 h 6858000"/>
              <a:gd name="connsiteX461" fmla="*/ 1142176 w 7467600"/>
              <a:gd name="connsiteY461" fmla="*/ 6766045 h 6858000"/>
              <a:gd name="connsiteX462" fmla="*/ 1067484 w 7467600"/>
              <a:gd name="connsiteY462" fmla="*/ 6858000 h 6858000"/>
              <a:gd name="connsiteX463" fmla="*/ 953928 w 7467600"/>
              <a:gd name="connsiteY463" fmla="*/ 6858000 h 6858000"/>
              <a:gd name="connsiteX464" fmla="*/ 959715 w 7467600"/>
              <a:gd name="connsiteY464" fmla="*/ 6850185 h 6858000"/>
              <a:gd name="connsiteX465" fmla="*/ 1483788 w 7467600"/>
              <a:gd name="connsiteY465" fmla="*/ 6259174 h 6858000"/>
              <a:gd name="connsiteX466" fmla="*/ 1100671 w 7467600"/>
              <a:gd name="connsiteY466" fmla="*/ 6252137 h 6858000"/>
              <a:gd name="connsiteX467" fmla="*/ 1090144 w 7467600"/>
              <a:gd name="connsiteY467" fmla="*/ 6256748 h 6858000"/>
              <a:gd name="connsiteX468" fmla="*/ 1095872 w 7467600"/>
              <a:gd name="connsiteY468" fmla="*/ 6271892 h 6858000"/>
              <a:gd name="connsiteX469" fmla="*/ 262785 w 7467600"/>
              <a:gd name="connsiteY469" fmla="*/ 6845450 h 6858000"/>
              <a:gd name="connsiteX470" fmla="*/ 209968 w 7467600"/>
              <a:gd name="connsiteY470" fmla="*/ 6770713 h 6858000"/>
              <a:gd name="connsiteX471" fmla="*/ 873460 w 7467600"/>
              <a:gd name="connsiteY471" fmla="*/ 6253768 h 6858000"/>
              <a:gd name="connsiteX472" fmla="*/ 192686 w 7467600"/>
              <a:gd name="connsiteY472" fmla="*/ 5849257 h 6858000"/>
              <a:gd name="connsiteX473" fmla="*/ 4696 w 7467600"/>
              <a:gd name="connsiteY473" fmla="*/ 5697668 h 6858000"/>
              <a:gd name="connsiteX474" fmla="*/ 0 w 7467600"/>
              <a:gd name="connsiteY474" fmla="*/ 5689984 h 6858000"/>
              <a:gd name="connsiteX475" fmla="*/ 0 w 7467600"/>
              <a:gd name="connsiteY475" fmla="*/ 5513472 h 6858000"/>
              <a:gd name="connsiteX476" fmla="*/ 174101 w 7467600"/>
              <a:gd name="connsiteY476" fmla="*/ 5620277 h 6858000"/>
              <a:gd name="connsiteX477" fmla="*/ 891800 w 7467600"/>
              <a:gd name="connsiteY477" fmla="*/ 6036935 h 6858000"/>
              <a:gd name="connsiteX478" fmla="*/ 1072219 w 7467600"/>
              <a:gd name="connsiteY478" fmla="*/ 6169443 h 6858000"/>
              <a:gd name="connsiteX479" fmla="*/ 1074117 w 7467600"/>
              <a:gd name="connsiteY479" fmla="*/ 6170301 h 6858000"/>
              <a:gd name="connsiteX480" fmla="*/ 1083114 w 7467600"/>
              <a:gd name="connsiteY480" fmla="*/ 6174131 h 6858000"/>
              <a:gd name="connsiteX481" fmla="*/ 1543010 w 7467600"/>
              <a:gd name="connsiteY481" fmla="*/ 6191140 h 6858000"/>
              <a:gd name="connsiteX482" fmla="*/ 1551080 w 7467600"/>
              <a:gd name="connsiteY482" fmla="*/ 6195006 h 6858000"/>
              <a:gd name="connsiteX483" fmla="*/ 2345443 w 7467600"/>
              <a:gd name="connsiteY483" fmla="*/ 5549882 h 6858000"/>
              <a:gd name="connsiteX484" fmla="*/ 1721499 w 7467600"/>
              <a:gd name="connsiteY484" fmla="*/ 5599969 h 6858000"/>
              <a:gd name="connsiteX485" fmla="*/ 767716 w 7467600"/>
              <a:gd name="connsiteY485" fmla="*/ 5472768 h 6858000"/>
              <a:gd name="connsiteX486" fmla="*/ 722147 w 7467600"/>
              <a:gd name="connsiteY486" fmla="*/ 5393091 h 6858000"/>
              <a:gd name="connsiteX487" fmla="*/ 1485552 w 7467600"/>
              <a:gd name="connsiteY487" fmla="*/ 5313202 h 6858000"/>
              <a:gd name="connsiteX488" fmla="*/ 2143004 w 7467600"/>
              <a:gd name="connsiteY488" fmla="*/ 5402420 h 6858000"/>
              <a:gd name="connsiteX489" fmla="*/ 1933391 w 7467600"/>
              <a:gd name="connsiteY489" fmla="*/ 5156971 h 6858000"/>
              <a:gd name="connsiteX490" fmla="*/ 1827118 w 7467600"/>
              <a:gd name="connsiteY490" fmla="*/ 4968410 h 6858000"/>
              <a:gd name="connsiteX491" fmla="*/ 1837349 w 7467600"/>
              <a:gd name="connsiteY491" fmla="*/ 4956357 h 6858000"/>
              <a:gd name="connsiteX492" fmla="*/ 2162835 w 7467600"/>
              <a:gd name="connsiteY492" fmla="*/ 5187853 h 6858000"/>
              <a:gd name="connsiteX493" fmla="*/ 2257167 w 7467600"/>
              <a:gd name="connsiteY493" fmla="*/ 5462123 h 6858000"/>
              <a:gd name="connsiteX494" fmla="*/ 2261598 w 7467600"/>
              <a:gd name="connsiteY494" fmla="*/ 5467998 h 6858000"/>
              <a:gd name="connsiteX495" fmla="*/ 2437177 w 7467600"/>
              <a:gd name="connsiteY495" fmla="*/ 5479608 h 6858000"/>
              <a:gd name="connsiteX496" fmla="*/ 2445247 w 7467600"/>
              <a:gd name="connsiteY496" fmla="*/ 5483476 h 6858000"/>
              <a:gd name="connsiteX497" fmla="*/ 2743626 w 7467600"/>
              <a:gd name="connsiteY497" fmla="*/ 5304819 h 6858000"/>
              <a:gd name="connsiteX498" fmla="*/ 3048102 w 7467600"/>
              <a:gd name="connsiteY498" fmla="*/ 5150595 h 6858000"/>
              <a:gd name="connsiteX499" fmla="*/ 1799414 w 7467600"/>
              <a:gd name="connsiteY499" fmla="*/ 4694732 h 6858000"/>
              <a:gd name="connsiteX500" fmla="*/ 1771735 w 7467600"/>
              <a:gd name="connsiteY500" fmla="*/ 4619929 h 6858000"/>
              <a:gd name="connsiteX501" fmla="*/ 3104273 w 7467600"/>
              <a:gd name="connsiteY501" fmla="*/ 5076159 h 6858000"/>
              <a:gd name="connsiteX502" fmla="*/ 3113245 w 7467600"/>
              <a:gd name="connsiteY502" fmla="*/ 5090705 h 6858000"/>
              <a:gd name="connsiteX503" fmla="*/ 3126294 w 7467600"/>
              <a:gd name="connsiteY503" fmla="*/ 5114400 h 6858000"/>
              <a:gd name="connsiteX504" fmla="*/ 3937433 w 7467600"/>
              <a:gd name="connsiteY504" fmla="*/ 4830473 h 6858000"/>
              <a:gd name="connsiteX505" fmla="*/ 3590475 w 7467600"/>
              <a:gd name="connsiteY505" fmla="*/ 4597974 h 6858000"/>
              <a:gd name="connsiteX506" fmla="*/ 3100264 w 7467600"/>
              <a:gd name="connsiteY506" fmla="*/ 4579845 h 6858000"/>
              <a:gd name="connsiteX507" fmla="*/ 2183576 w 7467600"/>
              <a:gd name="connsiteY507" fmla="*/ 4227150 h 6858000"/>
              <a:gd name="connsiteX508" fmla="*/ 2151029 w 7467600"/>
              <a:gd name="connsiteY508" fmla="*/ 4146947 h 6858000"/>
              <a:gd name="connsiteX509" fmla="*/ 3563434 w 7467600"/>
              <a:gd name="connsiteY509" fmla="*/ 4469115 h 6858000"/>
              <a:gd name="connsiteX510" fmla="*/ 3177952 w 7467600"/>
              <a:gd name="connsiteY510" fmla="*/ 3657386 h 6858000"/>
              <a:gd name="connsiteX511" fmla="*/ 3189263 w 7467600"/>
              <a:gd name="connsiteY511" fmla="*/ 3625726 h 6858000"/>
              <a:gd name="connsiteX512" fmla="*/ 3560912 w 7467600"/>
              <a:gd name="connsiteY512" fmla="*/ 4079863 h 6858000"/>
              <a:gd name="connsiteX513" fmla="*/ 3626636 w 7467600"/>
              <a:gd name="connsiteY513" fmla="*/ 4512230 h 6858000"/>
              <a:gd name="connsiteX514" fmla="*/ 3653088 w 7467600"/>
              <a:gd name="connsiteY514" fmla="*/ 4521417 h 6858000"/>
              <a:gd name="connsiteX515" fmla="*/ 3988128 w 7467600"/>
              <a:gd name="connsiteY515" fmla="*/ 4817267 h 6858000"/>
              <a:gd name="connsiteX516" fmla="*/ 4830582 w 7467600"/>
              <a:gd name="connsiteY516" fmla="*/ 4676000 h 6858000"/>
              <a:gd name="connsiteX517" fmla="*/ 4830100 w 7467600"/>
              <a:gd name="connsiteY517" fmla="*/ 4675554 h 6858000"/>
              <a:gd name="connsiteX518" fmla="*/ 4036318 w 7467600"/>
              <a:gd name="connsiteY518" fmla="*/ 4147013 h 6858000"/>
              <a:gd name="connsiteX519" fmla="*/ 3432098 w 7467600"/>
              <a:gd name="connsiteY519" fmla="*/ 3537312 h 6858000"/>
              <a:gd name="connsiteX520" fmla="*/ 3446761 w 7467600"/>
              <a:gd name="connsiteY520" fmla="*/ 3461278 h 6858000"/>
              <a:gd name="connsiteX521" fmla="*/ 4419733 w 7467600"/>
              <a:gd name="connsiteY521" fmla="*/ 3963555 h 6858000"/>
              <a:gd name="connsiteX522" fmla="*/ 4781371 w 7467600"/>
              <a:gd name="connsiteY522" fmla="*/ 4458604 h 6858000"/>
              <a:gd name="connsiteX523" fmla="*/ 4780440 w 7467600"/>
              <a:gd name="connsiteY523" fmla="*/ 4470290 h 6858000"/>
              <a:gd name="connsiteX524" fmla="*/ 4898954 w 7467600"/>
              <a:gd name="connsiteY524" fmla="*/ 4662092 h 6858000"/>
              <a:gd name="connsiteX525" fmla="*/ 4900699 w 7467600"/>
              <a:gd name="connsiteY525" fmla="*/ 4670867 h 6858000"/>
              <a:gd name="connsiteX526" fmla="*/ 5714511 w 7467600"/>
              <a:gd name="connsiteY526" fmla="*/ 4663483 h 6858000"/>
              <a:gd name="connsiteX527" fmla="*/ 5464793 w 7467600"/>
              <a:gd name="connsiteY527" fmla="*/ 4393556 h 6858000"/>
              <a:gd name="connsiteX528" fmla="*/ 5461897 w 7467600"/>
              <a:gd name="connsiteY528" fmla="*/ 4390879 h 6858000"/>
              <a:gd name="connsiteX529" fmla="*/ 4294126 w 7467600"/>
              <a:gd name="connsiteY529" fmla="*/ 3303048 h 6858000"/>
              <a:gd name="connsiteX530" fmla="*/ 4305321 w 7467600"/>
              <a:gd name="connsiteY530" fmla="*/ 3256953 h 6858000"/>
              <a:gd name="connsiteX531" fmla="*/ 4949299 w 7467600"/>
              <a:gd name="connsiteY531" fmla="*/ 3766336 h 6858000"/>
              <a:gd name="connsiteX532" fmla="*/ 5291452 w 7467600"/>
              <a:gd name="connsiteY532" fmla="*/ 4076801 h 6858000"/>
              <a:gd name="connsiteX533" fmla="*/ 5434998 w 7467600"/>
              <a:gd name="connsiteY533" fmla="*/ 4254100 h 6858000"/>
              <a:gd name="connsiteX534" fmla="*/ 5351015 w 7467600"/>
              <a:gd name="connsiteY534" fmla="*/ 3760989 h 6858000"/>
              <a:gd name="connsiteX535" fmla="*/ 5413780 w 7467600"/>
              <a:gd name="connsiteY535" fmla="*/ 2966265 h 6858000"/>
              <a:gd name="connsiteX536" fmla="*/ 5425627 w 7467600"/>
              <a:gd name="connsiteY536" fmla="*/ 2954192 h 6858000"/>
              <a:gd name="connsiteX537" fmla="*/ 6604735 w 7467600"/>
              <a:gd name="connsiteY537" fmla="*/ 2041381 h 6858000"/>
              <a:gd name="connsiteX538" fmla="*/ 7204487 w 7467600"/>
              <a:gd name="connsiteY538" fmla="*/ 2742112 h 6858000"/>
              <a:gd name="connsiteX539" fmla="*/ 7131592 w 7467600"/>
              <a:gd name="connsiteY539" fmla="*/ 2672096 h 6858000"/>
              <a:gd name="connsiteX540" fmla="*/ 6996344 w 7467600"/>
              <a:gd name="connsiteY540" fmla="*/ 2518310 h 6858000"/>
              <a:gd name="connsiteX541" fmla="*/ 6735495 w 7467600"/>
              <a:gd name="connsiteY541" fmla="*/ 2196890 h 6858000"/>
              <a:gd name="connsiteX542" fmla="*/ 6721901 w 7467600"/>
              <a:gd name="connsiteY542" fmla="*/ 2179274 h 6858000"/>
              <a:gd name="connsiteX543" fmla="*/ 6604735 w 7467600"/>
              <a:gd name="connsiteY543" fmla="*/ 2041381 h 6858000"/>
              <a:gd name="connsiteX544" fmla="*/ 6591670 w 7467600"/>
              <a:gd name="connsiteY544" fmla="*/ 1988277 h 6858000"/>
              <a:gd name="connsiteX545" fmla="*/ 6747349 w 7467600"/>
              <a:gd name="connsiteY545" fmla="*/ 2160069 h 6858000"/>
              <a:gd name="connsiteX546" fmla="*/ 6760943 w 7467600"/>
              <a:gd name="connsiteY546" fmla="*/ 2177686 h 6858000"/>
              <a:gd name="connsiteX547" fmla="*/ 7021065 w 7467600"/>
              <a:gd name="connsiteY547" fmla="*/ 2498102 h 6858000"/>
              <a:gd name="connsiteX548" fmla="*/ 7155223 w 7467600"/>
              <a:gd name="connsiteY548" fmla="*/ 2650386 h 6858000"/>
              <a:gd name="connsiteX549" fmla="*/ 7203167 w 7467600"/>
              <a:gd name="connsiteY549" fmla="*/ 2697288 h 6858000"/>
              <a:gd name="connsiteX550" fmla="*/ 6937703 w 7467600"/>
              <a:gd name="connsiteY550" fmla="*/ 2321981 h 6858000"/>
              <a:gd name="connsiteX551" fmla="*/ 6591670 w 7467600"/>
              <a:gd name="connsiteY551" fmla="*/ 1988277 h 6858000"/>
              <a:gd name="connsiteX552" fmla="*/ 5798671 w 7467600"/>
              <a:gd name="connsiteY552" fmla="*/ 1981601 h 6858000"/>
              <a:gd name="connsiteX553" fmla="*/ 5754709 w 7467600"/>
              <a:gd name="connsiteY553" fmla="*/ 2071454 h 6858000"/>
              <a:gd name="connsiteX554" fmla="*/ 5763044 w 7467600"/>
              <a:gd name="connsiteY554" fmla="*/ 2842206 h 6858000"/>
              <a:gd name="connsiteX555" fmla="*/ 5764974 w 7467600"/>
              <a:gd name="connsiteY555" fmla="*/ 2799609 h 6858000"/>
              <a:gd name="connsiteX556" fmla="*/ 5767665 w 7467600"/>
              <a:gd name="connsiteY556" fmla="*/ 2666409 h 6858000"/>
              <a:gd name="connsiteX557" fmla="*/ 5763055 w 7467600"/>
              <a:gd name="connsiteY557" fmla="*/ 2579705 h 6858000"/>
              <a:gd name="connsiteX558" fmla="*/ 5758079 w 7467600"/>
              <a:gd name="connsiteY558" fmla="*/ 2492508 h 6858000"/>
              <a:gd name="connsiteX559" fmla="*/ 5779325 w 7467600"/>
              <a:gd name="connsiteY559" fmla="*/ 2197069 h 6858000"/>
              <a:gd name="connsiteX560" fmla="*/ 5798671 w 7467600"/>
              <a:gd name="connsiteY560" fmla="*/ 1981601 h 6858000"/>
              <a:gd name="connsiteX561" fmla="*/ 5829202 w 7467600"/>
              <a:gd name="connsiteY561" fmla="*/ 1971679 h 6858000"/>
              <a:gd name="connsiteX562" fmla="*/ 5809558 w 7467600"/>
              <a:gd name="connsiteY562" fmla="*/ 2198043 h 6858000"/>
              <a:gd name="connsiteX563" fmla="*/ 5788653 w 7467600"/>
              <a:gd name="connsiteY563" fmla="*/ 2489430 h 6858000"/>
              <a:gd name="connsiteX564" fmla="*/ 5793439 w 7467600"/>
              <a:gd name="connsiteY564" fmla="*/ 2575235 h 6858000"/>
              <a:gd name="connsiteX565" fmla="*/ 5796837 w 7467600"/>
              <a:gd name="connsiteY565" fmla="*/ 2637633 h 6858000"/>
              <a:gd name="connsiteX566" fmla="*/ 5818614 w 7467600"/>
              <a:gd name="connsiteY566" fmla="*/ 2473055 h 6858000"/>
              <a:gd name="connsiteX567" fmla="*/ 5829202 w 7467600"/>
              <a:gd name="connsiteY567" fmla="*/ 1971679 h 6858000"/>
              <a:gd name="connsiteX568" fmla="*/ 5911389 w 7467600"/>
              <a:gd name="connsiteY568" fmla="*/ 1898371 h 6858000"/>
              <a:gd name="connsiteX569" fmla="*/ 6237627 w 7467600"/>
              <a:gd name="connsiteY569" fmla="*/ 2231921 h 6858000"/>
              <a:gd name="connsiteX570" fmla="*/ 5911389 w 7467600"/>
              <a:gd name="connsiteY570" fmla="*/ 1898371 h 6858000"/>
              <a:gd name="connsiteX571" fmla="*/ 6944437 w 7467600"/>
              <a:gd name="connsiteY571" fmla="*/ 1575402 h 6858000"/>
              <a:gd name="connsiteX572" fmla="*/ 6304730 w 7467600"/>
              <a:gd name="connsiteY572" fmla="*/ 1766654 h 6858000"/>
              <a:gd name="connsiteX573" fmla="*/ 6944437 w 7467600"/>
              <a:gd name="connsiteY573" fmla="*/ 1575402 h 6858000"/>
              <a:gd name="connsiteX574" fmla="*/ 7019523 w 7467600"/>
              <a:gd name="connsiteY574" fmla="*/ 1519450 h 6858000"/>
              <a:gd name="connsiteX575" fmla="*/ 6298091 w 7467600"/>
              <a:gd name="connsiteY575" fmla="*/ 1737122 h 6858000"/>
              <a:gd name="connsiteX576" fmla="*/ 7019523 w 7467600"/>
              <a:gd name="connsiteY576" fmla="*/ 1519450 h 6858000"/>
              <a:gd name="connsiteX577" fmla="*/ 2399523 w 7467600"/>
              <a:gd name="connsiteY577" fmla="*/ 1428234 h 6858000"/>
              <a:gd name="connsiteX578" fmla="*/ 2224982 w 7467600"/>
              <a:gd name="connsiteY578" fmla="*/ 1826201 h 6858000"/>
              <a:gd name="connsiteX579" fmla="*/ 2096099 w 7467600"/>
              <a:gd name="connsiteY579" fmla="*/ 2345900 h 6858000"/>
              <a:gd name="connsiteX580" fmla="*/ 2283317 w 7467600"/>
              <a:gd name="connsiteY580" fmla="*/ 1796925 h 6858000"/>
              <a:gd name="connsiteX581" fmla="*/ 2399523 w 7467600"/>
              <a:gd name="connsiteY581" fmla="*/ 1428234 h 6858000"/>
              <a:gd name="connsiteX582" fmla="*/ 2448558 w 7467600"/>
              <a:gd name="connsiteY582" fmla="*/ 1373435 h 6858000"/>
              <a:gd name="connsiteX583" fmla="*/ 2312521 w 7467600"/>
              <a:gd name="connsiteY583" fmla="*/ 1806140 h 6858000"/>
              <a:gd name="connsiteX584" fmla="*/ 2127533 w 7467600"/>
              <a:gd name="connsiteY584" fmla="*/ 2348380 h 6858000"/>
              <a:gd name="connsiteX585" fmla="*/ 2358080 w 7467600"/>
              <a:gd name="connsiteY585" fmla="*/ 1866134 h 6858000"/>
              <a:gd name="connsiteX586" fmla="*/ 2407436 w 7467600"/>
              <a:gd name="connsiteY586" fmla="*/ 1651070 h 6858000"/>
              <a:gd name="connsiteX587" fmla="*/ 2448558 w 7467600"/>
              <a:gd name="connsiteY587" fmla="*/ 1373435 h 6858000"/>
              <a:gd name="connsiteX588" fmla="*/ 278707 w 7467600"/>
              <a:gd name="connsiteY588" fmla="*/ 1352270 h 6858000"/>
              <a:gd name="connsiteX589" fmla="*/ 321570 w 7467600"/>
              <a:gd name="connsiteY589" fmla="*/ 1861610 h 6858000"/>
              <a:gd name="connsiteX590" fmla="*/ 294281 w 7467600"/>
              <a:gd name="connsiteY590" fmla="*/ 1440658 h 6858000"/>
              <a:gd name="connsiteX591" fmla="*/ 278707 w 7467600"/>
              <a:gd name="connsiteY591" fmla="*/ 1352270 h 6858000"/>
              <a:gd name="connsiteX592" fmla="*/ 1423821 w 7467600"/>
              <a:gd name="connsiteY592" fmla="*/ 1351958 h 6858000"/>
              <a:gd name="connsiteX593" fmla="*/ 1638521 w 7467600"/>
              <a:gd name="connsiteY593" fmla="*/ 1908470 h 6858000"/>
              <a:gd name="connsiteX594" fmla="*/ 1754199 w 7467600"/>
              <a:gd name="connsiteY594" fmla="*/ 2149284 h 6858000"/>
              <a:gd name="connsiteX595" fmla="*/ 1908359 w 7467600"/>
              <a:gd name="connsiteY595" fmla="*/ 2364988 h 6858000"/>
              <a:gd name="connsiteX596" fmla="*/ 1647661 w 7467600"/>
              <a:gd name="connsiteY596" fmla="*/ 1825945 h 6858000"/>
              <a:gd name="connsiteX597" fmla="*/ 1423821 w 7467600"/>
              <a:gd name="connsiteY597" fmla="*/ 1351958 h 6858000"/>
              <a:gd name="connsiteX598" fmla="*/ 1431890 w 7467600"/>
              <a:gd name="connsiteY598" fmla="*/ 1306475 h 6858000"/>
              <a:gd name="connsiteX599" fmla="*/ 1507597 w 7467600"/>
              <a:gd name="connsiteY599" fmla="*/ 1446132 h 6858000"/>
              <a:gd name="connsiteX600" fmla="*/ 1674586 w 7467600"/>
              <a:gd name="connsiteY600" fmla="*/ 1813832 h 6858000"/>
              <a:gd name="connsiteX601" fmla="*/ 1815950 w 7467600"/>
              <a:gd name="connsiteY601" fmla="*/ 2128564 h 6858000"/>
              <a:gd name="connsiteX602" fmla="*/ 1984242 w 7467600"/>
              <a:gd name="connsiteY602" fmla="*/ 2430829 h 6858000"/>
              <a:gd name="connsiteX603" fmla="*/ 2014023 w 7467600"/>
              <a:gd name="connsiteY603" fmla="*/ 2450995 h 6858000"/>
              <a:gd name="connsiteX604" fmla="*/ 1747337 w 7467600"/>
              <a:gd name="connsiteY604" fmla="*/ 1855264 h 6858000"/>
              <a:gd name="connsiteX605" fmla="*/ 1533749 w 7467600"/>
              <a:gd name="connsiteY605" fmla="*/ 1478656 h 6858000"/>
              <a:gd name="connsiteX606" fmla="*/ 1431890 w 7467600"/>
              <a:gd name="connsiteY606" fmla="*/ 1306475 h 6858000"/>
              <a:gd name="connsiteX607" fmla="*/ 5052692 w 7467600"/>
              <a:gd name="connsiteY607" fmla="*/ 1292994 h 6858000"/>
              <a:gd name="connsiteX608" fmla="*/ 5200661 w 7467600"/>
              <a:gd name="connsiteY608" fmla="*/ 1635186 h 6858000"/>
              <a:gd name="connsiteX609" fmla="*/ 5297138 w 7467600"/>
              <a:gd name="connsiteY609" fmla="*/ 1906351 h 6858000"/>
              <a:gd name="connsiteX610" fmla="*/ 5052692 w 7467600"/>
              <a:gd name="connsiteY610" fmla="*/ 1292994 h 6858000"/>
              <a:gd name="connsiteX611" fmla="*/ 5009948 w 7467600"/>
              <a:gd name="connsiteY611" fmla="*/ 1273619 h 6858000"/>
              <a:gd name="connsiteX612" fmla="*/ 5121777 w 7467600"/>
              <a:gd name="connsiteY612" fmla="*/ 1654213 h 6858000"/>
              <a:gd name="connsiteX613" fmla="*/ 5293545 w 7467600"/>
              <a:gd name="connsiteY613" fmla="*/ 2072247 h 6858000"/>
              <a:gd name="connsiteX614" fmla="*/ 5294042 w 7467600"/>
              <a:gd name="connsiteY614" fmla="*/ 2065019 h 6858000"/>
              <a:gd name="connsiteX615" fmla="*/ 5171936 w 7467600"/>
              <a:gd name="connsiteY615" fmla="*/ 1647613 h 6858000"/>
              <a:gd name="connsiteX616" fmla="*/ 5009948 w 7467600"/>
              <a:gd name="connsiteY616" fmla="*/ 1273619 h 6858000"/>
              <a:gd name="connsiteX617" fmla="*/ 655236 w 7467600"/>
              <a:gd name="connsiteY617" fmla="*/ 1268632 h 6858000"/>
              <a:gd name="connsiteX618" fmla="*/ 839521 w 7467600"/>
              <a:gd name="connsiteY618" fmla="*/ 1685315 h 6858000"/>
              <a:gd name="connsiteX619" fmla="*/ 1109416 w 7467600"/>
              <a:gd name="connsiteY619" fmla="*/ 2061663 h 6858000"/>
              <a:gd name="connsiteX620" fmla="*/ 1298300 w 7467600"/>
              <a:gd name="connsiteY620" fmla="*/ 2247742 h 6858000"/>
              <a:gd name="connsiteX621" fmla="*/ 1125871 w 7467600"/>
              <a:gd name="connsiteY621" fmla="*/ 1989513 h 6858000"/>
              <a:gd name="connsiteX622" fmla="*/ 981574 w 7467600"/>
              <a:gd name="connsiteY622" fmla="*/ 1783157 h 6858000"/>
              <a:gd name="connsiteX623" fmla="*/ 922198 w 7467600"/>
              <a:gd name="connsiteY623" fmla="*/ 1677437 h 6858000"/>
              <a:gd name="connsiteX624" fmla="*/ 869293 w 7467600"/>
              <a:gd name="connsiteY624" fmla="*/ 1583214 h 6858000"/>
              <a:gd name="connsiteX625" fmla="*/ 751431 w 7467600"/>
              <a:gd name="connsiteY625" fmla="*/ 1405731 h 6858000"/>
              <a:gd name="connsiteX626" fmla="*/ 655236 w 7467600"/>
              <a:gd name="connsiteY626" fmla="*/ 1268632 h 6858000"/>
              <a:gd name="connsiteX627" fmla="*/ 6516292 w 7467600"/>
              <a:gd name="connsiteY627" fmla="*/ 1263064 h 6858000"/>
              <a:gd name="connsiteX628" fmla="*/ 5736320 w 7467600"/>
              <a:gd name="connsiteY628" fmla="*/ 1501803 h 6858000"/>
              <a:gd name="connsiteX629" fmla="*/ 6516292 w 7467600"/>
              <a:gd name="connsiteY629" fmla="*/ 1263064 h 6858000"/>
              <a:gd name="connsiteX630" fmla="*/ 291466 w 7467600"/>
              <a:gd name="connsiteY630" fmla="*/ 1250369 h 6858000"/>
              <a:gd name="connsiteX631" fmla="*/ 323180 w 7467600"/>
              <a:gd name="connsiteY631" fmla="*/ 1435283 h 6858000"/>
              <a:gd name="connsiteX632" fmla="*/ 349381 w 7467600"/>
              <a:gd name="connsiteY632" fmla="*/ 1875041 h 6858000"/>
              <a:gd name="connsiteX633" fmla="*/ 374363 w 7467600"/>
              <a:gd name="connsiteY633" fmla="*/ 1506494 h 6858000"/>
              <a:gd name="connsiteX634" fmla="*/ 302168 w 7467600"/>
              <a:gd name="connsiteY634" fmla="*/ 1274495 h 6858000"/>
              <a:gd name="connsiteX635" fmla="*/ 291466 w 7467600"/>
              <a:gd name="connsiteY635" fmla="*/ 1250369 h 6858000"/>
              <a:gd name="connsiteX636" fmla="*/ 678222 w 7467600"/>
              <a:gd name="connsiteY636" fmla="*/ 1248670 h 6858000"/>
              <a:gd name="connsiteX637" fmla="*/ 775536 w 7467600"/>
              <a:gd name="connsiteY637" fmla="*/ 1388015 h 6858000"/>
              <a:gd name="connsiteX638" fmla="*/ 894529 w 7467600"/>
              <a:gd name="connsiteY638" fmla="*/ 1567739 h 6858000"/>
              <a:gd name="connsiteX639" fmla="*/ 948000 w 7467600"/>
              <a:gd name="connsiteY639" fmla="*/ 1663088 h 6858000"/>
              <a:gd name="connsiteX640" fmla="*/ 1006812 w 7467600"/>
              <a:gd name="connsiteY640" fmla="*/ 1767683 h 6858000"/>
              <a:gd name="connsiteX641" fmla="*/ 1149133 w 7467600"/>
              <a:gd name="connsiteY641" fmla="*/ 1971513 h 6858000"/>
              <a:gd name="connsiteX642" fmla="*/ 1333952 w 7467600"/>
              <a:gd name="connsiteY642" fmla="*/ 2251620 h 6858000"/>
              <a:gd name="connsiteX643" fmla="*/ 1337329 w 7467600"/>
              <a:gd name="connsiteY643" fmla="*/ 2258350 h 6858000"/>
              <a:gd name="connsiteX644" fmla="*/ 1014726 w 7467600"/>
              <a:gd name="connsiteY644" fmla="*/ 1615556 h 6858000"/>
              <a:gd name="connsiteX645" fmla="*/ 678222 w 7467600"/>
              <a:gd name="connsiteY645" fmla="*/ 1248670 h 6858000"/>
              <a:gd name="connsiteX646" fmla="*/ 6691602 w 7467600"/>
              <a:gd name="connsiteY646" fmla="*/ 1140573 h 6858000"/>
              <a:gd name="connsiteX647" fmla="*/ 6571100 w 7467600"/>
              <a:gd name="connsiteY647" fmla="*/ 1183662 h 6858000"/>
              <a:gd name="connsiteX648" fmla="*/ 6241687 w 7467600"/>
              <a:gd name="connsiteY648" fmla="*/ 1257600 h 6858000"/>
              <a:gd name="connsiteX649" fmla="*/ 5693009 w 7467600"/>
              <a:gd name="connsiteY649" fmla="*/ 1478256 h 6858000"/>
              <a:gd name="connsiteX650" fmla="*/ 6548420 w 7467600"/>
              <a:gd name="connsiteY650" fmla="*/ 1214599 h 6858000"/>
              <a:gd name="connsiteX651" fmla="*/ 6605473 w 7467600"/>
              <a:gd name="connsiteY651" fmla="*/ 1184686 h 6858000"/>
              <a:gd name="connsiteX652" fmla="*/ 6691602 w 7467600"/>
              <a:gd name="connsiteY652" fmla="*/ 1140573 h 6858000"/>
              <a:gd name="connsiteX653" fmla="*/ 4002475 w 7467600"/>
              <a:gd name="connsiteY653" fmla="*/ 1037802 h 6858000"/>
              <a:gd name="connsiteX654" fmla="*/ 4000324 w 7467600"/>
              <a:gd name="connsiteY654" fmla="*/ 1039362 h 6858000"/>
              <a:gd name="connsiteX655" fmla="*/ 4002862 w 7467600"/>
              <a:gd name="connsiteY655" fmla="*/ 1042866 h 6858000"/>
              <a:gd name="connsiteX656" fmla="*/ 4002475 w 7467600"/>
              <a:gd name="connsiteY656" fmla="*/ 1037802 h 6858000"/>
              <a:gd name="connsiteX657" fmla="*/ 506322 w 7467600"/>
              <a:gd name="connsiteY657" fmla="*/ 1020997 h 6858000"/>
              <a:gd name="connsiteX658" fmla="*/ 533068 w 7467600"/>
              <a:gd name="connsiteY658" fmla="*/ 1029409 h 6858000"/>
              <a:gd name="connsiteX659" fmla="*/ 1232525 w 7467600"/>
              <a:gd name="connsiteY659" fmla="*/ 1804675 h 6858000"/>
              <a:gd name="connsiteX660" fmla="*/ 1388858 w 7467600"/>
              <a:gd name="connsiteY660" fmla="*/ 2368011 h 6858000"/>
              <a:gd name="connsiteX661" fmla="*/ 1384098 w 7467600"/>
              <a:gd name="connsiteY661" fmla="*/ 2378125 h 6858000"/>
              <a:gd name="connsiteX662" fmla="*/ 1425393 w 7467600"/>
              <a:gd name="connsiteY662" fmla="*/ 2589124 h 6858000"/>
              <a:gd name="connsiteX663" fmla="*/ 1424001 w 7467600"/>
              <a:gd name="connsiteY663" fmla="*/ 2597541 h 6858000"/>
              <a:gd name="connsiteX664" fmla="*/ 2152729 w 7467600"/>
              <a:gd name="connsiteY664" fmla="*/ 2864487 h 6858000"/>
              <a:gd name="connsiteX665" fmla="*/ 2020609 w 7467600"/>
              <a:gd name="connsiteY665" fmla="*/ 2539671 h 6858000"/>
              <a:gd name="connsiteX666" fmla="*/ 2018920 w 7467600"/>
              <a:gd name="connsiteY666" fmla="*/ 2536309 h 6858000"/>
              <a:gd name="connsiteX667" fmla="*/ 1342441 w 7467600"/>
              <a:gd name="connsiteY667" fmla="*/ 1173017 h 6858000"/>
              <a:gd name="connsiteX668" fmla="*/ 1367925 w 7467600"/>
              <a:gd name="connsiteY668" fmla="*/ 1135648 h 6858000"/>
              <a:gd name="connsiteX669" fmla="*/ 1771401 w 7467600"/>
              <a:gd name="connsiteY669" fmla="*/ 1806673 h 6858000"/>
              <a:gd name="connsiteX670" fmla="*/ 1972385 w 7467600"/>
              <a:gd name="connsiteY670" fmla="*/ 2198735 h 6858000"/>
              <a:gd name="connsiteX671" fmla="*/ 2040892 w 7467600"/>
              <a:gd name="connsiteY671" fmla="*/ 2405205 h 6858000"/>
              <a:gd name="connsiteX672" fmla="*/ 2131689 w 7467600"/>
              <a:gd name="connsiteY672" fmla="*/ 1936926 h 6858000"/>
              <a:gd name="connsiteX673" fmla="*/ 2454820 w 7467600"/>
              <a:gd name="connsiteY673" fmla="*/ 1248808 h 6858000"/>
              <a:gd name="connsiteX674" fmla="*/ 2492512 w 7467600"/>
              <a:gd name="connsiteY674" fmla="*/ 1302920 h 6858000"/>
              <a:gd name="connsiteX675" fmla="*/ 2081216 w 7467600"/>
              <a:gd name="connsiteY675" fmla="*/ 2527513 h 6858000"/>
              <a:gd name="connsiteX676" fmla="*/ 2081211 w 7467600"/>
              <a:gd name="connsiteY676" fmla="*/ 2528916 h 6858000"/>
              <a:gd name="connsiteX677" fmla="*/ 2199067 w 7467600"/>
              <a:gd name="connsiteY677" fmla="*/ 2884061 h 6858000"/>
              <a:gd name="connsiteX678" fmla="*/ 3192586 w 7467600"/>
              <a:gd name="connsiteY678" fmla="*/ 3411496 h 6858000"/>
              <a:gd name="connsiteX679" fmla="*/ 3182620 w 7467600"/>
              <a:gd name="connsiteY679" fmla="*/ 3483279 h 6858000"/>
              <a:gd name="connsiteX680" fmla="*/ 2435119 w 7467600"/>
              <a:gd name="connsiteY680" fmla="*/ 3080173 h 6858000"/>
              <a:gd name="connsiteX681" fmla="*/ 2410152 w 7467600"/>
              <a:gd name="connsiteY681" fmla="*/ 3063751 h 6858000"/>
              <a:gd name="connsiteX682" fmla="*/ 2408099 w 7467600"/>
              <a:gd name="connsiteY682" fmla="*/ 3064403 h 6858000"/>
              <a:gd name="connsiteX683" fmla="*/ 2407218 w 7467600"/>
              <a:gd name="connsiteY683" fmla="*/ 3070324 h 6858000"/>
              <a:gd name="connsiteX684" fmla="*/ 2380138 w 7467600"/>
              <a:gd name="connsiteY684" fmla="*/ 3099341 h 6858000"/>
              <a:gd name="connsiteX685" fmla="*/ 1765923 w 7467600"/>
              <a:gd name="connsiteY685" fmla="*/ 3581043 h 6858000"/>
              <a:gd name="connsiteX686" fmla="*/ 1702258 w 7467600"/>
              <a:gd name="connsiteY686" fmla="*/ 3612286 h 6858000"/>
              <a:gd name="connsiteX687" fmla="*/ 1538370 w 7467600"/>
              <a:gd name="connsiteY687" fmla="*/ 3811804 h 6858000"/>
              <a:gd name="connsiteX688" fmla="*/ 542867 w 7467600"/>
              <a:gd name="connsiteY688" fmla="*/ 4944092 h 6858000"/>
              <a:gd name="connsiteX689" fmla="*/ 515800 w 7467600"/>
              <a:gd name="connsiteY689" fmla="*/ 4862180 h 6858000"/>
              <a:gd name="connsiteX690" fmla="*/ 909145 w 7467600"/>
              <a:gd name="connsiteY690" fmla="*/ 4199225 h 6858000"/>
              <a:gd name="connsiteX691" fmla="*/ 1214067 w 7467600"/>
              <a:gd name="connsiteY691" fmla="*/ 3908561 h 6858000"/>
              <a:gd name="connsiteX692" fmla="*/ 640967 w 7467600"/>
              <a:gd name="connsiteY692" fmla="*/ 4105601 h 6858000"/>
              <a:gd name="connsiteX693" fmla="*/ 112563 w 7467600"/>
              <a:gd name="connsiteY693" fmla="*/ 4396952 h 6858000"/>
              <a:gd name="connsiteX694" fmla="*/ 0 w 7467600"/>
              <a:gd name="connsiteY694" fmla="*/ 4466006 h 6858000"/>
              <a:gd name="connsiteX695" fmla="*/ 0 w 7467600"/>
              <a:gd name="connsiteY695" fmla="*/ 4233763 h 6858000"/>
              <a:gd name="connsiteX696" fmla="*/ 36881 w 7467600"/>
              <a:gd name="connsiteY696" fmla="*/ 4200118 h 6858000"/>
              <a:gd name="connsiteX697" fmla="*/ 910534 w 7467600"/>
              <a:gd name="connsiteY697" fmla="*/ 3629753 h 6858000"/>
              <a:gd name="connsiteX698" fmla="*/ 1578717 w 7467600"/>
              <a:gd name="connsiteY698" fmla="*/ 3575982 h 6858000"/>
              <a:gd name="connsiteX699" fmla="*/ 2338780 w 7467600"/>
              <a:gd name="connsiteY699" fmla="*/ 3033725 h 6858000"/>
              <a:gd name="connsiteX700" fmla="*/ 1807991 w 7467600"/>
              <a:gd name="connsiteY700" fmla="*/ 2807184 h 6858000"/>
              <a:gd name="connsiteX701" fmla="*/ 1416358 w 7467600"/>
              <a:gd name="connsiteY701" fmla="*/ 3112571 h 6858000"/>
              <a:gd name="connsiteX702" fmla="*/ 939066 w 7467600"/>
              <a:gd name="connsiteY702" fmla="*/ 3378798 h 6858000"/>
              <a:gd name="connsiteX703" fmla="*/ 115099 w 7467600"/>
              <a:gd name="connsiteY703" fmla="*/ 3607650 h 6858000"/>
              <a:gd name="connsiteX704" fmla="*/ 97284 w 7467600"/>
              <a:gd name="connsiteY704" fmla="*/ 3520393 h 6858000"/>
              <a:gd name="connsiteX705" fmla="*/ 922050 w 7467600"/>
              <a:gd name="connsiteY705" fmla="*/ 3074867 h 6858000"/>
              <a:gd name="connsiteX706" fmla="*/ 1405265 w 7467600"/>
              <a:gd name="connsiteY706" fmla="*/ 3016319 h 6858000"/>
              <a:gd name="connsiteX707" fmla="*/ 1407512 w 7467600"/>
              <a:gd name="connsiteY707" fmla="*/ 3018001 h 6858000"/>
              <a:gd name="connsiteX708" fmla="*/ 1726266 w 7467600"/>
              <a:gd name="connsiteY708" fmla="*/ 2777274 h 6858000"/>
              <a:gd name="connsiteX709" fmla="*/ 625390 w 7467600"/>
              <a:gd name="connsiteY709" fmla="*/ 2514541 h 6858000"/>
              <a:gd name="connsiteX710" fmla="*/ 619799 w 7467600"/>
              <a:gd name="connsiteY710" fmla="*/ 2527180 h 6858000"/>
              <a:gd name="connsiteX711" fmla="*/ 310030 w 7467600"/>
              <a:gd name="connsiteY711" fmla="*/ 2771818 h 6858000"/>
              <a:gd name="connsiteX712" fmla="*/ 173877 w 7467600"/>
              <a:gd name="connsiteY712" fmla="*/ 2937056 h 6858000"/>
              <a:gd name="connsiteX713" fmla="*/ 77889 w 7467600"/>
              <a:gd name="connsiteY713" fmla="*/ 3138440 h 6858000"/>
              <a:gd name="connsiteX714" fmla="*/ 0 w 7467600"/>
              <a:gd name="connsiteY714" fmla="*/ 3271395 h 6858000"/>
              <a:gd name="connsiteX715" fmla="*/ 0 w 7467600"/>
              <a:gd name="connsiteY715" fmla="*/ 3153002 h 6858000"/>
              <a:gd name="connsiteX716" fmla="*/ 2386 w 7467600"/>
              <a:gd name="connsiteY716" fmla="*/ 3149203 h 6858000"/>
              <a:gd name="connsiteX717" fmla="*/ 89753 w 7467600"/>
              <a:gd name="connsiteY717" fmla="*/ 2987702 h 6858000"/>
              <a:gd name="connsiteX718" fmla="*/ 76869 w 7467600"/>
              <a:gd name="connsiteY718" fmla="*/ 3005404 h 6858000"/>
              <a:gd name="connsiteX719" fmla="*/ 32049 w 7467600"/>
              <a:gd name="connsiteY719" fmla="*/ 3065814 h 6858000"/>
              <a:gd name="connsiteX720" fmla="*/ 0 w 7467600"/>
              <a:gd name="connsiteY720" fmla="*/ 3108744 h 6858000"/>
              <a:gd name="connsiteX721" fmla="*/ 0 w 7467600"/>
              <a:gd name="connsiteY721" fmla="*/ 3058059 h 6858000"/>
              <a:gd name="connsiteX722" fmla="*/ 7610 w 7467600"/>
              <a:gd name="connsiteY722" fmla="*/ 3047889 h 6858000"/>
              <a:gd name="connsiteX723" fmla="*/ 52419 w 7467600"/>
              <a:gd name="connsiteY723" fmla="*/ 2987479 h 6858000"/>
              <a:gd name="connsiteX724" fmla="*/ 59142 w 7467600"/>
              <a:gd name="connsiteY724" fmla="*/ 2978488 h 6858000"/>
              <a:gd name="connsiteX725" fmla="*/ 0 w 7467600"/>
              <a:gd name="connsiteY725" fmla="*/ 3015334 h 6858000"/>
              <a:gd name="connsiteX726" fmla="*/ 0 w 7467600"/>
              <a:gd name="connsiteY726" fmla="*/ 2914286 h 6858000"/>
              <a:gd name="connsiteX727" fmla="*/ 36383 w 7467600"/>
              <a:gd name="connsiteY727" fmla="*/ 2901128 h 6858000"/>
              <a:gd name="connsiteX728" fmla="*/ 156329 w 7467600"/>
              <a:gd name="connsiteY728" fmla="*/ 2840533 h 6858000"/>
              <a:gd name="connsiteX729" fmla="*/ 358355 w 7467600"/>
              <a:gd name="connsiteY729" fmla="*/ 2620471 h 6858000"/>
              <a:gd name="connsiteX730" fmla="*/ 510577 w 7467600"/>
              <a:gd name="connsiteY730" fmla="*/ 2501244 h 6858000"/>
              <a:gd name="connsiteX731" fmla="*/ 211967 w 7467600"/>
              <a:gd name="connsiteY731" fmla="*/ 2479171 h 6858000"/>
              <a:gd name="connsiteX732" fmla="*/ 0 w 7467600"/>
              <a:gd name="connsiteY732" fmla="*/ 2476398 h 6858000"/>
              <a:gd name="connsiteX733" fmla="*/ 0 w 7467600"/>
              <a:gd name="connsiteY733" fmla="*/ 2389189 h 6858000"/>
              <a:gd name="connsiteX734" fmla="*/ 103062 w 7467600"/>
              <a:gd name="connsiteY734" fmla="*/ 2389518 h 6858000"/>
              <a:gd name="connsiteX735" fmla="*/ 510734 w 7467600"/>
              <a:gd name="connsiteY735" fmla="*/ 2416201 h 6858000"/>
              <a:gd name="connsiteX736" fmla="*/ 279257 w 7467600"/>
              <a:gd name="connsiteY736" fmla="*/ 2092102 h 6858000"/>
              <a:gd name="connsiteX737" fmla="*/ 65265 w 7467600"/>
              <a:gd name="connsiteY737" fmla="*/ 2006049 h 6858000"/>
              <a:gd name="connsiteX738" fmla="*/ 0 w 7467600"/>
              <a:gd name="connsiteY738" fmla="*/ 1982532 h 6858000"/>
              <a:gd name="connsiteX739" fmla="*/ 0 w 7467600"/>
              <a:gd name="connsiteY739" fmla="*/ 1912789 h 6858000"/>
              <a:gd name="connsiteX740" fmla="*/ 97460 w 7467600"/>
              <a:gd name="connsiteY740" fmla="*/ 1953725 h 6858000"/>
              <a:gd name="connsiteX741" fmla="*/ 221272 w 7467600"/>
              <a:gd name="connsiteY741" fmla="*/ 1980766 h 6858000"/>
              <a:gd name="connsiteX742" fmla="*/ 116765 w 7467600"/>
              <a:gd name="connsiteY742" fmla="*/ 1911033 h 6858000"/>
              <a:gd name="connsiteX743" fmla="*/ 16405 w 7467600"/>
              <a:gd name="connsiteY743" fmla="*/ 1803412 h 6858000"/>
              <a:gd name="connsiteX744" fmla="*/ 0 w 7467600"/>
              <a:gd name="connsiteY744" fmla="*/ 1784777 h 6858000"/>
              <a:gd name="connsiteX745" fmla="*/ 0 w 7467600"/>
              <a:gd name="connsiteY745" fmla="*/ 1740082 h 6858000"/>
              <a:gd name="connsiteX746" fmla="*/ 39394 w 7467600"/>
              <a:gd name="connsiteY746" fmla="*/ 1784856 h 6858000"/>
              <a:gd name="connsiteX747" fmla="*/ 135813 w 7467600"/>
              <a:gd name="connsiteY747" fmla="*/ 1888838 h 6858000"/>
              <a:gd name="connsiteX748" fmla="*/ 242575 w 7467600"/>
              <a:gd name="connsiteY748" fmla="*/ 1958841 h 6858000"/>
              <a:gd name="connsiteX749" fmla="*/ 82197 w 7467600"/>
              <a:gd name="connsiteY749" fmla="*/ 1754826 h 6858000"/>
              <a:gd name="connsiteX750" fmla="*/ 0 w 7467600"/>
              <a:gd name="connsiteY750" fmla="*/ 1679650 h 6858000"/>
              <a:gd name="connsiteX751" fmla="*/ 0 w 7467600"/>
              <a:gd name="connsiteY751" fmla="*/ 1602463 h 6858000"/>
              <a:gd name="connsiteX752" fmla="*/ 84689 w 7467600"/>
              <a:gd name="connsiteY752" fmla="*/ 1677442 h 6858000"/>
              <a:gd name="connsiteX753" fmla="*/ 298437 w 7467600"/>
              <a:gd name="connsiteY753" fmla="*/ 1968019 h 6858000"/>
              <a:gd name="connsiteX754" fmla="*/ 227269 w 7467600"/>
              <a:gd name="connsiteY754" fmla="*/ 1114064 h 6858000"/>
              <a:gd name="connsiteX755" fmla="*/ 248003 w 7467600"/>
              <a:gd name="connsiteY755" fmla="*/ 1089613 h 6858000"/>
              <a:gd name="connsiteX756" fmla="*/ 427020 w 7467600"/>
              <a:gd name="connsiteY756" fmla="*/ 1619803 h 6858000"/>
              <a:gd name="connsiteX757" fmla="*/ 340345 w 7467600"/>
              <a:gd name="connsiteY757" fmla="*/ 2027739 h 6858000"/>
              <a:gd name="connsiteX758" fmla="*/ 360865 w 7467600"/>
              <a:gd name="connsiteY758" fmla="*/ 2044827 h 6858000"/>
              <a:gd name="connsiteX759" fmla="*/ 560414 w 7467600"/>
              <a:gd name="connsiteY759" fmla="*/ 2421457 h 6858000"/>
              <a:gd name="connsiteX760" fmla="*/ 1359703 w 7467600"/>
              <a:gd name="connsiteY760" fmla="*/ 2578554 h 6858000"/>
              <a:gd name="connsiteX761" fmla="*/ 1359422 w 7467600"/>
              <a:gd name="connsiteY761" fmla="*/ 2577994 h 6858000"/>
              <a:gd name="connsiteX762" fmla="*/ 828701 w 7467600"/>
              <a:gd name="connsiteY762" fmla="*/ 1839520 h 6858000"/>
              <a:gd name="connsiteX763" fmla="*/ 494427 w 7467600"/>
              <a:gd name="connsiteY763" fmla="*/ 1092333 h 6858000"/>
              <a:gd name="connsiteX764" fmla="*/ 506322 w 7467600"/>
              <a:gd name="connsiteY764" fmla="*/ 1020997 h 6858000"/>
              <a:gd name="connsiteX765" fmla="*/ 4570198 w 7467600"/>
              <a:gd name="connsiteY765" fmla="*/ 978081 h 6858000"/>
              <a:gd name="connsiteX766" fmla="*/ 4523691 w 7467600"/>
              <a:gd name="connsiteY766" fmla="*/ 1127776 h 6858000"/>
              <a:gd name="connsiteX767" fmla="*/ 4509875 w 7467600"/>
              <a:gd name="connsiteY767" fmla="*/ 1167552 h 6858000"/>
              <a:gd name="connsiteX768" fmla="*/ 4478168 w 7467600"/>
              <a:gd name="connsiteY768" fmla="*/ 1260735 h 6858000"/>
              <a:gd name="connsiteX769" fmla="*/ 4409309 w 7467600"/>
              <a:gd name="connsiteY769" fmla="*/ 1666996 h 6858000"/>
              <a:gd name="connsiteX770" fmla="*/ 4370031 w 7467600"/>
              <a:gd name="connsiteY770" fmla="*/ 1955666 h 6858000"/>
              <a:gd name="connsiteX771" fmla="*/ 4570198 w 7467600"/>
              <a:gd name="connsiteY771" fmla="*/ 978081 h 6858000"/>
              <a:gd name="connsiteX772" fmla="*/ 4557898 w 7467600"/>
              <a:gd name="connsiteY772" fmla="*/ 900011 h 6858000"/>
              <a:gd name="connsiteX773" fmla="*/ 4344840 w 7467600"/>
              <a:gd name="connsiteY773" fmla="*/ 1922038 h 6858000"/>
              <a:gd name="connsiteX774" fmla="*/ 4378710 w 7467600"/>
              <a:gd name="connsiteY774" fmla="*/ 1665516 h 6858000"/>
              <a:gd name="connsiteX775" fmla="*/ 4448798 w 7467600"/>
              <a:gd name="connsiteY775" fmla="*/ 1253024 h 6858000"/>
              <a:gd name="connsiteX776" fmla="*/ 4480315 w 7467600"/>
              <a:gd name="connsiteY776" fmla="*/ 1158454 h 6858000"/>
              <a:gd name="connsiteX777" fmla="*/ 4494133 w 7467600"/>
              <a:gd name="connsiteY777" fmla="*/ 1118676 h 6858000"/>
              <a:gd name="connsiteX778" fmla="*/ 4557898 w 7467600"/>
              <a:gd name="connsiteY778" fmla="*/ 900011 h 6858000"/>
              <a:gd name="connsiteX779" fmla="*/ 5870151 w 7467600"/>
              <a:gd name="connsiteY779" fmla="*/ 898890 h 6858000"/>
              <a:gd name="connsiteX780" fmla="*/ 5861335 w 7467600"/>
              <a:gd name="connsiteY780" fmla="*/ 899177 h 6858000"/>
              <a:gd name="connsiteX781" fmla="*/ 5843702 w 7467600"/>
              <a:gd name="connsiteY781" fmla="*/ 899748 h 6858000"/>
              <a:gd name="connsiteX782" fmla="*/ 5651107 w 7467600"/>
              <a:gd name="connsiteY782" fmla="*/ 920306 h 6858000"/>
              <a:gd name="connsiteX783" fmla="*/ 5459407 w 7467600"/>
              <a:gd name="connsiteY783" fmla="*/ 940975 h 6858000"/>
              <a:gd name="connsiteX784" fmla="*/ 5374846 w 7467600"/>
              <a:gd name="connsiteY784" fmla="*/ 941988 h 6858000"/>
              <a:gd name="connsiteX785" fmla="*/ 5256105 w 7467600"/>
              <a:gd name="connsiteY785" fmla="*/ 945632 h 6858000"/>
              <a:gd name="connsiteX786" fmla="*/ 5107071 w 7467600"/>
              <a:gd name="connsiteY786" fmla="*/ 969720 h 6858000"/>
              <a:gd name="connsiteX787" fmla="*/ 4998681 w 7467600"/>
              <a:gd name="connsiteY787" fmla="*/ 988771 h 6858000"/>
              <a:gd name="connsiteX788" fmla="*/ 5870151 w 7467600"/>
              <a:gd name="connsiteY788" fmla="*/ 898890 h 6858000"/>
              <a:gd name="connsiteX789" fmla="*/ 5504425 w 7467600"/>
              <a:gd name="connsiteY789" fmla="*/ 848067 h 6858000"/>
              <a:gd name="connsiteX790" fmla="*/ 4968849 w 7467600"/>
              <a:gd name="connsiteY790" fmla="*/ 962318 h 6858000"/>
              <a:gd name="connsiteX791" fmla="*/ 5104039 w 7467600"/>
              <a:gd name="connsiteY791" fmla="*/ 940634 h 6858000"/>
              <a:gd name="connsiteX792" fmla="*/ 5256311 w 7467600"/>
              <a:gd name="connsiteY792" fmla="*/ 916490 h 6858000"/>
              <a:gd name="connsiteX793" fmla="*/ 5377381 w 7467600"/>
              <a:gd name="connsiteY793" fmla="*/ 912671 h 6858000"/>
              <a:gd name="connsiteX794" fmla="*/ 5460148 w 7467600"/>
              <a:gd name="connsiteY794" fmla="*/ 911442 h 6858000"/>
              <a:gd name="connsiteX795" fmla="*/ 5648971 w 7467600"/>
              <a:gd name="connsiteY795" fmla="*/ 891331 h 6858000"/>
              <a:gd name="connsiteX796" fmla="*/ 5844807 w 7467600"/>
              <a:gd name="connsiteY796" fmla="*/ 870718 h 6858000"/>
              <a:gd name="connsiteX797" fmla="*/ 5862975 w 7467600"/>
              <a:gd name="connsiteY797" fmla="*/ 869756 h 6858000"/>
              <a:gd name="connsiteX798" fmla="*/ 5920887 w 7467600"/>
              <a:gd name="connsiteY798" fmla="*/ 865929 h 6858000"/>
              <a:gd name="connsiteX799" fmla="*/ 5504425 w 7467600"/>
              <a:gd name="connsiteY799" fmla="*/ 848067 h 6858000"/>
              <a:gd name="connsiteX800" fmla="*/ 3607114 w 7467600"/>
              <a:gd name="connsiteY800" fmla="*/ 467441 h 6858000"/>
              <a:gd name="connsiteX801" fmla="*/ 3296242 w 7467600"/>
              <a:gd name="connsiteY801" fmla="*/ 807991 h 6858000"/>
              <a:gd name="connsiteX802" fmla="*/ 3174674 w 7467600"/>
              <a:gd name="connsiteY802" fmla="*/ 919759 h 6858000"/>
              <a:gd name="connsiteX803" fmla="*/ 3042978 w 7467600"/>
              <a:gd name="connsiteY803" fmla="*/ 1054894 h 6858000"/>
              <a:gd name="connsiteX804" fmla="*/ 2968914 w 7467600"/>
              <a:gd name="connsiteY804" fmla="*/ 1133756 h 6858000"/>
              <a:gd name="connsiteX805" fmla="*/ 3103823 w 7467600"/>
              <a:gd name="connsiteY805" fmla="*/ 1026814 h 6858000"/>
              <a:gd name="connsiteX806" fmla="*/ 3607114 w 7467600"/>
              <a:gd name="connsiteY806" fmla="*/ 467441 h 6858000"/>
              <a:gd name="connsiteX807" fmla="*/ 3744487 w 7467600"/>
              <a:gd name="connsiteY807" fmla="*/ 383136 h 6858000"/>
              <a:gd name="connsiteX808" fmla="*/ 3970213 w 7467600"/>
              <a:gd name="connsiteY808" fmla="*/ 995559 h 6858000"/>
              <a:gd name="connsiteX809" fmla="*/ 3744487 w 7467600"/>
              <a:gd name="connsiteY809" fmla="*/ 383136 h 6858000"/>
              <a:gd name="connsiteX810" fmla="*/ 3624562 w 7467600"/>
              <a:gd name="connsiteY810" fmla="*/ 367041 h 6858000"/>
              <a:gd name="connsiteX811" fmla="*/ 3489712 w 7467600"/>
              <a:gd name="connsiteY811" fmla="*/ 485386 h 6858000"/>
              <a:gd name="connsiteX812" fmla="*/ 3182994 w 7467600"/>
              <a:gd name="connsiteY812" fmla="*/ 828265 h 6858000"/>
              <a:gd name="connsiteX813" fmla="*/ 2892114 w 7467600"/>
              <a:gd name="connsiteY813" fmla="*/ 1172635 h 6858000"/>
              <a:gd name="connsiteX814" fmla="*/ 3021459 w 7467600"/>
              <a:gd name="connsiteY814" fmla="*/ 1035385 h 6858000"/>
              <a:gd name="connsiteX815" fmla="*/ 3153873 w 7467600"/>
              <a:gd name="connsiteY815" fmla="*/ 898971 h 6858000"/>
              <a:gd name="connsiteX816" fmla="*/ 3276511 w 7467600"/>
              <a:gd name="connsiteY816" fmla="*/ 786423 h 6858000"/>
              <a:gd name="connsiteX817" fmla="*/ 3584154 w 7467600"/>
              <a:gd name="connsiteY817" fmla="*/ 448218 h 6858000"/>
              <a:gd name="connsiteX818" fmla="*/ 3624562 w 7467600"/>
              <a:gd name="connsiteY818" fmla="*/ 367041 h 6858000"/>
              <a:gd name="connsiteX819" fmla="*/ 3766672 w 7467600"/>
              <a:gd name="connsiteY819" fmla="*/ 359429 h 6858000"/>
              <a:gd name="connsiteX820" fmla="*/ 3996338 w 7467600"/>
              <a:gd name="connsiteY820" fmla="*/ 968237 h 6858000"/>
              <a:gd name="connsiteX821" fmla="*/ 3766672 w 7467600"/>
              <a:gd name="connsiteY821" fmla="*/ 359429 h 6858000"/>
              <a:gd name="connsiteX822" fmla="*/ 5805386 w 7467600"/>
              <a:gd name="connsiteY822" fmla="*/ 239240 h 6858000"/>
              <a:gd name="connsiteX823" fmla="*/ 5736947 w 7467600"/>
              <a:gd name="connsiteY823" fmla="*/ 261367 h 6858000"/>
              <a:gd name="connsiteX824" fmla="*/ 5427012 w 7467600"/>
              <a:gd name="connsiteY824" fmla="*/ 311272 h 6858000"/>
              <a:gd name="connsiteX825" fmla="*/ 5147818 w 7467600"/>
              <a:gd name="connsiteY825" fmla="*/ 322112 h 6858000"/>
              <a:gd name="connsiteX826" fmla="*/ 5060854 w 7467600"/>
              <a:gd name="connsiteY826" fmla="*/ 311882 h 6858000"/>
              <a:gd name="connsiteX827" fmla="*/ 4945989 w 7467600"/>
              <a:gd name="connsiteY827" fmla="*/ 300516 h 6858000"/>
              <a:gd name="connsiteX828" fmla="*/ 5410479 w 7467600"/>
              <a:gd name="connsiteY828" fmla="*/ 348434 h 6858000"/>
              <a:gd name="connsiteX829" fmla="*/ 5805386 w 7467600"/>
              <a:gd name="connsiteY829" fmla="*/ 239240 h 6858000"/>
              <a:gd name="connsiteX830" fmla="*/ 5905192 w 7467600"/>
              <a:gd name="connsiteY830" fmla="*/ 163079 h 6858000"/>
              <a:gd name="connsiteX831" fmla="*/ 5865655 w 7467600"/>
              <a:gd name="connsiteY831" fmla="*/ 171901 h 6858000"/>
              <a:gd name="connsiteX832" fmla="*/ 5259740 w 7467600"/>
              <a:gd name="connsiteY832" fmla="*/ 257013 h 6858000"/>
              <a:gd name="connsiteX833" fmla="*/ 5208466 w 7467600"/>
              <a:gd name="connsiteY833" fmla="*/ 257550 h 6858000"/>
              <a:gd name="connsiteX834" fmla="*/ 4980204 w 7467600"/>
              <a:gd name="connsiteY834" fmla="*/ 271903 h 6858000"/>
              <a:gd name="connsiteX835" fmla="*/ 5068068 w 7467600"/>
              <a:gd name="connsiteY835" fmla="*/ 282244 h 6858000"/>
              <a:gd name="connsiteX836" fmla="*/ 5153231 w 7467600"/>
              <a:gd name="connsiteY836" fmla="*/ 292240 h 6858000"/>
              <a:gd name="connsiteX837" fmla="*/ 5426491 w 7467600"/>
              <a:gd name="connsiteY837" fmla="*/ 281128 h 6858000"/>
              <a:gd name="connsiteX838" fmla="*/ 5731212 w 7467600"/>
              <a:gd name="connsiteY838" fmla="*/ 231951 h 6858000"/>
              <a:gd name="connsiteX839" fmla="*/ 5905192 w 7467600"/>
              <a:gd name="connsiteY839" fmla="*/ 163079 h 6858000"/>
              <a:gd name="connsiteX840" fmla="*/ 5944437 w 7467600"/>
              <a:gd name="connsiteY840" fmla="*/ 113829 h 6858000"/>
              <a:gd name="connsiteX841" fmla="*/ 5825032 w 7467600"/>
              <a:gd name="connsiteY841" fmla="*/ 146405 h 6858000"/>
              <a:gd name="connsiteX842" fmla="*/ 4955599 w 7467600"/>
              <a:gd name="connsiteY842" fmla="*/ 247008 h 6858000"/>
              <a:gd name="connsiteX843" fmla="*/ 5210104 w 7467600"/>
              <a:gd name="connsiteY843" fmla="*/ 228123 h 6858000"/>
              <a:gd name="connsiteX844" fmla="*/ 5261015 w 7467600"/>
              <a:gd name="connsiteY844" fmla="*/ 227087 h 6858000"/>
              <a:gd name="connsiteX845" fmla="*/ 5861181 w 7467600"/>
              <a:gd name="connsiteY845" fmla="*/ 143093 h 6858000"/>
              <a:gd name="connsiteX846" fmla="*/ 5961252 w 7467600"/>
              <a:gd name="connsiteY846" fmla="*/ 114820 h 6858000"/>
              <a:gd name="connsiteX847" fmla="*/ 5944437 w 7467600"/>
              <a:gd name="connsiteY847" fmla="*/ 113829 h 6858000"/>
              <a:gd name="connsiteX848" fmla="*/ 3882765 w 7467600"/>
              <a:gd name="connsiteY848" fmla="*/ 0 h 6858000"/>
              <a:gd name="connsiteX849" fmla="*/ 3995099 w 7467600"/>
              <a:gd name="connsiteY849" fmla="*/ 0 h 6858000"/>
              <a:gd name="connsiteX850" fmla="*/ 4163818 w 7467600"/>
              <a:gd name="connsiteY850" fmla="*/ 234104 h 6858000"/>
              <a:gd name="connsiteX851" fmla="*/ 4172099 w 7467600"/>
              <a:gd name="connsiteY851" fmla="*/ 234207 h 6858000"/>
              <a:gd name="connsiteX852" fmla="*/ 4784282 w 7467600"/>
              <a:gd name="connsiteY852" fmla="*/ 276561 h 6858000"/>
              <a:gd name="connsiteX853" fmla="*/ 4801687 w 7467600"/>
              <a:gd name="connsiteY853" fmla="*/ 267764 h 6858000"/>
              <a:gd name="connsiteX854" fmla="*/ 6082788 w 7467600"/>
              <a:gd name="connsiteY854" fmla="*/ 64119 h 6858000"/>
              <a:gd name="connsiteX855" fmla="*/ 6099442 w 7467600"/>
              <a:gd name="connsiteY855" fmla="*/ 82568 h 6858000"/>
              <a:gd name="connsiteX856" fmla="*/ 4804137 w 7467600"/>
              <a:gd name="connsiteY856" fmla="*/ 320931 h 6858000"/>
              <a:gd name="connsiteX857" fmla="*/ 4227047 w 7467600"/>
              <a:gd name="connsiteY857" fmla="*/ 313415 h 6858000"/>
              <a:gd name="connsiteX858" fmla="*/ 4346041 w 7467600"/>
              <a:gd name="connsiteY858" fmla="*/ 456086 h 6858000"/>
              <a:gd name="connsiteX859" fmla="*/ 4870967 w 7467600"/>
              <a:gd name="connsiteY859" fmla="*/ 963061 h 6858000"/>
              <a:gd name="connsiteX860" fmla="*/ 4889647 w 7467600"/>
              <a:gd name="connsiteY860" fmla="*/ 957147 h 6858000"/>
              <a:gd name="connsiteX861" fmla="*/ 5422504 w 7467600"/>
              <a:gd name="connsiteY861" fmla="*/ 805191 h 6858000"/>
              <a:gd name="connsiteX862" fmla="*/ 6087656 w 7467600"/>
              <a:gd name="connsiteY862" fmla="*/ 826703 h 6858000"/>
              <a:gd name="connsiteX863" fmla="*/ 6058717 w 7467600"/>
              <a:gd name="connsiteY863" fmla="*/ 865992 h 6858000"/>
              <a:gd name="connsiteX864" fmla="*/ 4974153 w 7467600"/>
              <a:gd name="connsiteY864" fmla="*/ 1045456 h 6858000"/>
              <a:gd name="connsiteX865" fmla="*/ 5627835 w 7467600"/>
              <a:gd name="connsiteY865" fmla="*/ 1472077 h 6858000"/>
              <a:gd name="connsiteX866" fmla="*/ 5629817 w 7467600"/>
              <a:gd name="connsiteY866" fmla="*/ 1471412 h 6858000"/>
              <a:gd name="connsiteX867" fmla="*/ 5634124 w 7467600"/>
              <a:gd name="connsiteY867" fmla="*/ 1470572 h 6858000"/>
              <a:gd name="connsiteX868" fmla="*/ 5755832 w 7467600"/>
              <a:gd name="connsiteY868" fmla="*/ 1383886 h 6858000"/>
              <a:gd name="connsiteX869" fmla="*/ 6014186 w 7467600"/>
              <a:gd name="connsiteY869" fmla="*/ 1279799 h 6858000"/>
              <a:gd name="connsiteX870" fmla="*/ 6901619 w 7467600"/>
              <a:gd name="connsiteY870" fmla="*/ 1047874 h 6858000"/>
              <a:gd name="connsiteX871" fmla="*/ 6931566 w 7467600"/>
              <a:gd name="connsiteY871" fmla="*/ 1062034 h 6858000"/>
              <a:gd name="connsiteX872" fmla="*/ 5790982 w 7467600"/>
              <a:gd name="connsiteY872" fmla="*/ 1561380 h 6858000"/>
              <a:gd name="connsiteX873" fmla="*/ 6188971 w 7467600"/>
              <a:gd name="connsiteY873" fmla="*/ 1755168 h 6858000"/>
              <a:gd name="connsiteX874" fmla="*/ 6202446 w 7467600"/>
              <a:gd name="connsiteY874" fmla="*/ 1752268 h 6858000"/>
              <a:gd name="connsiteX875" fmla="*/ 7179560 w 7467600"/>
              <a:gd name="connsiteY875" fmla="*/ 1467551 h 6858000"/>
              <a:gd name="connsiteX876" fmla="*/ 7158730 w 7467600"/>
              <a:gd name="connsiteY876" fmla="*/ 1507835 h 6858000"/>
              <a:gd name="connsiteX877" fmla="*/ 6326959 w 7467600"/>
              <a:gd name="connsiteY877" fmla="*/ 1817686 h 6858000"/>
              <a:gd name="connsiteX878" fmla="*/ 6537433 w 7467600"/>
              <a:gd name="connsiteY878" fmla="*/ 1907790 h 6858000"/>
              <a:gd name="connsiteX879" fmla="*/ 6550221 w 7467600"/>
              <a:gd name="connsiteY879" fmla="*/ 1910729 h 6858000"/>
              <a:gd name="connsiteX880" fmla="*/ 6964438 w 7467600"/>
              <a:gd name="connsiteY880" fmla="*/ 2209505 h 6858000"/>
              <a:gd name="connsiteX881" fmla="*/ 7367862 w 7467600"/>
              <a:gd name="connsiteY881" fmla="*/ 2806833 h 6858000"/>
              <a:gd name="connsiteX882" fmla="*/ 7364329 w 7467600"/>
              <a:gd name="connsiteY882" fmla="*/ 2826907 h 6858000"/>
              <a:gd name="connsiteX883" fmla="*/ 7290545 w 7467600"/>
              <a:gd name="connsiteY883" fmla="*/ 2850663 h 6858000"/>
              <a:gd name="connsiteX884" fmla="*/ 6472036 w 7467600"/>
              <a:gd name="connsiteY884" fmla="*/ 1959003 h 6858000"/>
              <a:gd name="connsiteX885" fmla="*/ 5792897 w 7467600"/>
              <a:gd name="connsiteY885" fmla="*/ 1647747 h 6858000"/>
              <a:gd name="connsiteX886" fmla="*/ 5842751 w 7467600"/>
              <a:gd name="connsiteY886" fmla="*/ 1816112 h 6858000"/>
              <a:gd name="connsiteX887" fmla="*/ 5847424 w 7467600"/>
              <a:gd name="connsiteY887" fmla="*/ 1815776 h 6858000"/>
              <a:gd name="connsiteX888" fmla="*/ 6399821 w 7467600"/>
              <a:gd name="connsiteY888" fmla="*/ 2344799 h 6858000"/>
              <a:gd name="connsiteX889" fmla="*/ 6323232 w 7467600"/>
              <a:gd name="connsiteY889" fmla="*/ 2389634 h 6858000"/>
              <a:gd name="connsiteX890" fmla="*/ 5942958 w 7467600"/>
              <a:gd name="connsiteY890" fmla="*/ 2077708 h 6858000"/>
              <a:gd name="connsiteX891" fmla="*/ 5921559 w 7467600"/>
              <a:gd name="connsiteY891" fmla="*/ 2378596 h 6858000"/>
              <a:gd name="connsiteX892" fmla="*/ 5817651 w 7467600"/>
              <a:gd name="connsiteY892" fmla="*/ 3023919 h 6858000"/>
              <a:gd name="connsiteX893" fmla="*/ 5729634 w 7467600"/>
              <a:gd name="connsiteY893" fmla="*/ 3051849 h 6858000"/>
              <a:gd name="connsiteX894" fmla="*/ 5611018 w 7467600"/>
              <a:gd name="connsiteY894" fmla="*/ 2316769 h 6858000"/>
              <a:gd name="connsiteX895" fmla="*/ 5687608 w 7467600"/>
              <a:gd name="connsiteY895" fmla="*/ 2039972 h 6858000"/>
              <a:gd name="connsiteX896" fmla="*/ 5657554 w 7467600"/>
              <a:gd name="connsiteY896" fmla="*/ 1576445 h 6858000"/>
              <a:gd name="connsiteX897" fmla="*/ 5150475 w 7467600"/>
              <a:gd name="connsiteY897" fmla="*/ 1274012 h 6858000"/>
              <a:gd name="connsiteX898" fmla="*/ 5349142 w 7467600"/>
              <a:gd name="connsiteY898" fmla="*/ 2204405 h 6858000"/>
              <a:gd name="connsiteX899" fmla="*/ 5262214 w 7467600"/>
              <a:gd name="connsiteY899" fmla="*/ 2233836 h 6858000"/>
              <a:gd name="connsiteX900" fmla="*/ 4981539 w 7467600"/>
              <a:gd name="connsiteY900" fmla="*/ 1542201 h 6858000"/>
              <a:gd name="connsiteX901" fmla="*/ 4958461 w 7467600"/>
              <a:gd name="connsiteY901" fmla="*/ 1136957 h 6858000"/>
              <a:gd name="connsiteX902" fmla="*/ 4655015 w 7467600"/>
              <a:gd name="connsiteY902" fmla="*/ 891426 h 6858000"/>
              <a:gd name="connsiteX903" fmla="*/ 4348002 w 7467600"/>
              <a:gd name="connsiteY903" fmla="*/ 2205895 h 6858000"/>
              <a:gd name="connsiteX904" fmla="*/ 4262250 w 7467600"/>
              <a:gd name="connsiteY904" fmla="*/ 2219972 h 6858000"/>
              <a:gd name="connsiteX905" fmla="*/ 4550611 w 7467600"/>
              <a:gd name="connsiteY905" fmla="*/ 817540 h 6858000"/>
              <a:gd name="connsiteX906" fmla="*/ 4564418 w 7467600"/>
              <a:gd name="connsiteY906" fmla="*/ 808293 h 6858000"/>
              <a:gd name="connsiteX907" fmla="*/ 4266388 w 7467600"/>
              <a:gd name="connsiteY907" fmla="*/ 500083 h 6858000"/>
              <a:gd name="connsiteX908" fmla="*/ 4032842 w 7467600"/>
              <a:gd name="connsiteY908" fmla="*/ 211809 h 6858000"/>
              <a:gd name="connsiteX909" fmla="*/ 3882765 w 7467600"/>
              <a:gd name="connsiteY909" fmla="*/ 0 h 6858000"/>
              <a:gd name="connsiteX910" fmla="*/ 3721337 w 7467600"/>
              <a:gd name="connsiteY910" fmla="*/ 0 h 6858000"/>
              <a:gd name="connsiteX911" fmla="*/ 3797544 w 7467600"/>
              <a:gd name="connsiteY911" fmla="*/ 0 h 6858000"/>
              <a:gd name="connsiteX912" fmla="*/ 3775734 w 7467600"/>
              <a:gd name="connsiteY912" fmla="*/ 95131 h 6858000"/>
              <a:gd name="connsiteX913" fmla="*/ 3724807 w 7467600"/>
              <a:gd name="connsiteY913" fmla="*/ 272257 h 6858000"/>
              <a:gd name="connsiteX914" fmla="*/ 3726844 w 7467600"/>
              <a:gd name="connsiteY914" fmla="*/ 282988 h 6858000"/>
              <a:gd name="connsiteX915" fmla="*/ 3742664 w 7467600"/>
              <a:gd name="connsiteY915" fmla="*/ 279918 h 6858000"/>
              <a:gd name="connsiteX916" fmla="*/ 4103910 w 7467600"/>
              <a:gd name="connsiteY916" fmla="*/ 1161917 h 6858000"/>
              <a:gd name="connsiteX917" fmla="*/ 4020269 w 7467600"/>
              <a:gd name="connsiteY917" fmla="*/ 1200406 h 6858000"/>
              <a:gd name="connsiteX918" fmla="*/ 3674882 w 7467600"/>
              <a:gd name="connsiteY918" fmla="*/ 488524 h 6858000"/>
              <a:gd name="connsiteX919" fmla="*/ 3132682 w 7467600"/>
              <a:gd name="connsiteY919" fmla="*/ 1072284 h 6858000"/>
              <a:gd name="connsiteX920" fmla="*/ 2716346 w 7467600"/>
              <a:gd name="connsiteY920" fmla="*/ 1276376 h 6858000"/>
              <a:gd name="connsiteX921" fmla="*/ 2716772 w 7467600"/>
              <a:gd name="connsiteY921" fmla="*/ 1255462 h 6858000"/>
              <a:gd name="connsiteX922" fmla="*/ 3471096 w 7467600"/>
              <a:gd name="connsiteY922" fmla="*/ 437072 h 6858000"/>
              <a:gd name="connsiteX923" fmla="*/ 3639057 w 7467600"/>
              <a:gd name="connsiteY923" fmla="*/ 286334 h 6858000"/>
              <a:gd name="connsiteX924" fmla="*/ 3640309 w 7467600"/>
              <a:gd name="connsiteY924" fmla="*/ 284664 h 6858000"/>
              <a:gd name="connsiteX925" fmla="*/ 3646022 w 7467600"/>
              <a:gd name="connsiteY925" fmla="*/ 276711 h 6858000"/>
              <a:gd name="connsiteX926" fmla="*/ 3707943 w 7467600"/>
              <a:gd name="connsiteY926" fmla="*/ 65958 h 6858000"/>
              <a:gd name="connsiteX927" fmla="*/ 3721337 w 7467600"/>
              <a:gd name="connsiteY927" fmla="*/ 0 h 6858000"/>
              <a:gd name="connsiteX928" fmla="*/ 2867960 w 7467600"/>
              <a:gd name="connsiteY928" fmla="*/ 0 h 6858000"/>
              <a:gd name="connsiteX929" fmla="*/ 2926351 w 7467600"/>
              <a:gd name="connsiteY929" fmla="*/ 0 h 6858000"/>
              <a:gd name="connsiteX930" fmla="*/ 2902823 w 7467600"/>
              <a:gd name="connsiteY930" fmla="*/ 262929 h 6858000"/>
              <a:gd name="connsiteX931" fmla="*/ 2940663 w 7467600"/>
              <a:gd name="connsiteY931" fmla="*/ 140884 h 6858000"/>
              <a:gd name="connsiteX932" fmla="*/ 2947039 w 7467600"/>
              <a:gd name="connsiteY932" fmla="*/ 122524 h 6858000"/>
              <a:gd name="connsiteX933" fmla="*/ 2984316 w 7467600"/>
              <a:gd name="connsiteY933" fmla="*/ 0 h 6858000"/>
              <a:gd name="connsiteX934" fmla="*/ 3016114 w 7467600"/>
              <a:gd name="connsiteY934" fmla="*/ 0 h 6858000"/>
              <a:gd name="connsiteX935" fmla="*/ 2979949 w 7467600"/>
              <a:gd name="connsiteY935" fmla="*/ 119274 h 6858000"/>
              <a:gd name="connsiteX936" fmla="*/ 3023879 w 7467600"/>
              <a:gd name="connsiteY936" fmla="*/ 0 h 6858000"/>
              <a:gd name="connsiteX937" fmla="*/ 3105400 w 7467600"/>
              <a:gd name="connsiteY937" fmla="*/ 0 h 6858000"/>
              <a:gd name="connsiteX938" fmla="*/ 3094669 w 7467600"/>
              <a:gd name="connsiteY938" fmla="*/ 30308 h 6858000"/>
              <a:gd name="connsiteX939" fmla="*/ 2901945 w 7467600"/>
              <a:gd name="connsiteY939" fmla="*/ 466538 h 6858000"/>
              <a:gd name="connsiteX940" fmla="*/ 2815209 w 7467600"/>
              <a:gd name="connsiteY940" fmla="*/ 497361 h 6858000"/>
              <a:gd name="connsiteX941" fmla="*/ 2844845 w 7467600"/>
              <a:gd name="connsiteY941" fmla="*/ 127638 h 6858000"/>
              <a:gd name="connsiteX942" fmla="*/ 2867960 w 7467600"/>
              <a:gd name="connsiteY942" fmla="*/ 0 h 6858000"/>
              <a:gd name="connsiteX943" fmla="*/ 1057230 w 7467600"/>
              <a:gd name="connsiteY943" fmla="*/ 0 h 6858000"/>
              <a:gd name="connsiteX944" fmla="*/ 1111003 w 7467600"/>
              <a:gd name="connsiteY944" fmla="*/ 0 h 6858000"/>
              <a:gd name="connsiteX945" fmla="*/ 1125553 w 7467600"/>
              <a:gd name="connsiteY945" fmla="*/ 52588 h 6858000"/>
              <a:gd name="connsiteX946" fmla="*/ 1304276 w 7467600"/>
              <a:gd name="connsiteY946" fmla="*/ 476275 h 6858000"/>
              <a:gd name="connsiteX947" fmla="*/ 1492066 w 7467600"/>
              <a:gd name="connsiteY947" fmla="*/ 886333 h 6858000"/>
              <a:gd name="connsiteX948" fmla="*/ 1423698 w 7467600"/>
              <a:gd name="connsiteY948" fmla="*/ 710817 h 6858000"/>
              <a:gd name="connsiteX949" fmla="*/ 1357609 w 7467600"/>
              <a:gd name="connsiteY949" fmla="*/ 532892 h 6858000"/>
              <a:gd name="connsiteX950" fmla="*/ 1309550 w 7467600"/>
              <a:gd name="connsiteY950" fmla="*/ 374031 h 6858000"/>
              <a:gd name="connsiteX951" fmla="*/ 1193673 w 7467600"/>
              <a:gd name="connsiteY951" fmla="*/ 49533 h 6858000"/>
              <a:gd name="connsiteX952" fmla="*/ 1164391 w 7467600"/>
              <a:gd name="connsiteY952" fmla="*/ 0 h 6858000"/>
              <a:gd name="connsiteX953" fmla="*/ 1200666 w 7467600"/>
              <a:gd name="connsiteY953" fmla="*/ 0 h 6858000"/>
              <a:gd name="connsiteX954" fmla="*/ 1223408 w 7467600"/>
              <a:gd name="connsiteY954" fmla="*/ 38996 h 6858000"/>
              <a:gd name="connsiteX955" fmla="*/ 1339635 w 7467600"/>
              <a:gd name="connsiteY955" fmla="*/ 365517 h 6858000"/>
              <a:gd name="connsiteX956" fmla="*/ 1387469 w 7467600"/>
              <a:gd name="connsiteY956" fmla="*/ 523079 h 6858000"/>
              <a:gd name="connsiteX957" fmla="*/ 1452685 w 7467600"/>
              <a:gd name="connsiteY957" fmla="*/ 699806 h 6858000"/>
              <a:gd name="connsiteX958" fmla="*/ 1492092 w 7467600"/>
              <a:gd name="connsiteY958" fmla="*/ 800424 h 6858000"/>
              <a:gd name="connsiteX959" fmla="*/ 1455302 w 7467600"/>
              <a:gd name="connsiteY959" fmla="*/ 632913 h 6858000"/>
              <a:gd name="connsiteX960" fmla="*/ 1222336 w 7467600"/>
              <a:gd name="connsiteY960" fmla="*/ 9480 h 6858000"/>
              <a:gd name="connsiteX961" fmla="*/ 1214634 w 7467600"/>
              <a:gd name="connsiteY961" fmla="*/ 0 h 6858000"/>
              <a:gd name="connsiteX962" fmla="*/ 1289827 w 7467600"/>
              <a:gd name="connsiteY962" fmla="*/ 0 h 6858000"/>
              <a:gd name="connsiteX963" fmla="*/ 1321076 w 7467600"/>
              <a:gd name="connsiteY963" fmla="*/ 59722 h 6858000"/>
              <a:gd name="connsiteX964" fmla="*/ 1512579 w 7467600"/>
              <a:gd name="connsiteY964" fmla="*/ 626441 h 6858000"/>
              <a:gd name="connsiteX965" fmla="*/ 1506076 w 7467600"/>
              <a:gd name="connsiteY965" fmla="*/ 1089289 h 6858000"/>
              <a:gd name="connsiteX966" fmla="*/ 1486346 w 7467600"/>
              <a:gd name="connsiteY966" fmla="*/ 1079919 h 6858000"/>
              <a:gd name="connsiteX967" fmla="*/ 1070511 w 7467600"/>
              <a:gd name="connsiteY967" fmla="*/ 48609 h 6858000"/>
              <a:gd name="connsiteX968" fmla="*/ 1057230 w 7467600"/>
              <a:gd name="connsiteY968" fmla="*/ 0 h 6858000"/>
              <a:gd name="connsiteX969" fmla="*/ 43151 w 7467600"/>
              <a:gd name="connsiteY969" fmla="*/ 0 h 6858000"/>
              <a:gd name="connsiteX970" fmla="*/ 95283 w 7467600"/>
              <a:gd name="connsiteY970" fmla="*/ 0 h 6858000"/>
              <a:gd name="connsiteX971" fmla="*/ 300708 w 7467600"/>
              <a:gd name="connsiteY971" fmla="*/ 154571 h 6858000"/>
              <a:gd name="connsiteX972" fmla="*/ 530414 w 7467600"/>
              <a:gd name="connsiteY972" fmla="*/ 354673 h 6858000"/>
              <a:gd name="connsiteX973" fmla="*/ 333785 w 7467600"/>
              <a:gd name="connsiteY973" fmla="*/ 161564 h 6858000"/>
              <a:gd name="connsiteX974" fmla="*/ 147005 w 7467600"/>
              <a:gd name="connsiteY974" fmla="*/ 0 h 6858000"/>
              <a:gd name="connsiteX975" fmla="*/ 272509 w 7467600"/>
              <a:gd name="connsiteY975" fmla="*/ 0 h 6858000"/>
              <a:gd name="connsiteX976" fmla="*/ 326276 w 7467600"/>
              <a:gd name="connsiteY976" fmla="*/ 45847 h 6858000"/>
              <a:gd name="connsiteX977" fmla="*/ 823759 w 7467600"/>
              <a:gd name="connsiteY977" fmla="*/ 574145 h 6858000"/>
              <a:gd name="connsiteX978" fmla="*/ 811254 w 7467600"/>
              <a:gd name="connsiteY978" fmla="*/ 665546 h 6858000"/>
              <a:gd name="connsiteX979" fmla="*/ 154042 w 7467600"/>
              <a:gd name="connsiteY979" fmla="*/ 261522 h 6858000"/>
              <a:gd name="connsiteX980" fmla="*/ 13550 w 7467600"/>
              <a:gd name="connsiteY980" fmla="*/ 158423 h 6858000"/>
              <a:gd name="connsiteX981" fmla="*/ 0 w 7467600"/>
              <a:gd name="connsiteY981" fmla="*/ 146618 h 6858000"/>
              <a:gd name="connsiteX982" fmla="*/ 0 w 7467600"/>
              <a:gd name="connsiteY982" fmla="*/ 59161 h 6858000"/>
              <a:gd name="connsiteX983" fmla="*/ 45427 w 7467600"/>
              <a:gd name="connsiteY983" fmla="*/ 101078 h 6858000"/>
              <a:gd name="connsiteX984" fmla="*/ 630103 w 7467600"/>
              <a:gd name="connsiteY984" fmla="*/ 485885 h 6858000"/>
              <a:gd name="connsiteX985" fmla="*/ 532040 w 7467600"/>
              <a:gd name="connsiteY985" fmla="*/ 399359 h 6858000"/>
              <a:gd name="connsiteX986" fmla="*/ 517618 w 7467600"/>
              <a:gd name="connsiteY986" fmla="*/ 385726 h 6858000"/>
              <a:gd name="connsiteX987" fmla="*/ 285074 w 7467600"/>
              <a:gd name="connsiteY987" fmla="*/ 182755 h 6858000"/>
              <a:gd name="connsiteX988" fmla="*/ 43151 w 7467600"/>
              <a:gd name="connsiteY98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312201 w 7467600"/>
              <a:gd name="connsiteY131" fmla="*/ 5128278 h 6858000"/>
              <a:gd name="connsiteX132" fmla="*/ 1903353 w 7467600"/>
              <a:gd name="connsiteY132" fmla="*/ 5044827 h 6858000"/>
              <a:gd name="connsiteX133" fmla="*/ 1936931 w 7467600"/>
              <a:gd name="connsiteY133" fmla="*/ 5093954 h 6858000"/>
              <a:gd name="connsiteX134" fmla="*/ 2195868 w 7467600"/>
              <a:gd name="connsiteY134" fmla="*/ 5396574 h 6858000"/>
              <a:gd name="connsiteX135" fmla="*/ 2088852 w 7467600"/>
              <a:gd name="connsiteY135" fmla="*/ 5166123 h 6858000"/>
              <a:gd name="connsiteX136" fmla="*/ 1958241 w 7467600"/>
              <a:gd name="connsiteY136" fmla="*/ 5067955 h 6858000"/>
              <a:gd name="connsiteX137" fmla="*/ 1903353 w 7467600"/>
              <a:gd name="connsiteY137" fmla="*/ 5044827 h 6858000"/>
              <a:gd name="connsiteX138" fmla="*/ 1979378 w 7467600"/>
              <a:gd name="connsiteY138" fmla="*/ 4769504 h 6858000"/>
              <a:gd name="connsiteX139" fmla="*/ 2882120 w 7467600"/>
              <a:gd name="connsiteY139" fmla="*/ 5064547 h 6858000"/>
              <a:gd name="connsiteX140" fmla="*/ 2793103 w 7467600"/>
              <a:gd name="connsiteY140" fmla="*/ 5039699 h 6858000"/>
              <a:gd name="connsiteX141" fmla="*/ 2770041 w 7467600"/>
              <a:gd name="connsiteY141" fmla="*/ 5033634 h 6858000"/>
              <a:gd name="connsiteX142" fmla="*/ 1979378 w 7467600"/>
              <a:gd name="connsiteY142" fmla="*/ 4769504 h 6858000"/>
              <a:gd name="connsiteX143" fmla="*/ 1927410 w 7467600"/>
              <a:gd name="connsiteY143" fmla="*/ 4716164 h 6858000"/>
              <a:gd name="connsiteX144" fmla="*/ 1959587 w 7467600"/>
              <a:gd name="connsiteY144" fmla="*/ 4728849 h 6858000"/>
              <a:gd name="connsiteX145" fmla="*/ 2777707 w 7467600"/>
              <a:gd name="connsiteY145" fmla="*/ 5003991 h 6858000"/>
              <a:gd name="connsiteX146" fmla="*/ 2800768 w 7467600"/>
              <a:gd name="connsiteY146" fmla="*/ 5010056 h 6858000"/>
              <a:gd name="connsiteX147" fmla="*/ 2879408 w 7467600"/>
              <a:gd name="connsiteY147" fmla="*/ 5031590 h 6858000"/>
              <a:gd name="connsiteX148" fmla="*/ 2862295 w 7467600"/>
              <a:gd name="connsiteY148" fmla="*/ 5022958 h 6858000"/>
              <a:gd name="connsiteX149" fmla="*/ 2813343 w 7467600"/>
              <a:gd name="connsiteY149" fmla="*/ 4998369 h 6858000"/>
              <a:gd name="connsiteX150" fmla="*/ 2646245 w 7467600"/>
              <a:gd name="connsiteY150" fmla="*/ 4930999 h 6858000"/>
              <a:gd name="connsiteX151" fmla="*/ 1999243 w 7467600"/>
              <a:gd name="connsiteY151" fmla="*/ 4730524 h 6858000"/>
              <a:gd name="connsiteX152" fmla="*/ 1979527 w 7467600"/>
              <a:gd name="connsiteY152" fmla="*/ 4726651 h 6858000"/>
              <a:gd name="connsiteX153" fmla="*/ 1927410 w 7467600"/>
              <a:gd name="connsiteY153" fmla="*/ 4716164 h 6858000"/>
              <a:gd name="connsiteX154" fmla="*/ 1997014 w 7467600"/>
              <a:gd name="connsiteY154" fmla="*/ 4698007 h 6858000"/>
              <a:gd name="connsiteX155" fmla="*/ 2005458 w 7467600"/>
              <a:gd name="connsiteY155" fmla="*/ 4699540 h 6858000"/>
              <a:gd name="connsiteX156" fmla="*/ 2657186 w 7467600"/>
              <a:gd name="connsiteY156" fmla="*/ 4901687 h 6858000"/>
              <a:gd name="connsiteX157" fmla="*/ 2826662 w 7467600"/>
              <a:gd name="connsiteY157" fmla="*/ 4970362 h 6858000"/>
              <a:gd name="connsiteX158" fmla="*/ 2876100 w 7467600"/>
              <a:gd name="connsiteY158" fmla="*/ 4995397 h 6858000"/>
              <a:gd name="connsiteX159" fmla="*/ 3042600 w 7467600"/>
              <a:gd name="connsiteY159" fmla="*/ 5059532 h 6858000"/>
              <a:gd name="connsiteX160" fmla="*/ 1997014 w 7467600"/>
              <a:gd name="connsiteY160" fmla="*/ 4698007 h 6858000"/>
              <a:gd name="connsiteX161" fmla="*/ 2305292 w 7467600"/>
              <a:gd name="connsiteY161" fmla="*/ 4219492 h 6858000"/>
              <a:gd name="connsiteX162" fmla="*/ 3360922 w 7467600"/>
              <a:gd name="connsiteY162" fmla="*/ 4529373 h 6858000"/>
              <a:gd name="connsiteX163" fmla="*/ 3492420 w 7467600"/>
              <a:gd name="connsiteY163" fmla="*/ 4510145 h 6858000"/>
              <a:gd name="connsiteX164" fmla="*/ 3364086 w 7467600"/>
              <a:gd name="connsiteY164" fmla="*/ 4480340 h 6858000"/>
              <a:gd name="connsiteX165" fmla="*/ 3225818 w 7467600"/>
              <a:gd name="connsiteY165" fmla="*/ 4411822 h 6858000"/>
              <a:gd name="connsiteX166" fmla="*/ 3129696 w 7467600"/>
              <a:gd name="connsiteY166" fmla="*/ 4360704 h 6858000"/>
              <a:gd name="connsiteX167" fmla="*/ 2814545 w 7467600"/>
              <a:gd name="connsiteY167" fmla="*/ 4282955 h 6858000"/>
              <a:gd name="connsiteX168" fmla="*/ 2305292 w 7467600"/>
              <a:gd name="connsiteY168" fmla="*/ 4219492 h 6858000"/>
              <a:gd name="connsiteX169" fmla="*/ 2626982 w 7467600"/>
              <a:gd name="connsiteY169" fmla="*/ 4206450 h 6858000"/>
              <a:gd name="connsiteX170" fmla="*/ 2490617 w 7467600"/>
              <a:gd name="connsiteY170" fmla="*/ 4206951 h 6858000"/>
              <a:gd name="connsiteX171" fmla="*/ 2819869 w 7467600"/>
              <a:gd name="connsiteY171" fmla="*/ 4252936 h 6858000"/>
              <a:gd name="connsiteX172" fmla="*/ 3143018 w 7467600"/>
              <a:gd name="connsiteY172" fmla="*/ 4332698 h 6858000"/>
              <a:gd name="connsiteX173" fmla="*/ 3241520 w 7467600"/>
              <a:gd name="connsiteY173" fmla="*/ 4385112 h 6858000"/>
              <a:gd name="connsiteX174" fmla="*/ 3374575 w 7467600"/>
              <a:gd name="connsiteY174" fmla="*/ 4451517 h 6858000"/>
              <a:gd name="connsiteX175" fmla="*/ 3505221 w 7467600"/>
              <a:gd name="connsiteY175" fmla="*/ 4480757 h 6858000"/>
              <a:gd name="connsiteX176" fmla="*/ 2626982 w 7467600"/>
              <a:gd name="connsiteY176" fmla="*/ 4206450 h 6858000"/>
              <a:gd name="connsiteX177" fmla="*/ 1310106 w 7467600"/>
              <a:gd name="connsiteY177" fmla="*/ 3943217 h 6858000"/>
              <a:gd name="connsiteX178" fmla="*/ 854994 w 7467600"/>
              <a:gd name="connsiteY178" fmla="*/ 4399136 h 6858000"/>
              <a:gd name="connsiteX179" fmla="*/ 742462 w 7467600"/>
              <a:gd name="connsiteY179" fmla="*/ 4594648 h 6858000"/>
              <a:gd name="connsiteX180" fmla="*/ 820602 w 7467600"/>
              <a:gd name="connsiteY180" fmla="*/ 4485915 h 6858000"/>
              <a:gd name="connsiteX181" fmla="*/ 878295 w 7467600"/>
              <a:gd name="connsiteY181" fmla="*/ 4403594 h 6858000"/>
              <a:gd name="connsiteX182" fmla="*/ 1240607 w 7467600"/>
              <a:gd name="connsiteY182" fmla="*/ 4010401 h 6858000"/>
              <a:gd name="connsiteX183" fmla="*/ 1310106 w 7467600"/>
              <a:gd name="connsiteY183" fmla="*/ 3943217 h 6858000"/>
              <a:gd name="connsiteX184" fmla="*/ 1423113 w 7467600"/>
              <a:gd name="connsiteY184" fmla="*/ 3874565 h 6858000"/>
              <a:gd name="connsiteX185" fmla="*/ 1260565 w 7467600"/>
              <a:gd name="connsiteY185" fmla="*/ 4031982 h 6858000"/>
              <a:gd name="connsiteX186" fmla="*/ 901900 w 7467600"/>
              <a:gd name="connsiteY186" fmla="*/ 4421236 h 6858000"/>
              <a:gd name="connsiteX187" fmla="*/ 845044 w 7467600"/>
              <a:gd name="connsiteY187" fmla="*/ 4502436 h 6858000"/>
              <a:gd name="connsiteX188" fmla="*/ 685926 w 7467600"/>
              <a:gd name="connsiteY188" fmla="*/ 4703069 h 6858000"/>
              <a:gd name="connsiteX189" fmla="*/ 684248 w 7467600"/>
              <a:gd name="connsiteY189" fmla="*/ 4706721 h 6858000"/>
              <a:gd name="connsiteX190" fmla="*/ 1423113 w 7467600"/>
              <a:gd name="connsiteY190" fmla="*/ 3874565 h 6858000"/>
              <a:gd name="connsiteX191" fmla="*/ 3316479 w 7467600"/>
              <a:gd name="connsiteY191" fmla="*/ 3872136 h 6858000"/>
              <a:gd name="connsiteX192" fmla="*/ 3546806 w 7467600"/>
              <a:gd name="connsiteY192" fmla="*/ 4356139 h 6858000"/>
              <a:gd name="connsiteX193" fmla="*/ 3364433 w 7467600"/>
              <a:gd name="connsiteY193" fmla="*/ 3953121 h 6858000"/>
              <a:gd name="connsiteX194" fmla="*/ 3316479 w 7467600"/>
              <a:gd name="connsiteY194" fmla="*/ 3872136 h 6858000"/>
              <a:gd name="connsiteX195" fmla="*/ 3291335 w 7467600"/>
              <a:gd name="connsiteY195" fmla="*/ 3767420 h 6858000"/>
              <a:gd name="connsiteX196" fmla="*/ 3390805 w 7467600"/>
              <a:gd name="connsiteY196" fmla="*/ 3937163 h 6858000"/>
              <a:gd name="connsiteX197" fmla="*/ 3579062 w 7467600"/>
              <a:gd name="connsiteY197" fmla="*/ 4359040 h 6858000"/>
              <a:gd name="connsiteX198" fmla="*/ 3467355 w 7467600"/>
              <a:gd name="connsiteY198" fmla="*/ 3988130 h 6858000"/>
              <a:gd name="connsiteX199" fmla="*/ 3310753 w 7467600"/>
              <a:gd name="connsiteY199" fmla="*/ 3787140 h 6858000"/>
              <a:gd name="connsiteX200" fmla="*/ 3291335 w 7467600"/>
              <a:gd name="connsiteY200" fmla="*/ 3767420 h 6858000"/>
              <a:gd name="connsiteX201" fmla="*/ 1635889 w 7467600"/>
              <a:gd name="connsiteY201" fmla="*/ 3709494 h 6858000"/>
              <a:gd name="connsiteX202" fmla="*/ 1634800 w 7467600"/>
              <a:gd name="connsiteY202" fmla="*/ 3731111 h 6858000"/>
              <a:gd name="connsiteX203" fmla="*/ 1635889 w 7467600"/>
              <a:gd name="connsiteY203" fmla="*/ 3709494 h 6858000"/>
              <a:gd name="connsiteX204" fmla="*/ 1510397 w 7467600"/>
              <a:gd name="connsiteY204" fmla="*/ 3684705 h 6858000"/>
              <a:gd name="connsiteX205" fmla="*/ 1146550 w 7467600"/>
              <a:gd name="connsiteY205" fmla="*/ 3802012 h 6858000"/>
              <a:gd name="connsiteX206" fmla="*/ 698834 w 7467600"/>
              <a:gd name="connsiteY206" fmla="*/ 3952272 h 6858000"/>
              <a:gd name="connsiteX207" fmla="*/ 34256 w 7467600"/>
              <a:gd name="connsiteY207" fmla="*/ 4347603 h 6858000"/>
              <a:gd name="connsiteX208" fmla="*/ 527241 w 7467600"/>
              <a:gd name="connsiteY208" fmla="*/ 4065078 h 6858000"/>
              <a:gd name="connsiteX209" fmla="*/ 1510397 w 7467600"/>
              <a:gd name="connsiteY209" fmla="*/ 3684705 h 6858000"/>
              <a:gd name="connsiteX210" fmla="*/ 1313114 w 7467600"/>
              <a:gd name="connsiteY210" fmla="*/ 3655216 h 6858000"/>
              <a:gd name="connsiteX211" fmla="*/ 1109304 w 7467600"/>
              <a:gd name="connsiteY211" fmla="*/ 3669030 h 6858000"/>
              <a:gd name="connsiteX212" fmla="*/ 8129 w 7467600"/>
              <a:gd name="connsiteY212" fmla="*/ 4330519 h 6858000"/>
              <a:gd name="connsiteX213" fmla="*/ 687572 w 7467600"/>
              <a:gd name="connsiteY213" fmla="*/ 3925629 h 6858000"/>
              <a:gd name="connsiteX214" fmla="*/ 1138365 w 7467600"/>
              <a:gd name="connsiteY214" fmla="*/ 3774515 h 6858000"/>
              <a:gd name="connsiteX215" fmla="*/ 1505579 w 7467600"/>
              <a:gd name="connsiteY215" fmla="*/ 3655526 h 6858000"/>
              <a:gd name="connsiteX216" fmla="*/ 1313114 w 7467600"/>
              <a:gd name="connsiteY216" fmla="*/ 3655216 h 6858000"/>
              <a:gd name="connsiteX217" fmla="*/ 3655073 w 7467600"/>
              <a:gd name="connsiteY217" fmla="*/ 3650884 h 6858000"/>
              <a:gd name="connsiteX218" fmla="*/ 3989938 w 7467600"/>
              <a:gd name="connsiteY218" fmla="*/ 3991685 h 6858000"/>
              <a:gd name="connsiteX219" fmla="*/ 4393907 w 7467600"/>
              <a:gd name="connsiteY219" fmla="*/ 4261258 h 6858000"/>
              <a:gd name="connsiteX220" fmla="*/ 4648051 w 7467600"/>
              <a:gd name="connsiteY220" fmla="*/ 4374051 h 6858000"/>
              <a:gd name="connsiteX221" fmla="*/ 4383389 w 7467600"/>
              <a:gd name="connsiteY221" fmla="*/ 4184369 h 6858000"/>
              <a:gd name="connsiteX222" fmla="*/ 4165508 w 7467600"/>
              <a:gd name="connsiteY222" fmla="*/ 4035196 h 6858000"/>
              <a:gd name="connsiteX223" fmla="*/ 4068162 w 7467600"/>
              <a:gd name="connsiteY223" fmla="*/ 3953394 h 6858000"/>
              <a:gd name="connsiteX224" fmla="*/ 3981416 w 7467600"/>
              <a:gd name="connsiteY224" fmla="*/ 3880482 h 6858000"/>
              <a:gd name="connsiteX225" fmla="*/ 3800147 w 7467600"/>
              <a:gd name="connsiteY225" fmla="*/ 3749872 h 6858000"/>
              <a:gd name="connsiteX226" fmla="*/ 3655073 w 7467600"/>
              <a:gd name="connsiteY226" fmla="*/ 3650884 h 6858000"/>
              <a:gd name="connsiteX227" fmla="*/ 3670252 w 7467600"/>
              <a:gd name="connsiteY227" fmla="*/ 3622798 h 6858000"/>
              <a:gd name="connsiteX228" fmla="*/ 3817258 w 7467600"/>
              <a:gd name="connsiteY228" fmla="*/ 3723577 h 6858000"/>
              <a:gd name="connsiteX229" fmla="*/ 4000461 w 7467600"/>
              <a:gd name="connsiteY229" fmla="*/ 3855966 h 6858000"/>
              <a:gd name="connsiteX230" fmla="*/ 4088180 w 7467600"/>
              <a:gd name="connsiteY230" fmla="*/ 3929774 h 6858000"/>
              <a:gd name="connsiteX231" fmla="*/ 4184555 w 7467600"/>
              <a:gd name="connsiteY231" fmla="*/ 4010683 h 6858000"/>
              <a:gd name="connsiteX232" fmla="*/ 4399563 w 7467600"/>
              <a:gd name="connsiteY232" fmla="*/ 4158106 h 6858000"/>
              <a:gd name="connsiteX233" fmla="*/ 4684469 w 7467600"/>
              <a:gd name="connsiteY233" fmla="*/ 4364680 h 6858000"/>
              <a:gd name="connsiteX234" fmla="*/ 4690271 w 7467600"/>
              <a:gd name="connsiteY234" fmla="*/ 4370034 h 6858000"/>
              <a:gd name="connsiteX235" fmla="*/ 4136093 w 7467600"/>
              <a:gd name="connsiteY235" fmla="*/ 3858466 h 6858000"/>
              <a:gd name="connsiteX236" fmla="*/ 3670252 w 7467600"/>
              <a:gd name="connsiteY236" fmla="*/ 3622798 h 6858000"/>
              <a:gd name="connsiteX237" fmla="*/ 4440129 w 7467600"/>
              <a:gd name="connsiteY237" fmla="*/ 3448571 h 6858000"/>
              <a:gd name="connsiteX238" fmla="*/ 4856525 w 7467600"/>
              <a:gd name="connsiteY238" fmla="*/ 3915351 h 6858000"/>
              <a:gd name="connsiteX239" fmla="*/ 5059055 w 7467600"/>
              <a:gd name="connsiteY239" fmla="*/ 4108918 h 6858000"/>
              <a:gd name="connsiteX240" fmla="*/ 5290070 w 7467600"/>
              <a:gd name="connsiteY240" fmla="*/ 4263619 h 6858000"/>
              <a:gd name="connsiteX241" fmla="*/ 4834991 w 7467600"/>
              <a:gd name="connsiteY241" fmla="*/ 3830985 h 6858000"/>
              <a:gd name="connsiteX242" fmla="*/ 4440129 w 7467600"/>
              <a:gd name="connsiteY242" fmla="*/ 3448571 h 6858000"/>
              <a:gd name="connsiteX243" fmla="*/ 4441737 w 7467600"/>
              <a:gd name="connsiteY243" fmla="*/ 3399734 h 6858000"/>
              <a:gd name="connsiteX244" fmla="*/ 4431236 w 7467600"/>
              <a:gd name="connsiteY244" fmla="*/ 3400954 h 6858000"/>
              <a:gd name="connsiteX245" fmla="*/ 4557150 w 7467600"/>
              <a:gd name="connsiteY245" fmla="*/ 3510023 h 6858000"/>
              <a:gd name="connsiteX246" fmla="*/ 4856936 w 7467600"/>
              <a:gd name="connsiteY246" fmla="*/ 3809146 h 6858000"/>
              <a:gd name="connsiteX247" fmla="*/ 5111996 w 7467600"/>
              <a:gd name="connsiteY247" fmla="*/ 4065759 h 6858000"/>
              <a:gd name="connsiteX248" fmla="*/ 5388878 w 7467600"/>
              <a:gd name="connsiteY248" fmla="*/ 4300185 h 6858000"/>
              <a:gd name="connsiteX249" fmla="*/ 5425556 w 7467600"/>
              <a:gd name="connsiteY249" fmla="*/ 4308967 h 6858000"/>
              <a:gd name="connsiteX250" fmla="*/ 4943646 w 7467600"/>
              <a:gd name="connsiteY250" fmla="*/ 3822916 h 6858000"/>
              <a:gd name="connsiteX251" fmla="*/ 4594837 w 7467600"/>
              <a:gd name="connsiteY251" fmla="*/ 3532274 h 6858000"/>
              <a:gd name="connsiteX252" fmla="*/ 4441737 w 7467600"/>
              <a:gd name="connsiteY252" fmla="*/ 3399734 h 6858000"/>
              <a:gd name="connsiteX253" fmla="*/ 5425834 w 7467600"/>
              <a:gd name="connsiteY253" fmla="*/ 3162785 h 6858000"/>
              <a:gd name="connsiteX254" fmla="*/ 5401644 w 7467600"/>
              <a:gd name="connsiteY254" fmla="*/ 3617847 h 6858000"/>
              <a:gd name="connsiteX255" fmla="*/ 5467256 w 7467600"/>
              <a:gd name="connsiteY255" fmla="*/ 4175494 h 6858000"/>
              <a:gd name="connsiteX256" fmla="*/ 5448069 w 7467600"/>
              <a:gd name="connsiteY256" fmla="*/ 3567554 h 6858000"/>
              <a:gd name="connsiteX257" fmla="*/ 5425834 w 7467600"/>
              <a:gd name="connsiteY257" fmla="*/ 3162785 h 6858000"/>
              <a:gd name="connsiteX258" fmla="*/ 1318687 w 7467600"/>
              <a:gd name="connsiteY258" fmla="*/ 3113840 h 6858000"/>
              <a:gd name="connsiteX259" fmla="*/ 1066793 w 7467600"/>
              <a:gd name="connsiteY259" fmla="*/ 3212171 h 6858000"/>
              <a:gd name="connsiteX260" fmla="*/ 993319 w 7467600"/>
              <a:gd name="connsiteY260" fmla="*/ 3247648 h 6858000"/>
              <a:gd name="connsiteX261" fmla="*/ 853081 w 7467600"/>
              <a:gd name="connsiteY261" fmla="*/ 3312410 h 6858000"/>
              <a:gd name="connsiteX262" fmla="*/ 805957 w 7467600"/>
              <a:gd name="connsiteY262" fmla="*/ 3330443 h 6858000"/>
              <a:gd name="connsiteX263" fmla="*/ 1318687 w 7467600"/>
              <a:gd name="connsiteY263" fmla="*/ 3113840 h 6858000"/>
              <a:gd name="connsiteX264" fmla="*/ 5453702 w 7467600"/>
              <a:gd name="connsiteY264" fmla="*/ 3090882 h 6858000"/>
              <a:gd name="connsiteX265" fmla="*/ 5480135 w 7467600"/>
              <a:gd name="connsiteY265" fmla="*/ 3565802 h 6858000"/>
              <a:gd name="connsiteX266" fmla="*/ 5499023 w 7467600"/>
              <a:gd name="connsiteY266" fmla="*/ 4166310 h 6858000"/>
              <a:gd name="connsiteX267" fmla="*/ 5547022 w 7467600"/>
              <a:gd name="connsiteY267" fmla="*/ 3607838 h 6858000"/>
              <a:gd name="connsiteX268" fmla="*/ 5515964 w 7467600"/>
              <a:gd name="connsiteY268" fmla="*/ 3378541 h 6858000"/>
              <a:gd name="connsiteX269" fmla="*/ 5453702 w 7467600"/>
              <a:gd name="connsiteY269" fmla="*/ 3090882 h 6858000"/>
              <a:gd name="connsiteX270" fmla="*/ 1238695 w 7467600"/>
              <a:gd name="connsiteY270" fmla="*/ 3076820 h 6858000"/>
              <a:gd name="connsiteX271" fmla="*/ 716371 w 7467600"/>
              <a:gd name="connsiteY271" fmla="*/ 3293249 h 6858000"/>
              <a:gd name="connsiteX272" fmla="*/ 579522 w 7467600"/>
              <a:gd name="connsiteY272" fmla="*/ 3371759 h 6858000"/>
              <a:gd name="connsiteX273" fmla="*/ 600288 w 7467600"/>
              <a:gd name="connsiteY273" fmla="*/ 3365555 h 6858000"/>
              <a:gd name="connsiteX274" fmla="*/ 840692 w 7467600"/>
              <a:gd name="connsiteY274" fmla="*/ 3284921 h 6858000"/>
              <a:gd name="connsiteX275" fmla="*/ 979248 w 7467600"/>
              <a:gd name="connsiteY275" fmla="*/ 3221003 h 6858000"/>
              <a:gd name="connsiteX276" fmla="*/ 1053282 w 7467600"/>
              <a:gd name="connsiteY276" fmla="*/ 3185247 h 6858000"/>
              <a:gd name="connsiteX277" fmla="*/ 1320603 w 7467600"/>
              <a:gd name="connsiteY277" fmla="*/ 3081281 h 6858000"/>
              <a:gd name="connsiteX278" fmla="*/ 1238695 w 7467600"/>
              <a:gd name="connsiteY278" fmla="*/ 3076820 h 6858000"/>
              <a:gd name="connsiteX279" fmla="*/ 5425627 w 7467600"/>
              <a:gd name="connsiteY279" fmla="*/ 2954192 h 6858000"/>
              <a:gd name="connsiteX280" fmla="*/ 5470770 w 7467600"/>
              <a:gd name="connsiteY280" fmla="*/ 3005435 h 6858000"/>
              <a:gd name="connsiteX281" fmla="*/ 5519779 w 7467600"/>
              <a:gd name="connsiteY281" fmla="*/ 4359223 h 6858000"/>
              <a:gd name="connsiteX282" fmla="*/ 5520293 w 7467600"/>
              <a:gd name="connsiteY282" fmla="*/ 4360602 h 6858000"/>
              <a:gd name="connsiteX283" fmla="*/ 5767221 w 7467600"/>
              <a:gd name="connsiteY283" fmla="*/ 4665564 h 6858000"/>
              <a:gd name="connsiteX284" fmla="*/ 6937169 w 7467600"/>
              <a:gd name="connsiteY284" fmla="*/ 4815941 h 6858000"/>
              <a:gd name="connsiteX285" fmla="*/ 6953922 w 7467600"/>
              <a:gd name="connsiteY285" fmla="*/ 4890068 h 6858000"/>
              <a:gd name="connsiteX286" fmla="*/ 6071359 w 7467600"/>
              <a:gd name="connsiteY286" fmla="*/ 4770770 h 6858000"/>
              <a:gd name="connsiteX287" fmla="*/ 6038839 w 7467600"/>
              <a:gd name="connsiteY287" fmla="*/ 4764474 h 6858000"/>
              <a:gd name="connsiteX288" fmla="*/ 6038706 w 7467600"/>
              <a:gd name="connsiteY288" fmla="*/ 4763847 h 6858000"/>
              <a:gd name="connsiteX289" fmla="*/ 6037784 w 7467600"/>
              <a:gd name="connsiteY289" fmla="*/ 4764270 h 6858000"/>
              <a:gd name="connsiteX290" fmla="*/ 6038839 w 7467600"/>
              <a:gd name="connsiteY290" fmla="*/ 4764474 h 6858000"/>
              <a:gd name="connsiteX291" fmla="*/ 6040338 w 7467600"/>
              <a:gd name="connsiteY291" fmla="*/ 4771418 h 6858000"/>
              <a:gd name="connsiteX292" fmla="*/ 6024488 w 7467600"/>
              <a:gd name="connsiteY292" fmla="*/ 4809903 h 6858000"/>
              <a:gd name="connsiteX293" fmla="*/ 5599771 w 7467600"/>
              <a:gd name="connsiteY293" fmla="*/ 5509652 h 6858000"/>
              <a:gd name="connsiteX294" fmla="*/ 5548843 w 7467600"/>
              <a:gd name="connsiteY294" fmla="*/ 5563845 h 6858000"/>
              <a:gd name="connsiteX295" fmla="*/ 5940952 w 7467600"/>
              <a:gd name="connsiteY295" fmla="*/ 6250028 h 6858000"/>
              <a:gd name="connsiteX296" fmla="*/ 6043441 w 7467600"/>
              <a:gd name="connsiteY296" fmla="*/ 6665847 h 6858000"/>
              <a:gd name="connsiteX297" fmla="*/ 6093432 w 7467600"/>
              <a:gd name="connsiteY297" fmla="*/ 6858000 h 6858000"/>
              <a:gd name="connsiteX298" fmla="*/ 6034344 w 7467600"/>
              <a:gd name="connsiteY298" fmla="*/ 6858000 h 6858000"/>
              <a:gd name="connsiteX299" fmla="*/ 6026679 w 7467600"/>
              <a:gd name="connsiteY299" fmla="*/ 6836959 h 6858000"/>
              <a:gd name="connsiteX300" fmla="*/ 5800441 w 7467600"/>
              <a:gd name="connsiteY300" fmla="*/ 6335286 h 6858000"/>
              <a:gd name="connsiteX301" fmla="*/ 5526562 w 7467600"/>
              <a:gd name="connsiteY301" fmla="*/ 5705388 h 6858000"/>
              <a:gd name="connsiteX302" fmla="*/ 5519640 w 7467600"/>
              <a:gd name="connsiteY302" fmla="*/ 5683774 h 6858000"/>
              <a:gd name="connsiteX303" fmla="*/ 5844559 w 7467600"/>
              <a:gd name="connsiteY303" fmla="*/ 6553349 h 6858000"/>
              <a:gd name="connsiteX304" fmla="*/ 5975994 w 7467600"/>
              <a:gd name="connsiteY304" fmla="*/ 6858000 h 6858000"/>
              <a:gd name="connsiteX305" fmla="*/ 5898547 w 7467600"/>
              <a:gd name="connsiteY305" fmla="*/ 6858000 h 6858000"/>
              <a:gd name="connsiteX306" fmla="*/ 5682041 w 7467600"/>
              <a:gd name="connsiteY306" fmla="*/ 6355860 h 6858000"/>
              <a:gd name="connsiteX307" fmla="*/ 5461758 w 7467600"/>
              <a:gd name="connsiteY307" fmla="*/ 5820220 h 6858000"/>
              <a:gd name="connsiteX308" fmla="*/ 5237282 w 7467600"/>
              <a:gd name="connsiteY308" fmla="*/ 6579086 h 6858000"/>
              <a:gd name="connsiteX309" fmla="*/ 5115009 w 7467600"/>
              <a:gd name="connsiteY309" fmla="*/ 6858000 h 6858000"/>
              <a:gd name="connsiteX310" fmla="*/ 5028074 w 7467600"/>
              <a:gd name="connsiteY310" fmla="*/ 6858000 h 6858000"/>
              <a:gd name="connsiteX311" fmla="*/ 5079508 w 7467600"/>
              <a:gd name="connsiteY311" fmla="*/ 6749074 h 6858000"/>
              <a:gd name="connsiteX312" fmla="*/ 5371846 w 7467600"/>
              <a:gd name="connsiteY312" fmla="*/ 5924413 h 6858000"/>
              <a:gd name="connsiteX313" fmla="*/ 5270512 w 7467600"/>
              <a:gd name="connsiteY313" fmla="*/ 6138975 h 6858000"/>
              <a:gd name="connsiteX314" fmla="*/ 5062409 w 7467600"/>
              <a:gd name="connsiteY314" fmla="*/ 6653544 h 6858000"/>
              <a:gd name="connsiteX315" fmla="*/ 5036628 w 7467600"/>
              <a:gd name="connsiteY315" fmla="*/ 6754247 h 6858000"/>
              <a:gd name="connsiteX316" fmla="*/ 5009112 w 7467600"/>
              <a:gd name="connsiteY316" fmla="*/ 6858000 h 6858000"/>
              <a:gd name="connsiteX317" fmla="*/ 4976679 w 7467600"/>
              <a:gd name="connsiteY317" fmla="*/ 6858000 h 6858000"/>
              <a:gd name="connsiteX318" fmla="*/ 5006537 w 7467600"/>
              <a:gd name="connsiteY318" fmla="*/ 6747068 h 6858000"/>
              <a:gd name="connsiteX319" fmla="*/ 5032723 w 7467600"/>
              <a:gd name="connsiteY319" fmla="*/ 6644957 h 6858000"/>
              <a:gd name="connsiteX320" fmla="*/ 5242949 w 7467600"/>
              <a:gd name="connsiteY320" fmla="*/ 6125175 h 6858000"/>
              <a:gd name="connsiteX321" fmla="*/ 5286321 w 7467600"/>
              <a:gd name="connsiteY321" fmla="*/ 6033555 h 6858000"/>
              <a:gd name="connsiteX322" fmla="*/ 5008210 w 7467600"/>
              <a:gd name="connsiteY322" fmla="*/ 6649194 h 6858000"/>
              <a:gd name="connsiteX323" fmla="*/ 4986321 w 7467600"/>
              <a:gd name="connsiteY323" fmla="*/ 6765687 h 6858000"/>
              <a:gd name="connsiteX324" fmla="*/ 4973474 w 7467600"/>
              <a:gd name="connsiteY324" fmla="*/ 6858000 h 6858000"/>
              <a:gd name="connsiteX325" fmla="*/ 4907178 w 7467600"/>
              <a:gd name="connsiteY325" fmla="*/ 6858000 h 6858000"/>
              <a:gd name="connsiteX326" fmla="*/ 4910810 w 7467600"/>
              <a:gd name="connsiteY326" fmla="*/ 6829660 h 6858000"/>
              <a:gd name="connsiteX327" fmla="*/ 4987461 w 7467600"/>
              <a:gd name="connsiteY327" fmla="*/ 6432994 h 6858000"/>
              <a:gd name="connsiteX328" fmla="*/ 5179262 w 7467600"/>
              <a:gd name="connsiteY328" fmla="*/ 6035044 h 6858000"/>
              <a:gd name="connsiteX329" fmla="*/ 4689678 w 7467600"/>
              <a:gd name="connsiteY329" fmla="*/ 6440241 h 6858000"/>
              <a:gd name="connsiteX330" fmla="*/ 4477543 w 7467600"/>
              <a:gd name="connsiteY330" fmla="*/ 6674836 h 6858000"/>
              <a:gd name="connsiteX331" fmla="*/ 4329957 w 7467600"/>
              <a:gd name="connsiteY331" fmla="*/ 6858000 h 6858000"/>
              <a:gd name="connsiteX332" fmla="*/ 4218595 w 7467600"/>
              <a:gd name="connsiteY332" fmla="*/ 6858000 h 6858000"/>
              <a:gd name="connsiteX333" fmla="*/ 4368888 w 7467600"/>
              <a:gd name="connsiteY333" fmla="*/ 6668412 h 6858000"/>
              <a:gd name="connsiteX334" fmla="*/ 4563091 w 7467600"/>
              <a:gd name="connsiteY334" fmla="*/ 6442508 h 6858000"/>
              <a:gd name="connsiteX335" fmla="*/ 5387324 w 7467600"/>
              <a:gd name="connsiteY335" fmla="*/ 5705830 h 6858000"/>
              <a:gd name="connsiteX336" fmla="*/ 5073620 w 7467600"/>
              <a:gd name="connsiteY336" fmla="*/ 5955437 h 6858000"/>
              <a:gd name="connsiteX337" fmla="*/ 4689789 w 7467600"/>
              <a:gd name="connsiteY337" fmla="*/ 6268382 h 6858000"/>
              <a:gd name="connsiteX338" fmla="*/ 4418722 w 7467600"/>
              <a:gd name="connsiteY338" fmla="*/ 6570886 h 6858000"/>
              <a:gd name="connsiteX339" fmla="*/ 4214944 w 7467600"/>
              <a:gd name="connsiteY339" fmla="*/ 6858000 h 6858000"/>
              <a:gd name="connsiteX340" fmla="*/ 4177898 w 7467600"/>
              <a:gd name="connsiteY340" fmla="*/ 6858000 h 6858000"/>
              <a:gd name="connsiteX341" fmla="*/ 4391597 w 7467600"/>
              <a:gd name="connsiteY341" fmla="*/ 6556370 h 6858000"/>
              <a:gd name="connsiteX342" fmla="*/ 4668889 w 7467600"/>
              <a:gd name="connsiteY342" fmla="*/ 6246399 h 6858000"/>
              <a:gd name="connsiteX343" fmla="*/ 5055427 w 7467600"/>
              <a:gd name="connsiteY343" fmla="*/ 5931476 h 6858000"/>
              <a:gd name="connsiteX344" fmla="*/ 5371814 w 7467600"/>
              <a:gd name="connsiteY344" fmla="*/ 5678975 h 6858000"/>
              <a:gd name="connsiteX345" fmla="*/ 4987918 w 7467600"/>
              <a:gd name="connsiteY345" fmla="*/ 5838701 h 6858000"/>
              <a:gd name="connsiteX346" fmla="*/ 4317146 w 7467600"/>
              <a:gd name="connsiteY346" fmla="*/ 6587716 h 6858000"/>
              <a:gd name="connsiteX347" fmla="*/ 4171627 w 7467600"/>
              <a:gd name="connsiteY347" fmla="*/ 6858000 h 6858000"/>
              <a:gd name="connsiteX348" fmla="*/ 4081585 w 7467600"/>
              <a:gd name="connsiteY348" fmla="*/ 6858000 h 6858000"/>
              <a:gd name="connsiteX349" fmla="*/ 4238603 w 7467600"/>
              <a:gd name="connsiteY349" fmla="*/ 6559341 h 6858000"/>
              <a:gd name="connsiteX350" fmla="*/ 4778333 w 7467600"/>
              <a:gd name="connsiteY350" fmla="*/ 5873626 h 6858000"/>
              <a:gd name="connsiteX351" fmla="*/ 5414185 w 7467600"/>
              <a:gd name="connsiteY351" fmla="*/ 5573882 h 6858000"/>
              <a:gd name="connsiteX352" fmla="*/ 5959648 w 7467600"/>
              <a:gd name="connsiteY352" fmla="*/ 4760797 h 6858000"/>
              <a:gd name="connsiteX353" fmla="*/ 5355019 w 7467600"/>
              <a:gd name="connsiteY353" fmla="*/ 4734672 h 6858000"/>
              <a:gd name="connsiteX354" fmla="*/ 5083565 w 7467600"/>
              <a:gd name="connsiteY354" fmla="*/ 5179121 h 6858000"/>
              <a:gd name="connsiteX355" fmla="*/ 4713577 w 7467600"/>
              <a:gd name="connsiteY355" fmla="*/ 5616803 h 6858000"/>
              <a:gd name="connsiteX356" fmla="*/ 3989559 w 7467600"/>
              <a:gd name="connsiteY356" fmla="*/ 6145945 h 6858000"/>
              <a:gd name="connsiteX357" fmla="*/ 3939824 w 7467600"/>
              <a:gd name="connsiteY357" fmla="*/ 6066900 h 6858000"/>
              <a:gd name="connsiteX358" fmla="*/ 4584537 w 7467600"/>
              <a:gd name="connsiteY358" fmla="*/ 5324826 h 6858000"/>
              <a:gd name="connsiteX359" fmla="*/ 5037105 w 7467600"/>
              <a:gd name="connsiteY359" fmla="*/ 5088765 h 6858000"/>
              <a:gd name="connsiteX360" fmla="*/ 5039930 w 7467600"/>
              <a:gd name="connsiteY360" fmla="*/ 5089585 h 6858000"/>
              <a:gd name="connsiteX361" fmla="*/ 5263764 w 7467600"/>
              <a:gd name="connsiteY361" fmla="*/ 4735525 h 6858000"/>
              <a:gd name="connsiteX362" fmla="*/ 4086300 w 7467600"/>
              <a:gd name="connsiteY362" fmla="*/ 4884599 h 6858000"/>
              <a:gd name="connsiteX363" fmla="*/ 4085485 w 7467600"/>
              <a:gd name="connsiteY363" fmla="*/ 4899070 h 6858000"/>
              <a:gd name="connsiteX364" fmla="*/ 3871915 w 7467600"/>
              <a:gd name="connsiteY364" fmla="*/ 5253645 h 6858000"/>
              <a:gd name="connsiteX365" fmla="*/ 3799374 w 7467600"/>
              <a:gd name="connsiteY365" fmla="*/ 5466127 h 6858000"/>
              <a:gd name="connsiteX366" fmla="*/ 3498850 w 7467600"/>
              <a:gd name="connsiteY366" fmla="*/ 6661888 h 6858000"/>
              <a:gd name="connsiteX367" fmla="*/ 3399216 w 7467600"/>
              <a:gd name="connsiteY367" fmla="*/ 6858000 h 6858000"/>
              <a:gd name="connsiteX368" fmla="*/ 3303688 w 7467600"/>
              <a:gd name="connsiteY368" fmla="*/ 6858000 h 6858000"/>
              <a:gd name="connsiteX369" fmla="*/ 3391774 w 7467600"/>
              <a:gd name="connsiteY369" fmla="*/ 6697181 h 6858000"/>
              <a:gd name="connsiteX370" fmla="*/ 3735540 w 7467600"/>
              <a:gd name="connsiteY370" fmla="*/ 5546923 h 6858000"/>
              <a:gd name="connsiteX371" fmla="*/ 3729438 w 7467600"/>
              <a:gd name="connsiteY371" fmla="*/ 5569058 h 6858000"/>
              <a:gd name="connsiteX372" fmla="*/ 3707782 w 7467600"/>
              <a:gd name="connsiteY372" fmla="*/ 5644908 h 6858000"/>
              <a:gd name="connsiteX373" fmla="*/ 3583827 w 7467600"/>
              <a:gd name="connsiteY373" fmla="*/ 6039215 h 6858000"/>
              <a:gd name="connsiteX374" fmla="*/ 3547861 w 7467600"/>
              <a:gd name="connsiteY374" fmla="*/ 6129609 h 6858000"/>
              <a:gd name="connsiteX375" fmla="*/ 3490905 w 7467600"/>
              <a:gd name="connsiteY375" fmla="*/ 6277660 h 6858000"/>
              <a:gd name="connsiteX376" fmla="*/ 3455859 w 7467600"/>
              <a:gd name="connsiteY376" fmla="*/ 6391301 h 6858000"/>
              <a:gd name="connsiteX377" fmla="*/ 3429112 w 7467600"/>
              <a:gd name="connsiteY377" fmla="*/ 6479469 h 6858000"/>
              <a:gd name="connsiteX378" fmla="*/ 3304862 w 7467600"/>
              <a:gd name="connsiteY378" fmla="*/ 6796476 h 6858000"/>
              <a:gd name="connsiteX379" fmla="*/ 3276071 w 7467600"/>
              <a:gd name="connsiteY379" fmla="*/ 6858000 h 6858000"/>
              <a:gd name="connsiteX380" fmla="*/ 3240805 w 7467600"/>
              <a:gd name="connsiteY380" fmla="*/ 6858000 h 6858000"/>
              <a:gd name="connsiteX381" fmla="*/ 3275917 w 7467600"/>
              <a:gd name="connsiteY381" fmla="*/ 6783192 h 6858000"/>
              <a:gd name="connsiteX382" fmla="*/ 3399358 w 7467600"/>
              <a:gd name="connsiteY382" fmla="*/ 6469011 h 6858000"/>
              <a:gd name="connsiteX383" fmla="*/ 3425650 w 7467600"/>
              <a:gd name="connsiteY383" fmla="*/ 6381333 h 6858000"/>
              <a:gd name="connsiteX384" fmla="*/ 3460661 w 7467600"/>
              <a:gd name="connsiteY384" fmla="*/ 6266763 h 6858000"/>
              <a:gd name="connsiteX385" fmla="*/ 3518021 w 7467600"/>
              <a:gd name="connsiteY385" fmla="*/ 6117298 h 6858000"/>
              <a:gd name="connsiteX386" fmla="*/ 3554035 w 7467600"/>
              <a:gd name="connsiteY386" fmla="*/ 6027832 h 6858000"/>
              <a:gd name="connsiteX387" fmla="*/ 3677174 w 7467600"/>
              <a:gd name="connsiteY387" fmla="*/ 5636351 h 6858000"/>
              <a:gd name="connsiteX388" fmla="*/ 3698819 w 7467600"/>
              <a:gd name="connsiteY388" fmla="*/ 5560503 h 6858000"/>
              <a:gd name="connsiteX389" fmla="*/ 3702094 w 7467600"/>
              <a:gd name="connsiteY389" fmla="*/ 5549194 h 6858000"/>
              <a:gd name="connsiteX390" fmla="*/ 3398355 w 7467600"/>
              <a:gd name="connsiteY390" fmla="*/ 6094603 h 6858000"/>
              <a:gd name="connsiteX391" fmla="*/ 3193941 w 7467600"/>
              <a:gd name="connsiteY391" fmla="*/ 6798775 h 6858000"/>
              <a:gd name="connsiteX392" fmla="*/ 3184140 w 7467600"/>
              <a:gd name="connsiteY392" fmla="*/ 6858000 h 6858000"/>
              <a:gd name="connsiteX393" fmla="*/ 3099978 w 7467600"/>
              <a:gd name="connsiteY393" fmla="*/ 6858000 h 6858000"/>
              <a:gd name="connsiteX394" fmla="*/ 3101556 w 7467600"/>
              <a:gd name="connsiteY394" fmla="*/ 6843337 h 6858000"/>
              <a:gd name="connsiteX395" fmla="*/ 3370162 w 7467600"/>
              <a:gd name="connsiteY395" fmla="*/ 5785550 h 6858000"/>
              <a:gd name="connsiteX396" fmla="*/ 3746477 w 7467600"/>
              <a:gd name="connsiteY396" fmla="*/ 5377889 h 6858000"/>
              <a:gd name="connsiteX397" fmla="*/ 3863399 w 7467600"/>
              <a:gd name="connsiteY397" fmla="*/ 5087257 h 6858000"/>
              <a:gd name="connsiteX398" fmla="*/ 3968712 w 7467600"/>
              <a:gd name="connsiteY398" fmla="*/ 4913989 h 6858000"/>
              <a:gd name="connsiteX399" fmla="*/ 2792390 w 7467600"/>
              <a:gd name="connsiteY399" fmla="*/ 5382974 h 6858000"/>
              <a:gd name="connsiteX400" fmla="*/ 2714982 w 7467600"/>
              <a:gd name="connsiteY400" fmla="*/ 5427051 h 6858000"/>
              <a:gd name="connsiteX401" fmla="*/ 2813361 w 7467600"/>
              <a:gd name="connsiteY401" fmla="*/ 6023912 h 6858000"/>
              <a:gd name="connsiteX402" fmla="*/ 2688430 w 7467600"/>
              <a:gd name="connsiteY402" fmla="*/ 6801564 h 6858000"/>
              <a:gd name="connsiteX403" fmla="*/ 2629626 w 7467600"/>
              <a:gd name="connsiteY403" fmla="*/ 6763394 h 6858000"/>
              <a:gd name="connsiteX404" fmla="*/ 2565328 w 7467600"/>
              <a:gd name="connsiteY404" fmla="*/ 5516399 h 6858000"/>
              <a:gd name="connsiteX405" fmla="*/ 1922999 w 7467600"/>
              <a:gd name="connsiteY405" fmla="*/ 5980343 h 6858000"/>
              <a:gd name="connsiteX406" fmla="*/ 1950261 w 7467600"/>
              <a:gd name="connsiteY406" fmla="*/ 6405858 h 6858000"/>
              <a:gd name="connsiteX407" fmla="*/ 2365554 w 7467600"/>
              <a:gd name="connsiteY407" fmla="*/ 6759107 h 6858000"/>
              <a:gd name="connsiteX408" fmla="*/ 2424142 w 7467600"/>
              <a:gd name="connsiteY408" fmla="*/ 6858000 h 6858000"/>
              <a:gd name="connsiteX409" fmla="*/ 2395994 w 7467600"/>
              <a:gd name="connsiteY409" fmla="*/ 6858000 h 6858000"/>
              <a:gd name="connsiteX410" fmla="*/ 2392863 w 7467600"/>
              <a:gd name="connsiteY410" fmla="*/ 6852964 h 6858000"/>
              <a:gd name="connsiteX411" fmla="*/ 2017589 w 7467600"/>
              <a:gd name="connsiteY411" fmla="*/ 6493982 h 6858000"/>
              <a:gd name="connsiteX412" fmla="*/ 2147336 w 7467600"/>
              <a:gd name="connsiteY412" fmla="*/ 6594052 h 6858000"/>
              <a:gd name="connsiteX413" fmla="*/ 2207047 w 7467600"/>
              <a:gd name="connsiteY413" fmla="*/ 6654540 h 6858000"/>
              <a:gd name="connsiteX414" fmla="*/ 2299106 w 7467600"/>
              <a:gd name="connsiteY414" fmla="*/ 6778931 h 6858000"/>
              <a:gd name="connsiteX415" fmla="*/ 2314430 w 7467600"/>
              <a:gd name="connsiteY415" fmla="*/ 6801144 h 6858000"/>
              <a:gd name="connsiteX416" fmla="*/ 2352406 w 7467600"/>
              <a:gd name="connsiteY416" fmla="*/ 6858000 h 6858000"/>
              <a:gd name="connsiteX417" fmla="*/ 2314492 w 7467600"/>
              <a:gd name="connsiteY417" fmla="*/ 6858000 h 6858000"/>
              <a:gd name="connsiteX418" fmla="*/ 2288095 w 7467600"/>
              <a:gd name="connsiteY418" fmla="*/ 6818030 h 6858000"/>
              <a:gd name="connsiteX419" fmla="*/ 2272768 w 7467600"/>
              <a:gd name="connsiteY419" fmla="*/ 6795822 h 6858000"/>
              <a:gd name="connsiteX420" fmla="*/ 2182715 w 7467600"/>
              <a:gd name="connsiteY420" fmla="*/ 6675071 h 6858000"/>
              <a:gd name="connsiteX421" fmla="*/ 2032061 w 7467600"/>
              <a:gd name="connsiteY421" fmla="*/ 6541380 h 6858000"/>
              <a:gd name="connsiteX422" fmla="*/ 2257220 w 7467600"/>
              <a:gd name="connsiteY422" fmla="*/ 6826257 h 6858000"/>
              <a:gd name="connsiteX423" fmla="*/ 2281324 w 7467600"/>
              <a:gd name="connsiteY423" fmla="*/ 6858000 h 6858000"/>
              <a:gd name="connsiteX424" fmla="*/ 2242860 w 7467600"/>
              <a:gd name="connsiteY424" fmla="*/ 6858000 h 6858000"/>
              <a:gd name="connsiteX425" fmla="*/ 2232818 w 7467600"/>
              <a:gd name="connsiteY425" fmla="*/ 6844926 h 6858000"/>
              <a:gd name="connsiteX426" fmla="*/ 1990172 w 7467600"/>
              <a:gd name="connsiteY426" fmla="*/ 6542121 h 6858000"/>
              <a:gd name="connsiteX427" fmla="*/ 2124090 w 7467600"/>
              <a:gd name="connsiteY427" fmla="*/ 6761017 h 6858000"/>
              <a:gd name="connsiteX428" fmla="*/ 2200380 w 7467600"/>
              <a:gd name="connsiteY428" fmla="*/ 6858000 h 6858000"/>
              <a:gd name="connsiteX429" fmla="*/ 2147507 w 7467600"/>
              <a:gd name="connsiteY429" fmla="*/ 6858000 h 6858000"/>
              <a:gd name="connsiteX430" fmla="*/ 2070668 w 7467600"/>
              <a:gd name="connsiteY430" fmla="*/ 6761520 h 6858000"/>
              <a:gd name="connsiteX431" fmla="*/ 1975142 w 7467600"/>
              <a:gd name="connsiteY431" fmla="*/ 6585570 h 6858000"/>
              <a:gd name="connsiteX432" fmla="*/ 2050035 w 7467600"/>
              <a:gd name="connsiteY432" fmla="*/ 6813345 h 6858000"/>
              <a:gd name="connsiteX433" fmla="*/ 2063025 w 7467600"/>
              <a:gd name="connsiteY433" fmla="*/ 6858000 h 6858000"/>
              <a:gd name="connsiteX434" fmla="*/ 2021675 w 7467600"/>
              <a:gd name="connsiteY434" fmla="*/ 6858000 h 6858000"/>
              <a:gd name="connsiteX435" fmla="*/ 2019308 w 7467600"/>
              <a:gd name="connsiteY435" fmla="*/ 6847118 h 6858000"/>
              <a:gd name="connsiteX436" fmla="*/ 1938835 w 7467600"/>
              <a:gd name="connsiteY436" fmla="*/ 6551160 h 6858000"/>
              <a:gd name="connsiteX437" fmla="*/ 1953230 w 7467600"/>
              <a:gd name="connsiteY437" fmla="*/ 6759699 h 6858000"/>
              <a:gd name="connsiteX438" fmla="*/ 1956763 w 7467600"/>
              <a:gd name="connsiteY438" fmla="*/ 6778191 h 6858000"/>
              <a:gd name="connsiteX439" fmla="*/ 1967925 w 7467600"/>
              <a:gd name="connsiteY439" fmla="*/ 6858000 h 6858000"/>
              <a:gd name="connsiteX440" fmla="*/ 1936622 w 7467600"/>
              <a:gd name="connsiteY440" fmla="*/ 6858000 h 6858000"/>
              <a:gd name="connsiteX441" fmla="*/ 1926261 w 7467600"/>
              <a:gd name="connsiteY441" fmla="*/ 6784064 h 6858000"/>
              <a:gd name="connsiteX442" fmla="*/ 1922724 w 7467600"/>
              <a:gd name="connsiteY442" fmla="*/ 6765577 h 6858000"/>
              <a:gd name="connsiteX443" fmla="*/ 1904650 w 7467600"/>
              <a:gd name="connsiteY443" fmla="*/ 6639616 h 6858000"/>
              <a:gd name="connsiteX444" fmla="*/ 1885273 w 7467600"/>
              <a:gd name="connsiteY444" fmla="*/ 6858000 h 6858000"/>
              <a:gd name="connsiteX445" fmla="*/ 1854363 w 7467600"/>
              <a:gd name="connsiteY445" fmla="*/ 6858000 h 6858000"/>
              <a:gd name="connsiteX446" fmla="*/ 1880391 w 7467600"/>
              <a:gd name="connsiteY446" fmla="*/ 6603796 h 6858000"/>
              <a:gd name="connsiteX447" fmla="*/ 1818273 w 7467600"/>
              <a:gd name="connsiteY447" fmla="*/ 6715729 h 6858000"/>
              <a:gd name="connsiteX448" fmla="*/ 1794691 w 7467600"/>
              <a:gd name="connsiteY448" fmla="*/ 6843239 h 6858000"/>
              <a:gd name="connsiteX449" fmla="*/ 1794914 w 7467600"/>
              <a:gd name="connsiteY449" fmla="*/ 6858000 h 6858000"/>
              <a:gd name="connsiteX450" fmla="*/ 1746128 w 7467600"/>
              <a:gd name="connsiteY450" fmla="*/ 6858000 h 6858000"/>
              <a:gd name="connsiteX451" fmla="*/ 1753934 w 7467600"/>
              <a:gd name="connsiteY451" fmla="*/ 6724796 h 6858000"/>
              <a:gd name="connsiteX452" fmla="*/ 1792053 w 7467600"/>
              <a:gd name="connsiteY452" fmla="*/ 6572396 h 6858000"/>
              <a:gd name="connsiteX453" fmla="*/ 1862248 w 7467600"/>
              <a:gd name="connsiteY453" fmla="*/ 6266397 h 6858000"/>
              <a:gd name="connsiteX454" fmla="*/ 1862250 w 7467600"/>
              <a:gd name="connsiteY454" fmla="*/ 6033531 h 6858000"/>
              <a:gd name="connsiteX455" fmla="*/ 1211999 w 7467600"/>
              <a:gd name="connsiteY455" fmla="*/ 6683610 h 6858000"/>
              <a:gd name="connsiteX456" fmla="*/ 1213266 w 7467600"/>
              <a:gd name="connsiteY456" fmla="*/ 6691947 h 6858000"/>
              <a:gd name="connsiteX457" fmla="*/ 1203370 w 7467600"/>
              <a:gd name="connsiteY457" fmla="*/ 6850676 h 6858000"/>
              <a:gd name="connsiteX458" fmla="*/ 1203671 w 7467600"/>
              <a:gd name="connsiteY458" fmla="*/ 6858000 h 6858000"/>
              <a:gd name="connsiteX459" fmla="*/ 1143180 w 7467600"/>
              <a:gd name="connsiteY459" fmla="*/ 6858000 h 6858000"/>
              <a:gd name="connsiteX460" fmla="*/ 1142176 w 7467600"/>
              <a:gd name="connsiteY460" fmla="*/ 6766045 h 6858000"/>
              <a:gd name="connsiteX461" fmla="*/ 1067484 w 7467600"/>
              <a:gd name="connsiteY461" fmla="*/ 6858000 h 6858000"/>
              <a:gd name="connsiteX462" fmla="*/ 953928 w 7467600"/>
              <a:gd name="connsiteY462" fmla="*/ 6858000 h 6858000"/>
              <a:gd name="connsiteX463" fmla="*/ 959715 w 7467600"/>
              <a:gd name="connsiteY463" fmla="*/ 6850185 h 6858000"/>
              <a:gd name="connsiteX464" fmla="*/ 1483788 w 7467600"/>
              <a:gd name="connsiteY464" fmla="*/ 6259174 h 6858000"/>
              <a:gd name="connsiteX465" fmla="*/ 1100671 w 7467600"/>
              <a:gd name="connsiteY465" fmla="*/ 6252137 h 6858000"/>
              <a:gd name="connsiteX466" fmla="*/ 1090144 w 7467600"/>
              <a:gd name="connsiteY466" fmla="*/ 6256748 h 6858000"/>
              <a:gd name="connsiteX467" fmla="*/ 1095872 w 7467600"/>
              <a:gd name="connsiteY467" fmla="*/ 6271892 h 6858000"/>
              <a:gd name="connsiteX468" fmla="*/ 262785 w 7467600"/>
              <a:gd name="connsiteY468" fmla="*/ 6845450 h 6858000"/>
              <a:gd name="connsiteX469" fmla="*/ 209968 w 7467600"/>
              <a:gd name="connsiteY469" fmla="*/ 6770713 h 6858000"/>
              <a:gd name="connsiteX470" fmla="*/ 873460 w 7467600"/>
              <a:gd name="connsiteY470" fmla="*/ 6253768 h 6858000"/>
              <a:gd name="connsiteX471" fmla="*/ 192686 w 7467600"/>
              <a:gd name="connsiteY471" fmla="*/ 5849257 h 6858000"/>
              <a:gd name="connsiteX472" fmla="*/ 4696 w 7467600"/>
              <a:gd name="connsiteY472" fmla="*/ 5697668 h 6858000"/>
              <a:gd name="connsiteX473" fmla="*/ 0 w 7467600"/>
              <a:gd name="connsiteY473" fmla="*/ 5689984 h 6858000"/>
              <a:gd name="connsiteX474" fmla="*/ 0 w 7467600"/>
              <a:gd name="connsiteY474" fmla="*/ 5513472 h 6858000"/>
              <a:gd name="connsiteX475" fmla="*/ 174101 w 7467600"/>
              <a:gd name="connsiteY475" fmla="*/ 5620277 h 6858000"/>
              <a:gd name="connsiteX476" fmla="*/ 891800 w 7467600"/>
              <a:gd name="connsiteY476" fmla="*/ 6036935 h 6858000"/>
              <a:gd name="connsiteX477" fmla="*/ 1072219 w 7467600"/>
              <a:gd name="connsiteY477" fmla="*/ 6169443 h 6858000"/>
              <a:gd name="connsiteX478" fmla="*/ 1074117 w 7467600"/>
              <a:gd name="connsiteY478" fmla="*/ 6170301 h 6858000"/>
              <a:gd name="connsiteX479" fmla="*/ 1083114 w 7467600"/>
              <a:gd name="connsiteY479" fmla="*/ 6174131 h 6858000"/>
              <a:gd name="connsiteX480" fmla="*/ 1543010 w 7467600"/>
              <a:gd name="connsiteY480" fmla="*/ 6191140 h 6858000"/>
              <a:gd name="connsiteX481" fmla="*/ 1551080 w 7467600"/>
              <a:gd name="connsiteY481" fmla="*/ 6195006 h 6858000"/>
              <a:gd name="connsiteX482" fmla="*/ 2345443 w 7467600"/>
              <a:gd name="connsiteY482" fmla="*/ 5549882 h 6858000"/>
              <a:gd name="connsiteX483" fmla="*/ 1721499 w 7467600"/>
              <a:gd name="connsiteY483" fmla="*/ 5599969 h 6858000"/>
              <a:gd name="connsiteX484" fmla="*/ 767716 w 7467600"/>
              <a:gd name="connsiteY484" fmla="*/ 5472768 h 6858000"/>
              <a:gd name="connsiteX485" fmla="*/ 722147 w 7467600"/>
              <a:gd name="connsiteY485" fmla="*/ 5393091 h 6858000"/>
              <a:gd name="connsiteX486" fmla="*/ 1485552 w 7467600"/>
              <a:gd name="connsiteY486" fmla="*/ 5313202 h 6858000"/>
              <a:gd name="connsiteX487" fmla="*/ 2143004 w 7467600"/>
              <a:gd name="connsiteY487" fmla="*/ 5402420 h 6858000"/>
              <a:gd name="connsiteX488" fmla="*/ 1933391 w 7467600"/>
              <a:gd name="connsiteY488" fmla="*/ 5156971 h 6858000"/>
              <a:gd name="connsiteX489" fmla="*/ 1827118 w 7467600"/>
              <a:gd name="connsiteY489" fmla="*/ 4968410 h 6858000"/>
              <a:gd name="connsiteX490" fmla="*/ 1837349 w 7467600"/>
              <a:gd name="connsiteY490" fmla="*/ 4956357 h 6858000"/>
              <a:gd name="connsiteX491" fmla="*/ 2162835 w 7467600"/>
              <a:gd name="connsiteY491" fmla="*/ 5187853 h 6858000"/>
              <a:gd name="connsiteX492" fmla="*/ 2257167 w 7467600"/>
              <a:gd name="connsiteY492" fmla="*/ 5462123 h 6858000"/>
              <a:gd name="connsiteX493" fmla="*/ 2261598 w 7467600"/>
              <a:gd name="connsiteY493" fmla="*/ 5467998 h 6858000"/>
              <a:gd name="connsiteX494" fmla="*/ 2437177 w 7467600"/>
              <a:gd name="connsiteY494" fmla="*/ 5479608 h 6858000"/>
              <a:gd name="connsiteX495" fmla="*/ 2445247 w 7467600"/>
              <a:gd name="connsiteY495" fmla="*/ 5483476 h 6858000"/>
              <a:gd name="connsiteX496" fmla="*/ 2743626 w 7467600"/>
              <a:gd name="connsiteY496" fmla="*/ 5304819 h 6858000"/>
              <a:gd name="connsiteX497" fmla="*/ 3048102 w 7467600"/>
              <a:gd name="connsiteY497" fmla="*/ 5150595 h 6858000"/>
              <a:gd name="connsiteX498" fmla="*/ 1799414 w 7467600"/>
              <a:gd name="connsiteY498" fmla="*/ 4694732 h 6858000"/>
              <a:gd name="connsiteX499" fmla="*/ 1771735 w 7467600"/>
              <a:gd name="connsiteY499" fmla="*/ 4619929 h 6858000"/>
              <a:gd name="connsiteX500" fmla="*/ 3104273 w 7467600"/>
              <a:gd name="connsiteY500" fmla="*/ 5076159 h 6858000"/>
              <a:gd name="connsiteX501" fmla="*/ 3113245 w 7467600"/>
              <a:gd name="connsiteY501" fmla="*/ 5090705 h 6858000"/>
              <a:gd name="connsiteX502" fmla="*/ 3126294 w 7467600"/>
              <a:gd name="connsiteY502" fmla="*/ 5114400 h 6858000"/>
              <a:gd name="connsiteX503" fmla="*/ 3937433 w 7467600"/>
              <a:gd name="connsiteY503" fmla="*/ 4830473 h 6858000"/>
              <a:gd name="connsiteX504" fmla="*/ 3590475 w 7467600"/>
              <a:gd name="connsiteY504" fmla="*/ 4597974 h 6858000"/>
              <a:gd name="connsiteX505" fmla="*/ 3100264 w 7467600"/>
              <a:gd name="connsiteY505" fmla="*/ 4579845 h 6858000"/>
              <a:gd name="connsiteX506" fmla="*/ 2183576 w 7467600"/>
              <a:gd name="connsiteY506" fmla="*/ 4227150 h 6858000"/>
              <a:gd name="connsiteX507" fmla="*/ 2151029 w 7467600"/>
              <a:gd name="connsiteY507" fmla="*/ 4146947 h 6858000"/>
              <a:gd name="connsiteX508" fmla="*/ 3563434 w 7467600"/>
              <a:gd name="connsiteY508" fmla="*/ 4469115 h 6858000"/>
              <a:gd name="connsiteX509" fmla="*/ 3177952 w 7467600"/>
              <a:gd name="connsiteY509" fmla="*/ 3657386 h 6858000"/>
              <a:gd name="connsiteX510" fmla="*/ 3189263 w 7467600"/>
              <a:gd name="connsiteY510" fmla="*/ 3625726 h 6858000"/>
              <a:gd name="connsiteX511" fmla="*/ 3560912 w 7467600"/>
              <a:gd name="connsiteY511" fmla="*/ 4079863 h 6858000"/>
              <a:gd name="connsiteX512" fmla="*/ 3626636 w 7467600"/>
              <a:gd name="connsiteY512" fmla="*/ 4512230 h 6858000"/>
              <a:gd name="connsiteX513" fmla="*/ 3653088 w 7467600"/>
              <a:gd name="connsiteY513" fmla="*/ 4521417 h 6858000"/>
              <a:gd name="connsiteX514" fmla="*/ 3988128 w 7467600"/>
              <a:gd name="connsiteY514" fmla="*/ 4817267 h 6858000"/>
              <a:gd name="connsiteX515" fmla="*/ 4830582 w 7467600"/>
              <a:gd name="connsiteY515" fmla="*/ 4676000 h 6858000"/>
              <a:gd name="connsiteX516" fmla="*/ 4830100 w 7467600"/>
              <a:gd name="connsiteY516" fmla="*/ 4675554 h 6858000"/>
              <a:gd name="connsiteX517" fmla="*/ 4036318 w 7467600"/>
              <a:gd name="connsiteY517" fmla="*/ 4147013 h 6858000"/>
              <a:gd name="connsiteX518" fmla="*/ 3432098 w 7467600"/>
              <a:gd name="connsiteY518" fmla="*/ 3537312 h 6858000"/>
              <a:gd name="connsiteX519" fmla="*/ 3446761 w 7467600"/>
              <a:gd name="connsiteY519" fmla="*/ 3461278 h 6858000"/>
              <a:gd name="connsiteX520" fmla="*/ 4419733 w 7467600"/>
              <a:gd name="connsiteY520" fmla="*/ 3963555 h 6858000"/>
              <a:gd name="connsiteX521" fmla="*/ 4781371 w 7467600"/>
              <a:gd name="connsiteY521" fmla="*/ 4458604 h 6858000"/>
              <a:gd name="connsiteX522" fmla="*/ 4780440 w 7467600"/>
              <a:gd name="connsiteY522" fmla="*/ 4470290 h 6858000"/>
              <a:gd name="connsiteX523" fmla="*/ 4898954 w 7467600"/>
              <a:gd name="connsiteY523" fmla="*/ 4662092 h 6858000"/>
              <a:gd name="connsiteX524" fmla="*/ 4900699 w 7467600"/>
              <a:gd name="connsiteY524" fmla="*/ 4670867 h 6858000"/>
              <a:gd name="connsiteX525" fmla="*/ 5714511 w 7467600"/>
              <a:gd name="connsiteY525" fmla="*/ 4663483 h 6858000"/>
              <a:gd name="connsiteX526" fmla="*/ 5464793 w 7467600"/>
              <a:gd name="connsiteY526" fmla="*/ 4393556 h 6858000"/>
              <a:gd name="connsiteX527" fmla="*/ 5461897 w 7467600"/>
              <a:gd name="connsiteY527" fmla="*/ 4390879 h 6858000"/>
              <a:gd name="connsiteX528" fmla="*/ 4294126 w 7467600"/>
              <a:gd name="connsiteY528" fmla="*/ 3303048 h 6858000"/>
              <a:gd name="connsiteX529" fmla="*/ 4305321 w 7467600"/>
              <a:gd name="connsiteY529" fmla="*/ 3256953 h 6858000"/>
              <a:gd name="connsiteX530" fmla="*/ 4949299 w 7467600"/>
              <a:gd name="connsiteY530" fmla="*/ 3766336 h 6858000"/>
              <a:gd name="connsiteX531" fmla="*/ 5291452 w 7467600"/>
              <a:gd name="connsiteY531" fmla="*/ 4076801 h 6858000"/>
              <a:gd name="connsiteX532" fmla="*/ 5434998 w 7467600"/>
              <a:gd name="connsiteY532" fmla="*/ 4254100 h 6858000"/>
              <a:gd name="connsiteX533" fmla="*/ 5351015 w 7467600"/>
              <a:gd name="connsiteY533" fmla="*/ 3760989 h 6858000"/>
              <a:gd name="connsiteX534" fmla="*/ 5413780 w 7467600"/>
              <a:gd name="connsiteY534" fmla="*/ 2966265 h 6858000"/>
              <a:gd name="connsiteX535" fmla="*/ 5425627 w 7467600"/>
              <a:gd name="connsiteY535" fmla="*/ 2954192 h 6858000"/>
              <a:gd name="connsiteX536" fmla="*/ 6604735 w 7467600"/>
              <a:gd name="connsiteY536" fmla="*/ 2041381 h 6858000"/>
              <a:gd name="connsiteX537" fmla="*/ 7204487 w 7467600"/>
              <a:gd name="connsiteY537" fmla="*/ 2742112 h 6858000"/>
              <a:gd name="connsiteX538" fmla="*/ 7131592 w 7467600"/>
              <a:gd name="connsiteY538" fmla="*/ 2672096 h 6858000"/>
              <a:gd name="connsiteX539" fmla="*/ 6996344 w 7467600"/>
              <a:gd name="connsiteY539" fmla="*/ 2518310 h 6858000"/>
              <a:gd name="connsiteX540" fmla="*/ 6735495 w 7467600"/>
              <a:gd name="connsiteY540" fmla="*/ 2196890 h 6858000"/>
              <a:gd name="connsiteX541" fmla="*/ 6721901 w 7467600"/>
              <a:gd name="connsiteY541" fmla="*/ 2179274 h 6858000"/>
              <a:gd name="connsiteX542" fmla="*/ 6604735 w 7467600"/>
              <a:gd name="connsiteY542" fmla="*/ 2041381 h 6858000"/>
              <a:gd name="connsiteX543" fmla="*/ 6591670 w 7467600"/>
              <a:gd name="connsiteY543" fmla="*/ 1988277 h 6858000"/>
              <a:gd name="connsiteX544" fmla="*/ 6747349 w 7467600"/>
              <a:gd name="connsiteY544" fmla="*/ 2160069 h 6858000"/>
              <a:gd name="connsiteX545" fmla="*/ 6760943 w 7467600"/>
              <a:gd name="connsiteY545" fmla="*/ 2177686 h 6858000"/>
              <a:gd name="connsiteX546" fmla="*/ 7021065 w 7467600"/>
              <a:gd name="connsiteY546" fmla="*/ 2498102 h 6858000"/>
              <a:gd name="connsiteX547" fmla="*/ 7155223 w 7467600"/>
              <a:gd name="connsiteY547" fmla="*/ 2650386 h 6858000"/>
              <a:gd name="connsiteX548" fmla="*/ 7203167 w 7467600"/>
              <a:gd name="connsiteY548" fmla="*/ 2697288 h 6858000"/>
              <a:gd name="connsiteX549" fmla="*/ 6937703 w 7467600"/>
              <a:gd name="connsiteY549" fmla="*/ 2321981 h 6858000"/>
              <a:gd name="connsiteX550" fmla="*/ 6591670 w 7467600"/>
              <a:gd name="connsiteY550" fmla="*/ 1988277 h 6858000"/>
              <a:gd name="connsiteX551" fmla="*/ 5798671 w 7467600"/>
              <a:gd name="connsiteY551" fmla="*/ 1981601 h 6858000"/>
              <a:gd name="connsiteX552" fmla="*/ 5754709 w 7467600"/>
              <a:gd name="connsiteY552" fmla="*/ 2071454 h 6858000"/>
              <a:gd name="connsiteX553" fmla="*/ 5763044 w 7467600"/>
              <a:gd name="connsiteY553" fmla="*/ 2842206 h 6858000"/>
              <a:gd name="connsiteX554" fmla="*/ 5764974 w 7467600"/>
              <a:gd name="connsiteY554" fmla="*/ 2799609 h 6858000"/>
              <a:gd name="connsiteX555" fmla="*/ 5767665 w 7467600"/>
              <a:gd name="connsiteY555" fmla="*/ 2666409 h 6858000"/>
              <a:gd name="connsiteX556" fmla="*/ 5763055 w 7467600"/>
              <a:gd name="connsiteY556" fmla="*/ 2579705 h 6858000"/>
              <a:gd name="connsiteX557" fmla="*/ 5758079 w 7467600"/>
              <a:gd name="connsiteY557" fmla="*/ 2492508 h 6858000"/>
              <a:gd name="connsiteX558" fmla="*/ 5779325 w 7467600"/>
              <a:gd name="connsiteY558" fmla="*/ 2197069 h 6858000"/>
              <a:gd name="connsiteX559" fmla="*/ 5798671 w 7467600"/>
              <a:gd name="connsiteY559" fmla="*/ 1981601 h 6858000"/>
              <a:gd name="connsiteX560" fmla="*/ 5829202 w 7467600"/>
              <a:gd name="connsiteY560" fmla="*/ 1971679 h 6858000"/>
              <a:gd name="connsiteX561" fmla="*/ 5809558 w 7467600"/>
              <a:gd name="connsiteY561" fmla="*/ 2198043 h 6858000"/>
              <a:gd name="connsiteX562" fmla="*/ 5788653 w 7467600"/>
              <a:gd name="connsiteY562" fmla="*/ 2489430 h 6858000"/>
              <a:gd name="connsiteX563" fmla="*/ 5793439 w 7467600"/>
              <a:gd name="connsiteY563" fmla="*/ 2575235 h 6858000"/>
              <a:gd name="connsiteX564" fmla="*/ 5796837 w 7467600"/>
              <a:gd name="connsiteY564" fmla="*/ 2637633 h 6858000"/>
              <a:gd name="connsiteX565" fmla="*/ 5818614 w 7467600"/>
              <a:gd name="connsiteY565" fmla="*/ 2473055 h 6858000"/>
              <a:gd name="connsiteX566" fmla="*/ 5829202 w 7467600"/>
              <a:gd name="connsiteY566" fmla="*/ 1971679 h 6858000"/>
              <a:gd name="connsiteX567" fmla="*/ 5911389 w 7467600"/>
              <a:gd name="connsiteY567" fmla="*/ 1898371 h 6858000"/>
              <a:gd name="connsiteX568" fmla="*/ 6237627 w 7467600"/>
              <a:gd name="connsiteY568" fmla="*/ 2231921 h 6858000"/>
              <a:gd name="connsiteX569" fmla="*/ 5911389 w 7467600"/>
              <a:gd name="connsiteY569" fmla="*/ 1898371 h 6858000"/>
              <a:gd name="connsiteX570" fmla="*/ 6944437 w 7467600"/>
              <a:gd name="connsiteY570" fmla="*/ 1575402 h 6858000"/>
              <a:gd name="connsiteX571" fmla="*/ 6304730 w 7467600"/>
              <a:gd name="connsiteY571" fmla="*/ 1766654 h 6858000"/>
              <a:gd name="connsiteX572" fmla="*/ 6944437 w 7467600"/>
              <a:gd name="connsiteY572" fmla="*/ 1575402 h 6858000"/>
              <a:gd name="connsiteX573" fmla="*/ 7019523 w 7467600"/>
              <a:gd name="connsiteY573" fmla="*/ 1519450 h 6858000"/>
              <a:gd name="connsiteX574" fmla="*/ 6298091 w 7467600"/>
              <a:gd name="connsiteY574" fmla="*/ 1737122 h 6858000"/>
              <a:gd name="connsiteX575" fmla="*/ 7019523 w 7467600"/>
              <a:gd name="connsiteY575" fmla="*/ 1519450 h 6858000"/>
              <a:gd name="connsiteX576" fmla="*/ 2399523 w 7467600"/>
              <a:gd name="connsiteY576" fmla="*/ 1428234 h 6858000"/>
              <a:gd name="connsiteX577" fmla="*/ 2224982 w 7467600"/>
              <a:gd name="connsiteY577" fmla="*/ 1826201 h 6858000"/>
              <a:gd name="connsiteX578" fmla="*/ 2096099 w 7467600"/>
              <a:gd name="connsiteY578" fmla="*/ 2345900 h 6858000"/>
              <a:gd name="connsiteX579" fmla="*/ 2283317 w 7467600"/>
              <a:gd name="connsiteY579" fmla="*/ 1796925 h 6858000"/>
              <a:gd name="connsiteX580" fmla="*/ 2399523 w 7467600"/>
              <a:gd name="connsiteY580" fmla="*/ 1428234 h 6858000"/>
              <a:gd name="connsiteX581" fmla="*/ 2448558 w 7467600"/>
              <a:gd name="connsiteY581" fmla="*/ 1373435 h 6858000"/>
              <a:gd name="connsiteX582" fmla="*/ 2312521 w 7467600"/>
              <a:gd name="connsiteY582" fmla="*/ 1806140 h 6858000"/>
              <a:gd name="connsiteX583" fmla="*/ 2127533 w 7467600"/>
              <a:gd name="connsiteY583" fmla="*/ 2348380 h 6858000"/>
              <a:gd name="connsiteX584" fmla="*/ 2358080 w 7467600"/>
              <a:gd name="connsiteY584" fmla="*/ 1866134 h 6858000"/>
              <a:gd name="connsiteX585" fmla="*/ 2407436 w 7467600"/>
              <a:gd name="connsiteY585" fmla="*/ 1651070 h 6858000"/>
              <a:gd name="connsiteX586" fmla="*/ 2448558 w 7467600"/>
              <a:gd name="connsiteY586" fmla="*/ 1373435 h 6858000"/>
              <a:gd name="connsiteX587" fmla="*/ 278707 w 7467600"/>
              <a:gd name="connsiteY587" fmla="*/ 1352270 h 6858000"/>
              <a:gd name="connsiteX588" fmla="*/ 321570 w 7467600"/>
              <a:gd name="connsiteY588" fmla="*/ 1861610 h 6858000"/>
              <a:gd name="connsiteX589" fmla="*/ 294281 w 7467600"/>
              <a:gd name="connsiteY589" fmla="*/ 1440658 h 6858000"/>
              <a:gd name="connsiteX590" fmla="*/ 278707 w 7467600"/>
              <a:gd name="connsiteY590" fmla="*/ 1352270 h 6858000"/>
              <a:gd name="connsiteX591" fmla="*/ 1423821 w 7467600"/>
              <a:gd name="connsiteY591" fmla="*/ 1351958 h 6858000"/>
              <a:gd name="connsiteX592" fmla="*/ 1638521 w 7467600"/>
              <a:gd name="connsiteY592" fmla="*/ 1908470 h 6858000"/>
              <a:gd name="connsiteX593" fmla="*/ 1754199 w 7467600"/>
              <a:gd name="connsiteY593" fmla="*/ 2149284 h 6858000"/>
              <a:gd name="connsiteX594" fmla="*/ 1908359 w 7467600"/>
              <a:gd name="connsiteY594" fmla="*/ 2364988 h 6858000"/>
              <a:gd name="connsiteX595" fmla="*/ 1647661 w 7467600"/>
              <a:gd name="connsiteY595" fmla="*/ 1825945 h 6858000"/>
              <a:gd name="connsiteX596" fmla="*/ 1423821 w 7467600"/>
              <a:gd name="connsiteY596" fmla="*/ 1351958 h 6858000"/>
              <a:gd name="connsiteX597" fmla="*/ 1431890 w 7467600"/>
              <a:gd name="connsiteY597" fmla="*/ 1306475 h 6858000"/>
              <a:gd name="connsiteX598" fmla="*/ 1507597 w 7467600"/>
              <a:gd name="connsiteY598" fmla="*/ 1446132 h 6858000"/>
              <a:gd name="connsiteX599" fmla="*/ 1674586 w 7467600"/>
              <a:gd name="connsiteY599" fmla="*/ 1813832 h 6858000"/>
              <a:gd name="connsiteX600" fmla="*/ 1815950 w 7467600"/>
              <a:gd name="connsiteY600" fmla="*/ 2128564 h 6858000"/>
              <a:gd name="connsiteX601" fmla="*/ 1984242 w 7467600"/>
              <a:gd name="connsiteY601" fmla="*/ 2430829 h 6858000"/>
              <a:gd name="connsiteX602" fmla="*/ 2014023 w 7467600"/>
              <a:gd name="connsiteY602" fmla="*/ 2450995 h 6858000"/>
              <a:gd name="connsiteX603" fmla="*/ 1747337 w 7467600"/>
              <a:gd name="connsiteY603" fmla="*/ 1855264 h 6858000"/>
              <a:gd name="connsiteX604" fmla="*/ 1533749 w 7467600"/>
              <a:gd name="connsiteY604" fmla="*/ 1478656 h 6858000"/>
              <a:gd name="connsiteX605" fmla="*/ 1431890 w 7467600"/>
              <a:gd name="connsiteY605" fmla="*/ 1306475 h 6858000"/>
              <a:gd name="connsiteX606" fmla="*/ 5052692 w 7467600"/>
              <a:gd name="connsiteY606" fmla="*/ 1292994 h 6858000"/>
              <a:gd name="connsiteX607" fmla="*/ 5200661 w 7467600"/>
              <a:gd name="connsiteY607" fmla="*/ 1635186 h 6858000"/>
              <a:gd name="connsiteX608" fmla="*/ 5297138 w 7467600"/>
              <a:gd name="connsiteY608" fmla="*/ 1906351 h 6858000"/>
              <a:gd name="connsiteX609" fmla="*/ 5052692 w 7467600"/>
              <a:gd name="connsiteY609" fmla="*/ 1292994 h 6858000"/>
              <a:gd name="connsiteX610" fmla="*/ 5009948 w 7467600"/>
              <a:gd name="connsiteY610" fmla="*/ 1273619 h 6858000"/>
              <a:gd name="connsiteX611" fmla="*/ 5121777 w 7467600"/>
              <a:gd name="connsiteY611" fmla="*/ 1654213 h 6858000"/>
              <a:gd name="connsiteX612" fmla="*/ 5293545 w 7467600"/>
              <a:gd name="connsiteY612" fmla="*/ 2072247 h 6858000"/>
              <a:gd name="connsiteX613" fmla="*/ 5294042 w 7467600"/>
              <a:gd name="connsiteY613" fmla="*/ 2065019 h 6858000"/>
              <a:gd name="connsiteX614" fmla="*/ 5171936 w 7467600"/>
              <a:gd name="connsiteY614" fmla="*/ 1647613 h 6858000"/>
              <a:gd name="connsiteX615" fmla="*/ 5009948 w 7467600"/>
              <a:gd name="connsiteY615" fmla="*/ 1273619 h 6858000"/>
              <a:gd name="connsiteX616" fmla="*/ 655236 w 7467600"/>
              <a:gd name="connsiteY616" fmla="*/ 1268632 h 6858000"/>
              <a:gd name="connsiteX617" fmla="*/ 839521 w 7467600"/>
              <a:gd name="connsiteY617" fmla="*/ 1685315 h 6858000"/>
              <a:gd name="connsiteX618" fmla="*/ 1109416 w 7467600"/>
              <a:gd name="connsiteY618" fmla="*/ 2061663 h 6858000"/>
              <a:gd name="connsiteX619" fmla="*/ 1298300 w 7467600"/>
              <a:gd name="connsiteY619" fmla="*/ 2247742 h 6858000"/>
              <a:gd name="connsiteX620" fmla="*/ 1125871 w 7467600"/>
              <a:gd name="connsiteY620" fmla="*/ 1989513 h 6858000"/>
              <a:gd name="connsiteX621" fmla="*/ 981574 w 7467600"/>
              <a:gd name="connsiteY621" fmla="*/ 1783157 h 6858000"/>
              <a:gd name="connsiteX622" fmla="*/ 922198 w 7467600"/>
              <a:gd name="connsiteY622" fmla="*/ 1677437 h 6858000"/>
              <a:gd name="connsiteX623" fmla="*/ 869293 w 7467600"/>
              <a:gd name="connsiteY623" fmla="*/ 1583214 h 6858000"/>
              <a:gd name="connsiteX624" fmla="*/ 751431 w 7467600"/>
              <a:gd name="connsiteY624" fmla="*/ 1405731 h 6858000"/>
              <a:gd name="connsiteX625" fmla="*/ 655236 w 7467600"/>
              <a:gd name="connsiteY625" fmla="*/ 1268632 h 6858000"/>
              <a:gd name="connsiteX626" fmla="*/ 6516292 w 7467600"/>
              <a:gd name="connsiteY626" fmla="*/ 1263064 h 6858000"/>
              <a:gd name="connsiteX627" fmla="*/ 5736320 w 7467600"/>
              <a:gd name="connsiteY627" fmla="*/ 1501803 h 6858000"/>
              <a:gd name="connsiteX628" fmla="*/ 6516292 w 7467600"/>
              <a:gd name="connsiteY628" fmla="*/ 1263064 h 6858000"/>
              <a:gd name="connsiteX629" fmla="*/ 291466 w 7467600"/>
              <a:gd name="connsiteY629" fmla="*/ 1250369 h 6858000"/>
              <a:gd name="connsiteX630" fmla="*/ 323180 w 7467600"/>
              <a:gd name="connsiteY630" fmla="*/ 1435283 h 6858000"/>
              <a:gd name="connsiteX631" fmla="*/ 349381 w 7467600"/>
              <a:gd name="connsiteY631" fmla="*/ 1875041 h 6858000"/>
              <a:gd name="connsiteX632" fmla="*/ 374363 w 7467600"/>
              <a:gd name="connsiteY632" fmla="*/ 1506494 h 6858000"/>
              <a:gd name="connsiteX633" fmla="*/ 302168 w 7467600"/>
              <a:gd name="connsiteY633" fmla="*/ 1274495 h 6858000"/>
              <a:gd name="connsiteX634" fmla="*/ 291466 w 7467600"/>
              <a:gd name="connsiteY634" fmla="*/ 1250369 h 6858000"/>
              <a:gd name="connsiteX635" fmla="*/ 678222 w 7467600"/>
              <a:gd name="connsiteY635" fmla="*/ 1248670 h 6858000"/>
              <a:gd name="connsiteX636" fmla="*/ 775536 w 7467600"/>
              <a:gd name="connsiteY636" fmla="*/ 1388015 h 6858000"/>
              <a:gd name="connsiteX637" fmla="*/ 894529 w 7467600"/>
              <a:gd name="connsiteY637" fmla="*/ 1567739 h 6858000"/>
              <a:gd name="connsiteX638" fmla="*/ 948000 w 7467600"/>
              <a:gd name="connsiteY638" fmla="*/ 1663088 h 6858000"/>
              <a:gd name="connsiteX639" fmla="*/ 1006812 w 7467600"/>
              <a:gd name="connsiteY639" fmla="*/ 1767683 h 6858000"/>
              <a:gd name="connsiteX640" fmla="*/ 1149133 w 7467600"/>
              <a:gd name="connsiteY640" fmla="*/ 1971513 h 6858000"/>
              <a:gd name="connsiteX641" fmla="*/ 1333952 w 7467600"/>
              <a:gd name="connsiteY641" fmla="*/ 2251620 h 6858000"/>
              <a:gd name="connsiteX642" fmla="*/ 1337329 w 7467600"/>
              <a:gd name="connsiteY642" fmla="*/ 2258350 h 6858000"/>
              <a:gd name="connsiteX643" fmla="*/ 1014726 w 7467600"/>
              <a:gd name="connsiteY643" fmla="*/ 1615556 h 6858000"/>
              <a:gd name="connsiteX644" fmla="*/ 678222 w 7467600"/>
              <a:gd name="connsiteY644" fmla="*/ 1248670 h 6858000"/>
              <a:gd name="connsiteX645" fmla="*/ 6691602 w 7467600"/>
              <a:gd name="connsiteY645" fmla="*/ 1140573 h 6858000"/>
              <a:gd name="connsiteX646" fmla="*/ 6571100 w 7467600"/>
              <a:gd name="connsiteY646" fmla="*/ 1183662 h 6858000"/>
              <a:gd name="connsiteX647" fmla="*/ 6241687 w 7467600"/>
              <a:gd name="connsiteY647" fmla="*/ 1257600 h 6858000"/>
              <a:gd name="connsiteX648" fmla="*/ 5693009 w 7467600"/>
              <a:gd name="connsiteY648" fmla="*/ 1478256 h 6858000"/>
              <a:gd name="connsiteX649" fmla="*/ 6548420 w 7467600"/>
              <a:gd name="connsiteY649" fmla="*/ 1214599 h 6858000"/>
              <a:gd name="connsiteX650" fmla="*/ 6605473 w 7467600"/>
              <a:gd name="connsiteY650" fmla="*/ 1184686 h 6858000"/>
              <a:gd name="connsiteX651" fmla="*/ 6691602 w 7467600"/>
              <a:gd name="connsiteY651" fmla="*/ 1140573 h 6858000"/>
              <a:gd name="connsiteX652" fmla="*/ 4002475 w 7467600"/>
              <a:gd name="connsiteY652" fmla="*/ 1037802 h 6858000"/>
              <a:gd name="connsiteX653" fmla="*/ 4000324 w 7467600"/>
              <a:gd name="connsiteY653" fmla="*/ 1039362 h 6858000"/>
              <a:gd name="connsiteX654" fmla="*/ 4002862 w 7467600"/>
              <a:gd name="connsiteY654" fmla="*/ 1042866 h 6858000"/>
              <a:gd name="connsiteX655" fmla="*/ 4002475 w 7467600"/>
              <a:gd name="connsiteY655" fmla="*/ 1037802 h 6858000"/>
              <a:gd name="connsiteX656" fmla="*/ 506322 w 7467600"/>
              <a:gd name="connsiteY656" fmla="*/ 1020997 h 6858000"/>
              <a:gd name="connsiteX657" fmla="*/ 533068 w 7467600"/>
              <a:gd name="connsiteY657" fmla="*/ 1029409 h 6858000"/>
              <a:gd name="connsiteX658" fmla="*/ 1232525 w 7467600"/>
              <a:gd name="connsiteY658" fmla="*/ 1804675 h 6858000"/>
              <a:gd name="connsiteX659" fmla="*/ 1388858 w 7467600"/>
              <a:gd name="connsiteY659" fmla="*/ 2368011 h 6858000"/>
              <a:gd name="connsiteX660" fmla="*/ 1384098 w 7467600"/>
              <a:gd name="connsiteY660" fmla="*/ 2378125 h 6858000"/>
              <a:gd name="connsiteX661" fmla="*/ 1425393 w 7467600"/>
              <a:gd name="connsiteY661" fmla="*/ 2589124 h 6858000"/>
              <a:gd name="connsiteX662" fmla="*/ 1424001 w 7467600"/>
              <a:gd name="connsiteY662" fmla="*/ 2597541 h 6858000"/>
              <a:gd name="connsiteX663" fmla="*/ 2152729 w 7467600"/>
              <a:gd name="connsiteY663" fmla="*/ 2864487 h 6858000"/>
              <a:gd name="connsiteX664" fmla="*/ 2020609 w 7467600"/>
              <a:gd name="connsiteY664" fmla="*/ 2539671 h 6858000"/>
              <a:gd name="connsiteX665" fmla="*/ 2018920 w 7467600"/>
              <a:gd name="connsiteY665" fmla="*/ 2536309 h 6858000"/>
              <a:gd name="connsiteX666" fmla="*/ 1342441 w 7467600"/>
              <a:gd name="connsiteY666" fmla="*/ 1173017 h 6858000"/>
              <a:gd name="connsiteX667" fmla="*/ 1367925 w 7467600"/>
              <a:gd name="connsiteY667" fmla="*/ 1135648 h 6858000"/>
              <a:gd name="connsiteX668" fmla="*/ 1771401 w 7467600"/>
              <a:gd name="connsiteY668" fmla="*/ 1806673 h 6858000"/>
              <a:gd name="connsiteX669" fmla="*/ 1972385 w 7467600"/>
              <a:gd name="connsiteY669" fmla="*/ 2198735 h 6858000"/>
              <a:gd name="connsiteX670" fmla="*/ 2040892 w 7467600"/>
              <a:gd name="connsiteY670" fmla="*/ 2405205 h 6858000"/>
              <a:gd name="connsiteX671" fmla="*/ 2131689 w 7467600"/>
              <a:gd name="connsiteY671" fmla="*/ 1936926 h 6858000"/>
              <a:gd name="connsiteX672" fmla="*/ 2454820 w 7467600"/>
              <a:gd name="connsiteY672" fmla="*/ 1248808 h 6858000"/>
              <a:gd name="connsiteX673" fmla="*/ 2492512 w 7467600"/>
              <a:gd name="connsiteY673" fmla="*/ 1302920 h 6858000"/>
              <a:gd name="connsiteX674" fmla="*/ 2081216 w 7467600"/>
              <a:gd name="connsiteY674" fmla="*/ 2527513 h 6858000"/>
              <a:gd name="connsiteX675" fmla="*/ 2081211 w 7467600"/>
              <a:gd name="connsiteY675" fmla="*/ 2528916 h 6858000"/>
              <a:gd name="connsiteX676" fmla="*/ 2199067 w 7467600"/>
              <a:gd name="connsiteY676" fmla="*/ 2884061 h 6858000"/>
              <a:gd name="connsiteX677" fmla="*/ 3192586 w 7467600"/>
              <a:gd name="connsiteY677" fmla="*/ 3411496 h 6858000"/>
              <a:gd name="connsiteX678" fmla="*/ 3182620 w 7467600"/>
              <a:gd name="connsiteY678" fmla="*/ 3483279 h 6858000"/>
              <a:gd name="connsiteX679" fmla="*/ 2435119 w 7467600"/>
              <a:gd name="connsiteY679" fmla="*/ 3080173 h 6858000"/>
              <a:gd name="connsiteX680" fmla="*/ 2410152 w 7467600"/>
              <a:gd name="connsiteY680" fmla="*/ 3063751 h 6858000"/>
              <a:gd name="connsiteX681" fmla="*/ 2408099 w 7467600"/>
              <a:gd name="connsiteY681" fmla="*/ 3064403 h 6858000"/>
              <a:gd name="connsiteX682" fmla="*/ 2407218 w 7467600"/>
              <a:gd name="connsiteY682" fmla="*/ 3070324 h 6858000"/>
              <a:gd name="connsiteX683" fmla="*/ 2380138 w 7467600"/>
              <a:gd name="connsiteY683" fmla="*/ 3099341 h 6858000"/>
              <a:gd name="connsiteX684" fmla="*/ 1765923 w 7467600"/>
              <a:gd name="connsiteY684" fmla="*/ 3581043 h 6858000"/>
              <a:gd name="connsiteX685" fmla="*/ 1702258 w 7467600"/>
              <a:gd name="connsiteY685" fmla="*/ 3612286 h 6858000"/>
              <a:gd name="connsiteX686" fmla="*/ 1538370 w 7467600"/>
              <a:gd name="connsiteY686" fmla="*/ 3811804 h 6858000"/>
              <a:gd name="connsiteX687" fmla="*/ 542867 w 7467600"/>
              <a:gd name="connsiteY687" fmla="*/ 4944092 h 6858000"/>
              <a:gd name="connsiteX688" fmla="*/ 515800 w 7467600"/>
              <a:gd name="connsiteY688" fmla="*/ 4862180 h 6858000"/>
              <a:gd name="connsiteX689" fmla="*/ 909145 w 7467600"/>
              <a:gd name="connsiteY689" fmla="*/ 4199225 h 6858000"/>
              <a:gd name="connsiteX690" fmla="*/ 1214067 w 7467600"/>
              <a:gd name="connsiteY690" fmla="*/ 3908561 h 6858000"/>
              <a:gd name="connsiteX691" fmla="*/ 640967 w 7467600"/>
              <a:gd name="connsiteY691" fmla="*/ 4105601 h 6858000"/>
              <a:gd name="connsiteX692" fmla="*/ 112563 w 7467600"/>
              <a:gd name="connsiteY692" fmla="*/ 4396952 h 6858000"/>
              <a:gd name="connsiteX693" fmla="*/ 0 w 7467600"/>
              <a:gd name="connsiteY693" fmla="*/ 4466006 h 6858000"/>
              <a:gd name="connsiteX694" fmla="*/ 0 w 7467600"/>
              <a:gd name="connsiteY694" fmla="*/ 4233763 h 6858000"/>
              <a:gd name="connsiteX695" fmla="*/ 36881 w 7467600"/>
              <a:gd name="connsiteY695" fmla="*/ 4200118 h 6858000"/>
              <a:gd name="connsiteX696" fmla="*/ 910534 w 7467600"/>
              <a:gd name="connsiteY696" fmla="*/ 3629753 h 6858000"/>
              <a:gd name="connsiteX697" fmla="*/ 1578717 w 7467600"/>
              <a:gd name="connsiteY697" fmla="*/ 3575982 h 6858000"/>
              <a:gd name="connsiteX698" fmla="*/ 2338780 w 7467600"/>
              <a:gd name="connsiteY698" fmla="*/ 3033725 h 6858000"/>
              <a:gd name="connsiteX699" fmla="*/ 1807991 w 7467600"/>
              <a:gd name="connsiteY699" fmla="*/ 2807184 h 6858000"/>
              <a:gd name="connsiteX700" fmla="*/ 1416358 w 7467600"/>
              <a:gd name="connsiteY700" fmla="*/ 3112571 h 6858000"/>
              <a:gd name="connsiteX701" fmla="*/ 939066 w 7467600"/>
              <a:gd name="connsiteY701" fmla="*/ 3378798 h 6858000"/>
              <a:gd name="connsiteX702" fmla="*/ 115099 w 7467600"/>
              <a:gd name="connsiteY702" fmla="*/ 3607650 h 6858000"/>
              <a:gd name="connsiteX703" fmla="*/ 97284 w 7467600"/>
              <a:gd name="connsiteY703" fmla="*/ 3520393 h 6858000"/>
              <a:gd name="connsiteX704" fmla="*/ 922050 w 7467600"/>
              <a:gd name="connsiteY704" fmla="*/ 3074867 h 6858000"/>
              <a:gd name="connsiteX705" fmla="*/ 1405265 w 7467600"/>
              <a:gd name="connsiteY705" fmla="*/ 3016319 h 6858000"/>
              <a:gd name="connsiteX706" fmla="*/ 1407512 w 7467600"/>
              <a:gd name="connsiteY706" fmla="*/ 3018001 h 6858000"/>
              <a:gd name="connsiteX707" fmla="*/ 1726266 w 7467600"/>
              <a:gd name="connsiteY707" fmla="*/ 2777274 h 6858000"/>
              <a:gd name="connsiteX708" fmla="*/ 625390 w 7467600"/>
              <a:gd name="connsiteY708" fmla="*/ 2514541 h 6858000"/>
              <a:gd name="connsiteX709" fmla="*/ 619799 w 7467600"/>
              <a:gd name="connsiteY709" fmla="*/ 2527180 h 6858000"/>
              <a:gd name="connsiteX710" fmla="*/ 310030 w 7467600"/>
              <a:gd name="connsiteY710" fmla="*/ 2771818 h 6858000"/>
              <a:gd name="connsiteX711" fmla="*/ 173877 w 7467600"/>
              <a:gd name="connsiteY711" fmla="*/ 2937056 h 6858000"/>
              <a:gd name="connsiteX712" fmla="*/ 77889 w 7467600"/>
              <a:gd name="connsiteY712" fmla="*/ 3138440 h 6858000"/>
              <a:gd name="connsiteX713" fmla="*/ 0 w 7467600"/>
              <a:gd name="connsiteY713" fmla="*/ 3271395 h 6858000"/>
              <a:gd name="connsiteX714" fmla="*/ 0 w 7467600"/>
              <a:gd name="connsiteY714" fmla="*/ 3153002 h 6858000"/>
              <a:gd name="connsiteX715" fmla="*/ 2386 w 7467600"/>
              <a:gd name="connsiteY715" fmla="*/ 3149203 h 6858000"/>
              <a:gd name="connsiteX716" fmla="*/ 89753 w 7467600"/>
              <a:gd name="connsiteY716" fmla="*/ 2987702 h 6858000"/>
              <a:gd name="connsiteX717" fmla="*/ 76869 w 7467600"/>
              <a:gd name="connsiteY717" fmla="*/ 3005404 h 6858000"/>
              <a:gd name="connsiteX718" fmla="*/ 32049 w 7467600"/>
              <a:gd name="connsiteY718" fmla="*/ 3065814 h 6858000"/>
              <a:gd name="connsiteX719" fmla="*/ 0 w 7467600"/>
              <a:gd name="connsiteY719" fmla="*/ 3108744 h 6858000"/>
              <a:gd name="connsiteX720" fmla="*/ 0 w 7467600"/>
              <a:gd name="connsiteY720" fmla="*/ 3058059 h 6858000"/>
              <a:gd name="connsiteX721" fmla="*/ 7610 w 7467600"/>
              <a:gd name="connsiteY721" fmla="*/ 3047889 h 6858000"/>
              <a:gd name="connsiteX722" fmla="*/ 52419 w 7467600"/>
              <a:gd name="connsiteY722" fmla="*/ 2987479 h 6858000"/>
              <a:gd name="connsiteX723" fmla="*/ 59142 w 7467600"/>
              <a:gd name="connsiteY723" fmla="*/ 2978488 h 6858000"/>
              <a:gd name="connsiteX724" fmla="*/ 0 w 7467600"/>
              <a:gd name="connsiteY724" fmla="*/ 3015334 h 6858000"/>
              <a:gd name="connsiteX725" fmla="*/ 0 w 7467600"/>
              <a:gd name="connsiteY725" fmla="*/ 2914286 h 6858000"/>
              <a:gd name="connsiteX726" fmla="*/ 36383 w 7467600"/>
              <a:gd name="connsiteY726" fmla="*/ 2901128 h 6858000"/>
              <a:gd name="connsiteX727" fmla="*/ 156329 w 7467600"/>
              <a:gd name="connsiteY727" fmla="*/ 2840533 h 6858000"/>
              <a:gd name="connsiteX728" fmla="*/ 358355 w 7467600"/>
              <a:gd name="connsiteY728" fmla="*/ 2620471 h 6858000"/>
              <a:gd name="connsiteX729" fmla="*/ 510577 w 7467600"/>
              <a:gd name="connsiteY729" fmla="*/ 2501244 h 6858000"/>
              <a:gd name="connsiteX730" fmla="*/ 211967 w 7467600"/>
              <a:gd name="connsiteY730" fmla="*/ 2479171 h 6858000"/>
              <a:gd name="connsiteX731" fmla="*/ 0 w 7467600"/>
              <a:gd name="connsiteY731" fmla="*/ 2476398 h 6858000"/>
              <a:gd name="connsiteX732" fmla="*/ 0 w 7467600"/>
              <a:gd name="connsiteY732" fmla="*/ 2389189 h 6858000"/>
              <a:gd name="connsiteX733" fmla="*/ 103062 w 7467600"/>
              <a:gd name="connsiteY733" fmla="*/ 2389518 h 6858000"/>
              <a:gd name="connsiteX734" fmla="*/ 510734 w 7467600"/>
              <a:gd name="connsiteY734" fmla="*/ 2416201 h 6858000"/>
              <a:gd name="connsiteX735" fmla="*/ 279257 w 7467600"/>
              <a:gd name="connsiteY735" fmla="*/ 2092102 h 6858000"/>
              <a:gd name="connsiteX736" fmla="*/ 65265 w 7467600"/>
              <a:gd name="connsiteY736" fmla="*/ 2006049 h 6858000"/>
              <a:gd name="connsiteX737" fmla="*/ 0 w 7467600"/>
              <a:gd name="connsiteY737" fmla="*/ 1982532 h 6858000"/>
              <a:gd name="connsiteX738" fmla="*/ 0 w 7467600"/>
              <a:gd name="connsiteY738" fmla="*/ 1912789 h 6858000"/>
              <a:gd name="connsiteX739" fmla="*/ 97460 w 7467600"/>
              <a:gd name="connsiteY739" fmla="*/ 1953725 h 6858000"/>
              <a:gd name="connsiteX740" fmla="*/ 221272 w 7467600"/>
              <a:gd name="connsiteY740" fmla="*/ 1980766 h 6858000"/>
              <a:gd name="connsiteX741" fmla="*/ 116765 w 7467600"/>
              <a:gd name="connsiteY741" fmla="*/ 1911033 h 6858000"/>
              <a:gd name="connsiteX742" fmla="*/ 16405 w 7467600"/>
              <a:gd name="connsiteY742" fmla="*/ 1803412 h 6858000"/>
              <a:gd name="connsiteX743" fmla="*/ 0 w 7467600"/>
              <a:gd name="connsiteY743" fmla="*/ 1784777 h 6858000"/>
              <a:gd name="connsiteX744" fmla="*/ 0 w 7467600"/>
              <a:gd name="connsiteY744" fmla="*/ 1740082 h 6858000"/>
              <a:gd name="connsiteX745" fmla="*/ 39394 w 7467600"/>
              <a:gd name="connsiteY745" fmla="*/ 1784856 h 6858000"/>
              <a:gd name="connsiteX746" fmla="*/ 135813 w 7467600"/>
              <a:gd name="connsiteY746" fmla="*/ 1888838 h 6858000"/>
              <a:gd name="connsiteX747" fmla="*/ 242575 w 7467600"/>
              <a:gd name="connsiteY747" fmla="*/ 1958841 h 6858000"/>
              <a:gd name="connsiteX748" fmla="*/ 82197 w 7467600"/>
              <a:gd name="connsiteY748" fmla="*/ 1754826 h 6858000"/>
              <a:gd name="connsiteX749" fmla="*/ 0 w 7467600"/>
              <a:gd name="connsiteY749" fmla="*/ 1679650 h 6858000"/>
              <a:gd name="connsiteX750" fmla="*/ 0 w 7467600"/>
              <a:gd name="connsiteY750" fmla="*/ 1602463 h 6858000"/>
              <a:gd name="connsiteX751" fmla="*/ 84689 w 7467600"/>
              <a:gd name="connsiteY751" fmla="*/ 1677442 h 6858000"/>
              <a:gd name="connsiteX752" fmla="*/ 298437 w 7467600"/>
              <a:gd name="connsiteY752" fmla="*/ 1968019 h 6858000"/>
              <a:gd name="connsiteX753" fmla="*/ 227269 w 7467600"/>
              <a:gd name="connsiteY753" fmla="*/ 1114064 h 6858000"/>
              <a:gd name="connsiteX754" fmla="*/ 248003 w 7467600"/>
              <a:gd name="connsiteY754" fmla="*/ 1089613 h 6858000"/>
              <a:gd name="connsiteX755" fmla="*/ 427020 w 7467600"/>
              <a:gd name="connsiteY755" fmla="*/ 1619803 h 6858000"/>
              <a:gd name="connsiteX756" fmla="*/ 340345 w 7467600"/>
              <a:gd name="connsiteY756" fmla="*/ 2027739 h 6858000"/>
              <a:gd name="connsiteX757" fmla="*/ 360865 w 7467600"/>
              <a:gd name="connsiteY757" fmla="*/ 2044827 h 6858000"/>
              <a:gd name="connsiteX758" fmla="*/ 560414 w 7467600"/>
              <a:gd name="connsiteY758" fmla="*/ 2421457 h 6858000"/>
              <a:gd name="connsiteX759" fmla="*/ 1359703 w 7467600"/>
              <a:gd name="connsiteY759" fmla="*/ 2578554 h 6858000"/>
              <a:gd name="connsiteX760" fmla="*/ 1359422 w 7467600"/>
              <a:gd name="connsiteY760" fmla="*/ 2577994 h 6858000"/>
              <a:gd name="connsiteX761" fmla="*/ 828701 w 7467600"/>
              <a:gd name="connsiteY761" fmla="*/ 1839520 h 6858000"/>
              <a:gd name="connsiteX762" fmla="*/ 494427 w 7467600"/>
              <a:gd name="connsiteY762" fmla="*/ 1092333 h 6858000"/>
              <a:gd name="connsiteX763" fmla="*/ 506322 w 7467600"/>
              <a:gd name="connsiteY763" fmla="*/ 1020997 h 6858000"/>
              <a:gd name="connsiteX764" fmla="*/ 4570198 w 7467600"/>
              <a:gd name="connsiteY764" fmla="*/ 978081 h 6858000"/>
              <a:gd name="connsiteX765" fmla="*/ 4523691 w 7467600"/>
              <a:gd name="connsiteY765" fmla="*/ 1127776 h 6858000"/>
              <a:gd name="connsiteX766" fmla="*/ 4509875 w 7467600"/>
              <a:gd name="connsiteY766" fmla="*/ 1167552 h 6858000"/>
              <a:gd name="connsiteX767" fmla="*/ 4478168 w 7467600"/>
              <a:gd name="connsiteY767" fmla="*/ 1260735 h 6858000"/>
              <a:gd name="connsiteX768" fmla="*/ 4409309 w 7467600"/>
              <a:gd name="connsiteY768" fmla="*/ 1666996 h 6858000"/>
              <a:gd name="connsiteX769" fmla="*/ 4370031 w 7467600"/>
              <a:gd name="connsiteY769" fmla="*/ 1955666 h 6858000"/>
              <a:gd name="connsiteX770" fmla="*/ 4570198 w 7467600"/>
              <a:gd name="connsiteY770" fmla="*/ 978081 h 6858000"/>
              <a:gd name="connsiteX771" fmla="*/ 4557898 w 7467600"/>
              <a:gd name="connsiteY771" fmla="*/ 900011 h 6858000"/>
              <a:gd name="connsiteX772" fmla="*/ 4344840 w 7467600"/>
              <a:gd name="connsiteY772" fmla="*/ 1922038 h 6858000"/>
              <a:gd name="connsiteX773" fmla="*/ 4378710 w 7467600"/>
              <a:gd name="connsiteY773" fmla="*/ 1665516 h 6858000"/>
              <a:gd name="connsiteX774" fmla="*/ 4448798 w 7467600"/>
              <a:gd name="connsiteY774" fmla="*/ 1253024 h 6858000"/>
              <a:gd name="connsiteX775" fmla="*/ 4480315 w 7467600"/>
              <a:gd name="connsiteY775" fmla="*/ 1158454 h 6858000"/>
              <a:gd name="connsiteX776" fmla="*/ 4494133 w 7467600"/>
              <a:gd name="connsiteY776" fmla="*/ 1118676 h 6858000"/>
              <a:gd name="connsiteX777" fmla="*/ 4557898 w 7467600"/>
              <a:gd name="connsiteY777" fmla="*/ 900011 h 6858000"/>
              <a:gd name="connsiteX778" fmla="*/ 5870151 w 7467600"/>
              <a:gd name="connsiteY778" fmla="*/ 898890 h 6858000"/>
              <a:gd name="connsiteX779" fmla="*/ 5861335 w 7467600"/>
              <a:gd name="connsiteY779" fmla="*/ 899177 h 6858000"/>
              <a:gd name="connsiteX780" fmla="*/ 5843702 w 7467600"/>
              <a:gd name="connsiteY780" fmla="*/ 899748 h 6858000"/>
              <a:gd name="connsiteX781" fmla="*/ 5651107 w 7467600"/>
              <a:gd name="connsiteY781" fmla="*/ 920306 h 6858000"/>
              <a:gd name="connsiteX782" fmla="*/ 5459407 w 7467600"/>
              <a:gd name="connsiteY782" fmla="*/ 940975 h 6858000"/>
              <a:gd name="connsiteX783" fmla="*/ 5374846 w 7467600"/>
              <a:gd name="connsiteY783" fmla="*/ 941988 h 6858000"/>
              <a:gd name="connsiteX784" fmla="*/ 5256105 w 7467600"/>
              <a:gd name="connsiteY784" fmla="*/ 945632 h 6858000"/>
              <a:gd name="connsiteX785" fmla="*/ 5107071 w 7467600"/>
              <a:gd name="connsiteY785" fmla="*/ 969720 h 6858000"/>
              <a:gd name="connsiteX786" fmla="*/ 4998681 w 7467600"/>
              <a:gd name="connsiteY786" fmla="*/ 988771 h 6858000"/>
              <a:gd name="connsiteX787" fmla="*/ 5870151 w 7467600"/>
              <a:gd name="connsiteY787" fmla="*/ 898890 h 6858000"/>
              <a:gd name="connsiteX788" fmla="*/ 5504425 w 7467600"/>
              <a:gd name="connsiteY788" fmla="*/ 848067 h 6858000"/>
              <a:gd name="connsiteX789" fmla="*/ 4968849 w 7467600"/>
              <a:gd name="connsiteY789" fmla="*/ 962318 h 6858000"/>
              <a:gd name="connsiteX790" fmla="*/ 5104039 w 7467600"/>
              <a:gd name="connsiteY790" fmla="*/ 940634 h 6858000"/>
              <a:gd name="connsiteX791" fmla="*/ 5256311 w 7467600"/>
              <a:gd name="connsiteY791" fmla="*/ 916490 h 6858000"/>
              <a:gd name="connsiteX792" fmla="*/ 5377381 w 7467600"/>
              <a:gd name="connsiteY792" fmla="*/ 912671 h 6858000"/>
              <a:gd name="connsiteX793" fmla="*/ 5460148 w 7467600"/>
              <a:gd name="connsiteY793" fmla="*/ 911442 h 6858000"/>
              <a:gd name="connsiteX794" fmla="*/ 5648971 w 7467600"/>
              <a:gd name="connsiteY794" fmla="*/ 891331 h 6858000"/>
              <a:gd name="connsiteX795" fmla="*/ 5844807 w 7467600"/>
              <a:gd name="connsiteY795" fmla="*/ 870718 h 6858000"/>
              <a:gd name="connsiteX796" fmla="*/ 5862975 w 7467600"/>
              <a:gd name="connsiteY796" fmla="*/ 869756 h 6858000"/>
              <a:gd name="connsiteX797" fmla="*/ 5920887 w 7467600"/>
              <a:gd name="connsiteY797" fmla="*/ 865929 h 6858000"/>
              <a:gd name="connsiteX798" fmla="*/ 5504425 w 7467600"/>
              <a:gd name="connsiteY798" fmla="*/ 848067 h 6858000"/>
              <a:gd name="connsiteX799" fmla="*/ 3607114 w 7467600"/>
              <a:gd name="connsiteY799" fmla="*/ 467441 h 6858000"/>
              <a:gd name="connsiteX800" fmla="*/ 3296242 w 7467600"/>
              <a:gd name="connsiteY800" fmla="*/ 807991 h 6858000"/>
              <a:gd name="connsiteX801" fmla="*/ 3174674 w 7467600"/>
              <a:gd name="connsiteY801" fmla="*/ 919759 h 6858000"/>
              <a:gd name="connsiteX802" fmla="*/ 3042978 w 7467600"/>
              <a:gd name="connsiteY802" fmla="*/ 1054894 h 6858000"/>
              <a:gd name="connsiteX803" fmla="*/ 2968914 w 7467600"/>
              <a:gd name="connsiteY803" fmla="*/ 1133756 h 6858000"/>
              <a:gd name="connsiteX804" fmla="*/ 3103823 w 7467600"/>
              <a:gd name="connsiteY804" fmla="*/ 1026814 h 6858000"/>
              <a:gd name="connsiteX805" fmla="*/ 3607114 w 7467600"/>
              <a:gd name="connsiteY805" fmla="*/ 467441 h 6858000"/>
              <a:gd name="connsiteX806" fmla="*/ 3744487 w 7467600"/>
              <a:gd name="connsiteY806" fmla="*/ 383136 h 6858000"/>
              <a:gd name="connsiteX807" fmla="*/ 3970213 w 7467600"/>
              <a:gd name="connsiteY807" fmla="*/ 995559 h 6858000"/>
              <a:gd name="connsiteX808" fmla="*/ 3744487 w 7467600"/>
              <a:gd name="connsiteY808" fmla="*/ 383136 h 6858000"/>
              <a:gd name="connsiteX809" fmla="*/ 3624562 w 7467600"/>
              <a:gd name="connsiteY809" fmla="*/ 367041 h 6858000"/>
              <a:gd name="connsiteX810" fmla="*/ 3489712 w 7467600"/>
              <a:gd name="connsiteY810" fmla="*/ 485386 h 6858000"/>
              <a:gd name="connsiteX811" fmla="*/ 3182994 w 7467600"/>
              <a:gd name="connsiteY811" fmla="*/ 828265 h 6858000"/>
              <a:gd name="connsiteX812" fmla="*/ 2892114 w 7467600"/>
              <a:gd name="connsiteY812" fmla="*/ 1172635 h 6858000"/>
              <a:gd name="connsiteX813" fmla="*/ 3021459 w 7467600"/>
              <a:gd name="connsiteY813" fmla="*/ 1035385 h 6858000"/>
              <a:gd name="connsiteX814" fmla="*/ 3153873 w 7467600"/>
              <a:gd name="connsiteY814" fmla="*/ 898971 h 6858000"/>
              <a:gd name="connsiteX815" fmla="*/ 3276511 w 7467600"/>
              <a:gd name="connsiteY815" fmla="*/ 786423 h 6858000"/>
              <a:gd name="connsiteX816" fmla="*/ 3584154 w 7467600"/>
              <a:gd name="connsiteY816" fmla="*/ 448218 h 6858000"/>
              <a:gd name="connsiteX817" fmla="*/ 3624562 w 7467600"/>
              <a:gd name="connsiteY817" fmla="*/ 367041 h 6858000"/>
              <a:gd name="connsiteX818" fmla="*/ 3766672 w 7467600"/>
              <a:gd name="connsiteY818" fmla="*/ 359429 h 6858000"/>
              <a:gd name="connsiteX819" fmla="*/ 3996338 w 7467600"/>
              <a:gd name="connsiteY819" fmla="*/ 968237 h 6858000"/>
              <a:gd name="connsiteX820" fmla="*/ 3766672 w 7467600"/>
              <a:gd name="connsiteY820" fmla="*/ 359429 h 6858000"/>
              <a:gd name="connsiteX821" fmla="*/ 5805386 w 7467600"/>
              <a:gd name="connsiteY821" fmla="*/ 239240 h 6858000"/>
              <a:gd name="connsiteX822" fmla="*/ 5736947 w 7467600"/>
              <a:gd name="connsiteY822" fmla="*/ 261367 h 6858000"/>
              <a:gd name="connsiteX823" fmla="*/ 5427012 w 7467600"/>
              <a:gd name="connsiteY823" fmla="*/ 311272 h 6858000"/>
              <a:gd name="connsiteX824" fmla="*/ 5147818 w 7467600"/>
              <a:gd name="connsiteY824" fmla="*/ 322112 h 6858000"/>
              <a:gd name="connsiteX825" fmla="*/ 5060854 w 7467600"/>
              <a:gd name="connsiteY825" fmla="*/ 311882 h 6858000"/>
              <a:gd name="connsiteX826" fmla="*/ 4945989 w 7467600"/>
              <a:gd name="connsiteY826" fmla="*/ 300516 h 6858000"/>
              <a:gd name="connsiteX827" fmla="*/ 5410479 w 7467600"/>
              <a:gd name="connsiteY827" fmla="*/ 348434 h 6858000"/>
              <a:gd name="connsiteX828" fmla="*/ 5805386 w 7467600"/>
              <a:gd name="connsiteY828" fmla="*/ 239240 h 6858000"/>
              <a:gd name="connsiteX829" fmla="*/ 5905192 w 7467600"/>
              <a:gd name="connsiteY829" fmla="*/ 163079 h 6858000"/>
              <a:gd name="connsiteX830" fmla="*/ 5865655 w 7467600"/>
              <a:gd name="connsiteY830" fmla="*/ 171901 h 6858000"/>
              <a:gd name="connsiteX831" fmla="*/ 5259740 w 7467600"/>
              <a:gd name="connsiteY831" fmla="*/ 257013 h 6858000"/>
              <a:gd name="connsiteX832" fmla="*/ 5208466 w 7467600"/>
              <a:gd name="connsiteY832" fmla="*/ 257550 h 6858000"/>
              <a:gd name="connsiteX833" fmla="*/ 4980204 w 7467600"/>
              <a:gd name="connsiteY833" fmla="*/ 271903 h 6858000"/>
              <a:gd name="connsiteX834" fmla="*/ 5068068 w 7467600"/>
              <a:gd name="connsiteY834" fmla="*/ 282244 h 6858000"/>
              <a:gd name="connsiteX835" fmla="*/ 5153231 w 7467600"/>
              <a:gd name="connsiteY835" fmla="*/ 292240 h 6858000"/>
              <a:gd name="connsiteX836" fmla="*/ 5426491 w 7467600"/>
              <a:gd name="connsiteY836" fmla="*/ 281128 h 6858000"/>
              <a:gd name="connsiteX837" fmla="*/ 5731212 w 7467600"/>
              <a:gd name="connsiteY837" fmla="*/ 231951 h 6858000"/>
              <a:gd name="connsiteX838" fmla="*/ 5905192 w 7467600"/>
              <a:gd name="connsiteY838" fmla="*/ 163079 h 6858000"/>
              <a:gd name="connsiteX839" fmla="*/ 5944437 w 7467600"/>
              <a:gd name="connsiteY839" fmla="*/ 113829 h 6858000"/>
              <a:gd name="connsiteX840" fmla="*/ 5825032 w 7467600"/>
              <a:gd name="connsiteY840" fmla="*/ 146405 h 6858000"/>
              <a:gd name="connsiteX841" fmla="*/ 4955599 w 7467600"/>
              <a:gd name="connsiteY841" fmla="*/ 247008 h 6858000"/>
              <a:gd name="connsiteX842" fmla="*/ 5210104 w 7467600"/>
              <a:gd name="connsiteY842" fmla="*/ 228123 h 6858000"/>
              <a:gd name="connsiteX843" fmla="*/ 5261015 w 7467600"/>
              <a:gd name="connsiteY843" fmla="*/ 227087 h 6858000"/>
              <a:gd name="connsiteX844" fmla="*/ 5861181 w 7467600"/>
              <a:gd name="connsiteY844" fmla="*/ 143093 h 6858000"/>
              <a:gd name="connsiteX845" fmla="*/ 5961252 w 7467600"/>
              <a:gd name="connsiteY845" fmla="*/ 114820 h 6858000"/>
              <a:gd name="connsiteX846" fmla="*/ 5944437 w 7467600"/>
              <a:gd name="connsiteY846" fmla="*/ 113829 h 6858000"/>
              <a:gd name="connsiteX847" fmla="*/ 3882765 w 7467600"/>
              <a:gd name="connsiteY847" fmla="*/ 0 h 6858000"/>
              <a:gd name="connsiteX848" fmla="*/ 3995099 w 7467600"/>
              <a:gd name="connsiteY848" fmla="*/ 0 h 6858000"/>
              <a:gd name="connsiteX849" fmla="*/ 4163818 w 7467600"/>
              <a:gd name="connsiteY849" fmla="*/ 234104 h 6858000"/>
              <a:gd name="connsiteX850" fmla="*/ 4172099 w 7467600"/>
              <a:gd name="connsiteY850" fmla="*/ 234207 h 6858000"/>
              <a:gd name="connsiteX851" fmla="*/ 4784282 w 7467600"/>
              <a:gd name="connsiteY851" fmla="*/ 276561 h 6858000"/>
              <a:gd name="connsiteX852" fmla="*/ 4801687 w 7467600"/>
              <a:gd name="connsiteY852" fmla="*/ 267764 h 6858000"/>
              <a:gd name="connsiteX853" fmla="*/ 6082788 w 7467600"/>
              <a:gd name="connsiteY853" fmla="*/ 64119 h 6858000"/>
              <a:gd name="connsiteX854" fmla="*/ 6099442 w 7467600"/>
              <a:gd name="connsiteY854" fmla="*/ 82568 h 6858000"/>
              <a:gd name="connsiteX855" fmla="*/ 4804137 w 7467600"/>
              <a:gd name="connsiteY855" fmla="*/ 320931 h 6858000"/>
              <a:gd name="connsiteX856" fmla="*/ 4227047 w 7467600"/>
              <a:gd name="connsiteY856" fmla="*/ 313415 h 6858000"/>
              <a:gd name="connsiteX857" fmla="*/ 4346041 w 7467600"/>
              <a:gd name="connsiteY857" fmla="*/ 456086 h 6858000"/>
              <a:gd name="connsiteX858" fmla="*/ 4870967 w 7467600"/>
              <a:gd name="connsiteY858" fmla="*/ 963061 h 6858000"/>
              <a:gd name="connsiteX859" fmla="*/ 4889647 w 7467600"/>
              <a:gd name="connsiteY859" fmla="*/ 957147 h 6858000"/>
              <a:gd name="connsiteX860" fmla="*/ 5422504 w 7467600"/>
              <a:gd name="connsiteY860" fmla="*/ 805191 h 6858000"/>
              <a:gd name="connsiteX861" fmla="*/ 6087656 w 7467600"/>
              <a:gd name="connsiteY861" fmla="*/ 826703 h 6858000"/>
              <a:gd name="connsiteX862" fmla="*/ 6058717 w 7467600"/>
              <a:gd name="connsiteY862" fmla="*/ 865992 h 6858000"/>
              <a:gd name="connsiteX863" fmla="*/ 4974153 w 7467600"/>
              <a:gd name="connsiteY863" fmla="*/ 1045456 h 6858000"/>
              <a:gd name="connsiteX864" fmla="*/ 5627835 w 7467600"/>
              <a:gd name="connsiteY864" fmla="*/ 1472077 h 6858000"/>
              <a:gd name="connsiteX865" fmla="*/ 5629817 w 7467600"/>
              <a:gd name="connsiteY865" fmla="*/ 1471412 h 6858000"/>
              <a:gd name="connsiteX866" fmla="*/ 5634124 w 7467600"/>
              <a:gd name="connsiteY866" fmla="*/ 1470572 h 6858000"/>
              <a:gd name="connsiteX867" fmla="*/ 5755832 w 7467600"/>
              <a:gd name="connsiteY867" fmla="*/ 1383886 h 6858000"/>
              <a:gd name="connsiteX868" fmla="*/ 6014186 w 7467600"/>
              <a:gd name="connsiteY868" fmla="*/ 1279799 h 6858000"/>
              <a:gd name="connsiteX869" fmla="*/ 6901619 w 7467600"/>
              <a:gd name="connsiteY869" fmla="*/ 1047874 h 6858000"/>
              <a:gd name="connsiteX870" fmla="*/ 6931566 w 7467600"/>
              <a:gd name="connsiteY870" fmla="*/ 1062034 h 6858000"/>
              <a:gd name="connsiteX871" fmla="*/ 5790982 w 7467600"/>
              <a:gd name="connsiteY871" fmla="*/ 1561380 h 6858000"/>
              <a:gd name="connsiteX872" fmla="*/ 6188971 w 7467600"/>
              <a:gd name="connsiteY872" fmla="*/ 1755168 h 6858000"/>
              <a:gd name="connsiteX873" fmla="*/ 6202446 w 7467600"/>
              <a:gd name="connsiteY873" fmla="*/ 1752268 h 6858000"/>
              <a:gd name="connsiteX874" fmla="*/ 7179560 w 7467600"/>
              <a:gd name="connsiteY874" fmla="*/ 1467551 h 6858000"/>
              <a:gd name="connsiteX875" fmla="*/ 7158730 w 7467600"/>
              <a:gd name="connsiteY875" fmla="*/ 1507835 h 6858000"/>
              <a:gd name="connsiteX876" fmla="*/ 6326959 w 7467600"/>
              <a:gd name="connsiteY876" fmla="*/ 1817686 h 6858000"/>
              <a:gd name="connsiteX877" fmla="*/ 6537433 w 7467600"/>
              <a:gd name="connsiteY877" fmla="*/ 1907790 h 6858000"/>
              <a:gd name="connsiteX878" fmla="*/ 6550221 w 7467600"/>
              <a:gd name="connsiteY878" fmla="*/ 1910729 h 6858000"/>
              <a:gd name="connsiteX879" fmla="*/ 6964438 w 7467600"/>
              <a:gd name="connsiteY879" fmla="*/ 2209505 h 6858000"/>
              <a:gd name="connsiteX880" fmla="*/ 7367862 w 7467600"/>
              <a:gd name="connsiteY880" fmla="*/ 2806833 h 6858000"/>
              <a:gd name="connsiteX881" fmla="*/ 7364329 w 7467600"/>
              <a:gd name="connsiteY881" fmla="*/ 2826907 h 6858000"/>
              <a:gd name="connsiteX882" fmla="*/ 7290545 w 7467600"/>
              <a:gd name="connsiteY882" fmla="*/ 2850663 h 6858000"/>
              <a:gd name="connsiteX883" fmla="*/ 6472036 w 7467600"/>
              <a:gd name="connsiteY883" fmla="*/ 1959003 h 6858000"/>
              <a:gd name="connsiteX884" fmla="*/ 5792897 w 7467600"/>
              <a:gd name="connsiteY884" fmla="*/ 1647747 h 6858000"/>
              <a:gd name="connsiteX885" fmla="*/ 5842751 w 7467600"/>
              <a:gd name="connsiteY885" fmla="*/ 1816112 h 6858000"/>
              <a:gd name="connsiteX886" fmla="*/ 5847424 w 7467600"/>
              <a:gd name="connsiteY886" fmla="*/ 1815776 h 6858000"/>
              <a:gd name="connsiteX887" fmla="*/ 6399821 w 7467600"/>
              <a:gd name="connsiteY887" fmla="*/ 2344799 h 6858000"/>
              <a:gd name="connsiteX888" fmla="*/ 6323232 w 7467600"/>
              <a:gd name="connsiteY888" fmla="*/ 2389634 h 6858000"/>
              <a:gd name="connsiteX889" fmla="*/ 5942958 w 7467600"/>
              <a:gd name="connsiteY889" fmla="*/ 2077708 h 6858000"/>
              <a:gd name="connsiteX890" fmla="*/ 5921559 w 7467600"/>
              <a:gd name="connsiteY890" fmla="*/ 2378596 h 6858000"/>
              <a:gd name="connsiteX891" fmla="*/ 5817651 w 7467600"/>
              <a:gd name="connsiteY891" fmla="*/ 3023919 h 6858000"/>
              <a:gd name="connsiteX892" fmla="*/ 5729634 w 7467600"/>
              <a:gd name="connsiteY892" fmla="*/ 3051849 h 6858000"/>
              <a:gd name="connsiteX893" fmla="*/ 5611018 w 7467600"/>
              <a:gd name="connsiteY893" fmla="*/ 2316769 h 6858000"/>
              <a:gd name="connsiteX894" fmla="*/ 5687608 w 7467600"/>
              <a:gd name="connsiteY894" fmla="*/ 2039972 h 6858000"/>
              <a:gd name="connsiteX895" fmla="*/ 5657554 w 7467600"/>
              <a:gd name="connsiteY895" fmla="*/ 1576445 h 6858000"/>
              <a:gd name="connsiteX896" fmla="*/ 5150475 w 7467600"/>
              <a:gd name="connsiteY896" fmla="*/ 1274012 h 6858000"/>
              <a:gd name="connsiteX897" fmla="*/ 5349142 w 7467600"/>
              <a:gd name="connsiteY897" fmla="*/ 2204405 h 6858000"/>
              <a:gd name="connsiteX898" fmla="*/ 5262214 w 7467600"/>
              <a:gd name="connsiteY898" fmla="*/ 2233836 h 6858000"/>
              <a:gd name="connsiteX899" fmla="*/ 4981539 w 7467600"/>
              <a:gd name="connsiteY899" fmla="*/ 1542201 h 6858000"/>
              <a:gd name="connsiteX900" fmla="*/ 4958461 w 7467600"/>
              <a:gd name="connsiteY900" fmla="*/ 1136957 h 6858000"/>
              <a:gd name="connsiteX901" fmla="*/ 4655015 w 7467600"/>
              <a:gd name="connsiteY901" fmla="*/ 891426 h 6858000"/>
              <a:gd name="connsiteX902" fmla="*/ 4348002 w 7467600"/>
              <a:gd name="connsiteY902" fmla="*/ 2205895 h 6858000"/>
              <a:gd name="connsiteX903" fmla="*/ 4262250 w 7467600"/>
              <a:gd name="connsiteY903" fmla="*/ 2219972 h 6858000"/>
              <a:gd name="connsiteX904" fmla="*/ 4550611 w 7467600"/>
              <a:gd name="connsiteY904" fmla="*/ 817540 h 6858000"/>
              <a:gd name="connsiteX905" fmla="*/ 4564418 w 7467600"/>
              <a:gd name="connsiteY905" fmla="*/ 808293 h 6858000"/>
              <a:gd name="connsiteX906" fmla="*/ 4266388 w 7467600"/>
              <a:gd name="connsiteY906" fmla="*/ 500083 h 6858000"/>
              <a:gd name="connsiteX907" fmla="*/ 4032842 w 7467600"/>
              <a:gd name="connsiteY907" fmla="*/ 211809 h 6858000"/>
              <a:gd name="connsiteX908" fmla="*/ 3882765 w 7467600"/>
              <a:gd name="connsiteY908" fmla="*/ 0 h 6858000"/>
              <a:gd name="connsiteX909" fmla="*/ 3721337 w 7467600"/>
              <a:gd name="connsiteY909" fmla="*/ 0 h 6858000"/>
              <a:gd name="connsiteX910" fmla="*/ 3797544 w 7467600"/>
              <a:gd name="connsiteY910" fmla="*/ 0 h 6858000"/>
              <a:gd name="connsiteX911" fmla="*/ 3775734 w 7467600"/>
              <a:gd name="connsiteY911" fmla="*/ 95131 h 6858000"/>
              <a:gd name="connsiteX912" fmla="*/ 3724807 w 7467600"/>
              <a:gd name="connsiteY912" fmla="*/ 272257 h 6858000"/>
              <a:gd name="connsiteX913" fmla="*/ 3726844 w 7467600"/>
              <a:gd name="connsiteY913" fmla="*/ 282988 h 6858000"/>
              <a:gd name="connsiteX914" fmla="*/ 3742664 w 7467600"/>
              <a:gd name="connsiteY914" fmla="*/ 279918 h 6858000"/>
              <a:gd name="connsiteX915" fmla="*/ 4103910 w 7467600"/>
              <a:gd name="connsiteY915" fmla="*/ 1161917 h 6858000"/>
              <a:gd name="connsiteX916" fmla="*/ 4020269 w 7467600"/>
              <a:gd name="connsiteY916" fmla="*/ 1200406 h 6858000"/>
              <a:gd name="connsiteX917" fmla="*/ 3674882 w 7467600"/>
              <a:gd name="connsiteY917" fmla="*/ 488524 h 6858000"/>
              <a:gd name="connsiteX918" fmla="*/ 3132682 w 7467600"/>
              <a:gd name="connsiteY918" fmla="*/ 1072284 h 6858000"/>
              <a:gd name="connsiteX919" fmla="*/ 2716346 w 7467600"/>
              <a:gd name="connsiteY919" fmla="*/ 1276376 h 6858000"/>
              <a:gd name="connsiteX920" fmla="*/ 2716772 w 7467600"/>
              <a:gd name="connsiteY920" fmla="*/ 1255462 h 6858000"/>
              <a:gd name="connsiteX921" fmla="*/ 3471096 w 7467600"/>
              <a:gd name="connsiteY921" fmla="*/ 437072 h 6858000"/>
              <a:gd name="connsiteX922" fmla="*/ 3639057 w 7467600"/>
              <a:gd name="connsiteY922" fmla="*/ 286334 h 6858000"/>
              <a:gd name="connsiteX923" fmla="*/ 3640309 w 7467600"/>
              <a:gd name="connsiteY923" fmla="*/ 284664 h 6858000"/>
              <a:gd name="connsiteX924" fmla="*/ 3646022 w 7467600"/>
              <a:gd name="connsiteY924" fmla="*/ 276711 h 6858000"/>
              <a:gd name="connsiteX925" fmla="*/ 3707943 w 7467600"/>
              <a:gd name="connsiteY925" fmla="*/ 65958 h 6858000"/>
              <a:gd name="connsiteX926" fmla="*/ 3721337 w 7467600"/>
              <a:gd name="connsiteY926" fmla="*/ 0 h 6858000"/>
              <a:gd name="connsiteX927" fmla="*/ 2867960 w 7467600"/>
              <a:gd name="connsiteY927" fmla="*/ 0 h 6858000"/>
              <a:gd name="connsiteX928" fmla="*/ 2926351 w 7467600"/>
              <a:gd name="connsiteY928" fmla="*/ 0 h 6858000"/>
              <a:gd name="connsiteX929" fmla="*/ 2902823 w 7467600"/>
              <a:gd name="connsiteY929" fmla="*/ 262929 h 6858000"/>
              <a:gd name="connsiteX930" fmla="*/ 2940663 w 7467600"/>
              <a:gd name="connsiteY930" fmla="*/ 140884 h 6858000"/>
              <a:gd name="connsiteX931" fmla="*/ 2947039 w 7467600"/>
              <a:gd name="connsiteY931" fmla="*/ 122524 h 6858000"/>
              <a:gd name="connsiteX932" fmla="*/ 2984316 w 7467600"/>
              <a:gd name="connsiteY932" fmla="*/ 0 h 6858000"/>
              <a:gd name="connsiteX933" fmla="*/ 3016114 w 7467600"/>
              <a:gd name="connsiteY933" fmla="*/ 0 h 6858000"/>
              <a:gd name="connsiteX934" fmla="*/ 2979949 w 7467600"/>
              <a:gd name="connsiteY934" fmla="*/ 119274 h 6858000"/>
              <a:gd name="connsiteX935" fmla="*/ 3023879 w 7467600"/>
              <a:gd name="connsiteY935" fmla="*/ 0 h 6858000"/>
              <a:gd name="connsiteX936" fmla="*/ 3105400 w 7467600"/>
              <a:gd name="connsiteY936" fmla="*/ 0 h 6858000"/>
              <a:gd name="connsiteX937" fmla="*/ 3094669 w 7467600"/>
              <a:gd name="connsiteY937" fmla="*/ 30308 h 6858000"/>
              <a:gd name="connsiteX938" fmla="*/ 2901945 w 7467600"/>
              <a:gd name="connsiteY938" fmla="*/ 466538 h 6858000"/>
              <a:gd name="connsiteX939" fmla="*/ 2815209 w 7467600"/>
              <a:gd name="connsiteY939" fmla="*/ 497361 h 6858000"/>
              <a:gd name="connsiteX940" fmla="*/ 2844845 w 7467600"/>
              <a:gd name="connsiteY940" fmla="*/ 127638 h 6858000"/>
              <a:gd name="connsiteX941" fmla="*/ 2867960 w 7467600"/>
              <a:gd name="connsiteY941" fmla="*/ 0 h 6858000"/>
              <a:gd name="connsiteX942" fmla="*/ 1057230 w 7467600"/>
              <a:gd name="connsiteY942" fmla="*/ 0 h 6858000"/>
              <a:gd name="connsiteX943" fmla="*/ 1111003 w 7467600"/>
              <a:gd name="connsiteY943" fmla="*/ 0 h 6858000"/>
              <a:gd name="connsiteX944" fmla="*/ 1125553 w 7467600"/>
              <a:gd name="connsiteY944" fmla="*/ 52588 h 6858000"/>
              <a:gd name="connsiteX945" fmla="*/ 1304276 w 7467600"/>
              <a:gd name="connsiteY945" fmla="*/ 476275 h 6858000"/>
              <a:gd name="connsiteX946" fmla="*/ 1492066 w 7467600"/>
              <a:gd name="connsiteY946" fmla="*/ 886333 h 6858000"/>
              <a:gd name="connsiteX947" fmla="*/ 1423698 w 7467600"/>
              <a:gd name="connsiteY947" fmla="*/ 710817 h 6858000"/>
              <a:gd name="connsiteX948" fmla="*/ 1357609 w 7467600"/>
              <a:gd name="connsiteY948" fmla="*/ 532892 h 6858000"/>
              <a:gd name="connsiteX949" fmla="*/ 1309550 w 7467600"/>
              <a:gd name="connsiteY949" fmla="*/ 374031 h 6858000"/>
              <a:gd name="connsiteX950" fmla="*/ 1193673 w 7467600"/>
              <a:gd name="connsiteY950" fmla="*/ 49533 h 6858000"/>
              <a:gd name="connsiteX951" fmla="*/ 1164391 w 7467600"/>
              <a:gd name="connsiteY951" fmla="*/ 0 h 6858000"/>
              <a:gd name="connsiteX952" fmla="*/ 1200666 w 7467600"/>
              <a:gd name="connsiteY952" fmla="*/ 0 h 6858000"/>
              <a:gd name="connsiteX953" fmla="*/ 1223408 w 7467600"/>
              <a:gd name="connsiteY953" fmla="*/ 38996 h 6858000"/>
              <a:gd name="connsiteX954" fmla="*/ 1339635 w 7467600"/>
              <a:gd name="connsiteY954" fmla="*/ 365517 h 6858000"/>
              <a:gd name="connsiteX955" fmla="*/ 1387469 w 7467600"/>
              <a:gd name="connsiteY955" fmla="*/ 523079 h 6858000"/>
              <a:gd name="connsiteX956" fmla="*/ 1452685 w 7467600"/>
              <a:gd name="connsiteY956" fmla="*/ 699806 h 6858000"/>
              <a:gd name="connsiteX957" fmla="*/ 1492092 w 7467600"/>
              <a:gd name="connsiteY957" fmla="*/ 800424 h 6858000"/>
              <a:gd name="connsiteX958" fmla="*/ 1455302 w 7467600"/>
              <a:gd name="connsiteY958" fmla="*/ 632913 h 6858000"/>
              <a:gd name="connsiteX959" fmla="*/ 1222336 w 7467600"/>
              <a:gd name="connsiteY959" fmla="*/ 9480 h 6858000"/>
              <a:gd name="connsiteX960" fmla="*/ 1214634 w 7467600"/>
              <a:gd name="connsiteY960" fmla="*/ 0 h 6858000"/>
              <a:gd name="connsiteX961" fmla="*/ 1289827 w 7467600"/>
              <a:gd name="connsiteY961" fmla="*/ 0 h 6858000"/>
              <a:gd name="connsiteX962" fmla="*/ 1321076 w 7467600"/>
              <a:gd name="connsiteY962" fmla="*/ 59722 h 6858000"/>
              <a:gd name="connsiteX963" fmla="*/ 1512579 w 7467600"/>
              <a:gd name="connsiteY963" fmla="*/ 626441 h 6858000"/>
              <a:gd name="connsiteX964" fmla="*/ 1506076 w 7467600"/>
              <a:gd name="connsiteY964" fmla="*/ 1089289 h 6858000"/>
              <a:gd name="connsiteX965" fmla="*/ 1486346 w 7467600"/>
              <a:gd name="connsiteY965" fmla="*/ 1079919 h 6858000"/>
              <a:gd name="connsiteX966" fmla="*/ 1070511 w 7467600"/>
              <a:gd name="connsiteY966" fmla="*/ 48609 h 6858000"/>
              <a:gd name="connsiteX967" fmla="*/ 1057230 w 7467600"/>
              <a:gd name="connsiteY967" fmla="*/ 0 h 6858000"/>
              <a:gd name="connsiteX968" fmla="*/ 43151 w 7467600"/>
              <a:gd name="connsiteY968" fmla="*/ 0 h 6858000"/>
              <a:gd name="connsiteX969" fmla="*/ 95283 w 7467600"/>
              <a:gd name="connsiteY969" fmla="*/ 0 h 6858000"/>
              <a:gd name="connsiteX970" fmla="*/ 300708 w 7467600"/>
              <a:gd name="connsiteY970" fmla="*/ 154571 h 6858000"/>
              <a:gd name="connsiteX971" fmla="*/ 530414 w 7467600"/>
              <a:gd name="connsiteY971" fmla="*/ 354673 h 6858000"/>
              <a:gd name="connsiteX972" fmla="*/ 333785 w 7467600"/>
              <a:gd name="connsiteY972" fmla="*/ 161564 h 6858000"/>
              <a:gd name="connsiteX973" fmla="*/ 147005 w 7467600"/>
              <a:gd name="connsiteY973" fmla="*/ 0 h 6858000"/>
              <a:gd name="connsiteX974" fmla="*/ 272509 w 7467600"/>
              <a:gd name="connsiteY974" fmla="*/ 0 h 6858000"/>
              <a:gd name="connsiteX975" fmla="*/ 326276 w 7467600"/>
              <a:gd name="connsiteY975" fmla="*/ 45847 h 6858000"/>
              <a:gd name="connsiteX976" fmla="*/ 823759 w 7467600"/>
              <a:gd name="connsiteY976" fmla="*/ 574145 h 6858000"/>
              <a:gd name="connsiteX977" fmla="*/ 811254 w 7467600"/>
              <a:gd name="connsiteY977" fmla="*/ 665546 h 6858000"/>
              <a:gd name="connsiteX978" fmla="*/ 154042 w 7467600"/>
              <a:gd name="connsiteY978" fmla="*/ 261522 h 6858000"/>
              <a:gd name="connsiteX979" fmla="*/ 13550 w 7467600"/>
              <a:gd name="connsiteY979" fmla="*/ 158423 h 6858000"/>
              <a:gd name="connsiteX980" fmla="*/ 0 w 7467600"/>
              <a:gd name="connsiteY980" fmla="*/ 146618 h 6858000"/>
              <a:gd name="connsiteX981" fmla="*/ 0 w 7467600"/>
              <a:gd name="connsiteY981" fmla="*/ 59161 h 6858000"/>
              <a:gd name="connsiteX982" fmla="*/ 45427 w 7467600"/>
              <a:gd name="connsiteY982" fmla="*/ 101078 h 6858000"/>
              <a:gd name="connsiteX983" fmla="*/ 630103 w 7467600"/>
              <a:gd name="connsiteY983" fmla="*/ 485885 h 6858000"/>
              <a:gd name="connsiteX984" fmla="*/ 532040 w 7467600"/>
              <a:gd name="connsiteY984" fmla="*/ 399359 h 6858000"/>
              <a:gd name="connsiteX985" fmla="*/ 517618 w 7467600"/>
              <a:gd name="connsiteY985" fmla="*/ 385726 h 6858000"/>
              <a:gd name="connsiteX986" fmla="*/ 285074 w 7467600"/>
              <a:gd name="connsiteY986" fmla="*/ 182755 h 6858000"/>
              <a:gd name="connsiteX987" fmla="*/ 43151 w 7467600"/>
              <a:gd name="connsiteY98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312201 w 7467600"/>
              <a:gd name="connsiteY130" fmla="*/ 5128278 h 6858000"/>
              <a:gd name="connsiteX131" fmla="*/ 1903353 w 7467600"/>
              <a:gd name="connsiteY131" fmla="*/ 5044827 h 6858000"/>
              <a:gd name="connsiteX132" fmla="*/ 1936931 w 7467600"/>
              <a:gd name="connsiteY132" fmla="*/ 5093954 h 6858000"/>
              <a:gd name="connsiteX133" fmla="*/ 2195868 w 7467600"/>
              <a:gd name="connsiteY133" fmla="*/ 5396574 h 6858000"/>
              <a:gd name="connsiteX134" fmla="*/ 2088852 w 7467600"/>
              <a:gd name="connsiteY134" fmla="*/ 5166123 h 6858000"/>
              <a:gd name="connsiteX135" fmla="*/ 1958241 w 7467600"/>
              <a:gd name="connsiteY135" fmla="*/ 5067955 h 6858000"/>
              <a:gd name="connsiteX136" fmla="*/ 1903353 w 7467600"/>
              <a:gd name="connsiteY136" fmla="*/ 5044827 h 6858000"/>
              <a:gd name="connsiteX137" fmla="*/ 1979378 w 7467600"/>
              <a:gd name="connsiteY137" fmla="*/ 4769504 h 6858000"/>
              <a:gd name="connsiteX138" fmla="*/ 2882120 w 7467600"/>
              <a:gd name="connsiteY138" fmla="*/ 5064547 h 6858000"/>
              <a:gd name="connsiteX139" fmla="*/ 2793103 w 7467600"/>
              <a:gd name="connsiteY139" fmla="*/ 5039699 h 6858000"/>
              <a:gd name="connsiteX140" fmla="*/ 2770041 w 7467600"/>
              <a:gd name="connsiteY140" fmla="*/ 5033634 h 6858000"/>
              <a:gd name="connsiteX141" fmla="*/ 1979378 w 7467600"/>
              <a:gd name="connsiteY141" fmla="*/ 4769504 h 6858000"/>
              <a:gd name="connsiteX142" fmla="*/ 1927410 w 7467600"/>
              <a:gd name="connsiteY142" fmla="*/ 4716164 h 6858000"/>
              <a:gd name="connsiteX143" fmla="*/ 1959587 w 7467600"/>
              <a:gd name="connsiteY143" fmla="*/ 4728849 h 6858000"/>
              <a:gd name="connsiteX144" fmla="*/ 2777707 w 7467600"/>
              <a:gd name="connsiteY144" fmla="*/ 5003991 h 6858000"/>
              <a:gd name="connsiteX145" fmla="*/ 2800768 w 7467600"/>
              <a:gd name="connsiteY145" fmla="*/ 5010056 h 6858000"/>
              <a:gd name="connsiteX146" fmla="*/ 2879408 w 7467600"/>
              <a:gd name="connsiteY146" fmla="*/ 5031590 h 6858000"/>
              <a:gd name="connsiteX147" fmla="*/ 2862295 w 7467600"/>
              <a:gd name="connsiteY147" fmla="*/ 5022958 h 6858000"/>
              <a:gd name="connsiteX148" fmla="*/ 2813343 w 7467600"/>
              <a:gd name="connsiteY148" fmla="*/ 4998369 h 6858000"/>
              <a:gd name="connsiteX149" fmla="*/ 2646245 w 7467600"/>
              <a:gd name="connsiteY149" fmla="*/ 4930999 h 6858000"/>
              <a:gd name="connsiteX150" fmla="*/ 1999243 w 7467600"/>
              <a:gd name="connsiteY150" fmla="*/ 4730524 h 6858000"/>
              <a:gd name="connsiteX151" fmla="*/ 1979527 w 7467600"/>
              <a:gd name="connsiteY151" fmla="*/ 4726651 h 6858000"/>
              <a:gd name="connsiteX152" fmla="*/ 1927410 w 7467600"/>
              <a:gd name="connsiteY152" fmla="*/ 4716164 h 6858000"/>
              <a:gd name="connsiteX153" fmla="*/ 1997014 w 7467600"/>
              <a:gd name="connsiteY153" fmla="*/ 4698007 h 6858000"/>
              <a:gd name="connsiteX154" fmla="*/ 2005458 w 7467600"/>
              <a:gd name="connsiteY154" fmla="*/ 4699540 h 6858000"/>
              <a:gd name="connsiteX155" fmla="*/ 2657186 w 7467600"/>
              <a:gd name="connsiteY155" fmla="*/ 4901687 h 6858000"/>
              <a:gd name="connsiteX156" fmla="*/ 2826662 w 7467600"/>
              <a:gd name="connsiteY156" fmla="*/ 4970362 h 6858000"/>
              <a:gd name="connsiteX157" fmla="*/ 2876100 w 7467600"/>
              <a:gd name="connsiteY157" fmla="*/ 4995397 h 6858000"/>
              <a:gd name="connsiteX158" fmla="*/ 3042600 w 7467600"/>
              <a:gd name="connsiteY158" fmla="*/ 5059532 h 6858000"/>
              <a:gd name="connsiteX159" fmla="*/ 1997014 w 7467600"/>
              <a:gd name="connsiteY159" fmla="*/ 4698007 h 6858000"/>
              <a:gd name="connsiteX160" fmla="*/ 2305292 w 7467600"/>
              <a:gd name="connsiteY160" fmla="*/ 4219492 h 6858000"/>
              <a:gd name="connsiteX161" fmla="*/ 3360922 w 7467600"/>
              <a:gd name="connsiteY161" fmla="*/ 4529373 h 6858000"/>
              <a:gd name="connsiteX162" fmla="*/ 3492420 w 7467600"/>
              <a:gd name="connsiteY162" fmla="*/ 4510145 h 6858000"/>
              <a:gd name="connsiteX163" fmla="*/ 3364086 w 7467600"/>
              <a:gd name="connsiteY163" fmla="*/ 4480340 h 6858000"/>
              <a:gd name="connsiteX164" fmla="*/ 3225818 w 7467600"/>
              <a:gd name="connsiteY164" fmla="*/ 4411822 h 6858000"/>
              <a:gd name="connsiteX165" fmla="*/ 3129696 w 7467600"/>
              <a:gd name="connsiteY165" fmla="*/ 4360704 h 6858000"/>
              <a:gd name="connsiteX166" fmla="*/ 2814545 w 7467600"/>
              <a:gd name="connsiteY166" fmla="*/ 4282955 h 6858000"/>
              <a:gd name="connsiteX167" fmla="*/ 2305292 w 7467600"/>
              <a:gd name="connsiteY167" fmla="*/ 4219492 h 6858000"/>
              <a:gd name="connsiteX168" fmla="*/ 2626982 w 7467600"/>
              <a:gd name="connsiteY168" fmla="*/ 4206450 h 6858000"/>
              <a:gd name="connsiteX169" fmla="*/ 2490617 w 7467600"/>
              <a:gd name="connsiteY169" fmla="*/ 4206951 h 6858000"/>
              <a:gd name="connsiteX170" fmla="*/ 2819869 w 7467600"/>
              <a:gd name="connsiteY170" fmla="*/ 4252936 h 6858000"/>
              <a:gd name="connsiteX171" fmla="*/ 3143018 w 7467600"/>
              <a:gd name="connsiteY171" fmla="*/ 4332698 h 6858000"/>
              <a:gd name="connsiteX172" fmla="*/ 3241520 w 7467600"/>
              <a:gd name="connsiteY172" fmla="*/ 4385112 h 6858000"/>
              <a:gd name="connsiteX173" fmla="*/ 3374575 w 7467600"/>
              <a:gd name="connsiteY173" fmla="*/ 4451517 h 6858000"/>
              <a:gd name="connsiteX174" fmla="*/ 3505221 w 7467600"/>
              <a:gd name="connsiteY174" fmla="*/ 4480757 h 6858000"/>
              <a:gd name="connsiteX175" fmla="*/ 2626982 w 7467600"/>
              <a:gd name="connsiteY175" fmla="*/ 4206450 h 6858000"/>
              <a:gd name="connsiteX176" fmla="*/ 1310106 w 7467600"/>
              <a:gd name="connsiteY176" fmla="*/ 3943217 h 6858000"/>
              <a:gd name="connsiteX177" fmla="*/ 854994 w 7467600"/>
              <a:gd name="connsiteY177" fmla="*/ 4399136 h 6858000"/>
              <a:gd name="connsiteX178" fmla="*/ 742462 w 7467600"/>
              <a:gd name="connsiteY178" fmla="*/ 4594648 h 6858000"/>
              <a:gd name="connsiteX179" fmla="*/ 820602 w 7467600"/>
              <a:gd name="connsiteY179" fmla="*/ 4485915 h 6858000"/>
              <a:gd name="connsiteX180" fmla="*/ 878295 w 7467600"/>
              <a:gd name="connsiteY180" fmla="*/ 4403594 h 6858000"/>
              <a:gd name="connsiteX181" fmla="*/ 1240607 w 7467600"/>
              <a:gd name="connsiteY181" fmla="*/ 4010401 h 6858000"/>
              <a:gd name="connsiteX182" fmla="*/ 1310106 w 7467600"/>
              <a:gd name="connsiteY182" fmla="*/ 3943217 h 6858000"/>
              <a:gd name="connsiteX183" fmla="*/ 1423113 w 7467600"/>
              <a:gd name="connsiteY183" fmla="*/ 3874565 h 6858000"/>
              <a:gd name="connsiteX184" fmla="*/ 1260565 w 7467600"/>
              <a:gd name="connsiteY184" fmla="*/ 4031982 h 6858000"/>
              <a:gd name="connsiteX185" fmla="*/ 901900 w 7467600"/>
              <a:gd name="connsiteY185" fmla="*/ 4421236 h 6858000"/>
              <a:gd name="connsiteX186" fmla="*/ 845044 w 7467600"/>
              <a:gd name="connsiteY186" fmla="*/ 4502436 h 6858000"/>
              <a:gd name="connsiteX187" fmla="*/ 685926 w 7467600"/>
              <a:gd name="connsiteY187" fmla="*/ 4703069 h 6858000"/>
              <a:gd name="connsiteX188" fmla="*/ 684248 w 7467600"/>
              <a:gd name="connsiteY188" fmla="*/ 4706721 h 6858000"/>
              <a:gd name="connsiteX189" fmla="*/ 1423113 w 7467600"/>
              <a:gd name="connsiteY189" fmla="*/ 3874565 h 6858000"/>
              <a:gd name="connsiteX190" fmla="*/ 3316479 w 7467600"/>
              <a:gd name="connsiteY190" fmla="*/ 3872136 h 6858000"/>
              <a:gd name="connsiteX191" fmla="*/ 3546806 w 7467600"/>
              <a:gd name="connsiteY191" fmla="*/ 4356139 h 6858000"/>
              <a:gd name="connsiteX192" fmla="*/ 3364433 w 7467600"/>
              <a:gd name="connsiteY192" fmla="*/ 3953121 h 6858000"/>
              <a:gd name="connsiteX193" fmla="*/ 3316479 w 7467600"/>
              <a:gd name="connsiteY193" fmla="*/ 3872136 h 6858000"/>
              <a:gd name="connsiteX194" fmla="*/ 3291335 w 7467600"/>
              <a:gd name="connsiteY194" fmla="*/ 3767420 h 6858000"/>
              <a:gd name="connsiteX195" fmla="*/ 3390805 w 7467600"/>
              <a:gd name="connsiteY195" fmla="*/ 3937163 h 6858000"/>
              <a:gd name="connsiteX196" fmla="*/ 3579062 w 7467600"/>
              <a:gd name="connsiteY196" fmla="*/ 4359040 h 6858000"/>
              <a:gd name="connsiteX197" fmla="*/ 3467355 w 7467600"/>
              <a:gd name="connsiteY197" fmla="*/ 3988130 h 6858000"/>
              <a:gd name="connsiteX198" fmla="*/ 3310753 w 7467600"/>
              <a:gd name="connsiteY198" fmla="*/ 3787140 h 6858000"/>
              <a:gd name="connsiteX199" fmla="*/ 3291335 w 7467600"/>
              <a:gd name="connsiteY199" fmla="*/ 3767420 h 6858000"/>
              <a:gd name="connsiteX200" fmla="*/ 1635889 w 7467600"/>
              <a:gd name="connsiteY200" fmla="*/ 3709494 h 6858000"/>
              <a:gd name="connsiteX201" fmla="*/ 1634800 w 7467600"/>
              <a:gd name="connsiteY201" fmla="*/ 3731111 h 6858000"/>
              <a:gd name="connsiteX202" fmla="*/ 1635889 w 7467600"/>
              <a:gd name="connsiteY202" fmla="*/ 3709494 h 6858000"/>
              <a:gd name="connsiteX203" fmla="*/ 1510397 w 7467600"/>
              <a:gd name="connsiteY203" fmla="*/ 3684705 h 6858000"/>
              <a:gd name="connsiteX204" fmla="*/ 1146550 w 7467600"/>
              <a:gd name="connsiteY204" fmla="*/ 3802012 h 6858000"/>
              <a:gd name="connsiteX205" fmla="*/ 698834 w 7467600"/>
              <a:gd name="connsiteY205" fmla="*/ 3952272 h 6858000"/>
              <a:gd name="connsiteX206" fmla="*/ 34256 w 7467600"/>
              <a:gd name="connsiteY206" fmla="*/ 4347603 h 6858000"/>
              <a:gd name="connsiteX207" fmla="*/ 527241 w 7467600"/>
              <a:gd name="connsiteY207" fmla="*/ 4065078 h 6858000"/>
              <a:gd name="connsiteX208" fmla="*/ 1510397 w 7467600"/>
              <a:gd name="connsiteY208" fmla="*/ 3684705 h 6858000"/>
              <a:gd name="connsiteX209" fmla="*/ 1313114 w 7467600"/>
              <a:gd name="connsiteY209" fmla="*/ 3655216 h 6858000"/>
              <a:gd name="connsiteX210" fmla="*/ 1109304 w 7467600"/>
              <a:gd name="connsiteY210" fmla="*/ 3669030 h 6858000"/>
              <a:gd name="connsiteX211" fmla="*/ 8129 w 7467600"/>
              <a:gd name="connsiteY211" fmla="*/ 4330519 h 6858000"/>
              <a:gd name="connsiteX212" fmla="*/ 687572 w 7467600"/>
              <a:gd name="connsiteY212" fmla="*/ 3925629 h 6858000"/>
              <a:gd name="connsiteX213" fmla="*/ 1138365 w 7467600"/>
              <a:gd name="connsiteY213" fmla="*/ 3774515 h 6858000"/>
              <a:gd name="connsiteX214" fmla="*/ 1505579 w 7467600"/>
              <a:gd name="connsiteY214" fmla="*/ 3655526 h 6858000"/>
              <a:gd name="connsiteX215" fmla="*/ 1313114 w 7467600"/>
              <a:gd name="connsiteY215" fmla="*/ 3655216 h 6858000"/>
              <a:gd name="connsiteX216" fmla="*/ 3655073 w 7467600"/>
              <a:gd name="connsiteY216" fmla="*/ 3650884 h 6858000"/>
              <a:gd name="connsiteX217" fmla="*/ 3989938 w 7467600"/>
              <a:gd name="connsiteY217" fmla="*/ 3991685 h 6858000"/>
              <a:gd name="connsiteX218" fmla="*/ 4393907 w 7467600"/>
              <a:gd name="connsiteY218" fmla="*/ 4261258 h 6858000"/>
              <a:gd name="connsiteX219" fmla="*/ 4648051 w 7467600"/>
              <a:gd name="connsiteY219" fmla="*/ 4374051 h 6858000"/>
              <a:gd name="connsiteX220" fmla="*/ 4383389 w 7467600"/>
              <a:gd name="connsiteY220" fmla="*/ 4184369 h 6858000"/>
              <a:gd name="connsiteX221" fmla="*/ 4165508 w 7467600"/>
              <a:gd name="connsiteY221" fmla="*/ 4035196 h 6858000"/>
              <a:gd name="connsiteX222" fmla="*/ 4068162 w 7467600"/>
              <a:gd name="connsiteY222" fmla="*/ 3953394 h 6858000"/>
              <a:gd name="connsiteX223" fmla="*/ 3981416 w 7467600"/>
              <a:gd name="connsiteY223" fmla="*/ 3880482 h 6858000"/>
              <a:gd name="connsiteX224" fmla="*/ 3800147 w 7467600"/>
              <a:gd name="connsiteY224" fmla="*/ 3749872 h 6858000"/>
              <a:gd name="connsiteX225" fmla="*/ 3655073 w 7467600"/>
              <a:gd name="connsiteY225" fmla="*/ 3650884 h 6858000"/>
              <a:gd name="connsiteX226" fmla="*/ 3670252 w 7467600"/>
              <a:gd name="connsiteY226" fmla="*/ 3622798 h 6858000"/>
              <a:gd name="connsiteX227" fmla="*/ 3817258 w 7467600"/>
              <a:gd name="connsiteY227" fmla="*/ 3723577 h 6858000"/>
              <a:gd name="connsiteX228" fmla="*/ 4000461 w 7467600"/>
              <a:gd name="connsiteY228" fmla="*/ 3855966 h 6858000"/>
              <a:gd name="connsiteX229" fmla="*/ 4088180 w 7467600"/>
              <a:gd name="connsiteY229" fmla="*/ 3929774 h 6858000"/>
              <a:gd name="connsiteX230" fmla="*/ 4184555 w 7467600"/>
              <a:gd name="connsiteY230" fmla="*/ 4010683 h 6858000"/>
              <a:gd name="connsiteX231" fmla="*/ 4399563 w 7467600"/>
              <a:gd name="connsiteY231" fmla="*/ 4158106 h 6858000"/>
              <a:gd name="connsiteX232" fmla="*/ 4684469 w 7467600"/>
              <a:gd name="connsiteY232" fmla="*/ 4364680 h 6858000"/>
              <a:gd name="connsiteX233" fmla="*/ 4690271 w 7467600"/>
              <a:gd name="connsiteY233" fmla="*/ 4370034 h 6858000"/>
              <a:gd name="connsiteX234" fmla="*/ 4136093 w 7467600"/>
              <a:gd name="connsiteY234" fmla="*/ 3858466 h 6858000"/>
              <a:gd name="connsiteX235" fmla="*/ 3670252 w 7467600"/>
              <a:gd name="connsiteY235" fmla="*/ 3622798 h 6858000"/>
              <a:gd name="connsiteX236" fmla="*/ 4440129 w 7467600"/>
              <a:gd name="connsiteY236" fmla="*/ 3448571 h 6858000"/>
              <a:gd name="connsiteX237" fmla="*/ 4856525 w 7467600"/>
              <a:gd name="connsiteY237" fmla="*/ 3915351 h 6858000"/>
              <a:gd name="connsiteX238" fmla="*/ 5059055 w 7467600"/>
              <a:gd name="connsiteY238" fmla="*/ 4108918 h 6858000"/>
              <a:gd name="connsiteX239" fmla="*/ 5290070 w 7467600"/>
              <a:gd name="connsiteY239" fmla="*/ 4263619 h 6858000"/>
              <a:gd name="connsiteX240" fmla="*/ 4834991 w 7467600"/>
              <a:gd name="connsiteY240" fmla="*/ 3830985 h 6858000"/>
              <a:gd name="connsiteX241" fmla="*/ 4440129 w 7467600"/>
              <a:gd name="connsiteY241" fmla="*/ 3448571 h 6858000"/>
              <a:gd name="connsiteX242" fmla="*/ 4441737 w 7467600"/>
              <a:gd name="connsiteY242" fmla="*/ 3399734 h 6858000"/>
              <a:gd name="connsiteX243" fmla="*/ 4431236 w 7467600"/>
              <a:gd name="connsiteY243" fmla="*/ 3400954 h 6858000"/>
              <a:gd name="connsiteX244" fmla="*/ 4557150 w 7467600"/>
              <a:gd name="connsiteY244" fmla="*/ 3510023 h 6858000"/>
              <a:gd name="connsiteX245" fmla="*/ 4856936 w 7467600"/>
              <a:gd name="connsiteY245" fmla="*/ 3809146 h 6858000"/>
              <a:gd name="connsiteX246" fmla="*/ 5111996 w 7467600"/>
              <a:gd name="connsiteY246" fmla="*/ 4065759 h 6858000"/>
              <a:gd name="connsiteX247" fmla="*/ 5388878 w 7467600"/>
              <a:gd name="connsiteY247" fmla="*/ 4300185 h 6858000"/>
              <a:gd name="connsiteX248" fmla="*/ 5425556 w 7467600"/>
              <a:gd name="connsiteY248" fmla="*/ 4308967 h 6858000"/>
              <a:gd name="connsiteX249" fmla="*/ 4943646 w 7467600"/>
              <a:gd name="connsiteY249" fmla="*/ 3822916 h 6858000"/>
              <a:gd name="connsiteX250" fmla="*/ 4594837 w 7467600"/>
              <a:gd name="connsiteY250" fmla="*/ 3532274 h 6858000"/>
              <a:gd name="connsiteX251" fmla="*/ 4441737 w 7467600"/>
              <a:gd name="connsiteY251" fmla="*/ 3399734 h 6858000"/>
              <a:gd name="connsiteX252" fmla="*/ 5425834 w 7467600"/>
              <a:gd name="connsiteY252" fmla="*/ 3162785 h 6858000"/>
              <a:gd name="connsiteX253" fmla="*/ 5401644 w 7467600"/>
              <a:gd name="connsiteY253" fmla="*/ 3617847 h 6858000"/>
              <a:gd name="connsiteX254" fmla="*/ 5467256 w 7467600"/>
              <a:gd name="connsiteY254" fmla="*/ 4175494 h 6858000"/>
              <a:gd name="connsiteX255" fmla="*/ 5448069 w 7467600"/>
              <a:gd name="connsiteY255" fmla="*/ 3567554 h 6858000"/>
              <a:gd name="connsiteX256" fmla="*/ 5425834 w 7467600"/>
              <a:gd name="connsiteY256" fmla="*/ 3162785 h 6858000"/>
              <a:gd name="connsiteX257" fmla="*/ 1318687 w 7467600"/>
              <a:gd name="connsiteY257" fmla="*/ 3113840 h 6858000"/>
              <a:gd name="connsiteX258" fmla="*/ 1066793 w 7467600"/>
              <a:gd name="connsiteY258" fmla="*/ 3212171 h 6858000"/>
              <a:gd name="connsiteX259" fmla="*/ 993319 w 7467600"/>
              <a:gd name="connsiteY259" fmla="*/ 3247648 h 6858000"/>
              <a:gd name="connsiteX260" fmla="*/ 853081 w 7467600"/>
              <a:gd name="connsiteY260" fmla="*/ 3312410 h 6858000"/>
              <a:gd name="connsiteX261" fmla="*/ 805957 w 7467600"/>
              <a:gd name="connsiteY261" fmla="*/ 3330443 h 6858000"/>
              <a:gd name="connsiteX262" fmla="*/ 1318687 w 7467600"/>
              <a:gd name="connsiteY262" fmla="*/ 3113840 h 6858000"/>
              <a:gd name="connsiteX263" fmla="*/ 5453702 w 7467600"/>
              <a:gd name="connsiteY263" fmla="*/ 3090882 h 6858000"/>
              <a:gd name="connsiteX264" fmla="*/ 5480135 w 7467600"/>
              <a:gd name="connsiteY264" fmla="*/ 3565802 h 6858000"/>
              <a:gd name="connsiteX265" fmla="*/ 5499023 w 7467600"/>
              <a:gd name="connsiteY265" fmla="*/ 4166310 h 6858000"/>
              <a:gd name="connsiteX266" fmla="*/ 5547022 w 7467600"/>
              <a:gd name="connsiteY266" fmla="*/ 3607838 h 6858000"/>
              <a:gd name="connsiteX267" fmla="*/ 5515964 w 7467600"/>
              <a:gd name="connsiteY267" fmla="*/ 3378541 h 6858000"/>
              <a:gd name="connsiteX268" fmla="*/ 5453702 w 7467600"/>
              <a:gd name="connsiteY268" fmla="*/ 3090882 h 6858000"/>
              <a:gd name="connsiteX269" fmla="*/ 1238695 w 7467600"/>
              <a:gd name="connsiteY269" fmla="*/ 3076820 h 6858000"/>
              <a:gd name="connsiteX270" fmla="*/ 716371 w 7467600"/>
              <a:gd name="connsiteY270" fmla="*/ 3293249 h 6858000"/>
              <a:gd name="connsiteX271" fmla="*/ 579522 w 7467600"/>
              <a:gd name="connsiteY271" fmla="*/ 3371759 h 6858000"/>
              <a:gd name="connsiteX272" fmla="*/ 600288 w 7467600"/>
              <a:gd name="connsiteY272" fmla="*/ 3365555 h 6858000"/>
              <a:gd name="connsiteX273" fmla="*/ 840692 w 7467600"/>
              <a:gd name="connsiteY273" fmla="*/ 3284921 h 6858000"/>
              <a:gd name="connsiteX274" fmla="*/ 979248 w 7467600"/>
              <a:gd name="connsiteY274" fmla="*/ 3221003 h 6858000"/>
              <a:gd name="connsiteX275" fmla="*/ 1053282 w 7467600"/>
              <a:gd name="connsiteY275" fmla="*/ 3185247 h 6858000"/>
              <a:gd name="connsiteX276" fmla="*/ 1320603 w 7467600"/>
              <a:gd name="connsiteY276" fmla="*/ 3081281 h 6858000"/>
              <a:gd name="connsiteX277" fmla="*/ 1238695 w 7467600"/>
              <a:gd name="connsiteY277" fmla="*/ 3076820 h 6858000"/>
              <a:gd name="connsiteX278" fmla="*/ 5425627 w 7467600"/>
              <a:gd name="connsiteY278" fmla="*/ 2954192 h 6858000"/>
              <a:gd name="connsiteX279" fmla="*/ 5470770 w 7467600"/>
              <a:gd name="connsiteY279" fmla="*/ 3005435 h 6858000"/>
              <a:gd name="connsiteX280" fmla="*/ 5519779 w 7467600"/>
              <a:gd name="connsiteY280" fmla="*/ 4359223 h 6858000"/>
              <a:gd name="connsiteX281" fmla="*/ 5520293 w 7467600"/>
              <a:gd name="connsiteY281" fmla="*/ 4360602 h 6858000"/>
              <a:gd name="connsiteX282" fmla="*/ 5767221 w 7467600"/>
              <a:gd name="connsiteY282" fmla="*/ 4665564 h 6858000"/>
              <a:gd name="connsiteX283" fmla="*/ 6937169 w 7467600"/>
              <a:gd name="connsiteY283" fmla="*/ 4815941 h 6858000"/>
              <a:gd name="connsiteX284" fmla="*/ 6953922 w 7467600"/>
              <a:gd name="connsiteY284" fmla="*/ 4890068 h 6858000"/>
              <a:gd name="connsiteX285" fmla="*/ 6071359 w 7467600"/>
              <a:gd name="connsiteY285" fmla="*/ 4770770 h 6858000"/>
              <a:gd name="connsiteX286" fmla="*/ 6038839 w 7467600"/>
              <a:gd name="connsiteY286" fmla="*/ 4764474 h 6858000"/>
              <a:gd name="connsiteX287" fmla="*/ 6038706 w 7467600"/>
              <a:gd name="connsiteY287" fmla="*/ 4763847 h 6858000"/>
              <a:gd name="connsiteX288" fmla="*/ 6037784 w 7467600"/>
              <a:gd name="connsiteY288" fmla="*/ 4764270 h 6858000"/>
              <a:gd name="connsiteX289" fmla="*/ 6038839 w 7467600"/>
              <a:gd name="connsiteY289" fmla="*/ 4764474 h 6858000"/>
              <a:gd name="connsiteX290" fmla="*/ 6040338 w 7467600"/>
              <a:gd name="connsiteY290" fmla="*/ 4771418 h 6858000"/>
              <a:gd name="connsiteX291" fmla="*/ 6024488 w 7467600"/>
              <a:gd name="connsiteY291" fmla="*/ 4809903 h 6858000"/>
              <a:gd name="connsiteX292" fmla="*/ 5599771 w 7467600"/>
              <a:gd name="connsiteY292" fmla="*/ 5509652 h 6858000"/>
              <a:gd name="connsiteX293" fmla="*/ 5548843 w 7467600"/>
              <a:gd name="connsiteY293" fmla="*/ 5563845 h 6858000"/>
              <a:gd name="connsiteX294" fmla="*/ 5940952 w 7467600"/>
              <a:gd name="connsiteY294" fmla="*/ 6250028 h 6858000"/>
              <a:gd name="connsiteX295" fmla="*/ 6043441 w 7467600"/>
              <a:gd name="connsiteY295" fmla="*/ 6665847 h 6858000"/>
              <a:gd name="connsiteX296" fmla="*/ 6093432 w 7467600"/>
              <a:gd name="connsiteY296" fmla="*/ 6858000 h 6858000"/>
              <a:gd name="connsiteX297" fmla="*/ 6034344 w 7467600"/>
              <a:gd name="connsiteY297" fmla="*/ 6858000 h 6858000"/>
              <a:gd name="connsiteX298" fmla="*/ 6026679 w 7467600"/>
              <a:gd name="connsiteY298" fmla="*/ 6836959 h 6858000"/>
              <a:gd name="connsiteX299" fmla="*/ 5800441 w 7467600"/>
              <a:gd name="connsiteY299" fmla="*/ 6335286 h 6858000"/>
              <a:gd name="connsiteX300" fmla="*/ 5526562 w 7467600"/>
              <a:gd name="connsiteY300" fmla="*/ 5705388 h 6858000"/>
              <a:gd name="connsiteX301" fmla="*/ 5519640 w 7467600"/>
              <a:gd name="connsiteY301" fmla="*/ 5683774 h 6858000"/>
              <a:gd name="connsiteX302" fmla="*/ 5844559 w 7467600"/>
              <a:gd name="connsiteY302" fmla="*/ 6553349 h 6858000"/>
              <a:gd name="connsiteX303" fmla="*/ 5975994 w 7467600"/>
              <a:gd name="connsiteY303" fmla="*/ 6858000 h 6858000"/>
              <a:gd name="connsiteX304" fmla="*/ 5898547 w 7467600"/>
              <a:gd name="connsiteY304" fmla="*/ 6858000 h 6858000"/>
              <a:gd name="connsiteX305" fmla="*/ 5682041 w 7467600"/>
              <a:gd name="connsiteY305" fmla="*/ 6355860 h 6858000"/>
              <a:gd name="connsiteX306" fmla="*/ 5461758 w 7467600"/>
              <a:gd name="connsiteY306" fmla="*/ 5820220 h 6858000"/>
              <a:gd name="connsiteX307" fmla="*/ 5237282 w 7467600"/>
              <a:gd name="connsiteY307" fmla="*/ 6579086 h 6858000"/>
              <a:gd name="connsiteX308" fmla="*/ 5115009 w 7467600"/>
              <a:gd name="connsiteY308" fmla="*/ 6858000 h 6858000"/>
              <a:gd name="connsiteX309" fmla="*/ 5028074 w 7467600"/>
              <a:gd name="connsiteY309" fmla="*/ 6858000 h 6858000"/>
              <a:gd name="connsiteX310" fmla="*/ 5079508 w 7467600"/>
              <a:gd name="connsiteY310" fmla="*/ 6749074 h 6858000"/>
              <a:gd name="connsiteX311" fmla="*/ 5371846 w 7467600"/>
              <a:gd name="connsiteY311" fmla="*/ 5924413 h 6858000"/>
              <a:gd name="connsiteX312" fmla="*/ 5270512 w 7467600"/>
              <a:gd name="connsiteY312" fmla="*/ 6138975 h 6858000"/>
              <a:gd name="connsiteX313" fmla="*/ 5062409 w 7467600"/>
              <a:gd name="connsiteY313" fmla="*/ 6653544 h 6858000"/>
              <a:gd name="connsiteX314" fmla="*/ 5036628 w 7467600"/>
              <a:gd name="connsiteY314" fmla="*/ 6754247 h 6858000"/>
              <a:gd name="connsiteX315" fmla="*/ 5009112 w 7467600"/>
              <a:gd name="connsiteY315" fmla="*/ 6858000 h 6858000"/>
              <a:gd name="connsiteX316" fmla="*/ 4976679 w 7467600"/>
              <a:gd name="connsiteY316" fmla="*/ 6858000 h 6858000"/>
              <a:gd name="connsiteX317" fmla="*/ 5006537 w 7467600"/>
              <a:gd name="connsiteY317" fmla="*/ 6747068 h 6858000"/>
              <a:gd name="connsiteX318" fmla="*/ 5032723 w 7467600"/>
              <a:gd name="connsiteY318" fmla="*/ 6644957 h 6858000"/>
              <a:gd name="connsiteX319" fmla="*/ 5242949 w 7467600"/>
              <a:gd name="connsiteY319" fmla="*/ 6125175 h 6858000"/>
              <a:gd name="connsiteX320" fmla="*/ 5286321 w 7467600"/>
              <a:gd name="connsiteY320" fmla="*/ 6033555 h 6858000"/>
              <a:gd name="connsiteX321" fmla="*/ 5008210 w 7467600"/>
              <a:gd name="connsiteY321" fmla="*/ 6649194 h 6858000"/>
              <a:gd name="connsiteX322" fmla="*/ 4986321 w 7467600"/>
              <a:gd name="connsiteY322" fmla="*/ 6765687 h 6858000"/>
              <a:gd name="connsiteX323" fmla="*/ 4973474 w 7467600"/>
              <a:gd name="connsiteY323" fmla="*/ 6858000 h 6858000"/>
              <a:gd name="connsiteX324" fmla="*/ 4907178 w 7467600"/>
              <a:gd name="connsiteY324" fmla="*/ 6858000 h 6858000"/>
              <a:gd name="connsiteX325" fmla="*/ 4910810 w 7467600"/>
              <a:gd name="connsiteY325" fmla="*/ 6829660 h 6858000"/>
              <a:gd name="connsiteX326" fmla="*/ 4987461 w 7467600"/>
              <a:gd name="connsiteY326" fmla="*/ 6432994 h 6858000"/>
              <a:gd name="connsiteX327" fmla="*/ 5179262 w 7467600"/>
              <a:gd name="connsiteY327" fmla="*/ 6035044 h 6858000"/>
              <a:gd name="connsiteX328" fmla="*/ 4689678 w 7467600"/>
              <a:gd name="connsiteY328" fmla="*/ 6440241 h 6858000"/>
              <a:gd name="connsiteX329" fmla="*/ 4477543 w 7467600"/>
              <a:gd name="connsiteY329" fmla="*/ 6674836 h 6858000"/>
              <a:gd name="connsiteX330" fmla="*/ 4329957 w 7467600"/>
              <a:gd name="connsiteY330" fmla="*/ 6858000 h 6858000"/>
              <a:gd name="connsiteX331" fmla="*/ 4218595 w 7467600"/>
              <a:gd name="connsiteY331" fmla="*/ 6858000 h 6858000"/>
              <a:gd name="connsiteX332" fmla="*/ 4368888 w 7467600"/>
              <a:gd name="connsiteY332" fmla="*/ 6668412 h 6858000"/>
              <a:gd name="connsiteX333" fmla="*/ 4563091 w 7467600"/>
              <a:gd name="connsiteY333" fmla="*/ 6442508 h 6858000"/>
              <a:gd name="connsiteX334" fmla="*/ 5387324 w 7467600"/>
              <a:gd name="connsiteY334" fmla="*/ 5705830 h 6858000"/>
              <a:gd name="connsiteX335" fmla="*/ 5073620 w 7467600"/>
              <a:gd name="connsiteY335" fmla="*/ 5955437 h 6858000"/>
              <a:gd name="connsiteX336" fmla="*/ 4689789 w 7467600"/>
              <a:gd name="connsiteY336" fmla="*/ 6268382 h 6858000"/>
              <a:gd name="connsiteX337" fmla="*/ 4418722 w 7467600"/>
              <a:gd name="connsiteY337" fmla="*/ 6570886 h 6858000"/>
              <a:gd name="connsiteX338" fmla="*/ 4214944 w 7467600"/>
              <a:gd name="connsiteY338" fmla="*/ 6858000 h 6858000"/>
              <a:gd name="connsiteX339" fmla="*/ 4177898 w 7467600"/>
              <a:gd name="connsiteY339" fmla="*/ 6858000 h 6858000"/>
              <a:gd name="connsiteX340" fmla="*/ 4391597 w 7467600"/>
              <a:gd name="connsiteY340" fmla="*/ 6556370 h 6858000"/>
              <a:gd name="connsiteX341" fmla="*/ 4668889 w 7467600"/>
              <a:gd name="connsiteY341" fmla="*/ 6246399 h 6858000"/>
              <a:gd name="connsiteX342" fmla="*/ 5055427 w 7467600"/>
              <a:gd name="connsiteY342" fmla="*/ 5931476 h 6858000"/>
              <a:gd name="connsiteX343" fmla="*/ 5371814 w 7467600"/>
              <a:gd name="connsiteY343" fmla="*/ 5678975 h 6858000"/>
              <a:gd name="connsiteX344" fmla="*/ 4987918 w 7467600"/>
              <a:gd name="connsiteY344" fmla="*/ 5838701 h 6858000"/>
              <a:gd name="connsiteX345" fmla="*/ 4317146 w 7467600"/>
              <a:gd name="connsiteY345" fmla="*/ 6587716 h 6858000"/>
              <a:gd name="connsiteX346" fmla="*/ 4171627 w 7467600"/>
              <a:gd name="connsiteY346" fmla="*/ 6858000 h 6858000"/>
              <a:gd name="connsiteX347" fmla="*/ 4081585 w 7467600"/>
              <a:gd name="connsiteY347" fmla="*/ 6858000 h 6858000"/>
              <a:gd name="connsiteX348" fmla="*/ 4238603 w 7467600"/>
              <a:gd name="connsiteY348" fmla="*/ 6559341 h 6858000"/>
              <a:gd name="connsiteX349" fmla="*/ 4778333 w 7467600"/>
              <a:gd name="connsiteY349" fmla="*/ 5873626 h 6858000"/>
              <a:gd name="connsiteX350" fmla="*/ 5414185 w 7467600"/>
              <a:gd name="connsiteY350" fmla="*/ 5573882 h 6858000"/>
              <a:gd name="connsiteX351" fmla="*/ 5959648 w 7467600"/>
              <a:gd name="connsiteY351" fmla="*/ 4760797 h 6858000"/>
              <a:gd name="connsiteX352" fmla="*/ 5355019 w 7467600"/>
              <a:gd name="connsiteY352" fmla="*/ 4734672 h 6858000"/>
              <a:gd name="connsiteX353" fmla="*/ 5083565 w 7467600"/>
              <a:gd name="connsiteY353" fmla="*/ 5179121 h 6858000"/>
              <a:gd name="connsiteX354" fmla="*/ 4713577 w 7467600"/>
              <a:gd name="connsiteY354" fmla="*/ 5616803 h 6858000"/>
              <a:gd name="connsiteX355" fmla="*/ 3989559 w 7467600"/>
              <a:gd name="connsiteY355" fmla="*/ 6145945 h 6858000"/>
              <a:gd name="connsiteX356" fmla="*/ 3939824 w 7467600"/>
              <a:gd name="connsiteY356" fmla="*/ 6066900 h 6858000"/>
              <a:gd name="connsiteX357" fmla="*/ 4584537 w 7467600"/>
              <a:gd name="connsiteY357" fmla="*/ 5324826 h 6858000"/>
              <a:gd name="connsiteX358" fmla="*/ 5037105 w 7467600"/>
              <a:gd name="connsiteY358" fmla="*/ 5088765 h 6858000"/>
              <a:gd name="connsiteX359" fmla="*/ 5039930 w 7467600"/>
              <a:gd name="connsiteY359" fmla="*/ 5089585 h 6858000"/>
              <a:gd name="connsiteX360" fmla="*/ 5263764 w 7467600"/>
              <a:gd name="connsiteY360" fmla="*/ 4735525 h 6858000"/>
              <a:gd name="connsiteX361" fmla="*/ 4086300 w 7467600"/>
              <a:gd name="connsiteY361" fmla="*/ 4884599 h 6858000"/>
              <a:gd name="connsiteX362" fmla="*/ 4085485 w 7467600"/>
              <a:gd name="connsiteY362" fmla="*/ 4899070 h 6858000"/>
              <a:gd name="connsiteX363" fmla="*/ 3871915 w 7467600"/>
              <a:gd name="connsiteY363" fmla="*/ 5253645 h 6858000"/>
              <a:gd name="connsiteX364" fmla="*/ 3799374 w 7467600"/>
              <a:gd name="connsiteY364" fmla="*/ 5466127 h 6858000"/>
              <a:gd name="connsiteX365" fmla="*/ 3498850 w 7467600"/>
              <a:gd name="connsiteY365" fmla="*/ 6661888 h 6858000"/>
              <a:gd name="connsiteX366" fmla="*/ 3399216 w 7467600"/>
              <a:gd name="connsiteY366" fmla="*/ 6858000 h 6858000"/>
              <a:gd name="connsiteX367" fmla="*/ 3303688 w 7467600"/>
              <a:gd name="connsiteY367" fmla="*/ 6858000 h 6858000"/>
              <a:gd name="connsiteX368" fmla="*/ 3391774 w 7467600"/>
              <a:gd name="connsiteY368" fmla="*/ 6697181 h 6858000"/>
              <a:gd name="connsiteX369" fmla="*/ 3735540 w 7467600"/>
              <a:gd name="connsiteY369" fmla="*/ 5546923 h 6858000"/>
              <a:gd name="connsiteX370" fmla="*/ 3729438 w 7467600"/>
              <a:gd name="connsiteY370" fmla="*/ 5569058 h 6858000"/>
              <a:gd name="connsiteX371" fmla="*/ 3707782 w 7467600"/>
              <a:gd name="connsiteY371" fmla="*/ 5644908 h 6858000"/>
              <a:gd name="connsiteX372" fmla="*/ 3583827 w 7467600"/>
              <a:gd name="connsiteY372" fmla="*/ 6039215 h 6858000"/>
              <a:gd name="connsiteX373" fmla="*/ 3547861 w 7467600"/>
              <a:gd name="connsiteY373" fmla="*/ 6129609 h 6858000"/>
              <a:gd name="connsiteX374" fmla="*/ 3490905 w 7467600"/>
              <a:gd name="connsiteY374" fmla="*/ 6277660 h 6858000"/>
              <a:gd name="connsiteX375" fmla="*/ 3455859 w 7467600"/>
              <a:gd name="connsiteY375" fmla="*/ 6391301 h 6858000"/>
              <a:gd name="connsiteX376" fmla="*/ 3429112 w 7467600"/>
              <a:gd name="connsiteY376" fmla="*/ 6479469 h 6858000"/>
              <a:gd name="connsiteX377" fmla="*/ 3304862 w 7467600"/>
              <a:gd name="connsiteY377" fmla="*/ 6796476 h 6858000"/>
              <a:gd name="connsiteX378" fmla="*/ 3276071 w 7467600"/>
              <a:gd name="connsiteY378" fmla="*/ 6858000 h 6858000"/>
              <a:gd name="connsiteX379" fmla="*/ 3240805 w 7467600"/>
              <a:gd name="connsiteY379" fmla="*/ 6858000 h 6858000"/>
              <a:gd name="connsiteX380" fmla="*/ 3275917 w 7467600"/>
              <a:gd name="connsiteY380" fmla="*/ 6783192 h 6858000"/>
              <a:gd name="connsiteX381" fmla="*/ 3399358 w 7467600"/>
              <a:gd name="connsiteY381" fmla="*/ 6469011 h 6858000"/>
              <a:gd name="connsiteX382" fmla="*/ 3425650 w 7467600"/>
              <a:gd name="connsiteY382" fmla="*/ 6381333 h 6858000"/>
              <a:gd name="connsiteX383" fmla="*/ 3460661 w 7467600"/>
              <a:gd name="connsiteY383" fmla="*/ 6266763 h 6858000"/>
              <a:gd name="connsiteX384" fmla="*/ 3518021 w 7467600"/>
              <a:gd name="connsiteY384" fmla="*/ 6117298 h 6858000"/>
              <a:gd name="connsiteX385" fmla="*/ 3554035 w 7467600"/>
              <a:gd name="connsiteY385" fmla="*/ 6027832 h 6858000"/>
              <a:gd name="connsiteX386" fmla="*/ 3677174 w 7467600"/>
              <a:gd name="connsiteY386" fmla="*/ 5636351 h 6858000"/>
              <a:gd name="connsiteX387" fmla="*/ 3698819 w 7467600"/>
              <a:gd name="connsiteY387" fmla="*/ 5560503 h 6858000"/>
              <a:gd name="connsiteX388" fmla="*/ 3702094 w 7467600"/>
              <a:gd name="connsiteY388" fmla="*/ 5549194 h 6858000"/>
              <a:gd name="connsiteX389" fmla="*/ 3398355 w 7467600"/>
              <a:gd name="connsiteY389" fmla="*/ 6094603 h 6858000"/>
              <a:gd name="connsiteX390" fmla="*/ 3193941 w 7467600"/>
              <a:gd name="connsiteY390" fmla="*/ 6798775 h 6858000"/>
              <a:gd name="connsiteX391" fmla="*/ 3184140 w 7467600"/>
              <a:gd name="connsiteY391" fmla="*/ 6858000 h 6858000"/>
              <a:gd name="connsiteX392" fmla="*/ 3099978 w 7467600"/>
              <a:gd name="connsiteY392" fmla="*/ 6858000 h 6858000"/>
              <a:gd name="connsiteX393" fmla="*/ 3101556 w 7467600"/>
              <a:gd name="connsiteY393" fmla="*/ 6843337 h 6858000"/>
              <a:gd name="connsiteX394" fmla="*/ 3370162 w 7467600"/>
              <a:gd name="connsiteY394" fmla="*/ 5785550 h 6858000"/>
              <a:gd name="connsiteX395" fmla="*/ 3746477 w 7467600"/>
              <a:gd name="connsiteY395" fmla="*/ 5377889 h 6858000"/>
              <a:gd name="connsiteX396" fmla="*/ 3863399 w 7467600"/>
              <a:gd name="connsiteY396" fmla="*/ 5087257 h 6858000"/>
              <a:gd name="connsiteX397" fmla="*/ 3968712 w 7467600"/>
              <a:gd name="connsiteY397" fmla="*/ 4913989 h 6858000"/>
              <a:gd name="connsiteX398" fmla="*/ 2792390 w 7467600"/>
              <a:gd name="connsiteY398" fmla="*/ 5382974 h 6858000"/>
              <a:gd name="connsiteX399" fmla="*/ 2714982 w 7467600"/>
              <a:gd name="connsiteY399" fmla="*/ 5427051 h 6858000"/>
              <a:gd name="connsiteX400" fmla="*/ 2813361 w 7467600"/>
              <a:gd name="connsiteY400" fmla="*/ 6023912 h 6858000"/>
              <a:gd name="connsiteX401" fmla="*/ 2688430 w 7467600"/>
              <a:gd name="connsiteY401" fmla="*/ 6801564 h 6858000"/>
              <a:gd name="connsiteX402" fmla="*/ 2629626 w 7467600"/>
              <a:gd name="connsiteY402" fmla="*/ 6763394 h 6858000"/>
              <a:gd name="connsiteX403" fmla="*/ 2565328 w 7467600"/>
              <a:gd name="connsiteY403" fmla="*/ 5516399 h 6858000"/>
              <a:gd name="connsiteX404" fmla="*/ 1922999 w 7467600"/>
              <a:gd name="connsiteY404" fmla="*/ 5980343 h 6858000"/>
              <a:gd name="connsiteX405" fmla="*/ 1950261 w 7467600"/>
              <a:gd name="connsiteY405" fmla="*/ 6405858 h 6858000"/>
              <a:gd name="connsiteX406" fmla="*/ 2365554 w 7467600"/>
              <a:gd name="connsiteY406" fmla="*/ 6759107 h 6858000"/>
              <a:gd name="connsiteX407" fmla="*/ 2424142 w 7467600"/>
              <a:gd name="connsiteY407" fmla="*/ 6858000 h 6858000"/>
              <a:gd name="connsiteX408" fmla="*/ 2395994 w 7467600"/>
              <a:gd name="connsiteY408" fmla="*/ 6858000 h 6858000"/>
              <a:gd name="connsiteX409" fmla="*/ 2392863 w 7467600"/>
              <a:gd name="connsiteY409" fmla="*/ 6852964 h 6858000"/>
              <a:gd name="connsiteX410" fmla="*/ 2017589 w 7467600"/>
              <a:gd name="connsiteY410" fmla="*/ 6493982 h 6858000"/>
              <a:gd name="connsiteX411" fmla="*/ 2147336 w 7467600"/>
              <a:gd name="connsiteY411" fmla="*/ 6594052 h 6858000"/>
              <a:gd name="connsiteX412" fmla="*/ 2207047 w 7467600"/>
              <a:gd name="connsiteY412" fmla="*/ 6654540 h 6858000"/>
              <a:gd name="connsiteX413" fmla="*/ 2299106 w 7467600"/>
              <a:gd name="connsiteY413" fmla="*/ 6778931 h 6858000"/>
              <a:gd name="connsiteX414" fmla="*/ 2314430 w 7467600"/>
              <a:gd name="connsiteY414" fmla="*/ 6801144 h 6858000"/>
              <a:gd name="connsiteX415" fmla="*/ 2352406 w 7467600"/>
              <a:gd name="connsiteY415" fmla="*/ 6858000 h 6858000"/>
              <a:gd name="connsiteX416" fmla="*/ 2314492 w 7467600"/>
              <a:gd name="connsiteY416" fmla="*/ 6858000 h 6858000"/>
              <a:gd name="connsiteX417" fmla="*/ 2288095 w 7467600"/>
              <a:gd name="connsiteY417" fmla="*/ 6818030 h 6858000"/>
              <a:gd name="connsiteX418" fmla="*/ 2272768 w 7467600"/>
              <a:gd name="connsiteY418" fmla="*/ 6795822 h 6858000"/>
              <a:gd name="connsiteX419" fmla="*/ 2182715 w 7467600"/>
              <a:gd name="connsiteY419" fmla="*/ 6675071 h 6858000"/>
              <a:gd name="connsiteX420" fmla="*/ 2032061 w 7467600"/>
              <a:gd name="connsiteY420" fmla="*/ 6541380 h 6858000"/>
              <a:gd name="connsiteX421" fmla="*/ 2257220 w 7467600"/>
              <a:gd name="connsiteY421" fmla="*/ 6826257 h 6858000"/>
              <a:gd name="connsiteX422" fmla="*/ 2281324 w 7467600"/>
              <a:gd name="connsiteY422" fmla="*/ 6858000 h 6858000"/>
              <a:gd name="connsiteX423" fmla="*/ 2242860 w 7467600"/>
              <a:gd name="connsiteY423" fmla="*/ 6858000 h 6858000"/>
              <a:gd name="connsiteX424" fmla="*/ 2232818 w 7467600"/>
              <a:gd name="connsiteY424" fmla="*/ 6844926 h 6858000"/>
              <a:gd name="connsiteX425" fmla="*/ 1990172 w 7467600"/>
              <a:gd name="connsiteY425" fmla="*/ 6542121 h 6858000"/>
              <a:gd name="connsiteX426" fmla="*/ 2124090 w 7467600"/>
              <a:gd name="connsiteY426" fmla="*/ 6761017 h 6858000"/>
              <a:gd name="connsiteX427" fmla="*/ 2200380 w 7467600"/>
              <a:gd name="connsiteY427" fmla="*/ 6858000 h 6858000"/>
              <a:gd name="connsiteX428" fmla="*/ 2147507 w 7467600"/>
              <a:gd name="connsiteY428" fmla="*/ 6858000 h 6858000"/>
              <a:gd name="connsiteX429" fmla="*/ 2070668 w 7467600"/>
              <a:gd name="connsiteY429" fmla="*/ 6761520 h 6858000"/>
              <a:gd name="connsiteX430" fmla="*/ 1975142 w 7467600"/>
              <a:gd name="connsiteY430" fmla="*/ 6585570 h 6858000"/>
              <a:gd name="connsiteX431" fmla="*/ 2050035 w 7467600"/>
              <a:gd name="connsiteY431" fmla="*/ 6813345 h 6858000"/>
              <a:gd name="connsiteX432" fmla="*/ 2063025 w 7467600"/>
              <a:gd name="connsiteY432" fmla="*/ 6858000 h 6858000"/>
              <a:gd name="connsiteX433" fmla="*/ 2021675 w 7467600"/>
              <a:gd name="connsiteY433" fmla="*/ 6858000 h 6858000"/>
              <a:gd name="connsiteX434" fmla="*/ 2019308 w 7467600"/>
              <a:gd name="connsiteY434" fmla="*/ 6847118 h 6858000"/>
              <a:gd name="connsiteX435" fmla="*/ 1938835 w 7467600"/>
              <a:gd name="connsiteY435" fmla="*/ 6551160 h 6858000"/>
              <a:gd name="connsiteX436" fmla="*/ 1953230 w 7467600"/>
              <a:gd name="connsiteY436" fmla="*/ 6759699 h 6858000"/>
              <a:gd name="connsiteX437" fmla="*/ 1956763 w 7467600"/>
              <a:gd name="connsiteY437" fmla="*/ 6778191 h 6858000"/>
              <a:gd name="connsiteX438" fmla="*/ 1967925 w 7467600"/>
              <a:gd name="connsiteY438" fmla="*/ 6858000 h 6858000"/>
              <a:gd name="connsiteX439" fmla="*/ 1936622 w 7467600"/>
              <a:gd name="connsiteY439" fmla="*/ 6858000 h 6858000"/>
              <a:gd name="connsiteX440" fmla="*/ 1926261 w 7467600"/>
              <a:gd name="connsiteY440" fmla="*/ 6784064 h 6858000"/>
              <a:gd name="connsiteX441" fmla="*/ 1922724 w 7467600"/>
              <a:gd name="connsiteY441" fmla="*/ 6765577 h 6858000"/>
              <a:gd name="connsiteX442" fmla="*/ 1904650 w 7467600"/>
              <a:gd name="connsiteY442" fmla="*/ 6639616 h 6858000"/>
              <a:gd name="connsiteX443" fmla="*/ 1885273 w 7467600"/>
              <a:gd name="connsiteY443" fmla="*/ 6858000 h 6858000"/>
              <a:gd name="connsiteX444" fmla="*/ 1854363 w 7467600"/>
              <a:gd name="connsiteY444" fmla="*/ 6858000 h 6858000"/>
              <a:gd name="connsiteX445" fmla="*/ 1880391 w 7467600"/>
              <a:gd name="connsiteY445" fmla="*/ 6603796 h 6858000"/>
              <a:gd name="connsiteX446" fmla="*/ 1818273 w 7467600"/>
              <a:gd name="connsiteY446" fmla="*/ 6715729 h 6858000"/>
              <a:gd name="connsiteX447" fmla="*/ 1794691 w 7467600"/>
              <a:gd name="connsiteY447" fmla="*/ 6843239 h 6858000"/>
              <a:gd name="connsiteX448" fmla="*/ 1794914 w 7467600"/>
              <a:gd name="connsiteY448" fmla="*/ 6858000 h 6858000"/>
              <a:gd name="connsiteX449" fmla="*/ 1746128 w 7467600"/>
              <a:gd name="connsiteY449" fmla="*/ 6858000 h 6858000"/>
              <a:gd name="connsiteX450" fmla="*/ 1753934 w 7467600"/>
              <a:gd name="connsiteY450" fmla="*/ 6724796 h 6858000"/>
              <a:gd name="connsiteX451" fmla="*/ 1792053 w 7467600"/>
              <a:gd name="connsiteY451" fmla="*/ 6572396 h 6858000"/>
              <a:gd name="connsiteX452" fmla="*/ 1862248 w 7467600"/>
              <a:gd name="connsiteY452" fmla="*/ 6266397 h 6858000"/>
              <a:gd name="connsiteX453" fmla="*/ 1862250 w 7467600"/>
              <a:gd name="connsiteY453" fmla="*/ 6033531 h 6858000"/>
              <a:gd name="connsiteX454" fmla="*/ 1211999 w 7467600"/>
              <a:gd name="connsiteY454" fmla="*/ 6683610 h 6858000"/>
              <a:gd name="connsiteX455" fmla="*/ 1213266 w 7467600"/>
              <a:gd name="connsiteY455" fmla="*/ 6691947 h 6858000"/>
              <a:gd name="connsiteX456" fmla="*/ 1203370 w 7467600"/>
              <a:gd name="connsiteY456" fmla="*/ 6850676 h 6858000"/>
              <a:gd name="connsiteX457" fmla="*/ 1203671 w 7467600"/>
              <a:gd name="connsiteY457" fmla="*/ 6858000 h 6858000"/>
              <a:gd name="connsiteX458" fmla="*/ 1143180 w 7467600"/>
              <a:gd name="connsiteY458" fmla="*/ 6858000 h 6858000"/>
              <a:gd name="connsiteX459" fmla="*/ 1142176 w 7467600"/>
              <a:gd name="connsiteY459" fmla="*/ 6766045 h 6858000"/>
              <a:gd name="connsiteX460" fmla="*/ 1067484 w 7467600"/>
              <a:gd name="connsiteY460" fmla="*/ 6858000 h 6858000"/>
              <a:gd name="connsiteX461" fmla="*/ 953928 w 7467600"/>
              <a:gd name="connsiteY461" fmla="*/ 6858000 h 6858000"/>
              <a:gd name="connsiteX462" fmla="*/ 959715 w 7467600"/>
              <a:gd name="connsiteY462" fmla="*/ 6850185 h 6858000"/>
              <a:gd name="connsiteX463" fmla="*/ 1483788 w 7467600"/>
              <a:gd name="connsiteY463" fmla="*/ 6259174 h 6858000"/>
              <a:gd name="connsiteX464" fmla="*/ 1100671 w 7467600"/>
              <a:gd name="connsiteY464" fmla="*/ 6252137 h 6858000"/>
              <a:gd name="connsiteX465" fmla="*/ 1090144 w 7467600"/>
              <a:gd name="connsiteY465" fmla="*/ 6256748 h 6858000"/>
              <a:gd name="connsiteX466" fmla="*/ 1095872 w 7467600"/>
              <a:gd name="connsiteY466" fmla="*/ 6271892 h 6858000"/>
              <a:gd name="connsiteX467" fmla="*/ 262785 w 7467600"/>
              <a:gd name="connsiteY467" fmla="*/ 6845450 h 6858000"/>
              <a:gd name="connsiteX468" fmla="*/ 209968 w 7467600"/>
              <a:gd name="connsiteY468" fmla="*/ 6770713 h 6858000"/>
              <a:gd name="connsiteX469" fmla="*/ 873460 w 7467600"/>
              <a:gd name="connsiteY469" fmla="*/ 6253768 h 6858000"/>
              <a:gd name="connsiteX470" fmla="*/ 192686 w 7467600"/>
              <a:gd name="connsiteY470" fmla="*/ 5849257 h 6858000"/>
              <a:gd name="connsiteX471" fmla="*/ 4696 w 7467600"/>
              <a:gd name="connsiteY471" fmla="*/ 5697668 h 6858000"/>
              <a:gd name="connsiteX472" fmla="*/ 0 w 7467600"/>
              <a:gd name="connsiteY472" fmla="*/ 5689984 h 6858000"/>
              <a:gd name="connsiteX473" fmla="*/ 0 w 7467600"/>
              <a:gd name="connsiteY473" fmla="*/ 5513472 h 6858000"/>
              <a:gd name="connsiteX474" fmla="*/ 174101 w 7467600"/>
              <a:gd name="connsiteY474" fmla="*/ 5620277 h 6858000"/>
              <a:gd name="connsiteX475" fmla="*/ 891800 w 7467600"/>
              <a:gd name="connsiteY475" fmla="*/ 6036935 h 6858000"/>
              <a:gd name="connsiteX476" fmla="*/ 1072219 w 7467600"/>
              <a:gd name="connsiteY476" fmla="*/ 6169443 h 6858000"/>
              <a:gd name="connsiteX477" fmla="*/ 1074117 w 7467600"/>
              <a:gd name="connsiteY477" fmla="*/ 6170301 h 6858000"/>
              <a:gd name="connsiteX478" fmla="*/ 1083114 w 7467600"/>
              <a:gd name="connsiteY478" fmla="*/ 6174131 h 6858000"/>
              <a:gd name="connsiteX479" fmla="*/ 1543010 w 7467600"/>
              <a:gd name="connsiteY479" fmla="*/ 6191140 h 6858000"/>
              <a:gd name="connsiteX480" fmla="*/ 1551080 w 7467600"/>
              <a:gd name="connsiteY480" fmla="*/ 6195006 h 6858000"/>
              <a:gd name="connsiteX481" fmla="*/ 2345443 w 7467600"/>
              <a:gd name="connsiteY481" fmla="*/ 5549882 h 6858000"/>
              <a:gd name="connsiteX482" fmla="*/ 1721499 w 7467600"/>
              <a:gd name="connsiteY482" fmla="*/ 5599969 h 6858000"/>
              <a:gd name="connsiteX483" fmla="*/ 767716 w 7467600"/>
              <a:gd name="connsiteY483" fmla="*/ 5472768 h 6858000"/>
              <a:gd name="connsiteX484" fmla="*/ 722147 w 7467600"/>
              <a:gd name="connsiteY484" fmla="*/ 5393091 h 6858000"/>
              <a:gd name="connsiteX485" fmla="*/ 1485552 w 7467600"/>
              <a:gd name="connsiteY485" fmla="*/ 5313202 h 6858000"/>
              <a:gd name="connsiteX486" fmla="*/ 2143004 w 7467600"/>
              <a:gd name="connsiteY486" fmla="*/ 5402420 h 6858000"/>
              <a:gd name="connsiteX487" fmla="*/ 1933391 w 7467600"/>
              <a:gd name="connsiteY487" fmla="*/ 5156971 h 6858000"/>
              <a:gd name="connsiteX488" fmla="*/ 1827118 w 7467600"/>
              <a:gd name="connsiteY488" fmla="*/ 4968410 h 6858000"/>
              <a:gd name="connsiteX489" fmla="*/ 1837349 w 7467600"/>
              <a:gd name="connsiteY489" fmla="*/ 4956357 h 6858000"/>
              <a:gd name="connsiteX490" fmla="*/ 2162835 w 7467600"/>
              <a:gd name="connsiteY490" fmla="*/ 5187853 h 6858000"/>
              <a:gd name="connsiteX491" fmla="*/ 2257167 w 7467600"/>
              <a:gd name="connsiteY491" fmla="*/ 5462123 h 6858000"/>
              <a:gd name="connsiteX492" fmla="*/ 2261598 w 7467600"/>
              <a:gd name="connsiteY492" fmla="*/ 5467998 h 6858000"/>
              <a:gd name="connsiteX493" fmla="*/ 2437177 w 7467600"/>
              <a:gd name="connsiteY493" fmla="*/ 5479608 h 6858000"/>
              <a:gd name="connsiteX494" fmla="*/ 2445247 w 7467600"/>
              <a:gd name="connsiteY494" fmla="*/ 5483476 h 6858000"/>
              <a:gd name="connsiteX495" fmla="*/ 2743626 w 7467600"/>
              <a:gd name="connsiteY495" fmla="*/ 5304819 h 6858000"/>
              <a:gd name="connsiteX496" fmla="*/ 3048102 w 7467600"/>
              <a:gd name="connsiteY496" fmla="*/ 5150595 h 6858000"/>
              <a:gd name="connsiteX497" fmla="*/ 1799414 w 7467600"/>
              <a:gd name="connsiteY497" fmla="*/ 4694732 h 6858000"/>
              <a:gd name="connsiteX498" fmla="*/ 1771735 w 7467600"/>
              <a:gd name="connsiteY498" fmla="*/ 4619929 h 6858000"/>
              <a:gd name="connsiteX499" fmla="*/ 3104273 w 7467600"/>
              <a:gd name="connsiteY499" fmla="*/ 5076159 h 6858000"/>
              <a:gd name="connsiteX500" fmla="*/ 3113245 w 7467600"/>
              <a:gd name="connsiteY500" fmla="*/ 5090705 h 6858000"/>
              <a:gd name="connsiteX501" fmla="*/ 3126294 w 7467600"/>
              <a:gd name="connsiteY501" fmla="*/ 5114400 h 6858000"/>
              <a:gd name="connsiteX502" fmla="*/ 3937433 w 7467600"/>
              <a:gd name="connsiteY502" fmla="*/ 4830473 h 6858000"/>
              <a:gd name="connsiteX503" fmla="*/ 3590475 w 7467600"/>
              <a:gd name="connsiteY503" fmla="*/ 4597974 h 6858000"/>
              <a:gd name="connsiteX504" fmla="*/ 3100264 w 7467600"/>
              <a:gd name="connsiteY504" fmla="*/ 4579845 h 6858000"/>
              <a:gd name="connsiteX505" fmla="*/ 2183576 w 7467600"/>
              <a:gd name="connsiteY505" fmla="*/ 4227150 h 6858000"/>
              <a:gd name="connsiteX506" fmla="*/ 2151029 w 7467600"/>
              <a:gd name="connsiteY506" fmla="*/ 4146947 h 6858000"/>
              <a:gd name="connsiteX507" fmla="*/ 3563434 w 7467600"/>
              <a:gd name="connsiteY507" fmla="*/ 4469115 h 6858000"/>
              <a:gd name="connsiteX508" fmla="*/ 3177952 w 7467600"/>
              <a:gd name="connsiteY508" fmla="*/ 3657386 h 6858000"/>
              <a:gd name="connsiteX509" fmla="*/ 3189263 w 7467600"/>
              <a:gd name="connsiteY509" fmla="*/ 3625726 h 6858000"/>
              <a:gd name="connsiteX510" fmla="*/ 3560912 w 7467600"/>
              <a:gd name="connsiteY510" fmla="*/ 4079863 h 6858000"/>
              <a:gd name="connsiteX511" fmla="*/ 3626636 w 7467600"/>
              <a:gd name="connsiteY511" fmla="*/ 4512230 h 6858000"/>
              <a:gd name="connsiteX512" fmla="*/ 3653088 w 7467600"/>
              <a:gd name="connsiteY512" fmla="*/ 4521417 h 6858000"/>
              <a:gd name="connsiteX513" fmla="*/ 3988128 w 7467600"/>
              <a:gd name="connsiteY513" fmla="*/ 4817267 h 6858000"/>
              <a:gd name="connsiteX514" fmla="*/ 4830582 w 7467600"/>
              <a:gd name="connsiteY514" fmla="*/ 4676000 h 6858000"/>
              <a:gd name="connsiteX515" fmla="*/ 4830100 w 7467600"/>
              <a:gd name="connsiteY515" fmla="*/ 4675554 h 6858000"/>
              <a:gd name="connsiteX516" fmla="*/ 4036318 w 7467600"/>
              <a:gd name="connsiteY516" fmla="*/ 4147013 h 6858000"/>
              <a:gd name="connsiteX517" fmla="*/ 3432098 w 7467600"/>
              <a:gd name="connsiteY517" fmla="*/ 3537312 h 6858000"/>
              <a:gd name="connsiteX518" fmla="*/ 3446761 w 7467600"/>
              <a:gd name="connsiteY518" fmla="*/ 3461278 h 6858000"/>
              <a:gd name="connsiteX519" fmla="*/ 4419733 w 7467600"/>
              <a:gd name="connsiteY519" fmla="*/ 3963555 h 6858000"/>
              <a:gd name="connsiteX520" fmla="*/ 4781371 w 7467600"/>
              <a:gd name="connsiteY520" fmla="*/ 4458604 h 6858000"/>
              <a:gd name="connsiteX521" fmla="*/ 4780440 w 7467600"/>
              <a:gd name="connsiteY521" fmla="*/ 4470290 h 6858000"/>
              <a:gd name="connsiteX522" fmla="*/ 4898954 w 7467600"/>
              <a:gd name="connsiteY522" fmla="*/ 4662092 h 6858000"/>
              <a:gd name="connsiteX523" fmla="*/ 4900699 w 7467600"/>
              <a:gd name="connsiteY523" fmla="*/ 4670867 h 6858000"/>
              <a:gd name="connsiteX524" fmla="*/ 5714511 w 7467600"/>
              <a:gd name="connsiteY524" fmla="*/ 4663483 h 6858000"/>
              <a:gd name="connsiteX525" fmla="*/ 5464793 w 7467600"/>
              <a:gd name="connsiteY525" fmla="*/ 4393556 h 6858000"/>
              <a:gd name="connsiteX526" fmla="*/ 5461897 w 7467600"/>
              <a:gd name="connsiteY526" fmla="*/ 4390879 h 6858000"/>
              <a:gd name="connsiteX527" fmla="*/ 4294126 w 7467600"/>
              <a:gd name="connsiteY527" fmla="*/ 3303048 h 6858000"/>
              <a:gd name="connsiteX528" fmla="*/ 4305321 w 7467600"/>
              <a:gd name="connsiteY528" fmla="*/ 3256953 h 6858000"/>
              <a:gd name="connsiteX529" fmla="*/ 4949299 w 7467600"/>
              <a:gd name="connsiteY529" fmla="*/ 3766336 h 6858000"/>
              <a:gd name="connsiteX530" fmla="*/ 5291452 w 7467600"/>
              <a:gd name="connsiteY530" fmla="*/ 4076801 h 6858000"/>
              <a:gd name="connsiteX531" fmla="*/ 5434998 w 7467600"/>
              <a:gd name="connsiteY531" fmla="*/ 4254100 h 6858000"/>
              <a:gd name="connsiteX532" fmla="*/ 5351015 w 7467600"/>
              <a:gd name="connsiteY532" fmla="*/ 3760989 h 6858000"/>
              <a:gd name="connsiteX533" fmla="*/ 5413780 w 7467600"/>
              <a:gd name="connsiteY533" fmla="*/ 2966265 h 6858000"/>
              <a:gd name="connsiteX534" fmla="*/ 5425627 w 7467600"/>
              <a:gd name="connsiteY534" fmla="*/ 2954192 h 6858000"/>
              <a:gd name="connsiteX535" fmla="*/ 6604735 w 7467600"/>
              <a:gd name="connsiteY535" fmla="*/ 2041381 h 6858000"/>
              <a:gd name="connsiteX536" fmla="*/ 7204487 w 7467600"/>
              <a:gd name="connsiteY536" fmla="*/ 2742112 h 6858000"/>
              <a:gd name="connsiteX537" fmla="*/ 7131592 w 7467600"/>
              <a:gd name="connsiteY537" fmla="*/ 2672096 h 6858000"/>
              <a:gd name="connsiteX538" fmla="*/ 6996344 w 7467600"/>
              <a:gd name="connsiteY538" fmla="*/ 2518310 h 6858000"/>
              <a:gd name="connsiteX539" fmla="*/ 6735495 w 7467600"/>
              <a:gd name="connsiteY539" fmla="*/ 2196890 h 6858000"/>
              <a:gd name="connsiteX540" fmla="*/ 6721901 w 7467600"/>
              <a:gd name="connsiteY540" fmla="*/ 2179274 h 6858000"/>
              <a:gd name="connsiteX541" fmla="*/ 6604735 w 7467600"/>
              <a:gd name="connsiteY541" fmla="*/ 2041381 h 6858000"/>
              <a:gd name="connsiteX542" fmla="*/ 6591670 w 7467600"/>
              <a:gd name="connsiteY542" fmla="*/ 1988277 h 6858000"/>
              <a:gd name="connsiteX543" fmla="*/ 6747349 w 7467600"/>
              <a:gd name="connsiteY543" fmla="*/ 2160069 h 6858000"/>
              <a:gd name="connsiteX544" fmla="*/ 6760943 w 7467600"/>
              <a:gd name="connsiteY544" fmla="*/ 2177686 h 6858000"/>
              <a:gd name="connsiteX545" fmla="*/ 7021065 w 7467600"/>
              <a:gd name="connsiteY545" fmla="*/ 2498102 h 6858000"/>
              <a:gd name="connsiteX546" fmla="*/ 7155223 w 7467600"/>
              <a:gd name="connsiteY546" fmla="*/ 2650386 h 6858000"/>
              <a:gd name="connsiteX547" fmla="*/ 7203167 w 7467600"/>
              <a:gd name="connsiteY547" fmla="*/ 2697288 h 6858000"/>
              <a:gd name="connsiteX548" fmla="*/ 6937703 w 7467600"/>
              <a:gd name="connsiteY548" fmla="*/ 2321981 h 6858000"/>
              <a:gd name="connsiteX549" fmla="*/ 6591670 w 7467600"/>
              <a:gd name="connsiteY549" fmla="*/ 1988277 h 6858000"/>
              <a:gd name="connsiteX550" fmla="*/ 5798671 w 7467600"/>
              <a:gd name="connsiteY550" fmla="*/ 1981601 h 6858000"/>
              <a:gd name="connsiteX551" fmla="*/ 5754709 w 7467600"/>
              <a:gd name="connsiteY551" fmla="*/ 2071454 h 6858000"/>
              <a:gd name="connsiteX552" fmla="*/ 5763044 w 7467600"/>
              <a:gd name="connsiteY552" fmla="*/ 2842206 h 6858000"/>
              <a:gd name="connsiteX553" fmla="*/ 5764974 w 7467600"/>
              <a:gd name="connsiteY553" fmla="*/ 2799609 h 6858000"/>
              <a:gd name="connsiteX554" fmla="*/ 5767665 w 7467600"/>
              <a:gd name="connsiteY554" fmla="*/ 2666409 h 6858000"/>
              <a:gd name="connsiteX555" fmla="*/ 5763055 w 7467600"/>
              <a:gd name="connsiteY555" fmla="*/ 2579705 h 6858000"/>
              <a:gd name="connsiteX556" fmla="*/ 5758079 w 7467600"/>
              <a:gd name="connsiteY556" fmla="*/ 2492508 h 6858000"/>
              <a:gd name="connsiteX557" fmla="*/ 5779325 w 7467600"/>
              <a:gd name="connsiteY557" fmla="*/ 2197069 h 6858000"/>
              <a:gd name="connsiteX558" fmla="*/ 5798671 w 7467600"/>
              <a:gd name="connsiteY558" fmla="*/ 1981601 h 6858000"/>
              <a:gd name="connsiteX559" fmla="*/ 5829202 w 7467600"/>
              <a:gd name="connsiteY559" fmla="*/ 1971679 h 6858000"/>
              <a:gd name="connsiteX560" fmla="*/ 5809558 w 7467600"/>
              <a:gd name="connsiteY560" fmla="*/ 2198043 h 6858000"/>
              <a:gd name="connsiteX561" fmla="*/ 5788653 w 7467600"/>
              <a:gd name="connsiteY561" fmla="*/ 2489430 h 6858000"/>
              <a:gd name="connsiteX562" fmla="*/ 5793439 w 7467600"/>
              <a:gd name="connsiteY562" fmla="*/ 2575235 h 6858000"/>
              <a:gd name="connsiteX563" fmla="*/ 5796837 w 7467600"/>
              <a:gd name="connsiteY563" fmla="*/ 2637633 h 6858000"/>
              <a:gd name="connsiteX564" fmla="*/ 5818614 w 7467600"/>
              <a:gd name="connsiteY564" fmla="*/ 2473055 h 6858000"/>
              <a:gd name="connsiteX565" fmla="*/ 5829202 w 7467600"/>
              <a:gd name="connsiteY565" fmla="*/ 1971679 h 6858000"/>
              <a:gd name="connsiteX566" fmla="*/ 5911389 w 7467600"/>
              <a:gd name="connsiteY566" fmla="*/ 1898371 h 6858000"/>
              <a:gd name="connsiteX567" fmla="*/ 6237627 w 7467600"/>
              <a:gd name="connsiteY567" fmla="*/ 2231921 h 6858000"/>
              <a:gd name="connsiteX568" fmla="*/ 5911389 w 7467600"/>
              <a:gd name="connsiteY568" fmla="*/ 1898371 h 6858000"/>
              <a:gd name="connsiteX569" fmla="*/ 6944437 w 7467600"/>
              <a:gd name="connsiteY569" fmla="*/ 1575402 h 6858000"/>
              <a:gd name="connsiteX570" fmla="*/ 6304730 w 7467600"/>
              <a:gd name="connsiteY570" fmla="*/ 1766654 h 6858000"/>
              <a:gd name="connsiteX571" fmla="*/ 6944437 w 7467600"/>
              <a:gd name="connsiteY571" fmla="*/ 1575402 h 6858000"/>
              <a:gd name="connsiteX572" fmla="*/ 7019523 w 7467600"/>
              <a:gd name="connsiteY572" fmla="*/ 1519450 h 6858000"/>
              <a:gd name="connsiteX573" fmla="*/ 6298091 w 7467600"/>
              <a:gd name="connsiteY573" fmla="*/ 1737122 h 6858000"/>
              <a:gd name="connsiteX574" fmla="*/ 7019523 w 7467600"/>
              <a:gd name="connsiteY574" fmla="*/ 1519450 h 6858000"/>
              <a:gd name="connsiteX575" fmla="*/ 2399523 w 7467600"/>
              <a:gd name="connsiteY575" fmla="*/ 1428234 h 6858000"/>
              <a:gd name="connsiteX576" fmla="*/ 2224982 w 7467600"/>
              <a:gd name="connsiteY576" fmla="*/ 1826201 h 6858000"/>
              <a:gd name="connsiteX577" fmla="*/ 2096099 w 7467600"/>
              <a:gd name="connsiteY577" fmla="*/ 2345900 h 6858000"/>
              <a:gd name="connsiteX578" fmla="*/ 2283317 w 7467600"/>
              <a:gd name="connsiteY578" fmla="*/ 1796925 h 6858000"/>
              <a:gd name="connsiteX579" fmla="*/ 2399523 w 7467600"/>
              <a:gd name="connsiteY579" fmla="*/ 1428234 h 6858000"/>
              <a:gd name="connsiteX580" fmla="*/ 2448558 w 7467600"/>
              <a:gd name="connsiteY580" fmla="*/ 1373435 h 6858000"/>
              <a:gd name="connsiteX581" fmla="*/ 2312521 w 7467600"/>
              <a:gd name="connsiteY581" fmla="*/ 1806140 h 6858000"/>
              <a:gd name="connsiteX582" fmla="*/ 2127533 w 7467600"/>
              <a:gd name="connsiteY582" fmla="*/ 2348380 h 6858000"/>
              <a:gd name="connsiteX583" fmla="*/ 2358080 w 7467600"/>
              <a:gd name="connsiteY583" fmla="*/ 1866134 h 6858000"/>
              <a:gd name="connsiteX584" fmla="*/ 2407436 w 7467600"/>
              <a:gd name="connsiteY584" fmla="*/ 1651070 h 6858000"/>
              <a:gd name="connsiteX585" fmla="*/ 2448558 w 7467600"/>
              <a:gd name="connsiteY585" fmla="*/ 1373435 h 6858000"/>
              <a:gd name="connsiteX586" fmla="*/ 278707 w 7467600"/>
              <a:gd name="connsiteY586" fmla="*/ 1352270 h 6858000"/>
              <a:gd name="connsiteX587" fmla="*/ 321570 w 7467600"/>
              <a:gd name="connsiteY587" fmla="*/ 1861610 h 6858000"/>
              <a:gd name="connsiteX588" fmla="*/ 294281 w 7467600"/>
              <a:gd name="connsiteY588" fmla="*/ 1440658 h 6858000"/>
              <a:gd name="connsiteX589" fmla="*/ 278707 w 7467600"/>
              <a:gd name="connsiteY589" fmla="*/ 1352270 h 6858000"/>
              <a:gd name="connsiteX590" fmla="*/ 1423821 w 7467600"/>
              <a:gd name="connsiteY590" fmla="*/ 1351958 h 6858000"/>
              <a:gd name="connsiteX591" fmla="*/ 1638521 w 7467600"/>
              <a:gd name="connsiteY591" fmla="*/ 1908470 h 6858000"/>
              <a:gd name="connsiteX592" fmla="*/ 1754199 w 7467600"/>
              <a:gd name="connsiteY592" fmla="*/ 2149284 h 6858000"/>
              <a:gd name="connsiteX593" fmla="*/ 1908359 w 7467600"/>
              <a:gd name="connsiteY593" fmla="*/ 2364988 h 6858000"/>
              <a:gd name="connsiteX594" fmla="*/ 1647661 w 7467600"/>
              <a:gd name="connsiteY594" fmla="*/ 1825945 h 6858000"/>
              <a:gd name="connsiteX595" fmla="*/ 1423821 w 7467600"/>
              <a:gd name="connsiteY595" fmla="*/ 1351958 h 6858000"/>
              <a:gd name="connsiteX596" fmla="*/ 1431890 w 7467600"/>
              <a:gd name="connsiteY596" fmla="*/ 1306475 h 6858000"/>
              <a:gd name="connsiteX597" fmla="*/ 1507597 w 7467600"/>
              <a:gd name="connsiteY597" fmla="*/ 1446132 h 6858000"/>
              <a:gd name="connsiteX598" fmla="*/ 1674586 w 7467600"/>
              <a:gd name="connsiteY598" fmla="*/ 1813832 h 6858000"/>
              <a:gd name="connsiteX599" fmla="*/ 1815950 w 7467600"/>
              <a:gd name="connsiteY599" fmla="*/ 2128564 h 6858000"/>
              <a:gd name="connsiteX600" fmla="*/ 1984242 w 7467600"/>
              <a:gd name="connsiteY600" fmla="*/ 2430829 h 6858000"/>
              <a:gd name="connsiteX601" fmla="*/ 2014023 w 7467600"/>
              <a:gd name="connsiteY601" fmla="*/ 2450995 h 6858000"/>
              <a:gd name="connsiteX602" fmla="*/ 1747337 w 7467600"/>
              <a:gd name="connsiteY602" fmla="*/ 1855264 h 6858000"/>
              <a:gd name="connsiteX603" fmla="*/ 1533749 w 7467600"/>
              <a:gd name="connsiteY603" fmla="*/ 1478656 h 6858000"/>
              <a:gd name="connsiteX604" fmla="*/ 1431890 w 7467600"/>
              <a:gd name="connsiteY604" fmla="*/ 1306475 h 6858000"/>
              <a:gd name="connsiteX605" fmla="*/ 5052692 w 7467600"/>
              <a:gd name="connsiteY605" fmla="*/ 1292994 h 6858000"/>
              <a:gd name="connsiteX606" fmla="*/ 5200661 w 7467600"/>
              <a:gd name="connsiteY606" fmla="*/ 1635186 h 6858000"/>
              <a:gd name="connsiteX607" fmla="*/ 5297138 w 7467600"/>
              <a:gd name="connsiteY607" fmla="*/ 1906351 h 6858000"/>
              <a:gd name="connsiteX608" fmla="*/ 5052692 w 7467600"/>
              <a:gd name="connsiteY608" fmla="*/ 1292994 h 6858000"/>
              <a:gd name="connsiteX609" fmla="*/ 5009948 w 7467600"/>
              <a:gd name="connsiteY609" fmla="*/ 1273619 h 6858000"/>
              <a:gd name="connsiteX610" fmla="*/ 5121777 w 7467600"/>
              <a:gd name="connsiteY610" fmla="*/ 1654213 h 6858000"/>
              <a:gd name="connsiteX611" fmla="*/ 5293545 w 7467600"/>
              <a:gd name="connsiteY611" fmla="*/ 2072247 h 6858000"/>
              <a:gd name="connsiteX612" fmla="*/ 5294042 w 7467600"/>
              <a:gd name="connsiteY612" fmla="*/ 2065019 h 6858000"/>
              <a:gd name="connsiteX613" fmla="*/ 5171936 w 7467600"/>
              <a:gd name="connsiteY613" fmla="*/ 1647613 h 6858000"/>
              <a:gd name="connsiteX614" fmla="*/ 5009948 w 7467600"/>
              <a:gd name="connsiteY614" fmla="*/ 1273619 h 6858000"/>
              <a:gd name="connsiteX615" fmla="*/ 655236 w 7467600"/>
              <a:gd name="connsiteY615" fmla="*/ 1268632 h 6858000"/>
              <a:gd name="connsiteX616" fmla="*/ 839521 w 7467600"/>
              <a:gd name="connsiteY616" fmla="*/ 1685315 h 6858000"/>
              <a:gd name="connsiteX617" fmla="*/ 1109416 w 7467600"/>
              <a:gd name="connsiteY617" fmla="*/ 2061663 h 6858000"/>
              <a:gd name="connsiteX618" fmla="*/ 1298300 w 7467600"/>
              <a:gd name="connsiteY618" fmla="*/ 2247742 h 6858000"/>
              <a:gd name="connsiteX619" fmla="*/ 1125871 w 7467600"/>
              <a:gd name="connsiteY619" fmla="*/ 1989513 h 6858000"/>
              <a:gd name="connsiteX620" fmla="*/ 981574 w 7467600"/>
              <a:gd name="connsiteY620" fmla="*/ 1783157 h 6858000"/>
              <a:gd name="connsiteX621" fmla="*/ 922198 w 7467600"/>
              <a:gd name="connsiteY621" fmla="*/ 1677437 h 6858000"/>
              <a:gd name="connsiteX622" fmla="*/ 869293 w 7467600"/>
              <a:gd name="connsiteY622" fmla="*/ 1583214 h 6858000"/>
              <a:gd name="connsiteX623" fmla="*/ 751431 w 7467600"/>
              <a:gd name="connsiteY623" fmla="*/ 1405731 h 6858000"/>
              <a:gd name="connsiteX624" fmla="*/ 655236 w 7467600"/>
              <a:gd name="connsiteY624" fmla="*/ 1268632 h 6858000"/>
              <a:gd name="connsiteX625" fmla="*/ 6516292 w 7467600"/>
              <a:gd name="connsiteY625" fmla="*/ 1263064 h 6858000"/>
              <a:gd name="connsiteX626" fmla="*/ 5736320 w 7467600"/>
              <a:gd name="connsiteY626" fmla="*/ 1501803 h 6858000"/>
              <a:gd name="connsiteX627" fmla="*/ 6516292 w 7467600"/>
              <a:gd name="connsiteY627" fmla="*/ 1263064 h 6858000"/>
              <a:gd name="connsiteX628" fmla="*/ 291466 w 7467600"/>
              <a:gd name="connsiteY628" fmla="*/ 1250369 h 6858000"/>
              <a:gd name="connsiteX629" fmla="*/ 323180 w 7467600"/>
              <a:gd name="connsiteY629" fmla="*/ 1435283 h 6858000"/>
              <a:gd name="connsiteX630" fmla="*/ 349381 w 7467600"/>
              <a:gd name="connsiteY630" fmla="*/ 1875041 h 6858000"/>
              <a:gd name="connsiteX631" fmla="*/ 374363 w 7467600"/>
              <a:gd name="connsiteY631" fmla="*/ 1506494 h 6858000"/>
              <a:gd name="connsiteX632" fmla="*/ 302168 w 7467600"/>
              <a:gd name="connsiteY632" fmla="*/ 1274495 h 6858000"/>
              <a:gd name="connsiteX633" fmla="*/ 291466 w 7467600"/>
              <a:gd name="connsiteY633" fmla="*/ 1250369 h 6858000"/>
              <a:gd name="connsiteX634" fmla="*/ 678222 w 7467600"/>
              <a:gd name="connsiteY634" fmla="*/ 1248670 h 6858000"/>
              <a:gd name="connsiteX635" fmla="*/ 775536 w 7467600"/>
              <a:gd name="connsiteY635" fmla="*/ 1388015 h 6858000"/>
              <a:gd name="connsiteX636" fmla="*/ 894529 w 7467600"/>
              <a:gd name="connsiteY636" fmla="*/ 1567739 h 6858000"/>
              <a:gd name="connsiteX637" fmla="*/ 948000 w 7467600"/>
              <a:gd name="connsiteY637" fmla="*/ 1663088 h 6858000"/>
              <a:gd name="connsiteX638" fmla="*/ 1006812 w 7467600"/>
              <a:gd name="connsiteY638" fmla="*/ 1767683 h 6858000"/>
              <a:gd name="connsiteX639" fmla="*/ 1149133 w 7467600"/>
              <a:gd name="connsiteY639" fmla="*/ 1971513 h 6858000"/>
              <a:gd name="connsiteX640" fmla="*/ 1333952 w 7467600"/>
              <a:gd name="connsiteY640" fmla="*/ 2251620 h 6858000"/>
              <a:gd name="connsiteX641" fmla="*/ 1337329 w 7467600"/>
              <a:gd name="connsiteY641" fmla="*/ 2258350 h 6858000"/>
              <a:gd name="connsiteX642" fmla="*/ 1014726 w 7467600"/>
              <a:gd name="connsiteY642" fmla="*/ 1615556 h 6858000"/>
              <a:gd name="connsiteX643" fmla="*/ 678222 w 7467600"/>
              <a:gd name="connsiteY643" fmla="*/ 1248670 h 6858000"/>
              <a:gd name="connsiteX644" fmla="*/ 6691602 w 7467600"/>
              <a:gd name="connsiteY644" fmla="*/ 1140573 h 6858000"/>
              <a:gd name="connsiteX645" fmla="*/ 6571100 w 7467600"/>
              <a:gd name="connsiteY645" fmla="*/ 1183662 h 6858000"/>
              <a:gd name="connsiteX646" fmla="*/ 6241687 w 7467600"/>
              <a:gd name="connsiteY646" fmla="*/ 1257600 h 6858000"/>
              <a:gd name="connsiteX647" fmla="*/ 5693009 w 7467600"/>
              <a:gd name="connsiteY647" fmla="*/ 1478256 h 6858000"/>
              <a:gd name="connsiteX648" fmla="*/ 6548420 w 7467600"/>
              <a:gd name="connsiteY648" fmla="*/ 1214599 h 6858000"/>
              <a:gd name="connsiteX649" fmla="*/ 6605473 w 7467600"/>
              <a:gd name="connsiteY649" fmla="*/ 1184686 h 6858000"/>
              <a:gd name="connsiteX650" fmla="*/ 6691602 w 7467600"/>
              <a:gd name="connsiteY650" fmla="*/ 1140573 h 6858000"/>
              <a:gd name="connsiteX651" fmla="*/ 4002475 w 7467600"/>
              <a:gd name="connsiteY651" fmla="*/ 1037802 h 6858000"/>
              <a:gd name="connsiteX652" fmla="*/ 4000324 w 7467600"/>
              <a:gd name="connsiteY652" fmla="*/ 1039362 h 6858000"/>
              <a:gd name="connsiteX653" fmla="*/ 4002862 w 7467600"/>
              <a:gd name="connsiteY653" fmla="*/ 1042866 h 6858000"/>
              <a:gd name="connsiteX654" fmla="*/ 4002475 w 7467600"/>
              <a:gd name="connsiteY654" fmla="*/ 1037802 h 6858000"/>
              <a:gd name="connsiteX655" fmla="*/ 506322 w 7467600"/>
              <a:gd name="connsiteY655" fmla="*/ 1020997 h 6858000"/>
              <a:gd name="connsiteX656" fmla="*/ 533068 w 7467600"/>
              <a:gd name="connsiteY656" fmla="*/ 1029409 h 6858000"/>
              <a:gd name="connsiteX657" fmla="*/ 1232525 w 7467600"/>
              <a:gd name="connsiteY657" fmla="*/ 1804675 h 6858000"/>
              <a:gd name="connsiteX658" fmla="*/ 1388858 w 7467600"/>
              <a:gd name="connsiteY658" fmla="*/ 2368011 h 6858000"/>
              <a:gd name="connsiteX659" fmla="*/ 1384098 w 7467600"/>
              <a:gd name="connsiteY659" fmla="*/ 2378125 h 6858000"/>
              <a:gd name="connsiteX660" fmla="*/ 1425393 w 7467600"/>
              <a:gd name="connsiteY660" fmla="*/ 2589124 h 6858000"/>
              <a:gd name="connsiteX661" fmla="*/ 1424001 w 7467600"/>
              <a:gd name="connsiteY661" fmla="*/ 2597541 h 6858000"/>
              <a:gd name="connsiteX662" fmla="*/ 2152729 w 7467600"/>
              <a:gd name="connsiteY662" fmla="*/ 2864487 h 6858000"/>
              <a:gd name="connsiteX663" fmla="*/ 2020609 w 7467600"/>
              <a:gd name="connsiteY663" fmla="*/ 2539671 h 6858000"/>
              <a:gd name="connsiteX664" fmla="*/ 2018920 w 7467600"/>
              <a:gd name="connsiteY664" fmla="*/ 2536309 h 6858000"/>
              <a:gd name="connsiteX665" fmla="*/ 1342441 w 7467600"/>
              <a:gd name="connsiteY665" fmla="*/ 1173017 h 6858000"/>
              <a:gd name="connsiteX666" fmla="*/ 1367925 w 7467600"/>
              <a:gd name="connsiteY666" fmla="*/ 1135648 h 6858000"/>
              <a:gd name="connsiteX667" fmla="*/ 1771401 w 7467600"/>
              <a:gd name="connsiteY667" fmla="*/ 1806673 h 6858000"/>
              <a:gd name="connsiteX668" fmla="*/ 1972385 w 7467600"/>
              <a:gd name="connsiteY668" fmla="*/ 2198735 h 6858000"/>
              <a:gd name="connsiteX669" fmla="*/ 2040892 w 7467600"/>
              <a:gd name="connsiteY669" fmla="*/ 2405205 h 6858000"/>
              <a:gd name="connsiteX670" fmla="*/ 2131689 w 7467600"/>
              <a:gd name="connsiteY670" fmla="*/ 1936926 h 6858000"/>
              <a:gd name="connsiteX671" fmla="*/ 2454820 w 7467600"/>
              <a:gd name="connsiteY671" fmla="*/ 1248808 h 6858000"/>
              <a:gd name="connsiteX672" fmla="*/ 2492512 w 7467600"/>
              <a:gd name="connsiteY672" fmla="*/ 1302920 h 6858000"/>
              <a:gd name="connsiteX673" fmla="*/ 2081216 w 7467600"/>
              <a:gd name="connsiteY673" fmla="*/ 2527513 h 6858000"/>
              <a:gd name="connsiteX674" fmla="*/ 2081211 w 7467600"/>
              <a:gd name="connsiteY674" fmla="*/ 2528916 h 6858000"/>
              <a:gd name="connsiteX675" fmla="*/ 2199067 w 7467600"/>
              <a:gd name="connsiteY675" fmla="*/ 2884061 h 6858000"/>
              <a:gd name="connsiteX676" fmla="*/ 3192586 w 7467600"/>
              <a:gd name="connsiteY676" fmla="*/ 3411496 h 6858000"/>
              <a:gd name="connsiteX677" fmla="*/ 3182620 w 7467600"/>
              <a:gd name="connsiteY677" fmla="*/ 3483279 h 6858000"/>
              <a:gd name="connsiteX678" fmla="*/ 2435119 w 7467600"/>
              <a:gd name="connsiteY678" fmla="*/ 3080173 h 6858000"/>
              <a:gd name="connsiteX679" fmla="*/ 2410152 w 7467600"/>
              <a:gd name="connsiteY679" fmla="*/ 3063751 h 6858000"/>
              <a:gd name="connsiteX680" fmla="*/ 2408099 w 7467600"/>
              <a:gd name="connsiteY680" fmla="*/ 3064403 h 6858000"/>
              <a:gd name="connsiteX681" fmla="*/ 2407218 w 7467600"/>
              <a:gd name="connsiteY681" fmla="*/ 3070324 h 6858000"/>
              <a:gd name="connsiteX682" fmla="*/ 2380138 w 7467600"/>
              <a:gd name="connsiteY682" fmla="*/ 3099341 h 6858000"/>
              <a:gd name="connsiteX683" fmla="*/ 1765923 w 7467600"/>
              <a:gd name="connsiteY683" fmla="*/ 3581043 h 6858000"/>
              <a:gd name="connsiteX684" fmla="*/ 1702258 w 7467600"/>
              <a:gd name="connsiteY684" fmla="*/ 3612286 h 6858000"/>
              <a:gd name="connsiteX685" fmla="*/ 1538370 w 7467600"/>
              <a:gd name="connsiteY685" fmla="*/ 3811804 h 6858000"/>
              <a:gd name="connsiteX686" fmla="*/ 542867 w 7467600"/>
              <a:gd name="connsiteY686" fmla="*/ 4944092 h 6858000"/>
              <a:gd name="connsiteX687" fmla="*/ 515800 w 7467600"/>
              <a:gd name="connsiteY687" fmla="*/ 4862180 h 6858000"/>
              <a:gd name="connsiteX688" fmla="*/ 909145 w 7467600"/>
              <a:gd name="connsiteY688" fmla="*/ 4199225 h 6858000"/>
              <a:gd name="connsiteX689" fmla="*/ 1214067 w 7467600"/>
              <a:gd name="connsiteY689" fmla="*/ 3908561 h 6858000"/>
              <a:gd name="connsiteX690" fmla="*/ 640967 w 7467600"/>
              <a:gd name="connsiteY690" fmla="*/ 4105601 h 6858000"/>
              <a:gd name="connsiteX691" fmla="*/ 112563 w 7467600"/>
              <a:gd name="connsiteY691" fmla="*/ 4396952 h 6858000"/>
              <a:gd name="connsiteX692" fmla="*/ 0 w 7467600"/>
              <a:gd name="connsiteY692" fmla="*/ 4466006 h 6858000"/>
              <a:gd name="connsiteX693" fmla="*/ 0 w 7467600"/>
              <a:gd name="connsiteY693" fmla="*/ 4233763 h 6858000"/>
              <a:gd name="connsiteX694" fmla="*/ 36881 w 7467600"/>
              <a:gd name="connsiteY694" fmla="*/ 4200118 h 6858000"/>
              <a:gd name="connsiteX695" fmla="*/ 910534 w 7467600"/>
              <a:gd name="connsiteY695" fmla="*/ 3629753 h 6858000"/>
              <a:gd name="connsiteX696" fmla="*/ 1578717 w 7467600"/>
              <a:gd name="connsiteY696" fmla="*/ 3575982 h 6858000"/>
              <a:gd name="connsiteX697" fmla="*/ 2338780 w 7467600"/>
              <a:gd name="connsiteY697" fmla="*/ 3033725 h 6858000"/>
              <a:gd name="connsiteX698" fmla="*/ 1807991 w 7467600"/>
              <a:gd name="connsiteY698" fmla="*/ 2807184 h 6858000"/>
              <a:gd name="connsiteX699" fmla="*/ 1416358 w 7467600"/>
              <a:gd name="connsiteY699" fmla="*/ 3112571 h 6858000"/>
              <a:gd name="connsiteX700" fmla="*/ 939066 w 7467600"/>
              <a:gd name="connsiteY700" fmla="*/ 3378798 h 6858000"/>
              <a:gd name="connsiteX701" fmla="*/ 115099 w 7467600"/>
              <a:gd name="connsiteY701" fmla="*/ 3607650 h 6858000"/>
              <a:gd name="connsiteX702" fmla="*/ 97284 w 7467600"/>
              <a:gd name="connsiteY702" fmla="*/ 3520393 h 6858000"/>
              <a:gd name="connsiteX703" fmla="*/ 922050 w 7467600"/>
              <a:gd name="connsiteY703" fmla="*/ 3074867 h 6858000"/>
              <a:gd name="connsiteX704" fmla="*/ 1405265 w 7467600"/>
              <a:gd name="connsiteY704" fmla="*/ 3016319 h 6858000"/>
              <a:gd name="connsiteX705" fmla="*/ 1407512 w 7467600"/>
              <a:gd name="connsiteY705" fmla="*/ 3018001 h 6858000"/>
              <a:gd name="connsiteX706" fmla="*/ 1726266 w 7467600"/>
              <a:gd name="connsiteY706" fmla="*/ 2777274 h 6858000"/>
              <a:gd name="connsiteX707" fmla="*/ 625390 w 7467600"/>
              <a:gd name="connsiteY707" fmla="*/ 2514541 h 6858000"/>
              <a:gd name="connsiteX708" fmla="*/ 619799 w 7467600"/>
              <a:gd name="connsiteY708" fmla="*/ 2527180 h 6858000"/>
              <a:gd name="connsiteX709" fmla="*/ 310030 w 7467600"/>
              <a:gd name="connsiteY709" fmla="*/ 2771818 h 6858000"/>
              <a:gd name="connsiteX710" fmla="*/ 173877 w 7467600"/>
              <a:gd name="connsiteY710" fmla="*/ 2937056 h 6858000"/>
              <a:gd name="connsiteX711" fmla="*/ 77889 w 7467600"/>
              <a:gd name="connsiteY711" fmla="*/ 3138440 h 6858000"/>
              <a:gd name="connsiteX712" fmla="*/ 0 w 7467600"/>
              <a:gd name="connsiteY712" fmla="*/ 3271395 h 6858000"/>
              <a:gd name="connsiteX713" fmla="*/ 0 w 7467600"/>
              <a:gd name="connsiteY713" fmla="*/ 3153002 h 6858000"/>
              <a:gd name="connsiteX714" fmla="*/ 2386 w 7467600"/>
              <a:gd name="connsiteY714" fmla="*/ 3149203 h 6858000"/>
              <a:gd name="connsiteX715" fmla="*/ 89753 w 7467600"/>
              <a:gd name="connsiteY715" fmla="*/ 2987702 h 6858000"/>
              <a:gd name="connsiteX716" fmla="*/ 76869 w 7467600"/>
              <a:gd name="connsiteY716" fmla="*/ 3005404 h 6858000"/>
              <a:gd name="connsiteX717" fmla="*/ 32049 w 7467600"/>
              <a:gd name="connsiteY717" fmla="*/ 3065814 h 6858000"/>
              <a:gd name="connsiteX718" fmla="*/ 0 w 7467600"/>
              <a:gd name="connsiteY718" fmla="*/ 3108744 h 6858000"/>
              <a:gd name="connsiteX719" fmla="*/ 0 w 7467600"/>
              <a:gd name="connsiteY719" fmla="*/ 3058059 h 6858000"/>
              <a:gd name="connsiteX720" fmla="*/ 7610 w 7467600"/>
              <a:gd name="connsiteY720" fmla="*/ 3047889 h 6858000"/>
              <a:gd name="connsiteX721" fmla="*/ 52419 w 7467600"/>
              <a:gd name="connsiteY721" fmla="*/ 2987479 h 6858000"/>
              <a:gd name="connsiteX722" fmla="*/ 59142 w 7467600"/>
              <a:gd name="connsiteY722" fmla="*/ 2978488 h 6858000"/>
              <a:gd name="connsiteX723" fmla="*/ 0 w 7467600"/>
              <a:gd name="connsiteY723" fmla="*/ 3015334 h 6858000"/>
              <a:gd name="connsiteX724" fmla="*/ 0 w 7467600"/>
              <a:gd name="connsiteY724" fmla="*/ 2914286 h 6858000"/>
              <a:gd name="connsiteX725" fmla="*/ 36383 w 7467600"/>
              <a:gd name="connsiteY725" fmla="*/ 2901128 h 6858000"/>
              <a:gd name="connsiteX726" fmla="*/ 156329 w 7467600"/>
              <a:gd name="connsiteY726" fmla="*/ 2840533 h 6858000"/>
              <a:gd name="connsiteX727" fmla="*/ 358355 w 7467600"/>
              <a:gd name="connsiteY727" fmla="*/ 2620471 h 6858000"/>
              <a:gd name="connsiteX728" fmla="*/ 510577 w 7467600"/>
              <a:gd name="connsiteY728" fmla="*/ 2501244 h 6858000"/>
              <a:gd name="connsiteX729" fmla="*/ 211967 w 7467600"/>
              <a:gd name="connsiteY729" fmla="*/ 2479171 h 6858000"/>
              <a:gd name="connsiteX730" fmla="*/ 0 w 7467600"/>
              <a:gd name="connsiteY730" fmla="*/ 2476398 h 6858000"/>
              <a:gd name="connsiteX731" fmla="*/ 0 w 7467600"/>
              <a:gd name="connsiteY731" fmla="*/ 2389189 h 6858000"/>
              <a:gd name="connsiteX732" fmla="*/ 103062 w 7467600"/>
              <a:gd name="connsiteY732" fmla="*/ 2389518 h 6858000"/>
              <a:gd name="connsiteX733" fmla="*/ 510734 w 7467600"/>
              <a:gd name="connsiteY733" fmla="*/ 2416201 h 6858000"/>
              <a:gd name="connsiteX734" fmla="*/ 279257 w 7467600"/>
              <a:gd name="connsiteY734" fmla="*/ 2092102 h 6858000"/>
              <a:gd name="connsiteX735" fmla="*/ 65265 w 7467600"/>
              <a:gd name="connsiteY735" fmla="*/ 2006049 h 6858000"/>
              <a:gd name="connsiteX736" fmla="*/ 0 w 7467600"/>
              <a:gd name="connsiteY736" fmla="*/ 1982532 h 6858000"/>
              <a:gd name="connsiteX737" fmla="*/ 0 w 7467600"/>
              <a:gd name="connsiteY737" fmla="*/ 1912789 h 6858000"/>
              <a:gd name="connsiteX738" fmla="*/ 97460 w 7467600"/>
              <a:gd name="connsiteY738" fmla="*/ 1953725 h 6858000"/>
              <a:gd name="connsiteX739" fmla="*/ 221272 w 7467600"/>
              <a:gd name="connsiteY739" fmla="*/ 1980766 h 6858000"/>
              <a:gd name="connsiteX740" fmla="*/ 116765 w 7467600"/>
              <a:gd name="connsiteY740" fmla="*/ 1911033 h 6858000"/>
              <a:gd name="connsiteX741" fmla="*/ 16405 w 7467600"/>
              <a:gd name="connsiteY741" fmla="*/ 1803412 h 6858000"/>
              <a:gd name="connsiteX742" fmla="*/ 0 w 7467600"/>
              <a:gd name="connsiteY742" fmla="*/ 1784777 h 6858000"/>
              <a:gd name="connsiteX743" fmla="*/ 0 w 7467600"/>
              <a:gd name="connsiteY743" fmla="*/ 1740082 h 6858000"/>
              <a:gd name="connsiteX744" fmla="*/ 39394 w 7467600"/>
              <a:gd name="connsiteY744" fmla="*/ 1784856 h 6858000"/>
              <a:gd name="connsiteX745" fmla="*/ 135813 w 7467600"/>
              <a:gd name="connsiteY745" fmla="*/ 1888838 h 6858000"/>
              <a:gd name="connsiteX746" fmla="*/ 242575 w 7467600"/>
              <a:gd name="connsiteY746" fmla="*/ 1958841 h 6858000"/>
              <a:gd name="connsiteX747" fmla="*/ 82197 w 7467600"/>
              <a:gd name="connsiteY747" fmla="*/ 1754826 h 6858000"/>
              <a:gd name="connsiteX748" fmla="*/ 0 w 7467600"/>
              <a:gd name="connsiteY748" fmla="*/ 1679650 h 6858000"/>
              <a:gd name="connsiteX749" fmla="*/ 0 w 7467600"/>
              <a:gd name="connsiteY749" fmla="*/ 1602463 h 6858000"/>
              <a:gd name="connsiteX750" fmla="*/ 84689 w 7467600"/>
              <a:gd name="connsiteY750" fmla="*/ 1677442 h 6858000"/>
              <a:gd name="connsiteX751" fmla="*/ 298437 w 7467600"/>
              <a:gd name="connsiteY751" fmla="*/ 1968019 h 6858000"/>
              <a:gd name="connsiteX752" fmla="*/ 227269 w 7467600"/>
              <a:gd name="connsiteY752" fmla="*/ 1114064 h 6858000"/>
              <a:gd name="connsiteX753" fmla="*/ 248003 w 7467600"/>
              <a:gd name="connsiteY753" fmla="*/ 1089613 h 6858000"/>
              <a:gd name="connsiteX754" fmla="*/ 427020 w 7467600"/>
              <a:gd name="connsiteY754" fmla="*/ 1619803 h 6858000"/>
              <a:gd name="connsiteX755" fmla="*/ 340345 w 7467600"/>
              <a:gd name="connsiteY755" fmla="*/ 2027739 h 6858000"/>
              <a:gd name="connsiteX756" fmla="*/ 360865 w 7467600"/>
              <a:gd name="connsiteY756" fmla="*/ 2044827 h 6858000"/>
              <a:gd name="connsiteX757" fmla="*/ 560414 w 7467600"/>
              <a:gd name="connsiteY757" fmla="*/ 2421457 h 6858000"/>
              <a:gd name="connsiteX758" fmla="*/ 1359703 w 7467600"/>
              <a:gd name="connsiteY758" fmla="*/ 2578554 h 6858000"/>
              <a:gd name="connsiteX759" fmla="*/ 1359422 w 7467600"/>
              <a:gd name="connsiteY759" fmla="*/ 2577994 h 6858000"/>
              <a:gd name="connsiteX760" fmla="*/ 828701 w 7467600"/>
              <a:gd name="connsiteY760" fmla="*/ 1839520 h 6858000"/>
              <a:gd name="connsiteX761" fmla="*/ 494427 w 7467600"/>
              <a:gd name="connsiteY761" fmla="*/ 1092333 h 6858000"/>
              <a:gd name="connsiteX762" fmla="*/ 506322 w 7467600"/>
              <a:gd name="connsiteY762" fmla="*/ 1020997 h 6858000"/>
              <a:gd name="connsiteX763" fmla="*/ 4570198 w 7467600"/>
              <a:gd name="connsiteY763" fmla="*/ 978081 h 6858000"/>
              <a:gd name="connsiteX764" fmla="*/ 4523691 w 7467600"/>
              <a:gd name="connsiteY764" fmla="*/ 1127776 h 6858000"/>
              <a:gd name="connsiteX765" fmla="*/ 4509875 w 7467600"/>
              <a:gd name="connsiteY765" fmla="*/ 1167552 h 6858000"/>
              <a:gd name="connsiteX766" fmla="*/ 4478168 w 7467600"/>
              <a:gd name="connsiteY766" fmla="*/ 1260735 h 6858000"/>
              <a:gd name="connsiteX767" fmla="*/ 4409309 w 7467600"/>
              <a:gd name="connsiteY767" fmla="*/ 1666996 h 6858000"/>
              <a:gd name="connsiteX768" fmla="*/ 4370031 w 7467600"/>
              <a:gd name="connsiteY768" fmla="*/ 1955666 h 6858000"/>
              <a:gd name="connsiteX769" fmla="*/ 4570198 w 7467600"/>
              <a:gd name="connsiteY769" fmla="*/ 978081 h 6858000"/>
              <a:gd name="connsiteX770" fmla="*/ 4557898 w 7467600"/>
              <a:gd name="connsiteY770" fmla="*/ 900011 h 6858000"/>
              <a:gd name="connsiteX771" fmla="*/ 4344840 w 7467600"/>
              <a:gd name="connsiteY771" fmla="*/ 1922038 h 6858000"/>
              <a:gd name="connsiteX772" fmla="*/ 4378710 w 7467600"/>
              <a:gd name="connsiteY772" fmla="*/ 1665516 h 6858000"/>
              <a:gd name="connsiteX773" fmla="*/ 4448798 w 7467600"/>
              <a:gd name="connsiteY773" fmla="*/ 1253024 h 6858000"/>
              <a:gd name="connsiteX774" fmla="*/ 4480315 w 7467600"/>
              <a:gd name="connsiteY774" fmla="*/ 1158454 h 6858000"/>
              <a:gd name="connsiteX775" fmla="*/ 4494133 w 7467600"/>
              <a:gd name="connsiteY775" fmla="*/ 1118676 h 6858000"/>
              <a:gd name="connsiteX776" fmla="*/ 4557898 w 7467600"/>
              <a:gd name="connsiteY776" fmla="*/ 900011 h 6858000"/>
              <a:gd name="connsiteX777" fmla="*/ 5870151 w 7467600"/>
              <a:gd name="connsiteY777" fmla="*/ 898890 h 6858000"/>
              <a:gd name="connsiteX778" fmla="*/ 5861335 w 7467600"/>
              <a:gd name="connsiteY778" fmla="*/ 899177 h 6858000"/>
              <a:gd name="connsiteX779" fmla="*/ 5843702 w 7467600"/>
              <a:gd name="connsiteY779" fmla="*/ 899748 h 6858000"/>
              <a:gd name="connsiteX780" fmla="*/ 5651107 w 7467600"/>
              <a:gd name="connsiteY780" fmla="*/ 920306 h 6858000"/>
              <a:gd name="connsiteX781" fmla="*/ 5459407 w 7467600"/>
              <a:gd name="connsiteY781" fmla="*/ 940975 h 6858000"/>
              <a:gd name="connsiteX782" fmla="*/ 5374846 w 7467600"/>
              <a:gd name="connsiteY782" fmla="*/ 941988 h 6858000"/>
              <a:gd name="connsiteX783" fmla="*/ 5256105 w 7467600"/>
              <a:gd name="connsiteY783" fmla="*/ 945632 h 6858000"/>
              <a:gd name="connsiteX784" fmla="*/ 5107071 w 7467600"/>
              <a:gd name="connsiteY784" fmla="*/ 969720 h 6858000"/>
              <a:gd name="connsiteX785" fmla="*/ 4998681 w 7467600"/>
              <a:gd name="connsiteY785" fmla="*/ 988771 h 6858000"/>
              <a:gd name="connsiteX786" fmla="*/ 5870151 w 7467600"/>
              <a:gd name="connsiteY786" fmla="*/ 898890 h 6858000"/>
              <a:gd name="connsiteX787" fmla="*/ 5504425 w 7467600"/>
              <a:gd name="connsiteY787" fmla="*/ 848067 h 6858000"/>
              <a:gd name="connsiteX788" fmla="*/ 4968849 w 7467600"/>
              <a:gd name="connsiteY788" fmla="*/ 962318 h 6858000"/>
              <a:gd name="connsiteX789" fmla="*/ 5104039 w 7467600"/>
              <a:gd name="connsiteY789" fmla="*/ 940634 h 6858000"/>
              <a:gd name="connsiteX790" fmla="*/ 5256311 w 7467600"/>
              <a:gd name="connsiteY790" fmla="*/ 916490 h 6858000"/>
              <a:gd name="connsiteX791" fmla="*/ 5377381 w 7467600"/>
              <a:gd name="connsiteY791" fmla="*/ 912671 h 6858000"/>
              <a:gd name="connsiteX792" fmla="*/ 5460148 w 7467600"/>
              <a:gd name="connsiteY792" fmla="*/ 911442 h 6858000"/>
              <a:gd name="connsiteX793" fmla="*/ 5648971 w 7467600"/>
              <a:gd name="connsiteY793" fmla="*/ 891331 h 6858000"/>
              <a:gd name="connsiteX794" fmla="*/ 5844807 w 7467600"/>
              <a:gd name="connsiteY794" fmla="*/ 870718 h 6858000"/>
              <a:gd name="connsiteX795" fmla="*/ 5862975 w 7467600"/>
              <a:gd name="connsiteY795" fmla="*/ 869756 h 6858000"/>
              <a:gd name="connsiteX796" fmla="*/ 5920887 w 7467600"/>
              <a:gd name="connsiteY796" fmla="*/ 865929 h 6858000"/>
              <a:gd name="connsiteX797" fmla="*/ 5504425 w 7467600"/>
              <a:gd name="connsiteY797" fmla="*/ 848067 h 6858000"/>
              <a:gd name="connsiteX798" fmla="*/ 3607114 w 7467600"/>
              <a:gd name="connsiteY798" fmla="*/ 467441 h 6858000"/>
              <a:gd name="connsiteX799" fmla="*/ 3296242 w 7467600"/>
              <a:gd name="connsiteY799" fmla="*/ 807991 h 6858000"/>
              <a:gd name="connsiteX800" fmla="*/ 3174674 w 7467600"/>
              <a:gd name="connsiteY800" fmla="*/ 919759 h 6858000"/>
              <a:gd name="connsiteX801" fmla="*/ 3042978 w 7467600"/>
              <a:gd name="connsiteY801" fmla="*/ 1054894 h 6858000"/>
              <a:gd name="connsiteX802" fmla="*/ 2968914 w 7467600"/>
              <a:gd name="connsiteY802" fmla="*/ 1133756 h 6858000"/>
              <a:gd name="connsiteX803" fmla="*/ 3103823 w 7467600"/>
              <a:gd name="connsiteY803" fmla="*/ 1026814 h 6858000"/>
              <a:gd name="connsiteX804" fmla="*/ 3607114 w 7467600"/>
              <a:gd name="connsiteY804" fmla="*/ 467441 h 6858000"/>
              <a:gd name="connsiteX805" fmla="*/ 3744487 w 7467600"/>
              <a:gd name="connsiteY805" fmla="*/ 383136 h 6858000"/>
              <a:gd name="connsiteX806" fmla="*/ 3970213 w 7467600"/>
              <a:gd name="connsiteY806" fmla="*/ 995559 h 6858000"/>
              <a:gd name="connsiteX807" fmla="*/ 3744487 w 7467600"/>
              <a:gd name="connsiteY807" fmla="*/ 383136 h 6858000"/>
              <a:gd name="connsiteX808" fmla="*/ 3624562 w 7467600"/>
              <a:gd name="connsiteY808" fmla="*/ 367041 h 6858000"/>
              <a:gd name="connsiteX809" fmla="*/ 3489712 w 7467600"/>
              <a:gd name="connsiteY809" fmla="*/ 485386 h 6858000"/>
              <a:gd name="connsiteX810" fmla="*/ 3182994 w 7467600"/>
              <a:gd name="connsiteY810" fmla="*/ 828265 h 6858000"/>
              <a:gd name="connsiteX811" fmla="*/ 2892114 w 7467600"/>
              <a:gd name="connsiteY811" fmla="*/ 1172635 h 6858000"/>
              <a:gd name="connsiteX812" fmla="*/ 3021459 w 7467600"/>
              <a:gd name="connsiteY812" fmla="*/ 1035385 h 6858000"/>
              <a:gd name="connsiteX813" fmla="*/ 3153873 w 7467600"/>
              <a:gd name="connsiteY813" fmla="*/ 898971 h 6858000"/>
              <a:gd name="connsiteX814" fmla="*/ 3276511 w 7467600"/>
              <a:gd name="connsiteY814" fmla="*/ 786423 h 6858000"/>
              <a:gd name="connsiteX815" fmla="*/ 3584154 w 7467600"/>
              <a:gd name="connsiteY815" fmla="*/ 448218 h 6858000"/>
              <a:gd name="connsiteX816" fmla="*/ 3624562 w 7467600"/>
              <a:gd name="connsiteY816" fmla="*/ 367041 h 6858000"/>
              <a:gd name="connsiteX817" fmla="*/ 3766672 w 7467600"/>
              <a:gd name="connsiteY817" fmla="*/ 359429 h 6858000"/>
              <a:gd name="connsiteX818" fmla="*/ 3996338 w 7467600"/>
              <a:gd name="connsiteY818" fmla="*/ 968237 h 6858000"/>
              <a:gd name="connsiteX819" fmla="*/ 3766672 w 7467600"/>
              <a:gd name="connsiteY819" fmla="*/ 359429 h 6858000"/>
              <a:gd name="connsiteX820" fmla="*/ 5805386 w 7467600"/>
              <a:gd name="connsiteY820" fmla="*/ 239240 h 6858000"/>
              <a:gd name="connsiteX821" fmla="*/ 5736947 w 7467600"/>
              <a:gd name="connsiteY821" fmla="*/ 261367 h 6858000"/>
              <a:gd name="connsiteX822" fmla="*/ 5427012 w 7467600"/>
              <a:gd name="connsiteY822" fmla="*/ 311272 h 6858000"/>
              <a:gd name="connsiteX823" fmla="*/ 5147818 w 7467600"/>
              <a:gd name="connsiteY823" fmla="*/ 322112 h 6858000"/>
              <a:gd name="connsiteX824" fmla="*/ 5060854 w 7467600"/>
              <a:gd name="connsiteY824" fmla="*/ 311882 h 6858000"/>
              <a:gd name="connsiteX825" fmla="*/ 4945989 w 7467600"/>
              <a:gd name="connsiteY825" fmla="*/ 300516 h 6858000"/>
              <a:gd name="connsiteX826" fmla="*/ 5410479 w 7467600"/>
              <a:gd name="connsiteY826" fmla="*/ 348434 h 6858000"/>
              <a:gd name="connsiteX827" fmla="*/ 5805386 w 7467600"/>
              <a:gd name="connsiteY827" fmla="*/ 239240 h 6858000"/>
              <a:gd name="connsiteX828" fmla="*/ 5905192 w 7467600"/>
              <a:gd name="connsiteY828" fmla="*/ 163079 h 6858000"/>
              <a:gd name="connsiteX829" fmla="*/ 5865655 w 7467600"/>
              <a:gd name="connsiteY829" fmla="*/ 171901 h 6858000"/>
              <a:gd name="connsiteX830" fmla="*/ 5259740 w 7467600"/>
              <a:gd name="connsiteY830" fmla="*/ 257013 h 6858000"/>
              <a:gd name="connsiteX831" fmla="*/ 5208466 w 7467600"/>
              <a:gd name="connsiteY831" fmla="*/ 257550 h 6858000"/>
              <a:gd name="connsiteX832" fmla="*/ 4980204 w 7467600"/>
              <a:gd name="connsiteY832" fmla="*/ 271903 h 6858000"/>
              <a:gd name="connsiteX833" fmla="*/ 5068068 w 7467600"/>
              <a:gd name="connsiteY833" fmla="*/ 282244 h 6858000"/>
              <a:gd name="connsiteX834" fmla="*/ 5153231 w 7467600"/>
              <a:gd name="connsiteY834" fmla="*/ 292240 h 6858000"/>
              <a:gd name="connsiteX835" fmla="*/ 5426491 w 7467600"/>
              <a:gd name="connsiteY835" fmla="*/ 281128 h 6858000"/>
              <a:gd name="connsiteX836" fmla="*/ 5731212 w 7467600"/>
              <a:gd name="connsiteY836" fmla="*/ 231951 h 6858000"/>
              <a:gd name="connsiteX837" fmla="*/ 5905192 w 7467600"/>
              <a:gd name="connsiteY837" fmla="*/ 163079 h 6858000"/>
              <a:gd name="connsiteX838" fmla="*/ 5944437 w 7467600"/>
              <a:gd name="connsiteY838" fmla="*/ 113829 h 6858000"/>
              <a:gd name="connsiteX839" fmla="*/ 5825032 w 7467600"/>
              <a:gd name="connsiteY839" fmla="*/ 146405 h 6858000"/>
              <a:gd name="connsiteX840" fmla="*/ 4955599 w 7467600"/>
              <a:gd name="connsiteY840" fmla="*/ 247008 h 6858000"/>
              <a:gd name="connsiteX841" fmla="*/ 5210104 w 7467600"/>
              <a:gd name="connsiteY841" fmla="*/ 228123 h 6858000"/>
              <a:gd name="connsiteX842" fmla="*/ 5261015 w 7467600"/>
              <a:gd name="connsiteY842" fmla="*/ 227087 h 6858000"/>
              <a:gd name="connsiteX843" fmla="*/ 5861181 w 7467600"/>
              <a:gd name="connsiteY843" fmla="*/ 143093 h 6858000"/>
              <a:gd name="connsiteX844" fmla="*/ 5961252 w 7467600"/>
              <a:gd name="connsiteY844" fmla="*/ 114820 h 6858000"/>
              <a:gd name="connsiteX845" fmla="*/ 5944437 w 7467600"/>
              <a:gd name="connsiteY845" fmla="*/ 113829 h 6858000"/>
              <a:gd name="connsiteX846" fmla="*/ 3882765 w 7467600"/>
              <a:gd name="connsiteY846" fmla="*/ 0 h 6858000"/>
              <a:gd name="connsiteX847" fmla="*/ 3995099 w 7467600"/>
              <a:gd name="connsiteY847" fmla="*/ 0 h 6858000"/>
              <a:gd name="connsiteX848" fmla="*/ 4163818 w 7467600"/>
              <a:gd name="connsiteY848" fmla="*/ 234104 h 6858000"/>
              <a:gd name="connsiteX849" fmla="*/ 4172099 w 7467600"/>
              <a:gd name="connsiteY849" fmla="*/ 234207 h 6858000"/>
              <a:gd name="connsiteX850" fmla="*/ 4784282 w 7467600"/>
              <a:gd name="connsiteY850" fmla="*/ 276561 h 6858000"/>
              <a:gd name="connsiteX851" fmla="*/ 4801687 w 7467600"/>
              <a:gd name="connsiteY851" fmla="*/ 267764 h 6858000"/>
              <a:gd name="connsiteX852" fmla="*/ 6082788 w 7467600"/>
              <a:gd name="connsiteY852" fmla="*/ 64119 h 6858000"/>
              <a:gd name="connsiteX853" fmla="*/ 6099442 w 7467600"/>
              <a:gd name="connsiteY853" fmla="*/ 82568 h 6858000"/>
              <a:gd name="connsiteX854" fmla="*/ 4804137 w 7467600"/>
              <a:gd name="connsiteY854" fmla="*/ 320931 h 6858000"/>
              <a:gd name="connsiteX855" fmla="*/ 4227047 w 7467600"/>
              <a:gd name="connsiteY855" fmla="*/ 313415 h 6858000"/>
              <a:gd name="connsiteX856" fmla="*/ 4346041 w 7467600"/>
              <a:gd name="connsiteY856" fmla="*/ 456086 h 6858000"/>
              <a:gd name="connsiteX857" fmla="*/ 4870967 w 7467600"/>
              <a:gd name="connsiteY857" fmla="*/ 963061 h 6858000"/>
              <a:gd name="connsiteX858" fmla="*/ 4889647 w 7467600"/>
              <a:gd name="connsiteY858" fmla="*/ 957147 h 6858000"/>
              <a:gd name="connsiteX859" fmla="*/ 5422504 w 7467600"/>
              <a:gd name="connsiteY859" fmla="*/ 805191 h 6858000"/>
              <a:gd name="connsiteX860" fmla="*/ 6087656 w 7467600"/>
              <a:gd name="connsiteY860" fmla="*/ 826703 h 6858000"/>
              <a:gd name="connsiteX861" fmla="*/ 6058717 w 7467600"/>
              <a:gd name="connsiteY861" fmla="*/ 865992 h 6858000"/>
              <a:gd name="connsiteX862" fmla="*/ 4974153 w 7467600"/>
              <a:gd name="connsiteY862" fmla="*/ 1045456 h 6858000"/>
              <a:gd name="connsiteX863" fmla="*/ 5627835 w 7467600"/>
              <a:gd name="connsiteY863" fmla="*/ 1472077 h 6858000"/>
              <a:gd name="connsiteX864" fmla="*/ 5629817 w 7467600"/>
              <a:gd name="connsiteY864" fmla="*/ 1471412 h 6858000"/>
              <a:gd name="connsiteX865" fmla="*/ 5634124 w 7467600"/>
              <a:gd name="connsiteY865" fmla="*/ 1470572 h 6858000"/>
              <a:gd name="connsiteX866" fmla="*/ 5755832 w 7467600"/>
              <a:gd name="connsiteY866" fmla="*/ 1383886 h 6858000"/>
              <a:gd name="connsiteX867" fmla="*/ 6014186 w 7467600"/>
              <a:gd name="connsiteY867" fmla="*/ 1279799 h 6858000"/>
              <a:gd name="connsiteX868" fmla="*/ 6901619 w 7467600"/>
              <a:gd name="connsiteY868" fmla="*/ 1047874 h 6858000"/>
              <a:gd name="connsiteX869" fmla="*/ 6931566 w 7467600"/>
              <a:gd name="connsiteY869" fmla="*/ 1062034 h 6858000"/>
              <a:gd name="connsiteX870" fmla="*/ 5790982 w 7467600"/>
              <a:gd name="connsiteY870" fmla="*/ 1561380 h 6858000"/>
              <a:gd name="connsiteX871" fmla="*/ 6188971 w 7467600"/>
              <a:gd name="connsiteY871" fmla="*/ 1755168 h 6858000"/>
              <a:gd name="connsiteX872" fmla="*/ 6202446 w 7467600"/>
              <a:gd name="connsiteY872" fmla="*/ 1752268 h 6858000"/>
              <a:gd name="connsiteX873" fmla="*/ 7179560 w 7467600"/>
              <a:gd name="connsiteY873" fmla="*/ 1467551 h 6858000"/>
              <a:gd name="connsiteX874" fmla="*/ 7158730 w 7467600"/>
              <a:gd name="connsiteY874" fmla="*/ 1507835 h 6858000"/>
              <a:gd name="connsiteX875" fmla="*/ 6326959 w 7467600"/>
              <a:gd name="connsiteY875" fmla="*/ 1817686 h 6858000"/>
              <a:gd name="connsiteX876" fmla="*/ 6537433 w 7467600"/>
              <a:gd name="connsiteY876" fmla="*/ 1907790 h 6858000"/>
              <a:gd name="connsiteX877" fmla="*/ 6550221 w 7467600"/>
              <a:gd name="connsiteY877" fmla="*/ 1910729 h 6858000"/>
              <a:gd name="connsiteX878" fmla="*/ 6964438 w 7467600"/>
              <a:gd name="connsiteY878" fmla="*/ 2209505 h 6858000"/>
              <a:gd name="connsiteX879" fmla="*/ 7367862 w 7467600"/>
              <a:gd name="connsiteY879" fmla="*/ 2806833 h 6858000"/>
              <a:gd name="connsiteX880" fmla="*/ 7364329 w 7467600"/>
              <a:gd name="connsiteY880" fmla="*/ 2826907 h 6858000"/>
              <a:gd name="connsiteX881" fmla="*/ 7290545 w 7467600"/>
              <a:gd name="connsiteY881" fmla="*/ 2850663 h 6858000"/>
              <a:gd name="connsiteX882" fmla="*/ 6472036 w 7467600"/>
              <a:gd name="connsiteY882" fmla="*/ 1959003 h 6858000"/>
              <a:gd name="connsiteX883" fmla="*/ 5792897 w 7467600"/>
              <a:gd name="connsiteY883" fmla="*/ 1647747 h 6858000"/>
              <a:gd name="connsiteX884" fmla="*/ 5842751 w 7467600"/>
              <a:gd name="connsiteY884" fmla="*/ 1816112 h 6858000"/>
              <a:gd name="connsiteX885" fmla="*/ 5847424 w 7467600"/>
              <a:gd name="connsiteY885" fmla="*/ 1815776 h 6858000"/>
              <a:gd name="connsiteX886" fmla="*/ 6399821 w 7467600"/>
              <a:gd name="connsiteY886" fmla="*/ 2344799 h 6858000"/>
              <a:gd name="connsiteX887" fmla="*/ 6323232 w 7467600"/>
              <a:gd name="connsiteY887" fmla="*/ 2389634 h 6858000"/>
              <a:gd name="connsiteX888" fmla="*/ 5942958 w 7467600"/>
              <a:gd name="connsiteY888" fmla="*/ 2077708 h 6858000"/>
              <a:gd name="connsiteX889" fmla="*/ 5921559 w 7467600"/>
              <a:gd name="connsiteY889" fmla="*/ 2378596 h 6858000"/>
              <a:gd name="connsiteX890" fmla="*/ 5817651 w 7467600"/>
              <a:gd name="connsiteY890" fmla="*/ 3023919 h 6858000"/>
              <a:gd name="connsiteX891" fmla="*/ 5729634 w 7467600"/>
              <a:gd name="connsiteY891" fmla="*/ 3051849 h 6858000"/>
              <a:gd name="connsiteX892" fmla="*/ 5611018 w 7467600"/>
              <a:gd name="connsiteY892" fmla="*/ 2316769 h 6858000"/>
              <a:gd name="connsiteX893" fmla="*/ 5687608 w 7467600"/>
              <a:gd name="connsiteY893" fmla="*/ 2039972 h 6858000"/>
              <a:gd name="connsiteX894" fmla="*/ 5657554 w 7467600"/>
              <a:gd name="connsiteY894" fmla="*/ 1576445 h 6858000"/>
              <a:gd name="connsiteX895" fmla="*/ 5150475 w 7467600"/>
              <a:gd name="connsiteY895" fmla="*/ 1274012 h 6858000"/>
              <a:gd name="connsiteX896" fmla="*/ 5349142 w 7467600"/>
              <a:gd name="connsiteY896" fmla="*/ 2204405 h 6858000"/>
              <a:gd name="connsiteX897" fmla="*/ 5262214 w 7467600"/>
              <a:gd name="connsiteY897" fmla="*/ 2233836 h 6858000"/>
              <a:gd name="connsiteX898" fmla="*/ 4981539 w 7467600"/>
              <a:gd name="connsiteY898" fmla="*/ 1542201 h 6858000"/>
              <a:gd name="connsiteX899" fmla="*/ 4958461 w 7467600"/>
              <a:gd name="connsiteY899" fmla="*/ 1136957 h 6858000"/>
              <a:gd name="connsiteX900" fmla="*/ 4655015 w 7467600"/>
              <a:gd name="connsiteY900" fmla="*/ 891426 h 6858000"/>
              <a:gd name="connsiteX901" fmla="*/ 4348002 w 7467600"/>
              <a:gd name="connsiteY901" fmla="*/ 2205895 h 6858000"/>
              <a:gd name="connsiteX902" fmla="*/ 4262250 w 7467600"/>
              <a:gd name="connsiteY902" fmla="*/ 2219972 h 6858000"/>
              <a:gd name="connsiteX903" fmla="*/ 4550611 w 7467600"/>
              <a:gd name="connsiteY903" fmla="*/ 817540 h 6858000"/>
              <a:gd name="connsiteX904" fmla="*/ 4564418 w 7467600"/>
              <a:gd name="connsiteY904" fmla="*/ 808293 h 6858000"/>
              <a:gd name="connsiteX905" fmla="*/ 4266388 w 7467600"/>
              <a:gd name="connsiteY905" fmla="*/ 500083 h 6858000"/>
              <a:gd name="connsiteX906" fmla="*/ 4032842 w 7467600"/>
              <a:gd name="connsiteY906" fmla="*/ 211809 h 6858000"/>
              <a:gd name="connsiteX907" fmla="*/ 3882765 w 7467600"/>
              <a:gd name="connsiteY907" fmla="*/ 0 h 6858000"/>
              <a:gd name="connsiteX908" fmla="*/ 3721337 w 7467600"/>
              <a:gd name="connsiteY908" fmla="*/ 0 h 6858000"/>
              <a:gd name="connsiteX909" fmla="*/ 3797544 w 7467600"/>
              <a:gd name="connsiteY909" fmla="*/ 0 h 6858000"/>
              <a:gd name="connsiteX910" fmla="*/ 3775734 w 7467600"/>
              <a:gd name="connsiteY910" fmla="*/ 95131 h 6858000"/>
              <a:gd name="connsiteX911" fmla="*/ 3724807 w 7467600"/>
              <a:gd name="connsiteY911" fmla="*/ 272257 h 6858000"/>
              <a:gd name="connsiteX912" fmla="*/ 3726844 w 7467600"/>
              <a:gd name="connsiteY912" fmla="*/ 282988 h 6858000"/>
              <a:gd name="connsiteX913" fmla="*/ 3742664 w 7467600"/>
              <a:gd name="connsiteY913" fmla="*/ 279918 h 6858000"/>
              <a:gd name="connsiteX914" fmla="*/ 4103910 w 7467600"/>
              <a:gd name="connsiteY914" fmla="*/ 1161917 h 6858000"/>
              <a:gd name="connsiteX915" fmla="*/ 4020269 w 7467600"/>
              <a:gd name="connsiteY915" fmla="*/ 1200406 h 6858000"/>
              <a:gd name="connsiteX916" fmla="*/ 3674882 w 7467600"/>
              <a:gd name="connsiteY916" fmla="*/ 488524 h 6858000"/>
              <a:gd name="connsiteX917" fmla="*/ 3132682 w 7467600"/>
              <a:gd name="connsiteY917" fmla="*/ 1072284 h 6858000"/>
              <a:gd name="connsiteX918" fmla="*/ 2716346 w 7467600"/>
              <a:gd name="connsiteY918" fmla="*/ 1276376 h 6858000"/>
              <a:gd name="connsiteX919" fmla="*/ 2716772 w 7467600"/>
              <a:gd name="connsiteY919" fmla="*/ 1255462 h 6858000"/>
              <a:gd name="connsiteX920" fmla="*/ 3471096 w 7467600"/>
              <a:gd name="connsiteY920" fmla="*/ 437072 h 6858000"/>
              <a:gd name="connsiteX921" fmla="*/ 3639057 w 7467600"/>
              <a:gd name="connsiteY921" fmla="*/ 286334 h 6858000"/>
              <a:gd name="connsiteX922" fmla="*/ 3640309 w 7467600"/>
              <a:gd name="connsiteY922" fmla="*/ 284664 h 6858000"/>
              <a:gd name="connsiteX923" fmla="*/ 3646022 w 7467600"/>
              <a:gd name="connsiteY923" fmla="*/ 276711 h 6858000"/>
              <a:gd name="connsiteX924" fmla="*/ 3707943 w 7467600"/>
              <a:gd name="connsiteY924" fmla="*/ 65958 h 6858000"/>
              <a:gd name="connsiteX925" fmla="*/ 3721337 w 7467600"/>
              <a:gd name="connsiteY925" fmla="*/ 0 h 6858000"/>
              <a:gd name="connsiteX926" fmla="*/ 2867960 w 7467600"/>
              <a:gd name="connsiteY926" fmla="*/ 0 h 6858000"/>
              <a:gd name="connsiteX927" fmla="*/ 2926351 w 7467600"/>
              <a:gd name="connsiteY927" fmla="*/ 0 h 6858000"/>
              <a:gd name="connsiteX928" fmla="*/ 2902823 w 7467600"/>
              <a:gd name="connsiteY928" fmla="*/ 262929 h 6858000"/>
              <a:gd name="connsiteX929" fmla="*/ 2940663 w 7467600"/>
              <a:gd name="connsiteY929" fmla="*/ 140884 h 6858000"/>
              <a:gd name="connsiteX930" fmla="*/ 2947039 w 7467600"/>
              <a:gd name="connsiteY930" fmla="*/ 122524 h 6858000"/>
              <a:gd name="connsiteX931" fmla="*/ 2984316 w 7467600"/>
              <a:gd name="connsiteY931" fmla="*/ 0 h 6858000"/>
              <a:gd name="connsiteX932" fmla="*/ 3016114 w 7467600"/>
              <a:gd name="connsiteY932" fmla="*/ 0 h 6858000"/>
              <a:gd name="connsiteX933" fmla="*/ 2979949 w 7467600"/>
              <a:gd name="connsiteY933" fmla="*/ 119274 h 6858000"/>
              <a:gd name="connsiteX934" fmla="*/ 3023879 w 7467600"/>
              <a:gd name="connsiteY934" fmla="*/ 0 h 6858000"/>
              <a:gd name="connsiteX935" fmla="*/ 3105400 w 7467600"/>
              <a:gd name="connsiteY935" fmla="*/ 0 h 6858000"/>
              <a:gd name="connsiteX936" fmla="*/ 3094669 w 7467600"/>
              <a:gd name="connsiteY936" fmla="*/ 30308 h 6858000"/>
              <a:gd name="connsiteX937" fmla="*/ 2901945 w 7467600"/>
              <a:gd name="connsiteY937" fmla="*/ 466538 h 6858000"/>
              <a:gd name="connsiteX938" fmla="*/ 2815209 w 7467600"/>
              <a:gd name="connsiteY938" fmla="*/ 497361 h 6858000"/>
              <a:gd name="connsiteX939" fmla="*/ 2844845 w 7467600"/>
              <a:gd name="connsiteY939" fmla="*/ 127638 h 6858000"/>
              <a:gd name="connsiteX940" fmla="*/ 2867960 w 7467600"/>
              <a:gd name="connsiteY940" fmla="*/ 0 h 6858000"/>
              <a:gd name="connsiteX941" fmla="*/ 1057230 w 7467600"/>
              <a:gd name="connsiteY941" fmla="*/ 0 h 6858000"/>
              <a:gd name="connsiteX942" fmla="*/ 1111003 w 7467600"/>
              <a:gd name="connsiteY942" fmla="*/ 0 h 6858000"/>
              <a:gd name="connsiteX943" fmla="*/ 1125553 w 7467600"/>
              <a:gd name="connsiteY943" fmla="*/ 52588 h 6858000"/>
              <a:gd name="connsiteX944" fmla="*/ 1304276 w 7467600"/>
              <a:gd name="connsiteY944" fmla="*/ 476275 h 6858000"/>
              <a:gd name="connsiteX945" fmla="*/ 1492066 w 7467600"/>
              <a:gd name="connsiteY945" fmla="*/ 886333 h 6858000"/>
              <a:gd name="connsiteX946" fmla="*/ 1423698 w 7467600"/>
              <a:gd name="connsiteY946" fmla="*/ 710817 h 6858000"/>
              <a:gd name="connsiteX947" fmla="*/ 1357609 w 7467600"/>
              <a:gd name="connsiteY947" fmla="*/ 532892 h 6858000"/>
              <a:gd name="connsiteX948" fmla="*/ 1309550 w 7467600"/>
              <a:gd name="connsiteY948" fmla="*/ 374031 h 6858000"/>
              <a:gd name="connsiteX949" fmla="*/ 1193673 w 7467600"/>
              <a:gd name="connsiteY949" fmla="*/ 49533 h 6858000"/>
              <a:gd name="connsiteX950" fmla="*/ 1164391 w 7467600"/>
              <a:gd name="connsiteY950" fmla="*/ 0 h 6858000"/>
              <a:gd name="connsiteX951" fmla="*/ 1200666 w 7467600"/>
              <a:gd name="connsiteY951" fmla="*/ 0 h 6858000"/>
              <a:gd name="connsiteX952" fmla="*/ 1223408 w 7467600"/>
              <a:gd name="connsiteY952" fmla="*/ 38996 h 6858000"/>
              <a:gd name="connsiteX953" fmla="*/ 1339635 w 7467600"/>
              <a:gd name="connsiteY953" fmla="*/ 365517 h 6858000"/>
              <a:gd name="connsiteX954" fmla="*/ 1387469 w 7467600"/>
              <a:gd name="connsiteY954" fmla="*/ 523079 h 6858000"/>
              <a:gd name="connsiteX955" fmla="*/ 1452685 w 7467600"/>
              <a:gd name="connsiteY955" fmla="*/ 699806 h 6858000"/>
              <a:gd name="connsiteX956" fmla="*/ 1492092 w 7467600"/>
              <a:gd name="connsiteY956" fmla="*/ 800424 h 6858000"/>
              <a:gd name="connsiteX957" fmla="*/ 1455302 w 7467600"/>
              <a:gd name="connsiteY957" fmla="*/ 632913 h 6858000"/>
              <a:gd name="connsiteX958" fmla="*/ 1222336 w 7467600"/>
              <a:gd name="connsiteY958" fmla="*/ 9480 h 6858000"/>
              <a:gd name="connsiteX959" fmla="*/ 1214634 w 7467600"/>
              <a:gd name="connsiteY959" fmla="*/ 0 h 6858000"/>
              <a:gd name="connsiteX960" fmla="*/ 1289827 w 7467600"/>
              <a:gd name="connsiteY960" fmla="*/ 0 h 6858000"/>
              <a:gd name="connsiteX961" fmla="*/ 1321076 w 7467600"/>
              <a:gd name="connsiteY961" fmla="*/ 59722 h 6858000"/>
              <a:gd name="connsiteX962" fmla="*/ 1512579 w 7467600"/>
              <a:gd name="connsiteY962" fmla="*/ 626441 h 6858000"/>
              <a:gd name="connsiteX963" fmla="*/ 1506076 w 7467600"/>
              <a:gd name="connsiteY963" fmla="*/ 1089289 h 6858000"/>
              <a:gd name="connsiteX964" fmla="*/ 1486346 w 7467600"/>
              <a:gd name="connsiteY964" fmla="*/ 1079919 h 6858000"/>
              <a:gd name="connsiteX965" fmla="*/ 1070511 w 7467600"/>
              <a:gd name="connsiteY965" fmla="*/ 48609 h 6858000"/>
              <a:gd name="connsiteX966" fmla="*/ 1057230 w 7467600"/>
              <a:gd name="connsiteY966" fmla="*/ 0 h 6858000"/>
              <a:gd name="connsiteX967" fmla="*/ 43151 w 7467600"/>
              <a:gd name="connsiteY967" fmla="*/ 0 h 6858000"/>
              <a:gd name="connsiteX968" fmla="*/ 95283 w 7467600"/>
              <a:gd name="connsiteY968" fmla="*/ 0 h 6858000"/>
              <a:gd name="connsiteX969" fmla="*/ 300708 w 7467600"/>
              <a:gd name="connsiteY969" fmla="*/ 154571 h 6858000"/>
              <a:gd name="connsiteX970" fmla="*/ 530414 w 7467600"/>
              <a:gd name="connsiteY970" fmla="*/ 354673 h 6858000"/>
              <a:gd name="connsiteX971" fmla="*/ 333785 w 7467600"/>
              <a:gd name="connsiteY971" fmla="*/ 161564 h 6858000"/>
              <a:gd name="connsiteX972" fmla="*/ 147005 w 7467600"/>
              <a:gd name="connsiteY972" fmla="*/ 0 h 6858000"/>
              <a:gd name="connsiteX973" fmla="*/ 272509 w 7467600"/>
              <a:gd name="connsiteY973" fmla="*/ 0 h 6858000"/>
              <a:gd name="connsiteX974" fmla="*/ 326276 w 7467600"/>
              <a:gd name="connsiteY974" fmla="*/ 45847 h 6858000"/>
              <a:gd name="connsiteX975" fmla="*/ 823759 w 7467600"/>
              <a:gd name="connsiteY975" fmla="*/ 574145 h 6858000"/>
              <a:gd name="connsiteX976" fmla="*/ 811254 w 7467600"/>
              <a:gd name="connsiteY976" fmla="*/ 665546 h 6858000"/>
              <a:gd name="connsiteX977" fmla="*/ 154042 w 7467600"/>
              <a:gd name="connsiteY977" fmla="*/ 261522 h 6858000"/>
              <a:gd name="connsiteX978" fmla="*/ 13550 w 7467600"/>
              <a:gd name="connsiteY978" fmla="*/ 158423 h 6858000"/>
              <a:gd name="connsiteX979" fmla="*/ 0 w 7467600"/>
              <a:gd name="connsiteY979" fmla="*/ 146618 h 6858000"/>
              <a:gd name="connsiteX980" fmla="*/ 0 w 7467600"/>
              <a:gd name="connsiteY980" fmla="*/ 59161 h 6858000"/>
              <a:gd name="connsiteX981" fmla="*/ 45427 w 7467600"/>
              <a:gd name="connsiteY981" fmla="*/ 101078 h 6858000"/>
              <a:gd name="connsiteX982" fmla="*/ 630103 w 7467600"/>
              <a:gd name="connsiteY982" fmla="*/ 485885 h 6858000"/>
              <a:gd name="connsiteX983" fmla="*/ 532040 w 7467600"/>
              <a:gd name="connsiteY983" fmla="*/ 399359 h 6858000"/>
              <a:gd name="connsiteX984" fmla="*/ 517618 w 7467600"/>
              <a:gd name="connsiteY984" fmla="*/ 385726 h 6858000"/>
              <a:gd name="connsiteX985" fmla="*/ 285074 w 7467600"/>
              <a:gd name="connsiteY985" fmla="*/ 182755 h 6858000"/>
              <a:gd name="connsiteX986" fmla="*/ 43151 w 7467600"/>
              <a:gd name="connsiteY98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312201 w 7467600"/>
              <a:gd name="connsiteY129" fmla="*/ 5128278 h 6858000"/>
              <a:gd name="connsiteX130" fmla="*/ 1903353 w 7467600"/>
              <a:gd name="connsiteY130" fmla="*/ 5044827 h 6858000"/>
              <a:gd name="connsiteX131" fmla="*/ 1936931 w 7467600"/>
              <a:gd name="connsiteY131" fmla="*/ 5093954 h 6858000"/>
              <a:gd name="connsiteX132" fmla="*/ 2195868 w 7467600"/>
              <a:gd name="connsiteY132" fmla="*/ 5396574 h 6858000"/>
              <a:gd name="connsiteX133" fmla="*/ 2088852 w 7467600"/>
              <a:gd name="connsiteY133" fmla="*/ 5166123 h 6858000"/>
              <a:gd name="connsiteX134" fmla="*/ 1958241 w 7467600"/>
              <a:gd name="connsiteY134" fmla="*/ 5067955 h 6858000"/>
              <a:gd name="connsiteX135" fmla="*/ 1903353 w 7467600"/>
              <a:gd name="connsiteY135" fmla="*/ 5044827 h 6858000"/>
              <a:gd name="connsiteX136" fmla="*/ 1979378 w 7467600"/>
              <a:gd name="connsiteY136" fmla="*/ 4769504 h 6858000"/>
              <a:gd name="connsiteX137" fmla="*/ 2882120 w 7467600"/>
              <a:gd name="connsiteY137" fmla="*/ 5064547 h 6858000"/>
              <a:gd name="connsiteX138" fmla="*/ 2793103 w 7467600"/>
              <a:gd name="connsiteY138" fmla="*/ 5039699 h 6858000"/>
              <a:gd name="connsiteX139" fmla="*/ 2770041 w 7467600"/>
              <a:gd name="connsiteY139" fmla="*/ 5033634 h 6858000"/>
              <a:gd name="connsiteX140" fmla="*/ 1979378 w 7467600"/>
              <a:gd name="connsiteY140" fmla="*/ 4769504 h 6858000"/>
              <a:gd name="connsiteX141" fmla="*/ 1927410 w 7467600"/>
              <a:gd name="connsiteY141" fmla="*/ 4716164 h 6858000"/>
              <a:gd name="connsiteX142" fmla="*/ 1959587 w 7467600"/>
              <a:gd name="connsiteY142" fmla="*/ 4728849 h 6858000"/>
              <a:gd name="connsiteX143" fmla="*/ 2777707 w 7467600"/>
              <a:gd name="connsiteY143" fmla="*/ 5003991 h 6858000"/>
              <a:gd name="connsiteX144" fmla="*/ 2800768 w 7467600"/>
              <a:gd name="connsiteY144" fmla="*/ 5010056 h 6858000"/>
              <a:gd name="connsiteX145" fmla="*/ 2879408 w 7467600"/>
              <a:gd name="connsiteY145" fmla="*/ 5031590 h 6858000"/>
              <a:gd name="connsiteX146" fmla="*/ 2862295 w 7467600"/>
              <a:gd name="connsiteY146" fmla="*/ 5022958 h 6858000"/>
              <a:gd name="connsiteX147" fmla="*/ 2813343 w 7467600"/>
              <a:gd name="connsiteY147" fmla="*/ 4998369 h 6858000"/>
              <a:gd name="connsiteX148" fmla="*/ 2646245 w 7467600"/>
              <a:gd name="connsiteY148" fmla="*/ 4930999 h 6858000"/>
              <a:gd name="connsiteX149" fmla="*/ 1999243 w 7467600"/>
              <a:gd name="connsiteY149" fmla="*/ 4730524 h 6858000"/>
              <a:gd name="connsiteX150" fmla="*/ 1979527 w 7467600"/>
              <a:gd name="connsiteY150" fmla="*/ 4726651 h 6858000"/>
              <a:gd name="connsiteX151" fmla="*/ 1927410 w 7467600"/>
              <a:gd name="connsiteY151" fmla="*/ 4716164 h 6858000"/>
              <a:gd name="connsiteX152" fmla="*/ 1997014 w 7467600"/>
              <a:gd name="connsiteY152" fmla="*/ 4698007 h 6858000"/>
              <a:gd name="connsiteX153" fmla="*/ 2005458 w 7467600"/>
              <a:gd name="connsiteY153" fmla="*/ 4699540 h 6858000"/>
              <a:gd name="connsiteX154" fmla="*/ 2657186 w 7467600"/>
              <a:gd name="connsiteY154" fmla="*/ 4901687 h 6858000"/>
              <a:gd name="connsiteX155" fmla="*/ 2826662 w 7467600"/>
              <a:gd name="connsiteY155" fmla="*/ 4970362 h 6858000"/>
              <a:gd name="connsiteX156" fmla="*/ 2876100 w 7467600"/>
              <a:gd name="connsiteY156" fmla="*/ 4995397 h 6858000"/>
              <a:gd name="connsiteX157" fmla="*/ 3042600 w 7467600"/>
              <a:gd name="connsiteY157" fmla="*/ 5059532 h 6858000"/>
              <a:gd name="connsiteX158" fmla="*/ 1997014 w 7467600"/>
              <a:gd name="connsiteY158" fmla="*/ 4698007 h 6858000"/>
              <a:gd name="connsiteX159" fmla="*/ 2305292 w 7467600"/>
              <a:gd name="connsiteY159" fmla="*/ 4219492 h 6858000"/>
              <a:gd name="connsiteX160" fmla="*/ 3360922 w 7467600"/>
              <a:gd name="connsiteY160" fmla="*/ 4529373 h 6858000"/>
              <a:gd name="connsiteX161" fmla="*/ 3492420 w 7467600"/>
              <a:gd name="connsiteY161" fmla="*/ 4510145 h 6858000"/>
              <a:gd name="connsiteX162" fmla="*/ 3364086 w 7467600"/>
              <a:gd name="connsiteY162" fmla="*/ 4480340 h 6858000"/>
              <a:gd name="connsiteX163" fmla="*/ 3225818 w 7467600"/>
              <a:gd name="connsiteY163" fmla="*/ 4411822 h 6858000"/>
              <a:gd name="connsiteX164" fmla="*/ 3129696 w 7467600"/>
              <a:gd name="connsiteY164" fmla="*/ 4360704 h 6858000"/>
              <a:gd name="connsiteX165" fmla="*/ 2814545 w 7467600"/>
              <a:gd name="connsiteY165" fmla="*/ 4282955 h 6858000"/>
              <a:gd name="connsiteX166" fmla="*/ 2305292 w 7467600"/>
              <a:gd name="connsiteY166" fmla="*/ 4219492 h 6858000"/>
              <a:gd name="connsiteX167" fmla="*/ 2626982 w 7467600"/>
              <a:gd name="connsiteY167" fmla="*/ 4206450 h 6858000"/>
              <a:gd name="connsiteX168" fmla="*/ 2490617 w 7467600"/>
              <a:gd name="connsiteY168" fmla="*/ 4206951 h 6858000"/>
              <a:gd name="connsiteX169" fmla="*/ 2819869 w 7467600"/>
              <a:gd name="connsiteY169" fmla="*/ 4252936 h 6858000"/>
              <a:gd name="connsiteX170" fmla="*/ 3143018 w 7467600"/>
              <a:gd name="connsiteY170" fmla="*/ 4332698 h 6858000"/>
              <a:gd name="connsiteX171" fmla="*/ 3241520 w 7467600"/>
              <a:gd name="connsiteY171" fmla="*/ 4385112 h 6858000"/>
              <a:gd name="connsiteX172" fmla="*/ 3374575 w 7467600"/>
              <a:gd name="connsiteY172" fmla="*/ 4451517 h 6858000"/>
              <a:gd name="connsiteX173" fmla="*/ 3505221 w 7467600"/>
              <a:gd name="connsiteY173" fmla="*/ 4480757 h 6858000"/>
              <a:gd name="connsiteX174" fmla="*/ 2626982 w 7467600"/>
              <a:gd name="connsiteY174" fmla="*/ 4206450 h 6858000"/>
              <a:gd name="connsiteX175" fmla="*/ 1310106 w 7467600"/>
              <a:gd name="connsiteY175" fmla="*/ 3943217 h 6858000"/>
              <a:gd name="connsiteX176" fmla="*/ 854994 w 7467600"/>
              <a:gd name="connsiteY176" fmla="*/ 4399136 h 6858000"/>
              <a:gd name="connsiteX177" fmla="*/ 742462 w 7467600"/>
              <a:gd name="connsiteY177" fmla="*/ 4594648 h 6858000"/>
              <a:gd name="connsiteX178" fmla="*/ 820602 w 7467600"/>
              <a:gd name="connsiteY178" fmla="*/ 4485915 h 6858000"/>
              <a:gd name="connsiteX179" fmla="*/ 878295 w 7467600"/>
              <a:gd name="connsiteY179" fmla="*/ 4403594 h 6858000"/>
              <a:gd name="connsiteX180" fmla="*/ 1240607 w 7467600"/>
              <a:gd name="connsiteY180" fmla="*/ 4010401 h 6858000"/>
              <a:gd name="connsiteX181" fmla="*/ 1310106 w 7467600"/>
              <a:gd name="connsiteY181" fmla="*/ 3943217 h 6858000"/>
              <a:gd name="connsiteX182" fmla="*/ 1423113 w 7467600"/>
              <a:gd name="connsiteY182" fmla="*/ 3874565 h 6858000"/>
              <a:gd name="connsiteX183" fmla="*/ 1260565 w 7467600"/>
              <a:gd name="connsiteY183" fmla="*/ 4031982 h 6858000"/>
              <a:gd name="connsiteX184" fmla="*/ 901900 w 7467600"/>
              <a:gd name="connsiteY184" fmla="*/ 4421236 h 6858000"/>
              <a:gd name="connsiteX185" fmla="*/ 845044 w 7467600"/>
              <a:gd name="connsiteY185" fmla="*/ 4502436 h 6858000"/>
              <a:gd name="connsiteX186" fmla="*/ 685926 w 7467600"/>
              <a:gd name="connsiteY186" fmla="*/ 4703069 h 6858000"/>
              <a:gd name="connsiteX187" fmla="*/ 684248 w 7467600"/>
              <a:gd name="connsiteY187" fmla="*/ 4706721 h 6858000"/>
              <a:gd name="connsiteX188" fmla="*/ 1423113 w 7467600"/>
              <a:gd name="connsiteY188" fmla="*/ 3874565 h 6858000"/>
              <a:gd name="connsiteX189" fmla="*/ 3316479 w 7467600"/>
              <a:gd name="connsiteY189" fmla="*/ 3872136 h 6858000"/>
              <a:gd name="connsiteX190" fmla="*/ 3546806 w 7467600"/>
              <a:gd name="connsiteY190" fmla="*/ 4356139 h 6858000"/>
              <a:gd name="connsiteX191" fmla="*/ 3364433 w 7467600"/>
              <a:gd name="connsiteY191" fmla="*/ 3953121 h 6858000"/>
              <a:gd name="connsiteX192" fmla="*/ 3316479 w 7467600"/>
              <a:gd name="connsiteY192" fmla="*/ 3872136 h 6858000"/>
              <a:gd name="connsiteX193" fmla="*/ 3291335 w 7467600"/>
              <a:gd name="connsiteY193" fmla="*/ 3767420 h 6858000"/>
              <a:gd name="connsiteX194" fmla="*/ 3390805 w 7467600"/>
              <a:gd name="connsiteY194" fmla="*/ 3937163 h 6858000"/>
              <a:gd name="connsiteX195" fmla="*/ 3579062 w 7467600"/>
              <a:gd name="connsiteY195" fmla="*/ 4359040 h 6858000"/>
              <a:gd name="connsiteX196" fmla="*/ 3467355 w 7467600"/>
              <a:gd name="connsiteY196" fmla="*/ 3988130 h 6858000"/>
              <a:gd name="connsiteX197" fmla="*/ 3310753 w 7467600"/>
              <a:gd name="connsiteY197" fmla="*/ 3787140 h 6858000"/>
              <a:gd name="connsiteX198" fmla="*/ 3291335 w 7467600"/>
              <a:gd name="connsiteY198" fmla="*/ 3767420 h 6858000"/>
              <a:gd name="connsiteX199" fmla="*/ 1635889 w 7467600"/>
              <a:gd name="connsiteY199" fmla="*/ 3709494 h 6858000"/>
              <a:gd name="connsiteX200" fmla="*/ 1634800 w 7467600"/>
              <a:gd name="connsiteY200" fmla="*/ 3731111 h 6858000"/>
              <a:gd name="connsiteX201" fmla="*/ 1635889 w 7467600"/>
              <a:gd name="connsiteY201" fmla="*/ 3709494 h 6858000"/>
              <a:gd name="connsiteX202" fmla="*/ 1510397 w 7467600"/>
              <a:gd name="connsiteY202" fmla="*/ 3684705 h 6858000"/>
              <a:gd name="connsiteX203" fmla="*/ 1146550 w 7467600"/>
              <a:gd name="connsiteY203" fmla="*/ 3802012 h 6858000"/>
              <a:gd name="connsiteX204" fmla="*/ 698834 w 7467600"/>
              <a:gd name="connsiteY204" fmla="*/ 3952272 h 6858000"/>
              <a:gd name="connsiteX205" fmla="*/ 34256 w 7467600"/>
              <a:gd name="connsiteY205" fmla="*/ 4347603 h 6858000"/>
              <a:gd name="connsiteX206" fmla="*/ 527241 w 7467600"/>
              <a:gd name="connsiteY206" fmla="*/ 4065078 h 6858000"/>
              <a:gd name="connsiteX207" fmla="*/ 1510397 w 7467600"/>
              <a:gd name="connsiteY207" fmla="*/ 3684705 h 6858000"/>
              <a:gd name="connsiteX208" fmla="*/ 1313114 w 7467600"/>
              <a:gd name="connsiteY208" fmla="*/ 3655216 h 6858000"/>
              <a:gd name="connsiteX209" fmla="*/ 1109304 w 7467600"/>
              <a:gd name="connsiteY209" fmla="*/ 3669030 h 6858000"/>
              <a:gd name="connsiteX210" fmla="*/ 8129 w 7467600"/>
              <a:gd name="connsiteY210" fmla="*/ 4330519 h 6858000"/>
              <a:gd name="connsiteX211" fmla="*/ 687572 w 7467600"/>
              <a:gd name="connsiteY211" fmla="*/ 3925629 h 6858000"/>
              <a:gd name="connsiteX212" fmla="*/ 1138365 w 7467600"/>
              <a:gd name="connsiteY212" fmla="*/ 3774515 h 6858000"/>
              <a:gd name="connsiteX213" fmla="*/ 1505579 w 7467600"/>
              <a:gd name="connsiteY213" fmla="*/ 3655526 h 6858000"/>
              <a:gd name="connsiteX214" fmla="*/ 1313114 w 7467600"/>
              <a:gd name="connsiteY214" fmla="*/ 3655216 h 6858000"/>
              <a:gd name="connsiteX215" fmla="*/ 3655073 w 7467600"/>
              <a:gd name="connsiteY215" fmla="*/ 3650884 h 6858000"/>
              <a:gd name="connsiteX216" fmla="*/ 3989938 w 7467600"/>
              <a:gd name="connsiteY216" fmla="*/ 3991685 h 6858000"/>
              <a:gd name="connsiteX217" fmla="*/ 4393907 w 7467600"/>
              <a:gd name="connsiteY217" fmla="*/ 4261258 h 6858000"/>
              <a:gd name="connsiteX218" fmla="*/ 4648051 w 7467600"/>
              <a:gd name="connsiteY218" fmla="*/ 4374051 h 6858000"/>
              <a:gd name="connsiteX219" fmla="*/ 4383389 w 7467600"/>
              <a:gd name="connsiteY219" fmla="*/ 4184369 h 6858000"/>
              <a:gd name="connsiteX220" fmla="*/ 4165508 w 7467600"/>
              <a:gd name="connsiteY220" fmla="*/ 4035196 h 6858000"/>
              <a:gd name="connsiteX221" fmla="*/ 4068162 w 7467600"/>
              <a:gd name="connsiteY221" fmla="*/ 3953394 h 6858000"/>
              <a:gd name="connsiteX222" fmla="*/ 3981416 w 7467600"/>
              <a:gd name="connsiteY222" fmla="*/ 3880482 h 6858000"/>
              <a:gd name="connsiteX223" fmla="*/ 3800147 w 7467600"/>
              <a:gd name="connsiteY223" fmla="*/ 3749872 h 6858000"/>
              <a:gd name="connsiteX224" fmla="*/ 3655073 w 7467600"/>
              <a:gd name="connsiteY224" fmla="*/ 3650884 h 6858000"/>
              <a:gd name="connsiteX225" fmla="*/ 3670252 w 7467600"/>
              <a:gd name="connsiteY225" fmla="*/ 3622798 h 6858000"/>
              <a:gd name="connsiteX226" fmla="*/ 3817258 w 7467600"/>
              <a:gd name="connsiteY226" fmla="*/ 3723577 h 6858000"/>
              <a:gd name="connsiteX227" fmla="*/ 4000461 w 7467600"/>
              <a:gd name="connsiteY227" fmla="*/ 3855966 h 6858000"/>
              <a:gd name="connsiteX228" fmla="*/ 4088180 w 7467600"/>
              <a:gd name="connsiteY228" fmla="*/ 3929774 h 6858000"/>
              <a:gd name="connsiteX229" fmla="*/ 4184555 w 7467600"/>
              <a:gd name="connsiteY229" fmla="*/ 4010683 h 6858000"/>
              <a:gd name="connsiteX230" fmla="*/ 4399563 w 7467600"/>
              <a:gd name="connsiteY230" fmla="*/ 4158106 h 6858000"/>
              <a:gd name="connsiteX231" fmla="*/ 4684469 w 7467600"/>
              <a:gd name="connsiteY231" fmla="*/ 4364680 h 6858000"/>
              <a:gd name="connsiteX232" fmla="*/ 4690271 w 7467600"/>
              <a:gd name="connsiteY232" fmla="*/ 4370034 h 6858000"/>
              <a:gd name="connsiteX233" fmla="*/ 4136093 w 7467600"/>
              <a:gd name="connsiteY233" fmla="*/ 3858466 h 6858000"/>
              <a:gd name="connsiteX234" fmla="*/ 3670252 w 7467600"/>
              <a:gd name="connsiteY234" fmla="*/ 3622798 h 6858000"/>
              <a:gd name="connsiteX235" fmla="*/ 4440129 w 7467600"/>
              <a:gd name="connsiteY235" fmla="*/ 3448571 h 6858000"/>
              <a:gd name="connsiteX236" fmla="*/ 4856525 w 7467600"/>
              <a:gd name="connsiteY236" fmla="*/ 3915351 h 6858000"/>
              <a:gd name="connsiteX237" fmla="*/ 5059055 w 7467600"/>
              <a:gd name="connsiteY237" fmla="*/ 4108918 h 6858000"/>
              <a:gd name="connsiteX238" fmla="*/ 5290070 w 7467600"/>
              <a:gd name="connsiteY238" fmla="*/ 4263619 h 6858000"/>
              <a:gd name="connsiteX239" fmla="*/ 4834991 w 7467600"/>
              <a:gd name="connsiteY239" fmla="*/ 3830985 h 6858000"/>
              <a:gd name="connsiteX240" fmla="*/ 4440129 w 7467600"/>
              <a:gd name="connsiteY240" fmla="*/ 3448571 h 6858000"/>
              <a:gd name="connsiteX241" fmla="*/ 4441737 w 7467600"/>
              <a:gd name="connsiteY241" fmla="*/ 3399734 h 6858000"/>
              <a:gd name="connsiteX242" fmla="*/ 4431236 w 7467600"/>
              <a:gd name="connsiteY242" fmla="*/ 3400954 h 6858000"/>
              <a:gd name="connsiteX243" fmla="*/ 4557150 w 7467600"/>
              <a:gd name="connsiteY243" fmla="*/ 3510023 h 6858000"/>
              <a:gd name="connsiteX244" fmla="*/ 4856936 w 7467600"/>
              <a:gd name="connsiteY244" fmla="*/ 3809146 h 6858000"/>
              <a:gd name="connsiteX245" fmla="*/ 5111996 w 7467600"/>
              <a:gd name="connsiteY245" fmla="*/ 4065759 h 6858000"/>
              <a:gd name="connsiteX246" fmla="*/ 5388878 w 7467600"/>
              <a:gd name="connsiteY246" fmla="*/ 4300185 h 6858000"/>
              <a:gd name="connsiteX247" fmla="*/ 5425556 w 7467600"/>
              <a:gd name="connsiteY247" fmla="*/ 4308967 h 6858000"/>
              <a:gd name="connsiteX248" fmla="*/ 4943646 w 7467600"/>
              <a:gd name="connsiteY248" fmla="*/ 3822916 h 6858000"/>
              <a:gd name="connsiteX249" fmla="*/ 4594837 w 7467600"/>
              <a:gd name="connsiteY249" fmla="*/ 3532274 h 6858000"/>
              <a:gd name="connsiteX250" fmla="*/ 4441737 w 7467600"/>
              <a:gd name="connsiteY250" fmla="*/ 3399734 h 6858000"/>
              <a:gd name="connsiteX251" fmla="*/ 5425834 w 7467600"/>
              <a:gd name="connsiteY251" fmla="*/ 3162785 h 6858000"/>
              <a:gd name="connsiteX252" fmla="*/ 5401644 w 7467600"/>
              <a:gd name="connsiteY252" fmla="*/ 3617847 h 6858000"/>
              <a:gd name="connsiteX253" fmla="*/ 5467256 w 7467600"/>
              <a:gd name="connsiteY253" fmla="*/ 4175494 h 6858000"/>
              <a:gd name="connsiteX254" fmla="*/ 5448069 w 7467600"/>
              <a:gd name="connsiteY254" fmla="*/ 3567554 h 6858000"/>
              <a:gd name="connsiteX255" fmla="*/ 5425834 w 7467600"/>
              <a:gd name="connsiteY255" fmla="*/ 3162785 h 6858000"/>
              <a:gd name="connsiteX256" fmla="*/ 1318687 w 7467600"/>
              <a:gd name="connsiteY256" fmla="*/ 3113840 h 6858000"/>
              <a:gd name="connsiteX257" fmla="*/ 1066793 w 7467600"/>
              <a:gd name="connsiteY257" fmla="*/ 3212171 h 6858000"/>
              <a:gd name="connsiteX258" fmla="*/ 993319 w 7467600"/>
              <a:gd name="connsiteY258" fmla="*/ 3247648 h 6858000"/>
              <a:gd name="connsiteX259" fmla="*/ 853081 w 7467600"/>
              <a:gd name="connsiteY259" fmla="*/ 3312410 h 6858000"/>
              <a:gd name="connsiteX260" fmla="*/ 805957 w 7467600"/>
              <a:gd name="connsiteY260" fmla="*/ 3330443 h 6858000"/>
              <a:gd name="connsiteX261" fmla="*/ 1318687 w 7467600"/>
              <a:gd name="connsiteY261" fmla="*/ 3113840 h 6858000"/>
              <a:gd name="connsiteX262" fmla="*/ 5453702 w 7467600"/>
              <a:gd name="connsiteY262" fmla="*/ 3090882 h 6858000"/>
              <a:gd name="connsiteX263" fmla="*/ 5480135 w 7467600"/>
              <a:gd name="connsiteY263" fmla="*/ 3565802 h 6858000"/>
              <a:gd name="connsiteX264" fmla="*/ 5499023 w 7467600"/>
              <a:gd name="connsiteY264" fmla="*/ 4166310 h 6858000"/>
              <a:gd name="connsiteX265" fmla="*/ 5547022 w 7467600"/>
              <a:gd name="connsiteY265" fmla="*/ 3607838 h 6858000"/>
              <a:gd name="connsiteX266" fmla="*/ 5515964 w 7467600"/>
              <a:gd name="connsiteY266" fmla="*/ 3378541 h 6858000"/>
              <a:gd name="connsiteX267" fmla="*/ 5453702 w 7467600"/>
              <a:gd name="connsiteY267" fmla="*/ 3090882 h 6858000"/>
              <a:gd name="connsiteX268" fmla="*/ 1238695 w 7467600"/>
              <a:gd name="connsiteY268" fmla="*/ 3076820 h 6858000"/>
              <a:gd name="connsiteX269" fmla="*/ 716371 w 7467600"/>
              <a:gd name="connsiteY269" fmla="*/ 3293249 h 6858000"/>
              <a:gd name="connsiteX270" fmla="*/ 579522 w 7467600"/>
              <a:gd name="connsiteY270" fmla="*/ 3371759 h 6858000"/>
              <a:gd name="connsiteX271" fmla="*/ 600288 w 7467600"/>
              <a:gd name="connsiteY271" fmla="*/ 3365555 h 6858000"/>
              <a:gd name="connsiteX272" fmla="*/ 840692 w 7467600"/>
              <a:gd name="connsiteY272" fmla="*/ 3284921 h 6858000"/>
              <a:gd name="connsiteX273" fmla="*/ 979248 w 7467600"/>
              <a:gd name="connsiteY273" fmla="*/ 3221003 h 6858000"/>
              <a:gd name="connsiteX274" fmla="*/ 1053282 w 7467600"/>
              <a:gd name="connsiteY274" fmla="*/ 3185247 h 6858000"/>
              <a:gd name="connsiteX275" fmla="*/ 1320603 w 7467600"/>
              <a:gd name="connsiteY275" fmla="*/ 3081281 h 6858000"/>
              <a:gd name="connsiteX276" fmla="*/ 1238695 w 7467600"/>
              <a:gd name="connsiteY276" fmla="*/ 3076820 h 6858000"/>
              <a:gd name="connsiteX277" fmla="*/ 5425627 w 7467600"/>
              <a:gd name="connsiteY277" fmla="*/ 2954192 h 6858000"/>
              <a:gd name="connsiteX278" fmla="*/ 5470770 w 7467600"/>
              <a:gd name="connsiteY278" fmla="*/ 3005435 h 6858000"/>
              <a:gd name="connsiteX279" fmla="*/ 5519779 w 7467600"/>
              <a:gd name="connsiteY279" fmla="*/ 4359223 h 6858000"/>
              <a:gd name="connsiteX280" fmla="*/ 5520293 w 7467600"/>
              <a:gd name="connsiteY280" fmla="*/ 4360602 h 6858000"/>
              <a:gd name="connsiteX281" fmla="*/ 5767221 w 7467600"/>
              <a:gd name="connsiteY281" fmla="*/ 4665564 h 6858000"/>
              <a:gd name="connsiteX282" fmla="*/ 6937169 w 7467600"/>
              <a:gd name="connsiteY282" fmla="*/ 4815941 h 6858000"/>
              <a:gd name="connsiteX283" fmla="*/ 6953922 w 7467600"/>
              <a:gd name="connsiteY283" fmla="*/ 4890068 h 6858000"/>
              <a:gd name="connsiteX284" fmla="*/ 6071359 w 7467600"/>
              <a:gd name="connsiteY284" fmla="*/ 4770770 h 6858000"/>
              <a:gd name="connsiteX285" fmla="*/ 6038839 w 7467600"/>
              <a:gd name="connsiteY285" fmla="*/ 4764474 h 6858000"/>
              <a:gd name="connsiteX286" fmla="*/ 6038706 w 7467600"/>
              <a:gd name="connsiteY286" fmla="*/ 4763847 h 6858000"/>
              <a:gd name="connsiteX287" fmla="*/ 6037784 w 7467600"/>
              <a:gd name="connsiteY287" fmla="*/ 4764270 h 6858000"/>
              <a:gd name="connsiteX288" fmla="*/ 6038839 w 7467600"/>
              <a:gd name="connsiteY288" fmla="*/ 4764474 h 6858000"/>
              <a:gd name="connsiteX289" fmla="*/ 6040338 w 7467600"/>
              <a:gd name="connsiteY289" fmla="*/ 4771418 h 6858000"/>
              <a:gd name="connsiteX290" fmla="*/ 6024488 w 7467600"/>
              <a:gd name="connsiteY290" fmla="*/ 4809903 h 6858000"/>
              <a:gd name="connsiteX291" fmla="*/ 5599771 w 7467600"/>
              <a:gd name="connsiteY291" fmla="*/ 5509652 h 6858000"/>
              <a:gd name="connsiteX292" fmla="*/ 5548843 w 7467600"/>
              <a:gd name="connsiteY292" fmla="*/ 5563845 h 6858000"/>
              <a:gd name="connsiteX293" fmla="*/ 5940952 w 7467600"/>
              <a:gd name="connsiteY293" fmla="*/ 6250028 h 6858000"/>
              <a:gd name="connsiteX294" fmla="*/ 6043441 w 7467600"/>
              <a:gd name="connsiteY294" fmla="*/ 6665847 h 6858000"/>
              <a:gd name="connsiteX295" fmla="*/ 6093432 w 7467600"/>
              <a:gd name="connsiteY295" fmla="*/ 6858000 h 6858000"/>
              <a:gd name="connsiteX296" fmla="*/ 6034344 w 7467600"/>
              <a:gd name="connsiteY296" fmla="*/ 6858000 h 6858000"/>
              <a:gd name="connsiteX297" fmla="*/ 6026679 w 7467600"/>
              <a:gd name="connsiteY297" fmla="*/ 6836959 h 6858000"/>
              <a:gd name="connsiteX298" fmla="*/ 5800441 w 7467600"/>
              <a:gd name="connsiteY298" fmla="*/ 6335286 h 6858000"/>
              <a:gd name="connsiteX299" fmla="*/ 5526562 w 7467600"/>
              <a:gd name="connsiteY299" fmla="*/ 5705388 h 6858000"/>
              <a:gd name="connsiteX300" fmla="*/ 5519640 w 7467600"/>
              <a:gd name="connsiteY300" fmla="*/ 5683774 h 6858000"/>
              <a:gd name="connsiteX301" fmla="*/ 5844559 w 7467600"/>
              <a:gd name="connsiteY301" fmla="*/ 6553349 h 6858000"/>
              <a:gd name="connsiteX302" fmla="*/ 5975994 w 7467600"/>
              <a:gd name="connsiteY302" fmla="*/ 6858000 h 6858000"/>
              <a:gd name="connsiteX303" fmla="*/ 5898547 w 7467600"/>
              <a:gd name="connsiteY303" fmla="*/ 6858000 h 6858000"/>
              <a:gd name="connsiteX304" fmla="*/ 5682041 w 7467600"/>
              <a:gd name="connsiteY304" fmla="*/ 6355860 h 6858000"/>
              <a:gd name="connsiteX305" fmla="*/ 5461758 w 7467600"/>
              <a:gd name="connsiteY305" fmla="*/ 5820220 h 6858000"/>
              <a:gd name="connsiteX306" fmla="*/ 5237282 w 7467600"/>
              <a:gd name="connsiteY306" fmla="*/ 6579086 h 6858000"/>
              <a:gd name="connsiteX307" fmla="*/ 5115009 w 7467600"/>
              <a:gd name="connsiteY307" fmla="*/ 6858000 h 6858000"/>
              <a:gd name="connsiteX308" fmla="*/ 5028074 w 7467600"/>
              <a:gd name="connsiteY308" fmla="*/ 6858000 h 6858000"/>
              <a:gd name="connsiteX309" fmla="*/ 5079508 w 7467600"/>
              <a:gd name="connsiteY309" fmla="*/ 6749074 h 6858000"/>
              <a:gd name="connsiteX310" fmla="*/ 5371846 w 7467600"/>
              <a:gd name="connsiteY310" fmla="*/ 5924413 h 6858000"/>
              <a:gd name="connsiteX311" fmla="*/ 5270512 w 7467600"/>
              <a:gd name="connsiteY311" fmla="*/ 6138975 h 6858000"/>
              <a:gd name="connsiteX312" fmla="*/ 5062409 w 7467600"/>
              <a:gd name="connsiteY312" fmla="*/ 6653544 h 6858000"/>
              <a:gd name="connsiteX313" fmla="*/ 5036628 w 7467600"/>
              <a:gd name="connsiteY313" fmla="*/ 6754247 h 6858000"/>
              <a:gd name="connsiteX314" fmla="*/ 5009112 w 7467600"/>
              <a:gd name="connsiteY314" fmla="*/ 6858000 h 6858000"/>
              <a:gd name="connsiteX315" fmla="*/ 4976679 w 7467600"/>
              <a:gd name="connsiteY315" fmla="*/ 6858000 h 6858000"/>
              <a:gd name="connsiteX316" fmla="*/ 5006537 w 7467600"/>
              <a:gd name="connsiteY316" fmla="*/ 6747068 h 6858000"/>
              <a:gd name="connsiteX317" fmla="*/ 5032723 w 7467600"/>
              <a:gd name="connsiteY317" fmla="*/ 6644957 h 6858000"/>
              <a:gd name="connsiteX318" fmla="*/ 5242949 w 7467600"/>
              <a:gd name="connsiteY318" fmla="*/ 6125175 h 6858000"/>
              <a:gd name="connsiteX319" fmla="*/ 5286321 w 7467600"/>
              <a:gd name="connsiteY319" fmla="*/ 6033555 h 6858000"/>
              <a:gd name="connsiteX320" fmla="*/ 5008210 w 7467600"/>
              <a:gd name="connsiteY320" fmla="*/ 6649194 h 6858000"/>
              <a:gd name="connsiteX321" fmla="*/ 4986321 w 7467600"/>
              <a:gd name="connsiteY321" fmla="*/ 6765687 h 6858000"/>
              <a:gd name="connsiteX322" fmla="*/ 4973474 w 7467600"/>
              <a:gd name="connsiteY322" fmla="*/ 6858000 h 6858000"/>
              <a:gd name="connsiteX323" fmla="*/ 4907178 w 7467600"/>
              <a:gd name="connsiteY323" fmla="*/ 6858000 h 6858000"/>
              <a:gd name="connsiteX324" fmla="*/ 4910810 w 7467600"/>
              <a:gd name="connsiteY324" fmla="*/ 6829660 h 6858000"/>
              <a:gd name="connsiteX325" fmla="*/ 4987461 w 7467600"/>
              <a:gd name="connsiteY325" fmla="*/ 6432994 h 6858000"/>
              <a:gd name="connsiteX326" fmla="*/ 5179262 w 7467600"/>
              <a:gd name="connsiteY326" fmla="*/ 6035044 h 6858000"/>
              <a:gd name="connsiteX327" fmla="*/ 4689678 w 7467600"/>
              <a:gd name="connsiteY327" fmla="*/ 6440241 h 6858000"/>
              <a:gd name="connsiteX328" fmla="*/ 4477543 w 7467600"/>
              <a:gd name="connsiteY328" fmla="*/ 6674836 h 6858000"/>
              <a:gd name="connsiteX329" fmla="*/ 4329957 w 7467600"/>
              <a:gd name="connsiteY329" fmla="*/ 6858000 h 6858000"/>
              <a:gd name="connsiteX330" fmla="*/ 4218595 w 7467600"/>
              <a:gd name="connsiteY330" fmla="*/ 6858000 h 6858000"/>
              <a:gd name="connsiteX331" fmla="*/ 4368888 w 7467600"/>
              <a:gd name="connsiteY331" fmla="*/ 6668412 h 6858000"/>
              <a:gd name="connsiteX332" fmla="*/ 4563091 w 7467600"/>
              <a:gd name="connsiteY332" fmla="*/ 6442508 h 6858000"/>
              <a:gd name="connsiteX333" fmla="*/ 5387324 w 7467600"/>
              <a:gd name="connsiteY333" fmla="*/ 5705830 h 6858000"/>
              <a:gd name="connsiteX334" fmla="*/ 5073620 w 7467600"/>
              <a:gd name="connsiteY334" fmla="*/ 5955437 h 6858000"/>
              <a:gd name="connsiteX335" fmla="*/ 4689789 w 7467600"/>
              <a:gd name="connsiteY335" fmla="*/ 6268382 h 6858000"/>
              <a:gd name="connsiteX336" fmla="*/ 4418722 w 7467600"/>
              <a:gd name="connsiteY336" fmla="*/ 6570886 h 6858000"/>
              <a:gd name="connsiteX337" fmla="*/ 4214944 w 7467600"/>
              <a:gd name="connsiteY337" fmla="*/ 6858000 h 6858000"/>
              <a:gd name="connsiteX338" fmla="*/ 4177898 w 7467600"/>
              <a:gd name="connsiteY338" fmla="*/ 6858000 h 6858000"/>
              <a:gd name="connsiteX339" fmla="*/ 4391597 w 7467600"/>
              <a:gd name="connsiteY339" fmla="*/ 6556370 h 6858000"/>
              <a:gd name="connsiteX340" fmla="*/ 4668889 w 7467600"/>
              <a:gd name="connsiteY340" fmla="*/ 6246399 h 6858000"/>
              <a:gd name="connsiteX341" fmla="*/ 5055427 w 7467600"/>
              <a:gd name="connsiteY341" fmla="*/ 5931476 h 6858000"/>
              <a:gd name="connsiteX342" fmla="*/ 5371814 w 7467600"/>
              <a:gd name="connsiteY342" fmla="*/ 5678975 h 6858000"/>
              <a:gd name="connsiteX343" fmla="*/ 4987918 w 7467600"/>
              <a:gd name="connsiteY343" fmla="*/ 5838701 h 6858000"/>
              <a:gd name="connsiteX344" fmla="*/ 4317146 w 7467600"/>
              <a:gd name="connsiteY344" fmla="*/ 6587716 h 6858000"/>
              <a:gd name="connsiteX345" fmla="*/ 4171627 w 7467600"/>
              <a:gd name="connsiteY345" fmla="*/ 6858000 h 6858000"/>
              <a:gd name="connsiteX346" fmla="*/ 4081585 w 7467600"/>
              <a:gd name="connsiteY346" fmla="*/ 6858000 h 6858000"/>
              <a:gd name="connsiteX347" fmla="*/ 4238603 w 7467600"/>
              <a:gd name="connsiteY347" fmla="*/ 6559341 h 6858000"/>
              <a:gd name="connsiteX348" fmla="*/ 4778333 w 7467600"/>
              <a:gd name="connsiteY348" fmla="*/ 5873626 h 6858000"/>
              <a:gd name="connsiteX349" fmla="*/ 5414185 w 7467600"/>
              <a:gd name="connsiteY349" fmla="*/ 5573882 h 6858000"/>
              <a:gd name="connsiteX350" fmla="*/ 5959648 w 7467600"/>
              <a:gd name="connsiteY350" fmla="*/ 4760797 h 6858000"/>
              <a:gd name="connsiteX351" fmla="*/ 5355019 w 7467600"/>
              <a:gd name="connsiteY351" fmla="*/ 4734672 h 6858000"/>
              <a:gd name="connsiteX352" fmla="*/ 5083565 w 7467600"/>
              <a:gd name="connsiteY352" fmla="*/ 5179121 h 6858000"/>
              <a:gd name="connsiteX353" fmla="*/ 4713577 w 7467600"/>
              <a:gd name="connsiteY353" fmla="*/ 5616803 h 6858000"/>
              <a:gd name="connsiteX354" fmla="*/ 3989559 w 7467600"/>
              <a:gd name="connsiteY354" fmla="*/ 6145945 h 6858000"/>
              <a:gd name="connsiteX355" fmla="*/ 3939824 w 7467600"/>
              <a:gd name="connsiteY355" fmla="*/ 6066900 h 6858000"/>
              <a:gd name="connsiteX356" fmla="*/ 4584537 w 7467600"/>
              <a:gd name="connsiteY356" fmla="*/ 5324826 h 6858000"/>
              <a:gd name="connsiteX357" fmla="*/ 5037105 w 7467600"/>
              <a:gd name="connsiteY357" fmla="*/ 5088765 h 6858000"/>
              <a:gd name="connsiteX358" fmla="*/ 5039930 w 7467600"/>
              <a:gd name="connsiteY358" fmla="*/ 5089585 h 6858000"/>
              <a:gd name="connsiteX359" fmla="*/ 5263764 w 7467600"/>
              <a:gd name="connsiteY359" fmla="*/ 4735525 h 6858000"/>
              <a:gd name="connsiteX360" fmla="*/ 4086300 w 7467600"/>
              <a:gd name="connsiteY360" fmla="*/ 4884599 h 6858000"/>
              <a:gd name="connsiteX361" fmla="*/ 4085485 w 7467600"/>
              <a:gd name="connsiteY361" fmla="*/ 4899070 h 6858000"/>
              <a:gd name="connsiteX362" fmla="*/ 3871915 w 7467600"/>
              <a:gd name="connsiteY362" fmla="*/ 5253645 h 6858000"/>
              <a:gd name="connsiteX363" fmla="*/ 3799374 w 7467600"/>
              <a:gd name="connsiteY363" fmla="*/ 5466127 h 6858000"/>
              <a:gd name="connsiteX364" fmla="*/ 3498850 w 7467600"/>
              <a:gd name="connsiteY364" fmla="*/ 6661888 h 6858000"/>
              <a:gd name="connsiteX365" fmla="*/ 3399216 w 7467600"/>
              <a:gd name="connsiteY365" fmla="*/ 6858000 h 6858000"/>
              <a:gd name="connsiteX366" fmla="*/ 3303688 w 7467600"/>
              <a:gd name="connsiteY366" fmla="*/ 6858000 h 6858000"/>
              <a:gd name="connsiteX367" fmla="*/ 3391774 w 7467600"/>
              <a:gd name="connsiteY367" fmla="*/ 6697181 h 6858000"/>
              <a:gd name="connsiteX368" fmla="*/ 3735540 w 7467600"/>
              <a:gd name="connsiteY368" fmla="*/ 5546923 h 6858000"/>
              <a:gd name="connsiteX369" fmla="*/ 3729438 w 7467600"/>
              <a:gd name="connsiteY369" fmla="*/ 5569058 h 6858000"/>
              <a:gd name="connsiteX370" fmla="*/ 3707782 w 7467600"/>
              <a:gd name="connsiteY370" fmla="*/ 5644908 h 6858000"/>
              <a:gd name="connsiteX371" fmla="*/ 3583827 w 7467600"/>
              <a:gd name="connsiteY371" fmla="*/ 6039215 h 6858000"/>
              <a:gd name="connsiteX372" fmla="*/ 3547861 w 7467600"/>
              <a:gd name="connsiteY372" fmla="*/ 6129609 h 6858000"/>
              <a:gd name="connsiteX373" fmla="*/ 3490905 w 7467600"/>
              <a:gd name="connsiteY373" fmla="*/ 6277660 h 6858000"/>
              <a:gd name="connsiteX374" fmla="*/ 3455859 w 7467600"/>
              <a:gd name="connsiteY374" fmla="*/ 6391301 h 6858000"/>
              <a:gd name="connsiteX375" fmla="*/ 3429112 w 7467600"/>
              <a:gd name="connsiteY375" fmla="*/ 6479469 h 6858000"/>
              <a:gd name="connsiteX376" fmla="*/ 3304862 w 7467600"/>
              <a:gd name="connsiteY376" fmla="*/ 6796476 h 6858000"/>
              <a:gd name="connsiteX377" fmla="*/ 3276071 w 7467600"/>
              <a:gd name="connsiteY377" fmla="*/ 6858000 h 6858000"/>
              <a:gd name="connsiteX378" fmla="*/ 3240805 w 7467600"/>
              <a:gd name="connsiteY378" fmla="*/ 6858000 h 6858000"/>
              <a:gd name="connsiteX379" fmla="*/ 3275917 w 7467600"/>
              <a:gd name="connsiteY379" fmla="*/ 6783192 h 6858000"/>
              <a:gd name="connsiteX380" fmla="*/ 3399358 w 7467600"/>
              <a:gd name="connsiteY380" fmla="*/ 6469011 h 6858000"/>
              <a:gd name="connsiteX381" fmla="*/ 3425650 w 7467600"/>
              <a:gd name="connsiteY381" fmla="*/ 6381333 h 6858000"/>
              <a:gd name="connsiteX382" fmla="*/ 3460661 w 7467600"/>
              <a:gd name="connsiteY382" fmla="*/ 6266763 h 6858000"/>
              <a:gd name="connsiteX383" fmla="*/ 3518021 w 7467600"/>
              <a:gd name="connsiteY383" fmla="*/ 6117298 h 6858000"/>
              <a:gd name="connsiteX384" fmla="*/ 3554035 w 7467600"/>
              <a:gd name="connsiteY384" fmla="*/ 6027832 h 6858000"/>
              <a:gd name="connsiteX385" fmla="*/ 3677174 w 7467600"/>
              <a:gd name="connsiteY385" fmla="*/ 5636351 h 6858000"/>
              <a:gd name="connsiteX386" fmla="*/ 3698819 w 7467600"/>
              <a:gd name="connsiteY386" fmla="*/ 5560503 h 6858000"/>
              <a:gd name="connsiteX387" fmla="*/ 3702094 w 7467600"/>
              <a:gd name="connsiteY387" fmla="*/ 5549194 h 6858000"/>
              <a:gd name="connsiteX388" fmla="*/ 3398355 w 7467600"/>
              <a:gd name="connsiteY388" fmla="*/ 6094603 h 6858000"/>
              <a:gd name="connsiteX389" fmla="*/ 3193941 w 7467600"/>
              <a:gd name="connsiteY389" fmla="*/ 6798775 h 6858000"/>
              <a:gd name="connsiteX390" fmla="*/ 3184140 w 7467600"/>
              <a:gd name="connsiteY390" fmla="*/ 6858000 h 6858000"/>
              <a:gd name="connsiteX391" fmla="*/ 3099978 w 7467600"/>
              <a:gd name="connsiteY391" fmla="*/ 6858000 h 6858000"/>
              <a:gd name="connsiteX392" fmla="*/ 3101556 w 7467600"/>
              <a:gd name="connsiteY392" fmla="*/ 6843337 h 6858000"/>
              <a:gd name="connsiteX393" fmla="*/ 3370162 w 7467600"/>
              <a:gd name="connsiteY393" fmla="*/ 5785550 h 6858000"/>
              <a:gd name="connsiteX394" fmla="*/ 3746477 w 7467600"/>
              <a:gd name="connsiteY394" fmla="*/ 5377889 h 6858000"/>
              <a:gd name="connsiteX395" fmla="*/ 3863399 w 7467600"/>
              <a:gd name="connsiteY395" fmla="*/ 5087257 h 6858000"/>
              <a:gd name="connsiteX396" fmla="*/ 3968712 w 7467600"/>
              <a:gd name="connsiteY396" fmla="*/ 4913989 h 6858000"/>
              <a:gd name="connsiteX397" fmla="*/ 2792390 w 7467600"/>
              <a:gd name="connsiteY397" fmla="*/ 5382974 h 6858000"/>
              <a:gd name="connsiteX398" fmla="*/ 2714982 w 7467600"/>
              <a:gd name="connsiteY398" fmla="*/ 5427051 h 6858000"/>
              <a:gd name="connsiteX399" fmla="*/ 2813361 w 7467600"/>
              <a:gd name="connsiteY399" fmla="*/ 6023912 h 6858000"/>
              <a:gd name="connsiteX400" fmla="*/ 2688430 w 7467600"/>
              <a:gd name="connsiteY400" fmla="*/ 6801564 h 6858000"/>
              <a:gd name="connsiteX401" fmla="*/ 2629626 w 7467600"/>
              <a:gd name="connsiteY401" fmla="*/ 6763394 h 6858000"/>
              <a:gd name="connsiteX402" fmla="*/ 2565328 w 7467600"/>
              <a:gd name="connsiteY402" fmla="*/ 5516399 h 6858000"/>
              <a:gd name="connsiteX403" fmla="*/ 1922999 w 7467600"/>
              <a:gd name="connsiteY403" fmla="*/ 5980343 h 6858000"/>
              <a:gd name="connsiteX404" fmla="*/ 1950261 w 7467600"/>
              <a:gd name="connsiteY404" fmla="*/ 6405858 h 6858000"/>
              <a:gd name="connsiteX405" fmla="*/ 2365554 w 7467600"/>
              <a:gd name="connsiteY405" fmla="*/ 6759107 h 6858000"/>
              <a:gd name="connsiteX406" fmla="*/ 2424142 w 7467600"/>
              <a:gd name="connsiteY406" fmla="*/ 6858000 h 6858000"/>
              <a:gd name="connsiteX407" fmla="*/ 2395994 w 7467600"/>
              <a:gd name="connsiteY407" fmla="*/ 6858000 h 6858000"/>
              <a:gd name="connsiteX408" fmla="*/ 2392863 w 7467600"/>
              <a:gd name="connsiteY408" fmla="*/ 6852964 h 6858000"/>
              <a:gd name="connsiteX409" fmla="*/ 2017589 w 7467600"/>
              <a:gd name="connsiteY409" fmla="*/ 6493982 h 6858000"/>
              <a:gd name="connsiteX410" fmla="*/ 2147336 w 7467600"/>
              <a:gd name="connsiteY410" fmla="*/ 6594052 h 6858000"/>
              <a:gd name="connsiteX411" fmla="*/ 2207047 w 7467600"/>
              <a:gd name="connsiteY411" fmla="*/ 6654540 h 6858000"/>
              <a:gd name="connsiteX412" fmla="*/ 2299106 w 7467600"/>
              <a:gd name="connsiteY412" fmla="*/ 6778931 h 6858000"/>
              <a:gd name="connsiteX413" fmla="*/ 2314430 w 7467600"/>
              <a:gd name="connsiteY413" fmla="*/ 6801144 h 6858000"/>
              <a:gd name="connsiteX414" fmla="*/ 2352406 w 7467600"/>
              <a:gd name="connsiteY414" fmla="*/ 6858000 h 6858000"/>
              <a:gd name="connsiteX415" fmla="*/ 2314492 w 7467600"/>
              <a:gd name="connsiteY415" fmla="*/ 6858000 h 6858000"/>
              <a:gd name="connsiteX416" fmla="*/ 2288095 w 7467600"/>
              <a:gd name="connsiteY416" fmla="*/ 6818030 h 6858000"/>
              <a:gd name="connsiteX417" fmla="*/ 2272768 w 7467600"/>
              <a:gd name="connsiteY417" fmla="*/ 6795822 h 6858000"/>
              <a:gd name="connsiteX418" fmla="*/ 2182715 w 7467600"/>
              <a:gd name="connsiteY418" fmla="*/ 6675071 h 6858000"/>
              <a:gd name="connsiteX419" fmla="*/ 2032061 w 7467600"/>
              <a:gd name="connsiteY419" fmla="*/ 6541380 h 6858000"/>
              <a:gd name="connsiteX420" fmla="*/ 2257220 w 7467600"/>
              <a:gd name="connsiteY420" fmla="*/ 6826257 h 6858000"/>
              <a:gd name="connsiteX421" fmla="*/ 2281324 w 7467600"/>
              <a:gd name="connsiteY421" fmla="*/ 6858000 h 6858000"/>
              <a:gd name="connsiteX422" fmla="*/ 2242860 w 7467600"/>
              <a:gd name="connsiteY422" fmla="*/ 6858000 h 6858000"/>
              <a:gd name="connsiteX423" fmla="*/ 2232818 w 7467600"/>
              <a:gd name="connsiteY423" fmla="*/ 6844926 h 6858000"/>
              <a:gd name="connsiteX424" fmla="*/ 1990172 w 7467600"/>
              <a:gd name="connsiteY424" fmla="*/ 6542121 h 6858000"/>
              <a:gd name="connsiteX425" fmla="*/ 2124090 w 7467600"/>
              <a:gd name="connsiteY425" fmla="*/ 6761017 h 6858000"/>
              <a:gd name="connsiteX426" fmla="*/ 2200380 w 7467600"/>
              <a:gd name="connsiteY426" fmla="*/ 6858000 h 6858000"/>
              <a:gd name="connsiteX427" fmla="*/ 2147507 w 7467600"/>
              <a:gd name="connsiteY427" fmla="*/ 6858000 h 6858000"/>
              <a:gd name="connsiteX428" fmla="*/ 2070668 w 7467600"/>
              <a:gd name="connsiteY428" fmla="*/ 6761520 h 6858000"/>
              <a:gd name="connsiteX429" fmla="*/ 1975142 w 7467600"/>
              <a:gd name="connsiteY429" fmla="*/ 6585570 h 6858000"/>
              <a:gd name="connsiteX430" fmla="*/ 2050035 w 7467600"/>
              <a:gd name="connsiteY430" fmla="*/ 6813345 h 6858000"/>
              <a:gd name="connsiteX431" fmla="*/ 2063025 w 7467600"/>
              <a:gd name="connsiteY431" fmla="*/ 6858000 h 6858000"/>
              <a:gd name="connsiteX432" fmla="*/ 2021675 w 7467600"/>
              <a:gd name="connsiteY432" fmla="*/ 6858000 h 6858000"/>
              <a:gd name="connsiteX433" fmla="*/ 2019308 w 7467600"/>
              <a:gd name="connsiteY433" fmla="*/ 6847118 h 6858000"/>
              <a:gd name="connsiteX434" fmla="*/ 1938835 w 7467600"/>
              <a:gd name="connsiteY434" fmla="*/ 6551160 h 6858000"/>
              <a:gd name="connsiteX435" fmla="*/ 1953230 w 7467600"/>
              <a:gd name="connsiteY435" fmla="*/ 6759699 h 6858000"/>
              <a:gd name="connsiteX436" fmla="*/ 1956763 w 7467600"/>
              <a:gd name="connsiteY436" fmla="*/ 6778191 h 6858000"/>
              <a:gd name="connsiteX437" fmla="*/ 1967925 w 7467600"/>
              <a:gd name="connsiteY437" fmla="*/ 6858000 h 6858000"/>
              <a:gd name="connsiteX438" fmla="*/ 1936622 w 7467600"/>
              <a:gd name="connsiteY438" fmla="*/ 6858000 h 6858000"/>
              <a:gd name="connsiteX439" fmla="*/ 1926261 w 7467600"/>
              <a:gd name="connsiteY439" fmla="*/ 6784064 h 6858000"/>
              <a:gd name="connsiteX440" fmla="*/ 1922724 w 7467600"/>
              <a:gd name="connsiteY440" fmla="*/ 6765577 h 6858000"/>
              <a:gd name="connsiteX441" fmla="*/ 1904650 w 7467600"/>
              <a:gd name="connsiteY441" fmla="*/ 6639616 h 6858000"/>
              <a:gd name="connsiteX442" fmla="*/ 1885273 w 7467600"/>
              <a:gd name="connsiteY442" fmla="*/ 6858000 h 6858000"/>
              <a:gd name="connsiteX443" fmla="*/ 1854363 w 7467600"/>
              <a:gd name="connsiteY443" fmla="*/ 6858000 h 6858000"/>
              <a:gd name="connsiteX444" fmla="*/ 1880391 w 7467600"/>
              <a:gd name="connsiteY444" fmla="*/ 6603796 h 6858000"/>
              <a:gd name="connsiteX445" fmla="*/ 1818273 w 7467600"/>
              <a:gd name="connsiteY445" fmla="*/ 6715729 h 6858000"/>
              <a:gd name="connsiteX446" fmla="*/ 1794691 w 7467600"/>
              <a:gd name="connsiteY446" fmla="*/ 6843239 h 6858000"/>
              <a:gd name="connsiteX447" fmla="*/ 1794914 w 7467600"/>
              <a:gd name="connsiteY447" fmla="*/ 6858000 h 6858000"/>
              <a:gd name="connsiteX448" fmla="*/ 1746128 w 7467600"/>
              <a:gd name="connsiteY448" fmla="*/ 6858000 h 6858000"/>
              <a:gd name="connsiteX449" fmla="*/ 1753934 w 7467600"/>
              <a:gd name="connsiteY449" fmla="*/ 6724796 h 6858000"/>
              <a:gd name="connsiteX450" fmla="*/ 1792053 w 7467600"/>
              <a:gd name="connsiteY450" fmla="*/ 6572396 h 6858000"/>
              <a:gd name="connsiteX451" fmla="*/ 1862248 w 7467600"/>
              <a:gd name="connsiteY451" fmla="*/ 6266397 h 6858000"/>
              <a:gd name="connsiteX452" fmla="*/ 1862250 w 7467600"/>
              <a:gd name="connsiteY452" fmla="*/ 6033531 h 6858000"/>
              <a:gd name="connsiteX453" fmla="*/ 1211999 w 7467600"/>
              <a:gd name="connsiteY453" fmla="*/ 6683610 h 6858000"/>
              <a:gd name="connsiteX454" fmla="*/ 1213266 w 7467600"/>
              <a:gd name="connsiteY454" fmla="*/ 6691947 h 6858000"/>
              <a:gd name="connsiteX455" fmla="*/ 1203370 w 7467600"/>
              <a:gd name="connsiteY455" fmla="*/ 6850676 h 6858000"/>
              <a:gd name="connsiteX456" fmla="*/ 1203671 w 7467600"/>
              <a:gd name="connsiteY456" fmla="*/ 6858000 h 6858000"/>
              <a:gd name="connsiteX457" fmla="*/ 1143180 w 7467600"/>
              <a:gd name="connsiteY457" fmla="*/ 6858000 h 6858000"/>
              <a:gd name="connsiteX458" fmla="*/ 1142176 w 7467600"/>
              <a:gd name="connsiteY458" fmla="*/ 6766045 h 6858000"/>
              <a:gd name="connsiteX459" fmla="*/ 1067484 w 7467600"/>
              <a:gd name="connsiteY459" fmla="*/ 6858000 h 6858000"/>
              <a:gd name="connsiteX460" fmla="*/ 953928 w 7467600"/>
              <a:gd name="connsiteY460" fmla="*/ 6858000 h 6858000"/>
              <a:gd name="connsiteX461" fmla="*/ 959715 w 7467600"/>
              <a:gd name="connsiteY461" fmla="*/ 6850185 h 6858000"/>
              <a:gd name="connsiteX462" fmla="*/ 1483788 w 7467600"/>
              <a:gd name="connsiteY462" fmla="*/ 6259174 h 6858000"/>
              <a:gd name="connsiteX463" fmla="*/ 1100671 w 7467600"/>
              <a:gd name="connsiteY463" fmla="*/ 6252137 h 6858000"/>
              <a:gd name="connsiteX464" fmla="*/ 1090144 w 7467600"/>
              <a:gd name="connsiteY464" fmla="*/ 6256748 h 6858000"/>
              <a:gd name="connsiteX465" fmla="*/ 1095872 w 7467600"/>
              <a:gd name="connsiteY465" fmla="*/ 6271892 h 6858000"/>
              <a:gd name="connsiteX466" fmla="*/ 262785 w 7467600"/>
              <a:gd name="connsiteY466" fmla="*/ 6845450 h 6858000"/>
              <a:gd name="connsiteX467" fmla="*/ 209968 w 7467600"/>
              <a:gd name="connsiteY467" fmla="*/ 6770713 h 6858000"/>
              <a:gd name="connsiteX468" fmla="*/ 873460 w 7467600"/>
              <a:gd name="connsiteY468" fmla="*/ 6253768 h 6858000"/>
              <a:gd name="connsiteX469" fmla="*/ 192686 w 7467600"/>
              <a:gd name="connsiteY469" fmla="*/ 5849257 h 6858000"/>
              <a:gd name="connsiteX470" fmla="*/ 4696 w 7467600"/>
              <a:gd name="connsiteY470" fmla="*/ 5697668 h 6858000"/>
              <a:gd name="connsiteX471" fmla="*/ 0 w 7467600"/>
              <a:gd name="connsiteY471" fmla="*/ 5689984 h 6858000"/>
              <a:gd name="connsiteX472" fmla="*/ 0 w 7467600"/>
              <a:gd name="connsiteY472" fmla="*/ 5513472 h 6858000"/>
              <a:gd name="connsiteX473" fmla="*/ 174101 w 7467600"/>
              <a:gd name="connsiteY473" fmla="*/ 5620277 h 6858000"/>
              <a:gd name="connsiteX474" fmla="*/ 891800 w 7467600"/>
              <a:gd name="connsiteY474" fmla="*/ 6036935 h 6858000"/>
              <a:gd name="connsiteX475" fmla="*/ 1072219 w 7467600"/>
              <a:gd name="connsiteY475" fmla="*/ 6169443 h 6858000"/>
              <a:gd name="connsiteX476" fmla="*/ 1074117 w 7467600"/>
              <a:gd name="connsiteY476" fmla="*/ 6170301 h 6858000"/>
              <a:gd name="connsiteX477" fmla="*/ 1083114 w 7467600"/>
              <a:gd name="connsiteY477" fmla="*/ 6174131 h 6858000"/>
              <a:gd name="connsiteX478" fmla="*/ 1543010 w 7467600"/>
              <a:gd name="connsiteY478" fmla="*/ 6191140 h 6858000"/>
              <a:gd name="connsiteX479" fmla="*/ 1551080 w 7467600"/>
              <a:gd name="connsiteY479" fmla="*/ 6195006 h 6858000"/>
              <a:gd name="connsiteX480" fmla="*/ 2345443 w 7467600"/>
              <a:gd name="connsiteY480" fmla="*/ 5549882 h 6858000"/>
              <a:gd name="connsiteX481" fmla="*/ 1721499 w 7467600"/>
              <a:gd name="connsiteY481" fmla="*/ 5599969 h 6858000"/>
              <a:gd name="connsiteX482" fmla="*/ 767716 w 7467600"/>
              <a:gd name="connsiteY482" fmla="*/ 5472768 h 6858000"/>
              <a:gd name="connsiteX483" fmla="*/ 722147 w 7467600"/>
              <a:gd name="connsiteY483" fmla="*/ 5393091 h 6858000"/>
              <a:gd name="connsiteX484" fmla="*/ 1485552 w 7467600"/>
              <a:gd name="connsiteY484" fmla="*/ 5313202 h 6858000"/>
              <a:gd name="connsiteX485" fmla="*/ 2143004 w 7467600"/>
              <a:gd name="connsiteY485" fmla="*/ 5402420 h 6858000"/>
              <a:gd name="connsiteX486" fmla="*/ 1933391 w 7467600"/>
              <a:gd name="connsiteY486" fmla="*/ 5156971 h 6858000"/>
              <a:gd name="connsiteX487" fmla="*/ 1827118 w 7467600"/>
              <a:gd name="connsiteY487" fmla="*/ 4968410 h 6858000"/>
              <a:gd name="connsiteX488" fmla="*/ 1837349 w 7467600"/>
              <a:gd name="connsiteY488" fmla="*/ 4956357 h 6858000"/>
              <a:gd name="connsiteX489" fmla="*/ 2162835 w 7467600"/>
              <a:gd name="connsiteY489" fmla="*/ 5187853 h 6858000"/>
              <a:gd name="connsiteX490" fmla="*/ 2257167 w 7467600"/>
              <a:gd name="connsiteY490" fmla="*/ 5462123 h 6858000"/>
              <a:gd name="connsiteX491" fmla="*/ 2261598 w 7467600"/>
              <a:gd name="connsiteY491" fmla="*/ 5467998 h 6858000"/>
              <a:gd name="connsiteX492" fmla="*/ 2437177 w 7467600"/>
              <a:gd name="connsiteY492" fmla="*/ 5479608 h 6858000"/>
              <a:gd name="connsiteX493" fmla="*/ 2445247 w 7467600"/>
              <a:gd name="connsiteY493" fmla="*/ 5483476 h 6858000"/>
              <a:gd name="connsiteX494" fmla="*/ 2743626 w 7467600"/>
              <a:gd name="connsiteY494" fmla="*/ 5304819 h 6858000"/>
              <a:gd name="connsiteX495" fmla="*/ 3048102 w 7467600"/>
              <a:gd name="connsiteY495" fmla="*/ 5150595 h 6858000"/>
              <a:gd name="connsiteX496" fmla="*/ 1799414 w 7467600"/>
              <a:gd name="connsiteY496" fmla="*/ 4694732 h 6858000"/>
              <a:gd name="connsiteX497" fmla="*/ 1771735 w 7467600"/>
              <a:gd name="connsiteY497" fmla="*/ 4619929 h 6858000"/>
              <a:gd name="connsiteX498" fmla="*/ 3104273 w 7467600"/>
              <a:gd name="connsiteY498" fmla="*/ 5076159 h 6858000"/>
              <a:gd name="connsiteX499" fmla="*/ 3113245 w 7467600"/>
              <a:gd name="connsiteY499" fmla="*/ 5090705 h 6858000"/>
              <a:gd name="connsiteX500" fmla="*/ 3126294 w 7467600"/>
              <a:gd name="connsiteY500" fmla="*/ 5114400 h 6858000"/>
              <a:gd name="connsiteX501" fmla="*/ 3937433 w 7467600"/>
              <a:gd name="connsiteY501" fmla="*/ 4830473 h 6858000"/>
              <a:gd name="connsiteX502" fmla="*/ 3590475 w 7467600"/>
              <a:gd name="connsiteY502" fmla="*/ 4597974 h 6858000"/>
              <a:gd name="connsiteX503" fmla="*/ 3100264 w 7467600"/>
              <a:gd name="connsiteY503" fmla="*/ 4579845 h 6858000"/>
              <a:gd name="connsiteX504" fmla="*/ 2183576 w 7467600"/>
              <a:gd name="connsiteY504" fmla="*/ 4227150 h 6858000"/>
              <a:gd name="connsiteX505" fmla="*/ 2151029 w 7467600"/>
              <a:gd name="connsiteY505" fmla="*/ 4146947 h 6858000"/>
              <a:gd name="connsiteX506" fmla="*/ 3563434 w 7467600"/>
              <a:gd name="connsiteY506" fmla="*/ 4469115 h 6858000"/>
              <a:gd name="connsiteX507" fmla="*/ 3177952 w 7467600"/>
              <a:gd name="connsiteY507" fmla="*/ 3657386 h 6858000"/>
              <a:gd name="connsiteX508" fmla="*/ 3189263 w 7467600"/>
              <a:gd name="connsiteY508" fmla="*/ 3625726 h 6858000"/>
              <a:gd name="connsiteX509" fmla="*/ 3560912 w 7467600"/>
              <a:gd name="connsiteY509" fmla="*/ 4079863 h 6858000"/>
              <a:gd name="connsiteX510" fmla="*/ 3626636 w 7467600"/>
              <a:gd name="connsiteY510" fmla="*/ 4512230 h 6858000"/>
              <a:gd name="connsiteX511" fmla="*/ 3653088 w 7467600"/>
              <a:gd name="connsiteY511" fmla="*/ 4521417 h 6858000"/>
              <a:gd name="connsiteX512" fmla="*/ 3988128 w 7467600"/>
              <a:gd name="connsiteY512" fmla="*/ 4817267 h 6858000"/>
              <a:gd name="connsiteX513" fmla="*/ 4830582 w 7467600"/>
              <a:gd name="connsiteY513" fmla="*/ 4676000 h 6858000"/>
              <a:gd name="connsiteX514" fmla="*/ 4830100 w 7467600"/>
              <a:gd name="connsiteY514" fmla="*/ 4675554 h 6858000"/>
              <a:gd name="connsiteX515" fmla="*/ 4036318 w 7467600"/>
              <a:gd name="connsiteY515" fmla="*/ 4147013 h 6858000"/>
              <a:gd name="connsiteX516" fmla="*/ 3432098 w 7467600"/>
              <a:gd name="connsiteY516" fmla="*/ 3537312 h 6858000"/>
              <a:gd name="connsiteX517" fmla="*/ 3446761 w 7467600"/>
              <a:gd name="connsiteY517" fmla="*/ 3461278 h 6858000"/>
              <a:gd name="connsiteX518" fmla="*/ 4419733 w 7467600"/>
              <a:gd name="connsiteY518" fmla="*/ 3963555 h 6858000"/>
              <a:gd name="connsiteX519" fmla="*/ 4781371 w 7467600"/>
              <a:gd name="connsiteY519" fmla="*/ 4458604 h 6858000"/>
              <a:gd name="connsiteX520" fmla="*/ 4780440 w 7467600"/>
              <a:gd name="connsiteY520" fmla="*/ 4470290 h 6858000"/>
              <a:gd name="connsiteX521" fmla="*/ 4898954 w 7467600"/>
              <a:gd name="connsiteY521" fmla="*/ 4662092 h 6858000"/>
              <a:gd name="connsiteX522" fmla="*/ 4900699 w 7467600"/>
              <a:gd name="connsiteY522" fmla="*/ 4670867 h 6858000"/>
              <a:gd name="connsiteX523" fmla="*/ 5714511 w 7467600"/>
              <a:gd name="connsiteY523" fmla="*/ 4663483 h 6858000"/>
              <a:gd name="connsiteX524" fmla="*/ 5464793 w 7467600"/>
              <a:gd name="connsiteY524" fmla="*/ 4393556 h 6858000"/>
              <a:gd name="connsiteX525" fmla="*/ 5461897 w 7467600"/>
              <a:gd name="connsiteY525" fmla="*/ 4390879 h 6858000"/>
              <a:gd name="connsiteX526" fmla="*/ 4294126 w 7467600"/>
              <a:gd name="connsiteY526" fmla="*/ 3303048 h 6858000"/>
              <a:gd name="connsiteX527" fmla="*/ 4305321 w 7467600"/>
              <a:gd name="connsiteY527" fmla="*/ 3256953 h 6858000"/>
              <a:gd name="connsiteX528" fmla="*/ 4949299 w 7467600"/>
              <a:gd name="connsiteY528" fmla="*/ 3766336 h 6858000"/>
              <a:gd name="connsiteX529" fmla="*/ 5291452 w 7467600"/>
              <a:gd name="connsiteY529" fmla="*/ 4076801 h 6858000"/>
              <a:gd name="connsiteX530" fmla="*/ 5434998 w 7467600"/>
              <a:gd name="connsiteY530" fmla="*/ 4254100 h 6858000"/>
              <a:gd name="connsiteX531" fmla="*/ 5351015 w 7467600"/>
              <a:gd name="connsiteY531" fmla="*/ 3760989 h 6858000"/>
              <a:gd name="connsiteX532" fmla="*/ 5413780 w 7467600"/>
              <a:gd name="connsiteY532" fmla="*/ 2966265 h 6858000"/>
              <a:gd name="connsiteX533" fmla="*/ 5425627 w 7467600"/>
              <a:gd name="connsiteY533" fmla="*/ 2954192 h 6858000"/>
              <a:gd name="connsiteX534" fmla="*/ 6604735 w 7467600"/>
              <a:gd name="connsiteY534" fmla="*/ 2041381 h 6858000"/>
              <a:gd name="connsiteX535" fmla="*/ 7204487 w 7467600"/>
              <a:gd name="connsiteY535" fmla="*/ 2742112 h 6858000"/>
              <a:gd name="connsiteX536" fmla="*/ 7131592 w 7467600"/>
              <a:gd name="connsiteY536" fmla="*/ 2672096 h 6858000"/>
              <a:gd name="connsiteX537" fmla="*/ 6996344 w 7467600"/>
              <a:gd name="connsiteY537" fmla="*/ 2518310 h 6858000"/>
              <a:gd name="connsiteX538" fmla="*/ 6735495 w 7467600"/>
              <a:gd name="connsiteY538" fmla="*/ 2196890 h 6858000"/>
              <a:gd name="connsiteX539" fmla="*/ 6721901 w 7467600"/>
              <a:gd name="connsiteY539" fmla="*/ 2179274 h 6858000"/>
              <a:gd name="connsiteX540" fmla="*/ 6604735 w 7467600"/>
              <a:gd name="connsiteY540" fmla="*/ 2041381 h 6858000"/>
              <a:gd name="connsiteX541" fmla="*/ 6591670 w 7467600"/>
              <a:gd name="connsiteY541" fmla="*/ 1988277 h 6858000"/>
              <a:gd name="connsiteX542" fmla="*/ 6747349 w 7467600"/>
              <a:gd name="connsiteY542" fmla="*/ 2160069 h 6858000"/>
              <a:gd name="connsiteX543" fmla="*/ 6760943 w 7467600"/>
              <a:gd name="connsiteY543" fmla="*/ 2177686 h 6858000"/>
              <a:gd name="connsiteX544" fmla="*/ 7021065 w 7467600"/>
              <a:gd name="connsiteY544" fmla="*/ 2498102 h 6858000"/>
              <a:gd name="connsiteX545" fmla="*/ 7155223 w 7467600"/>
              <a:gd name="connsiteY545" fmla="*/ 2650386 h 6858000"/>
              <a:gd name="connsiteX546" fmla="*/ 7203167 w 7467600"/>
              <a:gd name="connsiteY546" fmla="*/ 2697288 h 6858000"/>
              <a:gd name="connsiteX547" fmla="*/ 6937703 w 7467600"/>
              <a:gd name="connsiteY547" fmla="*/ 2321981 h 6858000"/>
              <a:gd name="connsiteX548" fmla="*/ 6591670 w 7467600"/>
              <a:gd name="connsiteY548" fmla="*/ 1988277 h 6858000"/>
              <a:gd name="connsiteX549" fmla="*/ 5798671 w 7467600"/>
              <a:gd name="connsiteY549" fmla="*/ 1981601 h 6858000"/>
              <a:gd name="connsiteX550" fmla="*/ 5754709 w 7467600"/>
              <a:gd name="connsiteY550" fmla="*/ 2071454 h 6858000"/>
              <a:gd name="connsiteX551" fmla="*/ 5763044 w 7467600"/>
              <a:gd name="connsiteY551" fmla="*/ 2842206 h 6858000"/>
              <a:gd name="connsiteX552" fmla="*/ 5764974 w 7467600"/>
              <a:gd name="connsiteY552" fmla="*/ 2799609 h 6858000"/>
              <a:gd name="connsiteX553" fmla="*/ 5767665 w 7467600"/>
              <a:gd name="connsiteY553" fmla="*/ 2666409 h 6858000"/>
              <a:gd name="connsiteX554" fmla="*/ 5763055 w 7467600"/>
              <a:gd name="connsiteY554" fmla="*/ 2579705 h 6858000"/>
              <a:gd name="connsiteX555" fmla="*/ 5758079 w 7467600"/>
              <a:gd name="connsiteY555" fmla="*/ 2492508 h 6858000"/>
              <a:gd name="connsiteX556" fmla="*/ 5779325 w 7467600"/>
              <a:gd name="connsiteY556" fmla="*/ 2197069 h 6858000"/>
              <a:gd name="connsiteX557" fmla="*/ 5798671 w 7467600"/>
              <a:gd name="connsiteY557" fmla="*/ 1981601 h 6858000"/>
              <a:gd name="connsiteX558" fmla="*/ 5829202 w 7467600"/>
              <a:gd name="connsiteY558" fmla="*/ 1971679 h 6858000"/>
              <a:gd name="connsiteX559" fmla="*/ 5809558 w 7467600"/>
              <a:gd name="connsiteY559" fmla="*/ 2198043 h 6858000"/>
              <a:gd name="connsiteX560" fmla="*/ 5788653 w 7467600"/>
              <a:gd name="connsiteY560" fmla="*/ 2489430 h 6858000"/>
              <a:gd name="connsiteX561" fmla="*/ 5793439 w 7467600"/>
              <a:gd name="connsiteY561" fmla="*/ 2575235 h 6858000"/>
              <a:gd name="connsiteX562" fmla="*/ 5796837 w 7467600"/>
              <a:gd name="connsiteY562" fmla="*/ 2637633 h 6858000"/>
              <a:gd name="connsiteX563" fmla="*/ 5818614 w 7467600"/>
              <a:gd name="connsiteY563" fmla="*/ 2473055 h 6858000"/>
              <a:gd name="connsiteX564" fmla="*/ 5829202 w 7467600"/>
              <a:gd name="connsiteY564" fmla="*/ 1971679 h 6858000"/>
              <a:gd name="connsiteX565" fmla="*/ 5911389 w 7467600"/>
              <a:gd name="connsiteY565" fmla="*/ 1898371 h 6858000"/>
              <a:gd name="connsiteX566" fmla="*/ 6237627 w 7467600"/>
              <a:gd name="connsiteY566" fmla="*/ 2231921 h 6858000"/>
              <a:gd name="connsiteX567" fmla="*/ 5911389 w 7467600"/>
              <a:gd name="connsiteY567" fmla="*/ 1898371 h 6858000"/>
              <a:gd name="connsiteX568" fmla="*/ 6944437 w 7467600"/>
              <a:gd name="connsiteY568" fmla="*/ 1575402 h 6858000"/>
              <a:gd name="connsiteX569" fmla="*/ 6304730 w 7467600"/>
              <a:gd name="connsiteY569" fmla="*/ 1766654 h 6858000"/>
              <a:gd name="connsiteX570" fmla="*/ 6944437 w 7467600"/>
              <a:gd name="connsiteY570" fmla="*/ 1575402 h 6858000"/>
              <a:gd name="connsiteX571" fmla="*/ 7019523 w 7467600"/>
              <a:gd name="connsiteY571" fmla="*/ 1519450 h 6858000"/>
              <a:gd name="connsiteX572" fmla="*/ 6298091 w 7467600"/>
              <a:gd name="connsiteY572" fmla="*/ 1737122 h 6858000"/>
              <a:gd name="connsiteX573" fmla="*/ 7019523 w 7467600"/>
              <a:gd name="connsiteY573" fmla="*/ 1519450 h 6858000"/>
              <a:gd name="connsiteX574" fmla="*/ 2399523 w 7467600"/>
              <a:gd name="connsiteY574" fmla="*/ 1428234 h 6858000"/>
              <a:gd name="connsiteX575" fmla="*/ 2224982 w 7467600"/>
              <a:gd name="connsiteY575" fmla="*/ 1826201 h 6858000"/>
              <a:gd name="connsiteX576" fmla="*/ 2096099 w 7467600"/>
              <a:gd name="connsiteY576" fmla="*/ 2345900 h 6858000"/>
              <a:gd name="connsiteX577" fmla="*/ 2283317 w 7467600"/>
              <a:gd name="connsiteY577" fmla="*/ 1796925 h 6858000"/>
              <a:gd name="connsiteX578" fmla="*/ 2399523 w 7467600"/>
              <a:gd name="connsiteY578" fmla="*/ 1428234 h 6858000"/>
              <a:gd name="connsiteX579" fmla="*/ 2448558 w 7467600"/>
              <a:gd name="connsiteY579" fmla="*/ 1373435 h 6858000"/>
              <a:gd name="connsiteX580" fmla="*/ 2312521 w 7467600"/>
              <a:gd name="connsiteY580" fmla="*/ 1806140 h 6858000"/>
              <a:gd name="connsiteX581" fmla="*/ 2127533 w 7467600"/>
              <a:gd name="connsiteY581" fmla="*/ 2348380 h 6858000"/>
              <a:gd name="connsiteX582" fmla="*/ 2358080 w 7467600"/>
              <a:gd name="connsiteY582" fmla="*/ 1866134 h 6858000"/>
              <a:gd name="connsiteX583" fmla="*/ 2407436 w 7467600"/>
              <a:gd name="connsiteY583" fmla="*/ 1651070 h 6858000"/>
              <a:gd name="connsiteX584" fmla="*/ 2448558 w 7467600"/>
              <a:gd name="connsiteY584" fmla="*/ 1373435 h 6858000"/>
              <a:gd name="connsiteX585" fmla="*/ 278707 w 7467600"/>
              <a:gd name="connsiteY585" fmla="*/ 1352270 h 6858000"/>
              <a:gd name="connsiteX586" fmla="*/ 321570 w 7467600"/>
              <a:gd name="connsiteY586" fmla="*/ 1861610 h 6858000"/>
              <a:gd name="connsiteX587" fmla="*/ 294281 w 7467600"/>
              <a:gd name="connsiteY587" fmla="*/ 1440658 h 6858000"/>
              <a:gd name="connsiteX588" fmla="*/ 278707 w 7467600"/>
              <a:gd name="connsiteY588" fmla="*/ 1352270 h 6858000"/>
              <a:gd name="connsiteX589" fmla="*/ 1423821 w 7467600"/>
              <a:gd name="connsiteY589" fmla="*/ 1351958 h 6858000"/>
              <a:gd name="connsiteX590" fmla="*/ 1638521 w 7467600"/>
              <a:gd name="connsiteY590" fmla="*/ 1908470 h 6858000"/>
              <a:gd name="connsiteX591" fmla="*/ 1754199 w 7467600"/>
              <a:gd name="connsiteY591" fmla="*/ 2149284 h 6858000"/>
              <a:gd name="connsiteX592" fmla="*/ 1908359 w 7467600"/>
              <a:gd name="connsiteY592" fmla="*/ 2364988 h 6858000"/>
              <a:gd name="connsiteX593" fmla="*/ 1647661 w 7467600"/>
              <a:gd name="connsiteY593" fmla="*/ 1825945 h 6858000"/>
              <a:gd name="connsiteX594" fmla="*/ 1423821 w 7467600"/>
              <a:gd name="connsiteY594" fmla="*/ 1351958 h 6858000"/>
              <a:gd name="connsiteX595" fmla="*/ 1431890 w 7467600"/>
              <a:gd name="connsiteY595" fmla="*/ 1306475 h 6858000"/>
              <a:gd name="connsiteX596" fmla="*/ 1507597 w 7467600"/>
              <a:gd name="connsiteY596" fmla="*/ 1446132 h 6858000"/>
              <a:gd name="connsiteX597" fmla="*/ 1674586 w 7467600"/>
              <a:gd name="connsiteY597" fmla="*/ 1813832 h 6858000"/>
              <a:gd name="connsiteX598" fmla="*/ 1815950 w 7467600"/>
              <a:gd name="connsiteY598" fmla="*/ 2128564 h 6858000"/>
              <a:gd name="connsiteX599" fmla="*/ 1984242 w 7467600"/>
              <a:gd name="connsiteY599" fmla="*/ 2430829 h 6858000"/>
              <a:gd name="connsiteX600" fmla="*/ 2014023 w 7467600"/>
              <a:gd name="connsiteY600" fmla="*/ 2450995 h 6858000"/>
              <a:gd name="connsiteX601" fmla="*/ 1747337 w 7467600"/>
              <a:gd name="connsiteY601" fmla="*/ 1855264 h 6858000"/>
              <a:gd name="connsiteX602" fmla="*/ 1533749 w 7467600"/>
              <a:gd name="connsiteY602" fmla="*/ 1478656 h 6858000"/>
              <a:gd name="connsiteX603" fmla="*/ 1431890 w 7467600"/>
              <a:gd name="connsiteY603" fmla="*/ 1306475 h 6858000"/>
              <a:gd name="connsiteX604" fmla="*/ 5052692 w 7467600"/>
              <a:gd name="connsiteY604" fmla="*/ 1292994 h 6858000"/>
              <a:gd name="connsiteX605" fmla="*/ 5200661 w 7467600"/>
              <a:gd name="connsiteY605" fmla="*/ 1635186 h 6858000"/>
              <a:gd name="connsiteX606" fmla="*/ 5297138 w 7467600"/>
              <a:gd name="connsiteY606" fmla="*/ 1906351 h 6858000"/>
              <a:gd name="connsiteX607" fmla="*/ 5052692 w 7467600"/>
              <a:gd name="connsiteY607" fmla="*/ 1292994 h 6858000"/>
              <a:gd name="connsiteX608" fmla="*/ 5009948 w 7467600"/>
              <a:gd name="connsiteY608" fmla="*/ 1273619 h 6858000"/>
              <a:gd name="connsiteX609" fmla="*/ 5121777 w 7467600"/>
              <a:gd name="connsiteY609" fmla="*/ 1654213 h 6858000"/>
              <a:gd name="connsiteX610" fmla="*/ 5293545 w 7467600"/>
              <a:gd name="connsiteY610" fmla="*/ 2072247 h 6858000"/>
              <a:gd name="connsiteX611" fmla="*/ 5294042 w 7467600"/>
              <a:gd name="connsiteY611" fmla="*/ 2065019 h 6858000"/>
              <a:gd name="connsiteX612" fmla="*/ 5171936 w 7467600"/>
              <a:gd name="connsiteY612" fmla="*/ 1647613 h 6858000"/>
              <a:gd name="connsiteX613" fmla="*/ 5009948 w 7467600"/>
              <a:gd name="connsiteY613" fmla="*/ 1273619 h 6858000"/>
              <a:gd name="connsiteX614" fmla="*/ 655236 w 7467600"/>
              <a:gd name="connsiteY614" fmla="*/ 1268632 h 6858000"/>
              <a:gd name="connsiteX615" fmla="*/ 839521 w 7467600"/>
              <a:gd name="connsiteY615" fmla="*/ 1685315 h 6858000"/>
              <a:gd name="connsiteX616" fmla="*/ 1109416 w 7467600"/>
              <a:gd name="connsiteY616" fmla="*/ 2061663 h 6858000"/>
              <a:gd name="connsiteX617" fmla="*/ 1298300 w 7467600"/>
              <a:gd name="connsiteY617" fmla="*/ 2247742 h 6858000"/>
              <a:gd name="connsiteX618" fmla="*/ 1125871 w 7467600"/>
              <a:gd name="connsiteY618" fmla="*/ 1989513 h 6858000"/>
              <a:gd name="connsiteX619" fmla="*/ 981574 w 7467600"/>
              <a:gd name="connsiteY619" fmla="*/ 1783157 h 6858000"/>
              <a:gd name="connsiteX620" fmla="*/ 922198 w 7467600"/>
              <a:gd name="connsiteY620" fmla="*/ 1677437 h 6858000"/>
              <a:gd name="connsiteX621" fmla="*/ 869293 w 7467600"/>
              <a:gd name="connsiteY621" fmla="*/ 1583214 h 6858000"/>
              <a:gd name="connsiteX622" fmla="*/ 751431 w 7467600"/>
              <a:gd name="connsiteY622" fmla="*/ 1405731 h 6858000"/>
              <a:gd name="connsiteX623" fmla="*/ 655236 w 7467600"/>
              <a:gd name="connsiteY623" fmla="*/ 1268632 h 6858000"/>
              <a:gd name="connsiteX624" fmla="*/ 6516292 w 7467600"/>
              <a:gd name="connsiteY624" fmla="*/ 1263064 h 6858000"/>
              <a:gd name="connsiteX625" fmla="*/ 5736320 w 7467600"/>
              <a:gd name="connsiteY625" fmla="*/ 1501803 h 6858000"/>
              <a:gd name="connsiteX626" fmla="*/ 6516292 w 7467600"/>
              <a:gd name="connsiteY626" fmla="*/ 1263064 h 6858000"/>
              <a:gd name="connsiteX627" fmla="*/ 291466 w 7467600"/>
              <a:gd name="connsiteY627" fmla="*/ 1250369 h 6858000"/>
              <a:gd name="connsiteX628" fmla="*/ 323180 w 7467600"/>
              <a:gd name="connsiteY628" fmla="*/ 1435283 h 6858000"/>
              <a:gd name="connsiteX629" fmla="*/ 349381 w 7467600"/>
              <a:gd name="connsiteY629" fmla="*/ 1875041 h 6858000"/>
              <a:gd name="connsiteX630" fmla="*/ 374363 w 7467600"/>
              <a:gd name="connsiteY630" fmla="*/ 1506494 h 6858000"/>
              <a:gd name="connsiteX631" fmla="*/ 302168 w 7467600"/>
              <a:gd name="connsiteY631" fmla="*/ 1274495 h 6858000"/>
              <a:gd name="connsiteX632" fmla="*/ 291466 w 7467600"/>
              <a:gd name="connsiteY632" fmla="*/ 1250369 h 6858000"/>
              <a:gd name="connsiteX633" fmla="*/ 678222 w 7467600"/>
              <a:gd name="connsiteY633" fmla="*/ 1248670 h 6858000"/>
              <a:gd name="connsiteX634" fmla="*/ 775536 w 7467600"/>
              <a:gd name="connsiteY634" fmla="*/ 1388015 h 6858000"/>
              <a:gd name="connsiteX635" fmla="*/ 894529 w 7467600"/>
              <a:gd name="connsiteY635" fmla="*/ 1567739 h 6858000"/>
              <a:gd name="connsiteX636" fmla="*/ 948000 w 7467600"/>
              <a:gd name="connsiteY636" fmla="*/ 1663088 h 6858000"/>
              <a:gd name="connsiteX637" fmla="*/ 1006812 w 7467600"/>
              <a:gd name="connsiteY637" fmla="*/ 1767683 h 6858000"/>
              <a:gd name="connsiteX638" fmla="*/ 1149133 w 7467600"/>
              <a:gd name="connsiteY638" fmla="*/ 1971513 h 6858000"/>
              <a:gd name="connsiteX639" fmla="*/ 1333952 w 7467600"/>
              <a:gd name="connsiteY639" fmla="*/ 2251620 h 6858000"/>
              <a:gd name="connsiteX640" fmla="*/ 1337329 w 7467600"/>
              <a:gd name="connsiteY640" fmla="*/ 2258350 h 6858000"/>
              <a:gd name="connsiteX641" fmla="*/ 1014726 w 7467600"/>
              <a:gd name="connsiteY641" fmla="*/ 1615556 h 6858000"/>
              <a:gd name="connsiteX642" fmla="*/ 678222 w 7467600"/>
              <a:gd name="connsiteY642" fmla="*/ 1248670 h 6858000"/>
              <a:gd name="connsiteX643" fmla="*/ 6691602 w 7467600"/>
              <a:gd name="connsiteY643" fmla="*/ 1140573 h 6858000"/>
              <a:gd name="connsiteX644" fmla="*/ 6571100 w 7467600"/>
              <a:gd name="connsiteY644" fmla="*/ 1183662 h 6858000"/>
              <a:gd name="connsiteX645" fmla="*/ 6241687 w 7467600"/>
              <a:gd name="connsiteY645" fmla="*/ 1257600 h 6858000"/>
              <a:gd name="connsiteX646" fmla="*/ 5693009 w 7467600"/>
              <a:gd name="connsiteY646" fmla="*/ 1478256 h 6858000"/>
              <a:gd name="connsiteX647" fmla="*/ 6548420 w 7467600"/>
              <a:gd name="connsiteY647" fmla="*/ 1214599 h 6858000"/>
              <a:gd name="connsiteX648" fmla="*/ 6605473 w 7467600"/>
              <a:gd name="connsiteY648" fmla="*/ 1184686 h 6858000"/>
              <a:gd name="connsiteX649" fmla="*/ 6691602 w 7467600"/>
              <a:gd name="connsiteY649" fmla="*/ 1140573 h 6858000"/>
              <a:gd name="connsiteX650" fmla="*/ 4002475 w 7467600"/>
              <a:gd name="connsiteY650" fmla="*/ 1037802 h 6858000"/>
              <a:gd name="connsiteX651" fmla="*/ 4000324 w 7467600"/>
              <a:gd name="connsiteY651" fmla="*/ 1039362 h 6858000"/>
              <a:gd name="connsiteX652" fmla="*/ 4002862 w 7467600"/>
              <a:gd name="connsiteY652" fmla="*/ 1042866 h 6858000"/>
              <a:gd name="connsiteX653" fmla="*/ 4002475 w 7467600"/>
              <a:gd name="connsiteY653" fmla="*/ 1037802 h 6858000"/>
              <a:gd name="connsiteX654" fmla="*/ 506322 w 7467600"/>
              <a:gd name="connsiteY654" fmla="*/ 1020997 h 6858000"/>
              <a:gd name="connsiteX655" fmla="*/ 533068 w 7467600"/>
              <a:gd name="connsiteY655" fmla="*/ 1029409 h 6858000"/>
              <a:gd name="connsiteX656" fmla="*/ 1232525 w 7467600"/>
              <a:gd name="connsiteY656" fmla="*/ 1804675 h 6858000"/>
              <a:gd name="connsiteX657" fmla="*/ 1388858 w 7467600"/>
              <a:gd name="connsiteY657" fmla="*/ 2368011 h 6858000"/>
              <a:gd name="connsiteX658" fmla="*/ 1384098 w 7467600"/>
              <a:gd name="connsiteY658" fmla="*/ 2378125 h 6858000"/>
              <a:gd name="connsiteX659" fmla="*/ 1425393 w 7467600"/>
              <a:gd name="connsiteY659" fmla="*/ 2589124 h 6858000"/>
              <a:gd name="connsiteX660" fmla="*/ 1424001 w 7467600"/>
              <a:gd name="connsiteY660" fmla="*/ 2597541 h 6858000"/>
              <a:gd name="connsiteX661" fmla="*/ 2152729 w 7467600"/>
              <a:gd name="connsiteY661" fmla="*/ 2864487 h 6858000"/>
              <a:gd name="connsiteX662" fmla="*/ 2020609 w 7467600"/>
              <a:gd name="connsiteY662" fmla="*/ 2539671 h 6858000"/>
              <a:gd name="connsiteX663" fmla="*/ 2018920 w 7467600"/>
              <a:gd name="connsiteY663" fmla="*/ 2536309 h 6858000"/>
              <a:gd name="connsiteX664" fmla="*/ 1342441 w 7467600"/>
              <a:gd name="connsiteY664" fmla="*/ 1173017 h 6858000"/>
              <a:gd name="connsiteX665" fmla="*/ 1367925 w 7467600"/>
              <a:gd name="connsiteY665" fmla="*/ 1135648 h 6858000"/>
              <a:gd name="connsiteX666" fmla="*/ 1771401 w 7467600"/>
              <a:gd name="connsiteY666" fmla="*/ 1806673 h 6858000"/>
              <a:gd name="connsiteX667" fmla="*/ 1972385 w 7467600"/>
              <a:gd name="connsiteY667" fmla="*/ 2198735 h 6858000"/>
              <a:gd name="connsiteX668" fmla="*/ 2040892 w 7467600"/>
              <a:gd name="connsiteY668" fmla="*/ 2405205 h 6858000"/>
              <a:gd name="connsiteX669" fmla="*/ 2131689 w 7467600"/>
              <a:gd name="connsiteY669" fmla="*/ 1936926 h 6858000"/>
              <a:gd name="connsiteX670" fmla="*/ 2454820 w 7467600"/>
              <a:gd name="connsiteY670" fmla="*/ 1248808 h 6858000"/>
              <a:gd name="connsiteX671" fmla="*/ 2492512 w 7467600"/>
              <a:gd name="connsiteY671" fmla="*/ 1302920 h 6858000"/>
              <a:gd name="connsiteX672" fmla="*/ 2081216 w 7467600"/>
              <a:gd name="connsiteY672" fmla="*/ 2527513 h 6858000"/>
              <a:gd name="connsiteX673" fmla="*/ 2081211 w 7467600"/>
              <a:gd name="connsiteY673" fmla="*/ 2528916 h 6858000"/>
              <a:gd name="connsiteX674" fmla="*/ 2199067 w 7467600"/>
              <a:gd name="connsiteY674" fmla="*/ 2884061 h 6858000"/>
              <a:gd name="connsiteX675" fmla="*/ 3192586 w 7467600"/>
              <a:gd name="connsiteY675" fmla="*/ 3411496 h 6858000"/>
              <a:gd name="connsiteX676" fmla="*/ 3182620 w 7467600"/>
              <a:gd name="connsiteY676" fmla="*/ 3483279 h 6858000"/>
              <a:gd name="connsiteX677" fmla="*/ 2435119 w 7467600"/>
              <a:gd name="connsiteY677" fmla="*/ 3080173 h 6858000"/>
              <a:gd name="connsiteX678" fmla="*/ 2410152 w 7467600"/>
              <a:gd name="connsiteY678" fmla="*/ 3063751 h 6858000"/>
              <a:gd name="connsiteX679" fmla="*/ 2408099 w 7467600"/>
              <a:gd name="connsiteY679" fmla="*/ 3064403 h 6858000"/>
              <a:gd name="connsiteX680" fmla="*/ 2407218 w 7467600"/>
              <a:gd name="connsiteY680" fmla="*/ 3070324 h 6858000"/>
              <a:gd name="connsiteX681" fmla="*/ 2380138 w 7467600"/>
              <a:gd name="connsiteY681" fmla="*/ 3099341 h 6858000"/>
              <a:gd name="connsiteX682" fmla="*/ 1765923 w 7467600"/>
              <a:gd name="connsiteY682" fmla="*/ 3581043 h 6858000"/>
              <a:gd name="connsiteX683" fmla="*/ 1702258 w 7467600"/>
              <a:gd name="connsiteY683" fmla="*/ 3612286 h 6858000"/>
              <a:gd name="connsiteX684" fmla="*/ 1538370 w 7467600"/>
              <a:gd name="connsiteY684" fmla="*/ 3811804 h 6858000"/>
              <a:gd name="connsiteX685" fmla="*/ 542867 w 7467600"/>
              <a:gd name="connsiteY685" fmla="*/ 4944092 h 6858000"/>
              <a:gd name="connsiteX686" fmla="*/ 515800 w 7467600"/>
              <a:gd name="connsiteY686" fmla="*/ 4862180 h 6858000"/>
              <a:gd name="connsiteX687" fmla="*/ 909145 w 7467600"/>
              <a:gd name="connsiteY687" fmla="*/ 4199225 h 6858000"/>
              <a:gd name="connsiteX688" fmla="*/ 1214067 w 7467600"/>
              <a:gd name="connsiteY688" fmla="*/ 3908561 h 6858000"/>
              <a:gd name="connsiteX689" fmla="*/ 640967 w 7467600"/>
              <a:gd name="connsiteY689" fmla="*/ 4105601 h 6858000"/>
              <a:gd name="connsiteX690" fmla="*/ 112563 w 7467600"/>
              <a:gd name="connsiteY690" fmla="*/ 4396952 h 6858000"/>
              <a:gd name="connsiteX691" fmla="*/ 0 w 7467600"/>
              <a:gd name="connsiteY691" fmla="*/ 4466006 h 6858000"/>
              <a:gd name="connsiteX692" fmla="*/ 0 w 7467600"/>
              <a:gd name="connsiteY692" fmla="*/ 4233763 h 6858000"/>
              <a:gd name="connsiteX693" fmla="*/ 36881 w 7467600"/>
              <a:gd name="connsiteY693" fmla="*/ 4200118 h 6858000"/>
              <a:gd name="connsiteX694" fmla="*/ 910534 w 7467600"/>
              <a:gd name="connsiteY694" fmla="*/ 3629753 h 6858000"/>
              <a:gd name="connsiteX695" fmla="*/ 1578717 w 7467600"/>
              <a:gd name="connsiteY695" fmla="*/ 3575982 h 6858000"/>
              <a:gd name="connsiteX696" fmla="*/ 2338780 w 7467600"/>
              <a:gd name="connsiteY696" fmla="*/ 3033725 h 6858000"/>
              <a:gd name="connsiteX697" fmla="*/ 1807991 w 7467600"/>
              <a:gd name="connsiteY697" fmla="*/ 2807184 h 6858000"/>
              <a:gd name="connsiteX698" fmla="*/ 1416358 w 7467600"/>
              <a:gd name="connsiteY698" fmla="*/ 3112571 h 6858000"/>
              <a:gd name="connsiteX699" fmla="*/ 939066 w 7467600"/>
              <a:gd name="connsiteY699" fmla="*/ 3378798 h 6858000"/>
              <a:gd name="connsiteX700" fmla="*/ 115099 w 7467600"/>
              <a:gd name="connsiteY700" fmla="*/ 3607650 h 6858000"/>
              <a:gd name="connsiteX701" fmla="*/ 97284 w 7467600"/>
              <a:gd name="connsiteY701" fmla="*/ 3520393 h 6858000"/>
              <a:gd name="connsiteX702" fmla="*/ 922050 w 7467600"/>
              <a:gd name="connsiteY702" fmla="*/ 3074867 h 6858000"/>
              <a:gd name="connsiteX703" fmla="*/ 1405265 w 7467600"/>
              <a:gd name="connsiteY703" fmla="*/ 3016319 h 6858000"/>
              <a:gd name="connsiteX704" fmla="*/ 1407512 w 7467600"/>
              <a:gd name="connsiteY704" fmla="*/ 3018001 h 6858000"/>
              <a:gd name="connsiteX705" fmla="*/ 1726266 w 7467600"/>
              <a:gd name="connsiteY705" fmla="*/ 2777274 h 6858000"/>
              <a:gd name="connsiteX706" fmla="*/ 625390 w 7467600"/>
              <a:gd name="connsiteY706" fmla="*/ 2514541 h 6858000"/>
              <a:gd name="connsiteX707" fmla="*/ 619799 w 7467600"/>
              <a:gd name="connsiteY707" fmla="*/ 2527180 h 6858000"/>
              <a:gd name="connsiteX708" fmla="*/ 310030 w 7467600"/>
              <a:gd name="connsiteY708" fmla="*/ 2771818 h 6858000"/>
              <a:gd name="connsiteX709" fmla="*/ 173877 w 7467600"/>
              <a:gd name="connsiteY709" fmla="*/ 2937056 h 6858000"/>
              <a:gd name="connsiteX710" fmla="*/ 77889 w 7467600"/>
              <a:gd name="connsiteY710" fmla="*/ 3138440 h 6858000"/>
              <a:gd name="connsiteX711" fmla="*/ 0 w 7467600"/>
              <a:gd name="connsiteY711" fmla="*/ 3271395 h 6858000"/>
              <a:gd name="connsiteX712" fmla="*/ 0 w 7467600"/>
              <a:gd name="connsiteY712" fmla="*/ 3153002 h 6858000"/>
              <a:gd name="connsiteX713" fmla="*/ 2386 w 7467600"/>
              <a:gd name="connsiteY713" fmla="*/ 3149203 h 6858000"/>
              <a:gd name="connsiteX714" fmla="*/ 89753 w 7467600"/>
              <a:gd name="connsiteY714" fmla="*/ 2987702 h 6858000"/>
              <a:gd name="connsiteX715" fmla="*/ 76869 w 7467600"/>
              <a:gd name="connsiteY715" fmla="*/ 3005404 h 6858000"/>
              <a:gd name="connsiteX716" fmla="*/ 32049 w 7467600"/>
              <a:gd name="connsiteY716" fmla="*/ 3065814 h 6858000"/>
              <a:gd name="connsiteX717" fmla="*/ 0 w 7467600"/>
              <a:gd name="connsiteY717" fmla="*/ 3108744 h 6858000"/>
              <a:gd name="connsiteX718" fmla="*/ 0 w 7467600"/>
              <a:gd name="connsiteY718" fmla="*/ 3058059 h 6858000"/>
              <a:gd name="connsiteX719" fmla="*/ 7610 w 7467600"/>
              <a:gd name="connsiteY719" fmla="*/ 3047889 h 6858000"/>
              <a:gd name="connsiteX720" fmla="*/ 52419 w 7467600"/>
              <a:gd name="connsiteY720" fmla="*/ 2987479 h 6858000"/>
              <a:gd name="connsiteX721" fmla="*/ 59142 w 7467600"/>
              <a:gd name="connsiteY721" fmla="*/ 2978488 h 6858000"/>
              <a:gd name="connsiteX722" fmla="*/ 0 w 7467600"/>
              <a:gd name="connsiteY722" fmla="*/ 3015334 h 6858000"/>
              <a:gd name="connsiteX723" fmla="*/ 0 w 7467600"/>
              <a:gd name="connsiteY723" fmla="*/ 2914286 h 6858000"/>
              <a:gd name="connsiteX724" fmla="*/ 36383 w 7467600"/>
              <a:gd name="connsiteY724" fmla="*/ 2901128 h 6858000"/>
              <a:gd name="connsiteX725" fmla="*/ 156329 w 7467600"/>
              <a:gd name="connsiteY725" fmla="*/ 2840533 h 6858000"/>
              <a:gd name="connsiteX726" fmla="*/ 358355 w 7467600"/>
              <a:gd name="connsiteY726" fmla="*/ 2620471 h 6858000"/>
              <a:gd name="connsiteX727" fmla="*/ 510577 w 7467600"/>
              <a:gd name="connsiteY727" fmla="*/ 2501244 h 6858000"/>
              <a:gd name="connsiteX728" fmla="*/ 211967 w 7467600"/>
              <a:gd name="connsiteY728" fmla="*/ 2479171 h 6858000"/>
              <a:gd name="connsiteX729" fmla="*/ 0 w 7467600"/>
              <a:gd name="connsiteY729" fmla="*/ 2476398 h 6858000"/>
              <a:gd name="connsiteX730" fmla="*/ 0 w 7467600"/>
              <a:gd name="connsiteY730" fmla="*/ 2389189 h 6858000"/>
              <a:gd name="connsiteX731" fmla="*/ 103062 w 7467600"/>
              <a:gd name="connsiteY731" fmla="*/ 2389518 h 6858000"/>
              <a:gd name="connsiteX732" fmla="*/ 510734 w 7467600"/>
              <a:gd name="connsiteY732" fmla="*/ 2416201 h 6858000"/>
              <a:gd name="connsiteX733" fmla="*/ 279257 w 7467600"/>
              <a:gd name="connsiteY733" fmla="*/ 2092102 h 6858000"/>
              <a:gd name="connsiteX734" fmla="*/ 65265 w 7467600"/>
              <a:gd name="connsiteY734" fmla="*/ 2006049 h 6858000"/>
              <a:gd name="connsiteX735" fmla="*/ 0 w 7467600"/>
              <a:gd name="connsiteY735" fmla="*/ 1982532 h 6858000"/>
              <a:gd name="connsiteX736" fmla="*/ 0 w 7467600"/>
              <a:gd name="connsiteY736" fmla="*/ 1912789 h 6858000"/>
              <a:gd name="connsiteX737" fmla="*/ 97460 w 7467600"/>
              <a:gd name="connsiteY737" fmla="*/ 1953725 h 6858000"/>
              <a:gd name="connsiteX738" fmla="*/ 221272 w 7467600"/>
              <a:gd name="connsiteY738" fmla="*/ 1980766 h 6858000"/>
              <a:gd name="connsiteX739" fmla="*/ 116765 w 7467600"/>
              <a:gd name="connsiteY739" fmla="*/ 1911033 h 6858000"/>
              <a:gd name="connsiteX740" fmla="*/ 16405 w 7467600"/>
              <a:gd name="connsiteY740" fmla="*/ 1803412 h 6858000"/>
              <a:gd name="connsiteX741" fmla="*/ 0 w 7467600"/>
              <a:gd name="connsiteY741" fmla="*/ 1784777 h 6858000"/>
              <a:gd name="connsiteX742" fmla="*/ 0 w 7467600"/>
              <a:gd name="connsiteY742" fmla="*/ 1740082 h 6858000"/>
              <a:gd name="connsiteX743" fmla="*/ 39394 w 7467600"/>
              <a:gd name="connsiteY743" fmla="*/ 1784856 h 6858000"/>
              <a:gd name="connsiteX744" fmla="*/ 135813 w 7467600"/>
              <a:gd name="connsiteY744" fmla="*/ 1888838 h 6858000"/>
              <a:gd name="connsiteX745" fmla="*/ 242575 w 7467600"/>
              <a:gd name="connsiteY745" fmla="*/ 1958841 h 6858000"/>
              <a:gd name="connsiteX746" fmla="*/ 82197 w 7467600"/>
              <a:gd name="connsiteY746" fmla="*/ 1754826 h 6858000"/>
              <a:gd name="connsiteX747" fmla="*/ 0 w 7467600"/>
              <a:gd name="connsiteY747" fmla="*/ 1679650 h 6858000"/>
              <a:gd name="connsiteX748" fmla="*/ 0 w 7467600"/>
              <a:gd name="connsiteY748" fmla="*/ 1602463 h 6858000"/>
              <a:gd name="connsiteX749" fmla="*/ 84689 w 7467600"/>
              <a:gd name="connsiteY749" fmla="*/ 1677442 h 6858000"/>
              <a:gd name="connsiteX750" fmla="*/ 298437 w 7467600"/>
              <a:gd name="connsiteY750" fmla="*/ 1968019 h 6858000"/>
              <a:gd name="connsiteX751" fmla="*/ 227269 w 7467600"/>
              <a:gd name="connsiteY751" fmla="*/ 1114064 h 6858000"/>
              <a:gd name="connsiteX752" fmla="*/ 248003 w 7467600"/>
              <a:gd name="connsiteY752" fmla="*/ 1089613 h 6858000"/>
              <a:gd name="connsiteX753" fmla="*/ 427020 w 7467600"/>
              <a:gd name="connsiteY753" fmla="*/ 1619803 h 6858000"/>
              <a:gd name="connsiteX754" fmla="*/ 340345 w 7467600"/>
              <a:gd name="connsiteY754" fmla="*/ 2027739 h 6858000"/>
              <a:gd name="connsiteX755" fmla="*/ 360865 w 7467600"/>
              <a:gd name="connsiteY755" fmla="*/ 2044827 h 6858000"/>
              <a:gd name="connsiteX756" fmla="*/ 560414 w 7467600"/>
              <a:gd name="connsiteY756" fmla="*/ 2421457 h 6858000"/>
              <a:gd name="connsiteX757" fmla="*/ 1359703 w 7467600"/>
              <a:gd name="connsiteY757" fmla="*/ 2578554 h 6858000"/>
              <a:gd name="connsiteX758" fmla="*/ 1359422 w 7467600"/>
              <a:gd name="connsiteY758" fmla="*/ 2577994 h 6858000"/>
              <a:gd name="connsiteX759" fmla="*/ 828701 w 7467600"/>
              <a:gd name="connsiteY759" fmla="*/ 1839520 h 6858000"/>
              <a:gd name="connsiteX760" fmla="*/ 494427 w 7467600"/>
              <a:gd name="connsiteY760" fmla="*/ 1092333 h 6858000"/>
              <a:gd name="connsiteX761" fmla="*/ 506322 w 7467600"/>
              <a:gd name="connsiteY761" fmla="*/ 1020997 h 6858000"/>
              <a:gd name="connsiteX762" fmla="*/ 4570198 w 7467600"/>
              <a:gd name="connsiteY762" fmla="*/ 978081 h 6858000"/>
              <a:gd name="connsiteX763" fmla="*/ 4523691 w 7467600"/>
              <a:gd name="connsiteY763" fmla="*/ 1127776 h 6858000"/>
              <a:gd name="connsiteX764" fmla="*/ 4509875 w 7467600"/>
              <a:gd name="connsiteY764" fmla="*/ 1167552 h 6858000"/>
              <a:gd name="connsiteX765" fmla="*/ 4478168 w 7467600"/>
              <a:gd name="connsiteY765" fmla="*/ 1260735 h 6858000"/>
              <a:gd name="connsiteX766" fmla="*/ 4409309 w 7467600"/>
              <a:gd name="connsiteY766" fmla="*/ 1666996 h 6858000"/>
              <a:gd name="connsiteX767" fmla="*/ 4370031 w 7467600"/>
              <a:gd name="connsiteY767" fmla="*/ 1955666 h 6858000"/>
              <a:gd name="connsiteX768" fmla="*/ 4570198 w 7467600"/>
              <a:gd name="connsiteY768" fmla="*/ 978081 h 6858000"/>
              <a:gd name="connsiteX769" fmla="*/ 4557898 w 7467600"/>
              <a:gd name="connsiteY769" fmla="*/ 900011 h 6858000"/>
              <a:gd name="connsiteX770" fmla="*/ 4344840 w 7467600"/>
              <a:gd name="connsiteY770" fmla="*/ 1922038 h 6858000"/>
              <a:gd name="connsiteX771" fmla="*/ 4378710 w 7467600"/>
              <a:gd name="connsiteY771" fmla="*/ 1665516 h 6858000"/>
              <a:gd name="connsiteX772" fmla="*/ 4448798 w 7467600"/>
              <a:gd name="connsiteY772" fmla="*/ 1253024 h 6858000"/>
              <a:gd name="connsiteX773" fmla="*/ 4480315 w 7467600"/>
              <a:gd name="connsiteY773" fmla="*/ 1158454 h 6858000"/>
              <a:gd name="connsiteX774" fmla="*/ 4494133 w 7467600"/>
              <a:gd name="connsiteY774" fmla="*/ 1118676 h 6858000"/>
              <a:gd name="connsiteX775" fmla="*/ 4557898 w 7467600"/>
              <a:gd name="connsiteY775" fmla="*/ 900011 h 6858000"/>
              <a:gd name="connsiteX776" fmla="*/ 5870151 w 7467600"/>
              <a:gd name="connsiteY776" fmla="*/ 898890 h 6858000"/>
              <a:gd name="connsiteX777" fmla="*/ 5861335 w 7467600"/>
              <a:gd name="connsiteY777" fmla="*/ 899177 h 6858000"/>
              <a:gd name="connsiteX778" fmla="*/ 5843702 w 7467600"/>
              <a:gd name="connsiteY778" fmla="*/ 899748 h 6858000"/>
              <a:gd name="connsiteX779" fmla="*/ 5651107 w 7467600"/>
              <a:gd name="connsiteY779" fmla="*/ 920306 h 6858000"/>
              <a:gd name="connsiteX780" fmla="*/ 5459407 w 7467600"/>
              <a:gd name="connsiteY780" fmla="*/ 940975 h 6858000"/>
              <a:gd name="connsiteX781" fmla="*/ 5374846 w 7467600"/>
              <a:gd name="connsiteY781" fmla="*/ 941988 h 6858000"/>
              <a:gd name="connsiteX782" fmla="*/ 5256105 w 7467600"/>
              <a:gd name="connsiteY782" fmla="*/ 945632 h 6858000"/>
              <a:gd name="connsiteX783" fmla="*/ 5107071 w 7467600"/>
              <a:gd name="connsiteY783" fmla="*/ 969720 h 6858000"/>
              <a:gd name="connsiteX784" fmla="*/ 4998681 w 7467600"/>
              <a:gd name="connsiteY784" fmla="*/ 988771 h 6858000"/>
              <a:gd name="connsiteX785" fmla="*/ 5870151 w 7467600"/>
              <a:gd name="connsiteY785" fmla="*/ 898890 h 6858000"/>
              <a:gd name="connsiteX786" fmla="*/ 5504425 w 7467600"/>
              <a:gd name="connsiteY786" fmla="*/ 848067 h 6858000"/>
              <a:gd name="connsiteX787" fmla="*/ 4968849 w 7467600"/>
              <a:gd name="connsiteY787" fmla="*/ 962318 h 6858000"/>
              <a:gd name="connsiteX788" fmla="*/ 5104039 w 7467600"/>
              <a:gd name="connsiteY788" fmla="*/ 940634 h 6858000"/>
              <a:gd name="connsiteX789" fmla="*/ 5256311 w 7467600"/>
              <a:gd name="connsiteY789" fmla="*/ 916490 h 6858000"/>
              <a:gd name="connsiteX790" fmla="*/ 5377381 w 7467600"/>
              <a:gd name="connsiteY790" fmla="*/ 912671 h 6858000"/>
              <a:gd name="connsiteX791" fmla="*/ 5460148 w 7467600"/>
              <a:gd name="connsiteY791" fmla="*/ 911442 h 6858000"/>
              <a:gd name="connsiteX792" fmla="*/ 5648971 w 7467600"/>
              <a:gd name="connsiteY792" fmla="*/ 891331 h 6858000"/>
              <a:gd name="connsiteX793" fmla="*/ 5844807 w 7467600"/>
              <a:gd name="connsiteY793" fmla="*/ 870718 h 6858000"/>
              <a:gd name="connsiteX794" fmla="*/ 5862975 w 7467600"/>
              <a:gd name="connsiteY794" fmla="*/ 869756 h 6858000"/>
              <a:gd name="connsiteX795" fmla="*/ 5920887 w 7467600"/>
              <a:gd name="connsiteY795" fmla="*/ 865929 h 6858000"/>
              <a:gd name="connsiteX796" fmla="*/ 5504425 w 7467600"/>
              <a:gd name="connsiteY796" fmla="*/ 848067 h 6858000"/>
              <a:gd name="connsiteX797" fmla="*/ 3607114 w 7467600"/>
              <a:gd name="connsiteY797" fmla="*/ 467441 h 6858000"/>
              <a:gd name="connsiteX798" fmla="*/ 3296242 w 7467600"/>
              <a:gd name="connsiteY798" fmla="*/ 807991 h 6858000"/>
              <a:gd name="connsiteX799" fmla="*/ 3174674 w 7467600"/>
              <a:gd name="connsiteY799" fmla="*/ 919759 h 6858000"/>
              <a:gd name="connsiteX800" fmla="*/ 3042978 w 7467600"/>
              <a:gd name="connsiteY800" fmla="*/ 1054894 h 6858000"/>
              <a:gd name="connsiteX801" fmla="*/ 2968914 w 7467600"/>
              <a:gd name="connsiteY801" fmla="*/ 1133756 h 6858000"/>
              <a:gd name="connsiteX802" fmla="*/ 3103823 w 7467600"/>
              <a:gd name="connsiteY802" fmla="*/ 1026814 h 6858000"/>
              <a:gd name="connsiteX803" fmla="*/ 3607114 w 7467600"/>
              <a:gd name="connsiteY803" fmla="*/ 467441 h 6858000"/>
              <a:gd name="connsiteX804" fmla="*/ 3744487 w 7467600"/>
              <a:gd name="connsiteY804" fmla="*/ 383136 h 6858000"/>
              <a:gd name="connsiteX805" fmla="*/ 3970213 w 7467600"/>
              <a:gd name="connsiteY805" fmla="*/ 995559 h 6858000"/>
              <a:gd name="connsiteX806" fmla="*/ 3744487 w 7467600"/>
              <a:gd name="connsiteY806" fmla="*/ 383136 h 6858000"/>
              <a:gd name="connsiteX807" fmla="*/ 3624562 w 7467600"/>
              <a:gd name="connsiteY807" fmla="*/ 367041 h 6858000"/>
              <a:gd name="connsiteX808" fmla="*/ 3489712 w 7467600"/>
              <a:gd name="connsiteY808" fmla="*/ 485386 h 6858000"/>
              <a:gd name="connsiteX809" fmla="*/ 3182994 w 7467600"/>
              <a:gd name="connsiteY809" fmla="*/ 828265 h 6858000"/>
              <a:gd name="connsiteX810" fmla="*/ 2892114 w 7467600"/>
              <a:gd name="connsiteY810" fmla="*/ 1172635 h 6858000"/>
              <a:gd name="connsiteX811" fmla="*/ 3021459 w 7467600"/>
              <a:gd name="connsiteY811" fmla="*/ 1035385 h 6858000"/>
              <a:gd name="connsiteX812" fmla="*/ 3153873 w 7467600"/>
              <a:gd name="connsiteY812" fmla="*/ 898971 h 6858000"/>
              <a:gd name="connsiteX813" fmla="*/ 3276511 w 7467600"/>
              <a:gd name="connsiteY813" fmla="*/ 786423 h 6858000"/>
              <a:gd name="connsiteX814" fmla="*/ 3584154 w 7467600"/>
              <a:gd name="connsiteY814" fmla="*/ 448218 h 6858000"/>
              <a:gd name="connsiteX815" fmla="*/ 3624562 w 7467600"/>
              <a:gd name="connsiteY815" fmla="*/ 367041 h 6858000"/>
              <a:gd name="connsiteX816" fmla="*/ 3766672 w 7467600"/>
              <a:gd name="connsiteY816" fmla="*/ 359429 h 6858000"/>
              <a:gd name="connsiteX817" fmla="*/ 3996338 w 7467600"/>
              <a:gd name="connsiteY817" fmla="*/ 968237 h 6858000"/>
              <a:gd name="connsiteX818" fmla="*/ 3766672 w 7467600"/>
              <a:gd name="connsiteY818" fmla="*/ 359429 h 6858000"/>
              <a:gd name="connsiteX819" fmla="*/ 5805386 w 7467600"/>
              <a:gd name="connsiteY819" fmla="*/ 239240 h 6858000"/>
              <a:gd name="connsiteX820" fmla="*/ 5736947 w 7467600"/>
              <a:gd name="connsiteY820" fmla="*/ 261367 h 6858000"/>
              <a:gd name="connsiteX821" fmla="*/ 5427012 w 7467600"/>
              <a:gd name="connsiteY821" fmla="*/ 311272 h 6858000"/>
              <a:gd name="connsiteX822" fmla="*/ 5147818 w 7467600"/>
              <a:gd name="connsiteY822" fmla="*/ 322112 h 6858000"/>
              <a:gd name="connsiteX823" fmla="*/ 5060854 w 7467600"/>
              <a:gd name="connsiteY823" fmla="*/ 311882 h 6858000"/>
              <a:gd name="connsiteX824" fmla="*/ 4945989 w 7467600"/>
              <a:gd name="connsiteY824" fmla="*/ 300516 h 6858000"/>
              <a:gd name="connsiteX825" fmla="*/ 5410479 w 7467600"/>
              <a:gd name="connsiteY825" fmla="*/ 348434 h 6858000"/>
              <a:gd name="connsiteX826" fmla="*/ 5805386 w 7467600"/>
              <a:gd name="connsiteY826" fmla="*/ 239240 h 6858000"/>
              <a:gd name="connsiteX827" fmla="*/ 5905192 w 7467600"/>
              <a:gd name="connsiteY827" fmla="*/ 163079 h 6858000"/>
              <a:gd name="connsiteX828" fmla="*/ 5865655 w 7467600"/>
              <a:gd name="connsiteY828" fmla="*/ 171901 h 6858000"/>
              <a:gd name="connsiteX829" fmla="*/ 5259740 w 7467600"/>
              <a:gd name="connsiteY829" fmla="*/ 257013 h 6858000"/>
              <a:gd name="connsiteX830" fmla="*/ 5208466 w 7467600"/>
              <a:gd name="connsiteY830" fmla="*/ 257550 h 6858000"/>
              <a:gd name="connsiteX831" fmla="*/ 4980204 w 7467600"/>
              <a:gd name="connsiteY831" fmla="*/ 271903 h 6858000"/>
              <a:gd name="connsiteX832" fmla="*/ 5068068 w 7467600"/>
              <a:gd name="connsiteY832" fmla="*/ 282244 h 6858000"/>
              <a:gd name="connsiteX833" fmla="*/ 5153231 w 7467600"/>
              <a:gd name="connsiteY833" fmla="*/ 292240 h 6858000"/>
              <a:gd name="connsiteX834" fmla="*/ 5426491 w 7467600"/>
              <a:gd name="connsiteY834" fmla="*/ 281128 h 6858000"/>
              <a:gd name="connsiteX835" fmla="*/ 5731212 w 7467600"/>
              <a:gd name="connsiteY835" fmla="*/ 231951 h 6858000"/>
              <a:gd name="connsiteX836" fmla="*/ 5905192 w 7467600"/>
              <a:gd name="connsiteY836" fmla="*/ 163079 h 6858000"/>
              <a:gd name="connsiteX837" fmla="*/ 5944437 w 7467600"/>
              <a:gd name="connsiteY837" fmla="*/ 113829 h 6858000"/>
              <a:gd name="connsiteX838" fmla="*/ 5825032 w 7467600"/>
              <a:gd name="connsiteY838" fmla="*/ 146405 h 6858000"/>
              <a:gd name="connsiteX839" fmla="*/ 4955599 w 7467600"/>
              <a:gd name="connsiteY839" fmla="*/ 247008 h 6858000"/>
              <a:gd name="connsiteX840" fmla="*/ 5210104 w 7467600"/>
              <a:gd name="connsiteY840" fmla="*/ 228123 h 6858000"/>
              <a:gd name="connsiteX841" fmla="*/ 5261015 w 7467600"/>
              <a:gd name="connsiteY841" fmla="*/ 227087 h 6858000"/>
              <a:gd name="connsiteX842" fmla="*/ 5861181 w 7467600"/>
              <a:gd name="connsiteY842" fmla="*/ 143093 h 6858000"/>
              <a:gd name="connsiteX843" fmla="*/ 5961252 w 7467600"/>
              <a:gd name="connsiteY843" fmla="*/ 114820 h 6858000"/>
              <a:gd name="connsiteX844" fmla="*/ 5944437 w 7467600"/>
              <a:gd name="connsiteY844" fmla="*/ 113829 h 6858000"/>
              <a:gd name="connsiteX845" fmla="*/ 3882765 w 7467600"/>
              <a:gd name="connsiteY845" fmla="*/ 0 h 6858000"/>
              <a:gd name="connsiteX846" fmla="*/ 3995099 w 7467600"/>
              <a:gd name="connsiteY846" fmla="*/ 0 h 6858000"/>
              <a:gd name="connsiteX847" fmla="*/ 4163818 w 7467600"/>
              <a:gd name="connsiteY847" fmla="*/ 234104 h 6858000"/>
              <a:gd name="connsiteX848" fmla="*/ 4172099 w 7467600"/>
              <a:gd name="connsiteY848" fmla="*/ 234207 h 6858000"/>
              <a:gd name="connsiteX849" fmla="*/ 4784282 w 7467600"/>
              <a:gd name="connsiteY849" fmla="*/ 276561 h 6858000"/>
              <a:gd name="connsiteX850" fmla="*/ 4801687 w 7467600"/>
              <a:gd name="connsiteY850" fmla="*/ 267764 h 6858000"/>
              <a:gd name="connsiteX851" fmla="*/ 6082788 w 7467600"/>
              <a:gd name="connsiteY851" fmla="*/ 64119 h 6858000"/>
              <a:gd name="connsiteX852" fmla="*/ 6099442 w 7467600"/>
              <a:gd name="connsiteY852" fmla="*/ 82568 h 6858000"/>
              <a:gd name="connsiteX853" fmla="*/ 4804137 w 7467600"/>
              <a:gd name="connsiteY853" fmla="*/ 320931 h 6858000"/>
              <a:gd name="connsiteX854" fmla="*/ 4227047 w 7467600"/>
              <a:gd name="connsiteY854" fmla="*/ 313415 h 6858000"/>
              <a:gd name="connsiteX855" fmla="*/ 4346041 w 7467600"/>
              <a:gd name="connsiteY855" fmla="*/ 456086 h 6858000"/>
              <a:gd name="connsiteX856" fmla="*/ 4870967 w 7467600"/>
              <a:gd name="connsiteY856" fmla="*/ 963061 h 6858000"/>
              <a:gd name="connsiteX857" fmla="*/ 4889647 w 7467600"/>
              <a:gd name="connsiteY857" fmla="*/ 957147 h 6858000"/>
              <a:gd name="connsiteX858" fmla="*/ 5422504 w 7467600"/>
              <a:gd name="connsiteY858" fmla="*/ 805191 h 6858000"/>
              <a:gd name="connsiteX859" fmla="*/ 6087656 w 7467600"/>
              <a:gd name="connsiteY859" fmla="*/ 826703 h 6858000"/>
              <a:gd name="connsiteX860" fmla="*/ 6058717 w 7467600"/>
              <a:gd name="connsiteY860" fmla="*/ 865992 h 6858000"/>
              <a:gd name="connsiteX861" fmla="*/ 4974153 w 7467600"/>
              <a:gd name="connsiteY861" fmla="*/ 1045456 h 6858000"/>
              <a:gd name="connsiteX862" fmla="*/ 5627835 w 7467600"/>
              <a:gd name="connsiteY862" fmla="*/ 1472077 h 6858000"/>
              <a:gd name="connsiteX863" fmla="*/ 5629817 w 7467600"/>
              <a:gd name="connsiteY863" fmla="*/ 1471412 h 6858000"/>
              <a:gd name="connsiteX864" fmla="*/ 5634124 w 7467600"/>
              <a:gd name="connsiteY864" fmla="*/ 1470572 h 6858000"/>
              <a:gd name="connsiteX865" fmla="*/ 5755832 w 7467600"/>
              <a:gd name="connsiteY865" fmla="*/ 1383886 h 6858000"/>
              <a:gd name="connsiteX866" fmla="*/ 6014186 w 7467600"/>
              <a:gd name="connsiteY866" fmla="*/ 1279799 h 6858000"/>
              <a:gd name="connsiteX867" fmla="*/ 6901619 w 7467600"/>
              <a:gd name="connsiteY867" fmla="*/ 1047874 h 6858000"/>
              <a:gd name="connsiteX868" fmla="*/ 6931566 w 7467600"/>
              <a:gd name="connsiteY868" fmla="*/ 1062034 h 6858000"/>
              <a:gd name="connsiteX869" fmla="*/ 5790982 w 7467600"/>
              <a:gd name="connsiteY869" fmla="*/ 1561380 h 6858000"/>
              <a:gd name="connsiteX870" fmla="*/ 6188971 w 7467600"/>
              <a:gd name="connsiteY870" fmla="*/ 1755168 h 6858000"/>
              <a:gd name="connsiteX871" fmla="*/ 6202446 w 7467600"/>
              <a:gd name="connsiteY871" fmla="*/ 1752268 h 6858000"/>
              <a:gd name="connsiteX872" fmla="*/ 7179560 w 7467600"/>
              <a:gd name="connsiteY872" fmla="*/ 1467551 h 6858000"/>
              <a:gd name="connsiteX873" fmla="*/ 7158730 w 7467600"/>
              <a:gd name="connsiteY873" fmla="*/ 1507835 h 6858000"/>
              <a:gd name="connsiteX874" fmla="*/ 6326959 w 7467600"/>
              <a:gd name="connsiteY874" fmla="*/ 1817686 h 6858000"/>
              <a:gd name="connsiteX875" fmla="*/ 6537433 w 7467600"/>
              <a:gd name="connsiteY875" fmla="*/ 1907790 h 6858000"/>
              <a:gd name="connsiteX876" fmla="*/ 6550221 w 7467600"/>
              <a:gd name="connsiteY876" fmla="*/ 1910729 h 6858000"/>
              <a:gd name="connsiteX877" fmla="*/ 6964438 w 7467600"/>
              <a:gd name="connsiteY877" fmla="*/ 2209505 h 6858000"/>
              <a:gd name="connsiteX878" fmla="*/ 7367862 w 7467600"/>
              <a:gd name="connsiteY878" fmla="*/ 2806833 h 6858000"/>
              <a:gd name="connsiteX879" fmla="*/ 7364329 w 7467600"/>
              <a:gd name="connsiteY879" fmla="*/ 2826907 h 6858000"/>
              <a:gd name="connsiteX880" fmla="*/ 7290545 w 7467600"/>
              <a:gd name="connsiteY880" fmla="*/ 2850663 h 6858000"/>
              <a:gd name="connsiteX881" fmla="*/ 6472036 w 7467600"/>
              <a:gd name="connsiteY881" fmla="*/ 1959003 h 6858000"/>
              <a:gd name="connsiteX882" fmla="*/ 5792897 w 7467600"/>
              <a:gd name="connsiteY882" fmla="*/ 1647747 h 6858000"/>
              <a:gd name="connsiteX883" fmla="*/ 5842751 w 7467600"/>
              <a:gd name="connsiteY883" fmla="*/ 1816112 h 6858000"/>
              <a:gd name="connsiteX884" fmla="*/ 5847424 w 7467600"/>
              <a:gd name="connsiteY884" fmla="*/ 1815776 h 6858000"/>
              <a:gd name="connsiteX885" fmla="*/ 6399821 w 7467600"/>
              <a:gd name="connsiteY885" fmla="*/ 2344799 h 6858000"/>
              <a:gd name="connsiteX886" fmla="*/ 6323232 w 7467600"/>
              <a:gd name="connsiteY886" fmla="*/ 2389634 h 6858000"/>
              <a:gd name="connsiteX887" fmla="*/ 5942958 w 7467600"/>
              <a:gd name="connsiteY887" fmla="*/ 2077708 h 6858000"/>
              <a:gd name="connsiteX888" fmla="*/ 5921559 w 7467600"/>
              <a:gd name="connsiteY888" fmla="*/ 2378596 h 6858000"/>
              <a:gd name="connsiteX889" fmla="*/ 5817651 w 7467600"/>
              <a:gd name="connsiteY889" fmla="*/ 3023919 h 6858000"/>
              <a:gd name="connsiteX890" fmla="*/ 5729634 w 7467600"/>
              <a:gd name="connsiteY890" fmla="*/ 3051849 h 6858000"/>
              <a:gd name="connsiteX891" fmla="*/ 5611018 w 7467600"/>
              <a:gd name="connsiteY891" fmla="*/ 2316769 h 6858000"/>
              <a:gd name="connsiteX892" fmla="*/ 5687608 w 7467600"/>
              <a:gd name="connsiteY892" fmla="*/ 2039972 h 6858000"/>
              <a:gd name="connsiteX893" fmla="*/ 5657554 w 7467600"/>
              <a:gd name="connsiteY893" fmla="*/ 1576445 h 6858000"/>
              <a:gd name="connsiteX894" fmla="*/ 5150475 w 7467600"/>
              <a:gd name="connsiteY894" fmla="*/ 1274012 h 6858000"/>
              <a:gd name="connsiteX895" fmla="*/ 5349142 w 7467600"/>
              <a:gd name="connsiteY895" fmla="*/ 2204405 h 6858000"/>
              <a:gd name="connsiteX896" fmla="*/ 5262214 w 7467600"/>
              <a:gd name="connsiteY896" fmla="*/ 2233836 h 6858000"/>
              <a:gd name="connsiteX897" fmla="*/ 4981539 w 7467600"/>
              <a:gd name="connsiteY897" fmla="*/ 1542201 h 6858000"/>
              <a:gd name="connsiteX898" fmla="*/ 4958461 w 7467600"/>
              <a:gd name="connsiteY898" fmla="*/ 1136957 h 6858000"/>
              <a:gd name="connsiteX899" fmla="*/ 4655015 w 7467600"/>
              <a:gd name="connsiteY899" fmla="*/ 891426 h 6858000"/>
              <a:gd name="connsiteX900" fmla="*/ 4348002 w 7467600"/>
              <a:gd name="connsiteY900" fmla="*/ 2205895 h 6858000"/>
              <a:gd name="connsiteX901" fmla="*/ 4262250 w 7467600"/>
              <a:gd name="connsiteY901" fmla="*/ 2219972 h 6858000"/>
              <a:gd name="connsiteX902" fmla="*/ 4550611 w 7467600"/>
              <a:gd name="connsiteY902" fmla="*/ 817540 h 6858000"/>
              <a:gd name="connsiteX903" fmla="*/ 4564418 w 7467600"/>
              <a:gd name="connsiteY903" fmla="*/ 808293 h 6858000"/>
              <a:gd name="connsiteX904" fmla="*/ 4266388 w 7467600"/>
              <a:gd name="connsiteY904" fmla="*/ 500083 h 6858000"/>
              <a:gd name="connsiteX905" fmla="*/ 4032842 w 7467600"/>
              <a:gd name="connsiteY905" fmla="*/ 211809 h 6858000"/>
              <a:gd name="connsiteX906" fmla="*/ 3882765 w 7467600"/>
              <a:gd name="connsiteY906" fmla="*/ 0 h 6858000"/>
              <a:gd name="connsiteX907" fmla="*/ 3721337 w 7467600"/>
              <a:gd name="connsiteY907" fmla="*/ 0 h 6858000"/>
              <a:gd name="connsiteX908" fmla="*/ 3797544 w 7467600"/>
              <a:gd name="connsiteY908" fmla="*/ 0 h 6858000"/>
              <a:gd name="connsiteX909" fmla="*/ 3775734 w 7467600"/>
              <a:gd name="connsiteY909" fmla="*/ 95131 h 6858000"/>
              <a:gd name="connsiteX910" fmla="*/ 3724807 w 7467600"/>
              <a:gd name="connsiteY910" fmla="*/ 272257 h 6858000"/>
              <a:gd name="connsiteX911" fmla="*/ 3726844 w 7467600"/>
              <a:gd name="connsiteY911" fmla="*/ 282988 h 6858000"/>
              <a:gd name="connsiteX912" fmla="*/ 3742664 w 7467600"/>
              <a:gd name="connsiteY912" fmla="*/ 279918 h 6858000"/>
              <a:gd name="connsiteX913" fmla="*/ 4103910 w 7467600"/>
              <a:gd name="connsiteY913" fmla="*/ 1161917 h 6858000"/>
              <a:gd name="connsiteX914" fmla="*/ 4020269 w 7467600"/>
              <a:gd name="connsiteY914" fmla="*/ 1200406 h 6858000"/>
              <a:gd name="connsiteX915" fmla="*/ 3674882 w 7467600"/>
              <a:gd name="connsiteY915" fmla="*/ 488524 h 6858000"/>
              <a:gd name="connsiteX916" fmla="*/ 3132682 w 7467600"/>
              <a:gd name="connsiteY916" fmla="*/ 1072284 h 6858000"/>
              <a:gd name="connsiteX917" fmla="*/ 2716346 w 7467600"/>
              <a:gd name="connsiteY917" fmla="*/ 1276376 h 6858000"/>
              <a:gd name="connsiteX918" fmla="*/ 2716772 w 7467600"/>
              <a:gd name="connsiteY918" fmla="*/ 1255462 h 6858000"/>
              <a:gd name="connsiteX919" fmla="*/ 3471096 w 7467600"/>
              <a:gd name="connsiteY919" fmla="*/ 437072 h 6858000"/>
              <a:gd name="connsiteX920" fmla="*/ 3639057 w 7467600"/>
              <a:gd name="connsiteY920" fmla="*/ 286334 h 6858000"/>
              <a:gd name="connsiteX921" fmla="*/ 3640309 w 7467600"/>
              <a:gd name="connsiteY921" fmla="*/ 284664 h 6858000"/>
              <a:gd name="connsiteX922" fmla="*/ 3646022 w 7467600"/>
              <a:gd name="connsiteY922" fmla="*/ 276711 h 6858000"/>
              <a:gd name="connsiteX923" fmla="*/ 3707943 w 7467600"/>
              <a:gd name="connsiteY923" fmla="*/ 65958 h 6858000"/>
              <a:gd name="connsiteX924" fmla="*/ 3721337 w 7467600"/>
              <a:gd name="connsiteY924" fmla="*/ 0 h 6858000"/>
              <a:gd name="connsiteX925" fmla="*/ 2867960 w 7467600"/>
              <a:gd name="connsiteY925" fmla="*/ 0 h 6858000"/>
              <a:gd name="connsiteX926" fmla="*/ 2926351 w 7467600"/>
              <a:gd name="connsiteY926" fmla="*/ 0 h 6858000"/>
              <a:gd name="connsiteX927" fmla="*/ 2902823 w 7467600"/>
              <a:gd name="connsiteY927" fmla="*/ 262929 h 6858000"/>
              <a:gd name="connsiteX928" fmla="*/ 2940663 w 7467600"/>
              <a:gd name="connsiteY928" fmla="*/ 140884 h 6858000"/>
              <a:gd name="connsiteX929" fmla="*/ 2947039 w 7467600"/>
              <a:gd name="connsiteY929" fmla="*/ 122524 h 6858000"/>
              <a:gd name="connsiteX930" fmla="*/ 2984316 w 7467600"/>
              <a:gd name="connsiteY930" fmla="*/ 0 h 6858000"/>
              <a:gd name="connsiteX931" fmla="*/ 3016114 w 7467600"/>
              <a:gd name="connsiteY931" fmla="*/ 0 h 6858000"/>
              <a:gd name="connsiteX932" fmla="*/ 2979949 w 7467600"/>
              <a:gd name="connsiteY932" fmla="*/ 119274 h 6858000"/>
              <a:gd name="connsiteX933" fmla="*/ 3023879 w 7467600"/>
              <a:gd name="connsiteY933" fmla="*/ 0 h 6858000"/>
              <a:gd name="connsiteX934" fmla="*/ 3105400 w 7467600"/>
              <a:gd name="connsiteY934" fmla="*/ 0 h 6858000"/>
              <a:gd name="connsiteX935" fmla="*/ 3094669 w 7467600"/>
              <a:gd name="connsiteY935" fmla="*/ 30308 h 6858000"/>
              <a:gd name="connsiteX936" fmla="*/ 2901945 w 7467600"/>
              <a:gd name="connsiteY936" fmla="*/ 466538 h 6858000"/>
              <a:gd name="connsiteX937" fmla="*/ 2815209 w 7467600"/>
              <a:gd name="connsiteY937" fmla="*/ 497361 h 6858000"/>
              <a:gd name="connsiteX938" fmla="*/ 2844845 w 7467600"/>
              <a:gd name="connsiteY938" fmla="*/ 127638 h 6858000"/>
              <a:gd name="connsiteX939" fmla="*/ 2867960 w 7467600"/>
              <a:gd name="connsiteY939" fmla="*/ 0 h 6858000"/>
              <a:gd name="connsiteX940" fmla="*/ 1057230 w 7467600"/>
              <a:gd name="connsiteY940" fmla="*/ 0 h 6858000"/>
              <a:gd name="connsiteX941" fmla="*/ 1111003 w 7467600"/>
              <a:gd name="connsiteY941" fmla="*/ 0 h 6858000"/>
              <a:gd name="connsiteX942" fmla="*/ 1125553 w 7467600"/>
              <a:gd name="connsiteY942" fmla="*/ 52588 h 6858000"/>
              <a:gd name="connsiteX943" fmla="*/ 1304276 w 7467600"/>
              <a:gd name="connsiteY943" fmla="*/ 476275 h 6858000"/>
              <a:gd name="connsiteX944" fmla="*/ 1492066 w 7467600"/>
              <a:gd name="connsiteY944" fmla="*/ 886333 h 6858000"/>
              <a:gd name="connsiteX945" fmla="*/ 1423698 w 7467600"/>
              <a:gd name="connsiteY945" fmla="*/ 710817 h 6858000"/>
              <a:gd name="connsiteX946" fmla="*/ 1357609 w 7467600"/>
              <a:gd name="connsiteY946" fmla="*/ 532892 h 6858000"/>
              <a:gd name="connsiteX947" fmla="*/ 1309550 w 7467600"/>
              <a:gd name="connsiteY947" fmla="*/ 374031 h 6858000"/>
              <a:gd name="connsiteX948" fmla="*/ 1193673 w 7467600"/>
              <a:gd name="connsiteY948" fmla="*/ 49533 h 6858000"/>
              <a:gd name="connsiteX949" fmla="*/ 1164391 w 7467600"/>
              <a:gd name="connsiteY949" fmla="*/ 0 h 6858000"/>
              <a:gd name="connsiteX950" fmla="*/ 1200666 w 7467600"/>
              <a:gd name="connsiteY950" fmla="*/ 0 h 6858000"/>
              <a:gd name="connsiteX951" fmla="*/ 1223408 w 7467600"/>
              <a:gd name="connsiteY951" fmla="*/ 38996 h 6858000"/>
              <a:gd name="connsiteX952" fmla="*/ 1339635 w 7467600"/>
              <a:gd name="connsiteY952" fmla="*/ 365517 h 6858000"/>
              <a:gd name="connsiteX953" fmla="*/ 1387469 w 7467600"/>
              <a:gd name="connsiteY953" fmla="*/ 523079 h 6858000"/>
              <a:gd name="connsiteX954" fmla="*/ 1452685 w 7467600"/>
              <a:gd name="connsiteY954" fmla="*/ 699806 h 6858000"/>
              <a:gd name="connsiteX955" fmla="*/ 1492092 w 7467600"/>
              <a:gd name="connsiteY955" fmla="*/ 800424 h 6858000"/>
              <a:gd name="connsiteX956" fmla="*/ 1455302 w 7467600"/>
              <a:gd name="connsiteY956" fmla="*/ 632913 h 6858000"/>
              <a:gd name="connsiteX957" fmla="*/ 1222336 w 7467600"/>
              <a:gd name="connsiteY957" fmla="*/ 9480 h 6858000"/>
              <a:gd name="connsiteX958" fmla="*/ 1214634 w 7467600"/>
              <a:gd name="connsiteY958" fmla="*/ 0 h 6858000"/>
              <a:gd name="connsiteX959" fmla="*/ 1289827 w 7467600"/>
              <a:gd name="connsiteY959" fmla="*/ 0 h 6858000"/>
              <a:gd name="connsiteX960" fmla="*/ 1321076 w 7467600"/>
              <a:gd name="connsiteY960" fmla="*/ 59722 h 6858000"/>
              <a:gd name="connsiteX961" fmla="*/ 1512579 w 7467600"/>
              <a:gd name="connsiteY961" fmla="*/ 626441 h 6858000"/>
              <a:gd name="connsiteX962" fmla="*/ 1506076 w 7467600"/>
              <a:gd name="connsiteY962" fmla="*/ 1089289 h 6858000"/>
              <a:gd name="connsiteX963" fmla="*/ 1486346 w 7467600"/>
              <a:gd name="connsiteY963" fmla="*/ 1079919 h 6858000"/>
              <a:gd name="connsiteX964" fmla="*/ 1070511 w 7467600"/>
              <a:gd name="connsiteY964" fmla="*/ 48609 h 6858000"/>
              <a:gd name="connsiteX965" fmla="*/ 1057230 w 7467600"/>
              <a:gd name="connsiteY965" fmla="*/ 0 h 6858000"/>
              <a:gd name="connsiteX966" fmla="*/ 43151 w 7467600"/>
              <a:gd name="connsiteY966" fmla="*/ 0 h 6858000"/>
              <a:gd name="connsiteX967" fmla="*/ 95283 w 7467600"/>
              <a:gd name="connsiteY967" fmla="*/ 0 h 6858000"/>
              <a:gd name="connsiteX968" fmla="*/ 300708 w 7467600"/>
              <a:gd name="connsiteY968" fmla="*/ 154571 h 6858000"/>
              <a:gd name="connsiteX969" fmla="*/ 530414 w 7467600"/>
              <a:gd name="connsiteY969" fmla="*/ 354673 h 6858000"/>
              <a:gd name="connsiteX970" fmla="*/ 333785 w 7467600"/>
              <a:gd name="connsiteY970" fmla="*/ 161564 h 6858000"/>
              <a:gd name="connsiteX971" fmla="*/ 147005 w 7467600"/>
              <a:gd name="connsiteY971" fmla="*/ 0 h 6858000"/>
              <a:gd name="connsiteX972" fmla="*/ 272509 w 7467600"/>
              <a:gd name="connsiteY972" fmla="*/ 0 h 6858000"/>
              <a:gd name="connsiteX973" fmla="*/ 326276 w 7467600"/>
              <a:gd name="connsiteY973" fmla="*/ 45847 h 6858000"/>
              <a:gd name="connsiteX974" fmla="*/ 823759 w 7467600"/>
              <a:gd name="connsiteY974" fmla="*/ 574145 h 6858000"/>
              <a:gd name="connsiteX975" fmla="*/ 811254 w 7467600"/>
              <a:gd name="connsiteY975" fmla="*/ 665546 h 6858000"/>
              <a:gd name="connsiteX976" fmla="*/ 154042 w 7467600"/>
              <a:gd name="connsiteY976" fmla="*/ 261522 h 6858000"/>
              <a:gd name="connsiteX977" fmla="*/ 13550 w 7467600"/>
              <a:gd name="connsiteY977" fmla="*/ 158423 h 6858000"/>
              <a:gd name="connsiteX978" fmla="*/ 0 w 7467600"/>
              <a:gd name="connsiteY978" fmla="*/ 146618 h 6858000"/>
              <a:gd name="connsiteX979" fmla="*/ 0 w 7467600"/>
              <a:gd name="connsiteY979" fmla="*/ 59161 h 6858000"/>
              <a:gd name="connsiteX980" fmla="*/ 45427 w 7467600"/>
              <a:gd name="connsiteY980" fmla="*/ 101078 h 6858000"/>
              <a:gd name="connsiteX981" fmla="*/ 630103 w 7467600"/>
              <a:gd name="connsiteY981" fmla="*/ 485885 h 6858000"/>
              <a:gd name="connsiteX982" fmla="*/ 532040 w 7467600"/>
              <a:gd name="connsiteY982" fmla="*/ 399359 h 6858000"/>
              <a:gd name="connsiteX983" fmla="*/ 517618 w 7467600"/>
              <a:gd name="connsiteY983" fmla="*/ 385726 h 6858000"/>
              <a:gd name="connsiteX984" fmla="*/ 285074 w 7467600"/>
              <a:gd name="connsiteY984" fmla="*/ 182755 h 6858000"/>
              <a:gd name="connsiteX985" fmla="*/ 43151 w 7467600"/>
              <a:gd name="connsiteY98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1903353 w 7467600"/>
              <a:gd name="connsiteY127" fmla="*/ 5044827 h 6858000"/>
              <a:gd name="connsiteX128" fmla="*/ 1936931 w 7467600"/>
              <a:gd name="connsiteY128" fmla="*/ 5093954 h 6858000"/>
              <a:gd name="connsiteX129" fmla="*/ 2195868 w 7467600"/>
              <a:gd name="connsiteY129" fmla="*/ 5396574 h 6858000"/>
              <a:gd name="connsiteX130" fmla="*/ 2088852 w 7467600"/>
              <a:gd name="connsiteY130" fmla="*/ 5166123 h 6858000"/>
              <a:gd name="connsiteX131" fmla="*/ 1958241 w 7467600"/>
              <a:gd name="connsiteY131" fmla="*/ 5067955 h 6858000"/>
              <a:gd name="connsiteX132" fmla="*/ 1903353 w 7467600"/>
              <a:gd name="connsiteY132" fmla="*/ 5044827 h 6858000"/>
              <a:gd name="connsiteX133" fmla="*/ 1979378 w 7467600"/>
              <a:gd name="connsiteY133" fmla="*/ 4769504 h 6858000"/>
              <a:gd name="connsiteX134" fmla="*/ 2882120 w 7467600"/>
              <a:gd name="connsiteY134" fmla="*/ 5064547 h 6858000"/>
              <a:gd name="connsiteX135" fmla="*/ 2793103 w 7467600"/>
              <a:gd name="connsiteY135" fmla="*/ 5039699 h 6858000"/>
              <a:gd name="connsiteX136" fmla="*/ 2770041 w 7467600"/>
              <a:gd name="connsiteY136" fmla="*/ 5033634 h 6858000"/>
              <a:gd name="connsiteX137" fmla="*/ 1979378 w 7467600"/>
              <a:gd name="connsiteY137" fmla="*/ 4769504 h 6858000"/>
              <a:gd name="connsiteX138" fmla="*/ 1927410 w 7467600"/>
              <a:gd name="connsiteY138" fmla="*/ 4716164 h 6858000"/>
              <a:gd name="connsiteX139" fmla="*/ 1959587 w 7467600"/>
              <a:gd name="connsiteY139" fmla="*/ 4728849 h 6858000"/>
              <a:gd name="connsiteX140" fmla="*/ 2777707 w 7467600"/>
              <a:gd name="connsiteY140" fmla="*/ 5003991 h 6858000"/>
              <a:gd name="connsiteX141" fmla="*/ 2800768 w 7467600"/>
              <a:gd name="connsiteY141" fmla="*/ 5010056 h 6858000"/>
              <a:gd name="connsiteX142" fmla="*/ 2879408 w 7467600"/>
              <a:gd name="connsiteY142" fmla="*/ 5031590 h 6858000"/>
              <a:gd name="connsiteX143" fmla="*/ 2862295 w 7467600"/>
              <a:gd name="connsiteY143" fmla="*/ 5022958 h 6858000"/>
              <a:gd name="connsiteX144" fmla="*/ 2813343 w 7467600"/>
              <a:gd name="connsiteY144" fmla="*/ 4998369 h 6858000"/>
              <a:gd name="connsiteX145" fmla="*/ 2646245 w 7467600"/>
              <a:gd name="connsiteY145" fmla="*/ 4930999 h 6858000"/>
              <a:gd name="connsiteX146" fmla="*/ 1999243 w 7467600"/>
              <a:gd name="connsiteY146" fmla="*/ 4730524 h 6858000"/>
              <a:gd name="connsiteX147" fmla="*/ 1979527 w 7467600"/>
              <a:gd name="connsiteY147" fmla="*/ 4726651 h 6858000"/>
              <a:gd name="connsiteX148" fmla="*/ 1927410 w 7467600"/>
              <a:gd name="connsiteY148" fmla="*/ 4716164 h 6858000"/>
              <a:gd name="connsiteX149" fmla="*/ 1997014 w 7467600"/>
              <a:gd name="connsiteY149" fmla="*/ 4698007 h 6858000"/>
              <a:gd name="connsiteX150" fmla="*/ 2005458 w 7467600"/>
              <a:gd name="connsiteY150" fmla="*/ 4699540 h 6858000"/>
              <a:gd name="connsiteX151" fmla="*/ 2657186 w 7467600"/>
              <a:gd name="connsiteY151" fmla="*/ 4901687 h 6858000"/>
              <a:gd name="connsiteX152" fmla="*/ 2826662 w 7467600"/>
              <a:gd name="connsiteY152" fmla="*/ 4970362 h 6858000"/>
              <a:gd name="connsiteX153" fmla="*/ 2876100 w 7467600"/>
              <a:gd name="connsiteY153" fmla="*/ 4995397 h 6858000"/>
              <a:gd name="connsiteX154" fmla="*/ 3042600 w 7467600"/>
              <a:gd name="connsiteY154" fmla="*/ 5059532 h 6858000"/>
              <a:gd name="connsiteX155" fmla="*/ 1997014 w 7467600"/>
              <a:gd name="connsiteY155" fmla="*/ 4698007 h 6858000"/>
              <a:gd name="connsiteX156" fmla="*/ 2305292 w 7467600"/>
              <a:gd name="connsiteY156" fmla="*/ 4219492 h 6858000"/>
              <a:gd name="connsiteX157" fmla="*/ 3360922 w 7467600"/>
              <a:gd name="connsiteY157" fmla="*/ 4529373 h 6858000"/>
              <a:gd name="connsiteX158" fmla="*/ 3492420 w 7467600"/>
              <a:gd name="connsiteY158" fmla="*/ 4510145 h 6858000"/>
              <a:gd name="connsiteX159" fmla="*/ 3364086 w 7467600"/>
              <a:gd name="connsiteY159" fmla="*/ 4480340 h 6858000"/>
              <a:gd name="connsiteX160" fmla="*/ 3225818 w 7467600"/>
              <a:gd name="connsiteY160" fmla="*/ 4411822 h 6858000"/>
              <a:gd name="connsiteX161" fmla="*/ 3129696 w 7467600"/>
              <a:gd name="connsiteY161" fmla="*/ 4360704 h 6858000"/>
              <a:gd name="connsiteX162" fmla="*/ 2814545 w 7467600"/>
              <a:gd name="connsiteY162" fmla="*/ 4282955 h 6858000"/>
              <a:gd name="connsiteX163" fmla="*/ 2305292 w 7467600"/>
              <a:gd name="connsiteY163" fmla="*/ 4219492 h 6858000"/>
              <a:gd name="connsiteX164" fmla="*/ 2626982 w 7467600"/>
              <a:gd name="connsiteY164" fmla="*/ 4206450 h 6858000"/>
              <a:gd name="connsiteX165" fmla="*/ 2490617 w 7467600"/>
              <a:gd name="connsiteY165" fmla="*/ 4206951 h 6858000"/>
              <a:gd name="connsiteX166" fmla="*/ 2819869 w 7467600"/>
              <a:gd name="connsiteY166" fmla="*/ 4252936 h 6858000"/>
              <a:gd name="connsiteX167" fmla="*/ 3143018 w 7467600"/>
              <a:gd name="connsiteY167" fmla="*/ 4332698 h 6858000"/>
              <a:gd name="connsiteX168" fmla="*/ 3241520 w 7467600"/>
              <a:gd name="connsiteY168" fmla="*/ 4385112 h 6858000"/>
              <a:gd name="connsiteX169" fmla="*/ 3374575 w 7467600"/>
              <a:gd name="connsiteY169" fmla="*/ 4451517 h 6858000"/>
              <a:gd name="connsiteX170" fmla="*/ 3505221 w 7467600"/>
              <a:gd name="connsiteY170" fmla="*/ 4480757 h 6858000"/>
              <a:gd name="connsiteX171" fmla="*/ 2626982 w 7467600"/>
              <a:gd name="connsiteY171" fmla="*/ 4206450 h 6858000"/>
              <a:gd name="connsiteX172" fmla="*/ 1310106 w 7467600"/>
              <a:gd name="connsiteY172" fmla="*/ 3943217 h 6858000"/>
              <a:gd name="connsiteX173" fmla="*/ 854994 w 7467600"/>
              <a:gd name="connsiteY173" fmla="*/ 4399136 h 6858000"/>
              <a:gd name="connsiteX174" fmla="*/ 742462 w 7467600"/>
              <a:gd name="connsiteY174" fmla="*/ 4594648 h 6858000"/>
              <a:gd name="connsiteX175" fmla="*/ 820602 w 7467600"/>
              <a:gd name="connsiteY175" fmla="*/ 4485915 h 6858000"/>
              <a:gd name="connsiteX176" fmla="*/ 878295 w 7467600"/>
              <a:gd name="connsiteY176" fmla="*/ 4403594 h 6858000"/>
              <a:gd name="connsiteX177" fmla="*/ 1240607 w 7467600"/>
              <a:gd name="connsiteY177" fmla="*/ 4010401 h 6858000"/>
              <a:gd name="connsiteX178" fmla="*/ 1310106 w 7467600"/>
              <a:gd name="connsiteY178" fmla="*/ 3943217 h 6858000"/>
              <a:gd name="connsiteX179" fmla="*/ 1423113 w 7467600"/>
              <a:gd name="connsiteY179" fmla="*/ 3874565 h 6858000"/>
              <a:gd name="connsiteX180" fmla="*/ 1260565 w 7467600"/>
              <a:gd name="connsiteY180" fmla="*/ 4031982 h 6858000"/>
              <a:gd name="connsiteX181" fmla="*/ 901900 w 7467600"/>
              <a:gd name="connsiteY181" fmla="*/ 4421236 h 6858000"/>
              <a:gd name="connsiteX182" fmla="*/ 845044 w 7467600"/>
              <a:gd name="connsiteY182" fmla="*/ 4502436 h 6858000"/>
              <a:gd name="connsiteX183" fmla="*/ 685926 w 7467600"/>
              <a:gd name="connsiteY183" fmla="*/ 4703069 h 6858000"/>
              <a:gd name="connsiteX184" fmla="*/ 684248 w 7467600"/>
              <a:gd name="connsiteY184" fmla="*/ 4706721 h 6858000"/>
              <a:gd name="connsiteX185" fmla="*/ 1423113 w 7467600"/>
              <a:gd name="connsiteY185" fmla="*/ 3874565 h 6858000"/>
              <a:gd name="connsiteX186" fmla="*/ 3316479 w 7467600"/>
              <a:gd name="connsiteY186" fmla="*/ 3872136 h 6858000"/>
              <a:gd name="connsiteX187" fmla="*/ 3546806 w 7467600"/>
              <a:gd name="connsiteY187" fmla="*/ 4356139 h 6858000"/>
              <a:gd name="connsiteX188" fmla="*/ 3364433 w 7467600"/>
              <a:gd name="connsiteY188" fmla="*/ 3953121 h 6858000"/>
              <a:gd name="connsiteX189" fmla="*/ 3316479 w 7467600"/>
              <a:gd name="connsiteY189" fmla="*/ 3872136 h 6858000"/>
              <a:gd name="connsiteX190" fmla="*/ 3291335 w 7467600"/>
              <a:gd name="connsiteY190" fmla="*/ 3767420 h 6858000"/>
              <a:gd name="connsiteX191" fmla="*/ 3390805 w 7467600"/>
              <a:gd name="connsiteY191" fmla="*/ 3937163 h 6858000"/>
              <a:gd name="connsiteX192" fmla="*/ 3579062 w 7467600"/>
              <a:gd name="connsiteY192" fmla="*/ 4359040 h 6858000"/>
              <a:gd name="connsiteX193" fmla="*/ 3467355 w 7467600"/>
              <a:gd name="connsiteY193" fmla="*/ 3988130 h 6858000"/>
              <a:gd name="connsiteX194" fmla="*/ 3310753 w 7467600"/>
              <a:gd name="connsiteY194" fmla="*/ 3787140 h 6858000"/>
              <a:gd name="connsiteX195" fmla="*/ 3291335 w 7467600"/>
              <a:gd name="connsiteY195" fmla="*/ 3767420 h 6858000"/>
              <a:gd name="connsiteX196" fmla="*/ 1635889 w 7467600"/>
              <a:gd name="connsiteY196" fmla="*/ 3709494 h 6858000"/>
              <a:gd name="connsiteX197" fmla="*/ 1634800 w 7467600"/>
              <a:gd name="connsiteY197" fmla="*/ 3731111 h 6858000"/>
              <a:gd name="connsiteX198" fmla="*/ 1635889 w 7467600"/>
              <a:gd name="connsiteY198" fmla="*/ 3709494 h 6858000"/>
              <a:gd name="connsiteX199" fmla="*/ 1510397 w 7467600"/>
              <a:gd name="connsiteY199" fmla="*/ 3684705 h 6858000"/>
              <a:gd name="connsiteX200" fmla="*/ 1146550 w 7467600"/>
              <a:gd name="connsiteY200" fmla="*/ 3802012 h 6858000"/>
              <a:gd name="connsiteX201" fmla="*/ 698834 w 7467600"/>
              <a:gd name="connsiteY201" fmla="*/ 3952272 h 6858000"/>
              <a:gd name="connsiteX202" fmla="*/ 34256 w 7467600"/>
              <a:gd name="connsiteY202" fmla="*/ 4347603 h 6858000"/>
              <a:gd name="connsiteX203" fmla="*/ 527241 w 7467600"/>
              <a:gd name="connsiteY203" fmla="*/ 4065078 h 6858000"/>
              <a:gd name="connsiteX204" fmla="*/ 1510397 w 7467600"/>
              <a:gd name="connsiteY204" fmla="*/ 3684705 h 6858000"/>
              <a:gd name="connsiteX205" fmla="*/ 1313114 w 7467600"/>
              <a:gd name="connsiteY205" fmla="*/ 3655216 h 6858000"/>
              <a:gd name="connsiteX206" fmla="*/ 1109304 w 7467600"/>
              <a:gd name="connsiteY206" fmla="*/ 3669030 h 6858000"/>
              <a:gd name="connsiteX207" fmla="*/ 8129 w 7467600"/>
              <a:gd name="connsiteY207" fmla="*/ 4330519 h 6858000"/>
              <a:gd name="connsiteX208" fmla="*/ 687572 w 7467600"/>
              <a:gd name="connsiteY208" fmla="*/ 3925629 h 6858000"/>
              <a:gd name="connsiteX209" fmla="*/ 1138365 w 7467600"/>
              <a:gd name="connsiteY209" fmla="*/ 3774515 h 6858000"/>
              <a:gd name="connsiteX210" fmla="*/ 1505579 w 7467600"/>
              <a:gd name="connsiteY210" fmla="*/ 3655526 h 6858000"/>
              <a:gd name="connsiteX211" fmla="*/ 1313114 w 7467600"/>
              <a:gd name="connsiteY211" fmla="*/ 3655216 h 6858000"/>
              <a:gd name="connsiteX212" fmla="*/ 3655073 w 7467600"/>
              <a:gd name="connsiteY212" fmla="*/ 3650884 h 6858000"/>
              <a:gd name="connsiteX213" fmla="*/ 3989938 w 7467600"/>
              <a:gd name="connsiteY213" fmla="*/ 3991685 h 6858000"/>
              <a:gd name="connsiteX214" fmla="*/ 4393907 w 7467600"/>
              <a:gd name="connsiteY214" fmla="*/ 4261258 h 6858000"/>
              <a:gd name="connsiteX215" fmla="*/ 4648051 w 7467600"/>
              <a:gd name="connsiteY215" fmla="*/ 4374051 h 6858000"/>
              <a:gd name="connsiteX216" fmla="*/ 4383389 w 7467600"/>
              <a:gd name="connsiteY216" fmla="*/ 4184369 h 6858000"/>
              <a:gd name="connsiteX217" fmla="*/ 4165508 w 7467600"/>
              <a:gd name="connsiteY217" fmla="*/ 4035196 h 6858000"/>
              <a:gd name="connsiteX218" fmla="*/ 4068162 w 7467600"/>
              <a:gd name="connsiteY218" fmla="*/ 3953394 h 6858000"/>
              <a:gd name="connsiteX219" fmla="*/ 3981416 w 7467600"/>
              <a:gd name="connsiteY219" fmla="*/ 3880482 h 6858000"/>
              <a:gd name="connsiteX220" fmla="*/ 3800147 w 7467600"/>
              <a:gd name="connsiteY220" fmla="*/ 3749872 h 6858000"/>
              <a:gd name="connsiteX221" fmla="*/ 3655073 w 7467600"/>
              <a:gd name="connsiteY221" fmla="*/ 3650884 h 6858000"/>
              <a:gd name="connsiteX222" fmla="*/ 3670252 w 7467600"/>
              <a:gd name="connsiteY222" fmla="*/ 3622798 h 6858000"/>
              <a:gd name="connsiteX223" fmla="*/ 3817258 w 7467600"/>
              <a:gd name="connsiteY223" fmla="*/ 3723577 h 6858000"/>
              <a:gd name="connsiteX224" fmla="*/ 4000461 w 7467600"/>
              <a:gd name="connsiteY224" fmla="*/ 3855966 h 6858000"/>
              <a:gd name="connsiteX225" fmla="*/ 4088180 w 7467600"/>
              <a:gd name="connsiteY225" fmla="*/ 3929774 h 6858000"/>
              <a:gd name="connsiteX226" fmla="*/ 4184555 w 7467600"/>
              <a:gd name="connsiteY226" fmla="*/ 4010683 h 6858000"/>
              <a:gd name="connsiteX227" fmla="*/ 4399563 w 7467600"/>
              <a:gd name="connsiteY227" fmla="*/ 4158106 h 6858000"/>
              <a:gd name="connsiteX228" fmla="*/ 4684469 w 7467600"/>
              <a:gd name="connsiteY228" fmla="*/ 4364680 h 6858000"/>
              <a:gd name="connsiteX229" fmla="*/ 4690271 w 7467600"/>
              <a:gd name="connsiteY229" fmla="*/ 4370034 h 6858000"/>
              <a:gd name="connsiteX230" fmla="*/ 4136093 w 7467600"/>
              <a:gd name="connsiteY230" fmla="*/ 3858466 h 6858000"/>
              <a:gd name="connsiteX231" fmla="*/ 3670252 w 7467600"/>
              <a:gd name="connsiteY231" fmla="*/ 3622798 h 6858000"/>
              <a:gd name="connsiteX232" fmla="*/ 4440129 w 7467600"/>
              <a:gd name="connsiteY232" fmla="*/ 3448571 h 6858000"/>
              <a:gd name="connsiteX233" fmla="*/ 4856525 w 7467600"/>
              <a:gd name="connsiteY233" fmla="*/ 3915351 h 6858000"/>
              <a:gd name="connsiteX234" fmla="*/ 5059055 w 7467600"/>
              <a:gd name="connsiteY234" fmla="*/ 4108918 h 6858000"/>
              <a:gd name="connsiteX235" fmla="*/ 5290070 w 7467600"/>
              <a:gd name="connsiteY235" fmla="*/ 4263619 h 6858000"/>
              <a:gd name="connsiteX236" fmla="*/ 4834991 w 7467600"/>
              <a:gd name="connsiteY236" fmla="*/ 3830985 h 6858000"/>
              <a:gd name="connsiteX237" fmla="*/ 4440129 w 7467600"/>
              <a:gd name="connsiteY237" fmla="*/ 3448571 h 6858000"/>
              <a:gd name="connsiteX238" fmla="*/ 4441737 w 7467600"/>
              <a:gd name="connsiteY238" fmla="*/ 3399734 h 6858000"/>
              <a:gd name="connsiteX239" fmla="*/ 4431236 w 7467600"/>
              <a:gd name="connsiteY239" fmla="*/ 3400954 h 6858000"/>
              <a:gd name="connsiteX240" fmla="*/ 4557150 w 7467600"/>
              <a:gd name="connsiteY240" fmla="*/ 3510023 h 6858000"/>
              <a:gd name="connsiteX241" fmla="*/ 4856936 w 7467600"/>
              <a:gd name="connsiteY241" fmla="*/ 3809146 h 6858000"/>
              <a:gd name="connsiteX242" fmla="*/ 5111996 w 7467600"/>
              <a:gd name="connsiteY242" fmla="*/ 4065759 h 6858000"/>
              <a:gd name="connsiteX243" fmla="*/ 5388878 w 7467600"/>
              <a:gd name="connsiteY243" fmla="*/ 4300185 h 6858000"/>
              <a:gd name="connsiteX244" fmla="*/ 5425556 w 7467600"/>
              <a:gd name="connsiteY244" fmla="*/ 4308967 h 6858000"/>
              <a:gd name="connsiteX245" fmla="*/ 4943646 w 7467600"/>
              <a:gd name="connsiteY245" fmla="*/ 3822916 h 6858000"/>
              <a:gd name="connsiteX246" fmla="*/ 4594837 w 7467600"/>
              <a:gd name="connsiteY246" fmla="*/ 3532274 h 6858000"/>
              <a:gd name="connsiteX247" fmla="*/ 4441737 w 7467600"/>
              <a:gd name="connsiteY247" fmla="*/ 3399734 h 6858000"/>
              <a:gd name="connsiteX248" fmla="*/ 5425834 w 7467600"/>
              <a:gd name="connsiteY248" fmla="*/ 3162785 h 6858000"/>
              <a:gd name="connsiteX249" fmla="*/ 5401644 w 7467600"/>
              <a:gd name="connsiteY249" fmla="*/ 3617847 h 6858000"/>
              <a:gd name="connsiteX250" fmla="*/ 5467256 w 7467600"/>
              <a:gd name="connsiteY250" fmla="*/ 4175494 h 6858000"/>
              <a:gd name="connsiteX251" fmla="*/ 5448069 w 7467600"/>
              <a:gd name="connsiteY251" fmla="*/ 3567554 h 6858000"/>
              <a:gd name="connsiteX252" fmla="*/ 5425834 w 7467600"/>
              <a:gd name="connsiteY252" fmla="*/ 3162785 h 6858000"/>
              <a:gd name="connsiteX253" fmla="*/ 1318687 w 7467600"/>
              <a:gd name="connsiteY253" fmla="*/ 3113840 h 6858000"/>
              <a:gd name="connsiteX254" fmla="*/ 1066793 w 7467600"/>
              <a:gd name="connsiteY254" fmla="*/ 3212171 h 6858000"/>
              <a:gd name="connsiteX255" fmla="*/ 993319 w 7467600"/>
              <a:gd name="connsiteY255" fmla="*/ 3247648 h 6858000"/>
              <a:gd name="connsiteX256" fmla="*/ 853081 w 7467600"/>
              <a:gd name="connsiteY256" fmla="*/ 3312410 h 6858000"/>
              <a:gd name="connsiteX257" fmla="*/ 805957 w 7467600"/>
              <a:gd name="connsiteY257" fmla="*/ 3330443 h 6858000"/>
              <a:gd name="connsiteX258" fmla="*/ 1318687 w 7467600"/>
              <a:gd name="connsiteY258" fmla="*/ 3113840 h 6858000"/>
              <a:gd name="connsiteX259" fmla="*/ 5453702 w 7467600"/>
              <a:gd name="connsiteY259" fmla="*/ 3090882 h 6858000"/>
              <a:gd name="connsiteX260" fmla="*/ 5480135 w 7467600"/>
              <a:gd name="connsiteY260" fmla="*/ 3565802 h 6858000"/>
              <a:gd name="connsiteX261" fmla="*/ 5499023 w 7467600"/>
              <a:gd name="connsiteY261" fmla="*/ 4166310 h 6858000"/>
              <a:gd name="connsiteX262" fmla="*/ 5547022 w 7467600"/>
              <a:gd name="connsiteY262" fmla="*/ 3607838 h 6858000"/>
              <a:gd name="connsiteX263" fmla="*/ 5515964 w 7467600"/>
              <a:gd name="connsiteY263" fmla="*/ 3378541 h 6858000"/>
              <a:gd name="connsiteX264" fmla="*/ 5453702 w 7467600"/>
              <a:gd name="connsiteY264" fmla="*/ 3090882 h 6858000"/>
              <a:gd name="connsiteX265" fmla="*/ 1238695 w 7467600"/>
              <a:gd name="connsiteY265" fmla="*/ 3076820 h 6858000"/>
              <a:gd name="connsiteX266" fmla="*/ 716371 w 7467600"/>
              <a:gd name="connsiteY266" fmla="*/ 3293249 h 6858000"/>
              <a:gd name="connsiteX267" fmla="*/ 579522 w 7467600"/>
              <a:gd name="connsiteY267" fmla="*/ 3371759 h 6858000"/>
              <a:gd name="connsiteX268" fmla="*/ 600288 w 7467600"/>
              <a:gd name="connsiteY268" fmla="*/ 3365555 h 6858000"/>
              <a:gd name="connsiteX269" fmla="*/ 840692 w 7467600"/>
              <a:gd name="connsiteY269" fmla="*/ 3284921 h 6858000"/>
              <a:gd name="connsiteX270" fmla="*/ 979248 w 7467600"/>
              <a:gd name="connsiteY270" fmla="*/ 3221003 h 6858000"/>
              <a:gd name="connsiteX271" fmla="*/ 1053282 w 7467600"/>
              <a:gd name="connsiteY271" fmla="*/ 3185247 h 6858000"/>
              <a:gd name="connsiteX272" fmla="*/ 1320603 w 7467600"/>
              <a:gd name="connsiteY272" fmla="*/ 3081281 h 6858000"/>
              <a:gd name="connsiteX273" fmla="*/ 1238695 w 7467600"/>
              <a:gd name="connsiteY273" fmla="*/ 3076820 h 6858000"/>
              <a:gd name="connsiteX274" fmla="*/ 5425627 w 7467600"/>
              <a:gd name="connsiteY274" fmla="*/ 2954192 h 6858000"/>
              <a:gd name="connsiteX275" fmla="*/ 5470770 w 7467600"/>
              <a:gd name="connsiteY275" fmla="*/ 3005435 h 6858000"/>
              <a:gd name="connsiteX276" fmla="*/ 5519779 w 7467600"/>
              <a:gd name="connsiteY276" fmla="*/ 4359223 h 6858000"/>
              <a:gd name="connsiteX277" fmla="*/ 5520293 w 7467600"/>
              <a:gd name="connsiteY277" fmla="*/ 4360602 h 6858000"/>
              <a:gd name="connsiteX278" fmla="*/ 5767221 w 7467600"/>
              <a:gd name="connsiteY278" fmla="*/ 4665564 h 6858000"/>
              <a:gd name="connsiteX279" fmla="*/ 6937169 w 7467600"/>
              <a:gd name="connsiteY279" fmla="*/ 4815941 h 6858000"/>
              <a:gd name="connsiteX280" fmla="*/ 6953922 w 7467600"/>
              <a:gd name="connsiteY280" fmla="*/ 4890068 h 6858000"/>
              <a:gd name="connsiteX281" fmla="*/ 6071359 w 7467600"/>
              <a:gd name="connsiteY281" fmla="*/ 4770770 h 6858000"/>
              <a:gd name="connsiteX282" fmla="*/ 6038839 w 7467600"/>
              <a:gd name="connsiteY282" fmla="*/ 4764474 h 6858000"/>
              <a:gd name="connsiteX283" fmla="*/ 6038706 w 7467600"/>
              <a:gd name="connsiteY283" fmla="*/ 4763847 h 6858000"/>
              <a:gd name="connsiteX284" fmla="*/ 6037784 w 7467600"/>
              <a:gd name="connsiteY284" fmla="*/ 4764270 h 6858000"/>
              <a:gd name="connsiteX285" fmla="*/ 6038839 w 7467600"/>
              <a:gd name="connsiteY285" fmla="*/ 4764474 h 6858000"/>
              <a:gd name="connsiteX286" fmla="*/ 6040338 w 7467600"/>
              <a:gd name="connsiteY286" fmla="*/ 4771418 h 6858000"/>
              <a:gd name="connsiteX287" fmla="*/ 6024488 w 7467600"/>
              <a:gd name="connsiteY287" fmla="*/ 4809903 h 6858000"/>
              <a:gd name="connsiteX288" fmla="*/ 5599771 w 7467600"/>
              <a:gd name="connsiteY288" fmla="*/ 5509652 h 6858000"/>
              <a:gd name="connsiteX289" fmla="*/ 5548843 w 7467600"/>
              <a:gd name="connsiteY289" fmla="*/ 5563845 h 6858000"/>
              <a:gd name="connsiteX290" fmla="*/ 5940952 w 7467600"/>
              <a:gd name="connsiteY290" fmla="*/ 6250028 h 6858000"/>
              <a:gd name="connsiteX291" fmla="*/ 6043441 w 7467600"/>
              <a:gd name="connsiteY291" fmla="*/ 6665847 h 6858000"/>
              <a:gd name="connsiteX292" fmla="*/ 6093432 w 7467600"/>
              <a:gd name="connsiteY292" fmla="*/ 6858000 h 6858000"/>
              <a:gd name="connsiteX293" fmla="*/ 6034344 w 7467600"/>
              <a:gd name="connsiteY293" fmla="*/ 6858000 h 6858000"/>
              <a:gd name="connsiteX294" fmla="*/ 6026679 w 7467600"/>
              <a:gd name="connsiteY294" fmla="*/ 6836959 h 6858000"/>
              <a:gd name="connsiteX295" fmla="*/ 5800441 w 7467600"/>
              <a:gd name="connsiteY295" fmla="*/ 6335286 h 6858000"/>
              <a:gd name="connsiteX296" fmla="*/ 5526562 w 7467600"/>
              <a:gd name="connsiteY296" fmla="*/ 5705388 h 6858000"/>
              <a:gd name="connsiteX297" fmla="*/ 5519640 w 7467600"/>
              <a:gd name="connsiteY297" fmla="*/ 5683774 h 6858000"/>
              <a:gd name="connsiteX298" fmla="*/ 5844559 w 7467600"/>
              <a:gd name="connsiteY298" fmla="*/ 6553349 h 6858000"/>
              <a:gd name="connsiteX299" fmla="*/ 5975994 w 7467600"/>
              <a:gd name="connsiteY299" fmla="*/ 6858000 h 6858000"/>
              <a:gd name="connsiteX300" fmla="*/ 5898547 w 7467600"/>
              <a:gd name="connsiteY300" fmla="*/ 6858000 h 6858000"/>
              <a:gd name="connsiteX301" fmla="*/ 5682041 w 7467600"/>
              <a:gd name="connsiteY301" fmla="*/ 6355860 h 6858000"/>
              <a:gd name="connsiteX302" fmla="*/ 5461758 w 7467600"/>
              <a:gd name="connsiteY302" fmla="*/ 5820220 h 6858000"/>
              <a:gd name="connsiteX303" fmla="*/ 5237282 w 7467600"/>
              <a:gd name="connsiteY303" fmla="*/ 6579086 h 6858000"/>
              <a:gd name="connsiteX304" fmla="*/ 5115009 w 7467600"/>
              <a:gd name="connsiteY304" fmla="*/ 6858000 h 6858000"/>
              <a:gd name="connsiteX305" fmla="*/ 5028074 w 7467600"/>
              <a:gd name="connsiteY305" fmla="*/ 6858000 h 6858000"/>
              <a:gd name="connsiteX306" fmla="*/ 5079508 w 7467600"/>
              <a:gd name="connsiteY306" fmla="*/ 6749074 h 6858000"/>
              <a:gd name="connsiteX307" fmla="*/ 5371846 w 7467600"/>
              <a:gd name="connsiteY307" fmla="*/ 5924413 h 6858000"/>
              <a:gd name="connsiteX308" fmla="*/ 5270512 w 7467600"/>
              <a:gd name="connsiteY308" fmla="*/ 6138975 h 6858000"/>
              <a:gd name="connsiteX309" fmla="*/ 5062409 w 7467600"/>
              <a:gd name="connsiteY309" fmla="*/ 6653544 h 6858000"/>
              <a:gd name="connsiteX310" fmla="*/ 5036628 w 7467600"/>
              <a:gd name="connsiteY310" fmla="*/ 6754247 h 6858000"/>
              <a:gd name="connsiteX311" fmla="*/ 5009112 w 7467600"/>
              <a:gd name="connsiteY311" fmla="*/ 6858000 h 6858000"/>
              <a:gd name="connsiteX312" fmla="*/ 4976679 w 7467600"/>
              <a:gd name="connsiteY312" fmla="*/ 6858000 h 6858000"/>
              <a:gd name="connsiteX313" fmla="*/ 5006537 w 7467600"/>
              <a:gd name="connsiteY313" fmla="*/ 6747068 h 6858000"/>
              <a:gd name="connsiteX314" fmla="*/ 5032723 w 7467600"/>
              <a:gd name="connsiteY314" fmla="*/ 6644957 h 6858000"/>
              <a:gd name="connsiteX315" fmla="*/ 5242949 w 7467600"/>
              <a:gd name="connsiteY315" fmla="*/ 6125175 h 6858000"/>
              <a:gd name="connsiteX316" fmla="*/ 5286321 w 7467600"/>
              <a:gd name="connsiteY316" fmla="*/ 6033555 h 6858000"/>
              <a:gd name="connsiteX317" fmla="*/ 5008210 w 7467600"/>
              <a:gd name="connsiteY317" fmla="*/ 6649194 h 6858000"/>
              <a:gd name="connsiteX318" fmla="*/ 4986321 w 7467600"/>
              <a:gd name="connsiteY318" fmla="*/ 6765687 h 6858000"/>
              <a:gd name="connsiteX319" fmla="*/ 4973474 w 7467600"/>
              <a:gd name="connsiteY319" fmla="*/ 6858000 h 6858000"/>
              <a:gd name="connsiteX320" fmla="*/ 4907178 w 7467600"/>
              <a:gd name="connsiteY320" fmla="*/ 6858000 h 6858000"/>
              <a:gd name="connsiteX321" fmla="*/ 4910810 w 7467600"/>
              <a:gd name="connsiteY321" fmla="*/ 6829660 h 6858000"/>
              <a:gd name="connsiteX322" fmla="*/ 4987461 w 7467600"/>
              <a:gd name="connsiteY322" fmla="*/ 6432994 h 6858000"/>
              <a:gd name="connsiteX323" fmla="*/ 5179262 w 7467600"/>
              <a:gd name="connsiteY323" fmla="*/ 6035044 h 6858000"/>
              <a:gd name="connsiteX324" fmla="*/ 4689678 w 7467600"/>
              <a:gd name="connsiteY324" fmla="*/ 6440241 h 6858000"/>
              <a:gd name="connsiteX325" fmla="*/ 4477543 w 7467600"/>
              <a:gd name="connsiteY325" fmla="*/ 6674836 h 6858000"/>
              <a:gd name="connsiteX326" fmla="*/ 4329957 w 7467600"/>
              <a:gd name="connsiteY326" fmla="*/ 6858000 h 6858000"/>
              <a:gd name="connsiteX327" fmla="*/ 4218595 w 7467600"/>
              <a:gd name="connsiteY327" fmla="*/ 6858000 h 6858000"/>
              <a:gd name="connsiteX328" fmla="*/ 4368888 w 7467600"/>
              <a:gd name="connsiteY328" fmla="*/ 6668412 h 6858000"/>
              <a:gd name="connsiteX329" fmla="*/ 4563091 w 7467600"/>
              <a:gd name="connsiteY329" fmla="*/ 6442508 h 6858000"/>
              <a:gd name="connsiteX330" fmla="*/ 5387324 w 7467600"/>
              <a:gd name="connsiteY330" fmla="*/ 5705830 h 6858000"/>
              <a:gd name="connsiteX331" fmla="*/ 5073620 w 7467600"/>
              <a:gd name="connsiteY331" fmla="*/ 5955437 h 6858000"/>
              <a:gd name="connsiteX332" fmla="*/ 4689789 w 7467600"/>
              <a:gd name="connsiteY332" fmla="*/ 6268382 h 6858000"/>
              <a:gd name="connsiteX333" fmla="*/ 4418722 w 7467600"/>
              <a:gd name="connsiteY333" fmla="*/ 6570886 h 6858000"/>
              <a:gd name="connsiteX334" fmla="*/ 4214944 w 7467600"/>
              <a:gd name="connsiteY334" fmla="*/ 6858000 h 6858000"/>
              <a:gd name="connsiteX335" fmla="*/ 4177898 w 7467600"/>
              <a:gd name="connsiteY335" fmla="*/ 6858000 h 6858000"/>
              <a:gd name="connsiteX336" fmla="*/ 4391597 w 7467600"/>
              <a:gd name="connsiteY336" fmla="*/ 6556370 h 6858000"/>
              <a:gd name="connsiteX337" fmla="*/ 4668889 w 7467600"/>
              <a:gd name="connsiteY337" fmla="*/ 6246399 h 6858000"/>
              <a:gd name="connsiteX338" fmla="*/ 5055427 w 7467600"/>
              <a:gd name="connsiteY338" fmla="*/ 5931476 h 6858000"/>
              <a:gd name="connsiteX339" fmla="*/ 5371814 w 7467600"/>
              <a:gd name="connsiteY339" fmla="*/ 5678975 h 6858000"/>
              <a:gd name="connsiteX340" fmla="*/ 4987918 w 7467600"/>
              <a:gd name="connsiteY340" fmla="*/ 5838701 h 6858000"/>
              <a:gd name="connsiteX341" fmla="*/ 4317146 w 7467600"/>
              <a:gd name="connsiteY341" fmla="*/ 6587716 h 6858000"/>
              <a:gd name="connsiteX342" fmla="*/ 4171627 w 7467600"/>
              <a:gd name="connsiteY342" fmla="*/ 6858000 h 6858000"/>
              <a:gd name="connsiteX343" fmla="*/ 4081585 w 7467600"/>
              <a:gd name="connsiteY343" fmla="*/ 6858000 h 6858000"/>
              <a:gd name="connsiteX344" fmla="*/ 4238603 w 7467600"/>
              <a:gd name="connsiteY344" fmla="*/ 6559341 h 6858000"/>
              <a:gd name="connsiteX345" fmla="*/ 4778333 w 7467600"/>
              <a:gd name="connsiteY345" fmla="*/ 5873626 h 6858000"/>
              <a:gd name="connsiteX346" fmla="*/ 5414185 w 7467600"/>
              <a:gd name="connsiteY346" fmla="*/ 5573882 h 6858000"/>
              <a:gd name="connsiteX347" fmla="*/ 5959648 w 7467600"/>
              <a:gd name="connsiteY347" fmla="*/ 4760797 h 6858000"/>
              <a:gd name="connsiteX348" fmla="*/ 5355019 w 7467600"/>
              <a:gd name="connsiteY348" fmla="*/ 4734672 h 6858000"/>
              <a:gd name="connsiteX349" fmla="*/ 5083565 w 7467600"/>
              <a:gd name="connsiteY349" fmla="*/ 5179121 h 6858000"/>
              <a:gd name="connsiteX350" fmla="*/ 4713577 w 7467600"/>
              <a:gd name="connsiteY350" fmla="*/ 5616803 h 6858000"/>
              <a:gd name="connsiteX351" fmla="*/ 3989559 w 7467600"/>
              <a:gd name="connsiteY351" fmla="*/ 6145945 h 6858000"/>
              <a:gd name="connsiteX352" fmla="*/ 3939824 w 7467600"/>
              <a:gd name="connsiteY352" fmla="*/ 6066900 h 6858000"/>
              <a:gd name="connsiteX353" fmla="*/ 4584537 w 7467600"/>
              <a:gd name="connsiteY353" fmla="*/ 5324826 h 6858000"/>
              <a:gd name="connsiteX354" fmla="*/ 5037105 w 7467600"/>
              <a:gd name="connsiteY354" fmla="*/ 5088765 h 6858000"/>
              <a:gd name="connsiteX355" fmla="*/ 5039930 w 7467600"/>
              <a:gd name="connsiteY355" fmla="*/ 5089585 h 6858000"/>
              <a:gd name="connsiteX356" fmla="*/ 5263764 w 7467600"/>
              <a:gd name="connsiteY356" fmla="*/ 4735525 h 6858000"/>
              <a:gd name="connsiteX357" fmla="*/ 4086300 w 7467600"/>
              <a:gd name="connsiteY357" fmla="*/ 4884599 h 6858000"/>
              <a:gd name="connsiteX358" fmla="*/ 4085485 w 7467600"/>
              <a:gd name="connsiteY358" fmla="*/ 4899070 h 6858000"/>
              <a:gd name="connsiteX359" fmla="*/ 3871915 w 7467600"/>
              <a:gd name="connsiteY359" fmla="*/ 5253645 h 6858000"/>
              <a:gd name="connsiteX360" fmla="*/ 3799374 w 7467600"/>
              <a:gd name="connsiteY360" fmla="*/ 5466127 h 6858000"/>
              <a:gd name="connsiteX361" fmla="*/ 3498850 w 7467600"/>
              <a:gd name="connsiteY361" fmla="*/ 6661888 h 6858000"/>
              <a:gd name="connsiteX362" fmla="*/ 3399216 w 7467600"/>
              <a:gd name="connsiteY362" fmla="*/ 6858000 h 6858000"/>
              <a:gd name="connsiteX363" fmla="*/ 3303688 w 7467600"/>
              <a:gd name="connsiteY363" fmla="*/ 6858000 h 6858000"/>
              <a:gd name="connsiteX364" fmla="*/ 3391774 w 7467600"/>
              <a:gd name="connsiteY364" fmla="*/ 6697181 h 6858000"/>
              <a:gd name="connsiteX365" fmla="*/ 3735540 w 7467600"/>
              <a:gd name="connsiteY365" fmla="*/ 5546923 h 6858000"/>
              <a:gd name="connsiteX366" fmla="*/ 3729438 w 7467600"/>
              <a:gd name="connsiteY366" fmla="*/ 5569058 h 6858000"/>
              <a:gd name="connsiteX367" fmla="*/ 3707782 w 7467600"/>
              <a:gd name="connsiteY367" fmla="*/ 5644908 h 6858000"/>
              <a:gd name="connsiteX368" fmla="*/ 3583827 w 7467600"/>
              <a:gd name="connsiteY368" fmla="*/ 6039215 h 6858000"/>
              <a:gd name="connsiteX369" fmla="*/ 3547861 w 7467600"/>
              <a:gd name="connsiteY369" fmla="*/ 6129609 h 6858000"/>
              <a:gd name="connsiteX370" fmla="*/ 3490905 w 7467600"/>
              <a:gd name="connsiteY370" fmla="*/ 6277660 h 6858000"/>
              <a:gd name="connsiteX371" fmla="*/ 3455859 w 7467600"/>
              <a:gd name="connsiteY371" fmla="*/ 6391301 h 6858000"/>
              <a:gd name="connsiteX372" fmla="*/ 3429112 w 7467600"/>
              <a:gd name="connsiteY372" fmla="*/ 6479469 h 6858000"/>
              <a:gd name="connsiteX373" fmla="*/ 3304862 w 7467600"/>
              <a:gd name="connsiteY373" fmla="*/ 6796476 h 6858000"/>
              <a:gd name="connsiteX374" fmla="*/ 3276071 w 7467600"/>
              <a:gd name="connsiteY374" fmla="*/ 6858000 h 6858000"/>
              <a:gd name="connsiteX375" fmla="*/ 3240805 w 7467600"/>
              <a:gd name="connsiteY375" fmla="*/ 6858000 h 6858000"/>
              <a:gd name="connsiteX376" fmla="*/ 3275917 w 7467600"/>
              <a:gd name="connsiteY376" fmla="*/ 6783192 h 6858000"/>
              <a:gd name="connsiteX377" fmla="*/ 3399358 w 7467600"/>
              <a:gd name="connsiteY377" fmla="*/ 6469011 h 6858000"/>
              <a:gd name="connsiteX378" fmla="*/ 3425650 w 7467600"/>
              <a:gd name="connsiteY378" fmla="*/ 6381333 h 6858000"/>
              <a:gd name="connsiteX379" fmla="*/ 3460661 w 7467600"/>
              <a:gd name="connsiteY379" fmla="*/ 6266763 h 6858000"/>
              <a:gd name="connsiteX380" fmla="*/ 3518021 w 7467600"/>
              <a:gd name="connsiteY380" fmla="*/ 6117298 h 6858000"/>
              <a:gd name="connsiteX381" fmla="*/ 3554035 w 7467600"/>
              <a:gd name="connsiteY381" fmla="*/ 6027832 h 6858000"/>
              <a:gd name="connsiteX382" fmla="*/ 3677174 w 7467600"/>
              <a:gd name="connsiteY382" fmla="*/ 5636351 h 6858000"/>
              <a:gd name="connsiteX383" fmla="*/ 3698819 w 7467600"/>
              <a:gd name="connsiteY383" fmla="*/ 5560503 h 6858000"/>
              <a:gd name="connsiteX384" fmla="*/ 3702094 w 7467600"/>
              <a:gd name="connsiteY384" fmla="*/ 5549194 h 6858000"/>
              <a:gd name="connsiteX385" fmla="*/ 3398355 w 7467600"/>
              <a:gd name="connsiteY385" fmla="*/ 6094603 h 6858000"/>
              <a:gd name="connsiteX386" fmla="*/ 3193941 w 7467600"/>
              <a:gd name="connsiteY386" fmla="*/ 6798775 h 6858000"/>
              <a:gd name="connsiteX387" fmla="*/ 3184140 w 7467600"/>
              <a:gd name="connsiteY387" fmla="*/ 6858000 h 6858000"/>
              <a:gd name="connsiteX388" fmla="*/ 3099978 w 7467600"/>
              <a:gd name="connsiteY388" fmla="*/ 6858000 h 6858000"/>
              <a:gd name="connsiteX389" fmla="*/ 3101556 w 7467600"/>
              <a:gd name="connsiteY389" fmla="*/ 6843337 h 6858000"/>
              <a:gd name="connsiteX390" fmla="*/ 3370162 w 7467600"/>
              <a:gd name="connsiteY390" fmla="*/ 5785550 h 6858000"/>
              <a:gd name="connsiteX391" fmla="*/ 3746477 w 7467600"/>
              <a:gd name="connsiteY391" fmla="*/ 5377889 h 6858000"/>
              <a:gd name="connsiteX392" fmla="*/ 3863399 w 7467600"/>
              <a:gd name="connsiteY392" fmla="*/ 5087257 h 6858000"/>
              <a:gd name="connsiteX393" fmla="*/ 3968712 w 7467600"/>
              <a:gd name="connsiteY393" fmla="*/ 4913989 h 6858000"/>
              <a:gd name="connsiteX394" fmla="*/ 2792390 w 7467600"/>
              <a:gd name="connsiteY394" fmla="*/ 5382974 h 6858000"/>
              <a:gd name="connsiteX395" fmla="*/ 2714982 w 7467600"/>
              <a:gd name="connsiteY395" fmla="*/ 5427051 h 6858000"/>
              <a:gd name="connsiteX396" fmla="*/ 2813361 w 7467600"/>
              <a:gd name="connsiteY396" fmla="*/ 6023912 h 6858000"/>
              <a:gd name="connsiteX397" fmla="*/ 2688430 w 7467600"/>
              <a:gd name="connsiteY397" fmla="*/ 6801564 h 6858000"/>
              <a:gd name="connsiteX398" fmla="*/ 2629626 w 7467600"/>
              <a:gd name="connsiteY398" fmla="*/ 6763394 h 6858000"/>
              <a:gd name="connsiteX399" fmla="*/ 2565328 w 7467600"/>
              <a:gd name="connsiteY399" fmla="*/ 5516399 h 6858000"/>
              <a:gd name="connsiteX400" fmla="*/ 1922999 w 7467600"/>
              <a:gd name="connsiteY400" fmla="*/ 5980343 h 6858000"/>
              <a:gd name="connsiteX401" fmla="*/ 1950261 w 7467600"/>
              <a:gd name="connsiteY401" fmla="*/ 6405858 h 6858000"/>
              <a:gd name="connsiteX402" fmla="*/ 2365554 w 7467600"/>
              <a:gd name="connsiteY402" fmla="*/ 6759107 h 6858000"/>
              <a:gd name="connsiteX403" fmla="*/ 2424142 w 7467600"/>
              <a:gd name="connsiteY403" fmla="*/ 6858000 h 6858000"/>
              <a:gd name="connsiteX404" fmla="*/ 2395994 w 7467600"/>
              <a:gd name="connsiteY404" fmla="*/ 6858000 h 6858000"/>
              <a:gd name="connsiteX405" fmla="*/ 2392863 w 7467600"/>
              <a:gd name="connsiteY405" fmla="*/ 6852964 h 6858000"/>
              <a:gd name="connsiteX406" fmla="*/ 2017589 w 7467600"/>
              <a:gd name="connsiteY406" fmla="*/ 6493982 h 6858000"/>
              <a:gd name="connsiteX407" fmla="*/ 2147336 w 7467600"/>
              <a:gd name="connsiteY407" fmla="*/ 6594052 h 6858000"/>
              <a:gd name="connsiteX408" fmla="*/ 2207047 w 7467600"/>
              <a:gd name="connsiteY408" fmla="*/ 6654540 h 6858000"/>
              <a:gd name="connsiteX409" fmla="*/ 2299106 w 7467600"/>
              <a:gd name="connsiteY409" fmla="*/ 6778931 h 6858000"/>
              <a:gd name="connsiteX410" fmla="*/ 2314430 w 7467600"/>
              <a:gd name="connsiteY410" fmla="*/ 6801144 h 6858000"/>
              <a:gd name="connsiteX411" fmla="*/ 2352406 w 7467600"/>
              <a:gd name="connsiteY411" fmla="*/ 6858000 h 6858000"/>
              <a:gd name="connsiteX412" fmla="*/ 2314492 w 7467600"/>
              <a:gd name="connsiteY412" fmla="*/ 6858000 h 6858000"/>
              <a:gd name="connsiteX413" fmla="*/ 2288095 w 7467600"/>
              <a:gd name="connsiteY413" fmla="*/ 6818030 h 6858000"/>
              <a:gd name="connsiteX414" fmla="*/ 2272768 w 7467600"/>
              <a:gd name="connsiteY414" fmla="*/ 6795822 h 6858000"/>
              <a:gd name="connsiteX415" fmla="*/ 2182715 w 7467600"/>
              <a:gd name="connsiteY415" fmla="*/ 6675071 h 6858000"/>
              <a:gd name="connsiteX416" fmla="*/ 2032061 w 7467600"/>
              <a:gd name="connsiteY416" fmla="*/ 6541380 h 6858000"/>
              <a:gd name="connsiteX417" fmla="*/ 2257220 w 7467600"/>
              <a:gd name="connsiteY417" fmla="*/ 6826257 h 6858000"/>
              <a:gd name="connsiteX418" fmla="*/ 2281324 w 7467600"/>
              <a:gd name="connsiteY418" fmla="*/ 6858000 h 6858000"/>
              <a:gd name="connsiteX419" fmla="*/ 2242860 w 7467600"/>
              <a:gd name="connsiteY419" fmla="*/ 6858000 h 6858000"/>
              <a:gd name="connsiteX420" fmla="*/ 2232818 w 7467600"/>
              <a:gd name="connsiteY420" fmla="*/ 6844926 h 6858000"/>
              <a:gd name="connsiteX421" fmla="*/ 1990172 w 7467600"/>
              <a:gd name="connsiteY421" fmla="*/ 6542121 h 6858000"/>
              <a:gd name="connsiteX422" fmla="*/ 2124090 w 7467600"/>
              <a:gd name="connsiteY422" fmla="*/ 6761017 h 6858000"/>
              <a:gd name="connsiteX423" fmla="*/ 2200380 w 7467600"/>
              <a:gd name="connsiteY423" fmla="*/ 6858000 h 6858000"/>
              <a:gd name="connsiteX424" fmla="*/ 2147507 w 7467600"/>
              <a:gd name="connsiteY424" fmla="*/ 6858000 h 6858000"/>
              <a:gd name="connsiteX425" fmla="*/ 2070668 w 7467600"/>
              <a:gd name="connsiteY425" fmla="*/ 6761520 h 6858000"/>
              <a:gd name="connsiteX426" fmla="*/ 1975142 w 7467600"/>
              <a:gd name="connsiteY426" fmla="*/ 6585570 h 6858000"/>
              <a:gd name="connsiteX427" fmla="*/ 2050035 w 7467600"/>
              <a:gd name="connsiteY427" fmla="*/ 6813345 h 6858000"/>
              <a:gd name="connsiteX428" fmla="*/ 2063025 w 7467600"/>
              <a:gd name="connsiteY428" fmla="*/ 6858000 h 6858000"/>
              <a:gd name="connsiteX429" fmla="*/ 2021675 w 7467600"/>
              <a:gd name="connsiteY429" fmla="*/ 6858000 h 6858000"/>
              <a:gd name="connsiteX430" fmla="*/ 2019308 w 7467600"/>
              <a:gd name="connsiteY430" fmla="*/ 6847118 h 6858000"/>
              <a:gd name="connsiteX431" fmla="*/ 1938835 w 7467600"/>
              <a:gd name="connsiteY431" fmla="*/ 6551160 h 6858000"/>
              <a:gd name="connsiteX432" fmla="*/ 1953230 w 7467600"/>
              <a:gd name="connsiteY432" fmla="*/ 6759699 h 6858000"/>
              <a:gd name="connsiteX433" fmla="*/ 1956763 w 7467600"/>
              <a:gd name="connsiteY433" fmla="*/ 6778191 h 6858000"/>
              <a:gd name="connsiteX434" fmla="*/ 1967925 w 7467600"/>
              <a:gd name="connsiteY434" fmla="*/ 6858000 h 6858000"/>
              <a:gd name="connsiteX435" fmla="*/ 1936622 w 7467600"/>
              <a:gd name="connsiteY435" fmla="*/ 6858000 h 6858000"/>
              <a:gd name="connsiteX436" fmla="*/ 1926261 w 7467600"/>
              <a:gd name="connsiteY436" fmla="*/ 6784064 h 6858000"/>
              <a:gd name="connsiteX437" fmla="*/ 1922724 w 7467600"/>
              <a:gd name="connsiteY437" fmla="*/ 6765577 h 6858000"/>
              <a:gd name="connsiteX438" fmla="*/ 1904650 w 7467600"/>
              <a:gd name="connsiteY438" fmla="*/ 6639616 h 6858000"/>
              <a:gd name="connsiteX439" fmla="*/ 1885273 w 7467600"/>
              <a:gd name="connsiteY439" fmla="*/ 6858000 h 6858000"/>
              <a:gd name="connsiteX440" fmla="*/ 1854363 w 7467600"/>
              <a:gd name="connsiteY440" fmla="*/ 6858000 h 6858000"/>
              <a:gd name="connsiteX441" fmla="*/ 1880391 w 7467600"/>
              <a:gd name="connsiteY441" fmla="*/ 6603796 h 6858000"/>
              <a:gd name="connsiteX442" fmla="*/ 1818273 w 7467600"/>
              <a:gd name="connsiteY442" fmla="*/ 6715729 h 6858000"/>
              <a:gd name="connsiteX443" fmla="*/ 1794691 w 7467600"/>
              <a:gd name="connsiteY443" fmla="*/ 6843239 h 6858000"/>
              <a:gd name="connsiteX444" fmla="*/ 1794914 w 7467600"/>
              <a:gd name="connsiteY444" fmla="*/ 6858000 h 6858000"/>
              <a:gd name="connsiteX445" fmla="*/ 1746128 w 7467600"/>
              <a:gd name="connsiteY445" fmla="*/ 6858000 h 6858000"/>
              <a:gd name="connsiteX446" fmla="*/ 1753934 w 7467600"/>
              <a:gd name="connsiteY446" fmla="*/ 6724796 h 6858000"/>
              <a:gd name="connsiteX447" fmla="*/ 1792053 w 7467600"/>
              <a:gd name="connsiteY447" fmla="*/ 6572396 h 6858000"/>
              <a:gd name="connsiteX448" fmla="*/ 1862248 w 7467600"/>
              <a:gd name="connsiteY448" fmla="*/ 6266397 h 6858000"/>
              <a:gd name="connsiteX449" fmla="*/ 1862250 w 7467600"/>
              <a:gd name="connsiteY449" fmla="*/ 6033531 h 6858000"/>
              <a:gd name="connsiteX450" fmla="*/ 1211999 w 7467600"/>
              <a:gd name="connsiteY450" fmla="*/ 6683610 h 6858000"/>
              <a:gd name="connsiteX451" fmla="*/ 1213266 w 7467600"/>
              <a:gd name="connsiteY451" fmla="*/ 6691947 h 6858000"/>
              <a:gd name="connsiteX452" fmla="*/ 1203370 w 7467600"/>
              <a:gd name="connsiteY452" fmla="*/ 6850676 h 6858000"/>
              <a:gd name="connsiteX453" fmla="*/ 1203671 w 7467600"/>
              <a:gd name="connsiteY453" fmla="*/ 6858000 h 6858000"/>
              <a:gd name="connsiteX454" fmla="*/ 1143180 w 7467600"/>
              <a:gd name="connsiteY454" fmla="*/ 6858000 h 6858000"/>
              <a:gd name="connsiteX455" fmla="*/ 1142176 w 7467600"/>
              <a:gd name="connsiteY455" fmla="*/ 6766045 h 6858000"/>
              <a:gd name="connsiteX456" fmla="*/ 1067484 w 7467600"/>
              <a:gd name="connsiteY456" fmla="*/ 6858000 h 6858000"/>
              <a:gd name="connsiteX457" fmla="*/ 953928 w 7467600"/>
              <a:gd name="connsiteY457" fmla="*/ 6858000 h 6858000"/>
              <a:gd name="connsiteX458" fmla="*/ 959715 w 7467600"/>
              <a:gd name="connsiteY458" fmla="*/ 6850185 h 6858000"/>
              <a:gd name="connsiteX459" fmla="*/ 1483788 w 7467600"/>
              <a:gd name="connsiteY459" fmla="*/ 6259174 h 6858000"/>
              <a:gd name="connsiteX460" fmla="*/ 1100671 w 7467600"/>
              <a:gd name="connsiteY460" fmla="*/ 6252137 h 6858000"/>
              <a:gd name="connsiteX461" fmla="*/ 1090144 w 7467600"/>
              <a:gd name="connsiteY461" fmla="*/ 6256748 h 6858000"/>
              <a:gd name="connsiteX462" fmla="*/ 1095872 w 7467600"/>
              <a:gd name="connsiteY462" fmla="*/ 6271892 h 6858000"/>
              <a:gd name="connsiteX463" fmla="*/ 262785 w 7467600"/>
              <a:gd name="connsiteY463" fmla="*/ 6845450 h 6858000"/>
              <a:gd name="connsiteX464" fmla="*/ 209968 w 7467600"/>
              <a:gd name="connsiteY464" fmla="*/ 6770713 h 6858000"/>
              <a:gd name="connsiteX465" fmla="*/ 873460 w 7467600"/>
              <a:gd name="connsiteY465" fmla="*/ 6253768 h 6858000"/>
              <a:gd name="connsiteX466" fmla="*/ 192686 w 7467600"/>
              <a:gd name="connsiteY466" fmla="*/ 5849257 h 6858000"/>
              <a:gd name="connsiteX467" fmla="*/ 4696 w 7467600"/>
              <a:gd name="connsiteY467" fmla="*/ 5697668 h 6858000"/>
              <a:gd name="connsiteX468" fmla="*/ 0 w 7467600"/>
              <a:gd name="connsiteY468" fmla="*/ 5689984 h 6858000"/>
              <a:gd name="connsiteX469" fmla="*/ 0 w 7467600"/>
              <a:gd name="connsiteY469" fmla="*/ 5513472 h 6858000"/>
              <a:gd name="connsiteX470" fmla="*/ 174101 w 7467600"/>
              <a:gd name="connsiteY470" fmla="*/ 5620277 h 6858000"/>
              <a:gd name="connsiteX471" fmla="*/ 891800 w 7467600"/>
              <a:gd name="connsiteY471" fmla="*/ 6036935 h 6858000"/>
              <a:gd name="connsiteX472" fmla="*/ 1072219 w 7467600"/>
              <a:gd name="connsiteY472" fmla="*/ 6169443 h 6858000"/>
              <a:gd name="connsiteX473" fmla="*/ 1074117 w 7467600"/>
              <a:gd name="connsiteY473" fmla="*/ 6170301 h 6858000"/>
              <a:gd name="connsiteX474" fmla="*/ 1083114 w 7467600"/>
              <a:gd name="connsiteY474" fmla="*/ 6174131 h 6858000"/>
              <a:gd name="connsiteX475" fmla="*/ 1543010 w 7467600"/>
              <a:gd name="connsiteY475" fmla="*/ 6191140 h 6858000"/>
              <a:gd name="connsiteX476" fmla="*/ 1551080 w 7467600"/>
              <a:gd name="connsiteY476" fmla="*/ 6195006 h 6858000"/>
              <a:gd name="connsiteX477" fmla="*/ 2345443 w 7467600"/>
              <a:gd name="connsiteY477" fmla="*/ 5549882 h 6858000"/>
              <a:gd name="connsiteX478" fmla="*/ 1721499 w 7467600"/>
              <a:gd name="connsiteY478" fmla="*/ 5599969 h 6858000"/>
              <a:gd name="connsiteX479" fmla="*/ 767716 w 7467600"/>
              <a:gd name="connsiteY479" fmla="*/ 5472768 h 6858000"/>
              <a:gd name="connsiteX480" fmla="*/ 722147 w 7467600"/>
              <a:gd name="connsiteY480" fmla="*/ 5393091 h 6858000"/>
              <a:gd name="connsiteX481" fmla="*/ 1485552 w 7467600"/>
              <a:gd name="connsiteY481" fmla="*/ 5313202 h 6858000"/>
              <a:gd name="connsiteX482" fmla="*/ 2143004 w 7467600"/>
              <a:gd name="connsiteY482" fmla="*/ 5402420 h 6858000"/>
              <a:gd name="connsiteX483" fmla="*/ 1933391 w 7467600"/>
              <a:gd name="connsiteY483" fmla="*/ 5156971 h 6858000"/>
              <a:gd name="connsiteX484" fmla="*/ 1827118 w 7467600"/>
              <a:gd name="connsiteY484" fmla="*/ 4968410 h 6858000"/>
              <a:gd name="connsiteX485" fmla="*/ 1837349 w 7467600"/>
              <a:gd name="connsiteY485" fmla="*/ 4956357 h 6858000"/>
              <a:gd name="connsiteX486" fmla="*/ 2162835 w 7467600"/>
              <a:gd name="connsiteY486" fmla="*/ 5187853 h 6858000"/>
              <a:gd name="connsiteX487" fmla="*/ 2257167 w 7467600"/>
              <a:gd name="connsiteY487" fmla="*/ 5462123 h 6858000"/>
              <a:gd name="connsiteX488" fmla="*/ 2261598 w 7467600"/>
              <a:gd name="connsiteY488" fmla="*/ 5467998 h 6858000"/>
              <a:gd name="connsiteX489" fmla="*/ 2437177 w 7467600"/>
              <a:gd name="connsiteY489" fmla="*/ 5479608 h 6858000"/>
              <a:gd name="connsiteX490" fmla="*/ 2445247 w 7467600"/>
              <a:gd name="connsiteY490" fmla="*/ 5483476 h 6858000"/>
              <a:gd name="connsiteX491" fmla="*/ 2743626 w 7467600"/>
              <a:gd name="connsiteY491" fmla="*/ 5304819 h 6858000"/>
              <a:gd name="connsiteX492" fmla="*/ 3048102 w 7467600"/>
              <a:gd name="connsiteY492" fmla="*/ 5150595 h 6858000"/>
              <a:gd name="connsiteX493" fmla="*/ 1799414 w 7467600"/>
              <a:gd name="connsiteY493" fmla="*/ 4694732 h 6858000"/>
              <a:gd name="connsiteX494" fmla="*/ 1771735 w 7467600"/>
              <a:gd name="connsiteY494" fmla="*/ 4619929 h 6858000"/>
              <a:gd name="connsiteX495" fmla="*/ 3104273 w 7467600"/>
              <a:gd name="connsiteY495" fmla="*/ 5076159 h 6858000"/>
              <a:gd name="connsiteX496" fmla="*/ 3113245 w 7467600"/>
              <a:gd name="connsiteY496" fmla="*/ 5090705 h 6858000"/>
              <a:gd name="connsiteX497" fmla="*/ 3126294 w 7467600"/>
              <a:gd name="connsiteY497" fmla="*/ 5114400 h 6858000"/>
              <a:gd name="connsiteX498" fmla="*/ 3937433 w 7467600"/>
              <a:gd name="connsiteY498" fmla="*/ 4830473 h 6858000"/>
              <a:gd name="connsiteX499" fmla="*/ 3590475 w 7467600"/>
              <a:gd name="connsiteY499" fmla="*/ 4597974 h 6858000"/>
              <a:gd name="connsiteX500" fmla="*/ 3100264 w 7467600"/>
              <a:gd name="connsiteY500" fmla="*/ 4579845 h 6858000"/>
              <a:gd name="connsiteX501" fmla="*/ 2183576 w 7467600"/>
              <a:gd name="connsiteY501" fmla="*/ 4227150 h 6858000"/>
              <a:gd name="connsiteX502" fmla="*/ 2151029 w 7467600"/>
              <a:gd name="connsiteY502" fmla="*/ 4146947 h 6858000"/>
              <a:gd name="connsiteX503" fmla="*/ 3563434 w 7467600"/>
              <a:gd name="connsiteY503" fmla="*/ 4469115 h 6858000"/>
              <a:gd name="connsiteX504" fmla="*/ 3177952 w 7467600"/>
              <a:gd name="connsiteY504" fmla="*/ 3657386 h 6858000"/>
              <a:gd name="connsiteX505" fmla="*/ 3189263 w 7467600"/>
              <a:gd name="connsiteY505" fmla="*/ 3625726 h 6858000"/>
              <a:gd name="connsiteX506" fmla="*/ 3560912 w 7467600"/>
              <a:gd name="connsiteY506" fmla="*/ 4079863 h 6858000"/>
              <a:gd name="connsiteX507" fmla="*/ 3626636 w 7467600"/>
              <a:gd name="connsiteY507" fmla="*/ 4512230 h 6858000"/>
              <a:gd name="connsiteX508" fmla="*/ 3653088 w 7467600"/>
              <a:gd name="connsiteY508" fmla="*/ 4521417 h 6858000"/>
              <a:gd name="connsiteX509" fmla="*/ 3988128 w 7467600"/>
              <a:gd name="connsiteY509" fmla="*/ 4817267 h 6858000"/>
              <a:gd name="connsiteX510" fmla="*/ 4830582 w 7467600"/>
              <a:gd name="connsiteY510" fmla="*/ 4676000 h 6858000"/>
              <a:gd name="connsiteX511" fmla="*/ 4830100 w 7467600"/>
              <a:gd name="connsiteY511" fmla="*/ 4675554 h 6858000"/>
              <a:gd name="connsiteX512" fmla="*/ 4036318 w 7467600"/>
              <a:gd name="connsiteY512" fmla="*/ 4147013 h 6858000"/>
              <a:gd name="connsiteX513" fmla="*/ 3432098 w 7467600"/>
              <a:gd name="connsiteY513" fmla="*/ 3537312 h 6858000"/>
              <a:gd name="connsiteX514" fmla="*/ 3446761 w 7467600"/>
              <a:gd name="connsiteY514" fmla="*/ 3461278 h 6858000"/>
              <a:gd name="connsiteX515" fmla="*/ 4419733 w 7467600"/>
              <a:gd name="connsiteY515" fmla="*/ 3963555 h 6858000"/>
              <a:gd name="connsiteX516" fmla="*/ 4781371 w 7467600"/>
              <a:gd name="connsiteY516" fmla="*/ 4458604 h 6858000"/>
              <a:gd name="connsiteX517" fmla="*/ 4780440 w 7467600"/>
              <a:gd name="connsiteY517" fmla="*/ 4470290 h 6858000"/>
              <a:gd name="connsiteX518" fmla="*/ 4898954 w 7467600"/>
              <a:gd name="connsiteY518" fmla="*/ 4662092 h 6858000"/>
              <a:gd name="connsiteX519" fmla="*/ 4900699 w 7467600"/>
              <a:gd name="connsiteY519" fmla="*/ 4670867 h 6858000"/>
              <a:gd name="connsiteX520" fmla="*/ 5714511 w 7467600"/>
              <a:gd name="connsiteY520" fmla="*/ 4663483 h 6858000"/>
              <a:gd name="connsiteX521" fmla="*/ 5464793 w 7467600"/>
              <a:gd name="connsiteY521" fmla="*/ 4393556 h 6858000"/>
              <a:gd name="connsiteX522" fmla="*/ 5461897 w 7467600"/>
              <a:gd name="connsiteY522" fmla="*/ 4390879 h 6858000"/>
              <a:gd name="connsiteX523" fmla="*/ 4294126 w 7467600"/>
              <a:gd name="connsiteY523" fmla="*/ 3303048 h 6858000"/>
              <a:gd name="connsiteX524" fmla="*/ 4305321 w 7467600"/>
              <a:gd name="connsiteY524" fmla="*/ 3256953 h 6858000"/>
              <a:gd name="connsiteX525" fmla="*/ 4949299 w 7467600"/>
              <a:gd name="connsiteY525" fmla="*/ 3766336 h 6858000"/>
              <a:gd name="connsiteX526" fmla="*/ 5291452 w 7467600"/>
              <a:gd name="connsiteY526" fmla="*/ 4076801 h 6858000"/>
              <a:gd name="connsiteX527" fmla="*/ 5434998 w 7467600"/>
              <a:gd name="connsiteY527" fmla="*/ 4254100 h 6858000"/>
              <a:gd name="connsiteX528" fmla="*/ 5351015 w 7467600"/>
              <a:gd name="connsiteY528" fmla="*/ 3760989 h 6858000"/>
              <a:gd name="connsiteX529" fmla="*/ 5413780 w 7467600"/>
              <a:gd name="connsiteY529" fmla="*/ 2966265 h 6858000"/>
              <a:gd name="connsiteX530" fmla="*/ 5425627 w 7467600"/>
              <a:gd name="connsiteY530" fmla="*/ 2954192 h 6858000"/>
              <a:gd name="connsiteX531" fmla="*/ 6604735 w 7467600"/>
              <a:gd name="connsiteY531" fmla="*/ 2041381 h 6858000"/>
              <a:gd name="connsiteX532" fmla="*/ 7204487 w 7467600"/>
              <a:gd name="connsiteY532" fmla="*/ 2742112 h 6858000"/>
              <a:gd name="connsiteX533" fmla="*/ 7131592 w 7467600"/>
              <a:gd name="connsiteY533" fmla="*/ 2672096 h 6858000"/>
              <a:gd name="connsiteX534" fmla="*/ 6996344 w 7467600"/>
              <a:gd name="connsiteY534" fmla="*/ 2518310 h 6858000"/>
              <a:gd name="connsiteX535" fmla="*/ 6735495 w 7467600"/>
              <a:gd name="connsiteY535" fmla="*/ 2196890 h 6858000"/>
              <a:gd name="connsiteX536" fmla="*/ 6721901 w 7467600"/>
              <a:gd name="connsiteY536" fmla="*/ 2179274 h 6858000"/>
              <a:gd name="connsiteX537" fmla="*/ 6604735 w 7467600"/>
              <a:gd name="connsiteY537" fmla="*/ 2041381 h 6858000"/>
              <a:gd name="connsiteX538" fmla="*/ 6591670 w 7467600"/>
              <a:gd name="connsiteY538" fmla="*/ 1988277 h 6858000"/>
              <a:gd name="connsiteX539" fmla="*/ 6747349 w 7467600"/>
              <a:gd name="connsiteY539" fmla="*/ 2160069 h 6858000"/>
              <a:gd name="connsiteX540" fmla="*/ 6760943 w 7467600"/>
              <a:gd name="connsiteY540" fmla="*/ 2177686 h 6858000"/>
              <a:gd name="connsiteX541" fmla="*/ 7021065 w 7467600"/>
              <a:gd name="connsiteY541" fmla="*/ 2498102 h 6858000"/>
              <a:gd name="connsiteX542" fmla="*/ 7155223 w 7467600"/>
              <a:gd name="connsiteY542" fmla="*/ 2650386 h 6858000"/>
              <a:gd name="connsiteX543" fmla="*/ 7203167 w 7467600"/>
              <a:gd name="connsiteY543" fmla="*/ 2697288 h 6858000"/>
              <a:gd name="connsiteX544" fmla="*/ 6937703 w 7467600"/>
              <a:gd name="connsiteY544" fmla="*/ 2321981 h 6858000"/>
              <a:gd name="connsiteX545" fmla="*/ 6591670 w 7467600"/>
              <a:gd name="connsiteY545" fmla="*/ 1988277 h 6858000"/>
              <a:gd name="connsiteX546" fmla="*/ 5798671 w 7467600"/>
              <a:gd name="connsiteY546" fmla="*/ 1981601 h 6858000"/>
              <a:gd name="connsiteX547" fmla="*/ 5754709 w 7467600"/>
              <a:gd name="connsiteY547" fmla="*/ 2071454 h 6858000"/>
              <a:gd name="connsiteX548" fmla="*/ 5763044 w 7467600"/>
              <a:gd name="connsiteY548" fmla="*/ 2842206 h 6858000"/>
              <a:gd name="connsiteX549" fmla="*/ 5764974 w 7467600"/>
              <a:gd name="connsiteY549" fmla="*/ 2799609 h 6858000"/>
              <a:gd name="connsiteX550" fmla="*/ 5767665 w 7467600"/>
              <a:gd name="connsiteY550" fmla="*/ 2666409 h 6858000"/>
              <a:gd name="connsiteX551" fmla="*/ 5763055 w 7467600"/>
              <a:gd name="connsiteY551" fmla="*/ 2579705 h 6858000"/>
              <a:gd name="connsiteX552" fmla="*/ 5758079 w 7467600"/>
              <a:gd name="connsiteY552" fmla="*/ 2492508 h 6858000"/>
              <a:gd name="connsiteX553" fmla="*/ 5779325 w 7467600"/>
              <a:gd name="connsiteY553" fmla="*/ 2197069 h 6858000"/>
              <a:gd name="connsiteX554" fmla="*/ 5798671 w 7467600"/>
              <a:gd name="connsiteY554" fmla="*/ 1981601 h 6858000"/>
              <a:gd name="connsiteX555" fmla="*/ 5829202 w 7467600"/>
              <a:gd name="connsiteY555" fmla="*/ 1971679 h 6858000"/>
              <a:gd name="connsiteX556" fmla="*/ 5809558 w 7467600"/>
              <a:gd name="connsiteY556" fmla="*/ 2198043 h 6858000"/>
              <a:gd name="connsiteX557" fmla="*/ 5788653 w 7467600"/>
              <a:gd name="connsiteY557" fmla="*/ 2489430 h 6858000"/>
              <a:gd name="connsiteX558" fmla="*/ 5793439 w 7467600"/>
              <a:gd name="connsiteY558" fmla="*/ 2575235 h 6858000"/>
              <a:gd name="connsiteX559" fmla="*/ 5796837 w 7467600"/>
              <a:gd name="connsiteY559" fmla="*/ 2637633 h 6858000"/>
              <a:gd name="connsiteX560" fmla="*/ 5818614 w 7467600"/>
              <a:gd name="connsiteY560" fmla="*/ 2473055 h 6858000"/>
              <a:gd name="connsiteX561" fmla="*/ 5829202 w 7467600"/>
              <a:gd name="connsiteY561" fmla="*/ 1971679 h 6858000"/>
              <a:gd name="connsiteX562" fmla="*/ 5911389 w 7467600"/>
              <a:gd name="connsiteY562" fmla="*/ 1898371 h 6858000"/>
              <a:gd name="connsiteX563" fmla="*/ 6237627 w 7467600"/>
              <a:gd name="connsiteY563" fmla="*/ 2231921 h 6858000"/>
              <a:gd name="connsiteX564" fmla="*/ 5911389 w 7467600"/>
              <a:gd name="connsiteY564" fmla="*/ 1898371 h 6858000"/>
              <a:gd name="connsiteX565" fmla="*/ 6944437 w 7467600"/>
              <a:gd name="connsiteY565" fmla="*/ 1575402 h 6858000"/>
              <a:gd name="connsiteX566" fmla="*/ 6304730 w 7467600"/>
              <a:gd name="connsiteY566" fmla="*/ 1766654 h 6858000"/>
              <a:gd name="connsiteX567" fmla="*/ 6944437 w 7467600"/>
              <a:gd name="connsiteY567" fmla="*/ 1575402 h 6858000"/>
              <a:gd name="connsiteX568" fmla="*/ 7019523 w 7467600"/>
              <a:gd name="connsiteY568" fmla="*/ 1519450 h 6858000"/>
              <a:gd name="connsiteX569" fmla="*/ 6298091 w 7467600"/>
              <a:gd name="connsiteY569" fmla="*/ 1737122 h 6858000"/>
              <a:gd name="connsiteX570" fmla="*/ 7019523 w 7467600"/>
              <a:gd name="connsiteY570" fmla="*/ 1519450 h 6858000"/>
              <a:gd name="connsiteX571" fmla="*/ 2399523 w 7467600"/>
              <a:gd name="connsiteY571" fmla="*/ 1428234 h 6858000"/>
              <a:gd name="connsiteX572" fmla="*/ 2224982 w 7467600"/>
              <a:gd name="connsiteY572" fmla="*/ 1826201 h 6858000"/>
              <a:gd name="connsiteX573" fmla="*/ 2096099 w 7467600"/>
              <a:gd name="connsiteY573" fmla="*/ 2345900 h 6858000"/>
              <a:gd name="connsiteX574" fmla="*/ 2283317 w 7467600"/>
              <a:gd name="connsiteY574" fmla="*/ 1796925 h 6858000"/>
              <a:gd name="connsiteX575" fmla="*/ 2399523 w 7467600"/>
              <a:gd name="connsiteY575" fmla="*/ 1428234 h 6858000"/>
              <a:gd name="connsiteX576" fmla="*/ 2448558 w 7467600"/>
              <a:gd name="connsiteY576" fmla="*/ 1373435 h 6858000"/>
              <a:gd name="connsiteX577" fmla="*/ 2312521 w 7467600"/>
              <a:gd name="connsiteY577" fmla="*/ 1806140 h 6858000"/>
              <a:gd name="connsiteX578" fmla="*/ 2127533 w 7467600"/>
              <a:gd name="connsiteY578" fmla="*/ 2348380 h 6858000"/>
              <a:gd name="connsiteX579" fmla="*/ 2358080 w 7467600"/>
              <a:gd name="connsiteY579" fmla="*/ 1866134 h 6858000"/>
              <a:gd name="connsiteX580" fmla="*/ 2407436 w 7467600"/>
              <a:gd name="connsiteY580" fmla="*/ 1651070 h 6858000"/>
              <a:gd name="connsiteX581" fmla="*/ 2448558 w 7467600"/>
              <a:gd name="connsiteY581" fmla="*/ 1373435 h 6858000"/>
              <a:gd name="connsiteX582" fmla="*/ 278707 w 7467600"/>
              <a:gd name="connsiteY582" fmla="*/ 1352270 h 6858000"/>
              <a:gd name="connsiteX583" fmla="*/ 321570 w 7467600"/>
              <a:gd name="connsiteY583" fmla="*/ 1861610 h 6858000"/>
              <a:gd name="connsiteX584" fmla="*/ 294281 w 7467600"/>
              <a:gd name="connsiteY584" fmla="*/ 1440658 h 6858000"/>
              <a:gd name="connsiteX585" fmla="*/ 278707 w 7467600"/>
              <a:gd name="connsiteY585" fmla="*/ 1352270 h 6858000"/>
              <a:gd name="connsiteX586" fmla="*/ 1423821 w 7467600"/>
              <a:gd name="connsiteY586" fmla="*/ 1351958 h 6858000"/>
              <a:gd name="connsiteX587" fmla="*/ 1638521 w 7467600"/>
              <a:gd name="connsiteY587" fmla="*/ 1908470 h 6858000"/>
              <a:gd name="connsiteX588" fmla="*/ 1754199 w 7467600"/>
              <a:gd name="connsiteY588" fmla="*/ 2149284 h 6858000"/>
              <a:gd name="connsiteX589" fmla="*/ 1908359 w 7467600"/>
              <a:gd name="connsiteY589" fmla="*/ 2364988 h 6858000"/>
              <a:gd name="connsiteX590" fmla="*/ 1647661 w 7467600"/>
              <a:gd name="connsiteY590" fmla="*/ 1825945 h 6858000"/>
              <a:gd name="connsiteX591" fmla="*/ 1423821 w 7467600"/>
              <a:gd name="connsiteY591" fmla="*/ 1351958 h 6858000"/>
              <a:gd name="connsiteX592" fmla="*/ 1431890 w 7467600"/>
              <a:gd name="connsiteY592" fmla="*/ 1306475 h 6858000"/>
              <a:gd name="connsiteX593" fmla="*/ 1507597 w 7467600"/>
              <a:gd name="connsiteY593" fmla="*/ 1446132 h 6858000"/>
              <a:gd name="connsiteX594" fmla="*/ 1674586 w 7467600"/>
              <a:gd name="connsiteY594" fmla="*/ 1813832 h 6858000"/>
              <a:gd name="connsiteX595" fmla="*/ 1815950 w 7467600"/>
              <a:gd name="connsiteY595" fmla="*/ 2128564 h 6858000"/>
              <a:gd name="connsiteX596" fmla="*/ 1984242 w 7467600"/>
              <a:gd name="connsiteY596" fmla="*/ 2430829 h 6858000"/>
              <a:gd name="connsiteX597" fmla="*/ 2014023 w 7467600"/>
              <a:gd name="connsiteY597" fmla="*/ 2450995 h 6858000"/>
              <a:gd name="connsiteX598" fmla="*/ 1747337 w 7467600"/>
              <a:gd name="connsiteY598" fmla="*/ 1855264 h 6858000"/>
              <a:gd name="connsiteX599" fmla="*/ 1533749 w 7467600"/>
              <a:gd name="connsiteY599" fmla="*/ 1478656 h 6858000"/>
              <a:gd name="connsiteX600" fmla="*/ 1431890 w 7467600"/>
              <a:gd name="connsiteY600" fmla="*/ 1306475 h 6858000"/>
              <a:gd name="connsiteX601" fmla="*/ 5052692 w 7467600"/>
              <a:gd name="connsiteY601" fmla="*/ 1292994 h 6858000"/>
              <a:gd name="connsiteX602" fmla="*/ 5200661 w 7467600"/>
              <a:gd name="connsiteY602" fmla="*/ 1635186 h 6858000"/>
              <a:gd name="connsiteX603" fmla="*/ 5297138 w 7467600"/>
              <a:gd name="connsiteY603" fmla="*/ 1906351 h 6858000"/>
              <a:gd name="connsiteX604" fmla="*/ 5052692 w 7467600"/>
              <a:gd name="connsiteY604" fmla="*/ 1292994 h 6858000"/>
              <a:gd name="connsiteX605" fmla="*/ 5009948 w 7467600"/>
              <a:gd name="connsiteY605" fmla="*/ 1273619 h 6858000"/>
              <a:gd name="connsiteX606" fmla="*/ 5121777 w 7467600"/>
              <a:gd name="connsiteY606" fmla="*/ 1654213 h 6858000"/>
              <a:gd name="connsiteX607" fmla="*/ 5293545 w 7467600"/>
              <a:gd name="connsiteY607" fmla="*/ 2072247 h 6858000"/>
              <a:gd name="connsiteX608" fmla="*/ 5294042 w 7467600"/>
              <a:gd name="connsiteY608" fmla="*/ 2065019 h 6858000"/>
              <a:gd name="connsiteX609" fmla="*/ 5171936 w 7467600"/>
              <a:gd name="connsiteY609" fmla="*/ 1647613 h 6858000"/>
              <a:gd name="connsiteX610" fmla="*/ 5009948 w 7467600"/>
              <a:gd name="connsiteY610" fmla="*/ 1273619 h 6858000"/>
              <a:gd name="connsiteX611" fmla="*/ 655236 w 7467600"/>
              <a:gd name="connsiteY611" fmla="*/ 1268632 h 6858000"/>
              <a:gd name="connsiteX612" fmla="*/ 839521 w 7467600"/>
              <a:gd name="connsiteY612" fmla="*/ 1685315 h 6858000"/>
              <a:gd name="connsiteX613" fmla="*/ 1109416 w 7467600"/>
              <a:gd name="connsiteY613" fmla="*/ 2061663 h 6858000"/>
              <a:gd name="connsiteX614" fmla="*/ 1298300 w 7467600"/>
              <a:gd name="connsiteY614" fmla="*/ 2247742 h 6858000"/>
              <a:gd name="connsiteX615" fmla="*/ 1125871 w 7467600"/>
              <a:gd name="connsiteY615" fmla="*/ 1989513 h 6858000"/>
              <a:gd name="connsiteX616" fmla="*/ 981574 w 7467600"/>
              <a:gd name="connsiteY616" fmla="*/ 1783157 h 6858000"/>
              <a:gd name="connsiteX617" fmla="*/ 922198 w 7467600"/>
              <a:gd name="connsiteY617" fmla="*/ 1677437 h 6858000"/>
              <a:gd name="connsiteX618" fmla="*/ 869293 w 7467600"/>
              <a:gd name="connsiteY618" fmla="*/ 1583214 h 6858000"/>
              <a:gd name="connsiteX619" fmla="*/ 751431 w 7467600"/>
              <a:gd name="connsiteY619" fmla="*/ 1405731 h 6858000"/>
              <a:gd name="connsiteX620" fmla="*/ 655236 w 7467600"/>
              <a:gd name="connsiteY620" fmla="*/ 1268632 h 6858000"/>
              <a:gd name="connsiteX621" fmla="*/ 6516292 w 7467600"/>
              <a:gd name="connsiteY621" fmla="*/ 1263064 h 6858000"/>
              <a:gd name="connsiteX622" fmla="*/ 5736320 w 7467600"/>
              <a:gd name="connsiteY622" fmla="*/ 1501803 h 6858000"/>
              <a:gd name="connsiteX623" fmla="*/ 6516292 w 7467600"/>
              <a:gd name="connsiteY623" fmla="*/ 1263064 h 6858000"/>
              <a:gd name="connsiteX624" fmla="*/ 291466 w 7467600"/>
              <a:gd name="connsiteY624" fmla="*/ 1250369 h 6858000"/>
              <a:gd name="connsiteX625" fmla="*/ 323180 w 7467600"/>
              <a:gd name="connsiteY625" fmla="*/ 1435283 h 6858000"/>
              <a:gd name="connsiteX626" fmla="*/ 349381 w 7467600"/>
              <a:gd name="connsiteY626" fmla="*/ 1875041 h 6858000"/>
              <a:gd name="connsiteX627" fmla="*/ 374363 w 7467600"/>
              <a:gd name="connsiteY627" fmla="*/ 1506494 h 6858000"/>
              <a:gd name="connsiteX628" fmla="*/ 302168 w 7467600"/>
              <a:gd name="connsiteY628" fmla="*/ 1274495 h 6858000"/>
              <a:gd name="connsiteX629" fmla="*/ 291466 w 7467600"/>
              <a:gd name="connsiteY629" fmla="*/ 1250369 h 6858000"/>
              <a:gd name="connsiteX630" fmla="*/ 678222 w 7467600"/>
              <a:gd name="connsiteY630" fmla="*/ 1248670 h 6858000"/>
              <a:gd name="connsiteX631" fmla="*/ 775536 w 7467600"/>
              <a:gd name="connsiteY631" fmla="*/ 1388015 h 6858000"/>
              <a:gd name="connsiteX632" fmla="*/ 894529 w 7467600"/>
              <a:gd name="connsiteY632" fmla="*/ 1567739 h 6858000"/>
              <a:gd name="connsiteX633" fmla="*/ 948000 w 7467600"/>
              <a:gd name="connsiteY633" fmla="*/ 1663088 h 6858000"/>
              <a:gd name="connsiteX634" fmla="*/ 1006812 w 7467600"/>
              <a:gd name="connsiteY634" fmla="*/ 1767683 h 6858000"/>
              <a:gd name="connsiteX635" fmla="*/ 1149133 w 7467600"/>
              <a:gd name="connsiteY635" fmla="*/ 1971513 h 6858000"/>
              <a:gd name="connsiteX636" fmla="*/ 1333952 w 7467600"/>
              <a:gd name="connsiteY636" fmla="*/ 2251620 h 6858000"/>
              <a:gd name="connsiteX637" fmla="*/ 1337329 w 7467600"/>
              <a:gd name="connsiteY637" fmla="*/ 2258350 h 6858000"/>
              <a:gd name="connsiteX638" fmla="*/ 1014726 w 7467600"/>
              <a:gd name="connsiteY638" fmla="*/ 1615556 h 6858000"/>
              <a:gd name="connsiteX639" fmla="*/ 678222 w 7467600"/>
              <a:gd name="connsiteY639" fmla="*/ 1248670 h 6858000"/>
              <a:gd name="connsiteX640" fmla="*/ 6691602 w 7467600"/>
              <a:gd name="connsiteY640" fmla="*/ 1140573 h 6858000"/>
              <a:gd name="connsiteX641" fmla="*/ 6571100 w 7467600"/>
              <a:gd name="connsiteY641" fmla="*/ 1183662 h 6858000"/>
              <a:gd name="connsiteX642" fmla="*/ 6241687 w 7467600"/>
              <a:gd name="connsiteY642" fmla="*/ 1257600 h 6858000"/>
              <a:gd name="connsiteX643" fmla="*/ 5693009 w 7467600"/>
              <a:gd name="connsiteY643" fmla="*/ 1478256 h 6858000"/>
              <a:gd name="connsiteX644" fmla="*/ 6548420 w 7467600"/>
              <a:gd name="connsiteY644" fmla="*/ 1214599 h 6858000"/>
              <a:gd name="connsiteX645" fmla="*/ 6605473 w 7467600"/>
              <a:gd name="connsiteY645" fmla="*/ 1184686 h 6858000"/>
              <a:gd name="connsiteX646" fmla="*/ 6691602 w 7467600"/>
              <a:gd name="connsiteY646" fmla="*/ 1140573 h 6858000"/>
              <a:gd name="connsiteX647" fmla="*/ 4002475 w 7467600"/>
              <a:gd name="connsiteY647" fmla="*/ 1037802 h 6858000"/>
              <a:gd name="connsiteX648" fmla="*/ 4000324 w 7467600"/>
              <a:gd name="connsiteY648" fmla="*/ 1039362 h 6858000"/>
              <a:gd name="connsiteX649" fmla="*/ 4002862 w 7467600"/>
              <a:gd name="connsiteY649" fmla="*/ 1042866 h 6858000"/>
              <a:gd name="connsiteX650" fmla="*/ 4002475 w 7467600"/>
              <a:gd name="connsiteY650" fmla="*/ 1037802 h 6858000"/>
              <a:gd name="connsiteX651" fmla="*/ 506322 w 7467600"/>
              <a:gd name="connsiteY651" fmla="*/ 1020997 h 6858000"/>
              <a:gd name="connsiteX652" fmla="*/ 533068 w 7467600"/>
              <a:gd name="connsiteY652" fmla="*/ 1029409 h 6858000"/>
              <a:gd name="connsiteX653" fmla="*/ 1232525 w 7467600"/>
              <a:gd name="connsiteY653" fmla="*/ 1804675 h 6858000"/>
              <a:gd name="connsiteX654" fmla="*/ 1388858 w 7467600"/>
              <a:gd name="connsiteY654" fmla="*/ 2368011 h 6858000"/>
              <a:gd name="connsiteX655" fmla="*/ 1384098 w 7467600"/>
              <a:gd name="connsiteY655" fmla="*/ 2378125 h 6858000"/>
              <a:gd name="connsiteX656" fmla="*/ 1425393 w 7467600"/>
              <a:gd name="connsiteY656" fmla="*/ 2589124 h 6858000"/>
              <a:gd name="connsiteX657" fmla="*/ 1424001 w 7467600"/>
              <a:gd name="connsiteY657" fmla="*/ 2597541 h 6858000"/>
              <a:gd name="connsiteX658" fmla="*/ 2152729 w 7467600"/>
              <a:gd name="connsiteY658" fmla="*/ 2864487 h 6858000"/>
              <a:gd name="connsiteX659" fmla="*/ 2020609 w 7467600"/>
              <a:gd name="connsiteY659" fmla="*/ 2539671 h 6858000"/>
              <a:gd name="connsiteX660" fmla="*/ 2018920 w 7467600"/>
              <a:gd name="connsiteY660" fmla="*/ 2536309 h 6858000"/>
              <a:gd name="connsiteX661" fmla="*/ 1342441 w 7467600"/>
              <a:gd name="connsiteY661" fmla="*/ 1173017 h 6858000"/>
              <a:gd name="connsiteX662" fmla="*/ 1367925 w 7467600"/>
              <a:gd name="connsiteY662" fmla="*/ 1135648 h 6858000"/>
              <a:gd name="connsiteX663" fmla="*/ 1771401 w 7467600"/>
              <a:gd name="connsiteY663" fmla="*/ 1806673 h 6858000"/>
              <a:gd name="connsiteX664" fmla="*/ 1972385 w 7467600"/>
              <a:gd name="connsiteY664" fmla="*/ 2198735 h 6858000"/>
              <a:gd name="connsiteX665" fmla="*/ 2040892 w 7467600"/>
              <a:gd name="connsiteY665" fmla="*/ 2405205 h 6858000"/>
              <a:gd name="connsiteX666" fmla="*/ 2131689 w 7467600"/>
              <a:gd name="connsiteY666" fmla="*/ 1936926 h 6858000"/>
              <a:gd name="connsiteX667" fmla="*/ 2454820 w 7467600"/>
              <a:gd name="connsiteY667" fmla="*/ 1248808 h 6858000"/>
              <a:gd name="connsiteX668" fmla="*/ 2492512 w 7467600"/>
              <a:gd name="connsiteY668" fmla="*/ 1302920 h 6858000"/>
              <a:gd name="connsiteX669" fmla="*/ 2081216 w 7467600"/>
              <a:gd name="connsiteY669" fmla="*/ 2527513 h 6858000"/>
              <a:gd name="connsiteX670" fmla="*/ 2081211 w 7467600"/>
              <a:gd name="connsiteY670" fmla="*/ 2528916 h 6858000"/>
              <a:gd name="connsiteX671" fmla="*/ 2199067 w 7467600"/>
              <a:gd name="connsiteY671" fmla="*/ 2884061 h 6858000"/>
              <a:gd name="connsiteX672" fmla="*/ 3192586 w 7467600"/>
              <a:gd name="connsiteY672" fmla="*/ 3411496 h 6858000"/>
              <a:gd name="connsiteX673" fmla="*/ 3182620 w 7467600"/>
              <a:gd name="connsiteY673" fmla="*/ 3483279 h 6858000"/>
              <a:gd name="connsiteX674" fmla="*/ 2435119 w 7467600"/>
              <a:gd name="connsiteY674" fmla="*/ 3080173 h 6858000"/>
              <a:gd name="connsiteX675" fmla="*/ 2410152 w 7467600"/>
              <a:gd name="connsiteY675" fmla="*/ 3063751 h 6858000"/>
              <a:gd name="connsiteX676" fmla="*/ 2408099 w 7467600"/>
              <a:gd name="connsiteY676" fmla="*/ 3064403 h 6858000"/>
              <a:gd name="connsiteX677" fmla="*/ 2407218 w 7467600"/>
              <a:gd name="connsiteY677" fmla="*/ 3070324 h 6858000"/>
              <a:gd name="connsiteX678" fmla="*/ 2380138 w 7467600"/>
              <a:gd name="connsiteY678" fmla="*/ 3099341 h 6858000"/>
              <a:gd name="connsiteX679" fmla="*/ 1765923 w 7467600"/>
              <a:gd name="connsiteY679" fmla="*/ 3581043 h 6858000"/>
              <a:gd name="connsiteX680" fmla="*/ 1702258 w 7467600"/>
              <a:gd name="connsiteY680" fmla="*/ 3612286 h 6858000"/>
              <a:gd name="connsiteX681" fmla="*/ 1538370 w 7467600"/>
              <a:gd name="connsiteY681" fmla="*/ 3811804 h 6858000"/>
              <a:gd name="connsiteX682" fmla="*/ 542867 w 7467600"/>
              <a:gd name="connsiteY682" fmla="*/ 4944092 h 6858000"/>
              <a:gd name="connsiteX683" fmla="*/ 515800 w 7467600"/>
              <a:gd name="connsiteY683" fmla="*/ 4862180 h 6858000"/>
              <a:gd name="connsiteX684" fmla="*/ 909145 w 7467600"/>
              <a:gd name="connsiteY684" fmla="*/ 4199225 h 6858000"/>
              <a:gd name="connsiteX685" fmla="*/ 1214067 w 7467600"/>
              <a:gd name="connsiteY685" fmla="*/ 3908561 h 6858000"/>
              <a:gd name="connsiteX686" fmla="*/ 640967 w 7467600"/>
              <a:gd name="connsiteY686" fmla="*/ 4105601 h 6858000"/>
              <a:gd name="connsiteX687" fmla="*/ 112563 w 7467600"/>
              <a:gd name="connsiteY687" fmla="*/ 4396952 h 6858000"/>
              <a:gd name="connsiteX688" fmla="*/ 0 w 7467600"/>
              <a:gd name="connsiteY688" fmla="*/ 4466006 h 6858000"/>
              <a:gd name="connsiteX689" fmla="*/ 0 w 7467600"/>
              <a:gd name="connsiteY689" fmla="*/ 4233763 h 6858000"/>
              <a:gd name="connsiteX690" fmla="*/ 36881 w 7467600"/>
              <a:gd name="connsiteY690" fmla="*/ 4200118 h 6858000"/>
              <a:gd name="connsiteX691" fmla="*/ 910534 w 7467600"/>
              <a:gd name="connsiteY691" fmla="*/ 3629753 h 6858000"/>
              <a:gd name="connsiteX692" fmla="*/ 1578717 w 7467600"/>
              <a:gd name="connsiteY692" fmla="*/ 3575982 h 6858000"/>
              <a:gd name="connsiteX693" fmla="*/ 2338780 w 7467600"/>
              <a:gd name="connsiteY693" fmla="*/ 3033725 h 6858000"/>
              <a:gd name="connsiteX694" fmla="*/ 1807991 w 7467600"/>
              <a:gd name="connsiteY694" fmla="*/ 2807184 h 6858000"/>
              <a:gd name="connsiteX695" fmla="*/ 1416358 w 7467600"/>
              <a:gd name="connsiteY695" fmla="*/ 3112571 h 6858000"/>
              <a:gd name="connsiteX696" fmla="*/ 939066 w 7467600"/>
              <a:gd name="connsiteY696" fmla="*/ 3378798 h 6858000"/>
              <a:gd name="connsiteX697" fmla="*/ 115099 w 7467600"/>
              <a:gd name="connsiteY697" fmla="*/ 3607650 h 6858000"/>
              <a:gd name="connsiteX698" fmla="*/ 97284 w 7467600"/>
              <a:gd name="connsiteY698" fmla="*/ 3520393 h 6858000"/>
              <a:gd name="connsiteX699" fmla="*/ 922050 w 7467600"/>
              <a:gd name="connsiteY699" fmla="*/ 3074867 h 6858000"/>
              <a:gd name="connsiteX700" fmla="*/ 1405265 w 7467600"/>
              <a:gd name="connsiteY700" fmla="*/ 3016319 h 6858000"/>
              <a:gd name="connsiteX701" fmla="*/ 1407512 w 7467600"/>
              <a:gd name="connsiteY701" fmla="*/ 3018001 h 6858000"/>
              <a:gd name="connsiteX702" fmla="*/ 1726266 w 7467600"/>
              <a:gd name="connsiteY702" fmla="*/ 2777274 h 6858000"/>
              <a:gd name="connsiteX703" fmla="*/ 625390 w 7467600"/>
              <a:gd name="connsiteY703" fmla="*/ 2514541 h 6858000"/>
              <a:gd name="connsiteX704" fmla="*/ 619799 w 7467600"/>
              <a:gd name="connsiteY704" fmla="*/ 2527180 h 6858000"/>
              <a:gd name="connsiteX705" fmla="*/ 310030 w 7467600"/>
              <a:gd name="connsiteY705" fmla="*/ 2771818 h 6858000"/>
              <a:gd name="connsiteX706" fmla="*/ 173877 w 7467600"/>
              <a:gd name="connsiteY706" fmla="*/ 2937056 h 6858000"/>
              <a:gd name="connsiteX707" fmla="*/ 77889 w 7467600"/>
              <a:gd name="connsiteY707" fmla="*/ 3138440 h 6858000"/>
              <a:gd name="connsiteX708" fmla="*/ 0 w 7467600"/>
              <a:gd name="connsiteY708" fmla="*/ 3271395 h 6858000"/>
              <a:gd name="connsiteX709" fmla="*/ 0 w 7467600"/>
              <a:gd name="connsiteY709" fmla="*/ 3153002 h 6858000"/>
              <a:gd name="connsiteX710" fmla="*/ 2386 w 7467600"/>
              <a:gd name="connsiteY710" fmla="*/ 3149203 h 6858000"/>
              <a:gd name="connsiteX711" fmla="*/ 89753 w 7467600"/>
              <a:gd name="connsiteY711" fmla="*/ 2987702 h 6858000"/>
              <a:gd name="connsiteX712" fmla="*/ 76869 w 7467600"/>
              <a:gd name="connsiteY712" fmla="*/ 3005404 h 6858000"/>
              <a:gd name="connsiteX713" fmla="*/ 32049 w 7467600"/>
              <a:gd name="connsiteY713" fmla="*/ 3065814 h 6858000"/>
              <a:gd name="connsiteX714" fmla="*/ 0 w 7467600"/>
              <a:gd name="connsiteY714" fmla="*/ 3108744 h 6858000"/>
              <a:gd name="connsiteX715" fmla="*/ 0 w 7467600"/>
              <a:gd name="connsiteY715" fmla="*/ 3058059 h 6858000"/>
              <a:gd name="connsiteX716" fmla="*/ 7610 w 7467600"/>
              <a:gd name="connsiteY716" fmla="*/ 3047889 h 6858000"/>
              <a:gd name="connsiteX717" fmla="*/ 52419 w 7467600"/>
              <a:gd name="connsiteY717" fmla="*/ 2987479 h 6858000"/>
              <a:gd name="connsiteX718" fmla="*/ 59142 w 7467600"/>
              <a:gd name="connsiteY718" fmla="*/ 2978488 h 6858000"/>
              <a:gd name="connsiteX719" fmla="*/ 0 w 7467600"/>
              <a:gd name="connsiteY719" fmla="*/ 3015334 h 6858000"/>
              <a:gd name="connsiteX720" fmla="*/ 0 w 7467600"/>
              <a:gd name="connsiteY720" fmla="*/ 2914286 h 6858000"/>
              <a:gd name="connsiteX721" fmla="*/ 36383 w 7467600"/>
              <a:gd name="connsiteY721" fmla="*/ 2901128 h 6858000"/>
              <a:gd name="connsiteX722" fmla="*/ 156329 w 7467600"/>
              <a:gd name="connsiteY722" fmla="*/ 2840533 h 6858000"/>
              <a:gd name="connsiteX723" fmla="*/ 358355 w 7467600"/>
              <a:gd name="connsiteY723" fmla="*/ 2620471 h 6858000"/>
              <a:gd name="connsiteX724" fmla="*/ 510577 w 7467600"/>
              <a:gd name="connsiteY724" fmla="*/ 2501244 h 6858000"/>
              <a:gd name="connsiteX725" fmla="*/ 211967 w 7467600"/>
              <a:gd name="connsiteY725" fmla="*/ 2479171 h 6858000"/>
              <a:gd name="connsiteX726" fmla="*/ 0 w 7467600"/>
              <a:gd name="connsiteY726" fmla="*/ 2476398 h 6858000"/>
              <a:gd name="connsiteX727" fmla="*/ 0 w 7467600"/>
              <a:gd name="connsiteY727" fmla="*/ 2389189 h 6858000"/>
              <a:gd name="connsiteX728" fmla="*/ 103062 w 7467600"/>
              <a:gd name="connsiteY728" fmla="*/ 2389518 h 6858000"/>
              <a:gd name="connsiteX729" fmla="*/ 510734 w 7467600"/>
              <a:gd name="connsiteY729" fmla="*/ 2416201 h 6858000"/>
              <a:gd name="connsiteX730" fmla="*/ 279257 w 7467600"/>
              <a:gd name="connsiteY730" fmla="*/ 2092102 h 6858000"/>
              <a:gd name="connsiteX731" fmla="*/ 65265 w 7467600"/>
              <a:gd name="connsiteY731" fmla="*/ 2006049 h 6858000"/>
              <a:gd name="connsiteX732" fmla="*/ 0 w 7467600"/>
              <a:gd name="connsiteY732" fmla="*/ 1982532 h 6858000"/>
              <a:gd name="connsiteX733" fmla="*/ 0 w 7467600"/>
              <a:gd name="connsiteY733" fmla="*/ 1912789 h 6858000"/>
              <a:gd name="connsiteX734" fmla="*/ 97460 w 7467600"/>
              <a:gd name="connsiteY734" fmla="*/ 1953725 h 6858000"/>
              <a:gd name="connsiteX735" fmla="*/ 221272 w 7467600"/>
              <a:gd name="connsiteY735" fmla="*/ 1980766 h 6858000"/>
              <a:gd name="connsiteX736" fmla="*/ 116765 w 7467600"/>
              <a:gd name="connsiteY736" fmla="*/ 1911033 h 6858000"/>
              <a:gd name="connsiteX737" fmla="*/ 16405 w 7467600"/>
              <a:gd name="connsiteY737" fmla="*/ 1803412 h 6858000"/>
              <a:gd name="connsiteX738" fmla="*/ 0 w 7467600"/>
              <a:gd name="connsiteY738" fmla="*/ 1784777 h 6858000"/>
              <a:gd name="connsiteX739" fmla="*/ 0 w 7467600"/>
              <a:gd name="connsiteY739" fmla="*/ 1740082 h 6858000"/>
              <a:gd name="connsiteX740" fmla="*/ 39394 w 7467600"/>
              <a:gd name="connsiteY740" fmla="*/ 1784856 h 6858000"/>
              <a:gd name="connsiteX741" fmla="*/ 135813 w 7467600"/>
              <a:gd name="connsiteY741" fmla="*/ 1888838 h 6858000"/>
              <a:gd name="connsiteX742" fmla="*/ 242575 w 7467600"/>
              <a:gd name="connsiteY742" fmla="*/ 1958841 h 6858000"/>
              <a:gd name="connsiteX743" fmla="*/ 82197 w 7467600"/>
              <a:gd name="connsiteY743" fmla="*/ 1754826 h 6858000"/>
              <a:gd name="connsiteX744" fmla="*/ 0 w 7467600"/>
              <a:gd name="connsiteY744" fmla="*/ 1679650 h 6858000"/>
              <a:gd name="connsiteX745" fmla="*/ 0 w 7467600"/>
              <a:gd name="connsiteY745" fmla="*/ 1602463 h 6858000"/>
              <a:gd name="connsiteX746" fmla="*/ 84689 w 7467600"/>
              <a:gd name="connsiteY746" fmla="*/ 1677442 h 6858000"/>
              <a:gd name="connsiteX747" fmla="*/ 298437 w 7467600"/>
              <a:gd name="connsiteY747" fmla="*/ 1968019 h 6858000"/>
              <a:gd name="connsiteX748" fmla="*/ 227269 w 7467600"/>
              <a:gd name="connsiteY748" fmla="*/ 1114064 h 6858000"/>
              <a:gd name="connsiteX749" fmla="*/ 248003 w 7467600"/>
              <a:gd name="connsiteY749" fmla="*/ 1089613 h 6858000"/>
              <a:gd name="connsiteX750" fmla="*/ 427020 w 7467600"/>
              <a:gd name="connsiteY750" fmla="*/ 1619803 h 6858000"/>
              <a:gd name="connsiteX751" fmla="*/ 340345 w 7467600"/>
              <a:gd name="connsiteY751" fmla="*/ 2027739 h 6858000"/>
              <a:gd name="connsiteX752" fmla="*/ 360865 w 7467600"/>
              <a:gd name="connsiteY752" fmla="*/ 2044827 h 6858000"/>
              <a:gd name="connsiteX753" fmla="*/ 560414 w 7467600"/>
              <a:gd name="connsiteY753" fmla="*/ 2421457 h 6858000"/>
              <a:gd name="connsiteX754" fmla="*/ 1359703 w 7467600"/>
              <a:gd name="connsiteY754" fmla="*/ 2578554 h 6858000"/>
              <a:gd name="connsiteX755" fmla="*/ 1359422 w 7467600"/>
              <a:gd name="connsiteY755" fmla="*/ 2577994 h 6858000"/>
              <a:gd name="connsiteX756" fmla="*/ 828701 w 7467600"/>
              <a:gd name="connsiteY756" fmla="*/ 1839520 h 6858000"/>
              <a:gd name="connsiteX757" fmla="*/ 494427 w 7467600"/>
              <a:gd name="connsiteY757" fmla="*/ 1092333 h 6858000"/>
              <a:gd name="connsiteX758" fmla="*/ 506322 w 7467600"/>
              <a:gd name="connsiteY758" fmla="*/ 1020997 h 6858000"/>
              <a:gd name="connsiteX759" fmla="*/ 4570198 w 7467600"/>
              <a:gd name="connsiteY759" fmla="*/ 978081 h 6858000"/>
              <a:gd name="connsiteX760" fmla="*/ 4523691 w 7467600"/>
              <a:gd name="connsiteY760" fmla="*/ 1127776 h 6858000"/>
              <a:gd name="connsiteX761" fmla="*/ 4509875 w 7467600"/>
              <a:gd name="connsiteY761" fmla="*/ 1167552 h 6858000"/>
              <a:gd name="connsiteX762" fmla="*/ 4478168 w 7467600"/>
              <a:gd name="connsiteY762" fmla="*/ 1260735 h 6858000"/>
              <a:gd name="connsiteX763" fmla="*/ 4409309 w 7467600"/>
              <a:gd name="connsiteY763" fmla="*/ 1666996 h 6858000"/>
              <a:gd name="connsiteX764" fmla="*/ 4370031 w 7467600"/>
              <a:gd name="connsiteY764" fmla="*/ 1955666 h 6858000"/>
              <a:gd name="connsiteX765" fmla="*/ 4570198 w 7467600"/>
              <a:gd name="connsiteY765" fmla="*/ 978081 h 6858000"/>
              <a:gd name="connsiteX766" fmla="*/ 4557898 w 7467600"/>
              <a:gd name="connsiteY766" fmla="*/ 900011 h 6858000"/>
              <a:gd name="connsiteX767" fmla="*/ 4344840 w 7467600"/>
              <a:gd name="connsiteY767" fmla="*/ 1922038 h 6858000"/>
              <a:gd name="connsiteX768" fmla="*/ 4378710 w 7467600"/>
              <a:gd name="connsiteY768" fmla="*/ 1665516 h 6858000"/>
              <a:gd name="connsiteX769" fmla="*/ 4448798 w 7467600"/>
              <a:gd name="connsiteY769" fmla="*/ 1253024 h 6858000"/>
              <a:gd name="connsiteX770" fmla="*/ 4480315 w 7467600"/>
              <a:gd name="connsiteY770" fmla="*/ 1158454 h 6858000"/>
              <a:gd name="connsiteX771" fmla="*/ 4494133 w 7467600"/>
              <a:gd name="connsiteY771" fmla="*/ 1118676 h 6858000"/>
              <a:gd name="connsiteX772" fmla="*/ 4557898 w 7467600"/>
              <a:gd name="connsiteY772" fmla="*/ 900011 h 6858000"/>
              <a:gd name="connsiteX773" fmla="*/ 5870151 w 7467600"/>
              <a:gd name="connsiteY773" fmla="*/ 898890 h 6858000"/>
              <a:gd name="connsiteX774" fmla="*/ 5861335 w 7467600"/>
              <a:gd name="connsiteY774" fmla="*/ 899177 h 6858000"/>
              <a:gd name="connsiteX775" fmla="*/ 5843702 w 7467600"/>
              <a:gd name="connsiteY775" fmla="*/ 899748 h 6858000"/>
              <a:gd name="connsiteX776" fmla="*/ 5651107 w 7467600"/>
              <a:gd name="connsiteY776" fmla="*/ 920306 h 6858000"/>
              <a:gd name="connsiteX777" fmla="*/ 5459407 w 7467600"/>
              <a:gd name="connsiteY777" fmla="*/ 940975 h 6858000"/>
              <a:gd name="connsiteX778" fmla="*/ 5374846 w 7467600"/>
              <a:gd name="connsiteY778" fmla="*/ 941988 h 6858000"/>
              <a:gd name="connsiteX779" fmla="*/ 5256105 w 7467600"/>
              <a:gd name="connsiteY779" fmla="*/ 945632 h 6858000"/>
              <a:gd name="connsiteX780" fmla="*/ 5107071 w 7467600"/>
              <a:gd name="connsiteY780" fmla="*/ 969720 h 6858000"/>
              <a:gd name="connsiteX781" fmla="*/ 4998681 w 7467600"/>
              <a:gd name="connsiteY781" fmla="*/ 988771 h 6858000"/>
              <a:gd name="connsiteX782" fmla="*/ 5870151 w 7467600"/>
              <a:gd name="connsiteY782" fmla="*/ 898890 h 6858000"/>
              <a:gd name="connsiteX783" fmla="*/ 5504425 w 7467600"/>
              <a:gd name="connsiteY783" fmla="*/ 848067 h 6858000"/>
              <a:gd name="connsiteX784" fmla="*/ 4968849 w 7467600"/>
              <a:gd name="connsiteY784" fmla="*/ 962318 h 6858000"/>
              <a:gd name="connsiteX785" fmla="*/ 5104039 w 7467600"/>
              <a:gd name="connsiteY785" fmla="*/ 940634 h 6858000"/>
              <a:gd name="connsiteX786" fmla="*/ 5256311 w 7467600"/>
              <a:gd name="connsiteY786" fmla="*/ 916490 h 6858000"/>
              <a:gd name="connsiteX787" fmla="*/ 5377381 w 7467600"/>
              <a:gd name="connsiteY787" fmla="*/ 912671 h 6858000"/>
              <a:gd name="connsiteX788" fmla="*/ 5460148 w 7467600"/>
              <a:gd name="connsiteY788" fmla="*/ 911442 h 6858000"/>
              <a:gd name="connsiteX789" fmla="*/ 5648971 w 7467600"/>
              <a:gd name="connsiteY789" fmla="*/ 891331 h 6858000"/>
              <a:gd name="connsiteX790" fmla="*/ 5844807 w 7467600"/>
              <a:gd name="connsiteY790" fmla="*/ 870718 h 6858000"/>
              <a:gd name="connsiteX791" fmla="*/ 5862975 w 7467600"/>
              <a:gd name="connsiteY791" fmla="*/ 869756 h 6858000"/>
              <a:gd name="connsiteX792" fmla="*/ 5920887 w 7467600"/>
              <a:gd name="connsiteY792" fmla="*/ 865929 h 6858000"/>
              <a:gd name="connsiteX793" fmla="*/ 5504425 w 7467600"/>
              <a:gd name="connsiteY793" fmla="*/ 848067 h 6858000"/>
              <a:gd name="connsiteX794" fmla="*/ 3607114 w 7467600"/>
              <a:gd name="connsiteY794" fmla="*/ 467441 h 6858000"/>
              <a:gd name="connsiteX795" fmla="*/ 3296242 w 7467600"/>
              <a:gd name="connsiteY795" fmla="*/ 807991 h 6858000"/>
              <a:gd name="connsiteX796" fmla="*/ 3174674 w 7467600"/>
              <a:gd name="connsiteY796" fmla="*/ 919759 h 6858000"/>
              <a:gd name="connsiteX797" fmla="*/ 3042978 w 7467600"/>
              <a:gd name="connsiteY797" fmla="*/ 1054894 h 6858000"/>
              <a:gd name="connsiteX798" fmla="*/ 2968914 w 7467600"/>
              <a:gd name="connsiteY798" fmla="*/ 1133756 h 6858000"/>
              <a:gd name="connsiteX799" fmla="*/ 3103823 w 7467600"/>
              <a:gd name="connsiteY799" fmla="*/ 1026814 h 6858000"/>
              <a:gd name="connsiteX800" fmla="*/ 3607114 w 7467600"/>
              <a:gd name="connsiteY800" fmla="*/ 467441 h 6858000"/>
              <a:gd name="connsiteX801" fmla="*/ 3744487 w 7467600"/>
              <a:gd name="connsiteY801" fmla="*/ 383136 h 6858000"/>
              <a:gd name="connsiteX802" fmla="*/ 3970213 w 7467600"/>
              <a:gd name="connsiteY802" fmla="*/ 995559 h 6858000"/>
              <a:gd name="connsiteX803" fmla="*/ 3744487 w 7467600"/>
              <a:gd name="connsiteY803" fmla="*/ 383136 h 6858000"/>
              <a:gd name="connsiteX804" fmla="*/ 3624562 w 7467600"/>
              <a:gd name="connsiteY804" fmla="*/ 367041 h 6858000"/>
              <a:gd name="connsiteX805" fmla="*/ 3489712 w 7467600"/>
              <a:gd name="connsiteY805" fmla="*/ 485386 h 6858000"/>
              <a:gd name="connsiteX806" fmla="*/ 3182994 w 7467600"/>
              <a:gd name="connsiteY806" fmla="*/ 828265 h 6858000"/>
              <a:gd name="connsiteX807" fmla="*/ 2892114 w 7467600"/>
              <a:gd name="connsiteY807" fmla="*/ 1172635 h 6858000"/>
              <a:gd name="connsiteX808" fmla="*/ 3021459 w 7467600"/>
              <a:gd name="connsiteY808" fmla="*/ 1035385 h 6858000"/>
              <a:gd name="connsiteX809" fmla="*/ 3153873 w 7467600"/>
              <a:gd name="connsiteY809" fmla="*/ 898971 h 6858000"/>
              <a:gd name="connsiteX810" fmla="*/ 3276511 w 7467600"/>
              <a:gd name="connsiteY810" fmla="*/ 786423 h 6858000"/>
              <a:gd name="connsiteX811" fmla="*/ 3584154 w 7467600"/>
              <a:gd name="connsiteY811" fmla="*/ 448218 h 6858000"/>
              <a:gd name="connsiteX812" fmla="*/ 3624562 w 7467600"/>
              <a:gd name="connsiteY812" fmla="*/ 367041 h 6858000"/>
              <a:gd name="connsiteX813" fmla="*/ 3766672 w 7467600"/>
              <a:gd name="connsiteY813" fmla="*/ 359429 h 6858000"/>
              <a:gd name="connsiteX814" fmla="*/ 3996338 w 7467600"/>
              <a:gd name="connsiteY814" fmla="*/ 968237 h 6858000"/>
              <a:gd name="connsiteX815" fmla="*/ 3766672 w 7467600"/>
              <a:gd name="connsiteY815" fmla="*/ 359429 h 6858000"/>
              <a:gd name="connsiteX816" fmla="*/ 5805386 w 7467600"/>
              <a:gd name="connsiteY816" fmla="*/ 239240 h 6858000"/>
              <a:gd name="connsiteX817" fmla="*/ 5736947 w 7467600"/>
              <a:gd name="connsiteY817" fmla="*/ 261367 h 6858000"/>
              <a:gd name="connsiteX818" fmla="*/ 5427012 w 7467600"/>
              <a:gd name="connsiteY818" fmla="*/ 311272 h 6858000"/>
              <a:gd name="connsiteX819" fmla="*/ 5147818 w 7467600"/>
              <a:gd name="connsiteY819" fmla="*/ 322112 h 6858000"/>
              <a:gd name="connsiteX820" fmla="*/ 5060854 w 7467600"/>
              <a:gd name="connsiteY820" fmla="*/ 311882 h 6858000"/>
              <a:gd name="connsiteX821" fmla="*/ 4945989 w 7467600"/>
              <a:gd name="connsiteY821" fmla="*/ 300516 h 6858000"/>
              <a:gd name="connsiteX822" fmla="*/ 5410479 w 7467600"/>
              <a:gd name="connsiteY822" fmla="*/ 348434 h 6858000"/>
              <a:gd name="connsiteX823" fmla="*/ 5805386 w 7467600"/>
              <a:gd name="connsiteY823" fmla="*/ 239240 h 6858000"/>
              <a:gd name="connsiteX824" fmla="*/ 5905192 w 7467600"/>
              <a:gd name="connsiteY824" fmla="*/ 163079 h 6858000"/>
              <a:gd name="connsiteX825" fmla="*/ 5865655 w 7467600"/>
              <a:gd name="connsiteY825" fmla="*/ 171901 h 6858000"/>
              <a:gd name="connsiteX826" fmla="*/ 5259740 w 7467600"/>
              <a:gd name="connsiteY826" fmla="*/ 257013 h 6858000"/>
              <a:gd name="connsiteX827" fmla="*/ 5208466 w 7467600"/>
              <a:gd name="connsiteY827" fmla="*/ 257550 h 6858000"/>
              <a:gd name="connsiteX828" fmla="*/ 4980204 w 7467600"/>
              <a:gd name="connsiteY828" fmla="*/ 271903 h 6858000"/>
              <a:gd name="connsiteX829" fmla="*/ 5068068 w 7467600"/>
              <a:gd name="connsiteY829" fmla="*/ 282244 h 6858000"/>
              <a:gd name="connsiteX830" fmla="*/ 5153231 w 7467600"/>
              <a:gd name="connsiteY830" fmla="*/ 292240 h 6858000"/>
              <a:gd name="connsiteX831" fmla="*/ 5426491 w 7467600"/>
              <a:gd name="connsiteY831" fmla="*/ 281128 h 6858000"/>
              <a:gd name="connsiteX832" fmla="*/ 5731212 w 7467600"/>
              <a:gd name="connsiteY832" fmla="*/ 231951 h 6858000"/>
              <a:gd name="connsiteX833" fmla="*/ 5905192 w 7467600"/>
              <a:gd name="connsiteY833" fmla="*/ 163079 h 6858000"/>
              <a:gd name="connsiteX834" fmla="*/ 5944437 w 7467600"/>
              <a:gd name="connsiteY834" fmla="*/ 113829 h 6858000"/>
              <a:gd name="connsiteX835" fmla="*/ 5825032 w 7467600"/>
              <a:gd name="connsiteY835" fmla="*/ 146405 h 6858000"/>
              <a:gd name="connsiteX836" fmla="*/ 4955599 w 7467600"/>
              <a:gd name="connsiteY836" fmla="*/ 247008 h 6858000"/>
              <a:gd name="connsiteX837" fmla="*/ 5210104 w 7467600"/>
              <a:gd name="connsiteY837" fmla="*/ 228123 h 6858000"/>
              <a:gd name="connsiteX838" fmla="*/ 5261015 w 7467600"/>
              <a:gd name="connsiteY838" fmla="*/ 227087 h 6858000"/>
              <a:gd name="connsiteX839" fmla="*/ 5861181 w 7467600"/>
              <a:gd name="connsiteY839" fmla="*/ 143093 h 6858000"/>
              <a:gd name="connsiteX840" fmla="*/ 5961252 w 7467600"/>
              <a:gd name="connsiteY840" fmla="*/ 114820 h 6858000"/>
              <a:gd name="connsiteX841" fmla="*/ 5944437 w 7467600"/>
              <a:gd name="connsiteY841" fmla="*/ 113829 h 6858000"/>
              <a:gd name="connsiteX842" fmla="*/ 3882765 w 7467600"/>
              <a:gd name="connsiteY842" fmla="*/ 0 h 6858000"/>
              <a:gd name="connsiteX843" fmla="*/ 3995099 w 7467600"/>
              <a:gd name="connsiteY843" fmla="*/ 0 h 6858000"/>
              <a:gd name="connsiteX844" fmla="*/ 4163818 w 7467600"/>
              <a:gd name="connsiteY844" fmla="*/ 234104 h 6858000"/>
              <a:gd name="connsiteX845" fmla="*/ 4172099 w 7467600"/>
              <a:gd name="connsiteY845" fmla="*/ 234207 h 6858000"/>
              <a:gd name="connsiteX846" fmla="*/ 4784282 w 7467600"/>
              <a:gd name="connsiteY846" fmla="*/ 276561 h 6858000"/>
              <a:gd name="connsiteX847" fmla="*/ 4801687 w 7467600"/>
              <a:gd name="connsiteY847" fmla="*/ 267764 h 6858000"/>
              <a:gd name="connsiteX848" fmla="*/ 6082788 w 7467600"/>
              <a:gd name="connsiteY848" fmla="*/ 64119 h 6858000"/>
              <a:gd name="connsiteX849" fmla="*/ 6099442 w 7467600"/>
              <a:gd name="connsiteY849" fmla="*/ 82568 h 6858000"/>
              <a:gd name="connsiteX850" fmla="*/ 4804137 w 7467600"/>
              <a:gd name="connsiteY850" fmla="*/ 320931 h 6858000"/>
              <a:gd name="connsiteX851" fmla="*/ 4227047 w 7467600"/>
              <a:gd name="connsiteY851" fmla="*/ 313415 h 6858000"/>
              <a:gd name="connsiteX852" fmla="*/ 4346041 w 7467600"/>
              <a:gd name="connsiteY852" fmla="*/ 456086 h 6858000"/>
              <a:gd name="connsiteX853" fmla="*/ 4870967 w 7467600"/>
              <a:gd name="connsiteY853" fmla="*/ 963061 h 6858000"/>
              <a:gd name="connsiteX854" fmla="*/ 4889647 w 7467600"/>
              <a:gd name="connsiteY854" fmla="*/ 957147 h 6858000"/>
              <a:gd name="connsiteX855" fmla="*/ 5422504 w 7467600"/>
              <a:gd name="connsiteY855" fmla="*/ 805191 h 6858000"/>
              <a:gd name="connsiteX856" fmla="*/ 6087656 w 7467600"/>
              <a:gd name="connsiteY856" fmla="*/ 826703 h 6858000"/>
              <a:gd name="connsiteX857" fmla="*/ 6058717 w 7467600"/>
              <a:gd name="connsiteY857" fmla="*/ 865992 h 6858000"/>
              <a:gd name="connsiteX858" fmla="*/ 4974153 w 7467600"/>
              <a:gd name="connsiteY858" fmla="*/ 1045456 h 6858000"/>
              <a:gd name="connsiteX859" fmla="*/ 5627835 w 7467600"/>
              <a:gd name="connsiteY859" fmla="*/ 1472077 h 6858000"/>
              <a:gd name="connsiteX860" fmla="*/ 5629817 w 7467600"/>
              <a:gd name="connsiteY860" fmla="*/ 1471412 h 6858000"/>
              <a:gd name="connsiteX861" fmla="*/ 5634124 w 7467600"/>
              <a:gd name="connsiteY861" fmla="*/ 1470572 h 6858000"/>
              <a:gd name="connsiteX862" fmla="*/ 5755832 w 7467600"/>
              <a:gd name="connsiteY862" fmla="*/ 1383886 h 6858000"/>
              <a:gd name="connsiteX863" fmla="*/ 6014186 w 7467600"/>
              <a:gd name="connsiteY863" fmla="*/ 1279799 h 6858000"/>
              <a:gd name="connsiteX864" fmla="*/ 6901619 w 7467600"/>
              <a:gd name="connsiteY864" fmla="*/ 1047874 h 6858000"/>
              <a:gd name="connsiteX865" fmla="*/ 6931566 w 7467600"/>
              <a:gd name="connsiteY865" fmla="*/ 1062034 h 6858000"/>
              <a:gd name="connsiteX866" fmla="*/ 5790982 w 7467600"/>
              <a:gd name="connsiteY866" fmla="*/ 1561380 h 6858000"/>
              <a:gd name="connsiteX867" fmla="*/ 6188971 w 7467600"/>
              <a:gd name="connsiteY867" fmla="*/ 1755168 h 6858000"/>
              <a:gd name="connsiteX868" fmla="*/ 6202446 w 7467600"/>
              <a:gd name="connsiteY868" fmla="*/ 1752268 h 6858000"/>
              <a:gd name="connsiteX869" fmla="*/ 7179560 w 7467600"/>
              <a:gd name="connsiteY869" fmla="*/ 1467551 h 6858000"/>
              <a:gd name="connsiteX870" fmla="*/ 7158730 w 7467600"/>
              <a:gd name="connsiteY870" fmla="*/ 1507835 h 6858000"/>
              <a:gd name="connsiteX871" fmla="*/ 6326959 w 7467600"/>
              <a:gd name="connsiteY871" fmla="*/ 1817686 h 6858000"/>
              <a:gd name="connsiteX872" fmla="*/ 6537433 w 7467600"/>
              <a:gd name="connsiteY872" fmla="*/ 1907790 h 6858000"/>
              <a:gd name="connsiteX873" fmla="*/ 6550221 w 7467600"/>
              <a:gd name="connsiteY873" fmla="*/ 1910729 h 6858000"/>
              <a:gd name="connsiteX874" fmla="*/ 6964438 w 7467600"/>
              <a:gd name="connsiteY874" fmla="*/ 2209505 h 6858000"/>
              <a:gd name="connsiteX875" fmla="*/ 7367862 w 7467600"/>
              <a:gd name="connsiteY875" fmla="*/ 2806833 h 6858000"/>
              <a:gd name="connsiteX876" fmla="*/ 7364329 w 7467600"/>
              <a:gd name="connsiteY876" fmla="*/ 2826907 h 6858000"/>
              <a:gd name="connsiteX877" fmla="*/ 7290545 w 7467600"/>
              <a:gd name="connsiteY877" fmla="*/ 2850663 h 6858000"/>
              <a:gd name="connsiteX878" fmla="*/ 6472036 w 7467600"/>
              <a:gd name="connsiteY878" fmla="*/ 1959003 h 6858000"/>
              <a:gd name="connsiteX879" fmla="*/ 5792897 w 7467600"/>
              <a:gd name="connsiteY879" fmla="*/ 1647747 h 6858000"/>
              <a:gd name="connsiteX880" fmla="*/ 5842751 w 7467600"/>
              <a:gd name="connsiteY880" fmla="*/ 1816112 h 6858000"/>
              <a:gd name="connsiteX881" fmla="*/ 5847424 w 7467600"/>
              <a:gd name="connsiteY881" fmla="*/ 1815776 h 6858000"/>
              <a:gd name="connsiteX882" fmla="*/ 6399821 w 7467600"/>
              <a:gd name="connsiteY882" fmla="*/ 2344799 h 6858000"/>
              <a:gd name="connsiteX883" fmla="*/ 6323232 w 7467600"/>
              <a:gd name="connsiteY883" fmla="*/ 2389634 h 6858000"/>
              <a:gd name="connsiteX884" fmla="*/ 5942958 w 7467600"/>
              <a:gd name="connsiteY884" fmla="*/ 2077708 h 6858000"/>
              <a:gd name="connsiteX885" fmla="*/ 5921559 w 7467600"/>
              <a:gd name="connsiteY885" fmla="*/ 2378596 h 6858000"/>
              <a:gd name="connsiteX886" fmla="*/ 5817651 w 7467600"/>
              <a:gd name="connsiteY886" fmla="*/ 3023919 h 6858000"/>
              <a:gd name="connsiteX887" fmla="*/ 5729634 w 7467600"/>
              <a:gd name="connsiteY887" fmla="*/ 3051849 h 6858000"/>
              <a:gd name="connsiteX888" fmla="*/ 5611018 w 7467600"/>
              <a:gd name="connsiteY888" fmla="*/ 2316769 h 6858000"/>
              <a:gd name="connsiteX889" fmla="*/ 5687608 w 7467600"/>
              <a:gd name="connsiteY889" fmla="*/ 2039972 h 6858000"/>
              <a:gd name="connsiteX890" fmla="*/ 5657554 w 7467600"/>
              <a:gd name="connsiteY890" fmla="*/ 1576445 h 6858000"/>
              <a:gd name="connsiteX891" fmla="*/ 5150475 w 7467600"/>
              <a:gd name="connsiteY891" fmla="*/ 1274012 h 6858000"/>
              <a:gd name="connsiteX892" fmla="*/ 5349142 w 7467600"/>
              <a:gd name="connsiteY892" fmla="*/ 2204405 h 6858000"/>
              <a:gd name="connsiteX893" fmla="*/ 5262214 w 7467600"/>
              <a:gd name="connsiteY893" fmla="*/ 2233836 h 6858000"/>
              <a:gd name="connsiteX894" fmla="*/ 4981539 w 7467600"/>
              <a:gd name="connsiteY894" fmla="*/ 1542201 h 6858000"/>
              <a:gd name="connsiteX895" fmla="*/ 4958461 w 7467600"/>
              <a:gd name="connsiteY895" fmla="*/ 1136957 h 6858000"/>
              <a:gd name="connsiteX896" fmla="*/ 4655015 w 7467600"/>
              <a:gd name="connsiteY896" fmla="*/ 891426 h 6858000"/>
              <a:gd name="connsiteX897" fmla="*/ 4348002 w 7467600"/>
              <a:gd name="connsiteY897" fmla="*/ 2205895 h 6858000"/>
              <a:gd name="connsiteX898" fmla="*/ 4262250 w 7467600"/>
              <a:gd name="connsiteY898" fmla="*/ 2219972 h 6858000"/>
              <a:gd name="connsiteX899" fmla="*/ 4550611 w 7467600"/>
              <a:gd name="connsiteY899" fmla="*/ 817540 h 6858000"/>
              <a:gd name="connsiteX900" fmla="*/ 4564418 w 7467600"/>
              <a:gd name="connsiteY900" fmla="*/ 808293 h 6858000"/>
              <a:gd name="connsiteX901" fmla="*/ 4266388 w 7467600"/>
              <a:gd name="connsiteY901" fmla="*/ 500083 h 6858000"/>
              <a:gd name="connsiteX902" fmla="*/ 4032842 w 7467600"/>
              <a:gd name="connsiteY902" fmla="*/ 211809 h 6858000"/>
              <a:gd name="connsiteX903" fmla="*/ 3882765 w 7467600"/>
              <a:gd name="connsiteY903" fmla="*/ 0 h 6858000"/>
              <a:gd name="connsiteX904" fmla="*/ 3721337 w 7467600"/>
              <a:gd name="connsiteY904" fmla="*/ 0 h 6858000"/>
              <a:gd name="connsiteX905" fmla="*/ 3797544 w 7467600"/>
              <a:gd name="connsiteY905" fmla="*/ 0 h 6858000"/>
              <a:gd name="connsiteX906" fmla="*/ 3775734 w 7467600"/>
              <a:gd name="connsiteY906" fmla="*/ 95131 h 6858000"/>
              <a:gd name="connsiteX907" fmla="*/ 3724807 w 7467600"/>
              <a:gd name="connsiteY907" fmla="*/ 272257 h 6858000"/>
              <a:gd name="connsiteX908" fmla="*/ 3726844 w 7467600"/>
              <a:gd name="connsiteY908" fmla="*/ 282988 h 6858000"/>
              <a:gd name="connsiteX909" fmla="*/ 3742664 w 7467600"/>
              <a:gd name="connsiteY909" fmla="*/ 279918 h 6858000"/>
              <a:gd name="connsiteX910" fmla="*/ 4103910 w 7467600"/>
              <a:gd name="connsiteY910" fmla="*/ 1161917 h 6858000"/>
              <a:gd name="connsiteX911" fmla="*/ 4020269 w 7467600"/>
              <a:gd name="connsiteY911" fmla="*/ 1200406 h 6858000"/>
              <a:gd name="connsiteX912" fmla="*/ 3674882 w 7467600"/>
              <a:gd name="connsiteY912" fmla="*/ 488524 h 6858000"/>
              <a:gd name="connsiteX913" fmla="*/ 3132682 w 7467600"/>
              <a:gd name="connsiteY913" fmla="*/ 1072284 h 6858000"/>
              <a:gd name="connsiteX914" fmla="*/ 2716346 w 7467600"/>
              <a:gd name="connsiteY914" fmla="*/ 1276376 h 6858000"/>
              <a:gd name="connsiteX915" fmla="*/ 2716772 w 7467600"/>
              <a:gd name="connsiteY915" fmla="*/ 1255462 h 6858000"/>
              <a:gd name="connsiteX916" fmla="*/ 3471096 w 7467600"/>
              <a:gd name="connsiteY916" fmla="*/ 437072 h 6858000"/>
              <a:gd name="connsiteX917" fmla="*/ 3639057 w 7467600"/>
              <a:gd name="connsiteY917" fmla="*/ 286334 h 6858000"/>
              <a:gd name="connsiteX918" fmla="*/ 3640309 w 7467600"/>
              <a:gd name="connsiteY918" fmla="*/ 284664 h 6858000"/>
              <a:gd name="connsiteX919" fmla="*/ 3646022 w 7467600"/>
              <a:gd name="connsiteY919" fmla="*/ 276711 h 6858000"/>
              <a:gd name="connsiteX920" fmla="*/ 3707943 w 7467600"/>
              <a:gd name="connsiteY920" fmla="*/ 65958 h 6858000"/>
              <a:gd name="connsiteX921" fmla="*/ 3721337 w 7467600"/>
              <a:gd name="connsiteY921" fmla="*/ 0 h 6858000"/>
              <a:gd name="connsiteX922" fmla="*/ 2867960 w 7467600"/>
              <a:gd name="connsiteY922" fmla="*/ 0 h 6858000"/>
              <a:gd name="connsiteX923" fmla="*/ 2926351 w 7467600"/>
              <a:gd name="connsiteY923" fmla="*/ 0 h 6858000"/>
              <a:gd name="connsiteX924" fmla="*/ 2902823 w 7467600"/>
              <a:gd name="connsiteY924" fmla="*/ 262929 h 6858000"/>
              <a:gd name="connsiteX925" fmla="*/ 2940663 w 7467600"/>
              <a:gd name="connsiteY925" fmla="*/ 140884 h 6858000"/>
              <a:gd name="connsiteX926" fmla="*/ 2947039 w 7467600"/>
              <a:gd name="connsiteY926" fmla="*/ 122524 h 6858000"/>
              <a:gd name="connsiteX927" fmla="*/ 2984316 w 7467600"/>
              <a:gd name="connsiteY927" fmla="*/ 0 h 6858000"/>
              <a:gd name="connsiteX928" fmla="*/ 3016114 w 7467600"/>
              <a:gd name="connsiteY928" fmla="*/ 0 h 6858000"/>
              <a:gd name="connsiteX929" fmla="*/ 2979949 w 7467600"/>
              <a:gd name="connsiteY929" fmla="*/ 119274 h 6858000"/>
              <a:gd name="connsiteX930" fmla="*/ 3023879 w 7467600"/>
              <a:gd name="connsiteY930" fmla="*/ 0 h 6858000"/>
              <a:gd name="connsiteX931" fmla="*/ 3105400 w 7467600"/>
              <a:gd name="connsiteY931" fmla="*/ 0 h 6858000"/>
              <a:gd name="connsiteX932" fmla="*/ 3094669 w 7467600"/>
              <a:gd name="connsiteY932" fmla="*/ 30308 h 6858000"/>
              <a:gd name="connsiteX933" fmla="*/ 2901945 w 7467600"/>
              <a:gd name="connsiteY933" fmla="*/ 466538 h 6858000"/>
              <a:gd name="connsiteX934" fmla="*/ 2815209 w 7467600"/>
              <a:gd name="connsiteY934" fmla="*/ 497361 h 6858000"/>
              <a:gd name="connsiteX935" fmla="*/ 2844845 w 7467600"/>
              <a:gd name="connsiteY935" fmla="*/ 127638 h 6858000"/>
              <a:gd name="connsiteX936" fmla="*/ 2867960 w 7467600"/>
              <a:gd name="connsiteY936" fmla="*/ 0 h 6858000"/>
              <a:gd name="connsiteX937" fmla="*/ 1057230 w 7467600"/>
              <a:gd name="connsiteY937" fmla="*/ 0 h 6858000"/>
              <a:gd name="connsiteX938" fmla="*/ 1111003 w 7467600"/>
              <a:gd name="connsiteY938" fmla="*/ 0 h 6858000"/>
              <a:gd name="connsiteX939" fmla="*/ 1125553 w 7467600"/>
              <a:gd name="connsiteY939" fmla="*/ 52588 h 6858000"/>
              <a:gd name="connsiteX940" fmla="*/ 1304276 w 7467600"/>
              <a:gd name="connsiteY940" fmla="*/ 476275 h 6858000"/>
              <a:gd name="connsiteX941" fmla="*/ 1492066 w 7467600"/>
              <a:gd name="connsiteY941" fmla="*/ 886333 h 6858000"/>
              <a:gd name="connsiteX942" fmla="*/ 1423698 w 7467600"/>
              <a:gd name="connsiteY942" fmla="*/ 710817 h 6858000"/>
              <a:gd name="connsiteX943" fmla="*/ 1357609 w 7467600"/>
              <a:gd name="connsiteY943" fmla="*/ 532892 h 6858000"/>
              <a:gd name="connsiteX944" fmla="*/ 1309550 w 7467600"/>
              <a:gd name="connsiteY944" fmla="*/ 374031 h 6858000"/>
              <a:gd name="connsiteX945" fmla="*/ 1193673 w 7467600"/>
              <a:gd name="connsiteY945" fmla="*/ 49533 h 6858000"/>
              <a:gd name="connsiteX946" fmla="*/ 1164391 w 7467600"/>
              <a:gd name="connsiteY946" fmla="*/ 0 h 6858000"/>
              <a:gd name="connsiteX947" fmla="*/ 1200666 w 7467600"/>
              <a:gd name="connsiteY947" fmla="*/ 0 h 6858000"/>
              <a:gd name="connsiteX948" fmla="*/ 1223408 w 7467600"/>
              <a:gd name="connsiteY948" fmla="*/ 38996 h 6858000"/>
              <a:gd name="connsiteX949" fmla="*/ 1339635 w 7467600"/>
              <a:gd name="connsiteY949" fmla="*/ 365517 h 6858000"/>
              <a:gd name="connsiteX950" fmla="*/ 1387469 w 7467600"/>
              <a:gd name="connsiteY950" fmla="*/ 523079 h 6858000"/>
              <a:gd name="connsiteX951" fmla="*/ 1452685 w 7467600"/>
              <a:gd name="connsiteY951" fmla="*/ 699806 h 6858000"/>
              <a:gd name="connsiteX952" fmla="*/ 1492092 w 7467600"/>
              <a:gd name="connsiteY952" fmla="*/ 800424 h 6858000"/>
              <a:gd name="connsiteX953" fmla="*/ 1455302 w 7467600"/>
              <a:gd name="connsiteY953" fmla="*/ 632913 h 6858000"/>
              <a:gd name="connsiteX954" fmla="*/ 1222336 w 7467600"/>
              <a:gd name="connsiteY954" fmla="*/ 9480 h 6858000"/>
              <a:gd name="connsiteX955" fmla="*/ 1214634 w 7467600"/>
              <a:gd name="connsiteY955" fmla="*/ 0 h 6858000"/>
              <a:gd name="connsiteX956" fmla="*/ 1289827 w 7467600"/>
              <a:gd name="connsiteY956" fmla="*/ 0 h 6858000"/>
              <a:gd name="connsiteX957" fmla="*/ 1321076 w 7467600"/>
              <a:gd name="connsiteY957" fmla="*/ 59722 h 6858000"/>
              <a:gd name="connsiteX958" fmla="*/ 1512579 w 7467600"/>
              <a:gd name="connsiteY958" fmla="*/ 626441 h 6858000"/>
              <a:gd name="connsiteX959" fmla="*/ 1506076 w 7467600"/>
              <a:gd name="connsiteY959" fmla="*/ 1089289 h 6858000"/>
              <a:gd name="connsiteX960" fmla="*/ 1486346 w 7467600"/>
              <a:gd name="connsiteY960" fmla="*/ 1079919 h 6858000"/>
              <a:gd name="connsiteX961" fmla="*/ 1070511 w 7467600"/>
              <a:gd name="connsiteY961" fmla="*/ 48609 h 6858000"/>
              <a:gd name="connsiteX962" fmla="*/ 1057230 w 7467600"/>
              <a:gd name="connsiteY962" fmla="*/ 0 h 6858000"/>
              <a:gd name="connsiteX963" fmla="*/ 43151 w 7467600"/>
              <a:gd name="connsiteY963" fmla="*/ 0 h 6858000"/>
              <a:gd name="connsiteX964" fmla="*/ 95283 w 7467600"/>
              <a:gd name="connsiteY964" fmla="*/ 0 h 6858000"/>
              <a:gd name="connsiteX965" fmla="*/ 300708 w 7467600"/>
              <a:gd name="connsiteY965" fmla="*/ 154571 h 6858000"/>
              <a:gd name="connsiteX966" fmla="*/ 530414 w 7467600"/>
              <a:gd name="connsiteY966" fmla="*/ 354673 h 6858000"/>
              <a:gd name="connsiteX967" fmla="*/ 333785 w 7467600"/>
              <a:gd name="connsiteY967" fmla="*/ 161564 h 6858000"/>
              <a:gd name="connsiteX968" fmla="*/ 147005 w 7467600"/>
              <a:gd name="connsiteY968" fmla="*/ 0 h 6858000"/>
              <a:gd name="connsiteX969" fmla="*/ 272509 w 7467600"/>
              <a:gd name="connsiteY969" fmla="*/ 0 h 6858000"/>
              <a:gd name="connsiteX970" fmla="*/ 326276 w 7467600"/>
              <a:gd name="connsiteY970" fmla="*/ 45847 h 6858000"/>
              <a:gd name="connsiteX971" fmla="*/ 823759 w 7467600"/>
              <a:gd name="connsiteY971" fmla="*/ 574145 h 6858000"/>
              <a:gd name="connsiteX972" fmla="*/ 811254 w 7467600"/>
              <a:gd name="connsiteY972" fmla="*/ 665546 h 6858000"/>
              <a:gd name="connsiteX973" fmla="*/ 154042 w 7467600"/>
              <a:gd name="connsiteY973" fmla="*/ 261522 h 6858000"/>
              <a:gd name="connsiteX974" fmla="*/ 13550 w 7467600"/>
              <a:gd name="connsiteY974" fmla="*/ 158423 h 6858000"/>
              <a:gd name="connsiteX975" fmla="*/ 0 w 7467600"/>
              <a:gd name="connsiteY975" fmla="*/ 146618 h 6858000"/>
              <a:gd name="connsiteX976" fmla="*/ 0 w 7467600"/>
              <a:gd name="connsiteY976" fmla="*/ 59161 h 6858000"/>
              <a:gd name="connsiteX977" fmla="*/ 45427 w 7467600"/>
              <a:gd name="connsiteY977" fmla="*/ 101078 h 6858000"/>
              <a:gd name="connsiteX978" fmla="*/ 630103 w 7467600"/>
              <a:gd name="connsiteY978" fmla="*/ 485885 h 6858000"/>
              <a:gd name="connsiteX979" fmla="*/ 532040 w 7467600"/>
              <a:gd name="connsiteY979" fmla="*/ 399359 h 6858000"/>
              <a:gd name="connsiteX980" fmla="*/ 517618 w 7467600"/>
              <a:gd name="connsiteY980" fmla="*/ 385726 h 6858000"/>
              <a:gd name="connsiteX981" fmla="*/ 285074 w 7467600"/>
              <a:gd name="connsiteY981" fmla="*/ 182755 h 6858000"/>
              <a:gd name="connsiteX982" fmla="*/ 43151 w 7467600"/>
              <a:gd name="connsiteY98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1456157 w 7467600"/>
              <a:gd name="connsiteY103" fmla="*/ 5371404 h 6858000"/>
              <a:gd name="connsiteX104" fmla="*/ 1244432 w 7467600"/>
              <a:gd name="connsiteY104" fmla="*/ 5385601 h 6858000"/>
              <a:gd name="connsiteX105" fmla="*/ 973990 w 7467600"/>
              <a:gd name="connsiteY105" fmla="*/ 5424940 h 6858000"/>
              <a:gd name="connsiteX106" fmla="*/ 1103809 w 7467600"/>
              <a:gd name="connsiteY106" fmla="*/ 5433720 h 6858000"/>
              <a:gd name="connsiteX107" fmla="*/ 1123454 w 7467600"/>
              <a:gd name="connsiteY107" fmla="*/ 5435727 h 6858000"/>
              <a:gd name="connsiteX108" fmla="*/ 1737017 w 7467600"/>
              <a:gd name="connsiteY108" fmla="*/ 5452183 h 6858000"/>
              <a:gd name="connsiteX109" fmla="*/ 1824397 w 7467600"/>
              <a:gd name="connsiteY109" fmla="*/ 5447757 h 6858000"/>
              <a:gd name="connsiteX110" fmla="*/ 2070059 w 7467600"/>
              <a:gd name="connsiteY110" fmla="*/ 5441660 h 6858000"/>
              <a:gd name="connsiteX111" fmla="*/ 1456157 w 7467600"/>
              <a:gd name="connsiteY111" fmla="*/ 5371404 h 6858000"/>
              <a:gd name="connsiteX112" fmla="*/ 4988186 w 7467600"/>
              <a:gd name="connsiteY112" fmla="*/ 5216467 h 6858000"/>
              <a:gd name="connsiteX113" fmla="*/ 4777334 w 7467600"/>
              <a:gd name="connsiteY113" fmla="*/ 5406072 h 6858000"/>
              <a:gd name="connsiteX114" fmla="*/ 4718341 w 7467600"/>
              <a:gd name="connsiteY114" fmla="*/ 5468043 h 6858000"/>
              <a:gd name="connsiteX115" fmla="*/ 4604655 w 7467600"/>
              <a:gd name="connsiteY115" fmla="*/ 5583434 h 6858000"/>
              <a:gd name="connsiteX116" fmla="*/ 4565074 w 7467600"/>
              <a:gd name="connsiteY116" fmla="*/ 5618550 h 6858000"/>
              <a:gd name="connsiteX117" fmla="*/ 4988186 w 7467600"/>
              <a:gd name="connsiteY117" fmla="*/ 5216467 h 6858000"/>
              <a:gd name="connsiteX118" fmla="*/ 4978032 w 7467600"/>
              <a:gd name="connsiteY118" fmla="*/ 5183809 h 6858000"/>
              <a:gd name="connsiteX119" fmla="*/ 4463413 w 7467600"/>
              <a:gd name="connsiteY119" fmla="*/ 5615162 h 6858000"/>
              <a:gd name="connsiteX120" fmla="*/ 4358134 w 7467600"/>
              <a:gd name="connsiteY120" fmla="*/ 5742791 h 6858000"/>
              <a:gd name="connsiteX121" fmla="*/ 4376219 w 7467600"/>
              <a:gd name="connsiteY121" fmla="*/ 5729027 h 6858000"/>
              <a:gd name="connsiteX122" fmla="*/ 4582340 w 7467600"/>
              <a:gd name="connsiteY122" fmla="*/ 5561037 h 6858000"/>
              <a:gd name="connsiteX123" fmla="*/ 4694684 w 7467600"/>
              <a:gd name="connsiteY123" fmla="*/ 5447098 h 6858000"/>
              <a:gd name="connsiteX124" fmla="*/ 4754123 w 7467600"/>
              <a:gd name="connsiteY124" fmla="*/ 5384643 h 6858000"/>
              <a:gd name="connsiteX125" fmla="*/ 4978032 w 7467600"/>
              <a:gd name="connsiteY125" fmla="*/ 5183809 h 6858000"/>
              <a:gd name="connsiteX126" fmla="*/ 1903353 w 7467600"/>
              <a:gd name="connsiteY126" fmla="*/ 5044827 h 6858000"/>
              <a:gd name="connsiteX127" fmla="*/ 1936931 w 7467600"/>
              <a:gd name="connsiteY127" fmla="*/ 5093954 h 6858000"/>
              <a:gd name="connsiteX128" fmla="*/ 2195868 w 7467600"/>
              <a:gd name="connsiteY128" fmla="*/ 5396574 h 6858000"/>
              <a:gd name="connsiteX129" fmla="*/ 2088852 w 7467600"/>
              <a:gd name="connsiteY129" fmla="*/ 5166123 h 6858000"/>
              <a:gd name="connsiteX130" fmla="*/ 1958241 w 7467600"/>
              <a:gd name="connsiteY130" fmla="*/ 5067955 h 6858000"/>
              <a:gd name="connsiteX131" fmla="*/ 1903353 w 7467600"/>
              <a:gd name="connsiteY131" fmla="*/ 5044827 h 6858000"/>
              <a:gd name="connsiteX132" fmla="*/ 1979378 w 7467600"/>
              <a:gd name="connsiteY132" fmla="*/ 4769504 h 6858000"/>
              <a:gd name="connsiteX133" fmla="*/ 2882120 w 7467600"/>
              <a:gd name="connsiteY133" fmla="*/ 5064547 h 6858000"/>
              <a:gd name="connsiteX134" fmla="*/ 2793103 w 7467600"/>
              <a:gd name="connsiteY134" fmla="*/ 5039699 h 6858000"/>
              <a:gd name="connsiteX135" fmla="*/ 2770041 w 7467600"/>
              <a:gd name="connsiteY135" fmla="*/ 5033634 h 6858000"/>
              <a:gd name="connsiteX136" fmla="*/ 1979378 w 7467600"/>
              <a:gd name="connsiteY136" fmla="*/ 4769504 h 6858000"/>
              <a:gd name="connsiteX137" fmla="*/ 1927410 w 7467600"/>
              <a:gd name="connsiteY137" fmla="*/ 4716164 h 6858000"/>
              <a:gd name="connsiteX138" fmla="*/ 1959587 w 7467600"/>
              <a:gd name="connsiteY138" fmla="*/ 4728849 h 6858000"/>
              <a:gd name="connsiteX139" fmla="*/ 2777707 w 7467600"/>
              <a:gd name="connsiteY139" fmla="*/ 5003991 h 6858000"/>
              <a:gd name="connsiteX140" fmla="*/ 2800768 w 7467600"/>
              <a:gd name="connsiteY140" fmla="*/ 5010056 h 6858000"/>
              <a:gd name="connsiteX141" fmla="*/ 2879408 w 7467600"/>
              <a:gd name="connsiteY141" fmla="*/ 5031590 h 6858000"/>
              <a:gd name="connsiteX142" fmla="*/ 2862295 w 7467600"/>
              <a:gd name="connsiteY142" fmla="*/ 5022958 h 6858000"/>
              <a:gd name="connsiteX143" fmla="*/ 2813343 w 7467600"/>
              <a:gd name="connsiteY143" fmla="*/ 4998369 h 6858000"/>
              <a:gd name="connsiteX144" fmla="*/ 2646245 w 7467600"/>
              <a:gd name="connsiteY144" fmla="*/ 4930999 h 6858000"/>
              <a:gd name="connsiteX145" fmla="*/ 1999243 w 7467600"/>
              <a:gd name="connsiteY145" fmla="*/ 4730524 h 6858000"/>
              <a:gd name="connsiteX146" fmla="*/ 1979527 w 7467600"/>
              <a:gd name="connsiteY146" fmla="*/ 4726651 h 6858000"/>
              <a:gd name="connsiteX147" fmla="*/ 1927410 w 7467600"/>
              <a:gd name="connsiteY147" fmla="*/ 4716164 h 6858000"/>
              <a:gd name="connsiteX148" fmla="*/ 1997014 w 7467600"/>
              <a:gd name="connsiteY148" fmla="*/ 4698007 h 6858000"/>
              <a:gd name="connsiteX149" fmla="*/ 2005458 w 7467600"/>
              <a:gd name="connsiteY149" fmla="*/ 4699540 h 6858000"/>
              <a:gd name="connsiteX150" fmla="*/ 2657186 w 7467600"/>
              <a:gd name="connsiteY150" fmla="*/ 4901687 h 6858000"/>
              <a:gd name="connsiteX151" fmla="*/ 2826662 w 7467600"/>
              <a:gd name="connsiteY151" fmla="*/ 4970362 h 6858000"/>
              <a:gd name="connsiteX152" fmla="*/ 2876100 w 7467600"/>
              <a:gd name="connsiteY152" fmla="*/ 4995397 h 6858000"/>
              <a:gd name="connsiteX153" fmla="*/ 3042600 w 7467600"/>
              <a:gd name="connsiteY153" fmla="*/ 5059532 h 6858000"/>
              <a:gd name="connsiteX154" fmla="*/ 1997014 w 7467600"/>
              <a:gd name="connsiteY154" fmla="*/ 4698007 h 6858000"/>
              <a:gd name="connsiteX155" fmla="*/ 2305292 w 7467600"/>
              <a:gd name="connsiteY155" fmla="*/ 4219492 h 6858000"/>
              <a:gd name="connsiteX156" fmla="*/ 3360922 w 7467600"/>
              <a:gd name="connsiteY156" fmla="*/ 4529373 h 6858000"/>
              <a:gd name="connsiteX157" fmla="*/ 3492420 w 7467600"/>
              <a:gd name="connsiteY157" fmla="*/ 4510145 h 6858000"/>
              <a:gd name="connsiteX158" fmla="*/ 3364086 w 7467600"/>
              <a:gd name="connsiteY158" fmla="*/ 4480340 h 6858000"/>
              <a:gd name="connsiteX159" fmla="*/ 3225818 w 7467600"/>
              <a:gd name="connsiteY159" fmla="*/ 4411822 h 6858000"/>
              <a:gd name="connsiteX160" fmla="*/ 3129696 w 7467600"/>
              <a:gd name="connsiteY160" fmla="*/ 4360704 h 6858000"/>
              <a:gd name="connsiteX161" fmla="*/ 2814545 w 7467600"/>
              <a:gd name="connsiteY161" fmla="*/ 4282955 h 6858000"/>
              <a:gd name="connsiteX162" fmla="*/ 2305292 w 7467600"/>
              <a:gd name="connsiteY162" fmla="*/ 4219492 h 6858000"/>
              <a:gd name="connsiteX163" fmla="*/ 2626982 w 7467600"/>
              <a:gd name="connsiteY163" fmla="*/ 4206450 h 6858000"/>
              <a:gd name="connsiteX164" fmla="*/ 2490617 w 7467600"/>
              <a:gd name="connsiteY164" fmla="*/ 4206951 h 6858000"/>
              <a:gd name="connsiteX165" fmla="*/ 2819869 w 7467600"/>
              <a:gd name="connsiteY165" fmla="*/ 4252936 h 6858000"/>
              <a:gd name="connsiteX166" fmla="*/ 3143018 w 7467600"/>
              <a:gd name="connsiteY166" fmla="*/ 4332698 h 6858000"/>
              <a:gd name="connsiteX167" fmla="*/ 3241520 w 7467600"/>
              <a:gd name="connsiteY167" fmla="*/ 4385112 h 6858000"/>
              <a:gd name="connsiteX168" fmla="*/ 3374575 w 7467600"/>
              <a:gd name="connsiteY168" fmla="*/ 4451517 h 6858000"/>
              <a:gd name="connsiteX169" fmla="*/ 3505221 w 7467600"/>
              <a:gd name="connsiteY169" fmla="*/ 4480757 h 6858000"/>
              <a:gd name="connsiteX170" fmla="*/ 2626982 w 7467600"/>
              <a:gd name="connsiteY170" fmla="*/ 4206450 h 6858000"/>
              <a:gd name="connsiteX171" fmla="*/ 1310106 w 7467600"/>
              <a:gd name="connsiteY171" fmla="*/ 3943217 h 6858000"/>
              <a:gd name="connsiteX172" fmla="*/ 854994 w 7467600"/>
              <a:gd name="connsiteY172" fmla="*/ 4399136 h 6858000"/>
              <a:gd name="connsiteX173" fmla="*/ 742462 w 7467600"/>
              <a:gd name="connsiteY173" fmla="*/ 4594648 h 6858000"/>
              <a:gd name="connsiteX174" fmla="*/ 820602 w 7467600"/>
              <a:gd name="connsiteY174" fmla="*/ 4485915 h 6858000"/>
              <a:gd name="connsiteX175" fmla="*/ 878295 w 7467600"/>
              <a:gd name="connsiteY175" fmla="*/ 4403594 h 6858000"/>
              <a:gd name="connsiteX176" fmla="*/ 1240607 w 7467600"/>
              <a:gd name="connsiteY176" fmla="*/ 4010401 h 6858000"/>
              <a:gd name="connsiteX177" fmla="*/ 1310106 w 7467600"/>
              <a:gd name="connsiteY177" fmla="*/ 3943217 h 6858000"/>
              <a:gd name="connsiteX178" fmla="*/ 1423113 w 7467600"/>
              <a:gd name="connsiteY178" fmla="*/ 3874565 h 6858000"/>
              <a:gd name="connsiteX179" fmla="*/ 1260565 w 7467600"/>
              <a:gd name="connsiteY179" fmla="*/ 4031982 h 6858000"/>
              <a:gd name="connsiteX180" fmla="*/ 901900 w 7467600"/>
              <a:gd name="connsiteY180" fmla="*/ 4421236 h 6858000"/>
              <a:gd name="connsiteX181" fmla="*/ 845044 w 7467600"/>
              <a:gd name="connsiteY181" fmla="*/ 4502436 h 6858000"/>
              <a:gd name="connsiteX182" fmla="*/ 685926 w 7467600"/>
              <a:gd name="connsiteY182" fmla="*/ 4703069 h 6858000"/>
              <a:gd name="connsiteX183" fmla="*/ 684248 w 7467600"/>
              <a:gd name="connsiteY183" fmla="*/ 4706721 h 6858000"/>
              <a:gd name="connsiteX184" fmla="*/ 1423113 w 7467600"/>
              <a:gd name="connsiteY184" fmla="*/ 3874565 h 6858000"/>
              <a:gd name="connsiteX185" fmla="*/ 3316479 w 7467600"/>
              <a:gd name="connsiteY185" fmla="*/ 3872136 h 6858000"/>
              <a:gd name="connsiteX186" fmla="*/ 3546806 w 7467600"/>
              <a:gd name="connsiteY186" fmla="*/ 4356139 h 6858000"/>
              <a:gd name="connsiteX187" fmla="*/ 3364433 w 7467600"/>
              <a:gd name="connsiteY187" fmla="*/ 3953121 h 6858000"/>
              <a:gd name="connsiteX188" fmla="*/ 3316479 w 7467600"/>
              <a:gd name="connsiteY188" fmla="*/ 3872136 h 6858000"/>
              <a:gd name="connsiteX189" fmla="*/ 3291335 w 7467600"/>
              <a:gd name="connsiteY189" fmla="*/ 3767420 h 6858000"/>
              <a:gd name="connsiteX190" fmla="*/ 3390805 w 7467600"/>
              <a:gd name="connsiteY190" fmla="*/ 3937163 h 6858000"/>
              <a:gd name="connsiteX191" fmla="*/ 3579062 w 7467600"/>
              <a:gd name="connsiteY191" fmla="*/ 4359040 h 6858000"/>
              <a:gd name="connsiteX192" fmla="*/ 3467355 w 7467600"/>
              <a:gd name="connsiteY192" fmla="*/ 3988130 h 6858000"/>
              <a:gd name="connsiteX193" fmla="*/ 3310753 w 7467600"/>
              <a:gd name="connsiteY193" fmla="*/ 3787140 h 6858000"/>
              <a:gd name="connsiteX194" fmla="*/ 3291335 w 7467600"/>
              <a:gd name="connsiteY194" fmla="*/ 3767420 h 6858000"/>
              <a:gd name="connsiteX195" fmla="*/ 1635889 w 7467600"/>
              <a:gd name="connsiteY195" fmla="*/ 3709494 h 6858000"/>
              <a:gd name="connsiteX196" fmla="*/ 1634800 w 7467600"/>
              <a:gd name="connsiteY196" fmla="*/ 3731111 h 6858000"/>
              <a:gd name="connsiteX197" fmla="*/ 1635889 w 7467600"/>
              <a:gd name="connsiteY197" fmla="*/ 3709494 h 6858000"/>
              <a:gd name="connsiteX198" fmla="*/ 1510397 w 7467600"/>
              <a:gd name="connsiteY198" fmla="*/ 3684705 h 6858000"/>
              <a:gd name="connsiteX199" fmla="*/ 1146550 w 7467600"/>
              <a:gd name="connsiteY199" fmla="*/ 3802012 h 6858000"/>
              <a:gd name="connsiteX200" fmla="*/ 698834 w 7467600"/>
              <a:gd name="connsiteY200" fmla="*/ 3952272 h 6858000"/>
              <a:gd name="connsiteX201" fmla="*/ 34256 w 7467600"/>
              <a:gd name="connsiteY201" fmla="*/ 4347603 h 6858000"/>
              <a:gd name="connsiteX202" fmla="*/ 527241 w 7467600"/>
              <a:gd name="connsiteY202" fmla="*/ 4065078 h 6858000"/>
              <a:gd name="connsiteX203" fmla="*/ 1510397 w 7467600"/>
              <a:gd name="connsiteY203" fmla="*/ 3684705 h 6858000"/>
              <a:gd name="connsiteX204" fmla="*/ 1313114 w 7467600"/>
              <a:gd name="connsiteY204" fmla="*/ 3655216 h 6858000"/>
              <a:gd name="connsiteX205" fmla="*/ 1109304 w 7467600"/>
              <a:gd name="connsiteY205" fmla="*/ 3669030 h 6858000"/>
              <a:gd name="connsiteX206" fmla="*/ 8129 w 7467600"/>
              <a:gd name="connsiteY206" fmla="*/ 4330519 h 6858000"/>
              <a:gd name="connsiteX207" fmla="*/ 687572 w 7467600"/>
              <a:gd name="connsiteY207" fmla="*/ 3925629 h 6858000"/>
              <a:gd name="connsiteX208" fmla="*/ 1138365 w 7467600"/>
              <a:gd name="connsiteY208" fmla="*/ 3774515 h 6858000"/>
              <a:gd name="connsiteX209" fmla="*/ 1505579 w 7467600"/>
              <a:gd name="connsiteY209" fmla="*/ 3655526 h 6858000"/>
              <a:gd name="connsiteX210" fmla="*/ 1313114 w 7467600"/>
              <a:gd name="connsiteY210" fmla="*/ 3655216 h 6858000"/>
              <a:gd name="connsiteX211" fmla="*/ 3655073 w 7467600"/>
              <a:gd name="connsiteY211" fmla="*/ 3650884 h 6858000"/>
              <a:gd name="connsiteX212" fmla="*/ 3989938 w 7467600"/>
              <a:gd name="connsiteY212" fmla="*/ 3991685 h 6858000"/>
              <a:gd name="connsiteX213" fmla="*/ 4393907 w 7467600"/>
              <a:gd name="connsiteY213" fmla="*/ 4261258 h 6858000"/>
              <a:gd name="connsiteX214" fmla="*/ 4648051 w 7467600"/>
              <a:gd name="connsiteY214" fmla="*/ 4374051 h 6858000"/>
              <a:gd name="connsiteX215" fmla="*/ 4383389 w 7467600"/>
              <a:gd name="connsiteY215" fmla="*/ 4184369 h 6858000"/>
              <a:gd name="connsiteX216" fmla="*/ 4165508 w 7467600"/>
              <a:gd name="connsiteY216" fmla="*/ 4035196 h 6858000"/>
              <a:gd name="connsiteX217" fmla="*/ 4068162 w 7467600"/>
              <a:gd name="connsiteY217" fmla="*/ 3953394 h 6858000"/>
              <a:gd name="connsiteX218" fmla="*/ 3981416 w 7467600"/>
              <a:gd name="connsiteY218" fmla="*/ 3880482 h 6858000"/>
              <a:gd name="connsiteX219" fmla="*/ 3800147 w 7467600"/>
              <a:gd name="connsiteY219" fmla="*/ 3749872 h 6858000"/>
              <a:gd name="connsiteX220" fmla="*/ 3655073 w 7467600"/>
              <a:gd name="connsiteY220" fmla="*/ 3650884 h 6858000"/>
              <a:gd name="connsiteX221" fmla="*/ 3670252 w 7467600"/>
              <a:gd name="connsiteY221" fmla="*/ 3622798 h 6858000"/>
              <a:gd name="connsiteX222" fmla="*/ 3817258 w 7467600"/>
              <a:gd name="connsiteY222" fmla="*/ 3723577 h 6858000"/>
              <a:gd name="connsiteX223" fmla="*/ 4000461 w 7467600"/>
              <a:gd name="connsiteY223" fmla="*/ 3855966 h 6858000"/>
              <a:gd name="connsiteX224" fmla="*/ 4088180 w 7467600"/>
              <a:gd name="connsiteY224" fmla="*/ 3929774 h 6858000"/>
              <a:gd name="connsiteX225" fmla="*/ 4184555 w 7467600"/>
              <a:gd name="connsiteY225" fmla="*/ 4010683 h 6858000"/>
              <a:gd name="connsiteX226" fmla="*/ 4399563 w 7467600"/>
              <a:gd name="connsiteY226" fmla="*/ 4158106 h 6858000"/>
              <a:gd name="connsiteX227" fmla="*/ 4684469 w 7467600"/>
              <a:gd name="connsiteY227" fmla="*/ 4364680 h 6858000"/>
              <a:gd name="connsiteX228" fmla="*/ 4690271 w 7467600"/>
              <a:gd name="connsiteY228" fmla="*/ 4370034 h 6858000"/>
              <a:gd name="connsiteX229" fmla="*/ 4136093 w 7467600"/>
              <a:gd name="connsiteY229" fmla="*/ 3858466 h 6858000"/>
              <a:gd name="connsiteX230" fmla="*/ 3670252 w 7467600"/>
              <a:gd name="connsiteY230" fmla="*/ 3622798 h 6858000"/>
              <a:gd name="connsiteX231" fmla="*/ 4440129 w 7467600"/>
              <a:gd name="connsiteY231" fmla="*/ 3448571 h 6858000"/>
              <a:gd name="connsiteX232" fmla="*/ 4856525 w 7467600"/>
              <a:gd name="connsiteY232" fmla="*/ 3915351 h 6858000"/>
              <a:gd name="connsiteX233" fmla="*/ 5059055 w 7467600"/>
              <a:gd name="connsiteY233" fmla="*/ 4108918 h 6858000"/>
              <a:gd name="connsiteX234" fmla="*/ 5290070 w 7467600"/>
              <a:gd name="connsiteY234" fmla="*/ 4263619 h 6858000"/>
              <a:gd name="connsiteX235" fmla="*/ 4834991 w 7467600"/>
              <a:gd name="connsiteY235" fmla="*/ 3830985 h 6858000"/>
              <a:gd name="connsiteX236" fmla="*/ 4440129 w 7467600"/>
              <a:gd name="connsiteY236" fmla="*/ 3448571 h 6858000"/>
              <a:gd name="connsiteX237" fmla="*/ 4441737 w 7467600"/>
              <a:gd name="connsiteY237" fmla="*/ 3399734 h 6858000"/>
              <a:gd name="connsiteX238" fmla="*/ 4431236 w 7467600"/>
              <a:gd name="connsiteY238" fmla="*/ 3400954 h 6858000"/>
              <a:gd name="connsiteX239" fmla="*/ 4557150 w 7467600"/>
              <a:gd name="connsiteY239" fmla="*/ 3510023 h 6858000"/>
              <a:gd name="connsiteX240" fmla="*/ 4856936 w 7467600"/>
              <a:gd name="connsiteY240" fmla="*/ 3809146 h 6858000"/>
              <a:gd name="connsiteX241" fmla="*/ 5111996 w 7467600"/>
              <a:gd name="connsiteY241" fmla="*/ 4065759 h 6858000"/>
              <a:gd name="connsiteX242" fmla="*/ 5388878 w 7467600"/>
              <a:gd name="connsiteY242" fmla="*/ 4300185 h 6858000"/>
              <a:gd name="connsiteX243" fmla="*/ 5425556 w 7467600"/>
              <a:gd name="connsiteY243" fmla="*/ 4308967 h 6858000"/>
              <a:gd name="connsiteX244" fmla="*/ 4943646 w 7467600"/>
              <a:gd name="connsiteY244" fmla="*/ 3822916 h 6858000"/>
              <a:gd name="connsiteX245" fmla="*/ 4594837 w 7467600"/>
              <a:gd name="connsiteY245" fmla="*/ 3532274 h 6858000"/>
              <a:gd name="connsiteX246" fmla="*/ 4441737 w 7467600"/>
              <a:gd name="connsiteY246" fmla="*/ 3399734 h 6858000"/>
              <a:gd name="connsiteX247" fmla="*/ 5425834 w 7467600"/>
              <a:gd name="connsiteY247" fmla="*/ 3162785 h 6858000"/>
              <a:gd name="connsiteX248" fmla="*/ 5401644 w 7467600"/>
              <a:gd name="connsiteY248" fmla="*/ 3617847 h 6858000"/>
              <a:gd name="connsiteX249" fmla="*/ 5467256 w 7467600"/>
              <a:gd name="connsiteY249" fmla="*/ 4175494 h 6858000"/>
              <a:gd name="connsiteX250" fmla="*/ 5448069 w 7467600"/>
              <a:gd name="connsiteY250" fmla="*/ 3567554 h 6858000"/>
              <a:gd name="connsiteX251" fmla="*/ 5425834 w 7467600"/>
              <a:gd name="connsiteY251" fmla="*/ 3162785 h 6858000"/>
              <a:gd name="connsiteX252" fmla="*/ 1318687 w 7467600"/>
              <a:gd name="connsiteY252" fmla="*/ 3113840 h 6858000"/>
              <a:gd name="connsiteX253" fmla="*/ 1066793 w 7467600"/>
              <a:gd name="connsiteY253" fmla="*/ 3212171 h 6858000"/>
              <a:gd name="connsiteX254" fmla="*/ 993319 w 7467600"/>
              <a:gd name="connsiteY254" fmla="*/ 3247648 h 6858000"/>
              <a:gd name="connsiteX255" fmla="*/ 853081 w 7467600"/>
              <a:gd name="connsiteY255" fmla="*/ 3312410 h 6858000"/>
              <a:gd name="connsiteX256" fmla="*/ 805957 w 7467600"/>
              <a:gd name="connsiteY256" fmla="*/ 3330443 h 6858000"/>
              <a:gd name="connsiteX257" fmla="*/ 1318687 w 7467600"/>
              <a:gd name="connsiteY257" fmla="*/ 3113840 h 6858000"/>
              <a:gd name="connsiteX258" fmla="*/ 5453702 w 7467600"/>
              <a:gd name="connsiteY258" fmla="*/ 3090882 h 6858000"/>
              <a:gd name="connsiteX259" fmla="*/ 5480135 w 7467600"/>
              <a:gd name="connsiteY259" fmla="*/ 3565802 h 6858000"/>
              <a:gd name="connsiteX260" fmla="*/ 5499023 w 7467600"/>
              <a:gd name="connsiteY260" fmla="*/ 4166310 h 6858000"/>
              <a:gd name="connsiteX261" fmla="*/ 5547022 w 7467600"/>
              <a:gd name="connsiteY261" fmla="*/ 3607838 h 6858000"/>
              <a:gd name="connsiteX262" fmla="*/ 5515964 w 7467600"/>
              <a:gd name="connsiteY262" fmla="*/ 3378541 h 6858000"/>
              <a:gd name="connsiteX263" fmla="*/ 5453702 w 7467600"/>
              <a:gd name="connsiteY263" fmla="*/ 3090882 h 6858000"/>
              <a:gd name="connsiteX264" fmla="*/ 1238695 w 7467600"/>
              <a:gd name="connsiteY264" fmla="*/ 3076820 h 6858000"/>
              <a:gd name="connsiteX265" fmla="*/ 716371 w 7467600"/>
              <a:gd name="connsiteY265" fmla="*/ 3293249 h 6858000"/>
              <a:gd name="connsiteX266" fmla="*/ 579522 w 7467600"/>
              <a:gd name="connsiteY266" fmla="*/ 3371759 h 6858000"/>
              <a:gd name="connsiteX267" fmla="*/ 600288 w 7467600"/>
              <a:gd name="connsiteY267" fmla="*/ 3365555 h 6858000"/>
              <a:gd name="connsiteX268" fmla="*/ 840692 w 7467600"/>
              <a:gd name="connsiteY268" fmla="*/ 3284921 h 6858000"/>
              <a:gd name="connsiteX269" fmla="*/ 979248 w 7467600"/>
              <a:gd name="connsiteY269" fmla="*/ 3221003 h 6858000"/>
              <a:gd name="connsiteX270" fmla="*/ 1053282 w 7467600"/>
              <a:gd name="connsiteY270" fmla="*/ 3185247 h 6858000"/>
              <a:gd name="connsiteX271" fmla="*/ 1320603 w 7467600"/>
              <a:gd name="connsiteY271" fmla="*/ 3081281 h 6858000"/>
              <a:gd name="connsiteX272" fmla="*/ 1238695 w 7467600"/>
              <a:gd name="connsiteY272" fmla="*/ 3076820 h 6858000"/>
              <a:gd name="connsiteX273" fmla="*/ 5425627 w 7467600"/>
              <a:gd name="connsiteY273" fmla="*/ 2954192 h 6858000"/>
              <a:gd name="connsiteX274" fmla="*/ 5470770 w 7467600"/>
              <a:gd name="connsiteY274" fmla="*/ 3005435 h 6858000"/>
              <a:gd name="connsiteX275" fmla="*/ 5519779 w 7467600"/>
              <a:gd name="connsiteY275" fmla="*/ 4359223 h 6858000"/>
              <a:gd name="connsiteX276" fmla="*/ 5520293 w 7467600"/>
              <a:gd name="connsiteY276" fmla="*/ 4360602 h 6858000"/>
              <a:gd name="connsiteX277" fmla="*/ 5767221 w 7467600"/>
              <a:gd name="connsiteY277" fmla="*/ 4665564 h 6858000"/>
              <a:gd name="connsiteX278" fmla="*/ 6937169 w 7467600"/>
              <a:gd name="connsiteY278" fmla="*/ 4815941 h 6858000"/>
              <a:gd name="connsiteX279" fmla="*/ 6953922 w 7467600"/>
              <a:gd name="connsiteY279" fmla="*/ 4890068 h 6858000"/>
              <a:gd name="connsiteX280" fmla="*/ 6071359 w 7467600"/>
              <a:gd name="connsiteY280" fmla="*/ 4770770 h 6858000"/>
              <a:gd name="connsiteX281" fmla="*/ 6038839 w 7467600"/>
              <a:gd name="connsiteY281" fmla="*/ 4764474 h 6858000"/>
              <a:gd name="connsiteX282" fmla="*/ 6038706 w 7467600"/>
              <a:gd name="connsiteY282" fmla="*/ 4763847 h 6858000"/>
              <a:gd name="connsiteX283" fmla="*/ 6037784 w 7467600"/>
              <a:gd name="connsiteY283" fmla="*/ 4764270 h 6858000"/>
              <a:gd name="connsiteX284" fmla="*/ 6038839 w 7467600"/>
              <a:gd name="connsiteY284" fmla="*/ 4764474 h 6858000"/>
              <a:gd name="connsiteX285" fmla="*/ 6040338 w 7467600"/>
              <a:gd name="connsiteY285" fmla="*/ 4771418 h 6858000"/>
              <a:gd name="connsiteX286" fmla="*/ 6024488 w 7467600"/>
              <a:gd name="connsiteY286" fmla="*/ 4809903 h 6858000"/>
              <a:gd name="connsiteX287" fmla="*/ 5599771 w 7467600"/>
              <a:gd name="connsiteY287" fmla="*/ 5509652 h 6858000"/>
              <a:gd name="connsiteX288" fmla="*/ 5548843 w 7467600"/>
              <a:gd name="connsiteY288" fmla="*/ 5563845 h 6858000"/>
              <a:gd name="connsiteX289" fmla="*/ 5940952 w 7467600"/>
              <a:gd name="connsiteY289" fmla="*/ 6250028 h 6858000"/>
              <a:gd name="connsiteX290" fmla="*/ 6043441 w 7467600"/>
              <a:gd name="connsiteY290" fmla="*/ 6665847 h 6858000"/>
              <a:gd name="connsiteX291" fmla="*/ 6093432 w 7467600"/>
              <a:gd name="connsiteY291" fmla="*/ 6858000 h 6858000"/>
              <a:gd name="connsiteX292" fmla="*/ 6034344 w 7467600"/>
              <a:gd name="connsiteY292" fmla="*/ 6858000 h 6858000"/>
              <a:gd name="connsiteX293" fmla="*/ 6026679 w 7467600"/>
              <a:gd name="connsiteY293" fmla="*/ 6836959 h 6858000"/>
              <a:gd name="connsiteX294" fmla="*/ 5800441 w 7467600"/>
              <a:gd name="connsiteY294" fmla="*/ 6335286 h 6858000"/>
              <a:gd name="connsiteX295" fmla="*/ 5526562 w 7467600"/>
              <a:gd name="connsiteY295" fmla="*/ 5705388 h 6858000"/>
              <a:gd name="connsiteX296" fmla="*/ 5519640 w 7467600"/>
              <a:gd name="connsiteY296" fmla="*/ 5683774 h 6858000"/>
              <a:gd name="connsiteX297" fmla="*/ 5844559 w 7467600"/>
              <a:gd name="connsiteY297" fmla="*/ 6553349 h 6858000"/>
              <a:gd name="connsiteX298" fmla="*/ 5975994 w 7467600"/>
              <a:gd name="connsiteY298" fmla="*/ 6858000 h 6858000"/>
              <a:gd name="connsiteX299" fmla="*/ 5898547 w 7467600"/>
              <a:gd name="connsiteY299" fmla="*/ 6858000 h 6858000"/>
              <a:gd name="connsiteX300" fmla="*/ 5682041 w 7467600"/>
              <a:gd name="connsiteY300" fmla="*/ 6355860 h 6858000"/>
              <a:gd name="connsiteX301" fmla="*/ 5461758 w 7467600"/>
              <a:gd name="connsiteY301" fmla="*/ 5820220 h 6858000"/>
              <a:gd name="connsiteX302" fmla="*/ 5237282 w 7467600"/>
              <a:gd name="connsiteY302" fmla="*/ 6579086 h 6858000"/>
              <a:gd name="connsiteX303" fmla="*/ 5115009 w 7467600"/>
              <a:gd name="connsiteY303" fmla="*/ 6858000 h 6858000"/>
              <a:gd name="connsiteX304" fmla="*/ 5028074 w 7467600"/>
              <a:gd name="connsiteY304" fmla="*/ 6858000 h 6858000"/>
              <a:gd name="connsiteX305" fmla="*/ 5079508 w 7467600"/>
              <a:gd name="connsiteY305" fmla="*/ 6749074 h 6858000"/>
              <a:gd name="connsiteX306" fmla="*/ 5371846 w 7467600"/>
              <a:gd name="connsiteY306" fmla="*/ 5924413 h 6858000"/>
              <a:gd name="connsiteX307" fmla="*/ 5270512 w 7467600"/>
              <a:gd name="connsiteY307" fmla="*/ 6138975 h 6858000"/>
              <a:gd name="connsiteX308" fmla="*/ 5062409 w 7467600"/>
              <a:gd name="connsiteY308" fmla="*/ 6653544 h 6858000"/>
              <a:gd name="connsiteX309" fmla="*/ 5036628 w 7467600"/>
              <a:gd name="connsiteY309" fmla="*/ 6754247 h 6858000"/>
              <a:gd name="connsiteX310" fmla="*/ 5009112 w 7467600"/>
              <a:gd name="connsiteY310" fmla="*/ 6858000 h 6858000"/>
              <a:gd name="connsiteX311" fmla="*/ 4976679 w 7467600"/>
              <a:gd name="connsiteY311" fmla="*/ 6858000 h 6858000"/>
              <a:gd name="connsiteX312" fmla="*/ 5006537 w 7467600"/>
              <a:gd name="connsiteY312" fmla="*/ 6747068 h 6858000"/>
              <a:gd name="connsiteX313" fmla="*/ 5032723 w 7467600"/>
              <a:gd name="connsiteY313" fmla="*/ 6644957 h 6858000"/>
              <a:gd name="connsiteX314" fmla="*/ 5242949 w 7467600"/>
              <a:gd name="connsiteY314" fmla="*/ 6125175 h 6858000"/>
              <a:gd name="connsiteX315" fmla="*/ 5286321 w 7467600"/>
              <a:gd name="connsiteY315" fmla="*/ 6033555 h 6858000"/>
              <a:gd name="connsiteX316" fmla="*/ 5008210 w 7467600"/>
              <a:gd name="connsiteY316" fmla="*/ 6649194 h 6858000"/>
              <a:gd name="connsiteX317" fmla="*/ 4986321 w 7467600"/>
              <a:gd name="connsiteY317" fmla="*/ 6765687 h 6858000"/>
              <a:gd name="connsiteX318" fmla="*/ 4973474 w 7467600"/>
              <a:gd name="connsiteY318" fmla="*/ 6858000 h 6858000"/>
              <a:gd name="connsiteX319" fmla="*/ 4907178 w 7467600"/>
              <a:gd name="connsiteY319" fmla="*/ 6858000 h 6858000"/>
              <a:gd name="connsiteX320" fmla="*/ 4910810 w 7467600"/>
              <a:gd name="connsiteY320" fmla="*/ 6829660 h 6858000"/>
              <a:gd name="connsiteX321" fmla="*/ 4987461 w 7467600"/>
              <a:gd name="connsiteY321" fmla="*/ 6432994 h 6858000"/>
              <a:gd name="connsiteX322" fmla="*/ 5179262 w 7467600"/>
              <a:gd name="connsiteY322" fmla="*/ 6035044 h 6858000"/>
              <a:gd name="connsiteX323" fmla="*/ 4689678 w 7467600"/>
              <a:gd name="connsiteY323" fmla="*/ 6440241 h 6858000"/>
              <a:gd name="connsiteX324" fmla="*/ 4477543 w 7467600"/>
              <a:gd name="connsiteY324" fmla="*/ 6674836 h 6858000"/>
              <a:gd name="connsiteX325" fmla="*/ 4329957 w 7467600"/>
              <a:gd name="connsiteY325" fmla="*/ 6858000 h 6858000"/>
              <a:gd name="connsiteX326" fmla="*/ 4218595 w 7467600"/>
              <a:gd name="connsiteY326" fmla="*/ 6858000 h 6858000"/>
              <a:gd name="connsiteX327" fmla="*/ 4368888 w 7467600"/>
              <a:gd name="connsiteY327" fmla="*/ 6668412 h 6858000"/>
              <a:gd name="connsiteX328" fmla="*/ 4563091 w 7467600"/>
              <a:gd name="connsiteY328" fmla="*/ 6442508 h 6858000"/>
              <a:gd name="connsiteX329" fmla="*/ 5387324 w 7467600"/>
              <a:gd name="connsiteY329" fmla="*/ 5705830 h 6858000"/>
              <a:gd name="connsiteX330" fmla="*/ 5073620 w 7467600"/>
              <a:gd name="connsiteY330" fmla="*/ 5955437 h 6858000"/>
              <a:gd name="connsiteX331" fmla="*/ 4689789 w 7467600"/>
              <a:gd name="connsiteY331" fmla="*/ 6268382 h 6858000"/>
              <a:gd name="connsiteX332" fmla="*/ 4418722 w 7467600"/>
              <a:gd name="connsiteY332" fmla="*/ 6570886 h 6858000"/>
              <a:gd name="connsiteX333" fmla="*/ 4214944 w 7467600"/>
              <a:gd name="connsiteY333" fmla="*/ 6858000 h 6858000"/>
              <a:gd name="connsiteX334" fmla="*/ 4177898 w 7467600"/>
              <a:gd name="connsiteY334" fmla="*/ 6858000 h 6858000"/>
              <a:gd name="connsiteX335" fmla="*/ 4391597 w 7467600"/>
              <a:gd name="connsiteY335" fmla="*/ 6556370 h 6858000"/>
              <a:gd name="connsiteX336" fmla="*/ 4668889 w 7467600"/>
              <a:gd name="connsiteY336" fmla="*/ 6246399 h 6858000"/>
              <a:gd name="connsiteX337" fmla="*/ 5055427 w 7467600"/>
              <a:gd name="connsiteY337" fmla="*/ 5931476 h 6858000"/>
              <a:gd name="connsiteX338" fmla="*/ 5371814 w 7467600"/>
              <a:gd name="connsiteY338" fmla="*/ 5678975 h 6858000"/>
              <a:gd name="connsiteX339" fmla="*/ 4987918 w 7467600"/>
              <a:gd name="connsiteY339" fmla="*/ 5838701 h 6858000"/>
              <a:gd name="connsiteX340" fmla="*/ 4317146 w 7467600"/>
              <a:gd name="connsiteY340" fmla="*/ 6587716 h 6858000"/>
              <a:gd name="connsiteX341" fmla="*/ 4171627 w 7467600"/>
              <a:gd name="connsiteY341" fmla="*/ 6858000 h 6858000"/>
              <a:gd name="connsiteX342" fmla="*/ 4081585 w 7467600"/>
              <a:gd name="connsiteY342" fmla="*/ 6858000 h 6858000"/>
              <a:gd name="connsiteX343" fmla="*/ 4238603 w 7467600"/>
              <a:gd name="connsiteY343" fmla="*/ 6559341 h 6858000"/>
              <a:gd name="connsiteX344" fmla="*/ 4778333 w 7467600"/>
              <a:gd name="connsiteY344" fmla="*/ 5873626 h 6858000"/>
              <a:gd name="connsiteX345" fmla="*/ 5414185 w 7467600"/>
              <a:gd name="connsiteY345" fmla="*/ 5573882 h 6858000"/>
              <a:gd name="connsiteX346" fmla="*/ 5959648 w 7467600"/>
              <a:gd name="connsiteY346" fmla="*/ 4760797 h 6858000"/>
              <a:gd name="connsiteX347" fmla="*/ 5355019 w 7467600"/>
              <a:gd name="connsiteY347" fmla="*/ 4734672 h 6858000"/>
              <a:gd name="connsiteX348" fmla="*/ 5083565 w 7467600"/>
              <a:gd name="connsiteY348" fmla="*/ 5179121 h 6858000"/>
              <a:gd name="connsiteX349" fmla="*/ 4713577 w 7467600"/>
              <a:gd name="connsiteY349" fmla="*/ 5616803 h 6858000"/>
              <a:gd name="connsiteX350" fmla="*/ 3989559 w 7467600"/>
              <a:gd name="connsiteY350" fmla="*/ 6145945 h 6858000"/>
              <a:gd name="connsiteX351" fmla="*/ 3939824 w 7467600"/>
              <a:gd name="connsiteY351" fmla="*/ 6066900 h 6858000"/>
              <a:gd name="connsiteX352" fmla="*/ 4584537 w 7467600"/>
              <a:gd name="connsiteY352" fmla="*/ 5324826 h 6858000"/>
              <a:gd name="connsiteX353" fmla="*/ 5037105 w 7467600"/>
              <a:gd name="connsiteY353" fmla="*/ 5088765 h 6858000"/>
              <a:gd name="connsiteX354" fmla="*/ 5039930 w 7467600"/>
              <a:gd name="connsiteY354" fmla="*/ 5089585 h 6858000"/>
              <a:gd name="connsiteX355" fmla="*/ 5263764 w 7467600"/>
              <a:gd name="connsiteY355" fmla="*/ 4735525 h 6858000"/>
              <a:gd name="connsiteX356" fmla="*/ 4086300 w 7467600"/>
              <a:gd name="connsiteY356" fmla="*/ 4884599 h 6858000"/>
              <a:gd name="connsiteX357" fmla="*/ 4085485 w 7467600"/>
              <a:gd name="connsiteY357" fmla="*/ 4899070 h 6858000"/>
              <a:gd name="connsiteX358" fmla="*/ 3871915 w 7467600"/>
              <a:gd name="connsiteY358" fmla="*/ 5253645 h 6858000"/>
              <a:gd name="connsiteX359" fmla="*/ 3799374 w 7467600"/>
              <a:gd name="connsiteY359" fmla="*/ 5466127 h 6858000"/>
              <a:gd name="connsiteX360" fmla="*/ 3498850 w 7467600"/>
              <a:gd name="connsiteY360" fmla="*/ 6661888 h 6858000"/>
              <a:gd name="connsiteX361" fmla="*/ 3399216 w 7467600"/>
              <a:gd name="connsiteY361" fmla="*/ 6858000 h 6858000"/>
              <a:gd name="connsiteX362" fmla="*/ 3303688 w 7467600"/>
              <a:gd name="connsiteY362" fmla="*/ 6858000 h 6858000"/>
              <a:gd name="connsiteX363" fmla="*/ 3391774 w 7467600"/>
              <a:gd name="connsiteY363" fmla="*/ 6697181 h 6858000"/>
              <a:gd name="connsiteX364" fmla="*/ 3735540 w 7467600"/>
              <a:gd name="connsiteY364" fmla="*/ 5546923 h 6858000"/>
              <a:gd name="connsiteX365" fmla="*/ 3729438 w 7467600"/>
              <a:gd name="connsiteY365" fmla="*/ 5569058 h 6858000"/>
              <a:gd name="connsiteX366" fmla="*/ 3707782 w 7467600"/>
              <a:gd name="connsiteY366" fmla="*/ 5644908 h 6858000"/>
              <a:gd name="connsiteX367" fmla="*/ 3583827 w 7467600"/>
              <a:gd name="connsiteY367" fmla="*/ 6039215 h 6858000"/>
              <a:gd name="connsiteX368" fmla="*/ 3547861 w 7467600"/>
              <a:gd name="connsiteY368" fmla="*/ 6129609 h 6858000"/>
              <a:gd name="connsiteX369" fmla="*/ 3490905 w 7467600"/>
              <a:gd name="connsiteY369" fmla="*/ 6277660 h 6858000"/>
              <a:gd name="connsiteX370" fmla="*/ 3455859 w 7467600"/>
              <a:gd name="connsiteY370" fmla="*/ 6391301 h 6858000"/>
              <a:gd name="connsiteX371" fmla="*/ 3429112 w 7467600"/>
              <a:gd name="connsiteY371" fmla="*/ 6479469 h 6858000"/>
              <a:gd name="connsiteX372" fmla="*/ 3304862 w 7467600"/>
              <a:gd name="connsiteY372" fmla="*/ 6796476 h 6858000"/>
              <a:gd name="connsiteX373" fmla="*/ 3276071 w 7467600"/>
              <a:gd name="connsiteY373" fmla="*/ 6858000 h 6858000"/>
              <a:gd name="connsiteX374" fmla="*/ 3240805 w 7467600"/>
              <a:gd name="connsiteY374" fmla="*/ 6858000 h 6858000"/>
              <a:gd name="connsiteX375" fmla="*/ 3275917 w 7467600"/>
              <a:gd name="connsiteY375" fmla="*/ 6783192 h 6858000"/>
              <a:gd name="connsiteX376" fmla="*/ 3399358 w 7467600"/>
              <a:gd name="connsiteY376" fmla="*/ 6469011 h 6858000"/>
              <a:gd name="connsiteX377" fmla="*/ 3425650 w 7467600"/>
              <a:gd name="connsiteY377" fmla="*/ 6381333 h 6858000"/>
              <a:gd name="connsiteX378" fmla="*/ 3460661 w 7467600"/>
              <a:gd name="connsiteY378" fmla="*/ 6266763 h 6858000"/>
              <a:gd name="connsiteX379" fmla="*/ 3518021 w 7467600"/>
              <a:gd name="connsiteY379" fmla="*/ 6117298 h 6858000"/>
              <a:gd name="connsiteX380" fmla="*/ 3554035 w 7467600"/>
              <a:gd name="connsiteY380" fmla="*/ 6027832 h 6858000"/>
              <a:gd name="connsiteX381" fmla="*/ 3677174 w 7467600"/>
              <a:gd name="connsiteY381" fmla="*/ 5636351 h 6858000"/>
              <a:gd name="connsiteX382" fmla="*/ 3698819 w 7467600"/>
              <a:gd name="connsiteY382" fmla="*/ 5560503 h 6858000"/>
              <a:gd name="connsiteX383" fmla="*/ 3702094 w 7467600"/>
              <a:gd name="connsiteY383" fmla="*/ 5549194 h 6858000"/>
              <a:gd name="connsiteX384" fmla="*/ 3398355 w 7467600"/>
              <a:gd name="connsiteY384" fmla="*/ 6094603 h 6858000"/>
              <a:gd name="connsiteX385" fmla="*/ 3193941 w 7467600"/>
              <a:gd name="connsiteY385" fmla="*/ 6798775 h 6858000"/>
              <a:gd name="connsiteX386" fmla="*/ 3184140 w 7467600"/>
              <a:gd name="connsiteY386" fmla="*/ 6858000 h 6858000"/>
              <a:gd name="connsiteX387" fmla="*/ 3099978 w 7467600"/>
              <a:gd name="connsiteY387" fmla="*/ 6858000 h 6858000"/>
              <a:gd name="connsiteX388" fmla="*/ 3101556 w 7467600"/>
              <a:gd name="connsiteY388" fmla="*/ 6843337 h 6858000"/>
              <a:gd name="connsiteX389" fmla="*/ 3370162 w 7467600"/>
              <a:gd name="connsiteY389" fmla="*/ 5785550 h 6858000"/>
              <a:gd name="connsiteX390" fmla="*/ 3746477 w 7467600"/>
              <a:gd name="connsiteY390" fmla="*/ 5377889 h 6858000"/>
              <a:gd name="connsiteX391" fmla="*/ 3863399 w 7467600"/>
              <a:gd name="connsiteY391" fmla="*/ 5087257 h 6858000"/>
              <a:gd name="connsiteX392" fmla="*/ 3968712 w 7467600"/>
              <a:gd name="connsiteY392" fmla="*/ 4913989 h 6858000"/>
              <a:gd name="connsiteX393" fmla="*/ 2792390 w 7467600"/>
              <a:gd name="connsiteY393" fmla="*/ 5382974 h 6858000"/>
              <a:gd name="connsiteX394" fmla="*/ 2714982 w 7467600"/>
              <a:gd name="connsiteY394" fmla="*/ 5427051 h 6858000"/>
              <a:gd name="connsiteX395" fmla="*/ 2813361 w 7467600"/>
              <a:gd name="connsiteY395" fmla="*/ 6023912 h 6858000"/>
              <a:gd name="connsiteX396" fmla="*/ 2688430 w 7467600"/>
              <a:gd name="connsiteY396" fmla="*/ 6801564 h 6858000"/>
              <a:gd name="connsiteX397" fmla="*/ 2629626 w 7467600"/>
              <a:gd name="connsiteY397" fmla="*/ 6763394 h 6858000"/>
              <a:gd name="connsiteX398" fmla="*/ 2565328 w 7467600"/>
              <a:gd name="connsiteY398" fmla="*/ 5516399 h 6858000"/>
              <a:gd name="connsiteX399" fmla="*/ 1922999 w 7467600"/>
              <a:gd name="connsiteY399" fmla="*/ 5980343 h 6858000"/>
              <a:gd name="connsiteX400" fmla="*/ 1950261 w 7467600"/>
              <a:gd name="connsiteY400" fmla="*/ 6405858 h 6858000"/>
              <a:gd name="connsiteX401" fmla="*/ 2365554 w 7467600"/>
              <a:gd name="connsiteY401" fmla="*/ 6759107 h 6858000"/>
              <a:gd name="connsiteX402" fmla="*/ 2424142 w 7467600"/>
              <a:gd name="connsiteY402" fmla="*/ 6858000 h 6858000"/>
              <a:gd name="connsiteX403" fmla="*/ 2395994 w 7467600"/>
              <a:gd name="connsiteY403" fmla="*/ 6858000 h 6858000"/>
              <a:gd name="connsiteX404" fmla="*/ 2392863 w 7467600"/>
              <a:gd name="connsiteY404" fmla="*/ 6852964 h 6858000"/>
              <a:gd name="connsiteX405" fmla="*/ 2017589 w 7467600"/>
              <a:gd name="connsiteY405" fmla="*/ 6493982 h 6858000"/>
              <a:gd name="connsiteX406" fmla="*/ 2147336 w 7467600"/>
              <a:gd name="connsiteY406" fmla="*/ 6594052 h 6858000"/>
              <a:gd name="connsiteX407" fmla="*/ 2207047 w 7467600"/>
              <a:gd name="connsiteY407" fmla="*/ 6654540 h 6858000"/>
              <a:gd name="connsiteX408" fmla="*/ 2299106 w 7467600"/>
              <a:gd name="connsiteY408" fmla="*/ 6778931 h 6858000"/>
              <a:gd name="connsiteX409" fmla="*/ 2314430 w 7467600"/>
              <a:gd name="connsiteY409" fmla="*/ 6801144 h 6858000"/>
              <a:gd name="connsiteX410" fmla="*/ 2352406 w 7467600"/>
              <a:gd name="connsiteY410" fmla="*/ 6858000 h 6858000"/>
              <a:gd name="connsiteX411" fmla="*/ 2314492 w 7467600"/>
              <a:gd name="connsiteY411" fmla="*/ 6858000 h 6858000"/>
              <a:gd name="connsiteX412" fmla="*/ 2288095 w 7467600"/>
              <a:gd name="connsiteY412" fmla="*/ 6818030 h 6858000"/>
              <a:gd name="connsiteX413" fmla="*/ 2272768 w 7467600"/>
              <a:gd name="connsiteY413" fmla="*/ 6795822 h 6858000"/>
              <a:gd name="connsiteX414" fmla="*/ 2182715 w 7467600"/>
              <a:gd name="connsiteY414" fmla="*/ 6675071 h 6858000"/>
              <a:gd name="connsiteX415" fmla="*/ 2032061 w 7467600"/>
              <a:gd name="connsiteY415" fmla="*/ 6541380 h 6858000"/>
              <a:gd name="connsiteX416" fmla="*/ 2257220 w 7467600"/>
              <a:gd name="connsiteY416" fmla="*/ 6826257 h 6858000"/>
              <a:gd name="connsiteX417" fmla="*/ 2281324 w 7467600"/>
              <a:gd name="connsiteY417" fmla="*/ 6858000 h 6858000"/>
              <a:gd name="connsiteX418" fmla="*/ 2242860 w 7467600"/>
              <a:gd name="connsiteY418" fmla="*/ 6858000 h 6858000"/>
              <a:gd name="connsiteX419" fmla="*/ 2232818 w 7467600"/>
              <a:gd name="connsiteY419" fmla="*/ 6844926 h 6858000"/>
              <a:gd name="connsiteX420" fmla="*/ 1990172 w 7467600"/>
              <a:gd name="connsiteY420" fmla="*/ 6542121 h 6858000"/>
              <a:gd name="connsiteX421" fmla="*/ 2124090 w 7467600"/>
              <a:gd name="connsiteY421" fmla="*/ 6761017 h 6858000"/>
              <a:gd name="connsiteX422" fmla="*/ 2200380 w 7467600"/>
              <a:gd name="connsiteY422" fmla="*/ 6858000 h 6858000"/>
              <a:gd name="connsiteX423" fmla="*/ 2147507 w 7467600"/>
              <a:gd name="connsiteY423" fmla="*/ 6858000 h 6858000"/>
              <a:gd name="connsiteX424" fmla="*/ 2070668 w 7467600"/>
              <a:gd name="connsiteY424" fmla="*/ 6761520 h 6858000"/>
              <a:gd name="connsiteX425" fmla="*/ 1975142 w 7467600"/>
              <a:gd name="connsiteY425" fmla="*/ 6585570 h 6858000"/>
              <a:gd name="connsiteX426" fmla="*/ 2050035 w 7467600"/>
              <a:gd name="connsiteY426" fmla="*/ 6813345 h 6858000"/>
              <a:gd name="connsiteX427" fmla="*/ 2063025 w 7467600"/>
              <a:gd name="connsiteY427" fmla="*/ 6858000 h 6858000"/>
              <a:gd name="connsiteX428" fmla="*/ 2021675 w 7467600"/>
              <a:gd name="connsiteY428" fmla="*/ 6858000 h 6858000"/>
              <a:gd name="connsiteX429" fmla="*/ 2019308 w 7467600"/>
              <a:gd name="connsiteY429" fmla="*/ 6847118 h 6858000"/>
              <a:gd name="connsiteX430" fmla="*/ 1938835 w 7467600"/>
              <a:gd name="connsiteY430" fmla="*/ 6551160 h 6858000"/>
              <a:gd name="connsiteX431" fmla="*/ 1953230 w 7467600"/>
              <a:gd name="connsiteY431" fmla="*/ 6759699 h 6858000"/>
              <a:gd name="connsiteX432" fmla="*/ 1956763 w 7467600"/>
              <a:gd name="connsiteY432" fmla="*/ 6778191 h 6858000"/>
              <a:gd name="connsiteX433" fmla="*/ 1967925 w 7467600"/>
              <a:gd name="connsiteY433" fmla="*/ 6858000 h 6858000"/>
              <a:gd name="connsiteX434" fmla="*/ 1936622 w 7467600"/>
              <a:gd name="connsiteY434" fmla="*/ 6858000 h 6858000"/>
              <a:gd name="connsiteX435" fmla="*/ 1926261 w 7467600"/>
              <a:gd name="connsiteY435" fmla="*/ 6784064 h 6858000"/>
              <a:gd name="connsiteX436" fmla="*/ 1922724 w 7467600"/>
              <a:gd name="connsiteY436" fmla="*/ 6765577 h 6858000"/>
              <a:gd name="connsiteX437" fmla="*/ 1904650 w 7467600"/>
              <a:gd name="connsiteY437" fmla="*/ 6639616 h 6858000"/>
              <a:gd name="connsiteX438" fmla="*/ 1885273 w 7467600"/>
              <a:gd name="connsiteY438" fmla="*/ 6858000 h 6858000"/>
              <a:gd name="connsiteX439" fmla="*/ 1854363 w 7467600"/>
              <a:gd name="connsiteY439" fmla="*/ 6858000 h 6858000"/>
              <a:gd name="connsiteX440" fmla="*/ 1880391 w 7467600"/>
              <a:gd name="connsiteY440" fmla="*/ 6603796 h 6858000"/>
              <a:gd name="connsiteX441" fmla="*/ 1818273 w 7467600"/>
              <a:gd name="connsiteY441" fmla="*/ 6715729 h 6858000"/>
              <a:gd name="connsiteX442" fmla="*/ 1794691 w 7467600"/>
              <a:gd name="connsiteY442" fmla="*/ 6843239 h 6858000"/>
              <a:gd name="connsiteX443" fmla="*/ 1794914 w 7467600"/>
              <a:gd name="connsiteY443" fmla="*/ 6858000 h 6858000"/>
              <a:gd name="connsiteX444" fmla="*/ 1746128 w 7467600"/>
              <a:gd name="connsiteY444" fmla="*/ 6858000 h 6858000"/>
              <a:gd name="connsiteX445" fmla="*/ 1753934 w 7467600"/>
              <a:gd name="connsiteY445" fmla="*/ 6724796 h 6858000"/>
              <a:gd name="connsiteX446" fmla="*/ 1792053 w 7467600"/>
              <a:gd name="connsiteY446" fmla="*/ 6572396 h 6858000"/>
              <a:gd name="connsiteX447" fmla="*/ 1862248 w 7467600"/>
              <a:gd name="connsiteY447" fmla="*/ 6266397 h 6858000"/>
              <a:gd name="connsiteX448" fmla="*/ 1862250 w 7467600"/>
              <a:gd name="connsiteY448" fmla="*/ 6033531 h 6858000"/>
              <a:gd name="connsiteX449" fmla="*/ 1211999 w 7467600"/>
              <a:gd name="connsiteY449" fmla="*/ 6683610 h 6858000"/>
              <a:gd name="connsiteX450" fmla="*/ 1213266 w 7467600"/>
              <a:gd name="connsiteY450" fmla="*/ 6691947 h 6858000"/>
              <a:gd name="connsiteX451" fmla="*/ 1203370 w 7467600"/>
              <a:gd name="connsiteY451" fmla="*/ 6850676 h 6858000"/>
              <a:gd name="connsiteX452" fmla="*/ 1203671 w 7467600"/>
              <a:gd name="connsiteY452" fmla="*/ 6858000 h 6858000"/>
              <a:gd name="connsiteX453" fmla="*/ 1143180 w 7467600"/>
              <a:gd name="connsiteY453" fmla="*/ 6858000 h 6858000"/>
              <a:gd name="connsiteX454" fmla="*/ 1142176 w 7467600"/>
              <a:gd name="connsiteY454" fmla="*/ 6766045 h 6858000"/>
              <a:gd name="connsiteX455" fmla="*/ 1067484 w 7467600"/>
              <a:gd name="connsiteY455" fmla="*/ 6858000 h 6858000"/>
              <a:gd name="connsiteX456" fmla="*/ 953928 w 7467600"/>
              <a:gd name="connsiteY456" fmla="*/ 6858000 h 6858000"/>
              <a:gd name="connsiteX457" fmla="*/ 959715 w 7467600"/>
              <a:gd name="connsiteY457" fmla="*/ 6850185 h 6858000"/>
              <a:gd name="connsiteX458" fmla="*/ 1483788 w 7467600"/>
              <a:gd name="connsiteY458" fmla="*/ 6259174 h 6858000"/>
              <a:gd name="connsiteX459" fmla="*/ 1100671 w 7467600"/>
              <a:gd name="connsiteY459" fmla="*/ 6252137 h 6858000"/>
              <a:gd name="connsiteX460" fmla="*/ 1090144 w 7467600"/>
              <a:gd name="connsiteY460" fmla="*/ 6256748 h 6858000"/>
              <a:gd name="connsiteX461" fmla="*/ 1095872 w 7467600"/>
              <a:gd name="connsiteY461" fmla="*/ 6271892 h 6858000"/>
              <a:gd name="connsiteX462" fmla="*/ 262785 w 7467600"/>
              <a:gd name="connsiteY462" fmla="*/ 6845450 h 6858000"/>
              <a:gd name="connsiteX463" fmla="*/ 209968 w 7467600"/>
              <a:gd name="connsiteY463" fmla="*/ 6770713 h 6858000"/>
              <a:gd name="connsiteX464" fmla="*/ 873460 w 7467600"/>
              <a:gd name="connsiteY464" fmla="*/ 6253768 h 6858000"/>
              <a:gd name="connsiteX465" fmla="*/ 192686 w 7467600"/>
              <a:gd name="connsiteY465" fmla="*/ 5849257 h 6858000"/>
              <a:gd name="connsiteX466" fmla="*/ 4696 w 7467600"/>
              <a:gd name="connsiteY466" fmla="*/ 5697668 h 6858000"/>
              <a:gd name="connsiteX467" fmla="*/ 0 w 7467600"/>
              <a:gd name="connsiteY467" fmla="*/ 5689984 h 6858000"/>
              <a:gd name="connsiteX468" fmla="*/ 0 w 7467600"/>
              <a:gd name="connsiteY468" fmla="*/ 5513472 h 6858000"/>
              <a:gd name="connsiteX469" fmla="*/ 174101 w 7467600"/>
              <a:gd name="connsiteY469" fmla="*/ 5620277 h 6858000"/>
              <a:gd name="connsiteX470" fmla="*/ 891800 w 7467600"/>
              <a:gd name="connsiteY470" fmla="*/ 6036935 h 6858000"/>
              <a:gd name="connsiteX471" fmla="*/ 1072219 w 7467600"/>
              <a:gd name="connsiteY471" fmla="*/ 6169443 h 6858000"/>
              <a:gd name="connsiteX472" fmla="*/ 1074117 w 7467600"/>
              <a:gd name="connsiteY472" fmla="*/ 6170301 h 6858000"/>
              <a:gd name="connsiteX473" fmla="*/ 1083114 w 7467600"/>
              <a:gd name="connsiteY473" fmla="*/ 6174131 h 6858000"/>
              <a:gd name="connsiteX474" fmla="*/ 1543010 w 7467600"/>
              <a:gd name="connsiteY474" fmla="*/ 6191140 h 6858000"/>
              <a:gd name="connsiteX475" fmla="*/ 1551080 w 7467600"/>
              <a:gd name="connsiteY475" fmla="*/ 6195006 h 6858000"/>
              <a:gd name="connsiteX476" fmla="*/ 2345443 w 7467600"/>
              <a:gd name="connsiteY476" fmla="*/ 5549882 h 6858000"/>
              <a:gd name="connsiteX477" fmla="*/ 1721499 w 7467600"/>
              <a:gd name="connsiteY477" fmla="*/ 5599969 h 6858000"/>
              <a:gd name="connsiteX478" fmla="*/ 767716 w 7467600"/>
              <a:gd name="connsiteY478" fmla="*/ 5472768 h 6858000"/>
              <a:gd name="connsiteX479" fmla="*/ 722147 w 7467600"/>
              <a:gd name="connsiteY479" fmla="*/ 5393091 h 6858000"/>
              <a:gd name="connsiteX480" fmla="*/ 1485552 w 7467600"/>
              <a:gd name="connsiteY480" fmla="*/ 5313202 h 6858000"/>
              <a:gd name="connsiteX481" fmla="*/ 2143004 w 7467600"/>
              <a:gd name="connsiteY481" fmla="*/ 5402420 h 6858000"/>
              <a:gd name="connsiteX482" fmla="*/ 1933391 w 7467600"/>
              <a:gd name="connsiteY482" fmla="*/ 5156971 h 6858000"/>
              <a:gd name="connsiteX483" fmla="*/ 1827118 w 7467600"/>
              <a:gd name="connsiteY483" fmla="*/ 4968410 h 6858000"/>
              <a:gd name="connsiteX484" fmla="*/ 1837349 w 7467600"/>
              <a:gd name="connsiteY484" fmla="*/ 4956357 h 6858000"/>
              <a:gd name="connsiteX485" fmla="*/ 2162835 w 7467600"/>
              <a:gd name="connsiteY485" fmla="*/ 5187853 h 6858000"/>
              <a:gd name="connsiteX486" fmla="*/ 2257167 w 7467600"/>
              <a:gd name="connsiteY486" fmla="*/ 5462123 h 6858000"/>
              <a:gd name="connsiteX487" fmla="*/ 2261598 w 7467600"/>
              <a:gd name="connsiteY487" fmla="*/ 5467998 h 6858000"/>
              <a:gd name="connsiteX488" fmla="*/ 2437177 w 7467600"/>
              <a:gd name="connsiteY488" fmla="*/ 5479608 h 6858000"/>
              <a:gd name="connsiteX489" fmla="*/ 2445247 w 7467600"/>
              <a:gd name="connsiteY489" fmla="*/ 5483476 h 6858000"/>
              <a:gd name="connsiteX490" fmla="*/ 2743626 w 7467600"/>
              <a:gd name="connsiteY490" fmla="*/ 5304819 h 6858000"/>
              <a:gd name="connsiteX491" fmla="*/ 3048102 w 7467600"/>
              <a:gd name="connsiteY491" fmla="*/ 5150595 h 6858000"/>
              <a:gd name="connsiteX492" fmla="*/ 1799414 w 7467600"/>
              <a:gd name="connsiteY492" fmla="*/ 4694732 h 6858000"/>
              <a:gd name="connsiteX493" fmla="*/ 1771735 w 7467600"/>
              <a:gd name="connsiteY493" fmla="*/ 4619929 h 6858000"/>
              <a:gd name="connsiteX494" fmla="*/ 3104273 w 7467600"/>
              <a:gd name="connsiteY494" fmla="*/ 5076159 h 6858000"/>
              <a:gd name="connsiteX495" fmla="*/ 3113245 w 7467600"/>
              <a:gd name="connsiteY495" fmla="*/ 5090705 h 6858000"/>
              <a:gd name="connsiteX496" fmla="*/ 3126294 w 7467600"/>
              <a:gd name="connsiteY496" fmla="*/ 5114400 h 6858000"/>
              <a:gd name="connsiteX497" fmla="*/ 3937433 w 7467600"/>
              <a:gd name="connsiteY497" fmla="*/ 4830473 h 6858000"/>
              <a:gd name="connsiteX498" fmla="*/ 3590475 w 7467600"/>
              <a:gd name="connsiteY498" fmla="*/ 4597974 h 6858000"/>
              <a:gd name="connsiteX499" fmla="*/ 3100264 w 7467600"/>
              <a:gd name="connsiteY499" fmla="*/ 4579845 h 6858000"/>
              <a:gd name="connsiteX500" fmla="*/ 2183576 w 7467600"/>
              <a:gd name="connsiteY500" fmla="*/ 4227150 h 6858000"/>
              <a:gd name="connsiteX501" fmla="*/ 2151029 w 7467600"/>
              <a:gd name="connsiteY501" fmla="*/ 4146947 h 6858000"/>
              <a:gd name="connsiteX502" fmla="*/ 3563434 w 7467600"/>
              <a:gd name="connsiteY502" fmla="*/ 4469115 h 6858000"/>
              <a:gd name="connsiteX503" fmla="*/ 3177952 w 7467600"/>
              <a:gd name="connsiteY503" fmla="*/ 3657386 h 6858000"/>
              <a:gd name="connsiteX504" fmla="*/ 3189263 w 7467600"/>
              <a:gd name="connsiteY504" fmla="*/ 3625726 h 6858000"/>
              <a:gd name="connsiteX505" fmla="*/ 3560912 w 7467600"/>
              <a:gd name="connsiteY505" fmla="*/ 4079863 h 6858000"/>
              <a:gd name="connsiteX506" fmla="*/ 3626636 w 7467600"/>
              <a:gd name="connsiteY506" fmla="*/ 4512230 h 6858000"/>
              <a:gd name="connsiteX507" fmla="*/ 3653088 w 7467600"/>
              <a:gd name="connsiteY507" fmla="*/ 4521417 h 6858000"/>
              <a:gd name="connsiteX508" fmla="*/ 3988128 w 7467600"/>
              <a:gd name="connsiteY508" fmla="*/ 4817267 h 6858000"/>
              <a:gd name="connsiteX509" fmla="*/ 4830582 w 7467600"/>
              <a:gd name="connsiteY509" fmla="*/ 4676000 h 6858000"/>
              <a:gd name="connsiteX510" fmla="*/ 4830100 w 7467600"/>
              <a:gd name="connsiteY510" fmla="*/ 4675554 h 6858000"/>
              <a:gd name="connsiteX511" fmla="*/ 4036318 w 7467600"/>
              <a:gd name="connsiteY511" fmla="*/ 4147013 h 6858000"/>
              <a:gd name="connsiteX512" fmla="*/ 3432098 w 7467600"/>
              <a:gd name="connsiteY512" fmla="*/ 3537312 h 6858000"/>
              <a:gd name="connsiteX513" fmla="*/ 3446761 w 7467600"/>
              <a:gd name="connsiteY513" fmla="*/ 3461278 h 6858000"/>
              <a:gd name="connsiteX514" fmla="*/ 4419733 w 7467600"/>
              <a:gd name="connsiteY514" fmla="*/ 3963555 h 6858000"/>
              <a:gd name="connsiteX515" fmla="*/ 4781371 w 7467600"/>
              <a:gd name="connsiteY515" fmla="*/ 4458604 h 6858000"/>
              <a:gd name="connsiteX516" fmla="*/ 4780440 w 7467600"/>
              <a:gd name="connsiteY516" fmla="*/ 4470290 h 6858000"/>
              <a:gd name="connsiteX517" fmla="*/ 4898954 w 7467600"/>
              <a:gd name="connsiteY517" fmla="*/ 4662092 h 6858000"/>
              <a:gd name="connsiteX518" fmla="*/ 4900699 w 7467600"/>
              <a:gd name="connsiteY518" fmla="*/ 4670867 h 6858000"/>
              <a:gd name="connsiteX519" fmla="*/ 5714511 w 7467600"/>
              <a:gd name="connsiteY519" fmla="*/ 4663483 h 6858000"/>
              <a:gd name="connsiteX520" fmla="*/ 5464793 w 7467600"/>
              <a:gd name="connsiteY520" fmla="*/ 4393556 h 6858000"/>
              <a:gd name="connsiteX521" fmla="*/ 5461897 w 7467600"/>
              <a:gd name="connsiteY521" fmla="*/ 4390879 h 6858000"/>
              <a:gd name="connsiteX522" fmla="*/ 4294126 w 7467600"/>
              <a:gd name="connsiteY522" fmla="*/ 3303048 h 6858000"/>
              <a:gd name="connsiteX523" fmla="*/ 4305321 w 7467600"/>
              <a:gd name="connsiteY523" fmla="*/ 3256953 h 6858000"/>
              <a:gd name="connsiteX524" fmla="*/ 4949299 w 7467600"/>
              <a:gd name="connsiteY524" fmla="*/ 3766336 h 6858000"/>
              <a:gd name="connsiteX525" fmla="*/ 5291452 w 7467600"/>
              <a:gd name="connsiteY525" fmla="*/ 4076801 h 6858000"/>
              <a:gd name="connsiteX526" fmla="*/ 5434998 w 7467600"/>
              <a:gd name="connsiteY526" fmla="*/ 4254100 h 6858000"/>
              <a:gd name="connsiteX527" fmla="*/ 5351015 w 7467600"/>
              <a:gd name="connsiteY527" fmla="*/ 3760989 h 6858000"/>
              <a:gd name="connsiteX528" fmla="*/ 5413780 w 7467600"/>
              <a:gd name="connsiteY528" fmla="*/ 2966265 h 6858000"/>
              <a:gd name="connsiteX529" fmla="*/ 5425627 w 7467600"/>
              <a:gd name="connsiteY529" fmla="*/ 2954192 h 6858000"/>
              <a:gd name="connsiteX530" fmla="*/ 6604735 w 7467600"/>
              <a:gd name="connsiteY530" fmla="*/ 2041381 h 6858000"/>
              <a:gd name="connsiteX531" fmla="*/ 7204487 w 7467600"/>
              <a:gd name="connsiteY531" fmla="*/ 2742112 h 6858000"/>
              <a:gd name="connsiteX532" fmla="*/ 7131592 w 7467600"/>
              <a:gd name="connsiteY532" fmla="*/ 2672096 h 6858000"/>
              <a:gd name="connsiteX533" fmla="*/ 6996344 w 7467600"/>
              <a:gd name="connsiteY533" fmla="*/ 2518310 h 6858000"/>
              <a:gd name="connsiteX534" fmla="*/ 6735495 w 7467600"/>
              <a:gd name="connsiteY534" fmla="*/ 2196890 h 6858000"/>
              <a:gd name="connsiteX535" fmla="*/ 6721901 w 7467600"/>
              <a:gd name="connsiteY535" fmla="*/ 2179274 h 6858000"/>
              <a:gd name="connsiteX536" fmla="*/ 6604735 w 7467600"/>
              <a:gd name="connsiteY536" fmla="*/ 2041381 h 6858000"/>
              <a:gd name="connsiteX537" fmla="*/ 6591670 w 7467600"/>
              <a:gd name="connsiteY537" fmla="*/ 1988277 h 6858000"/>
              <a:gd name="connsiteX538" fmla="*/ 6747349 w 7467600"/>
              <a:gd name="connsiteY538" fmla="*/ 2160069 h 6858000"/>
              <a:gd name="connsiteX539" fmla="*/ 6760943 w 7467600"/>
              <a:gd name="connsiteY539" fmla="*/ 2177686 h 6858000"/>
              <a:gd name="connsiteX540" fmla="*/ 7021065 w 7467600"/>
              <a:gd name="connsiteY540" fmla="*/ 2498102 h 6858000"/>
              <a:gd name="connsiteX541" fmla="*/ 7155223 w 7467600"/>
              <a:gd name="connsiteY541" fmla="*/ 2650386 h 6858000"/>
              <a:gd name="connsiteX542" fmla="*/ 7203167 w 7467600"/>
              <a:gd name="connsiteY542" fmla="*/ 2697288 h 6858000"/>
              <a:gd name="connsiteX543" fmla="*/ 6937703 w 7467600"/>
              <a:gd name="connsiteY543" fmla="*/ 2321981 h 6858000"/>
              <a:gd name="connsiteX544" fmla="*/ 6591670 w 7467600"/>
              <a:gd name="connsiteY544" fmla="*/ 1988277 h 6858000"/>
              <a:gd name="connsiteX545" fmla="*/ 5798671 w 7467600"/>
              <a:gd name="connsiteY545" fmla="*/ 1981601 h 6858000"/>
              <a:gd name="connsiteX546" fmla="*/ 5754709 w 7467600"/>
              <a:gd name="connsiteY546" fmla="*/ 2071454 h 6858000"/>
              <a:gd name="connsiteX547" fmla="*/ 5763044 w 7467600"/>
              <a:gd name="connsiteY547" fmla="*/ 2842206 h 6858000"/>
              <a:gd name="connsiteX548" fmla="*/ 5764974 w 7467600"/>
              <a:gd name="connsiteY548" fmla="*/ 2799609 h 6858000"/>
              <a:gd name="connsiteX549" fmla="*/ 5767665 w 7467600"/>
              <a:gd name="connsiteY549" fmla="*/ 2666409 h 6858000"/>
              <a:gd name="connsiteX550" fmla="*/ 5763055 w 7467600"/>
              <a:gd name="connsiteY550" fmla="*/ 2579705 h 6858000"/>
              <a:gd name="connsiteX551" fmla="*/ 5758079 w 7467600"/>
              <a:gd name="connsiteY551" fmla="*/ 2492508 h 6858000"/>
              <a:gd name="connsiteX552" fmla="*/ 5779325 w 7467600"/>
              <a:gd name="connsiteY552" fmla="*/ 2197069 h 6858000"/>
              <a:gd name="connsiteX553" fmla="*/ 5798671 w 7467600"/>
              <a:gd name="connsiteY553" fmla="*/ 1981601 h 6858000"/>
              <a:gd name="connsiteX554" fmla="*/ 5829202 w 7467600"/>
              <a:gd name="connsiteY554" fmla="*/ 1971679 h 6858000"/>
              <a:gd name="connsiteX555" fmla="*/ 5809558 w 7467600"/>
              <a:gd name="connsiteY555" fmla="*/ 2198043 h 6858000"/>
              <a:gd name="connsiteX556" fmla="*/ 5788653 w 7467600"/>
              <a:gd name="connsiteY556" fmla="*/ 2489430 h 6858000"/>
              <a:gd name="connsiteX557" fmla="*/ 5793439 w 7467600"/>
              <a:gd name="connsiteY557" fmla="*/ 2575235 h 6858000"/>
              <a:gd name="connsiteX558" fmla="*/ 5796837 w 7467600"/>
              <a:gd name="connsiteY558" fmla="*/ 2637633 h 6858000"/>
              <a:gd name="connsiteX559" fmla="*/ 5818614 w 7467600"/>
              <a:gd name="connsiteY559" fmla="*/ 2473055 h 6858000"/>
              <a:gd name="connsiteX560" fmla="*/ 5829202 w 7467600"/>
              <a:gd name="connsiteY560" fmla="*/ 1971679 h 6858000"/>
              <a:gd name="connsiteX561" fmla="*/ 5911389 w 7467600"/>
              <a:gd name="connsiteY561" fmla="*/ 1898371 h 6858000"/>
              <a:gd name="connsiteX562" fmla="*/ 6237627 w 7467600"/>
              <a:gd name="connsiteY562" fmla="*/ 2231921 h 6858000"/>
              <a:gd name="connsiteX563" fmla="*/ 5911389 w 7467600"/>
              <a:gd name="connsiteY563" fmla="*/ 1898371 h 6858000"/>
              <a:gd name="connsiteX564" fmla="*/ 6944437 w 7467600"/>
              <a:gd name="connsiteY564" fmla="*/ 1575402 h 6858000"/>
              <a:gd name="connsiteX565" fmla="*/ 6304730 w 7467600"/>
              <a:gd name="connsiteY565" fmla="*/ 1766654 h 6858000"/>
              <a:gd name="connsiteX566" fmla="*/ 6944437 w 7467600"/>
              <a:gd name="connsiteY566" fmla="*/ 1575402 h 6858000"/>
              <a:gd name="connsiteX567" fmla="*/ 7019523 w 7467600"/>
              <a:gd name="connsiteY567" fmla="*/ 1519450 h 6858000"/>
              <a:gd name="connsiteX568" fmla="*/ 6298091 w 7467600"/>
              <a:gd name="connsiteY568" fmla="*/ 1737122 h 6858000"/>
              <a:gd name="connsiteX569" fmla="*/ 7019523 w 7467600"/>
              <a:gd name="connsiteY569" fmla="*/ 1519450 h 6858000"/>
              <a:gd name="connsiteX570" fmla="*/ 2399523 w 7467600"/>
              <a:gd name="connsiteY570" fmla="*/ 1428234 h 6858000"/>
              <a:gd name="connsiteX571" fmla="*/ 2224982 w 7467600"/>
              <a:gd name="connsiteY571" fmla="*/ 1826201 h 6858000"/>
              <a:gd name="connsiteX572" fmla="*/ 2096099 w 7467600"/>
              <a:gd name="connsiteY572" fmla="*/ 2345900 h 6858000"/>
              <a:gd name="connsiteX573" fmla="*/ 2283317 w 7467600"/>
              <a:gd name="connsiteY573" fmla="*/ 1796925 h 6858000"/>
              <a:gd name="connsiteX574" fmla="*/ 2399523 w 7467600"/>
              <a:gd name="connsiteY574" fmla="*/ 1428234 h 6858000"/>
              <a:gd name="connsiteX575" fmla="*/ 2448558 w 7467600"/>
              <a:gd name="connsiteY575" fmla="*/ 1373435 h 6858000"/>
              <a:gd name="connsiteX576" fmla="*/ 2312521 w 7467600"/>
              <a:gd name="connsiteY576" fmla="*/ 1806140 h 6858000"/>
              <a:gd name="connsiteX577" fmla="*/ 2127533 w 7467600"/>
              <a:gd name="connsiteY577" fmla="*/ 2348380 h 6858000"/>
              <a:gd name="connsiteX578" fmla="*/ 2358080 w 7467600"/>
              <a:gd name="connsiteY578" fmla="*/ 1866134 h 6858000"/>
              <a:gd name="connsiteX579" fmla="*/ 2407436 w 7467600"/>
              <a:gd name="connsiteY579" fmla="*/ 1651070 h 6858000"/>
              <a:gd name="connsiteX580" fmla="*/ 2448558 w 7467600"/>
              <a:gd name="connsiteY580" fmla="*/ 1373435 h 6858000"/>
              <a:gd name="connsiteX581" fmla="*/ 278707 w 7467600"/>
              <a:gd name="connsiteY581" fmla="*/ 1352270 h 6858000"/>
              <a:gd name="connsiteX582" fmla="*/ 321570 w 7467600"/>
              <a:gd name="connsiteY582" fmla="*/ 1861610 h 6858000"/>
              <a:gd name="connsiteX583" fmla="*/ 294281 w 7467600"/>
              <a:gd name="connsiteY583" fmla="*/ 1440658 h 6858000"/>
              <a:gd name="connsiteX584" fmla="*/ 278707 w 7467600"/>
              <a:gd name="connsiteY584" fmla="*/ 1352270 h 6858000"/>
              <a:gd name="connsiteX585" fmla="*/ 1423821 w 7467600"/>
              <a:gd name="connsiteY585" fmla="*/ 1351958 h 6858000"/>
              <a:gd name="connsiteX586" fmla="*/ 1638521 w 7467600"/>
              <a:gd name="connsiteY586" fmla="*/ 1908470 h 6858000"/>
              <a:gd name="connsiteX587" fmla="*/ 1754199 w 7467600"/>
              <a:gd name="connsiteY587" fmla="*/ 2149284 h 6858000"/>
              <a:gd name="connsiteX588" fmla="*/ 1908359 w 7467600"/>
              <a:gd name="connsiteY588" fmla="*/ 2364988 h 6858000"/>
              <a:gd name="connsiteX589" fmla="*/ 1647661 w 7467600"/>
              <a:gd name="connsiteY589" fmla="*/ 1825945 h 6858000"/>
              <a:gd name="connsiteX590" fmla="*/ 1423821 w 7467600"/>
              <a:gd name="connsiteY590" fmla="*/ 1351958 h 6858000"/>
              <a:gd name="connsiteX591" fmla="*/ 1431890 w 7467600"/>
              <a:gd name="connsiteY591" fmla="*/ 1306475 h 6858000"/>
              <a:gd name="connsiteX592" fmla="*/ 1507597 w 7467600"/>
              <a:gd name="connsiteY592" fmla="*/ 1446132 h 6858000"/>
              <a:gd name="connsiteX593" fmla="*/ 1674586 w 7467600"/>
              <a:gd name="connsiteY593" fmla="*/ 1813832 h 6858000"/>
              <a:gd name="connsiteX594" fmla="*/ 1815950 w 7467600"/>
              <a:gd name="connsiteY594" fmla="*/ 2128564 h 6858000"/>
              <a:gd name="connsiteX595" fmla="*/ 1984242 w 7467600"/>
              <a:gd name="connsiteY595" fmla="*/ 2430829 h 6858000"/>
              <a:gd name="connsiteX596" fmla="*/ 2014023 w 7467600"/>
              <a:gd name="connsiteY596" fmla="*/ 2450995 h 6858000"/>
              <a:gd name="connsiteX597" fmla="*/ 1747337 w 7467600"/>
              <a:gd name="connsiteY597" fmla="*/ 1855264 h 6858000"/>
              <a:gd name="connsiteX598" fmla="*/ 1533749 w 7467600"/>
              <a:gd name="connsiteY598" fmla="*/ 1478656 h 6858000"/>
              <a:gd name="connsiteX599" fmla="*/ 1431890 w 7467600"/>
              <a:gd name="connsiteY599" fmla="*/ 1306475 h 6858000"/>
              <a:gd name="connsiteX600" fmla="*/ 5052692 w 7467600"/>
              <a:gd name="connsiteY600" fmla="*/ 1292994 h 6858000"/>
              <a:gd name="connsiteX601" fmla="*/ 5200661 w 7467600"/>
              <a:gd name="connsiteY601" fmla="*/ 1635186 h 6858000"/>
              <a:gd name="connsiteX602" fmla="*/ 5297138 w 7467600"/>
              <a:gd name="connsiteY602" fmla="*/ 1906351 h 6858000"/>
              <a:gd name="connsiteX603" fmla="*/ 5052692 w 7467600"/>
              <a:gd name="connsiteY603" fmla="*/ 1292994 h 6858000"/>
              <a:gd name="connsiteX604" fmla="*/ 5009948 w 7467600"/>
              <a:gd name="connsiteY604" fmla="*/ 1273619 h 6858000"/>
              <a:gd name="connsiteX605" fmla="*/ 5121777 w 7467600"/>
              <a:gd name="connsiteY605" fmla="*/ 1654213 h 6858000"/>
              <a:gd name="connsiteX606" fmla="*/ 5293545 w 7467600"/>
              <a:gd name="connsiteY606" fmla="*/ 2072247 h 6858000"/>
              <a:gd name="connsiteX607" fmla="*/ 5294042 w 7467600"/>
              <a:gd name="connsiteY607" fmla="*/ 2065019 h 6858000"/>
              <a:gd name="connsiteX608" fmla="*/ 5171936 w 7467600"/>
              <a:gd name="connsiteY608" fmla="*/ 1647613 h 6858000"/>
              <a:gd name="connsiteX609" fmla="*/ 5009948 w 7467600"/>
              <a:gd name="connsiteY609" fmla="*/ 1273619 h 6858000"/>
              <a:gd name="connsiteX610" fmla="*/ 655236 w 7467600"/>
              <a:gd name="connsiteY610" fmla="*/ 1268632 h 6858000"/>
              <a:gd name="connsiteX611" fmla="*/ 839521 w 7467600"/>
              <a:gd name="connsiteY611" fmla="*/ 1685315 h 6858000"/>
              <a:gd name="connsiteX612" fmla="*/ 1109416 w 7467600"/>
              <a:gd name="connsiteY612" fmla="*/ 2061663 h 6858000"/>
              <a:gd name="connsiteX613" fmla="*/ 1298300 w 7467600"/>
              <a:gd name="connsiteY613" fmla="*/ 2247742 h 6858000"/>
              <a:gd name="connsiteX614" fmla="*/ 1125871 w 7467600"/>
              <a:gd name="connsiteY614" fmla="*/ 1989513 h 6858000"/>
              <a:gd name="connsiteX615" fmla="*/ 981574 w 7467600"/>
              <a:gd name="connsiteY615" fmla="*/ 1783157 h 6858000"/>
              <a:gd name="connsiteX616" fmla="*/ 922198 w 7467600"/>
              <a:gd name="connsiteY616" fmla="*/ 1677437 h 6858000"/>
              <a:gd name="connsiteX617" fmla="*/ 869293 w 7467600"/>
              <a:gd name="connsiteY617" fmla="*/ 1583214 h 6858000"/>
              <a:gd name="connsiteX618" fmla="*/ 751431 w 7467600"/>
              <a:gd name="connsiteY618" fmla="*/ 1405731 h 6858000"/>
              <a:gd name="connsiteX619" fmla="*/ 655236 w 7467600"/>
              <a:gd name="connsiteY619" fmla="*/ 1268632 h 6858000"/>
              <a:gd name="connsiteX620" fmla="*/ 6516292 w 7467600"/>
              <a:gd name="connsiteY620" fmla="*/ 1263064 h 6858000"/>
              <a:gd name="connsiteX621" fmla="*/ 5736320 w 7467600"/>
              <a:gd name="connsiteY621" fmla="*/ 1501803 h 6858000"/>
              <a:gd name="connsiteX622" fmla="*/ 6516292 w 7467600"/>
              <a:gd name="connsiteY622" fmla="*/ 1263064 h 6858000"/>
              <a:gd name="connsiteX623" fmla="*/ 291466 w 7467600"/>
              <a:gd name="connsiteY623" fmla="*/ 1250369 h 6858000"/>
              <a:gd name="connsiteX624" fmla="*/ 323180 w 7467600"/>
              <a:gd name="connsiteY624" fmla="*/ 1435283 h 6858000"/>
              <a:gd name="connsiteX625" fmla="*/ 349381 w 7467600"/>
              <a:gd name="connsiteY625" fmla="*/ 1875041 h 6858000"/>
              <a:gd name="connsiteX626" fmla="*/ 374363 w 7467600"/>
              <a:gd name="connsiteY626" fmla="*/ 1506494 h 6858000"/>
              <a:gd name="connsiteX627" fmla="*/ 302168 w 7467600"/>
              <a:gd name="connsiteY627" fmla="*/ 1274495 h 6858000"/>
              <a:gd name="connsiteX628" fmla="*/ 291466 w 7467600"/>
              <a:gd name="connsiteY628" fmla="*/ 1250369 h 6858000"/>
              <a:gd name="connsiteX629" fmla="*/ 678222 w 7467600"/>
              <a:gd name="connsiteY629" fmla="*/ 1248670 h 6858000"/>
              <a:gd name="connsiteX630" fmla="*/ 775536 w 7467600"/>
              <a:gd name="connsiteY630" fmla="*/ 1388015 h 6858000"/>
              <a:gd name="connsiteX631" fmla="*/ 894529 w 7467600"/>
              <a:gd name="connsiteY631" fmla="*/ 1567739 h 6858000"/>
              <a:gd name="connsiteX632" fmla="*/ 948000 w 7467600"/>
              <a:gd name="connsiteY632" fmla="*/ 1663088 h 6858000"/>
              <a:gd name="connsiteX633" fmla="*/ 1006812 w 7467600"/>
              <a:gd name="connsiteY633" fmla="*/ 1767683 h 6858000"/>
              <a:gd name="connsiteX634" fmla="*/ 1149133 w 7467600"/>
              <a:gd name="connsiteY634" fmla="*/ 1971513 h 6858000"/>
              <a:gd name="connsiteX635" fmla="*/ 1333952 w 7467600"/>
              <a:gd name="connsiteY635" fmla="*/ 2251620 h 6858000"/>
              <a:gd name="connsiteX636" fmla="*/ 1337329 w 7467600"/>
              <a:gd name="connsiteY636" fmla="*/ 2258350 h 6858000"/>
              <a:gd name="connsiteX637" fmla="*/ 1014726 w 7467600"/>
              <a:gd name="connsiteY637" fmla="*/ 1615556 h 6858000"/>
              <a:gd name="connsiteX638" fmla="*/ 678222 w 7467600"/>
              <a:gd name="connsiteY638" fmla="*/ 1248670 h 6858000"/>
              <a:gd name="connsiteX639" fmla="*/ 6691602 w 7467600"/>
              <a:gd name="connsiteY639" fmla="*/ 1140573 h 6858000"/>
              <a:gd name="connsiteX640" fmla="*/ 6571100 w 7467600"/>
              <a:gd name="connsiteY640" fmla="*/ 1183662 h 6858000"/>
              <a:gd name="connsiteX641" fmla="*/ 6241687 w 7467600"/>
              <a:gd name="connsiteY641" fmla="*/ 1257600 h 6858000"/>
              <a:gd name="connsiteX642" fmla="*/ 5693009 w 7467600"/>
              <a:gd name="connsiteY642" fmla="*/ 1478256 h 6858000"/>
              <a:gd name="connsiteX643" fmla="*/ 6548420 w 7467600"/>
              <a:gd name="connsiteY643" fmla="*/ 1214599 h 6858000"/>
              <a:gd name="connsiteX644" fmla="*/ 6605473 w 7467600"/>
              <a:gd name="connsiteY644" fmla="*/ 1184686 h 6858000"/>
              <a:gd name="connsiteX645" fmla="*/ 6691602 w 7467600"/>
              <a:gd name="connsiteY645" fmla="*/ 1140573 h 6858000"/>
              <a:gd name="connsiteX646" fmla="*/ 4002475 w 7467600"/>
              <a:gd name="connsiteY646" fmla="*/ 1037802 h 6858000"/>
              <a:gd name="connsiteX647" fmla="*/ 4000324 w 7467600"/>
              <a:gd name="connsiteY647" fmla="*/ 1039362 h 6858000"/>
              <a:gd name="connsiteX648" fmla="*/ 4002862 w 7467600"/>
              <a:gd name="connsiteY648" fmla="*/ 1042866 h 6858000"/>
              <a:gd name="connsiteX649" fmla="*/ 4002475 w 7467600"/>
              <a:gd name="connsiteY649" fmla="*/ 1037802 h 6858000"/>
              <a:gd name="connsiteX650" fmla="*/ 506322 w 7467600"/>
              <a:gd name="connsiteY650" fmla="*/ 1020997 h 6858000"/>
              <a:gd name="connsiteX651" fmla="*/ 533068 w 7467600"/>
              <a:gd name="connsiteY651" fmla="*/ 1029409 h 6858000"/>
              <a:gd name="connsiteX652" fmla="*/ 1232525 w 7467600"/>
              <a:gd name="connsiteY652" fmla="*/ 1804675 h 6858000"/>
              <a:gd name="connsiteX653" fmla="*/ 1388858 w 7467600"/>
              <a:gd name="connsiteY653" fmla="*/ 2368011 h 6858000"/>
              <a:gd name="connsiteX654" fmla="*/ 1384098 w 7467600"/>
              <a:gd name="connsiteY654" fmla="*/ 2378125 h 6858000"/>
              <a:gd name="connsiteX655" fmla="*/ 1425393 w 7467600"/>
              <a:gd name="connsiteY655" fmla="*/ 2589124 h 6858000"/>
              <a:gd name="connsiteX656" fmla="*/ 1424001 w 7467600"/>
              <a:gd name="connsiteY656" fmla="*/ 2597541 h 6858000"/>
              <a:gd name="connsiteX657" fmla="*/ 2152729 w 7467600"/>
              <a:gd name="connsiteY657" fmla="*/ 2864487 h 6858000"/>
              <a:gd name="connsiteX658" fmla="*/ 2020609 w 7467600"/>
              <a:gd name="connsiteY658" fmla="*/ 2539671 h 6858000"/>
              <a:gd name="connsiteX659" fmla="*/ 2018920 w 7467600"/>
              <a:gd name="connsiteY659" fmla="*/ 2536309 h 6858000"/>
              <a:gd name="connsiteX660" fmla="*/ 1342441 w 7467600"/>
              <a:gd name="connsiteY660" fmla="*/ 1173017 h 6858000"/>
              <a:gd name="connsiteX661" fmla="*/ 1367925 w 7467600"/>
              <a:gd name="connsiteY661" fmla="*/ 1135648 h 6858000"/>
              <a:gd name="connsiteX662" fmla="*/ 1771401 w 7467600"/>
              <a:gd name="connsiteY662" fmla="*/ 1806673 h 6858000"/>
              <a:gd name="connsiteX663" fmla="*/ 1972385 w 7467600"/>
              <a:gd name="connsiteY663" fmla="*/ 2198735 h 6858000"/>
              <a:gd name="connsiteX664" fmla="*/ 2040892 w 7467600"/>
              <a:gd name="connsiteY664" fmla="*/ 2405205 h 6858000"/>
              <a:gd name="connsiteX665" fmla="*/ 2131689 w 7467600"/>
              <a:gd name="connsiteY665" fmla="*/ 1936926 h 6858000"/>
              <a:gd name="connsiteX666" fmla="*/ 2454820 w 7467600"/>
              <a:gd name="connsiteY666" fmla="*/ 1248808 h 6858000"/>
              <a:gd name="connsiteX667" fmla="*/ 2492512 w 7467600"/>
              <a:gd name="connsiteY667" fmla="*/ 1302920 h 6858000"/>
              <a:gd name="connsiteX668" fmla="*/ 2081216 w 7467600"/>
              <a:gd name="connsiteY668" fmla="*/ 2527513 h 6858000"/>
              <a:gd name="connsiteX669" fmla="*/ 2081211 w 7467600"/>
              <a:gd name="connsiteY669" fmla="*/ 2528916 h 6858000"/>
              <a:gd name="connsiteX670" fmla="*/ 2199067 w 7467600"/>
              <a:gd name="connsiteY670" fmla="*/ 2884061 h 6858000"/>
              <a:gd name="connsiteX671" fmla="*/ 3192586 w 7467600"/>
              <a:gd name="connsiteY671" fmla="*/ 3411496 h 6858000"/>
              <a:gd name="connsiteX672" fmla="*/ 3182620 w 7467600"/>
              <a:gd name="connsiteY672" fmla="*/ 3483279 h 6858000"/>
              <a:gd name="connsiteX673" fmla="*/ 2435119 w 7467600"/>
              <a:gd name="connsiteY673" fmla="*/ 3080173 h 6858000"/>
              <a:gd name="connsiteX674" fmla="*/ 2410152 w 7467600"/>
              <a:gd name="connsiteY674" fmla="*/ 3063751 h 6858000"/>
              <a:gd name="connsiteX675" fmla="*/ 2408099 w 7467600"/>
              <a:gd name="connsiteY675" fmla="*/ 3064403 h 6858000"/>
              <a:gd name="connsiteX676" fmla="*/ 2407218 w 7467600"/>
              <a:gd name="connsiteY676" fmla="*/ 3070324 h 6858000"/>
              <a:gd name="connsiteX677" fmla="*/ 2380138 w 7467600"/>
              <a:gd name="connsiteY677" fmla="*/ 3099341 h 6858000"/>
              <a:gd name="connsiteX678" fmla="*/ 1765923 w 7467600"/>
              <a:gd name="connsiteY678" fmla="*/ 3581043 h 6858000"/>
              <a:gd name="connsiteX679" fmla="*/ 1702258 w 7467600"/>
              <a:gd name="connsiteY679" fmla="*/ 3612286 h 6858000"/>
              <a:gd name="connsiteX680" fmla="*/ 1538370 w 7467600"/>
              <a:gd name="connsiteY680" fmla="*/ 3811804 h 6858000"/>
              <a:gd name="connsiteX681" fmla="*/ 542867 w 7467600"/>
              <a:gd name="connsiteY681" fmla="*/ 4944092 h 6858000"/>
              <a:gd name="connsiteX682" fmla="*/ 515800 w 7467600"/>
              <a:gd name="connsiteY682" fmla="*/ 4862180 h 6858000"/>
              <a:gd name="connsiteX683" fmla="*/ 909145 w 7467600"/>
              <a:gd name="connsiteY683" fmla="*/ 4199225 h 6858000"/>
              <a:gd name="connsiteX684" fmla="*/ 1214067 w 7467600"/>
              <a:gd name="connsiteY684" fmla="*/ 3908561 h 6858000"/>
              <a:gd name="connsiteX685" fmla="*/ 640967 w 7467600"/>
              <a:gd name="connsiteY685" fmla="*/ 4105601 h 6858000"/>
              <a:gd name="connsiteX686" fmla="*/ 112563 w 7467600"/>
              <a:gd name="connsiteY686" fmla="*/ 4396952 h 6858000"/>
              <a:gd name="connsiteX687" fmla="*/ 0 w 7467600"/>
              <a:gd name="connsiteY687" fmla="*/ 4466006 h 6858000"/>
              <a:gd name="connsiteX688" fmla="*/ 0 w 7467600"/>
              <a:gd name="connsiteY688" fmla="*/ 4233763 h 6858000"/>
              <a:gd name="connsiteX689" fmla="*/ 36881 w 7467600"/>
              <a:gd name="connsiteY689" fmla="*/ 4200118 h 6858000"/>
              <a:gd name="connsiteX690" fmla="*/ 910534 w 7467600"/>
              <a:gd name="connsiteY690" fmla="*/ 3629753 h 6858000"/>
              <a:gd name="connsiteX691" fmla="*/ 1578717 w 7467600"/>
              <a:gd name="connsiteY691" fmla="*/ 3575982 h 6858000"/>
              <a:gd name="connsiteX692" fmla="*/ 2338780 w 7467600"/>
              <a:gd name="connsiteY692" fmla="*/ 3033725 h 6858000"/>
              <a:gd name="connsiteX693" fmla="*/ 1807991 w 7467600"/>
              <a:gd name="connsiteY693" fmla="*/ 2807184 h 6858000"/>
              <a:gd name="connsiteX694" fmla="*/ 1416358 w 7467600"/>
              <a:gd name="connsiteY694" fmla="*/ 3112571 h 6858000"/>
              <a:gd name="connsiteX695" fmla="*/ 939066 w 7467600"/>
              <a:gd name="connsiteY695" fmla="*/ 3378798 h 6858000"/>
              <a:gd name="connsiteX696" fmla="*/ 115099 w 7467600"/>
              <a:gd name="connsiteY696" fmla="*/ 3607650 h 6858000"/>
              <a:gd name="connsiteX697" fmla="*/ 97284 w 7467600"/>
              <a:gd name="connsiteY697" fmla="*/ 3520393 h 6858000"/>
              <a:gd name="connsiteX698" fmla="*/ 922050 w 7467600"/>
              <a:gd name="connsiteY698" fmla="*/ 3074867 h 6858000"/>
              <a:gd name="connsiteX699" fmla="*/ 1405265 w 7467600"/>
              <a:gd name="connsiteY699" fmla="*/ 3016319 h 6858000"/>
              <a:gd name="connsiteX700" fmla="*/ 1407512 w 7467600"/>
              <a:gd name="connsiteY700" fmla="*/ 3018001 h 6858000"/>
              <a:gd name="connsiteX701" fmla="*/ 1726266 w 7467600"/>
              <a:gd name="connsiteY701" fmla="*/ 2777274 h 6858000"/>
              <a:gd name="connsiteX702" fmla="*/ 625390 w 7467600"/>
              <a:gd name="connsiteY702" fmla="*/ 2514541 h 6858000"/>
              <a:gd name="connsiteX703" fmla="*/ 619799 w 7467600"/>
              <a:gd name="connsiteY703" fmla="*/ 2527180 h 6858000"/>
              <a:gd name="connsiteX704" fmla="*/ 310030 w 7467600"/>
              <a:gd name="connsiteY704" fmla="*/ 2771818 h 6858000"/>
              <a:gd name="connsiteX705" fmla="*/ 173877 w 7467600"/>
              <a:gd name="connsiteY705" fmla="*/ 2937056 h 6858000"/>
              <a:gd name="connsiteX706" fmla="*/ 77889 w 7467600"/>
              <a:gd name="connsiteY706" fmla="*/ 3138440 h 6858000"/>
              <a:gd name="connsiteX707" fmla="*/ 0 w 7467600"/>
              <a:gd name="connsiteY707" fmla="*/ 3271395 h 6858000"/>
              <a:gd name="connsiteX708" fmla="*/ 0 w 7467600"/>
              <a:gd name="connsiteY708" fmla="*/ 3153002 h 6858000"/>
              <a:gd name="connsiteX709" fmla="*/ 2386 w 7467600"/>
              <a:gd name="connsiteY709" fmla="*/ 3149203 h 6858000"/>
              <a:gd name="connsiteX710" fmla="*/ 89753 w 7467600"/>
              <a:gd name="connsiteY710" fmla="*/ 2987702 h 6858000"/>
              <a:gd name="connsiteX711" fmla="*/ 76869 w 7467600"/>
              <a:gd name="connsiteY711" fmla="*/ 3005404 h 6858000"/>
              <a:gd name="connsiteX712" fmla="*/ 32049 w 7467600"/>
              <a:gd name="connsiteY712" fmla="*/ 3065814 h 6858000"/>
              <a:gd name="connsiteX713" fmla="*/ 0 w 7467600"/>
              <a:gd name="connsiteY713" fmla="*/ 3108744 h 6858000"/>
              <a:gd name="connsiteX714" fmla="*/ 0 w 7467600"/>
              <a:gd name="connsiteY714" fmla="*/ 3058059 h 6858000"/>
              <a:gd name="connsiteX715" fmla="*/ 7610 w 7467600"/>
              <a:gd name="connsiteY715" fmla="*/ 3047889 h 6858000"/>
              <a:gd name="connsiteX716" fmla="*/ 52419 w 7467600"/>
              <a:gd name="connsiteY716" fmla="*/ 2987479 h 6858000"/>
              <a:gd name="connsiteX717" fmla="*/ 59142 w 7467600"/>
              <a:gd name="connsiteY717" fmla="*/ 2978488 h 6858000"/>
              <a:gd name="connsiteX718" fmla="*/ 0 w 7467600"/>
              <a:gd name="connsiteY718" fmla="*/ 3015334 h 6858000"/>
              <a:gd name="connsiteX719" fmla="*/ 0 w 7467600"/>
              <a:gd name="connsiteY719" fmla="*/ 2914286 h 6858000"/>
              <a:gd name="connsiteX720" fmla="*/ 36383 w 7467600"/>
              <a:gd name="connsiteY720" fmla="*/ 2901128 h 6858000"/>
              <a:gd name="connsiteX721" fmla="*/ 156329 w 7467600"/>
              <a:gd name="connsiteY721" fmla="*/ 2840533 h 6858000"/>
              <a:gd name="connsiteX722" fmla="*/ 358355 w 7467600"/>
              <a:gd name="connsiteY722" fmla="*/ 2620471 h 6858000"/>
              <a:gd name="connsiteX723" fmla="*/ 510577 w 7467600"/>
              <a:gd name="connsiteY723" fmla="*/ 2501244 h 6858000"/>
              <a:gd name="connsiteX724" fmla="*/ 211967 w 7467600"/>
              <a:gd name="connsiteY724" fmla="*/ 2479171 h 6858000"/>
              <a:gd name="connsiteX725" fmla="*/ 0 w 7467600"/>
              <a:gd name="connsiteY725" fmla="*/ 2476398 h 6858000"/>
              <a:gd name="connsiteX726" fmla="*/ 0 w 7467600"/>
              <a:gd name="connsiteY726" fmla="*/ 2389189 h 6858000"/>
              <a:gd name="connsiteX727" fmla="*/ 103062 w 7467600"/>
              <a:gd name="connsiteY727" fmla="*/ 2389518 h 6858000"/>
              <a:gd name="connsiteX728" fmla="*/ 510734 w 7467600"/>
              <a:gd name="connsiteY728" fmla="*/ 2416201 h 6858000"/>
              <a:gd name="connsiteX729" fmla="*/ 279257 w 7467600"/>
              <a:gd name="connsiteY729" fmla="*/ 2092102 h 6858000"/>
              <a:gd name="connsiteX730" fmla="*/ 65265 w 7467600"/>
              <a:gd name="connsiteY730" fmla="*/ 2006049 h 6858000"/>
              <a:gd name="connsiteX731" fmla="*/ 0 w 7467600"/>
              <a:gd name="connsiteY731" fmla="*/ 1982532 h 6858000"/>
              <a:gd name="connsiteX732" fmla="*/ 0 w 7467600"/>
              <a:gd name="connsiteY732" fmla="*/ 1912789 h 6858000"/>
              <a:gd name="connsiteX733" fmla="*/ 97460 w 7467600"/>
              <a:gd name="connsiteY733" fmla="*/ 1953725 h 6858000"/>
              <a:gd name="connsiteX734" fmla="*/ 221272 w 7467600"/>
              <a:gd name="connsiteY734" fmla="*/ 1980766 h 6858000"/>
              <a:gd name="connsiteX735" fmla="*/ 116765 w 7467600"/>
              <a:gd name="connsiteY735" fmla="*/ 1911033 h 6858000"/>
              <a:gd name="connsiteX736" fmla="*/ 16405 w 7467600"/>
              <a:gd name="connsiteY736" fmla="*/ 1803412 h 6858000"/>
              <a:gd name="connsiteX737" fmla="*/ 0 w 7467600"/>
              <a:gd name="connsiteY737" fmla="*/ 1784777 h 6858000"/>
              <a:gd name="connsiteX738" fmla="*/ 0 w 7467600"/>
              <a:gd name="connsiteY738" fmla="*/ 1740082 h 6858000"/>
              <a:gd name="connsiteX739" fmla="*/ 39394 w 7467600"/>
              <a:gd name="connsiteY739" fmla="*/ 1784856 h 6858000"/>
              <a:gd name="connsiteX740" fmla="*/ 135813 w 7467600"/>
              <a:gd name="connsiteY740" fmla="*/ 1888838 h 6858000"/>
              <a:gd name="connsiteX741" fmla="*/ 242575 w 7467600"/>
              <a:gd name="connsiteY741" fmla="*/ 1958841 h 6858000"/>
              <a:gd name="connsiteX742" fmla="*/ 82197 w 7467600"/>
              <a:gd name="connsiteY742" fmla="*/ 1754826 h 6858000"/>
              <a:gd name="connsiteX743" fmla="*/ 0 w 7467600"/>
              <a:gd name="connsiteY743" fmla="*/ 1679650 h 6858000"/>
              <a:gd name="connsiteX744" fmla="*/ 0 w 7467600"/>
              <a:gd name="connsiteY744" fmla="*/ 1602463 h 6858000"/>
              <a:gd name="connsiteX745" fmla="*/ 84689 w 7467600"/>
              <a:gd name="connsiteY745" fmla="*/ 1677442 h 6858000"/>
              <a:gd name="connsiteX746" fmla="*/ 298437 w 7467600"/>
              <a:gd name="connsiteY746" fmla="*/ 1968019 h 6858000"/>
              <a:gd name="connsiteX747" fmla="*/ 227269 w 7467600"/>
              <a:gd name="connsiteY747" fmla="*/ 1114064 h 6858000"/>
              <a:gd name="connsiteX748" fmla="*/ 248003 w 7467600"/>
              <a:gd name="connsiteY748" fmla="*/ 1089613 h 6858000"/>
              <a:gd name="connsiteX749" fmla="*/ 427020 w 7467600"/>
              <a:gd name="connsiteY749" fmla="*/ 1619803 h 6858000"/>
              <a:gd name="connsiteX750" fmla="*/ 340345 w 7467600"/>
              <a:gd name="connsiteY750" fmla="*/ 2027739 h 6858000"/>
              <a:gd name="connsiteX751" fmla="*/ 360865 w 7467600"/>
              <a:gd name="connsiteY751" fmla="*/ 2044827 h 6858000"/>
              <a:gd name="connsiteX752" fmla="*/ 560414 w 7467600"/>
              <a:gd name="connsiteY752" fmla="*/ 2421457 h 6858000"/>
              <a:gd name="connsiteX753" fmla="*/ 1359703 w 7467600"/>
              <a:gd name="connsiteY753" fmla="*/ 2578554 h 6858000"/>
              <a:gd name="connsiteX754" fmla="*/ 1359422 w 7467600"/>
              <a:gd name="connsiteY754" fmla="*/ 2577994 h 6858000"/>
              <a:gd name="connsiteX755" fmla="*/ 828701 w 7467600"/>
              <a:gd name="connsiteY755" fmla="*/ 1839520 h 6858000"/>
              <a:gd name="connsiteX756" fmla="*/ 494427 w 7467600"/>
              <a:gd name="connsiteY756" fmla="*/ 1092333 h 6858000"/>
              <a:gd name="connsiteX757" fmla="*/ 506322 w 7467600"/>
              <a:gd name="connsiteY757" fmla="*/ 1020997 h 6858000"/>
              <a:gd name="connsiteX758" fmla="*/ 4570198 w 7467600"/>
              <a:gd name="connsiteY758" fmla="*/ 978081 h 6858000"/>
              <a:gd name="connsiteX759" fmla="*/ 4523691 w 7467600"/>
              <a:gd name="connsiteY759" fmla="*/ 1127776 h 6858000"/>
              <a:gd name="connsiteX760" fmla="*/ 4509875 w 7467600"/>
              <a:gd name="connsiteY760" fmla="*/ 1167552 h 6858000"/>
              <a:gd name="connsiteX761" fmla="*/ 4478168 w 7467600"/>
              <a:gd name="connsiteY761" fmla="*/ 1260735 h 6858000"/>
              <a:gd name="connsiteX762" fmla="*/ 4409309 w 7467600"/>
              <a:gd name="connsiteY762" fmla="*/ 1666996 h 6858000"/>
              <a:gd name="connsiteX763" fmla="*/ 4370031 w 7467600"/>
              <a:gd name="connsiteY763" fmla="*/ 1955666 h 6858000"/>
              <a:gd name="connsiteX764" fmla="*/ 4570198 w 7467600"/>
              <a:gd name="connsiteY764" fmla="*/ 978081 h 6858000"/>
              <a:gd name="connsiteX765" fmla="*/ 4557898 w 7467600"/>
              <a:gd name="connsiteY765" fmla="*/ 900011 h 6858000"/>
              <a:gd name="connsiteX766" fmla="*/ 4344840 w 7467600"/>
              <a:gd name="connsiteY766" fmla="*/ 1922038 h 6858000"/>
              <a:gd name="connsiteX767" fmla="*/ 4378710 w 7467600"/>
              <a:gd name="connsiteY767" fmla="*/ 1665516 h 6858000"/>
              <a:gd name="connsiteX768" fmla="*/ 4448798 w 7467600"/>
              <a:gd name="connsiteY768" fmla="*/ 1253024 h 6858000"/>
              <a:gd name="connsiteX769" fmla="*/ 4480315 w 7467600"/>
              <a:gd name="connsiteY769" fmla="*/ 1158454 h 6858000"/>
              <a:gd name="connsiteX770" fmla="*/ 4494133 w 7467600"/>
              <a:gd name="connsiteY770" fmla="*/ 1118676 h 6858000"/>
              <a:gd name="connsiteX771" fmla="*/ 4557898 w 7467600"/>
              <a:gd name="connsiteY771" fmla="*/ 900011 h 6858000"/>
              <a:gd name="connsiteX772" fmla="*/ 5870151 w 7467600"/>
              <a:gd name="connsiteY772" fmla="*/ 898890 h 6858000"/>
              <a:gd name="connsiteX773" fmla="*/ 5861335 w 7467600"/>
              <a:gd name="connsiteY773" fmla="*/ 899177 h 6858000"/>
              <a:gd name="connsiteX774" fmla="*/ 5843702 w 7467600"/>
              <a:gd name="connsiteY774" fmla="*/ 899748 h 6858000"/>
              <a:gd name="connsiteX775" fmla="*/ 5651107 w 7467600"/>
              <a:gd name="connsiteY775" fmla="*/ 920306 h 6858000"/>
              <a:gd name="connsiteX776" fmla="*/ 5459407 w 7467600"/>
              <a:gd name="connsiteY776" fmla="*/ 940975 h 6858000"/>
              <a:gd name="connsiteX777" fmla="*/ 5374846 w 7467600"/>
              <a:gd name="connsiteY777" fmla="*/ 941988 h 6858000"/>
              <a:gd name="connsiteX778" fmla="*/ 5256105 w 7467600"/>
              <a:gd name="connsiteY778" fmla="*/ 945632 h 6858000"/>
              <a:gd name="connsiteX779" fmla="*/ 5107071 w 7467600"/>
              <a:gd name="connsiteY779" fmla="*/ 969720 h 6858000"/>
              <a:gd name="connsiteX780" fmla="*/ 4998681 w 7467600"/>
              <a:gd name="connsiteY780" fmla="*/ 988771 h 6858000"/>
              <a:gd name="connsiteX781" fmla="*/ 5870151 w 7467600"/>
              <a:gd name="connsiteY781" fmla="*/ 898890 h 6858000"/>
              <a:gd name="connsiteX782" fmla="*/ 5504425 w 7467600"/>
              <a:gd name="connsiteY782" fmla="*/ 848067 h 6858000"/>
              <a:gd name="connsiteX783" fmla="*/ 4968849 w 7467600"/>
              <a:gd name="connsiteY783" fmla="*/ 962318 h 6858000"/>
              <a:gd name="connsiteX784" fmla="*/ 5104039 w 7467600"/>
              <a:gd name="connsiteY784" fmla="*/ 940634 h 6858000"/>
              <a:gd name="connsiteX785" fmla="*/ 5256311 w 7467600"/>
              <a:gd name="connsiteY785" fmla="*/ 916490 h 6858000"/>
              <a:gd name="connsiteX786" fmla="*/ 5377381 w 7467600"/>
              <a:gd name="connsiteY786" fmla="*/ 912671 h 6858000"/>
              <a:gd name="connsiteX787" fmla="*/ 5460148 w 7467600"/>
              <a:gd name="connsiteY787" fmla="*/ 911442 h 6858000"/>
              <a:gd name="connsiteX788" fmla="*/ 5648971 w 7467600"/>
              <a:gd name="connsiteY788" fmla="*/ 891331 h 6858000"/>
              <a:gd name="connsiteX789" fmla="*/ 5844807 w 7467600"/>
              <a:gd name="connsiteY789" fmla="*/ 870718 h 6858000"/>
              <a:gd name="connsiteX790" fmla="*/ 5862975 w 7467600"/>
              <a:gd name="connsiteY790" fmla="*/ 869756 h 6858000"/>
              <a:gd name="connsiteX791" fmla="*/ 5920887 w 7467600"/>
              <a:gd name="connsiteY791" fmla="*/ 865929 h 6858000"/>
              <a:gd name="connsiteX792" fmla="*/ 5504425 w 7467600"/>
              <a:gd name="connsiteY792" fmla="*/ 848067 h 6858000"/>
              <a:gd name="connsiteX793" fmla="*/ 3607114 w 7467600"/>
              <a:gd name="connsiteY793" fmla="*/ 467441 h 6858000"/>
              <a:gd name="connsiteX794" fmla="*/ 3296242 w 7467600"/>
              <a:gd name="connsiteY794" fmla="*/ 807991 h 6858000"/>
              <a:gd name="connsiteX795" fmla="*/ 3174674 w 7467600"/>
              <a:gd name="connsiteY795" fmla="*/ 919759 h 6858000"/>
              <a:gd name="connsiteX796" fmla="*/ 3042978 w 7467600"/>
              <a:gd name="connsiteY796" fmla="*/ 1054894 h 6858000"/>
              <a:gd name="connsiteX797" fmla="*/ 2968914 w 7467600"/>
              <a:gd name="connsiteY797" fmla="*/ 1133756 h 6858000"/>
              <a:gd name="connsiteX798" fmla="*/ 3103823 w 7467600"/>
              <a:gd name="connsiteY798" fmla="*/ 1026814 h 6858000"/>
              <a:gd name="connsiteX799" fmla="*/ 3607114 w 7467600"/>
              <a:gd name="connsiteY799" fmla="*/ 467441 h 6858000"/>
              <a:gd name="connsiteX800" fmla="*/ 3744487 w 7467600"/>
              <a:gd name="connsiteY800" fmla="*/ 383136 h 6858000"/>
              <a:gd name="connsiteX801" fmla="*/ 3970213 w 7467600"/>
              <a:gd name="connsiteY801" fmla="*/ 995559 h 6858000"/>
              <a:gd name="connsiteX802" fmla="*/ 3744487 w 7467600"/>
              <a:gd name="connsiteY802" fmla="*/ 383136 h 6858000"/>
              <a:gd name="connsiteX803" fmla="*/ 3624562 w 7467600"/>
              <a:gd name="connsiteY803" fmla="*/ 367041 h 6858000"/>
              <a:gd name="connsiteX804" fmla="*/ 3489712 w 7467600"/>
              <a:gd name="connsiteY804" fmla="*/ 485386 h 6858000"/>
              <a:gd name="connsiteX805" fmla="*/ 3182994 w 7467600"/>
              <a:gd name="connsiteY805" fmla="*/ 828265 h 6858000"/>
              <a:gd name="connsiteX806" fmla="*/ 2892114 w 7467600"/>
              <a:gd name="connsiteY806" fmla="*/ 1172635 h 6858000"/>
              <a:gd name="connsiteX807" fmla="*/ 3021459 w 7467600"/>
              <a:gd name="connsiteY807" fmla="*/ 1035385 h 6858000"/>
              <a:gd name="connsiteX808" fmla="*/ 3153873 w 7467600"/>
              <a:gd name="connsiteY808" fmla="*/ 898971 h 6858000"/>
              <a:gd name="connsiteX809" fmla="*/ 3276511 w 7467600"/>
              <a:gd name="connsiteY809" fmla="*/ 786423 h 6858000"/>
              <a:gd name="connsiteX810" fmla="*/ 3584154 w 7467600"/>
              <a:gd name="connsiteY810" fmla="*/ 448218 h 6858000"/>
              <a:gd name="connsiteX811" fmla="*/ 3624562 w 7467600"/>
              <a:gd name="connsiteY811" fmla="*/ 367041 h 6858000"/>
              <a:gd name="connsiteX812" fmla="*/ 3766672 w 7467600"/>
              <a:gd name="connsiteY812" fmla="*/ 359429 h 6858000"/>
              <a:gd name="connsiteX813" fmla="*/ 3996338 w 7467600"/>
              <a:gd name="connsiteY813" fmla="*/ 968237 h 6858000"/>
              <a:gd name="connsiteX814" fmla="*/ 3766672 w 7467600"/>
              <a:gd name="connsiteY814" fmla="*/ 359429 h 6858000"/>
              <a:gd name="connsiteX815" fmla="*/ 5805386 w 7467600"/>
              <a:gd name="connsiteY815" fmla="*/ 239240 h 6858000"/>
              <a:gd name="connsiteX816" fmla="*/ 5736947 w 7467600"/>
              <a:gd name="connsiteY816" fmla="*/ 261367 h 6858000"/>
              <a:gd name="connsiteX817" fmla="*/ 5427012 w 7467600"/>
              <a:gd name="connsiteY817" fmla="*/ 311272 h 6858000"/>
              <a:gd name="connsiteX818" fmla="*/ 5147818 w 7467600"/>
              <a:gd name="connsiteY818" fmla="*/ 322112 h 6858000"/>
              <a:gd name="connsiteX819" fmla="*/ 5060854 w 7467600"/>
              <a:gd name="connsiteY819" fmla="*/ 311882 h 6858000"/>
              <a:gd name="connsiteX820" fmla="*/ 4945989 w 7467600"/>
              <a:gd name="connsiteY820" fmla="*/ 300516 h 6858000"/>
              <a:gd name="connsiteX821" fmla="*/ 5410479 w 7467600"/>
              <a:gd name="connsiteY821" fmla="*/ 348434 h 6858000"/>
              <a:gd name="connsiteX822" fmla="*/ 5805386 w 7467600"/>
              <a:gd name="connsiteY822" fmla="*/ 239240 h 6858000"/>
              <a:gd name="connsiteX823" fmla="*/ 5905192 w 7467600"/>
              <a:gd name="connsiteY823" fmla="*/ 163079 h 6858000"/>
              <a:gd name="connsiteX824" fmla="*/ 5865655 w 7467600"/>
              <a:gd name="connsiteY824" fmla="*/ 171901 h 6858000"/>
              <a:gd name="connsiteX825" fmla="*/ 5259740 w 7467600"/>
              <a:gd name="connsiteY825" fmla="*/ 257013 h 6858000"/>
              <a:gd name="connsiteX826" fmla="*/ 5208466 w 7467600"/>
              <a:gd name="connsiteY826" fmla="*/ 257550 h 6858000"/>
              <a:gd name="connsiteX827" fmla="*/ 4980204 w 7467600"/>
              <a:gd name="connsiteY827" fmla="*/ 271903 h 6858000"/>
              <a:gd name="connsiteX828" fmla="*/ 5068068 w 7467600"/>
              <a:gd name="connsiteY828" fmla="*/ 282244 h 6858000"/>
              <a:gd name="connsiteX829" fmla="*/ 5153231 w 7467600"/>
              <a:gd name="connsiteY829" fmla="*/ 292240 h 6858000"/>
              <a:gd name="connsiteX830" fmla="*/ 5426491 w 7467600"/>
              <a:gd name="connsiteY830" fmla="*/ 281128 h 6858000"/>
              <a:gd name="connsiteX831" fmla="*/ 5731212 w 7467600"/>
              <a:gd name="connsiteY831" fmla="*/ 231951 h 6858000"/>
              <a:gd name="connsiteX832" fmla="*/ 5905192 w 7467600"/>
              <a:gd name="connsiteY832" fmla="*/ 163079 h 6858000"/>
              <a:gd name="connsiteX833" fmla="*/ 5944437 w 7467600"/>
              <a:gd name="connsiteY833" fmla="*/ 113829 h 6858000"/>
              <a:gd name="connsiteX834" fmla="*/ 5825032 w 7467600"/>
              <a:gd name="connsiteY834" fmla="*/ 146405 h 6858000"/>
              <a:gd name="connsiteX835" fmla="*/ 4955599 w 7467600"/>
              <a:gd name="connsiteY835" fmla="*/ 247008 h 6858000"/>
              <a:gd name="connsiteX836" fmla="*/ 5210104 w 7467600"/>
              <a:gd name="connsiteY836" fmla="*/ 228123 h 6858000"/>
              <a:gd name="connsiteX837" fmla="*/ 5261015 w 7467600"/>
              <a:gd name="connsiteY837" fmla="*/ 227087 h 6858000"/>
              <a:gd name="connsiteX838" fmla="*/ 5861181 w 7467600"/>
              <a:gd name="connsiteY838" fmla="*/ 143093 h 6858000"/>
              <a:gd name="connsiteX839" fmla="*/ 5961252 w 7467600"/>
              <a:gd name="connsiteY839" fmla="*/ 114820 h 6858000"/>
              <a:gd name="connsiteX840" fmla="*/ 5944437 w 7467600"/>
              <a:gd name="connsiteY840" fmla="*/ 113829 h 6858000"/>
              <a:gd name="connsiteX841" fmla="*/ 3882765 w 7467600"/>
              <a:gd name="connsiteY841" fmla="*/ 0 h 6858000"/>
              <a:gd name="connsiteX842" fmla="*/ 3995099 w 7467600"/>
              <a:gd name="connsiteY842" fmla="*/ 0 h 6858000"/>
              <a:gd name="connsiteX843" fmla="*/ 4163818 w 7467600"/>
              <a:gd name="connsiteY843" fmla="*/ 234104 h 6858000"/>
              <a:gd name="connsiteX844" fmla="*/ 4172099 w 7467600"/>
              <a:gd name="connsiteY844" fmla="*/ 234207 h 6858000"/>
              <a:gd name="connsiteX845" fmla="*/ 4784282 w 7467600"/>
              <a:gd name="connsiteY845" fmla="*/ 276561 h 6858000"/>
              <a:gd name="connsiteX846" fmla="*/ 4801687 w 7467600"/>
              <a:gd name="connsiteY846" fmla="*/ 267764 h 6858000"/>
              <a:gd name="connsiteX847" fmla="*/ 6082788 w 7467600"/>
              <a:gd name="connsiteY847" fmla="*/ 64119 h 6858000"/>
              <a:gd name="connsiteX848" fmla="*/ 6099442 w 7467600"/>
              <a:gd name="connsiteY848" fmla="*/ 82568 h 6858000"/>
              <a:gd name="connsiteX849" fmla="*/ 4804137 w 7467600"/>
              <a:gd name="connsiteY849" fmla="*/ 320931 h 6858000"/>
              <a:gd name="connsiteX850" fmla="*/ 4227047 w 7467600"/>
              <a:gd name="connsiteY850" fmla="*/ 313415 h 6858000"/>
              <a:gd name="connsiteX851" fmla="*/ 4346041 w 7467600"/>
              <a:gd name="connsiteY851" fmla="*/ 456086 h 6858000"/>
              <a:gd name="connsiteX852" fmla="*/ 4870967 w 7467600"/>
              <a:gd name="connsiteY852" fmla="*/ 963061 h 6858000"/>
              <a:gd name="connsiteX853" fmla="*/ 4889647 w 7467600"/>
              <a:gd name="connsiteY853" fmla="*/ 957147 h 6858000"/>
              <a:gd name="connsiteX854" fmla="*/ 5422504 w 7467600"/>
              <a:gd name="connsiteY854" fmla="*/ 805191 h 6858000"/>
              <a:gd name="connsiteX855" fmla="*/ 6087656 w 7467600"/>
              <a:gd name="connsiteY855" fmla="*/ 826703 h 6858000"/>
              <a:gd name="connsiteX856" fmla="*/ 6058717 w 7467600"/>
              <a:gd name="connsiteY856" fmla="*/ 865992 h 6858000"/>
              <a:gd name="connsiteX857" fmla="*/ 4974153 w 7467600"/>
              <a:gd name="connsiteY857" fmla="*/ 1045456 h 6858000"/>
              <a:gd name="connsiteX858" fmla="*/ 5627835 w 7467600"/>
              <a:gd name="connsiteY858" fmla="*/ 1472077 h 6858000"/>
              <a:gd name="connsiteX859" fmla="*/ 5629817 w 7467600"/>
              <a:gd name="connsiteY859" fmla="*/ 1471412 h 6858000"/>
              <a:gd name="connsiteX860" fmla="*/ 5634124 w 7467600"/>
              <a:gd name="connsiteY860" fmla="*/ 1470572 h 6858000"/>
              <a:gd name="connsiteX861" fmla="*/ 5755832 w 7467600"/>
              <a:gd name="connsiteY861" fmla="*/ 1383886 h 6858000"/>
              <a:gd name="connsiteX862" fmla="*/ 6014186 w 7467600"/>
              <a:gd name="connsiteY862" fmla="*/ 1279799 h 6858000"/>
              <a:gd name="connsiteX863" fmla="*/ 6901619 w 7467600"/>
              <a:gd name="connsiteY863" fmla="*/ 1047874 h 6858000"/>
              <a:gd name="connsiteX864" fmla="*/ 6931566 w 7467600"/>
              <a:gd name="connsiteY864" fmla="*/ 1062034 h 6858000"/>
              <a:gd name="connsiteX865" fmla="*/ 5790982 w 7467600"/>
              <a:gd name="connsiteY865" fmla="*/ 1561380 h 6858000"/>
              <a:gd name="connsiteX866" fmla="*/ 6188971 w 7467600"/>
              <a:gd name="connsiteY866" fmla="*/ 1755168 h 6858000"/>
              <a:gd name="connsiteX867" fmla="*/ 6202446 w 7467600"/>
              <a:gd name="connsiteY867" fmla="*/ 1752268 h 6858000"/>
              <a:gd name="connsiteX868" fmla="*/ 7179560 w 7467600"/>
              <a:gd name="connsiteY868" fmla="*/ 1467551 h 6858000"/>
              <a:gd name="connsiteX869" fmla="*/ 7158730 w 7467600"/>
              <a:gd name="connsiteY869" fmla="*/ 1507835 h 6858000"/>
              <a:gd name="connsiteX870" fmla="*/ 6326959 w 7467600"/>
              <a:gd name="connsiteY870" fmla="*/ 1817686 h 6858000"/>
              <a:gd name="connsiteX871" fmla="*/ 6537433 w 7467600"/>
              <a:gd name="connsiteY871" fmla="*/ 1907790 h 6858000"/>
              <a:gd name="connsiteX872" fmla="*/ 6550221 w 7467600"/>
              <a:gd name="connsiteY872" fmla="*/ 1910729 h 6858000"/>
              <a:gd name="connsiteX873" fmla="*/ 6964438 w 7467600"/>
              <a:gd name="connsiteY873" fmla="*/ 2209505 h 6858000"/>
              <a:gd name="connsiteX874" fmla="*/ 7367862 w 7467600"/>
              <a:gd name="connsiteY874" fmla="*/ 2806833 h 6858000"/>
              <a:gd name="connsiteX875" fmla="*/ 7364329 w 7467600"/>
              <a:gd name="connsiteY875" fmla="*/ 2826907 h 6858000"/>
              <a:gd name="connsiteX876" fmla="*/ 7290545 w 7467600"/>
              <a:gd name="connsiteY876" fmla="*/ 2850663 h 6858000"/>
              <a:gd name="connsiteX877" fmla="*/ 6472036 w 7467600"/>
              <a:gd name="connsiteY877" fmla="*/ 1959003 h 6858000"/>
              <a:gd name="connsiteX878" fmla="*/ 5792897 w 7467600"/>
              <a:gd name="connsiteY878" fmla="*/ 1647747 h 6858000"/>
              <a:gd name="connsiteX879" fmla="*/ 5842751 w 7467600"/>
              <a:gd name="connsiteY879" fmla="*/ 1816112 h 6858000"/>
              <a:gd name="connsiteX880" fmla="*/ 5847424 w 7467600"/>
              <a:gd name="connsiteY880" fmla="*/ 1815776 h 6858000"/>
              <a:gd name="connsiteX881" fmla="*/ 6399821 w 7467600"/>
              <a:gd name="connsiteY881" fmla="*/ 2344799 h 6858000"/>
              <a:gd name="connsiteX882" fmla="*/ 6323232 w 7467600"/>
              <a:gd name="connsiteY882" fmla="*/ 2389634 h 6858000"/>
              <a:gd name="connsiteX883" fmla="*/ 5942958 w 7467600"/>
              <a:gd name="connsiteY883" fmla="*/ 2077708 h 6858000"/>
              <a:gd name="connsiteX884" fmla="*/ 5921559 w 7467600"/>
              <a:gd name="connsiteY884" fmla="*/ 2378596 h 6858000"/>
              <a:gd name="connsiteX885" fmla="*/ 5817651 w 7467600"/>
              <a:gd name="connsiteY885" fmla="*/ 3023919 h 6858000"/>
              <a:gd name="connsiteX886" fmla="*/ 5729634 w 7467600"/>
              <a:gd name="connsiteY886" fmla="*/ 3051849 h 6858000"/>
              <a:gd name="connsiteX887" fmla="*/ 5611018 w 7467600"/>
              <a:gd name="connsiteY887" fmla="*/ 2316769 h 6858000"/>
              <a:gd name="connsiteX888" fmla="*/ 5687608 w 7467600"/>
              <a:gd name="connsiteY888" fmla="*/ 2039972 h 6858000"/>
              <a:gd name="connsiteX889" fmla="*/ 5657554 w 7467600"/>
              <a:gd name="connsiteY889" fmla="*/ 1576445 h 6858000"/>
              <a:gd name="connsiteX890" fmla="*/ 5150475 w 7467600"/>
              <a:gd name="connsiteY890" fmla="*/ 1274012 h 6858000"/>
              <a:gd name="connsiteX891" fmla="*/ 5349142 w 7467600"/>
              <a:gd name="connsiteY891" fmla="*/ 2204405 h 6858000"/>
              <a:gd name="connsiteX892" fmla="*/ 5262214 w 7467600"/>
              <a:gd name="connsiteY892" fmla="*/ 2233836 h 6858000"/>
              <a:gd name="connsiteX893" fmla="*/ 4981539 w 7467600"/>
              <a:gd name="connsiteY893" fmla="*/ 1542201 h 6858000"/>
              <a:gd name="connsiteX894" fmla="*/ 4958461 w 7467600"/>
              <a:gd name="connsiteY894" fmla="*/ 1136957 h 6858000"/>
              <a:gd name="connsiteX895" fmla="*/ 4655015 w 7467600"/>
              <a:gd name="connsiteY895" fmla="*/ 891426 h 6858000"/>
              <a:gd name="connsiteX896" fmla="*/ 4348002 w 7467600"/>
              <a:gd name="connsiteY896" fmla="*/ 2205895 h 6858000"/>
              <a:gd name="connsiteX897" fmla="*/ 4262250 w 7467600"/>
              <a:gd name="connsiteY897" fmla="*/ 2219972 h 6858000"/>
              <a:gd name="connsiteX898" fmla="*/ 4550611 w 7467600"/>
              <a:gd name="connsiteY898" fmla="*/ 817540 h 6858000"/>
              <a:gd name="connsiteX899" fmla="*/ 4564418 w 7467600"/>
              <a:gd name="connsiteY899" fmla="*/ 808293 h 6858000"/>
              <a:gd name="connsiteX900" fmla="*/ 4266388 w 7467600"/>
              <a:gd name="connsiteY900" fmla="*/ 500083 h 6858000"/>
              <a:gd name="connsiteX901" fmla="*/ 4032842 w 7467600"/>
              <a:gd name="connsiteY901" fmla="*/ 211809 h 6858000"/>
              <a:gd name="connsiteX902" fmla="*/ 3882765 w 7467600"/>
              <a:gd name="connsiteY902" fmla="*/ 0 h 6858000"/>
              <a:gd name="connsiteX903" fmla="*/ 3721337 w 7467600"/>
              <a:gd name="connsiteY903" fmla="*/ 0 h 6858000"/>
              <a:gd name="connsiteX904" fmla="*/ 3797544 w 7467600"/>
              <a:gd name="connsiteY904" fmla="*/ 0 h 6858000"/>
              <a:gd name="connsiteX905" fmla="*/ 3775734 w 7467600"/>
              <a:gd name="connsiteY905" fmla="*/ 95131 h 6858000"/>
              <a:gd name="connsiteX906" fmla="*/ 3724807 w 7467600"/>
              <a:gd name="connsiteY906" fmla="*/ 272257 h 6858000"/>
              <a:gd name="connsiteX907" fmla="*/ 3726844 w 7467600"/>
              <a:gd name="connsiteY907" fmla="*/ 282988 h 6858000"/>
              <a:gd name="connsiteX908" fmla="*/ 3742664 w 7467600"/>
              <a:gd name="connsiteY908" fmla="*/ 279918 h 6858000"/>
              <a:gd name="connsiteX909" fmla="*/ 4103910 w 7467600"/>
              <a:gd name="connsiteY909" fmla="*/ 1161917 h 6858000"/>
              <a:gd name="connsiteX910" fmla="*/ 4020269 w 7467600"/>
              <a:gd name="connsiteY910" fmla="*/ 1200406 h 6858000"/>
              <a:gd name="connsiteX911" fmla="*/ 3674882 w 7467600"/>
              <a:gd name="connsiteY911" fmla="*/ 488524 h 6858000"/>
              <a:gd name="connsiteX912" fmla="*/ 3132682 w 7467600"/>
              <a:gd name="connsiteY912" fmla="*/ 1072284 h 6858000"/>
              <a:gd name="connsiteX913" fmla="*/ 2716346 w 7467600"/>
              <a:gd name="connsiteY913" fmla="*/ 1276376 h 6858000"/>
              <a:gd name="connsiteX914" fmla="*/ 2716772 w 7467600"/>
              <a:gd name="connsiteY914" fmla="*/ 1255462 h 6858000"/>
              <a:gd name="connsiteX915" fmla="*/ 3471096 w 7467600"/>
              <a:gd name="connsiteY915" fmla="*/ 437072 h 6858000"/>
              <a:gd name="connsiteX916" fmla="*/ 3639057 w 7467600"/>
              <a:gd name="connsiteY916" fmla="*/ 286334 h 6858000"/>
              <a:gd name="connsiteX917" fmla="*/ 3640309 w 7467600"/>
              <a:gd name="connsiteY917" fmla="*/ 284664 h 6858000"/>
              <a:gd name="connsiteX918" fmla="*/ 3646022 w 7467600"/>
              <a:gd name="connsiteY918" fmla="*/ 276711 h 6858000"/>
              <a:gd name="connsiteX919" fmla="*/ 3707943 w 7467600"/>
              <a:gd name="connsiteY919" fmla="*/ 65958 h 6858000"/>
              <a:gd name="connsiteX920" fmla="*/ 3721337 w 7467600"/>
              <a:gd name="connsiteY920" fmla="*/ 0 h 6858000"/>
              <a:gd name="connsiteX921" fmla="*/ 2867960 w 7467600"/>
              <a:gd name="connsiteY921" fmla="*/ 0 h 6858000"/>
              <a:gd name="connsiteX922" fmla="*/ 2926351 w 7467600"/>
              <a:gd name="connsiteY922" fmla="*/ 0 h 6858000"/>
              <a:gd name="connsiteX923" fmla="*/ 2902823 w 7467600"/>
              <a:gd name="connsiteY923" fmla="*/ 262929 h 6858000"/>
              <a:gd name="connsiteX924" fmla="*/ 2940663 w 7467600"/>
              <a:gd name="connsiteY924" fmla="*/ 140884 h 6858000"/>
              <a:gd name="connsiteX925" fmla="*/ 2947039 w 7467600"/>
              <a:gd name="connsiteY925" fmla="*/ 122524 h 6858000"/>
              <a:gd name="connsiteX926" fmla="*/ 2984316 w 7467600"/>
              <a:gd name="connsiteY926" fmla="*/ 0 h 6858000"/>
              <a:gd name="connsiteX927" fmla="*/ 3016114 w 7467600"/>
              <a:gd name="connsiteY927" fmla="*/ 0 h 6858000"/>
              <a:gd name="connsiteX928" fmla="*/ 2979949 w 7467600"/>
              <a:gd name="connsiteY928" fmla="*/ 119274 h 6858000"/>
              <a:gd name="connsiteX929" fmla="*/ 3023879 w 7467600"/>
              <a:gd name="connsiteY929" fmla="*/ 0 h 6858000"/>
              <a:gd name="connsiteX930" fmla="*/ 3105400 w 7467600"/>
              <a:gd name="connsiteY930" fmla="*/ 0 h 6858000"/>
              <a:gd name="connsiteX931" fmla="*/ 3094669 w 7467600"/>
              <a:gd name="connsiteY931" fmla="*/ 30308 h 6858000"/>
              <a:gd name="connsiteX932" fmla="*/ 2901945 w 7467600"/>
              <a:gd name="connsiteY932" fmla="*/ 466538 h 6858000"/>
              <a:gd name="connsiteX933" fmla="*/ 2815209 w 7467600"/>
              <a:gd name="connsiteY933" fmla="*/ 497361 h 6858000"/>
              <a:gd name="connsiteX934" fmla="*/ 2844845 w 7467600"/>
              <a:gd name="connsiteY934" fmla="*/ 127638 h 6858000"/>
              <a:gd name="connsiteX935" fmla="*/ 2867960 w 7467600"/>
              <a:gd name="connsiteY935" fmla="*/ 0 h 6858000"/>
              <a:gd name="connsiteX936" fmla="*/ 1057230 w 7467600"/>
              <a:gd name="connsiteY936" fmla="*/ 0 h 6858000"/>
              <a:gd name="connsiteX937" fmla="*/ 1111003 w 7467600"/>
              <a:gd name="connsiteY937" fmla="*/ 0 h 6858000"/>
              <a:gd name="connsiteX938" fmla="*/ 1125553 w 7467600"/>
              <a:gd name="connsiteY938" fmla="*/ 52588 h 6858000"/>
              <a:gd name="connsiteX939" fmla="*/ 1304276 w 7467600"/>
              <a:gd name="connsiteY939" fmla="*/ 476275 h 6858000"/>
              <a:gd name="connsiteX940" fmla="*/ 1492066 w 7467600"/>
              <a:gd name="connsiteY940" fmla="*/ 886333 h 6858000"/>
              <a:gd name="connsiteX941" fmla="*/ 1423698 w 7467600"/>
              <a:gd name="connsiteY941" fmla="*/ 710817 h 6858000"/>
              <a:gd name="connsiteX942" fmla="*/ 1357609 w 7467600"/>
              <a:gd name="connsiteY942" fmla="*/ 532892 h 6858000"/>
              <a:gd name="connsiteX943" fmla="*/ 1309550 w 7467600"/>
              <a:gd name="connsiteY943" fmla="*/ 374031 h 6858000"/>
              <a:gd name="connsiteX944" fmla="*/ 1193673 w 7467600"/>
              <a:gd name="connsiteY944" fmla="*/ 49533 h 6858000"/>
              <a:gd name="connsiteX945" fmla="*/ 1164391 w 7467600"/>
              <a:gd name="connsiteY945" fmla="*/ 0 h 6858000"/>
              <a:gd name="connsiteX946" fmla="*/ 1200666 w 7467600"/>
              <a:gd name="connsiteY946" fmla="*/ 0 h 6858000"/>
              <a:gd name="connsiteX947" fmla="*/ 1223408 w 7467600"/>
              <a:gd name="connsiteY947" fmla="*/ 38996 h 6858000"/>
              <a:gd name="connsiteX948" fmla="*/ 1339635 w 7467600"/>
              <a:gd name="connsiteY948" fmla="*/ 365517 h 6858000"/>
              <a:gd name="connsiteX949" fmla="*/ 1387469 w 7467600"/>
              <a:gd name="connsiteY949" fmla="*/ 523079 h 6858000"/>
              <a:gd name="connsiteX950" fmla="*/ 1452685 w 7467600"/>
              <a:gd name="connsiteY950" fmla="*/ 699806 h 6858000"/>
              <a:gd name="connsiteX951" fmla="*/ 1492092 w 7467600"/>
              <a:gd name="connsiteY951" fmla="*/ 800424 h 6858000"/>
              <a:gd name="connsiteX952" fmla="*/ 1455302 w 7467600"/>
              <a:gd name="connsiteY952" fmla="*/ 632913 h 6858000"/>
              <a:gd name="connsiteX953" fmla="*/ 1222336 w 7467600"/>
              <a:gd name="connsiteY953" fmla="*/ 9480 h 6858000"/>
              <a:gd name="connsiteX954" fmla="*/ 1214634 w 7467600"/>
              <a:gd name="connsiteY954" fmla="*/ 0 h 6858000"/>
              <a:gd name="connsiteX955" fmla="*/ 1289827 w 7467600"/>
              <a:gd name="connsiteY955" fmla="*/ 0 h 6858000"/>
              <a:gd name="connsiteX956" fmla="*/ 1321076 w 7467600"/>
              <a:gd name="connsiteY956" fmla="*/ 59722 h 6858000"/>
              <a:gd name="connsiteX957" fmla="*/ 1512579 w 7467600"/>
              <a:gd name="connsiteY957" fmla="*/ 626441 h 6858000"/>
              <a:gd name="connsiteX958" fmla="*/ 1506076 w 7467600"/>
              <a:gd name="connsiteY958" fmla="*/ 1089289 h 6858000"/>
              <a:gd name="connsiteX959" fmla="*/ 1486346 w 7467600"/>
              <a:gd name="connsiteY959" fmla="*/ 1079919 h 6858000"/>
              <a:gd name="connsiteX960" fmla="*/ 1070511 w 7467600"/>
              <a:gd name="connsiteY960" fmla="*/ 48609 h 6858000"/>
              <a:gd name="connsiteX961" fmla="*/ 1057230 w 7467600"/>
              <a:gd name="connsiteY961" fmla="*/ 0 h 6858000"/>
              <a:gd name="connsiteX962" fmla="*/ 43151 w 7467600"/>
              <a:gd name="connsiteY962" fmla="*/ 0 h 6858000"/>
              <a:gd name="connsiteX963" fmla="*/ 95283 w 7467600"/>
              <a:gd name="connsiteY963" fmla="*/ 0 h 6858000"/>
              <a:gd name="connsiteX964" fmla="*/ 300708 w 7467600"/>
              <a:gd name="connsiteY964" fmla="*/ 154571 h 6858000"/>
              <a:gd name="connsiteX965" fmla="*/ 530414 w 7467600"/>
              <a:gd name="connsiteY965" fmla="*/ 354673 h 6858000"/>
              <a:gd name="connsiteX966" fmla="*/ 333785 w 7467600"/>
              <a:gd name="connsiteY966" fmla="*/ 161564 h 6858000"/>
              <a:gd name="connsiteX967" fmla="*/ 147005 w 7467600"/>
              <a:gd name="connsiteY967" fmla="*/ 0 h 6858000"/>
              <a:gd name="connsiteX968" fmla="*/ 272509 w 7467600"/>
              <a:gd name="connsiteY968" fmla="*/ 0 h 6858000"/>
              <a:gd name="connsiteX969" fmla="*/ 326276 w 7467600"/>
              <a:gd name="connsiteY969" fmla="*/ 45847 h 6858000"/>
              <a:gd name="connsiteX970" fmla="*/ 823759 w 7467600"/>
              <a:gd name="connsiteY970" fmla="*/ 574145 h 6858000"/>
              <a:gd name="connsiteX971" fmla="*/ 811254 w 7467600"/>
              <a:gd name="connsiteY971" fmla="*/ 665546 h 6858000"/>
              <a:gd name="connsiteX972" fmla="*/ 154042 w 7467600"/>
              <a:gd name="connsiteY972" fmla="*/ 261522 h 6858000"/>
              <a:gd name="connsiteX973" fmla="*/ 13550 w 7467600"/>
              <a:gd name="connsiteY973" fmla="*/ 158423 h 6858000"/>
              <a:gd name="connsiteX974" fmla="*/ 0 w 7467600"/>
              <a:gd name="connsiteY974" fmla="*/ 146618 h 6858000"/>
              <a:gd name="connsiteX975" fmla="*/ 0 w 7467600"/>
              <a:gd name="connsiteY975" fmla="*/ 59161 h 6858000"/>
              <a:gd name="connsiteX976" fmla="*/ 45427 w 7467600"/>
              <a:gd name="connsiteY976" fmla="*/ 101078 h 6858000"/>
              <a:gd name="connsiteX977" fmla="*/ 630103 w 7467600"/>
              <a:gd name="connsiteY977" fmla="*/ 485885 h 6858000"/>
              <a:gd name="connsiteX978" fmla="*/ 532040 w 7467600"/>
              <a:gd name="connsiteY978" fmla="*/ 399359 h 6858000"/>
              <a:gd name="connsiteX979" fmla="*/ 517618 w 7467600"/>
              <a:gd name="connsiteY979" fmla="*/ 385726 h 6858000"/>
              <a:gd name="connsiteX980" fmla="*/ 285074 w 7467600"/>
              <a:gd name="connsiteY980" fmla="*/ 182755 h 6858000"/>
              <a:gd name="connsiteX981" fmla="*/ 43151 w 7467600"/>
              <a:gd name="connsiteY98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356878 w 7467600"/>
              <a:gd name="connsiteY90" fmla="*/ 5981332 h 6858000"/>
              <a:gd name="connsiteX91" fmla="*/ 7467600 w 7467600"/>
              <a:gd name="connsiteY91" fmla="*/ 6117703 h 6858000"/>
              <a:gd name="connsiteX92" fmla="*/ 7467600 w 7467600"/>
              <a:gd name="connsiteY92" fmla="*/ 6163634 h 6858000"/>
              <a:gd name="connsiteX93" fmla="*/ 7403637 w 7467600"/>
              <a:gd name="connsiteY93" fmla="*/ 6083957 h 6858000"/>
              <a:gd name="connsiteX94" fmla="*/ 7254615 w 7467600"/>
              <a:gd name="connsiteY94" fmla="*/ 5911918 h 6858000"/>
              <a:gd name="connsiteX95" fmla="*/ 7312589 w 7467600"/>
              <a:gd name="connsiteY95" fmla="*/ 5982309 h 6858000"/>
              <a:gd name="connsiteX96" fmla="*/ 7448321 w 7467600"/>
              <a:gd name="connsiteY96" fmla="*/ 6190991 h 6858000"/>
              <a:gd name="connsiteX97" fmla="*/ 7467600 w 7467600"/>
              <a:gd name="connsiteY97" fmla="*/ 6221686 h 6858000"/>
              <a:gd name="connsiteX98" fmla="*/ 7467600 w 7467600"/>
              <a:gd name="connsiteY98" fmla="*/ 6334256 h 6858000"/>
              <a:gd name="connsiteX99" fmla="*/ 7454976 w 7467600"/>
              <a:gd name="connsiteY99" fmla="*/ 6318297 h 6858000"/>
              <a:gd name="connsiteX100" fmla="*/ 7042773 w 7467600"/>
              <a:gd name="connsiteY100" fmla="*/ 5734011 h 6858000"/>
              <a:gd name="connsiteX101" fmla="*/ 6844835 w 7467600"/>
              <a:gd name="connsiteY101" fmla="*/ 5424988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1903353 w 7467600"/>
              <a:gd name="connsiteY125" fmla="*/ 5044827 h 6858000"/>
              <a:gd name="connsiteX126" fmla="*/ 1936931 w 7467600"/>
              <a:gd name="connsiteY126" fmla="*/ 5093954 h 6858000"/>
              <a:gd name="connsiteX127" fmla="*/ 2195868 w 7467600"/>
              <a:gd name="connsiteY127" fmla="*/ 5396574 h 6858000"/>
              <a:gd name="connsiteX128" fmla="*/ 2088852 w 7467600"/>
              <a:gd name="connsiteY128" fmla="*/ 5166123 h 6858000"/>
              <a:gd name="connsiteX129" fmla="*/ 1958241 w 7467600"/>
              <a:gd name="connsiteY129" fmla="*/ 5067955 h 6858000"/>
              <a:gd name="connsiteX130" fmla="*/ 1903353 w 7467600"/>
              <a:gd name="connsiteY130" fmla="*/ 5044827 h 6858000"/>
              <a:gd name="connsiteX131" fmla="*/ 1979378 w 7467600"/>
              <a:gd name="connsiteY131" fmla="*/ 4769504 h 6858000"/>
              <a:gd name="connsiteX132" fmla="*/ 2882120 w 7467600"/>
              <a:gd name="connsiteY132" fmla="*/ 5064547 h 6858000"/>
              <a:gd name="connsiteX133" fmla="*/ 2793103 w 7467600"/>
              <a:gd name="connsiteY133" fmla="*/ 5039699 h 6858000"/>
              <a:gd name="connsiteX134" fmla="*/ 2770041 w 7467600"/>
              <a:gd name="connsiteY134" fmla="*/ 5033634 h 6858000"/>
              <a:gd name="connsiteX135" fmla="*/ 1979378 w 7467600"/>
              <a:gd name="connsiteY135" fmla="*/ 4769504 h 6858000"/>
              <a:gd name="connsiteX136" fmla="*/ 1927410 w 7467600"/>
              <a:gd name="connsiteY136" fmla="*/ 4716164 h 6858000"/>
              <a:gd name="connsiteX137" fmla="*/ 1959587 w 7467600"/>
              <a:gd name="connsiteY137" fmla="*/ 4728849 h 6858000"/>
              <a:gd name="connsiteX138" fmla="*/ 2777707 w 7467600"/>
              <a:gd name="connsiteY138" fmla="*/ 5003991 h 6858000"/>
              <a:gd name="connsiteX139" fmla="*/ 2800768 w 7467600"/>
              <a:gd name="connsiteY139" fmla="*/ 5010056 h 6858000"/>
              <a:gd name="connsiteX140" fmla="*/ 2879408 w 7467600"/>
              <a:gd name="connsiteY140" fmla="*/ 5031590 h 6858000"/>
              <a:gd name="connsiteX141" fmla="*/ 2862295 w 7467600"/>
              <a:gd name="connsiteY141" fmla="*/ 5022958 h 6858000"/>
              <a:gd name="connsiteX142" fmla="*/ 2813343 w 7467600"/>
              <a:gd name="connsiteY142" fmla="*/ 4998369 h 6858000"/>
              <a:gd name="connsiteX143" fmla="*/ 2646245 w 7467600"/>
              <a:gd name="connsiteY143" fmla="*/ 4930999 h 6858000"/>
              <a:gd name="connsiteX144" fmla="*/ 1999243 w 7467600"/>
              <a:gd name="connsiteY144" fmla="*/ 4730524 h 6858000"/>
              <a:gd name="connsiteX145" fmla="*/ 1979527 w 7467600"/>
              <a:gd name="connsiteY145" fmla="*/ 4726651 h 6858000"/>
              <a:gd name="connsiteX146" fmla="*/ 1927410 w 7467600"/>
              <a:gd name="connsiteY146" fmla="*/ 4716164 h 6858000"/>
              <a:gd name="connsiteX147" fmla="*/ 1997014 w 7467600"/>
              <a:gd name="connsiteY147" fmla="*/ 4698007 h 6858000"/>
              <a:gd name="connsiteX148" fmla="*/ 2005458 w 7467600"/>
              <a:gd name="connsiteY148" fmla="*/ 4699540 h 6858000"/>
              <a:gd name="connsiteX149" fmla="*/ 2657186 w 7467600"/>
              <a:gd name="connsiteY149" fmla="*/ 4901687 h 6858000"/>
              <a:gd name="connsiteX150" fmla="*/ 2826662 w 7467600"/>
              <a:gd name="connsiteY150" fmla="*/ 4970362 h 6858000"/>
              <a:gd name="connsiteX151" fmla="*/ 2876100 w 7467600"/>
              <a:gd name="connsiteY151" fmla="*/ 4995397 h 6858000"/>
              <a:gd name="connsiteX152" fmla="*/ 3042600 w 7467600"/>
              <a:gd name="connsiteY152" fmla="*/ 5059532 h 6858000"/>
              <a:gd name="connsiteX153" fmla="*/ 1997014 w 7467600"/>
              <a:gd name="connsiteY153" fmla="*/ 4698007 h 6858000"/>
              <a:gd name="connsiteX154" fmla="*/ 2305292 w 7467600"/>
              <a:gd name="connsiteY154" fmla="*/ 4219492 h 6858000"/>
              <a:gd name="connsiteX155" fmla="*/ 3360922 w 7467600"/>
              <a:gd name="connsiteY155" fmla="*/ 4529373 h 6858000"/>
              <a:gd name="connsiteX156" fmla="*/ 3492420 w 7467600"/>
              <a:gd name="connsiteY156" fmla="*/ 4510145 h 6858000"/>
              <a:gd name="connsiteX157" fmla="*/ 3364086 w 7467600"/>
              <a:gd name="connsiteY157" fmla="*/ 4480340 h 6858000"/>
              <a:gd name="connsiteX158" fmla="*/ 3225818 w 7467600"/>
              <a:gd name="connsiteY158" fmla="*/ 4411822 h 6858000"/>
              <a:gd name="connsiteX159" fmla="*/ 3129696 w 7467600"/>
              <a:gd name="connsiteY159" fmla="*/ 4360704 h 6858000"/>
              <a:gd name="connsiteX160" fmla="*/ 2814545 w 7467600"/>
              <a:gd name="connsiteY160" fmla="*/ 4282955 h 6858000"/>
              <a:gd name="connsiteX161" fmla="*/ 2305292 w 7467600"/>
              <a:gd name="connsiteY161" fmla="*/ 4219492 h 6858000"/>
              <a:gd name="connsiteX162" fmla="*/ 2626982 w 7467600"/>
              <a:gd name="connsiteY162" fmla="*/ 4206450 h 6858000"/>
              <a:gd name="connsiteX163" fmla="*/ 2490617 w 7467600"/>
              <a:gd name="connsiteY163" fmla="*/ 4206951 h 6858000"/>
              <a:gd name="connsiteX164" fmla="*/ 2819869 w 7467600"/>
              <a:gd name="connsiteY164" fmla="*/ 4252936 h 6858000"/>
              <a:gd name="connsiteX165" fmla="*/ 3143018 w 7467600"/>
              <a:gd name="connsiteY165" fmla="*/ 4332698 h 6858000"/>
              <a:gd name="connsiteX166" fmla="*/ 3241520 w 7467600"/>
              <a:gd name="connsiteY166" fmla="*/ 4385112 h 6858000"/>
              <a:gd name="connsiteX167" fmla="*/ 3374575 w 7467600"/>
              <a:gd name="connsiteY167" fmla="*/ 4451517 h 6858000"/>
              <a:gd name="connsiteX168" fmla="*/ 3505221 w 7467600"/>
              <a:gd name="connsiteY168" fmla="*/ 4480757 h 6858000"/>
              <a:gd name="connsiteX169" fmla="*/ 2626982 w 7467600"/>
              <a:gd name="connsiteY169" fmla="*/ 4206450 h 6858000"/>
              <a:gd name="connsiteX170" fmla="*/ 1310106 w 7467600"/>
              <a:gd name="connsiteY170" fmla="*/ 3943217 h 6858000"/>
              <a:gd name="connsiteX171" fmla="*/ 854994 w 7467600"/>
              <a:gd name="connsiteY171" fmla="*/ 4399136 h 6858000"/>
              <a:gd name="connsiteX172" fmla="*/ 742462 w 7467600"/>
              <a:gd name="connsiteY172" fmla="*/ 4594648 h 6858000"/>
              <a:gd name="connsiteX173" fmla="*/ 820602 w 7467600"/>
              <a:gd name="connsiteY173" fmla="*/ 4485915 h 6858000"/>
              <a:gd name="connsiteX174" fmla="*/ 878295 w 7467600"/>
              <a:gd name="connsiteY174" fmla="*/ 4403594 h 6858000"/>
              <a:gd name="connsiteX175" fmla="*/ 1240607 w 7467600"/>
              <a:gd name="connsiteY175" fmla="*/ 4010401 h 6858000"/>
              <a:gd name="connsiteX176" fmla="*/ 1310106 w 7467600"/>
              <a:gd name="connsiteY176" fmla="*/ 3943217 h 6858000"/>
              <a:gd name="connsiteX177" fmla="*/ 1423113 w 7467600"/>
              <a:gd name="connsiteY177" fmla="*/ 3874565 h 6858000"/>
              <a:gd name="connsiteX178" fmla="*/ 1260565 w 7467600"/>
              <a:gd name="connsiteY178" fmla="*/ 4031982 h 6858000"/>
              <a:gd name="connsiteX179" fmla="*/ 901900 w 7467600"/>
              <a:gd name="connsiteY179" fmla="*/ 4421236 h 6858000"/>
              <a:gd name="connsiteX180" fmla="*/ 845044 w 7467600"/>
              <a:gd name="connsiteY180" fmla="*/ 4502436 h 6858000"/>
              <a:gd name="connsiteX181" fmla="*/ 685926 w 7467600"/>
              <a:gd name="connsiteY181" fmla="*/ 4703069 h 6858000"/>
              <a:gd name="connsiteX182" fmla="*/ 684248 w 7467600"/>
              <a:gd name="connsiteY182" fmla="*/ 4706721 h 6858000"/>
              <a:gd name="connsiteX183" fmla="*/ 1423113 w 7467600"/>
              <a:gd name="connsiteY183" fmla="*/ 3874565 h 6858000"/>
              <a:gd name="connsiteX184" fmla="*/ 3316479 w 7467600"/>
              <a:gd name="connsiteY184" fmla="*/ 3872136 h 6858000"/>
              <a:gd name="connsiteX185" fmla="*/ 3546806 w 7467600"/>
              <a:gd name="connsiteY185" fmla="*/ 4356139 h 6858000"/>
              <a:gd name="connsiteX186" fmla="*/ 3364433 w 7467600"/>
              <a:gd name="connsiteY186" fmla="*/ 3953121 h 6858000"/>
              <a:gd name="connsiteX187" fmla="*/ 3316479 w 7467600"/>
              <a:gd name="connsiteY187" fmla="*/ 3872136 h 6858000"/>
              <a:gd name="connsiteX188" fmla="*/ 3291335 w 7467600"/>
              <a:gd name="connsiteY188" fmla="*/ 3767420 h 6858000"/>
              <a:gd name="connsiteX189" fmla="*/ 3390805 w 7467600"/>
              <a:gd name="connsiteY189" fmla="*/ 3937163 h 6858000"/>
              <a:gd name="connsiteX190" fmla="*/ 3579062 w 7467600"/>
              <a:gd name="connsiteY190" fmla="*/ 4359040 h 6858000"/>
              <a:gd name="connsiteX191" fmla="*/ 3467355 w 7467600"/>
              <a:gd name="connsiteY191" fmla="*/ 3988130 h 6858000"/>
              <a:gd name="connsiteX192" fmla="*/ 3310753 w 7467600"/>
              <a:gd name="connsiteY192" fmla="*/ 3787140 h 6858000"/>
              <a:gd name="connsiteX193" fmla="*/ 3291335 w 7467600"/>
              <a:gd name="connsiteY193" fmla="*/ 3767420 h 6858000"/>
              <a:gd name="connsiteX194" fmla="*/ 1635889 w 7467600"/>
              <a:gd name="connsiteY194" fmla="*/ 3709494 h 6858000"/>
              <a:gd name="connsiteX195" fmla="*/ 1634800 w 7467600"/>
              <a:gd name="connsiteY195" fmla="*/ 3731111 h 6858000"/>
              <a:gd name="connsiteX196" fmla="*/ 1635889 w 7467600"/>
              <a:gd name="connsiteY196" fmla="*/ 3709494 h 6858000"/>
              <a:gd name="connsiteX197" fmla="*/ 1510397 w 7467600"/>
              <a:gd name="connsiteY197" fmla="*/ 3684705 h 6858000"/>
              <a:gd name="connsiteX198" fmla="*/ 1146550 w 7467600"/>
              <a:gd name="connsiteY198" fmla="*/ 3802012 h 6858000"/>
              <a:gd name="connsiteX199" fmla="*/ 698834 w 7467600"/>
              <a:gd name="connsiteY199" fmla="*/ 3952272 h 6858000"/>
              <a:gd name="connsiteX200" fmla="*/ 34256 w 7467600"/>
              <a:gd name="connsiteY200" fmla="*/ 4347603 h 6858000"/>
              <a:gd name="connsiteX201" fmla="*/ 527241 w 7467600"/>
              <a:gd name="connsiteY201" fmla="*/ 4065078 h 6858000"/>
              <a:gd name="connsiteX202" fmla="*/ 1510397 w 7467600"/>
              <a:gd name="connsiteY202" fmla="*/ 3684705 h 6858000"/>
              <a:gd name="connsiteX203" fmla="*/ 1313114 w 7467600"/>
              <a:gd name="connsiteY203" fmla="*/ 3655216 h 6858000"/>
              <a:gd name="connsiteX204" fmla="*/ 1109304 w 7467600"/>
              <a:gd name="connsiteY204" fmla="*/ 3669030 h 6858000"/>
              <a:gd name="connsiteX205" fmla="*/ 8129 w 7467600"/>
              <a:gd name="connsiteY205" fmla="*/ 4330519 h 6858000"/>
              <a:gd name="connsiteX206" fmla="*/ 687572 w 7467600"/>
              <a:gd name="connsiteY206" fmla="*/ 3925629 h 6858000"/>
              <a:gd name="connsiteX207" fmla="*/ 1138365 w 7467600"/>
              <a:gd name="connsiteY207" fmla="*/ 3774515 h 6858000"/>
              <a:gd name="connsiteX208" fmla="*/ 1505579 w 7467600"/>
              <a:gd name="connsiteY208" fmla="*/ 3655526 h 6858000"/>
              <a:gd name="connsiteX209" fmla="*/ 1313114 w 7467600"/>
              <a:gd name="connsiteY209" fmla="*/ 3655216 h 6858000"/>
              <a:gd name="connsiteX210" fmla="*/ 3655073 w 7467600"/>
              <a:gd name="connsiteY210" fmla="*/ 3650884 h 6858000"/>
              <a:gd name="connsiteX211" fmla="*/ 3989938 w 7467600"/>
              <a:gd name="connsiteY211" fmla="*/ 3991685 h 6858000"/>
              <a:gd name="connsiteX212" fmla="*/ 4393907 w 7467600"/>
              <a:gd name="connsiteY212" fmla="*/ 4261258 h 6858000"/>
              <a:gd name="connsiteX213" fmla="*/ 4648051 w 7467600"/>
              <a:gd name="connsiteY213" fmla="*/ 4374051 h 6858000"/>
              <a:gd name="connsiteX214" fmla="*/ 4383389 w 7467600"/>
              <a:gd name="connsiteY214" fmla="*/ 4184369 h 6858000"/>
              <a:gd name="connsiteX215" fmla="*/ 4165508 w 7467600"/>
              <a:gd name="connsiteY215" fmla="*/ 4035196 h 6858000"/>
              <a:gd name="connsiteX216" fmla="*/ 4068162 w 7467600"/>
              <a:gd name="connsiteY216" fmla="*/ 3953394 h 6858000"/>
              <a:gd name="connsiteX217" fmla="*/ 3981416 w 7467600"/>
              <a:gd name="connsiteY217" fmla="*/ 3880482 h 6858000"/>
              <a:gd name="connsiteX218" fmla="*/ 3800147 w 7467600"/>
              <a:gd name="connsiteY218" fmla="*/ 3749872 h 6858000"/>
              <a:gd name="connsiteX219" fmla="*/ 3655073 w 7467600"/>
              <a:gd name="connsiteY219" fmla="*/ 3650884 h 6858000"/>
              <a:gd name="connsiteX220" fmla="*/ 3670252 w 7467600"/>
              <a:gd name="connsiteY220" fmla="*/ 3622798 h 6858000"/>
              <a:gd name="connsiteX221" fmla="*/ 3817258 w 7467600"/>
              <a:gd name="connsiteY221" fmla="*/ 3723577 h 6858000"/>
              <a:gd name="connsiteX222" fmla="*/ 4000461 w 7467600"/>
              <a:gd name="connsiteY222" fmla="*/ 3855966 h 6858000"/>
              <a:gd name="connsiteX223" fmla="*/ 4088180 w 7467600"/>
              <a:gd name="connsiteY223" fmla="*/ 3929774 h 6858000"/>
              <a:gd name="connsiteX224" fmla="*/ 4184555 w 7467600"/>
              <a:gd name="connsiteY224" fmla="*/ 4010683 h 6858000"/>
              <a:gd name="connsiteX225" fmla="*/ 4399563 w 7467600"/>
              <a:gd name="connsiteY225" fmla="*/ 4158106 h 6858000"/>
              <a:gd name="connsiteX226" fmla="*/ 4684469 w 7467600"/>
              <a:gd name="connsiteY226" fmla="*/ 4364680 h 6858000"/>
              <a:gd name="connsiteX227" fmla="*/ 4690271 w 7467600"/>
              <a:gd name="connsiteY227" fmla="*/ 4370034 h 6858000"/>
              <a:gd name="connsiteX228" fmla="*/ 4136093 w 7467600"/>
              <a:gd name="connsiteY228" fmla="*/ 3858466 h 6858000"/>
              <a:gd name="connsiteX229" fmla="*/ 3670252 w 7467600"/>
              <a:gd name="connsiteY229" fmla="*/ 3622798 h 6858000"/>
              <a:gd name="connsiteX230" fmla="*/ 4440129 w 7467600"/>
              <a:gd name="connsiteY230" fmla="*/ 3448571 h 6858000"/>
              <a:gd name="connsiteX231" fmla="*/ 4856525 w 7467600"/>
              <a:gd name="connsiteY231" fmla="*/ 3915351 h 6858000"/>
              <a:gd name="connsiteX232" fmla="*/ 5059055 w 7467600"/>
              <a:gd name="connsiteY232" fmla="*/ 4108918 h 6858000"/>
              <a:gd name="connsiteX233" fmla="*/ 5290070 w 7467600"/>
              <a:gd name="connsiteY233" fmla="*/ 4263619 h 6858000"/>
              <a:gd name="connsiteX234" fmla="*/ 4834991 w 7467600"/>
              <a:gd name="connsiteY234" fmla="*/ 3830985 h 6858000"/>
              <a:gd name="connsiteX235" fmla="*/ 4440129 w 7467600"/>
              <a:gd name="connsiteY235" fmla="*/ 3448571 h 6858000"/>
              <a:gd name="connsiteX236" fmla="*/ 4441737 w 7467600"/>
              <a:gd name="connsiteY236" fmla="*/ 3399734 h 6858000"/>
              <a:gd name="connsiteX237" fmla="*/ 4431236 w 7467600"/>
              <a:gd name="connsiteY237" fmla="*/ 3400954 h 6858000"/>
              <a:gd name="connsiteX238" fmla="*/ 4557150 w 7467600"/>
              <a:gd name="connsiteY238" fmla="*/ 3510023 h 6858000"/>
              <a:gd name="connsiteX239" fmla="*/ 4856936 w 7467600"/>
              <a:gd name="connsiteY239" fmla="*/ 3809146 h 6858000"/>
              <a:gd name="connsiteX240" fmla="*/ 5111996 w 7467600"/>
              <a:gd name="connsiteY240" fmla="*/ 4065759 h 6858000"/>
              <a:gd name="connsiteX241" fmla="*/ 5388878 w 7467600"/>
              <a:gd name="connsiteY241" fmla="*/ 4300185 h 6858000"/>
              <a:gd name="connsiteX242" fmla="*/ 5425556 w 7467600"/>
              <a:gd name="connsiteY242" fmla="*/ 4308967 h 6858000"/>
              <a:gd name="connsiteX243" fmla="*/ 4943646 w 7467600"/>
              <a:gd name="connsiteY243" fmla="*/ 3822916 h 6858000"/>
              <a:gd name="connsiteX244" fmla="*/ 4594837 w 7467600"/>
              <a:gd name="connsiteY244" fmla="*/ 3532274 h 6858000"/>
              <a:gd name="connsiteX245" fmla="*/ 4441737 w 7467600"/>
              <a:gd name="connsiteY245" fmla="*/ 3399734 h 6858000"/>
              <a:gd name="connsiteX246" fmla="*/ 5425834 w 7467600"/>
              <a:gd name="connsiteY246" fmla="*/ 3162785 h 6858000"/>
              <a:gd name="connsiteX247" fmla="*/ 5401644 w 7467600"/>
              <a:gd name="connsiteY247" fmla="*/ 3617847 h 6858000"/>
              <a:gd name="connsiteX248" fmla="*/ 5467256 w 7467600"/>
              <a:gd name="connsiteY248" fmla="*/ 4175494 h 6858000"/>
              <a:gd name="connsiteX249" fmla="*/ 5448069 w 7467600"/>
              <a:gd name="connsiteY249" fmla="*/ 3567554 h 6858000"/>
              <a:gd name="connsiteX250" fmla="*/ 5425834 w 7467600"/>
              <a:gd name="connsiteY250" fmla="*/ 3162785 h 6858000"/>
              <a:gd name="connsiteX251" fmla="*/ 1318687 w 7467600"/>
              <a:gd name="connsiteY251" fmla="*/ 3113840 h 6858000"/>
              <a:gd name="connsiteX252" fmla="*/ 1066793 w 7467600"/>
              <a:gd name="connsiteY252" fmla="*/ 3212171 h 6858000"/>
              <a:gd name="connsiteX253" fmla="*/ 993319 w 7467600"/>
              <a:gd name="connsiteY253" fmla="*/ 3247648 h 6858000"/>
              <a:gd name="connsiteX254" fmla="*/ 853081 w 7467600"/>
              <a:gd name="connsiteY254" fmla="*/ 3312410 h 6858000"/>
              <a:gd name="connsiteX255" fmla="*/ 805957 w 7467600"/>
              <a:gd name="connsiteY255" fmla="*/ 3330443 h 6858000"/>
              <a:gd name="connsiteX256" fmla="*/ 1318687 w 7467600"/>
              <a:gd name="connsiteY256" fmla="*/ 3113840 h 6858000"/>
              <a:gd name="connsiteX257" fmla="*/ 5453702 w 7467600"/>
              <a:gd name="connsiteY257" fmla="*/ 3090882 h 6858000"/>
              <a:gd name="connsiteX258" fmla="*/ 5480135 w 7467600"/>
              <a:gd name="connsiteY258" fmla="*/ 3565802 h 6858000"/>
              <a:gd name="connsiteX259" fmla="*/ 5499023 w 7467600"/>
              <a:gd name="connsiteY259" fmla="*/ 4166310 h 6858000"/>
              <a:gd name="connsiteX260" fmla="*/ 5547022 w 7467600"/>
              <a:gd name="connsiteY260" fmla="*/ 3607838 h 6858000"/>
              <a:gd name="connsiteX261" fmla="*/ 5515964 w 7467600"/>
              <a:gd name="connsiteY261" fmla="*/ 3378541 h 6858000"/>
              <a:gd name="connsiteX262" fmla="*/ 5453702 w 7467600"/>
              <a:gd name="connsiteY262" fmla="*/ 3090882 h 6858000"/>
              <a:gd name="connsiteX263" fmla="*/ 1238695 w 7467600"/>
              <a:gd name="connsiteY263" fmla="*/ 3076820 h 6858000"/>
              <a:gd name="connsiteX264" fmla="*/ 716371 w 7467600"/>
              <a:gd name="connsiteY264" fmla="*/ 3293249 h 6858000"/>
              <a:gd name="connsiteX265" fmla="*/ 579522 w 7467600"/>
              <a:gd name="connsiteY265" fmla="*/ 3371759 h 6858000"/>
              <a:gd name="connsiteX266" fmla="*/ 600288 w 7467600"/>
              <a:gd name="connsiteY266" fmla="*/ 3365555 h 6858000"/>
              <a:gd name="connsiteX267" fmla="*/ 840692 w 7467600"/>
              <a:gd name="connsiteY267" fmla="*/ 3284921 h 6858000"/>
              <a:gd name="connsiteX268" fmla="*/ 979248 w 7467600"/>
              <a:gd name="connsiteY268" fmla="*/ 3221003 h 6858000"/>
              <a:gd name="connsiteX269" fmla="*/ 1053282 w 7467600"/>
              <a:gd name="connsiteY269" fmla="*/ 3185247 h 6858000"/>
              <a:gd name="connsiteX270" fmla="*/ 1320603 w 7467600"/>
              <a:gd name="connsiteY270" fmla="*/ 3081281 h 6858000"/>
              <a:gd name="connsiteX271" fmla="*/ 1238695 w 7467600"/>
              <a:gd name="connsiteY271" fmla="*/ 3076820 h 6858000"/>
              <a:gd name="connsiteX272" fmla="*/ 5425627 w 7467600"/>
              <a:gd name="connsiteY272" fmla="*/ 2954192 h 6858000"/>
              <a:gd name="connsiteX273" fmla="*/ 5470770 w 7467600"/>
              <a:gd name="connsiteY273" fmla="*/ 3005435 h 6858000"/>
              <a:gd name="connsiteX274" fmla="*/ 5519779 w 7467600"/>
              <a:gd name="connsiteY274" fmla="*/ 4359223 h 6858000"/>
              <a:gd name="connsiteX275" fmla="*/ 5520293 w 7467600"/>
              <a:gd name="connsiteY275" fmla="*/ 4360602 h 6858000"/>
              <a:gd name="connsiteX276" fmla="*/ 5767221 w 7467600"/>
              <a:gd name="connsiteY276" fmla="*/ 4665564 h 6858000"/>
              <a:gd name="connsiteX277" fmla="*/ 6937169 w 7467600"/>
              <a:gd name="connsiteY277" fmla="*/ 4815941 h 6858000"/>
              <a:gd name="connsiteX278" fmla="*/ 6953922 w 7467600"/>
              <a:gd name="connsiteY278" fmla="*/ 4890068 h 6858000"/>
              <a:gd name="connsiteX279" fmla="*/ 6071359 w 7467600"/>
              <a:gd name="connsiteY279" fmla="*/ 4770770 h 6858000"/>
              <a:gd name="connsiteX280" fmla="*/ 6038839 w 7467600"/>
              <a:gd name="connsiteY280" fmla="*/ 4764474 h 6858000"/>
              <a:gd name="connsiteX281" fmla="*/ 6038706 w 7467600"/>
              <a:gd name="connsiteY281" fmla="*/ 4763847 h 6858000"/>
              <a:gd name="connsiteX282" fmla="*/ 6037784 w 7467600"/>
              <a:gd name="connsiteY282" fmla="*/ 4764270 h 6858000"/>
              <a:gd name="connsiteX283" fmla="*/ 6038839 w 7467600"/>
              <a:gd name="connsiteY283" fmla="*/ 4764474 h 6858000"/>
              <a:gd name="connsiteX284" fmla="*/ 6040338 w 7467600"/>
              <a:gd name="connsiteY284" fmla="*/ 4771418 h 6858000"/>
              <a:gd name="connsiteX285" fmla="*/ 6024488 w 7467600"/>
              <a:gd name="connsiteY285" fmla="*/ 4809903 h 6858000"/>
              <a:gd name="connsiteX286" fmla="*/ 5599771 w 7467600"/>
              <a:gd name="connsiteY286" fmla="*/ 5509652 h 6858000"/>
              <a:gd name="connsiteX287" fmla="*/ 5548843 w 7467600"/>
              <a:gd name="connsiteY287" fmla="*/ 5563845 h 6858000"/>
              <a:gd name="connsiteX288" fmla="*/ 5940952 w 7467600"/>
              <a:gd name="connsiteY288" fmla="*/ 6250028 h 6858000"/>
              <a:gd name="connsiteX289" fmla="*/ 6043441 w 7467600"/>
              <a:gd name="connsiteY289" fmla="*/ 6665847 h 6858000"/>
              <a:gd name="connsiteX290" fmla="*/ 6093432 w 7467600"/>
              <a:gd name="connsiteY290" fmla="*/ 6858000 h 6858000"/>
              <a:gd name="connsiteX291" fmla="*/ 6034344 w 7467600"/>
              <a:gd name="connsiteY291" fmla="*/ 6858000 h 6858000"/>
              <a:gd name="connsiteX292" fmla="*/ 6026679 w 7467600"/>
              <a:gd name="connsiteY292" fmla="*/ 6836959 h 6858000"/>
              <a:gd name="connsiteX293" fmla="*/ 5800441 w 7467600"/>
              <a:gd name="connsiteY293" fmla="*/ 6335286 h 6858000"/>
              <a:gd name="connsiteX294" fmla="*/ 5526562 w 7467600"/>
              <a:gd name="connsiteY294" fmla="*/ 5705388 h 6858000"/>
              <a:gd name="connsiteX295" fmla="*/ 5519640 w 7467600"/>
              <a:gd name="connsiteY295" fmla="*/ 5683774 h 6858000"/>
              <a:gd name="connsiteX296" fmla="*/ 5844559 w 7467600"/>
              <a:gd name="connsiteY296" fmla="*/ 6553349 h 6858000"/>
              <a:gd name="connsiteX297" fmla="*/ 5975994 w 7467600"/>
              <a:gd name="connsiteY297" fmla="*/ 6858000 h 6858000"/>
              <a:gd name="connsiteX298" fmla="*/ 5898547 w 7467600"/>
              <a:gd name="connsiteY298" fmla="*/ 6858000 h 6858000"/>
              <a:gd name="connsiteX299" fmla="*/ 5682041 w 7467600"/>
              <a:gd name="connsiteY299" fmla="*/ 6355860 h 6858000"/>
              <a:gd name="connsiteX300" fmla="*/ 5461758 w 7467600"/>
              <a:gd name="connsiteY300" fmla="*/ 5820220 h 6858000"/>
              <a:gd name="connsiteX301" fmla="*/ 5237282 w 7467600"/>
              <a:gd name="connsiteY301" fmla="*/ 6579086 h 6858000"/>
              <a:gd name="connsiteX302" fmla="*/ 5115009 w 7467600"/>
              <a:gd name="connsiteY302" fmla="*/ 6858000 h 6858000"/>
              <a:gd name="connsiteX303" fmla="*/ 5028074 w 7467600"/>
              <a:gd name="connsiteY303" fmla="*/ 6858000 h 6858000"/>
              <a:gd name="connsiteX304" fmla="*/ 5079508 w 7467600"/>
              <a:gd name="connsiteY304" fmla="*/ 6749074 h 6858000"/>
              <a:gd name="connsiteX305" fmla="*/ 5371846 w 7467600"/>
              <a:gd name="connsiteY305" fmla="*/ 5924413 h 6858000"/>
              <a:gd name="connsiteX306" fmla="*/ 5270512 w 7467600"/>
              <a:gd name="connsiteY306" fmla="*/ 6138975 h 6858000"/>
              <a:gd name="connsiteX307" fmla="*/ 5062409 w 7467600"/>
              <a:gd name="connsiteY307" fmla="*/ 6653544 h 6858000"/>
              <a:gd name="connsiteX308" fmla="*/ 5036628 w 7467600"/>
              <a:gd name="connsiteY308" fmla="*/ 6754247 h 6858000"/>
              <a:gd name="connsiteX309" fmla="*/ 5009112 w 7467600"/>
              <a:gd name="connsiteY309" fmla="*/ 6858000 h 6858000"/>
              <a:gd name="connsiteX310" fmla="*/ 4976679 w 7467600"/>
              <a:gd name="connsiteY310" fmla="*/ 6858000 h 6858000"/>
              <a:gd name="connsiteX311" fmla="*/ 5006537 w 7467600"/>
              <a:gd name="connsiteY311" fmla="*/ 6747068 h 6858000"/>
              <a:gd name="connsiteX312" fmla="*/ 5032723 w 7467600"/>
              <a:gd name="connsiteY312" fmla="*/ 6644957 h 6858000"/>
              <a:gd name="connsiteX313" fmla="*/ 5242949 w 7467600"/>
              <a:gd name="connsiteY313" fmla="*/ 6125175 h 6858000"/>
              <a:gd name="connsiteX314" fmla="*/ 5286321 w 7467600"/>
              <a:gd name="connsiteY314" fmla="*/ 6033555 h 6858000"/>
              <a:gd name="connsiteX315" fmla="*/ 5008210 w 7467600"/>
              <a:gd name="connsiteY315" fmla="*/ 6649194 h 6858000"/>
              <a:gd name="connsiteX316" fmla="*/ 4986321 w 7467600"/>
              <a:gd name="connsiteY316" fmla="*/ 6765687 h 6858000"/>
              <a:gd name="connsiteX317" fmla="*/ 4973474 w 7467600"/>
              <a:gd name="connsiteY317" fmla="*/ 6858000 h 6858000"/>
              <a:gd name="connsiteX318" fmla="*/ 4907178 w 7467600"/>
              <a:gd name="connsiteY318" fmla="*/ 6858000 h 6858000"/>
              <a:gd name="connsiteX319" fmla="*/ 4910810 w 7467600"/>
              <a:gd name="connsiteY319" fmla="*/ 6829660 h 6858000"/>
              <a:gd name="connsiteX320" fmla="*/ 4987461 w 7467600"/>
              <a:gd name="connsiteY320" fmla="*/ 6432994 h 6858000"/>
              <a:gd name="connsiteX321" fmla="*/ 5179262 w 7467600"/>
              <a:gd name="connsiteY321" fmla="*/ 6035044 h 6858000"/>
              <a:gd name="connsiteX322" fmla="*/ 4689678 w 7467600"/>
              <a:gd name="connsiteY322" fmla="*/ 6440241 h 6858000"/>
              <a:gd name="connsiteX323" fmla="*/ 4477543 w 7467600"/>
              <a:gd name="connsiteY323" fmla="*/ 6674836 h 6858000"/>
              <a:gd name="connsiteX324" fmla="*/ 4329957 w 7467600"/>
              <a:gd name="connsiteY324" fmla="*/ 6858000 h 6858000"/>
              <a:gd name="connsiteX325" fmla="*/ 4218595 w 7467600"/>
              <a:gd name="connsiteY325" fmla="*/ 6858000 h 6858000"/>
              <a:gd name="connsiteX326" fmla="*/ 4368888 w 7467600"/>
              <a:gd name="connsiteY326" fmla="*/ 6668412 h 6858000"/>
              <a:gd name="connsiteX327" fmla="*/ 4563091 w 7467600"/>
              <a:gd name="connsiteY327" fmla="*/ 6442508 h 6858000"/>
              <a:gd name="connsiteX328" fmla="*/ 5387324 w 7467600"/>
              <a:gd name="connsiteY328" fmla="*/ 5705830 h 6858000"/>
              <a:gd name="connsiteX329" fmla="*/ 5073620 w 7467600"/>
              <a:gd name="connsiteY329" fmla="*/ 5955437 h 6858000"/>
              <a:gd name="connsiteX330" fmla="*/ 4689789 w 7467600"/>
              <a:gd name="connsiteY330" fmla="*/ 6268382 h 6858000"/>
              <a:gd name="connsiteX331" fmla="*/ 4418722 w 7467600"/>
              <a:gd name="connsiteY331" fmla="*/ 6570886 h 6858000"/>
              <a:gd name="connsiteX332" fmla="*/ 4214944 w 7467600"/>
              <a:gd name="connsiteY332" fmla="*/ 6858000 h 6858000"/>
              <a:gd name="connsiteX333" fmla="*/ 4177898 w 7467600"/>
              <a:gd name="connsiteY333" fmla="*/ 6858000 h 6858000"/>
              <a:gd name="connsiteX334" fmla="*/ 4391597 w 7467600"/>
              <a:gd name="connsiteY334" fmla="*/ 6556370 h 6858000"/>
              <a:gd name="connsiteX335" fmla="*/ 4668889 w 7467600"/>
              <a:gd name="connsiteY335" fmla="*/ 6246399 h 6858000"/>
              <a:gd name="connsiteX336" fmla="*/ 5055427 w 7467600"/>
              <a:gd name="connsiteY336" fmla="*/ 5931476 h 6858000"/>
              <a:gd name="connsiteX337" fmla="*/ 5371814 w 7467600"/>
              <a:gd name="connsiteY337" fmla="*/ 5678975 h 6858000"/>
              <a:gd name="connsiteX338" fmla="*/ 4987918 w 7467600"/>
              <a:gd name="connsiteY338" fmla="*/ 5838701 h 6858000"/>
              <a:gd name="connsiteX339" fmla="*/ 4317146 w 7467600"/>
              <a:gd name="connsiteY339" fmla="*/ 6587716 h 6858000"/>
              <a:gd name="connsiteX340" fmla="*/ 4171627 w 7467600"/>
              <a:gd name="connsiteY340" fmla="*/ 6858000 h 6858000"/>
              <a:gd name="connsiteX341" fmla="*/ 4081585 w 7467600"/>
              <a:gd name="connsiteY341" fmla="*/ 6858000 h 6858000"/>
              <a:gd name="connsiteX342" fmla="*/ 4238603 w 7467600"/>
              <a:gd name="connsiteY342" fmla="*/ 6559341 h 6858000"/>
              <a:gd name="connsiteX343" fmla="*/ 4778333 w 7467600"/>
              <a:gd name="connsiteY343" fmla="*/ 5873626 h 6858000"/>
              <a:gd name="connsiteX344" fmla="*/ 5414185 w 7467600"/>
              <a:gd name="connsiteY344" fmla="*/ 5573882 h 6858000"/>
              <a:gd name="connsiteX345" fmla="*/ 5959648 w 7467600"/>
              <a:gd name="connsiteY345" fmla="*/ 4760797 h 6858000"/>
              <a:gd name="connsiteX346" fmla="*/ 5355019 w 7467600"/>
              <a:gd name="connsiteY346" fmla="*/ 4734672 h 6858000"/>
              <a:gd name="connsiteX347" fmla="*/ 5083565 w 7467600"/>
              <a:gd name="connsiteY347" fmla="*/ 5179121 h 6858000"/>
              <a:gd name="connsiteX348" fmla="*/ 4713577 w 7467600"/>
              <a:gd name="connsiteY348" fmla="*/ 5616803 h 6858000"/>
              <a:gd name="connsiteX349" fmla="*/ 3989559 w 7467600"/>
              <a:gd name="connsiteY349" fmla="*/ 6145945 h 6858000"/>
              <a:gd name="connsiteX350" fmla="*/ 3939824 w 7467600"/>
              <a:gd name="connsiteY350" fmla="*/ 6066900 h 6858000"/>
              <a:gd name="connsiteX351" fmla="*/ 4584537 w 7467600"/>
              <a:gd name="connsiteY351" fmla="*/ 5324826 h 6858000"/>
              <a:gd name="connsiteX352" fmla="*/ 5037105 w 7467600"/>
              <a:gd name="connsiteY352" fmla="*/ 5088765 h 6858000"/>
              <a:gd name="connsiteX353" fmla="*/ 5039930 w 7467600"/>
              <a:gd name="connsiteY353" fmla="*/ 5089585 h 6858000"/>
              <a:gd name="connsiteX354" fmla="*/ 5263764 w 7467600"/>
              <a:gd name="connsiteY354" fmla="*/ 4735525 h 6858000"/>
              <a:gd name="connsiteX355" fmla="*/ 4086300 w 7467600"/>
              <a:gd name="connsiteY355" fmla="*/ 4884599 h 6858000"/>
              <a:gd name="connsiteX356" fmla="*/ 4085485 w 7467600"/>
              <a:gd name="connsiteY356" fmla="*/ 4899070 h 6858000"/>
              <a:gd name="connsiteX357" fmla="*/ 3871915 w 7467600"/>
              <a:gd name="connsiteY357" fmla="*/ 5253645 h 6858000"/>
              <a:gd name="connsiteX358" fmla="*/ 3799374 w 7467600"/>
              <a:gd name="connsiteY358" fmla="*/ 5466127 h 6858000"/>
              <a:gd name="connsiteX359" fmla="*/ 3498850 w 7467600"/>
              <a:gd name="connsiteY359" fmla="*/ 6661888 h 6858000"/>
              <a:gd name="connsiteX360" fmla="*/ 3399216 w 7467600"/>
              <a:gd name="connsiteY360" fmla="*/ 6858000 h 6858000"/>
              <a:gd name="connsiteX361" fmla="*/ 3303688 w 7467600"/>
              <a:gd name="connsiteY361" fmla="*/ 6858000 h 6858000"/>
              <a:gd name="connsiteX362" fmla="*/ 3391774 w 7467600"/>
              <a:gd name="connsiteY362" fmla="*/ 6697181 h 6858000"/>
              <a:gd name="connsiteX363" fmla="*/ 3735540 w 7467600"/>
              <a:gd name="connsiteY363" fmla="*/ 5546923 h 6858000"/>
              <a:gd name="connsiteX364" fmla="*/ 3729438 w 7467600"/>
              <a:gd name="connsiteY364" fmla="*/ 5569058 h 6858000"/>
              <a:gd name="connsiteX365" fmla="*/ 3707782 w 7467600"/>
              <a:gd name="connsiteY365" fmla="*/ 5644908 h 6858000"/>
              <a:gd name="connsiteX366" fmla="*/ 3583827 w 7467600"/>
              <a:gd name="connsiteY366" fmla="*/ 6039215 h 6858000"/>
              <a:gd name="connsiteX367" fmla="*/ 3547861 w 7467600"/>
              <a:gd name="connsiteY367" fmla="*/ 6129609 h 6858000"/>
              <a:gd name="connsiteX368" fmla="*/ 3490905 w 7467600"/>
              <a:gd name="connsiteY368" fmla="*/ 6277660 h 6858000"/>
              <a:gd name="connsiteX369" fmla="*/ 3455859 w 7467600"/>
              <a:gd name="connsiteY369" fmla="*/ 6391301 h 6858000"/>
              <a:gd name="connsiteX370" fmla="*/ 3429112 w 7467600"/>
              <a:gd name="connsiteY370" fmla="*/ 6479469 h 6858000"/>
              <a:gd name="connsiteX371" fmla="*/ 3304862 w 7467600"/>
              <a:gd name="connsiteY371" fmla="*/ 6796476 h 6858000"/>
              <a:gd name="connsiteX372" fmla="*/ 3276071 w 7467600"/>
              <a:gd name="connsiteY372" fmla="*/ 6858000 h 6858000"/>
              <a:gd name="connsiteX373" fmla="*/ 3240805 w 7467600"/>
              <a:gd name="connsiteY373" fmla="*/ 6858000 h 6858000"/>
              <a:gd name="connsiteX374" fmla="*/ 3275917 w 7467600"/>
              <a:gd name="connsiteY374" fmla="*/ 6783192 h 6858000"/>
              <a:gd name="connsiteX375" fmla="*/ 3399358 w 7467600"/>
              <a:gd name="connsiteY375" fmla="*/ 6469011 h 6858000"/>
              <a:gd name="connsiteX376" fmla="*/ 3425650 w 7467600"/>
              <a:gd name="connsiteY376" fmla="*/ 6381333 h 6858000"/>
              <a:gd name="connsiteX377" fmla="*/ 3460661 w 7467600"/>
              <a:gd name="connsiteY377" fmla="*/ 6266763 h 6858000"/>
              <a:gd name="connsiteX378" fmla="*/ 3518021 w 7467600"/>
              <a:gd name="connsiteY378" fmla="*/ 6117298 h 6858000"/>
              <a:gd name="connsiteX379" fmla="*/ 3554035 w 7467600"/>
              <a:gd name="connsiteY379" fmla="*/ 6027832 h 6858000"/>
              <a:gd name="connsiteX380" fmla="*/ 3677174 w 7467600"/>
              <a:gd name="connsiteY380" fmla="*/ 5636351 h 6858000"/>
              <a:gd name="connsiteX381" fmla="*/ 3698819 w 7467600"/>
              <a:gd name="connsiteY381" fmla="*/ 5560503 h 6858000"/>
              <a:gd name="connsiteX382" fmla="*/ 3702094 w 7467600"/>
              <a:gd name="connsiteY382" fmla="*/ 5549194 h 6858000"/>
              <a:gd name="connsiteX383" fmla="*/ 3398355 w 7467600"/>
              <a:gd name="connsiteY383" fmla="*/ 6094603 h 6858000"/>
              <a:gd name="connsiteX384" fmla="*/ 3193941 w 7467600"/>
              <a:gd name="connsiteY384" fmla="*/ 6798775 h 6858000"/>
              <a:gd name="connsiteX385" fmla="*/ 3184140 w 7467600"/>
              <a:gd name="connsiteY385" fmla="*/ 6858000 h 6858000"/>
              <a:gd name="connsiteX386" fmla="*/ 3099978 w 7467600"/>
              <a:gd name="connsiteY386" fmla="*/ 6858000 h 6858000"/>
              <a:gd name="connsiteX387" fmla="*/ 3101556 w 7467600"/>
              <a:gd name="connsiteY387" fmla="*/ 6843337 h 6858000"/>
              <a:gd name="connsiteX388" fmla="*/ 3370162 w 7467600"/>
              <a:gd name="connsiteY388" fmla="*/ 5785550 h 6858000"/>
              <a:gd name="connsiteX389" fmla="*/ 3746477 w 7467600"/>
              <a:gd name="connsiteY389" fmla="*/ 5377889 h 6858000"/>
              <a:gd name="connsiteX390" fmla="*/ 3863399 w 7467600"/>
              <a:gd name="connsiteY390" fmla="*/ 5087257 h 6858000"/>
              <a:gd name="connsiteX391" fmla="*/ 3968712 w 7467600"/>
              <a:gd name="connsiteY391" fmla="*/ 4913989 h 6858000"/>
              <a:gd name="connsiteX392" fmla="*/ 2792390 w 7467600"/>
              <a:gd name="connsiteY392" fmla="*/ 5382974 h 6858000"/>
              <a:gd name="connsiteX393" fmla="*/ 2714982 w 7467600"/>
              <a:gd name="connsiteY393" fmla="*/ 5427051 h 6858000"/>
              <a:gd name="connsiteX394" fmla="*/ 2813361 w 7467600"/>
              <a:gd name="connsiteY394" fmla="*/ 6023912 h 6858000"/>
              <a:gd name="connsiteX395" fmla="*/ 2688430 w 7467600"/>
              <a:gd name="connsiteY395" fmla="*/ 6801564 h 6858000"/>
              <a:gd name="connsiteX396" fmla="*/ 2629626 w 7467600"/>
              <a:gd name="connsiteY396" fmla="*/ 6763394 h 6858000"/>
              <a:gd name="connsiteX397" fmla="*/ 2565328 w 7467600"/>
              <a:gd name="connsiteY397" fmla="*/ 5516399 h 6858000"/>
              <a:gd name="connsiteX398" fmla="*/ 1922999 w 7467600"/>
              <a:gd name="connsiteY398" fmla="*/ 5980343 h 6858000"/>
              <a:gd name="connsiteX399" fmla="*/ 1950261 w 7467600"/>
              <a:gd name="connsiteY399" fmla="*/ 6405858 h 6858000"/>
              <a:gd name="connsiteX400" fmla="*/ 2365554 w 7467600"/>
              <a:gd name="connsiteY400" fmla="*/ 6759107 h 6858000"/>
              <a:gd name="connsiteX401" fmla="*/ 2424142 w 7467600"/>
              <a:gd name="connsiteY401" fmla="*/ 6858000 h 6858000"/>
              <a:gd name="connsiteX402" fmla="*/ 2395994 w 7467600"/>
              <a:gd name="connsiteY402" fmla="*/ 6858000 h 6858000"/>
              <a:gd name="connsiteX403" fmla="*/ 2392863 w 7467600"/>
              <a:gd name="connsiteY403" fmla="*/ 6852964 h 6858000"/>
              <a:gd name="connsiteX404" fmla="*/ 2017589 w 7467600"/>
              <a:gd name="connsiteY404" fmla="*/ 6493982 h 6858000"/>
              <a:gd name="connsiteX405" fmla="*/ 2147336 w 7467600"/>
              <a:gd name="connsiteY405" fmla="*/ 6594052 h 6858000"/>
              <a:gd name="connsiteX406" fmla="*/ 2207047 w 7467600"/>
              <a:gd name="connsiteY406" fmla="*/ 6654540 h 6858000"/>
              <a:gd name="connsiteX407" fmla="*/ 2299106 w 7467600"/>
              <a:gd name="connsiteY407" fmla="*/ 6778931 h 6858000"/>
              <a:gd name="connsiteX408" fmla="*/ 2314430 w 7467600"/>
              <a:gd name="connsiteY408" fmla="*/ 6801144 h 6858000"/>
              <a:gd name="connsiteX409" fmla="*/ 2352406 w 7467600"/>
              <a:gd name="connsiteY409" fmla="*/ 6858000 h 6858000"/>
              <a:gd name="connsiteX410" fmla="*/ 2314492 w 7467600"/>
              <a:gd name="connsiteY410" fmla="*/ 6858000 h 6858000"/>
              <a:gd name="connsiteX411" fmla="*/ 2288095 w 7467600"/>
              <a:gd name="connsiteY411" fmla="*/ 6818030 h 6858000"/>
              <a:gd name="connsiteX412" fmla="*/ 2272768 w 7467600"/>
              <a:gd name="connsiteY412" fmla="*/ 6795822 h 6858000"/>
              <a:gd name="connsiteX413" fmla="*/ 2182715 w 7467600"/>
              <a:gd name="connsiteY413" fmla="*/ 6675071 h 6858000"/>
              <a:gd name="connsiteX414" fmla="*/ 2032061 w 7467600"/>
              <a:gd name="connsiteY414" fmla="*/ 6541380 h 6858000"/>
              <a:gd name="connsiteX415" fmla="*/ 2257220 w 7467600"/>
              <a:gd name="connsiteY415" fmla="*/ 6826257 h 6858000"/>
              <a:gd name="connsiteX416" fmla="*/ 2281324 w 7467600"/>
              <a:gd name="connsiteY416" fmla="*/ 6858000 h 6858000"/>
              <a:gd name="connsiteX417" fmla="*/ 2242860 w 7467600"/>
              <a:gd name="connsiteY417" fmla="*/ 6858000 h 6858000"/>
              <a:gd name="connsiteX418" fmla="*/ 2232818 w 7467600"/>
              <a:gd name="connsiteY418" fmla="*/ 6844926 h 6858000"/>
              <a:gd name="connsiteX419" fmla="*/ 1990172 w 7467600"/>
              <a:gd name="connsiteY419" fmla="*/ 6542121 h 6858000"/>
              <a:gd name="connsiteX420" fmla="*/ 2124090 w 7467600"/>
              <a:gd name="connsiteY420" fmla="*/ 6761017 h 6858000"/>
              <a:gd name="connsiteX421" fmla="*/ 2200380 w 7467600"/>
              <a:gd name="connsiteY421" fmla="*/ 6858000 h 6858000"/>
              <a:gd name="connsiteX422" fmla="*/ 2147507 w 7467600"/>
              <a:gd name="connsiteY422" fmla="*/ 6858000 h 6858000"/>
              <a:gd name="connsiteX423" fmla="*/ 2070668 w 7467600"/>
              <a:gd name="connsiteY423" fmla="*/ 6761520 h 6858000"/>
              <a:gd name="connsiteX424" fmla="*/ 1975142 w 7467600"/>
              <a:gd name="connsiteY424" fmla="*/ 6585570 h 6858000"/>
              <a:gd name="connsiteX425" fmla="*/ 2050035 w 7467600"/>
              <a:gd name="connsiteY425" fmla="*/ 6813345 h 6858000"/>
              <a:gd name="connsiteX426" fmla="*/ 2063025 w 7467600"/>
              <a:gd name="connsiteY426" fmla="*/ 6858000 h 6858000"/>
              <a:gd name="connsiteX427" fmla="*/ 2021675 w 7467600"/>
              <a:gd name="connsiteY427" fmla="*/ 6858000 h 6858000"/>
              <a:gd name="connsiteX428" fmla="*/ 2019308 w 7467600"/>
              <a:gd name="connsiteY428" fmla="*/ 6847118 h 6858000"/>
              <a:gd name="connsiteX429" fmla="*/ 1938835 w 7467600"/>
              <a:gd name="connsiteY429" fmla="*/ 6551160 h 6858000"/>
              <a:gd name="connsiteX430" fmla="*/ 1953230 w 7467600"/>
              <a:gd name="connsiteY430" fmla="*/ 6759699 h 6858000"/>
              <a:gd name="connsiteX431" fmla="*/ 1956763 w 7467600"/>
              <a:gd name="connsiteY431" fmla="*/ 6778191 h 6858000"/>
              <a:gd name="connsiteX432" fmla="*/ 1967925 w 7467600"/>
              <a:gd name="connsiteY432" fmla="*/ 6858000 h 6858000"/>
              <a:gd name="connsiteX433" fmla="*/ 1936622 w 7467600"/>
              <a:gd name="connsiteY433" fmla="*/ 6858000 h 6858000"/>
              <a:gd name="connsiteX434" fmla="*/ 1926261 w 7467600"/>
              <a:gd name="connsiteY434" fmla="*/ 6784064 h 6858000"/>
              <a:gd name="connsiteX435" fmla="*/ 1922724 w 7467600"/>
              <a:gd name="connsiteY435" fmla="*/ 6765577 h 6858000"/>
              <a:gd name="connsiteX436" fmla="*/ 1904650 w 7467600"/>
              <a:gd name="connsiteY436" fmla="*/ 6639616 h 6858000"/>
              <a:gd name="connsiteX437" fmla="*/ 1885273 w 7467600"/>
              <a:gd name="connsiteY437" fmla="*/ 6858000 h 6858000"/>
              <a:gd name="connsiteX438" fmla="*/ 1854363 w 7467600"/>
              <a:gd name="connsiteY438" fmla="*/ 6858000 h 6858000"/>
              <a:gd name="connsiteX439" fmla="*/ 1880391 w 7467600"/>
              <a:gd name="connsiteY439" fmla="*/ 6603796 h 6858000"/>
              <a:gd name="connsiteX440" fmla="*/ 1818273 w 7467600"/>
              <a:gd name="connsiteY440" fmla="*/ 6715729 h 6858000"/>
              <a:gd name="connsiteX441" fmla="*/ 1794691 w 7467600"/>
              <a:gd name="connsiteY441" fmla="*/ 6843239 h 6858000"/>
              <a:gd name="connsiteX442" fmla="*/ 1794914 w 7467600"/>
              <a:gd name="connsiteY442" fmla="*/ 6858000 h 6858000"/>
              <a:gd name="connsiteX443" fmla="*/ 1746128 w 7467600"/>
              <a:gd name="connsiteY443" fmla="*/ 6858000 h 6858000"/>
              <a:gd name="connsiteX444" fmla="*/ 1753934 w 7467600"/>
              <a:gd name="connsiteY444" fmla="*/ 6724796 h 6858000"/>
              <a:gd name="connsiteX445" fmla="*/ 1792053 w 7467600"/>
              <a:gd name="connsiteY445" fmla="*/ 6572396 h 6858000"/>
              <a:gd name="connsiteX446" fmla="*/ 1862248 w 7467600"/>
              <a:gd name="connsiteY446" fmla="*/ 6266397 h 6858000"/>
              <a:gd name="connsiteX447" fmla="*/ 1862250 w 7467600"/>
              <a:gd name="connsiteY447" fmla="*/ 6033531 h 6858000"/>
              <a:gd name="connsiteX448" fmla="*/ 1211999 w 7467600"/>
              <a:gd name="connsiteY448" fmla="*/ 6683610 h 6858000"/>
              <a:gd name="connsiteX449" fmla="*/ 1213266 w 7467600"/>
              <a:gd name="connsiteY449" fmla="*/ 6691947 h 6858000"/>
              <a:gd name="connsiteX450" fmla="*/ 1203370 w 7467600"/>
              <a:gd name="connsiteY450" fmla="*/ 6850676 h 6858000"/>
              <a:gd name="connsiteX451" fmla="*/ 1203671 w 7467600"/>
              <a:gd name="connsiteY451" fmla="*/ 6858000 h 6858000"/>
              <a:gd name="connsiteX452" fmla="*/ 1143180 w 7467600"/>
              <a:gd name="connsiteY452" fmla="*/ 6858000 h 6858000"/>
              <a:gd name="connsiteX453" fmla="*/ 1142176 w 7467600"/>
              <a:gd name="connsiteY453" fmla="*/ 6766045 h 6858000"/>
              <a:gd name="connsiteX454" fmla="*/ 1067484 w 7467600"/>
              <a:gd name="connsiteY454" fmla="*/ 6858000 h 6858000"/>
              <a:gd name="connsiteX455" fmla="*/ 953928 w 7467600"/>
              <a:gd name="connsiteY455" fmla="*/ 6858000 h 6858000"/>
              <a:gd name="connsiteX456" fmla="*/ 959715 w 7467600"/>
              <a:gd name="connsiteY456" fmla="*/ 6850185 h 6858000"/>
              <a:gd name="connsiteX457" fmla="*/ 1483788 w 7467600"/>
              <a:gd name="connsiteY457" fmla="*/ 6259174 h 6858000"/>
              <a:gd name="connsiteX458" fmla="*/ 1100671 w 7467600"/>
              <a:gd name="connsiteY458" fmla="*/ 6252137 h 6858000"/>
              <a:gd name="connsiteX459" fmla="*/ 1090144 w 7467600"/>
              <a:gd name="connsiteY459" fmla="*/ 6256748 h 6858000"/>
              <a:gd name="connsiteX460" fmla="*/ 1095872 w 7467600"/>
              <a:gd name="connsiteY460" fmla="*/ 6271892 h 6858000"/>
              <a:gd name="connsiteX461" fmla="*/ 262785 w 7467600"/>
              <a:gd name="connsiteY461" fmla="*/ 6845450 h 6858000"/>
              <a:gd name="connsiteX462" fmla="*/ 209968 w 7467600"/>
              <a:gd name="connsiteY462" fmla="*/ 6770713 h 6858000"/>
              <a:gd name="connsiteX463" fmla="*/ 873460 w 7467600"/>
              <a:gd name="connsiteY463" fmla="*/ 6253768 h 6858000"/>
              <a:gd name="connsiteX464" fmla="*/ 192686 w 7467600"/>
              <a:gd name="connsiteY464" fmla="*/ 5849257 h 6858000"/>
              <a:gd name="connsiteX465" fmla="*/ 4696 w 7467600"/>
              <a:gd name="connsiteY465" fmla="*/ 5697668 h 6858000"/>
              <a:gd name="connsiteX466" fmla="*/ 0 w 7467600"/>
              <a:gd name="connsiteY466" fmla="*/ 5689984 h 6858000"/>
              <a:gd name="connsiteX467" fmla="*/ 0 w 7467600"/>
              <a:gd name="connsiteY467" fmla="*/ 5513472 h 6858000"/>
              <a:gd name="connsiteX468" fmla="*/ 174101 w 7467600"/>
              <a:gd name="connsiteY468" fmla="*/ 5620277 h 6858000"/>
              <a:gd name="connsiteX469" fmla="*/ 891800 w 7467600"/>
              <a:gd name="connsiteY469" fmla="*/ 6036935 h 6858000"/>
              <a:gd name="connsiteX470" fmla="*/ 1072219 w 7467600"/>
              <a:gd name="connsiteY470" fmla="*/ 6169443 h 6858000"/>
              <a:gd name="connsiteX471" fmla="*/ 1074117 w 7467600"/>
              <a:gd name="connsiteY471" fmla="*/ 6170301 h 6858000"/>
              <a:gd name="connsiteX472" fmla="*/ 1083114 w 7467600"/>
              <a:gd name="connsiteY472" fmla="*/ 6174131 h 6858000"/>
              <a:gd name="connsiteX473" fmla="*/ 1543010 w 7467600"/>
              <a:gd name="connsiteY473" fmla="*/ 6191140 h 6858000"/>
              <a:gd name="connsiteX474" fmla="*/ 1551080 w 7467600"/>
              <a:gd name="connsiteY474" fmla="*/ 6195006 h 6858000"/>
              <a:gd name="connsiteX475" fmla="*/ 2345443 w 7467600"/>
              <a:gd name="connsiteY475" fmla="*/ 5549882 h 6858000"/>
              <a:gd name="connsiteX476" fmla="*/ 1721499 w 7467600"/>
              <a:gd name="connsiteY476" fmla="*/ 5599969 h 6858000"/>
              <a:gd name="connsiteX477" fmla="*/ 767716 w 7467600"/>
              <a:gd name="connsiteY477" fmla="*/ 5472768 h 6858000"/>
              <a:gd name="connsiteX478" fmla="*/ 722147 w 7467600"/>
              <a:gd name="connsiteY478" fmla="*/ 5393091 h 6858000"/>
              <a:gd name="connsiteX479" fmla="*/ 1485552 w 7467600"/>
              <a:gd name="connsiteY479" fmla="*/ 5313202 h 6858000"/>
              <a:gd name="connsiteX480" fmla="*/ 2143004 w 7467600"/>
              <a:gd name="connsiteY480" fmla="*/ 5402420 h 6858000"/>
              <a:gd name="connsiteX481" fmla="*/ 1933391 w 7467600"/>
              <a:gd name="connsiteY481" fmla="*/ 5156971 h 6858000"/>
              <a:gd name="connsiteX482" fmla="*/ 1827118 w 7467600"/>
              <a:gd name="connsiteY482" fmla="*/ 4968410 h 6858000"/>
              <a:gd name="connsiteX483" fmla="*/ 1837349 w 7467600"/>
              <a:gd name="connsiteY483" fmla="*/ 4956357 h 6858000"/>
              <a:gd name="connsiteX484" fmla="*/ 2162835 w 7467600"/>
              <a:gd name="connsiteY484" fmla="*/ 5187853 h 6858000"/>
              <a:gd name="connsiteX485" fmla="*/ 2257167 w 7467600"/>
              <a:gd name="connsiteY485" fmla="*/ 5462123 h 6858000"/>
              <a:gd name="connsiteX486" fmla="*/ 2261598 w 7467600"/>
              <a:gd name="connsiteY486" fmla="*/ 5467998 h 6858000"/>
              <a:gd name="connsiteX487" fmla="*/ 2437177 w 7467600"/>
              <a:gd name="connsiteY487" fmla="*/ 5479608 h 6858000"/>
              <a:gd name="connsiteX488" fmla="*/ 2445247 w 7467600"/>
              <a:gd name="connsiteY488" fmla="*/ 5483476 h 6858000"/>
              <a:gd name="connsiteX489" fmla="*/ 2743626 w 7467600"/>
              <a:gd name="connsiteY489" fmla="*/ 5304819 h 6858000"/>
              <a:gd name="connsiteX490" fmla="*/ 3048102 w 7467600"/>
              <a:gd name="connsiteY490" fmla="*/ 5150595 h 6858000"/>
              <a:gd name="connsiteX491" fmla="*/ 1799414 w 7467600"/>
              <a:gd name="connsiteY491" fmla="*/ 4694732 h 6858000"/>
              <a:gd name="connsiteX492" fmla="*/ 1771735 w 7467600"/>
              <a:gd name="connsiteY492" fmla="*/ 4619929 h 6858000"/>
              <a:gd name="connsiteX493" fmla="*/ 3104273 w 7467600"/>
              <a:gd name="connsiteY493" fmla="*/ 5076159 h 6858000"/>
              <a:gd name="connsiteX494" fmla="*/ 3113245 w 7467600"/>
              <a:gd name="connsiteY494" fmla="*/ 5090705 h 6858000"/>
              <a:gd name="connsiteX495" fmla="*/ 3126294 w 7467600"/>
              <a:gd name="connsiteY495" fmla="*/ 5114400 h 6858000"/>
              <a:gd name="connsiteX496" fmla="*/ 3937433 w 7467600"/>
              <a:gd name="connsiteY496" fmla="*/ 4830473 h 6858000"/>
              <a:gd name="connsiteX497" fmla="*/ 3590475 w 7467600"/>
              <a:gd name="connsiteY497" fmla="*/ 4597974 h 6858000"/>
              <a:gd name="connsiteX498" fmla="*/ 3100264 w 7467600"/>
              <a:gd name="connsiteY498" fmla="*/ 4579845 h 6858000"/>
              <a:gd name="connsiteX499" fmla="*/ 2183576 w 7467600"/>
              <a:gd name="connsiteY499" fmla="*/ 4227150 h 6858000"/>
              <a:gd name="connsiteX500" fmla="*/ 2151029 w 7467600"/>
              <a:gd name="connsiteY500" fmla="*/ 4146947 h 6858000"/>
              <a:gd name="connsiteX501" fmla="*/ 3563434 w 7467600"/>
              <a:gd name="connsiteY501" fmla="*/ 4469115 h 6858000"/>
              <a:gd name="connsiteX502" fmla="*/ 3177952 w 7467600"/>
              <a:gd name="connsiteY502" fmla="*/ 3657386 h 6858000"/>
              <a:gd name="connsiteX503" fmla="*/ 3189263 w 7467600"/>
              <a:gd name="connsiteY503" fmla="*/ 3625726 h 6858000"/>
              <a:gd name="connsiteX504" fmla="*/ 3560912 w 7467600"/>
              <a:gd name="connsiteY504" fmla="*/ 4079863 h 6858000"/>
              <a:gd name="connsiteX505" fmla="*/ 3626636 w 7467600"/>
              <a:gd name="connsiteY505" fmla="*/ 4512230 h 6858000"/>
              <a:gd name="connsiteX506" fmla="*/ 3653088 w 7467600"/>
              <a:gd name="connsiteY506" fmla="*/ 4521417 h 6858000"/>
              <a:gd name="connsiteX507" fmla="*/ 3988128 w 7467600"/>
              <a:gd name="connsiteY507" fmla="*/ 4817267 h 6858000"/>
              <a:gd name="connsiteX508" fmla="*/ 4830582 w 7467600"/>
              <a:gd name="connsiteY508" fmla="*/ 4676000 h 6858000"/>
              <a:gd name="connsiteX509" fmla="*/ 4830100 w 7467600"/>
              <a:gd name="connsiteY509" fmla="*/ 4675554 h 6858000"/>
              <a:gd name="connsiteX510" fmla="*/ 4036318 w 7467600"/>
              <a:gd name="connsiteY510" fmla="*/ 4147013 h 6858000"/>
              <a:gd name="connsiteX511" fmla="*/ 3432098 w 7467600"/>
              <a:gd name="connsiteY511" fmla="*/ 3537312 h 6858000"/>
              <a:gd name="connsiteX512" fmla="*/ 3446761 w 7467600"/>
              <a:gd name="connsiteY512" fmla="*/ 3461278 h 6858000"/>
              <a:gd name="connsiteX513" fmla="*/ 4419733 w 7467600"/>
              <a:gd name="connsiteY513" fmla="*/ 3963555 h 6858000"/>
              <a:gd name="connsiteX514" fmla="*/ 4781371 w 7467600"/>
              <a:gd name="connsiteY514" fmla="*/ 4458604 h 6858000"/>
              <a:gd name="connsiteX515" fmla="*/ 4780440 w 7467600"/>
              <a:gd name="connsiteY515" fmla="*/ 4470290 h 6858000"/>
              <a:gd name="connsiteX516" fmla="*/ 4898954 w 7467600"/>
              <a:gd name="connsiteY516" fmla="*/ 4662092 h 6858000"/>
              <a:gd name="connsiteX517" fmla="*/ 4900699 w 7467600"/>
              <a:gd name="connsiteY517" fmla="*/ 4670867 h 6858000"/>
              <a:gd name="connsiteX518" fmla="*/ 5714511 w 7467600"/>
              <a:gd name="connsiteY518" fmla="*/ 4663483 h 6858000"/>
              <a:gd name="connsiteX519" fmla="*/ 5464793 w 7467600"/>
              <a:gd name="connsiteY519" fmla="*/ 4393556 h 6858000"/>
              <a:gd name="connsiteX520" fmla="*/ 5461897 w 7467600"/>
              <a:gd name="connsiteY520" fmla="*/ 4390879 h 6858000"/>
              <a:gd name="connsiteX521" fmla="*/ 4294126 w 7467600"/>
              <a:gd name="connsiteY521" fmla="*/ 3303048 h 6858000"/>
              <a:gd name="connsiteX522" fmla="*/ 4305321 w 7467600"/>
              <a:gd name="connsiteY522" fmla="*/ 3256953 h 6858000"/>
              <a:gd name="connsiteX523" fmla="*/ 4949299 w 7467600"/>
              <a:gd name="connsiteY523" fmla="*/ 3766336 h 6858000"/>
              <a:gd name="connsiteX524" fmla="*/ 5291452 w 7467600"/>
              <a:gd name="connsiteY524" fmla="*/ 4076801 h 6858000"/>
              <a:gd name="connsiteX525" fmla="*/ 5434998 w 7467600"/>
              <a:gd name="connsiteY525" fmla="*/ 4254100 h 6858000"/>
              <a:gd name="connsiteX526" fmla="*/ 5351015 w 7467600"/>
              <a:gd name="connsiteY526" fmla="*/ 3760989 h 6858000"/>
              <a:gd name="connsiteX527" fmla="*/ 5413780 w 7467600"/>
              <a:gd name="connsiteY527" fmla="*/ 2966265 h 6858000"/>
              <a:gd name="connsiteX528" fmla="*/ 5425627 w 7467600"/>
              <a:gd name="connsiteY528" fmla="*/ 2954192 h 6858000"/>
              <a:gd name="connsiteX529" fmla="*/ 6604735 w 7467600"/>
              <a:gd name="connsiteY529" fmla="*/ 2041381 h 6858000"/>
              <a:gd name="connsiteX530" fmla="*/ 7204487 w 7467600"/>
              <a:gd name="connsiteY530" fmla="*/ 2742112 h 6858000"/>
              <a:gd name="connsiteX531" fmla="*/ 7131592 w 7467600"/>
              <a:gd name="connsiteY531" fmla="*/ 2672096 h 6858000"/>
              <a:gd name="connsiteX532" fmla="*/ 6996344 w 7467600"/>
              <a:gd name="connsiteY532" fmla="*/ 2518310 h 6858000"/>
              <a:gd name="connsiteX533" fmla="*/ 6735495 w 7467600"/>
              <a:gd name="connsiteY533" fmla="*/ 2196890 h 6858000"/>
              <a:gd name="connsiteX534" fmla="*/ 6721901 w 7467600"/>
              <a:gd name="connsiteY534" fmla="*/ 2179274 h 6858000"/>
              <a:gd name="connsiteX535" fmla="*/ 6604735 w 7467600"/>
              <a:gd name="connsiteY535" fmla="*/ 2041381 h 6858000"/>
              <a:gd name="connsiteX536" fmla="*/ 6591670 w 7467600"/>
              <a:gd name="connsiteY536" fmla="*/ 1988277 h 6858000"/>
              <a:gd name="connsiteX537" fmla="*/ 6747349 w 7467600"/>
              <a:gd name="connsiteY537" fmla="*/ 2160069 h 6858000"/>
              <a:gd name="connsiteX538" fmla="*/ 6760943 w 7467600"/>
              <a:gd name="connsiteY538" fmla="*/ 2177686 h 6858000"/>
              <a:gd name="connsiteX539" fmla="*/ 7021065 w 7467600"/>
              <a:gd name="connsiteY539" fmla="*/ 2498102 h 6858000"/>
              <a:gd name="connsiteX540" fmla="*/ 7155223 w 7467600"/>
              <a:gd name="connsiteY540" fmla="*/ 2650386 h 6858000"/>
              <a:gd name="connsiteX541" fmla="*/ 7203167 w 7467600"/>
              <a:gd name="connsiteY541" fmla="*/ 2697288 h 6858000"/>
              <a:gd name="connsiteX542" fmla="*/ 6937703 w 7467600"/>
              <a:gd name="connsiteY542" fmla="*/ 2321981 h 6858000"/>
              <a:gd name="connsiteX543" fmla="*/ 6591670 w 7467600"/>
              <a:gd name="connsiteY543" fmla="*/ 1988277 h 6858000"/>
              <a:gd name="connsiteX544" fmla="*/ 5798671 w 7467600"/>
              <a:gd name="connsiteY544" fmla="*/ 1981601 h 6858000"/>
              <a:gd name="connsiteX545" fmla="*/ 5754709 w 7467600"/>
              <a:gd name="connsiteY545" fmla="*/ 2071454 h 6858000"/>
              <a:gd name="connsiteX546" fmla="*/ 5763044 w 7467600"/>
              <a:gd name="connsiteY546" fmla="*/ 2842206 h 6858000"/>
              <a:gd name="connsiteX547" fmla="*/ 5764974 w 7467600"/>
              <a:gd name="connsiteY547" fmla="*/ 2799609 h 6858000"/>
              <a:gd name="connsiteX548" fmla="*/ 5767665 w 7467600"/>
              <a:gd name="connsiteY548" fmla="*/ 2666409 h 6858000"/>
              <a:gd name="connsiteX549" fmla="*/ 5763055 w 7467600"/>
              <a:gd name="connsiteY549" fmla="*/ 2579705 h 6858000"/>
              <a:gd name="connsiteX550" fmla="*/ 5758079 w 7467600"/>
              <a:gd name="connsiteY550" fmla="*/ 2492508 h 6858000"/>
              <a:gd name="connsiteX551" fmla="*/ 5779325 w 7467600"/>
              <a:gd name="connsiteY551" fmla="*/ 2197069 h 6858000"/>
              <a:gd name="connsiteX552" fmla="*/ 5798671 w 7467600"/>
              <a:gd name="connsiteY552" fmla="*/ 1981601 h 6858000"/>
              <a:gd name="connsiteX553" fmla="*/ 5829202 w 7467600"/>
              <a:gd name="connsiteY553" fmla="*/ 1971679 h 6858000"/>
              <a:gd name="connsiteX554" fmla="*/ 5809558 w 7467600"/>
              <a:gd name="connsiteY554" fmla="*/ 2198043 h 6858000"/>
              <a:gd name="connsiteX555" fmla="*/ 5788653 w 7467600"/>
              <a:gd name="connsiteY555" fmla="*/ 2489430 h 6858000"/>
              <a:gd name="connsiteX556" fmla="*/ 5793439 w 7467600"/>
              <a:gd name="connsiteY556" fmla="*/ 2575235 h 6858000"/>
              <a:gd name="connsiteX557" fmla="*/ 5796837 w 7467600"/>
              <a:gd name="connsiteY557" fmla="*/ 2637633 h 6858000"/>
              <a:gd name="connsiteX558" fmla="*/ 5818614 w 7467600"/>
              <a:gd name="connsiteY558" fmla="*/ 2473055 h 6858000"/>
              <a:gd name="connsiteX559" fmla="*/ 5829202 w 7467600"/>
              <a:gd name="connsiteY559" fmla="*/ 1971679 h 6858000"/>
              <a:gd name="connsiteX560" fmla="*/ 5911389 w 7467600"/>
              <a:gd name="connsiteY560" fmla="*/ 1898371 h 6858000"/>
              <a:gd name="connsiteX561" fmla="*/ 6237627 w 7467600"/>
              <a:gd name="connsiteY561" fmla="*/ 2231921 h 6858000"/>
              <a:gd name="connsiteX562" fmla="*/ 5911389 w 7467600"/>
              <a:gd name="connsiteY562" fmla="*/ 1898371 h 6858000"/>
              <a:gd name="connsiteX563" fmla="*/ 6944437 w 7467600"/>
              <a:gd name="connsiteY563" fmla="*/ 1575402 h 6858000"/>
              <a:gd name="connsiteX564" fmla="*/ 6304730 w 7467600"/>
              <a:gd name="connsiteY564" fmla="*/ 1766654 h 6858000"/>
              <a:gd name="connsiteX565" fmla="*/ 6944437 w 7467600"/>
              <a:gd name="connsiteY565" fmla="*/ 1575402 h 6858000"/>
              <a:gd name="connsiteX566" fmla="*/ 7019523 w 7467600"/>
              <a:gd name="connsiteY566" fmla="*/ 1519450 h 6858000"/>
              <a:gd name="connsiteX567" fmla="*/ 6298091 w 7467600"/>
              <a:gd name="connsiteY567" fmla="*/ 1737122 h 6858000"/>
              <a:gd name="connsiteX568" fmla="*/ 7019523 w 7467600"/>
              <a:gd name="connsiteY568" fmla="*/ 1519450 h 6858000"/>
              <a:gd name="connsiteX569" fmla="*/ 2399523 w 7467600"/>
              <a:gd name="connsiteY569" fmla="*/ 1428234 h 6858000"/>
              <a:gd name="connsiteX570" fmla="*/ 2224982 w 7467600"/>
              <a:gd name="connsiteY570" fmla="*/ 1826201 h 6858000"/>
              <a:gd name="connsiteX571" fmla="*/ 2096099 w 7467600"/>
              <a:gd name="connsiteY571" fmla="*/ 2345900 h 6858000"/>
              <a:gd name="connsiteX572" fmla="*/ 2283317 w 7467600"/>
              <a:gd name="connsiteY572" fmla="*/ 1796925 h 6858000"/>
              <a:gd name="connsiteX573" fmla="*/ 2399523 w 7467600"/>
              <a:gd name="connsiteY573" fmla="*/ 1428234 h 6858000"/>
              <a:gd name="connsiteX574" fmla="*/ 2448558 w 7467600"/>
              <a:gd name="connsiteY574" fmla="*/ 1373435 h 6858000"/>
              <a:gd name="connsiteX575" fmla="*/ 2312521 w 7467600"/>
              <a:gd name="connsiteY575" fmla="*/ 1806140 h 6858000"/>
              <a:gd name="connsiteX576" fmla="*/ 2127533 w 7467600"/>
              <a:gd name="connsiteY576" fmla="*/ 2348380 h 6858000"/>
              <a:gd name="connsiteX577" fmla="*/ 2358080 w 7467600"/>
              <a:gd name="connsiteY577" fmla="*/ 1866134 h 6858000"/>
              <a:gd name="connsiteX578" fmla="*/ 2407436 w 7467600"/>
              <a:gd name="connsiteY578" fmla="*/ 1651070 h 6858000"/>
              <a:gd name="connsiteX579" fmla="*/ 2448558 w 7467600"/>
              <a:gd name="connsiteY579" fmla="*/ 1373435 h 6858000"/>
              <a:gd name="connsiteX580" fmla="*/ 278707 w 7467600"/>
              <a:gd name="connsiteY580" fmla="*/ 1352270 h 6858000"/>
              <a:gd name="connsiteX581" fmla="*/ 321570 w 7467600"/>
              <a:gd name="connsiteY581" fmla="*/ 1861610 h 6858000"/>
              <a:gd name="connsiteX582" fmla="*/ 294281 w 7467600"/>
              <a:gd name="connsiteY582" fmla="*/ 1440658 h 6858000"/>
              <a:gd name="connsiteX583" fmla="*/ 278707 w 7467600"/>
              <a:gd name="connsiteY583" fmla="*/ 1352270 h 6858000"/>
              <a:gd name="connsiteX584" fmla="*/ 1423821 w 7467600"/>
              <a:gd name="connsiteY584" fmla="*/ 1351958 h 6858000"/>
              <a:gd name="connsiteX585" fmla="*/ 1638521 w 7467600"/>
              <a:gd name="connsiteY585" fmla="*/ 1908470 h 6858000"/>
              <a:gd name="connsiteX586" fmla="*/ 1754199 w 7467600"/>
              <a:gd name="connsiteY586" fmla="*/ 2149284 h 6858000"/>
              <a:gd name="connsiteX587" fmla="*/ 1908359 w 7467600"/>
              <a:gd name="connsiteY587" fmla="*/ 2364988 h 6858000"/>
              <a:gd name="connsiteX588" fmla="*/ 1647661 w 7467600"/>
              <a:gd name="connsiteY588" fmla="*/ 1825945 h 6858000"/>
              <a:gd name="connsiteX589" fmla="*/ 1423821 w 7467600"/>
              <a:gd name="connsiteY589" fmla="*/ 1351958 h 6858000"/>
              <a:gd name="connsiteX590" fmla="*/ 1431890 w 7467600"/>
              <a:gd name="connsiteY590" fmla="*/ 1306475 h 6858000"/>
              <a:gd name="connsiteX591" fmla="*/ 1507597 w 7467600"/>
              <a:gd name="connsiteY591" fmla="*/ 1446132 h 6858000"/>
              <a:gd name="connsiteX592" fmla="*/ 1674586 w 7467600"/>
              <a:gd name="connsiteY592" fmla="*/ 1813832 h 6858000"/>
              <a:gd name="connsiteX593" fmla="*/ 1815950 w 7467600"/>
              <a:gd name="connsiteY593" fmla="*/ 2128564 h 6858000"/>
              <a:gd name="connsiteX594" fmla="*/ 1984242 w 7467600"/>
              <a:gd name="connsiteY594" fmla="*/ 2430829 h 6858000"/>
              <a:gd name="connsiteX595" fmla="*/ 2014023 w 7467600"/>
              <a:gd name="connsiteY595" fmla="*/ 2450995 h 6858000"/>
              <a:gd name="connsiteX596" fmla="*/ 1747337 w 7467600"/>
              <a:gd name="connsiteY596" fmla="*/ 1855264 h 6858000"/>
              <a:gd name="connsiteX597" fmla="*/ 1533749 w 7467600"/>
              <a:gd name="connsiteY597" fmla="*/ 1478656 h 6858000"/>
              <a:gd name="connsiteX598" fmla="*/ 1431890 w 7467600"/>
              <a:gd name="connsiteY598" fmla="*/ 1306475 h 6858000"/>
              <a:gd name="connsiteX599" fmla="*/ 5052692 w 7467600"/>
              <a:gd name="connsiteY599" fmla="*/ 1292994 h 6858000"/>
              <a:gd name="connsiteX600" fmla="*/ 5200661 w 7467600"/>
              <a:gd name="connsiteY600" fmla="*/ 1635186 h 6858000"/>
              <a:gd name="connsiteX601" fmla="*/ 5297138 w 7467600"/>
              <a:gd name="connsiteY601" fmla="*/ 1906351 h 6858000"/>
              <a:gd name="connsiteX602" fmla="*/ 5052692 w 7467600"/>
              <a:gd name="connsiteY602" fmla="*/ 1292994 h 6858000"/>
              <a:gd name="connsiteX603" fmla="*/ 5009948 w 7467600"/>
              <a:gd name="connsiteY603" fmla="*/ 1273619 h 6858000"/>
              <a:gd name="connsiteX604" fmla="*/ 5121777 w 7467600"/>
              <a:gd name="connsiteY604" fmla="*/ 1654213 h 6858000"/>
              <a:gd name="connsiteX605" fmla="*/ 5293545 w 7467600"/>
              <a:gd name="connsiteY605" fmla="*/ 2072247 h 6858000"/>
              <a:gd name="connsiteX606" fmla="*/ 5294042 w 7467600"/>
              <a:gd name="connsiteY606" fmla="*/ 2065019 h 6858000"/>
              <a:gd name="connsiteX607" fmla="*/ 5171936 w 7467600"/>
              <a:gd name="connsiteY607" fmla="*/ 1647613 h 6858000"/>
              <a:gd name="connsiteX608" fmla="*/ 5009948 w 7467600"/>
              <a:gd name="connsiteY608" fmla="*/ 1273619 h 6858000"/>
              <a:gd name="connsiteX609" fmla="*/ 655236 w 7467600"/>
              <a:gd name="connsiteY609" fmla="*/ 1268632 h 6858000"/>
              <a:gd name="connsiteX610" fmla="*/ 839521 w 7467600"/>
              <a:gd name="connsiteY610" fmla="*/ 1685315 h 6858000"/>
              <a:gd name="connsiteX611" fmla="*/ 1109416 w 7467600"/>
              <a:gd name="connsiteY611" fmla="*/ 2061663 h 6858000"/>
              <a:gd name="connsiteX612" fmla="*/ 1298300 w 7467600"/>
              <a:gd name="connsiteY612" fmla="*/ 2247742 h 6858000"/>
              <a:gd name="connsiteX613" fmla="*/ 1125871 w 7467600"/>
              <a:gd name="connsiteY613" fmla="*/ 1989513 h 6858000"/>
              <a:gd name="connsiteX614" fmla="*/ 981574 w 7467600"/>
              <a:gd name="connsiteY614" fmla="*/ 1783157 h 6858000"/>
              <a:gd name="connsiteX615" fmla="*/ 922198 w 7467600"/>
              <a:gd name="connsiteY615" fmla="*/ 1677437 h 6858000"/>
              <a:gd name="connsiteX616" fmla="*/ 869293 w 7467600"/>
              <a:gd name="connsiteY616" fmla="*/ 1583214 h 6858000"/>
              <a:gd name="connsiteX617" fmla="*/ 751431 w 7467600"/>
              <a:gd name="connsiteY617" fmla="*/ 1405731 h 6858000"/>
              <a:gd name="connsiteX618" fmla="*/ 655236 w 7467600"/>
              <a:gd name="connsiteY618" fmla="*/ 1268632 h 6858000"/>
              <a:gd name="connsiteX619" fmla="*/ 6516292 w 7467600"/>
              <a:gd name="connsiteY619" fmla="*/ 1263064 h 6858000"/>
              <a:gd name="connsiteX620" fmla="*/ 5736320 w 7467600"/>
              <a:gd name="connsiteY620" fmla="*/ 1501803 h 6858000"/>
              <a:gd name="connsiteX621" fmla="*/ 6516292 w 7467600"/>
              <a:gd name="connsiteY621" fmla="*/ 1263064 h 6858000"/>
              <a:gd name="connsiteX622" fmla="*/ 291466 w 7467600"/>
              <a:gd name="connsiteY622" fmla="*/ 1250369 h 6858000"/>
              <a:gd name="connsiteX623" fmla="*/ 323180 w 7467600"/>
              <a:gd name="connsiteY623" fmla="*/ 1435283 h 6858000"/>
              <a:gd name="connsiteX624" fmla="*/ 349381 w 7467600"/>
              <a:gd name="connsiteY624" fmla="*/ 1875041 h 6858000"/>
              <a:gd name="connsiteX625" fmla="*/ 374363 w 7467600"/>
              <a:gd name="connsiteY625" fmla="*/ 1506494 h 6858000"/>
              <a:gd name="connsiteX626" fmla="*/ 302168 w 7467600"/>
              <a:gd name="connsiteY626" fmla="*/ 1274495 h 6858000"/>
              <a:gd name="connsiteX627" fmla="*/ 291466 w 7467600"/>
              <a:gd name="connsiteY627" fmla="*/ 1250369 h 6858000"/>
              <a:gd name="connsiteX628" fmla="*/ 678222 w 7467600"/>
              <a:gd name="connsiteY628" fmla="*/ 1248670 h 6858000"/>
              <a:gd name="connsiteX629" fmla="*/ 775536 w 7467600"/>
              <a:gd name="connsiteY629" fmla="*/ 1388015 h 6858000"/>
              <a:gd name="connsiteX630" fmla="*/ 894529 w 7467600"/>
              <a:gd name="connsiteY630" fmla="*/ 1567739 h 6858000"/>
              <a:gd name="connsiteX631" fmla="*/ 948000 w 7467600"/>
              <a:gd name="connsiteY631" fmla="*/ 1663088 h 6858000"/>
              <a:gd name="connsiteX632" fmla="*/ 1006812 w 7467600"/>
              <a:gd name="connsiteY632" fmla="*/ 1767683 h 6858000"/>
              <a:gd name="connsiteX633" fmla="*/ 1149133 w 7467600"/>
              <a:gd name="connsiteY633" fmla="*/ 1971513 h 6858000"/>
              <a:gd name="connsiteX634" fmla="*/ 1333952 w 7467600"/>
              <a:gd name="connsiteY634" fmla="*/ 2251620 h 6858000"/>
              <a:gd name="connsiteX635" fmla="*/ 1337329 w 7467600"/>
              <a:gd name="connsiteY635" fmla="*/ 2258350 h 6858000"/>
              <a:gd name="connsiteX636" fmla="*/ 1014726 w 7467600"/>
              <a:gd name="connsiteY636" fmla="*/ 1615556 h 6858000"/>
              <a:gd name="connsiteX637" fmla="*/ 678222 w 7467600"/>
              <a:gd name="connsiteY637" fmla="*/ 1248670 h 6858000"/>
              <a:gd name="connsiteX638" fmla="*/ 6691602 w 7467600"/>
              <a:gd name="connsiteY638" fmla="*/ 1140573 h 6858000"/>
              <a:gd name="connsiteX639" fmla="*/ 6571100 w 7467600"/>
              <a:gd name="connsiteY639" fmla="*/ 1183662 h 6858000"/>
              <a:gd name="connsiteX640" fmla="*/ 6241687 w 7467600"/>
              <a:gd name="connsiteY640" fmla="*/ 1257600 h 6858000"/>
              <a:gd name="connsiteX641" fmla="*/ 5693009 w 7467600"/>
              <a:gd name="connsiteY641" fmla="*/ 1478256 h 6858000"/>
              <a:gd name="connsiteX642" fmla="*/ 6548420 w 7467600"/>
              <a:gd name="connsiteY642" fmla="*/ 1214599 h 6858000"/>
              <a:gd name="connsiteX643" fmla="*/ 6605473 w 7467600"/>
              <a:gd name="connsiteY643" fmla="*/ 1184686 h 6858000"/>
              <a:gd name="connsiteX644" fmla="*/ 6691602 w 7467600"/>
              <a:gd name="connsiteY644" fmla="*/ 1140573 h 6858000"/>
              <a:gd name="connsiteX645" fmla="*/ 4002475 w 7467600"/>
              <a:gd name="connsiteY645" fmla="*/ 1037802 h 6858000"/>
              <a:gd name="connsiteX646" fmla="*/ 4000324 w 7467600"/>
              <a:gd name="connsiteY646" fmla="*/ 1039362 h 6858000"/>
              <a:gd name="connsiteX647" fmla="*/ 4002862 w 7467600"/>
              <a:gd name="connsiteY647" fmla="*/ 1042866 h 6858000"/>
              <a:gd name="connsiteX648" fmla="*/ 4002475 w 7467600"/>
              <a:gd name="connsiteY648" fmla="*/ 1037802 h 6858000"/>
              <a:gd name="connsiteX649" fmla="*/ 506322 w 7467600"/>
              <a:gd name="connsiteY649" fmla="*/ 1020997 h 6858000"/>
              <a:gd name="connsiteX650" fmla="*/ 533068 w 7467600"/>
              <a:gd name="connsiteY650" fmla="*/ 1029409 h 6858000"/>
              <a:gd name="connsiteX651" fmla="*/ 1232525 w 7467600"/>
              <a:gd name="connsiteY651" fmla="*/ 1804675 h 6858000"/>
              <a:gd name="connsiteX652" fmla="*/ 1388858 w 7467600"/>
              <a:gd name="connsiteY652" fmla="*/ 2368011 h 6858000"/>
              <a:gd name="connsiteX653" fmla="*/ 1384098 w 7467600"/>
              <a:gd name="connsiteY653" fmla="*/ 2378125 h 6858000"/>
              <a:gd name="connsiteX654" fmla="*/ 1425393 w 7467600"/>
              <a:gd name="connsiteY654" fmla="*/ 2589124 h 6858000"/>
              <a:gd name="connsiteX655" fmla="*/ 1424001 w 7467600"/>
              <a:gd name="connsiteY655" fmla="*/ 2597541 h 6858000"/>
              <a:gd name="connsiteX656" fmla="*/ 2152729 w 7467600"/>
              <a:gd name="connsiteY656" fmla="*/ 2864487 h 6858000"/>
              <a:gd name="connsiteX657" fmla="*/ 2020609 w 7467600"/>
              <a:gd name="connsiteY657" fmla="*/ 2539671 h 6858000"/>
              <a:gd name="connsiteX658" fmla="*/ 2018920 w 7467600"/>
              <a:gd name="connsiteY658" fmla="*/ 2536309 h 6858000"/>
              <a:gd name="connsiteX659" fmla="*/ 1342441 w 7467600"/>
              <a:gd name="connsiteY659" fmla="*/ 1173017 h 6858000"/>
              <a:gd name="connsiteX660" fmla="*/ 1367925 w 7467600"/>
              <a:gd name="connsiteY660" fmla="*/ 1135648 h 6858000"/>
              <a:gd name="connsiteX661" fmla="*/ 1771401 w 7467600"/>
              <a:gd name="connsiteY661" fmla="*/ 1806673 h 6858000"/>
              <a:gd name="connsiteX662" fmla="*/ 1972385 w 7467600"/>
              <a:gd name="connsiteY662" fmla="*/ 2198735 h 6858000"/>
              <a:gd name="connsiteX663" fmla="*/ 2040892 w 7467600"/>
              <a:gd name="connsiteY663" fmla="*/ 2405205 h 6858000"/>
              <a:gd name="connsiteX664" fmla="*/ 2131689 w 7467600"/>
              <a:gd name="connsiteY664" fmla="*/ 1936926 h 6858000"/>
              <a:gd name="connsiteX665" fmla="*/ 2454820 w 7467600"/>
              <a:gd name="connsiteY665" fmla="*/ 1248808 h 6858000"/>
              <a:gd name="connsiteX666" fmla="*/ 2492512 w 7467600"/>
              <a:gd name="connsiteY666" fmla="*/ 1302920 h 6858000"/>
              <a:gd name="connsiteX667" fmla="*/ 2081216 w 7467600"/>
              <a:gd name="connsiteY667" fmla="*/ 2527513 h 6858000"/>
              <a:gd name="connsiteX668" fmla="*/ 2081211 w 7467600"/>
              <a:gd name="connsiteY668" fmla="*/ 2528916 h 6858000"/>
              <a:gd name="connsiteX669" fmla="*/ 2199067 w 7467600"/>
              <a:gd name="connsiteY669" fmla="*/ 2884061 h 6858000"/>
              <a:gd name="connsiteX670" fmla="*/ 3192586 w 7467600"/>
              <a:gd name="connsiteY670" fmla="*/ 3411496 h 6858000"/>
              <a:gd name="connsiteX671" fmla="*/ 3182620 w 7467600"/>
              <a:gd name="connsiteY671" fmla="*/ 3483279 h 6858000"/>
              <a:gd name="connsiteX672" fmla="*/ 2435119 w 7467600"/>
              <a:gd name="connsiteY672" fmla="*/ 3080173 h 6858000"/>
              <a:gd name="connsiteX673" fmla="*/ 2410152 w 7467600"/>
              <a:gd name="connsiteY673" fmla="*/ 3063751 h 6858000"/>
              <a:gd name="connsiteX674" fmla="*/ 2408099 w 7467600"/>
              <a:gd name="connsiteY674" fmla="*/ 3064403 h 6858000"/>
              <a:gd name="connsiteX675" fmla="*/ 2407218 w 7467600"/>
              <a:gd name="connsiteY675" fmla="*/ 3070324 h 6858000"/>
              <a:gd name="connsiteX676" fmla="*/ 2380138 w 7467600"/>
              <a:gd name="connsiteY676" fmla="*/ 3099341 h 6858000"/>
              <a:gd name="connsiteX677" fmla="*/ 1765923 w 7467600"/>
              <a:gd name="connsiteY677" fmla="*/ 3581043 h 6858000"/>
              <a:gd name="connsiteX678" fmla="*/ 1702258 w 7467600"/>
              <a:gd name="connsiteY678" fmla="*/ 3612286 h 6858000"/>
              <a:gd name="connsiteX679" fmla="*/ 1538370 w 7467600"/>
              <a:gd name="connsiteY679" fmla="*/ 3811804 h 6858000"/>
              <a:gd name="connsiteX680" fmla="*/ 542867 w 7467600"/>
              <a:gd name="connsiteY680" fmla="*/ 4944092 h 6858000"/>
              <a:gd name="connsiteX681" fmla="*/ 515800 w 7467600"/>
              <a:gd name="connsiteY681" fmla="*/ 4862180 h 6858000"/>
              <a:gd name="connsiteX682" fmla="*/ 909145 w 7467600"/>
              <a:gd name="connsiteY682" fmla="*/ 4199225 h 6858000"/>
              <a:gd name="connsiteX683" fmla="*/ 1214067 w 7467600"/>
              <a:gd name="connsiteY683" fmla="*/ 3908561 h 6858000"/>
              <a:gd name="connsiteX684" fmla="*/ 640967 w 7467600"/>
              <a:gd name="connsiteY684" fmla="*/ 4105601 h 6858000"/>
              <a:gd name="connsiteX685" fmla="*/ 112563 w 7467600"/>
              <a:gd name="connsiteY685" fmla="*/ 4396952 h 6858000"/>
              <a:gd name="connsiteX686" fmla="*/ 0 w 7467600"/>
              <a:gd name="connsiteY686" fmla="*/ 4466006 h 6858000"/>
              <a:gd name="connsiteX687" fmla="*/ 0 w 7467600"/>
              <a:gd name="connsiteY687" fmla="*/ 4233763 h 6858000"/>
              <a:gd name="connsiteX688" fmla="*/ 36881 w 7467600"/>
              <a:gd name="connsiteY688" fmla="*/ 4200118 h 6858000"/>
              <a:gd name="connsiteX689" fmla="*/ 910534 w 7467600"/>
              <a:gd name="connsiteY689" fmla="*/ 3629753 h 6858000"/>
              <a:gd name="connsiteX690" fmla="*/ 1578717 w 7467600"/>
              <a:gd name="connsiteY690" fmla="*/ 3575982 h 6858000"/>
              <a:gd name="connsiteX691" fmla="*/ 2338780 w 7467600"/>
              <a:gd name="connsiteY691" fmla="*/ 3033725 h 6858000"/>
              <a:gd name="connsiteX692" fmla="*/ 1807991 w 7467600"/>
              <a:gd name="connsiteY692" fmla="*/ 2807184 h 6858000"/>
              <a:gd name="connsiteX693" fmla="*/ 1416358 w 7467600"/>
              <a:gd name="connsiteY693" fmla="*/ 3112571 h 6858000"/>
              <a:gd name="connsiteX694" fmla="*/ 939066 w 7467600"/>
              <a:gd name="connsiteY694" fmla="*/ 3378798 h 6858000"/>
              <a:gd name="connsiteX695" fmla="*/ 115099 w 7467600"/>
              <a:gd name="connsiteY695" fmla="*/ 3607650 h 6858000"/>
              <a:gd name="connsiteX696" fmla="*/ 97284 w 7467600"/>
              <a:gd name="connsiteY696" fmla="*/ 3520393 h 6858000"/>
              <a:gd name="connsiteX697" fmla="*/ 922050 w 7467600"/>
              <a:gd name="connsiteY697" fmla="*/ 3074867 h 6858000"/>
              <a:gd name="connsiteX698" fmla="*/ 1405265 w 7467600"/>
              <a:gd name="connsiteY698" fmla="*/ 3016319 h 6858000"/>
              <a:gd name="connsiteX699" fmla="*/ 1407512 w 7467600"/>
              <a:gd name="connsiteY699" fmla="*/ 3018001 h 6858000"/>
              <a:gd name="connsiteX700" fmla="*/ 1726266 w 7467600"/>
              <a:gd name="connsiteY700" fmla="*/ 2777274 h 6858000"/>
              <a:gd name="connsiteX701" fmla="*/ 625390 w 7467600"/>
              <a:gd name="connsiteY701" fmla="*/ 2514541 h 6858000"/>
              <a:gd name="connsiteX702" fmla="*/ 619799 w 7467600"/>
              <a:gd name="connsiteY702" fmla="*/ 2527180 h 6858000"/>
              <a:gd name="connsiteX703" fmla="*/ 310030 w 7467600"/>
              <a:gd name="connsiteY703" fmla="*/ 2771818 h 6858000"/>
              <a:gd name="connsiteX704" fmla="*/ 173877 w 7467600"/>
              <a:gd name="connsiteY704" fmla="*/ 2937056 h 6858000"/>
              <a:gd name="connsiteX705" fmla="*/ 77889 w 7467600"/>
              <a:gd name="connsiteY705" fmla="*/ 3138440 h 6858000"/>
              <a:gd name="connsiteX706" fmla="*/ 0 w 7467600"/>
              <a:gd name="connsiteY706" fmla="*/ 3271395 h 6858000"/>
              <a:gd name="connsiteX707" fmla="*/ 0 w 7467600"/>
              <a:gd name="connsiteY707" fmla="*/ 3153002 h 6858000"/>
              <a:gd name="connsiteX708" fmla="*/ 2386 w 7467600"/>
              <a:gd name="connsiteY708" fmla="*/ 3149203 h 6858000"/>
              <a:gd name="connsiteX709" fmla="*/ 89753 w 7467600"/>
              <a:gd name="connsiteY709" fmla="*/ 2987702 h 6858000"/>
              <a:gd name="connsiteX710" fmla="*/ 76869 w 7467600"/>
              <a:gd name="connsiteY710" fmla="*/ 3005404 h 6858000"/>
              <a:gd name="connsiteX711" fmla="*/ 32049 w 7467600"/>
              <a:gd name="connsiteY711" fmla="*/ 3065814 h 6858000"/>
              <a:gd name="connsiteX712" fmla="*/ 0 w 7467600"/>
              <a:gd name="connsiteY712" fmla="*/ 3108744 h 6858000"/>
              <a:gd name="connsiteX713" fmla="*/ 0 w 7467600"/>
              <a:gd name="connsiteY713" fmla="*/ 3058059 h 6858000"/>
              <a:gd name="connsiteX714" fmla="*/ 7610 w 7467600"/>
              <a:gd name="connsiteY714" fmla="*/ 3047889 h 6858000"/>
              <a:gd name="connsiteX715" fmla="*/ 52419 w 7467600"/>
              <a:gd name="connsiteY715" fmla="*/ 2987479 h 6858000"/>
              <a:gd name="connsiteX716" fmla="*/ 59142 w 7467600"/>
              <a:gd name="connsiteY716" fmla="*/ 2978488 h 6858000"/>
              <a:gd name="connsiteX717" fmla="*/ 0 w 7467600"/>
              <a:gd name="connsiteY717" fmla="*/ 3015334 h 6858000"/>
              <a:gd name="connsiteX718" fmla="*/ 0 w 7467600"/>
              <a:gd name="connsiteY718" fmla="*/ 2914286 h 6858000"/>
              <a:gd name="connsiteX719" fmla="*/ 36383 w 7467600"/>
              <a:gd name="connsiteY719" fmla="*/ 2901128 h 6858000"/>
              <a:gd name="connsiteX720" fmla="*/ 156329 w 7467600"/>
              <a:gd name="connsiteY720" fmla="*/ 2840533 h 6858000"/>
              <a:gd name="connsiteX721" fmla="*/ 358355 w 7467600"/>
              <a:gd name="connsiteY721" fmla="*/ 2620471 h 6858000"/>
              <a:gd name="connsiteX722" fmla="*/ 510577 w 7467600"/>
              <a:gd name="connsiteY722" fmla="*/ 2501244 h 6858000"/>
              <a:gd name="connsiteX723" fmla="*/ 211967 w 7467600"/>
              <a:gd name="connsiteY723" fmla="*/ 2479171 h 6858000"/>
              <a:gd name="connsiteX724" fmla="*/ 0 w 7467600"/>
              <a:gd name="connsiteY724" fmla="*/ 2476398 h 6858000"/>
              <a:gd name="connsiteX725" fmla="*/ 0 w 7467600"/>
              <a:gd name="connsiteY725" fmla="*/ 2389189 h 6858000"/>
              <a:gd name="connsiteX726" fmla="*/ 103062 w 7467600"/>
              <a:gd name="connsiteY726" fmla="*/ 2389518 h 6858000"/>
              <a:gd name="connsiteX727" fmla="*/ 510734 w 7467600"/>
              <a:gd name="connsiteY727" fmla="*/ 2416201 h 6858000"/>
              <a:gd name="connsiteX728" fmla="*/ 279257 w 7467600"/>
              <a:gd name="connsiteY728" fmla="*/ 2092102 h 6858000"/>
              <a:gd name="connsiteX729" fmla="*/ 65265 w 7467600"/>
              <a:gd name="connsiteY729" fmla="*/ 2006049 h 6858000"/>
              <a:gd name="connsiteX730" fmla="*/ 0 w 7467600"/>
              <a:gd name="connsiteY730" fmla="*/ 1982532 h 6858000"/>
              <a:gd name="connsiteX731" fmla="*/ 0 w 7467600"/>
              <a:gd name="connsiteY731" fmla="*/ 1912789 h 6858000"/>
              <a:gd name="connsiteX732" fmla="*/ 97460 w 7467600"/>
              <a:gd name="connsiteY732" fmla="*/ 1953725 h 6858000"/>
              <a:gd name="connsiteX733" fmla="*/ 221272 w 7467600"/>
              <a:gd name="connsiteY733" fmla="*/ 1980766 h 6858000"/>
              <a:gd name="connsiteX734" fmla="*/ 116765 w 7467600"/>
              <a:gd name="connsiteY734" fmla="*/ 1911033 h 6858000"/>
              <a:gd name="connsiteX735" fmla="*/ 16405 w 7467600"/>
              <a:gd name="connsiteY735" fmla="*/ 1803412 h 6858000"/>
              <a:gd name="connsiteX736" fmla="*/ 0 w 7467600"/>
              <a:gd name="connsiteY736" fmla="*/ 1784777 h 6858000"/>
              <a:gd name="connsiteX737" fmla="*/ 0 w 7467600"/>
              <a:gd name="connsiteY737" fmla="*/ 1740082 h 6858000"/>
              <a:gd name="connsiteX738" fmla="*/ 39394 w 7467600"/>
              <a:gd name="connsiteY738" fmla="*/ 1784856 h 6858000"/>
              <a:gd name="connsiteX739" fmla="*/ 135813 w 7467600"/>
              <a:gd name="connsiteY739" fmla="*/ 1888838 h 6858000"/>
              <a:gd name="connsiteX740" fmla="*/ 242575 w 7467600"/>
              <a:gd name="connsiteY740" fmla="*/ 1958841 h 6858000"/>
              <a:gd name="connsiteX741" fmla="*/ 82197 w 7467600"/>
              <a:gd name="connsiteY741" fmla="*/ 1754826 h 6858000"/>
              <a:gd name="connsiteX742" fmla="*/ 0 w 7467600"/>
              <a:gd name="connsiteY742" fmla="*/ 1679650 h 6858000"/>
              <a:gd name="connsiteX743" fmla="*/ 0 w 7467600"/>
              <a:gd name="connsiteY743" fmla="*/ 1602463 h 6858000"/>
              <a:gd name="connsiteX744" fmla="*/ 84689 w 7467600"/>
              <a:gd name="connsiteY744" fmla="*/ 1677442 h 6858000"/>
              <a:gd name="connsiteX745" fmla="*/ 298437 w 7467600"/>
              <a:gd name="connsiteY745" fmla="*/ 1968019 h 6858000"/>
              <a:gd name="connsiteX746" fmla="*/ 227269 w 7467600"/>
              <a:gd name="connsiteY746" fmla="*/ 1114064 h 6858000"/>
              <a:gd name="connsiteX747" fmla="*/ 248003 w 7467600"/>
              <a:gd name="connsiteY747" fmla="*/ 1089613 h 6858000"/>
              <a:gd name="connsiteX748" fmla="*/ 427020 w 7467600"/>
              <a:gd name="connsiteY748" fmla="*/ 1619803 h 6858000"/>
              <a:gd name="connsiteX749" fmla="*/ 340345 w 7467600"/>
              <a:gd name="connsiteY749" fmla="*/ 2027739 h 6858000"/>
              <a:gd name="connsiteX750" fmla="*/ 360865 w 7467600"/>
              <a:gd name="connsiteY750" fmla="*/ 2044827 h 6858000"/>
              <a:gd name="connsiteX751" fmla="*/ 560414 w 7467600"/>
              <a:gd name="connsiteY751" fmla="*/ 2421457 h 6858000"/>
              <a:gd name="connsiteX752" fmla="*/ 1359703 w 7467600"/>
              <a:gd name="connsiteY752" fmla="*/ 2578554 h 6858000"/>
              <a:gd name="connsiteX753" fmla="*/ 1359422 w 7467600"/>
              <a:gd name="connsiteY753" fmla="*/ 2577994 h 6858000"/>
              <a:gd name="connsiteX754" fmla="*/ 828701 w 7467600"/>
              <a:gd name="connsiteY754" fmla="*/ 1839520 h 6858000"/>
              <a:gd name="connsiteX755" fmla="*/ 494427 w 7467600"/>
              <a:gd name="connsiteY755" fmla="*/ 1092333 h 6858000"/>
              <a:gd name="connsiteX756" fmla="*/ 506322 w 7467600"/>
              <a:gd name="connsiteY756" fmla="*/ 1020997 h 6858000"/>
              <a:gd name="connsiteX757" fmla="*/ 4570198 w 7467600"/>
              <a:gd name="connsiteY757" fmla="*/ 978081 h 6858000"/>
              <a:gd name="connsiteX758" fmla="*/ 4523691 w 7467600"/>
              <a:gd name="connsiteY758" fmla="*/ 1127776 h 6858000"/>
              <a:gd name="connsiteX759" fmla="*/ 4509875 w 7467600"/>
              <a:gd name="connsiteY759" fmla="*/ 1167552 h 6858000"/>
              <a:gd name="connsiteX760" fmla="*/ 4478168 w 7467600"/>
              <a:gd name="connsiteY760" fmla="*/ 1260735 h 6858000"/>
              <a:gd name="connsiteX761" fmla="*/ 4409309 w 7467600"/>
              <a:gd name="connsiteY761" fmla="*/ 1666996 h 6858000"/>
              <a:gd name="connsiteX762" fmla="*/ 4370031 w 7467600"/>
              <a:gd name="connsiteY762" fmla="*/ 1955666 h 6858000"/>
              <a:gd name="connsiteX763" fmla="*/ 4570198 w 7467600"/>
              <a:gd name="connsiteY763" fmla="*/ 978081 h 6858000"/>
              <a:gd name="connsiteX764" fmla="*/ 4557898 w 7467600"/>
              <a:gd name="connsiteY764" fmla="*/ 900011 h 6858000"/>
              <a:gd name="connsiteX765" fmla="*/ 4344840 w 7467600"/>
              <a:gd name="connsiteY765" fmla="*/ 1922038 h 6858000"/>
              <a:gd name="connsiteX766" fmla="*/ 4378710 w 7467600"/>
              <a:gd name="connsiteY766" fmla="*/ 1665516 h 6858000"/>
              <a:gd name="connsiteX767" fmla="*/ 4448798 w 7467600"/>
              <a:gd name="connsiteY767" fmla="*/ 1253024 h 6858000"/>
              <a:gd name="connsiteX768" fmla="*/ 4480315 w 7467600"/>
              <a:gd name="connsiteY768" fmla="*/ 1158454 h 6858000"/>
              <a:gd name="connsiteX769" fmla="*/ 4494133 w 7467600"/>
              <a:gd name="connsiteY769" fmla="*/ 1118676 h 6858000"/>
              <a:gd name="connsiteX770" fmla="*/ 4557898 w 7467600"/>
              <a:gd name="connsiteY770" fmla="*/ 900011 h 6858000"/>
              <a:gd name="connsiteX771" fmla="*/ 5870151 w 7467600"/>
              <a:gd name="connsiteY771" fmla="*/ 898890 h 6858000"/>
              <a:gd name="connsiteX772" fmla="*/ 5861335 w 7467600"/>
              <a:gd name="connsiteY772" fmla="*/ 899177 h 6858000"/>
              <a:gd name="connsiteX773" fmla="*/ 5843702 w 7467600"/>
              <a:gd name="connsiteY773" fmla="*/ 899748 h 6858000"/>
              <a:gd name="connsiteX774" fmla="*/ 5651107 w 7467600"/>
              <a:gd name="connsiteY774" fmla="*/ 920306 h 6858000"/>
              <a:gd name="connsiteX775" fmla="*/ 5459407 w 7467600"/>
              <a:gd name="connsiteY775" fmla="*/ 940975 h 6858000"/>
              <a:gd name="connsiteX776" fmla="*/ 5374846 w 7467600"/>
              <a:gd name="connsiteY776" fmla="*/ 941988 h 6858000"/>
              <a:gd name="connsiteX777" fmla="*/ 5256105 w 7467600"/>
              <a:gd name="connsiteY777" fmla="*/ 945632 h 6858000"/>
              <a:gd name="connsiteX778" fmla="*/ 5107071 w 7467600"/>
              <a:gd name="connsiteY778" fmla="*/ 969720 h 6858000"/>
              <a:gd name="connsiteX779" fmla="*/ 4998681 w 7467600"/>
              <a:gd name="connsiteY779" fmla="*/ 988771 h 6858000"/>
              <a:gd name="connsiteX780" fmla="*/ 5870151 w 7467600"/>
              <a:gd name="connsiteY780" fmla="*/ 898890 h 6858000"/>
              <a:gd name="connsiteX781" fmla="*/ 5504425 w 7467600"/>
              <a:gd name="connsiteY781" fmla="*/ 848067 h 6858000"/>
              <a:gd name="connsiteX782" fmla="*/ 4968849 w 7467600"/>
              <a:gd name="connsiteY782" fmla="*/ 962318 h 6858000"/>
              <a:gd name="connsiteX783" fmla="*/ 5104039 w 7467600"/>
              <a:gd name="connsiteY783" fmla="*/ 940634 h 6858000"/>
              <a:gd name="connsiteX784" fmla="*/ 5256311 w 7467600"/>
              <a:gd name="connsiteY784" fmla="*/ 916490 h 6858000"/>
              <a:gd name="connsiteX785" fmla="*/ 5377381 w 7467600"/>
              <a:gd name="connsiteY785" fmla="*/ 912671 h 6858000"/>
              <a:gd name="connsiteX786" fmla="*/ 5460148 w 7467600"/>
              <a:gd name="connsiteY786" fmla="*/ 911442 h 6858000"/>
              <a:gd name="connsiteX787" fmla="*/ 5648971 w 7467600"/>
              <a:gd name="connsiteY787" fmla="*/ 891331 h 6858000"/>
              <a:gd name="connsiteX788" fmla="*/ 5844807 w 7467600"/>
              <a:gd name="connsiteY788" fmla="*/ 870718 h 6858000"/>
              <a:gd name="connsiteX789" fmla="*/ 5862975 w 7467600"/>
              <a:gd name="connsiteY789" fmla="*/ 869756 h 6858000"/>
              <a:gd name="connsiteX790" fmla="*/ 5920887 w 7467600"/>
              <a:gd name="connsiteY790" fmla="*/ 865929 h 6858000"/>
              <a:gd name="connsiteX791" fmla="*/ 5504425 w 7467600"/>
              <a:gd name="connsiteY791" fmla="*/ 848067 h 6858000"/>
              <a:gd name="connsiteX792" fmla="*/ 3607114 w 7467600"/>
              <a:gd name="connsiteY792" fmla="*/ 467441 h 6858000"/>
              <a:gd name="connsiteX793" fmla="*/ 3296242 w 7467600"/>
              <a:gd name="connsiteY793" fmla="*/ 807991 h 6858000"/>
              <a:gd name="connsiteX794" fmla="*/ 3174674 w 7467600"/>
              <a:gd name="connsiteY794" fmla="*/ 919759 h 6858000"/>
              <a:gd name="connsiteX795" fmla="*/ 3042978 w 7467600"/>
              <a:gd name="connsiteY795" fmla="*/ 1054894 h 6858000"/>
              <a:gd name="connsiteX796" fmla="*/ 2968914 w 7467600"/>
              <a:gd name="connsiteY796" fmla="*/ 1133756 h 6858000"/>
              <a:gd name="connsiteX797" fmla="*/ 3103823 w 7467600"/>
              <a:gd name="connsiteY797" fmla="*/ 1026814 h 6858000"/>
              <a:gd name="connsiteX798" fmla="*/ 3607114 w 7467600"/>
              <a:gd name="connsiteY798" fmla="*/ 467441 h 6858000"/>
              <a:gd name="connsiteX799" fmla="*/ 3744487 w 7467600"/>
              <a:gd name="connsiteY799" fmla="*/ 383136 h 6858000"/>
              <a:gd name="connsiteX800" fmla="*/ 3970213 w 7467600"/>
              <a:gd name="connsiteY800" fmla="*/ 995559 h 6858000"/>
              <a:gd name="connsiteX801" fmla="*/ 3744487 w 7467600"/>
              <a:gd name="connsiteY801" fmla="*/ 383136 h 6858000"/>
              <a:gd name="connsiteX802" fmla="*/ 3624562 w 7467600"/>
              <a:gd name="connsiteY802" fmla="*/ 367041 h 6858000"/>
              <a:gd name="connsiteX803" fmla="*/ 3489712 w 7467600"/>
              <a:gd name="connsiteY803" fmla="*/ 485386 h 6858000"/>
              <a:gd name="connsiteX804" fmla="*/ 3182994 w 7467600"/>
              <a:gd name="connsiteY804" fmla="*/ 828265 h 6858000"/>
              <a:gd name="connsiteX805" fmla="*/ 2892114 w 7467600"/>
              <a:gd name="connsiteY805" fmla="*/ 1172635 h 6858000"/>
              <a:gd name="connsiteX806" fmla="*/ 3021459 w 7467600"/>
              <a:gd name="connsiteY806" fmla="*/ 1035385 h 6858000"/>
              <a:gd name="connsiteX807" fmla="*/ 3153873 w 7467600"/>
              <a:gd name="connsiteY807" fmla="*/ 898971 h 6858000"/>
              <a:gd name="connsiteX808" fmla="*/ 3276511 w 7467600"/>
              <a:gd name="connsiteY808" fmla="*/ 786423 h 6858000"/>
              <a:gd name="connsiteX809" fmla="*/ 3584154 w 7467600"/>
              <a:gd name="connsiteY809" fmla="*/ 448218 h 6858000"/>
              <a:gd name="connsiteX810" fmla="*/ 3624562 w 7467600"/>
              <a:gd name="connsiteY810" fmla="*/ 367041 h 6858000"/>
              <a:gd name="connsiteX811" fmla="*/ 3766672 w 7467600"/>
              <a:gd name="connsiteY811" fmla="*/ 359429 h 6858000"/>
              <a:gd name="connsiteX812" fmla="*/ 3996338 w 7467600"/>
              <a:gd name="connsiteY812" fmla="*/ 968237 h 6858000"/>
              <a:gd name="connsiteX813" fmla="*/ 3766672 w 7467600"/>
              <a:gd name="connsiteY813" fmla="*/ 359429 h 6858000"/>
              <a:gd name="connsiteX814" fmla="*/ 5805386 w 7467600"/>
              <a:gd name="connsiteY814" fmla="*/ 239240 h 6858000"/>
              <a:gd name="connsiteX815" fmla="*/ 5736947 w 7467600"/>
              <a:gd name="connsiteY815" fmla="*/ 261367 h 6858000"/>
              <a:gd name="connsiteX816" fmla="*/ 5427012 w 7467600"/>
              <a:gd name="connsiteY816" fmla="*/ 311272 h 6858000"/>
              <a:gd name="connsiteX817" fmla="*/ 5147818 w 7467600"/>
              <a:gd name="connsiteY817" fmla="*/ 322112 h 6858000"/>
              <a:gd name="connsiteX818" fmla="*/ 5060854 w 7467600"/>
              <a:gd name="connsiteY818" fmla="*/ 311882 h 6858000"/>
              <a:gd name="connsiteX819" fmla="*/ 4945989 w 7467600"/>
              <a:gd name="connsiteY819" fmla="*/ 300516 h 6858000"/>
              <a:gd name="connsiteX820" fmla="*/ 5410479 w 7467600"/>
              <a:gd name="connsiteY820" fmla="*/ 348434 h 6858000"/>
              <a:gd name="connsiteX821" fmla="*/ 5805386 w 7467600"/>
              <a:gd name="connsiteY821" fmla="*/ 239240 h 6858000"/>
              <a:gd name="connsiteX822" fmla="*/ 5905192 w 7467600"/>
              <a:gd name="connsiteY822" fmla="*/ 163079 h 6858000"/>
              <a:gd name="connsiteX823" fmla="*/ 5865655 w 7467600"/>
              <a:gd name="connsiteY823" fmla="*/ 171901 h 6858000"/>
              <a:gd name="connsiteX824" fmla="*/ 5259740 w 7467600"/>
              <a:gd name="connsiteY824" fmla="*/ 257013 h 6858000"/>
              <a:gd name="connsiteX825" fmla="*/ 5208466 w 7467600"/>
              <a:gd name="connsiteY825" fmla="*/ 257550 h 6858000"/>
              <a:gd name="connsiteX826" fmla="*/ 4980204 w 7467600"/>
              <a:gd name="connsiteY826" fmla="*/ 271903 h 6858000"/>
              <a:gd name="connsiteX827" fmla="*/ 5068068 w 7467600"/>
              <a:gd name="connsiteY827" fmla="*/ 282244 h 6858000"/>
              <a:gd name="connsiteX828" fmla="*/ 5153231 w 7467600"/>
              <a:gd name="connsiteY828" fmla="*/ 292240 h 6858000"/>
              <a:gd name="connsiteX829" fmla="*/ 5426491 w 7467600"/>
              <a:gd name="connsiteY829" fmla="*/ 281128 h 6858000"/>
              <a:gd name="connsiteX830" fmla="*/ 5731212 w 7467600"/>
              <a:gd name="connsiteY830" fmla="*/ 231951 h 6858000"/>
              <a:gd name="connsiteX831" fmla="*/ 5905192 w 7467600"/>
              <a:gd name="connsiteY831" fmla="*/ 163079 h 6858000"/>
              <a:gd name="connsiteX832" fmla="*/ 5944437 w 7467600"/>
              <a:gd name="connsiteY832" fmla="*/ 113829 h 6858000"/>
              <a:gd name="connsiteX833" fmla="*/ 5825032 w 7467600"/>
              <a:gd name="connsiteY833" fmla="*/ 146405 h 6858000"/>
              <a:gd name="connsiteX834" fmla="*/ 4955599 w 7467600"/>
              <a:gd name="connsiteY834" fmla="*/ 247008 h 6858000"/>
              <a:gd name="connsiteX835" fmla="*/ 5210104 w 7467600"/>
              <a:gd name="connsiteY835" fmla="*/ 228123 h 6858000"/>
              <a:gd name="connsiteX836" fmla="*/ 5261015 w 7467600"/>
              <a:gd name="connsiteY836" fmla="*/ 227087 h 6858000"/>
              <a:gd name="connsiteX837" fmla="*/ 5861181 w 7467600"/>
              <a:gd name="connsiteY837" fmla="*/ 143093 h 6858000"/>
              <a:gd name="connsiteX838" fmla="*/ 5961252 w 7467600"/>
              <a:gd name="connsiteY838" fmla="*/ 114820 h 6858000"/>
              <a:gd name="connsiteX839" fmla="*/ 5944437 w 7467600"/>
              <a:gd name="connsiteY839" fmla="*/ 113829 h 6858000"/>
              <a:gd name="connsiteX840" fmla="*/ 3882765 w 7467600"/>
              <a:gd name="connsiteY840" fmla="*/ 0 h 6858000"/>
              <a:gd name="connsiteX841" fmla="*/ 3995099 w 7467600"/>
              <a:gd name="connsiteY841" fmla="*/ 0 h 6858000"/>
              <a:gd name="connsiteX842" fmla="*/ 4163818 w 7467600"/>
              <a:gd name="connsiteY842" fmla="*/ 234104 h 6858000"/>
              <a:gd name="connsiteX843" fmla="*/ 4172099 w 7467600"/>
              <a:gd name="connsiteY843" fmla="*/ 234207 h 6858000"/>
              <a:gd name="connsiteX844" fmla="*/ 4784282 w 7467600"/>
              <a:gd name="connsiteY844" fmla="*/ 276561 h 6858000"/>
              <a:gd name="connsiteX845" fmla="*/ 4801687 w 7467600"/>
              <a:gd name="connsiteY845" fmla="*/ 267764 h 6858000"/>
              <a:gd name="connsiteX846" fmla="*/ 6082788 w 7467600"/>
              <a:gd name="connsiteY846" fmla="*/ 64119 h 6858000"/>
              <a:gd name="connsiteX847" fmla="*/ 6099442 w 7467600"/>
              <a:gd name="connsiteY847" fmla="*/ 82568 h 6858000"/>
              <a:gd name="connsiteX848" fmla="*/ 4804137 w 7467600"/>
              <a:gd name="connsiteY848" fmla="*/ 320931 h 6858000"/>
              <a:gd name="connsiteX849" fmla="*/ 4227047 w 7467600"/>
              <a:gd name="connsiteY849" fmla="*/ 313415 h 6858000"/>
              <a:gd name="connsiteX850" fmla="*/ 4346041 w 7467600"/>
              <a:gd name="connsiteY850" fmla="*/ 456086 h 6858000"/>
              <a:gd name="connsiteX851" fmla="*/ 4870967 w 7467600"/>
              <a:gd name="connsiteY851" fmla="*/ 963061 h 6858000"/>
              <a:gd name="connsiteX852" fmla="*/ 4889647 w 7467600"/>
              <a:gd name="connsiteY852" fmla="*/ 957147 h 6858000"/>
              <a:gd name="connsiteX853" fmla="*/ 5422504 w 7467600"/>
              <a:gd name="connsiteY853" fmla="*/ 805191 h 6858000"/>
              <a:gd name="connsiteX854" fmla="*/ 6087656 w 7467600"/>
              <a:gd name="connsiteY854" fmla="*/ 826703 h 6858000"/>
              <a:gd name="connsiteX855" fmla="*/ 6058717 w 7467600"/>
              <a:gd name="connsiteY855" fmla="*/ 865992 h 6858000"/>
              <a:gd name="connsiteX856" fmla="*/ 4974153 w 7467600"/>
              <a:gd name="connsiteY856" fmla="*/ 1045456 h 6858000"/>
              <a:gd name="connsiteX857" fmla="*/ 5627835 w 7467600"/>
              <a:gd name="connsiteY857" fmla="*/ 1472077 h 6858000"/>
              <a:gd name="connsiteX858" fmla="*/ 5629817 w 7467600"/>
              <a:gd name="connsiteY858" fmla="*/ 1471412 h 6858000"/>
              <a:gd name="connsiteX859" fmla="*/ 5634124 w 7467600"/>
              <a:gd name="connsiteY859" fmla="*/ 1470572 h 6858000"/>
              <a:gd name="connsiteX860" fmla="*/ 5755832 w 7467600"/>
              <a:gd name="connsiteY860" fmla="*/ 1383886 h 6858000"/>
              <a:gd name="connsiteX861" fmla="*/ 6014186 w 7467600"/>
              <a:gd name="connsiteY861" fmla="*/ 1279799 h 6858000"/>
              <a:gd name="connsiteX862" fmla="*/ 6901619 w 7467600"/>
              <a:gd name="connsiteY862" fmla="*/ 1047874 h 6858000"/>
              <a:gd name="connsiteX863" fmla="*/ 6931566 w 7467600"/>
              <a:gd name="connsiteY863" fmla="*/ 1062034 h 6858000"/>
              <a:gd name="connsiteX864" fmla="*/ 5790982 w 7467600"/>
              <a:gd name="connsiteY864" fmla="*/ 1561380 h 6858000"/>
              <a:gd name="connsiteX865" fmla="*/ 6188971 w 7467600"/>
              <a:gd name="connsiteY865" fmla="*/ 1755168 h 6858000"/>
              <a:gd name="connsiteX866" fmla="*/ 6202446 w 7467600"/>
              <a:gd name="connsiteY866" fmla="*/ 1752268 h 6858000"/>
              <a:gd name="connsiteX867" fmla="*/ 7179560 w 7467600"/>
              <a:gd name="connsiteY867" fmla="*/ 1467551 h 6858000"/>
              <a:gd name="connsiteX868" fmla="*/ 7158730 w 7467600"/>
              <a:gd name="connsiteY868" fmla="*/ 1507835 h 6858000"/>
              <a:gd name="connsiteX869" fmla="*/ 6326959 w 7467600"/>
              <a:gd name="connsiteY869" fmla="*/ 1817686 h 6858000"/>
              <a:gd name="connsiteX870" fmla="*/ 6537433 w 7467600"/>
              <a:gd name="connsiteY870" fmla="*/ 1907790 h 6858000"/>
              <a:gd name="connsiteX871" fmla="*/ 6550221 w 7467600"/>
              <a:gd name="connsiteY871" fmla="*/ 1910729 h 6858000"/>
              <a:gd name="connsiteX872" fmla="*/ 6964438 w 7467600"/>
              <a:gd name="connsiteY872" fmla="*/ 2209505 h 6858000"/>
              <a:gd name="connsiteX873" fmla="*/ 7367862 w 7467600"/>
              <a:gd name="connsiteY873" fmla="*/ 2806833 h 6858000"/>
              <a:gd name="connsiteX874" fmla="*/ 7364329 w 7467600"/>
              <a:gd name="connsiteY874" fmla="*/ 2826907 h 6858000"/>
              <a:gd name="connsiteX875" fmla="*/ 7290545 w 7467600"/>
              <a:gd name="connsiteY875" fmla="*/ 2850663 h 6858000"/>
              <a:gd name="connsiteX876" fmla="*/ 6472036 w 7467600"/>
              <a:gd name="connsiteY876" fmla="*/ 1959003 h 6858000"/>
              <a:gd name="connsiteX877" fmla="*/ 5792897 w 7467600"/>
              <a:gd name="connsiteY877" fmla="*/ 1647747 h 6858000"/>
              <a:gd name="connsiteX878" fmla="*/ 5842751 w 7467600"/>
              <a:gd name="connsiteY878" fmla="*/ 1816112 h 6858000"/>
              <a:gd name="connsiteX879" fmla="*/ 5847424 w 7467600"/>
              <a:gd name="connsiteY879" fmla="*/ 1815776 h 6858000"/>
              <a:gd name="connsiteX880" fmla="*/ 6399821 w 7467600"/>
              <a:gd name="connsiteY880" fmla="*/ 2344799 h 6858000"/>
              <a:gd name="connsiteX881" fmla="*/ 6323232 w 7467600"/>
              <a:gd name="connsiteY881" fmla="*/ 2389634 h 6858000"/>
              <a:gd name="connsiteX882" fmla="*/ 5942958 w 7467600"/>
              <a:gd name="connsiteY882" fmla="*/ 2077708 h 6858000"/>
              <a:gd name="connsiteX883" fmla="*/ 5921559 w 7467600"/>
              <a:gd name="connsiteY883" fmla="*/ 2378596 h 6858000"/>
              <a:gd name="connsiteX884" fmla="*/ 5817651 w 7467600"/>
              <a:gd name="connsiteY884" fmla="*/ 3023919 h 6858000"/>
              <a:gd name="connsiteX885" fmla="*/ 5729634 w 7467600"/>
              <a:gd name="connsiteY885" fmla="*/ 3051849 h 6858000"/>
              <a:gd name="connsiteX886" fmla="*/ 5611018 w 7467600"/>
              <a:gd name="connsiteY886" fmla="*/ 2316769 h 6858000"/>
              <a:gd name="connsiteX887" fmla="*/ 5687608 w 7467600"/>
              <a:gd name="connsiteY887" fmla="*/ 2039972 h 6858000"/>
              <a:gd name="connsiteX888" fmla="*/ 5657554 w 7467600"/>
              <a:gd name="connsiteY888" fmla="*/ 1576445 h 6858000"/>
              <a:gd name="connsiteX889" fmla="*/ 5150475 w 7467600"/>
              <a:gd name="connsiteY889" fmla="*/ 1274012 h 6858000"/>
              <a:gd name="connsiteX890" fmla="*/ 5349142 w 7467600"/>
              <a:gd name="connsiteY890" fmla="*/ 2204405 h 6858000"/>
              <a:gd name="connsiteX891" fmla="*/ 5262214 w 7467600"/>
              <a:gd name="connsiteY891" fmla="*/ 2233836 h 6858000"/>
              <a:gd name="connsiteX892" fmla="*/ 4981539 w 7467600"/>
              <a:gd name="connsiteY892" fmla="*/ 1542201 h 6858000"/>
              <a:gd name="connsiteX893" fmla="*/ 4958461 w 7467600"/>
              <a:gd name="connsiteY893" fmla="*/ 1136957 h 6858000"/>
              <a:gd name="connsiteX894" fmla="*/ 4655015 w 7467600"/>
              <a:gd name="connsiteY894" fmla="*/ 891426 h 6858000"/>
              <a:gd name="connsiteX895" fmla="*/ 4348002 w 7467600"/>
              <a:gd name="connsiteY895" fmla="*/ 2205895 h 6858000"/>
              <a:gd name="connsiteX896" fmla="*/ 4262250 w 7467600"/>
              <a:gd name="connsiteY896" fmla="*/ 2219972 h 6858000"/>
              <a:gd name="connsiteX897" fmla="*/ 4550611 w 7467600"/>
              <a:gd name="connsiteY897" fmla="*/ 817540 h 6858000"/>
              <a:gd name="connsiteX898" fmla="*/ 4564418 w 7467600"/>
              <a:gd name="connsiteY898" fmla="*/ 808293 h 6858000"/>
              <a:gd name="connsiteX899" fmla="*/ 4266388 w 7467600"/>
              <a:gd name="connsiteY899" fmla="*/ 500083 h 6858000"/>
              <a:gd name="connsiteX900" fmla="*/ 4032842 w 7467600"/>
              <a:gd name="connsiteY900" fmla="*/ 211809 h 6858000"/>
              <a:gd name="connsiteX901" fmla="*/ 3882765 w 7467600"/>
              <a:gd name="connsiteY901" fmla="*/ 0 h 6858000"/>
              <a:gd name="connsiteX902" fmla="*/ 3721337 w 7467600"/>
              <a:gd name="connsiteY902" fmla="*/ 0 h 6858000"/>
              <a:gd name="connsiteX903" fmla="*/ 3797544 w 7467600"/>
              <a:gd name="connsiteY903" fmla="*/ 0 h 6858000"/>
              <a:gd name="connsiteX904" fmla="*/ 3775734 w 7467600"/>
              <a:gd name="connsiteY904" fmla="*/ 95131 h 6858000"/>
              <a:gd name="connsiteX905" fmla="*/ 3724807 w 7467600"/>
              <a:gd name="connsiteY905" fmla="*/ 272257 h 6858000"/>
              <a:gd name="connsiteX906" fmla="*/ 3726844 w 7467600"/>
              <a:gd name="connsiteY906" fmla="*/ 282988 h 6858000"/>
              <a:gd name="connsiteX907" fmla="*/ 3742664 w 7467600"/>
              <a:gd name="connsiteY907" fmla="*/ 279918 h 6858000"/>
              <a:gd name="connsiteX908" fmla="*/ 4103910 w 7467600"/>
              <a:gd name="connsiteY908" fmla="*/ 1161917 h 6858000"/>
              <a:gd name="connsiteX909" fmla="*/ 4020269 w 7467600"/>
              <a:gd name="connsiteY909" fmla="*/ 1200406 h 6858000"/>
              <a:gd name="connsiteX910" fmla="*/ 3674882 w 7467600"/>
              <a:gd name="connsiteY910" fmla="*/ 488524 h 6858000"/>
              <a:gd name="connsiteX911" fmla="*/ 3132682 w 7467600"/>
              <a:gd name="connsiteY911" fmla="*/ 1072284 h 6858000"/>
              <a:gd name="connsiteX912" fmla="*/ 2716346 w 7467600"/>
              <a:gd name="connsiteY912" fmla="*/ 1276376 h 6858000"/>
              <a:gd name="connsiteX913" fmla="*/ 2716772 w 7467600"/>
              <a:gd name="connsiteY913" fmla="*/ 1255462 h 6858000"/>
              <a:gd name="connsiteX914" fmla="*/ 3471096 w 7467600"/>
              <a:gd name="connsiteY914" fmla="*/ 437072 h 6858000"/>
              <a:gd name="connsiteX915" fmla="*/ 3639057 w 7467600"/>
              <a:gd name="connsiteY915" fmla="*/ 286334 h 6858000"/>
              <a:gd name="connsiteX916" fmla="*/ 3640309 w 7467600"/>
              <a:gd name="connsiteY916" fmla="*/ 284664 h 6858000"/>
              <a:gd name="connsiteX917" fmla="*/ 3646022 w 7467600"/>
              <a:gd name="connsiteY917" fmla="*/ 276711 h 6858000"/>
              <a:gd name="connsiteX918" fmla="*/ 3707943 w 7467600"/>
              <a:gd name="connsiteY918" fmla="*/ 65958 h 6858000"/>
              <a:gd name="connsiteX919" fmla="*/ 3721337 w 7467600"/>
              <a:gd name="connsiteY919" fmla="*/ 0 h 6858000"/>
              <a:gd name="connsiteX920" fmla="*/ 2867960 w 7467600"/>
              <a:gd name="connsiteY920" fmla="*/ 0 h 6858000"/>
              <a:gd name="connsiteX921" fmla="*/ 2926351 w 7467600"/>
              <a:gd name="connsiteY921" fmla="*/ 0 h 6858000"/>
              <a:gd name="connsiteX922" fmla="*/ 2902823 w 7467600"/>
              <a:gd name="connsiteY922" fmla="*/ 262929 h 6858000"/>
              <a:gd name="connsiteX923" fmla="*/ 2940663 w 7467600"/>
              <a:gd name="connsiteY923" fmla="*/ 140884 h 6858000"/>
              <a:gd name="connsiteX924" fmla="*/ 2947039 w 7467600"/>
              <a:gd name="connsiteY924" fmla="*/ 122524 h 6858000"/>
              <a:gd name="connsiteX925" fmla="*/ 2984316 w 7467600"/>
              <a:gd name="connsiteY925" fmla="*/ 0 h 6858000"/>
              <a:gd name="connsiteX926" fmla="*/ 3016114 w 7467600"/>
              <a:gd name="connsiteY926" fmla="*/ 0 h 6858000"/>
              <a:gd name="connsiteX927" fmla="*/ 2979949 w 7467600"/>
              <a:gd name="connsiteY927" fmla="*/ 119274 h 6858000"/>
              <a:gd name="connsiteX928" fmla="*/ 3023879 w 7467600"/>
              <a:gd name="connsiteY928" fmla="*/ 0 h 6858000"/>
              <a:gd name="connsiteX929" fmla="*/ 3105400 w 7467600"/>
              <a:gd name="connsiteY929" fmla="*/ 0 h 6858000"/>
              <a:gd name="connsiteX930" fmla="*/ 3094669 w 7467600"/>
              <a:gd name="connsiteY930" fmla="*/ 30308 h 6858000"/>
              <a:gd name="connsiteX931" fmla="*/ 2901945 w 7467600"/>
              <a:gd name="connsiteY931" fmla="*/ 466538 h 6858000"/>
              <a:gd name="connsiteX932" fmla="*/ 2815209 w 7467600"/>
              <a:gd name="connsiteY932" fmla="*/ 497361 h 6858000"/>
              <a:gd name="connsiteX933" fmla="*/ 2844845 w 7467600"/>
              <a:gd name="connsiteY933" fmla="*/ 127638 h 6858000"/>
              <a:gd name="connsiteX934" fmla="*/ 2867960 w 7467600"/>
              <a:gd name="connsiteY934" fmla="*/ 0 h 6858000"/>
              <a:gd name="connsiteX935" fmla="*/ 1057230 w 7467600"/>
              <a:gd name="connsiteY935" fmla="*/ 0 h 6858000"/>
              <a:gd name="connsiteX936" fmla="*/ 1111003 w 7467600"/>
              <a:gd name="connsiteY936" fmla="*/ 0 h 6858000"/>
              <a:gd name="connsiteX937" fmla="*/ 1125553 w 7467600"/>
              <a:gd name="connsiteY937" fmla="*/ 52588 h 6858000"/>
              <a:gd name="connsiteX938" fmla="*/ 1304276 w 7467600"/>
              <a:gd name="connsiteY938" fmla="*/ 476275 h 6858000"/>
              <a:gd name="connsiteX939" fmla="*/ 1492066 w 7467600"/>
              <a:gd name="connsiteY939" fmla="*/ 886333 h 6858000"/>
              <a:gd name="connsiteX940" fmla="*/ 1423698 w 7467600"/>
              <a:gd name="connsiteY940" fmla="*/ 710817 h 6858000"/>
              <a:gd name="connsiteX941" fmla="*/ 1357609 w 7467600"/>
              <a:gd name="connsiteY941" fmla="*/ 532892 h 6858000"/>
              <a:gd name="connsiteX942" fmla="*/ 1309550 w 7467600"/>
              <a:gd name="connsiteY942" fmla="*/ 374031 h 6858000"/>
              <a:gd name="connsiteX943" fmla="*/ 1193673 w 7467600"/>
              <a:gd name="connsiteY943" fmla="*/ 49533 h 6858000"/>
              <a:gd name="connsiteX944" fmla="*/ 1164391 w 7467600"/>
              <a:gd name="connsiteY944" fmla="*/ 0 h 6858000"/>
              <a:gd name="connsiteX945" fmla="*/ 1200666 w 7467600"/>
              <a:gd name="connsiteY945" fmla="*/ 0 h 6858000"/>
              <a:gd name="connsiteX946" fmla="*/ 1223408 w 7467600"/>
              <a:gd name="connsiteY946" fmla="*/ 38996 h 6858000"/>
              <a:gd name="connsiteX947" fmla="*/ 1339635 w 7467600"/>
              <a:gd name="connsiteY947" fmla="*/ 365517 h 6858000"/>
              <a:gd name="connsiteX948" fmla="*/ 1387469 w 7467600"/>
              <a:gd name="connsiteY948" fmla="*/ 523079 h 6858000"/>
              <a:gd name="connsiteX949" fmla="*/ 1452685 w 7467600"/>
              <a:gd name="connsiteY949" fmla="*/ 699806 h 6858000"/>
              <a:gd name="connsiteX950" fmla="*/ 1492092 w 7467600"/>
              <a:gd name="connsiteY950" fmla="*/ 800424 h 6858000"/>
              <a:gd name="connsiteX951" fmla="*/ 1455302 w 7467600"/>
              <a:gd name="connsiteY951" fmla="*/ 632913 h 6858000"/>
              <a:gd name="connsiteX952" fmla="*/ 1222336 w 7467600"/>
              <a:gd name="connsiteY952" fmla="*/ 9480 h 6858000"/>
              <a:gd name="connsiteX953" fmla="*/ 1214634 w 7467600"/>
              <a:gd name="connsiteY953" fmla="*/ 0 h 6858000"/>
              <a:gd name="connsiteX954" fmla="*/ 1289827 w 7467600"/>
              <a:gd name="connsiteY954" fmla="*/ 0 h 6858000"/>
              <a:gd name="connsiteX955" fmla="*/ 1321076 w 7467600"/>
              <a:gd name="connsiteY955" fmla="*/ 59722 h 6858000"/>
              <a:gd name="connsiteX956" fmla="*/ 1512579 w 7467600"/>
              <a:gd name="connsiteY956" fmla="*/ 626441 h 6858000"/>
              <a:gd name="connsiteX957" fmla="*/ 1506076 w 7467600"/>
              <a:gd name="connsiteY957" fmla="*/ 1089289 h 6858000"/>
              <a:gd name="connsiteX958" fmla="*/ 1486346 w 7467600"/>
              <a:gd name="connsiteY958" fmla="*/ 1079919 h 6858000"/>
              <a:gd name="connsiteX959" fmla="*/ 1070511 w 7467600"/>
              <a:gd name="connsiteY959" fmla="*/ 48609 h 6858000"/>
              <a:gd name="connsiteX960" fmla="*/ 1057230 w 7467600"/>
              <a:gd name="connsiteY960" fmla="*/ 0 h 6858000"/>
              <a:gd name="connsiteX961" fmla="*/ 43151 w 7467600"/>
              <a:gd name="connsiteY961" fmla="*/ 0 h 6858000"/>
              <a:gd name="connsiteX962" fmla="*/ 95283 w 7467600"/>
              <a:gd name="connsiteY962" fmla="*/ 0 h 6858000"/>
              <a:gd name="connsiteX963" fmla="*/ 300708 w 7467600"/>
              <a:gd name="connsiteY963" fmla="*/ 154571 h 6858000"/>
              <a:gd name="connsiteX964" fmla="*/ 530414 w 7467600"/>
              <a:gd name="connsiteY964" fmla="*/ 354673 h 6858000"/>
              <a:gd name="connsiteX965" fmla="*/ 333785 w 7467600"/>
              <a:gd name="connsiteY965" fmla="*/ 161564 h 6858000"/>
              <a:gd name="connsiteX966" fmla="*/ 147005 w 7467600"/>
              <a:gd name="connsiteY966" fmla="*/ 0 h 6858000"/>
              <a:gd name="connsiteX967" fmla="*/ 272509 w 7467600"/>
              <a:gd name="connsiteY967" fmla="*/ 0 h 6858000"/>
              <a:gd name="connsiteX968" fmla="*/ 326276 w 7467600"/>
              <a:gd name="connsiteY968" fmla="*/ 45847 h 6858000"/>
              <a:gd name="connsiteX969" fmla="*/ 823759 w 7467600"/>
              <a:gd name="connsiteY969" fmla="*/ 574145 h 6858000"/>
              <a:gd name="connsiteX970" fmla="*/ 811254 w 7467600"/>
              <a:gd name="connsiteY970" fmla="*/ 665546 h 6858000"/>
              <a:gd name="connsiteX971" fmla="*/ 154042 w 7467600"/>
              <a:gd name="connsiteY971" fmla="*/ 261522 h 6858000"/>
              <a:gd name="connsiteX972" fmla="*/ 13550 w 7467600"/>
              <a:gd name="connsiteY972" fmla="*/ 158423 h 6858000"/>
              <a:gd name="connsiteX973" fmla="*/ 0 w 7467600"/>
              <a:gd name="connsiteY973" fmla="*/ 146618 h 6858000"/>
              <a:gd name="connsiteX974" fmla="*/ 0 w 7467600"/>
              <a:gd name="connsiteY974" fmla="*/ 59161 h 6858000"/>
              <a:gd name="connsiteX975" fmla="*/ 45427 w 7467600"/>
              <a:gd name="connsiteY975" fmla="*/ 101078 h 6858000"/>
              <a:gd name="connsiteX976" fmla="*/ 630103 w 7467600"/>
              <a:gd name="connsiteY976" fmla="*/ 485885 h 6858000"/>
              <a:gd name="connsiteX977" fmla="*/ 532040 w 7467600"/>
              <a:gd name="connsiteY977" fmla="*/ 399359 h 6858000"/>
              <a:gd name="connsiteX978" fmla="*/ 517618 w 7467600"/>
              <a:gd name="connsiteY978" fmla="*/ 385726 h 6858000"/>
              <a:gd name="connsiteX979" fmla="*/ 285074 w 7467600"/>
              <a:gd name="connsiteY979" fmla="*/ 182755 h 6858000"/>
              <a:gd name="connsiteX980" fmla="*/ 43151 w 7467600"/>
              <a:gd name="connsiteY98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103333 w 7467600"/>
              <a:gd name="connsiteY34" fmla="*/ 5699602 h 6858000"/>
              <a:gd name="connsiteX35" fmla="*/ 5539432 w 7467600"/>
              <a:gd name="connsiteY35" fmla="*/ 5642928 h 6858000"/>
              <a:gd name="connsiteX36" fmla="*/ 5555462 w 7467600"/>
              <a:gd name="connsiteY36" fmla="*/ 5694454 h 6858000"/>
              <a:gd name="connsiteX37" fmla="*/ 5828270 w 7467600"/>
              <a:gd name="connsiteY37" fmla="*/ 6320663 h 6858000"/>
              <a:gd name="connsiteX38" fmla="*/ 5947416 w 7467600"/>
              <a:gd name="connsiteY38" fmla="*/ 6574846 h 6858000"/>
              <a:gd name="connsiteX39" fmla="*/ 5539432 w 7467600"/>
              <a:gd name="connsiteY39" fmla="*/ 5642928 h 6858000"/>
              <a:gd name="connsiteX40" fmla="*/ 51253 w 7467600"/>
              <a:gd name="connsiteY40" fmla="*/ 5631825 h 6858000"/>
              <a:gd name="connsiteX41" fmla="*/ 211622 w 7467600"/>
              <a:gd name="connsiteY41" fmla="*/ 5728803 h 6858000"/>
              <a:gd name="connsiteX42" fmla="*/ 371652 w 7467600"/>
              <a:gd name="connsiteY42" fmla="*/ 5829062 h 6858000"/>
              <a:gd name="connsiteX43" fmla="*/ 505903 w 7467600"/>
              <a:gd name="connsiteY43" fmla="*/ 5925221 h 6858000"/>
              <a:gd name="connsiteX44" fmla="*/ 899240 w 7467600"/>
              <a:gd name="connsiteY44" fmla="*/ 6153068 h 6858000"/>
              <a:gd name="connsiteX45" fmla="*/ 988114 w 7467600"/>
              <a:gd name="connsiteY45" fmla="*/ 6174204 h 6858000"/>
              <a:gd name="connsiteX46" fmla="*/ 845971 w 7467600"/>
              <a:gd name="connsiteY46" fmla="*/ 6067177 h 6858000"/>
              <a:gd name="connsiteX47" fmla="*/ 448057 w 7467600"/>
              <a:gd name="connsiteY47" fmla="*/ 5841376 h 6858000"/>
              <a:gd name="connsiteX48" fmla="*/ 51253 w 7467600"/>
              <a:gd name="connsiteY48" fmla="*/ 5631825 h 6858000"/>
              <a:gd name="connsiteX49" fmla="*/ 2606687 w 7467600"/>
              <a:gd name="connsiteY49" fmla="*/ 5630718 h 6858000"/>
              <a:gd name="connsiteX50" fmla="*/ 2645658 w 7467600"/>
              <a:gd name="connsiteY50" fmla="*/ 6640259 h 6858000"/>
              <a:gd name="connsiteX51" fmla="*/ 2606687 w 7467600"/>
              <a:gd name="connsiteY51" fmla="*/ 5630718 h 6858000"/>
              <a:gd name="connsiteX52" fmla="*/ 3642057 w 7467600"/>
              <a:gd name="connsiteY52" fmla="*/ 5573487 h 6858000"/>
              <a:gd name="connsiteX53" fmla="*/ 3632981 w 7467600"/>
              <a:gd name="connsiteY53" fmla="*/ 5579437 h 6858000"/>
              <a:gd name="connsiteX54" fmla="*/ 3382436 w 7467600"/>
              <a:gd name="connsiteY54" fmla="*/ 5952726 h 6858000"/>
              <a:gd name="connsiteX55" fmla="*/ 3191929 w 7467600"/>
              <a:gd name="connsiteY55" fmla="*/ 6662669 h 6858000"/>
              <a:gd name="connsiteX56" fmla="*/ 3369898 w 7467600"/>
              <a:gd name="connsiteY56" fmla="*/ 6081771 h 6858000"/>
              <a:gd name="connsiteX57" fmla="*/ 3642057 w 7467600"/>
              <a:gd name="connsiteY57" fmla="*/ 5573487 h 6858000"/>
              <a:gd name="connsiteX58" fmla="*/ 2650666 w 7467600"/>
              <a:gd name="connsiteY58" fmla="*/ 5530686 h 6858000"/>
              <a:gd name="connsiteX59" fmla="*/ 2650249 w 7467600"/>
              <a:gd name="connsiteY59" fmla="*/ 5532101 h 6858000"/>
              <a:gd name="connsiteX60" fmla="*/ 2663808 w 7467600"/>
              <a:gd name="connsiteY60" fmla="*/ 6535215 h 6858000"/>
              <a:gd name="connsiteX61" fmla="*/ 2665418 w 7467600"/>
              <a:gd name="connsiteY61" fmla="*/ 6132756 h 6858000"/>
              <a:gd name="connsiteX62" fmla="*/ 2650666 w 7467600"/>
              <a:gd name="connsiteY62" fmla="*/ 5530686 h 6858000"/>
              <a:gd name="connsiteX63" fmla="*/ 2680277 w 7467600"/>
              <a:gd name="connsiteY63" fmla="*/ 5479204 h 6858000"/>
              <a:gd name="connsiteX64" fmla="*/ 2678972 w 7467600"/>
              <a:gd name="connsiteY64" fmla="*/ 5481582 h 6858000"/>
              <a:gd name="connsiteX65" fmla="*/ 2696666 w 7467600"/>
              <a:gd name="connsiteY65" fmla="*/ 6133836 h 6858000"/>
              <a:gd name="connsiteX66" fmla="*/ 2695769 w 7467600"/>
              <a:gd name="connsiteY66" fmla="*/ 6390955 h 6858000"/>
              <a:gd name="connsiteX67" fmla="*/ 2739893 w 7467600"/>
              <a:gd name="connsiteY67" fmla="*/ 6108357 h 6858000"/>
              <a:gd name="connsiteX68" fmla="*/ 2680277 w 7467600"/>
              <a:gd name="connsiteY68" fmla="*/ 5479204 h 6858000"/>
              <a:gd name="connsiteX69" fmla="*/ 1132195 w 7467600"/>
              <a:gd name="connsiteY69" fmla="*/ 5467980 h 6858000"/>
              <a:gd name="connsiteX70" fmla="*/ 1679056 w 7467600"/>
              <a:gd name="connsiteY70" fmla="*/ 5516907 h 6858000"/>
              <a:gd name="connsiteX71" fmla="*/ 2128648 w 7467600"/>
              <a:gd name="connsiteY71" fmla="*/ 5474249 h 6858000"/>
              <a:gd name="connsiteX72" fmla="*/ 1825619 w 7467600"/>
              <a:gd name="connsiteY72" fmla="*/ 5478447 h 6858000"/>
              <a:gd name="connsiteX73" fmla="*/ 1737798 w 7467600"/>
              <a:gd name="connsiteY73" fmla="*/ 5483353 h 6858000"/>
              <a:gd name="connsiteX74" fmla="*/ 1132195 w 7467600"/>
              <a:gd name="connsiteY74" fmla="*/ 5467980 h 6858000"/>
              <a:gd name="connsiteX75" fmla="*/ 6844835 w 7467600"/>
              <a:gd name="connsiteY75" fmla="*/ 5424988 h 6858000"/>
              <a:gd name="connsiteX76" fmla="*/ 6879594 w 7467600"/>
              <a:gd name="connsiteY76" fmla="*/ 5424547 h 6858000"/>
              <a:gd name="connsiteX77" fmla="*/ 7379510 w 7467600"/>
              <a:gd name="connsiteY77" fmla="*/ 5755454 h 6858000"/>
              <a:gd name="connsiteX78" fmla="*/ 7467600 w 7467600"/>
              <a:gd name="connsiteY78" fmla="*/ 5845526 h 6858000"/>
              <a:gd name="connsiteX79" fmla="*/ 7467600 w 7467600"/>
              <a:gd name="connsiteY79" fmla="*/ 5925131 h 6858000"/>
              <a:gd name="connsiteX80" fmla="*/ 7271900 w 7467600"/>
              <a:gd name="connsiteY80" fmla="*/ 5734551 h 6858000"/>
              <a:gd name="connsiteX81" fmla="*/ 7015907 w 7467600"/>
              <a:gd name="connsiteY81" fmla="*/ 5541548 h 6858000"/>
              <a:gd name="connsiteX82" fmla="*/ 7259646 w 7467600"/>
              <a:gd name="connsiteY82" fmla="*/ 5765985 h 6858000"/>
              <a:gd name="connsiteX83" fmla="*/ 7467600 w 7467600"/>
              <a:gd name="connsiteY83" fmla="*/ 5971257 h 6858000"/>
              <a:gd name="connsiteX84" fmla="*/ 7467600 w 7467600"/>
              <a:gd name="connsiteY84" fmla="*/ 6012219 h 6858000"/>
              <a:gd name="connsiteX85" fmla="*/ 7240170 w 7467600"/>
              <a:gd name="connsiteY85" fmla="*/ 5787985 h 6858000"/>
              <a:gd name="connsiteX86" fmla="*/ 6946849 w 7467600"/>
              <a:gd name="connsiteY86" fmla="*/ 5523271 h 6858000"/>
              <a:gd name="connsiteX87" fmla="*/ 6946972 w 7467600"/>
              <a:gd name="connsiteY87" fmla="*/ 5526491 h 6858000"/>
              <a:gd name="connsiteX88" fmla="*/ 7105827 w 7467600"/>
              <a:gd name="connsiteY88" fmla="*/ 5718700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1456157 w 7467600"/>
              <a:gd name="connsiteY101" fmla="*/ 5371404 h 6858000"/>
              <a:gd name="connsiteX102" fmla="*/ 1244432 w 7467600"/>
              <a:gd name="connsiteY102" fmla="*/ 5385601 h 6858000"/>
              <a:gd name="connsiteX103" fmla="*/ 973990 w 7467600"/>
              <a:gd name="connsiteY103" fmla="*/ 5424940 h 6858000"/>
              <a:gd name="connsiteX104" fmla="*/ 1103809 w 7467600"/>
              <a:gd name="connsiteY104" fmla="*/ 5433720 h 6858000"/>
              <a:gd name="connsiteX105" fmla="*/ 1123454 w 7467600"/>
              <a:gd name="connsiteY105" fmla="*/ 5435727 h 6858000"/>
              <a:gd name="connsiteX106" fmla="*/ 1737017 w 7467600"/>
              <a:gd name="connsiteY106" fmla="*/ 5452183 h 6858000"/>
              <a:gd name="connsiteX107" fmla="*/ 1824397 w 7467600"/>
              <a:gd name="connsiteY107" fmla="*/ 5447757 h 6858000"/>
              <a:gd name="connsiteX108" fmla="*/ 2070059 w 7467600"/>
              <a:gd name="connsiteY108" fmla="*/ 5441660 h 6858000"/>
              <a:gd name="connsiteX109" fmla="*/ 1456157 w 7467600"/>
              <a:gd name="connsiteY109" fmla="*/ 5371404 h 6858000"/>
              <a:gd name="connsiteX110" fmla="*/ 4988186 w 7467600"/>
              <a:gd name="connsiteY110" fmla="*/ 5216467 h 6858000"/>
              <a:gd name="connsiteX111" fmla="*/ 4777334 w 7467600"/>
              <a:gd name="connsiteY111" fmla="*/ 5406072 h 6858000"/>
              <a:gd name="connsiteX112" fmla="*/ 4718341 w 7467600"/>
              <a:gd name="connsiteY112" fmla="*/ 5468043 h 6858000"/>
              <a:gd name="connsiteX113" fmla="*/ 4604655 w 7467600"/>
              <a:gd name="connsiteY113" fmla="*/ 5583434 h 6858000"/>
              <a:gd name="connsiteX114" fmla="*/ 4565074 w 7467600"/>
              <a:gd name="connsiteY114" fmla="*/ 5618550 h 6858000"/>
              <a:gd name="connsiteX115" fmla="*/ 4988186 w 7467600"/>
              <a:gd name="connsiteY115" fmla="*/ 5216467 h 6858000"/>
              <a:gd name="connsiteX116" fmla="*/ 4978032 w 7467600"/>
              <a:gd name="connsiteY116" fmla="*/ 5183809 h 6858000"/>
              <a:gd name="connsiteX117" fmla="*/ 4463413 w 7467600"/>
              <a:gd name="connsiteY117" fmla="*/ 5615162 h 6858000"/>
              <a:gd name="connsiteX118" fmla="*/ 4358134 w 7467600"/>
              <a:gd name="connsiteY118" fmla="*/ 5742791 h 6858000"/>
              <a:gd name="connsiteX119" fmla="*/ 4376219 w 7467600"/>
              <a:gd name="connsiteY119" fmla="*/ 5729027 h 6858000"/>
              <a:gd name="connsiteX120" fmla="*/ 4582340 w 7467600"/>
              <a:gd name="connsiteY120" fmla="*/ 5561037 h 6858000"/>
              <a:gd name="connsiteX121" fmla="*/ 4694684 w 7467600"/>
              <a:gd name="connsiteY121" fmla="*/ 5447098 h 6858000"/>
              <a:gd name="connsiteX122" fmla="*/ 4754123 w 7467600"/>
              <a:gd name="connsiteY122" fmla="*/ 5384643 h 6858000"/>
              <a:gd name="connsiteX123" fmla="*/ 4978032 w 7467600"/>
              <a:gd name="connsiteY123" fmla="*/ 5183809 h 6858000"/>
              <a:gd name="connsiteX124" fmla="*/ 1903353 w 7467600"/>
              <a:gd name="connsiteY124" fmla="*/ 5044827 h 6858000"/>
              <a:gd name="connsiteX125" fmla="*/ 1936931 w 7467600"/>
              <a:gd name="connsiteY125" fmla="*/ 5093954 h 6858000"/>
              <a:gd name="connsiteX126" fmla="*/ 2195868 w 7467600"/>
              <a:gd name="connsiteY126" fmla="*/ 5396574 h 6858000"/>
              <a:gd name="connsiteX127" fmla="*/ 2088852 w 7467600"/>
              <a:gd name="connsiteY127" fmla="*/ 5166123 h 6858000"/>
              <a:gd name="connsiteX128" fmla="*/ 1958241 w 7467600"/>
              <a:gd name="connsiteY128" fmla="*/ 5067955 h 6858000"/>
              <a:gd name="connsiteX129" fmla="*/ 1903353 w 7467600"/>
              <a:gd name="connsiteY129" fmla="*/ 5044827 h 6858000"/>
              <a:gd name="connsiteX130" fmla="*/ 1979378 w 7467600"/>
              <a:gd name="connsiteY130" fmla="*/ 4769504 h 6858000"/>
              <a:gd name="connsiteX131" fmla="*/ 2882120 w 7467600"/>
              <a:gd name="connsiteY131" fmla="*/ 5064547 h 6858000"/>
              <a:gd name="connsiteX132" fmla="*/ 2793103 w 7467600"/>
              <a:gd name="connsiteY132" fmla="*/ 5039699 h 6858000"/>
              <a:gd name="connsiteX133" fmla="*/ 2770041 w 7467600"/>
              <a:gd name="connsiteY133" fmla="*/ 5033634 h 6858000"/>
              <a:gd name="connsiteX134" fmla="*/ 1979378 w 7467600"/>
              <a:gd name="connsiteY134" fmla="*/ 4769504 h 6858000"/>
              <a:gd name="connsiteX135" fmla="*/ 1927410 w 7467600"/>
              <a:gd name="connsiteY135" fmla="*/ 4716164 h 6858000"/>
              <a:gd name="connsiteX136" fmla="*/ 1959587 w 7467600"/>
              <a:gd name="connsiteY136" fmla="*/ 4728849 h 6858000"/>
              <a:gd name="connsiteX137" fmla="*/ 2777707 w 7467600"/>
              <a:gd name="connsiteY137" fmla="*/ 5003991 h 6858000"/>
              <a:gd name="connsiteX138" fmla="*/ 2800768 w 7467600"/>
              <a:gd name="connsiteY138" fmla="*/ 5010056 h 6858000"/>
              <a:gd name="connsiteX139" fmla="*/ 2879408 w 7467600"/>
              <a:gd name="connsiteY139" fmla="*/ 5031590 h 6858000"/>
              <a:gd name="connsiteX140" fmla="*/ 2862295 w 7467600"/>
              <a:gd name="connsiteY140" fmla="*/ 5022958 h 6858000"/>
              <a:gd name="connsiteX141" fmla="*/ 2813343 w 7467600"/>
              <a:gd name="connsiteY141" fmla="*/ 4998369 h 6858000"/>
              <a:gd name="connsiteX142" fmla="*/ 2646245 w 7467600"/>
              <a:gd name="connsiteY142" fmla="*/ 4930999 h 6858000"/>
              <a:gd name="connsiteX143" fmla="*/ 1999243 w 7467600"/>
              <a:gd name="connsiteY143" fmla="*/ 4730524 h 6858000"/>
              <a:gd name="connsiteX144" fmla="*/ 1979527 w 7467600"/>
              <a:gd name="connsiteY144" fmla="*/ 4726651 h 6858000"/>
              <a:gd name="connsiteX145" fmla="*/ 1927410 w 7467600"/>
              <a:gd name="connsiteY145" fmla="*/ 4716164 h 6858000"/>
              <a:gd name="connsiteX146" fmla="*/ 1997014 w 7467600"/>
              <a:gd name="connsiteY146" fmla="*/ 4698007 h 6858000"/>
              <a:gd name="connsiteX147" fmla="*/ 2005458 w 7467600"/>
              <a:gd name="connsiteY147" fmla="*/ 4699540 h 6858000"/>
              <a:gd name="connsiteX148" fmla="*/ 2657186 w 7467600"/>
              <a:gd name="connsiteY148" fmla="*/ 4901687 h 6858000"/>
              <a:gd name="connsiteX149" fmla="*/ 2826662 w 7467600"/>
              <a:gd name="connsiteY149" fmla="*/ 4970362 h 6858000"/>
              <a:gd name="connsiteX150" fmla="*/ 2876100 w 7467600"/>
              <a:gd name="connsiteY150" fmla="*/ 4995397 h 6858000"/>
              <a:gd name="connsiteX151" fmla="*/ 3042600 w 7467600"/>
              <a:gd name="connsiteY151" fmla="*/ 5059532 h 6858000"/>
              <a:gd name="connsiteX152" fmla="*/ 1997014 w 7467600"/>
              <a:gd name="connsiteY152" fmla="*/ 4698007 h 6858000"/>
              <a:gd name="connsiteX153" fmla="*/ 2305292 w 7467600"/>
              <a:gd name="connsiteY153" fmla="*/ 4219492 h 6858000"/>
              <a:gd name="connsiteX154" fmla="*/ 3360922 w 7467600"/>
              <a:gd name="connsiteY154" fmla="*/ 4529373 h 6858000"/>
              <a:gd name="connsiteX155" fmla="*/ 3492420 w 7467600"/>
              <a:gd name="connsiteY155" fmla="*/ 4510145 h 6858000"/>
              <a:gd name="connsiteX156" fmla="*/ 3364086 w 7467600"/>
              <a:gd name="connsiteY156" fmla="*/ 4480340 h 6858000"/>
              <a:gd name="connsiteX157" fmla="*/ 3225818 w 7467600"/>
              <a:gd name="connsiteY157" fmla="*/ 4411822 h 6858000"/>
              <a:gd name="connsiteX158" fmla="*/ 3129696 w 7467600"/>
              <a:gd name="connsiteY158" fmla="*/ 4360704 h 6858000"/>
              <a:gd name="connsiteX159" fmla="*/ 2814545 w 7467600"/>
              <a:gd name="connsiteY159" fmla="*/ 4282955 h 6858000"/>
              <a:gd name="connsiteX160" fmla="*/ 2305292 w 7467600"/>
              <a:gd name="connsiteY160" fmla="*/ 4219492 h 6858000"/>
              <a:gd name="connsiteX161" fmla="*/ 2626982 w 7467600"/>
              <a:gd name="connsiteY161" fmla="*/ 4206450 h 6858000"/>
              <a:gd name="connsiteX162" fmla="*/ 2490617 w 7467600"/>
              <a:gd name="connsiteY162" fmla="*/ 4206951 h 6858000"/>
              <a:gd name="connsiteX163" fmla="*/ 2819869 w 7467600"/>
              <a:gd name="connsiteY163" fmla="*/ 4252936 h 6858000"/>
              <a:gd name="connsiteX164" fmla="*/ 3143018 w 7467600"/>
              <a:gd name="connsiteY164" fmla="*/ 4332698 h 6858000"/>
              <a:gd name="connsiteX165" fmla="*/ 3241520 w 7467600"/>
              <a:gd name="connsiteY165" fmla="*/ 4385112 h 6858000"/>
              <a:gd name="connsiteX166" fmla="*/ 3374575 w 7467600"/>
              <a:gd name="connsiteY166" fmla="*/ 4451517 h 6858000"/>
              <a:gd name="connsiteX167" fmla="*/ 3505221 w 7467600"/>
              <a:gd name="connsiteY167" fmla="*/ 4480757 h 6858000"/>
              <a:gd name="connsiteX168" fmla="*/ 2626982 w 7467600"/>
              <a:gd name="connsiteY168" fmla="*/ 4206450 h 6858000"/>
              <a:gd name="connsiteX169" fmla="*/ 1310106 w 7467600"/>
              <a:gd name="connsiteY169" fmla="*/ 3943217 h 6858000"/>
              <a:gd name="connsiteX170" fmla="*/ 854994 w 7467600"/>
              <a:gd name="connsiteY170" fmla="*/ 4399136 h 6858000"/>
              <a:gd name="connsiteX171" fmla="*/ 742462 w 7467600"/>
              <a:gd name="connsiteY171" fmla="*/ 4594648 h 6858000"/>
              <a:gd name="connsiteX172" fmla="*/ 820602 w 7467600"/>
              <a:gd name="connsiteY172" fmla="*/ 4485915 h 6858000"/>
              <a:gd name="connsiteX173" fmla="*/ 878295 w 7467600"/>
              <a:gd name="connsiteY173" fmla="*/ 4403594 h 6858000"/>
              <a:gd name="connsiteX174" fmla="*/ 1240607 w 7467600"/>
              <a:gd name="connsiteY174" fmla="*/ 4010401 h 6858000"/>
              <a:gd name="connsiteX175" fmla="*/ 1310106 w 7467600"/>
              <a:gd name="connsiteY175" fmla="*/ 3943217 h 6858000"/>
              <a:gd name="connsiteX176" fmla="*/ 1423113 w 7467600"/>
              <a:gd name="connsiteY176" fmla="*/ 3874565 h 6858000"/>
              <a:gd name="connsiteX177" fmla="*/ 1260565 w 7467600"/>
              <a:gd name="connsiteY177" fmla="*/ 4031982 h 6858000"/>
              <a:gd name="connsiteX178" fmla="*/ 901900 w 7467600"/>
              <a:gd name="connsiteY178" fmla="*/ 4421236 h 6858000"/>
              <a:gd name="connsiteX179" fmla="*/ 845044 w 7467600"/>
              <a:gd name="connsiteY179" fmla="*/ 4502436 h 6858000"/>
              <a:gd name="connsiteX180" fmla="*/ 685926 w 7467600"/>
              <a:gd name="connsiteY180" fmla="*/ 4703069 h 6858000"/>
              <a:gd name="connsiteX181" fmla="*/ 684248 w 7467600"/>
              <a:gd name="connsiteY181" fmla="*/ 4706721 h 6858000"/>
              <a:gd name="connsiteX182" fmla="*/ 1423113 w 7467600"/>
              <a:gd name="connsiteY182" fmla="*/ 3874565 h 6858000"/>
              <a:gd name="connsiteX183" fmla="*/ 3316479 w 7467600"/>
              <a:gd name="connsiteY183" fmla="*/ 3872136 h 6858000"/>
              <a:gd name="connsiteX184" fmla="*/ 3546806 w 7467600"/>
              <a:gd name="connsiteY184" fmla="*/ 4356139 h 6858000"/>
              <a:gd name="connsiteX185" fmla="*/ 3364433 w 7467600"/>
              <a:gd name="connsiteY185" fmla="*/ 3953121 h 6858000"/>
              <a:gd name="connsiteX186" fmla="*/ 3316479 w 7467600"/>
              <a:gd name="connsiteY186" fmla="*/ 3872136 h 6858000"/>
              <a:gd name="connsiteX187" fmla="*/ 3291335 w 7467600"/>
              <a:gd name="connsiteY187" fmla="*/ 3767420 h 6858000"/>
              <a:gd name="connsiteX188" fmla="*/ 3390805 w 7467600"/>
              <a:gd name="connsiteY188" fmla="*/ 3937163 h 6858000"/>
              <a:gd name="connsiteX189" fmla="*/ 3579062 w 7467600"/>
              <a:gd name="connsiteY189" fmla="*/ 4359040 h 6858000"/>
              <a:gd name="connsiteX190" fmla="*/ 3467355 w 7467600"/>
              <a:gd name="connsiteY190" fmla="*/ 3988130 h 6858000"/>
              <a:gd name="connsiteX191" fmla="*/ 3310753 w 7467600"/>
              <a:gd name="connsiteY191" fmla="*/ 3787140 h 6858000"/>
              <a:gd name="connsiteX192" fmla="*/ 3291335 w 7467600"/>
              <a:gd name="connsiteY192" fmla="*/ 3767420 h 6858000"/>
              <a:gd name="connsiteX193" fmla="*/ 1635889 w 7467600"/>
              <a:gd name="connsiteY193" fmla="*/ 3709494 h 6858000"/>
              <a:gd name="connsiteX194" fmla="*/ 1634800 w 7467600"/>
              <a:gd name="connsiteY194" fmla="*/ 3731111 h 6858000"/>
              <a:gd name="connsiteX195" fmla="*/ 1635889 w 7467600"/>
              <a:gd name="connsiteY195" fmla="*/ 3709494 h 6858000"/>
              <a:gd name="connsiteX196" fmla="*/ 1510397 w 7467600"/>
              <a:gd name="connsiteY196" fmla="*/ 3684705 h 6858000"/>
              <a:gd name="connsiteX197" fmla="*/ 1146550 w 7467600"/>
              <a:gd name="connsiteY197" fmla="*/ 3802012 h 6858000"/>
              <a:gd name="connsiteX198" fmla="*/ 698834 w 7467600"/>
              <a:gd name="connsiteY198" fmla="*/ 3952272 h 6858000"/>
              <a:gd name="connsiteX199" fmla="*/ 34256 w 7467600"/>
              <a:gd name="connsiteY199" fmla="*/ 4347603 h 6858000"/>
              <a:gd name="connsiteX200" fmla="*/ 527241 w 7467600"/>
              <a:gd name="connsiteY200" fmla="*/ 4065078 h 6858000"/>
              <a:gd name="connsiteX201" fmla="*/ 1510397 w 7467600"/>
              <a:gd name="connsiteY201" fmla="*/ 3684705 h 6858000"/>
              <a:gd name="connsiteX202" fmla="*/ 1313114 w 7467600"/>
              <a:gd name="connsiteY202" fmla="*/ 3655216 h 6858000"/>
              <a:gd name="connsiteX203" fmla="*/ 1109304 w 7467600"/>
              <a:gd name="connsiteY203" fmla="*/ 3669030 h 6858000"/>
              <a:gd name="connsiteX204" fmla="*/ 8129 w 7467600"/>
              <a:gd name="connsiteY204" fmla="*/ 4330519 h 6858000"/>
              <a:gd name="connsiteX205" fmla="*/ 687572 w 7467600"/>
              <a:gd name="connsiteY205" fmla="*/ 3925629 h 6858000"/>
              <a:gd name="connsiteX206" fmla="*/ 1138365 w 7467600"/>
              <a:gd name="connsiteY206" fmla="*/ 3774515 h 6858000"/>
              <a:gd name="connsiteX207" fmla="*/ 1505579 w 7467600"/>
              <a:gd name="connsiteY207" fmla="*/ 3655526 h 6858000"/>
              <a:gd name="connsiteX208" fmla="*/ 1313114 w 7467600"/>
              <a:gd name="connsiteY208" fmla="*/ 3655216 h 6858000"/>
              <a:gd name="connsiteX209" fmla="*/ 3655073 w 7467600"/>
              <a:gd name="connsiteY209" fmla="*/ 3650884 h 6858000"/>
              <a:gd name="connsiteX210" fmla="*/ 3989938 w 7467600"/>
              <a:gd name="connsiteY210" fmla="*/ 3991685 h 6858000"/>
              <a:gd name="connsiteX211" fmla="*/ 4393907 w 7467600"/>
              <a:gd name="connsiteY211" fmla="*/ 4261258 h 6858000"/>
              <a:gd name="connsiteX212" fmla="*/ 4648051 w 7467600"/>
              <a:gd name="connsiteY212" fmla="*/ 4374051 h 6858000"/>
              <a:gd name="connsiteX213" fmla="*/ 4383389 w 7467600"/>
              <a:gd name="connsiteY213" fmla="*/ 4184369 h 6858000"/>
              <a:gd name="connsiteX214" fmla="*/ 4165508 w 7467600"/>
              <a:gd name="connsiteY214" fmla="*/ 4035196 h 6858000"/>
              <a:gd name="connsiteX215" fmla="*/ 4068162 w 7467600"/>
              <a:gd name="connsiteY215" fmla="*/ 3953394 h 6858000"/>
              <a:gd name="connsiteX216" fmla="*/ 3981416 w 7467600"/>
              <a:gd name="connsiteY216" fmla="*/ 3880482 h 6858000"/>
              <a:gd name="connsiteX217" fmla="*/ 3800147 w 7467600"/>
              <a:gd name="connsiteY217" fmla="*/ 3749872 h 6858000"/>
              <a:gd name="connsiteX218" fmla="*/ 3655073 w 7467600"/>
              <a:gd name="connsiteY218" fmla="*/ 3650884 h 6858000"/>
              <a:gd name="connsiteX219" fmla="*/ 3670252 w 7467600"/>
              <a:gd name="connsiteY219" fmla="*/ 3622798 h 6858000"/>
              <a:gd name="connsiteX220" fmla="*/ 3817258 w 7467600"/>
              <a:gd name="connsiteY220" fmla="*/ 3723577 h 6858000"/>
              <a:gd name="connsiteX221" fmla="*/ 4000461 w 7467600"/>
              <a:gd name="connsiteY221" fmla="*/ 3855966 h 6858000"/>
              <a:gd name="connsiteX222" fmla="*/ 4088180 w 7467600"/>
              <a:gd name="connsiteY222" fmla="*/ 3929774 h 6858000"/>
              <a:gd name="connsiteX223" fmla="*/ 4184555 w 7467600"/>
              <a:gd name="connsiteY223" fmla="*/ 4010683 h 6858000"/>
              <a:gd name="connsiteX224" fmla="*/ 4399563 w 7467600"/>
              <a:gd name="connsiteY224" fmla="*/ 4158106 h 6858000"/>
              <a:gd name="connsiteX225" fmla="*/ 4684469 w 7467600"/>
              <a:gd name="connsiteY225" fmla="*/ 4364680 h 6858000"/>
              <a:gd name="connsiteX226" fmla="*/ 4690271 w 7467600"/>
              <a:gd name="connsiteY226" fmla="*/ 4370034 h 6858000"/>
              <a:gd name="connsiteX227" fmla="*/ 4136093 w 7467600"/>
              <a:gd name="connsiteY227" fmla="*/ 3858466 h 6858000"/>
              <a:gd name="connsiteX228" fmla="*/ 3670252 w 7467600"/>
              <a:gd name="connsiteY228" fmla="*/ 3622798 h 6858000"/>
              <a:gd name="connsiteX229" fmla="*/ 4440129 w 7467600"/>
              <a:gd name="connsiteY229" fmla="*/ 3448571 h 6858000"/>
              <a:gd name="connsiteX230" fmla="*/ 4856525 w 7467600"/>
              <a:gd name="connsiteY230" fmla="*/ 3915351 h 6858000"/>
              <a:gd name="connsiteX231" fmla="*/ 5059055 w 7467600"/>
              <a:gd name="connsiteY231" fmla="*/ 4108918 h 6858000"/>
              <a:gd name="connsiteX232" fmla="*/ 5290070 w 7467600"/>
              <a:gd name="connsiteY232" fmla="*/ 4263619 h 6858000"/>
              <a:gd name="connsiteX233" fmla="*/ 4834991 w 7467600"/>
              <a:gd name="connsiteY233" fmla="*/ 3830985 h 6858000"/>
              <a:gd name="connsiteX234" fmla="*/ 4440129 w 7467600"/>
              <a:gd name="connsiteY234" fmla="*/ 3448571 h 6858000"/>
              <a:gd name="connsiteX235" fmla="*/ 4441737 w 7467600"/>
              <a:gd name="connsiteY235" fmla="*/ 3399734 h 6858000"/>
              <a:gd name="connsiteX236" fmla="*/ 4431236 w 7467600"/>
              <a:gd name="connsiteY236" fmla="*/ 3400954 h 6858000"/>
              <a:gd name="connsiteX237" fmla="*/ 4557150 w 7467600"/>
              <a:gd name="connsiteY237" fmla="*/ 3510023 h 6858000"/>
              <a:gd name="connsiteX238" fmla="*/ 4856936 w 7467600"/>
              <a:gd name="connsiteY238" fmla="*/ 3809146 h 6858000"/>
              <a:gd name="connsiteX239" fmla="*/ 5111996 w 7467600"/>
              <a:gd name="connsiteY239" fmla="*/ 4065759 h 6858000"/>
              <a:gd name="connsiteX240" fmla="*/ 5388878 w 7467600"/>
              <a:gd name="connsiteY240" fmla="*/ 4300185 h 6858000"/>
              <a:gd name="connsiteX241" fmla="*/ 5425556 w 7467600"/>
              <a:gd name="connsiteY241" fmla="*/ 4308967 h 6858000"/>
              <a:gd name="connsiteX242" fmla="*/ 4943646 w 7467600"/>
              <a:gd name="connsiteY242" fmla="*/ 3822916 h 6858000"/>
              <a:gd name="connsiteX243" fmla="*/ 4594837 w 7467600"/>
              <a:gd name="connsiteY243" fmla="*/ 3532274 h 6858000"/>
              <a:gd name="connsiteX244" fmla="*/ 4441737 w 7467600"/>
              <a:gd name="connsiteY244" fmla="*/ 3399734 h 6858000"/>
              <a:gd name="connsiteX245" fmla="*/ 5425834 w 7467600"/>
              <a:gd name="connsiteY245" fmla="*/ 3162785 h 6858000"/>
              <a:gd name="connsiteX246" fmla="*/ 5401644 w 7467600"/>
              <a:gd name="connsiteY246" fmla="*/ 3617847 h 6858000"/>
              <a:gd name="connsiteX247" fmla="*/ 5467256 w 7467600"/>
              <a:gd name="connsiteY247" fmla="*/ 4175494 h 6858000"/>
              <a:gd name="connsiteX248" fmla="*/ 5448069 w 7467600"/>
              <a:gd name="connsiteY248" fmla="*/ 3567554 h 6858000"/>
              <a:gd name="connsiteX249" fmla="*/ 5425834 w 7467600"/>
              <a:gd name="connsiteY249" fmla="*/ 3162785 h 6858000"/>
              <a:gd name="connsiteX250" fmla="*/ 1318687 w 7467600"/>
              <a:gd name="connsiteY250" fmla="*/ 3113840 h 6858000"/>
              <a:gd name="connsiteX251" fmla="*/ 1066793 w 7467600"/>
              <a:gd name="connsiteY251" fmla="*/ 3212171 h 6858000"/>
              <a:gd name="connsiteX252" fmla="*/ 993319 w 7467600"/>
              <a:gd name="connsiteY252" fmla="*/ 3247648 h 6858000"/>
              <a:gd name="connsiteX253" fmla="*/ 853081 w 7467600"/>
              <a:gd name="connsiteY253" fmla="*/ 3312410 h 6858000"/>
              <a:gd name="connsiteX254" fmla="*/ 805957 w 7467600"/>
              <a:gd name="connsiteY254" fmla="*/ 3330443 h 6858000"/>
              <a:gd name="connsiteX255" fmla="*/ 1318687 w 7467600"/>
              <a:gd name="connsiteY255" fmla="*/ 3113840 h 6858000"/>
              <a:gd name="connsiteX256" fmla="*/ 5453702 w 7467600"/>
              <a:gd name="connsiteY256" fmla="*/ 3090882 h 6858000"/>
              <a:gd name="connsiteX257" fmla="*/ 5480135 w 7467600"/>
              <a:gd name="connsiteY257" fmla="*/ 3565802 h 6858000"/>
              <a:gd name="connsiteX258" fmla="*/ 5499023 w 7467600"/>
              <a:gd name="connsiteY258" fmla="*/ 4166310 h 6858000"/>
              <a:gd name="connsiteX259" fmla="*/ 5547022 w 7467600"/>
              <a:gd name="connsiteY259" fmla="*/ 3607838 h 6858000"/>
              <a:gd name="connsiteX260" fmla="*/ 5515964 w 7467600"/>
              <a:gd name="connsiteY260" fmla="*/ 3378541 h 6858000"/>
              <a:gd name="connsiteX261" fmla="*/ 5453702 w 7467600"/>
              <a:gd name="connsiteY261" fmla="*/ 3090882 h 6858000"/>
              <a:gd name="connsiteX262" fmla="*/ 1238695 w 7467600"/>
              <a:gd name="connsiteY262" fmla="*/ 3076820 h 6858000"/>
              <a:gd name="connsiteX263" fmla="*/ 716371 w 7467600"/>
              <a:gd name="connsiteY263" fmla="*/ 3293249 h 6858000"/>
              <a:gd name="connsiteX264" fmla="*/ 579522 w 7467600"/>
              <a:gd name="connsiteY264" fmla="*/ 3371759 h 6858000"/>
              <a:gd name="connsiteX265" fmla="*/ 600288 w 7467600"/>
              <a:gd name="connsiteY265" fmla="*/ 3365555 h 6858000"/>
              <a:gd name="connsiteX266" fmla="*/ 840692 w 7467600"/>
              <a:gd name="connsiteY266" fmla="*/ 3284921 h 6858000"/>
              <a:gd name="connsiteX267" fmla="*/ 979248 w 7467600"/>
              <a:gd name="connsiteY267" fmla="*/ 3221003 h 6858000"/>
              <a:gd name="connsiteX268" fmla="*/ 1053282 w 7467600"/>
              <a:gd name="connsiteY268" fmla="*/ 3185247 h 6858000"/>
              <a:gd name="connsiteX269" fmla="*/ 1320603 w 7467600"/>
              <a:gd name="connsiteY269" fmla="*/ 3081281 h 6858000"/>
              <a:gd name="connsiteX270" fmla="*/ 1238695 w 7467600"/>
              <a:gd name="connsiteY270" fmla="*/ 3076820 h 6858000"/>
              <a:gd name="connsiteX271" fmla="*/ 5425627 w 7467600"/>
              <a:gd name="connsiteY271" fmla="*/ 2954192 h 6858000"/>
              <a:gd name="connsiteX272" fmla="*/ 5470770 w 7467600"/>
              <a:gd name="connsiteY272" fmla="*/ 3005435 h 6858000"/>
              <a:gd name="connsiteX273" fmla="*/ 5519779 w 7467600"/>
              <a:gd name="connsiteY273" fmla="*/ 4359223 h 6858000"/>
              <a:gd name="connsiteX274" fmla="*/ 5520293 w 7467600"/>
              <a:gd name="connsiteY274" fmla="*/ 4360602 h 6858000"/>
              <a:gd name="connsiteX275" fmla="*/ 5767221 w 7467600"/>
              <a:gd name="connsiteY275" fmla="*/ 4665564 h 6858000"/>
              <a:gd name="connsiteX276" fmla="*/ 6937169 w 7467600"/>
              <a:gd name="connsiteY276" fmla="*/ 4815941 h 6858000"/>
              <a:gd name="connsiteX277" fmla="*/ 6953922 w 7467600"/>
              <a:gd name="connsiteY277" fmla="*/ 4890068 h 6858000"/>
              <a:gd name="connsiteX278" fmla="*/ 6071359 w 7467600"/>
              <a:gd name="connsiteY278" fmla="*/ 4770770 h 6858000"/>
              <a:gd name="connsiteX279" fmla="*/ 6038839 w 7467600"/>
              <a:gd name="connsiteY279" fmla="*/ 4764474 h 6858000"/>
              <a:gd name="connsiteX280" fmla="*/ 6038706 w 7467600"/>
              <a:gd name="connsiteY280" fmla="*/ 4763847 h 6858000"/>
              <a:gd name="connsiteX281" fmla="*/ 6037784 w 7467600"/>
              <a:gd name="connsiteY281" fmla="*/ 4764270 h 6858000"/>
              <a:gd name="connsiteX282" fmla="*/ 6038839 w 7467600"/>
              <a:gd name="connsiteY282" fmla="*/ 4764474 h 6858000"/>
              <a:gd name="connsiteX283" fmla="*/ 6040338 w 7467600"/>
              <a:gd name="connsiteY283" fmla="*/ 4771418 h 6858000"/>
              <a:gd name="connsiteX284" fmla="*/ 6024488 w 7467600"/>
              <a:gd name="connsiteY284" fmla="*/ 4809903 h 6858000"/>
              <a:gd name="connsiteX285" fmla="*/ 5599771 w 7467600"/>
              <a:gd name="connsiteY285" fmla="*/ 5509652 h 6858000"/>
              <a:gd name="connsiteX286" fmla="*/ 5548843 w 7467600"/>
              <a:gd name="connsiteY286" fmla="*/ 5563845 h 6858000"/>
              <a:gd name="connsiteX287" fmla="*/ 5940952 w 7467600"/>
              <a:gd name="connsiteY287" fmla="*/ 6250028 h 6858000"/>
              <a:gd name="connsiteX288" fmla="*/ 6043441 w 7467600"/>
              <a:gd name="connsiteY288" fmla="*/ 6665847 h 6858000"/>
              <a:gd name="connsiteX289" fmla="*/ 6093432 w 7467600"/>
              <a:gd name="connsiteY289" fmla="*/ 6858000 h 6858000"/>
              <a:gd name="connsiteX290" fmla="*/ 6034344 w 7467600"/>
              <a:gd name="connsiteY290" fmla="*/ 6858000 h 6858000"/>
              <a:gd name="connsiteX291" fmla="*/ 6026679 w 7467600"/>
              <a:gd name="connsiteY291" fmla="*/ 6836959 h 6858000"/>
              <a:gd name="connsiteX292" fmla="*/ 5800441 w 7467600"/>
              <a:gd name="connsiteY292" fmla="*/ 6335286 h 6858000"/>
              <a:gd name="connsiteX293" fmla="*/ 5526562 w 7467600"/>
              <a:gd name="connsiteY293" fmla="*/ 5705388 h 6858000"/>
              <a:gd name="connsiteX294" fmla="*/ 5519640 w 7467600"/>
              <a:gd name="connsiteY294" fmla="*/ 5683774 h 6858000"/>
              <a:gd name="connsiteX295" fmla="*/ 5844559 w 7467600"/>
              <a:gd name="connsiteY295" fmla="*/ 6553349 h 6858000"/>
              <a:gd name="connsiteX296" fmla="*/ 5975994 w 7467600"/>
              <a:gd name="connsiteY296" fmla="*/ 6858000 h 6858000"/>
              <a:gd name="connsiteX297" fmla="*/ 5898547 w 7467600"/>
              <a:gd name="connsiteY297" fmla="*/ 6858000 h 6858000"/>
              <a:gd name="connsiteX298" fmla="*/ 5682041 w 7467600"/>
              <a:gd name="connsiteY298" fmla="*/ 6355860 h 6858000"/>
              <a:gd name="connsiteX299" fmla="*/ 5461758 w 7467600"/>
              <a:gd name="connsiteY299" fmla="*/ 5820220 h 6858000"/>
              <a:gd name="connsiteX300" fmla="*/ 5237282 w 7467600"/>
              <a:gd name="connsiteY300" fmla="*/ 6579086 h 6858000"/>
              <a:gd name="connsiteX301" fmla="*/ 5115009 w 7467600"/>
              <a:gd name="connsiteY301" fmla="*/ 6858000 h 6858000"/>
              <a:gd name="connsiteX302" fmla="*/ 5028074 w 7467600"/>
              <a:gd name="connsiteY302" fmla="*/ 6858000 h 6858000"/>
              <a:gd name="connsiteX303" fmla="*/ 5079508 w 7467600"/>
              <a:gd name="connsiteY303" fmla="*/ 6749074 h 6858000"/>
              <a:gd name="connsiteX304" fmla="*/ 5371846 w 7467600"/>
              <a:gd name="connsiteY304" fmla="*/ 5924413 h 6858000"/>
              <a:gd name="connsiteX305" fmla="*/ 5270512 w 7467600"/>
              <a:gd name="connsiteY305" fmla="*/ 6138975 h 6858000"/>
              <a:gd name="connsiteX306" fmla="*/ 5062409 w 7467600"/>
              <a:gd name="connsiteY306" fmla="*/ 6653544 h 6858000"/>
              <a:gd name="connsiteX307" fmla="*/ 5036628 w 7467600"/>
              <a:gd name="connsiteY307" fmla="*/ 6754247 h 6858000"/>
              <a:gd name="connsiteX308" fmla="*/ 5009112 w 7467600"/>
              <a:gd name="connsiteY308" fmla="*/ 6858000 h 6858000"/>
              <a:gd name="connsiteX309" fmla="*/ 4976679 w 7467600"/>
              <a:gd name="connsiteY309" fmla="*/ 6858000 h 6858000"/>
              <a:gd name="connsiteX310" fmla="*/ 5006537 w 7467600"/>
              <a:gd name="connsiteY310" fmla="*/ 6747068 h 6858000"/>
              <a:gd name="connsiteX311" fmla="*/ 5032723 w 7467600"/>
              <a:gd name="connsiteY311" fmla="*/ 6644957 h 6858000"/>
              <a:gd name="connsiteX312" fmla="*/ 5242949 w 7467600"/>
              <a:gd name="connsiteY312" fmla="*/ 6125175 h 6858000"/>
              <a:gd name="connsiteX313" fmla="*/ 5286321 w 7467600"/>
              <a:gd name="connsiteY313" fmla="*/ 6033555 h 6858000"/>
              <a:gd name="connsiteX314" fmla="*/ 5008210 w 7467600"/>
              <a:gd name="connsiteY314" fmla="*/ 6649194 h 6858000"/>
              <a:gd name="connsiteX315" fmla="*/ 4986321 w 7467600"/>
              <a:gd name="connsiteY315" fmla="*/ 6765687 h 6858000"/>
              <a:gd name="connsiteX316" fmla="*/ 4973474 w 7467600"/>
              <a:gd name="connsiteY316" fmla="*/ 6858000 h 6858000"/>
              <a:gd name="connsiteX317" fmla="*/ 4907178 w 7467600"/>
              <a:gd name="connsiteY317" fmla="*/ 6858000 h 6858000"/>
              <a:gd name="connsiteX318" fmla="*/ 4910810 w 7467600"/>
              <a:gd name="connsiteY318" fmla="*/ 6829660 h 6858000"/>
              <a:gd name="connsiteX319" fmla="*/ 4987461 w 7467600"/>
              <a:gd name="connsiteY319" fmla="*/ 6432994 h 6858000"/>
              <a:gd name="connsiteX320" fmla="*/ 5179262 w 7467600"/>
              <a:gd name="connsiteY320" fmla="*/ 6035044 h 6858000"/>
              <a:gd name="connsiteX321" fmla="*/ 4689678 w 7467600"/>
              <a:gd name="connsiteY321" fmla="*/ 6440241 h 6858000"/>
              <a:gd name="connsiteX322" fmla="*/ 4477543 w 7467600"/>
              <a:gd name="connsiteY322" fmla="*/ 6674836 h 6858000"/>
              <a:gd name="connsiteX323" fmla="*/ 4329957 w 7467600"/>
              <a:gd name="connsiteY323" fmla="*/ 6858000 h 6858000"/>
              <a:gd name="connsiteX324" fmla="*/ 4218595 w 7467600"/>
              <a:gd name="connsiteY324" fmla="*/ 6858000 h 6858000"/>
              <a:gd name="connsiteX325" fmla="*/ 4368888 w 7467600"/>
              <a:gd name="connsiteY325" fmla="*/ 6668412 h 6858000"/>
              <a:gd name="connsiteX326" fmla="*/ 4563091 w 7467600"/>
              <a:gd name="connsiteY326" fmla="*/ 6442508 h 6858000"/>
              <a:gd name="connsiteX327" fmla="*/ 5387324 w 7467600"/>
              <a:gd name="connsiteY327" fmla="*/ 5705830 h 6858000"/>
              <a:gd name="connsiteX328" fmla="*/ 5073620 w 7467600"/>
              <a:gd name="connsiteY328" fmla="*/ 5955437 h 6858000"/>
              <a:gd name="connsiteX329" fmla="*/ 4689789 w 7467600"/>
              <a:gd name="connsiteY329" fmla="*/ 6268382 h 6858000"/>
              <a:gd name="connsiteX330" fmla="*/ 4418722 w 7467600"/>
              <a:gd name="connsiteY330" fmla="*/ 6570886 h 6858000"/>
              <a:gd name="connsiteX331" fmla="*/ 4214944 w 7467600"/>
              <a:gd name="connsiteY331" fmla="*/ 6858000 h 6858000"/>
              <a:gd name="connsiteX332" fmla="*/ 4177898 w 7467600"/>
              <a:gd name="connsiteY332" fmla="*/ 6858000 h 6858000"/>
              <a:gd name="connsiteX333" fmla="*/ 4391597 w 7467600"/>
              <a:gd name="connsiteY333" fmla="*/ 6556370 h 6858000"/>
              <a:gd name="connsiteX334" fmla="*/ 4668889 w 7467600"/>
              <a:gd name="connsiteY334" fmla="*/ 6246399 h 6858000"/>
              <a:gd name="connsiteX335" fmla="*/ 5055427 w 7467600"/>
              <a:gd name="connsiteY335" fmla="*/ 5931476 h 6858000"/>
              <a:gd name="connsiteX336" fmla="*/ 5371814 w 7467600"/>
              <a:gd name="connsiteY336" fmla="*/ 5678975 h 6858000"/>
              <a:gd name="connsiteX337" fmla="*/ 4987918 w 7467600"/>
              <a:gd name="connsiteY337" fmla="*/ 5838701 h 6858000"/>
              <a:gd name="connsiteX338" fmla="*/ 4317146 w 7467600"/>
              <a:gd name="connsiteY338" fmla="*/ 6587716 h 6858000"/>
              <a:gd name="connsiteX339" fmla="*/ 4171627 w 7467600"/>
              <a:gd name="connsiteY339" fmla="*/ 6858000 h 6858000"/>
              <a:gd name="connsiteX340" fmla="*/ 4081585 w 7467600"/>
              <a:gd name="connsiteY340" fmla="*/ 6858000 h 6858000"/>
              <a:gd name="connsiteX341" fmla="*/ 4238603 w 7467600"/>
              <a:gd name="connsiteY341" fmla="*/ 6559341 h 6858000"/>
              <a:gd name="connsiteX342" fmla="*/ 4778333 w 7467600"/>
              <a:gd name="connsiteY342" fmla="*/ 5873626 h 6858000"/>
              <a:gd name="connsiteX343" fmla="*/ 5414185 w 7467600"/>
              <a:gd name="connsiteY343" fmla="*/ 5573882 h 6858000"/>
              <a:gd name="connsiteX344" fmla="*/ 5959648 w 7467600"/>
              <a:gd name="connsiteY344" fmla="*/ 4760797 h 6858000"/>
              <a:gd name="connsiteX345" fmla="*/ 5355019 w 7467600"/>
              <a:gd name="connsiteY345" fmla="*/ 4734672 h 6858000"/>
              <a:gd name="connsiteX346" fmla="*/ 5083565 w 7467600"/>
              <a:gd name="connsiteY346" fmla="*/ 5179121 h 6858000"/>
              <a:gd name="connsiteX347" fmla="*/ 4713577 w 7467600"/>
              <a:gd name="connsiteY347" fmla="*/ 5616803 h 6858000"/>
              <a:gd name="connsiteX348" fmla="*/ 3989559 w 7467600"/>
              <a:gd name="connsiteY348" fmla="*/ 6145945 h 6858000"/>
              <a:gd name="connsiteX349" fmla="*/ 3939824 w 7467600"/>
              <a:gd name="connsiteY349" fmla="*/ 6066900 h 6858000"/>
              <a:gd name="connsiteX350" fmla="*/ 4584537 w 7467600"/>
              <a:gd name="connsiteY350" fmla="*/ 5324826 h 6858000"/>
              <a:gd name="connsiteX351" fmla="*/ 5037105 w 7467600"/>
              <a:gd name="connsiteY351" fmla="*/ 5088765 h 6858000"/>
              <a:gd name="connsiteX352" fmla="*/ 5039930 w 7467600"/>
              <a:gd name="connsiteY352" fmla="*/ 5089585 h 6858000"/>
              <a:gd name="connsiteX353" fmla="*/ 5263764 w 7467600"/>
              <a:gd name="connsiteY353" fmla="*/ 4735525 h 6858000"/>
              <a:gd name="connsiteX354" fmla="*/ 4086300 w 7467600"/>
              <a:gd name="connsiteY354" fmla="*/ 4884599 h 6858000"/>
              <a:gd name="connsiteX355" fmla="*/ 4085485 w 7467600"/>
              <a:gd name="connsiteY355" fmla="*/ 4899070 h 6858000"/>
              <a:gd name="connsiteX356" fmla="*/ 3871915 w 7467600"/>
              <a:gd name="connsiteY356" fmla="*/ 5253645 h 6858000"/>
              <a:gd name="connsiteX357" fmla="*/ 3799374 w 7467600"/>
              <a:gd name="connsiteY357" fmla="*/ 5466127 h 6858000"/>
              <a:gd name="connsiteX358" fmla="*/ 3498850 w 7467600"/>
              <a:gd name="connsiteY358" fmla="*/ 6661888 h 6858000"/>
              <a:gd name="connsiteX359" fmla="*/ 3399216 w 7467600"/>
              <a:gd name="connsiteY359" fmla="*/ 6858000 h 6858000"/>
              <a:gd name="connsiteX360" fmla="*/ 3303688 w 7467600"/>
              <a:gd name="connsiteY360" fmla="*/ 6858000 h 6858000"/>
              <a:gd name="connsiteX361" fmla="*/ 3391774 w 7467600"/>
              <a:gd name="connsiteY361" fmla="*/ 6697181 h 6858000"/>
              <a:gd name="connsiteX362" fmla="*/ 3735540 w 7467600"/>
              <a:gd name="connsiteY362" fmla="*/ 5546923 h 6858000"/>
              <a:gd name="connsiteX363" fmla="*/ 3729438 w 7467600"/>
              <a:gd name="connsiteY363" fmla="*/ 5569058 h 6858000"/>
              <a:gd name="connsiteX364" fmla="*/ 3707782 w 7467600"/>
              <a:gd name="connsiteY364" fmla="*/ 5644908 h 6858000"/>
              <a:gd name="connsiteX365" fmla="*/ 3583827 w 7467600"/>
              <a:gd name="connsiteY365" fmla="*/ 6039215 h 6858000"/>
              <a:gd name="connsiteX366" fmla="*/ 3547861 w 7467600"/>
              <a:gd name="connsiteY366" fmla="*/ 6129609 h 6858000"/>
              <a:gd name="connsiteX367" fmla="*/ 3490905 w 7467600"/>
              <a:gd name="connsiteY367" fmla="*/ 6277660 h 6858000"/>
              <a:gd name="connsiteX368" fmla="*/ 3455859 w 7467600"/>
              <a:gd name="connsiteY368" fmla="*/ 6391301 h 6858000"/>
              <a:gd name="connsiteX369" fmla="*/ 3429112 w 7467600"/>
              <a:gd name="connsiteY369" fmla="*/ 6479469 h 6858000"/>
              <a:gd name="connsiteX370" fmla="*/ 3304862 w 7467600"/>
              <a:gd name="connsiteY370" fmla="*/ 6796476 h 6858000"/>
              <a:gd name="connsiteX371" fmla="*/ 3276071 w 7467600"/>
              <a:gd name="connsiteY371" fmla="*/ 6858000 h 6858000"/>
              <a:gd name="connsiteX372" fmla="*/ 3240805 w 7467600"/>
              <a:gd name="connsiteY372" fmla="*/ 6858000 h 6858000"/>
              <a:gd name="connsiteX373" fmla="*/ 3275917 w 7467600"/>
              <a:gd name="connsiteY373" fmla="*/ 6783192 h 6858000"/>
              <a:gd name="connsiteX374" fmla="*/ 3399358 w 7467600"/>
              <a:gd name="connsiteY374" fmla="*/ 6469011 h 6858000"/>
              <a:gd name="connsiteX375" fmla="*/ 3425650 w 7467600"/>
              <a:gd name="connsiteY375" fmla="*/ 6381333 h 6858000"/>
              <a:gd name="connsiteX376" fmla="*/ 3460661 w 7467600"/>
              <a:gd name="connsiteY376" fmla="*/ 6266763 h 6858000"/>
              <a:gd name="connsiteX377" fmla="*/ 3518021 w 7467600"/>
              <a:gd name="connsiteY377" fmla="*/ 6117298 h 6858000"/>
              <a:gd name="connsiteX378" fmla="*/ 3554035 w 7467600"/>
              <a:gd name="connsiteY378" fmla="*/ 6027832 h 6858000"/>
              <a:gd name="connsiteX379" fmla="*/ 3677174 w 7467600"/>
              <a:gd name="connsiteY379" fmla="*/ 5636351 h 6858000"/>
              <a:gd name="connsiteX380" fmla="*/ 3698819 w 7467600"/>
              <a:gd name="connsiteY380" fmla="*/ 5560503 h 6858000"/>
              <a:gd name="connsiteX381" fmla="*/ 3702094 w 7467600"/>
              <a:gd name="connsiteY381" fmla="*/ 5549194 h 6858000"/>
              <a:gd name="connsiteX382" fmla="*/ 3398355 w 7467600"/>
              <a:gd name="connsiteY382" fmla="*/ 6094603 h 6858000"/>
              <a:gd name="connsiteX383" fmla="*/ 3193941 w 7467600"/>
              <a:gd name="connsiteY383" fmla="*/ 6798775 h 6858000"/>
              <a:gd name="connsiteX384" fmla="*/ 3184140 w 7467600"/>
              <a:gd name="connsiteY384" fmla="*/ 6858000 h 6858000"/>
              <a:gd name="connsiteX385" fmla="*/ 3099978 w 7467600"/>
              <a:gd name="connsiteY385" fmla="*/ 6858000 h 6858000"/>
              <a:gd name="connsiteX386" fmla="*/ 3101556 w 7467600"/>
              <a:gd name="connsiteY386" fmla="*/ 6843337 h 6858000"/>
              <a:gd name="connsiteX387" fmla="*/ 3370162 w 7467600"/>
              <a:gd name="connsiteY387" fmla="*/ 5785550 h 6858000"/>
              <a:gd name="connsiteX388" fmla="*/ 3746477 w 7467600"/>
              <a:gd name="connsiteY388" fmla="*/ 5377889 h 6858000"/>
              <a:gd name="connsiteX389" fmla="*/ 3863399 w 7467600"/>
              <a:gd name="connsiteY389" fmla="*/ 5087257 h 6858000"/>
              <a:gd name="connsiteX390" fmla="*/ 3968712 w 7467600"/>
              <a:gd name="connsiteY390" fmla="*/ 4913989 h 6858000"/>
              <a:gd name="connsiteX391" fmla="*/ 2792390 w 7467600"/>
              <a:gd name="connsiteY391" fmla="*/ 5382974 h 6858000"/>
              <a:gd name="connsiteX392" fmla="*/ 2714982 w 7467600"/>
              <a:gd name="connsiteY392" fmla="*/ 5427051 h 6858000"/>
              <a:gd name="connsiteX393" fmla="*/ 2813361 w 7467600"/>
              <a:gd name="connsiteY393" fmla="*/ 6023912 h 6858000"/>
              <a:gd name="connsiteX394" fmla="*/ 2688430 w 7467600"/>
              <a:gd name="connsiteY394" fmla="*/ 6801564 h 6858000"/>
              <a:gd name="connsiteX395" fmla="*/ 2629626 w 7467600"/>
              <a:gd name="connsiteY395" fmla="*/ 6763394 h 6858000"/>
              <a:gd name="connsiteX396" fmla="*/ 2565328 w 7467600"/>
              <a:gd name="connsiteY396" fmla="*/ 5516399 h 6858000"/>
              <a:gd name="connsiteX397" fmla="*/ 1922999 w 7467600"/>
              <a:gd name="connsiteY397" fmla="*/ 5980343 h 6858000"/>
              <a:gd name="connsiteX398" fmla="*/ 1950261 w 7467600"/>
              <a:gd name="connsiteY398" fmla="*/ 6405858 h 6858000"/>
              <a:gd name="connsiteX399" fmla="*/ 2365554 w 7467600"/>
              <a:gd name="connsiteY399" fmla="*/ 6759107 h 6858000"/>
              <a:gd name="connsiteX400" fmla="*/ 2424142 w 7467600"/>
              <a:gd name="connsiteY400" fmla="*/ 6858000 h 6858000"/>
              <a:gd name="connsiteX401" fmla="*/ 2395994 w 7467600"/>
              <a:gd name="connsiteY401" fmla="*/ 6858000 h 6858000"/>
              <a:gd name="connsiteX402" fmla="*/ 2392863 w 7467600"/>
              <a:gd name="connsiteY402" fmla="*/ 6852964 h 6858000"/>
              <a:gd name="connsiteX403" fmla="*/ 2017589 w 7467600"/>
              <a:gd name="connsiteY403" fmla="*/ 6493982 h 6858000"/>
              <a:gd name="connsiteX404" fmla="*/ 2147336 w 7467600"/>
              <a:gd name="connsiteY404" fmla="*/ 6594052 h 6858000"/>
              <a:gd name="connsiteX405" fmla="*/ 2207047 w 7467600"/>
              <a:gd name="connsiteY405" fmla="*/ 6654540 h 6858000"/>
              <a:gd name="connsiteX406" fmla="*/ 2299106 w 7467600"/>
              <a:gd name="connsiteY406" fmla="*/ 6778931 h 6858000"/>
              <a:gd name="connsiteX407" fmla="*/ 2314430 w 7467600"/>
              <a:gd name="connsiteY407" fmla="*/ 6801144 h 6858000"/>
              <a:gd name="connsiteX408" fmla="*/ 2352406 w 7467600"/>
              <a:gd name="connsiteY408" fmla="*/ 6858000 h 6858000"/>
              <a:gd name="connsiteX409" fmla="*/ 2314492 w 7467600"/>
              <a:gd name="connsiteY409" fmla="*/ 6858000 h 6858000"/>
              <a:gd name="connsiteX410" fmla="*/ 2288095 w 7467600"/>
              <a:gd name="connsiteY410" fmla="*/ 6818030 h 6858000"/>
              <a:gd name="connsiteX411" fmla="*/ 2272768 w 7467600"/>
              <a:gd name="connsiteY411" fmla="*/ 6795822 h 6858000"/>
              <a:gd name="connsiteX412" fmla="*/ 2182715 w 7467600"/>
              <a:gd name="connsiteY412" fmla="*/ 6675071 h 6858000"/>
              <a:gd name="connsiteX413" fmla="*/ 2032061 w 7467600"/>
              <a:gd name="connsiteY413" fmla="*/ 6541380 h 6858000"/>
              <a:gd name="connsiteX414" fmla="*/ 2257220 w 7467600"/>
              <a:gd name="connsiteY414" fmla="*/ 6826257 h 6858000"/>
              <a:gd name="connsiteX415" fmla="*/ 2281324 w 7467600"/>
              <a:gd name="connsiteY415" fmla="*/ 6858000 h 6858000"/>
              <a:gd name="connsiteX416" fmla="*/ 2242860 w 7467600"/>
              <a:gd name="connsiteY416" fmla="*/ 6858000 h 6858000"/>
              <a:gd name="connsiteX417" fmla="*/ 2232818 w 7467600"/>
              <a:gd name="connsiteY417" fmla="*/ 6844926 h 6858000"/>
              <a:gd name="connsiteX418" fmla="*/ 1990172 w 7467600"/>
              <a:gd name="connsiteY418" fmla="*/ 6542121 h 6858000"/>
              <a:gd name="connsiteX419" fmla="*/ 2124090 w 7467600"/>
              <a:gd name="connsiteY419" fmla="*/ 6761017 h 6858000"/>
              <a:gd name="connsiteX420" fmla="*/ 2200380 w 7467600"/>
              <a:gd name="connsiteY420" fmla="*/ 6858000 h 6858000"/>
              <a:gd name="connsiteX421" fmla="*/ 2147507 w 7467600"/>
              <a:gd name="connsiteY421" fmla="*/ 6858000 h 6858000"/>
              <a:gd name="connsiteX422" fmla="*/ 2070668 w 7467600"/>
              <a:gd name="connsiteY422" fmla="*/ 6761520 h 6858000"/>
              <a:gd name="connsiteX423" fmla="*/ 1975142 w 7467600"/>
              <a:gd name="connsiteY423" fmla="*/ 6585570 h 6858000"/>
              <a:gd name="connsiteX424" fmla="*/ 2050035 w 7467600"/>
              <a:gd name="connsiteY424" fmla="*/ 6813345 h 6858000"/>
              <a:gd name="connsiteX425" fmla="*/ 2063025 w 7467600"/>
              <a:gd name="connsiteY425" fmla="*/ 6858000 h 6858000"/>
              <a:gd name="connsiteX426" fmla="*/ 2021675 w 7467600"/>
              <a:gd name="connsiteY426" fmla="*/ 6858000 h 6858000"/>
              <a:gd name="connsiteX427" fmla="*/ 2019308 w 7467600"/>
              <a:gd name="connsiteY427" fmla="*/ 6847118 h 6858000"/>
              <a:gd name="connsiteX428" fmla="*/ 1938835 w 7467600"/>
              <a:gd name="connsiteY428" fmla="*/ 6551160 h 6858000"/>
              <a:gd name="connsiteX429" fmla="*/ 1953230 w 7467600"/>
              <a:gd name="connsiteY429" fmla="*/ 6759699 h 6858000"/>
              <a:gd name="connsiteX430" fmla="*/ 1956763 w 7467600"/>
              <a:gd name="connsiteY430" fmla="*/ 6778191 h 6858000"/>
              <a:gd name="connsiteX431" fmla="*/ 1967925 w 7467600"/>
              <a:gd name="connsiteY431" fmla="*/ 6858000 h 6858000"/>
              <a:gd name="connsiteX432" fmla="*/ 1936622 w 7467600"/>
              <a:gd name="connsiteY432" fmla="*/ 6858000 h 6858000"/>
              <a:gd name="connsiteX433" fmla="*/ 1926261 w 7467600"/>
              <a:gd name="connsiteY433" fmla="*/ 6784064 h 6858000"/>
              <a:gd name="connsiteX434" fmla="*/ 1922724 w 7467600"/>
              <a:gd name="connsiteY434" fmla="*/ 6765577 h 6858000"/>
              <a:gd name="connsiteX435" fmla="*/ 1904650 w 7467600"/>
              <a:gd name="connsiteY435" fmla="*/ 6639616 h 6858000"/>
              <a:gd name="connsiteX436" fmla="*/ 1885273 w 7467600"/>
              <a:gd name="connsiteY436" fmla="*/ 6858000 h 6858000"/>
              <a:gd name="connsiteX437" fmla="*/ 1854363 w 7467600"/>
              <a:gd name="connsiteY437" fmla="*/ 6858000 h 6858000"/>
              <a:gd name="connsiteX438" fmla="*/ 1880391 w 7467600"/>
              <a:gd name="connsiteY438" fmla="*/ 6603796 h 6858000"/>
              <a:gd name="connsiteX439" fmla="*/ 1818273 w 7467600"/>
              <a:gd name="connsiteY439" fmla="*/ 6715729 h 6858000"/>
              <a:gd name="connsiteX440" fmla="*/ 1794691 w 7467600"/>
              <a:gd name="connsiteY440" fmla="*/ 6843239 h 6858000"/>
              <a:gd name="connsiteX441" fmla="*/ 1794914 w 7467600"/>
              <a:gd name="connsiteY441" fmla="*/ 6858000 h 6858000"/>
              <a:gd name="connsiteX442" fmla="*/ 1746128 w 7467600"/>
              <a:gd name="connsiteY442" fmla="*/ 6858000 h 6858000"/>
              <a:gd name="connsiteX443" fmla="*/ 1753934 w 7467600"/>
              <a:gd name="connsiteY443" fmla="*/ 6724796 h 6858000"/>
              <a:gd name="connsiteX444" fmla="*/ 1792053 w 7467600"/>
              <a:gd name="connsiteY444" fmla="*/ 6572396 h 6858000"/>
              <a:gd name="connsiteX445" fmla="*/ 1862248 w 7467600"/>
              <a:gd name="connsiteY445" fmla="*/ 6266397 h 6858000"/>
              <a:gd name="connsiteX446" fmla="*/ 1862250 w 7467600"/>
              <a:gd name="connsiteY446" fmla="*/ 6033531 h 6858000"/>
              <a:gd name="connsiteX447" fmla="*/ 1211999 w 7467600"/>
              <a:gd name="connsiteY447" fmla="*/ 6683610 h 6858000"/>
              <a:gd name="connsiteX448" fmla="*/ 1213266 w 7467600"/>
              <a:gd name="connsiteY448" fmla="*/ 6691947 h 6858000"/>
              <a:gd name="connsiteX449" fmla="*/ 1203370 w 7467600"/>
              <a:gd name="connsiteY449" fmla="*/ 6850676 h 6858000"/>
              <a:gd name="connsiteX450" fmla="*/ 1203671 w 7467600"/>
              <a:gd name="connsiteY450" fmla="*/ 6858000 h 6858000"/>
              <a:gd name="connsiteX451" fmla="*/ 1143180 w 7467600"/>
              <a:gd name="connsiteY451" fmla="*/ 6858000 h 6858000"/>
              <a:gd name="connsiteX452" fmla="*/ 1142176 w 7467600"/>
              <a:gd name="connsiteY452" fmla="*/ 6766045 h 6858000"/>
              <a:gd name="connsiteX453" fmla="*/ 1067484 w 7467600"/>
              <a:gd name="connsiteY453" fmla="*/ 6858000 h 6858000"/>
              <a:gd name="connsiteX454" fmla="*/ 953928 w 7467600"/>
              <a:gd name="connsiteY454" fmla="*/ 6858000 h 6858000"/>
              <a:gd name="connsiteX455" fmla="*/ 959715 w 7467600"/>
              <a:gd name="connsiteY455" fmla="*/ 6850185 h 6858000"/>
              <a:gd name="connsiteX456" fmla="*/ 1483788 w 7467600"/>
              <a:gd name="connsiteY456" fmla="*/ 6259174 h 6858000"/>
              <a:gd name="connsiteX457" fmla="*/ 1100671 w 7467600"/>
              <a:gd name="connsiteY457" fmla="*/ 6252137 h 6858000"/>
              <a:gd name="connsiteX458" fmla="*/ 1090144 w 7467600"/>
              <a:gd name="connsiteY458" fmla="*/ 6256748 h 6858000"/>
              <a:gd name="connsiteX459" fmla="*/ 1095872 w 7467600"/>
              <a:gd name="connsiteY459" fmla="*/ 6271892 h 6858000"/>
              <a:gd name="connsiteX460" fmla="*/ 262785 w 7467600"/>
              <a:gd name="connsiteY460" fmla="*/ 6845450 h 6858000"/>
              <a:gd name="connsiteX461" fmla="*/ 209968 w 7467600"/>
              <a:gd name="connsiteY461" fmla="*/ 6770713 h 6858000"/>
              <a:gd name="connsiteX462" fmla="*/ 873460 w 7467600"/>
              <a:gd name="connsiteY462" fmla="*/ 6253768 h 6858000"/>
              <a:gd name="connsiteX463" fmla="*/ 192686 w 7467600"/>
              <a:gd name="connsiteY463" fmla="*/ 5849257 h 6858000"/>
              <a:gd name="connsiteX464" fmla="*/ 4696 w 7467600"/>
              <a:gd name="connsiteY464" fmla="*/ 5697668 h 6858000"/>
              <a:gd name="connsiteX465" fmla="*/ 0 w 7467600"/>
              <a:gd name="connsiteY465" fmla="*/ 5689984 h 6858000"/>
              <a:gd name="connsiteX466" fmla="*/ 0 w 7467600"/>
              <a:gd name="connsiteY466" fmla="*/ 5513472 h 6858000"/>
              <a:gd name="connsiteX467" fmla="*/ 174101 w 7467600"/>
              <a:gd name="connsiteY467" fmla="*/ 5620277 h 6858000"/>
              <a:gd name="connsiteX468" fmla="*/ 891800 w 7467600"/>
              <a:gd name="connsiteY468" fmla="*/ 6036935 h 6858000"/>
              <a:gd name="connsiteX469" fmla="*/ 1072219 w 7467600"/>
              <a:gd name="connsiteY469" fmla="*/ 6169443 h 6858000"/>
              <a:gd name="connsiteX470" fmla="*/ 1074117 w 7467600"/>
              <a:gd name="connsiteY470" fmla="*/ 6170301 h 6858000"/>
              <a:gd name="connsiteX471" fmla="*/ 1083114 w 7467600"/>
              <a:gd name="connsiteY471" fmla="*/ 6174131 h 6858000"/>
              <a:gd name="connsiteX472" fmla="*/ 1543010 w 7467600"/>
              <a:gd name="connsiteY472" fmla="*/ 6191140 h 6858000"/>
              <a:gd name="connsiteX473" fmla="*/ 1551080 w 7467600"/>
              <a:gd name="connsiteY473" fmla="*/ 6195006 h 6858000"/>
              <a:gd name="connsiteX474" fmla="*/ 2345443 w 7467600"/>
              <a:gd name="connsiteY474" fmla="*/ 5549882 h 6858000"/>
              <a:gd name="connsiteX475" fmla="*/ 1721499 w 7467600"/>
              <a:gd name="connsiteY475" fmla="*/ 5599969 h 6858000"/>
              <a:gd name="connsiteX476" fmla="*/ 767716 w 7467600"/>
              <a:gd name="connsiteY476" fmla="*/ 5472768 h 6858000"/>
              <a:gd name="connsiteX477" fmla="*/ 722147 w 7467600"/>
              <a:gd name="connsiteY477" fmla="*/ 5393091 h 6858000"/>
              <a:gd name="connsiteX478" fmla="*/ 1485552 w 7467600"/>
              <a:gd name="connsiteY478" fmla="*/ 5313202 h 6858000"/>
              <a:gd name="connsiteX479" fmla="*/ 2143004 w 7467600"/>
              <a:gd name="connsiteY479" fmla="*/ 5402420 h 6858000"/>
              <a:gd name="connsiteX480" fmla="*/ 1933391 w 7467600"/>
              <a:gd name="connsiteY480" fmla="*/ 5156971 h 6858000"/>
              <a:gd name="connsiteX481" fmla="*/ 1827118 w 7467600"/>
              <a:gd name="connsiteY481" fmla="*/ 4968410 h 6858000"/>
              <a:gd name="connsiteX482" fmla="*/ 1837349 w 7467600"/>
              <a:gd name="connsiteY482" fmla="*/ 4956357 h 6858000"/>
              <a:gd name="connsiteX483" fmla="*/ 2162835 w 7467600"/>
              <a:gd name="connsiteY483" fmla="*/ 5187853 h 6858000"/>
              <a:gd name="connsiteX484" fmla="*/ 2257167 w 7467600"/>
              <a:gd name="connsiteY484" fmla="*/ 5462123 h 6858000"/>
              <a:gd name="connsiteX485" fmla="*/ 2261598 w 7467600"/>
              <a:gd name="connsiteY485" fmla="*/ 5467998 h 6858000"/>
              <a:gd name="connsiteX486" fmla="*/ 2437177 w 7467600"/>
              <a:gd name="connsiteY486" fmla="*/ 5479608 h 6858000"/>
              <a:gd name="connsiteX487" fmla="*/ 2445247 w 7467600"/>
              <a:gd name="connsiteY487" fmla="*/ 5483476 h 6858000"/>
              <a:gd name="connsiteX488" fmla="*/ 2743626 w 7467600"/>
              <a:gd name="connsiteY488" fmla="*/ 5304819 h 6858000"/>
              <a:gd name="connsiteX489" fmla="*/ 3048102 w 7467600"/>
              <a:gd name="connsiteY489" fmla="*/ 5150595 h 6858000"/>
              <a:gd name="connsiteX490" fmla="*/ 1799414 w 7467600"/>
              <a:gd name="connsiteY490" fmla="*/ 4694732 h 6858000"/>
              <a:gd name="connsiteX491" fmla="*/ 1771735 w 7467600"/>
              <a:gd name="connsiteY491" fmla="*/ 4619929 h 6858000"/>
              <a:gd name="connsiteX492" fmla="*/ 3104273 w 7467600"/>
              <a:gd name="connsiteY492" fmla="*/ 5076159 h 6858000"/>
              <a:gd name="connsiteX493" fmla="*/ 3113245 w 7467600"/>
              <a:gd name="connsiteY493" fmla="*/ 5090705 h 6858000"/>
              <a:gd name="connsiteX494" fmla="*/ 3126294 w 7467600"/>
              <a:gd name="connsiteY494" fmla="*/ 5114400 h 6858000"/>
              <a:gd name="connsiteX495" fmla="*/ 3937433 w 7467600"/>
              <a:gd name="connsiteY495" fmla="*/ 4830473 h 6858000"/>
              <a:gd name="connsiteX496" fmla="*/ 3590475 w 7467600"/>
              <a:gd name="connsiteY496" fmla="*/ 4597974 h 6858000"/>
              <a:gd name="connsiteX497" fmla="*/ 3100264 w 7467600"/>
              <a:gd name="connsiteY497" fmla="*/ 4579845 h 6858000"/>
              <a:gd name="connsiteX498" fmla="*/ 2183576 w 7467600"/>
              <a:gd name="connsiteY498" fmla="*/ 4227150 h 6858000"/>
              <a:gd name="connsiteX499" fmla="*/ 2151029 w 7467600"/>
              <a:gd name="connsiteY499" fmla="*/ 4146947 h 6858000"/>
              <a:gd name="connsiteX500" fmla="*/ 3563434 w 7467600"/>
              <a:gd name="connsiteY500" fmla="*/ 4469115 h 6858000"/>
              <a:gd name="connsiteX501" fmla="*/ 3177952 w 7467600"/>
              <a:gd name="connsiteY501" fmla="*/ 3657386 h 6858000"/>
              <a:gd name="connsiteX502" fmla="*/ 3189263 w 7467600"/>
              <a:gd name="connsiteY502" fmla="*/ 3625726 h 6858000"/>
              <a:gd name="connsiteX503" fmla="*/ 3560912 w 7467600"/>
              <a:gd name="connsiteY503" fmla="*/ 4079863 h 6858000"/>
              <a:gd name="connsiteX504" fmla="*/ 3626636 w 7467600"/>
              <a:gd name="connsiteY504" fmla="*/ 4512230 h 6858000"/>
              <a:gd name="connsiteX505" fmla="*/ 3653088 w 7467600"/>
              <a:gd name="connsiteY505" fmla="*/ 4521417 h 6858000"/>
              <a:gd name="connsiteX506" fmla="*/ 3988128 w 7467600"/>
              <a:gd name="connsiteY506" fmla="*/ 4817267 h 6858000"/>
              <a:gd name="connsiteX507" fmla="*/ 4830582 w 7467600"/>
              <a:gd name="connsiteY507" fmla="*/ 4676000 h 6858000"/>
              <a:gd name="connsiteX508" fmla="*/ 4830100 w 7467600"/>
              <a:gd name="connsiteY508" fmla="*/ 4675554 h 6858000"/>
              <a:gd name="connsiteX509" fmla="*/ 4036318 w 7467600"/>
              <a:gd name="connsiteY509" fmla="*/ 4147013 h 6858000"/>
              <a:gd name="connsiteX510" fmla="*/ 3432098 w 7467600"/>
              <a:gd name="connsiteY510" fmla="*/ 3537312 h 6858000"/>
              <a:gd name="connsiteX511" fmla="*/ 3446761 w 7467600"/>
              <a:gd name="connsiteY511" fmla="*/ 3461278 h 6858000"/>
              <a:gd name="connsiteX512" fmla="*/ 4419733 w 7467600"/>
              <a:gd name="connsiteY512" fmla="*/ 3963555 h 6858000"/>
              <a:gd name="connsiteX513" fmla="*/ 4781371 w 7467600"/>
              <a:gd name="connsiteY513" fmla="*/ 4458604 h 6858000"/>
              <a:gd name="connsiteX514" fmla="*/ 4780440 w 7467600"/>
              <a:gd name="connsiteY514" fmla="*/ 4470290 h 6858000"/>
              <a:gd name="connsiteX515" fmla="*/ 4898954 w 7467600"/>
              <a:gd name="connsiteY515" fmla="*/ 4662092 h 6858000"/>
              <a:gd name="connsiteX516" fmla="*/ 4900699 w 7467600"/>
              <a:gd name="connsiteY516" fmla="*/ 4670867 h 6858000"/>
              <a:gd name="connsiteX517" fmla="*/ 5714511 w 7467600"/>
              <a:gd name="connsiteY517" fmla="*/ 4663483 h 6858000"/>
              <a:gd name="connsiteX518" fmla="*/ 5464793 w 7467600"/>
              <a:gd name="connsiteY518" fmla="*/ 4393556 h 6858000"/>
              <a:gd name="connsiteX519" fmla="*/ 5461897 w 7467600"/>
              <a:gd name="connsiteY519" fmla="*/ 4390879 h 6858000"/>
              <a:gd name="connsiteX520" fmla="*/ 4294126 w 7467600"/>
              <a:gd name="connsiteY520" fmla="*/ 3303048 h 6858000"/>
              <a:gd name="connsiteX521" fmla="*/ 4305321 w 7467600"/>
              <a:gd name="connsiteY521" fmla="*/ 3256953 h 6858000"/>
              <a:gd name="connsiteX522" fmla="*/ 4949299 w 7467600"/>
              <a:gd name="connsiteY522" fmla="*/ 3766336 h 6858000"/>
              <a:gd name="connsiteX523" fmla="*/ 5291452 w 7467600"/>
              <a:gd name="connsiteY523" fmla="*/ 4076801 h 6858000"/>
              <a:gd name="connsiteX524" fmla="*/ 5434998 w 7467600"/>
              <a:gd name="connsiteY524" fmla="*/ 4254100 h 6858000"/>
              <a:gd name="connsiteX525" fmla="*/ 5351015 w 7467600"/>
              <a:gd name="connsiteY525" fmla="*/ 3760989 h 6858000"/>
              <a:gd name="connsiteX526" fmla="*/ 5413780 w 7467600"/>
              <a:gd name="connsiteY526" fmla="*/ 2966265 h 6858000"/>
              <a:gd name="connsiteX527" fmla="*/ 5425627 w 7467600"/>
              <a:gd name="connsiteY527" fmla="*/ 2954192 h 6858000"/>
              <a:gd name="connsiteX528" fmla="*/ 6604735 w 7467600"/>
              <a:gd name="connsiteY528" fmla="*/ 2041381 h 6858000"/>
              <a:gd name="connsiteX529" fmla="*/ 7204487 w 7467600"/>
              <a:gd name="connsiteY529" fmla="*/ 2742112 h 6858000"/>
              <a:gd name="connsiteX530" fmla="*/ 7131592 w 7467600"/>
              <a:gd name="connsiteY530" fmla="*/ 2672096 h 6858000"/>
              <a:gd name="connsiteX531" fmla="*/ 6996344 w 7467600"/>
              <a:gd name="connsiteY531" fmla="*/ 2518310 h 6858000"/>
              <a:gd name="connsiteX532" fmla="*/ 6735495 w 7467600"/>
              <a:gd name="connsiteY532" fmla="*/ 2196890 h 6858000"/>
              <a:gd name="connsiteX533" fmla="*/ 6721901 w 7467600"/>
              <a:gd name="connsiteY533" fmla="*/ 2179274 h 6858000"/>
              <a:gd name="connsiteX534" fmla="*/ 6604735 w 7467600"/>
              <a:gd name="connsiteY534" fmla="*/ 2041381 h 6858000"/>
              <a:gd name="connsiteX535" fmla="*/ 6591670 w 7467600"/>
              <a:gd name="connsiteY535" fmla="*/ 1988277 h 6858000"/>
              <a:gd name="connsiteX536" fmla="*/ 6747349 w 7467600"/>
              <a:gd name="connsiteY536" fmla="*/ 2160069 h 6858000"/>
              <a:gd name="connsiteX537" fmla="*/ 6760943 w 7467600"/>
              <a:gd name="connsiteY537" fmla="*/ 2177686 h 6858000"/>
              <a:gd name="connsiteX538" fmla="*/ 7021065 w 7467600"/>
              <a:gd name="connsiteY538" fmla="*/ 2498102 h 6858000"/>
              <a:gd name="connsiteX539" fmla="*/ 7155223 w 7467600"/>
              <a:gd name="connsiteY539" fmla="*/ 2650386 h 6858000"/>
              <a:gd name="connsiteX540" fmla="*/ 7203167 w 7467600"/>
              <a:gd name="connsiteY540" fmla="*/ 2697288 h 6858000"/>
              <a:gd name="connsiteX541" fmla="*/ 6937703 w 7467600"/>
              <a:gd name="connsiteY541" fmla="*/ 2321981 h 6858000"/>
              <a:gd name="connsiteX542" fmla="*/ 6591670 w 7467600"/>
              <a:gd name="connsiteY542" fmla="*/ 1988277 h 6858000"/>
              <a:gd name="connsiteX543" fmla="*/ 5798671 w 7467600"/>
              <a:gd name="connsiteY543" fmla="*/ 1981601 h 6858000"/>
              <a:gd name="connsiteX544" fmla="*/ 5754709 w 7467600"/>
              <a:gd name="connsiteY544" fmla="*/ 2071454 h 6858000"/>
              <a:gd name="connsiteX545" fmla="*/ 5763044 w 7467600"/>
              <a:gd name="connsiteY545" fmla="*/ 2842206 h 6858000"/>
              <a:gd name="connsiteX546" fmla="*/ 5764974 w 7467600"/>
              <a:gd name="connsiteY546" fmla="*/ 2799609 h 6858000"/>
              <a:gd name="connsiteX547" fmla="*/ 5767665 w 7467600"/>
              <a:gd name="connsiteY547" fmla="*/ 2666409 h 6858000"/>
              <a:gd name="connsiteX548" fmla="*/ 5763055 w 7467600"/>
              <a:gd name="connsiteY548" fmla="*/ 2579705 h 6858000"/>
              <a:gd name="connsiteX549" fmla="*/ 5758079 w 7467600"/>
              <a:gd name="connsiteY549" fmla="*/ 2492508 h 6858000"/>
              <a:gd name="connsiteX550" fmla="*/ 5779325 w 7467600"/>
              <a:gd name="connsiteY550" fmla="*/ 2197069 h 6858000"/>
              <a:gd name="connsiteX551" fmla="*/ 5798671 w 7467600"/>
              <a:gd name="connsiteY551" fmla="*/ 1981601 h 6858000"/>
              <a:gd name="connsiteX552" fmla="*/ 5829202 w 7467600"/>
              <a:gd name="connsiteY552" fmla="*/ 1971679 h 6858000"/>
              <a:gd name="connsiteX553" fmla="*/ 5809558 w 7467600"/>
              <a:gd name="connsiteY553" fmla="*/ 2198043 h 6858000"/>
              <a:gd name="connsiteX554" fmla="*/ 5788653 w 7467600"/>
              <a:gd name="connsiteY554" fmla="*/ 2489430 h 6858000"/>
              <a:gd name="connsiteX555" fmla="*/ 5793439 w 7467600"/>
              <a:gd name="connsiteY555" fmla="*/ 2575235 h 6858000"/>
              <a:gd name="connsiteX556" fmla="*/ 5796837 w 7467600"/>
              <a:gd name="connsiteY556" fmla="*/ 2637633 h 6858000"/>
              <a:gd name="connsiteX557" fmla="*/ 5818614 w 7467600"/>
              <a:gd name="connsiteY557" fmla="*/ 2473055 h 6858000"/>
              <a:gd name="connsiteX558" fmla="*/ 5829202 w 7467600"/>
              <a:gd name="connsiteY558" fmla="*/ 1971679 h 6858000"/>
              <a:gd name="connsiteX559" fmla="*/ 5911389 w 7467600"/>
              <a:gd name="connsiteY559" fmla="*/ 1898371 h 6858000"/>
              <a:gd name="connsiteX560" fmla="*/ 6237627 w 7467600"/>
              <a:gd name="connsiteY560" fmla="*/ 2231921 h 6858000"/>
              <a:gd name="connsiteX561" fmla="*/ 5911389 w 7467600"/>
              <a:gd name="connsiteY561" fmla="*/ 1898371 h 6858000"/>
              <a:gd name="connsiteX562" fmla="*/ 6944437 w 7467600"/>
              <a:gd name="connsiteY562" fmla="*/ 1575402 h 6858000"/>
              <a:gd name="connsiteX563" fmla="*/ 6304730 w 7467600"/>
              <a:gd name="connsiteY563" fmla="*/ 1766654 h 6858000"/>
              <a:gd name="connsiteX564" fmla="*/ 6944437 w 7467600"/>
              <a:gd name="connsiteY564" fmla="*/ 1575402 h 6858000"/>
              <a:gd name="connsiteX565" fmla="*/ 7019523 w 7467600"/>
              <a:gd name="connsiteY565" fmla="*/ 1519450 h 6858000"/>
              <a:gd name="connsiteX566" fmla="*/ 6298091 w 7467600"/>
              <a:gd name="connsiteY566" fmla="*/ 1737122 h 6858000"/>
              <a:gd name="connsiteX567" fmla="*/ 7019523 w 7467600"/>
              <a:gd name="connsiteY567" fmla="*/ 1519450 h 6858000"/>
              <a:gd name="connsiteX568" fmla="*/ 2399523 w 7467600"/>
              <a:gd name="connsiteY568" fmla="*/ 1428234 h 6858000"/>
              <a:gd name="connsiteX569" fmla="*/ 2224982 w 7467600"/>
              <a:gd name="connsiteY569" fmla="*/ 1826201 h 6858000"/>
              <a:gd name="connsiteX570" fmla="*/ 2096099 w 7467600"/>
              <a:gd name="connsiteY570" fmla="*/ 2345900 h 6858000"/>
              <a:gd name="connsiteX571" fmla="*/ 2283317 w 7467600"/>
              <a:gd name="connsiteY571" fmla="*/ 1796925 h 6858000"/>
              <a:gd name="connsiteX572" fmla="*/ 2399523 w 7467600"/>
              <a:gd name="connsiteY572" fmla="*/ 1428234 h 6858000"/>
              <a:gd name="connsiteX573" fmla="*/ 2448558 w 7467600"/>
              <a:gd name="connsiteY573" fmla="*/ 1373435 h 6858000"/>
              <a:gd name="connsiteX574" fmla="*/ 2312521 w 7467600"/>
              <a:gd name="connsiteY574" fmla="*/ 1806140 h 6858000"/>
              <a:gd name="connsiteX575" fmla="*/ 2127533 w 7467600"/>
              <a:gd name="connsiteY575" fmla="*/ 2348380 h 6858000"/>
              <a:gd name="connsiteX576" fmla="*/ 2358080 w 7467600"/>
              <a:gd name="connsiteY576" fmla="*/ 1866134 h 6858000"/>
              <a:gd name="connsiteX577" fmla="*/ 2407436 w 7467600"/>
              <a:gd name="connsiteY577" fmla="*/ 1651070 h 6858000"/>
              <a:gd name="connsiteX578" fmla="*/ 2448558 w 7467600"/>
              <a:gd name="connsiteY578" fmla="*/ 1373435 h 6858000"/>
              <a:gd name="connsiteX579" fmla="*/ 278707 w 7467600"/>
              <a:gd name="connsiteY579" fmla="*/ 1352270 h 6858000"/>
              <a:gd name="connsiteX580" fmla="*/ 321570 w 7467600"/>
              <a:gd name="connsiteY580" fmla="*/ 1861610 h 6858000"/>
              <a:gd name="connsiteX581" fmla="*/ 294281 w 7467600"/>
              <a:gd name="connsiteY581" fmla="*/ 1440658 h 6858000"/>
              <a:gd name="connsiteX582" fmla="*/ 278707 w 7467600"/>
              <a:gd name="connsiteY582" fmla="*/ 1352270 h 6858000"/>
              <a:gd name="connsiteX583" fmla="*/ 1423821 w 7467600"/>
              <a:gd name="connsiteY583" fmla="*/ 1351958 h 6858000"/>
              <a:gd name="connsiteX584" fmla="*/ 1638521 w 7467600"/>
              <a:gd name="connsiteY584" fmla="*/ 1908470 h 6858000"/>
              <a:gd name="connsiteX585" fmla="*/ 1754199 w 7467600"/>
              <a:gd name="connsiteY585" fmla="*/ 2149284 h 6858000"/>
              <a:gd name="connsiteX586" fmla="*/ 1908359 w 7467600"/>
              <a:gd name="connsiteY586" fmla="*/ 2364988 h 6858000"/>
              <a:gd name="connsiteX587" fmla="*/ 1647661 w 7467600"/>
              <a:gd name="connsiteY587" fmla="*/ 1825945 h 6858000"/>
              <a:gd name="connsiteX588" fmla="*/ 1423821 w 7467600"/>
              <a:gd name="connsiteY588" fmla="*/ 1351958 h 6858000"/>
              <a:gd name="connsiteX589" fmla="*/ 1431890 w 7467600"/>
              <a:gd name="connsiteY589" fmla="*/ 1306475 h 6858000"/>
              <a:gd name="connsiteX590" fmla="*/ 1507597 w 7467600"/>
              <a:gd name="connsiteY590" fmla="*/ 1446132 h 6858000"/>
              <a:gd name="connsiteX591" fmla="*/ 1674586 w 7467600"/>
              <a:gd name="connsiteY591" fmla="*/ 1813832 h 6858000"/>
              <a:gd name="connsiteX592" fmla="*/ 1815950 w 7467600"/>
              <a:gd name="connsiteY592" fmla="*/ 2128564 h 6858000"/>
              <a:gd name="connsiteX593" fmla="*/ 1984242 w 7467600"/>
              <a:gd name="connsiteY593" fmla="*/ 2430829 h 6858000"/>
              <a:gd name="connsiteX594" fmla="*/ 2014023 w 7467600"/>
              <a:gd name="connsiteY594" fmla="*/ 2450995 h 6858000"/>
              <a:gd name="connsiteX595" fmla="*/ 1747337 w 7467600"/>
              <a:gd name="connsiteY595" fmla="*/ 1855264 h 6858000"/>
              <a:gd name="connsiteX596" fmla="*/ 1533749 w 7467600"/>
              <a:gd name="connsiteY596" fmla="*/ 1478656 h 6858000"/>
              <a:gd name="connsiteX597" fmla="*/ 1431890 w 7467600"/>
              <a:gd name="connsiteY597" fmla="*/ 1306475 h 6858000"/>
              <a:gd name="connsiteX598" fmla="*/ 5052692 w 7467600"/>
              <a:gd name="connsiteY598" fmla="*/ 1292994 h 6858000"/>
              <a:gd name="connsiteX599" fmla="*/ 5200661 w 7467600"/>
              <a:gd name="connsiteY599" fmla="*/ 1635186 h 6858000"/>
              <a:gd name="connsiteX600" fmla="*/ 5297138 w 7467600"/>
              <a:gd name="connsiteY600" fmla="*/ 1906351 h 6858000"/>
              <a:gd name="connsiteX601" fmla="*/ 5052692 w 7467600"/>
              <a:gd name="connsiteY601" fmla="*/ 1292994 h 6858000"/>
              <a:gd name="connsiteX602" fmla="*/ 5009948 w 7467600"/>
              <a:gd name="connsiteY602" fmla="*/ 1273619 h 6858000"/>
              <a:gd name="connsiteX603" fmla="*/ 5121777 w 7467600"/>
              <a:gd name="connsiteY603" fmla="*/ 1654213 h 6858000"/>
              <a:gd name="connsiteX604" fmla="*/ 5293545 w 7467600"/>
              <a:gd name="connsiteY604" fmla="*/ 2072247 h 6858000"/>
              <a:gd name="connsiteX605" fmla="*/ 5294042 w 7467600"/>
              <a:gd name="connsiteY605" fmla="*/ 2065019 h 6858000"/>
              <a:gd name="connsiteX606" fmla="*/ 5171936 w 7467600"/>
              <a:gd name="connsiteY606" fmla="*/ 1647613 h 6858000"/>
              <a:gd name="connsiteX607" fmla="*/ 5009948 w 7467600"/>
              <a:gd name="connsiteY607" fmla="*/ 1273619 h 6858000"/>
              <a:gd name="connsiteX608" fmla="*/ 655236 w 7467600"/>
              <a:gd name="connsiteY608" fmla="*/ 1268632 h 6858000"/>
              <a:gd name="connsiteX609" fmla="*/ 839521 w 7467600"/>
              <a:gd name="connsiteY609" fmla="*/ 1685315 h 6858000"/>
              <a:gd name="connsiteX610" fmla="*/ 1109416 w 7467600"/>
              <a:gd name="connsiteY610" fmla="*/ 2061663 h 6858000"/>
              <a:gd name="connsiteX611" fmla="*/ 1298300 w 7467600"/>
              <a:gd name="connsiteY611" fmla="*/ 2247742 h 6858000"/>
              <a:gd name="connsiteX612" fmla="*/ 1125871 w 7467600"/>
              <a:gd name="connsiteY612" fmla="*/ 1989513 h 6858000"/>
              <a:gd name="connsiteX613" fmla="*/ 981574 w 7467600"/>
              <a:gd name="connsiteY613" fmla="*/ 1783157 h 6858000"/>
              <a:gd name="connsiteX614" fmla="*/ 922198 w 7467600"/>
              <a:gd name="connsiteY614" fmla="*/ 1677437 h 6858000"/>
              <a:gd name="connsiteX615" fmla="*/ 869293 w 7467600"/>
              <a:gd name="connsiteY615" fmla="*/ 1583214 h 6858000"/>
              <a:gd name="connsiteX616" fmla="*/ 751431 w 7467600"/>
              <a:gd name="connsiteY616" fmla="*/ 1405731 h 6858000"/>
              <a:gd name="connsiteX617" fmla="*/ 655236 w 7467600"/>
              <a:gd name="connsiteY617" fmla="*/ 1268632 h 6858000"/>
              <a:gd name="connsiteX618" fmla="*/ 6516292 w 7467600"/>
              <a:gd name="connsiteY618" fmla="*/ 1263064 h 6858000"/>
              <a:gd name="connsiteX619" fmla="*/ 5736320 w 7467600"/>
              <a:gd name="connsiteY619" fmla="*/ 1501803 h 6858000"/>
              <a:gd name="connsiteX620" fmla="*/ 6516292 w 7467600"/>
              <a:gd name="connsiteY620" fmla="*/ 1263064 h 6858000"/>
              <a:gd name="connsiteX621" fmla="*/ 291466 w 7467600"/>
              <a:gd name="connsiteY621" fmla="*/ 1250369 h 6858000"/>
              <a:gd name="connsiteX622" fmla="*/ 323180 w 7467600"/>
              <a:gd name="connsiteY622" fmla="*/ 1435283 h 6858000"/>
              <a:gd name="connsiteX623" fmla="*/ 349381 w 7467600"/>
              <a:gd name="connsiteY623" fmla="*/ 1875041 h 6858000"/>
              <a:gd name="connsiteX624" fmla="*/ 374363 w 7467600"/>
              <a:gd name="connsiteY624" fmla="*/ 1506494 h 6858000"/>
              <a:gd name="connsiteX625" fmla="*/ 302168 w 7467600"/>
              <a:gd name="connsiteY625" fmla="*/ 1274495 h 6858000"/>
              <a:gd name="connsiteX626" fmla="*/ 291466 w 7467600"/>
              <a:gd name="connsiteY626" fmla="*/ 1250369 h 6858000"/>
              <a:gd name="connsiteX627" fmla="*/ 678222 w 7467600"/>
              <a:gd name="connsiteY627" fmla="*/ 1248670 h 6858000"/>
              <a:gd name="connsiteX628" fmla="*/ 775536 w 7467600"/>
              <a:gd name="connsiteY628" fmla="*/ 1388015 h 6858000"/>
              <a:gd name="connsiteX629" fmla="*/ 894529 w 7467600"/>
              <a:gd name="connsiteY629" fmla="*/ 1567739 h 6858000"/>
              <a:gd name="connsiteX630" fmla="*/ 948000 w 7467600"/>
              <a:gd name="connsiteY630" fmla="*/ 1663088 h 6858000"/>
              <a:gd name="connsiteX631" fmla="*/ 1006812 w 7467600"/>
              <a:gd name="connsiteY631" fmla="*/ 1767683 h 6858000"/>
              <a:gd name="connsiteX632" fmla="*/ 1149133 w 7467600"/>
              <a:gd name="connsiteY632" fmla="*/ 1971513 h 6858000"/>
              <a:gd name="connsiteX633" fmla="*/ 1333952 w 7467600"/>
              <a:gd name="connsiteY633" fmla="*/ 2251620 h 6858000"/>
              <a:gd name="connsiteX634" fmla="*/ 1337329 w 7467600"/>
              <a:gd name="connsiteY634" fmla="*/ 2258350 h 6858000"/>
              <a:gd name="connsiteX635" fmla="*/ 1014726 w 7467600"/>
              <a:gd name="connsiteY635" fmla="*/ 1615556 h 6858000"/>
              <a:gd name="connsiteX636" fmla="*/ 678222 w 7467600"/>
              <a:gd name="connsiteY636" fmla="*/ 1248670 h 6858000"/>
              <a:gd name="connsiteX637" fmla="*/ 6691602 w 7467600"/>
              <a:gd name="connsiteY637" fmla="*/ 1140573 h 6858000"/>
              <a:gd name="connsiteX638" fmla="*/ 6571100 w 7467600"/>
              <a:gd name="connsiteY638" fmla="*/ 1183662 h 6858000"/>
              <a:gd name="connsiteX639" fmla="*/ 6241687 w 7467600"/>
              <a:gd name="connsiteY639" fmla="*/ 1257600 h 6858000"/>
              <a:gd name="connsiteX640" fmla="*/ 5693009 w 7467600"/>
              <a:gd name="connsiteY640" fmla="*/ 1478256 h 6858000"/>
              <a:gd name="connsiteX641" fmla="*/ 6548420 w 7467600"/>
              <a:gd name="connsiteY641" fmla="*/ 1214599 h 6858000"/>
              <a:gd name="connsiteX642" fmla="*/ 6605473 w 7467600"/>
              <a:gd name="connsiteY642" fmla="*/ 1184686 h 6858000"/>
              <a:gd name="connsiteX643" fmla="*/ 6691602 w 7467600"/>
              <a:gd name="connsiteY643" fmla="*/ 1140573 h 6858000"/>
              <a:gd name="connsiteX644" fmla="*/ 4002475 w 7467600"/>
              <a:gd name="connsiteY644" fmla="*/ 1037802 h 6858000"/>
              <a:gd name="connsiteX645" fmla="*/ 4000324 w 7467600"/>
              <a:gd name="connsiteY645" fmla="*/ 1039362 h 6858000"/>
              <a:gd name="connsiteX646" fmla="*/ 4002862 w 7467600"/>
              <a:gd name="connsiteY646" fmla="*/ 1042866 h 6858000"/>
              <a:gd name="connsiteX647" fmla="*/ 4002475 w 7467600"/>
              <a:gd name="connsiteY647" fmla="*/ 1037802 h 6858000"/>
              <a:gd name="connsiteX648" fmla="*/ 506322 w 7467600"/>
              <a:gd name="connsiteY648" fmla="*/ 1020997 h 6858000"/>
              <a:gd name="connsiteX649" fmla="*/ 533068 w 7467600"/>
              <a:gd name="connsiteY649" fmla="*/ 1029409 h 6858000"/>
              <a:gd name="connsiteX650" fmla="*/ 1232525 w 7467600"/>
              <a:gd name="connsiteY650" fmla="*/ 1804675 h 6858000"/>
              <a:gd name="connsiteX651" fmla="*/ 1388858 w 7467600"/>
              <a:gd name="connsiteY651" fmla="*/ 2368011 h 6858000"/>
              <a:gd name="connsiteX652" fmla="*/ 1384098 w 7467600"/>
              <a:gd name="connsiteY652" fmla="*/ 2378125 h 6858000"/>
              <a:gd name="connsiteX653" fmla="*/ 1425393 w 7467600"/>
              <a:gd name="connsiteY653" fmla="*/ 2589124 h 6858000"/>
              <a:gd name="connsiteX654" fmla="*/ 1424001 w 7467600"/>
              <a:gd name="connsiteY654" fmla="*/ 2597541 h 6858000"/>
              <a:gd name="connsiteX655" fmla="*/ 2152729 w 7467600"/>
              <a:gd name="connsiteY655" fmla="*/ 2864487 h 6858000"/>
              <a:gd name="connsiteX656" fmla="*/ 2020609 w 7467600"/>
              <a:gd name="connsiteY656" fmla="*/ 2539671 h 6858000"/>
              <a:gd name="connsiteX657" fmla="*/ 2018920 w 7467600"/>
              <a:gd name="connsiteY657" fmla="*/ 2536309 h 6858000"/>
              <a:gd name="connsiteX658" fmla="*/ 1342441 w 7467600"/>
              <a:gd name="connsiteY658" fmla="*/ 1173017 h 6858000"/>
              <a:gd name="connsiteX659" fmla="*/ 1367925 w 7467600"/>
              <a:gd name="connsiteY659" fmla="*/ 1135648 h 6858000"/>
              <a:gd name="connsiteX660" fmla="*/ 1771401 w 7467600"/>
              <a:gd name="connsiteY660" fmla="*/ 1806673 h 6858000"/>
              <a:gd name="connsiteX661" fmla="*/ 1972385 w 7467600"/>
              <a:gd name="connsiteY661" fmla="*/ 2198735 h 6858000"/>
              <a:gd name="connsiteX662" fmla="*/ 2040892 w 7467600"/>
              <a:gd name="connsiteY662" fmla="*/ 2405205 h 6858000"/>
              <a:gd name="connsiteX663" fmla="*/ 2131689 w 7467600"/>
              <a:gd name="connsiteY663" fmla="*/ 1936926 h 6858000"/>
              <a:gd name="connsiteX664" fmla="*/ 2454820 w 7467600"/>
              <a:gd name="connsiteY664" fmla="*/ 1248808 h 6858000"/>
              <a:gd name="connsiteX665" fmla="*/ 2492512 w 7467600"/>
              <a:gd name="connsiteY665" fmla="*/ 1302920 h 6858000"/>
              <a:gd name="connsiteX666" fmla="*/ 2081216 w 7467600"/>
              <a:gd name="connsiteY666" fmla="*/ 2527513 h 6858000"/>
              <a:gd name="connsiteX667" fmla="*/ 2081211 w 7467600"/>
              <a:gd name="connsiteY667" fmla="*/ 2528916 h 6858000"/>
              <a:gd name="connsiteX668" fmla="*/ 2199067 w 7467600"/>
              <a:gd name="connsiteY668" fmla="*/ 2884061 h 6858000"/>
              <a:gd name="connsiteX669" fmla="*/ 3192586 w 7467600"/>
              <a:gd name="connsiteY669" fmla="*/ 3411496 h 6858000"/>
              <a:gd name="connsiteX670" fmla="*/ 3182620 w 7467600"/>
              <a:gd name="connsiteY670" fmla="*/ 3483279 h 6858000"/>
              <a:gd name="connsiteX671" fmla="*/ 2435119 w 7467600"/>
              <a:gd name="connsiteY671" fmla="*/ 3080173 h 6858000"/>
              <a:gd name="connsiteX672" fmla="*/ 2410152 w 7467600"/>
              <a:gd name="connsiteY672" fmla="*/ 3063751 h 6858000"/>
              <a:gd name="connsiteX673" fmla="*/ 2408099 w 7467600"/>
              <a:gd name="connsiteY673" fmla="*/ 3064403 h 6858000"/>
              <a:gd name="connsiteX674" fmla="*/ 2407218 w 7467600"/>
              <a:gd name="connsiteY674" fmla="*/ 3070324 h 6858000"/>
              <a:gd name="connsiteX675" fmla="*/ 2380138 w 7467600"/>
              <a:gd name="connsiteY675" fmla="*/ 3099341 h 6858000"/>
              <a:gd name="connsiteX676" fmla="*/ 1765923 w 7467600"/>
              <a:gd name="connsiteY676" fmla="*/ 3581043 h 6858000"/>
              <a:gd name="connsiteX677" fmla="*/ 1702258 w 7467600"/>
              <a:gd name="connsiteY677" fmla="*/ 3612286 h 6858000"/>
              <a:gd name="connsiteX678" fmla="*/ 1538370 w 7467600"/>
              <a:gd name="connsiteY678" fmla="*/ 3811804 h 6858000"/>
              <a:gd name="connsiteX679" fmla="*/ 542867 w 7467600"/>
              <a:gd name="connsiteY679" fmla="*/ 4944092 h 6858000"/>
              <a:gd name="connsiteX680" fmla="*/ 515800 w 7467600"/>
              <a:gd name="connsiteY680" fmla="*/ 4862180 h 6858000"/>
              <a:gd name="connsiteX681" fmla="*/ 909145 w 7467600"/>
              <a:gd name="connsiteY681" fmla="*/ 4199225 h 6858000"/>
              <a:gd name="connsiteX682" fmla="*/ 1214067 w 7467600"/>
              <a:gd name="connsiteY682" fmla="*/ 3908561 h 6858000"/>
              <a:gd name="connsiteX683" fmla="*/ 640967 w 7467600"/>
              <a:gd name="connsiteY683" fmla="*/ 4105601 h 6858000"/>
              <a:gd name="connsiteX684" fmla="*/ 112563 w 7467600"/>
              <a:gd name="connsiteY684" fmla="*/ 4396952 h 6858000"/>
              <a:gd name="connsiteX685" fmla="*/ 0 w 7467600"/>
              <a:gd name="connsiteY685" fmla="*/ 4466006 h 6858000"/>
              <a:gd name="connsiteX686" fmla="*/ 0 w 7467600"/>
              <a:gd name="connsiteY686" fmla="*/ 4233763 h 6858000"/>
              <a:gd name="connsiteX687" fmla="*/ 36881 w 7467600"/>
              <a:gd name="connsiteY687" fmla="*/ 4200118 h 6858000"/>
              <a:gd name="connsiteX688" fmla="*/ 910534 w 7467600"/>
              <a:gd name="connsiteY688" fmla="*/ 3629753 h 6858000"/>
              <a:gd name="connsiteX689" fmla="*/ 1578717 w 7467600"/>
              <a:gd name="connsiteY689" fmla="*/ 3575982 h 6858000"/>
              <a:gd name="connsiteX690" fmla="*/ 2338780 w 7467600"/>
              <a:gd name="connsiteY690" fmla="*/ 3033725 h 6858000"/>
              <a:gd name="connsiteX691" fmla="*/ 1807991 w 7467600"/>
              <a:gd name="connsiteY691" fmla="*/ 2807184 h 6858000"/>
              <a:gd name="connsiteX692" fmla="*/ 1416358 w 7467600"/>
              <a:gd name="connsiteY692" fmla="*/ 3112571 h 6858000"/>
              <a:gd name="connsiteX693" fmla="*/ 939066 w 7467600"/>
              <a:gd name="connsiteY693" fmla="*/ 3378798 h 6858000"/>
              <a:gd name="connsiteX694" fmla="*/ 115099 w 7467600"/>
              <a:gd name="connsiteY694" fmla="*/ 3607650 h 6858000"/>
              <a:gd name="connsiteX695" fmla="*/ 97284 w 7467600"/>
              <a:gd name="connsiteY695" fmla="*/ 3520393 h 6858000"/>
              <a:gd name="connsiteX696" fmla="*/ 922050 w 7467600"/>
              <a:gd name="connsiteY696" fmla="*/ 3074867 h 6858000"/>
              <a:gd name="connsiteX697" fmla="*/ 1405265 w 7467600"/>
              <a:gd name="connsiteY697" fmla="*/ 3016319 h 6858000"/>
              <a:gd name="connsiteX698" fmla="*/ 1407512 w 7467600"/>
              <a:gd name="connsiteY698" fmla="*/ 3018001 h 6858000"/>
              <a:gd name="connsiteX699" fmla="*/ 1726266 w 7467600"/>
              <a:gd name="connsiteY699" fmla="*/ 2777274 h 6858000"/>
              <a:gd name="connsiteX700" fmla="*/ 625390 w 7467600"/>
              <a:gd name="connsiteY700" fmla="*/ 2514541 h 6858000"/>
              <a:gd name="connsiteX701" fmla="*/ 619799 w 7467600"/>
              <a:gd name="connsiteY701" fmla="*/ 2527180 h 6858000"/>
              <a:gd name="connsiteX702" fmla="*/ 310030 w 7467600"/>
              <a:gd name="connsiteY702" fmla="*/ 2771818 h 6858000"/>
              <a:gd name="connsiteX703" fmla="*/ 173877 w 7467600"/>
              <a:gd name="connsiteY703" fmla="*/ 2937056 h 6858000"/>
              <a:gd name="connsiteX704" fmla="*/ 77889 w 7467600"/>
              <a:gd name="connsiteY704" fmla="*/ 3138440 h 6858000"/>
              <a:gd name="connsiteX705" fmla="*/ 0 w 7467600"/>
              <a:gd name="connsiteY705" fmla="*/ 3271395 h 6858000"/>
              <a:gd name="connsiteX706" fmla="*/ 0 w 7467600"/>
              <a:gd name="connsiteY706" fmla="*/ 3153002 h 6858000"/>
              <a:gd name="connsiteX707" fmla="*/ 2386 w 7467600"/>
              <a:gd name="connsiteY707" fmla="*/ 3149203 h 6858000"/>
              <a:gd name="connsiteX708" fmla="*/ 89753 w 7467600"/>
              <a:gd name="connsiteY708" fmla="*/ 2987702 h 6858000"/>
              <a:gd name="connsiteX709" fmla="*/ 76869 w 7467600"/>
              <a:gd name="connsiteY709" fmla="*/ 3005404 h 6858000"/>
              <a:gd name="connsiteX710" fmla="*/ 32049 w 7467600"/>
              <a:gd name="connsiteY710" fmla="*/ 3065814 h 6858000"/>
              <a:gd name="connsiteX711" fmla="*/ 0 w 7467600"/>
              <a:gd name="connsiteY711" fmla="*/ 3108744 h 6858000"/>
              <a:gd name="connsiteX712" fmla="*/ 0 w 7467600"/>
              <a:gd name="connsiteY712" fmla="*/ 3058059 h 6858000"/>
              <a:gd name="connsiteX713" fmla="*/ 7610 w 7467600"/>
              <a:gd name="connsiteY713" fmla="*/ 3047889 h 6858000"/>
              <a:gd name="connsiteX714" fmla="*/ 52419 w 7467600"/>
              <a:gd name="connsiteY714" fmla="*/ 2987479 h 6858000"/>
              <a:gd name="connsiteX715" fmla="*/ 59142 w 7467600"/>
              <a:gd name="connsiteY715" fmla="*/ 2978488 h 6858000"/>
              <a:gd name="connsiteX716" fmla="*/ 0 w 7467600"/>
              <a:gd name="connsiteY716" fmla="*/ 3015334 h 6858000"/>
              <a:gd name="connsiteX717" fmla="*/ 0 w 7467600"/>
              <a:gd name="connsiteY717" fmla="*/ 2914286 h 6858000"/>
              <a:gd name="connsiteX718" fmla="*/ 36383 w 7467600"/>
              <a:gd name="connsiteY718" fmla="*/ 2901128 h 6858000"/>
              <a:gd name="connsiteX719" fmla="*/ 156329 w 7467600"/>
              <a:gd name="connsiteY719" fmla="*/ 2840533 h 6858000"/>
              <a:gd name="connsiteX720" fmla="*/ 358355 w 7467600"/>
              <a:gd name="connsiteY720" fmla="*/ 2620471 h 6858000"/>
              <a:gd name="connsiteX721" fmla="*/ 510577 w 7467600"/>
              <a:gd name="connsiteY721" fmla="*/ 2501244 h 6858000"/>
              <a:gd name="connsiteX722" fmla="*/ 211967 w 7467600"/>
              <a:gd name="connsiteY722" fmla="*/ 2479171 h 6858000"/>
              <a:gd name="connsiteX723" fmla="*/ 0 w 7467600"/>
              <a:gd name="connsiteY723" fmla="*/ 2476398 h 6858000"/>
              <a:gd name="connsiteX724" fmla="*/ 0 w 7467600"/>
              <a:gd name="connsiteY724" fmla="*/ 2389189 h 6858000"/>
              <a:gd name="connsiteX725" fmla="*/ 103062 w 7467600"/>
              <a:gd name="connsiteY725" fmla="*/ 2389518 h 6858000"/>
              <a:gd name="connsiteX726" fmla="*/ 510734 w 7467600"/>
              <a:gd name="connsiteY726" fmla="*/ 2416201 h 6858000"/>
              <a:gd name="connsiteX727" fmla="*/ 279257 w 7467600"/>
              <a:gd name="connsiteY727" fmla="*/ 2092102 h 6858000"/>
              <a:gd name="connsiteX728" fmla="*/ 65265 w 7467600"/>
              <a:gd name="connsiteY728" fmla="*/ 2006049 h 6858000"/>
              <a:gd name="connsiteX729" fmla="*/ 0 w 7467600"/>
              <a:gd name="connsiteY729" fmla="*/ 1982532 h 6858000"/>
              <a:gd name="connsiteX730" fmla="*/ 0 w 7467600"/>
              <a:gd name="connsiteY730" fmla="*/ 1912789 h 6858000"/>
              <a:gd name="connsiteX731" fmla="*/ 97460 w 7467600"/>
              <a:gd name="connsiteY731" fmla="*/ 1953725 h 6858000"/>
              <a:gd name="connsiteX732" fmla="*/ 221272 w 7467600"/>
              <a:gd name="connsiteY732" fmla="*/ 1980766 h 6858000"/>
              <a:gd name="connsiteX733" fmla="*/ 116765 w 7467600"/>
              <a:gd name="connsiteY733" fmla="*/ 1911033 h 6858000"/>
              <a:gd name="connsiteX734" fmla="*/ 16405 w 7467600"/>
              <a:gd name="connsiteY734" fmla="*/ 1803412 h 6858000"/>
              <a:gd name="connsiteX735" fmla="*/ 0 w 7467600"/>
              <a:gd name="connsiteY735" fmla="*/ 1784777 h 6858000"/>
              <a:gd name="connsiteX736" fmla="*/ 0 w 7467600"/>
              <a:gd name="connsiteY736" fmla="*/ 1740082 h 6858000"/>
              <a:gd name="connsiteX737" fmla="*/ 39394 w 7467600"/>
              <a:gd name="connsiteY737" fmla="*/ 1784856 h 6858000"/>
              <a:gd name="connsiteX738" fmla="*/ 135813 w 7467600"/>
              <a:gd name="connsiteY738" fmla="*/ 1888838 h 6858000"/>
              <a:gd name="connsiteX739" fmla="*/ 242575 w 7467600"/>
              <a:gd name="connsiteY739" fmla="*/ 1958841 h 6858000"/>
              <a:gd name="connsiteX740" fmla="*/ 82197 w 7467600"/>
              <a:gd name="connsiteY740" fmla="*/ 1754826 h 6858000"/>
              <a:gd name="connsiteX741" fmla="*/ 0 w 7467600"/>
              <a:gd name="connsiteY741" fmla="*/ 1679650 h 6858000"/>
              <a:gd name="connsiteX742" fmla="*/ 0 w 7467600"/>
              <a:gd name="connsiteY742" fmla="*/ 1602463 h 6858000"/>
              <a:gd name="connsiteX743" fmla="*/ 84689 w 7467600"/>
              <a:gd name="connsiteY743" fmla="*/ 1677442 h 6858000"/>
              <a:gd name="connsiteX744" fmla="*/ 298437 w 7467600"/>
              <a:gd name="connsiteY744" fmla="*/ 1968019 h 6858000"/>
              <a:gd name="connsiteX745" fmla="*/ 227269 w 7467600"/>
              <a:gd name="connsiteY745" fmla="*/ 1114064 h 6858000"/>
              <a:gd name="connsiteX746" fmla="*/ 248003 w 7467600"/>
              <a:gd name="connsiteY746" fmla="*/ 1089613 h 6858000"/>
              <a:gd name="connsiteX747" fmla="*/ 427020 w 7467600"/>
              <a:gd name="connsiteY747" fmla="*/ 1619803 h 6858000"/>
              <a:gd name="connsiteX748" fmla="*/ 340345 w 7467600"/>
              <a:gd name="connsiteY748" fmla="*/ 2027739 h 6858000"/>
              <a:gd name="connsiteX749" fmla="*/ 360865 w 7467600"/>
              <a:gd name="connsiteY749" fmla="*/ 2044827 h 6858000"/>
              <a:gd name="connsiteX750" fmla="*/ 560414 w 7467600"/>
              <a:gd name="connsiteY750" fmla="*/ 2421457 h 6858000"/>
              <a:gd name="connsiteX751" fmla="*/ 1359703 w 7467600"/>
              <a:gd name="connsiteY751" fmla="*/ 2578554 h 6858000"/>
              <a:gd name="connsiteX752" fmla="*/ 1359422 w 7467600"/>
              <a:gd name="connsiteY752" fmla="*/ 2577994 h 6858000"/>
              <a:gd name="connsiteX753" fmla="*/ 828701 w 7467600"/>
              <a:gd name="connsiteY753" fmla="*/ 1839520 h 6858000"/>
              <a:gd name="connsiteX754" fmla="*/ 494427 w 7467600"/>
              <a:gd name="connsiteY754" fmla="*/ 1092333 h 6858000"/>
              <a:gd name="connsiteX755" fmla="*/ 506322 w 7467600"/>
              <a:gd name="connsiteY755" fmla="*/ 1020997 h 6858000"/>
              <a:gd name="connsiteX756" fmla="*/ 4570198 w 7467600"/>
              <a:gd name="connsiteY756" fmla="*/ 978081 h 6858000"/>
              <a:gd name="connsiteX757" fmla="*/ 4523691 w 7467600"/>
              <a:gd name="connsiteY757" fmla="*/ 1127776 h 6858000"/>
              <a:gd name="connsiteX758" fmla="*/ 4509875 w 7467600"/>
              <a:gd name="connsiteY758" fmla="*/ 1167552 h 6858000"/>
              <a:gd name="connsiteX759" fmla="*/ 4478168 w 7467600"/>
              <a:gd name="connsiteY759" fmla="*/ 1260735 h 6858000"/>
              <a:gd name="connsiteX760" fmla="*/ 4409309 w 7467600"/>
              <a:gd name="connsiteY760" fmla="*/ 1666996 h 6858000"/>
              <a:gd name="connsiteX761" fmla="*/ 4370031 w 7467600"/>
              <a:gd name="connsiteY761" fmla="*/ 1955666 h 6858000"/>
              <a:gd name="connsiteX762" fmla="*/ 4570198 w 7467600"/>
              <a:gd name="connsiteY762" fmla="*/ 978081 h 6858000"/>
              <a:gd name="connsiteX763" fmla="*/ 4557898 w 7467600"/>
              <a:gd name="connsiteY763" fmla="*/ 900011 h 6858000"/>
              <a:gd name="connsiteX764" fmla="*/ 4344840 w 7467600"/>
              <a:gd name="connsiteY764" fmla="*/ 1922038 h 6858000"/>
              <a:gd name="connsiteX765" fmla="*/ 4378710 w 7467600"/>
              <a:gd name="connsiteY765" fmla="*/ 1665516 h 6858000"/>
              <a:gd name="connsiteX766" fmla="*/ 4448798 w 7467600"/>
              <a:gd name="connsiteY766" fmla="*/ 1253024 h 6858000"/>
              <a:gd name="connsiteX767" fmla="*/ 4480315 w 7467600"/>
              <a:gd name="connsiteY767" fmla="*/ 1158454 h 6858000"/>
              <a:gd name="connsiteX768" fmla="*/ 4494133 w 7467600"/>
              <a:gd name="connsiteY768" fmla="*/ 1118676 h 6858000"/>
              <a:gd name="connsiteX769" fmla="*/ 4557898 w 7467600"/>
              <a:gd name="connsiteY769" fmla="*/ 900011 h 6858000"/>
              <a:gd name="connsiteX770" fmla="*/ 5870151 w 7467600"/>
              <a:gd name="connsiteY770" fmla="*/ 898890 h 6858000"/>
              <a:gd name="connsiteX771" fmla="*/ 5861335 w 7467600"/>
              <a:gd name="connsiteY771" fmla="*/ 899177 h 6858000"/>
              <a:gd name="connsiteX772" fmla="*/ 5843702 w 7467600"/>
              <a:gd name="connsiteY772" fmla="*/ 899748 h 6858000"/>
              <a:gd name="connsiteX773" fmla="*/ 5651107 w 7467600"/>
              <a:gd name="connsiteY773" fmla="*/ 920306 h 6858000"/>
              <a:gd name="connsiteX774" fmla="*/ 5459407 w 7467600"/>
              <a:gd name="connsiteY774" fmla="*/ 940975 h 6858000"/>
              <a:gd name="connsiteX775" fmla="*/ 5374846 w 7467600"/>
              <a:gd name="connsiteY775" fmla="*/ 941988 h 6858000"/>
              <a:gd name="connsiteX776" fmla="*/ 5256105 w 7467600"/>
              <a:gd name="connsiteY776" fmla="*/ 945632 h 6858000"/>
              <a:gd name="connsiteX777" fmla="*/ 5107071 w 7467600"/>
              <a:gd name="connsiteY777" fmla="*/ 969720 h 6858000"/>
              <a:gd name="connsiteX778" fmla="*/ 4998681 w 7467600"/>
              <a:gd name="connsiteY778" fmla="*/ 988771 h 6858000"/>
              <a:gd name="connsiteX779" fmla="*/ 5870151 w 7467600"/>
              <a:gd name="connsiteY779" fmla="*/ 898890 h 6858000"/>
              <a:gd name="connsiteX780" fmla="*/ 5504425 w 7467600"/>
              <a:gd name="connsiteY780" fmla="*/ 848067 h 6858000"/>
              <a:gd name="connsiteX781" fmla="*/ 4968849 w 7467600"/>
              <a:gd name="connsiteY781" fmla="*/ 962318 h 6858000"/>
              <a:gd name="connsiteX782" fmla="*/ 5104039 w 7467600"/>
              <a:gd name="connsiteY782" fmla="*/ 940634 h 6858000"/>
              <a:gd name="connsiteX783" fmla="*/ 5256311 w 7467600"/>
              <a:gd name="connsiteY783" fmla="*/ 916490 h 6858000"/>
              <a:gd name="connsiteX784" fmla="*/ 5377381 w 7467600"/>
              <a:gd name="connsiteY784" fmla="*/ 912671 h 6858000"/>
              <a:gd name="connsiteX785" fmla="*/ 5460148 w 7467600"/>
              <a:gd name="connsiteY785" fmla="*/ 911442 h 6858000"/>
              <a:gd name="connsiteX786" fmla="*/ 5648971 w 7467600"/>
              <a:gd name="connsiteY786" fmla="*/ 891331 h 6858000"/>
              <a:gd name="connsiteX787" fmla="*/ 5844807 w 7467600"/>
              <a:gd name="connsiteY787" fmla="*/ 870718 h 6858000"/>
              <a:gd name="connsiteX788" fmla="*/ 5862975 w 7467600"/>
              <a:gd name="connsiteY788" fmla="*/ 869756 h 6858000"/>
              <a:gd name="connsiteX789" fmla="*/ 5920887 w 7467600"/>
              <a:gd name="connsiteY789" fmla="*/ 865929 h 6858000"/>
              <a:gd name="connsiteX790" fmla="*/ 5504425 w 7467600"/>
              <a:gd name="connsiteY790" fmla="*/ 848067 h 6858000"/>
              <a:gd name="connsiteX791" fmla="*/ 3607114 w 7467600"/>
              <a:gd name="connsiteY791" fmla="*/ 467441 h 6858000"/>
              <a:gd name="connsiteX792" fmla="*/ 3296242 w 7467600"/>
              <a:gd name="connsiteY792" fmla="*/ 807991 h 6858000"/>
              <a:gd name="connsiteX793" fmla="*/ 3174674 w 7467600"/>
              <a:gd name="connsiteY793" fmla="*/ 919759 h 6858000"/>
              <a:gd name="connsiteX794" fmla="*/ 3042978 w 7467600"/>
              <a:gd name="connsiteY794" fmla="*/ 1054894 h 6858000"/>
              <a:gd name="connsiteX795" fmla="*/ 2968914 w 7467600"/>
              <a:gd name="connsiteY795" fmla="*/ 1133756 h 6858000"/>
              <a:gd name="connsiteX796" fmla="*/ 3103823 w 7467600"/>
              <a:gd name="connsiteY796" fmla="*/ 1026814 h 6858000"/>
              <a:gd name="connsiteX797" fmla="*/ 3607114 w 7467600"/>
              <a:gd name="connsiteY797" fmla="*/ 467441 h 6858000"/>
              <a:gd name="connsiteX798" fmla="*/ 3744487 w 7467600"/>
              <a:gd name="connsiteY798" fmla="*/ 383136 h 6858000"/>
              <a:gd name="connsiteX799" fmla="*/ 3970213 w 7467600"/>
              <a:gd name="connsiteY799" fmla="*/ 995559 h 6858000"/>
              <a:gd name="connsiteX800" fmla="*/ 3744487 w 7467600"/>
              <a:gd name="connsiteY800" fmla="*/ 383136 h 6858000"/>
              <a:gd name="connsiteX801" fmla="*/ 3624562 w 7467600"/>
              <a:gd name="connsiteY801" fmla="*/ 367041 h 6858000"/>
              <a:gd name="connsiteX802" fmla="*/ 3489712 w 7467600"/>
              <a:gd name="connsiteY802" fmla="*/ 485386 h 6858000"/>
              <a:gd name="connsiteX803" fmla="*/ 3182994 w 7467600"/>
              <a:gd name="connsiteY803" fmla="*/ 828265 h 6858000"/>
              <a:gd name="connsiteX804" fmla="*/ 2892114 w 7467600"/>
              <a:gd name="connsiteY804" fmla="*/ 1172635 h 6858000"/>
              <a:gd name="connsiteX805" fmla="*/ 3021459 w 7467600"/>
              <a:gd name="connsiteY805" fmla="*/ 1035385 h 6858000"/>
              <a:gd name="connsiteX806" fmla="*/ 3153873 w 7467600"/>
              <a:gd name="connsiteY806" fmla="*/ 898971 h 6858000"/>
              <a:gd name="connsiteX807" fmla="*/ 3276511 w 7467600"/>
              <a:gd name="connsiteY807" fmla="*/ 786423 h 6858000"/>
              <a:gd name="connsiteX808" fmla="*/ 3584154 w 7467600"/>
              <a:gd name="connsiteY808" fmla="*/ 448218 h 6858000"/>
              <a:gd name="connsiteX809" fmla="*/ 3624562 w 7467600"/>
              <a:gd name="connsiteY809" fmla="*/ 367041 h 6858000"/>
              <a:gd name="connsiteX810" fmla="*/ 3766672 w 7467600"/>
              <a:gd name="connsiteY810" fmla="*/ 359429 h 6858000"/>
              <a:gd name="connsiteX811" fmla="*/ 3996338 w 7467600"/>
              <a:gd name="connsiteY811" fmla="*/ 968237 h 6858000"/>
              <a:gd name="connsiteX812" fmla="*/ 3766672 w 7467600"/>
              <a:gd name="connsiteY812" fmla="*/ 359429 h 6858000"/>
              <a:gd name="connsiteX813" fmla="*/ 5805386 w 7467600"/>
              <a:gd name="connsiteY813" fmla="*/ 239240 h 6858000"/>
              <a:gd name="connsiteX814" fmla="*/ 5736947 w 7467600"/>
              <a:gd name="connsiteY814" fmla="*/ 261367 h 6858000"/>
              <a:gd name="connsiteX815" fmla="*/ 5427012 w 7467600"/>
              <a:gd name="connsiteY815" fmla="*/ 311272 h 6858000"/>
              <a:gd name="connsiteX816" fmla="*/ 5147818 w 7467600"/>
              <a:gd name="connsiteY816" fmla="*/ 322112 h 6858000"/>
              <a:gd name="connsiteX817" fmla="*/ 5060854 w 7467600"/>
              <a:gd name="connsiteY817" fmla="*/ 311882 h 6858000"/>
              <a:gd name="connsiteX818" fmla="*/ 4945989 w 7467600"/>
              <a:gd name="connsiteY818" fmla="*/ 300516 h 6858000"/>
              <a:gd name="connsiteX819" fmla="*/ 5410479 w 7467600"/>
              <a:gd name="connsiteY819" fmla="*/ 348434 h 6858000"/>
              <a:gd name="connsiteX820" fmla="*/ 5805386 w 7467600"/>
              <a:gd name="connsiteY820" fmla="*/ 239240 h 6858000"/>
              <a:gd name="connsiteX821" fmla="*/ 5905192 w 7467600"/>
              <a:gd name="connsiteY821" fmla="*/ 163079 h 6858000"/>
              <a:gd name="connsiteX822" fmla="*/ 5865655 w 7467600"/>
              <a:gd name="connsiteY822" fmla="*/ 171901 h 6858000"/>
              <a:gd name="connsiteX823" fmla="*/ 5259740 w 7467600"/>
              <a:gd name="connsiteY823" fmla="*/ 257013 h 6858000"/>
              <a:gd name="connsiteX824" fmla="*/ 5208466 w 7467600"/>
              <a:gd name="connsiteY824" fmla="*/ 257550 h 6858000"/>
              <a:gd name="connsiteX825" fmla="*/ 4980204 w 7467600"/>
              <a:gd name="connsiteY825" fmla="*/ 271903 h 6858000"/>
              <a:gd name="connsiteX826" fmla="*/ 5068068 w 7467600"/>
              <a:gd name="connsiteY826" fmla="*/ 282244 h 6858000"/>
              <a:gd name="connsiteX827" fmla="*/ 5153231 w 7467600"/>
              <a:gd name="connsiteY827" fmla="*/ 292240 h 6858000"/>
              <a:gd name="connsiteX828" fmla="*/ 5426491 w 7467600"/>
              <a:gd name="connsiteY828" fmla="*/ 281128 h 6858000"/>
              <a:gd name="connsiteX829" fmla="*/ 5731212 w 7467600"/>
              <a:gd name="connsiteY829" fmla="*/ 231951 h 6858000"/>
              <a:gd name="connsiteX830" fmla="*/ 5905192 w 7467600"/>
              <a:gd name="connsiteY830" fmla="*/ 163079 h 6858000"/>
              <a:gd name="connsiteX831" fmla="*/ 5944437 w 7467600"/>
              <a:gd name="connsiteY831" fmla="*/ 113829 h 6858000"/>
              <a:gd name="connsiteX832" fmla="*/ 5825032 w 7467600"/>
              <a:gd name="connsiteY832" fmla="*/ 146405 h 6858000"/>
              <a:gd name="connsiteX833" fmla="*/ 4955599 w 7467600"/>
              <a:gd name="connsiteY833" fmla="*/ 247008 h 6858000"/>
              <a:gd name="connsiteX834" fmla="*/ 5210104 w 7467600"/>
              <a:gd name="connsiteY834" fmla="*/ 228123 h 6858000"/>
              <a:gd name="connsiteX835" fmla="*/ 5261015 w 7467600"/>
              <a:gd name="connsiteY835" fmla="*/ 227087 h 6858000"/>
              <a:gd name="connsiteX836" fmla="*/ 5861181 w 7467600"/>
              <a:gd name="connsiteY836" fmla="*/ 143093 h 6858000"/>
              <a:gd name="connsiteX837" fmla="*/ 5961252 w 7467600"/>
              <a:gd name="connsiteY837" fmla="*/ 114820 h 6858000"/>
              <a:gd name="connsiteX838" fmla="*/ 5944437 w 7467600"/>
              <a:gd name="connsiteY838" fmla="*/ 113829 h 6858000"/>
              <a:gd name="connsiteX839" fmla="*/ 3882765 w 7467600"/>
              <a:gd name="connsiteY839" fmla="*/ 0 h 6858000"/>
              <a:gd name="connsiteX840" fmla="*/ 3995099 w 7467600"/>
              <a:gd name="connsiteY840" fmla="*/ 0 h 6858000"/>
              <a:gd name="connsiteX841" fmla="*/ 4163818 w 7467600"/>
              <a:gd name="connsiteY841" fmla="*/ 234104 h 6858000"/>
              <a:gd name="connsiteX842" fmla="*/ 4172099 w 7467600"/>
              <a:gd name="connsiteY842" fmla="*/ 234207 h 6858000"/>
              <a:gd name="connsiteX843" fmla="*/ 4784282 w 7467600"/>
              <a:gd name="connsiteY843" fmla="*/ 276561 h 6858000"/>
              <a:gd name="connsiteX844" fmla="*/ 4801687 w 7467600"/>
              <a:gd name="connsiteY844" fmla="*/ 267764 h 6858000"/>
              <a:gd name="connsiteX845" fmla="*/ 6082788 w 7467600"/>
              <a:gd name="connsiteY845" fmla="*/ 64119 h 6858000"/>
              <a:gd name="connsiteX846" fmla="*/ 6099442 w 7467600"/>
              <a:gd name="connsiteY846" fmla="*/ 82568 h 6858000"/>
              <a:gd name="connsiteX847" fmla="*/ 4804137 w 7467600"/>
              <a:gd name="connsiteY847" fmla="*/ 320931 h 6858000"/>
              <a:gd name="connsiteX848" fmla="*/ 4227047 w 7467600"/>
              <a:gd name="connsiteY848" fmla="*/ 313415 h 6858000"/>
              <a:gd name="connsiteX849" fmla="*/ 4346041 w 7467600"/>
              <a:gd name="connsiteY849" fmla="*/ 456086 h 6858000"/>
              <a:gd name="connsiteX850" fmla="*/ 4870967 w 7467600"/>
              <a:gd name="connsiteY850" fmla="*/ 963061 h 6858000"/>
              <a:gd name="connsiteX851" fmla="*/ 4889647 w 7467600"/>
              <a:gd name="connsiteY851" fmla="*/ 957147 h 6858000"/>
              <a:gd name="connsiteX852" fmla="*/ 5422504 w 7467600"/>
              <a:gd name="connsiteY852" fmla="*/ 805191 h 6858000"/>
              <a:gd name="connsiteX853" fmla="*/ 6087656 w 7467600"/>
              <a:gd name="connsiteY853" fmla="*/ 826703 h 6858000"/>
              <a:gd name="connsiteX854" fmla="*/ 6058717 w 7467600"/>
              <a:gd name="connsiteY854" fmla="*/ 865992 h 6858000"/>
              <a:gd name="connsiteX855" fmla="*/ 4974153 w 7467600"/>
              <a:gd name="connsiteY855" fmla="*/ 1045456 h 6858000"/>
              <a:gd name="connsiteX856" fmla="*/ 5627835 w 7467600"/>
              <a:gd name="connsiteY856" fmla="*/ 1472077 h 6858000"/>
              <a:gd name="connsiteX857" fmla="*/ 5629817 w 7467600"/>
              <a:gd name="connsiteY857" fmla="*/ 1471412 h 6858000"/>
              <a:gd name="connsiteX858" fmla="*/ 5634124 w 7467600"/>
              <a:gd name="connsiteY858" fmla="*/ 1470572 h 6858000"/>
              <a:gd name="connsiteX859" fmla="*/ 5755832 w 7467600"/>
              <a:gd name="connsiteY859" fmla="*/ 1383886 h 6858000"/>
              <a:gd name="connsiteX860" fmla="*/ 6014186 w 7467600"/>
              <a:gd name="connsiteY860" fmla="*/ 1279799 h 6858000"/>
              <a:gd name="connsiteX861" fmla="*/ 6901619 w 7467600"/>
              <a:gd name="connsiteY861" fmla="*/ 1047874 h 6858000"/>
              <a:gd name="connsiteX862" fmla="*/ 6931566 w 7467600"/>
              <a:gd name="connsiteY862" fmla="*/ 1062034 h 6858000"/>
              <a:gd name="connsiteX863" fmla="*/ 5790982 w 7467600"/>
              <a:gd name="connsiteY863" fmla="*/ 1561380 h 6858000"/>
              <a:gd name="connsiteX864" fmla="*/ 6188971 w 7467600"/>
              <a:gd name="connsiteY864" fmla="*/ 1755168 h 6858000"/>
              <a:gd name="connsiteX865" fmla="*/ 6202446 w 7467600"/>
              <a:gd name="connsiteY865" fmla="*/ 1752268 h 6858000"/>
              <a:gd name="connsiteX866" fmla="*/ 7179560 w 7467600"/>
              <a:gd name="connsiteY866" fmla="*/ 1467551 h 6858000"/>
              <a:gd name="connsiteX867" fmla="*/ 7158730 w 7467600"/>
              <a:gd name="connsiteY867" fmla="*/ 1507835 h 6858000"/>
              <a:gd name="connsiteX868" fmla="*/ 6326959 w 7467600"/>
              <a:gd name="connsiteY868" fmla="*/ 1817686 h 6858000"/>
              <a:gd name="connsiteX869" fmla="*/ 6537433 w 7467600"/>
              <a:gd name="connsiteY869" fmla="*/ 1907790 h 6858000"/>
              <a:gd name="connsiteX870" fmla="*/ 6550221 w 7467600"/>
              <a:gd name="connsiteY870" fmla="*/ 1910729 h 6858000"/>
              <a:gd name="connsiteX871" fmla="*/ 6964438 w 7467600"/>
              <a:gd name="connsiteY871" fmla="*/ 2209505 h 6858000"/>
              <a:gd name="connsiteX872" fmla="*/ 7367862 w 7467600"/>
              <a:gd name="connsiteY872" fmla="*/ 2806833 h 6858000"/>
              <a:gd name="connsiteX873" fmla="*/ 7364329 w 7467600"/>
              <a:gd name="connsiteY873" fmla="*/ 2826907 h 6858000"/>
              <a:gd name="connsiteX874" fmla="*/ 7290545 w 7467600"/>
              <a:gd name="connsiteY874" fmla="*/ 2850663 h 6858000"/>
              <a:gd name="connsiteX875" fmla="*/ 6472036 w 7467600"/>
              <a:gd name="connsiteY875" fmla="*/ 1959003 h 6858000"/>
              <a:gd name="connsiteX876" fmla="*/ 5792897 w 7467600"/>
              <a:gd name="connsiteY876" fmla="*/ 1647747 h 6858000"/>
              <a:gd name="connsiteX877" fmla="*/ 5842751 w 7467600"/>
              <a:gd name="connsiteY877" fmla="*/ 1816112 h 6858000"/>
              <a:gd name="connsiteX878" fmla="*/ 5847424 w 7467600"/>
              <a:gd name="connsiteY878" fmla="*/ 1815776 h 6858000"/>
              <a:gd name="connsiteX879" fmla="*/ 6399821 w 7467600"/>
              <a:gd name="connsiteY879" fmla="*/ 2344799 h 6858000"/>
              <a:gd name="connsiteX880" fmla="*/ 6323232 w 7467600"/>
              <a:gd name="connsiteY880" fmla="*/ 2389634 h 6858000"/>
              <a:gd name="connsiteX881" fmla="*/ 5942958 w 7467600"/>
              <a:gd name="connsiteY881" fmla="*/ 2077708 h 6858000"/>
              <a:gd name="connsiteX882" fmla="*/ 5921559 w 7467600"/>
              <a:gd name="connsiteY882" fmla="*/ 2378596 h 6858000"/>
              <a:gd name="connsiteX883" fmla="*/ 5817651 w 7467600"/>
              <a:gd name="connsiteY883" fmla="*/ 3023919 h 6858000"/>
              <a:gd name="connsiteX884" fmla="*/ 5729634 w 7467600"/>
              <a:gd name="connsiteY884" fmla="*/ 3051849 h 6858000"/>
              <a:gd name="connsiteX885" fmla="*/ 5611018 w 7467600"/>
              <a:gd name="connsiteY885" fmla="*/ 2316769 h 6858000"/>
              <a:gd name="connsiteX886" fmla="*/ 5687608 w 7467600"/>
              <a:gd name="connsiteY886" fmla="*/ 2039972 h 6858000"/>
              <a:gd name="connsiteX887" fmla="*/ 5657554 w 7467600"/>
              <a:gd name="connsiteY887" fmla="*/ 1576445 h 6858000"/>
              <a:gd name="connsiteX888" fmla="*/ 5150475 w 7467600"/>
              <a:gd name="connsiteY888" fmla="*/ 1274012 h 6858000"/>
              <a:gd name="connsiteX889" fmla="*/ 5349142 w 7467600"/>
              <a:gd name="connsiteY889" fmla="*/ 2204405 h 6858000"/>
              <a:gd name="connsiteX890" fmla="*/ 5262214 w 7467600"/>
              <a:gd name="connsiteY890" fmla="*/ 2233836 h 6858000"/>
              <a:gd name="connsiteX891" fmla="*/ 4981539 w 7467600"/>
              <a:gd name="connsiteY891" fmla="*/ 1542201 h 6858000"/>
              <a:gd name="connsiteX892" fmla="*/ 4958461 w 7467600"/>
              <a:gd name="connsiteY892" fmla="*/ 1136957 h 6858000"/>
              <a:gd name="connsiteX893" fmla="*/ 4655015 w 7467600"/>
              <a:gd name="connsiteY893" fmla="*/ 891426 h 6858000"/>
              <a:gd name="connsiteX894" fmla="*/ 4348002 w 7467600"/>
              <a:gd name="connsiteY894" fmla="*/ 2205895 h 6858000"/>
              <a:gd name="connsiteX895" fmla="*/ 4262250 w 7467600"/>
              <a:gd name="connsiteY895" fmla="*/ 2219972 h 6858000"/>
              <a:gd name="connsiteX896" fmla="*/ 4550611 w 7467600"/>
              <a:gd name="connsiteY896" fmla="*/ 817540 h 6858000"/>
              <a:gd name="connsiteX897" fmla="*/ 4564418 w 7467600"/>
              <a:gd name="connsiteY897" fmla="*/ 808293 h 6858000"/>
              <a:gd name="connsiteX898" fmla="*/ 4266388 w 7467600"/>
              <a:gd name="connsiteY898" fmla="*/ 500083 h 6858000"/>
              <a:gd name="connsiteX899" fmla="*/ 4032842 w 7467600"/>
              <a:gd name="connsiteY899" fmla="*/ 211809 h 6858000"/>
              <a:gd name="connsiteX900" fmla="*/ 3882765 w 7467600"/>
              <a:gd name="connsiteY900" fmla="*/ 0 h 6858000"/>
              <a:gd name="connsiteX901" fmla="*/ 3721337 w 7467600"/>
              <a:gd name="connsiteY901" fmla="*/ 0 h 6858000"/>
              <a:gd name="connsiteX902" fmla="*/ 3797544 w 7467600"/>
              <a:gd name="connsiteY902" fmla="*/ 0 h 6858000"/>
              <a:gd name="connsiteX903" fmla="*/ 3775734 w 7467600"/>
              <a:gd name="connsiteY903" fmla="*/ 95131 h 6858000"/>
              <a:gd name="connsiteX904" fmla="*/ 3724807 w 7467600"/>
              <a:gd name="connsiteY904" fmla="*/ 272257 h 6858000"/>
              <a:gd name="connsiteX905" fmla="*/ 3726844 w 7467600"/>
              <a:gd name="connsiteY905" fmla="*/ 282988 h 6858000"/>
              <a:gd name="connsiteX906" fmla="*/ 3742664 w 7467600"/>
              <a:gd name="connsiteY906" fmla="*/ 279918 h 6858000"/>
              <a:gd name="connsiteX907" fmla="*/ 4103910 w 7467600"/>
              <a:gd name="connsiteY907" fmla="*/ 1161917 h 6858000"/>
              <a:gd name="connsiteX908" fmla="*/ 4020269 w 7467600"/>
              <a:gd name="connsiteY908" fmla="*/ 1200406 h 6858000"/>
              <a:gd name="connsiteX909" fmla="*/ 3674882 w 7467600"/>
              <a:gd name="connsiteY909" fmla="*/ 488524 h 6858000"/>
              <a:gd name="connsiteX910" fmla="*/ 3132682 w 7467600"/>
              <a:gd name="connsiteY910" fmla="*/ 1072284 h 6858000"/>
              <a:gd name="connsiteX911" fmla="*/ 2716346 w 7467600"/>
              <a:gd name="connsiteY911" fmla="*/ 1276376 h 6858000"/>
              <a:gd name="connsiteX912" fmla="*/ 2716772 w 7467600"/>
              <a:gd name="connsiteY912" fmla="*/ 1255462 h 6858000"/>
              <a:gd name="connsiteX913" fmla="*/ 3471096 w 7467600"/>
              <a:gd name="connsiteY913" fmla="*/ 437072 h 6858000"/>
              <a:gd name="connsiteX914" fmla="*/ 3639057 w 7467600"/>
              <a:gd name="connsiteY914" fmla="*/ 286334 h 6858000"/>
              <a:gd name="connsiteX915" fmla="*/ 3640309 w 7467600"/>
              <a:gd name="connsiteY915" fmla="*/ 284664 h 6858000"/>
              <a:gd name="connsiteX916" fmla="*/ 3646022 w 7467600"/>
              <a:gd name="connsiteY916" fmla="*/ 276711 h 6858000"/>
              <a:gd name="connsiteX917" fmla="*/ 3707943 w 7467600"/>
              <a:gd name="connsiteY917" fmla="*/ 65958 h 6858000"/>
              <a:gd name="connsiteX918" fmla="*/ 3721337 w 7467600"/>
              <a:gd name="connsiteY918" fmla="*/ 0 h 6858000"/>
              <a:gd name="connsiteX919" fmla="*/ 2867960 w 7467600"/>
              <a:gd name="connsiteY919" fmla="*/ 0 h 6858000"/>
              <a:gd name="connsiteX920" fmla="*/ 2926351 w 7467600"/>
              <a:gd name="connsiteY920" fmla="*/ 0 h 6858000"/>
              <a:gd name="connsiteX921" fmla="*/ 2902823 w 7467600"/>
              <a:gd name="connsiteY921" fmla="*/ 262929 h 6858000"/>
              <a:gd name="connsiteX922" fmla="*/ 2940663 w 7467600"/>
              <a:gd name="connsiteY922" fmla="*/ 140884 h 6858000"/>
              <a:gd name="connsiteX923" fmla="*/ 2947039 w 7467600"/>
              <a:gd name="connsiteY923" fmla="*/ 122524 h 6858000"/>
              <a:gd name="connsiteX924" fmla="*/ 2984316 w 7467600"/>
              <a:gd name="connsiteY924" fmla="*/ 0 h 6858000"/>
              <a:gd name="connsiteX925" fmla="*/ 3016114 w 7467600"/>
              <a:gd name="connsiteY925" fmla="*/ 0 h 6858000"/>
              <a:gd name="connsiteX926" fmla="*/ 2979949 w 7467600"/>
              <a:gd name="connsiteY926" fmla="*/ 119274 h 6858000"/>
              <a:gd name="connsiteX927" fmla="*/ 3023879 w 7467600"/>
              <a:gd name="connsiteY927" fmla="*/ 0 h 6858000"/>
              <a:gd name="connsiteX928" fmla="*/ 3105400 w 7467600"/>
              <a:gd name="connsiteY928" fmla="*/ 0 h 6858000"/>
              <a:gd name="connsiteX929" fmla="*/ 3094669 w 7467600"/>
              <a:gd name="connsiteY929" fmla="*/ 30308 h 6858000"/>
              <a:gd name="connsiteX930" fmla="*/ 2901945 w 7467600"/>
              <a:gd name="connsiteY930" fmla="*/ 466538 h 6858000"/>
              <a:gd name="connsiteX931" fmla="*/ 2815209 w 7467600"/>
              <a:gd name="connsiteY931" fmla="*/ 497361 h 6858000"/>
              <a:gd name="connsiteX932" fmla="*/ 2844845 w 7467600"/>
              <a:gd name="connsiteY932" fmla="*/ 127638 h 6858000"/>
              <a:gd name="connsiteX933" fmla="*/ 2867960 w 7467600"/>
              <a:gd name="connsiteY933" fmla="*/ 0 h 6858000"/>
              <a:gd name="connsiteX934" fmla="*/ 1057230 w 7467600"/>
              <a:gd name="connsiteY934" fmla="*/ 0 h 6858000"/>
              <a:gd name="connsiteX935" fmla="*/ 1111003 w 7467600"/>
              <a:gd name="connsiteY935" fmla="*/ 0 h 6858000"/>
              <a:gd name="connsiteX936" fmla="*/ 1125553 w 7467600"/>
              <a:gd name="connsiteY936" fmla="*/ 52588 h 6858000"/>
              <a:gd name="connsiteX937" fmla="*/ 1304276 w 7467600"/>
              <a:gd name="connsiteY937" fmla="*/ 476275 h 6858000"/>
              <a:gd name="connsiteX938" fmla="*/ 1492066 w 7467600"/>
              <a:gd name="connsiteY938" fmla="*/ 886333 h 6858000"/>
              <a:gd name="connsiteX939" fmla="*/ 1423698 w 7467600"/>
              <a:gd name="connsiteY939" fmla="*/ 710817 h 6858000"/>
              <a:gd name="connsiteX940" fmla="*/ 1357609 w 7467600"/>
              <a:gd name="connsiteY940" fmla="*/ 532892 h 6858000"/>
              <a:gd name="connsiteX941" fmla="*/ 1309550 w 7467600"/>
              <a:gd name="connsiteY941" fmla="*/ 374031 h 6858000"/>
              <a:gd name="connsiteX942" fmla="*/ 1193673 w 7467600"/>
              <a:gd name="connsiteY942" fmla="*/ 49533 h 6858000"/>
              <a:gd name="connsiteX943" fmla="*/ 1164391 w 7467600"/>
              <a:gd name="connsiteY943" fmla="*/ 0 h 6858000"/>
              <a:gd name="connsiteX944" fmla="*/ 1200666 w 7467600"/>
              <a:gd name="connsiteY944" fmla="*/ 0 h 6858000"/>
              <a:gd name="connsiteX945" fmla="*/ 1223408 w 7467600"/>
              <a:gd name="connsiteY945" fmla="*/ 38996 h 6858000"/>
              <a:gd name="connsiteX946" fmla="*/ 1339635 w 7467600"/>
              <a:gd name="connsiteY946" fmla="*/ 365517 h 6858000"/>
              <a:gd name="connsiteX947" fmla="*/ 1387469 w 7467600"/>
              <a:gd name="connsiteY947" fmla="*/ 523079 h 6858000"/>
              <a:gd name="connsiteX948" fmla="*/ 1452685 w 7467600"/>
              <a:gd name="connsiteY948" fmla="*/ 699806 h 6858000"/>
              <a:gd name="connsiteX949" fmla="*/ 1492092 w 7467600"/>
              <a:gd name="connsiteY949" fmla="*/ 800424 h 6858000"/>
              <a:gd name="connsiteX950" fmla="*/ 1455302 w 7467600"/>
              <a:gd name="connsiteY950" fmla="*/ 632913 h 6858000"/>
              <a:gd name="connsiteX951" fmla="*/ 1222336 w 7467600"/>
              <a:gd name="connsiteY951" fmla="*/ 9480 h 6858000"/>
              <a:gd name="connsiteX952" fmla="*/ 1214634 w 7467600"/>
              <a:gd name="connsiteY952" fmla="*/ 0 h 6858000"/>
              <a:gd name="connsiteX953" fmla="*/ 1289827 w 7467600"/>
              <a:gd name="connsiteY953" fmla="*/ 0 h 6858000"/>
              <a:gd name="connsiteX954" fmla="*/ 1321076 w 7467600"/>
              <a:gd name="connsiteY954" fmla="*/ 59722 h 6858000"/>
              <a:gd name="connsiteX955" fmla="*/ 1512579 w 7467600"/>
              <a:gd name="connsiteY955" fmla="*/ 626441 h 6858000"/>
              <a:gd name="connsiteX956" fmla="*/ 1506076 w 7467600"/>
              <a:gd name="connsiteY956" fmla="*/ 1089289 h 6858000"/>
              <a:gd name="connsiteX957" fmla="*/ 1486346 w 7467600"/>
              <a:gd name="connsiteY957" fmla="*/ 1079919 h 6858000"/>
              <a:gd name="connsiteX958" fmla="*/ 1070511 w 7467600"/>
              <a:gd name="connsiteY958" fmla="*/ 48609 h 6858000"/>
              <a:gd name="connsiteX959" fmla="*/ 1057230 w 7467600"/>
              <a:gd name="connsiteY959" fmla="*/ 0 h 6858000"/>
              <a:gd name="connsiteX960" fmla="*/ 43151 w 7467600"/>
              <a:gd name="connsiteY960" fmla="*/ 0 h 6858000"/>
              <a:gd name="connsiteX961" fmla="*/ 95283 w 7467600"/>
              <a:gd name="connsiteY961" fmla="*/ 0 h 6858000"/>
              <a:gd name="connsiteX962" fmla="*/ 300708 w 7467600"/>
              <a:gd name="connsiteY962" fmla="*/ 154571 h 6858000"/>
              <a:gd name="connsiteX963" fmla="*/ 530414 w 7467600"/>
              <a:gd name="connsiteY963" fmla="*/ 354673 h 6858000"/>
              <a:gd name="connsiteX964" fmla="*/ 333785 w 7467600"/>
              <a:gd name="connsiteY964" fmla="*/ 161564 h 6858000"/>
              <a:gd name="connsiteX965" fmla="*/ 147005 w 7467600"/>
              <a:gd name="connsiteY965" fmla="*/ 0 h 6858000"/>
              <a:gd name="connsiteX966" fmla="*/ 272509 w 7467600"/>
              <a:gd name="connsiteY966" fmla="*/ 0 h 6858000"/>
              <a:gd name="connsiteX967" fmla="*/ 326276 w 7467600"/>
              <a:gd name="connsiteY967" fmla="*/ 45847 h 6858000"/>
              <a:gd name="connsiteX968" fmla="*/ 823759 w 7467600"/>
              <a:gd name="connsiteY968" fmla="*/ 574145 h 6858000"/>
              <a:gd name="connsiteX969" fmla="*/ 811254 w 7467600"/>
              <a:gd name="connsiteY969" fmla="*/ 665546 h 6858000"/>
              <a:gd name="connsiteX970" fmla="*/ 154042 w 7467600"/>
              <a:gd name="connsiteY970" fmla="*/ 261522 h 6858000"/>
              <a:gd name="connsiteX971" fmla="*/ 13550 w 7467600"/>
              <a:gd name="connsiteY971" fmla="*/ 158423 h 6858000"/>
              <a:gd name="connsiteX972" fmla="*/ 0 w 7467600"/>
              <a:gd name="connsiteY972" fmla="*/ 146618 h 6858000"/>
              <a:gd name="connsiteX973" fmla="*/ 0 w 7467600"/>
              <a:gd name="connsiteY973" fmla="*/ 59161 h 6858000"/>
              <a:gd name="connsiteX974" fmla="*/ 45427 w 7467600"/>
              <a:gd name="connsiteY974" fmla="*/ 101078 h 6858000"/>
              <a:gd name="connsiteX975" fmla="*/ 630103 w 7467600"/>
              <a:gd name="connsiteY975" fmla="*/ 485885 h 6858000"/>
              <a:gd name="connsiteX976" fmla="*/ 532040 w 7467600"/>
              <a:gd name="connsiteY976" fmla="*/ 399359 h 6858000"/>
              <a:gd name="connsiteX977" fmla="*/ 517618 w 7467600"/>
              <a:gd name="connsiteY977" fmla="*/ 385726 h 6858000"/>
              <a:gd name="connsiteX978" fmla="*/ 285074 w 7467600"/>
              <a:gd name="connsiteY978" fmla="*/ 182755 h 6858000"/>
              <a:gd name="connsiteX979" fmla="*/ 43151 w 7467600"/>
              <a:gd name="connsiteY97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356878 w 7467600"/>
              <a:gd name="connsiteY88" fmla="*/ 5981332 h 6858000"/>
              <a:gd name="connsiteX89" fmla="*/ 7467600 w 7467600"/>
              <a:gd name="connsiteY89" fmla="*/ 6117703 h 6858000"/>
              <a:gd name="connsiteX90" fmla="*/ 7467600 w 7467600"/>
              <a:gd name="connsiteY90" fmla="*/ 6163634 h 6858000"/>
              <a:gd name="connsiteX91" fmla="*/ 7403637 w 7467600"/>
              <a:gd name="connsiteY91" fmla="*/ 6083957 h 6858000"/>
              <a:gd name="connsiteX92" fmla="*/ 7254615 w 7467600"/>
              <a:gd name="connsiteY92" fmla="*/ 5911918 h 6858000"/>
              <a:gd name="connsiteX93" fmla="*/ 7312589 w 7467600"/>
              <a:gd name="connsiteY93" fmla="*/ 5982309 h 6858000"/>
              <a:gd name="connsiteX94" fmla="*/ 7448321 w 7467600"/>
              <a:gd name="connsiteY94" fmla="*/ 6190991 h 6858000"/>
              <a:gd name="connsiteX95" fmla="*/ 7467600 w 7467600"/>
              <a:gd name="connsiteY95" fmla="*/ 6221686 h 6858000"/>
              <a:gd name="connsiteX96" fmla="*/ 7467600 w 7467600"/>
              <a:gd name="connsiteY96" fmla="*/ 6334256 h 6858000"/>
              <a:gd name="connsiteX97" fmla="*/ 7454976 w 7467600"/>
              <a:gd name="connsiteY97" fmla="*/ 6318297 h 6858000"/>
              <a:gd name="connsiteX98" fmla="*/ 7042773 w 7467600"/>
              <a:gd name="connsiteY98" fmla="*/ 5734011 h 6858000"/>
              <a:gd name="connsiteX99" fmla="*/ 6844835 w 7467600"/>
              <a:gd name="connsiteY99" fmla="*/ 5424988 h 6858000"/>
              <a:gd name="connsiteX100" fmla="*/ 1456157 w 7467600"/>
              <a:gd name="connsiteY100" fmla="*/ 5371404 h 6858000"/>
              <a:gd name="connsiteX101" fmla="*/ 1244432 w 7467600"/>
              <a:gd name="connsiteY101" fmla="*/ 5385601 h 6858000"/>
              <a:gd name="connsiteX102" fmla="*/ 973990 w 7467600"/>
              <a:gd name="connsiteY102" fmla="*/ 5424940 h 6858000"/>
              <a:gd name="connsiteX103" fmla="*/ 1103809 w 7467600"/>
              <a:gd name="connsiteY103" fmla="*/ 5433720 h 6858000"/>
              <a:gd name="connsiteX104" fmla="*/ 1123454 w 7467600"/>
              <a:gd name="connsiteY104" fmla="*/ 5435727 h 6858000"/>
              <a:gd name="connsiteX105" fmla="*/ 1737017 w 7467600"/>
              <a:gd name="connsiteY105" fmla="*/ 5452183 h 6858000"/>
              <a:gd name="connsiteX106" fmla="*/ 1824397 w 7467600"/>
              <a:gd name="connsiteY106" fmla="*/ 5447757 h 6858000"/>
              <a:gd name="connsiteX107" fmla="*/ 2070059 w 7467600"/>
              <a:gd name="connsiteY107" fmla="*/ 5441660 h 6858000"/>
              <a:gd name="connsiteX108" fmla="*/ 1456157 w 7467600"/>
              <a:gd name="connsiteY108" fmla="*/ 5371404 h 6858000"/>
              <a:gd name="connsiteX109" fmla="*/ 4988186 w 7467600"/>
              <a:gd name="connsiteY109" fmla="*/ 5216467 h 6858000"/>
              <a:gd name="connsiteX110" fmla="*/ 4777334 w 7467600"/>
              <a:gd name="connsiteY110" fmla="*/ 5406072 h 6858000"/>
              <a:gd name="connsiteX111" fmla="*/ 4718341 w 7467600"/>
              <a:gd name="connsiteY111" fmla="*/ 5468043 h 6858000"/>
              <a:gd name="connsiteX112" fmla="*/ 4604655 w 7467600"/>
              <a:gd name="connsiteY112" fmla="*/ 5583434 h 6858000"/>
              <a:gd name="connsiteX113" fmla="*/ 4565074 w 7467600"/>
              <a:gd name="connsiteY113" fmla="*/ 5618550 h 6858000"/>
              <a:gd name="connsiteX114" fmla="*/ 4988186 w 7467600"/>
              <a:gd name="connsiteY114" fmla="*/ 5216467 h 6858000"/>
              <a:gd name="connsiteX115" fmla="*/ 4978032 w 7467600"/>
              <a:gd name="connsiteY115" fmla="*/ 5183809 h 6858000"/>
              <a:gd name="connsiteX116" fmla="*/ 4463413 w 7467600"/>
              <a:gd name="connsiteY116" fmla="*/ 5615162 h 6858000"/>
              <a:gd name="connsiteX117" fmla="*/ 4358134 w 7467600"/>
              <a:gd name="connsiteY117" fmla="*/ 5742791 h 6858000"/>
              <a:gd name="connsiteX118" fmla="*/ 4376219 w 7467600"/>
              <a:gd name="connsiteY118" fmla="*/ 5729027 h 6858000"/>
              <a:gd name="connsiteX119" fmla="*/ 4582340 w 7467600"/>
              <a:gd name="connsiteY119" fmla="*/ 5561037 h 6858000"/>
              <a:gd name="connsiteX120" fmla="*/ 4694684 w 7467600"/>
              <a:gd name="connsiteY120" fmla="*/ 5447098 h 6858000"/>
              <a:gd name="connsiteX121" fmla="*/ 4754123 w 7467600"/>
              <a:gd name="connsiteY121" fmla="*/ 5384643 h 6858000"/>
              <a:gd name="connsiteX122" fmla="*/ 4978032 w 7467600"/>
              <a:gd name="connsiteY122" fmla="*/ 5183809 h 6858000"/>
              <a:gd name="connsiteX123" fmla="*/ 1903353 w 7467600"/>
              <a:gd name="connsiteY123" fmla="*/ 5044827 h 6858000"/>
              <a:gd name="connsiteX124" fmla="*/ 1936931 w 7467600"/>
              <a:gd name="connsiteY124" fmla="*/ 5093954 h 6858000"/>
              <a:gd name="connsiteX125" fmla="*/ 2195868 w 7467600"/>
              <a:gd name="connsiteY125" fmla="*/ 5396574 h 6858000"/>
              <a:gd name="connsiteX126" fmla="*/ 2088852 w 7467600"/>
              <a:gd name="connsiteY126" fmla="*/ 5166123 h 6858000"/>
              <a:gd name="connsiteX127" fmla="*/ 1958241 w 7467600"/>
              <a:gd name="connsiteY127" fmla="*/ 5067955 h 6858000"/>
              <a:gd name="connsiteX128" fmla="*/ 1903353 w 7467600"/>
              <a:gd name="connsiteY128" fmla="*/ 5044827 h 6858000"/>
              <a:gd name="connsiteX129" fmla="*/ 1979378 w 7467600"/>
              <a:gd name="connsiteY129" fmla="*/ 4769504 h 6858000"/>
              <a:gd name="connsiteX130" fmla="*/ 2882120 w 7467600"/>
              <a:gd name="connsiteY130" fmla="*/ 5064547 h 6858000"/>
              <a:gd name="connsiteX131" fmla="*/ 2793103 w 7467600"/>
              <a:gd name="connsiteY131" fmla="*/ 5039699 h 6858000"/>
              <a:gd name="connsiteX132" fmla="*/ 2770041 w 7467600"/>
              <a:gd name="connsiteY132" fmla="*/ 5033634 h 6858000"/>
              <a:gd name="connsiteX133" fmla="*/ 1979378 w 7467600"/>
              <a:gd name="connsiteY133" fmla="*/ 4769504 h 6858000"/>
              <a:gd name="connsiteX134" fmla="*/ 1927410 w 7467600"/>
              <a:gd name="connsiteY134" fmla="*/ 4716164 h 6858000"/>
              <a:gd name="connsiteX135" fmla="*/ 1959587 w 7467600"/>
              <a:gd name="connsiteY135" fmla="*/ 4728849 h 6858000"/>
              <a:gd name="connsiteX136" fmla="*/ 2777707 w 7467600"/>
              <a:gd name="connsiteY136" fmla="*/ 5003991 h 6858000"/>
              <a:gd name="connsiteX137" fmla="*/ 2800768 w 7467600"/>
              <a:gd name="connsiteY137" fmla="*/ 5010056 h 6858000"/>
              <a:gd name="connsiteX138" fmla="*/ 2879408 w 7467600"/>
              <a:gd name="connsiteY138" fmla="*/ 5031590 h 6858000"/>
              <a:gd name="connsiteX139" fmla="*/ 2862295 w 7467600"/>
              <a:gd name="connsiteY139" fmla="*/ 5022958 h 6858000"/>
              <a:gd name="connsiteX140" fmla="*/ 2813343 w 7467600"/>
              <a:gd name="connsiteY140" fmla="*/ 4998369 h 6858000"/>
              <a:gd name="connsiteX141" fmla="*/ 2646245 w 7467600"/>
              <a:gd name="connsiteY141" fmla="*/ 4930999 h 6858000"/>
              <a:gd name="connsiteX142" fmla="*/ 1999243 w 7467600"/>
              <a:gd name="connsiteY142" fmla="*/ 4730524 h 6858000"/>
              <a:gd name="connsiteX143" fmla="*/ 1979527 w 7467600"/>
              <a:gd name="connsiteY143" fmla="*/ 4726651 h 6858000"/>
              <a:gd name="connsiteX144" fmla="*/ 1927410 w 7467600"/>
              <a:gd name="connsiteY144" fmla="*/ 4716164 h 6858000"/>
              <a:gd name="connsiteX145" fmla="*/ 1997014 w 7467600"/>
              <a:gd name="connsiteY145" fmla="*/ 4698007 h 6858000"/>
              <a:gd name="connsiteX146" fmla="*/ 2005458 w 7467600"/>
              <a:gd name="connsiteY146" fmla="*/ 4699540 h 6858000"/>
              <a:gd name="connsiteX147" fmla="*/ 2657186 w 7467600"/>
              <a:gd name="connsiteY147" fmla="*/ 4901687 h 6858000"/>
              <a:gd name="connsiteX148" fmla="*/ 2826662 w 7467600"/>
              <a:gd name="connsiteY148" fmla="*/ 4970362 h 6858000"/>
              <a:gd name="connsiteX149" fmla="*/ 2876100 w 7467600"/>
              <a:gd name="connsiteY149" fmla="*/ 4995397 h 6858000"/>
              <a:gd name="connsiteX150" fmla="*/ 3042600 w 7467600"/>
              <a:gd name="connsiteY150" fmla="*/ 5059532 h 6858000"/>
              <a:gd name="connsiteX151" fmla="*/ 1997014 w 7467600"/>
              <a:gd name="connsiteY151" fmla="*/ 4698007 h 6858000"/>
              <a:gd name="connsiteX152" fmla="*/ 2305292 w 7467600"/>
              <a:gd name="connsiteY152" fmla="*/ 4219492 h 6858000"/>
              <a:gd name="connsiteX153" fmla="*/ 3360922 w 7467600"/>
              <a:gd name="connsiteY153" fmla="*/ 4529373 h 6858000"/>
              <a:gd name="connsiteX154" fmla="*/ 3492420 w 7467600"/>
              <a:gd name="connsiteY154" fmla="*/ 4510145 h 6858000"/>
              <a:gd name="connsiteX155" fmla="*/ 3364086 w 7467600"/>
              <a:gd name="connsiteY155" fmla="*/ 4480340 h 6858000"/>
              <a:gd name="connsiteX156" fmla="*/ 3225818 w 7467600"/>
              <a:gd name="connsiteY156" fmla="*/ 4411822 h 6858000"/>
              <a:gd name="connsiteX157" fmla="*/ 3129696 w 7467600"/>
              <a:gd name="connsiteY157" fmla="*/ 4360704 h 6858000"/>
              <a:gd name="connsiteX158" fmla="*/ 2814545 w 7467600"/>
              <a:gd name="connsiteY158" fmla="*/ 4282955 h 6858000"/>
              <a:gd name="connsiteX159" fmla="*/ 2305292 w 7467600"/>
              <a:gd name="connsiteY159" fmla="*/ 4219492 h 6858000"/>
              <a:gd name="connsiteX160" fmla="*/ 2626982 w 7467600"/>
              <a:gd name="connsiteY160" fmla="*/ 4206450 h 6858000"/>
              <a:gd name="connsiteX161" fmla="*/ 2490617 w 7467600"/>
              <a:gd name="connsiteY161" fmla="*/ 4206951 h 6858000"/>
              <a:gd name="connsiteX162" fmla="*/ 2819869 w 7467600"/>
              <a:gd name="connsiteY162" fmla="*/ 4252936 h 6858000"/>
              <a:gd name="connsiteX163" fmla="*/ 3143018 w 7467600"/>
              <a:gd name="connsiteY163" fmla="*/ 4332698 h 6858000"/>
              <a:gd name="connsiteX164" fmla="*/ 3241520 w 7467600"/>
              <a:gd name="connsiteY164" fmla="*/ 4385112 h 6858000"/>
              <a:gd name="connsiteX165" fmla="*/ 3374575 w 7467600"/>
              <a:gd name="connsiteY165" fmla="*/ 4451517 h 6858000"/>
              <a:gd name="connsiteX166" fmla="*/ 3505221 w 7467600"/>
              <a:gd name="connsiteY166" fmla="*/ 4480757 h 6858000"/>
              <a:gd name="connsiteX167" fmla="*/ 2626982 w 7467600"/>
              <a:gd name="connsiteY167" fmla="*/ 4206450 h 6858000"/>
              <a:gd name="connsiteX168" fmla="*/ 1310106 w 7467600"/>
              <a:gd name="connsiteY168" fmla="*/ 3943217 h 6858000"/>
              <a:gd name="connsiteX169" fmla="*/ 854994 w 7467600"/>
              <a:gd name="connsiteY169" fmla="*/ 4399136 h 6858000"/>
              <a:gd name="connsiteX170" fmla="*/ 742462 w 7467600"/>
              <a:gd name="connsiteY170" fmla="*/ 4594648 h 6858000"/>
              <a:gd name="connsiteX171" fmla="*/ 820602 w 7467600"/>
              <a:gd name="connsiteY171" fmla="*/ 4485915 h 6858000"/>
              <a:gd name="connsiteX172" fmla="*/ 878295 w 7467600"/>
              <a:gd name="connsiteY172" fmla="*/ 4403594 h 6858000"/>
              <a:gd name="connsiteX173" fmla="*/ 1240607 w 7467600"/>
              <a:gd name="connsiteY173" fmla="*/ 4010401 h 6858000"/>
              <a:gd name="connsiteX174" fmla="*/ 1310106 w 7467600"/>
              <a:gd name="connsiteY174" fmla="*/ 3943217 h 6858000"/>
              <a:gd name="connsiteX175" fmla="*/ 1423113 w 7467600"/>
              <a:gd name="connsiteY175" fmla="*/ 3874565 h 6858000"/>
              <a:gd name="connsiteX176" fmla="*/ 1260565 w 7467600"/>
              <a:gd name="connsiteY176" fmla="*/ 4031982 h 6858000"/>
              <a:gd name="connsiteX177" fmla="*/ 901900 w 7467600"/>
              <a:gd name="connsiteY177" fmla="*/ 4421236 h 6858000"/>
              <a:gd name="connsiteX178" fmla="*/ 845044 w 7467600"/>
              <a:gd name="connsiteY178" fmla="*/ 4502436 h 6858000"/>
              <a:gd name="connsiteX179" fmla="*/ 685926 w 7467600"/>
              <a:gd name="connsiteY179" fmla="*/ 4703069 h 6858000"/>
              <a:gd name="connsiteX180" fmla="*/ 684248 w 7467600"/>
              <a:gd name="connsiteY180" fmla="*/ 4706721 h 6858000"/>
              <a:gd name="connsiteX181" fmla="*/ 1423113 w 7467600"/>
              <a:gd name="connsiteY181" fmla="*/ 3874565 h 6858000"/>
              <a:gd name="connsiteX182" fmla="*/ 3316479 w 7467600"/>
              <a:gd name="connsiteY182" fmla="*/ 3872136 h 6858000"/>
              <a:gd name="connsiteX183" fmla="*/ 3546806 w 7467600"/>
              <a:gd name="connsiteY183" fmla="*/ 4356139 h 6858000"/>
              <a:gd name="connsiteX184" fmla="*/ 3364433 w 7467600"/>
              <a:gd name="connsiteY184" fmla="*/ 3953121 h 6858000"/>
              <a:gd name="connsiteX185" fmla="*/ 3316479 w 7467600"/>
              <a:gd name="connsiteY185" fmla="*/ 3872136 h 6858000"/>
              <a:gd name="connsiteX186" fmla="*/ 3291335 w 7467600"/>
              <a:gd name="connsiteY186" fmla="*/ 3767420 h 6858000"/>
              <a:gd name="connsiteX187" fmla="*/ 3390805 w 7467600"/>
              <a:gd name="connsiteY187" fmla="*/ 3937163 h 6858000"/>
              <a:gd name="connsiteX188" fmla="*/ 3579062 w 7467600"/>
              <a:gd name="connsiteY188" fmla="*/ 4359040 h 6858000"/>
              <a:gd name="connsiteX189" fmla="*/ 3467355 w 7467600"/>
              <a:gd name="connsiteY189" fmla="*/ 3988130 h 6858000"/>
              <a:gd name="connsiteX190" fmla="*/ 3310753 w 7467600"/>
              <a:gd name="connsiteY190" fmla="*/ 3787140 h 6858000"/>
              <a:gd name="connsiteX191" fmla="*/ 3291335 w 7467600"/>
              <a:gd name="connsiteY191" fmla="*/ 3767420 h 6858000"/>
              <a:gd name="connsiteX192" fmla="*/ 1635889 w 7467600"/>
              <a:gd name="connsiteY192" fmla="*/ 3709494 h 6858000"/>
              <a:gd name="connsiteX193" fmla="*/ 1634800 w 7467600"/>
              <a:gd name="connsiteY193" fmla="*/ 3731111 h 6858000"/>
              <a:gd name="connsiteX194" fmla="*/ 1635889 w 7467600"/>
              <a:gd name="connsiteY194" fmla="*/ 3709494 h 6858000"/>
              <a:gd name="connsiteX195" fmla="*/ 1510397 w 7467600"/>
              <a:gd name="connsiteY195" fmla="*/ 3684705 h 6858000"/>
              <a:gd name="connsiteX196" fmla="*/ 1146550 w 7467600"/>
              <a:gd name="connsiteY196" fmla="*/ 3802012 h 6858000"/>
              <a:gd name="connsiteX197" fmla="*/ 698834 w 7467600"/>
              <a:gd name="connsiteY197" fmla="*/ 3952272 h 6858000"/>
              <a:gd name="connsiteX198" fmla="*/ 34256 w 7467600"/>
              <a:gd name="connsiteY198" fmla="*/ 4347603 h 6858000"/>
              <a:gd name="connsiteX199" fmla="*/ 527241 w 7467600"/>
              <a:gd name="connsiteY199" fmla="*/ 4065078 h 6858000"/>
              <a:gd name="connsiteX200" fmla="*/ 1510397 w 7467600"/>
              <a:gd name="connsiteY200" fmla="*/ 3684705 h 6858000"/>
              <a:gd name="connsiteX201" fmla="*/ 1313114 w 7467600"/>
              <a:gd name="connsiteY201" fmla="*/ 3655216 h 6858000"/>
              <a:gd name="connsiteX202" fmla="*/ 1109304 w 7467600"/>
              <a:gd name="connsiteY202" fmla="*/ 3669030 h 6858000"/>
              <a:gd name="connsiteX203" fmla="*/ 8129 w 7467600"/>
              <a:gd name="connsiteY203" fmla="*/ 4330519 h 6858000"/>
              <a:gd name="connsiteX204" fmla="*/ 687572 w 7467600"/>
              <a:gd name="connsiteY204" fmla="*/ 3925629 h 6858000"/>
              <a:gd name="connsiteX205" fmla="*/ 1138365 w 7467600"/>
              <a:gd name="connsiteY205" fmla="*/ 3774515 h 6858000"/>
              <a:gd name="connsiteX206" fmla="*/ 1505579 w 7467600"/>
              <a:gd name="connsiteY206" fmla="*/ 3655526 h 6858000"/>
              <a:gd name="connsiteX207" fmla="*/ 1313114 w 7467600"/>
              <a:gd name="connsiteY207" fmla="*/ 3655216 h 6858000"/>
              <a:gd name="connsiteX208" fmla="*/ 3655073 w 7467600"/>
              <a:gd name="connsiteY208" fmla="*/ 3650884 h 6858000"/>
              <a:gd name="connsiteX209" fmla="*/ 3989938 w 7467600"/>
              <a:gd name="connsiteY209" fmla="*/ 3991685 h 6858000"/>
              <a:gd name="connsiteX210" fmla="*/ 4393907 w 7467600"/>
              <a:gd name="connsiteY210" fmla="*/ 4261258 h 6858000"/>
              <a:gd name="connsiteX211" fmla="*/ 4648051 w 7467600"/>
              <a:gd name="connsiteY211" fmla="*/ 4374051 h 6858000"/>
              <a:gd name="connsiteX212" fmla="*/ 4383389 w 7467600"/>
              <a:gd name="connsiteY212" fmla="*/ 4184369 h 6858000"/>
              <a:gd name="connsiteX213" fmla="*/ 4165508 w 7467600"/>
              <a:gd name="connsiteY213" fmla="*/ 4035196 h 6858000"/>
              <a:gd name="connsiteX214" fmla="*/ 4068162 w 7467600"/>
              <a:gd name="connsiteY214" fmla="*/ 3953394 h 6858000"/>
              <a:gd name="connsiteX215" fmla="*/ 3981416 w 7467600"/>
              <a:gd name="connsiteY215" fmla="*/ 3880482 h 6858000"/>
              <a:gd name="connsiteX216" fmla="*/ 3800147 w 7467600"/>
              <a:gd name="connsiteY216" fmla="*/ 3749872 h 6858000"/>
              <a:gd name="connsiteX217" fmla="*/ 3655073 w 7467600"/>
              <a:gd name="connsiteY217" fmla="*/ 3650884 h 6858000"/>
              <a:gd name="connsiteX218" fmla="*/ 3670252 w 7467600"/>
              <a:gd name="connsiteY218" fmla="*/ 3622798 h 6858000"/>
              <a:gd name="connsiteX219" fmla="*/ 3817258 w 7467600"/>
              <a:gd name="connsiteY219" fmla="*/ 3723577 h 6858000"/>
              <a:gd name="connsiteX220" fmla="*/ 4000461 w 7467600"/>
              <a:gd name="connsiteY220" fmla="*/ 3855966 h 6858000"/>
              <a:gd name="connsiteX221" fmla="*/ 4088180 w 7467600"/>
              <a:gd name="connsiteY221" fmla="*/ 3929774 h 6858000"/>
              <a:gd name="connsiteX222" fmla="*/ 4184555 w 7467600"/>
              <a:gd name="connsiteY222" fmla="*/ 4010683 h 6858000"/>
              <a:gd name="connsiteX223" fmla="*/ 4399563 w 7467600"/>
              <a:gd name="connsiteY223" fmla="*/ 4158106 h 6858000"/>
              <a:gd name="connsiteX224" fmla="*/ 4684469 w 7467600"/>
              <a:gd name="connsiteY224" fmla="*/ 4364680 h 6858000"/>
              <a:gd name="connsiteX225" fmla="*/ 4690271 w 7467600"/>
              <a:gd name="connsiteY225" fmla="*/ 4370034 h 6858000"/>
              <a:gd name="connsiteX226" fmla="*/ 4136093 w 7467600"/>
              <a:gd name="connsiteY226" fmla="*/ 3858466 h 6858000"/>
              <a:gd name="connsiteX227" fmla="*/ 3670252 w 7467600"/>
              <a:gd name="connsiteY227" fmla="*/ 3622798 h 6858000"/>
              <a:gd name="connsiteX228" fmla="*/ 4440129 w 7467600"/>
              <a:gd name="connsiteY228" fmla="*/ 3448571 h 6858000"/>
              <a:gd name="connsiteX229" fmla="*/ 4856525 w 7467600"/>
              <a:gd name="connsiteY229" fmla="*/ 3915351 h 6858000"/>
              <a:gd name="connsiteX230" fmla="*/ 5059055 w 7467600"/>
              <a:gd name="connsiteY230" fmla="*/ 4108918 h 6858000"/>
              <a:gd name="connsiteX231" fmla="*/ 5290070 w 7467600"/>
              <a:gd name="connsiteY231" fmla="*/ 4263619 h 6858000"/>
              <a:gd name="connsiteX232" fmla="*/ 4834991 w 7467600"/>
              <a:gd name="connsiteY232" fmla="*/ 3830985 h 6858000"/>
              <a:gd name="connsiteX233" fmla="*/ 4440129 w 7467600"/>
              <a:gd name="connsiteY233" fmla="*/ 3448571 h 6858000"/>
              <a:gd name="connsiteX234" fmla="*/ 4441737 w 7467600"/>
              <a:gd name="connsiteY234" fmla="*/ 3399734 h 6858000"/>
              <a:gd name="connsiteX235" fmla="*/ 4431236 w 7467600"/>
              <a:gd name="connsiteY235" fmla="*/ 3400954 h 6858000"/>
              <a:gd name="connsiteX236" fmla="*/ 4557150 w 7467600"/>
              <a:gd name="connsiteY236" fmla="*/ 3510023 h 6858000"/>
              <a:gd name="connsiteX237" fmla="*/ 4856936 w 7467600"/>
              <a:gd name="connsiteY237" fmla="*/ 3809146 h 6858000"/>
              <a:gd name="connsiteX238" fmla="*/ 5111996 w 7467600"/>
              <a:gd name="connsiteY238" fmla="*/ 4065759 h 6858000"/>
              <a:gd name="connsiteX239" fmla="*/ 5388878 w 7467600"/>
              <a:gd name="connsiteY239" fmla="*/ 4300185 h 6858000"/>
              <a:gd name="connsiteX240" fmla="*/ 5425556 w 7467600"/>
              <a:gd name="connsiteY240" fmla="*/ 4308967 h 6858000"/>
              <a:gd name="connsiteX241" fmla="*/ 4943646 w 7467600"/>
              <a:gd name="connsiteY241" fmla="*/ 3822916 h 6858000"/>
              <a:gd name="connsiteX242" fmla="*/ 4594837 w 7467600"/>
              <a:gd name="connsiteY242" fmla="*/ 3532274 h 6858000"/>
              <a:gd name="connsiteX243" fmla="*/ 4441737 w 7467600"/>
              <a:gd name="connsiteY243" fmla="*/ 3399734 h 6858000"/>
              <a:gd name="connsiteX244" fmla="*/ 5425834 w 7467600"/>
              <a:gd name="connsiteY244" fmla="*/ 3162785 h 6858000"/>
              <a:gd name="connsiteX245" fmla="*/ 5401644 w 7467600"/>
              <a:gd name="connsiteY245" fmla="*/ 3617847 h 6858000"/>
              <a:gd name="connsiteX246" fmla="*/ 5467256 w 7467600"/>
              <a:gd name="connsiteY246" fmla="*/ 4175494 h 6858000"/>
              <a:gd name="connsiteX247" fmla="*/ 5448069 w 7467600"/>
              <a:gd name="connsiteY247" fmla="*/ 3567554 h 6858000"/>
              <a:gd name="connsiteX248" fmla="*/ 5425834 w 7467600"/>
              <a:gd name="connsiteY248" fmla="*/ 3162785 h 6858000"/>
              <a:gd name="connsiteX249" fmla="*/ 1318687 w 7467600"/>
              <a:gd name="connsiteY249" fmla="*/ 3113840 h 6858000"/>
              <a:gd name="connsiteX250" fmla="*/ 1066793 w 7467600"/>
              <a:gd name="connsiteY250" fmla="*/ 3212171 h 6858000"/>
              <a:gd name="connsiteX251" fmla="*/ 993319 w 7467600"/>
              <a:gd name="connsiteY251" fmla="*/ 3247648 h 6858000"/>
              <a:gd name="connsiteX252" fmla="*/ 853081 w 7467600"/>
              <a:gd name="connsiteY252" fmla="*/ 3312410 h 6858000"/>
              <a:gd name="connsiteX253" fmla="*/ 805957 w 7467600"/>
              <a:gd name="connsiteY253" fmla="*/ 3330443 h 6858000"/>
              <a:gd name="connsiteX254" fmla="*/ 1318687 w 7467600"/>
              <a:gd name="connsiteY254" fmla="*/ 3113840 h 6858000"/>
              <a:gd name="connsiteX255" fmla="*/ 5453702 w 7467600"/>
              <a:gd name="connsiteY255" fmla="*/ 3090882 h 6858000"/>
              <a:gd name="connsiteX256" fmla="*/ 5480135 w 7467600"/>
              <a:gd name="connsiteY256" fmla="*/ 3565802 h 6858000"/>
              <a:gd name="connsiteX257" fmla="*/ 5499023 w 7467600"/>
              <a:gd name="connsiteY257" fmla="*/ 4166310 h 6858000"/>
              <a:gd name="connsiteX258" fmla="*/ 5547022 w 7467600"/>
              <a:gd name="connsiteY258" fmla="*/ 3607838 h 6858000"/>
              <a:gd name="connsiteX259" fmla="*/ 5515964 w 7467600"/>
              <a:gd name="connsiteY259" fmla="*/ 3378541 h 6858000"/>
              <a:gd name="connsiteX260" fmla="*/ 5453702 w 7467600"/>
              <a:gd name="connsiteY260" fmla="*/ 3090882 h 6858000"/>
              <a:gd name="connsiteX261" fmla="*/ 1238695 w 7467600"/>
              <a:gd name="connsiteY261" fmla="*/ 3076820 h 6858000"/>
              <a:gd name="connsiteX262" fmla="*/ 716371 w 7467600"/>
              <a:gd name="connsiteY262" fmla="*/ 3293249 h 6858000"/>
              <a:gd name="connsiteX263" fmla="*/ 579522 w 7467600"/>
              <a:gd name="connsiteY263" fmla="*/ 3371759 h 6858000"/>
              <a:gd name="connsiteX264" fmla="*/ 600288 w 7467600"/>
              <a:gd name="connsiteY264" fmla="*/ 3365555 h 6858000"/>
              <a:gd name="connsiteX265" fmla="*/ 840692 w 7467600"/>
              <a:gd name="connsiteY265" fmla="*/ 3284921 h 6858000"/>
              <a:gd name="connsiteX266" fmla="*/ 979248 w 7467600"/>
              <a:gd name="connsiteY266" fmla="*/ 3221003 h 6858000"/>
              <a:gd name="connsiteX267" fmla="*/ 1053282 w 7467600"/>
              <a:gd name="connsiteY267" fmla="*/ 3185247 h 6858000"/>
              <a:gd name="connsiteX268" fmla="*/ 1320603 w 7467600"/>
              <a:gd name="connsiteY268" fmla="*/ 3081281 h 6858000"/>
              <a:gd name="connsiteX269" fmla="*/ 1238695 w 7467600"/>
              <a:gd name="connsiteY269" fmla="*/ 3076820 h 6858000"/>
              <a:gd name="connsiteX270" fmla="*/ 5425627 w 7467600"/>
              <a:gd name="connsiteY270" fmla="*/ 2954192 h 6858000"/>
              <a:gd name="connsiteX271" fmla="*/ 5470770 w 7467600"/>
              <a:gd name="connsiteY271" fmla="*/ 3005435 h 6858000"/>
              <a:gd name="connsiteX272" fmla="*/ 5519779 w 7467600"/>
              <a:gd name="connsiteY272" fmla="*/ 4359223 h 6858000"/>
              <a:gd name="connsiteX273" fmla="*/ 5520293 w 7467600"/>
              <a:gd name="connsiteY273" fmla="*/ 4360602 h 6858000"/>
              <a:gd name="connsiteX274" fmla="*/ 5767221 w 7467600"/>
              <a:gd name="connsiteY274" fmla="*/ 4665564 h 6858000"/>
              <a:gd name="connsiteX275" fmla="*/ 6937169 w 7467600"/>
              <a:gd name="connsiteY275" fmla="*/ 4815941 h 6858000"/>
              <a:gd name="connsiteX276" fmla="*/ 6953922 w 7467600"/>
              <a:gd name="connsiteY276" fmla="*/ 4890068 h 6858000"/>
              <a:gd name="connsiteX277" fmla="*/ 6071359 w 7467600"/>
              <a:gd name="connsiteY277" fmla="*/ 4770770 h 6858000"/>
              <a:gd name="connsiteX278" fmla="*/ 6038839 w 7467600"/>
              <a:gd name="connsiteY278" fmla="*/ 4764474 h 6858000"/>
              <a:gd name="connsiteX279" fmla="*/ 6038706 w 7467600"/>
              <a:gd name="connsiteY279" fmla="*/ 4763847 h 6858000"/>
              <a:gd name="connsiteX280" fmla="*/ 6037784 w 7467600"/>
              <a:gd name="connsiteY280" fmla="*/ 4764270 h 6858000"/>
              <a:gd name="connsiteX281" fmla="*/ 6038839 w 7467600"/>
              <a:gd name="connsiteY281" fmla="*/ 4764474 h 6858000"/>
              <a:gd name="connsiteX282" fmla="*/ 6040338 w 7467600"/>
              <a:gd name="connsiteY282" fmla="*/ 4771418 h 6858000"/>
              <a:gd name="connsiteX283" fmla="*/ 6024488 w 7467600"/>
              <a:gd name="connsiteY283" fmla="*/ 4809903 h 6858000"/>
              <a:gd name="connsiteX284" fmla="*/ 5599771 w 7467600"/>
              <a:gd name="connsiteY284" fmla="*/ 5509652 h 6858000"/>
              <a:gd name="connsiteX285" fmla="*/ 5548843 w 7467600"/>
              <a:gd name="connsiteY285" fmla="*/ 5563845 h 6858000"/>
              <a:gd name="connsiteX286" fmla="*/ 5940952 w 7467600"/>
              <a:gd name="connsiteY286" fmla="*/ 6250028 h 6858000"/>
              <a:gd name="connsiteX287" fmla="*/ 6043441 w 7467600"/>
              <a:gd name="connsiteY287" fmla="*/ 6665847 h 6858000"/>
              <a:gd name="connsiteX288" fmla="*/ 6093432 w 7467600"/>
              <a:gd name="connsiteY288" fmla="*/ 6858000 h 6858000"/>
              <a:gd name="connsiteX289" fmla="*/ 6034344 w 7467600"/>
              <a:gd name="connsiteY289" fmla="*/ 6858000 h 6858000"/>
              <a:gd name="connsiteX290" fmla="*/ 6026679 w 7467600"/>
              <a:gd name="connsiteY290" fmla="*/ 6836959 h 6858000"/>
              <a:gd name="connsiteX291" fmla="*/ 5800441 w 7467600"/>
              <a:gd name="connsiteY291" fmla="*/ 6335286 h 6858000"/>
              <a:gd name="connsiteX292" fmla="*/ 5526562 w 7467600"/>
              <a:gd name="connsiteY292" fmla="*/ 5705388 h 6858000"/>
              <a:gd name="connsiteX293" fmla="*/ 5519640 w 7467600"/>
              <a:gd name="connsiteY293" fmla="*/ 5683774 h 6858000"/>
              <a:gd name="connsiteX294" fmla="*/ 5844559 w 7467600"/>
              <a:gd name="connsiteY294" fmla="*/ 6553349 h 6858000"/>
              <a:gd name="connsiteX295" fmla="*/ 5975994 w 7467600"/>
              <a:gd name="connsiteY295" fmla="*/ 6858000 h 6858000"/>
              <a:gd name="connsiteX296" fmla="*/ 5898547 w 7467600"/>
              <a:gd name="connsiteY296" fmla="*/ 6858000 h 6858000"/>
              <a:gd name="connsiteX297" fmla="*/ 5682041 w 7467600"/>
              <a:gd name="connsiteY297" fmla="*/ 6355860 h 6858000"/>
              <a:gd name="connsiteX298" fmla="*/ 5461758 w 7467600"/>
              <a:gd name="connsiteY298" fmla="*/ 5820220 h 6858000"/>
              <a:gd name="connsiteX299" fmla="*/ 5237282 w 7467600"/>
              <a:gd name="connsiteY299" fmla="*/ 6579086 h 6858000"/>
              <a:gd name="connsiteX300" fmla="*/ 5115009 w 7467600"/>
              <a:gd name="connsiteY300" fmla="*/ 6858000 h 6858000"/>
              <a:gd name="connsiteX301" fmla="*/ 5028074 w 7467600"/>
              <a:gd name="connsiteY301" fmla="*/ 6858000 h 6858000"/>
              <a:gd name="connsiteX302" fmla="*/ 5079508 w 7467600"/>
              <a:gd name="connsiteY302" fmla="*/ 6749074 h 6858000"/>
              <a:gd name="connsiteX303" fmla="*/ 5371846 w 7467600"/>
              <a:gd name="connsiteY303" fmla="*/ 5924413 h 6858000"/>
              <a:gd name="connsiteX304" fmla="*/ 5270512 w 7467600"/>
              <a:gd name="connsiteY304" fmla="*/ 6138975 h 6858000"/>
              <a:gd name="connsiteX305" fmla="*/ 5062409 w 7467600"/>
              <a:gd name="connsiteY305" fmla="*/ 6653544 h 6858000"/>
              <a:gd name="connsiteX306" fmla="*/ 5036628 w 7467600"/>
              <a:gd name="connsiteY306" fmla="*/ 6754247 h 6858000"/>
              <a:gd name="connsiteX307" fmla="*/ 5009112 w 7467600"/>
              <a:gd name="connsiteY307" fmla="*/ 6858000 h 6858000"/>
              <a:gd name="connsiteX308" fmla="*/ 4976679 w 7467600"/>
              <a:gd name="connsiteY308" fmla="*/ 6858000 h 6858000"/>
              <a:gd name="connsiteX309" fmla="*/ 5006537 w 7467600"/>
              <a:gd name="connsiteY309" fmla="*/ 6747068 h 6858000"/>
              <a:gd name="connsiteX310" fmla="*/ 5032723 w 7467600"/>
              <a:gd name="connsiteY310" fmla="*/ 6644957 h 6858000"/>
              <a:gd name="connsiteX311" fmla="*/ 5242949 w 7467600"/>
              <a:gd name="connsiteY311" fmla="*/ 6125175 h 6858000"/>
              <a:gd name="connsiteX312" fmla="*/ 5286321 w 7467600"/>
              <a:gd name="connsiteY312" fmla="*/ 6033555 h 6858000"/>
              <a:gd name="connsiteX313" fmla="*/ 5008210 w 7467600"/>
              <a:gd name="connsiteY313" fmla="*/ 6649194 h 6858000"/>
              <a:gd name="connsiteX314" fmla="*/ 4986321 w 7467600"/>
              <a:gd name="connsiteY314" fmla="*/ 6765687 h 6858000"/>
              <a:gd name="connsiteX315" fmla="*/ 4973474 w 7467600"/>
              <a:gd name="connsiteY315" fmla="*/ 6858000 h 6858000"/>
              <a:gd name="connsiteX316" fmla="*/ 4907178 w 7467600"/>
              <a:gd name="connsiteY316" fmla="*/ 6858000 h 6858000"/>
              <a:gd name="connsiteX317" fmla="*/ 4910810 w 7467600"/>
              <a:gd name="connsiteY317" fmla="*/ 6829660 h 6858000"/>
              <a:gd name="connsiteX318" fmla="*/ 4987461 w 7467600"/>
              <a:gd name="connsiteY318" fmla="*/ 6432994 h 6858000"/>
              <a:gd name="connsiteX319" fmla="*/ 5179262 w 7467600"/>
              <a:gd name="connsiteY319" fmla="*/ 6035044 h 6858000"/>
              <a:gd name="connsiteX320" fmla="*/ 4689678 w 7467600"/>
              <a:gd name="connsiteY320" fmla="*/ 6440241 h 6858000"/>
              <a:gd name="connsiteX321" fmla="*/ 4477543 w 7467600"/>
              <a:gd name="connsiteY321" fmla="*/ 6674836 h 6858000"/>
              <a:gd name="connsiteX322" fmla="*/ 4329957 w 7467600"/>
              <a:gd name="connsiteY322" fmla="*/ 6858000 h 6858000"/>
              <a:gd name="connsiteX323" fmla="*/ 4218595 w 7467600"/>
              <a:gd name="connsiteY323" fmla="*/ 6858000 h 6858000"/>
              <a:gd name="connsiteX324" fmla="*/ 4368888 w 7467600"/>
              <a:gd name="connsiteY324" fmla="*/ 6668412 h 6858000"/>
              <a:gd name="connsiteX325" fmla="*/ 4563091 w 7467600"/>
              <a:gd name="connsiteY325" fmla="*/ 6442508 h 6858000"/>
              <a:gd name="connsiteX326" fmla="*/ 5387324 w 7467600"/>
              <a:gd name="connsiteY326" fmla="*/ 5705830 h 6858000"/>
              <a:gd name="connsiteX327" fmla="*/ 5073620 w 7467600"/>
              <a:gd name="connsiteY327" fmla="*/ 5955437 h 6858000"/>
              <a:gd name="connsiteX328" fmla="*/ 4689789 w 7467600"/>
              <a:gd name="connsiteY328" fmla="*/ 6268382 h 6858000"/>
              <a:gd name="connsiteX329" fmla="*/ 4418722 w 7467600"/>
              <a:gd name="connsiteY329" fmla="*/ 6570886 h 6858000"/>
              <a:gd name="connsiteX330" fmla="*/ 4214944 w 7467600"/>
              <a:gd name="connsiteY330" fmla="*/ 6858000 h 6858000"/>
              <a:gd name="connsiteX331" fmla="*/ 4177898 w 7467600"/>
              <a:gd name="connsiteY331" fmla="*/ 6858000 h 6858000"/>
              <a:gd name="connsiteX332" fmla="*/ 4391597 w 7467600"/>
              <a:gd name="connsiteY332" fmla="*/ 6556370 h 6858000"/>
              <a:gd name="connsiteX333" fmla="*/ 4668889 w 7467600"/>
              <a:gd name="connsiteY333" fmla="*/ 6246399 h 6858000"/>
              <a:gd name="connsiteX334" fmla="*/ 5055427 w 7467600"/>
              <a:gd name="connsiteY334" fmla="*/ 5931476 h 6858000"/>
              <a:gd name="connsiteX335" fmla="*/ 5371814 w 7467600"/>
              <a:gd name="connsiteY335" fmla="*/ 5678975 h 6858000"/>
              <a:gd name="connsiteX336" fmla="*/ 4987918 w 7467600"/>
              <a:gd name="connsiteY336" fmla="*/ 5838701 h 6858000"/>
              <a:gd name="connsiteX337" fmla="*/ 4317146 w 7467600"/>
              <a:gd name="connsiteY337" fmla="*/ 6587716 h 6858000"/>
              <a:gd name="connsiteX338" fmla="*/ 4171627 w 7467600"/>
              <a:gd name="connsiteY338" fmla="*/ 6858000 h 6858000"/>
              <a:gd name="connsiteX339" fmla="*/ 4081585 w 7467600"/>
              <a:gd name="connsiteY339" fmla="*/ 6858000 h 6858000"/>
              <a:gd name="connsiteX340" fmla="*/ 4238603 w 7467600"/>
              <a:gd name="connsiteY340" fmla="*/ 6559341 h 6858000"/>
              <a:gd name="connsiteX341" fmla="*/ 4778333 w 7467600"/>
              <a:gd name="connsiteY341" fmla="*/ 5873626 h 6858000"/>
              <a:gd name="connsiteX342" fmla="*/ 5414185 w 7467600"/>
              <a:gd name="connsiteY342" fmla="*/ 5573882 h 6858000"/>
              <a:gd name="connsiteX343" fmla="*/ 5959648 w 7467600"/>
              <a:gd name="connsiteY343" fmla="*/ 4760797 h 6858000"/>
              <a:gd name="connsiteX344" fmla="*/ 5355019 w 7467600"/>
              <a:gd name="connsiteY344" fmla="*/ 4734672 h 6858000"/>
              <a:gd name="connsiteX345" fmla="*/ 5083565 w 7467600"/>
              <a:gd name="connsiteY345" fmla="*/ 5179121 h 6858000"/>
              <a:gd name="connsiteX346" fmla="*/ 4713577 w 7467600"/>
              <a:gd name="connsiteY346" fmla="*/ 5616803 h 6858000"/>
              <a:gd name="connsiteX347" fmla="*/ 3989559 w 7467600"/>
              <a:gd name="connsiteY347" fmla="*/ 6145945 h 6858000"/>
              <a:gd name="connsiteX348" fmla="*/ 3939824 w 7467600"/>
              <a:gd name="connsiteY348" fmla="*/ 6066900 h 6858000"/>
              <a:gd name="connsiteX349" fmla="*/ 4584537 w 7467600"/>
              <a:gd name="connsiteY349" fmla="*/ 5324826 h 6858000"/>
              <a:gd name="connsiteX350" fmla="*/ 5037105 w 7467600"/>
              <a:gd name="connsiteY350" fmla="*/ 5088765 h 6858000"/>
              <a:gd name="connsiteX351" fmla="*/ 5039930 w 7467600"/>
              <a:gd name="connsiteY351" fmla="*/ 5089585 h 6858000"/>
              <a:gd name="connsiteX352" fmla="*/ 5263764 w 7467600"/>
              <a:gd name="connsiteY352" fmla="*/ 4735525 h 6858000"/>
              <a:gd name="connsiteX353" fmla="*/ 4086300 w 7467600"/>
              <a:gd name="connsiteY353" fmla="*/ 4884599 h 6858000"/>
              <a:gd name="connsiteX354" fmla="*/ 4085485 w 7467600"/>
              <a:gd name="connsiteY354" fmla="*/ 4899070 h 6858000"/>
              <a:gd name="connsiteX355" fmla="*/ 3871915 w 7467600"/>
              <a:gd name="connsiteY355" fmla="*/ 5253645 h 6858000"/>
              <a:gd name="connsiteX356" fmla="*/ 3799374 w 7467600"/>
              <a:gd name="connsiteY356" fmla="*/ 5466127 h 6858000"/>
              <a:gd name="connsiteX357" fmla="*/ 3498850 w 7467600"/>
              <a:gd name="connsiteY357" fmla="*/ 6661888 h 6858000"/>
              <a:gd name="connsiteX358" fmla="*/ 3399216 w 7467600"/>
              <a:gd name="connsiteY358" fmla="*/ 6858000 h 6858000"/>
              <a:gd name="connsiteX359" fmla="*/ 3303688 w 7467600"/>
              <a:gd name="connsiteY359" fmla="*/ 6858000 h 6858000"/>
              <a:gd name="connsiteX360" fmla="*/ 3391774 w 7467600"/>
              <a:gd name="connsiteY360" fmla="*/ 6697181 h 6858000"/>
              <a:gd name="connsiteX361" fmla="*/ 3735540 w 7467600"/>
              <a:gd name="connsiteY361" fmla="*/ 5546923 h 6858000"/>
              <a:gd name="connsiteX362" fmla="*/ 3729438 w 7467600"/>
              <a:gd name="connsiteY362" fmla="*/ 5569058 h 6858000"/>
              <a:gd name="connsiteX363" fmla="*/ 3707782 w 7467600"/>
              <a:gd name="connsiteY363" fmla="*/ 5644908 h 6858000"/>
              <a:gd name="connsiteX364" fmla="*/ 3583827 w 7467600"/>
              <a:gd name="connsiteY364" fmla="*/ 6039215 h 6858000"/>
              <a:gd name="connsiteX365" fmla="*/ 3547861 w 7467600"/>
              <a:gd name="connsiteY365" fmla="*/ 6129609 h 6858000"/>
              <a:gd name="connsiteX366" fmla="*/ 3490905 w 7467600"/>
              <a:gd name="connsiteY366" fmla="*/ 6277660 h 6858000"/>
              <a:gd name="connsiteX367" fmla="*/ 3455859 w 7467600"/>
              <a:gd name="connsiteY367" fmla="*/ 6391301 h 6858000"/>
              <a:gd name="connsiteX368" fmla="*/ 3429112 w 7467600"/>
              <a:gd name="connsiteY368" fmla="*/ 6479469 h 6858000"/>
              <a:gd name="connsiteX369" fmla="*/ 3304862 w 7467600"/>
              <a:gd name="connsiteY369" fmla="*/ 6796476 h 6858000"/>
              <a:gd name="connsiteX370" fmla="*/ 3276071 w 7467600"/>
              <a:gd name="connsiteY370" fmla="*/ 6858000 h 6858000"/>
              <a:gd name="connsiteX371" fmla="*/ 3240805 w 7467600"/>
              <a:gd name="connsiteY371" fmla="*/ 6858000 h 6858000"/>
              <a:gd name="connsiteX372" fmla="*/ 3275917 w 7467600"/>
              <a:gd name="connsiteY372" fmla="*/ 6783192 h 6858000"/>
              <a:gd name="connsiteX373" fmla="*/ 3399358 w 7467600"/>
              <a:gd name="connsiteY373" fmla="*/ 6469011 h 6858000"/>
              <a:gd name="connsiteX374" fmla="*/ 3425650 w 7467600"/>
              <a:gd name="connsiteY374" fmla="*/ 6381333 h 6858000"/>
              <a:gd name="connsiteX375" fmla="*/ 3460661 w 7467600"/>
              <a:gd name="connsiteY375" fmla="*/ 6266763 h 6858000"/>
              <a:gd name="connsiteX376" fmla="*/ 3518021 w 7467600"/>
              <a:gd name="connsiteY376" fmla="*/ 6117298 h 6858000"/>
              <a:gd name="connsiteX377" fmla="*/ 3554035 w 7467600"/>
              <a:gd name="connsiteY377" fmla="*/ 6027832 h 6858000"/>
              <a:gd name="connsiteX378" fmla="*/ 3677174 w 7467600"/>
              <a:gd name="connsiteY378" fmla="*/ 5636351 h 6858000"/>
              <a:gd name="connsiteX379" fmla="*/ 3698819 w 7467600"/>
              <a:gd name="connsiteY379" fmla="*/ 5560503 h 6858000"/>
              <a:gd name="connsiteX380" fmla="*/ 3702094 w 7467600"/>
              <a:gd name="connsiteY380" fmla="*/ 5549194 h 6858000"/>
              <a:gd name="connsiteX381" fmla="*/ 3398355 w 7467600"/>
              <a:gd name="connsiteY381" fmla="*/ 6094603 h 6858000"/>
              <a:gd name="connsiteX382" fmla="*/ 3193941 w 7467600"/>
              <a:gd name="connsiteY382" fmla="*/ 6798775 h 6858000"/>
              <a:gd name="connsiteX383" fmla="*/ 3184140 w 7467600"/>
              <a:gd name="connsiteY383" fmla="*/ 6858000 h 6858000"/>
              <a:gd name="connsiteX384" fmla="*/ 3099978 w 7467600"/>
              <a:gd name="connsiteY384" fmla="*/ 6858000 h 6858000"/>
              <a:gd name="connsiteX385" fmla="*/ 3101556 w 7467600"/>
              <a:gd name="connsiteY385" fmla="*/ 6843337 h 6858000"/>
              <a:gd name="connsiteX386" fmla="*/ 3370162 w 7467600"/>
              <a:gd name="connsiteY386" fmla="*/ 5785550 h 6858000"/>
              <a:gd name="connsiteX387" fmla="*/ 3746477 w 7467600"/>
              <a:gd name="connsiteY387" fmla="*/ 5377889 h 6858000"/>
              <a:gd name="connsiteX388" fmla="*/ 3863399 w 7467600"/>
              <a:gd name="connsiteY388" fmla="*/ 5087257 h 6858000"/>
              <a:gd name="connsiteX389" fmla="*/ 3968712 w 7467600"/>
              <a:gd name="connsiteY389" fmla="*/ 4913989 h 6858000"/>
              <a:gd name="connsiteX390" fmla="*/ 2792390 w 7467600"/>
              <a:gd name="connsiteY390" fmla="*/ 5382974 h 6858000"/>
              <a:gd name="connsiteX391" fmla="*/ 2714982 w 7467600"/>
              <a:gd name="connsiteY391" fmla="*/ 5427051 h 6858000"/>
              <a:gd name="connsiteX392" fmla="*/ 2813361 w 7467600"/>
              <a:gd name="connsiteY392" fmla="*/ 6023912 h 6858000"/>
              <a:gd name="connsiteX393" fmla="*/ 2688430 w 7467600"/>
              <a:gd name="connsiteY393" fmla="*/ 6801564 h 6858000"/>
              <a:gd name="connsiteX394" fmla="*/ 2629626 w 7467600"/>
              <a:gd name="connsiteY394" fmla="*/ 6763394 h 6858000"/>
              <a:gd name="connsiteX395" fmla="*/ 2565328 w 7467600"/>
              <a:gd name="connsiteY395" fmla="*/ 5516399 h 6858000"/>
              <a:gd name="connsiteX396" fmla="*/ 1922999 w 7467600"/>
              <a:gd name="connsiteY396" fmla="*/ 5980343 h 6858000"/>
              <a:gd name="connsiteX397" fmla="*/ 1950261 w 7467600"/>
              <a:gd name="connsiteY397" fmla="*/ 6405858 h 6858000"/>
              <a:gd name="connsiteX398" fmla="*/ 2365554 w 7467600"/>
              <a:gd name="connsiteY398" fmla="*/ 6759107 h 6858000"/>
              <a:gd name="connsiteX399" fmla="*/ 2424142 w 7467600"/>
              <a:gd name="connsiteY399" fmla="*/ 6858000 h 6858000"/>
              <a:gd name="connsiteX400" fmla="*/ 2395994 w 7467600"/>
              <a:gd name="connsiteY400" fmla="*/ 6858000 h 6858000"/>
              <a:gd name="connsiteX401" fmla="*/ 2392863 w 7467600"/>
              <a:gd name="connsiteY401" fmla="*/ 6852964 h 6858000"/>
              <a:gd name="connsiteX402" fmla="*/ 2017589 w 7467600"/>
              <a:gd name="connsiteY402" fmla="*/ 6493982 h 6858000"/>
              <a:gd name="connsiteX403" fmla="*/ 2147336 w 7467600"/>
              <a:gd name="connsiteY403" fmla="*/ 6594052 h 6858000"/>
              <a:gd name="connsiteX404" fmla="*/ 2207047 w 7467600"/>
              <a:gd name="connsiteY404" fmla="*/ 6654540 h 6858000"/>
              <a:gd name="connsiteX405" fmla="*/ 2299106 w 7467600"/>
              <a:gd name="connsiteY405" fmla="*/ 6778931 h 6858000"/>
              <a:gd name="connsiteX406" fmla="*/ 2314430 w 7467600"/>
              <a:gd name="connsiteY406" fmla="*/ 6801144 h 6858000"/>
              <a:gd name="connsiteX407" fmla="*/ 2352406 w 7467600"/>
              <a:gd name="connsiteY407" fmla="*/ 6858000 h 6858000"/>
              <a:gd name="connsiteX408" fmla="*/ 2314492 w 7467600"/>
              <a:gd name="connsiteY408" fmla="*/ 6858000 h 6858000"/>
              <a:gd name="connsiteX409" fmla="*/ 2288095 w 7467600"/>
              <a:gd name="connsiteY409" fmla="*/ 6818030 h 6858000"/>
              <a:gd name="connsiteX410" fmla="*/ 2272768 w 7467600"/>
              <a:gd name="connsiteY410" fmla="*/ 6795822 h 6858000"/>
              <a:gd name="connsiteX411" fmla="*/ 2182715 w 7467600"/>
              <a:gd name="connsiteY411" fmla="*/ 6675071 h 6858000"/>
              <a:gd name="connsiteX412" fmla="*/ 2032061 w 7467600"/>
              <a:gd name="connsiteY412" fmla="*/ 6541380 h 6858000"/>
              <a:gd name="connsiteX413" fmla="*/ 2257220 w 7467600"/>
              <a:gd name="connsiteY413" fmla="*/ 6826257 h 6858000"/>
              <a:gd name="connsiteX414" fmla="*/ 2281324 w 7467600"/>
              <a:gd name="connsiteY414" fmla="*/ 6858000 h 6858000"/>
              <a:gd name="connsiteX415" fmla="*/ 2242860 w 7467600"/>
              <a:gd name="connsiteY415" fmla="*/ 6858000 h 6858000"/>
              <a:gd name="connsiteX416" fmla="*/ 2232818 w 7467600"/>
              <a:gd name="connsiteY416" fmla="*/ 6844926 h 6858000"/>
              <a:gd name="connsiteX417" fmla="*/ 1990172 w 7467600"/>
              <a:gd name="connsiteY417" fmla="*/ 6542121 h 6858000"/>
              <a:gd name="connsiteX418" fmla="*/ 2124090 w 7467600"/>
              <a:gd name="connsiteY418" fmla="*/ 6761017 h 6858000"/>
              <a:gd name="connsiteX419" fmla="*/ 2200380 w 7467600"/>
              <a:gd name="connsiteY419" fmla="*/ 6858000 h 6858000"/>
              <a:gd name="connsiteX420" fmla="*/ 2147507 w 7467600"/>
              <a:gd name="connsiteY420" fmla="*/ 6858000 h 6858000"/>
              <a:gd name="connsiteX421" fmla="*/ 2070668 w 7467600"/>
              <a:gd name="connsiteY421" fmla="*/ 6761520 h 6858000"/>
              <a:gd name="connsiteX422" fmla="*/ 1975142 w 7467600"/>
              <a:gd name="connsiteY422" fmla="*/ 6585570 h 6858000"/>
              <a:gd name="connsiteX423" fmla="*/ 2050035 w 7467600"/>
              <a:gd name="connsiteY423" fmla="*/ 6813345 h 6858000"/>
              <a:gd name="connsiteX424" fmla="*/ 2063025 w 7467600"/>
              <a:gd name="connsiteY424" fmla="*/ 6858000 h 6858000"/>
              <a:gd name="connsiteX425" fmla="*/ 2021675 w 7467600"/>
              <a:gd name="connsiteY425" fmla="*/ 6858000 h 6858000"/>
              <a:gd name="connsiteX426" fmla="*/ 2019308 w 7467600"/>
              <a:gd name="connsiteY426" fmla="*/ 6847118 h 6858000"/>
              <a:gd name="connsiteX427" fmla="*/ 1938835 w 7467600"/>
              <a:gd name="connsiteY427" fmla="*/ 6551160 h 6858000"/>
              <a:gd name="connsiteX428" fmla="*/ 1953230 w 7467600"/>
              <a:gd name="connsiteY428" fmla="*/ 6759699 h 6858000"/>
              <a:gd name="connsiteX429" fmla="*/ 1956763 w 7467600"/>
              <a:gd name="connsiteY429" fmla="*/ 6778191 h 6858000"/>
              <a:gd name="connsiteX430" fmla="*/ 1967925 w 7467600"/>
              <a:gd name="connsiteY430" fmla="*/ 6858000 h 6858000"/>
              <a:gd name="connsiteX431" fmla="*/ 1936622 w 7467600"/>
              <a:gd name="connsiteY431" fmla="*/ 6858000 h 6858000"/>
              <a:gd name="connsiteX432" fmla="*/ 1926261 w 7467600"/>
              <a:gd name="connsiteY432" fmla="*/ 6784064 h 6858000"/>
              <a:gd name="connsiteX433" fmla="*/ 1922724 w 7467600"/>
              <a:gd name="connsiteY433" fmla="*/ 6765577 h 6858000"/>
              <a:gd name="connsiteX434" fmla="*/ 1904650 w 7467600"/>
              <a:gd name="connsiteY434" fmla="*/ 6639616 h 6858000"/>
              <a:gd name="connsiteX435" fmla="*/ 1885273 w 7467600"/>
              <a:gd name="connsiteY435" fmla="*/ 6858000 h 6858000"/>
              <a:gd name="connsiteX436" fmla="*/ 1854363 w 7467600"/>
              <a:gd name="connsiteY436" fmla="*/ 6858000 h 6858000"/>
              <a:gd name="connsiteX437" fmla="*/ 1880391 w 7467600"/>
              <a:gd name="connsiteY437" fmla="*/ 6603796 h 6858000"/>
              <a:gd name="connsiteX438" fmla="*/ 1818273 w 7467600"/>
              <a:gd name="connsiteY438" fmla="*/ 6715729 h 6858000"/>
              <a:gd name="connsiteX439" fmla="*/ 1794691 w 7467600"/>
              <a:gd name="connsiteY439" fmla="*/ 6843239 h 6858000"/>
              <a:gd name="connsiteX440" fmla="*/ 1794914 w 7467600"/>
              <a:gd name="connsiteY440" fmla="*/ 6858000 h 6858000"/>
              <a:gd name="connsiteX441" fmla="*/ 1746128 w 7467600"/>
              <a:gd name="connsiteY441" fmla="*/ 6858000 h 6858000"/>
              <a:gd name="connsiteX442" fmla="*/ 1753934 w 7467600"/>
              <a:gd name="connsiteY442" fmla="*/ 6724796 h 6858000"/>
              <a:gd name="connsiteX443" fmla="*/ 1792053 w 7467600"/>
              <a:gd name="connsiteY443" fmla="*/ 6572396 h 6858000"/>
              <a:gd name="connsiteX444" fmla="*/ 1862248 w 7467600"/>
              <a:gd name="connsiteY444" fmla="*/ 6266397 h 6858000"/>
              <a:gd name="connsiteX445" fmla="*/ 1862250 w 7467600"/>
              <a:gd name="connsiteY445" fmla="*/ 6033531 h 6858000"/>
              <a:gd name="connsiteX446" fmla="*/ 1211999 w 7467600"/>
              <a:gd name="connsiteY446" fmla="*/ 6683610 h 6858000"/>
              <a:gd name="connsiteX447" fmla="*/ 1213266 w 7467600"/>
              <a:gd name="connsiteY447" fmla="*/ 6691947 h 6858000"/>
              <a:gd name="connsiteX448" fmla="*/ 1203370 w 7467600"/>
              <a:gd name="connsiteY448" fmla="*/ 6850676 h 6858000"/>
              <a:gd name="connsiteX449" fmla="*/ 1203671 w 7467600"/>
              <a:gd name="connsiteY449" fmla="*/ 6858000 h 6858000"/>
              <a:gd name="connsiteX450" fmla="*/ 1143180 w 7467600"/>
              <a:gd name="connsiteY450" fmla="*/ 6858000 h 6858000"/>
              <a:gd name="connsiteX451" fmla="*/ 1142176 w 7467600"/>
              <a:gd name="connsiteY451" fmla="*/ 6766045 h 6858000"/>
              <a:gd name="connsiteX452" fmla="*/ 1067484 w 7467600"/>
              <a:gd name="connsiteY452" fmla="*/ 6858000 h 6858000"/>
              <a:gd name="connsiteX453" fmla="*/ 953928 w 7467600"/>
              <a:gd name="connsiteY453" fmla="*/ 6858000 h 6858000"/>
              <a:gd name="connsiteX454" fmla="*/ 959715 w 7467600"/>
              <a:gd name="connsiteY454" fmla="*/ 6850185 h 6858000"/>
              <a:gd name="connsiteX455" fmla="*/ 1483788 w 7467600"/>
              <a:gd name="connsiteY455" fmla="*/ 6259174 h 6858000"/>
              <a:gd name="connsiteX456" fmla="*/ 1100671 w 7467600"/>
              <a:gd name="connsiteY456" fmla="*/ 6252137 h 6858000"/>
              <a:gd name="connsiteX457" fmla="*/ 1090144 w 7467600"/>
              <a:gd name="connsiteY457" fmla="*/ 6256748 h 6858000"/>
              <a:gd name="connsiteX458" fmla="*/ 1095872 w 7467600"/>
              <a:gd name="connsiteY458" fmla="*/ 6271892 h 6858000"/>
              <a:gd name="connsiteX459" fmla="*/ 262785 w 7467600"/>
              <a:gd name="connsiteY459" fmla="*/ 6845450 h 6858000"/>
              <a:gd name="connsiteX460" fmla="*/ 209968 w 7467600"/>
              <a:gd name="connsiteY460" fmla="*/ 6770713 h 6858000"/>
              <a:gd name="connsiteX461" fmla="*/ 873460 w 7467600"/>
              <a:gd name="connsiteY461" fmla="*/ 6253768 h 6858000"/>
              <a:gd name="connsiteX462" fmla="*/ 192686 w 7467600"/>
              <a:gd name="connsiteY462" fmla="*/ 5849257 h 6858000"/>
              <a:gd name="connsiteX463" fmla="*/ 4696 w 7467600"/>
              <a:gd name="connsiteY463" fmla="*/ 5697668 h 6858000"/>
              <a:gd name="connsiteX464" fmla="*/ 0 w 7467600"/>
              <a:gd name="connsiteY464" fmla="*/ 5689984 h 6858000"/>
              <a:gd name="connsiteX465" fmla="*/ 0 w 7467600"/>
              <a:gd name="connsiteY465" fmla="*/ 5513472 h 6858000"/>
              <a:gd name="connsiteX466" fmla="*/ 174101 w 7467600"/>
              <a:gd name="connsiteY466" fmla="*/ 5620277 h 6858000"/>
              <a:gd name="connsiteX467" fmla="*/ 891800 w 7467600"/>
              <a:gd name="connsiteY467" fmla="*/ 6036935 h 6858000"/>
              <a:gd name="connsiteX468" fmla="*/ 1072219 w 7467600"/>
              <a:gd name="connsiteY468" fmla="*/ 6169443 h 6858000"/>
              <a:gd name="connsiteX469" fmla="*/ 1074117 w 7467600"/>
              <a:gd name="connsiteY469" fmla="*/ 6170301 h 6858000"/>
              <a:gd name="connsiteX470" fmla="*/ 1083114 w 7467600"/>
              <a:gd name="connsiteY470" fmla="*/ 6174131 h 6858000"/>
              <a:gd name="connsiteX471" fmla="*/ 1543010 w 7467600"/>
              <a:gd name="connsiteY471" fmla="*/ 6191140 h 6858000"/>
              <a:gd name="connsiteX472" fmla="*/ 1551080 w 7467600"/>
              <a:gd name="connsiteY472" fmla="*/ 6195006 h 6858000"/>
              <a:gd name="connsiteX473" fmla="*/ 2345443 w 7467600"/>
              <a:gd name="connsiteY473" fmla="*/ 5549882 h 6858000"/>
              <a:gd name="connsiteX474" fmla="*/ 1721499 w 7467600"/>
              <a:gd name="connsiteY474" fmla="*/ 5599969 h 6858000"/>
              <a:gd name="connsiteX475" fmla="*/ 767716 w 7467600"/>
              <a:gd name="connsiteY475" fmla="*/ 5472768 h 6858000"/>
              <a:gd name="connsiteX476" fmla="*/ 722147 w 7467600"/>
              <a:gd name="connsiteY476" fmla="*/ 5393091 h 6858000"/>
              <a:gd name="connsiteX477" fmla="*/ 1485552 w 7467600"/>
              <a:gd name="connsiteY477" fmla="*/ 5313202 h 6858000"/>
              <a:gd name="connsiteX478" fmla="*/ 2143004 w 7467600"/>
              <a:gd name="connsiteY478" fmla="*/ 5402420 h 6858000"/>
              <a:gd name="connsiteX479" fmla="*/ 1933391 w 7467600"/>
              <a:gd name="connsiteY479" fmla="*/ 5156971 h 6858000"/>
              <a:gd name="connsiteX480" fmla="*/ 1827118 w 7467600"/>
              <a:gd name="connsiteY480" fmla="*/ 4968410 h 6858000"/>
              <a:gd name="connsiteX481" fmla="*/ 1837349 w 7467600"/>
              <a:gd name="connsiteY481" fmla="*/ 4956357 h 6858000"/>
              <a:gd name="connsiteX482" fmla="*/ 2162835 w 7467600"/>
              <a:gd name="connsiteY482" fmla="*/ 5187853 h 6858000"/>
              <a:gd name="connsiteX483" fmla="*/ 2257167 w 7467600"/>
              <a:gd name="connsiteY483" fmla="*/ 5462123 h 6858000"/>
              <a:gd name="connsiteX484" fmla="*/ 2261598 w 7467600"/>
              <a:gd name="connsiteY484" fmla="*/ 5467998 h 6858000"/>
              <a:gd name="connsiteX485" fmla="*/ 2437177 w 7467600"/>
              <a:gd name="connsiteY485" fmla="*/ 5479608 h 6858000"/>
              <a:gd name="connsiteX486" fmla="*/ 2445247 w 7467600"/>
              <a:gd name="connsiteY486" fmla="*/ 5483476 h 6858000"/>
              <a:gd name="connsiteX487" fmla="*/ 2743626 w 7467600"/>
              <a:gd name="connsiteY487" fmla="*/ 5304819 h 6858000"/>
              <a:gd name="connsiteX488" fmla="*/ 3048102 w 7467600"/>
              <a:gd name="connsiteY488" fmla="*/ 5150595 h 6858000"/>
              <a:gd name="connsiteX489" fmla="*/ 1799414 w 7467600"/>
              <a:gd name="connsiteY489" fmla="*/ 4694732 h 6858000"/>
              <a:gd name="connsiteX490" fmla="*/ 1771735 w 7467600"/>
              <a:gd name="connsiteY490" fmla="*/ 4619929 h 6858000"/>
              <a:gd name="connsiteX491" fmla="*/ 3104273 w 7467600"/>
              <a:gd name="connsiteY491" fmla="*/ 5076159 h 6858000"/>
              <a:gd name="connsiteX492" fmla="*/ 3113245 w 7467600"/>
              <a:gd name="connsiteY492" fmla="*/ 5090705 h 6858000"/>
              <a:gd name="connsiteX493" fmla="*/ 3126294 w 7467600"/>
              <a:gd name="connsiteY493" fmla="*/ 5114400 h 6858000"/>
              <a:gd name="connsiteX494" fmla="*/ 3937433 w 7467600"/>
              <a:gd name="connsiteY494" fmla="*/ 4830473 h 6858000"/>
              <a:gd name="connsiteX495" fmla="*/ 3590475 w 7467600"/>
              <a:gd name="connsiteY495" fmla="*/ 4597974 h 6858000"/>
              <a:gd name="connsiteX496" fmla="*/ 3100264 w 7467600"/>
              <a:gd name="connsiteY496" fmla="*/ 4579845 h 6858000"/>
              <a:gd name="connsiteX497" fmla="*/ 2183576 w 7467600"/>
              <a:gd name="connsiteY497" fmla="*/ 4227150 h 6858000"/>
              <a:gd name="connsiteX498" fmla="*/ 2151029 w 7467600"/>
              <a:gd name="connsiteY498" fmla="*/ 4146947 h 6858000"/>
              <a:gd name="connsiteX499" fmla="*/ 3563434 w 7467600"/>
              <a:gd name="connsiteY499" fmla="*/ 4469115 h 6858000"/>
              <a:gd name="connsiteX500" fmla="*/ 3177952 w 7467600"/>
              <a:gd name="connsiteY500" fmla="*/ 3657386 h 6858000"/>
              <a:gd name="connsiteX501" fmla="*/ 3189263 w 7467600"/>
              <a:gd name="connsiteY501" fmla="*/ 3625726 h 6858000"/>
              <a:gd name="connsiteX502" fmla="*/ 3560912 w 7467600"/>
              <a:gd name="connsiteY502" fmla="*/ 4079863 h 6858000"/>
              <a:gd name="connsiteX503" fmla="*/ 3626636 w 7467600"/>
              <a:gd name="connsiteY503" fmla="*/ 4512230 h 6858000"/>
              <a:gd name="connsiteX504" fmla="*/ 3653088 w 7467600"/>
              <a:gd name="connsiteY504" fmla="*/ 4521417 h 6858000"/>
              <a:gd name="connsiteX505" fmla="*/ 3988128 w 7467600"/>
              <a:gd name="connsiteY505" fmla="*/ 4817267 h 6858000"/>
              <a:gd name="connsiteX506" fmla="*/ 4830582 w 7467600"/>
              <a:gd name="connsiteY506" fmla="*/ 4676000 h 6858000"/>
              <a:gd name="connsiteX507" fmla="*/ 4830100 w 7467600"/>
              <a:gd name="connsiteY507" fmla="*/ 4675554 h 6858000"/>
              <a:gd name="connsiteX508" fmla="*/ 4036318 w 7467600"/>
              <a:gd name="connsiteY508" fmla="*/ 4147013 h 6858000"/>
              <a:gd name="connsiteX509" fmla="*/ 3432098 w 7467600"/>
              <a:gd name="connsiteY509" fmla="*/ 3537312 h 6858000"/>
              <a:gd name="connsiteX510" fmla="*/ 3446761 w 7467600"/>
              <a:gd name="connsiteY510" fmla="*/ 3461278 h 6858000"/>
              <a:gd name="connsiteX511" fmla="*/ 4419733 w 7467600"/>
              <a:gd name="connsiteY511" fmla="*/ 3963555 h 6858000"/>
              <a:gd name="connsiteX512" fmla="*/ 4781371 w 7467600"/>
              <a:gd name="connsiteY512" fmla="*/ 4458604 h 6858000"/>
              <a:gd name="connsiteX513" fmla="*/ 4780440 w 7467600"/>
              <a:gd name="connsiteY513" fmla="*/ 4470290 h 6858000"/>
              <a:gd name="connsiteX514" fmla="*/ 4898954 w 7467600"/>
              <a:gd name="connsiteY514" fmla="*/ 4662092 h 6858000"/>
              <a:gd name="connsiteX515" fmla="*/ 4900699 w 7467600"/>
              <a:gd name="connsiteY515" fmla="*/ 4670867 h 6858000"/>
              <a:gd name="connsiteX516" fmla="*/ 5714511 w 7467600"/>
              <a:gd name="connsiteY516" fmla="*/ 4663483 h 6858000"/>
              <a:gd name="connsiteX517" fmla="*/ 5464793 w 7467600"/>
              <a:gd name="connsiteY517" fmla="*/ 4393556 h 6858000"/>
              <a:gd name="connsiteX518" fmla="*/ 5461897 w 7467600"/>
              <a:gd name="connsiteY518" fmla="*/ 4390879 h 6858000"/>
              <a:gd name="connsiteX519" fmla="*/ 4294126 w 7467600"/>
              <a:gd name="connsiteY519" fmla="*/ 3303048 h 6858000"/>
              <a:gd name="connsiteX520" fmla="*/ 4305321 w 7467600"/>
              <a:gd name="connsiteY520" fmla="*/ 3256953 h 6858000"/>
              <a:gd name="connsiteX521" fmla="*/ 4949299 w 7467600"/>
              <a:gd name="connsiteY521" fmla="*/ 3766336 h 6858000"/>
              <a:gd name="connsiteX522" fmla="*/ 5291452 w 7467600"/>
              <a:gd name="connsiteY522" fmla="*/ 4076801 h 6858000"/>
              <a:gd name="connsiteX523" fmla="*/ 5434998 w 7467600"/>
              <a:gd name="connsiteY523" fmla="*/ 4254100 h 6858000"/>
              <a:gd name="connsiteX524" fmla="*/ 5351015 w 7467600"/>
              <a:gd name="connsiteY524" fmla="*/ 3760989 h 6858000"/>
              <a:gd name="connsiteX525" fmla="*/ 5413780 w 7467600"/>
              <a:gd name="connsiteY525" fmla="*/ 2966265 h 6858000"/>
              <a:gd name="connsiteX526" fmla="*/ 5425627 w 7467600"/>
              <a:gd name="connsiteY526" fmla="*/ 2954192 h 6858000"/>
              <a:gd name="connsiteX527" fmla="*/ 6604735 w 7467600"/>
              <a:gd name="connsiteY527" fmla="*/ 2041381 h 6858000"/>
              <a:gd name="connsiteX528" fmla="*/ 7204487 w 7467600"/>
              <a:gd name="connsiteY528" fmla="*/ 2742112 h 6858000"/>
              <a:gd name="connsiteX529" fmla="*/ 7131592 w 7467600"/>
              <a:gd name="connsiteY529" fmla="*/ 2672096 h 6858000"/>
              <a:gd name="connsiteX530" fmla="*/ 6996344 w 7467600"/>
              <a:gd name="connsiteY530" fmla="*/ 2518310 h 6858000"/>
              <a:gd name="connsiteX531" fmla="*/ 6735495 w 7467600"/>
              <a:gd name="connsiteY531" fmla="*/ 2196890 h 6858000"/>
              <a:gd name="connsiteX532" fmla="*/ 6721901 w 7467600"/>
              <a:gd name="connsiteY532" fmla="*/ 2179274 h 6858000"/>
              <a:gd name="connsiteX533" fmla="*/ 6604735 w 7467600"/>
              <a:gd name="connsiteY533" fmla="*/ 2041381 h 6858000"/>
              <a:gd name="connsiteX534" fmla="*/ 6591670 w 7467600"/>
              <a:gd name="connsiteY534" fmla="*/ 1988277 h 6858000"/>
              <a:gd name="connsiteX535" fmla="*/ 6747349 w 7467600"/>
              <a:gd name="connsiteY535" fmla="*/ 2160069 h 6858000"/>
              <a:gd name="connsiteX536" fmla="*/ 6760943 w 7467600"/>
              <a:gd name="connsiteY536" fmla="*/ 2177686 h 6858000"/>
              <a:gd name="connsiteX537" fmla="*/ 7021065 w 7467600"/>
              <a:gd name="connsiteY537" fmla="*/ 2498102 h 6858000"/>
              <a:gd name="connsiteX538" fmla="*/ 7155223 w 7467600"/>
              <a:gd name="connsiteY538" fmla="*/ 2650386 h 6858000"/>
              <a:gd name="connsiteX539" fmla="*/ 7203167 w 7467600"/>
              <a:gd name="connsiteY539" fmla="*/ 2697288 h 6858000"/>
              <a:gd name="connsiteX540" fmla="*/ 6937703 w 7467600"/>
              <a:gd name="connsiteY540" fmla="*/ 2321981 h 6858000"/>
              <a:gd name="connsiteX541" fmla="*/ 6591670 w 7467600"/>
              <a:gd name="connsiteY541" fmla="*/ 1988277 h 6858000"/>
              <a:gd name="connsiteX542" fmla="*/ 5798671 w 7467600"/>
              <a:gd name="connsiteY542" fmla="*/ 1981601 h 6858000"/>
              <a:gd name="connsiteX543" fmla="*/ 5754709 w 7467600"/>
              <a:gd name="connsiteY543" fmla="*/ 2071454 h 6858000"/>
              <a:gd name="connsiteX544" fmla="*/ 5763044 w 7467600"/>
              <a:gd name="connsiteY544" fmla="*/ 2842206 h 6858000"/>
              <a:gd name="connsiteX545" fmla="*/ 5764974 w 7467600"/>
              <a:gd name="connsiteY545" fmla="*/ 2799609 h 6858000"/>
              <a:gd name="connsiteX546" fmla="*/ 5767665 w 7467600"/>
              <a:gd name="connsiteY546" fmla="*/ 2666409 h 6858000"/>
              <a:gd name="connsiteX547" fmla="*/ 5763055 w 7467600"/>
              <a:gd name="connsiteY547" fmla="*/ 2579705 h 6858000"/>
              <a:gd name="connsiteX548" fmla="*/ 5758079 w 7467600"/>
              <a:gd name="connsiteY548" fmla="*/ 2492508 h 6858000"/>
              <a:gd name="connsiteX549" fmla="*/ 5779325 w 7467600"/>
              <a:gd name="connsiteY549" fmla="*/ 2197069 h 6858000"/>
              <a:gd name="connsiteX550" fmla="*/ 5798671 w 7467600"/>
              <a:gd name="connsiteY550" fmla="*/ 1981601 h 6858000"/>
              <a:gd name="connsiteX551" fmla="*/ 5829202 w 7467600"/>
              <a:gd name="connsiteY551" fmla="*/ 1971679 h 6858000"/>
              <a:gd name="connsiteX552" fmla="*/ 5809558 w 7467600"/>
              <a:gd name="connsiteY552" fmla="*/ 2198043 h 6858000"/>
              <a:gd name="connsiteX553" fmla="*/ 5788653 w 7467600"/>
              <a:gd name="connsiteY553" fmla="*/ 2489430 h 6858000"/>
              <a:gd name="connsiteX554" fmla="*/ 5793439 w 7467600"/>
              <a:gd name="connsiteY554" fmla="*/ 2575235 h 6858000"/>
              <a:gd name="connsiteX555" fmla="*/ 5796837 w 7467600"/>
              <a:gd name="connsiteY555" fmla="*/ 2637633 h 6858000"/>
              <a:gd name="connsiteX556" fmla="*/ 5818614 w 7467600"/>
              <a:gd name="connsiteY556" fmla="*/ 2473055 h 6858000"/>
              <a:gd name="connsiteX557" fmla="*/ 5829202 w 7467600"/>
              <a:gd name="connsiteY557" fmla="*/ 1971679 h 6858000"/>
              <a:gd name="connsiteX558" fmla="*/ 5911389 w 7467600"/>
              <a:gd name="connsiteY558" fmla="*/ 1898371 h 6858000"/>
              <a:gd name="connsiteX559" fmla="*/ 6237627 w 7467600"/>
              <a:gd name="connsiteY559" fmla="*/ 2231921 h 6858000"/>
              <a:gd name="connsiteX560" fmla="*/ 5911389 w 7467600"/>
              <a:gd name="connsiteY560" fmla="*/ 1898371 h 6858000"/>
              <a:gd name="connsiteX561" fmla="*/ 6944437 w 7467600"/>
              <a:gd name="connsiteY561" fmla="*/ 1575402 h 6858000"/>
              <a:gd name="connsiteX562" fmla="*/ 6304730 w 7467600"/>
              <a:gd name="connsiteY562" fmla="*/ 1766654 h 6858000"/>
              <a:gd name="connsiteX563" fmla="*/ 6944437 w 7467600"/>
              <a:gd name="connsiteY563" fmla="*/ 1575402 h 6858000"/>
              <a:gd name="connsiteX564" fmla="*/ 7019523 w 7467600"/>
              <a:gd name="connsiteY564" fmla="*/ 1519450 h 6858000"/>
              <a:gd name="connsiteX565" fmla="*/ 6298091 w 7467600"/>
              <a:gd name="connsiteY565" fmla="*/ 1737122 h 6858000"/>
              <a:gd name="connsiteX566" fmla="*/ 7019523 w 7467600"/>
              <a:gd name="connsiteY566" fmla="*/ 1519450 h 6858000"/>
              <a:gd name="connsiteX567" fmla="*/ 2399523 w 7467600"/>
              <a:gd name="connsiteY567" fmla="*/ 1428234 h 6858000"/>
              <a:gd name="connsiteX568" fmla="*/ 2224982 w 7467600"/>
              <a:gd name="connsiteY568" fmla="*/ 1826201 h 6858000"/>
              <a:gd name="connsiteX569" fmla="*/ 2096099 w 7467600"/>
              <a:gd name="connsiteY569" fmla="*/ 2345900 h 6858000"/>
              <a:gd name="connsiteX570" fmla="*/ 2283317 w 7467600"/>
              <a:gd name="connsiteY570" fmla="*/ 1796925 h 6858000"/>
              <a:gd name="connsiteX571" fmla="*/ 2399523 w 7467600"/>
              <a:gd name="connsiteY571" fmla="*/ 1428234 h 6858000"/>
              <a:gd name="connsiteX572" fmla="*/ 2448558 w 7467600"/>
              <a:gd name="connsiteY572" fmla="*/ 1373435 h 6858000"/>
              <a:gd name="connsiteX573" fmla="*/ 2312521 w 7467600"/>
              <a:gd name="connsiteY573" fmla="*/ 1806140 h 6858000"/>
              <a:gd name="connsiteX574" fmla="*/ 2127533 w 7467600"/>
              <a:gd name="connsiteY574" fmla="*/ 2348380 h 6858000"/>
              <a:gd name="connsiteX575" fmla="*/ 2358080 w 7467600"/>
              <a:gd name="connsiteY575" fmla="*/ 1866134 h 6858000"/>
              <a:gd name="connsiteX576" fmla="*/ 2407436 w 7467600"/>
              <a:gd name="connsiteY576" fmla="*/ 1651070 h 6858000"/>
              <a:gd name="connsiteX577" fmla="*/ 2448558 w 7467600"/>
              <a:gd name="connsiteY577" fmla="*/ 1373435 h 6858000"/>
              <a:gd name="connsiteX578" fmla="*/ 278707 w 7467600"/>
              <a:gd name="connsiteY578" fmla="*/ 1352270 h 6858000"/>
              <a:gd name="connsiteX579" fmla="*/ 321570 w 7467600"/>
              <a:gd name="connsiteY579" fmla="*/ 1861610 h 6858000"/>
              <a:gd name="connsiteX580" fmla="*/ 294281 w 7467600"/>
              <a:gd name="connsiteY580" fmla="*/ 1440658 h 6858000"/>
              <a:gd name="connsiteX581" fmla="*/ 278707 w 7467600"/>
              <a:gd name="connsiteY581" fmla="*/ 1352270 h 6858000"/>
              <a:gd name="connsiteX582" fmla="*/ 1423821 w 7467600"/>
              <a:gd name="connsiteY582" fmla="*/ 1351958 h 6858000"/>
              <a:gd name="connsiteX583" fmla="*/ 1638521 w 7467600"/>
              <a:gd name="connsiteY583" fmla="*/ 1908470 h 6858000"/>
              <a:gd name="connsiteX584" fmla="*/ 1754199 w 7467600"/>
              <a:gd name="connsiteY584" fmla="*/ 2149284 h 6858000"/>
              <a:gd name="connsiteX585" fmla="*/ 1908359 w 7467600"/>
              <a:gd name="connsiteY585" fmla="*/ 2364988 h 6858000"/>
              <a:gd name="connsiteX586" fmla="*/ 1647661 w 7467600"/>
              <a:gd name="connsiteY586" fmla="*/ 1825945 h 6858000"/>
              <a:gd name="connsiteX587" fmla="*/ 1423821 w 7467600"/>
              <a:gd name="connsiteY587" fmla="*/ 1351958 h 6858000"/>
              <a:gd name="connsiteX588" fmla="*/ 1431890 w 7467600"/>
              <a:gd name="connsiteY588" fmla="*/ 1306475 h 6858000"/>
              <a:gd name="connsiteX589" fmla="*/ 1507597 w 7467600"/>
              <a:gd name="connsiteY589" fmla="*/ 1446132 h 6858000"/>
              <a:gd name="connsiteX590" fmla="*/ 1674586 w 7467600"/>
              <a:gd name="connsiteY590" fmla="*/ 1813832 h 6858000"/>
              <a:gd name="connsiteX591" fmla="*/ 1815950 w 7467600"/>
              <a:gd name="connsiteY591" fmla="*/ 2128564 h 6858000"/>
              <a:gd name="connsiteX592" fmla="*/ 1984242 w 7467600"/>
              <a:gd name="connsiteY592" fmla="*/ 2430829 h 6858000"/>
              <a:gd name="connsiteX593" fmla="*/ 2014023 w 7467600"/>
              <a:gd name="connsiteY593" fmla="*/ 2450995 h 6858000"/>
              <a:gd name="connsiteX594" fmla="*/ 1747337 w 7467600"/>
              <a:gd name="connsiteY594" fmla="*/ 1855264 h 6858000"/>
              <a:gd name="connsiteX595" fmla="*/ 1533749 w 7467600"/>
              <a:gd name="connsiteY595" fmla="*/ 1478656 h 6858000"/>
              <a:gd name="connsiteX596" fmla="*/ 1431890 w 7467600"/>
              <a:gd name="connsiteY596" fmla="*/ 1306475 h 6858000"/>
              <a:gd name="connsiteX597" fmla="*/ 5052692 w 7467600"/>
              <a:gd name="connsiteY597" fmla="*/ 1292994 h 6858000"/>
              <a:gd name="connsiteX598" fmla="*/ 5200661 w 7467600"/>
              <a:gd name="connsiteY598" fmla="*/ 1635186 h 6858000"/>
              <a:gd name="connsiteX599" fmla="*/ 5297138 w 7467600"/>
              <a:gd name="connsiteY599" fmla="*/ 1906351 h 6858000"/>
              <a:gd name="connsiteX600" fmla="*/ 5052692 w 7467600"/>
              <a:gd name="connsiteY600" fmla="*/ 1292994 h 6858000"/>
              <a:gd name="connsiteX601" fmla="*/ 5009948 w 7467600"/>
              <a:gd name="connsiteY601" fmla="*/ 1273619 h 6858000"/>
              <a:gd name="connsiteX602" fmla="*/ 5121777 w 7467600"/>
              <a:gd name="connsiteY602" fmla="*/ 1654213 h 6858000"/>
              <a:gd name="connsiteX603" fmla="*/ 5293545 w 7467600"/>
              <a:gd name="connsiteY603" fmla="*/ 2072247 h 6858000"/>
              <a:gd name="connsiteX604" fmla="*/ 5294042 w 7467600"/>
              <a:gd name="connsiteY604" fmla="*/ 2065019 h 6858000"/>
              <a:gd name="connsiteX605" fmla="*/ 5171936 w 7467600"/>
              <a:gd name="connsiteY605" fmla="*/ 1647613 h 6858000"/>
              <a:gd name="connsiteX606" fmla="*/ 5009948 w 7467600"/>
              <a:gd name="connsiteY606" fmla="*/ 1273619 h 6858000"/>
              <a:gd name="connsiteX607" fmla="*/ 655236 w 7467600"/>
              <a:gd name="connsiteY607" fmla="*/ 1268632 h 6858000"/>
              <a:gd name="connsiteX608" fmla="*/ 839521 w 7467600"/>
              <a:gd name="connsiteY608" fmla="*/ 1685315 h 6858000"/>
              <a:gd name="connsiteX609" fmla="*/ 1109416 w 7467600"/>
              <a:gd name="connsiteY609" fmla="*/ 2061663 h 6858000"/>
              <a:gd name="connsiteX610" fmla="*/ 1298300 w 7467600"/>
              <a:gd name="connsiteY610" fmla="*/ 2247742 h 6858000"/>
              <a:gd name="connsiteX611" fmla="*/ 1125871 w 7467600"/>
              <a:gd name="connsiteY611" fmla="*/ 1989513 h 6858000"/>
              <a:gd name="connsiteX612" fmla="*/ 981574 w 7467600"/>
              <a:gd name="connsiteY612" fmla="*/ 1783157 h 6858000"/>
              <a:gd name="connsiteX613" fmla="*/ 922198 w 7467600"/>
              <a:gd name="connsiteY613" fmla="*/ 1677437 h 6858000"/>
              <a:gd name="connsiteX614" fmla="*/ 869293 w 7467600"/>
              <a:gd name="connsiteY614" fmla="*/ 1583214 h 6858000"/>
              <a:gd name="connsiteX615" fmla="*/ 751431 w 7467600"/>
              <a:gd name="connsiteY615" fmla="*/ 1405731 h 6858000"/>
              <a:gd name="connsiteX616" fmla="*/ 655236 w 7467600"/>
              <a:gd name="connsiteY616" fmla="*/ 1268632 h 6858000"/>
              <a:gd name="connsiteX617" fmla="*/ 6516292 w 7467600"/>
              <a:gd name="connsiteY617" fmla="*/ 1263064 h 6858000"/>
              <a:gd name="connsiteX618" fmla="*/ 5736320 w 7467600"/>
              <a:gd name="connsiteY618" fmla="*/ 1501803 h 6858000"/>
              <a:gd name="connsiteX619" fmla="*/ 6516292 w 7467600"/>
              <a:gd name="connsiteY619" fmla="*/ 1263064 h 6858000"/>
              <a:gd name="connsiteX620" fmla="*/ 291466 w 7467600"/>
              <a:gd name="connsiteY620" fmla="*/ 1250369 h 6858000"/>
              <a:gd name="connsiteX621" fmla="*/ 323180 w 7467600"/>
              <a:gd name="connsiteY621" fmla="*/ 1435283 h 6858000"/>
              <a:gd name="connsiteX622" fmla="*/ 349381 w 7467600"/>
              <a:gd name="connsiteY622" fmla="*/ 1875041 h 6858000"/>
              <a:gd name="connsiteX623" fmla="*/ 374363 w 7467600"/>
              <a:gd name="connsiteY623" fmla="*/ 1506494 h 6858000"/>
              <a:gd name="connsiteX624" fmla="*/ 302168 w 7467600"/>
              <a:gd name="connsiteY624" fmla="*/ 1274495 h 6858000"/>
              <a:gd name="connsiteX625" fmla="*/ 291466 w 7467600"/>
              <a:gd name="connsiteY625" fmla="*/ 1250369 h 6858000"/>
              <a:gd name="connsiteX626" fmla="*/ 678222 w 7467600"/>
              <a:gd name="connsiteY626" fmla="*/ 1248670 h 6858000"/>
              <a:gd name="connsiteX627" fmla="*/ 775536 w 7467600"/>
              <a:gd name="connsiteY627" fmla="*/ 1388015 h 6858000"/>
              <a:gd name="connsiteX628" fmla="*/ 894529 w 7467600"/>
              <a:gd name="connsiteY628" fmla="*/ 1567739 h 6858000"/>
              <a:gd name="connsiteX629" fmla="*/ 948000 w 7467600"/>
              <a:gd name="connsiteY629" fmla="*/ 1663088 h 6858000"/>
              <a:gd name="connsiteX630" fmla="*/ 1006812 w 7467600"/>
              <a:gd name="connsiteY630" fmla="*/ 1767683 h 6858000"/>
              <a:gd name="connsiteX631" fmla="*/ 1149133 w 7467600"/>
              <a:gd name="connsiteY631" fmla="*/ 1971513 h 6858000"/>
              <a:gd name="connsiteX632" fmla="*/ 1333952 w 7467600"/>
              <a:gd name="connsiteY632" fmla="*/ 2251620 h 6858000"/>
              <a:gd name="connsiteX633" fmla="*/ 1337329 w 7467600"/>
              <a:gd name="connsiteY633" fmla="*/ 2258350 h 6858000"/>
              <a:gd name="connsiteX634" fmla="*/ 1014726 w 7467600"/>
              <a:gd name="connsiteY634" fmla="*/ 1615556 h 6858000"/>
              <a:gd name="connsiteX635" fmla="*/ 678222 w 7467600"/>
              <a:gd name="connsiteY635" fmla="*/ 1248670 h 6858000"/>
              <a:gd name="connsiteX636" fmla="*/ 6691602 w 7467600"/>
              <a:gd name="connsiteY636" fmla="*/ 1140573 h 6858000"/>
              <a:gd name="connsiteX637" fmla="*/ 6571100 w 7467600"/>
              <a:gd name="connsiteY637" fmla="*/ 1183662 h 6858000"/>
              <a:gd name="connsiteX638" fmla="*/ 6241687 w 7467600"/>
              <a:gd name="connsiteY638" fmla="*/ 1257600 h 6858000"/>
              <a:gd name="connsiteX639" fmla="*/ 5693009 w 7467600"/>
              <a:gd name="connsiteY639" fmla="*/ 1478256 h 6858000"/>
              <a:gd name="connsiteX640" fmla="*/ 6548420 w 7467600"/>
              <a:gd name="connsiteY640" fmla="*/ 1214599 h 6858000"/>
              <a:gd name="connsiteX641" fmla="*/ 6605473 w 7467600"/>
              <a:gd name="connsiteY641" fmla="*/ 1184686 h 6858000"/>
              <a:gd name="connsiteX642" fmla="*/ 6691602 w 7467600"/>
              <a:gd name="connsiteY642" fmla="*/ 1140573 h 6858000"/>
              <a:gd name="connsiteX643" fmla="*/ 4002475 w 7467600"/>
              <a:gd name="connsiteY643" fmla="*/ 1037802 h 6858000"/>
              <a:gd name="connsiteX644" fmla="*/ 4000324 w 7467600"/>
              <a:gd name="connsiteY644" fmla="*/ 1039362 h 6858000"/>
              <a:gd name="connsiteX645" fmla="*/ 4002862 w 7467600"/>
              <a:gd name="connsiteY645" fmla="*/ 1042866 h 6858000"/>
              <a:gd name="connsiteX646" fmla="*/ 4002475 w 7467600"/>
              <a:gd name="connsiteY646" fmla="*/ 1037802 h 6858000"/>
              <a:gd name="connsiteX647" fmla="*/ 506322 w 7467600"/>
              <a:gd name="connsiteY647" fmla="*/ 1020997 h 6858000"/>
              <a:gd name="connsiteX648" fmla="*/ 533068 w 7467600"/>
              <a:gd name="connsiteY648" fmla="*/ 1029409 h 6858000"/>
              <a:gd name="connsiteX649" fmla="*/ 1232525 w 7467600"/>
              <a:gd name="connsiteY649" fmla="*/ 1804675 h 6858000"/>
              <a:gd name="connsiteX650" fmla="*/ 1388858 w 7467600"/>
              <a:gd name="connsiteY650" fmla="*/ 2368011 h 6858000"/>
              <a:gd name="connsiteX651" fmla="*/ 1384098 w 7467600"/>
              <a:gd name="connsiteY651" fmla="*/ 2378125 h 6858000"/>
              <a:gd name="connsiteX652" fmla="*/ 1425393 w 7467600"/>
              <a:gd name="connsiteY652" fmla="*/ 2589124 h 6858000"/>
              <a:gd name="connsiteX653" fmla="*/ 1424001 w 7467600"/>
              <a:gd name="connsiteY653" fmla="*/ 2597541 h 6858000"/>
              <a:gd name="connsiteX654" fmla="*/ 2152729 w 7467600"/>
              <a:gd name="connsiteY654" fmla="*/ 2864487 h 6858000"/>
              <a:gd name="connsiteX655" fmla="*/ 2020609 w 7467600"/>
              <a:gd name="connsiteY655" fmla="*/ 2539671 h 6858000"/>
              <a:gd name="connsiteX656" fmla="*/ 2018920 w 7467600"/>
              <a:gd name="connsiteY656" fmla="*/ 2536309 h 6858000"/>
              <a:gd name="connsiteX657" fmla="*/ 1342441 w 7467600"/>
              <a:gd name="connsiteY657" fmla="*/ 1173017 h 6858000"/>
              <a:gd name="connsiteX658" fmla="*/ 1367925 w 7467600"/>
              <a:gd name="connsiteY658" fmla="*/ 1135648 h 6858000"/>
              <a:gd name="connsiteX659" fmla="*/ 1771401 w 7467600"/>
              <a:gd name="connsiteY659" fmla="*/ 1806673 h 6858000"/>
              <a:gd name="connsiteX660" fmla="*/ 1972385 w 7467600"/>
              <a:gd name="connsiteY660" fmla="*/ 2198735 h 6858000"/>
              <a:gd name="connsiteX661" fmla="*/ 2040892 w 7467600"/>
              <a:gd name="connsiteY661" fmla="*/ 2405205 h 6858000"/>
              <a:gd name="connsiteX662" fmla="*/ 2131689 w 7467600"/>
              <a:gd name="connsiteY662" fmla="*/ 1936926 h 6858000"/>
              <a:gd name="connsiteX663" fmla="*/ 2454820 w 7467600"/>
              <a:gd name="connsiteY663" fmla="*/ 1248808 h 6858000"/>
              <a:gd name="connsiteX664" fmla="*/ 2492512 w 7467600"/>
              <a:gd name="connsiteY664" fmla="*/ 1302920 h 6858000"/>
              <a:gd name="connsiteX665" fmla="*/ 2081216 w 7467600"/>
              <a:gd name="connsiteY665" fmla="*/ 2527513 h 6858000"/>
              <a:gd name="connsiteX666" fmla="*/ 2081211 w 7467600"/>
              <a:gd name="connsiteY666" fmla="*/ 2528916 h 6858000"/>
              <a:gd name="connsiteX667" fmla="*/ 2199067 w 7467600"/>
              <a:gd name="connsiteY667" fmla="*/ 2884061 h 6858000"/>
              <a:gd name="connsiteX668" fmla="*/ 3192586 w 7467600"/>
              <a:gd name="connsiteY668" fmla="*/ 3411496 h 6858000"/>
              <a:gd name="connsiteX669" fmla="*/ 3182620 w 7467600"/>
              <a:gd name="connsiteY669" fmla="*/ 3483279 h 6858000"/>
              <a:gd name="connsiteX670" fmla="*/ 2435119 w 7467600"/>
              <a:gd name="connsiteY670" fmla="*/ 3080173 h 6858000"/>
              <a:gd name="connsiteX671" fmla="*/ 2410152 w 7467600"/>
              <a:gd name="connsiteY671" fmla="*/ 3063751 h 6858000"/>
              <a:gd name="connsiteX672" fmla="*/ 2408099 w 7467600"/>
              <a:gd name="connsiteY672" fmla="*/ 3064403 h 6858000"/>
              <a:gd name="connsiteX673" fmla="*/ 2407218 w 7467600"/>
              <a:gd name="connsiteY673" fmla="*/ 3070324 h 6858000"/>
              <a:gd name="connsiteX674" fmla="*/ 2380138 w 7467600"/>
              <a:gd name="connsiteY674" fmla="*/ 3099341 h 6858000"/>
              <a:gd name="connsiteX675" fmla="*/ 1765923 w 7467600"/>
              <a:gd name="connsiteY675" fmla="*/ 3581043 h 6858000"/>
              <a:gd name="connsiteX676" fmla="*/ 1702258 w 7467600"/>
              <a:gd name="connsiteY676" fmla="*/ 3612286 h 6858000"/>
              <a:gd name="connsiteX677" fmla="*/ 1538370 w 7467600"/>
              <a:gd name="connsiteY677" fmla="*/ 3811804 h 6858000"/>
              <a:gd name="connsiteX678" fmla="*/ 542867 w 7467600"/>
              <a:gd name="connsiteY678" fmla="*/ 4944092 h 6858000"/>
              <a:gd name="connsiteX679" fmla="*/ 515800 w 7467600"/>
              <a:gd name="connsiteY679" fmla="*/ 4862180 h 6858000"/>
              <a:gd name="connsiteX680" fmla="*/ 909145 w 7467600"/>
              <a:gd name="connsiteY680" fmla="*/ 4199225 h 6858000"/>
              <a:gd name="connsiteX681" fmla="*/ 1214067 w 7467600"/>
              <a:gd name="connsiteY681" fmla="*/ 3908561 h 6858000"/>
              <a:gd name="connsiteX682" fmla="*/ 640967 w 7467600"/>
              <a:gd name="connsiteY682" fmla="*/ 4105601 h 6858000"/>
              <a:gd name="connsiteX683" fmla="*/ 112563 w 7467600"/>
              <a:gd name="connsiteY683" fmla="*/ 4396952 h 6858000"/>
              <a:gd name="connsiteX684" fmla="*/ 0 w 7467600"/>
              <a:gd name="connsiteY684" fmla="*/ 4466006 h 6858000"/>
              <a:gd name="connsiteX685" fmla="*/ 0 w 7467600"/>
              <a:gd name="connsiteY685" fmla="*/ 4233763 h 6858000"/>
              <a:gd name="connsiteX686" fmla="*/ 36881 w 7467600"/>
              <a:gd name="connsiteY686" fmla="*/ 4200118 h 6858000"/>
              <a:gd name="connsiteX687" fmla="*/ 910534 w 7467600"/>
              <a:gd name="connsiteY687" fmla="*/ 3629753 h 6858000"/>
              <a:gd name="connsiteX688" fmla="*/ 1578717 w 7467600"/>
              <a:gd name="connsiteY688" fmla="*/ 3575982 h 6858000"/>
              <a:gd name="connsiteX689" fmla="*/ 2338780 w 7467600"/>
              <a:gd name="connsiteY689" fmla="*/ 3033725 h 6858000"/>
              <a:gd name="connsiteX690" fmla="*/ 1807991 w 7467600"/>
              <a:gd name="connsiteY690" fmla="*/ 2807184 h 6858000"/>
              <a:gd name="connsiteX691" fmla="*/ 1416358 w 7467600"/>
              <a:gd name="connsiteY691" fmla="*/ 3112571 h 6858000"/>
              <a:gd name="connsiteX692" fmla="*/ 939066 w 7467600"/>
              <a:gd name="connsiteY692" fmla="*/ 3378798 h 6858000"/>
              <a:gd name="connsiteX693" fmla="*/ 115099 w 7467600"/>
              <a:gd name="connsiteY693" fmla="*/ 3607650 h 6858000"/>
              <a:gd name="connsiteX694" fmla="*/ 97284 w 7467600"/>
              <a:gd name="connsiteY694" fmla="*/ 3520393 h 6858000"/>
              <a:gd name="connsiteX695" fmla="*/ 922050 w 7467600"/>
              <a:gd name="connsiteY695" fmla="*/ 3074867 h 6858000"/>
              <a:gd name="connsiteX696" fmla="*/ 1405265 w 7467600"/>
              <a:gd name="connsiteY696" fmla="*/ 3016319 h 6858000"/>
              <a:gd name="connsiteX697" fmla="*/ 1407512 w 7467600"/>
              <a:gd name="connsiteY697" fmla="*/ 3018001 h 6858000"/>
              <a:gd name="connsiteX698" fmla="*/ 1726266 w 7467600"/>
              <a:gd name="connsiteY698" fmla="*/ 2777274 h 6858000"/>
              <a:gd name="connsiteX699" fmla="*/ 625390 w 7467600"/>
              <a:gd name="connsiteY699" fmla="*/ 2514541 h 6858000"/>
              <a:gd name="connsiteX700" fmla="*/ 619799 w 7467600"/>
              <a:gd name="connsiteY700" fmla="*/ 2527180 h 6858000"/>
              <a:gd name="connsiteX701" fmla="*/ 310030 w 7467600"/>
              <a:gd name="connsiteY701" fmla="*/ 2771818 h 6858000"/>
              <a:gd name="connsiteX702" fmla="*/ 173877 w 7467600"/>
              <a:gd name="connsiteY702" fmla="*/ 2937056 h 6858000"/>
              <a:gd name="connsiteX703" fmla="*/ 77889 w 7467600"/>
              <a:gd name="connsiteY703" fmla="*/ 3138440 h 6858000"/>
              <a:gd name="connsiteX704" fmla="*/ 0 w 7467600"/>
              <a:gd name="connsiteY704" fmla="*/ 3271395 h 6858000"/>
              <a:gd name="connsiteX705" fmla="*/ 0 w 7467600"/>
              <a:gd name="connsiteY705" fmla="*/ 3153002 h 6858000"/>
              <a:gd name="connsiteX706" fmla="*/ 2386 w 7467600"/>
              <a:gd name="connsiteY706" fmla="*/ 3149203 h 6858000"/>
              <a:gd name="connsiteX707" fmla="*/ 89753 w 7467600"/>
              <a:gd name="connsiteY707" fmla="*/ 2987702 h 6858000"/>
              <a:gd name="connsiteX708" fmla="*/ 76869 w 7467600"/>
              <a:gd name="connsiteY708" fmla="*/ 3005404 h 6858000"/>
              <a:gd name="connsiteX709" fmla="*/ 32049 w 7467600"/>
              <a:gd name="connsiteY709" fmla="*/ 3065814 h 6858000"/>
              <a:gd name="connsiteX710" fmla="*/ 0 w 7467600"/>
              <a:gd name="connsiteY710" fmla="*/ 3108744 h 6858000"/>
              <a:gd name="connsiteX711" fmla="*/ 0 w 7467600"/>
              <a:gd name="connsiteY711" fmla="*/ 3058059 h 6858000"/>
              <a:gd name="connsiteX712" fmla="*/ 7610 w 7467600"/>
              <a:gd name="connsiteY712" fmla="*/ 3047889 h 6858000"/>
              <a:gd name="connsiteX713" fmla="*/ 52419 w 7467600"/>
              <a:gd name="connsiteY713" fmla="*/ 2987479 h 6858000"/>
              <a:gd name="connsiteX714" fmla="*/ 59142 w 7467600"/>
              <a:gd name="connsiteY714" fmla="*/ 2978488 h 6858000"/>
              <a:gd name="connsiteX715" fmla="*/ 0 w 7467600"/>
              <a:gd name="connsiteY715" fmla="*/ 3015334 h 6858000"/>
              <a:gd name="connsiteX716" fmla="*/ 0 w 7467600"/>
              <a:gd name="connsiteY716" fmla="*/ 2914286 h 6858000"/>
              <a:gd name="connsiteX717" fmla="*/ 36383 w 7467600"/>
              <a:gd name="connsiteY717" fmla="*/ 2901128 h 6858000"/>
              <a:gd name="connsiteX718" fmla="*/ 156329 w 7467600"/>
              <a:gd name="connsiteY718" fmla="*/ 2840533 h 6858000"/>
              <a:gd name="connsiteX719" fmla="*/ 358355 w 7467600"/>
              <a:gd name="connsiteY719" fmla="*/ 2620471 h 6858000"/>
              <a:gd name="connsiteX720" fmla="*/ 510577 w 7467600"/>
              <a:gd name="connsiteY720" fmla="*/ 2501244 h 6858000"/>
              <a:gd name="connsiteX721" fmla="*/ 211967 w 7467600"/>
              <a:gd name="connsiteY721" fmla="*/ 2479171 h 6858000"/>
              <a:gd name="connsiteX722" fmla="*/ 0 w 7467600"/>
              <a:gd name="connsiteY722" fmla="*/ 2476398 h 6858000"/>
              <a:gd name="connsiteX723" fmla="*/ 0 w 7467600"/>
              <a:gd name="connsiteY723" fmla="*/ 2389189 h 6858000"/>
              <a:gd name="connsiteX724" fmla="*/ 103062 w 7467600"/>
              <a:gd name="connsiteY724" fmla="*/ 2389518 h 6858000"/>
              <a:gd name="connsiteX725" fmla="*/ 510734 w 7467600"/>
              <a:gd name="connsiteY725" fmla="*/ 2416201 h 6858000"/>
              <a:gd name="connsiteX726" fmla="*/ 279257 w 7467600"/>
              <a:gd name="connsiteY726" fmla="*/ 2092102 h 6858000"/>
              <a:gd name="connsiteX727" fmla="*/ 65265 w 7467600"/>
              <a:gd name="connsiteY727" fmla="*/ 2006049 h 6858000"/>
              <a:gd name="connsiteX728" fmla="*/ 0 w 7467600"/>
              <a:gd name="connsiteY728" fmla="*/ 1982532 h 6858000"/>
              <a:gd name="connsiteX729" fmla="*/ 0 w 7467600"/>
              <a:gd name="connsiteY729" fmla="*/ 1912789 h 6858000"/>
              <a:gd name="connsiteX730" fmla="*/ 97460 w 7467600"/>
              <a:gd name="connsiteY730" fmla="*/ 1953725 h 6858000"/>
              <a:gd name="connsiteX731" fmla="*/ 221272 w 7467600"/>
              <a:gd name="connsiteY731" fmla="*/ 1980766 h 6858000"/>
              <a:gd name="connsiteX732" fmla="*/ 116765 w 7467600"/>
              <a:gd name="connsiteY732" fmla="*/ 1911033 h 6858000"/>
              <a:gd name="connsiteX733" fmla="*/ 16405 w 7467600"/>
              <a:gd name="connsiteY733" fmla="*/ 1803412 h 6858000"/>
              <a:gd name="connsiteX734" fmla="*/ 0 w 7467600"/>
              <a:gd name="connsiteY734" fmla="*/ 1784777 h 6858000"/>
              <a:gd name="connsiteX735" fmla="*/ 0 w 7467600"/>
              <a:gd name="connsiteY735" fmla="*/ 1740082 h 6858000"/>
              <a:gd name="connsiteX736" fmla="*/ 39394 w 7467600"/>
              <a:gd name="connsiteY736" fmla="*/ 1784856 h 6858000"/>
              <a:gd name="connsiteX737" fmla="*/ 135813 w 7467600"/>
              <a:gd name="connsiteY737" fmla="*/ 1888838 h 6858000"/>
              <a:gd name="connsiteX738" fmla="*/ 242575 w 7467600"/>
              <a:gd name="connsiteY738" fmla="*/ 1958841 h 6858000"/>
              <a:gd name="connsiteX739" fmla="*/ 82197 w 7467600"/>
              <a:gd name="connsiteY739" fmla="*/ 1754826 h 6858000"/>
              <a:gd name="connsiteX740" fmla="*/ 0 w 7467600"/>
              <a:gd name="connsiteY740" fmla="*/ 1679650 h 6858000"/>
              <a:gd name="connsiteX741" fmla="*/ 0 w 7467600"/>
              <a:gd name="connsiteY741" fmla="*/ 1602463 h 6858000"/>
              <a:gd name="connsiteX742" fmla="*/ 84689 w 7467600"/>
              <a:gd name="connsiteY742" fmla="*/ 1677442 h 6858000"/>
              <a:gd name="connsiteX743" fmla="*/ 298437 w 7467600"/>
              <a:gd name="connsiteY743" fmla="*/ 1968019 h 6858000"/>
              <a:gd name="connsiteX744" fmla="*/ 227269 w 7467600"/>
              <a:gd name="connsiteY744" fmla="*/ 1114064 h 6858000"/>
              <a:gd name="connsiteX745" fmla="*/ 248003 w 7467600"/>
              <a:gd name="connsiteY745" fmla="*/ 1089613 h 6858000"/>
              <a:gd name="connsiteX746" fmla="*/ 427020 w 7467600"/>
              <a:gd name="connsiteY746" fmla="*/ 1619803 h 6858000"/>
              <a:gd name="connsiteX747" fmla="*/ 340345 w 7467600"/>
              <a:gd name="connsiteY747" fmla="*/ 2027739 h 6858000"/>
              <a:gd name="connsiteX748" fmla="*/ 360865 w 7467600"/>
              <a:gd name="connsiteY748" fmla="*/ 2044827 h 6858000"/>
              <a:gd name="connsiteX749" fmla="*/ 560414 w 7467600"/>
              <a:gd name="connsiteY749" fmla="*/ 2421457 h 6858000"/>
              <a:gd name="connsiteX750" fmla="*/ 1359703 w 7467600"/>
              <a:gd name="connsiteY750" fmla="*/ 2578554 h 6858000"/>
              <a:gd name="connsiteX751" fmla="*/ 1359422 w 7467600"/>
              <a:gd name="connsiteY751" fmla="*/ 2577994 h 6858000"/>
              <a:gd name="connsiteX752" fmla="*/ 828701 w 7467600"/>
              <a:gd name="connsiteY752" fmla="*/ 1839520 h 6858000"/>
              <a:gd name="connsiteX753" fmla="*/ 494427 w 7467600"/>
              <a:gd name="connsiteY753" fmla="*/ 1092333 h 6858000"/>
              <a:gd name="connsiteX754" fmla="*/ 506322 w 7467600"/>
              <a:gd name="connsiteY754" fmla="*/ 1020997 h 6858000"/>
              <a:gd name="connsiteX755" fmla="*/ 4570198 w 7467600"/>
              <a:gd name="connsiteY755" fmla="*/ 978081 h 6858000"/>
              <a:gd name="connsiteX756" fmla="*/ 4523691 w 7467600"/>
              <a:gd name="connsiteY756" fmla="*/ 1127776 h 6858000"/>
              <a:gd name="connsiteX757" fmla="*/ 4509875 w 7467600"/>
              <a:gd name="connsiteY757" fmla="*/ 1167552 h 6858000"/>
              <a:gd name="connsiteX758" fmla="*/ 4478168 w 7467600"/>
              <a:gd name="connsiteY758" fmla="*/ 1260735 h 6858000"/>
              <a:gd name="connsiteX759" fmla="*/ 4409309 w 7467600"/>
              <a:gd name="connsiteY759" fmla="*/ 1666996 h 6858000"/>
              <a:gd name="connsiteX760" fmla="*/ 4370031 w 7467600"/>
              <a:gd name="connsiteY760" fmla="*/ 1955666 h 6858000"/>
              <a:gd name="connsiteX761" fmla="*/ 4570198 w 7467600"/>
              <a:gd name="connsiteY761" fmla="*/ 978081 h 6858000"/>
              <a:gd name="connsiteX762" fmla="*/ 4557898 w 7467600"/>
              <a:gd name="connsiteY762" fmla="*/ 900011 h 6858000"/>
              <a:gd name="connsiteX763" fmla="*/ 4344840 w 7467600"/>
              <a:gd name="connsiteY763" fmla="*/ 1922038 h 6858000"/>
              <a:gd name="connsiteX764" fmla="*/ 4378710 w 7467600"/>
              <a:gd name="connsiteY764" fmla="*/ 1665516 h 6858000"/>
              <a:gd name="connsiteX765" fmla="*/ 4448798 w 7467600"/>
              <a:gd name="connsiteY765" fmla="*/ 1253024 h 6858000"/>
              <a:gd name="connsiteX766" fmla="*/ 4480315 w 7467600"/>
              <a:gd name="connsiteY766" fmla="*/ 1158454 h 6858000"/>
              <a:gd name="connsiteX767" fmla="*/ 4494133 w 7467600"/>
              <a:gd name="connsiteY767" fmla="*/ 1118676 h 6858000"/>
              <a:gd name="connsiteX768" fmla="*/ 4557898 w 7467600"/>
              <a:gd name="connsiteY768" fmla="*/ 900011 h 6858000"/>
              <a:gd name="connsiteX769" fmla="*/ 5870151 w 7467600"/>
              <a:gd name="connsiteY769" fmla="*/ 898890 h 6858000"/>
              <a:gd name="connsiteX770" fmla="*/ 5861335 w 7467600"/>
              <a:gd name="connsiteY770" fmla="*/ 899177 h 6858000"/>
              <a:gd name="connsiteX771" fmla="*/ 5843702 w 7467600"/>
              <a:gd name="connsiteY771" fmla="*/ 899748 h 6858000"/>
              <a:gd name="connsiteX772" fmla="*/ 5651107 w 7467600"/>
              <a:gd name="connsiteY772" fmla="*/ 920306 h 6858000"/>
              <a:gd name="connsiteX773" fmla="*/ 5459407 w 7467600"/>
              <a:gd name="connsiteY773" fmla="*/ 940975 h 6858000"/>
              <a:gd name="connsiteX774" fmla="*/ 5374846 w 7467600"/>
              <a:gd name="connsiteY774" fmla="*/ 941988 h 6858000"/>
              <a:gd name="connsiteX775" fmla="*/ 5256105 w 7467600"/>
              <a:gd name="connsiteY775" fmla="*/ 945632 h 6858000"/>
              <a:gd name="connsiteX776" fmla="*/ 5107071 w 7467600"/>
              <a:gd name="connsiteY776" fmla="*/ 969720 h 6858000"/>
              <a:gd name="connsiteX777" fmla="*/ 4998681 w 7467600"/>
              <a:gd name="connsiteY777" fmla="*/ 988771 h 6858000"/>
              <a:gd name="connsiteX778" fmla="*/ 5870151 w 7467600"/>
              <a:gd name="connsiteY778" fmla="*/ 898890 h 6858000"/>
              <a:gd name="connsiteX779" fmla="*/ 5504425 w 7467600"/>
              <a:gd name="connsiteY779" fmla="*/ 848067 h 6858000"/>
              <a:gd name="connsiteX780" fmla="*/ 4968849 w 7467600"/>
              <a:gd name="connsiteY780" fmla="*/ 962318 h 6858000"/>
              <a:gd name="connsiteX781" fmla="*/ 5104039 w 7467600"/>
              <a:gd name="connsiteY781" fmla="*/ 940634 h 6858000"/>
              <a:gd name="connsiteX782" fmla="*/ 5256311 w 7467600"/>
              <a:gd name="connsiteY782" fmla="*/ 916490 h 6858000"/>
              <a:gd name="connsiteX783" fmla="*/ 5377381 w 7467600"/>
              <a:gd name="connsiteY783" fmla="*/ 912671 h 6858000"/>
              <a:gd name="connsiteX784" fmla="*/ 5460148 w 7467600"/>
              <a:gd name="connsiteY784" fmla="*/ 911442 h 6858000"/>
              <a:gd name="connsiteX785" fmla="*/ 5648971 w 7467600"/>
              <a:gd name="connsiteY785" fmla="*/ 891331 h 6858000"/>
              <a:gd name="connsiteX786" fmla="*/ 5844807 w 7467600"/>
              <a:gd name="connsiteY786" fmla="*/ 870718 h 6858000"/>
              <a:gd name="connsiteX787" fmla="*/ 5862975 w 7467600"/>
              <a:gd name="connsiteY787" fmla="*/ 869756 h 6858000"/>
              <a:gd name="connsiteX788" fmla="*/ 5920887 w 7467600"/>
              <a:gd name="connsiteY788" fmla="*/ 865929 h 6858000"/>
              <a:gd name="connsiteX789" fmla="*/ 5504425 w 7467600"/>
              <a:gd name="connsiteY789" fmla="*/ 848067 h 6858000"/>
              <a:gd name="connsiteX790" fmla="*/ 3607114 w 7467600"/>
              <a:gd name="connsiteY790" fmla="*/ 467441 h 6858000"/>
              <a:gd name="connsiteX791" fmla="*/ 3296242 w 7467600"/>
              <a:gd name="connsiteY791" fmla="*/ 807991 h 6858000"/>
              <a:gd name="connsiteX792" fmla="*/ 3174674 w 7467600"/>
              <a:gd name="connsiteY792" fmla="*/ 919759 h 6858000"/>
              <a:gd name="connsiteX793" fmla="*/ 3042978 w 7467600"/>
              <a:gd name="connsiteY793" fmla="*/ 1054894 h 6858000"/>
              <a:gd name="connsiteX794" fmla="*/ 2968914 w 7467600"/>
              <a:gd name="connsiteY794" fmla="*/ 1133756 h 6858000"/>
              <a:gd name="connsiteX795" fmla="*/ 3103823 w 7467600"/>
              <a:gd name="connsiteY795" fmla="*/ 1026814 h 6858000"/>
              <a:gd name="connsiteX796" fmla="*/ 3607114 w 7467600"/>
              <a:gd name="connsiteY796" fmla="*/ 467441 h 6858000"/>
              <a:gd name="connsiteX797" fmla="*/ 3744487 w 7467600"/>
              <a:gd name="connsiteY797" fmla="*/ 383136 h 6858000"/>
              <a:gd name="connsiteX798" fmla="*/ 3970213 w 7467600"/>
              <a:gd name="connsiteY798" fmla="*/ 995559 h 6858000"/>
              <a:gd name="connsiteX799" fmla="*/ 3744487 w 7467600"/>
              <a:gd name="connsiteY799" fmla="*/ 383136 h 6858000"/>
              <a:gd name="connsiteX800" fmla="*/ 3624562 w 7467600"/>
              <a:gd name="connsiteY800" fmla="*/ 367041 h 6858000"/>
              <a:gd name="connsiteX801" fmla="*/ 3489712 w 7467600"/>
              <a:gd name="connsiteY801" fmla="*/ 485386 h 6858000"/>
              <a:gd name="connsiteX802" fmla="*/ 3182994 w 7467600"/>
              <a:gd name="connsiteY802" fmla="*/ 828265 h 6858000"/>
              <a:gd name="connsiteX803" fmla="*/ 2892114 w 7467600"/>
              <a:gd name="connsiteY803" fmla="*/ 1172635 h 6858000"/>
              <a:gd name="connsiteX804" fmla="*/ 3021459 w 7467600"/>
              <a:gd name="connsiteY804" fmla="*/ 1035385 h 6858000"/>
              <a:gd name="connsiteX805" fmla="*/ 3153873 w 7467600"/>
              <a:gd name="connsiteY805" fmla="*/ 898971 h 6858000"/>
              <a:gd name="connsiteX806" fmla="*/ 3276511 w 7467600"/>
              <a:gd name="connsiteY806" fmla="*/ 786423 h 6858000"/>
              <a:gd name="connsiteX807" fmla="*/ 3584154 w 7467600"/>
              <a:gd name="connsiteY807" fmla="*/ 448218 h 6858000"/>
              <a:gd name="connsiteX808" fmla="*/ 3624562 w 7467600"/>
              <a:gd name="connsiteY808" fmla="*/ 367041 h 6858000"/>
              <a:gd name="connsiteX809" fmla="*/ 3766672 w 7467600"/>
              <a:gd name="connsiteY809" fmla="*/ 359429 h 6858000"/>
              <a:gd name="connsiteX810" fmla="*/ 3996338 w 7467600"/>
              <a:gd name="connsiteY810" fmla="*/ 968237 h 6858000"/>
              <a:gd name="connsiteX811" fmla="*/ 3766672 w 7467600"/>
              <a:gd name="connsiteY811" fmla="*/ 359429 h 6858000"/>
              <a:gd name="connsiteX812" fmla="*/ 5805386 w 7467600"/>
              <a:gd name="connsiteY812" fmla="*/ 239240 h 6858000"/>
              <a:gd name="connsiteX813" fmla="*/ 5736947 w 7467600"/>
              <a:gd name="connsiteY813" fmla="*/ 261367 h 6858000"/>
              <a:gd name="connsiteX814" fmla="*/ 5427012 w 7467600"/>
              <a:gd name="connsiteY814" fmla="*/ 311272 h 6858000"/>
              <a:gd name="connsiteX815" fmla="*/ 5147818 w 7467600"/>
              <a:gd name="connsiteY815" fmla="*/ 322112 h 6858000"/>
              <a:gd name="connsiteX816" fmla="*/ 5060854 w 7467600"/>
              <a:gd name="connsiteY816" fmla="*/ 311882 h 6858000"/>
              <a:gd name="connsiteX817" fmla="*/ 4945989 w 7467600"/>
              <a:gd name="connsiteY817" fmla="*/ 300516 h 6858000"/>
              <a:gd name="connsiteX818" fmla="*/ 5410479 w 7467600"/>
              <a:gd name="connsiteY818" fmla="*/ 348434 h 6858000"/>
              <a:gd name="connsiteX819" fmla="*/ 5805386 w 7467600"/>
              <a:gd name="connsiteY819" fmla="*/ 239240 h 6858000"/>
              <a:gd name="connsiteX820" fmla="*/ 5905192 w 7467600"/>
              <a:gd name="connsiteY820" fmla="*/ 163079 h 6858000"/>
              <a:gd name="connsiteX821" fmla="*/ 5865655 w 7467600"/>
              <a:gd name="connsiteY821" fmla="*/ 171901 h 6858000"/>
              <a:gd name="connsiteX822" fmla="*/ 5259740 w 7467600"/>
              <a:gd name="connsiteY822" fmla="*/ 257013 h 6858000"/>
              <a:gd name="connsiteX823" fmla="*/ 5208466 w 7467600"/>
              <a:gd name="connsiteY823" fmla="*/ 257550 h 6858000"/>
              <a:gd name="connsiteX824" fmla="*/ 4980204 w 7467600"/>
              <a:gd name="connsiteY824" fmla="*/ 271903 h 6858000"/>
              <a:gd name="connsiteX825" fmla="*/ 5068068 w 7467600"/>
              <a:gd name="connsiteY825" fmla="*/ 282244 h 6858000"/>
              <a:gd name="connsiteX826" fmla="*/ 5153231 w 7467600"/>
              <a:gd name="connsiteY826" fmla="*/ 292240 h 6858000"/>
              <a:gd name="connsiteX827" fmla="*/ 5426491 w 7467600"/>
              <a:gd name="connsiteY827" fmla="*/ 281128 h 6858000"/>
              <a:gd name="connsiteX828" fmla="*/ 5731212 w 7467600"/>
              <a:gd name="connsiteY828" fmla="*/ 231951 h 6858000"/>
              <a:gd name="connsiteX829" fmla="*/ 5905192 w 7467600"/>
              <a:gd name="connsiteY829" fmla="*/ 163079 h 6858000"/>
              <a:gd name="connsiteX830" fmla="*/ 5944437 w 7467600"/>
              <a:gd name="connsiteY830" fmla="*/ 113829 h 6858000"/>
              <a:gd name="connsiteX831" fmla="*/ 5825032 w 7467600"/>
              <a:gd name="connsiteY831" fmla="*/ 146405 h 6858000"/>
              <a:gd name="connsiteX832" fmla="*/ 4955599 w 7467600"/>
              <a:gd name="connsiteY832" fmla="*/ 247008 h 6858000"/>
              <a:gd name="connsiteX833" fmla="*/ 5210104 w 7467600"/>
              <a:gd name="connsiteY833" fmla="*/ 228123 h 6858000"/>
              <a:gd name="connsiteX834" fmla="*/ 5261015 w 7467600"/>
              <a:gd name="connsiteY834" fmla="*/ 227087 h 6858000"/>
              <a:gd name="connsiteX835" fmla="*/ 5861181 w 7467600"/>
              <a:gd name="connsiteY835" fmla="*/ 143093 h 6858000"/>
              <a:gd name="connsiteX836" fmla="*/ 5961252 w 7467600"/>
              <a:gd name="connsiteY836" fmla="*/ 114820 h 6858000"/>
              <a:gd name="connsiteX837" fmla="*/ 5944437 w 7467600"/>
              <a:gd name="connsiteY837" fmla="*/ 113829 h 6858000"/>
              <a:gd name="connsiteX838" fmla="*/ 3882765 w 7467600"/>
              <a:gd name="connsiteY838" fmla="*/ 0 h 6858000"/>
              <a:gd name="connsiteX839" fmla="*/ 3995099 w 7467600"/>
              <a:gd name="connsiteY839" fmla="*/ 0 h 6858000"/>
              <a:gd name="connsiteX840" fmla="*/ 4163818 w 7467600"/>
              <a:gd name="connsiteY840" fmla="*/ 234104 h 6858000"/>
              <a:gd name="connsiteX841" fmla="*/ 4172099 w 7467600"/>
              <a:gd name="connsiteY841" fmla="*/ 234207 h 6858000"/>
              <a:gd name="connsiteX842" fmla="*/ 4784282 w 7467600"/>
              <a:gd name="connsiteY842" fmla="*/ 276561 h 6858000"/>
              <a:gd name="connsiteX843" fmla="*/ 4801687 w 7467600"/>
              <a:gd name="connsiteY843" fmla="*/ 267764 h 6858000"/>
              <a:gd name="connsiteX844" fmla="*/ 6082788 w 7467600"/>
              <a:gd name="connsiteY844" fmla="*/ 64119 h 6858000"/>
              <a:gd name="connsiteX845" fmla="*/ 6099442 w 7467600"/>
              <a:gd name="connsiteY845" fmla="*/ 82568 h 6858000"/>
              <a:gd name="connsiteX846" fmla="*/ 4804137 w 7467600"/>
              <a:gd name="connsiteY846" fmla="*/ 320931 h 6858000"/>
              <a:gd name="connsiteX847" fmla="*/ 4227047 w 7467600"/>
              <a:gd name="connsiteY847" fmla="*/ 313415 h 6858000"/>
              <a:gd name="connsiteX848" fmla="*/ 4346041 w 7467600"/>
              <a:gd name="connsiteY848" fmla="*/ 456086 h 6858000"/>
              <a:gd name="connsiteX849" fmla="*/ 4870967 w 7467600"/>
              <a:gd name="connsiteY849" fmla="*/ 963061 h 6858000"/>
              <a:gd name="connsiteX850" fmla="*/ 4889647 w 7467600"/>
              <a:gd name="connsiteY850" fmla="*/ 957147 h 6858000"/>
              <a:gd name="connsiteX851" fmla="*/ 5422504 w 7467600"/>
              <a:gd name="connsiteY851" fmla="*/ 805191 h 6858000"/>
              <a:gd name="connsiteX852" fmla="*/ 6087656 w 7467600"/>
              <a:gd name="connsiteY852" fmla="*/ 826703 h 6858000"/>
              <a:gd name="connsiteX853" fmla="*/ 6058717 w 7467600"/>
              <a:gd name="connsiteY853" fmla="*/ 865992 h 6858000"/>
              <a:gd name="connsiteX854" fmla="*/ 4974153 w 7467600"/>
              <a:gd name="connsiteY854" fmla="*/ 1045456 h 6858000"/>
              <a:gd name="connsiteX855" fmla="*/ 5627835 w 7467600"/>
              <a:gd name="connsiteY855" fmla="*/ 1472077 h 6858000"/>
              <a:gd name="connsiteX856" fmla="*/ 5629817 w 7467600"/>
              <a:gd name="connsiteY856" fmla="*/ 1471412 h 6858000"/>
              <a:gd name="connsiteX857" fmla="*/ 5634124 w 7467600"/>
              <a:gd name="connsiteY857" fmla="*/ 1470572 h 6858000"/>
              <a:gd name="connsiteX858" fmla="*/ 5755832 w 7467600"/>
              <a:gd name="connsiteY858" fmla="*/ 1383886 h 6858000"/>
              <a:gd name="connsiteX859" fmla="*/ 6014186 w 7467600"/>
              <a:gd name="connsiteY859" fmla="*/ 1279799 h 6858000"/>
              <a:gd name="connsiteX860" fmla="*/ 6901619 w 7467600"/>
              <a:gd name="connsiteY860" fmla="*/ 1047874 h 6858000"/>
              <a:gd name="connsiteX861" fmla="*/ 6931566 w 7467600"/>
              <a:gd name="connsiteY861" fmla="*/ 1062034 h 6858000"/>
              <a:gd name="connsiteX862" fmla="*/ 5790982 w 7467600"/>
              <a:gd name="connsiteY862" fmla="*/ 1561380 h 6858000"/>
              <a:gd name="connsiteX863" fmla="*/ 6188971 w 7467600"/>
              <a:gd name="connsiteY863" fmla="*/ 1755168 h 6858000"/>
              <a:gd name="connsiteX864" fmla="*/ 6202446 w 7467600"/>
              <a:gd name="connsiteY864" fmla="*/ 1752268 h 6858000"/>
              <a:gd name="connsiteX865" fmla="*/ 7179560 w 7467600"/>
              <a:gd name="connsiteY865" fmla="*/ 1467551 h 6858000"/>
              <a:gd name="connsiteX866" fmla="*/ 7158730 w 7467600"/>
              <a:gd name="connsiteY866" fmla="*/ 1507835 h 6858000"/>
              <a:gd name="connsiteX867" fmla="*/ 6326959 w 7467600"/>
              <a:gd name="connsiteY867" fmla="*/ 1817686 h 6858000"/>
              <a:gd name="connsiteX868" fmla="*/ 6537433 w 7467600"/>
              <a:gd name="connsiteY868" fmla="*/ 1907790 h 6858000"/>
              <a:gd name="connsiteX869" fmla="*/ 6550221 w 7467600"/>
              <a:gd name="connsiteY869" fmla="*/ 1910729 h 6858000"/>
              <a:gd name="connsiteX870" fmla="*/ 6964438 w 7467600"/>
              <a:gd name="connsiteY870" fmla="*/ 2209505 h 6858000"/>
              <a:gd name="connsiteX871" fmla="*/ 7367862 w 7467600"/>
              <a:gd name="connsiteY871" fmla="*/ 2806833 h 6858000"/>
              <a:gd name="connsiteX872" fmla="*/ 7364329 w 7467600"/>
              <a:gd name="connsiteY872" fmla="*/ 2826907 h 6858000"/>
              <a:gd name="connsiteX873" fmla="*/ 7290545 w 7467600"/>
              <a:gd name="connsiteY873" fmla="*/ 2850663 h 6858000"/>
              <a:gd name="connsiteX874" fmla="*/ 6472036 w 7467600"/>
              <a:gd name="connsiteY874" fmla="*/ 1959003 h 6858000"/>
              <a:gd name="connsiteX875" fmla="*/ 5792897 w 7467600"/>
              <a:gd name="connsiteY875" fmla="*/ 1647747 h 6858000"/>
              <a:gd name="connsiteX876" fmla="*/ 5842751 w 7467600"/>
              <a:gd name="connsiteY876" fmla="*/ 1816112 h 6858000"/>
              <a:gd name="connsiteX877" fmla="*/ 5847424 w 7467600"/>
              <a:gd name="connsiteY877" fmla="*/ 1815776 h 6858000"/>
              <a:gd name="connsiteX878" fmla="*/ 6399821 w 7467600"/>
              <a:gd name="connsiteY878" fmla="*/ 2344799 h 6858000"/>
              <a:gd name="connsiteX879" fmla="*/ 6323232 w 7467600"/>
              <a:gd name="connsiteY879" fmla="*/ 2389634 h 6858000"/>
              <a:gd name="connsiteX880" fmla="*/ 5942958 w 7467600"/>
              <a:gd name="connsiteY880" fmla="*/ 2077708 h 6858000"/>
              <a:gd name="connsiteX881" fmla="*/ 5921559 w 7467600"/>
              <a:gd name="connsiteY881" fmla="*/ 2378596 h 6858000"/>
              <a:gd name="connsiteX882" fmla="*/ 5817651 w 7467600"/>
              <a:gd name="connsiteY882" fmla="*/ 3023919 h 6858000"/>
              <a:gd name="connsiteX883" fmla="*/ 5729634 w 7467600"/>
              <a:gd name="connsiteY883" fmla="*/ 3051849 h 6858000"/>
              <a:gd name="connsiteX884" fmla="*/ 5611018 w 7467600"/>
              <a:gd name="connsiteY884" fmla="*/ 2316769 h 6858000"/>
              <a:gd name="connsiteX885" fmla="*/ 5687608 w 7467600"/>
              <a:gd name="connsiteY885" fmla="*/ 2039972 h 6858000"/>
              <a:gd name="connsiteX886" fmla="*/ 5657554 w 7467600"/>
              <a:gd name="connsiteY886" fmla="*/ 1576445 h 6858000"/>
              <a:gd name="connsiteX887" fmla="*/ 5150475 w 7467600"/>
              <a:gd name="connsiteY887" fmla="*/ 1274012 h 6858000"/>
              <a:gd name="connsiteX888" fmla="*/ 5349142 w 7467600"/>
              <a:gd name="connsiteY888" fmla="*/ 2204405 h 6858000"/>
              <a:gd name="connsiteX889" fmla="*/ 5262214 w 7467600"/>
              <a:gd name="connsiteY889" fmla="*/ 2233836 h 6858000"/>
              <a:gd name="connsiteX890" fmla="*/ 4981539 w 7467600"/>
              <a:gd name="connsiteY890" fmla="*/ 1542201 h 6858000"/>
              <a:gd name="connsiteX891" fmla="*/ 4958461 w 7467600"/>
              <a:gd name="connsiteY891" fmla="*/ 1136957 h 6858000"/>
              <a:gd name="connsiteX892" fmla="*/ 4655015 w 7467600"/>
              <a:gd name="connsiteY892" fmla="*/ 891426 h 6858000"/>
              <a:gd name="connsiteX893" fmla="*/ 4348002 w 7467600"/>
              <a:gd name="connsiteY893" fmla="*/ 2205895 h 6858000"/>
              <a:gd name="connsiteX894" fmla="*/ 4262250 w 7467600"/>
              <a:gd name="connsiteY894" fmla="*/ 2219972 h 6858000"/>
              <a:gd name="connsiteX895" fmla="*/ 4550611 w 7467600"/>
              <a:gd name="connsiteY895" fmla="*/ 817540 h 6858000"/>
              <a:gd name="connsiteX896" fmla="*/ 4564418 w 7467600"/>
              <a:gd name="connsiteY896" fmla="*/ 808293 h 6858000"/>
              <a:gd name="connsiteX897" fmla="*/ 4266388 w 7467600"/>
              <a:gd name="connsiteY897" fmla="*/ 500083 h 6858000"/>
              <a:gd name="connsiteX898" fmla="*/ 4032842 w 7467600"/>
              <a:gd name="connsiteY898" fmla="*/ 211809 h 6858000"/>
              <a:gd name="connsiteX899" fmla="*/ 3882765 w 7467600"/>
              <a:gd name="connsiteY899" fmla="*/ 0 h 6858000"/>
              <a:gd name="connsiteX900" fmla="*/ 3721337 w 7467600"/>
              <a:gd name="connsiteY900" fmla="*/ 0 h 6858000"/>
              <a:gd name="connsiteX901" fmla="*/ 3797544 w 7467600"/>
              <a:gd name="connsiteY901" fmla="*/ 0 h 6858000"/>
              <a:gd name="connsiteX902" fmla="*/ 3775734 w 7467600"/>
              <a:gd name="connsiteY902" fmla="*/ 95131 h 6858000"/>
              <a:gd name="connsiteX903" fmla="*/ 3724807 w 7467600"/>
              <a:gd name="connsiteY903" fmla="*/ 272257 h 6858000"/>
              <a:gd name="connsiteX904" fmla="*/ 3726844 w 7467600"/>
              <a:gd name="connsiteY904" fmla="*/ 282988 h 6858000"/>
              <a:gd name="connsiteX905" fmla="*/ 3742664 w 7467600"/>
              <a:gd name="connsiteY905" fmla="*/ 279918 h 6858000"/>
              <a:gd name="connsiteX906" fmla="*/ 4103910 w 7467600"/>
              <a:gd name="connsiteY906" fmla="*/ 1161917 h 6858000"/>
              <a:gd name="connsiteX907" fmla="*/ 4020269 w 7467600"/>
              <a:gd name="connsiteY907" fmla="*/ 1200406 h 6858000"/>
              <a:gd name="connsiteX908" fmla="*/ 3674882 w 7467600"/>
              <a:gd name="connsiteY908" fmla="*/ 488524 h 6858000"/>
              <a:gd name="connsiteX909" fmla="*/ 3132682 w 7467600"/>
              <a:gd name="connsiteY909" fmla="*/ 1072284 h 6858000"/>
              <a:gd name="connsiteX910" fmla="*/ 2716346 w 7467600"/>
              <a:gd name="connsiteY910" fmla="*/ 1276376 h 6858000"/>
              <a:gd name="connsiteX911" fmla="*/ 2716772 w 7467600"/>
              <a:gd name="connsiteY911" fmla="*/ 1255462 h 6858000"/>
              <a:gd name="connsiteX912" fmla="*/ 3471096 w 7467600"/>
              <a:gd name="connsiteY912" fmla="*/ 437072 h 6858000"/>
              <a:gd name="connsiteX913" fmla="*/ 3639057 w 7467600"/>
              <a:gd name="connsiteY913" fmla="*/ 286334 h 6858000"/>
              <a:gd name="connsiteX914" fmla="*/ 3640309 w 7467600"/>
              <a:gd name="connsiteY914" fmla="*/ 284664 h 6858000"/>
              <a:gd name="connsiteX915" fmla="*/ 3646022 w 7467600"/>
              <a:gd name="connsiteY915" fmla="*/ 276711 h 6858000"/>
              <a:gd name="connsiteX916" fmla="*/ 3707943 w 7467600"/>
              <a:gd name="connsiteY916" fmla="*/ 65958 h 6858000"/>
              <a:gd name="connsiteX917" fmla="*/ 3721337 w 7467600"/>
              <a:gd name="connsiteY917" fmla="*/ 0 h 6858000"/>
              <a:gd name="connsiteX918" fmla="*/ 2867960 w 7467600"/>
              <a:gd name="connsiteY918" fmla="*/ 0 h 6858000"/>
              <a:gd name="connsiteX919" fmla="*/ 2926351 w 7467600"/>
              <a:gd name="connsiteY919" fmla="*/ 0 h 6858000"/>
              <a:gd name="connsiteX920" fmla="*/ 2902823 w 7467600"/>
              <a:gd name="connsiteY920" fmla="*/ 262929 h 6858000"/>
              <a:gd name="connsiteX921" fmla="*/ 2940663 w 7467600"/>
              <a:gd name="connsiteY921" fmla="*/ 140884 h 6858000"/>
              <a:gd name="connsiteX922" fmla="*/ 2947039 w 7467600"/>
              <a:gd name="connsiteY922" fmla="*/ 122524 h 6858000"/>
              <a:gd name="connsiteX923" fmla="*/ 2984316 w 7467600"/>
              <a:gd name="connsiteY923" fmla="*/ 0 h 6858000"/>
              <a:gd name="connsiteX924" fmla="*/ 3016114 w 7467600"/>
              <a:gd name="connsiteY924" fmla="*/ 0 h 6858000"/>
              <a:gd name="connsiteX925" fmla="*/ 2979949 w 7467600"/>
              <a:gd name="connsiteY925" fmla="*/ 119274 h 6858000"/>
              <a:gd name="connsiteX926" fmla="*/ 3023879 w 7467600"/>
              <a:gd name="connsiteY926" fmla="*/ 0 h 6858000"/>
              <a:gd name="connsiteX927" fmla="*/ 3105400 w 7467600"/>
              <a:gd name="connsiteY927" fmla="*/ 0 h 6858000"/>
              <a:gd name="connsiteX928" fmla="*/ 3094669 w 7467600"/>
              <a:gd name="connsiteY928" fmla="*/ 30308 h 6858000"/>
              <a:gd name="connsiteX929" fmla="*/ 2901945 w 7467600"/>
              <a:gd name="connsiteY929" fmla="*/ 466538 h 6858000"/>
              <a:gd name="connsiteX930" fmla="*/ 2815209 w 7467600"/>
              <a:gd name="connsiteY930" fmla="*/ 497361 h 6858000"/>
              <a:gd name="connsiteX931" fmla="*/ 2844845 w 7467600"/>
              <a:gd name="connsiteY931" fmla="*/ 127638 h 6858000"/>
              <a:gd name="connsiteX932" fmla="*/ 2867960 w 7467600"/>
              <a:gd name="connsiteY932" fmla="*/ 0 h 6858000"/>
              <a:gd name="connsiteX933" fmla="*/ 1057230 w 7467600"/>
              <a:gd name="connsiteY933" fmla="*/ 0 h 6858000"/>
              <a:gd name="connsiteX934" fmla="*/ 1111003 w 7467600"/>
              <a:gd name="connsiteY934" fmla="*/ 0 h 6858000"/>
              <a:gd name="connsiteX935" fmla="*/ 1125553 w 7467600"/>
              <a:gd name="connsiteY935" fmla="*/ 52588 h 6858000"/>
              <a:gd name="connsiteX936" fmla="*/ 1304276 w 7467600"/>
              <a:gd name="connsiteY936" fmla="*/ 476275 h 6858000"/>
              <a:gd name="connsiteX937" fmla="*/ 1492066 w 7467600"/>
              <a:gd name="connsiteY937" fmla="*/ 886333 h 6858000"/>
              <a:gd name="connsiteX938" fmla="*/ 1423698 w 7467600"/>
              <a:gd name="connsiteY938" fmla="*/ 710817 h 6858000"/>
              <a:gd name="connsiteX939" fmla="*/ 1357609 w 7467600"/>
              <a:gd name="connsiteY939" fmla="*/ 532892 h 6858000"/>
              <a:gd name="connsiteX940" fmla="*/ 1309550 w 7467600"/>
              <a:gd name="connsiteY940" fmla="*/ 374031 h 6858000"/>
              <a:gd name="connsiteX941" fmla="*/ 1193673 w 7467600"/>
              <a:gd name="connsiteY941" fmla="*/ 49533 h 6858000"/>
              <a:gd name="connsiteX942" fmla="*/ 1164391 w 7467600"/>
              <a:gd name="connsiteY942" fmla="*/ 0 h 6858000"/>
              <a:gd name="connsiteX943" fmla="*/ 1200666 w 7467600"/>
              <a:gd name="connsiteY943" fmla="*/ 0 h 6858000"/>
              <a:gd name="connsiteX944" fmla="*/ 1223408 w 7467600"/>
              <a:gd name="connsiteY944" fmla="*/ 38996 h 6858000"/>
              <a:gd name="connsiteX945" fmla="*/ 1339635 w 7467600"/>
              <a:gd name="connsiteY945" fmla="*/ 365517 h 6858000"/>
              <a:gd name="connsiteX946" fmla="*/ 1387469 w 7467600"/>
              <a:gd name="connsiteY946" fmla="*/ 523079 h 6858000"/>
              <a:gd name="connsiteX947" fmla="*/ 1452685 w 7467600"/>
              <a:gd name="connsiteY947" fmla="*/ 699806 h 6858000"/>
              <a:gd name="connsiteX948" fmla="*/ 1492092 w 7467600"/>
              <a:gd name="connsiteY948" fmla="*/ 800424 h 6858000"/>
              <a:gd name="connsiteX949" fmla="*/ 1455302 w 7467600"/>
              <a:gd name="connsiteY949" fmla="*/ 632913 h 6858000"/>
              <a:gd name="connsiteX950" fmla="*/ 1222336 w 7467600"/>
              <a:gd name="connsiteY950" fmla="*/ 9480 h 6858000"/>
              <a:gd name="connsiteX951" fmla="*/ 1214634 w 7467600"/>
              <a:gd name="connsiteY951" fmla="*/ 0 h 6858000"/>
              <a:gd name="connsiteX952" fmla="*/ 1289827 w 7467600"/>
              <a:gd name="connsiteY952" fmla="*/ 0 h 6858000"/>
              <a:gd name="connsiteX953" fmla="*/ 1321076 w 7467600"/>
              <a:gd name="connsiteY953" fmla="*/ 59722 h 6858000"/>
              <a:gd name="connsiteX954" fmla="*/ 1512579 w 7467600"/>
              <a:gd name="connsiteY954" fmla="*/ 626441 h 6858000"/>
              <a:gd name="connsiteX955" fmla="*/ 1506076 w 7467600"/>
              <a:gd name="connsiteY955" fmla="*/ 1089289 h 6858000"/>
              <a:gd name="connsiteX956" fmla="*/ 1486346 w 7467600"/>
              <a:gd name="connsiteY956" fmla="*/ 1079919 h 6858000"/>
              <a:gd name="connsiteX957" fmla="*/ 1070511 w 7467600"/>
              <a:gd name="connsiteY957" fmla="*/ 48609 h 6858000"/>
              <a:gd name="connsiteX958" fmla="*/ 1057230 w 7467600"/>
              <a:gd name="connsiteY958" fmla="*/ 0 h 6858000"/>
              <a:gd name="connsiteX959" fmla="*/ 43151 w 7467600"/>
              <a:gd name="connsiteY959" fmla="*/ 0 h 6858000"/>
              <a:gd name="connsiteX960" fmla="*/ 95283 w 7467600"/>
              <a:gd name="connsiteY960" fmla="*/ 0 h 6858000"/>
              <a:gd name="connsiteX961" fmla="*/ 300708 w 7467600"/>
              <a:gd name="connsiteY961" fmla="*/ 154571 h 6858000"/>
              <a:gd name="connsiteX962" fmla="*/ 530414 w 7467600"/>
              <a:gd name="connsiteY962" fmla="*/ 354673 h 6858000"/>
              <a:gd name="connsiteX963" fmla="*/ 333785 w 7467600"/>
              <a:gd name="connsiteY963" fmla="*/ 161564 h 6858000"/>
              <a:gd name="connsiteX964" fmla="*/ 147005 w 7467600"/>
              <a:gd name="connsiteY964" fmla="*/ 0 h 6858000"/>
              <a:gd name="connsiteX965" fmla="*/ 272509 w 7467600"/>
              <a:gd name="connsiteY965" fmla="*/ 0 h 6858000"/>
              <a:gd name="connsiteX966" fmla="*/ 326276 w 7467600"/>
              <a:gd name="connsiteY966" fmla="*/ 45847 h 6858000"/>
              <a:gd name="connsiteX967" fmla="*/ 823759 w 7467600"/>
              <a:gd name="connsiteY967" fmla="*/ 574145 h 6858000"/>
              <a:gd name="connsiteX968" fmla="*/ 811254 w 7467600"/>
              <a:gd name="connsiteY968" fmla="*/ 665546 h 6858000"/>
              <a:gd name="connsiteX969" fmla="*/ 154042 w 7467600"/>
              <a:gd name="connsiteY969" fmla="*/ 261522 h 6858000"/>
              <a:gd name="connsiteX970" fmla="*/ 13550 w 7467600"/>
              <a:gd name="connsiteY970" fmla="*/ 158423 h 6858000"/>
              <a:gd name="connsiteX971" fmla="*/ 0 w 7467600"/>
              <a:gd name="connsiteY971" fmla="*/ 146618 h 6858000"/>
              <a:gd name="connsiteX972" fmla="*/ 0 w 7467600"/>
              <a:gd name="connsiteY972" fmla="*/ 59161 h 6858000"/>
              <a:gd name="connsiteX973" fmla="*/ 45427 w 7467600"/>
              <a:gd name="connsiteY973" fmla="*/ 101078 h 6858000"/>
              <a:gd name="connsiteX974" fmla="*/ 630103 w 7467600"/>
              <a:gd name="connsiteY974" fmla="*/ 485885 h 6858000"/>
              <a:gd name="connsiteX975" fmla="*/ 532040 w 7467600"/>
              <a:gd name="connsiteY975" fmla="*/ 399359 h 6858000"/>
              <a:gd name="connsiteX976" fmla="*/ 517618 w 7467600"/>
              <a:gd name="connsiteY976" fmla="*/ 385726 h 6858000"/>
              <a:gd name="connsiteX977" fmla="*/ 285074 w 7467600"/>
              <a:gd name="connsiteY977" fmla="*/ 182755 h 6858000"/>
              <a:gd name="connsiteX978" fmla="*/ 43151 w 7467600"/>
              <a:gd name="connsiteY97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6946849 w 7467600"/>
              <a:gd name="connsiteY84" fmla="*/ 5523271 h 6858000"/>
              <a:gd name="connsiteX85" fmla="*/ 6946972 w 7467600"/>
              <a:gd name="connsiteY85" fmla="*/ 5526491 h 6858000"/>
              <a:gd name="connsiteX86" fmla="*/ 7105827 w 7467600"/>
              <a:gd name="connsiteY86" fmla="*/ 5718700 h 6858000"/>
              <a:gd name="connsiteX87" fmla="*/ 7356878 w 7467600"/>
              <a:gd name="connsiteY87" fmla="*/ 5981332 h 6858000"/>
              <a:gd name="connsiteX88" fmla="*/ 7467600 w 7467600"/>
              <a:gd name="connsiteY88" fmla="*/ 6117703 h 6858000"/>
              <a:gd name="connsiteX89" fmla="*/ 7467600 w 7467600"/>
              <a:gd name="connsiteY89" fmla="*/ 6163634 h 6858000"/>
              <a:gd name="connsiteX90" fmla="*/ 7403637 w 7467600"/>
              <a:gd name="connsiteY90" fmla="*/ 6083957 h 6858000"/>
              <a:gd name="connsiteX91" fmla="*/ 7254615 w 7467600"/>
              <a:gd name="connsiteY91" fmla="*/ 5911918 h 6858000"/>
              <a:gd name="connsiteX92" fmla="*/ 7312589 w 7467600"/>
              <a:gd name="connsiteY92" fmla="*/ 5982309 h 6858000"/>
              <a:gd name="connsiteX93" fmla="*/ 7448321 w 7467600"/>
              <a:gd name="connsiteY93" fmla="*/ 6190991 h 6858000"/>
              <a:gd name="connsiteX94" fmla="*/ 7467600 w 7467600"/>
              <a:gd name="connsiteY94" fmla="*/ 6221686 h 6858000"/>
              <a:gd name="connsiteX95" fmla="*/ 7467600 w 7467600"/>
              <a:gd name="connsiteY95" fmla="*/ 6334256 h 6858000"/>
              <a:gd name="connsiteX96" fmla="*/ 7454976 w 7467600"/>
              <a:gd name="connsiteY96" fmla="*/ 6318297 h 6858000"/>
              <a:gd name="connsiteX97" fmla="*/ 7042773 w 7467600"/>
              <a:gd name="connsiteY97" fmla="*/ 5734011 h 6858000"/>
              <a:gd name="connsiteX98" fmla="*/ 6844835 w 7467600"/>
              <a:gd name="connsiteY98" fmla="*/ 5424988 h 6858000"/>
              <a:gd name="connsiteX99" fmla="*/ 1456157 w 7467600"/>
              <a:gd name="connsiteY99" fmla="*/ 5371404 h 6858000"/>
              <a:gd name="connsiteX100" fmla="*/ 1244432 w 7467600"/>
              <a:gd name="connsiteY100" fmla="*/ 5385601 h 6858000"/>
              <a:gd name="connsiteX101" fmla="*/ 973990 w 7467600"/>
              <a:gd name="connsiteY101" fmla="*/ 5424940 h 6858000"/>
              <a:gd name="connsiteX102" fmla="*/ 1103809 w 7467600"/>
              <a:gd name="connsiteY102" fmla="*/ 5433720 h 6858000"/>
              <a:gd name="connsiteX103" fmla="*/ 1123454 w 7467600"/>
              <a:gd name="connsiteY103" fmla="*/ 5435727 h 6858000"/>
              <a:gd name="connsiteX104" fmla="*/ 1737017 w 7467600"/>
              <a:gd name="connsiteY104" fmla="*/ 5452183 h 6858000"/>
              <a:gd name="connsiteX105" fmla="*/ 1824397 w 7467600"/>
              <a:gd name="connsiteY105" fmla="*/ 5447757 h 6858000"/>
              <a:gd name="connsiteX106" fmla="*/ 2070059 w 7467600"/>
              <a:gd name="connsiteY106" fmla="*/ 5441660 h 6858000"/>
              <a:gd name="connsiteX107" fmla="*/ 1456157 w 7467600"/>
              <a:gd name="connsiteY107" fmla="*/ 5371404 h 6858000"/>
              <a:gd name="connsiteX108" fmla="*/ 4988186 w 7467600"/>
              <a:gd name="connsiteY108" fmla="*/ 5216467 h 6858000"/>
              <a:gd name="connsiteX109" fmla="*/ 4777334 w 7467600"/>
              <a:gd name="connsiteY109" fmla="*/ 5406072 h 6858000"/>
              <a:gd name="connsiteX110" fmla="*/ 4718341 w 7467600"/>
              <a:gd name="connsiteY110" fmla="*/ 5468043 h 6858000"/>
              <a:gd name="connsiteX111" fmla="*/ 4604655 w 7467600"/>
              <a:gd name="connsiteY111" fmla="*/ 5583434 h 6858000"/>
              <a:gd name="connsiteX112" fmla="*/ 4565074 w 7467600"/>
              <a:gd name="connsiteY112" fmla="*/ 5618550 h 6858000"/>
              <a:gd name="connsiteX113" fmla="*/ 4988186 w 7467600"/>
              <a:gd name="connsiteY113" fmla="*/ 5216467 h 6858000"/>
              <a:gd name="connsiteX114" fmla="*/ 4978032 w 7467600"/>
              <a:gd name="connsiteY114" fmla="*/ 5183809 h 6858000"/>
              <a:gd name="connsiteX115" fmla="*/ 4463413 w 7467600"/>
              <a:gd name="connsiteY115" fmla="*/ 5615162 h 6858000"/>
              <a:gd name="connsiteX116" fmla="*/ 4358134 w 7467600"/>
              <a:gd name="connsiteY116" fmla="*/ 5742791 h 6858000"/>
              <a:gd name="connsiteX117" fmla="*/ 4376219 w 7467600"/>
              <a:gd name="connsiteY117" fmla="*/ 5729027 h 6858000"/>
              <a:gd name="connsiteX118" fmla="*/ 4582340 w 7467600"/>
              <a:gd name="connsiteY118" fmla="*/ 5561037 h 6858000"/>
              <a:gd name="connsiteX119" fmla="*/ 4694684 w 7467600"/>
              <a:gd name="connsiteY119" fmla="*/ 5447098 h 6858000"/>
              <a:gd name="connsiteX120" fmla="*/ 4754123 w 7467600"/>
              <a:gd name="connsiteY120" fmla="*/ 5384643 h 6858000"/>
              <a:gd name="connsiteX121" fmla="*/ 4978032 w 7467600"/>
              <a:gd name="connsiteY121" fmla="*/ 5183809 h 6858000"/>
              <a:gd name="connsiteX122" fmla="*/ 1903353 w 7467600"/>
              <a:gd name="connsiteY122" fmla="*/ 5044827 h 6858000"/>
              <a:gd name="connsiteX123" fmla="*/ 1936931 w 7467600"/>
              <a:gd name="connsiteY123" fmla="*/ 5093954 h 6858000"/>
              <a:gd name="connsiteX124" fmla="*/ 2195868 w 7467600"/>
              <a:gd name="connsiteY124" fmla="*/ 5396574 h 6858000"/>
              <a:gd name="connsiteX125" fmla="*/ 2088852 w 7467600"/>
              <a:gd name="connsiteY125" fmla="*/ 5166123 h 6858000"/>
              <a:gd name="connsiteX126" fmla="*/ 1958241 w 7467600"/>
              <a:gd name="connsiteY126" fmla="*/ 5067955 h 6858000"/>
              <a:gd name="connsiteX127" fmla="*/ 1903353 w 7467600"/>
              <a:gd name="connsiteY127" fmla="*/ 5044827 h 6858000"/>
              <a:gd name="connsiteX128" fmla="*/ 1979378 w 7467600"/>
              <a:gd name="connsiteY128" fmla="*/ 4769504 h 6858000"/>
              <a:gd name="connsiteX129" fmla="*/ 2882120 w 7467600"/>
              <a:gd name="connsiteY129" fmla="*/ 5064547 h 6858000"/>
              <a:gd name="connsiteX130" fmla="*/ 2793103 w 7467600"/>
              <a:gd name="connsiteY130" fmla="*/ 5039699 h 6858000"/>
              <a:gd name="connsiteX131" fmla="*/ 2770041 w 7467600"/>
              <a:gd name="connsiteY131" fmla="*/ 5033634 h 6858000"/>
              <a:gd name="connsiteX132" fmla="*/ 1979378 w 7467600"/>
              <a:gd name="connsiteY132" fmla="*/ 4769504 h 6858000"/>
              <a:gd name="connsiteX133" fmla="*/ 1927410 w 7467600"/>
              <a:gd name="connsiteY133" fmla="*/ 4716164 h 6858000"/>
              <a:gd name="connsiteX134" fmla="*/ 1959587 w 7467600"/>
              <a:gd name="connsiteY134" fmla="*/ 4728849 h 6858000"/>
              <a:gd name="connsiteX135" fmla="*/ 2777707 w 7467600"/>
              <a:gd name="connsiteY135" fmla="*/ 5003991 h 6858000"/>
              <a:gd name="connsiteX136" fmla="*/ 2800768 w 7467600"/>
              <a:gd name="connsiteY136" fmla="*/ 5010056 h 6858000"/>
              <a:gd name="connsiteX137" fmla="*/ 2879408 w 7467600"/>
              <a:gd name="connsiteY137" fmla="*/ 5031590 h 6858000"/>
              <a:gd name="connsiteX138" fmla="*/ 2862295 w 7467600"/>
              <a:gd name="connsiteY138" fmla="*/ 5022958 h 6858000"/>
              <a:gd name="connsiteX139" fmla="*/ 2813343 w 7467600"/>
              <a:gd name="connsiteY139" fmla="*/ 4998369 h 6858000"/>
              <a:gd name="connsiteX140" fmla="*/ 2646245 w 7467600"/>
              <a:gd name="connsiteY140" fmla="*/ 4930999 h 6858000"/>
              <a:gd name="connsiteX141" fmla="*/ 1999243 w 7467600"/>
              <a:gd name="connsiteY141" fmla="*/ 4730524 h 6858000"/>
              <a:gd name="connsiteX142" fmla="*/ 1979527 w 7467600"/>
              <a:gd name="connsiteY142" fmla="*/ 4726651 h 6858000"/>
              <a:gd name="connsiteX143" fmla="*/ 1927410 w 7467600"/>
              <a:gd name="connsiteY143" fmla="*/ 4716164 h 6858000"/>
              <a:gd name="connsiteX144" fmla="*/ 1997014 w 7467600"/>
              <a:gd name="connsiteY144" fmla="*/ 4698007 h 6858000"/>
              <a:gd name="connsiteX145" fmla="*/ 2005458 w 7467600"/>
              <a:gd name="connsiteY145" fmla="*/ 4699540 h 6858000"/>
              <a:gd name="connsiteX146" fmla="*/ 2657186 w 7467600"/>
              <a:gd name="connsiteY146" fmla="*/ 4901687 h 6858000"/>
              <a:gd name="connsiteX147" fmla="*/ 2826662 w 7467600"/>
              <a:gd name="connsiteY147" fmla="*/ 4970362 h 6858000"/>
              <a:gd name="connsiteX148" fmla="*/ 2876100 w 7467600"/>
              <a:gd name="connsiteY148" fmla="*/ 4995397 h 6858000"/>
              <a:gd name="connsiteX149" fmla="*/ 3042600 w 7467600"/>
              <a:gd name="connsiteY149" fmla="*/ 5059532 h 6858000"/>
              <a:gd name="connsiteX150" fmla="*/ 1997014 w 7467600"/>
              <a:gd name="connsiteY150" fmla="*/ 4698007 h 6858000"/>
              <a:gd name="connsiteX151" fmla="*/ 2305292 w 7467600"/>
              <a:gd name="connsiteY151" fmla="*/ 4219492 h 6858000"/>
              <a:gd name="connsiteX152" fmla="*/ 3360922 w 7467600"/>
              <a:gd name="connsiteY152" fmla="*/ 4529373 h 6858000"/>
              <a:gd name="connsiteX153" fmla="*/ 3492420 w 7467600"/>
              <a:gd name="connsiteY153" fmla="*/ 4510145 h 6858000"/>
              <a:gd name="connsiteX154" fmla="*/ 3364086 w 7467600"/>
              <a:gd name="connsiteY154" fmla="*/ 4480340 h 6858000"/>
              <a:gd name="connsiteX155" fmla="*/ 3225818 w 7467600"/>
              <a:gd name="connsiteY155" fmla="*/ 4411822 h 6858000"/>
              <a:gd name="connsiteX156" fmla="*/ 3129696 w 7467600"/>
              <a:gd name="connsiteY156" fmla="*/ 4360704 h 6858000"/>
              <a:gd name="connsiteX157" fmla="*/ 2814545 w 7467600"/>
              <a:gd name="connsiteY157" fmla="*/ 4282955 h 6858000"/>
              <a:gd name="connsiteX158" fmla="*/ 2305292 w 7467600"/>
              <a:gd name="connsiteY158" fmla="*/ 4219492 h 6858000"/>
              <a:gd name="connsiteX159" fmla="*/ 2626982 w 7467600"/>
              <a:gd name="connsiteY159" fmla="*/ 4206450 h 6858000"/>
              <a:gd name="connsiteX160" fmla="*/ 2490617 w 7467600"/>
              <a:gd name="connsiteY160" fmla="*/ 4206951 h 6858000"/>
              <a:gd name="connsiteX161" fmla="*/ 2819869 w 7467600"/>
              <a:gd name="connsiteY161" fmla="*/ 4252936 h 6858000"/>
              <a:gd name="connsiteX162" fmla="*/ 3143018 w 7467600"/>
              <a:gd name="connsiteY162" fmla="*/ 4332698 h 6858000"/>
              <a:gd name="connsiteX163" fmla="*/ 3241520 w 7467600"/>
              <a:gd name="connsiteY163" fmla="*/ 4385112 h 6858000"/>
              <a:gd name="connsiteX164" fmla="*/ 3374575 w 7467600"/>
              <a:gd name="connsiteY164" fmla="*/ 4451517 h 6858000"/>
              <a:gd name="connsiteX165" fmla="*/ 3505221 w 7467600"/>
              <a:gd name="connsiteY165" fmla="*/ 4480757 h 6858000"/>
              <a:gd name="connsiteX166" fmla="*/ 2626982 w 7467600"/>
              <a:gd name="connsiteY166" fmla="*/ 4206450 h 6858000"/>
              <a:gd name="connsiteX167" fmla="*/ 1310106 w 7467600"/>
              <a:gd name="connsiteY167" fmla="*/ 3943217 h 6858000"/>
              <a:gd name="connsiteX168" fmla="*/ 854994 w 7467600"/>
              <a:gd name="connsiteY168" fmla="*/ 4399136 h 6858000"/>
              <a:gd name="connsiteX169" fmla="*/ 742462 w 7467600"/>
              <a:gd name="connsiteY169" fmla="*/ 4594648 h 6858000"/>
              <a:gd name="connsiteX170" fmla="*/ 820602 w 7467600"/>
              <a:gd name="connsiteY170" fmla="*/ 4485915 h 6858000"/>
              <a:gd name="connsiteX171" fmla="*/ 878295 w 7467600"/>
              <a:gd name="connsiteY171" fmla="*/ 4403594 h 6858000"/>
              <a:gd name="connsiteX172" fmla="*/ 1240607 w 7467600"/>
              <a:gd name="connsiteY172" fmla="*/ 4010401 h 6858000"/>
              <a:gd name="connsiteX173" fmla="*/ 1310106 w 7467600"/>
              <a:gd name="connsiteY173" fmla="*/ 3943217 h 6858000"/>
              <a:gd name="connsiteX174" fmla="*/ 1423113 w 7467600"/>
              <a:gd name="connsiteY174" fmla="*/ 3874565 h 6858000"/>
              <a:gd name="connsiteX175" fmla="*/ 1260565 w 7467600"/>
              <a:gd name="connsiteY175" fmla="*/ 4031982 h 6858000"/>
              <a:gd name="connsiteX176" fmla="*/ 901900 w 7467600"/>
              <a:gd name="connsiteY176" fmla="*/ 4421236 h 6858000"/>
              <a:gd name="connsiteX177" fmla="*/ 845044 w 7467600"/>
              <a:gd name="connsiteY177" fmla="*/ 4502436 h 6858000"/>
              <a:gd name="connsiteX178" fmla="*/ 685926 w 7467600"/>
              <a:gd name="connsiteY178" fmla="*/ 4703069 h 6858000"/>
              <a:gd name="connsiteX179" fmla="*/ 684248 w 7467600"/>
              <a:gd name="connsiteY179" fmla="*/ 4706721 h 6858000"/>
              <a:gd name="connsiteX180" fmla="*/ 1423113 w 7467600"/>
              <a:gd name="connsiteY180" fmla="*/ 3874565 h 6858000"/>
              <a:gd name="connsiteX181" fmla="*/ 3316479 w 7467600"/>
              <a:gd name="connsiteY181" fmla="*/ 3872136 h 6858000"/>
              <a:gd name="connsiteX182" fmla="*/ 3546806 w 7467600"/>
              <a:gd name="connsiteY182" fmla="*/ 4356139 h 6858000"/>
              <a:gd name="connsiteX183" fmla="*/ 3364433 w 7467600"/>
              <a:gd name="connsiteY183" fmla="*/ 3953121 h 6858000"/>
              <a:gd name="connsiteX184" fmla="*/ 3316479 w 7467600"/>
              <a:gd name="connsiteY184" fmla="*/ 3872136 h 6858000"/>
              <a:gd name="connsiteX185" fmla="*/ 3291335 w 7467600"/>
              <a:gd name="connsiteY185" fmla="*/ 3767420 h 6858000"/>
              <a:gd name="connsiteX186" fmla="*/ 3390805 w 7467600"/>
              <a:gd name="connsiteY186" fmla="*/ 3937163 h 6858000"/>
              <a:gd name="connsiteX187" fmla="*/ 3579062 w 7467600"/>
              <a:gd name="connsiteY187" fmla="*/ 4359040 h 6858000"/>
              <a:gd name="connsiteX188" fmla="*/ 3467355 w 7467600"/>
              <a:gd name="connsiteY188" fmla="*/ 3988130 h 6858000"/>
              <a:gd name="connsiteX189" fmla="*/ 3310753 w 7467600"/>
              <a:gd name="connsiteY189" fmla="*/ 3787140 h 6858000"/>
              <a:gd name="connsiteX190" fmla="*/ 3291335 w 7467600"/>
              <a:gd name="connsiteY190" fmla="*/ 3767420 h 6858000"/>
              <a:gd name="connsiteX191" fmla="*/ 1635889 w 7467600"/>
              <a:gd name="connsiteY191" fmla="*/ 3709494 h 6858000"/>
              <a:gd name="connsiteX192" fmla="*/ 1634800 w 7467600"/>
              <a:gd name="connsiteY192" fmla="*/ 3731111 h 6858000"/>
              <a:gd name="connsiteX193" fmla="*/ 1635889 w 7467600"/>
              <a:gd name="connsiteY193" fmla="*/ 3709494 h 6858000"/>
              <a:gd name="connsiteX194" fmla="*/ 1510397 w 7467600"/>
              <a:gd name="connsiteY194" fmla="*/ 3684705 h 6858000"/>
              <a:gd name="connsiteX195" fmla="*/ 1146550 w 7467600"/>
              <a:gd name="connsiteY195" fmla="*/ 3802012 h 6858000"/>
              <a:gd name="connsiteX196" fmla="*/ 698834 w 7467600"/>
              <a:gd name="connsiteY196" fmla="*/ 3952272 h 6858000"/>
              <a:gd name="connsiteX197" fmla="*/ 34256 w 7467600"/>
              <a:gd name="connsiteY197" fmla="*/ 4347603 h 6858000"/>
              <a:gd name="connsiteX198" fmla="*/ 527241 w 7467600"/>
              <a:gd name="connsiteY198" fmla="*/ 4065078 h 6858000"/>
              <a:gd name="connsiteX199" fmla="*/ 1510397 w 7467600"/>
              <a:gd name="connsiteY199" fmla="*/ 3684705 h 6858000"/>
              <a:gd name="connsiteX200" fmla="*/ 1313114 w 7467600"/>
              <a:gd name="connsiteY200" fmla="*/ 3655216 h 6858000"/>
              <a:gd name="connsiteX201" fmla="*/ 1109304 w 7467600"/>
              <a:gd name="connsiteY201" fmla="*/ 3669030 h 6858000"/>
              <a:gd name="connsiteX202" fmla="*/ 8129 w 7467600"/>
              <a:gd name="connsiteY202" fmla="*/ 4330519 h 6858000"/>
              <a:gd name="connsiteX203" fmla="*/ 687572 w 7467600"/>
              <a:gd name="connsiteY203" fmla="*/ 3925629 h 6858000"/>
              <a:gd name="connsiteX204" fmla="*/ 1138365 w 7467600"/>
              <a:gd name="connsiteY204" fmla="*/ 3774515 h 6858000"/>
              <a:gd name="connsiteX205" fmla="*/ 1505579 w 7467600"/>
              <a:gd name="connsiteY205" fmla="*/ 3655526 h 6858000"/>
              <a:gd name="connsiteX206" fmla="*/ 1313114 w 7467600"/>
              <a:gd name="connsiteY206" fmla="*/ 3655216 h 6858000"/>
              <a:gd name="connsiteX207" fmla="*/ 3655073 w 7467600"/>
              <a:gd name="connsiteY207" fmla="*/ 3650884 h 6858000"/>
              <a:gd name="connsiteX208" fmla="*/ 3989938 w 7467600"/>
              <a:gd name="connsiteY208" fmla="*/ 3991685 h 6858000"/>
              <a:gd name="connsiteX209" fmla="*/ 4393907 w 7467600"/>
              <a:gd name="connsiteY209" fmla="*/ 4261258 h 6858000"/>
              <a:gd name="connsiteX210" fmla="*/ 4648051 w 7467600"/>
              <a:gd name="connsiteY210" fmla="*/ 4374051 h 6858000"/>
              <a:gd name="connsiteX211" fmla="*/ 4383389 w 7467600"/>
              <a:gd name="connsiteY211" fmla="*/ 4184369 h 6858000"/>
              <a:gd name="connsiteX212" fmla="*/ 4165508 w 7467600"/>
              <a:gd name="connsiteY212" fmla="*/ 4035196 h 6858000"/>
              <a:gd name="connsiteX213" fmla="*/ 4068162 w 7467600"/>
              <a:gd name="connsiteY213" fmla="*/ 3953394 h 6858000"/>
              <a:gd name="connsiteX214" fmla="*/ 3981416 w 7467600"/>
              <a:gd name="connsiteY214" fmla="*/ 3880482 h 6858000"/>
              <a:gd name="connsiteX215" fmla="*/ 3800147 w 7467600"/>
              <a:gd name="connsiteY215" fmla="*/ 3749872 h 6858000"/>
              <a:gd name="connsiteX216" fmla="*/ 3655073 w 7467600"/>
              <a:gd name="connsiteY216" fmla="*/ 3650884 h 6858000"/>
              <a:gd name="connsiteX217" fmla="*/ 3670252 w 7467600"/>
              <a:gd name="connsiteY217" fmla="*/ 3622798 h 6858000"/>
              <a:gd name="connsiteX218" fmla="*/ 3817258 w 7467600"/>
              <a:gd name="connsiteY218" fmla="*/ 3723577 h 6858000"/>
              <a:gd name="connsiteX219" fmla="*/ 4000461 w 7467600"/>
              <a:gd name="connsiteY219" fmla="*/ 3855966 h 6858000"/>
              <a:gd name="connsiteX220" fmla="*/ 4088180 w 7467600"/>
              <a:gd name="connsiteY220" fmla="*/ 3929774 h 6858000"/>
              <a:gd name="connsiteX221" fmla="*/ 4184555 w 7467600"/>
              <a:gd name="connsiteY221" fmla="*/ 4010683 h 6858000"/>
              <a:gd name="connsiteX222" fmla="*/ 4399563 w 7467600"/>
              <a:gd name="connsiteY222" fmla="*/ 4158106 h 6858000"/>
              <a:gd name="connsiteX223" fmla="*/ 4684469 w 7467600"/>
              <a:gd name="connsiteY223" fmla="*/ 4364680 h 6858000"/>
              <a:gd name="connsiteX224" fmla="*/ 4690271 w 7467600"/>
              <a:gd name="connsiteY224" fmla="*/ 4370034 h 6858000"/>
              <a:gd name="connsiteX225" fmla="*/ 4136093 w 7467600"/>
              <a:gd name="connsiteY225" fmla="*/ 3858466 h 6858000"/>
              <a:gd name="connsiteX226" fmla="*/ 3670252 w 7467600"/>
              <a:gd name="connsiteY226" fmla="*/ 3622798 h 6858000"/>
              <a:gd name="connsiteX227" fmla="*/ 4440129 w 7467600"/>
              <a:gd name="connsiteY227" fmla="*/ 3448571 h 6858000"/>
              <a:gd name="connsiteX228" fmla="*/ 4856525 w 7467600"/>
              <a:gd name="connsiteY228" fmla="*/ 3915351 h 6858000"/>
              <a:gd name="connsiteX229" fmla="*/ 5059055 w 7467600"/>
              <a:gd name="connsiteY229" fmla="*/ 4108918 h 6858000"/>
              <a:gd name="connsiteX230" fmla="*/ 5290070 w 7467600"/>
              <a:gd name="connsiteY230" fmla="*/ 4263619 h 6858000"/>
              <a:gd name="connsiteX231" fmla="*/ 4834991 w 7467600"/>
              <a:gd name="connsiteY231" fmla="*/ 3830985 h 6858000"/>
              <a:gd name="connsiteX232" fmla="*/ 4440129 w 7467600"/>
              <a:gd name="connsiteY232" fmla="*/ 3448571 h 6858000"/>
              <a:gd name="connsiteX233" fmla="*/ 4441737 w 7467600"/>
              <a:gd name="connsiteY233" fmla="*/ 3399734 h 6858000"/>
              <a:gd name="connsiteX234" fmla="*/ 4431236 w 7467600"/>
              <a:gd name="connsiteY234" fmla="*/ 3400954 h 6858000"/>
              <a:gd name="connsiteX235" fmla="*/ 4557150 w 7467600"/>
              <a:gd name="connsiteY235" fmla="*/ 3510023 h 6858000"/>
              <a:gd name="connsiteX236" fmla="*/ 4856936 w 7467600"/>
              <a:gd name="connsiteY236" fmla="*/ 3809146 h 6858000"/>
              <a:gd name="connsiteX237" fmla="*/ 5111996 w 7467600"/>
              <a:gd name="connsiteY237" fmla="*/ 4065759 h 6858000"/>
              <a:gd name="connsiteX238" fmla="*/ 5388878 w 7467600"/>
              <a:gd name="connsiteY238" fmla="*/ 4300185 h 6858000"/>
              <a:gd name="connsiteX239" fmla="*/ 5425556 w 7467600"/>
              <a:gd name="connsiteY239" fmla="*/ 4308967 h 6858000"/>
              <a:gd name="connsiteX240" fmla="*/ 4943646 w 7467600"/>
              <a:gd name="connsiteY240" fmla="*/ 3822916 h 6858000"/>
              <a:gd name="connsiteX241" fmla="*/ 4594837 w 7467600"/>
              <a:gd name="connsiteY241" fmla="*/ 3532274 h 6858000"/>
              <a:gd name="connsiteX242" fmla="*/ 4441737 w 7467600"/>
              <a:gd name="connsiteY242" fmla="*/ 3399734 h 6858000"/>
              <a:gd name="connsiteX243" fmla="*/ 5425834 w 7467600"/>
              <a:gd name="connsiteY243" fmla="*/ 3162785 h 6858000"/>
              <a:gd name="connsiteX244" fmla="*/ 5401644 w 7467600"/>
              <a:gd name="connsiteY244" fmla="*/ 3617847 h 6858000"/>
              <a:gd name="connsiteX245" fmla="*/ 5467256 w 7467600"/>
              <a:gd name="connsiteY245" fmla="*/ 4175494 h 6858000"/>
              <a:gd name="connsiteX246" fmla="*/ 5448069 w 7467600"/>
              <a:gd name="connsiteY246" fmla="*/ 3567554 h 6858000"/>
              <a:gd name="connsiteX247" fmla="*/ 5425834 w 7467600"/>
              <a:gd name="connsiteY247" fmla="*/ 3162785 h 6858000"/>
              <a:gd name="connsiteX248" fmla="*/ 1318687 w 7467600"/>
              <a:gd name="connsiteY248" fmla="*/ 3113840 h 6858000"/>
              <a:gd name="connsiteX249" fmla="*/ 1066793 w 7467600"/>
              <a:gd name="connsiteY249" fmla="*/ 3212171 h 6858000"/>
              <a:gd name="connsiteX250" fmla="*/ 993319 w 7467600"/>
              <a:gd name="connsiteY250" fmla="*/ 3247648 h 6858000"/>
              <a:gd name="connsiteX251" fmla="*/ 853081 w 7467600"/>
              <a:gd name="connsiteY251" fmla="*/ 3312410 h 6858000"/>
              <a:gd name="connsiteX252" fmla="*/ 805957 w 7467600"/>
              <a:gd name="connsiteY252" fmla="*/ 3330443 h 6858000"/>
              <a:gd name="connsiteX253" fmla="*/ 1318687 w 7467600"/>
              <a:gd name="connsiteY253" fmla="*/ 3113840 h 6858000"/>
              <a:gd name="connsiteX254" fmla="*/ 5453702 w 7467600"/>
              <a:gd name="connsiteY254" fmla="*/ 3090882 h 6858000"/>
              <a:gd name="connsiteX255" fmla="*/ 5480135 w 7467600"/>
              <a:gd name="connsiteY255" fmla="*/ 3565802 h 6858000"/>
              <a:gd name="connsiteX256" fmla="*/ 5499023 w 7467600"/>
              <a:gd name="connsiteY256" fmla="*/ 4166310 h 6858000"/>
              <a:gd name="connsiteX257" fmla="*/ 5547022 w 7467600"/>
              <a:gd name="connsiteY257" fmla="*/ 3607838 h 6858000"/>
              <a:gd name="connsiteX258" fmla="*/ 5515964 w 7467600"/>
              <a:gd name="connsiteY258" fmla="*/ 3378541 h 6858000"/>
              <a:gd name="connsiteX259" fmla="*/ 5453702 w 7467600"/>
              <a:gd name="connsiteY259" fmla="*/ 3090882 h 6858000"/>
              <a:gd name="connsiteX260" fmla="*/ 1238695 w 7467600"/>
              <a:gd name="connsiteY260" fmla="*/ 3076820 h 6858000"/>
              <a:gd name="connsiteX261" fmla="*/ 716371 w 7467600"/>
              <a:gd name="connsiteY261" fmla="*/ 3293249 h 6858000"/>
              <a:gd name="connsiteX262" fmla="*/ 579522 w 7467600"/>
              <a:gd name="connsiteY262" fmla="*/ 3371759 h 6858000"/>
              <a:gd name="connsiteX263" fmla="*/ 600288 w 7467600"/>
              <a:gd name="connsiteY263" fmla="*/ 3365555 h 6858000"/>
              <a:gd name="connsiteX264" fmla="*/ 840692 w 7467600"/>
              <a:gd name="connsiteY264" fmla="*/ 3284921 h 6858000"/>
              <a:gd name="connsiteX265" fmla="*/ 979248 w 7467600"/>
              <a:gd name="connsiteY265" fmla="*/ 3221003 h 6858000"/>
              <a:gd name="connsiteX266" fmla="*/ 1053282 w 7467600"/>
              <a:gd name="connsiteY266" fmla="*/ 3185247 h 6858000"/>
              <a:gd name="connsiteX267" fmla="*/ 1320603 w 7467600"/>
              <a:gd name="connsiteY267" fmla="*/ 3081281 h 6858000"/>
              <a:gd name="connsiteX268" fmla="*/ 1238695 w 7467600"/>
              <a:gd name="connsiteY268" fmla="*/ 3076820 h 6858000"/>
              <a:gd name="connsiteX269" fmla="*/ 5425627 w 7467600"/>
              <a:gd name="connsiteY269" fmla="*/ 2954192 h 6858000"/>
              <a:gd name="connsiteX270" fmla="*/ 5470770 w 7467600"/>
              <a:gd name="connsiteY270" fmla="*/ 3005435 h 6858000"/>
              <a:gd name="connsiteX271" fmla="*/ 5519779 w 7467600"/>
              <a:gd name="connsiteY271" fmla="*/ 4359223 h 6858000"/>
              <a:gd name="connsiteX272" fmla="*/ 5520293 w 7467600"/>
              <a:gd name="connsiteY272" fmla="*/ 4360602 h 6858000"/>
              <a:gd name="connsiteX273" fmla="*/ 5767221 w 7467600"/>
              <a:gd name="connsiteY273" fmla="*/ 4665564 h 6858000"/>
              <a:gd name="connsiteX274" fmla="*/ 6937169 w 7467600"/>
              <a:gd name="connsiteY274" fmla="*/ 4815941 h 6858000"/>
              <a:gd name="connsiteX275" fmla="*/ 6953922 w 7467600"/>
              <a:gd name="connsiteY275" fmla="*/ 4890068 h 6858000"/>
              <a:gd name="connsiteX276" fmla="*/ 6071359 w 7467600"/>
              <a:gd name="connsiteY276" fmla="*/ 4770770 h 6858000"/>
              <a:gd name="connsiteX277" fmla="*/ 6038839 w 7467600"/>
              <a:gd name="connsiteY277" fmla="*/ 4764474 h 6858000"/>
              <a:gd name="connsiteX278" fmla="*/ 6038706 w 7467600"/>
              <a:gd name="connsiteY278" fmla="*/ 4763847 h 6858000"/>
              <a:gd name="connsiteX279" fmla="*/ 6037784 w 7467600"/>
              <a:gd name="connsiteY279" fmla="*/ 4764270 h 6858000"/>
              <a:gd name="connsiteX280" fmla="*/ 6038839 w 7467600"/>
              <a:gd name="connsiteY280" fmla="*/ 4764474 h 6858000"/>
              <a:gd name="connsiteX281" fmla="*/ 6040338 w 7467600"/>
              <a:gd name="connsiteY281" fmla="*/ 4771418 h 6858000"/>
              <a:gd name="connsiteX282" fmla="*/ 6024488 w 7467600"/>
              <a:gd name="connsiteY282" fmla="*/ 4809903 h 6858000"/>
              <a:gd name="connsiteX283" fmla="*/ 5599771 w 7467600"/>
              <a:gd name="connsiteY283" fmla="*/ 5509652 h 6858000"/>
              <a:gd name="connsiteX284" fmla="*/ 5548843 w 7467600"/>
              <a:gd name="connsiteY284" fmla="*/ 5563845 h 6858000"/>
              <a:gd name="connsiteX285" fmla="*/ 5940952 w 7467600"/>
              <a:gd name="connsiteY285" fmla="*/ 6250028 h 6858000"/>
              <a:gd name="connsiteX286" fmla="*/ 6043441 w 7467600"/>
              <a:gd name="connsiteY286" fmla="*/ 6665847 h 6858000"/>
              <a:gd name="connsiteX287" fmla="*/ 6093432 w 7467600"/>
              <a:gd name="connsiteY287" fmla="*/ 6858000 h 6858000"/>
              <a:gd name="connsiteX288" fmla="*/ 6034344 w 7467600"/>
              <a:gd name="connsiteY288" fmla="*/ 6858000 h 6858000"/>
              <a:gd name="connsiteX289" fmla="*/ 6026679 w 7467600"/>
              <a:gd name="connsiteY289" fmla="*/ 6836959 h 6858000"/>
              <a:gd name="connsiteX290" fmla="*/ 5800441 w 7467600"/>
              <a:gd name="connsiteY290" fmla="*/ 6335286 h 6858000"/>
              <a:gd name="connsiteX291" fmla="*/ 5526562 w 7467600"/>
              <a:gd name="connsiteY291" fmla="*/ 5705388 h 6858000"/>
              <a:gd name="connsiteX292" fmla="*/ 5519640 w 7467600"/>
              <a:gd name="connsiteY292" fmla="*/ 5683774 h 6858000"/>
              <a:gd name="connsiteX293" fmla="*/ 5844559 w 7467600"/>
              <a:gd name="connsiteY293" fmla="*/ 6553349 h 6858000"/>
              <a:gd name="connsiteX294" fmla="*/ 5975994 w 7467600"/>
              <a:gd name="connsiteY294" fmla="*/ 6858000 h 6858000"/>
              <a:gd name="connsiteX295" fmla="*/ 5898547 w 7467600"/>
              <a:gd name="connsiteY295" fmla="*/ 6858000 h 6858000"/>
              <a:gd name="connsiteX296" fmla="*/ 5682041 w 7467600"/>
              <a:gd name="connsiteY296" fmla="*/ 6355860 h 6858000"/>
              <a:gd name="connsiteX297" fmla="*/ 5461758 w 7467600"/>
              <a:gd name="connsiteY297" fmla="*/ 5820220 h 6858000"/>
              <a:gd name="connsiteX298" fmla="*/ 5237282 w 7467600"/>
              <a:gd name="connsiteY298" fmla="*/ 6579086 h 6858000"/>
              <a:gd name="connsiteX299" fmla="*/ 5115009 w 7467600"/>
              <a:gd name="connsiteY299" fmla="*/ 6858000 h 6858000"/>
              <a:gd name="connsiteX300" fmla="*/ 5028074 w 7467600"/>
              <a:gd name="connsiteY300" fmla="*/ 6858000 h 6858000"/>
              <a:gd name="connsiteX301" fmla="*/ 5079508 w 7467600"/>
              <a:gd name="connsiteY301" fmla="*/ 6749074 h 6858000"/>
              <a:gd name="connsiteX302" fmla="*/ 5371846 w 7467600"/>
              <a:gd name="connsiteY302" fmla="*/ 5924413 h 6858000"/>
              <a:gd name="connsiteX303" fmla="*/ 5270512 w 7467600"/>
              <a:gd name="connsiteY303" fmla="*/ 6138975 h 6858000"/>
              <a:gd name="connsiteX304" fmla="*/ 5062409 w 7467600"/>
              <a:gd name="connsiteY304" fmla="*/ 6653544 h 6858000"/>
              <a:gd name="connsiteX305" fmla="*/ 5036628 w 7467600"/>
              <a:gd name="connsiteY305" fmla="*/ 6754247 h 6858000"/>
              <a:gd name="connsiteX306" fmla="*/ 5009112 w 7467600"/>
              <a:gd name="connsiteY306" fmla="*/ 6858000 h 6858000"/>
              <a:gd name="connsiteX307" fmla="*/ 4976679 w 7467600"/>
              <a:gd name="connsiteY307" fmla="*/ 6858000 h 6858000"/>
              <a:gd name="connsiteX308" fmla="*/ 5006537 w 7467600"/>
              <a:gd name="connsiteY308" fmla="*/ 6747068 h 6858000"/>
              <a:gd name="connsiteX309" fmla="*/ 5032723 w 7467600"/>
              <a:gd name="connsiteY309" fmla="*/ 6644957 h 6858000"/>
              <a:gd name="connsiteX310" fmla="*/ 5242949 w 7467600"/>
              <a:gd name="connsiteY310" fmla="*/ 6125175 h 6858000"/>
              <a:gd name="connsiteX311" fmla="*/ 5286321 w 7467600"/>
              <a:gd name="connsiteY311" fmla="*/ 6033555 h 6858000"/>
              <a:gd name="connsiteX312" fmla="*/ 5008210 w 7467600"/>
              <a:gd name="connsiteY312" fmla="*/ 6649194 h 6858000"/>
              <a:gd name="connsiteX313" fmla="*/ 4986321 w 7467600"/>
              <a:gd name="connsiteY313" fmla="*/ 6765687 h 6858000"/>
              <a:gd name="connsiteX314" fmla="*/ 4973474 w 7467600"/>
              <a:gd name="connsiteY314" fmla="*/ 6858000 h 6858000"/>
              <a:gd name="connsiteX315" fmla="*/ 4907178 w 7467600"/>
              <a:gd name="connsiteY315" fmla="*/ 6858000 h 6858000"/>
              <a:gd name="connsiteX316" fmla="*/ 4910810 w 7467600"/>
              <a:gd name="connsiteY316" fmla="*/ 6829660 h 6858000"/>
              <a:gd name="connsiteX317" fmla="*/ 4987461 w 7467600"/>
              <a:gd name="connsiteY317" fmla="*/ 6432994 h 6858000"/>
              <a:gd name="connsiteX318" fmla="*/ 5179262 w 7467600"/>
              <a:gd name="connsiteY318" fmla="*/ 6035044 h 6858000"/>
              <a:gd name="connsiteX319" fmla="*/ 4689678 w 7467600"/>
              <a:gd name="connsiteY319" fmla="*/ 6440241 h 6858000"/>
              <a:gd name="connsiteX320" fmla="*/ 4477543 w 7467600"/>
              <a:gd name="connsiteY320" fmla="*/ 6674836 h 6858000"/>
              <a:gd name="connsiteX321" fmla="*/ 4329957 w 7467600"/>
              <a:gd name="connsiteY321" fmla="*/ 6858000 h 6858000"/>
              <a:gd name="connsiteX322" fmla="*/ 4218595 w 7467600"/>
              <a:gd name="connsiteY322" fmla="*/ 6858000 h 6858000"/>
              <a:gd name="connsiteX323" fmla="*/ 4368888 w 7467600"/>
              <a:gd name="connsiteY323" fmla="*/ 6668412 h 6858000"/>
              <a:gd name="connsiteX324" fmla="*/ 4563091 w 7467600"/>
              <a:gd name="connsiteY324" fmla="*/ 6442508 h 6858000"/>
              <a:gd name="connsiteX325" fmla="*/ 5387324 w 7467600"/>
              <a:gd name="connsiteY325" fmla="*/ 5705830 h 6858000"/>
              <a:gd name="connsiteX326" fmla="*/ 5073620 w 7467600"/>
              <a:gd name="connsiteY326" fmla="*/ 5955437 h 6858000"/>
              <a:gd name="connsiteX327" fmla="*/ 4689789 w 7467600"/>
              <a:gd name="connsiteY327" fmla="*/ 6268382 h 6858000"/>
              <a:gd name="connsiteX328" fmla="*/ 4418722 w 7467600"/>
              <a:gd name="connsiteY328" fmla="*/ 6570886 h 6858000"/>
              <a:gd name="connsiteX329" fmla="*/ 4214944 w 7467600"/>
              <a:gd name="connsiteY329" fmla="*/ 6858000 h 6858000"/>
              <a:gd name="connsiteX330" fmla="*/ 4177898 w 7467600"/>
              <a:gd name="connsiteY330" fmla="*/ 6858000 h 6858000"/>
              <a:gd name="connsiteX331" fmla="*/ 4391597 w 7467600"/>
              <a:gd name="connsiteY331" fmla="*/ 6556370 h 6858000"/>
              <a:gd name="connsiteX332" fmla="*/ 4668889 w 7467600"/>
              <a:gd name="connsiteY332" fmla="*/ 6246399 h 6858000"/>
              <a:gd name="connsiteX333" fmla="*/ 5055427 w 7467600"/>
              <a:gd name="connsiteY333" fmla="*/ 5931476 h 6858000"/>
              <a:gd name="connsiteX334" fmla="*/ 5371814 w 7467600"/>
              <a:gd name="connsiteY334" fmla="*/ 5678975 h 6858000"/>
              <a:gd name="connsiteX335" fmla="*/ 4987918 w 7467600"/>
              <a:gd name="connsiteY335" fmla="*/ 5838701 h 6858000"/>
              <a:gd name="connsiteX336" fmla="*/ 4317146 w 7467600"/>
              <a:gd name="connsiteY336" fmla="*/ 6587716 h 6858000"/>
              <a:gd name="connsiteX337" fmla="*/ 4171627 w 7467600"/>
              <a:gd name="connsiteY337" fmla="*/ 6858000 h 6858000"/>
              <a:gd name="connsiteX338" fmla="*/ 4081585 w 7467600"/>
              <a:gd name="connsiteY338" fmla="*/ 6858000 h 6858000"/>
              <a:gd name="connsiteX339" fmla="*/ 4238603 w 7467600"/>
              <a:gd name="connsiteY339" fmla="*/ 6559341 h 6858000"/>
              <a:gd name="connsiteX340" fmla="*/ 4778333 w 7467600"/>
              <a:gd name="connsiteY340" fmla="*/ 5873626 h 6858000"/>
              <a:gd name="connsiteX341" fmla="*/ 5414185 w 7467600"/>
              <a:gd name="connsiteY341" fmla="*/ 5573882 h 6858000"/>
              <a:gd name="connsiteX342" fmla="*/ 5959648 w 7467600"/>
              <a:gd name="connsiteY342" fmla="*/ 4760797 h 6858000"/>
              <a:gd name="connsiteX343" fmla="*/ 5355019 w 7467600"/>
              <a:gd name="connsiteY343" fmla="*/ 4734672 h 6858000"/>
              <a:gd name="connsiteX344" fmla="*/ 5083565 w 7467600"/>
              <a:gd name="connsiteY344" fmla="*/ 5179121 h 6858000"/>
              <a:gd name="connsiteX345" fmla="*/ 4713577 w 7467600"/>
              <a:gd name="connsiteY345" fmla="*/ 5616803 h 6858000"/>
              <a:gd name="connsiteX346" fmla="*/ 3989559 w 7467600"/>
              <a:gd name="connsiteY346" fmla="*/ 6145945 h 6858000"/>
              <a:gd name="connsiteX347" fmla="*/ 3939824 w 7467600"/>
              <a:gd name="connsiteY347" fmla="*/ 6066900 h 6858000"/>
              <a:gd name="connsiteX348" fmla="*/ 4584537 w 7467600"/>
              <a:gd name="connsiteY348" fmla="*/ 5324826 h 6858000"/>
              <a:gd name="connsiteX349" fmla="*/ 5037105 w 7467600"/>
              <a:gd name="connsiteY349" fmla="*/ 5088765 h 6858000"/>
              <a:gd name="connsiteX350" fmla="*/ 5039930 w 7467600"/>
              <a:gd name="connsiteY350" fmla="*/ 5089585 h 6858000"/>
              <a:gd name="connsiteX351" fmla="*/ 5263764 w 7467600"/>
              <a:gd name="connsiteY351" fmla="*/ 4735525 h 6858000"/>
              <a:gd name="connsiteX352" fmla="*/ 4086300 w 7467600"/>
              <a:gd name="connsiteY352" fmla="*/ 4884599 h 6858000"/>
              <a:gd name="connsiteX353" fmla="*/ 4085485 w 7467600"/>
              <a:gd name="connsiteY353" fmla="*/ 4899070 h 6858000"/>
              <a:gd name="connsiteX354" fmla="*/ 3871915 w 7467600"/>
              <a:gd name="connsiteY354" fmla="*/ 5253645 h 6858000"/>
              <a:gd name="connsiteX355" fmla="*/ 3799374 w 7467600"/>
              <a:gd name="connsiteY355" fmla="*/ 5466127 h 6858000"/>
              <a:gd name="connsiteX356" fmla="*/ 3498850 w 7467600"/>
              <a:gd name="connsiteY356" fmla="*/ 6661888 h 6858000"/>
              <a:gd name="connsiteX357" fmla="*/ 3399216 w 7467600"/>
              <a:gd name="connsiteY357" fmla="*/ 6858000 h 6858000"/>
              <a:gd name="connsiteX358" fmla="*/ 3303688 w 7467600"/>
              <a:gd name="connsiteY358" fmla="*/ 6858000 h 6858000"/>
              <a:gd name="connsiteX359" fmla="*/ 3391774 w 7467600"/>
              <a:gd name="connsiteY359" fmla="*/ 6697181 h 6858000"/>
              <a:gd name="connsiteX360" fmla="*/ 3735540 w 7467600"/>
              <a:gd name="connsiteY360" fmla="*/ 5546923 h 6858000"/>
              <a:gd name="connsiteX361" fmla="*/ 3729438 w 7467600"/>
              <a:gd name="connsiteY361" fmla="*/ 5569058 h 6858000"/>
              <a:gd name="connsiteX362" fmla="*/ 3707782 w 7467600"/>
              <a:gd name="connsiteY362" fmla="*/ 5644908 h 6858000"/>
              <a:gd name="connsiteX363" fmla="*/ 3583827 w 7467600"/>
              <a:gd name="connsiteY363" fmla="*/ 6039215 h 6858000"/>
              <a:gd name="connsiteX364" fmla="*/ 3547861 w 7467600"/>
              <a:gd name="connsiteY364" fmla="*/ 6129609 h 6858000"/>
              <a:gd name="connsiteX365" fmla="*/ 3490905 w 7467600"/>
              <a:gd name="connsiteY365" fmla="*/ 6277660 h 6858000"/>
              <a:gd name="connsiteX366" fmla="*/ 3455859 w 7467600"/>
              <a:gd name="connsiteY366" fmla="*/ 6391301 h 6858000"/>
              <a:gd name="connsiteX367" fmla="*/ 3429112 w 7467600"/>
              <a:gd name="connsiteY367" fmla="*/ 6479469 h 6858000"/>
              <a:gd name="connsiteX368" fmla="*/ 3304862 w 7467600"/>
              <a:gd name="connsiteY368" fmla="*/ 6796476 h 6858000"/>
              <a:gd name="connsiteX369" fmla="*/ 3276071 w 7467600"/>
              <a:gd name="connsiteY369" fmla="*/ 6858000 h 6858000"/>
              <a:gd name="connsiteX370" fmla="*/ 3240805 w 7467600"/>
              <a:gd name="connsiteY370" fmla="*/ 6858000 h 6858000"/>
              <a:gd name="connsiteX371" fmla="*/ 3275917 w 7467600"/>
              <a:gd name="connsiteY371" fmla="*/ 6783192 h 6858000"/>
              <a:gd name="connsiteX372" fmla="*/ 3399358 w 7467600"/>
              <a:gd name="connsiteY372" fmla="*/ 6469011 h 6858000"/>
              <a:gd name="connsiteX373" fmla="*/ 3425650 w 7467600"/>
              <a:gd name="connsiteY373" fmla="*/ 6381333 h 6858000"/>
              <a:gd name="connsiteX374" fmla="*/ 3460661 w 7467600"/>
              <a:gd name="connsiteY374" fmla="*/ 6266763 h 6858000"/>
              <a:gd name="connsiteX375" fmla="*/ 3518021 w 7467600"/>
              <a:gd name="connsiteY375" fmla="*/ 6117298 h 6858000"/>
              <a:gd name="connsiteX376" fmla="*/ 3554035 w 7467600"/>
              <a:gd name="connsiteY376" fmla="*/ 6027832 h 6858000"/>
              <a:gd name="connsiteX377" fmla="*/ 3677174 w 7467600"/>
              <a:gd name="connsiteY377" fmla="*/ 5636351 h 6858000"/>
              <a:gd name="connsiteX378" fmla="*/ 3698819 w 7467600"/>
              <a:gd name="connsiteY378" fmla="*/ 5560503 h 6858000"/>
              <a:gd name="connsiteX379" fmla="*/ 3702094 w 7467600"/>
              <a:gd name="connsiteY379" fmla="*/ 5549194 h 6858000"/>
              <a:gd name="connsiteX380" fmla="*/ 3398355 w 7467600"/>
              <a:gd name="connsiteY380" fmla="*/ 6094603 h 6858000"/>
              <a:gd name="connsiteX381" fmla="*/ 3193941 w 7467600"/>
              <a:gd name="connsiteY381" fmla="*/ 6798775 h 6858000"/>
              <a:gd name="connsiteX382" fmla="*/ 3184140 w 7467600"/>
              <a:gd name="connsiteY382" fmla="*/ 6858000 h 6858000"/>
              <a:gd name="connsiteX383" fmla="*/ 3099978 w 7467600"/>
              <a:gd name="connsiteY383" fmla="*/ 6858000 h 6858000"/>
              <a:gd name="connsiteX384" fmla="*/ 3101556 w 7467600"/>
              <a:gd name="connsiteY384" fmla="*/ 6843337 h 6858000"/>
              <a:gd name="connsiteX385" fmla="*/ 3370162 w 7467600"/>
              <a:gd name="connsiteY385" fmla="*/ 5785550 h 6858000"/>
              <a:gd name="connsiteX386" fmla="*/ 3746477 w 7467600"/>
              <a:gd name="connsiteY386" fmla="*/ 5377889 h 6858000"/>
              <a:gd name="connsiteX387" fmla="*/ 3863399 w 7467600"/>
              <a:gd name="connsiteY387" fmla="*/ 5087257 h 6858000"/>
              <a:gd name="connsiteX388" fmla="*/ 3968712 w 7467600"/>
              <a:gd name="connsiteY388" fmla="*/ 4913989 h 6858000"/>
              <a:gd name="connsiteX389" fmla="*/ 2792390 w 7467600"/>
              <a:gd name="connsiteY389" fmla="*/ 5382974 h 6858000"/>
              <a:gd name="connsiteX390" fmla="*/ 2714982 w 7467600"/>
              <a:gd name="connsiteY390" fmla="*/ 5427051 h 6858000"/>
              <a:gd name="connsiteX391" fmla="*/ 2813361 w 7467600"/>
              <a:gd name="connsiteY391" fmla="*/ 6023912 h 6858000"/>
              <a:gd name="connsiteX392" fmla="*/ 2688430 w 7467600"/>
              <a:gd name="connsiteY392" fmla="*/ 6801564 h 6858000"/>
              <a:gd name="connsiteX393" fmla="*/ 2629626 w 7467600"/>
              <a:gd name="connsiteY393" fmla="*/ 6763394 h 6858000"/>
              <a:gd name="connsiteX394" fmla="*/ 2565328 w 7467600"/>
              <a:gd name="connsiteY394" fmla="*/ 5516399 h 6858000"/>
              <a:gd name="connsiteX395" fmla="*/ 1922999 w 7467600"/>
              <a:gd name="connsiteY395" fmla="*/ 5980343 h 6858000"/>
              <a:gd name="connsiteX396" fmla="*/ 1950261 w 7467600"/>
              <a:gd name="connsiteY396" fmla="*/ 6405858 h 6858000"/>
              <a:gd name="connsiteX397" fmla="*/ 2365554 w 7467600"/>
              <a:gd name="connsiteY397" fmla="*/ 6759107 h 6858000"/>
              <a:gd name="connsiteX398" fmla="*/ 2424142 w 7467600"/>
              <a:gd name="connsiteY398" fmla="*/ 6858000 h 6858000"/>
              <a:gd name="connsiteX399" fmla="*/ 2395994 w 7467600"/>
              <a:gd name="connsiteY399" fmla="*/ 6858000 h 6858000"/>
              <a:gd name="connsiteX400" fmla="*/ 2392863 w 7467600"/>
              <a:gd name="connsiteY400" fmla="*/ 6852964 h 6858000"/>
              <a:gd name="connsiteX401" fmla="*/ 2017589 w 7467600"/>
              <a:gd name="connsiteY401" fmla="*/ 6493982 h 6858000"/>
              <a:gd name="connsiteX402" fmla="*/ 2147336 w 7467600"/>
              <a:gd name="connsiteY402" fmla="*/ 6594052 h 6858000"/>
              <a:gd name="connsiteX403" fmla="*/ 2207047 w 7467600"/>
              <a:gd name="connsiteY403" fmla="*/ 6654540 h 6858000"/>
              <a:gd name="connsiteX404" fmla="*/ 2299106 w 7467600"/>
              <a:gd name="connsiteY404" fmla="*/ 6778931 h 6858000"/>
              <a:gd name="connsiteX405" fmla="*/ 2314430 w 7467600"/>
              <a:gd name="connsiteY405" fmla="*/ 6801144 h 6858000"/>
              <a:gd name="connsiteX406" fmla="*/ 2352406 w 7467600"/>
              <a:gd name="connsiteY406" fmla="*/ 6858000 h 6858000"/>
              <a:gd name="connsiteX407" fmla="*/ 2314492 w 7467600"/>
              <a:gd name="connsiteY407" fmla="*/ 6858000 h 6858000"/>
              <a:gd name="connsiteX408" fmla="*/ 2288095 w 7467600"/>
              <a:gd name="connsiteY408" fmla="*/ 6818030 h 6858000"/>
              <a:gd name="connsiteX409" fmla="*/ 2272768 w 7467600"/>
              <a:gd name="connsiteY409" fmla="*/ 6795822 h 6858000"/>
              <a:gd name="connsiteX410" fmla="*/ 2182715 w 7467600"/>
              <a:gd name="connsiteY410" fmla="*/ 6675071 h 6858000"/>
              <a:gd name="connsiteX411" fmla="*/ 2032061 w 7467600"/>
              <a:gd name="connsiteY411" fmla="*/ 6541380 h 6858000"/>
              <a:gd name="connsiteX412" fmla="*/ 2257220 w 7467600"/>
              <a:gd name="connsiteY412" fmla="*/ 6826257 h 6858000"/>
              <a:gd name="connsiteX413" fmla="*/ 2281324 w 7467600"/>
              <a:gd name="connsiteY413" fmla="*/ 6858000 h 6858000"/>
              <a:gd name="connsiteX414" fmla="*/ 2242860 w 7467600"/>
              <a:gd name="connsiteY414" fmla="*/ 6858000 h 6858000"/>
              <a:gd name="connsiteX415" fmla="*/ 2232818 w 7467600"/>
              <a:gd name="connsiteY415" fmla="*/ 6844926 h 6858000"/>
              <a:gd name="connsiteX416" fmla="*/ 1990172 w 7467600"/>
              <a:gd name="connsiteY416" fmla="*/ 6542121 h 6858000"/>
              <a:gd name="connsiteX417" fmla="*/ 2124090 w 7467600"/>
              <a:gd name="connsiteY417" fmla="*/ 6761017 h 6858000"/>
              <a:gd name="connsiteX418" fmla="*/ 2200380 w 7467600"/>
              <a:gd name="connsiteY418" fmla="*/ 6858000 h 6858000"/>
              <a:gd name="connsiteX419" fmla="*/ 2147507 w 7467600"/>
              <a:gd name="connsiteY419" fmla="*/ 6858000 h 6858000"/>
              <a:gd name="connsiteX420" fmla="*/ 2070668 w 7467600"/>
              <a:gd name="connsiteY420" fmla="*/ 6761520 h 6858000"/>
              <a:gd name="connsiteX421" fmla="*/ 1975142 w 7467600"/>
              <a:gd name="connsiteY421" fmla="*/ 6585570 h 6858000"/>
              <a:gd name="connsiteX422" fmla="*/ 2050035 w 7467600"/>
              <a:gd name="connsiteY422" fmla="*/ 6813345 h 6858000"/>
              <a:gd name="connsiteX423" fmla="*/ 2063025 w 7467600"/>
              <a:gd name="connsiteY423" fmla="*/ 6858000 h 6858000"/>
              <a:gd name="connsiteX424" fmla="*/ 2021675 w 7467600"/>
              <a:gd name="connsiteY424" fmla="*/ 6858000 h 6858000"/>
              <a:gd name="connsiteX425" fmla="*/ 2019308 w 7467600"/>
              <a:gd name="connsiteY425" fmla="*/ 6847118 h 6858000"/>
              <a:gd name="connsiteX426" fmla="*/ 1938835 w 7467600"/>
              <a:gd name="connsiteY426" fmla="*/ 6551160 h 6858000"/>
              <a:gd name="connsiteX427" fmla="*/ 1953230 w 7467600"/>
              <a:gd name="connsiteY427" fmla="*/ 6759699 h 6858000"/>
              <a:gd name="connsiteX428" fmla="*/ 1956763 w 7467600"/>
              <a:gd name="connsiteY428" fmla="*/ 6778191 h 6858000"/>
              <a:gd name="connsiteX429" fmla="*/ 1967925 w 7467600"/>
              <a:gd name="connsiteY429" fmla="*/ 6858000 h 6858000"/>
              <a:gd name="connsiteX430" fmla="*/ 1936622 w 7467600"/>
              <a:gd name="connsiteY430" fmla="*/ 6858000 h 6858000"/>
              <a:gd name="connsiteX431" fmla="*/ 1926261 w 7467600"/>
              <a:gd name="connsiteY431" fmla="*/ 6784064 h 6858000"/>
              <a:gd name="connsiteX432" fmla="*/ 1922724 w 7467600"/>
              <a:gd name="connsiteY432" fmla="*/ 6765577 h 6858000"/>
              <a:gd name="connsiteX433" fmla="*/ 1904650 w 7467600"/>
              <a:gd name="connsiteY433" fmla="*/ 6639616 h 6858000"/>
              <a:gd name="connsiteX434" fmla="*/ 1885273 w 7467600"/>
              <a:gd name="connsiteY434" fmla="*/ 6858000 h 6858000"/>
              <a:gd name="connsiteX435" fmla="*/ 1854363 w 7467600"/>
              <a:gd name="connsiteY435" fmla="*/ 6858000 h 6858000"/>
              <a:gd name="connsiteX436" fmla="*/ 1880391 w 7467600"/>
              <a:gd name="connsiteY436" fmla="*/ 6603796 h 6858000"/>
              <a:gd name="connsiteX437" fmla="*/ 1818273 w 7467600"/>
              <a:gd name="connsiteY437" fmla="*/ 6715729 h 6858000"/>
              <a:gd name="connsiteX438" fmla="*/ 1794691 w 7467600"/>
              <a:gd name="connsiteY438" fmla="*/ 6843239 h 6858000"/>
              <a:gd name="connsiteX439" fmla="*/ 1794914 w 7467600"/>
              <a:gd name="connsiteY439" fmla="*/ 6858000 h 6858000"/>
              <a:gd name="connsiteX440" fmla="*/ 1746128 w 7467600"/>
              <a:gd name="connsiteY440" fmla="*/ 6858000 h 6858000"/>
              <a:gd name="connsiteX441" fmla="*/ 1753934 w 7467600"/>
              <a:gd name="connsiteY441" fmla="*/ 6724796 h 6858000"/>
              <a:gd name="connsiteX442" fmla="*/ 1792053 w 7467600"/>
              <a:gd name="connsiteY442" fmla="*/ 6572396 h 6858000"/>
              <a:gd name="connsiteX443" fmla="*/ 1862248 w 7467600"/>
              <a:gd name="connsiteY443" fmla="*/ 6266397 h 6858000"/>
              <a:gd name="connsiteX444" fmla="*/ 1862250 w 7467600"/>
              <a:gd name="connsiteY444" fmla="*/ 6033531 h 6858000"/>
              <a:gd name="connsiteX445" fmla="*/ 1211999 w 7467600"/>
              <a:gd name="connsiteY445" fmla="*/ 6683610 h 6858000"/>
              <a:gd name="connsiteX446" fmla="*/ 1213266 w 7467600"/>
              <a:gd name="connsiteY446" fmla="*/ 6691947 h 6858000"/>
              <a:gd name="connsiteX447" fmla="*/ 1203370 w 7467600"/>
              <a:gd name="connsiteY447" fmla="*/ 6850676 h 6858000"/>
              <a:gd name="connsiteX448" fmla="*/ 1203671 w 7467600"/>
              <a:gd name="connsiteY448" fmla="*/ 6858000 h 6858000"/>
              <a:gd name="connsiteX449" fmla="*/ 1143180 w 7467600"/>
              <a:gd name="connsiteY449" fmla="*/ 6858000 h 6858000"/>
              <a:gd name="connsiteX450" fmla="*/ 1142176 w 7467600"/>
              <a:gd name="connsiteY450" fmla="*/ 6766045 h 6858000"/>
              <a:gd name="connsiteX451" fmla="*/ 1067484 w 7467600"/>
              <a:gd name="connsiteY451" fmla="*/ 6858000 h 6858000"/>
              <a:gd name="connsiteX452" fmla="*/ 953928 w 7467600"/>
              <a:gd name="connsiteY452" fmla="*/ 6858000 h 6858000"/>
              <a:gd name="connsiteX453" fmla="*/ 959715 w 7467600"/>
              <a:gd name="connsiteY453" fmla="*/ 6850185 h 6858000"/>
              <a:gd name="connsiteX454" fmla="*/ 1483788 w 7467600"/>
              <a:gd name="connsiteY454" fmla="*/ 6259174 h 6858000"/>
              <a:gd name="connsiteX455" fmla="*/ 1100671 w 7467600"/>
              <a:gd name="connsiteY455" fmla="*/ 6252137 h 6858000"/>
              <a:gd name="connsiteX456" fmla="*/ 1090144 w 7467600"/>
              <a:gd name="connsiteY456" fmla="*/ 6256748 h 6858000"/>
              <a:gd name="connsiteX457" fmla="*/ 1095872 w 7467600"/>
              <a:gd name="connsiteY457" fmla="*/ 6271892 h 6858000"/>
              <a:gd name="connsiteX458" fmla="*/ 262785 w 7467600"/>
              <a:gd name="connsiteY458" fmla="*/ 6845450 h 6858000"/>
              <a:gd name="connsiteX459" fmla="*/ 209968 w 7467600"/>
              <a:gd name="connsiteY459" fmla="*/ 6770713 h 6858000"/>
              <a:gd name="connsiteX460" fmla="*/ 873460 w 7467600"/>
              <a:gd name="connsiteY460" fmla="*/ 6253768 h 6858000"/>
              <a:gd name="connsiteX461" fmla="*/ 192686 w 7467600"/>
              <a:gd name="connsiteY461" fmla="*/ 5849257 h 6858000"/>
              <a:gd name="connsiteX462" fmla="*/ 4696 w 7467600"/>
              <a:gd name="connsiteY462" fmla="*/ 5697668 h 6858000"/>
              <a:gd name="connsiteX463" fmla="*/ 0 w 7467600"/>
              <a:gd name="connsiteY463" fmla="*/ 5689984 h 6858000"/>
              <a:gd name="connsiteX464" fmla="*/ 0 w 7467600"/>
              <a:gd name="connsiteY464" fmla="*/ 5513472 h 6858000"/>
              <a:gd name="connsiteX465" fmla="*/ 174101 w 7467600"/>
              <a:gd name="connsiteY465" fmla="*/ 5620277 h 6858000"/>
              <a:gd name="connsiteX466" fmla="*/ 891800 w 7467600"/>
              <a:gd name="connsiteY466" fmla="*/ 6036935 h 6858000"/>
              <a:gd name="connsiteX467" fmla="*/ 1072219 w 7467600"/>
              <a:gd name="connsiteY467" fmla="*/ 6169443 h 6858000"/>
              <a:gd name="connsiteX468" fmla="*/ 1074117 w 7467600"/>
              <a:gd name="connsiteY468" fmla="*/ 6170301 h 6858000"/>
              <a:gd name="connsiteX469" fmla="*/ 1083114 w 7467600"/>
              <a:gd name="connsiteY469" fmla="*/ 6174131 h 6858000"/>
              <a:gd name="connsiteX470" fmla="*/ 1543010 w 7467600"/>
              <a:gd name="connsiteY470" fmla="*/ 6191140 h 6858000"/>
              <a:gd name="connsiteX471" fmla="*/ 1551080 w 7467600"/>
              <a:gd name="connsiteY471" fmla="*/ 6195006 h 6858000"/>
              <a:gd name="connsiteX472" fmla="*/ 2345443 w 7467600"/>
              <a:gd name="connsiteY472" fmla="*/ 5549882 h 6858000"/>
              <a:gd name="connsiteX473" fmla="*/ 1721499 w 7467600"/>
              <a:gd name="connsiteY473" fmla="*/ 5599969 h 6858000"/>
              <a:gd name="connsiteX474" fmla="*/ 767716 w 7467600"/>
              <a:gd name="connsiteY474" fmla="*/ 5472768 h 6858000"/>
              <a:gd name="connsiteX475" fmla="*/ 722147 w 7467600"/>
              <a:gd name="connsiteY475" fmla="*/ 5393091 h 6858000"/>
              <a:gd name="connsiteX476" fmla="*/ 1485552 w 7467600"/>
              <a:gd name="connsiteY476" fmla="*/ 5313202 h 6858000"/>
              <a:gd name="connsiteX477" fmla="*/ 2143004 w 7467600"/>
              <a:gd name="connsiteY477" fmla="*/ 5402420 h 6858000"/>
              <a:gd name="connsiteX478" fmla="*/ 1933391 w 7467600"/>
              <a:gd name="connsiteY478" fmla="*/ 5156971 h 6858000"/>
              <a:gd name="connsiteX479" fmla="*/ 1827118 w 7467600"/>
              <a:gd name="connsiteY479" fmla="*/ 4968410 h 6858000"/>
              <a:gd name="connsiteX480" fmla="*/ 1837349 w 7467600"/>
              <a:gd name="connsiteY480" fmla="*/ 4956357 h 6858000"/>
              <a:gd name="connsiteX481" fmla="*/ 2162835 w 7467600"/>
              <a:gd name="connsiteY481" fmla="*/ 5187853 h 6858000"/>
              <a:gd name="connsiteX482" fmla="*/ 2257167 w 7467600"/>
              <a:gd name="connsiteY482" fmla="*/ 5462123 h 6858000"/>
              <a:gd name="connsiteX483" fmla="*/ 2261598 w 7467600"/>
              <a:gd name="connsiteY483" fmla="*/ 5467998 h 6858000"/>
              <a:gd name="connsiteX484" fmla="*/ 2437177 w 7467600"/>
              <a:gd name="connsiteY484" fmla="*/ 5479608 h 6858000"/>
              <a:gd name="connsiteX485" fmla="*/ 2445247 w 7467600"/>
              <a:gd name="connsiteY485" fmla="*/ 5483476 h 6858000"/>
              <a:gd name="connsiteX486" fmla="*/ 2743626 w 7467600"/>
              <a:gd name="connsiteY486" fmla="*/ 5304819 h 6858000"/>
              <a:gd name="connsiteX487" fmla="*/ 3048102 w 7467600"/>
              <a:gd name="connsiteY487" fmla="*/ 5150595 h 6858000"/>
              <a:gd name="connsiteX488" fmla="*/ 1799414 w 7467600"/>
              <a:gd name="connsiteY488" fmla="*/ 4694732 h 6858000"/>
              <a:gd name="connsiteX489" fmla="*/ 1771735 w 7467600"/>
              <a:gd name="connsiteY489" fmla="*/ 4619929 h 6858000"/>
              <a:gd name="connsiteX490" fmla="*/ 3104273 w 7467600"/>
              <a:gd name="connsiteY490" fmla="*/ 5076159 h 6858000"/>
              <a:gd name="connsiteX491" fmla="*/ 3113245 w 7467600"/>
              <a:gd name="connsiteY491" fmla="*/ 5090705 h 6858000"/>
              <a:gd name="connsiteX492" fmla="*/ 3126294 w 7467600"/>
              <a:gd name="connsiteY492" fmla="*/ 5114400 h 6858000"/>
              <a:gd name="connsiteX493" fmla="*/ 3937433 w 7467600"/>
              <a:gd name="connsiteY493" fmla="*/ 4830473 h 6858000"/>
              <a:gd name="connsiteX494" fmla="*/ 3590475 w 7467600"/>
              <a:gd name="connsiteY494" fmla="*/ 4597974 h 6858000"/>
              <a:gd name="connsiteX495" fmla="*/ 3100264 w 7467600"/>
              <a:gd name="connsiteY495" fmla="*/ 4579845 h 6858000"/>
              <a:gd name="connsiteX496" fmla="*/ 2183576 w 7467600"/>
              <a:gd name="connsiteY496" fmla="*/ 4227150 h 6858000"/>
              <a:gd name="connsiteX497" fmla="*/ 2151029 w 7467600"/>
              <a:gd name="connsiteY497" fmla="*/ 4146947 h 6858000"/>
              <a:gd name="connsiteX498" fmla="*/ 3563434 w 7467600"/>
              <a:gd name="connsiteY498" fmla="*/ 4469115 h 6858000"/>
              <a:gd name="connsiteX499" fmla="*/ 3177952 w 7467600"/>
              <a:gd name="connsiteY499" fmla="*/ 3657386 h 6858000"/>
              <a:gd name="connsiteX500" fmla="*/ 3189263 w 7467600"/>
              <a:gd name="connsiteY500" fmla="*/ 3625726 h 6858000"/>
              <a:gd name="connsiteX501" fmla="*/ 3560912 w 7467600"/>
              <a:gd name="connsiteY501" fmla="*/ 4079863 h 6858000"/>
              <a:gd name="connsiteX502" fmla="*/ 3626636 w 7467600"/>
              <a:gd name="connsiteY502" fmla="*/ 4512230 h 6858000"/>
              <a:gd name="connsiteX503" fmla="*/ 3653088 w 7467600"/>
              <a:gd name="connsiteY503" fmla="*/ 4521417 h 6858000"/>
              <a:gd name="connsiteX504" fmla="*/ 3988128 w 7467600"/>
              <a:gd name="connsiteY504" fmla="*/ 4817267 h 6858000"/>
              <a:gd name="connsiteX505" fmla="*/ 4830582 w 7467600"/>
              <a:gd name="connsiteY505" fmla="*/ 4676000 h 6858000"/>
              <a:gd name="connsiteX506" fmla="*/ 4830100 w 7467600"/>
              <a:gd name="connsiteY506" fmla="*/ 4675554 h 6858000"/>
              <a:gd name="connsiteX507" fmla="*/ 4036318 w 7467600"/>
              <a:gd name="connsiteY507" fmla="*/ 4147013 h 6858000"/>
              <a:gd name="connsiteX508" fmla="*/ 3432098 w 7467600"/>
              <a:gd name="connsiteY508" fmla="*/ 3537312 h 6858000"/>
              <a:gd name="connsiteX509" fmla="*/ 3446761 w 7467600"/>
              <a:gd name="connsiteY509" fmla="*/ 3461278 h 6858000"/>
              <a:gd name="connsiteX510" fmla="*/ 4419733 w 7467600"/>
              <a:gd name="connsiteY510" fmla="*/ 3963555 h 6858000"/>
              <a:gd name="connsiteX511" fmla="*/ 4781371 w 7467600"/>
              <a:gd name="connsiteY511" fmla="*/ 4458604 h 6858000"/>
              <a:gd name="connsiteX512" fmla="*/ 4780440 w 7467600"/>
              <a:gd name="connsiteY512" fmla="*/ 4470290 h 6858000"/>
              <a:gd name="connsiteX513" fmla="*/ 4898954 w 7467600"/>
              <a:gd name="connsiteY513" fmla="*/ 4662092 h 6858000"/>
              <a:gd name="connsiteX514" fmla="*/ 4900699 w 7467600"/>
              <a:gd name="connsiteY514" fmla="*/ 4670867 h 6858000"/>
              <a:gd name="connsiteX515" fmla="*/ 5714511 w 7467600"/>
              <a:gd name="connsiteY515" fmla="*/ 4663483 h 6858000"/>
              <a:gd name="connsiteX516" fmla="*/ 5464793 w 7467600"/>
              <a:gd name="connsiteY516" fmla="*/ 4393556 h 6858000"/>
              <a:gd name="connsiteX517" fmla="*/ 5461897 w 7467600"/>
              <a:gd name="connsiteY517" fmla="*/ 4390879 h 6858000"/>
              <a:gd name="connsiteX518" fmla="*/ 4294126 w 7467600"/>
              <a:gd name="connsiteY518" fmla="*/ 3303048 h 6858000"/>
              <a:gd name="connsiteX519" fmla="*/ 4305321 w 7467600"/>
              <a:gd name="connsiteY519" fmla="*/ 3256953 h 6858000"/>
              <a:gd name="connsiteX520" fmla="*/ 4949299 w 7467600"/>
              <a:gd name="connsiteY520" fmla="*/ 3766336 h 6858000"/>
              <a:gd name="connsiteX521" fmla="*/ 5291452 w 7467600"/>
              <a:gd name="connsiteY521" fmla="*/ 4076801 h 6858000"/>
              <a:gd name="connsiteX522" fmla="*/ 5434998 w 7467600"/>
              <a:gd name="connsiteY522" fmla="*/ 4254100 h 6858000"/>
              <a:gd name="connsiteX523" fmla="*/ 5351015 w 7467600"/>
              <a:gd name="connsiteY523" fmla="*/ 3760989 h 6858000"/>
              <a:gd name="connsiteX524" fmla="*/ 5413780 w 7467600"/>
              <a:gd name="connsiteY524" fmla="*/ 2966265 h 6858000"/>
              <a:gd name="connsiteX525" fmla="*/ 5425627 w 7467600"/>
              <a:gd name="connsiteY525" fmla="*/ 2954192 h 6858000"/>
              <a:gd name="connsiteX526" fmla="*/ 6604735 w 7467600"/>
              <a:gd name="connsiteY526" fmla="*/ 2041381 h 6858000"/>
              <a:gd name="connsiteX527" fmla="*/ 7204487 w 7467600"/>
              <a:gd name="connsiteY527" fmla="*/ 2742112 h 6858000"/>
              <a:gd name="connsiteX528" fmla="*/ 7131592 w 7467600"/>
              <a:gd name="connsiteY528" fmla="*/ 2672096 h 6858000"/>
              <a:gd name="connsiteX529" fmla="*/ 6996344 w 7467600"/>
              <a:gd name="connsiteY529" fmla="*/ 2518310 h 6858000"/>
              <a:gd name="connsiteX530" fmla="*/ 6735495 w 7467600"/>
              <a:gd name="connsiteY530" fmla="*/ 2196890 h 6858000"/>
              <a:gd name="connsiteX531" fmla="*/ 6721901 w 7467600"/>
              <a:gd name="connsiteY531" fmla="*/ 2179274 h 6858000"/>
              <a:gd name="connsiteX532" fmla="*/ 6604735 w 7467600"/>
              <a:gd name="connsiteY532" fmla="*/ 2041381 h 6858000"/>
              <a:gd name="connsiteX533" fmla="*/ 6591670 w 7467600"/>
              <a:gd name="connsiteY533" fmla="*/ 1988277 h 6858000"/>
              <a:gd name="connsiteX534" fmla="*/ 6747349 w 7467600"/>
              <a:gd name="connsiteY534" fmla="*/ 2160069 h 6858000"/>
              <a:gd name="connsiteX535" fmla="*/ 6760943 w 7467600"/>
              <a:gd name="connsiteY535" fmla="*/ 2177686 h 6858000"/>
              <a:gd name="connsiteX536" fmla="*/ 7021065 w 7467600"/>
              <a:gd name="connsiteY536" fmla="*/ 2498102 h 6858000"/>
              <a:gd name="connsiteX537" fmla="*/ 7155223 w 7467600"/>
              <a:gd name="connsiteY537" fmla="*/ 2650386 h 6858000"/>
              <a:gd name="connsiteX538" fmla="*/ 7203167 w 7467600"/>
              <a:gd name="connsiteY538" fmla="*/ 2697288 h 6858000"/>
              <a:gd name="connsiteX539" fmla="*/ 6937703 w 7467600"/>
              <a:gd name="connsiteY539" fmla="*/ 2321981 h 6858000"/>
              <a:gd name="connsiteX540" fmla="*/ 6591670 w 7467600"/>
              <a:gd name="connsiteY540" fmla="*/ 1988277 h 6858000"/>
              <a:gd name="connsiteX541" fmla="*/ 5798671 w 7467600"/>
              <a:gd name="connsiteY541" fmla="*/ 1981601 h 6858000"/>
              <a:gd name="connsiteX542" fmla="*/ 5754709 w 7467600"/>
              <a:gd name="connsiteY542" fmla="*/ 2071454 h 6858000"/>
              <a:gd name="connsiteX543" fmla="*/ 5763044 w 7467600"/>
              <a:gd name="connsiteY543" fmla="*/ 2842206 h 6858000"/>
              <a:gd name="connsiteX544" fmla="*/ 5764974 w 7467600"/>
              <a:gd name="connsiteY544" fmla="*/ 2799609 h 6858000"/>
              <a:gd name="connsiteX545" fmla="*/ 5767665 w 7467600"/>
              <a:gd name="connsiteY545" fmla="*/ 2666409 h 6858000"/>
              <a:gd name="connsiteX546" fmla="*/ 5763055 w 7467600"/>
              <a:gd name="connsiteY546" fmla="*/ 2579705 h 6858000"/>
              <a:gd name="connsiteX547" fmla="*/ 5758079 w 7467600"/>
              <a:gd name="connsiteY547" fmla="*/ 2492508 h 6858000"/>
              <a:gd name="connsiteX548" fmla="*/ 5779325 w 7467600"/>
              <a:gd name="connsiteY548" fmla="*/ 2197069 h 6858000"/>
              <a:gd name="connsiteX549" fmla="*/ 5798671 w 7467600"/>
              <a:gd name="connsiteY549" fmla="*/ 1981601 h 6858000"/>
              <a:gd name="connsiteX550" fmla="*/ 5829202 w 7467600"/>
              <a:gd name="connsiteY550" fmla="*/ 1971679 h 6858000"/>
              <a:gd name="connsiteX551" fmla="*/ 5809558 w 7467600"/>
              <a:gd name="connsiteY551" fmla="*/ 2198043 h 6858000"/>
              <a:gd name="connsiteX552" fmla="*/ 5788653 w 7467600"/>
              <a:gd name="connsiteY552" fmla="*/ 2489430 h 6858000"/>
              <a:gd name="connsiteX553" fmla="*/ 5793439 w 7467600"/>
              <a:gd name="connsiteY553" fmla="*/ 2575235 h 6858000"/>
              <a:gd name="connsiteX554" fmla="*/ 5796837 w 7467600"/>
              <a:gd name="connsiteY554" fmla="*/ 2637633 h 6858000"/>
              <a:gd name="connsiteX555" fmla="*/ 5818614 w 7467600"/>
              <a:gd name="connsiteY555" fmla="*/ 2473055 h 6858000"/>
              <a:gd name="connsiteX556" fmla="*/ 5829202 w 7467600"/>
              <a:gd name="connsiteY556" fmla="*/ 1971679 h 6858000"/>
              <a:gd name="connsiteX557" fmla="*/ 5911389 w 7467600"/>
              <a:gd name="connsiteY557" fmla="*/ 1898371 h 6858000"/>
              <a:gd name="connsiteX558" fmla="*/ 6237627 w 7467600"/>
              <a:gd name="connsiteY558" fmla="*/ 2231921 h 6858000"/>
              <a:gd name="connsiteX559" fmla="*/ 5911389 w 7467600"/>
              <a:gd name="connsiteY559" fmla="*/ 1898371 h 6858000"/>
              <a:gd name="connsiteX560" fmla="*/ 6944437 w 7467600"/>
              <a:gd name="connsiteY560" fmla="*/ 1575402 h 6858000"/>
              <a:gd name="connsiteX561" fmla="*/ 6304730 w 7467600"/>
              <a:gd name="connsiteY561" fmla="*/ 1766654 h 6858000"/>
              <a:gd name="connsiteX562" fmla="*/ 6944437 w 7467600"/>
              <a:gd name="connsiteY562" fmla="*/ 1575402 h 6858000"/>
              <a:gd name="connsiteX563" fmla="*/ 7019523 w 7467600"/>
              <a:gd name="connsiteY563" fmla="*/ 1519450 h 6858000"/>
              <a:gd name="connsiteX564" fmla="*/ 6298091 w 7467600"/>
              <a:gd name="connsiteY564" fmla="*/ 1737122 h 6858000"/>
              <a:gd name="connsiteX565" fmla="*/ 7019523 w 7467600"/>
              <a:gd name="connsiteY565" fmla="*/ 1519450 h 6858000"/>
              <a:gd name="connsiteX566" fmla="*/ 2399523 w 7467600"/>
              <a:gd name="connsiteY566" fmla="*/ 1428234 h 6858000"/>
              <a:gd name="connsiteX567" fmla="*/ 2224982 w 7467600"/>
              <a:gd name="connsiteY567" fmla="*/ 1826201 h 6858000"/>
              <a:gd name="connsiteX568" fmla="*/ 2096099 w 7467600"/>
              <a:gd name="connsiteY568" fmla="*/ 2345900 h 6858000"/>
              <a:gd name="connsiteX569" fmla="*/ 2283317 w 7467600"/>
              <a:gd name="connsiteY569" fmla="*/ 1796925 h 6858000"/>
              <a:gd name="connsiteX570" fmla="*/ 2399523 w 7467600"/>
              <a:gd name="connsiteY570" fmla="*/ 1428234 h 6858000"/>
              <a:gd name="connsiteX571" fmla="*/ 2448558 w 7467600"/>
              <a:gd name="connsiteY571" fmla="*/ 1373435 h 6858000"/>
              <a:gd name="connsiteX572" fmla="*/ 2312521 w 7467600"/>
              <a:gd name="connsiteY572" fmla="*/ 1806140 h 6858000"/>
              <a:gd name="connsiteX573" fmla="*/ 2127533 w 7467600"/>
              <a:gd name="connsiteY573" fmla="*/ 2348380 h 6858000"/>
              <a:gd name="connsiteX574" fmla="*/ 2358080 w 7467600"/>
              <a:gd name="connsiteY574" fmla="*/ 1866134 h 6858000"/>
              <a:gd name="connsiteX575" fmla="*/ 2407436 w 7467600"/>
              <a:gd name="connsiteY575" fmla="*/ 1651070 h 6858000"/>
              <a:gd name="connsiteX576" fmla="*/ 2448558 w 7467600"/>
              <a:gd name="connsiteY576" fmla="*/ 1373435 h 6858000"/>
              <a:gd name="connsiteX577" fmla="*/ 278707 w 7467600"/>
              <a:gd name="connsiteY577" fmla="*/ 1352270 h 6858000"/>
              <a:gd name="connsiteX578" fmla="*/ 321570 w 7467600"/>
              <a:gd name="connsiteY578" fmla="*/ 1861610 h 6858000"/>
              <a:gd name="connsiteX579" fmla="*/ 294281 w 7467600"/>
              <a:gd name="connsiteY579" fmla="*/ 1440658 h 6858000"/>
              <a:gd name="connsiteX580" fmla="*/ 278707 w 7467600"/>
              <a:gd name="connsiteY580" fmla="*/ 1352270 h 6858000"/>
              <a:gd name="connsiteX581" fmla="*/ 1423821 w 7467600"/>
              <a:gd name="connsiteY581" fmla="*/ 1351958 h 6858000"/>
              <a:gd name="connsiteX582" fmla="*/ 1638521 w 7467600"/>
              <a:gd name="connsiteY582" fmla="*/ 1908470 h 6858000"/>
              <a:gd name="connsiteX583" fmla="*/ 1754199 w 7467600"/>
              <a:gd name="connsiteY583" fmla="*/ 2149284 h 6858000"/>
              <a:gd name="connsiteX584" fmla="*/ 1908359 w 7467600"/>
              <a:gd name="connsiteY584" fmla="*/ 2364988 h 6858000"/>
              <a:gd name="connsiteX585" fmla="*/ 1647661 w 7467600"/>
              <a:gd name="connsiteY585" fmla="*/ 1825945 h 6858000"/>
              <a:gd name="connsiteX586" fmla="*/ 1423821 w 7467600"/>
              <a:gd name="connsiteY586" fmla="*/ 1351958 h 6858000"/>
              <a:gd name="connsiteX587" fmla="*/ 1431890 w 7467600"/>
              <a:gd name="connsiteY587" fmla="*/ 1306475 h 6858000"/>
              <a:gd name="connsiteX588" fmla="*/ 1507597 w 7467600"/>
              <a:gd name="connsiteY588" fmla="*/ 1446132 h 6858000"/>
              <a:gd name="connsiteX589" fmla="*/ 1674586 w 7467600"/>
              <a:gd name="connsiteY589" fmla="*/ 1813832 h 6858000"/>
              <a:gd name="connsiteX590" fmla="*/ 1815950 w 7467600"/>
              <a:gd name="connsiteY590" fmla="*/ 2128564 h 6858000"/>
              <a:gd name="connsiteX591" fmla="*/ 1984242 w 7467600"/>
              <a:gd name="connsiteY591" fmla="*/ 2430829 h 6858000"/>
              <a:gd name="connsiteX592" fmla="*/ 2014023 w 7467600"/>
              <a:gd name="connsiteY592" fmla="*/ 2450995 h 6858000"/>
              <a:gd name="connsiteX593" fmla="*/ 1747337 w 7467600"/>
              <a:gd name="connsiteY593" fmla="*/ 1855264 h 6858000"/>
              <a:gd name="connsiteX594" fmla="*/ 1533749 w 7467600"/>
              <a:gd name="connsiteY594" fmla="*/ 1478656 h 6858000"/>
              <a:gd name="connsiteX595" fmla="*/ 1431890 w 7467600"/>
              <a:gd name="connsiteY595" fmla="*/ 1306475 h 6858000"/>
              <a:gd name="connsiteX596" fmla="*/ 5052692 w 7467600"/>
              <a:gd name="connsiteY596" fmla="*/ 1292994 h 6858000"/>
              <a:gd name="connsiteX597" fmla="*/ 5200661 w 7467600"/>
              <a:gd name="connsiteY597" fmla="*/ 1635186 h 6858000"/>
              <a:gd name="connsiteX598" fmla="*/ 5297138 w 7467600"/>
              <a:gd name="connsiteY598" fmla="*/ 1906351 h 6858000"/>
              <a:gd name="connsiteX599" fmla="*/ 5052692 w 7467600"/>
              <a:gd name="connsiteY599" fmla="*/ 1292994 h 6858000"/>
              <a:gd name="connsiteX600" fmla="*/ 5009948 w 7467600"/>
              <a:gd name="connsiteY600" fmla="*/ 1273619 h 6858000"/>
              <a:gd name="connsiteX601" fmla="*/ 5121777 w 7467600"/>
              <a:gd name="connsiteY601" fmla="*/ 1654213 h 6858000"/>
              <a:gd name="connsiteX602" fmla="*/ 5293545 w 7467600"/>
              <a:gd name="connsiteY602" fmla="*/ 2072247 h 6858000"/>
              <a:gd name="connsiteX603" fmla="*/ 5294042 w 7467600"/>
              <a:gd name="connsiteY603" fmla="*/ 2065019 h 6858000"/>
              <a:gd name="connsiteX604" fmla="*/ 5171936 w 7467600"/>
              <a:gd name="connsiteY604" fmla="*/ 1647613 h 6858000"/>
              <a:gd name="connsiteX605" fmla="*/ 5009948 w 7467600"/>
              <a:gd name="connsiteY605" fmla="*/ 1273619 h 6858000"/>
              <a:gd name="connsiteX606" fmla="*/ 655236 w 7467600"/>
              <a:gd name="connsiteY606" fmla="*/ 1268632 h 6858000"/>
              <a:gd name="connsiteX607" fmla="*/ 839521 w 7467600"/>
              <a:gd name="connsiteY607" fmla="*/ 1685315 h 6858000"/>
              <a:gd name="connsiteX608" fmla="*/ 1109416 w 7467600"/>
              <a:gd name="connsiteY608" fmla="*/ 2061663 h 6858000"/>
              <a:gd name="connsiteX609" fmla="*/ 1298300 w 7467600"/>
              <a:gd name="connsiteY609" fmla="*/ 2247742 h 6858000"/>
              <a:gd name="connsiteX610" fmla="*/ 1125871 w 7467600"/>
              <a:gd name="connsiteY610" fmla="*/ 1989513 h 6858000"/>
              <a:gd name="connsiteX611" fmla="*/ 981574 w 7467600"/>
              <a:gd name="connsiteY611" fmla="*/ 1783157 h 6858000"/>
              <a:gd name="connsiteX612" fmla="*/ 922198 w 7467600"/>
              <a:gd name="connsiteY612" fmla="*/ 1677437 h 6858000"/>
              <a:gd name="connsiteX613" fmla="*/ 869293 w 7467600"/>
              <a:gd name="connsiteY613" fmla="*/ 1583214 h 6858000"/>
              <a:gd name="connsiteX614" fmla="*/ 751431 w 7467600"/>
              <a:gd name="connsiteY614" fmla="*/ 1405731 h 6858000"/>
              <a:gd name="connsiteX615" fmla="*/ 655236 w 7467600"/>
              <a:gd name="connsiteY615" fmla="*/ 1268632 h 6858000"/>
              <a:gd name="connsiteX616" fmla="*/ 6516292 w 7467600"/>
              <a:gd name="connsiteY616" fmla="*/ 1263064 h 6858000"/>
              <a:gd name="connsiteX617" fmla="*/ 5736320 w 7467600"/>
              <a:gd name="connsiteY617" fmla="*/ 1501803 h 6858000"/>
              <a:gd name="connsiteX618" fmla="*/ 6516292 w 7467600"/>
              <a:gd name="connsiteY618" fmla="*/ 1263064 h 6858000"/>
              <a:gd name="connsiteX619" fmla="*/ 291466 w 7467600"/>
              <a:gd name="connsiteY619" fmla="*/ 1250369 h 6858000"/>
              <a:gd name="connsiteX620" fmla="*/ 323180 w 7467600"/>
              <a:gd name="connsiteY620" fmla="*/ 1435283 h 6858000"/>
              <a:gd name="connsiteX621" fmla="*/ 349381 w 7467600"/>
              <a:gd name="connsiteY621" fmla="*/ 1875041 h 6858000"/>
              <a:gd name="connsiteX622" fmla="*/ 374363 w 7467600"/>
              <a:gd name="connsiteY622" fmla="*/ 1506494 h 6858000"/>
              <a:gd name="connsiteX623" fmla="*/ 302168 w 7467600"/>
              <a:gd name="connsiteY623" fmla="*/ 1274495 h 6858000"/>
              <a:gd name="connsiteX624" fmla="*/ 291466 w 7467600"/>
              <a:gd name="connsiteY624" fmla="*/ 1250369 h 6858000"/>
              <a:gd name="connsiteX625" fmla="*/ 678222 w 7467600"/>
              <a:gd name="connsiteY625" fmla="*/ 1248670 h 6858000"/>
              <a:gd name="connsiteX626" fmla="*/ 775536 w 7467600"/>
              <a:gd name="connsiteY626" fmla="*/ 1388015 h 6858000"/>
              <a:gd name="connsiteX627" fmla="*/ 894529 w 7467600"/>
              <a:gd name="connsiteY627" fmla="*/ 1567739 h 6858000"/>
              <a:gd name="connsiteX628" fmla="*/ 948000 w 7467600"/>
              <a:gd name="connsiteY628" fmla="*/ 1663088 h 6858000"/>
              <a:gd name="connsiteX629" fmla="*/ 1006812 w 7467600"/>
              <a:gd name="connsiteY629" fmla="*/ 1767683 h 6858000"/>
              <a:gd name="connsiteX630" fmla="*/ 1149133 w 7467600"/>
              <a:gd name="connsiteY630" fmla="*/ 1971513 h 6858000"/>
              <a:gd name="connsiteX631" fmla="*/ 1333952 w 7467600"/>
              <a:gd name="connsiteY631" fmla="*/ 2251620 h 6858000"/>
              <a:gd name="connsiteX632" fmla="*/ 1337329 w 7467600"/>
              <a:gd name="connsiteY632" fmla="*/ 2258350 h 6858000"/>
              <a:gd name="connsiteX633" fmla="*/ 1014726 w 7467600"/>
              <a:gd name="connsiteY633" fmla="*/ 1615556 h 6858000"/>
              <a:gd name="connsiteX634" fmla="*/ 678222 w 7467600"/>
              <a:gd name="connsiteY634" fmla="*/ 1248670 h 6858000"/>
              <a:gd name="connsiteX635" fmla="*/ 6691602 w 7467600"/>
              <a:gd name="connsiteY635" fmla="*/ 1140573 h 6858000"/>
              <a:gd name="connsiteX636" fmla="*/ 6571100 w 7467600"/>
              <a:gd name="connsiteY636" fmla="*/ 1183662 h 6858000"/>
              <a:gd name="connsiteX637" fmla="*/ 6241687 w 7467600"/>
              <a:gd name="connsiteY637" fmla="*/ 1257600 h 6858000"/>
              <a:gd name="connsiteX638" fmla="*/ 5693009 w 7467600"/>
              <a:gd name="connsiteY638" fmla="*/ 1478256 h 6858000"/>
              <a:gd name="connsiteX639" fmla="*/ 6548420 w 7467600"/>
              <a:gd name="connsiteY639" fmla="*/ 1214599 h 6858000"/>
              <a:gd name="connsiteX640" fmla="*/ 6605473 w 7467600"/>
              <a:gd name="connsiteY640" fmla="*/ 1184686 h 6858000"/>
              <a:gd name="connsiteX641" fmla="*/ 6691602 w 7467600"/>
              <a:gd name="connsiteY641" fmla="*/ 1140573 h 6858000"/>
              <a:gd name="connsiteX642" fmla="*/ 4002475 w 7467600"/>
              <a:gd name="connsiteY642" fmla="*/ 1037802 h 6858000"/>
              <a:gd name="connsiteX643" fmla="*/ 4000324 w 7467600"/>
              <a:gd name="connsiteY643" fmla="*/ 1039362 h 6858000"/>
              <a:gd name="connsiteX644" fmla="*/ 4002862 w 7467600"/>
              <a:gd name="connsiteY644" fmla="*/ 1042866 h 6858000"/>
              <a:gd name="connsiteX645" fmla="*/ 4002475 w 7467600"/>
              <a:gd name="connsiteY645" fmla="*/ 1037802 h 6858000"/>
              <a:gd name="connsiteX646" fmla="*/ 506322 w 7467600"/>
              <a:gd name="connsiteY646" fmla="*/ 1020997 h 6858000"/>
              <a:gd name="connsiteX647" fmla="*/ 533068 w 7467600"/>
              <a:gd name="connsiteY647" fmla="*/ 1029409 h 6858000"/>
              <a:gd name="connsiteX648" fmla="*/ 1232525 w 7467600"/>
              <a:gd name="connsiteY648" fmla="*/ 1804675 h 6858000"/>
              <a:gd name="connsiteX649" fmla="*/ 1388858 w 7467600"/>
              <a:gd name="connsiteY649" fmla="*/ 2368011 h 6858000"/>
              <a:gd name="connsiteX650" fmla="*/ 1384098 w 7467600"/>
              <a:gd name="connsiteY650" fmla="*/ 2378125 h 6858000"/>
              <a:gd name="connsiteX651" fmla="*/ 1425393 w 7467600"/>
              <a:gd name="connsiteY651" fmla="*/ 2589124 h 6858000"/>
              <a:gd name="connsiteX652" fmla="*/ 1424001 w 7467600"/>
              <a:gd name="connsiteY652" fmla="*/ 2597541 h 6858000"/>
              <a:gd name="connsiteX653" fmla="*/ 2152729 w 7467600"/>
              <a:gd name="connsiteY653" fmla="*/ 2864487 h 6858000"/>
              <a:gd name="connsiteX654" fmla="*/ 2020609 w 7467600"/>
              <a:gd name="connsiteY654" fmla="*/ 2539671 h 6858000"/>
              <a:gd name="connsiteX655" fmla="*/ 2018920 w 7467600"/>
              <a:gd name="connsiteY655" fmla="*/ 2536309 h 6858000"/>
              <a:gd name="connsiteX656" fmla="*/ 1342441 w 7467600"/>
              <a:gd name="connsiteY656" fmla="*/ 1173017 h 6858000"/>
              <a:gd name="connsiteX657" fmla="*/ 1367925 w 7467600"/>
              <a:gd name="connsiteY657" fmla="*/ 1135648 h 6858000"/>
              <a:gd name="connsiteX658" fmla="*/ 1771401 w 7467600"/>
              <a:gd name="connsiteY658" fmla="*/ 1806673 h 6858000"/>
              <a:gd name="connsiteX659" fmla="*/ 1972385 w 7467600"/>
              <a:gd name="connsiteY659" fmla="*/ 2198735 h 6858000"/>
              <a:gd name="connsiteX660" fmla="*/ 2040892 w 7467600"/>
              <a:gd name="connsiteY660" fmla="*/ 2405205 h 6858000"/>
              <a:gd name="connsiteX661" fmla="*/ 2131689 w 7467600"/>
              <a:gd name="connsiteY661" fmla="*/ 1936926 h 6858000"/>
              <a:gd name="connsiteX662" fmla="*/ 2454820 w 7467600"/>
              <a:gd name="connsiteY662" fmla="*/ 1248808 h 6858000"/>
              <a:gd name="connsiteX663" fmla="*/ 2492512 w 7467600"/>
              <a:gd name="connsiteY663" fmla="*/ 1302920 h 6858000"/>
              <a:gd name="connsiteX664" fmla="*/ 2081216 w 7467600"/>
              <a:gd name="connsiteY664" fmla="*/ 2527513 h 6858000"/>
              <a:gd name="connsiteX665" fmla="*/ 2081211 w 7467600"/>
              <a:gd name="connsiteY665" fmla="*/ 2528916 h 6858000"/>
              <a:gd name="connsiteX666" fmla="*/ 2199067 w 7467600"/>
              <a:gd name="connsiteY666" fmla="*/ 2884061 h 6858000"/>
              <a:gd name="connsiteX667" fmla="*/ 3192586 w 7467600"/>
              <a:gd name="connsiteY667" fmla="*/ 3411496 h 6858000"/>
              <a:gd name="connsiteX668" fmla="*/ 3182620 w 7467600"/>
              <a:gd name="connsiteY668" fmla="*/ 3483279 h 6858000"/>
              <a:gd name="connsiteX669" fmla="*/ 2435119 w 7467600"/>
              <a:gd name="connsiteY669" fmla="*/ 3080173 h 6858000"/>
              <a:gd name="connsiteX670" fmla="*/ 2410152 w 7467600"/>
              <a:gd name="connsiteY670" fmla="*/ 3063751 h 6858000"/>
              <a:gd name="connsiteX671" fmla="*/ 2408099 w 7467600"/>
              <a:gd name="connsiteY671" fmla="*/ 3064403 h 6858000"/>
              <a:gd name="connsiteX672" fmla="*/ 2407218 w 7467600"/>
              <a:gd name="connsiteY672" fmla="*/ 3070324 h 6858000"/>
              <a:gd name="connsiteX673" fmla="*/ 2380138 w 7467600"/>
              <a:gd name="connsiteY673" fmla="*/ 3099341 h 6858000"/>
              <a:gd name="connsiteX674" fmla="*/ 1765923 w 7467600"/>
              <a:gd name="connsiteY674" fmla="*/ 3581043 h 6858000"/>
              <a:gd name="connsiteX675" fmla="*/ 1702258 w 7467600"/>
              <a:gd name="connsiteY675" fmla="*/ 3612286 h 6858000"/>
              <a:gd name="connsiteX676" fmla="*/ 1538370 w 7467600"/>
              <a:gd name="connsiteY676" fmla="*/ 3811804 h 6858000"/>
              <a:gd name="connsiteX677" fmla="*/ 542867 w 7467600"/>
              <a:gd name="connsiteY677" fmla="*/ 4944092 h 6858000"/>
              <a:gd name="connsiteX678" fmla="*/ 515800 w 7467600"/>
              <a:gd name="connsiteY678" fmla="*/ 4862180 h 6858000"/>
              <a:gd name="connsiteX679" fmla="*/ 909145 w 7467600"/>
              <a:gd name="connsiteY679" fmla="*/ 4199225 h 6858000"/>
              <a:gd name="connsiteX680" fmla="*/ 1214067 w 7467600"/>
              <a:gd name="connsiteY680" fmla="*/ 3908561 h 6858000"/>
              <a:gd name="connsiteX681" fmla="*/ 640967 w 7467600"/>
              <a:gd name="connsiteY681" fmla="*/ 4105601 h 6858000"/>
              <a:gd name="connsiteX682" fmla="*/ 112563 w 7467600"/>
              <a:gd name="connsiteY682" fmla="*/ 4396952 h 6858000"/>
              <a:gd name="connsiteX683" fmla="*/ 0 w 7467600"/>
              <a:gd name="connsiteY683" fmla="*/ 4466006 h 6858000"/>
              <a:gd name="connsiteX684" fmla="*/ 0 w 7467600"/>
              <a:gd name="connsiteY684" fmla="*/ 4233763 h 6858000"/>
              <a:gd name="connsiteX685" fmla="*/ 36881 w 7467600"/>
              <a:gd name="connsiteY685" fmla="*/ 4200118 h 6858000"/>
              <a:gd name="connsiteX686" fmla="*/ 910534 w 7467600"/>
              <a:gd name="connsiteY686" fmla="*/ 3629753 h 6858000"/>
              <a:gd name="connsiteX687" fmla="*/ 1578717 w 7467600"/>
              <a:gd name="connsiteY687" fmla="*/ 3575982 h 6858000"/>
              <a:gd name="connsiteX688" fmla="*/ 2338780 w 7467600"/>
              <a:gd name="connsiteY688" fmla="*/ 3033725 h 6858000"/>
              <a:gd name="connsiteX689" fmla="*/ 1807991 w 7467600"/>
              <a:gd name="connsiteY689" fmla="*/ 2807184 h 6858000"/>
              <a:gd name="connsiteX690" fmla="*/ 1416358 w 7467600"/>
              <a:gd name="connsiteY690" fmla="*/ 3112571 h 6858000"/>
              <a:gd name="connsiteX691" fmla="*/ 939066 w 7467600"/>
              <a:gd name="connsiteY691" fmla="*/ 3378798 h 6858000"/>
              <a:gd name="connsiteX692" fmla="*/ 115099 w 7467600"/>
              <a:gd name="connsiteY692" fmla="*/ 3607650 h 6858000"/>
              <a:gd name="connsiteX693" fmla="*/ 97284 w 7467600"/>
              <a:gd name="connsiteY693" fmla="*/ 3520393 h 6858000"/>
              <a:gd name="connsiteX694" fmla="*/ 922050 w 7467600"/>
              <a:gd name="connsiteY694" fmla="*/ 3074867 h 6858000"/>
              <a:gd name="connsiteX695" fmla="*/ 1405265 w 7467600"/>
              <a:gd name="connsiteY695" fmla="*/ 3016319 h 6858000"/>
              <a:gd name="connsiteX696" fmla="*/ 1407512 w 7467600"/>
              <a:gd name="connsiteY696" fmla="*/ 3018001 h 6858000"/>
              <a:gd name="connsiteX697" fmla="*/ 1726266 w 7467600"/>
              <a:gd name="connsiteY697" fmla="*/ 2777274 h 6858000"/>
              <a:gd name="connsiteX698" fmla="*/ 625390 w 7467600"/>
              <a:gd name="connsiteY698" fmla="*/ 2514541 h 6858000"/>
              <a:gd name="connsiteX699" fmla="*/ 619799 w 7467600"/>
              <a:gd name="connsiteY699" fmla="*/ 2527180 h 6858000"/>
              <a:gd name="connsiteX700" fmla="*/ 310030 w 7467600"/>
              <a:gd name="connsiteY700" fmla="*/ 2771818 h 6858000"/>
              <a:gd name="connsiteX701" fmla="*/ 173877 w 7467600"/>
              <a:gd name="connsiteY701" fmla="*/ 2937056 h 6858000"/>
              <a:gd name="connsiteX702" fmla="*/ 77889 w 7467600"/>
              <a:gd name="connsiteY702" fmla="*/ 3138440 h 6858000"/>
              <a:gd name="connsiteX703" fmla="*/ 0 w 7467600"/>
              <a:gd name="connsiteY703" fmla="*/ 3271395 h 6858000"/>
              <a:gd name="connsiteX704" fmla="*/ 0 w 7467600"/>
              <a:gd name="connsiteY704" fmla="*/ 3153002 h 6858000"/>
              <a:gd name="connsiteX705" fmla="*/ 2386 w 7467600"/>
              <a:gd name="connsiteY705" fmla="*/ 3149203 h 6858000"/>
              <a:gd name="connsiteX706" fmla="*/ 89753 w 7467600"/>
              <a:gd name="connsiteY706" fmla="*/ 2987702 h 6858000"/>
              <a:gd name="connsiteX707" fmla="*/ 76869 w 7467600"/>
              <a:gd name="connsiteY707" fmla="*/ 3005404 h 6858000"/>
              <a:gd name="connsiteX708" fmla="*/ 32049 w 7467600"/>
              <a:gd name="connsiteY708" fmla="*/ 3065814 h 6858000"/>
              <a:gd name="connsiteX709" fmla="*/ 0 w 7467600"/>
              <a:gd name="connsiteY709" fmla="*/ 3108744 h 6858000"/>
              <a:gd name="connsiteX710" fmla="*/ 0 w 7467600"/>
              <a:gd name="connsiteY710" fmla="*/ 3058059 h 6858000"/>
              <a:gd name="connsiteX711" fmla="*/ 7610 w 7467600"/>
              <a:gd name="connsiteY711" fmla="*/ 3047889 h 6858000"/>
              <a:gd name="connsiteX712" fmla="*/ 52419 w 7467600"/>
              <a:gd name="connsiteY712" fmla="*/ 2987479 h 6858000"/>
              <a:gd name="connsiteX713" fmla="*/ 59142 w 7467600"/>
              <a:gd name="connsiteY713" fmla="*/ 2978488 h 6858000"/>
              <a:gd name="connsiteX714" fmla="*/ 0 w 7467600"/>
              <a:gd name="connsiteY714" fmla="*/ 3015334 h 6858000"/>
              <a:gd name="connsiteX715" fmla="*/ 0 w 7467600"/>
              <a:gd name="connsiteY715" fmla="*/ 2914286 h 6858000"/>
              <a:gd name="connsiteX716" fmla="*/ 36383 w 7467600"/>
              <a:gd name="connsiteY716" fmla="*/ 2901128 h 6858000"/>
              <a:gd name="connsiteX717" fmla="*/ 156329 w 7467600"/>
              <a:gd name="connsiteY717" fmla="*/ 2840533 h 6858000"/>
              <a:gd name="connsiteX718" fmla="*/ 358355 w 7467600"/>
              <a:gd name="connsiteY718" fmla="*/ 2620471 h 6858000"/>
              <a:gd name="connsiteX719" fmla="*/ 510577 w 7467600"/>
              <a:gd name="connsiteY719" fmla="*/ 2501244 h 6858000"/>
              <a:gd name="connsiteX720" fmla="*/ 211967 w 7467600"/>
              <a:gd name="connsiteY720" fmla="*/ 2479171 h 6858000"/>
              <a:gd name="connsiteX721" fmla="*/ 0 w 7467600"/>
              <a:gd name="connsiteY721" fmla="*/ 2476398 h 6858000"/>
              <a:gd name="connsiteX722" fmla="*/ 0 w 7467600"/>
              <a:gd name="connsiteY722" fmla="*/ 2389189 h 6858000"/>
              <a:gd name="connsiteX723" fmla="*/ 103062 w 7467600"/>
              <a:gd name="connsiteY723" fmla="*/ 2389518 h 6858000"/>
              <a:gd name="connsiteX724" fmla="*/ 510734 w 7467600"/>
              <a:gd name="connsiteY724" fmla="*/ 2416201 h 6858000"/>
              <a:gd name="connsiteX725" fmla="*/ 279257 w 7467600"/>
              <a:gd name="connsiteY725" fmla="*/ 2092102 h 6858000"/>
              <a:gd name="connsiteX726" fmla="*/ 65265 w 7467600"/>
              <a:gd name="connsiteY726" fmla="*/ 2006049 h 6858000"/>
              <a:gd name="connsiteX727" fmla="*/ 0 w 7467600"/>
              <a:gd name="connsiteY727" fmla="*/ 1982532 h 6858000"/>
              <a:gd name="connsiteX728" fmla="*/ 0 w 7467600"/>
              <a:gd name="connsiteY728" fmla="*/ 1912789 h 6858000"/>
              <a:gd name="connsiteX729" fmla="*/ 97460 w 7467600"/>
              <a:gd name="connsiteY729" fmla="*/ 1953725 h 6858000"/>
              <a:gd name="connsiteX730" fmla="*/ 221272 w 7467600"/>
              <a:gd name="connsiteY730" fmla="*/ 1980766 h 6858000"/>
              <a:gd name="connsiteX731" fmla="*/ 116765 w 7467600"/>
              <a:gd name="connsiteY731" fmla="*/ 1911033 h 6858000"/>
              <a:gd name="connsiteX732" fmla="*/ 16405 w 7467600"/>
              <a:gd name="connsiteY732" fmla="*/ 1803412 h 6858000"/>
              <a:gd name="connsiteX733" fmla="*/ 0 w 7467600"/>
              <a:gd name="connsiteY733" fmla="*/ 1784777 h 6858000"/>
              <a:gd name="connsiteX734" fmla="*/ 0 w 7467600"/>
              <a:gd name="connsiteY734" fmla="*/ 1740082 h 6858000"/>
              <a:gd name="connsiteX735" fmla="*/ 39394 w 7467600"/>
              <a:gd name="connsiteY735" fmla="*/ 1784856 h 6858000"/>
              <a:gd name="connsiteX736" fmla="*/ 135813 w 7467600"/>
              <a:gd name="connsiteY736" fmla="*/ 1888838 h 6858000"/>
              <a:gd name="connsiteX737" fmla="*/ 242575 w 7467600"/>
              <a:gd name="connsiteY737" fmla="*/ 1958841 h 6858000"/>
              <a:gd name="connsiteX738" fmla="*/ 82197 w 7467600"/>
              <a:gd name="connsiteY738" fmla="*/ 1754826 h 6858000"/>
              <a:gd name="connsiteX739" fmla="*/ 0 w 7467600"/>
              <a:gd name="connsiteY739" fmla="*/ 1679650 h 6858000"/>
              <a:gd name="connsiteX740" fmla="*/ 0 w 7467600"/>
              <a:gd name="connsiteY740" fmla="*/ 1602463 h 6858000"/>
              <a:gd name="connsiteX741" fmla="*/ 84689 w 7467600"/>
              <a:gd name="connsiteY741" fmla="*/ 1677442 h 6858000"/>
              <a:gd name="connsiteX742" fmla="*/ 298437 w 7467600"/>
              <a:gd name="connsiteY742" fmla="*/ 1968019 h 6858000"/>
              <a:gd name="connsiteX743" fmla="*/ 227269 w 7467600"/>
              <a:gd name="connsiteY743" fmla="*/ 1114064 h 6858000"/>
              <a:gd name="connsiteX744" fmla="*/ 248003 w 7467600"/>
              <a:gd name="connsiteY744" fmla="*/ 1089613 h 6858000"/>
              <a:gd name="connsiteX745" fmla="*/ 427020 w 7467600"/>
              <a:gd name="connsiteY745" fmla="*/ 1619803 h 6858000"/>
              <a:gd name="connsiteX746" fmla="*/ 340345 w 7467600"/>
              <a:gd name="connsiteY746" fmla="*/ 2027739 h 6858000"/>
              <a:gd name="connsiteX747" fmla="*/ 360865 w 7467600"/>
              <a:gd name="connsiteY747" fmla="*/ 2044827 h 6858000"/>
              <a:gd name="connsiteX748" fmla="*/ 560414 w 7467600"/>
              <a:gd name="connsiteY748" fmla="*/ 2421457 h 6858000"/>
              <a:gd name="connsiteX749" fmla="*/ 1359703 w 7467600"/>
              <a:gd name="connsiteY749" fmla="*/ 2578554 h 6858000"/>
              <a:gd name="connsiteX750" fmla="*/ 1359422 w 7467600"/>
              <a:gd name="connsiteY750" fmla="*/ 2577994 h 6858000"/>
              <a:gd name="connsiteX751" fmla="*/ 828701 w 7467600"/>
              <a:gd name="connsiteY751" fmla="*/ 1839520 h 6858000"/>
              <a:gd name="connsiteX752" fmla="*/ 494427 w 7467600"/>
              <a:gd name="connsiteY752" fmla="*/ 1092333 h 6858000"/>
              <a:gd name="connsiteX753" fmla="*/ 506322 w 7467600"/>
              <a:gd name="connsiteY753" fmla="*/ 1020997 h 6858000"/>
              <a:gd name="connsiteX754" fmla="*/ 4570198 w 7467600"/>
              <a:gd name="connsiteY754" fmla="*/ 978081 h 6858000"/>
              <a:gd name="connsiteX755" fmla="*/ 4523691 w 7467600"/>
              <a:gd name="connsiteY755" fmla="*/ 1127776 h 6858000"/>
              <a:gd name="connsiteX756" fmla="*/ 4509875 w 7467600"/>
              <a:gd name="connsiteY756" fmla="*/ 1167552 h 6858000"/>
              <a:gd name="connsiteX757" fmla="*/ 4478168 w 7467600"/>
              <a:gd name="connsiteY757" fmla="*/ 1260735 h 6858000"/>
              <a:gd name="connsiteX758" fmla="*/ 4409309 w 7467600"/>
              <a:gd name="connsiteY758" fmla="*/ 1666996 h 6858000"/>
              <a:gd name="connsiteX759" fmla="*/ 4370031 w 7467600"/>
              <a:gd name="connsiteY759" fmla="*/ 1955666 h 6858000"/>
              <a:gd name="connsiteX760" fmla="*/ 4570198 w 7467600"/>
              <a:gd name="connsiteY760" fmla="*/ 978081 h 6858000"/>
              <a:gd name="connsiteX761" fmla="*/ 4557898 w 7467600"/>
              <a:gd name="connsiteY761" fmla="*/ 900011 h 6858000"/>
              <a:gd name="connsiteX762" fmla="*/ 4344840 w 7467600"/>
              <a:gd name="connsiteY762" fmla="*/ 1922038 h 6858000"/>
              <a:gd name="connsiteX763" fmla="*/ 4378710 w 7467600"/>
              <a:gd name="connsiteY763" fmla="*/ 1665516 h 6858000"/>
              <a:gd name="connsiteX764" fmla="*/ 4448798 w 7467600"/>
              <a:gd name="connsiteY764" fmla="*/ 1253024 h 6858000"/>
              <a:gd name="connsiteX765" fmla="*/ 4480315 w 7467600"/>
              <a:gd name="connsiteY765" fmla="*/ 1158454 h 6858000"/>
              <a:gd name="connsiteX766" fmla="*/ 4494133 w 7467600"/>
              <a:gd name="connsiteY766" fmla="*/ 1118676 h 6858000"/>
              <a:gd name="connsiteX767" fmla="*/ 4557898 w 7467600"/>
              <a:gd name="connsiteY767" fmla="*/ 900011 h 6858000"/>
              <a:gd name="connsiteX768" fmla="*/ 5870151 w 7467600"/>
              <a:gd name="connsiteY768" fmla="*/ 898890 h 6858000"/>
              <a:gd name="connsiteX769" fmla="*/ 5861335 w 7467600"/>
              <a:gd name="connsiteY769" fmla="*/ 899177 h 6858000"/>
              <a:gd name="connsiteX770" fmla="*/ 5843702 w 7467600"/>
              <a:gd name="connsiteY770" fmla="*/ 899748 h 6858000"/>
              <a:gd name="connsiteX771" fmla="*/ 5651107 w 7467600"/>
              <a:gd name="connsiteY771" fmla="*/ 920306 h 6858000"/>
              <a:gd name="connsiteX772" fmla="*/ 5459407 w 7467600"/>
              <a:gd name="connsiteY772" fmla="*/ 940975 h 6858000"/>
              <a:gd name="connsiteX773" fmla="*/ 5374846 w 7467600"/>
              <a:gd name="connsiteY773" fmla="*/ 941988 h 6858000"/>
              <a:gd name="connsiteX774" fmla="*/ 5256105 w 7467600"/>
              <a:gd name="connsiteY774" fmla="*/ 945632 h 6858000"/>
              <a:gd name="connsiteX775" fmla="*/ 5107071 w 7467600"/>
              <a:gd name="connsiteY775" fmla="*/ 969720 h 6858000"/>
              <a:gd name="connsiteX776" fmla="*/ 4998681 w 7467600"/>
              <a:gd name="connsiteY776" fmla="*/ 988771 h 6858000"/>
              <a:gd name="connsiteX777" fmla="*/ 5870151 w 7467600"/>
              <a:gd name="connsiteY777" fmla="*/ 898890 h 6858000"/>
              <a:gd name="connsiteX778" fmla="*/ 5504425 w 7467600"/>
              <a:gd name="connsiteY778" fmla="*/ 848067 h 6858000"/>
              <a:gd name="connsiteX779" fmla="*/ 4968849 w 7467600"/>
              <a:gd name="connsiteY779" fmla="*/ 962318 h 6858000"/>
              <a:gd name="connsiteX780" fmla="*/ 5104039 w 7467600"/>
              <a:gd name="connsiteY780" fmla="*/ 940634 h 6858000"/>
              <a:gd name="connsiteX781" fmla="*/ 5256311 w 7467600"/>
              <a:gd name="connsiteY781" fmla="*/ 916490 h 6858000"/>
              <a:gd name="connsiteX782" fmla="*/ 5377381 w 7467600"/>
              <a:gd name="connsiteY782" fmla="*/ 912671 h 6858000"/>
              <a:gd name="connsiteX783" fmla="*/ 5460148 w 7467600"/>
              <a:gd name="connsiteY783" fmla="*/ 911442 h 6858000"/>
              <a:gd name="connsiteX784" fmla="*/ 5648971 w 7467600"/>
              <a:gd name="connsiteY784" fmla="*/ 891331 h 6858000"/>
              <a:gd name="connsiteX785" fmla="*/ 5844807 w 7467600"/>
              <a:gd name="connsiteY785" fmla="*/ 870718 h 6858000"/>
              <a:gd name="connsiteX786" fmla="*/ 5862975 w 7467600"/>
              <a:gd name="connsiteY786" fmla="*/ 869756 h 6858000"/>
              <a:gd name="connsiteX787" fmla="*/ 5920887 w 7467600"/>
              <a:gd name="connsiteY787" fmla="*/ 865929 h 6858000"/>
              <a:gd name="connsiteX788" fmla="*/ 5504425 w 7467600"/>
              <a:gd name="connsiteY788" fmla="*/ 848067 h 6858000"/>
              <a:gd name="connsiteX789" fmla="*/ 3607114 w 7467600"/>
              <a:gd name="connsiteY789" fmla="*/ 467441 h 6858000"/>
              <a:gd name="connsiteX790" fmla="*/ 3296242 w 7467600"/>
              <a:gd name="connsiteY790" fmla="*/ 807991 h 6858000"/>
              <a:gd name="connsiteX791" fmla="*/ 3174674 w 7467600"/>
              <a:gd name="connsiteY791" fmla="*/ 919759 h 6858000"/>
              <a:gd name="connsiteX792" fmla="*/ 3042978 w 7467600"/>
              <a:gd name="connsiteY792" fmla="*/ 1054894 h 6858000"/>
              <a:gd name="connsiteX793" fmla="*/ 2968914 w 7467600"/>
              <a:gd name="connsiteY793" fmla="*/ 1133756 h 6858000"/>
              <a:gd name="connsiteX794" fmla="*/ 3103823 w 7467600"/>
              <a:gd name="connsiteY794" fmla="*/ 1026814 h 6858000"/>
              <a:gd name="connsiteX795" fmla="*/ 3607114 w 7467600"/>
              <a:gd name="connsiteY795" fmla="*/ 467441 h 6858000"/>
              <a:gd name="connsiteX796" fmla="*/ 3744487 w 7467600"/>
              <a:gd name="connsiteY796" fmla="*/ 383136 h 6858000"/>
              <a:gd name="connsiteX797" fmla="*/ 3970213 w 7467600"/>
              <a:gd name="connsiteY797" fmla="*/ 995559 h 6858000"/>
              <a:gd name="connsiteX798" fmla="*/ 3744487 w 7467600"/>
              <a:gd name="connsiteY798" fmla="*/ 383136 h 6858000"/>
              <a:gd name="connsiteX799" fmla="*/ 3624562 w 7467600"/>
              <a:gd name="connsiteY799" fmla="*/ 367041 h 6858000"/>
              <a:gd name="connsiteX800" fmla="*/ 3489712 w 7467600"/>
              <a:gd name="connsiteY800" fmla="*/ 485386 h 6858000"/>
              <a:gd name="connsiteX801" fmla="*/ 3182994 w 7467600"/>
              <a:gd name="connsiteY801" fmla="*/ 828265 h 6858000"/>
              <a:gd name="connsiteX802" fmla="*/ 2892114 w 7467600"/>
              <a:gd name="connsiteY802" fmla="*/ 1172635 h 6858000"/>
              <a:gd name="connsiteX803" fmla="*/ 3021459 w 7467600"/>
              <a:gd name="connsiteY803" fmla="*/ 1035385 h 6858000"/>
              <a:gd name="connsiteX804" fmla="*/ 3153873 w 7467600"/>
              <a:gd name="connsiteY804" fmla="*/ 898971 h 6858000"/>
              <a:gd name="connsiteX805" fmla="*/ 3276511 w 7467600"/>
              <a:gd name="connsiteY805" fmla="*/ 786423 h 6858000"/>
              <a:gd name="connsiteX806" fmla="*/ 3584154 w 7467600"/>
              <a:gd name="connsiteY806" fmla="*/ 448218 h 6858000"/>
              <a:gd name="connsiteX807" fmla="*/ 3624562 w 7467600"/>
              <a:gd name="connsiteY807" fmla="*/ 367041 h 6858000"/>
              <a:gd name="connsiteX808" fmla="*/ 3766672 w 7467600"/>
              <a:gd name="connsiteY808" fmla="*/ 359429 h 6858000"/>
              <a:gd name="connsiteX809" fmla="*/ 3996338 w 7467600"/>
              <a:gd name="connsiteY809" fmla="*/ 968237 h 6858000"/>
              <a:gd name="connsiteX810" fmla="*/ 3766672 w 7467600"/>
              <a:gd name="connsiteY810" fmla="*/ 359429 h 6858000"/>
              <a:gd name="connsiteX811" fmla="*/ 5805386 w 7467600"/>
              <a:gd name="connsiteY811" fmla="*/ 239240 h 6858000"/>
              <a:gd name="connsiteX812" fmla="*/ 5736947 w 7467600"/>
              <a:gd name="connsiteY812" fmla="*/ 261367 h 6858000"/>
              <a:gd name="connsiteX813" fmla="*/ 5427012 w 7467600"/>
              <a:gd name="connsiteY813" fmla="*/ 311272 h 6858000"/>
              <a:gd name="connsiteX814" fmla="*/ 5147818 w 7467600"/>
              <a:gd name="connsiteY814" fmla="*/ 322112 h 6858000"/>
              <a:gd name="connsiteX815" fmla="*/ 5060854 w 7467600"/>
              <a:gd name="connsiteY815" fmla="*/ 311882 h 6858000"/>
              <a:gd name="connsiteX816" fmla="*/ 4945989 w 7467600"/>
              <a:gd name="connsiteY816" fmla="*/ 300516 h 6858000"/>
              <a:gd name="connsiteX817" fmla="*/ 5410479 w 7467600"/>
              <a:gd name="connsiteY817" fmla="*/ 348434 h 6858000"/>
              <a:gd name="connsiteX818" fmla="*/ 5805386 w 7467600"/>
              <a:gd name="connsiteY818" fmla="*/ 239240 h 6858000"/>
              <a:gd name="connsiteX819" fmla="*/ 5905192 w 7467600"/>
              <a:gd name="connsiteY819" fmla="*/ 163079 h 6858000"/>
              <a:gd name="connsiteX820" fmla="*/ 5865655 w 7467600"/>
              <a:gd name="connsiteY820" fmla="*/ 171901 h 6858000"/>
              <a:gd name="connsiteX821" fmla="*/ 5259740 w 7467600"/>
              <a:gd name="connsiteY821" fmla="*/ 257013 h 6858000"/>
              <a:gd name="connsiteX822" fmla="*/ 5208466 w 7467600"/>
              <a:gd name="connsiteY822" fmla="*/ 257550 h 6858000"/>
              <a:gd name="connsiteX823" fmla="*/ 4980204 w 7467600"/>
              <a:gd name="connsiteY823" fmla="*/ 271903 h 6858000"/>
              <a:gd name="connsiteX824" fmla="*/ 5068068 w 7467600"/>
              <a:gd name="connsiteY824" fmla="*/ 282244 h 6858000"/>
              <a:gd name="connsiteX825" fmla="*/ 5153231 w 7467600"/>
              <a:gd name="connsiteY825" fmla="*/ 292240 h 6858000"/>
              <a:gd name="connsiteX826" fmla="*/ 5426491 w 7467600"/>
              <a:gd name="connsiteY826" fmla="*/ 281128 h 6858000"/>
              <a:gd name="connsiteX827" fmla="*/ 5731212 w 7467600"/>
              <a:gd name="connsiteY827" fmla="*/ 231951 h 6858000"/>
              <a:gd name="connsiteX828" fmla="*/ 5905192 w 7467600"/>
              <a:gd name="connsiteY828" fmla="*/ 163079 h 6858000"/>
              <a:gd name="connsiteX829" fmla="*/ 5944437 w 7467600"/>
              <a:gd name="connsiteY829" fmla="*/ 113829 h 6858000"/>
              <a:gd name="connsiteX830" fmla="*/ 5825032 w 7467600"/>
              <a:gd name="connsiteY830" fmla="*/ 146405 h 6858000"/>
              <a:gd name="connsiteX831" fmla="*/ 4955599 w 7467600"/>
              <a:gd name="connsiteY831" fmla="*/ 247008 h 6858000"/>
              <a:gd name="connsiteX832" fmla="*/ 5210104 w 7467600"/>
              <a:gd name="connsiteY832" fmla="*/ 228123 h 6858000"/>
              <a:gd name="connsiteX833" fmla="*/ 5261015 w 7467600"/>
              <a:gd name="connsiteY833" fmla="*/ 227087 h 6858000"/>
              <a:gd name="connsiteX834" fmla="*/ 5861181 w 7467600"/>
              <a:gd name="connsiteY834" fmla="*/ 143093 h 6858000"/>
              <a:gd name="connsiteX835" fmla="*/ 5961252 w 7467600"/>
              <a:gd name="connsiteY835" fmla="*/ 114820 h 6858000"/>
              <a:gd name="connsiteX836" fmla="*/ 5944437 w 7467600"/>
              <a:gd name="connsiteY836" fmla="*/ 113829 h 6858000"/>
              <a:gd name="connsiteX837" fmla="*/ 3882765 w 7467600"/>
              <a:gd name="connsiteY837" fmla="*/ 0 h 6858000"/>
              <a:gd name="connsiteX838" fmla="*/ 3995099 w 7467600"/>
              <a:gd name="connsiteY838" fmla="*/ 0 h 6858000"/>
              <a:gd name="connsiteX839" fmla="*/ 4163818 w 7467600"/>
              <a:gd name="connsiteY839" fmla="*/ 234104 h 6858000"/>
              <a:gd name="connsiteX840" fmla="*/ 4172099 w 7467600"/>
              <a:gd name="connsiteY840" fmla="*/ 234207 h 6858000"/>
              <a:gd name="connsiteX841" fmla="*/ 4784282 w 7467600"/>
              <a:gd name="connsiteY841" fmla="*/ 276561 h 6858000"/>
              <a:gd name="connsiteX842" fmla="*/ 4801687 w 7467600"/>
              <a:gd name="connsiteY842" fmla="*/ 267764 h 6858000"/>
              <a:gd name="connsiteX843" fmla="*/ 6082788 w 7467600"/>
              <a:gd name="connsiteY843" fmla="*/ 64119 h 6858000"/>
              <a:gd name="connsiteX844" fmla="*/ 6099442 w 7467600"/>
              <a:gd name="connsiteY844" fmla="*/ 82568 h 6858000"/>
              <a:gd name="connsiteX845" fmla="*/ 4804137 w 7467600"/>
              <a:gd name="connsiteY845" fmla="*/ 320931 h 6858000"/>
              <a:gd name="connsiteX846" fmla="*/ 4227047 w 7467600"/>
              <a:gd name="connsiteY846" fmla="*/ 313415 h 6858000"/>
              <a:gd name="connsiteX847" fmla="*/ 4346041 w 7467600"/>
              <a:gd name="connsiteY847" fmla="*/ 456086 h 6858000"/>
              <a:gd name="connsiteX848" fmla="*/ 4870967 w 7467600"/>
              <a:gd name="connsiteY848" fmla="*/ 963061 h 6858000"/>
              <a:gd name="connsiteX849" fmla="*/ 4889647 w 7467600"/>
              <a:gd name="connsiteY849" fmla="*/ 957147 h 6858000"/>
              <a:gd name="connsiteX850" fmla="*/ 5422504 w 7467600"/>
              <a:gd name="connsiteY850" fmla="*/ 805191 h 6858000"/>
              <a:gd name="connsiteX851" fmla="*/ 6087656 w 7467600"/>
              <a:gd name="connsiteY851" fmla="*/ 826703 h 6858000"/>
              <a:gd name="connsiteX852" fmla="*/ 6058717 w 7467600"/>
              <a:gd name="connsiteY852" fmla="*/ 865992 h 6858000"/>
              <a:gd name="connsiteX853" fmla="*/ 4974153 w 7467600"/>
              <a:gd name="connsiteY853" fmla="*/ 1045456 h 6858000"/>
              <a:gd name="connsiteX854" fmla="*/ 5627835 w 7467600"/>
              <a:gd name="connsiteY854" fmla="*/ 1472077 h 6858000"/>
              <a:gd name="connsiteX855" fmla="*/ 5629817 w 7467600"/>
              <a:gd name="connsiteY855" fmla="*/ 1471412 h 6858000"/>
              <a:gd name="connsiteX856" fmla="*/ 5634124 w 7467600"/>
              <a:gd name="connsiteY856" fmla="*/ 1470572 h 6858000"/>
              <a:gd name="connsiteX857" fmla="*/ 5755832 w 7467600"/>
              <a:gd name="connsiteY857" fmla="*/ 1383886 h 6858000"/>
              <a:gd name="connsiteX858" fmla="*/ 6014186 w 7467600"/>
              <a:gd name="connsiteY858" fmla="*/ 1279799 h 6858000"/>
              <a:gd name="connsiteX859" fmla="*/ 6901619 w 7467600"/>
              <a:gd name="connsiteY859" fmla="*/ 1047874 h 6858000"/>
              <a:gd name="connsiteX860" fmla="*/ 6931566 w 7467600"/>
              <a:gd name="connsiteY860" fmla="*/ 1062034 h 6858000"/>
              <a:gd name="connsiteX861" fmla="*/ 5790982 w 7467600"/>
              <a:gd name="connsiteY861" fmla="*/ 1561380 h 6858000"/>
              <a:gd name="connsiteX862" fmla="*/ 6188971 w 7467600"/>
              <a:gd name="connsiteY862" fmla="*/ 1755168 h 6858000"/>
              <a:gd name="connsiteX863" fmla="*/ 6202446 w 7467600"/>
              <a:gd name="connsiteY863" fmla="*/ 1752268 h 6858000"/>
              <a:gd name="connsiteX864" fmla="*/ 7179560 w 7467600"/>
              <a:gd name="connsiteY864" fmla="*/ 1467551 h 6858000"/>
              <a:gd name="connsiteX865" fmla="*/ 7158730 w 7467600"/>
              <a:gd name="connsiteY865" fmla="*/ 1507835 h 6858000"/>
              <a:gd name="connsiteX866" fmla="*/ 6326959 w 7467600"/>
              <a:gd name="connsiteY866" fmla="*/ 1817686 h 6858000"/>
              <a:gd name="connsiteX867" fmla="*/ 6537433 w 7467600"/>
              <a:gd name="connsiteY867" fmla="*/ 1907790 h 6858000"/>
              <a:gd name="connsiteX868" fmla="*/ 6550221 w 7467600"/>
              <a:gd name="connsiteY868" fmla="*/ 1910729 h 6858000"/>
              <a:gd name="connsiteX869" fmla="*/ 6964438 w 7467600"/>
              <a:gd name="connsiteY869" fmla="*/ 2209505 h 6858000"/>
              <a:gd name="connsiteX870" fmla="*/ 7367862 w 7467600"/>
              <a:gd name="connsiteY870" fmla="*/ 2806833 h 6858000"/>
              <a:gd name="connsiteX871" fmla="*/ 7364329 w 7467600"/>
              <a:gd name="connsiteY871" fmla="*/ 2826907 h 6858000"/>
              <a:gd name="connsiteX872" fmla="*/ 7290545 w 7467600"/>
              <a:gd name="connsiteY872" fmla="*/ 2850663 h 6858000"/>
              <a:gd name="connsiteX873" fmla="*/ 6472036 w 7467600"/>
              <a:gd name="connsiteY873" fmla="*/ 1959003 h 6858000"/>
              <a:gd name="connsiteX874" fmla="*/ 5792897 w 7467600"/>
              <a:gd name="connsiteY874" fmla="*/ 1647747 h 6858000"/>
              <a:gd name="connsiteX875" fmla="*/ 5842751 w 7467600"/>
              <a:gd name="connsiteY875" fmla="*/ 1816112 h 6858000"/>
              <a:gd name="connsiteX876" fmla="*/ 5847424 w 7467600"/>
              <a:gd name="connsiteY876" fmla="*/ 1815776 h 6858000"/>
              <a:gd name="connsiteX877" fmla="*/ 6399821 w 7467600"/>
              <a:gd name="connsiteY877" fmla="*/ 2344799 h 6858000"/>
              <a:gd name="connsiteX878" fmla="*/ 6323232 w 7467600"/>
              <a:gd name="connsiteY878" fmla="*/ 2389634 h 6858000"/>
              <a:gd name="connsiteX879" fmla="*/ 5942958 w 7467600"/>
              <a:gd name="connsiteY879" fmla="*/ 2077708 h 6858000"/>
              <a:gd name="connsiteX880" fmla="*/ 5921559 w 7467600"/>
              <a:gd name="connsiteY880" fmla="*/ 2378596 h 6858000"/>
              <a:gd name="connsiteX881" fmla="*/ 5817651 w 7467600"/>
              <a:gd name="connsiteY881" fmla="*/ 3023919 h 6858000"/>
              <a:gd name="connsiteX882" fmla="*/ 5729634 w 7467600"/>
              <a:gd name="connsiteY882" fmla="*/ 3051849 h 6858000"/>
              <a:gd name="connsiteX883" fmla="*/ 5611018 w 7467600"/>
              <a:gd name="connsiteY883" fmla="*/ 2316769 h 6858000"/>
              <a:gd name="connsiteX884" fmla="*/ 5687608 w 7467600"/>
              <a:gd name="connsiteY884" fmla="*/ 2039972 h 6858000"/>
              <a:gd name="connsiteX885" fmla="*/ 5657554 w 7467600"/>
              <a:gd name="connsiteY885" fmla="*/ 1576445 h 6858000"/>
              <a:gd name="connsiteX886" fmla="*/ 5150475 w 7467600"/>
              <a:gd name="connsiteY886" fmla="*/ 1274012 h 6858000"/>
              <a:gd name="connsiteX887" fmla="*/ 5349142 w 7467600"/>
              <a:gd name="connsiteY887" fmla="*/ 2204405 h 6858000"/>
              <a:gd name="connsiteX888" fmla="*/ 5262214 w 7467600"/>
              <a:gd name="connsiteY888" fmla="*/ 2233836 h 6858000"/>
              <a:gd name="connsiteX889" fmla="*/ 4981539 w 7467600"/>
              <a:gd name="connsiteY889" fmla="*/ 1542201 h 6858000"/>
              <a:gd name="connsiteX890" fmla="*/ 4958461 w 7467600"/>
              <a:gd name="connsiteY890" fmla="*/ 1136957 h 6858000"/>
              <a:gd name="connsiteX891" fmla="*/ 4655015 w 7467600"/>
              <a:gd name="connsiteY891" fmla="*/ 891426 h 6858000"/>
              <a:gd name="connsiteX892" fmla="*/ 4348002 w 7467600"/>
              <a:gd name="connsiteY892" fmla="*/ 2205895 h 6858000"/>
              <a:gd name="connsiteX893" fmla="*/ 4262250 w 7467600"/>
              <a:gd name="connsiteY893" fmla="*/ 2219972 h 6858000"/>
              <a:gd name="connsiteX894" fmla="*/ 4550611 w 7467600"/>
              <a:gd name="connsiteY894" fmla="*/ 817540 h 6858000"/>
              <a:gd name="connsiteX895" fmla="*/ 4564418 w 7467600"/>
              <a:gd name="connsiteY895" fmla="*/ 808293 h 6858000"/>
              <a:gd name="connsiteX896" fmla="*/ 4266388 w 7467600"/>
              <a:gd name="connsiteY896" fmla="*/ 500083 h 6858000"/>
              <a:gd name="connsiteX897" fmla="*/ 4032842 w 7467600"/>
              <a:gd name="connsiteY897" fmla="*/ 211809 h 6858000"/>
              <a:gd name="connsiteX898" fmla="*/ 3882765 w 7467600"/>
              <a:gd name="connsiteY898" fmla="*/ 0 h 6858000"/>
              <a:gd name="connsiteX899" fmla="*/ 3721337 w 7467600"/>
              <a:gd name="connsiteY899" fmla="*/ 0 h 6858000"/>
              <a:gd name="connsiteX900" fmla="*/ 3797544 w 7467600"/>
              <a:gd name="connsiteY900" fmla="*/ 0 h 6858000"/>
              <a:gd name="connsiteX901" fmla="*/ 3775734 w 7467600"/>
              <a:gd name="connsiteY901" fmla="*/ 95131 h 6858000"/>
              <a:gd name="connsiteX902" fmla="*/ 3724807 w 7467600"/>
              <a:gd name="connsiteY902" fmla="*/ 272257 h 6858000"/>
              <a:gd name="connsiteX903" fmla="*/ 3726844 w 7467600"/>
              <a:gd name="connsiteY903" fmla="*/ 282988 h 6858000"/>
              <a:gd name="connsiteX904" fmla="*/ 3742664 w 7467600"/>
              <a:gd name="connsiteY904" fmla="*/ 279918 h 6858000"/>
              <a:gd name="connsiteX905" fmla="*/ 4103910 w 7467600"/>
              <a:gd name="connsiteY905" fmla="*/ 1161917 h 6858000"/>
              <a:gd name="connsiteX906" fmla="*/ 4020269 w 7467600"/>
              <a:gd name="connsiteY906" fmla="*/ 1200406 h 6858000"/>
              <a:gd name="connsiteX907" fmla="*/ 3674882 w 7467600"/>
              <a:gd name="connsiteY907" fmla="*/ 488524 h 6858000"/>
              <a:gd name="connsiteX908" fmla="*/ 3132682 w 7467600"/>
              <a:gd name="connsiteY908" fmla="*/ 1072284 h 6858000"/>
              <a:gd name="connsiteX909" fmla="*/ 2716346 w 7467600"/>
              <a:gd name="connsiteY909" fmla="*/ 1276376 h 6858000"/>
              <a:gd name="connsiteX910" fmla="*/ 2716772 w 7467600"/>
              <a:gd name="connsiteY910" fmla="*/ 1255462 h 6858000"/>
              <a:gd name="connsiteX911" fmla="*/ 3471096 w 7467600"/>
              <a:gd name="connsiteY911" fmla="*/ 437072 h 6858000"/>
              <a:gd name="connsiteX912" fmla="*/ 3639057 w 7467600"/>
              <a:gd name="connsiteY912" fmla="*/ 286334 h 6858000"/>
              <a:gd name="connsiteX913" fmla="*/ 3640309 w 7467600"/>
              <a:gd name="connsiteY913" fmla="*/ 284664 h 6858000"/>
              <a:gd name="connsiteX914" fmla="*/ 3646022 w 7467600"/>
              <a:gd name="connsiteY914" fmla="*/ 276711 h 6858000"/>
              <a:gd name="connsiteX915" fmla="*/ 3707943 w 7467600"/>
              <a:gd name="connsiteY915" fmla="*/ 65958 h 6858000"/>
              <a:gd name="connsiteX916" fmla="*/ 3721337 w 7467600"/>
              <a:gd name="connsiteY916" fmla="*/ 0 h 6858000"/>
              <a:gd name="connsiteX917" fmla="*/ 2867960 w 7467600"/>
              <a:gd name="connsiteY917" fmla="*/ 0 h 6858000"/>
              <a:gd name="connsiteX918" fmla="*/ 2926351 w 7467600"/>
              <a:gd name="connsiteY918" fmla="*/ 0 h 6858000"/>
              <a:gd name="connsiteX919" fmla="*/ 2902823 w 7467600"/>
              <a:gd name="connsiteY919" fmla="*/ 262929 h 6858000"/>
              <a:gd name="connsiteX920" fmla="*/ 2940663 w 7467600"/>
              <a:gd name="connsiteY920" fmla="*/ 140884 h 6858000"/>
              <a:gd name="connsiteX921" fmla="*/ 2947039 w 7467600"/>
              <a:gd name="connsiteY921" fmla="*/ 122524 h 6858000"/>
              <a:gd name="connsiteX922" fmla="*/ 2984316 w 7467600"/>
              <a:gd name="connsiteY922" fmla="*/ 0 h 6858000"/>
              <a:gd name="connsiteX923" fmla="*/ 3016114 w 7467600"/>
              <a:gd name="connsiteY923" fmla="*/ 0 h 6858000"/>
              <a:gd name="connsiteX924" fmla="*/ 2979949 w 7467600"/>
              <a:gd name="connsiteY924" fmla="*/ 119274 h 6858000"/>
              <a:gd name="connsiteX925" fmla="*/ 3023879 w 7467600"/>
              <a:gd name="connsiteY925" fmla="*/ 0 h 6858000"/>
              <a:gd name="connsiteX926" fmla="*/ 3105400 w 7467600"/>
              <a:gd name="connsiteY926" fmla="*/ 0 h 6858000"/>
              <a:gd name="connsiteX927" fmla="*/ 3094669 w 7467600"/>
              <a:gd name="connsiteY927" fmla="*/ 30308 h 6858000"/>
              <a:gd name="connsiteX928" fmla="*/ 2901945 w 7467600"/>
              <a:gd name="connsiteY928" fmla="*/ 466538 h 6858000"/>
              <a:gd name="connsiteX929" fmla="*/ 2815209 w 7467600"/>
              <a:gd name="connsiteY929" fmla="*/ 497361 h 6858000"/>
              <a:gd name="connsiteX930" fmla="*/ 2844845 w 7467600"/>
              <a:gd name="connsiteY930" fmla="*/ 127638 h 6858000"/>
              <a:gd name="connsiteX931" fmla="*/ 2867960 w 7467600"/>
              <a:gd name="connsiteY931" fmla="*/ 0 h 6858000"/>
              <a:gd name="connsiteX932" fmla="*/ 1057230 w 7467600"/>
              <a:gd name="connsiteY932" fmla="*/ 0 h 6858000"/>
              <a:gd name="connsiteX933" fmla="*/ 1111003 w 7467600"/>
              <a:gd name="connsiteY933" fmla="*/ 0 h 6858000"/>
              <a:gd name="connsiteX934" fmla="*/ 1125553 w 7467600"/>
              <a:gd name="connsiteY934" fmla="*/ 52588 h 6858000"/>
              <a:gd name="connsiteX935" fmla="*/ 1304276 w 7467600"/>
              <a:gd name="connsiteY935" fmla="*/ 476275 h 6858000"/>
              <a:gd name="connsiteX936" fmla="*/ 1492066 w 7467600"/>
              <a:gd name="connsiteY936" fmla="*/ 886333 h 6858000"/>
              <a:gd name="connsiteX937" fmla="*/ 1423698 w 7467600"/>
              <a:gd name="connsiteY937" fmla="*/ 710817 h 6858000"/>
              <a:gd name="connsiteX938" fmla="*/ 1357609 w 7467600"/>
              <a:gd name="connsiteY938" fmla="*/ 532892 h 6858000"/>
              <a:gd name="connsiteX939" fmla="*/ 1309550 w 7467600"/>
              <a:gd name="connsiteY939" fmla="*/ 374031 h 6858000"/>
              <a:gd name="connsiteX940" fmla="*/ 1193673 w 7467600"/>
              <a:gd name="connsiteY940" fmla="*/ 49533 h 6858000"/>
              <a:gd name="connsiteX941" fmla="*/ 1164391 w 7467600"/>
              <a:gd name="connsiteY941" fmla="*/ 0 h 6858000"/>
              <a:gd name="connsiteX942" fmla="*/ 1200666 w 7467600"/>
              <a:gd name="connsiteY942" fmla="*/ 0 h 6858000"/>
              <a:gd name="connsiteX943" fmla="*/ 1223408 w 7467600"/>
              <a:gd name="connsiteY943" fmla="*/ 38996 h 6858000"/>
              <a:gd name="connsiteX944" fmla="*/ 1339635 w 7467600"/>
              <a:gd name="connsiteY944" fmla="*/ 365517 h 6858000"/>
              <a:gd name="connsiteX945" fmla="*/ 1387469 w 7467600"/>
              <a:gd name="connsiteY945" fmla="*/ 523079 h 6858000"/>
              <a:gd name="connsiteX946" fmla="*/ 1452685 w 7467600"/>
              <a:gd name="connsiteY946" fmla="*/ 699806 h 6858000"/>
              <a:gd name="connsiteX947" fmla="*/ 1492092 w 7467600"/>
              <a:gd name="connsiteY947" fmla="*/ 800424 h 6858000"/>
              <a:gd name="connsiteX948" fmla="*/ 1455302 w 7467600"/>
              <a:gd name="connsiteY948" fmla="*/ 632913 h 6858000"/>
              <a:gd name="connsiteX949" fmla="*/ 1222336 w 7467600"/>
              <a:gd name="connsiteY949" fmla="*/ 9480 h 6858000"/>
              <a:gd name="connsiteX950" fmla="*/ 1214634 w 7467600"/>
              <a:gd name="connsiteY950" fmla="*/ 0 h 6858000"/>
              <a:gd name="connsiteX951" fmla="*/ 1289827 w 7467600"/>
              <a:gd name="connsiteY951" fmla="*/ 0 h 6858000"/>
              <a:gd name="connsiteX952" fmla="*/ 1321076 w 7467600"/>
              <a:gd name="connsiteY952" fmla="*/ 59722 h 6858000"/>
              <a:gd name="connsiteX953" fmla="*/ 1512579 w 7467600"/>
              <a:gd name="connsiteY953" fmla="*/ 626441 h 6858000"/>
              <a:gd name="connsiteX954" fmla="*/ 1506076 w 7467600"/>
              <a:gd name="connsiteY954" fmla="*/ 1089289 h 6858000"/>
              <a:gd name="connsiteX955" fmla="*/ 1486346 w 7467600"/>
              <a:gd name="connsiteY955" fmla="*/ 1079919 h 6858000"/>
              <a:gd name="connsiteX956" fmla="*/ 1070511 w 7467600"/>
              <a:gd name="connsiteY956" fmla="*/ 48609 h 6858000"/>
              <a:gd name="connsiteX957" fmla="*/ 1057230 w 7467600"/>
              <a:gd name="connsiteY957" fmla="*/ 0 h 6858000"/>
              <a:gd name="connsiteX958" fmla="*/ 43151 w 7467600"/>
              <a:gd name="connsiteY958" fmla="*/ 0 h 6858000"/>
              <a:gd name="connsiteX959" fmla="*/ 95283 w 7467600"/>
              <a:gd name="connsiteY959" fmla="*/ 0 h 6858000"/>
              <a:gd name="connsiteX960" fmla="*/ 300708 w 7467600"/>
              <a:gd name="connsiteY960" fmla="*/ 154571 h 6858000"/>
              <a:gd name="connsiteX961" fmla="*/ 530414 w 7467600"/>
              <a:gd name="connsiteY961" fmla="*/ 354673 h 6858000"/>
              <a:gd name="connsiteX962" fmla="*/ 333785 w 7467600"/>
              <a:gd name="connsiteY962" fmla="*/ 161564 h 6858000"/>
              <a:gd name="connsiteX963" fmla="*/ 147005 w 7467600"/>
              <a:gd name="connsiteY963" fmla="*/ 0 h 6858000"/>
              <a:gd name="connsiteX964" fmla="*/ 272509 w 7467600"/>
              <a:gd name="connsiteY964" fmla="*/ 0 h 6858000"/>
              <a:gd name="connsiteX965" fmla="*/ 326276 w 7467600"/>
              <a:gd name="connsiteY965" fmla="*/ 45847 h 6858000"/>
              <a:gd name="connsiteX966" fmla="*/ 823759 w 7467600"/>
              <a:gd name="connsiteY966" fmla="*/ 574145 h 6858000"/>
              <a:gd name="connsiteX967" fmla="*/ 811254 w 7467600"/>
              <a:gd name="connsiteY967" fmla="*/ 665546 h 6858000"/>
              <a:gd name="connsiteX968" fmla="*/ 154042 w 7467600"/>
              <a:gd name="connsiteY968" fmla="*/ 261522 h 6858000"/>
              <a:gd name="connsiteX969" fmla="*/ 13550 w 7467600"/>
              <a:gd name="connsiteY969" fmla="*/ 158423 h 6858000"/>
              <a:gd name="connsiteX970" fmla="*/ 0 w 7467600"/>
              <a:gd name="connsiteY970" fmla="*/ 146618 h 6858000"/>
              <a:gd name="connsiteX971" fmla="*/ 0 w 7467600"/>
              <a:gd name="connsiteY971" fmla="*/ 59161 h 6858000"/>
              <a:gd name="connsiteX972" fmla="*/ 45427 w 7467600"/>
              <a:gd name="connsiteY972" fmla="*/ 101078 h 6858000"/>
              <a:gd name="connsiteX973" fmla="*/ 630103 w 7467600"/>
              <a:gd name="connsiteY973" fmla="*/ 485885 h 6858000"/>
              <a:gd name="connsiteX974" fmla="*/ 532040 w 7467600"/>
              <a:gd name="connsiteY974" fmla="*/ 399359 h 6858000"/>
              <a:gd name="connsiteX975" fmla="*/ 517618 w 7467600"/>
              <a:gd name="connsiteY975" fmla="*/ 385726 h 6858000"/>
              <a:gd name="connsiteX976" fmla="*/ 285074 w 7467600"/>
              <a:gd name="connsiteY976" fmla="*/ 182755 h 6858000"/>
              <a:gd name="connsiteX977" fmla="*/ 43151 w 7467600"/>
              <a:gd name="connsiteY97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6012219 h 6858000"/>
              <a:gd name="connsiteX83" fmla="*/ 6946849 w 7467600"/>
              <a:gd name="connsiteY83" fmla="*/ 5523271 h 6858000"/>
              <a:gd name="connsiteX84" fmla="*/ 6946972 w 7467600"/>
              <a:gd name="connsiteY84" fmla="*/ 5526491 h 6858000"/>
              <a:gd name="connsiteX85" fmla="*/ 7105827 w 7467600"/>
              <a:gd name="connsiteY85" fmla="*/ 5718700 h 6858000"/>
              <a:gd name="connsiteX86" fmla="*/ 7356878 w 7467600"/>
              <a:gd name="connsiteY86" fmla="*/ 5981332 h 6858000"/>
              <a:gd name="connsiteX87" fmla="*/ 7467600 w 7467600"/>
              <a:gd name="connsiteY87" fmla="*/ 6117703 h 6858000"/>
              <a:gd name="connsiteX88" fmla="*/ 7467600 w 7467600"/>
              <a:gd name="connsiteY88" fmla="*/ 6163634 h 6858000"/>
              <a:gd name="connsiteX89" fmla="*/ 7403637 w 7467600"/>
              <a:gd name="connsiteY89" fmla="*/ 6083957 h 6858000"/>
              <a:gd name="connsiteX90" fmla="*/ 7254615 w 7467600"/>
              <a:gd name="connsiteY90" fmla="*/ 5911918 h 6858000"/>
              <a:gd name="connsiteX91" fmla="*/ 7312589 w 7467600"/>
              <a:gd name="connsiteY91" fmla="*/ 5982309 h 6858000"/>
              <a:gd name="connsiteX92" fmla="*/ 7448321 w 7467600"/>
              <a:gd name="connsiteY92" fmla="*/ 6190991 h 6858000"/>
              <a:gd name="connsiteX93" fmla="*/ 7467600 w 7467600"/>
              <a:gd name="connsiteY93" fmla="*/ 6221686 h 6858000"/>
              <a:gd name="connsiteX94" fmla="*/ 7467600 w 7467600"/>
              <a:gd name="connsiteY94" fmla="*/ 6334256 h 6858000"/>
              <a:gd name="connsiteX95" fmla="*/ 7454976 w 7467600"/>
              <a:gd name="connsiteY95" fmla="*/ 6318297 h 6858000"/>
              <a:gd name="connsiteX96" fmla="*/ 7042773 w 7467600"/>
              <a:gd name="connsiteY96" fmla="*/ 5734011 h 6858000"/>
              <a:gd name="connsiteX97" fmla="*/ 6844835 w 7467600"/>
              <a:gd name="connsiteY97" fmla="*/ 5424988 h 6858000"/>
              <a:gd name="connsiteX98" fmla="*/ 1456157 w 7467600"/>
              <a:gd name="connsiteY98" fmla="*/ 5371404 h 6858000"/>
              <a:gd name="connsiteX99" fmla="*/ 1244432 w 7467600"/>
              <a:gd name="connsiteY99" fmla="*/ 5385601 h 6858000"/>
              <a:gd name="connsiteX100" fmla="*/ 973990 w 7467600"/>
              <a:gd name="connsiteY100" fmla="*/ 5424940 h 6858000"/>
              <a:gd name="connsiteX101" fmla="*/ 1103809 w 7467600"/>
              <a:gd name="connsiteY101" fmla="*/ 5433720 h 6858000"/>
              <a:gd name="connsiteX102" fmla="*/ 1123454 w 7467600"/>
              <a:gd name="connsiteY102" fmla="*/ 5435727 h 6858000"/>
              <a:gd name="connsiteX103" fmla="*/ 1737017 w 7467600"/>
              <a:gd name="connsiteY103" fmla="*/ 5452183 h 6858000"/>
              <a:gd name="connsiteX104" fmla="*/ 1824397 w 7467600"/>
              <a:gd name="connsiteY104" fmla="*/ 5447757 h 6858000"/>
              <a:gd name="connsiteX105" fmla="*/ 2070059 w 7467600"/>
              <a:gd name="connsiteY105" fmla="*/ 5441660 h 6858000"/>
              <a:gd name="connsiteX106" fmla="*/ 1456157 w 7467600"/>
              <a:gd name="connsiteY106" fmla="*/ 5371404 h 6858000"/>
              <a:gd name="connsiteX107" fmla="*/ 4988186 w 7467600"/>
              <a:gd name="connsiteY107" fmla="*/ 5216467 h 6858000"/>
              <a:gd name="connsiteX108" fmla="*/ 4777334 w 7467600"/>
              <a:gd name="connsiteY108" fmla="*/ 5406072 h 6858000"/>
              <a:gd name="connsiteX109" fmla="*/ 4718341 w 7467600"/>
              <a:gd name="connsiteY109" fmla="*/ 5468043 h 6858000"/>
              <a:gd name="connsiteX110" fmla="*/ 4604655 w 7467600"/>
              <a:gd name="connsiteY110" fmla="*/ 5583434 h 6858000"/>
              <a:gd name="connsiteX111" fmla="*/ 4565074 w 7467600"/>
              <a:gd name="connsiteY111" fmla="*/ 5618550 h 6858000"/>
              <a:gd name="connsiteX112" fmla="*/ 4988186 w 7467600"/>
              <a:gd name="connsiteY112" fmla="*/ 5216467 h 6858000"/>
              <a:gd name="connsiteX113" fmla="*/ 4978032 w 7467600"/>
              <a:gd name="connsiteY113" fmla="*/ 5183809 h 6858000"/>
              <a:gd name="connsiteX114" fmla="*/ 4463413 w 7467600"/>
              <a:gd name="connsiteY114" fmla="*/ 5615162 h 6858000"/>
              <a:gd name="connsiteX115" fmla="*/ 4358134 w 7467600"/>
              <a:gd name="connsiteY115" fmla="*/ 5742791 h 6858000"/>
              <a:gd name="connsiteX116" fmla="*/ 4376219 w 7467600"/>
              <a:gd name="connsiteY116" fmla="*/ 5729027 h 6858000"/>
              <a:gd name="connsiteX117" fmla="*/ 4582340 w 7467600"/>
              <a:gd name="connsiteY117" fmla="*/ 5561037 h 6858000"/>
              <a:gd name="connsiteX118" fmla="*/ 4694684 w 7467600"/>
              <a:gd name="connsiteY118" fmla="*/ 5447098 h 6858000"/>
              <a:gd name="connsiteX119" fmla="*/ 4754123 w 7467600"/>
              <a:gd name="connsiteY119" fmla="*/ 5384643 h 6858000"/>
              <a:gd name="connsiteX120" fmla="*/ 4978032 w 7467600"/>
              <a:gd name="connsiteY120" fmla="*/ 5183809 h 6858000"/>
              <a:gd name="connsiteX121" fmla="*/ 1903353 w 7467600"/>
              <a:gd name="connsiteY121" fmla="*/ 5044827 h 6858000"/>
              <a:gd name="connsiteX122" fmla="*/ 1936931 w 7467600"/>
              <a:gd name="connsiteY122" fmla="*/ 5093954 h 6858000"/>
              <a:gd name="connsiteX123" fmla="*/ 2195868 w 7467600"/>
              <a:gd name="connsiteY123" fmla="*/ 5396574 h 6858000"/>
              <a:gd name="connsiteX124" fmla="*/ 2088852 w 7467600"/>
              <a:gd name="connsiteY124" fmla="*/ 5166123 h 6858000"/>
              <a:gd name="connsiteX125" fmla="*/ 1958241 w 7467600"/>
              <a:gd name="connsiteY125" fmla="*/ 5067955 h 6858000"/>
              <a:gd name="connsiteX126" fmla="*/ 1903353 w 7467600"/>
              <a:gd name="connsiteY126" fmla="*/ 5044827 h 6858000"/>
              <a:gd name="connsiteX127" fmla="*/ 1979378 w 7467600"/>
              <a:gd name="connsiteY127" fmla="*/ 4769504 h 6858000"/>
              <a:gd name="connsiteX128" fmla="*/ 2882120 w 7467600"/>
              <a:gd name="connsiteY128" fmla="*/ 5064547 h 6858000"/>
              <a:gd name="connsiteX129" fmla="*/ 2793103 w 7467600"/>
              <a:gd name="connsiteY129" fmla="*/ 5039699 h 6858000"/>
              <a:gd name="connsiteX130" fmla="*/ 2770041 w 7467600"/>
              <a:gd name="connsiteY130" fmla="*/ 5033634 h 6858000"/>
              <a:gd name="connsiteX131" fmla="*/ 1979378 w 7467600"/>
              <a:gd name="connsiteY131" fmla="*/ 4769504 h 6858000"/>
              <a:gd name="connsiteX132" fmla="*/ 1927410 w 7467600"/>
              <a:gd name="connsiteY132" fmla="*/ 4716164 h 6858000"/>
              <a:gd name="connsiteX133" fmla="*/ 1959587 w 7467600"/>
              <a:gd name="connsiteY133" fmla="*/ 4728849 h 6858000"/>
              <a:gd name="connsiteX134" fmla="*/ 2777707 w 7467600"/>
              <a:gd name="connsiteY134" fmla="*/ 5003991 h 6858000"/>
              <a:gd name="connsiteX135" fmla="*/ 2800768 w 7467600"/>
              <a:gd name="connsiteY135" fmla="*/ 5010056 h 6858000"/>
              <a:gd name="connsiteX136" fmla="*/ 2879408 w 7467600"/>
              <a:gd name="connsiteY136" fmla="*/ 5031590 h 6858000"/>
              <a:gd name="connsiteX137" fmla="*/ 2862295 w 7467600"/>
              <a:gd name="connsiteY137" fmla="*/ 5022958 h 6858000"/>
              <a:gd name="connsiteX138" fmla="*/ 2813343 w 7467600"/>
              <a:gd name="connsiteY138" fmla="*/ 4998369 h 6858000"/>
              <a:gd name="connsiteX139" fmla="*/ 2646245 w 7467600"/>
              <a:gd name="connsiteY139" fmla="*/ 4930999 h 6858000"/>
              <a:gd name="connsiteX140" fmla="*/ 1999243 w 7467600"/>
              <a:gd name="connsiteY140" fmla="*/ 4730524 h 6858000"/>
              <a:gd name="connsiteX141" fmla="*/ 1979527 w 7467600"/>
              <a:gd name="connsiteY141" fmla="*/ 4726651 h 6858000"/>
              <a:gd name="connsiteX142" fmla="*/ 1927410 w 7467600"/>
              <a:gd name="connsiteY142" fmla="*/ 4716164 h 6858000"/>
              <a:gd name="connsiteX143" fmla="*/ 1997014 w 7467600"/>
              <a:gd name="connsiteY143" fmla="*/ 4698007 h 6858000"/>
              <a:gd name="connsiteX144" fmla="*/ 2005458 w 7467600"/>
              <a:gd name="connsiteY144" fmla="*/ 4699540 h 6858000"/>
              <a:gd name="connsiteX145" fmla="*/ 2657186 w 7467600"/>
              <a:gd name="connsiteY145" fmla="*/ 4901687 h 6858000"/>
              <a:gd name="connsiteX146" fmla="*/ 2826662 w 7467600"/>
              <a:gd name="connsiteY146" fmla="*/ 4970362 h 6858000"/>
              <a:gd name="connsiteX147" fmla="*/ 2876100 w 7467600"/>
              <a:gd name="connsiteY147" fmla="*/ 4995397 h 6858000"/>
              <a:gd name="connsiteX148" fmla="*/ 3042600 w 7467600"/>
              <a:gd name="connsiteY148" fmla="*/ 5059532 h 6858000"/>
              <a:gd name="connsiteX149" fmla="*/ 1997014 w 7467600"/>
              <a:gd name="connsiteY149" fmla="*/ 4698007 h 6858000"/>
              <a:gd name="connsiteX150" fmla="*/ 2305292 w 7467600"/>
              <a:gd name="connsiteY150" fmla="*/ 4219492 h 6858000"/>
              <a:gd name="connsiteX151" fmla="*/ 3360922 w 7467600"/>
              <a:gd name="connsiteY151" fmla="*/ 4529373 h 6858000"/>
              <a:gd name="connsiteX152" fmla="*/ 3492420 w 7467600"/>
              <a:gd name="connsiteY152" fmla="*/ 4510145 h 6858000"/>
              <a:gd name="connsiteX153" fmla="*/ 3364086 w 7467600"/>
              <a:gd name="connsiteY153" fmla="*/ 4480340 h 6858000"/>
              <a:gd name="connsiteX154" fmla="*/ 3225818 w 7467600"/>
              <a:gd name="connsiteY154" fmla="*/ 4411822 h 6858000"/>
              <a:gd name="connsiteX155" fmla="*/ 3129696 w 7467600"/>
              <a:gd name="connsiteY155" fmla="*/ 4360704 h 6858000"/>
              <a:gd name="connsiteX156" fmla="*/ 2814545 w 7467600"/>
              <a:gd name="connsiteY156" fmla="*/ 4282955 h 6858000"/>
              <a:gd name="connsiteX157" fmla="*/ 2305292 w 7467600"/>
              <a:gd name="connsiteY157" fmla="*/ 4219492 h 6858000"/>
              <a:gd name="connsiteX158" fmla="*/ 2626982 w 7467600"/>
              <a:gd name="connsiteY158" fmla="*/ 4206450 h 6858000"/>
              <a:gd name="connsiteX159" fmla="*/ 2490617 w 7467600"/>
              <a:gd name="connsiteY159" fmla="*/ 4206951 h 6858000"/>
              <a:gd name="connsiteX160" fmla="*/ 2819869 w 7467600"/>
              <a:gd name="connsiteY160" fmla="*/ 4252936 h 6858000"/>
              <a:gd name="connsiteX161" fmla="*/ 3143018 w 7467600"/>
              <a:gd name="connsiteY161" fmla="*/ 4332698 h 6858000"/>
              <a:gd name="connsiteX162" fmla="*/ 3241520 w 7467600"/>
              <a:gd name="connsiteY162" fmla="*/ 4385112 h 6858000"/>
              <a:gd name="connsiteX163" fmla="*/ 3374575 w 7467600"/>
              <a:gd name="connsiteY163" fmla="*/ 4451517 h 6858000"/>
              <a:gd name="connsiteX164" fmla="*/ 3505221 w 7467600"/>
              <a:gd name="connsiteY164" fmla="*/ 4480757 h 6858000"/>
              <a:gd name="connsiteX165" fmla="*/ 2626982 w 7467600"/>
              <a:gd name="connsiteY165" fmla="*/ 4206450 h 6858000"/>
              <a:gd name="connsiteX166" fmla="*/ 1310106 w 7467600"/>
              <a:gd name="connsiteY166" fmla="*/ 3943217 h 6858000"/>
              <a:gd name="connsiteX167" fmla="*/ 854994 w 7467600"/>
              <a:gd name="connsiteY167" fmla="*/ 4399136 h 6858000"/>
              <a:gd name="connsiteX168" fmla="*/ 742462 w 7467600"/>
              <a:gd name="connsiteY168" fmla="*/ 4594648 h 6858000"/>
              <a:gd name="connsiteX169" fmla="*/ 820602 w 7467600"/>
              <a:gd name="connsiteY169" fmla="*/ 4485915 h 6858000"/>
              <a:gd name="connsiteX170" fmla="*/ 878295 w 7467600"/>
              <a:gd name="connsiteY170" fmla="*/ 4403594 h 6858000"/>
              <a:gd name="connsiteX171" fmla="*/ 1240607 w 7467600"/>
              <a:gd name="connsiteY171" fmla="*/ 4010401 h 6858000"/>
              <a:gd name="connsiteX172" fmla="*/ 1310106 w 7467600"/>
              <a:gd name="connsiteY172" fmla="*/ 3943217 h 6858000"/>
              <a:gd name="connsiteX173" fmla="*/ 1423113 w 7467600"/>
              <a:gd name="connsiteY173" fmla="*/ 3874565 h 6858000"/>
              <a:gd name="connsiteX174" fmla="*/ 1260565 w 7467600"/>
              <a:gd name="connsiteY174" fmla="*/ 4031982 h 6858000"/>
              <a:gd name="connsiteX175" fmla="*/ 901900 w 7467600"/>
              <a:gd name="connsiteY175" fmla="*/ 4421236 h 6858000"/>
              <a:gd name="connsiteX176" fmla="*/ 845044 w 7467600"/>
              <a:gd name="connsiteY176" fmla="*/ 4502436 h 6858000"/>
              <a:gd name="connsiteX177" fmla="*/ 685926 w 7467600"/>
              <a:gd name="connsiteY177" fmla="*/ 4703069 h 6858000"/>
              <a:gd name="connsiteX178" fmla="*/ 684248 w 7467600"/>
              <a:gd name="connsiteY178" fmla="*/ 4706721 h 6858000"/>
              <a:gd name="connsiteX179" fmla="*/ 1423113 w 7467600"/>
              <a:gd name="connsiteY179" fmla="*/ 3874565 h 6858000"/>
              <a:gd name="connsiteX180" fmla="*/ 3316479 w 7467600"/>
              <a:gd name="connsiteY180" fmla="*/ 3872136 h 6858000"/>
              <a:gd name="connsiteX181" fmla="*/ 3546806 w 7467600"/>
              <a:gd name="connsiteY181" fmla="*/ 4356139 h 6858000"/>
              <a:gd name="connsiteX182" fmla="*/ 3364433 w 7467600"/>
              <a:gd name="connsiteY182" fmla="*/ 3953121 h 6858000"/>
              <a:gd name="connsiteX183" fmla="*/ 3316479 w 7467600"/>
              <a:gd name="connsiteY183" fmla="*/ 3872136 h 6858000"/>
              <a:gd name="connsiteX184" fmla="*/ 3291335 w 7467600"/>
              <a:gd name="connsiteY184" fmla="*/ 3767420 h 6858000"/>
              <a:gd name="connsiteX185" fmla="*/ 3390805 w 7467600"/>
              <a:gd name="connsiteY185" fmla="*/ 3937163 h 6858000"/>
              <a:gd name="connsiteX186" fmla="*/ 3579062 w 7467600"/>
              <a:gd name="connsiteY186" fmla="*/ 4359040 h 6858000"/>
              <a:gd name="connsiteX187" fmla="*/ 3467355 w 7467600"/>
              <a:gd name="connsiteY187" fmla="*/ 3988130 h 6858000"/>
              <a:gd name="connsiteX188" fmla="*/ 3310753 w 7467600"/>
              <a:gd name="connsiteY188" fmla="*/ 3787140 h 6858000"/>
              <a:gd name="connsiteX189" fmla="*/ 3291335 w 7467600"/>
              <a:gd name="connsiteY189" fmla="*/ 3767420 h 6858000"/>
              <a:gd name="connsiteX190" fmla="*/ 1635889 w 7467600"/>
              <a:gd name="connsiteY190" fmla="*/ 3709494 h 6858000"/>
              <a:gd name="connsiteX191" fmla="*/ 1634800 w 7467600"/>
              <a:gd name="connsiteY191" fmla="*/ 3731111 h 6858000"/>
              <a:gd name="connsiteX192" fmla="*/ 1635889 w 7467600"/>
              <a:gd name="connsiteY192" fmla="*/ 3709494 h 6858000"/>
              <a:gd name="connsiteX193" fmla="*/ 1510397 w 7467600"/>
              <a:gd name="connsiteY193" fmla="*/ 3684705 h 6858000"/>
              <a:gd name="connsiteX194" fmla="*/ 1146550 w 7467600"/>
              <a:gd name="connsiteY194" fmla="*/ 3802012 h 6858000"/>
              <a:gd name="connsiteX195" fmla="*/ 698834 w 7467600"/>
              <a:gd name="connsiteY195" fmla="*/ 3952272 h 6858000"/>
              <a:gd name="connsiteX196" fmla="*/ 34256 w 7467600"/>
              <a:gd name="connsiteY196" fmla="*/ 4347603 h 6858000"/>
              <a:gd name="connsiteX197" fmla="*/ 527241 w 7467600"/>
              <a:gd name="connsiteY197" fmla="*/ 4065078 h 6858000"/>
              <a:gd name="connsiteX198" fmla="*/ 1510397 w 7467600"/>
              <a:gd name="connsiteY198" fmla="*/ 3684705 h 6858000"/>
              <a:gd name="connsiteX199" fmla="*/ 1313114 w 7467600"/>
              <a:gd name="connsiteY199" fmla="*/ 3655216 h 6858000"/>
              <a:gd name="connsiteX200" fmla="*/ 1109304 w 7467600"/>
              <a:gd name="connsiteY200" fmla="*/ 3669030 h 6858000"/>
              <a:gd name="connsiteX201" fmla="*/ 8129 w 7467600"/>
              <a:gd name="connsiteY201" fmla="*/ 4330519 h 6858000"/>
              <a:gd name="connsiteX202" fmla="*/ 687572 w 7467600"/>
              <a:gd name="connsiteY202" fmla="*/ 3925629 h 6858000"/>
              <a:gd name="connsiteX203" fmla="*/ 1138365 w 7467600"/>
              <a:gd name="connsiteY203" fmla="*/ 3774515 h 6858000"/>
              <a:gd name="connsiteX204" fmla="*/ 1505579 w 7467600"/>
              <a:gd name="connsiteY204" fmla="*/ 3655526 h 6858000"/>
              <a:gd name="connsiteX205" fmla="*/ 1313114 w 7467600"/>
              <a:gd name="connsiteY205" fmla="*/ 3655216 h 6858000"/>
              <a:gd name="connsiteX206" fmla="*/ 3655073 w 7467600"/>
              <a:gd name="connsiteY206" fmla="*/ 3650884 h 6858000"/>
              <a:gd name="connsiteX207" fmla="*/ 3989938 w 7467600"/>
              <a:gd name="connsiteY207" fmla="*/ 3991685 h 6858000"/>
              <a:gd name="connsiteX208" fmla="*/ 4393907 w 7467600"/>
              <a:gd name="connsiteY208" fmla="*/ 4261258 h 6858000"/>
              <a:gd name="connsiteX209" fmla="*/ 4648051 w 7467600"/>
              <a:gd name="connsiteY209" fmla="*/ 4374051 h 6858000"/>
              <a:gd name="connsiteX210" fmla="*/ 4383389 w 7467600"/>
              <a:gd name="connsiteY210" fmla="*/ 4184369 h 6858000"/>
              <a:gd name="connsiteX211" fmla="*/ 4165508 w 7467600"/>
              <a:gd name="connsiteY211" fmla="*/ 4035196 h 6858000"/>
              <a:gd name="connsiteX212" fmla="*/ 4068162 w 7467600"/>
              <a:gd name="connsiteY212" fmla="*/ 3953394 h 6858000"/>
              <a:gd name="connsiteX213" fmla="*/ 3981416 w 7467600"/>
              <a:gd name="connsiteY213" fmla="*/ 3880482 h 6858000"/>
              <a:gd name="connsiteX214" fmla="*/ 3800147 w 7467600"/>
              <a:gd name="connsiteY214" fmla="*/ 3749872 h 6858000"/>
              <a:gd name="connsiteX215" fmla="*/ 3655073 w 7467600"/>
              <a:gd name="connsiteY215" fmla="*/ 3650884 h 6858000"/>
              <a:gd name="connsiteX216" fmla="*/ 3670252 w 7467600"/>
              <a:gd name="connsiteY216" fmla="*/ 3622798 h 6858000"/>
              <a:gd name="connsiteX217" fmla="*/ 3817258 w 7467600"/>
              <a:gd name="connsiteY217" fmla="*/ 3723577 h 6858000"/>
              <a:gd name="connsiteX218" fmla="*/ 4000461 w 7467600"/>
              <a:gd name="connsiteY218" fmla="*/ 3855966 h 6858000"/>
              <a:gd name="connsiteX219" fmla="*/ 4088180 w 7467600"/>
              <a:gd name="connsiteY219" fmla="*/ 3929774 h 6858000"/>
              <a:gd name="connsiteX220" fmla="*/ 4184555 w 7467600"/>
              <a:gd name="connsiteY220" fmla="*/ 4010683 h 6858000"/>
              <a:gd name="connsiteX221" fmla="*/ 4399563 w 7467600"/>
              <a:gd name="connsiteY221" fmla="*/ 4158106 h 6858000"/>
              <a:gd name="connsiteX222" fmla="*/ 4684469 w 7467600"/>
              <a:gd name="connsiteY222" fmla="*/ 4364680 h 6858000"/>
              <a:gd name="connsiteX223" fmla="*/ 4690271 w 7467600"/>
              <a:gd name="connsiteY223" fmla="*/ 4370034 h 6858000"/>
              <a:gd name="connsiteX224" fmla="*/ 4136093 w 7467600"/>
              <a:gd name="connsiteY224" fmla="*/ 3858466 h 6858000"/>
              <a:gd name="connsiteX225" fmla="*/ 3670252 w 7467600"/>
              <a:gd name="connsiteY225" fmla="*/ 3622798 h 6858000"/>
              <a:gd name="connsiteX226" fmla="*/ 4440129 w 7467600"/>
              <a:gd name="connsiteY226" fmla="*/ 3448571 h 6858000"/>
              <a:gd name="connsiteX227" fmla="*/ 4856525 w 7467600"/>
              <a:gd name="connsiteY227" fmla="*/ 3915351 h 6858000"/>
              <a:gd name="connsiteX228" fmla="*/ 5059055 w 7467600"/>
              <a:gd name="connsiteY228" fmla="*/ 4108918 h 6858000"/>
              <a:gd name="connsiteX229" fmla="*/ 5290070 w 7467600"/>
              <a:gd name="connsiteY229" fmla="*/ 4263619 h 6858000"/>
              <a:gd name="connsiteX230" fmla="*/ 4834991 w 7467600"/>
              <a:gd name="connsiteY230" fmla="*/ 3830985 h 6858000"/>
              <a:gd name="connsiteX231" fmla="*/ 4440129 w 7467600"/>
              <a:gd name="connsiteY231" fmla="*/ 3448571 h 6858000"/>
              <a:gd name="connsiteX232" fmla="*/ 4441737 w 7467600"/>
              <a:gd name="connsiteY232" fmla="*/ 3399734 h 6858000"/>
              <a:gd name="connsiteX233" fmla="*/ 4431236 w 7467600"/>
              <a:gd name="connsiteY233" fmla="*/ 3400954 h 6858000"/>
              <a:gd name="connsiteX234" fmla="*/ 4557150 w 7467600"/>
              <a:gd name="connsiteY234" fmla="*/ 3510023 h 6858000"/>
              <a:gd name="connsiteX235" fmla="*/ 4856936 w 7467600"/>
              <a:gd name="connsiteY235" fmla="*/ 3809146 h 6858000"/>
              <a:gd name="connsiteX236" fmla="*/ 5111996 w 7467600"/>
              <a:gd name="connsiteY236" fmla="*/ 4065759 h 6858000"/>
              <a:gd name="connsiteX237" fmla="*/ 5388878 w 7467600"/>
              <a:gd name="connsiteY237" fmla="*/ 4300185 h 6858000"/>
              <a:gd name="connsiteX238" fmla="*/ 5425556 w 7467600"/>
              <a:gd name="connsiteY238" fmla="*/ 4308967 h 6858000"/>
              <a:gd name="connsiteX239" fmla="*/ 4943646 w 7467600"/>
              <a:gd name="connsiteY239" fmla="*/ 3822916 h 6858000"/>
              <a:gd name="connsiteX240" fmla="*/ 4594837 w 7467600"/>
              <a:gd name="connsiteY240" fmla="*/ 3532274 h 6858000"/>
              <a:gd name="connsiteX241" fmla="*/ 4441737 w 7467600"/>
              <a:gd name="connsiteY241" fmla="*/ 3399734 h 6858000"/>
              <a:gd name="connsiteX242" fmla="*/ 5425834 w 7467600"/>
              <a:gd name="connsiteY242" fmla="*/ 3162785 h 6858000"/>
              <a:gd name="connsiteX243" fmla="*/ 5401644 w 7467600"/>
              <a:gd name="connsiteY243" fmla="*/ 3617847 h 6858000"/>
              <a:gd name="connsiteX244" fmla="*/ 5467256 w 7467600"/>
              <a:gd name="connsiteY244" fmla="*/ 4175494 h 6858000"/>
              <a:gd name="connsiteX245" fmla="*/ 5448069 w 7467600"/>
              <a:gd name="connsiteY245" fmla="*/ 3567554 h 6858000"/>
              <a:gd name="connsiteX246" fmla="*/ 5425834 w 7467600"/>
              <a:gd name="connsiteY246" fmla="*/ 3162785 h 6858000"/>
              <a:gd name="connsiteX247" fmla="*/ 1318687 w 7467600"/>
              <a:gd name="connsiteY247" fmla="*/ 3113840 h 6858000"/>
              <a:gd name="connsiteX248" fmla="*/ 1066793 w 7467600"/>
              <a:gd name="connsiteY248" fmla="*/ 3212171 h 6858000"/>
              <a:gd name="connsiteX249" fmla="*/ 993319 w 7467600"/>
              <a:gd name="connsiteY249" fmla="*/ 3247648 h 6858000"/>
              <a:gd name="connsiteX250" fmla="*/ 853081 w 7467600"/>
              <a:gd name="connsiteY250" fmla="*/ 3312410 h 6858000"/>
              <a:gd name="connsiteX251" fmla="*/ 805957 w 7467600"/>
              <a:gd name="connsiteY251" fmla="*/ 3330443 h 6858000"/>
              <a:gd name="connsiteX252" fmla="*/ 1318687 w 7467600"/>
              <a:gd name="connsiteY252" fmla="*/ 3113840 h 6858000"/>
              <a:gd name="connsiteX253" fmla="*/ 5453702 w 7467600"/>
              <a:gd name="connsiteY253" fmla="*/ 3090882 h 6858000"/>
              <a:gd name="connsiteX254" fmla="*/ 5480135 w 7467600"/>
              <a:gd name="connsiteY254" fmla="*/ 3565802 h 6858000"/>
              <a:gd name="connsiteX255" fmla="*/ 5499023 w 7467600"/>
              <a:gd name="connsiteY255" fmla="*/ 4166310 h 6858000"/>
              <a:gd name="connsiteX256" fmla="*/ 5547022 w 7467600"/>
              <a:gd name="connsiteY256" fmla="*/ 3607838 h 6858000"/>
              <a:gd name="connsiteX257" fmla="*/ 5515964 w 7467600"/>
              <a:gd name="connsiteY257" fmla="*/ 3378541 h 6858000"/>
              <a:gd name="connsiteX258" fmla="*/ 5453702 w 7467600"/>
              <a:gd name="connsiteY258" fmla="*/ 3090882 h 6858000"/>
              <a:gd name="connsiteX259" fmla="*/ 1238695 w 7467600"/>
              <a:gd name="connsiteY259" fmla="*/ 3076820 h 6858000"/>
              <a:gd name="connsiteX260" fmla="*/ 716371 w 7467600"/>
              <a:gd name="connsiteY260" fmla="*/ 3293249 h 6858000"/>
              <a:gd name="connsiteX261" fmla="*/ 579522 w 7467600"/>
              <a:gd name="connsiteY261" fmla="*/ 3371759 h 6858000"/>
              <a:gd name="connsiteX262" fmla="*/ 600288 w 7467600"/>
              <a:gd name="connsiteY262" fmla="*/ 3365555 h 6858000"/>
              <a:gd name="connsiteX263" fmla="*/ 840692 w 7467600"/>
              <a:gd name="connsiteY263" fmla="*/ 3284921 h 6858000"/>
              <a:gd name="connsiteX264" fmla="*/ 979248 w 7467600"/>
              <a:gd name="connsiteY264" fmla="*/ 3221003 h 6858000"/>
              <a:gd name="connsiteX265" fmla="*/ 1053282 w 7467600"/>
              <a:gd name="connsiteY265" fmla="*/ 3185247 h 6858000"/>
              <a:gd name="connsiteX266" fmla="*/ 1320603 w 7467600"/>
              <a:gd name="connsiteY266" fmla="*/ 3081281 h 6858000"/>
              <a:gd name="connsiteX267" fmla="*/ 1238695 w 7467600"/>
              <a:gd name="connsiteY267" fmla="*/ 3076820 h 6858000"/>
              <a:gd name="connsiteX268" fmla="*/ 5425627 w 7467600"/>
              <a:gd name="connsiteY268" fmla="*/ 2954192 h 6858000"/>
              <a:gd name="connsiteX269" fmla="*/ 5470770 w 7467600"/>
              <a:gd name="connsiteY269" fmla="*/ 3005435 h 6858000"/>
              <a:gd name="connsiteX270" fmla="*/ 5519779 w 7467600"/>
              <a:gd name="connsiteY270" fmla="*/ 4359223 h 6858000"/>
              <a:gd name="connsiteX271" fmla="*/ 5520293 w 7467600"/>
              <a:gd name="connsiteY271" fmla="*/ 4360602 h 6858000"/>
              <a:gd name="connsiteX272" fmla="*/ 5767221 w 7467600"/>
              <a:gd name="connsiteY272" fmla="*/ 4665564 h 6858000"/>
              <a:gd name="connsiteX273" fmla="*/ 6937169 w 7467600"/>
              <a:gd name="connsiteY273" fmla="*/ 4815941 h 6858000"/>
              <a:gd name="connsiteX274" fmla="*/ 6953922 w 7467600"/>
              <a:gd name="connsiteY274" fmla="*/ 4890068 h 6858000"/>
              <a:gd name="connsiteX275" fmla="*/ 6071359 w 7467600"/>
              <a:gd name="connsiteY275" fmla="*/ 4770770 h 6858000"/>
              <a:gd name="connsiteX276" fmla="*/ 6038839 w 7467600"/>
              <a:gd name="connsiteY276" fmla="*/ 4764474 h 6858000"/>
              <a:gd name="connsiteX277" fmla="*/ 6038706 w 7467600"/>
              <a:gd name="connsiteY277" fmla="*/ 4763847 h 6858000"/>
              <a:gd name="connsiteX278" fmla="*/ 6037784 w 7467600"/>
              <a:gd name="connsiteY278" fmla="*/ 4764270 h 6858000"/>
              <a:gd name="connsiteX279" fmla="*/ 6038839 w 7467600"/>
              <a:gd name="connsiteY279" fmla="*/ 4764474 h 6858000"/>
              <a:gd name="connsiteX280" fmla="*/ 6040338 w 7467600"/>
              <a:gd name="connsiteY280" fmla="*/ 4771418 h 6858000"/>
              <a:gd name="connsiteX281" fmla="*/ 6024488 w 7467600"/>
              <a:gd name="connsiteY281" fmla="*/ 4809903 h 6858000"/>
              <a:gd name="connsiteX282" fmla="*/ 5599771 w 7467600"/>
              <a:gd name="connsiteY282" fmla="*/ 5509652 h 6858000"/>
              <a:gd name="connsiteX283" fmla="*/ 5548843 w 7467600"/>
              <a:gd name="connsiteY283" fmla="*/ 5563845 h 6858000"/>
              <a:gd name="connsiteX284" fmla="*/ 5940952 w 7467600"/>
              <a:gd name="connsiteY284" fmla="*/ 6250028 h 6858000"/>
              <a:gd name="connsiteX285" fmla="*/ 6043441 w 7467600"/>
              <a:gd name="connsiteY285" fmla="*/ 6665847 h 6858000"/>
              <a:gd name="connsiteX286" fmla="*/ 6093432 w 7467600"/>
              <a:gd name="connsiteY286" fmla="*/ 6858000 h 6858000"/>
              <a:gd name="connsiteX287" fmla="*/ 6034344 w 7467600"/>
              <a:gd name="connsiteY287" fmla="*/ 6858000 h 6858000"/>
              <a:gd name="connsiteX288" fmla="*/ 6026679 w 7467600"/>
              <a:gd name="connsiteY288" fmla="*/ 6836959 h 6858000"/>
              <a:gd name="connsiteX289" fmla="*/ 5800441 w 7467600"/>
              <a:gd name="connsiteY289" fmla="*/ 6335286 h 6858000"/>
              <a:gd name="connsiteX290" fmla="*/ 5526562 w 7467600"/>
              <a:gd name="connsiteY290" fmla="*/ 5705388 h 6858000"/>
              <a:gd name="connsiteX291" fmla="*/ 5519640 w 7467600"/>
              <a:gd name="connsiteY291" fmla="*/ 5683774 h 6858000"/>
              <a:gd name="connsiteX292" fmla="*/ 5844559 w 7467600"/>
              <a:gd name="connsiteY292" fmla="*/ 6553349 h 6858000"/>
              <a:gd name="connsiteX293" fmla="*/ 5975994 w 7467600"/>
              <a:gd name="connsiteY293" fmla="*/ 6858000 h 6858000"/>
              <a:gd name="connsiteX294" fmla="*/ 5898547 w 7467600"/>
              <a:gd name="connsiteY294" fmla="*/ 6858000 h 6858000"/>
              <a:gd name="connsiteX295" fmla="*/ 5682041 w 7467600"/>
              <a:gd name="connsiteY295" fmla="*/ 6355860 h 6858000"/>
              <a:gd name="connsiteX296" fmla="*/ 5461758 w 7467600"/>
              <a:gd name="connsiteY296" fmla="*/ 5820220 h 6858000"/>
              <a:gd name="connsiteX297" fmla="*/ 5237282 w 7467600"/>
              <a:gd name="connsiteY297" fmla="*/ 6579086 h 6858000"/>
              <a:gd name="connsiteX298" fmla="*/ 5115009 w 7467600"/>
              <a:gd name="connsiteY298" fmla="*/ 6858000 h 6858000"/>
              <a:gd name="connsiteX299" fmla="*/ 5028074 w 7467600"/>
              <a:gd name="connsiteY299" fmla="*/ 6858000 h 6858000"/>
              <a:gd name="connsiteX300" fmla="*/ 5079508 w 7467600"/>
              <a:gd name="connsiteY300" fmla="*/ 6749074 h 6858000"/>
              <a:gd name="connsiteX301" fmla="*/ 5371846 w 7467600"/>
              <a:gd name="connsiteY301" fmla="*/ 5924413 h 6858000"/>
              <a:gd name="connsiteX302" fmla="*/ 5270512 w 7467600"/>
              <a:gd name="connsiteY302" fmla="*/ 6138975 h 6858000"/>
              <a:gd name="connsiteX303" fmla="*/ 5062409 w 7467600"/>
              <a:gd name="connsiteY303" fmla="*/ 6653544 h 6858000"/>
              <a:gd name="connsiteX304" fmla="*/ 5036628 w 7467600"/>
              <a:gd name="connsiteY304" fmla="*/ 6754247 h 6858000"/>
              <a:gd name="connsiteX305" fmla="*/ 5009112 w 7467600"/>
              <a:gd name="connsiteY305" fmla="*/ 6858000 h 6858000"/>
              <a:gd name="connsiteX306" fmla="*/ 4976679 w 7467600"/>
              <a:gd name="connsiteY306" fmla="*/ 6858000 h 6858000"/>
              <a:gd name="connsiteX307" fmla="*/ 5006537 w 7467600"/>
              <a:gd name="connsiteY307" fmla="*/ 6747068 h 6858000"/>
              <a:gd name="connsiteX308" fmla="*/ 5032723 w 7467600"/>
              <a:gd name="connsiteY308" fmla="*/ 6644957 h 6858000"/>
              <a:gd name="connsiteX309" fmla="*/ 5242949 w 7467600"/>
              <a:gd name="connsiteY309" fmla="*/ 6125175 h 6858000"/>
              <a:gd name="connsiteX310" fmla="*/ 5286321 w 7467600"/>
              <a:gd name="connsiteY310" fmla="*/ 6033555 h 6858000"/>
              <a:gd name="connsiteX311" fmla="*/ 5008210 w 7467600"/>
              <a:gd name="connsiteY311" fmla="*/ 6649194 h 6858000"/>
              <a:gd name="connsiteX312" fmla="*/ 4986321 w 7467600"/>
              <a:gd name="connsiteY312" fmla="*/ 6765687 h 6858000"/>
              <a:gd name="connsiteX313" fmla="*/ 4973474 w 7467600"/>
              <a:gd name="connsiteY313" fmla="*/ 6858000 h 6858000"/>
              <a:gd name="connsiteX314" fmla="*/ 4907178 w 7467600"/>
              <a:gd name="connsiteY314" fmla="*/ 6858000 h 6858000"/>
              <a:gd name="connsiteX315" fmla="*/ 4910810 w 7467600"/>
              <a:gd name="connsiteY315" fmla="*/ 6829660 h 6858000"/>
              <a:gd name="connsiteX316" fmla="*/ 4987461 w 7467600"/>
              <a:gd name="connsiteY316" fmla="*/ 6432994 h 6858000"/>
              <a:gd name="connsiteX317" fmla="*/ 5179262 w 7467600"/>
              <a:gd name="connsiteY317" fmla="*/ 6035044 h 6858000"/>
              <a:gd name="connsiteX318" fmla="*/ 4689678 w 7467600"/>
              <a:gd name="connsiteY318" fmla="*/ 6440241 h 6858000"/>
              <a:gd name="connsiteX319" fmla="*/ 4477543 w 7467600"/>
              <a:gd name="connsiteY319" fmla="*/ 6674836 h 6858000"/>
              <a:gd name="connsiteX320" fmla="*/ 4329957 w 7467600"/>
              <a:gd name="connsiteY320" fmla="*/ 6858000 h 6858000"/>
              <a:gd name="connsiteX321" fmla="*/ 4218595 w 7467600"/>
              <a:gd name="connsiteY321" fmla="*/ 6858000 h 6858000"/>
              <a:gd name="connsiteX322" fmla="*/ 4368888 w 7467600"/>
              <a:gd name="connsiteY322" fmla="*/ 6668412 h 6858000"/>
              <a:gd name="connsiteX323" fmla="*/ 4563091 w 7467600"/>
              <a:gd name="connsiteY323" fmla="*/ 6442508 h 6858000"/>
              <a:gd name="connsiteX324" fmla="*/ 5387324 w 7467600"/>
              <a:gd name="connsiteY324" fmla="*/ 5705830 h 6858000"/>
              <a:gd name="connsiteX325" fmla="*/ 5073620 w 7467600"/>
              <a:gd name="connsiteY325" fmla="*/ 5955437 h 6858000"/>
              <a:gd name="connsiteX326" fmla="*/ 4689789 w 7467600"/>
              <a:gd name="connsiteY326" fmla="*/ 6268382 h 6858000"/>
              <a:gd name="connsiteX327" fmla="*/ 4418722 w 7467600"/>
              <a:gd name="connsiteY327" fmla="*/ 6570886 h 6858000"/>
              <a:gd name="connsiteX328" fmla="*/ 4214944 w 7467600"/>
              <a:gd name="connsiteY328" fmla="*/ 6858000 h 6858000"/>
              <a:gd name="connsiteX329" fmla="*/ 4177898 w 7467600"/>
              <a:gd name="connsiteY329" fmla="*/ 6858000 h 6858000"/>
              <a:gd name="connsiteX330" fmla="*/ 4391597 w 7467600"/>
              <a:gd name="connsiteY330" fmla="*/ 6556370 h 6858000"/>
              <a:gd name="connsiteX331" fmla="*/ 4668889 w 7467600"/>
              <a:gd name="connsiteY331" fmla="*/ 6246399 h 6858000"/>
              <a:gd name="connsiteX332" fmla="*/ 5055427 w 7467600"/>
              <a:gd name="connsiteY332" fmla="*/ 5931476 h 6858000"/>
              <a:gd name="connsiteX333" fmla="*/ 5371814 w 7467600"/>
              <a:gd name="connsiteY333" fmla="*/ 5678975 h 6858000"/>
              <a:gd name="connsiteX334" fmla="*/ 4987918 w 7467600"/>
              <a:gd name="connsiteY334" fmla="*/ 5838701 h 6858000"/>
              <a:gd name="connsiteX335" fmla="*/ 4317146 w 7467600"/>
              <a:gd name="connsiteY335" fmla="*/ 6587716 h 6858000"/>
              <a:gd name="connsiteX336" fmla="*/ 4171627 w 7467600"/>
              <a:gd name="connsiteY336" fmla="*/ 6858000 h 6858000"/>
              <a:gd name="connsiteX337" fmla="*/ 4081585 w 7467600"/>
              <a:gd name="connsiteY337" fmla="*/ 6858000 h 6858000"/>
              <a:gd name="connsiteX338" fmla="*/ 4238603 w 7467600"/>
              <a:gd name="connsiteY338" fmla="*/ 6559341 h 6858000"/>
              <a:gd name="connsiteX339" fmla="*/ 4778333 w 7467600"/>
              <a:gd name="connsiteY339" fmla="*/ 5873626 h 6858000"/>
              <a:gd name="connsiteX340" fmla="*/ 5414185 w 7467600"/>
              <a:gd name="connsiteY340" fmla="*/ 5573882 h 6858000"/>
              <a:gd name="connsiteX341" fmla="*/ 5959648 w 7467600"/>
              <a:gd name="connsiteY341" fmla="*/ 4760797 h 6858000"/>
              <a:gd name="connsiteX342" fmla="*/ 5355019 w 7467600"/>
              <a:gd name="connsiteY342" fmla="*/ 4734672 h 6858000"/>
              <a:gd name="connsiteX343" fmla="*/ 5083565 w 7467600"/>
              <a:gd name="connsiteY343" fmla="*/ 5179121 h 6858000"/>
              <a:gd name="connsiteX344" fmla="*/ 4713577 w 7467600"/>
              <a:gd name="connsiteY344" fmla="*/ 5616803 h 6858000"/>
              <a:gd name="connsiteX345" fmla="*/ 3989559 w 7467600"/>
              <a:gd name="connsiteY345" fmla="*/ 6145945 h 6858000"/>
              <a:gd name="connsiteX346" fmla="*/ 3939824 w 7467600"/>
              <a:gd name="connsiteY346" fmla="*/ 6066900 h 6858000"/>
              <a:gd name="connsiteX347" fmla="*/ 4584537 w 7467600"/>
              <a:gd name="connsiteY347" fmla="*/ 5324826 h 6858000"/>
              <a:gd name="connsiteX348" fmla="*/ 5037105 w 7467600"/>
              <a:gd name="connsiteY348" fmla="*/ 5088765 h 6858000"/>
              <a:gd name="connsiteX349" fmla="*/ 5039930 w 7467600"/>
              <a:gd name="connsiteY349" fmla="*/ 5089585 h 6858000"/>
              <a:gd name="connsiteX350" fmla="*/ 5263764 w 7467600"/>
              <a:gd name="connsiteY350" fmla="*/ 4735525 h 6858000"/>
              <a:gd name="connsiteX351" fmla="*/ 4086300 w 7467600"/>
              <a:gd name="connsiteY351" fmla="*/ 4884599 h 6858000"/>
              <a:gd name="connsiteX352" fmla="*/ 4085485 w 7467600"/>
              <a:gd name="connsiteY352" fmla="*/ 4899070 h 6858000"/>
              <a:gd name="connsiteX353" fmla="*/ 3871915 w 7467600"/>
              <a:gd name="connsiteY353" fmla="*/ 5253645 h 6858000"/>
              <a:gd name="connsiteX354" fmla="*/ 3799374 w 7467600"/>
              <a:gd name="connsiteY354" fmla="*/ 5466127 h 6858000"/>
              <a:gd name="connsiteX355" fmla="*/ 3498850 w 7467600"/>
              <a:gd name="connsiteY355" fmla="*/ 6661888 h 6858000"/>
              <a:gd name="connsiteX356" fmla="*/ 3399216 w 7467600"/>
              <a:gd name="connsiteY356" fmla="*/ 6858000 h 6858000"/>
              <a:gd name="connsiteX357" fmla="*/ 3303688 w 7467600"/>
              <a:gd name="connsiteY357" fmla="*/ 6858000 h 6858000"/>
              <a:gd name="connsiteX358" fmla="*/ 3391774 w 7467600"/>
              <a:gd name="connsiteY358" fmla="*/ 6697181 h 6858000"/>
              <a:gd name="connsiteX359" fmla="*/ 3735540 w 7467600"/>
              <a:gd name="connsiteY359" fmla="*/ 5546923 h 6858000"/>
              <a:gd name="connsiteX360" fmla="*/ 3729438 w 7467600"/>
              <a:gd name="connsiteY360" fmla="*/ 5569058 h 6858000"/>
              <a:gd name="connsiteX361" fmla="*/ 3707782 w 7467600"/>
              <a:gd name="connsiteY361" fmla="*/ 5644908 h 6858000"/>
              <a:gd name="connsiteX362" fmla="*/ 3583827 w 7467600"/>
              <a:gd name="connsiteY362" fmla="*/ 6039215 h 6858000"/>
              <a:gd name="connsiteX363" fmla="*/ 3547861 w 7467600"/>
              <a:gd name="connsiteY363" fmla="*/ 6129609 h 6858000"/>
              <a:gd name="connsiteX364" fmla="*/ 3490905 w 7467600"/>
              <a:gd name="connsiteY364" fmla="*/ 6277660 h 6858000"/>
              <a:gd name="connsiteX365" fmla="*/ 3455859 w 7467600"/>
              <a:gd name="connsiteY365" fmla="*/ 6391301 h 6858000"/>
              <a:gd name="connsiteX366" fmla="*/ 3429112 w 7467600"/>
              <a:gd name="connsiteY366" fmla="*/ 6479469 h 6858000"/>
              <a:gd name="connsiteX367" fmla="*/ 3304862 w 7467600"/>
              <a:gd name="connsiteY367" fmla="*/ 6796476 h 6858000"/>
              <a:gd name="connsiteX368" fmla="*/ 3276071 w 7467600"/>
              <a:gd name="connsiteY368" fmla="*/ 6858000 h 6858000"/>
              <a:gd name="connsiteX369" fmla="*/ 3240805 w 7467600"/>
              <a:gd name="connsiteY369" fmla="*/ 6858000 h 6858000"/>
              <a:gd name="connsiteX370" fmla="*/ 3275917 w 7467600"/>
              <a:gd name="connsiteY370" fmla="*/ 6783192 h 6858000"/>
              <a:gd name="connsiteX371" fmla="*/ 3399358 w 7467600"/>
              <a:gd name="connsiteY371" fmla="*/ 6469011 h 6858000"/>
              <a:gd name="connsiteX372" fmla="*/ 3425650 w 7467600"/>
              <a:gd name="connsiteY372" fmla="*/ 6381333 h 6858000"/>
              <a:gd name="connsiteX373" fmla="*/ 3460661 w 7467600"/>
              <a:gd name="connsiteY373" fmla="*/ 6266763 h 6858000"/>
              <a:gd name="connsiteX374" fmla="*/ 3518021 w 7467600"/>
              <a:gd name="connsiteY374" fmla="*/ 6117298 h 6858000"/>
              <a:gd name="connsiteX375" fmla="*/ 3554035 w 7467600"/>
              <a:gd name="connsiteY375" fmla="*/ 6027832 h 6858000"/>
              <a:gd name="connsiteX376" fmla="*/ 3677174 w 7467600"/>
              <a:gd name="connsiteY376" fmla="*/ 5636351 h 6858000"/>
              <a:gd name="connsiteX377" fmla="*/ 3698819 w 7467600"/>
              <a:gd name="connsiteY377" fmla="*/ 5560503 h 6858000"/>
              <a:gd name="connsiteX378" fmla="*/ 3702094 w 7467600"/>
              <a:gd name="connsiteY378" fmla="*/ 5549194 h 6858000"/>
              <a:gd name="connsiteX379" fmla="*/ 3398355 w 7467600"/>
              <a:gd name="connsiteY379" fmla="*/ 6094603 h 6858000"/>
              <a:gd name="connsiteX380" fmla="*/ 3193941 w 7467600"/>
              <a:gd name="connsiteY380" fmla="*/ 6798775 h 6858000"/>
              <a:gd name="connsiteX381" fmla="*/ 3184140 w 7467600"/>
              <a:gd name="connsiteY381" fmla="*/ 6858000 h 6858000"/>
              <a:gd name="connsiteX382" fmla="*/ 3099978 w 7467600"/>
              <a:gd name="connsiteY382" fmla="*/ 6858000 h 6858000"/>
              <a:gd name="connsiteX383" fmla="*/ 3101556 w 7467600"/>
              <a:gd name="connsiteY383" fmla="*/ 6843337 h 6858000"/>
              <a:gd name="connsiteX384" fmla="*/ 3370162 w 7467600"/>
              <a:gd name="connsiteY384" fmla="*/ 5785550 h 6858000"/>
              <a:gd name="connsiteX385" fmla="*/ 3746477 w 7467600"/>
              <a:gd name="connsiteY385" fmla="*/ 5377889 h 6858000"/>
              <a:gd name="connsiteX386" fmla="*/ 3863399 w 7467600"/>
              <a:gd name="connsiteY386" fmla="*/ 5087257 h 6858000"/>
              <a:gd name="connsiteX387" fmla="*/ 3968712 w 7467600"/>
              <a:gd name="connsiteY387" fmla="*/ 4913989 h 6858000"/>
              <a:gd name="connsiteX388" fmla="*/ 2792390 w 7467600"/>
              <a:gd name="connsiteY388" fmla="*/ 5382974 h 6858000"/>
              <a:gd name="connsiteX389" fmla="*/ 2714982 w 7467600"/>
              <a:gd name="connsiteY389" fmla="*/ 5427051 h 6858000"/>
              <a:gd name="connsiteX390" fmla="*/ 2813361 w 7467600"/>
              <a:gd name="connsiteY390" fmla="*/ 6023912 h 6858000"/>
              <a:gd name="connsiteX391" fmla="*/ 2688430 w 7467600"/>
              <a:gd name="connsiteY391" fmla="*/ 6801564 h 6858000"/>
              <a:gd name="connsiteX392" fmla="*/ 2629626 w 7467600"/>
              <a:gd name="connsiteY392" fmla="*/ 6763394 h 6858000"/>
              <a:gd name="connsiteX393" fmla="*/ 2565328 w 7467600"/>
              <a:gd name="connsiteY393" fmla="*/ 5516399 h 6858000"/>
              <a:gd name="connsiteX394" fmla="*/ 1922999 w 7467600"/>
              <a:gd name="connsiteY394" fmla="*/ 5980343 h 6858000"/>
              <a:gd name="connsiteX395" fmla="*/ 1950261 w 7467600"/>
              <a:gd name="connsiteY395" fmla="*/ 6405858 h 6858000"/>
              <a:gd name="connsiteX396" fmla="*/ 2365554 w 7467600"/>
              <a:gd name="connsiteY396" fmla="*/ 6759107 h 6858000"/>
              <a:gd name="connsiteX397" fmla="*/ 2424142 w 7467600"/>
              <a:gd name="connsiteY397" fmla="*/ 6858000 h 6858000"/>
              <a:gd name="connsiteX398" fmla="*/ 2395994 w 7467600"/>
              <a:gd name="connsiteY398" fmla="*/ 6858000 h 6858000"/>
              <a:gd name="connsiteX399" fmla="*/ 2392863 w 7467600"/>
              <a:gd name="connsiteY399" fmla="*/ 6852964 h 6858000"/>
              <a:gd name="connsiteX400" fmla="*/ 2017589 w 7467600"/>
              <a:gd name="connsiteY400" fmla="*/ 6493982 h 6858000"/>
              <a:gd name="connsiteX401" fmla="*/ 2147336 w 7467600"/>
              <a:gd name="connsiteY401" fmla="*/ 6594052 h 6858000"/>
              <a:gd name="connsiteX402" fmla="*/ 2207047 w 7467600"/>
              <a:gd name="connsiteY402" fmla="*/ 6654540 h 6858000"/>
              <a:gd name="connsiteX403" fmla="*/ 2299106 w 7467600"/>
              <a:gd name="connsiteY403" fmla="*/ 6778931 h 6858000"/>
              <a:gd name="connsiteX404" fmla="*/ 2314430 w 7467600"/>
              <a:gd name="connsiteY404" fmla="*/ 6801144 h 6858000"/>
              <a:gd name="connsiteX405" fmla="*/ 2352406 w 7467600"/>
              <a:gd name="connsiteY405" fmla="*/ 6858000 h 6858000"/>
              <a:gd name="connsiteX406" fmla="*/ 2314492 w 7467600"/>
              <a:gd name="connsiteY406" fmla="*/ 6858000 h 6858000"/>
              <a:gd name="connsiteX407" fmla="*/ 2288095 w 7467600"/>
              <a:gd name="connsiteY407" fmla="*/ 6818030 h 6858000"/>
              <a:gd name="connsiteX408" fmla="*/ 2272768 w 7467600"/>
              <a:gd name="connsiteY408" fmla="*/ 6795822 h 6858000"/>
              <a:gd name="connsiteX409" fmla="*/ 2182715 w 7467600"/>
              <a:gd name="connsiteY409" fmla="*/ 6675071 h 6858000"/>
              <a:gd name="connsiteX410" fmla="*/ 2032061 w 7467600"/>
              <a:gd name="connsiteY410" fmla="*/ 6541380 h 6858000"/>
              <a:gd name="connsiteX411" fmla="*/ 2257220 w 7467600"/>
              <a:gd name="connsiteY411" fmla="*/ 6826257 h 6858000"/>
              <a:gd name="connsiteX412" fmla="*/ 2281324 w 7467600"/>
              <a:gd name="connsiteY412" fmla="*/ 6858000 h 6858000"/>
              <a:gd name="connsiteX413" fmla="*/ 2242860 w 7467600"/>
              <a:gd name="connsiteY413" fmla="*/ 6858000 h 6858000"/>
              <a:gd name="connsiteX414" fmla="*/ 2232818 w 7467600"/>
              <a:gd name="connsiteY414" fmla="*/ 6844926 h 6858000"/>
              <a:gd name="connsiteX415" fmla="*/ 1990172 w 7467600"/>
              <a:gd name="connsiteY415" fmla="*/ 6542121 h 6858000"/>
              <a:gd name="connsiteX416" fmla="*/ 2124090 w 7467600"/>
              <a:gd name="connsiteY416" fmla="*/ 6761017 h 6858000"/>
              <a:gd name="connsiteX417" fmla="*/ 2200380 w 7467600"/>
              <a:gd name="connsiteY417" fmla="*/ 6858000 h 6858000"/>
              <a:gd name="connsiteX418" fmla="*/ 2147507 w 7467600"/>
              <a:gd name="connsiteY418" fmla="*/ 6858000 h 6858000"/>
              <a:gd name="connsiteX419" fmla="*/ 2070668 w 7467600"/>
              <a:gd name="connsiteY419" fmla="*/ 6761520 h 6858000"/>
              <a:gd name="connsiteX420" fmla="*/ 1975142 w 7467600"/>
              <a:gd name="connsiteY420" fmla="*/ 6585570 h 6858000"/>
              <a:gd name="connsiteX421" fmla="*/ 2050035 w 7467600"/>
              <a:gd name="connsiteY421" fmla="*/ 6813345 h 6858000"/>
              <a:gd name="connsiteX422" fmla="*/ 2063025 w 7467600"/>
              <a:gd name="connsiteY422" fmla="*/ 6858000 h 6858000"/>
              <a:gd name="connsiteX423" fmla="*/ 2021675 w 7467600"/>
              <a:gd name="connsiteY423" fmla="*/ 6858000 h 6858000"/>
              <a:gd name="connsiteX424" fmla="*/ 2019308 w 7467600"/>
              <a:gd name="connsiteY424" fmla="*/ 6847118 h 6858000"/>
              <a:gd name="connsiteX425" fmla="*/ 1938835 w 7467600"/>
              <a:gd name="connsiteY425" fmla="*/ 6551160 h 6858000"/>
              <a:gd name="connsiteX426" fmla="*/ 1953230 w 7467600"/>
              <a:gd name="connsiteY426" fmla="*/ 6759699 h 6858000"/>
              <a:gd name="connsiteX427" fmla="*/ 1956763 w 7467600"/>
              <a:gd name="connsiteY427" fmla="*/ 6778191 h 6858000"/>
              <a:gd name="connsiteX428" fmla="*/ 1967925 w 7467600"/>
              <a:gd name="connsiteY428" fmla="*/ 6858000 h 6858000"/>
              <a:gd name="connsiteX429" fmla="*/ 1936622 w 7467600"/>
              <a:gd name="connsiteY429" fmla="*/ 6858000 h 6858000"/>
              <a:gd name="connsiteX430" fmla="*/ 1926261 w 7467600"/>
              <a:gd name="connsiteY430" fmla="*/ 6784064 h 6858000"/>
              <a:gd name="connsiteX431" fmla="*/ 1922724 w 7467600"/>
              <a:gd name="connsiteY431" fmla="*/ 6765577 h 6858000"/>
              <a:gd name="connsiteX432" fmla="*/ 1904650 w 7467600"/>
              <a:gd name="connsiteY432" fmla="*/ 6639616 h 6858000"/>
              <a:gd name="connsiteX433" fmla="*/ 1885273 w 7467600"/>
              <a:gd name="connsiteY433" fmla="*/ 6858000 h 6858000"/>
              <a:gd name="connsiteX434" fmla="*/ 1854363 w 7467600"/>
              <a:gd name="connsiteY434" fmla="*/ 6858000 h 6858000"/>
              <a:gd name="connsiteX435" fmla="*/ 1880391 w 7467600"/>
              <a:gd name="connsiteY435" fmla="*/ 6603796 h 6858000"/>
              <a:gd name="connsiteX436" fmla="*/ 1818273 w 7467600"/>
              <a:gd name="connsiteY436" fmla="*/ 6715729 h 6858000"/>
              <a:gd name="connsiteX437" fmla="*/ 1794691 w 7467600"/>
              <a:gd name="connsiteY437" fmla="*/ 6843239 h 6858000"/>
              <a:gd name="connsiteX438" fmla="*/ 1794914 w 7467600"/>
              <a:gd name="connsiteY438" fmla="*/ 6858000 h 6858000"/>
              <a:gd name="connsiteX439" fmla="*/ 1746128 w 7467600"/>
              <a:gd name="connsiteY439" fmla="*/ 6858000 h 6858000"/>
              <a:gd name="connsiteX440" fmla="*/ 1753934 w 7467600"/>
              <a:gd name="connsiteY440" fmla="*/ 6724796 h 6858000"/>
              <a:gd name="connsiteX441" fmla="*/ 1792053 w 7467600"/>
              <a:gd name="connsiteY441" fmla="*/ 6572396 h 6858000"/>
              <a:gd name="connsiteX442" fmla="*/ 1862248 w 7467600"/>
              <a:gd name="connsiteY442" fmla="*/ 6266397 h 6858000"/>
              <a:gd name="connsiteX443" fmla="*/ 1862250 w 7467600"/>
              <a:gd name="connsiteY443" fmla="*/ 6033531 h 6858000"/>
              <a:gd name="connsiteX444" fmla="*/ 1211999 w 7467600"/>
              <a:gd name="connsiteY444" fmla="*/ 6683610 h 6858000"/>
              <a:gd name="connsiteX445" fmla="*/ 1213266 w 7467600"/>
              <a:gd name="connsiteY445" fmla="*/ 6691947 h 6858000"/>
              <a:gd name="connsiteX446" fmla="*/ 1203370 w 7467600"/>
              <a:gd name="connsiteY446" fmla="*/ 6850676 h 6858000"/>
              <a:gd name="connsiteX447" fmla="*/ 1203671 w 7467600"/>
              <a:gd name="connsiteY447" fmla="*/ 6858000 h 6858000"/>
              <a:gd name="connsiteX448" fmla="*/ 1143180 w 7467600"/>
              <a:gd name="connsiteY448" fmla="*/ 6858000 h 6858000"/>
              <a:gd name="connsiteX449" fmla="*/ 1142176 w 7467600"/>
              <a:gd name="connsiteY449" fmla="*/ 6766045 h 6858000"/>
              <a:gd name="connsiteX450" fmla="*/ 1067484 w 7467600"/>
              <a:gd name="connsiteY450" fmla="*/ 6858000 h 6858000"/>
              <a:gd name="connsiteX451" fmla="*/ 953928 w 7467600"/>
              <a:gd name="connsiteY451" fmla="*/ 6858000 h 6858000"/>
              <a:gd name="connsiteX452" fmla="*/ 959715 w 7467600"/>
              <a:gd name="connsiteY452" fmla="*/ 6850185 h 6858000"/>
              <a:gd name="connsiteX453" fmla="*/ 1483788 w 7467600"/>
              <a:gd name="connsiteY453" fmla="*/ 6259174 h 6858000"/>
              <a:gd name="connsiteX454" fmla="*/ 1100671 w 7467600"/>
              <a:gd name="connsiteY454" fmla="*/ 6252137 h 6858000"/>
              <a:gd name="connsiteX455" fmla="*/ 1090144 w 7467600"/>
              <a:gd name="connsiteY455" fmla="*/ 6256748 h 6858000"/>
              <a:gd name="connsiteX456" fmla="*/ 1095872 w 7467600"/>
              <a:gd name="connsiteY456" fmla="*/ 6271892 h 6858000"/>
              <a:gd name="connsiteX457" fmla="*/ 262785 w 7467600"/>
              <a:gd name="connsiteY457" fmla="*/ 6845450 h 6858000"/>
              <a:gd name="connsiteX458" fmla="*/ 209968 w 7467600"/>
              <a:gd name="connsiteY458" fmla="*/ 6770713 h 6858000"/>
              <a:gd name="connsiteX459" fmla="*/ 873460 w 7467600"/>
              <a:gd name="connsiteY459" fmla="*/ 6253768 h 6858000"/>
              <a:gd name="connsiteX460" fmla="*/ 192686 w 7467600"/>
              <a:gd name="connsiteY460" fmla="*/ 5849257 h 6858000"/>
              <a:gd name="connsiteX461" fmla="*/ 4696 w 7467600"/>
              <a:gd name="connsiteY461" fmla="*/ 5697668 h 6858000"/>
              <a:gd name="connsiteX462" fmla="*/ 0 w 7467600"/>
              <a:gd name="connsiteY462" fmla="*/ 5689984 h 6858000"/>
              <a:gd name="connsiteX463" fmla="*/ 0 w 7467600"/>
              <a:gd name="connsiteY463" fmla="*/ 5513472 h 6858000"/>
              <a:gd name="connsiteX464" fmla="*/ 174101 w 7467600"/>
              <a:gd name="connsiteY464" fmla="*/ 5620277 h 6858000"/>
              <a:gd name="connsiteX465" fmla="*/ 891800 w 7467600"/>
              <a:gd name="connsiteY465" fmla="*/ 6036935 h 6858000"/>
              <a:gd name="connsiteX466" fmla="*/ 1072219 w 7467600"/>
              <a:gd name="connsiteY466" fmla="*/ 6169443 h 6858000"/>
              <a:gd name="connsiteX467" fmla="*/ 1074117 w 7467600"/>
              <a:gd name="connsiteY467" fmla="*/ 6170301 h 6858000"/>
              <a:gd name="connsiteX468" fmla="*/ 1083114 w 7467600"/>
              <a:gd name="connsiteY468" fmla="*/ 6174131 h 6858000"/>
              <a:gd name="connsiteX469" fmla="*/ 1543010 w 7467600"/>
              <a:gd name="connsiteY469" fmla="*/ 6191140 h 6858000"/>
              <a:gd name="connsiteX470" fmla="*/ 1551080 w 7467600"/>
              <a:gd name="connsiteY470" fmla="*/ 6195006 h 6858000"/>
              <a:gd name="connsiteX471" fmla="*/ 2345443 w 7467600"/>
              <a:gd name="connsiteY471" fmla="*/ 5549882 h 6858000"/>
              <a:gd name="connsiteX472" fmla="*/ 1721499 w 7467600"/>
              <a:gd name="connsiteY472" fmla="*/ 5599969 h 6858000"/>
              <a:gd name="connsiteX473" fmla="*/ 767716 w 7467600"/>
              <a:gd name="connsiteY473" fmla="*/ 5472768 h 6858000"/>
              <a:gd name="connsiteX474" fmla="*/ 722147 w 7467600"/>
              <a:gd name="connsiteY474" fmla="*/ 5393091 h 6858000"/>
              <a:gd name="connsiteX475" fmla="*/ 1485552 w 7467600"/>
              <a:gd name="connsiteY475" fmla="*/ 5313202 h 6858000"/>
              <a:gd name="connsiteX476" fmla="*/ 2143004 w 7467600"/>
              <a:gd name="connsiteY476" fmla="*/ 5402420 h 6858000"/>
              <a:gd name="connsiteX477" fmla="*/ 1933391 w 7467600"/>
              <a:gd name="connsiteY477" fmla="*/ 5156971 h 6858000"/>
              <a:gd name="connsiteX478" fmla="*/ 1827118 w 7467600"/>
              <a:gd name="connsiteY478" fmla="*/ 4968410 h 6858000"/>
              <a:gd name="connsiteX479" fmla="*/ 1837349 w 7467600"/>
              <a:gd name="connsiteY479" fmla="*/ 4956357 h 6858000"/>
              <a:gd name="connsiteX480" fmla="*/ 2162835 w 7467600"/>
              <a:gd name="connsiteY480" fmla="*/ 5187853 h 6858000"/>
              <a:gd name="connsiteX481" fmla="*/ 2257167 w 7467600"/>
              <a:gd name="connsiteY481" fmla="*/ 5462123 h 6858000"/>
              <a:gd name="connsiteX482" fmla="*/ 2261598 w 7467600"/>
              <a:gd name="connsiteY482" fmla="*/ 5467998 h 6858000"/>
              <a:gd name="connsiteX483" fmla="*/ 2437177 w 7467600"/>
              <a:gd name="connsiteY483" fmla="*/ 5479608 h 6858000"/>
              <a:gd name="connsiteX484" fmla="*/ 2445247 w 7467600"/>
              <a:gd name="connsiteY484" fmla="*/ 5483476 h 6858000"/>
              <a:gd name="connsiteX485" fmla="*/ 2743626 w 7467600"/>
              <a:gd name="connsiteY485" fmla="*/ 5304819 h 6858000"/>
              <a:gd name="connsiteX486" fmla="*/ 3048102 w 7467600"/>
              <a:gd name="connsiteY486" fmla="*/ 5150595 h 6858000"/>
              <a:gd name="connsiteX487" fmla="*/ 1799414 w 7467600"/>
              <a:gd name="connsiteY487" fmla="*/ 4694732 h 6858000"/>
              <a:gd name="connsiteX488" fmla="*/ 1771735 w 7467600"/>
              <a:gd name="connsiteY488" fmla="*/ 4619929 h 6858000"/>
              <a:gd name="connsiteX489" fmla="*/ 3104273 w 7467600"/>
              <a:gd name="connsiteY489" fmla="*/ 5076159 h 6858000"/>
              <a:gd name="connsiteX490" fmla="*/ 3113245 w 7467600"/>
              <a:gd name="connsiteY490" fmla="*/ 5090705 h 6858000"/>
              <a:gd name="connsiteX491" fmla="*/ 3126294 w 7467600"/>
              <a:gd name="connsiteY491" fmla="*/ 5114400 h 6858000"/>
              <a:gd name="connsiteX492" fmla="*/ 3937433 w 7467600"/>
              <a:gd name="connsiteY492" fmla="*/ 4830473 h 6858000"/>
              <a:gd name="connsiteX493" fmla="*/ 3590475 w 7467600"/>
              <a:gd name="connsiteY493" fmla="*/ 4597974 h 6858000"/>
              <a:gd name="connsiteX494" fmla="*/ 3100264 w 7467600"/>
              <a:gd name="connsiteY494" fmla="*/ 4579845 h 6858000"/>
              <a:gd name="connsiteX495" fmla="*/ 2183576 w 7467600"/>
              <a:gd name="connsiteY495" fmla="*/ 4227150 h 6858000"/>
              <a:gd name="connsiteX496" fmla="*/ 2151029 w 7467600"/>
              <a:gd name="connsiteY496" fmla="*/ 4146947 h 6858000"/>
              <a:gd name="connsiteX497" fmla="*/ 3563434 w 7467600"/>
              <a:gd name="connsiteY497" fmla="*/ 4469115 h 6858000"/>
              <a:gd name="connsiteX498" fmla="*/ 3177952 w 7467600"/>
              <a:gd name="connsiteY498" fmla="*/ 3657386 h 6858000"/>
              <a:gd name="connsiteX499" fmla="*/ 3189263 w 7467600"/>
              <a:gd name="connsiteY499" fmla="*/ 3625726 h 6858000"/>
              <a:gd name="connsiteX500" fmla="*/ 3560912 w 7467600"/>
              <a:gd name="connsiteY500" fmla="*/ 4079863 h 6858000"/>
              <a:gd name="connsiteX501" fmla="*/ 3626636 w 7467600"/>
              <a:gd name="connsiteY501" fmla="*/ 4512230 h 6858000"/>
              <a:gd name="connsiteX502" fmla="*/ 3653088 w 7467600"/>
              <a:gd name="connsiteY502" fmla="*/ 4521417 h 6858000"/>
              <a:gd name="connsiteX503" fmla="*/ 3988128 w 7467600"/>
              <a:gd name="connsiteY503" fmla="*/ 4817267 h 6858000"/>
              <a:gd name="connsiteX504" fmla="*/ 4830582 w 7467600"/>
              <a:gd name="connsiteY504" fmla="*/ 4676000 h 6858000"/>
              <a:gd name="connsiteX505" fmla="*/ 4830100 w 7467600"/>
              <a:gd name="connsiteY505" fmla="*/ 4675554 h 6858000"/>
              <a:gd name="connsiteX506" fmla="*/ 4036318 w 7467600"/>
              <a:gd name="connsiteY506" fmla="*/ 4147013 h 6858000"/>
              <a:gd name="connsiteX507" fmla="*/ 3432098 w 7467600"/>
              <a:gd name="connsiteY507" fmla="*/ 3537312 h 6858000"/>
              <a:gd name="connsiteX508" fmla="*/ 3446761 w 7467600"/>
              <a:gd name="connsiteY508" fmla="*/ 3461278 h 6858000"/>
              <a:gd name="connsiteX509" fmla="*/ 4419733 w 7467600"/>
              <a:gd name="connsiteY509" fmla="*/ 3963555 h 6858000"/>
              <a:gd name="connsiteX510" fmla="*/ 4781371 w 7467600"/>
              <a:gd name="connsiteY510" fmla="*/ 4458604 h 6858000"/>
              <a:gd name="connsiteX511" fmla="*/ 4780440 w 7467600"/>
              <a:gd name="connsiteY511" fmla="*/ 4470290 h 6858000"/>
              <a:gd name="connsiteX512" fmla="*/ 4898954 w 7467600"/>
              <a:gd name="connsiteY512" fmla="*/ 4662092 h 6858000"/>
              <a:gd name="connsiteX513" fmla="*/ 4900699 w 7467600"/>
              <a:gd name="connsiteY513" fmla="*/ 4670867 h 6858000"/>
              <a:gd name="connsiteX514" fmla="*/ 5714511 w 7467600"/>
              <a:gd name="connsiteY514" fmla="*/ 4663483 h 6858000"/>
              <a:gd name="connsiteX515" fmla="*/ 5464793 w 7467600"/>
              <a:gd name="connsiteY515" fmla="*/ 4393556 h 6858000"/>
              <a:gd name="connsiteX516" fmla="*/ 5461897 w 7467600"/>
              <a:gd name="connsiteY516" fmla="*/ 4390879 h 6858000"/>
              <a:gd name="connsiteX517" fmla="*/ 4294126 w 7467600"/>
              <a:gd name="connsiteY517" fmla="*/ 3303048 h 6858000"/>
              <a:gd name="connsiteX518" fmla="*/ 4305321 w 7467600"/>
              <a:gd name="connsiteY518" fmla="*/ 3256953 h 6858000"/>
              <a:gd name="connsiteX519" fmla="*/ 4949299 w 7467600"/>
              <a:gd name="connsiteY519" fmla="*/ 3766336 h 6858000"/>
              <a:gd name="connsiteX520" fmla="*/ 5291452 w 7467600"/>
              <a:gd name="connsiteY520" fmla="*/ 4076801 h 6858000"/>
              <a:gd name="connsiteX521" fmla="*/ 5434998 w 7467600"/>
              <a:gd name="connsiteY521" fmla="*/ 4254100 h 6858000"/>
              <a:gd name="connsiteX522" fmla="*/ 5351015 w 7467600"/>
              <a:gd name="connsiteY522" fmla="*/ 3760989 h 6858000"/>
              <a:gd name="connsiteX523" fmla="*/ 5413780 w 7467600"/>
              <a:gd name="connsiteY523" fmla="*/ 2966265 h 6858000"/>
              <a:gd name="connsiteX524" fmla="*/ 5425627 w 7467600"/>
              <a:gd name="connsiteY524" fmla="*/ 2954192 h 6858000"/>
              <a:gd name="connsiteX525" fmla="*/ 6604735 w 7467600"/>
              <a:gd name="connsiteY525" fmla="*/ 2041381 h 6858000"/>
              <a:gd name="connsiteX526" fmla="*/ 7204487 w 7467600"/>
              <a:gd name="connsiteY526" fmla="*/ 2742112 h 6858000"/>
              <a:gd name="connsiteX527" fmla="*/ 7131592 w 7467600"/>
              <a:gd name="connsiteY527" fmla="*/ 2672096 h 6858000"/>
              <a:gd name="connsiteX528" fmla="*/ 6996344 w 7467600"/>
              <a:gd name="connsiteY528" fmla="*/ 2518310 h 6858000"/>
              <a:gd name="connsiteX529" fmla="*/ 6735495 w 7467600"/>
              <a:gd name="connsiteY529" fmla="*/ 2196890 h 6858000"/>
              <a:gd name="connsiteX530" fmla="*/ 6721901 w 7467600"/>
              <a:gd name="connsiteY530" fmla="*/ 2179274 h 6858000"/>
              <a:gd name="connsiteX531" fmla="*/ 6604735 w 7467600"/>
              <a:gd name="connsiteY531" fmla="*/ 2041381 h 6858000"/>
              <a:gd name="connsiteX532" fmla="*/ 6591670 w 7467600"/>
              <a:gd name="connsiteY532" fmla="*/ 1988277 h 6858000"/>
              <a:gd name="connsiteX533" fmla="*/ 6747349 w 7467600"/>
              <a:gd name="connsiteY533" fmla="*/ 2160069 h 6858000"/>
              <a:gd name="connsiteX534" fmla="*/ 6760943 w 7467600"/>
              <a:gd name="connsiteY534" fmla="*/ 2177686 h 6858000"/>
              <a:gd name="connsiteX535" fmla="*/ 7021065 w 7467600"/>
              <a:gd name="connsiteY535" fmla="*/ 2498102 h 6858000"/>
              <a:gd name="connsiteX536" fmla="*/ 7155223 w 7467600"/>
              <a:gd name="connsiteY536" fmla="*/ 2650386 h 6858000"/>
              <a:gd name="connsiteX537" fmla="*/ 7203167 w 7467600"/>
              <a:gd name="connsiteY537" fmla="*/ 2697288 h 6858000"/>
              <a:gd name="connsiteX538" fmla="*/ 6937703 w 7467600"/>
              <a:gd name="connsiteY538" fmla="*/ 2321981 h 6858000"/>
              <a:gd name="connsiteX539" fmla="*/ 6591670 w 7467600"/>
              <a:gd name="connsiteY539" fmla="*/ 1988277 h 6858000"/>
              <a:gd name="connsiteX540" fmla="*/ 5798671 w 7467600"/>
              <a:gd name="connsiteY540" fmla="*/ 1981601 h 6858000"/>
              <a:gd name="connsiteX541" fmla="*/ 5754709 w 7467600"/>
              <a:gd name="connsiteY541" fmla="*/ 2071454 h 6858000"/>
              <a:gd name="connsiteX542" fmla="*/ 5763044 w 7467600"/>
              <a:gd name="connsiteY542" fmla="*/ 2842206 h 6858000"/>
              <a:gd name="connsiteX543" fmla="*/ 5764974 w 7467600"/>
              <a:gd name="connsiteY543" fmla="*/ 2799609 h 6858000"/>
              <a:gd name="connsiteX544" fmla="*/ 5767665 w 7467600"/>
              <a:gd name="connsiteY544" fmla="*/ 2666409 h 6858000"/>
              <a:gd name="connsiteX545" fmla="*/ 5763055 w 7467600"/>
              <a:gd name="connsiteY545" fmla="*/ 2579705 h 6858000"/>
              <a:gd name="connsiteX546" fmla="*/ 5758079 w 7467600"/>
              <a:gd name="connsiteY546" fmla="*/ 2492508 h 6858000"/>
              <a:gd name="connsiteX547" fmla="*/ 5779325 w 7467600"/>
              <a:gd name="connsiteY547" fmla="*/ 2197069 h 6858000"/>
              <a:gd name="connsiteX548" fmla="*/ 5798671 w 7467600"/>
              <a:gd name="connsiteY548" fmla="*/ 1981601 h 6858000"/>
              <a:gd name="connsiteX549" fmla="*/ 5829202 w 7467600"/>
              <a:gd name="connsiteY549" fmla="*/ 1971679 h 6858000"/>
              <a:gd name="connsiteX550" fmla="*/ 5809558 w 7467600"/>
              <a:gd name="connsiteY550" fmla="*/ 2198043 h 6858000"/>
              <a:gd name="connsiteX551" fmla="*/ 5788653 w 7467600"/>
              <a:gd name="connsiteY551" fmla="*/ 2489430 h 6858000"/>
              <a:gd name="connsiteX552" fmla="*/ 5793439 w 7467600"/>
              <a:gd name="connsiteY552" fmla="*/ 2575235 h 6858000"/>
              <a:gd name="connsiteX553" fmla="*/ 5796837 w 7467600"/>
              <a:gd name="connsiteY553" fmla="*/ 2637633 h 6858000"/>
              <a:gd name="connsiteX554" fmla="*/ 5818614 w 7467600"/>
              <a:gd name="connsiteY554" fmla="*/ 2473055 h 6858000"/>
              <a:gd name="connsiteX555" fmla="*/ 5829202 w 7467600"/>
              <a:gd name="connsiteY555" fmla="*/ 1971679 h 6858000"/>
              <a:gd name="connsiteX556" fmla="*/ 5911389 w 7467600"/>
              <a:gd name="connsiteY556" fmla="*/ 1898371 h 6858000"/>
              <a:gd name="connsiteX557" fmla="*/ 6237627 w 7467600"/>
              <a:gd name="connsiteY557" fmla="*/ 2231921 h 6858000"/>
              <a:gd name="connsiteX558" fmla="*/ 5911389 w 7467600"/>
              <a:gd name="connsiteY558" fmla="*/ 1898371 h 6858000"/>
              <a:gd name="connsiteX559" fmla="*/ 6944437 w 7467600"/>
              <a:gd name="connsiteY559" fmla="*/ 1575402 h 6858000"/>
              <a:gd name="connsiteX560" fmla="*/ 6304730 w 7467600"/>
              <a:gd name="connsiteY560" fmla="*/ 1766654 h 6858000"/>
              <a:gd name="connsiteX561" fmla="*/ 6944437 w 7467600"/>
              <a:gd name="connsiteY561" fmla="*/ 1575402 h 6858000"/>
              <a:gd name="connsiteX562" fmla="*/ 7019523 w 7467600"/>
              <a:gd name="connsiteY562" fmla="*/ 1519450 h 6858000"/>
              <a:gd name="connsiteX563" fmla="*/ 6298091 w 7467600"/>
              <a:gd name="connsiteY563" fmla="*/ 1737122 h 6858000"/>
              <a:gd name="connsiteX564" fmla="*/ 7019523 w 7467600"/>
              <a:gd name="connsiteY564" fmla="*/ 1519450 h 6858000"/>
              <a:gd name="connsiteX565" fmla="*/ 2399523 w 7467600"/>
              <a:gd name="connsiteY565" fmla="*/ 1428234 h 6858000"/>
              <a:gd name="connsiteX566" fmla="*/ 2224982 w 7467600"/>
              <a:gd name="connsiteY566" fmla="*/ 1826201 h 6858000"/>
              <a:gd name="connsiteX567" fmla="*/ 2096099 w 7467600"/>
              <a:gd name="connsiteY567" fmla="*/ 2345900 h 6858000"/>
              <a:gd name="connsiteX568" fmla="*/ 2283317 w 7467600"/>
              <a:gd name="connsiteY568" fmla="*/ 1796925 h 6858000"/>
              <a:gd name="connsiteX569" fmla="*/ 2399523 w 7467600"/>
              <a:gd name="connsiteY569" fmla="*/ 1428234 h 6858000"/>
              <a:gd name="connsiteX570" fmla="*/ 2448558 w 7467600"/>
              <a:gd name="connsiteY570" fmla="*/ 1373435 h 6858000"/>
              <a:gd name="connsiteX571" fmla="*/ 2312521 w 7467600"/>
              <a:gd name="connsiteY571" fmla="*/ 1806140 h 6858000"/>
              <a:gd name="connsiteX572" fmla="*/ 2127533 w 7467600"/>
              <a:gd name="connsiteY572" fmla="*/ 2348380 h 6858000"/>
              <a:gd name="connsiteX573" fmla="*/ 2358080 w 7467600"/>
              <a:gd name="connsiteY573" fmla="*/ 1866134 h 6858000"/>
              <a:gd name="connsiteX574" fmla="*/ 2407436 w 7467600"/>
              <a:gd name="connsiteY574" fmla="*/ 1651070 h 6858000"/>
              <a:gd name="connsiteX575" fmla="*/ 2448558 w 7467600"/>
              <a:gd name="connsiteY575" fmla="*/ 1373435 h 6858000"/>
              <a:gd name="connsiteX576" fmla="*/ 278707 w 7467600"/>
              <a:gd name="connsiteY576" fmla="*/ 1352270 h 6858000"/>
              <a:gd name="connsiteX577" fmla="*/ 321570 w 7467600"/>
              <a:gd name="connsiteY577" fmla="*/ 1861610 h 6858000"/>
              <a:gd name="connsiteX578" fmla="*/ 294281 w 7467600"/>
              <a:gd name="connsiteY578" fmla="*/ 1440658 h 6858000"/>
              <a:gd name="connsiteX579" fmla="*/ 278707 w 7467600"/>
              <a:gd name="connsiteY579" fmla="*/ 1352270 h 6858000"/>
              <a:gd name="connsiteX580" fmla="*/ 1423821 w 7467600"/>
              <a:gd name="connsiteY580" fmla="*/ 1351958 h 6858000"/>
              <a:gd name="connsiteX581" fmla="*/ 1638521 w 7467600"/>
              <a:gd name="connsiteY581" fmla="*/ 1908470 h 6858000"/>
              <a:gd name="connsiteX582" fmla="*/ 1754199 w 7467600"/>
              <a:gd name="connsiteY582" fmla="*/ 2149284 h 6858000"/>
              <a:gd name="connsiteX583" fmla="*/ 1908359 w 7467600"/>
              <a:gd name="connsiteY583" fmla="*/ 2364988 h 6858000"/>
              <a:gd name="connsiteX584" fmla="*/ 1647661 w 7467600"/>
              <a:gd name="connsiteY584" fmla="*/ 1825945 h 6858000"/>
              <a:gd name="connsiteX585" fmla="*/ 1423821 w 7467600"/>
              <a:gd name="connsiteY585" fmla="*/ 1351958 h 6858000"/>
              <a:gd name="connsiteX586" fmla="*/ 1431890 w 7467600"/>
              <a:gd name="connsiteY586" fmla="*/ 1306475 h 6858000"/>
              <a:gd name="connsiteX587" fmla="*/ 1507597 w 7467600"/>
              <a:gd name="connsiteY587" fmla="*/ 1446132 h 6858000"/>
              <a:gd name="connsiteX588" fmla="*/ 1674586 w 7467600"/>
              <a:gd name="connsiteY588" fmla="*/ 1813832 h 6858000"/>
              <a:gd name="connsiteX589" fmla="*/ 1815950 w 7467600"/>
              <a:gd name="connsiteY589" fmla="*/ 2128564 h 6858000"/>
              <a:gd name="connsiteX590" fmla="*/ 1984242 w 7467600"/>
              <a:gd name="connsiteY590" fmla="*/ 2430829 h 6858000"/>
              <a:gd name="connsiteX591" fmla="*/ 2014023 w 7467600"/>
              <a:gd name="connsiteY591" fmla="*/ 2450995 h 6858000"/>
              <a:gd name="connsiteX592" fmla="*/ 1747337 w 7467600"/>
              <a:gd name="connsiteY592" fmla="*/ 1855264 h 6858000"/>
              <a:gd name="connsiteX593" fmla="*/ 1533749 w 7467600"/>
              <a:gd name="connsiteY593" fmla="*/ 1478656 h 6858000"/>
              <a:gd name="connsiteX594" fmla="*/ 1431890 w 7467600"/>
              <a:gd name="connsiteY594" fmla="*/ 1306475 h 6858000"/>
              <a:gd name="connsiteX595" fmla="*/ 5052692 w 7467600"/>
              <a:gd name="connsiteY595" fmla="*/ 1292994 h 6858000"/>
              <a:gd name="connsiteX596" fmla="*/ 5200661 w 7467600"/>
              <a:gd name="connsiteY596" fmla="*/ 1635186 h 6858000"/>
              <a:gd name="connsiteX597" fmla="*/ 5297138 w 7467600"/>
              <a:gd name="connsiteY597" fmla="*/ 1906351 h 6858000"/>
              <a:gd name="connsiteX598" fmla="*/ 5052692 w 7467600"/>
              <a:gd name="connsiteY598" fmla="*/ 1292994 h 6858000"/>
              <a:gd name="connsiteX599" fmla="*/ 5009948 w 7467600"/>
              <a:gd name="connsiteY599" fmla="*/ 1273619 h 6858000"/>
              <a:gd name="connsiteX600" fmla="*/ 5121777 w 7467600"/>
              <a:gd name="connsiteY600" fmla="*/ 1654213 h 6858000"/>
              <a:gd name="connsiteX601" fmla="*/ 5293545 w 7467600"/>
              <a:gd name="connsiteY601" fmla="*/ 2072247 h 6858000"/>
              <a:gd name="connsiteX602" fmla="*/ 5294042 w 7467600"/>
              <a:gd name="connsiteY602" fmla="*/ 2065019 h 6858000"/>
              <a:gd name="connsiteX603" fmla="*/ 5171936 w 7467600"/>
              <a:gd name="connsiteY603" fmla="*/ 1647613 h 6858000"/>
              <a:gd name="connsiteX604" fmla="*/ 5009948 w 7467600"/>
              <a:gd name="connsiteY604" fmla="*/ 1273619 h 6858000"/>
              <a:gd name="connsiteX605" fmla="*/ 655236 w 7467600"/>
              <a:gd name="connsiteY605" fmla="*/ 1268632 h 6858000"/>
              <a:gd name="connsiteX606" fmla="*/ 839521 w 7467600"/>
              <a:gd name="connsiteY606" fmla="*/ 1685315 h 6858000"/>
              <a:gd name="connsiteX607" fmla="*/ 1109416 w 7467600"/>
              <a:gd name="connsiteY607" fmla="*/ 2061663 h 6858000"/>
              <a:gd name="connsiteX608" fmla="*/ 1298300 w 7467600"/>
              <a:gd name="connsiteY608" fmla="*/ 2247742 h 6858000"/>
              <a:gd name="connsiteX609" fmla="*/ 1125871 w 7467600"/>
              <a:gd name="connsiteY609" fmla="*/ 1989513 h 6858000"/>
              <a:gd name="connsiteX610" fmla="*/ 981574 w 7467600"/>
              <a:gd name="connsiteY610" fmla="*/ 1783157 h 6858000"/>
              <a:gd name="connsiteX611" fmla="*/ 922198 w 7467600"/>
              <a:gd name="connsiteY611" fmla="*/ 1677437 h 6858000"/>
              <a:gd name="connsiteX612" fmla="*/ 869293 w 7467600"/>
              <a:gd name="connsiteY612" fmla="*/ 1583214 h 6858000"/>
              <a:gd name="connsiteX613" fmla="*/ 751431 w 7467600"/>
              <a:gd name="connsiteY613" fmla="*/ 1405731 h 6858000"/>
              <a:gd name="connsiteX614" fmla="*/ 655236 w 7467600"/>
              <a:gd name="connsiteY614" fmla="*/ 1268632 h 6858000"/>
              <a:gd name="connsiteX615" fmla="*/ 6516292 w 7467600"/>
              <a:gd name="connsiteY615" fmla="*/ 1263064 h 6858000"/>
              <a:gd name="connsiteX616" fmla="*/ 5736320 w 7467600"/>
              <a:gd name="connsiteY616" fmla="*/ 1501803 h 6858000"/>
              <a:gd name="connsiteX617" fmla="*/ 6516292 w 7467600"/>
              <a:gd name="connsiteY617" fmla="*/ 1263064 h 6858000"/>
              <a:gd name="connsiteX618" fmla="*/ 291466 w 7467600"/>
              <a:gd name="connsiteY618" fmla="*/ 1250369 h 6858000"/>
              <a:gd name="connsiteX619" fmla="*/ 323180 w 7467600"/>
              <a:gd name="connsiteY619" fmla="*/ 1435283 h 6858000"/>
              <a:gd name="connsiteX620" fmla="*/ 349381 w 7467600"/>
              <a:gd name="connsiteY620" fmla="*/ 1875041 h 6858000"/>
              <a:gd name="connsiteX621" fmla="*/ 374363 w 7467600"/>
              <a:gd name="connsiteY621" fmla="*/ 1506494 h 6858000"/>
              <a:gd name="connsiteX622" fmla="*/ 302168 w 7467600"/>
              <a:gd name="connsiteY622" fmla="*/ 1274495 h 6858000"/>
              <a:gd name="connsiteX623" fmla="*/ 291466 w 7467600"/>
              <a:gd name="connsiteY623" fmla="*/ 1250369 h 6858000"/>
              <a:gd name="connsiteX624" fmla="*/ 678222 w 7467600"/>
              <a:gd name="connsiteY624" fmla="*/ 1248670 h 6858000"/>
              <a:gd name="connsiteX625" fmla="*/ 775536 w 7467600"/>
              <a:gd name="connsiteY625" fmla="*/ 1388015 h 6858000"/>
              <a:gd name="connsiteX626" fmla="*/ 894529 w 7467600"/>
              <a:gd name="connsiteY626" fmla="*/ 1567739 h 6858000"/>
              <a:gd name="connsiteX627" fmla="*/ 948000 w 7467600"/>
              <a:gd name="connsiteY627" fmla="*/ 1663088 h 6858000"/>
              <a:gd name="connsiteX628" fmla="*/ 1006812 w 7467600"/>
              <a:gd name="connsiteY628" fmla="*/ 1767683 h 6858000"/>
              <a:gd name="connsiteX629" fmla="*/ 1149133 w 7467600"/>
              <a:gd name="connsiteY629" fmla="*/ 1971513 h 6858000"/>
              <a:gd name="connsiteX630" fmla="*/ 1333952 w 7467600"/>
              <a:gd name="connsiteY630" fmla="*/ 2251620 h 6858000"/>
              <a:gd name="connsiteX631" fmla="*/ 1337329 w 7467600"/>
              <a:gd name="connsiteY631" fmla="*/ 2258350 h 6858000"/>
              <a:gd name="connsiteX632" fmla="*/ 1014726 w 7467600"/>
              <a:gd name="connsiteY632" fmla="*/ 1615556 h 6858000"/>
              <a:gd name="connsiteX633" fmla="*/ 678222 w 7467600"/>
              <a:gd name="connsiteY633" fmla="*/ 1248670 h 6858000"/>
              <a:gd name="connsiteX634" fmla="*/ 6691602 w 7467600"/>
              <a:gd name="connsiteY634" fmla="*/ 1140573 h 6858000"/>
              <a:gd name="connsiteX635" fmla="*/ 6571100 w 7467600"/>
              <a:gd name="connsiteY635" fmla="*/ 1183662 h 6858000"/>
              <a:gd name="connsiteX636" fmla="*/ 6241687 w 7467600"/>
              <a:gd name="connsiteY636" fmla="*/ 1257600 h 6858000"/>
              <a:gd name="connsiteX637" fmla="*/ 5693009 w 7467600"/>
              <a:gd name="connsiteY637" fmla="*/ 1478256 h 6858000"/>
              <a:gd name="connsiteX638" fmla="*/ 6548420 w 7467600"/>
              <a:gd name="connsiteY638" fmla="*/ 1214599 h 6858000"/>
              <a:gd name="connsiteX639" fmla="*/ 6605473 w 7467600"/>
              <a:gd name="connsiteY639" fmla="*/ 1184686 h 6858000"/>
              <a:gd name="connsiteX640" fmla="*/ 6691602 w 7467600"/>
              <a:gd name="connsiteY640" fmla="*/ 1140573 h 6858000"/>
              <a:gd name="connsiteX641" fmla="*/ 4002475 w 7467600"/>
              <a:gd name="connsiteY641" fmla="*/ 1037802 h 6858000"/>
              <a:gd name="connsiteX642" fmla="*/ 4000324 w 7467600"/>
              <a:gd name="connsiteY642" fmla="*/ 1039362 h 6858000"/>
              <a:gd name="connsiteX643" fmla="*/ 4002862 w 7467600"/>
              <a:gd name="connsiteY643" fmla="*/ 1042866 h 6858000"/>
              <a:gd name="connsiteX644" fmla="*/ 4002475 w 7467600"/>
              <a:gd name="connsiteY644" fmla="*/ 1037802 h 6858000"/>
              <a:gd name="connsiteX645" fmla="*/ 506322 w 7467600"/>
              <a:gd name="connsiteY645" fmla="*/ 1020997 h 6858000"/>
              <a:gd name="connsiteX646" fmla="*/ 533068 w 7467600"/>
              <a:gd name="connsiteY646" fmla="*/ 1029409 h 6858000"/>
              <a:gd name="connsiteX647" fmla="*/ 1232525 w 7467600"/>
              <a:gd name="connsiteY647" fmla="*/ 1804675 h 6858000"/>
              <a:gd name="connsiteX648" fmla="*/ 1388858 w 7467600"/>
              <a:gd name="connsiteY648" fmla="*/ 2368011 h 6858000"/>
              <a:gd name="connsiteX649" fmla="*/ 1384098 w 7467600"/>
              <a:gd name="connsiteY649" fmla="*/ 2378125 h 6858000"/>
              <a:gd name="connsiteX650" fmla="*/ 1425393 w 7467600"/>
              <a:gd name="connsiteY650" fmla="*/ 2589124 h 6858000"/>
              <a:gd name="connsiteX651" fmla="*/ 1424001 w 7467600"/>
              <a:gd name="connsiteY651" fmla="*/ 2597541 h 6858000"/>
              <a:gd name="connsiteX652" fmla="*/ 2152729 w 7467600"/>
              <a:gd name="connsiteY652" fmla="*/ 2864487 h 6858000"/>
              <a:gd name="connsiteX653" fmla="*/ 2020609 w 7467600"/>
              <a:gd name="connsiteY653" fmla="*/ 2539671 h 6858000"/>
              <a:gd name="connsiteX654" fmla="*/ 2018920 w 7467600"/>
              <a:gd name="connsiteY654" fmla="*/ 2536309 h 6858000"/>
              <a:gd name="connsiteX655" fmla="*/ 1342441 w 7467600"/>
              <a:gd name="connsiteY655" fmla="*/ 1173017 h 6858000"/>
              <a:gd name="connsiteX656" fmla="*/ 1367925 w 7467600"/>
              <a:gd name="connsiteY656" fmla="*/ 1135648 h 6858000"/>
              <a:gd name="connsiteX657" fmla="*/ 1771401 w 7467600"/>
              <a:gd name="connsiteY657" fmla="*/ 1806673 h 6858000"/>
              <a:gd name="connsiteX658" fmla="*/ 1972385 w 7467600"/>
              <a:gd name="connsiteY658" fmla="*/ 2198735 h 6858000"/>
              <a:gd name="connsiteX659" fmla="*/ 2040892 w 7467600"/>
              <a:gd name="connsiteY659" fmla="*/ 2405205 h 6858000"/>
              <a:gd name="connsiteX660" fmla="*/ 2131689 w 7467600"/>
              <a:gd name="connsiteY660" fmla="*/ 1936926 h 6858000"/>
              <a:gd name="connsiteX661" fmla="*/ 2454820 w 7467600"/>
              <a:gd name="connsiteY661" fmla="*/ 1248808 h 6858000"/>
              <a:gd name="connsiteX662" fmla="*/ 2492512 w 7467600"/>
              <a:gd name="connsiteY662" fmla="*/ 1302920 h 6858000"/>
              <a:gd name="connsiteX663" fmla="*/ 2081216 w 7467600"/>
              <a:gd name="connsiteY663" fmla="*/ 2527513 h 6858000"/>
              <a:gd name="connsiteX664" fmla="*/ 2081211 w 7467600"/>
              <a:gd name="connsiteY664" fmla="*/ 2528916 h 6858000"/>
              <a:gd name="connsiteX665" fmla="*/ 2199067 w 7467600"/>
              <a:gd name="connsiteY665" fmla="*/ 2884061 h 6858000"/>
              <a:gd name="connsiteX666" fmla="*/ 3192586 w 7467600"/>
              <a:gd name="connsiteY666" fmla="*/ 3411496 h 6858000"/>
              <a:gd name="connsiteX667" fmla="*/ 3182620 w 7467600"/>
              <a:gd name="connsiteY667" fmla="*/ 3483279 h 6858000"/>
              <a:gd name="connsiteX668" fmla="*/ 2435119 w 7467600"/>
              <a:gd name="connsiteY668" fmla="*/ 3080173 h 6858000"/>
              <a:gd name="connsiteX669" fmla="*/ 2410152 w 7467600"/>
              <a:gd name="connsiteY669" fmla="*/ 3063751 h 6858000"/>
              <a:gd name="connsiteX670" fmla="*/ 2408099 w 7467600"/>
              <a:gd name="connsiteY670" fmla="*/ 3064403 h 6858000"/>
              <a:gd name="connsiteX671" fmla="*/ 2407218 w 7467600"/>
              <a:gd name="connsiteY671" fmla="*/ 3070324 h 6858000"/>
              <a:gd name="connsiteX672" fmla="*/ 2380138 w 7467600"/>
              <a:gd name="connsiteY672" fmla="*/ 3099341 h 6858000"/>
              <a:gd name="connsiteX673" fmla="*/ 1765923 w 7467600"/>
              <a:gd name="connsiteY673" fmla="*/ 3581043 h 6858000"/>
              <a:gd name="connsiteX674" fmla="*/ 1702258 w 7467600"/>
              <a:gd name="connsiteY674" fmla="*/ 3612286 h 6858000"/>
              <a:gd name="connsiteX675" fmla="*/ 1538370 w 7467600"/>
              <a:gd name="connsiteY675" fmla="*/ 3811804 h 6858000"/>
              <a:gd name="connsiteX676" fmla="*/ 542867 w 7467600"/>
              <a:gd name="connsiteY676" fmla="*/ 4944092 h 6858000"/>
              <a:gd name="connsiteX677" fmla="*/ 515800 w 7467600"/>
              <a:gd name="connsiteY677" fmla="*/ 4862180 h 6858000"/>
              <a:gd name="connsiteX678" fmla="*/ 909145 w 7467600"/>
              <a:gd name="connsiteY678" fmla="*/ 4199225 h 6858000"/>
              <a:gd name="connsiteX679" fmla="*/ 1214067 w 7467600"/>
              <a:gd name="connsiteY679" fmla="*/ 3908561 h 6858000"/>
              <a:gd name="connsiteX680" fmla="*/ 640967 w 7467600"/>
              <a:gd name="connsiteY680" fmla="*/ 4105601 h 6858000"/>
              <a:gd name="connsiteX681" fmla="*/ 112563 w 7467600"/>
              <a:gd name="connsiteY681" fmla="*/ 4396952 h 6858000"/>
              <a:gd name="connsiteX682" fmla="*/ 0 w 7467600"/>
              <a:gd name="connsiteY682" fmla="*/ 4466006 h 6858000"/>
              <a:gd name="connsiteX683" fmla="*/ 0 w 7467600"/>
              <a:gd name="connsiteY683" fmla="*/ 4233763 h 6858000"/>
              <a:gd name="connsiteX684" fmla="*/ 36881 w 7467600"/>
              <a:gd name="connsiteY684" fmla="*/ 4200118 h 6858000"/>
              <a:gd name="connsiteX685" fmla="*/ 910534 w 7467600"/>
              <a:gd name="connsiteY685" fmla="*/ 3629753 h 6858000"/>
              <a:gd name="connsiteX686" fmla="*/ 1578717 w 7467600"/>
              <a:gd name="connsiteY686" fmla="*/ 3575982 h 6858000"/>
              <a:gd name="connsiteX687" fmla="*/ 2338780 w 7467600"/>
              <a:gd name="connsiteY687" fmla="*/ 3033725 h 6858000"/>
              <a:gd name="connsiteX688" fmla="*/ 1807991 w 7467600"/>
              <a:gd name="connsiteY688" fmla="*/ 2807184 h 6858000"/>
              <a:gd name="connsiteX689" fmla="*/ 1416358 w 7467600"/>
              <a:gd name="connsiteY689" fmla="*/ 3112571 h 6858000"/>
              <a:gd name="connsiteX690" fmla="*/ 939066 w 7467600"/>
              <a:gd name="connsiteY690" fmla="*/ 3378798 h 6858000"/>
              <a:gd name="connsiteX691" fmla="*/ 115099 w 7467600"/>
              <a:gd name="connsiteY691" fmla="*/ 3607650 h 6858000"/>
              <a:gd name="connsiteX692" fmla="*/ 97284 w 7467600"/>
              <a:gd name="connsiteY692" fmla="*/ 3520393 h 6858000"/>
              <a:gd name="connsiteX693" fmla="*/ 922050 w 7467600"/>
              <a:gd name="connsiteY693" fmla="*/ 3074867 h 6858000"/>
              <a:gd name="connsiteX694" fmla="*/ 1405265 w 7467600"/>
              <a:gd name="connsiteY694" fmla="*/ 3016319 h 6858000"/>
              <a:gd name="connsiteX695" fmla="*/ 1407512 w 7467600"/>
              <a:gd name="connsiteY695" fmla="*/ 3018001 h 6858000"/>
              <a:gd name="connsiteX696" fmla="*/ 1726266 w 7467600"/>
              <a:gd name="connsiteY696" fmla="*/ 2777274 h 6858000"/>
              <a:gd name="connsiteX697" fmla="*/ 625390 w 7467600"/>
              <a:gd name="connsiteY697" fmla="*/ 2514541 h 6858000"/>
              <a:gd name="connsiteX698" fmla="*/ 619799 w 7467600"/>
              <a:gd name="connsiteY698" fmla="*/ 2527180 h 6858000"/>
              <a:gd name="connsiteX699" fmla="*/ 310030 w 7467600"/>
              <a:gd name="connsiteY699" fmla="*/ 2771818 h 6858000"/>
              <a:gd name="connsiteX700" fmla="*/ 173877 w 7467600"/>
              <a:gd name="connsiteY700" fmla="*/ 2937056 h 6858000"/>
              <a:gd name="connsiteX701" fmla="*/ 77889 w 7467600"/>
              <a:gd name="connsiteY701" fmla="*/ 3138440 h 6858000"/>
              <a:gd name="connsiteX702" fmla="*/ 0 w 7467600"/>
              <a:gd name="connsiteY702" fmla="*/ 3271395 h 6858000"/>
              <a:gd name="connsiteX703" fmla="*/ 0 w 7467600"/>
              <a:gd name="connsiteY703" fmla="*/ 3153002 h 6858000"/>
              <a:gd name="connsiteX704" fmla="*/ 2386 w 7467600"/>
              <a:gd name="connsiteY704" fmla="*/ 3149203 h 6858000"/>
              <a:gd name="connsiteX705" fmla="*/ 89753 w 7467600"/>
              <a:gd name="connsiteY705" fmla="*/ 2987702 h 6858000"/>
              <a:gd name="connsiteX706" fmla="*/ 76869 w 7467600"/>
              <a:gd name="connsiteY706" fmla="*/ 3005404 h 6858000"/>
              <a:gd name="connsiteX707" fmla="*/ 32049 w 7467600"/>
              <a:gd name="connsiteY707" fmla="*/ 3065814 h 6858000"/>
              <a:gd name="connsiteX708" fmla="*/ 0 w 7467600"/>
              <a:gd name="connsiteY708" fmla="*/ 3108744 h 6858000"/>
              <a:gd name="connsiteX709" fmla="*/ 0 w 7467600"/>
              <a:gd name="connsiteY709" fmla="*/ 3058059 h 6858000"/>
              <a:gd name="connsiteX710" fmla="*/ 7610 w 7467600"/>
              <a:gd name="connsiteY710" fmla="*/ 3047889 h 6858000"/>
              <a:gd name="connsiteX711" fmla="*/ 52419 w 7467600"/>
              <a:gd name="connsiteY711" fmla="*/ 2987479 h 6858000"/>
              <a:gd name="connsiteX712" fmla="*/ 59142 w 7467600"/>
              <a:gd name="connsiteY712" fmla="*/ 2978488 h 6858000"/>
              <a:gd name="connsiteX713" fmla="*/ 0 w 7467600"/>
              <a:gd name="connsiteY713" fmla="*/ 3015334 h 6858000"/>
              <a:gd name="connsiteX714" fmla="*/ 0 w 7467600"/>
              <a:gd name="connsiteY714" fmla="*/ 2914286 h 6858000"/>
              <a:gd name="connsiteX715" fmla="*/ 36383 w 7467600"/>
              <a:gd name="connsiteY715" fmla="*/ 2901128 h 6858000"/>
              <a:gd name="connsiteX716" fmla="*/ 156329 w 7467600"/>
              <a:gd name="connsiteY716" fmla="*/ 2840533 h 6858000"/>
              <a:gd name="connsiteX717" fmla="*/ 358355 w 7467600"/>
              <a:gd name="connsiteY717" fmla="*/ 2620471 h 6858000"/>
              <a:gd name="connsiteX718" fmla="*/ 510577 w 7467600"/>
              <a:gd name="connsiteY718" fmla="*/ 2501244 h 6858000"/>
              <a:gd name="connsiteX719" fmla="*/ 211967 w 7467600"/>
              <a:gd name="connsiteY719" fmla="*/ 2479171 h 6858000"/>
              <a:gd name="connsiteX720" fmla="*/ 0 w 7467600"/>
              <a:gd name="connsiteY720" fmla="*/ 2476398 h 6858000"/>
              <a:gd name="connsiteX721" fmla="*/ 0 w 7467600"/>
              <a:gd name="connsiteY721" fmla="*/ 2389189 h 6858000"/>
              <a:gd name="connsiteX722" fmla="*/ 103062 w 7467600"/>
              <a:gd name="connsiteY722" fmla="*/ 2389518 h 6858000"/>
              <a:gd name="connsiteX723" fmla="*/ 510734 w 7467600"/>
              <a:gd name="connsiteY723" fmla="*/ 2416201 h 6858000"/>
              <a:gd name="connsiteX724" fmla="*/ 279257 w 7467600"/>
              <a:gd name="connsiteY724" fmla="*/ 2092102 h 6858000"/>
              <a:gd name="connsiteX725" fmla="*/ 65265 w 7467600"/>
              <a:gd name="connsiteY725" fmla="*/ 2006049 h 6858000"/>
              <a:gd name="connsiteX726" fmla="*/ 0 w 7467600"/>
              <a:gd name="connsiteY726" fmla="*/ 1982532 h 6858000"/>
              <a:gd name="connsiteX727" fmla="*/ 0 w 7467600"/>
              <a:gd name="connsiteY727" fmla="*/ 1912789 h 6858000"/>
              <a:gd name="connsiteX728" fmla="*/ 97460 w 7467600"/>
              <a:gd name="connsiteY728" fmla="*/ 1953725 h 6858000"/>
              <a:gd name="connsiteX729" fmla="*/ 221272 w 7467600"/>
              <a:gd name="connsiteY729" fmla="*/ 1980766 h 6858000"/>
              <a:gd name="connsiteX730" fmla="*/ 116765 w 7467600"/>
              <a:gd name="connsiteY730" fmla="*/ 1911033 h 6858000"/>
              <a:gd name="connsiteX731" fmla="*/ 16405 w 7467600"/>
              <a:gd name="connsiteY731" fmla="*/ 1803412 h 6858000"/>
              <a:gd name="connsiteX732" fmla="*/ 0 w 7467600"/>
              <a:gd name="connsiteY732" fmla="*/ 1784777 h 6858000"/>
              <a:gd name="connsiteX733" fmla="*/ 0 w 7467600"/>
              <a:gd name="connsiteY733" fmla="*/ 1740082 h 6858000"/>
              <a:gd name="connsiteX734" fmla="*/ 39394 w 7467600"/>
              <a:gd name="connsiteY734" fmla="*/ 1784856 h 6858000"/>
              <a:gd name="connsiteX735" fmla="*/ 135813 w 7467600"/>
              <a:gd name="connsiteY735" fmla="*/ 1888838 h 6858000"/>
              <a:gd name="connsiteX736" fmla="*/ 242575 w 7467600"/>
              <a:gd name="connsiteY736" fmla="*/ 1958841 h 6858000"/>
              <a:gd name="connsiteX737" fmla="*/ 82197 w 7467600"/>
              <a:gd name="connsiteY737" fmla="*/ 1754826 h 6858000"/>
              <a:gd name="connsiteX738" fmla="*/ 0 w 7467600"/>
              <a:gd name="connsiteY738" fmla="*/ 1679650 h 6858000"/>
              <a:gd name="connsiteX739" fmla="*/ 0 w 7467600"/>
              <a:gd name="connsiteY739" fmla="*/ 1602463 h 6858000"/>
              <a:gd name="connsiteX740" fmla="*/ 84689 w 7467600"/>
              <a:gd name="connsiteY740" fmla="*/ 1677442 h 6858000"/>
              <a:gd name="connsiteX741" fmla="*/ 298437 w 7467600"/>
              <a:gd name="connsiteY741" fmla="*/ 1968019 h 6858000"/>
              <a:gd name="connsiteX742" fmla="*/ 227269 w 7467600"/>
              <a:gd name="connsiteY742" fmla="*/ 1114064 h 6858000"/>
              <a:gd name="connsiteX743" fmla="*/ 248003 w 7467600"/>
              <a:gd name="connsiteY743" fmla="*/ 1089613 h 6858000"/>
              <a:gd name="connsiteX744" fmla="*/ 427020 w 7467600"/>
              <a:gd name="connsiteY744" fmla="*/ 1619803 h 6858000"/>
              <a:gd name="connsiteX745" fmla="*/ 340345 w 7467600"/>
              <a:gd name="connsiteY745" fmla="*/ 2027739 h 6858000"/>
              <a:gd name="connsiteX746" fmla="*/ 360865 w 7467600"/>
              <a:gd name="connsiteY746" fmla="*/ 2044827 h 6858000"/>
              <a:gd name="connsiteX747" fmla="*/ 560414 w 7467600"/>
              <a:gd name="connsiteY747" fmla="*/ 2421457 h 6858000"/>
              <a:gd name="connsiteX748" fmla="*/ 1359703 w 7467600"/>
              <a:gd name="connsiteY748" fmla="*/ 2578554 h 6858000"/>
              <a:gd name="connsiteX749" fmla="*/ 1359422 w 7467600"/>
              <a:gd name="connsiteY749" fmla="*/ 2577994 h 6858000"/>
              <a:gd name="connsiteX750" fmla="*/ 828701 w 7467600"/>
              <a:gd name="connsiteY750" fmla="*/ 1839520 h 6858000"/>
              <a:gd name="connsiteX751" fmla="*/ 494427 w 7467600"/>
              <a:gd name="connsiteY751" fmla="*/ 1092333 h 6858000"/>
              <a:gd name="connsiteX752" fmla="*/ 506322 w 7467600"/>
              <a:gd name="connsiteY752" fmla="*/ 1020997 h 6858000"/>
              <a:gd name="connsiteX753" fmla="*/ 4570198 w 7467600"/>
              <a:gd name="connsiteY753" fmla="*/ 978081 h 6858000"/>
              <a:gd name="connsiteX754" fmla="*/ 4523691 w 7467600"/>
              <a:gd name="connsiteY754" fmla="*/ 1127776 h 6858000"/>
              <a:gd name="connsiteX755" fmla="*/ 4509875 w 7467600"/>
              <a:gd name="connsiteY755" fmla="*/ 1167552 h 6858000"/>
              <a:gd name="connsiteX756" fmla="*/ 4478168 w 7467600"/>
              <a:gd name="connsiteY756" fmla="*/ 1260735 h 6858000"/>
              <a:gd name="connsiteX757" fmla="*/ 4409309 w 7467600"/>
              <a:gd name="connsiteY757" fmla="*/ 1666996 h 6858000"/>
              <a:gd name="connsiteX758" fmla="*/ 4370031 w 7467600"/>
              <a:gd name="connsiteY758" fmla="*/ 1955666 h 6858000"/>
              <a:gd name="connsiteX759" fmla="*/ 4570198 w 7467600"/>
              <a:gd name="connsiteY759" fmla="*/ 978081 h 6858000"/>
              <a:gd name="connsiteX760" fmla="*/ 4557898 w 7467600"/>
              <a:gd name="connsiteY760" fmla="*/ 900011 h 6858000"/>
              <a:gd name="connsiteX761" fmla="*/ 4344840 w 7467600"/>
              <a:gd name="connsiteY761" fmla="*/ 1922038 h 6858000"/>
              <a:gd name="connsiteX762" fmla="*/ 4378710 w 7467600"/>
              <a:gd name="connsiteY762" fmla="*/ 1665516 h 6858000"/>
              <a:gd name="connsiteX763" fmla="*/ 4448798 w 7467600"/>
              <a:gd name="connsiteY763" fmla="*/ 1253024 h 6858000"/>
              <a:gd name="connsiteX764" fmla="*/ 4480315 w 7467600"/>
              <a:gd name="connsiteY764" fmla="*/ 1158454 h 6858000"/>
              <a:gd name="connsiteX765" fmla="*/ 4494133 w 7467600"/>
              <a:gd name="connsiteY765" fmla="*/ 1118676 h 6858000"/>
              <a:gd name="connsiteX766" fmla="*/ 4557898 w 7467600"/>
              <a:gd name="connsiteY766" fmla="*/ 900011 h 6858000"/>
              <a:gd name="connsiteX767" fmla="*/ 5870151 w 7467600"/>
              <a:gd name="connsiteY767" fmla="*/ 898890 h 6858000"/>
              <a:gd name="connsiteX768" fmla="*/ 5861335 w 7467600"/>
              <a:gd name="connsiteY768" fmla="*/ 899177 h 6858000"/>
              <a:gd name="connsiteX769" fmla="*/ 5843702 w 7467600"/>
              <a:gd name="connsiteY769" fmla="*/ 899748 h 6858000"/>
              <a:gd name="connsiteX770" fmla="*/ 5651107 w 7467600"/>
              <a:gd name="connsiteY770" fmla="*/ 920306 h 6858000"/>
              <a:gd name="connsiteX771" fmla="*/ 5459407 w 7467600"/>
              <a:gd name="connsiteY771" fmla="*/ 940975 h 6858000"/>
              <a:gd name="connsiteX772" fmla="*/ 5374846 w 7467600"/>
              <a:gd name="connsiteY772" fmla="*/ 941988 h 6858000"/>
              <a:gd name="connsiteX773" fmla="*/ 5256105 w 7467600"/>
              <a:gd name="connsiteY773" fmla="*/ 945632 h 6858000"/>
              <a:gd name="connsiteX774" fmla="*/ 5107071 w 7467600"/>
              <a:gd name="connsiteY774" fmla="*/ 969720 h 6858000"/>
              <a:gd name="connsiteX775" fmla="*/ 4998681 w 7467600"/>
              <a:gd name="connsiteY775" fmla="*/ 988771 h 6858000"/>
              <a:gd name="connsiteX776" fmla="*/ 5870151 w 7467600"/>
              <a:gd name="connsiteY776" fmla="*/ 898890 h 6858000"/>
              <a:gd name="connsiteX777" fmla="*/ 5504425 w 7467600"/>
              <a:gd name="connsiteY777" fmla="*/ 848067 h 6858000"/>
              <a:gd name="connsiteX778" fmla="*/ 4968849 w 7467600"/>
              <a:gd name="connsiteY778" fmla="*/ 962318 h 6858000"/>
              <a:gd name="connsiteX779" fmla="*/ 5104039 w 7467600"/>
              <a:gd name="connsiteY779" fmla="*/ 940634 h 6858000"/>
              <a:gd name="connsiteX780" fmla="*/ 5256311 w 7467600"/>
              <a:gd name="connsiteY780" fmla="*/ 916490 h 6858000"/>
              <a:gd name="connsiteX781" fmla="*/ 5377381 w 7467600"/>
              <a:gd name="connsiteY781" fmla="*/ 912671 h 6858000"/>
              <a:gd name="connsiteX782" fmla="*/ 5460148 w 7467600"/>
              <a:gd name="connsiteY782" fmla="*/ 911442 h 6858000"/>
              <a:gd name="connsiteX783" fmla="*/ 5648971 w 7467600"/>
              <a:gd name="connsiteY783" fmla="*/ 891331 h 6858000"/>
              <a:gd name="connsiteX784" fmla="*/ 5844807 w 7467600"/>
              <a:gd name="connsiteY784" fmla="*/ 870718 h 6858000"/>
              <a:gd name="connsiteX785" fmla="*/ 5862975 w 7467600"/>
              <a:gd name="connsiteY785" fmla="*/ 869756 h 6858000"/>
              <a:gd name="connsiteX786" fmla="*/ 5920887 w 7467600"/>
              <a:gd name="connsiteY786" fmla="*/ 865929 h 6858000"/>
              <a:gd name="connsiteX787" fmla="*/ 5504425 w 7467600"/>
              <a:gd name="connsiteY787" fmla="*/ 848067 h 6858000"/>
              <a:gd name="connsiteX788" fmla="*/ 3607114 w 7467600"/>
              <a:gd name="connsiteY788" fmla="*/ 467441 h 6858000"/>
              <a:gd name="connsiteX789" fmla="*/ 3296242 w 7467600"/>
              <a:gd name="connsiteY789" fmla="*/ 807991 h 6858000"/>
              <a:gd name="connsiteX790" fmla="*/ 3174674 w 7467600"/>
              <a:gd name="connsiteY790" fmla="*/ 919759 h 6858000"/>
              <a:gd name="connsiteX791" fmla="*/ 3042978 w 7467600"/>
              <a:gd name="connsiteY791" fmla="*/ 1054894 h 6858000"/>
              <a:gd name="connsiteX792" fmla="*/ 2968914 w 7467600"/>
              <a:gd name="connsiteY792" fmla="*/ 1133756 h 6858000"/>
              <a:gd name="connsiteX793" fmla="*/ 3103823 w 7467600"/>
              <a:gd name="connsiteY793" fmla="*/ 1026814 h 6858000"/>
              <a:gd name="connsiteX794" fmla="*/ 3607114 w 7467600"/>
              <a:gd name="connsiteY794" fmla="*/ 467441 h 6858000"/>
              <a:gd name="connsiteX795" fmla="*/ 3744487 w 7467600"/>
              <a:gd name="connsiteY795" fmla="*/ 383136 h 6858000"/>
              <a:gd name="connsiteX796" fmla="*/ 3970213 w 7467600"/>
              <a:gd name="connsiteY796" fmla="*/ 995559 h 6858000"/>
              <a:gd name="connsiteX797" fmla="*/ 3744487 w 7467600"/>
              <a:gd name="connsiteY797" fmla="*/ 383136 h 6858000"/>
              <a:gd name="connsiteX798" fmla="*/ 3624562 w 7467600"/>
              <a:gd name="connsiteY798" fmla="*/ 367041 h 6858000"/>
              <a:gd name="connsiteX799" fmla="*/ 3489712 w 7467600"/>
              <a:gd name="connsiteY799" fmla="*/ 485386 h 6858000"/>
              <a:gd name="connsiteX800" fmla="*/ 3182994 w 7467600"/>
              <a:gd name="connsiteY800" fmla="*/ 828265 h 6858000"/>
              <a:gd name="connsiteX801" fmla="*/ 2892114 w 7467600"/>
              <a:gd name="connsiteY801" fmla="*/ 1172635 h 6858000"/>
              <a:gd name="connsiteX802" fmla="*/ 3021459 w 7467600"/>
              <a:gd name="connsiteY802" fmla="*/ 1035385 h 6858000"/>
              <a:gd name="connsiteX803" fmla="*/ 3153873 w 7467600"/>
              <a:gd name="connsiteY803" fmla="*/ 898971 h 6858000"/>
              <a:gd name="connsiteX804" fmla="*/ 3276511 w 7467600"/>
              <a:gd name="connsiteY804" fmla="*/ 786423 h 6858000"/>
              <a:gd name="connsiteX805" fmla="*/ 3584154 w 7467600"/>
              <a:gd name="connsiteY805" fmla="*/ 448218 h 6858000"/>
              <a:gd name="connsiteX806" fmla="*/ 3624562 w 7467600"/>
              <a:gd name="connsiteY806" fmla="*/ 367041 h 6858000"/>
              <a:gd name="connsiteX807" fmla="*/ 3766672 w 7467600"/>
              <a:gd name="connsiteY807" fmla="*/ 359429 h 6858000"/>
              <a:gd name="connsiteX808" fmla="*/ 3996338 w 7467600"/>
              <a:gd name="connsiteY808" fmla="*/ 968237 h 6858000"/>
              <a:gd name="connsiteX809" fmla="*/ 3766672 w 7467600"/>
              <a:gd name="connsiteY809" fmla="*/ 359429 h 6858000"/>
              <a:gd name="connsiteX810" fmla="*/ 5805386 w 7467600"/>
              <a:gd name="connsiteY810" fmla="*/ 239240 h 6858000"/>
              <a:gd name="connsiteX811" fmla="*/ 5736947 w 7467600"/>
              <a:gd name="connsiteY811" fmla="*/ 261367 h 6858000"/>
              <a:gd name="connsiteX812" fmla="*/ 5427012 w 7467600"/>
              <a:gd name="connsiteY812" fmla="*/ 311272 h 6858000"/>
              <a:gd name="connsiteX813" fmla="*/ 5147818 w 7467600"/>
              <a:gd name="connsiteY813" fmla="*/ 322112 h 6858000"/>
              <a:gd name="connsiteX814" fmla="*/ 5060854 w 7467600"/>
              <a:gd name="connsiteY814" fmla="*/ 311882 h 6858000"/>
              <a:gd name="connsiteX815" fmla="*/ 4945989 w 7467600"/>
              <a:gd name="connsiteY815" fmla="*/ 300516 h 6858000"/>
              <a:gd name="connsiteX816" fmla="*/ 5410479 w 7467600"/>
              <a:gd name="connsiteY816" fmla="*/ 348434 h 6858000"/>
              <a:gd name="connsiteX817" fmla="*/ 5805386 w 7467600"/>
              <a:gd name="connsiteY817" fmla="*/ 239240 h 6858000"/>
              <a:gd name="connsiteX818" fmla="*/ 5905192 w 7467600"/>
              <a:gd name="connsiteY818" fmla="*/ 163079 h 6858000"/>
              <a:gd name="connsiteX819" fmla="*/ 5865655 w 7467600"/>
              <a:gd name="connsiteY819" fmla="*/ 171901 h 6858000"/>
              <a:gd name="connsiteX820" fmla="*/ 5259740 w 7467600"/>
              <a:gd name="connsiteY820" fmla="*/ 257013 h 6858000"/>
              <a:gd name="connsiteX821" fmla="*/ 5208466 w 7467600"/>
              <a:gd name="connsiteY821" fmla="*/ 257550 h 6858000"/>
              <a:gd name="connsiteX822" fmla="*/ 4980204 w 7467600"/>
              <a:gd name="connsiteY822" fmla="*/ 271903 h 6858000"/>
              <a:gd name="connsiteX823" fmla="*/ 5068068 w 7467600"/>
              <a:gd name="connsiteY823" fmla="*/ 282244 h 6858000"/>
              <a:gd name="connsiteX824" fmla="*/ 5153231 w 7467600"/>
              <a:gd name="connsiteY824" fmla="*/ 292240 h 6858000"/>
              <a:gd name="connsiteX825" fmla="*/ 5426491 w 7467600"/>
              <a:gd name="connsiteY825" fmla="*/ 281128 h 6858000"/>
              <a:gd name="connsiteX826" fmla="*/ 5731212 w 7467600"/>
              <a:gd name="connsiteY826" fmla="*/ 231951 h 6858000"/>
              <a:gd name="connsiteX827" fmla="*/ 5905192 w 7467600"/>
              <a:gd name="connsiteY827" fmla="*/ 163079 h 6858000"/>
              <a:gd name="connsiteX828" fmla="*/ 5944437 w 7467600"/>
              <a:gd name="connsiteY828" fmla="*/ 113829 h 6858000"/>
              <a:gd name="connsiteX829" fmla="*/ 5825032 w 7467600"/>
              <a:gd name="connsiteY829" fmla="*/ 146405 h 6858000"/>
              <a:gd name="connsiteX830" fmla="*/ 4955599 w 7467600"/>
              <a:gd name="connsiteY830" fmla="*/ 247008 h 6858000"/>
              <a:gd name="connsiteX831" fmla="*/ 5210104 w 7467600"/>
              <a:gd name="connsiteY831" fmla="*/ 228123 h 6858000"/>
              <a:gd name="connsiteX832" fmla="*/ 5261015 w 7467600"/>
              <a:gd name="connsiteY832" fmla="*/ 227087 h 6858000"/>
              <a:gd name="connsiteX833" fmla="*/ 5861181 w 7467600"/>
              <a:gd name="connsiteY833" fmla="*/ 143093 h 6858000"/>
              <a:gd name="connsiteX834" fmla="*/ 5961252 w 7467600"/>
              <a:gd name="connsiteY834" fmla="*/ 114820 h 6858000"/>
              <a:gd name="connsiteX835" fmla="*/ 5944437 w 7467600"/>
              <a:gd name="connsiteY835" fmla="*/ 113829 h 6858000"/>
              <a:gd name="connsiteX836" fmla="*/ 3882765 w 7467600"/>
              <a:gd name="connsiteY836" fmla="*/ 0 h 6858000"/>
              <a:gd name="connsiteX837" fmla="*/ 3995099 w 7467600"/>
              <a:gd name="connsiteY837" fmla="*/ 0 h 6858000"/>
              <a:gd name="connsiteX838" fmla="*/ 4163818 w 7467600"/>
              <a:gd name="connsiteY838" fmla="*/ 234104 h 6858000"/>
              <a:gd name="connsiteX839" fmla="*/ 4172099 w 7467600"/>
              <a:gd name="connsiteY839" fmla="*/ 234207 h 6858000"/>
              <a:gd name="connsiteX840" fmla="*/ 4784282 w 7467600"/>
              <a:gd name="connsiteY840" fmla="*/ 276561 h 6858000"/>
              <a:gd name="connsiteX841" fmla="*/ 4801687 w 7467600"/>
              <a:gd name="connsiteY841" fmla="*/ 267764 h 6858000"/>
              <a:gd name="connsiteX842" fmla="*/ 6082788 w 7467600"/>
              <a:gd name="connsiteY842" fmla="*/ 64119 h 6858000"/>
              <a:gd name="connsiteX843" fmla="*/ 6099442 w 7467600"/>
              <a:gd name="connsiteY843" fmla="*/ 82568 h 6858000"/>
              <a:gd name="connsiteX844" fmla="*/ 4804137 w 7467600"/>
              <a:gd name="connsiteY844" fmla="*/ 320931 h 6858000"/>
              <a:gd name="connsiteX845" fmla="*/ 4227047 w 7467600"/>
              <a:gd name="connsiteY845" fmla="*/ 313415 h 6858000"/>
              <a:gd name="connsiteX846" fmla="*/ 4346041 w 7467600"/>
              <a:gd name="connsiteY846" fmla="*/ 456086 h 6858000"/>
              <a:gd name="connsiteX847" fmla="*/ 4870967 w 7467600"/>
              <a:gd name="connsiteY847" fmla="*/ 963061 h 6858000"/>
              <a:gd name="connsiteX848" fmla="*/ 4889647 w 7467600"/>
              <a:gd name="connsiteY848" fmla="*/ 957147 h 6858000"/>
              <a:gd name="connsiteX849" fmla="*/ 5422504 w 7467600"/>
              <a:gd name="connsiteY849" fmla="*/ 805191 h 6858000"/>
              <a:gd name="connsiteX850" fmla="*/ 6087656 w 7467600"/>
              <a:gd name="connsiteY850" fmla="*/ 826703 h 6858000"/>
              <a:gd name="connsiteX851" fmla="*/ 6058717 w 7467600"/>
              <a:gd name="connsiteY851" fmla="*/ 865992 h 6858000"/>
              <a:gd name="connsiteX852" fmla="*/ 4974153 w 7467600"/>
              <a:gd name="connsiteY852" fmla="*/ 1045456 h 6858000"/>
              <a:gd name="connsiteX853" fmla="*/ 5627835 w 7467600"/>
              <a:gd name="connsiteY853" fmla="*/ 1472077 h 6858000"/>
              <a:gd name="connsiteX854" fmla="*/ 5629817 w 7467600"/>
              <a:gd name="connsiteY854" fmla="*/ 1471412 h 6858000"/>
              <a:gd name="connsiteX855" fmla="*/ 5634124 w 7467600"/>
              <a:gd name="connsiteY855" fmla="*/ 1470572 h 6858000"/>
              <a:gd name="connsiteX856" fmla="*/ 5755832 w 7467600"/>
              <a:gd name="connsiteY856" fmla="*/ 1383886 h 6858000"/>
              <a:gd name="connsiteX857" fmla="*/ 6014186 w 7467600"/>
              <a:gd name="connsiteY857" fmla="*/ 1279799 h 6858000"/>
              <a:gd name="connsiteX858" fmla="*/ 6901619 w 7467600"/>
              <a:gd name="connsiteY858" fmla="*/ 1047874 h 6858000"/>
              <a:gd name="connsiteX859" fmla="*/ 6931566 w 7467600"/>
              <a:gd name="connsiteY859" fmla="*/ 1062034 h 6858000"/>
              <a:gd name="connsiteX860" fmla="*/ 5790982 w 7467600"/>
              <a:gd name="connsiteY860" fmla="*/ 1561380 h 6858000"/>
              <a:gd name="connsiteX861" fmla="*/ 6188971 w 7467600"/>
              <a:gd name="connsiteY861" fmla="*/ 1755168 h 6858000"/>
              <a:gd name="connsiteX862" fmla="*/ 6202446 w 7467600"/>
              <a:gd name="connsiteY862" fmla="*/ 1752268 h 6858000"/>
              <a:gd name="connsiteX863" fmla="*/ 7179560 w 7467600"/>
              <a:gd name="connsiteY863" fmla="*/ 1467551 h 6858000"/>
              <a:gd name="connsiteX864" fmla="*/ 7158730 w 7467600"/>
              <a:gd name="connsiteY864" fmla="*/ 1507835 h 6858000"/>
              <a:gd name="connsiteX865" fmla="*/ 6326959 w 7467600"/>
              <a:gd name="connsiteY865" fmla="*/ 1817686 h 6858000"/>
              <a:gd name="connsiteX866" fmla="*/ 6537433 w 7467600"/>
              <a:gd name="connsiteY866" fmla="*/ 1907790 h 6858000"/>
              <a:gd name="connsiteX867" fmla="*/ 6550221 w 7467600"/>
              <a:gd name="connsiteY867" fmla="*/ 1910729 h 6858000"/>
              <a:gd name="connsiteX868" fmla="*/ 6964438 w 7467600"/>
              <a:gd name="connsiteY868" fmla="*/ 2209505 h 6858000"/>
              <a:gd name="connsiteX869" fmla="*/ 7367862 w 7467600"/>
              <a:gd name="connsiteY869" fmla="*/ 2806833 h 6858000"/>
              <a:gd name="connsiteX870" fmla="*/ 7364329 w 7467600"/>
              <a:gd name="connsiteY870" fmla="*/ 2826907 h 6858000"/>
              <a:gd name="connsiteX871" fmla="*/ 7290545 w 7467600"/>
              <a:gd name="connsiteY871" fmla="*/ 2850663 h 6858000"/>
              <a:gd name="connsiteX872" fmla="*/ 6472036 w 7467600"/>
              <a:gd name="connsiteY872" fmla="*/ 1959003 h 6858000"/>
              <a:gd name="connsiteX873" fmla="*/ 5792897 w 7467600"/>
              <a:gd name="connsiteY873" fmla="*/ 1647747 h 6858000"/>
              <a:gd name="connsiteX874" fmla="*/ 5842751 w 7467600"/>
              <a:gd name="connsiteY874" fmla="*/ 1816112 h 6858000"/>
              <a:gd name="connsiteX875" fmla="*/ 5847424 w 7467600"/>
              <a:gd name="connsiteY875" fmla="*/ 1815776 h 6858000"/>
              <a:gd name="connsiteX876" fmla="*/ 6399821 w 7467600"/>
              <a:gd name="connsiteY876" fmla="*/ 2344799 h 6858000"/>
              <a:gd name="connsiteX877" fmla="*/ 6323232 w 7467600"/>
              <a:gd name="connsiteY877" fmla="*/ 2389634 h 6858000"/>
              <a:gd name="connsiteX878" fmla="*/ 5942958 w 7467600"/>
              <a:gd name="connsiteY878" fmla="*/ 2077708 h 6858000"/>
              <a:gd name="connsiteX879" fmla="*/ 5921559 w 7467600"/>
              <a:gd name="connsiteY879" fmla="*/ 2378596 h 6858000"/>
              <a:gd name="connsiteX880" fmla="*/ 5817651 w 7467600"/>
              <a:gd name="connsiteY880" fmla="*/ 3023919 h 6858000"/>
              <a:gd name="connsiteX881" fmla="*/ 5729634 w 7467600"/>
              <a:gd name="connsiteY881" fmla="*/ 3051849 h 6858000"/>
              <a:gd name="connsiteX882" fmla="*/ 5611018 w 7467600"/>
              <a:gd name="connsiteY882" fmla="*/ 2316769 h 6858000"/>
              <a:gd name="connsiteX883" fmla="*/ 5687608 w 7467600"/>
              <a:gd name="connsiteY883" fmla="*/ 2039972 h 6858000"/>
              <a:gd name="connsiteX884" fmla="*/ 5657554 w 7467600"/>
              <a:gd name="connsiteY884" fmla="*/ 1576445 h 6858000"/>
              <a:gd name="connsiteX885" fmla="*/ 5150475 w 7467600"/>
              <a:gd name="connsiteY885" fmla="*/ 1274012 h 6858000"/>
              <a:gd name="connsiteX886" fmla="*/ 5349142 w 7467600"/>
              <a:gd name="connsiteY886" fmla="*/ 2204405 h 6858000"/>
              <a:gd name="connsiteX887" fmla="*/ 5262214 w 7467600"/>
              <a:gd name="connsiteY887" fmla="*/ 2233836 h 6858000"/>
              <a:gd name="connsiteX888" fmla="*/ 4981539 w 7467600"/>
              <a:gd name="connsiteY888" fmla="*/ 1542201 h 6858000"/>
              <a:gd name="connsiteX889" fmla="*/ 4958461 w 7467600"/>
              <a:gd name="connsiteY889" fmla="*/ 1136957 h 6858000"/>
              <a:gd name="connsiteX890" fmla="*/ 4655015 w 7467600"/>
              <a:gd name="connsiteY890" fmla="*/ 891426 h 6858000"/>
              <a:gd name="connsiteX891" fmla="*/ 4348002 w 7467600"/>
              <a:gd name="connsiteY891" fmla="*/ 2205895 h 6858000"/>
              <a:gd name="connsiteX892" fmla="*/ 4262250 w 7467600"/>
              <a:gd name="connsiteY892" fmla="*/ 2219972 h 6858000"/>
              <a:gd name="connsiteX893" fmla="*/ 4550611 w 7467600"/>
              <a:gd name="connsiteY893" fmla="*/ 817540 h 6858000"/>
              <a:gd name="connsiteX894" fmla="*/ 4564418 w 7467600"/>
              <a:gd name="connsiteY894" fmla="*/ 808293 h 6858000"/>
              <a:gd name="connsiteX895" fmla="*/ 4266388 w 7467600"/>
              <a:gd name="connsiteY895" fmla="*/ 500083 h 6858000"/>
              <a:gd name="connsiteX896" fmla="*/ 4032842 w 7467600"/>
              <a:gd name="connsiteY896" fmla="*/ 211809 h 6858000"/>
              <a:gd name="connsiteX897" fmla="*/ 3882765 w 7467600"/>
              <a:gd name="connsiteY897" fmla="*/ 0 h 6858000"/>
              <a:gd name="connsiteX898" fmla="*/ 3721337 w 7467600"/>
              <a:gd name="connsiteY898" fmla="*/ 0 h 6858000"/>
              <a:gd name="connsiteX899" fmla="*/ 3797544 w 7467600"/>
              <a:gd name="connsiteY899" fmla="*/ 0 h 6858000"/>
              <a:gd name="connsiteX900" fmla="*/ 3775734 w 7467600"/>
              <a:gd name="connsiteY900" fmla="*/ 95131 h 6858000"/>
              <a:gd name="connsiteX901" fmla="*/ 3724807 w 7467600"/>
              <a:gd name="connsiteY901" fmla="*/ 272257 h 6858000"/>
              <a:gd name="connsiteX902" fmla="*/ 3726844 w 7467600"/>
              <a:gd name="connsiteY902" fmla="*/ 282988 h 6858000"/>
              <a:gd name="connsiteX903" fmla="*/ 3742664 w 7467600"/>
              <a:gd name="connsiteY903" fmla="*/ 279918 h 6858000"/>
              <a:gd name="connsiteX904" fmla="*/ 4103910 w 7467600"/>
              <a:gd name="connsiteY904" fmla="*/ 1161917 h 6858000"/>
              <a:gd name="connsiteX905" fmla="*/ 4020269 w 7467600"/>
              <a:gd name="connsiteY905" fmla="*/ 1200406 h 6858000"/>
              <a:gd name="connsiteX906" fmla="*/ 3674882 w 7467600"/>
              <a:gd name="connsiteY906" fmla="*/ 488524 h 6858000"/>
              <a:gd name="connsiteX907" fmla="*/ 3132682 w 7467600"/>
              <a:gd name="connsiteY907" fmla="*/ 1072284 h 6858000"/>
              <a:gd name="connsiteX908" fmla="*/ 2716346 w 7467600"/>
              <a:gd name="connsiteY908" fmla="*/ 1276376 h 6858000"/>
              <a:gd name="connsiteX909" fmla="*/ 2716772 w 7467600"/>
              <a:gd name="connsiteY909" fmla="*/ 1255462 h 6858000"/>
              <a:gd name="connsiteX910" fmla="*/ 3471096 w 7467600"/>
              <a:gd name="connsiteY910" fmla="*/ 437072 h 6858000"/>
              <a:gd name="connsiteX911" fmla="*/ 3639057 w 7467600"/>
              <a:gd name="connsiteY911" fmla="*/ 286334 h 6858000"/>
              <a:gd name="connsiteX912" fmla="*/ 3640309 w 7467600"/>
              <a:gd name="connsiteY912" fmla="*/ 284664 h 6858000"/>
              <a:gd name="connsiteX913" fmla="*/ 3646022 w 7467600"/>
              <a:gd name="connsiteY913" fmla="*/ 276711 h 6858000"/>
              <a:gd name="connsiteX914" fmla="*/ 3707943 w 7467600"/>
              <a:gd name="connsiteY914" fmla="*/ 65958 h 6858000"/>
              <a:gd name="connsiteX915" fmla="*/ 3721337 w 7467600"/>
              <a:gd name="connsiteY915" fmla="*/ 0 h 6858000"/>
              <a:gd name="connsiteX916" fmla="*/ 2867960 w 7467600"/>
              <a:gd name="connsiteY916" fmla="*/ 0 h 6858000"/>
              <a:gd name="connsiteX917" fmla="*/ 2926351 w 7467600"/>
              <a:gd name="connsiteY917" fmla="*/ 0 h 6858000"/>
              <a:gd name="connsiteX918" fmla="*/ 2902823 w 7467600"/>
              <a:gd name="connsiteY918" fmla="*/ 262929 h 6858000"/>
              <a:gd name="connsiteX919" fmla="*/ 2940663 w 7467600"/>
              <a:gd name="connsiteY919" fmla="*/ 140884 h 6858000"/>
              <a:gd name="connsiteX920" fmla="*/ 2947039 w 7467600"/>
              <a:gd name="connsiteY920" fmla="*/ 122524 h 6858000"/>
              <a:gd name="connsiteX921" fmla="*/ 2984316 w 7467600"/>
              <a:gd name="connsiteY921" fmla="*/ 0 h 6858000"/>
              <a:gd name="connsiteX922" fmla="*/ 3016114 w 7467600"/>
              <a:gd name="connsiteY922" fmla="*/ 0 h 6858000"/>
              <a:gd name="connsiteX923" fmla="*/ 2979949 w 7467600"/>
              <a:gd name="connsiteY923" fmla="*/ 119274 h 6858000"/>
              <a:gd name="connsiteX924" fmla="*/ 3023879 w 7467600"/>
              <a:gd name="connsiteY924" fmla="*/ 0 h 6858000"/>
              <a:gd name="connsiteX925" fmla="*/ 3105400 w 7467600"/>
              <a:gd name="connsiteY925" fmla="*/ 0 h 6858000"/>
              <a:gd name="connsiteX926" fmla="*/ 3094669 w 7467600"/>
              <a:gd name="connsiteY926" fmla="*/ 30308 h 6858000"/>
              <a:gd name="connsiteX927" fmla="*/ 2901945 w 7467600"/>
              <a:gd name="connsiteY927" fmla="*/ 466538 h 6858000"/>
              <a:gd name="connsiteX928" fmla="*/ 2815209 w 7467600"/>
              <a:gd name="connsiteY928" fmla="*/ 497361 h 6858000"/>
              <a:gd name="connsiteX929" fmla="*/ 2844845 w 7467600"/>
              <a:gd name="connsiteY929" fmla="*/ 127638 h 6858000"/>
              <a:gd name="connsiteX930" fmla="*/ 2867960 w 7467600"/>
              <a:gd name="connsiteY930" fmla="*/ 0 h 6858000"/>
              <a:gd name="connsiteX931" fmla="*/ 1057230 w 7467600"/>
              <a:gd name="connsiteY931" fmla="*/ 0 h 6858000"/>
              <a:gd name="connsiteX932" fmla="*/ 1111003 w 7467600"/>
              <a:gd name="connsiteY932" fmla="*/ 0 h 6858000"/>
              <a:gd name="connsiteX933" fmla="*/ 1125553 w 7467600"/>
              <a:gd name="connsiteY933" fmla="*/ 52588 h 6858000"/>
              <a:gd name="connsiteX934" fmla="*/ 1304276 w 7467600"/>
              <a:gd name="connsiteY934" fmla="*/ 476275 h 6858000"/>
              <a:gd name="connsiteX935" fmla="*/ 1492066 w 7467600"/>
              <a:gd name="connsiteY935" fmla="*/ 886333 h 6858000"/>
              <a:gd name="connsiteX936" fmla="*/ 1423698 w 7467600"/>
              <a:gd name="connsiteY936" fmla="*/ 710817 h 6858000"/>
              <a:gd name="connsiteX937" fmla="*/ 1357609 w 7467600"/>
              <a:gd name="connsiteY937" fmla="*/ 532892 h 6858000"/>
              <a:gd name="connsiteX938" fmla="*/ 1309550 w 7467600"/>
              <a:gd name="connsiteY938" fmla="*/ 374031 h 6858000"/>
              <a:gd name="connsiteX939" fmla="*/ 1193673 w 7467600"/>
              <a:gd name="connsiteY939" fmla="*/ 49533 h 6858000"/>
              <a:gd name="connsiteX940" fmla="*/ 1164391 w 7467600"/>
              <a:gd name="connsiteY940" fmla="*/ 0 h 6858000"/>
              <a:gd name="connsiteX941" fmla="*/ 1200666 w 7467600"/>
              <a:gd name="connsiteY941" fmla="*/ 0 h 6858000"/>
              <a:gd name="connsiteX942" fmla="*/ 1223408 w 7467600"/>
              <a:gd name="connsiteY942" fmla="*/ 38996 h 6858000"/>
              <a:gd name="connsiteX943" fmla="*/ 1339635 w 7467600"/>
              <a:gd name="connsiteY943" fmla="*/ 365517 h 6858000"/>
              <a:gd name="connsiteX944" fmla="*/ 1387469 w 7467600"/>
              <a:gd name="connsiteY944" fmla="*/ 523079 h 6858000"/>
              <a:gd name="connsiteX945" fmla="*/ 1452685 w 7467600"/>
              <a:gd name="connsiteY945" fmla="*/ 699806 h 6858000"/>
              <a:gd name="connsiteX946" fmla="*/ 1492092 w 7467600"/>
              <a:gd name="connsiteY946" fmla="*/ 800424 h 6858000"/>
              <a:gd name="connsiteX947" fmla="*/ 1455302 w 7467600"/>
              <a:gd name="connsiteY947" fmla="*/ 632913 h 6858000"/>
              <a:gd name="connsiteX948" fmla="*/ 1222336 w 7467600"/>
              <a:gd name="connsiteY948" fmla="*/ 9480 h 6858000"/>
              <a:gd name="connsiteX949" fmla="*/ 1214634 w 7467600"/>
              <a:gd name="connsiteY949" fmla="*/ 0 h 6858000"/>
              <a:gd name="connsiteX950" fmla="*/ 1289827 w 7467600"/>
              <a:gd name="connsiteY950" fmla="*/ 0 h 6858000"/>
              <a:gd name="connsiteX951" fmla="*/ 1321076 w 7467600"/>
              <a:gd name="connsiteY951" fmla="*/ 59722 h 6858000"/>
              <a:gd name="connsiteX952" fmla="*/ 1512579 w 7467600"/>
              <a:gd name="connsiteY952" fmla="*/ 626441 h 6858000"/>
              <a:gd name="connsiteX953" fmla="*/ 1506076 w 7467600"/>
              <a:gd name="connsiteY953" fmla="*/ 1089289 h 6858000"/>
              <a:gd name="connsiteX954" fmla="*/ 1486346 w 7467600"/>
              <a:gd name="connsiteY954" fmla="*/ 1079919 h 6858000"/>
              <a:gd name="connsiteX955" fmla="*/ 1070511 w 7467600"/>
              <a:gd name="connsiteY955" fmla="*/ 48609 h 6858000"/>
              <a:gd name="connsiteX956" fmla="*/ 1057230 w 7467600"/>
              <a:gd name="connsiteY956" fmla="*/ 0 h 6858000"/>
              <a:gd name="connsiteX957" fmla="*/ 43151 w 7467600"/>
              <a:gd name="connsiteY957" fmla="*/ 0 h 6858000"/>
              <a:gd name="connsiteX958" fmla="*/ 95283 w 7467600"/>
              <a:gd name="connsiteY958" fmla="*/ 0 h 6858000"/>
              <a:gd name="connsiteX959" fmla="*/ 300708 w 7467600"/>
              <a:gd name="connsiteY959" fmla="*/ 154571 h 6858000"/>
              <a:gd name="connsiteX960" fmla="*/ 530414 w 7467600"/>
              <a:gd name="connsiteY960" fmla="*/ 354673 h 6858000"/>
              <a:gd name="connsiteX961" fmla="*/ 333785 w 7467600"/>
              <a:gd name="connsiteY961" fmla="*/ 161564 h 6858000"/>
              <a:gd name="connsiteX962" fmla="*/ 147005 w 7467600"/>
              <a:gd name="connsiteY962" fmla="*/ 0 h 6858000"/>
              <a:gd name="connsiteX963" fmla="*/ 272509 w 7467600"/>
              <a:gd name="connsiteY963" fmla="*/ 0 h 6858000"/>
              <a:gd name="connsiteX964" fmla="*/ 326276 w 7467600"/>
              <a:gd name="connsiteY964" fmla="*/ 45847 h 6858000"/>
              <a:gd name="connsiteX965" fmla="*/ 823759 w 7467600"/>
              <a:gd name="connsiteY965" fmla="*/ 574145 h 6858000"/>
              <a:gd name="connsiteX966" fmla="*/ 811254 w 7467600"/>
              <a:gd name="connsiteY966" fmla="*/ 665546 h 6858000"/>
              <a:gd name="connsiteX967" fmla="*/ 154042 w 7467600"/>
              <a:gd name="connsiteY967" fmla="*/ 261522 h 6858000"/>
              <a:gd name="connsiteX968" fmla="*/ 13550 w 7467600"/>
              <a:gd name="connsiteY968" fmla="*/ 158423 h 6858000"/>
              <a:gd name="connsiteX969" fmla="*/ 0 w 7467600"/>
              <a:gd name="connsiteY969" fmla="*/ 146618 h 6858000"/>
              <a:gd name="connsiteX970" fmla="*/ 0 w 7467600"/>
              <a:gd name="connsiteY970" fmla="*/ 59161 h 6858000"/>
              <a:gd name="connsiteX971" fmla="*/ 45427 w 7467600"/>
              <a:gd name="connsiteY971" fmla="*/ 101078 h 6858000"/>
              <a:gd name="connsiteX972" fmla="*/ 630103 w 7467600"/>
              <a:gd name="connsiteY972" fmla="*/ 485885 h 6858000"/>
              <a:gd name="connsiteX973" fmla="*/ 532040 w 7467600"/>
              <a:gd name="connsiteY973" fmla="*/ 399359 h 6858000"/>
              <a:gd name="connsiteX974" fmla="*/ 517618 w 7467600"/>
              <a:gd name="connsiteY974" fmla="*/ 385726 h 6858000"/>
              <a:gd name="connsiteX975" fmla="*/ 285074 w 7467600"/>
              <a:gd name="connsiteY975" fmla="*/ 182755 h 6858000"/>
              <a:gd name="connsiteX976" fmla="*/ 43151 w 7467600"/>
              <a:gd name="connsiteY97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6844835 w 7467600"/>
              <a:gd name="connsiteY96" fmla="*/ 5424988 h 6858000"/>
              <a:gd name="connsiteX97" fmla="*/ 1456157 w 7467600"/>
              <a:gd name="connsiteY97" fmla="*/ 5371404 h 6858000"/>
              <a:gd name="connsiteX98" fmla="*/ 1244432 w 7467600"/>
              <a:gd name="connsiteY98" fmla="*/ 5385601 h 6858000"/>
              <a:gd name="connsiteX99" fmla="*/ 973990 w 7467600"/>
              <a:gd name="connsiteY99" fmla="*/ 5424940 h 6858000"/>
              <a:gd name="connsiteX100" fmla="*/ 1103809 w 7467600"/>
              <a:gd name="connsiteY100" fmla="*/ 5433720 h 6858000"/>
              <a:gd name="connsiteX101" fmla="*/ 1123454 w 7467600"/>
              <a:gd name="connsiteY101" fmla="*/ 5435727 h 6858000"/>
              <a:gd name="connsiteX102" fmla="*/ 1737017 w 7467600"/>
              <a:gd name="connsiteY102" fmla="*/ 5452183 h 6858000"/>
              <a:gd name="connsiteX103" fmla="*/ 1824397 w 7467600"/>
              <a:gd name="connsiteY103" fmla="*/ 5447757 h 6858000"/>
              <a:gd name="connsiteX104" fmla="*/ 2070059 w 7467600"/>
              <a:gd name="connsiteY104" fmla="*/ 5441660 h 6858000"/>
              <a:gd name="connsiteX105" fmla="*/ 1456157 w 7467600"/>
              <a:gd name="connsiteY105" fmla="*/ 5371404 h 6858000"/>
              <a:gd name="connsiteX106" fmla="*/ 4988186 w 7467600"/>
              <a:gd name="connsiteY106" fmla="*/ 5216467 h 6858000"/>
              <a:gd name="connsiteX107" fmla="*/ 4777334 w 7467600"/>
              <a:gd name="connsiteY107" fmla="*/ 5406072 h 6858000"/>
              <a:gd name="connsiteX108" fmla="*/ 4718341 w 7467600"/>
              <a:gd name="connsiteY108" fmla="*/ 5468043 h 6858000"/>
              <a:gd name="connsiteX109" fmla="*/ 4604655 w 7467600"/>
              <a:gd name="connsiteY109" fmla="*/ 5583434 h 6858000"/>
              <a:gd name="connsiteX110" fmla="*/ 4565074 w 7467600"/>
              <a:gd name="connsiteY110" fmla="*/ 5618550 h 6858000"/>
              <a:gd name="connsiteX111" fmla="*/ 4988186 w 7467600"/>
              <a:gd name="connsiteY111" fmla="*/ 5216467 h 6858000"/>
              <a:gd name="connsiteX112" fmla="*/ 4978032 w 7467600"/>
              <a:gd name="connsiteY112" fmla="*/ 5183809 h 6858000"/>
              <a:gd name="connsiteX113" fmla="*/ 4463413 w 7467600"/>
              <a:gd name="connsiteY113" fmla="*/ 5615162 h 6858000"/>
              <a:gd name="connsiteX114" fmla="*/ 4358134 w 7467600"/>
              <a:gd name="connsiteY114" fmla="*/ 5742791 h 6858000"/>
              <a:gd name="connsiteX115" fmla="*/ 4376219 w 7467600"/>
              <a:gd name="connsiteY115" fmla="*/ 5729027 h 6858000"/>
              <a:gd name="connsiteX116" fmla="*/ 4582340 w 7467600"/>
              <a:gd name="connsiteY116" fmla="*/ 5561037 h 6858000"/>
              <a:gd name="connsiteX117" fmla="*/ 4694684 w 7467600"/>
              <a:gd name="connsiteY117" fmla="*/ 5447098 h 6858000"/>
              <a:gd name="connsiteX118" fmla="*/ 4754123 w 7467600"/>
              <a:gd name="connsiteY118" fmla="*/ 5384643 h 6858000"/>
              <a:gd name="connsiteX119" fmla="*/ 4978032 w 7467600"/>
              <a:gd name="connsiteY119" fmla="*/ 5183809 h 6858000"/>
              <a:gd name="connsiteX120" fmla="*/ 1903353 w 7467600"/>
              <a:gd name="connsiteY120" fmla="*/ 5044827 h 6858000"/>
              <a:gd name="connsiteX121" fmla="*/ 1936931 w 7467600"/>
              <a:gd name="connsiteY121" fmla="*/ 5093954 h 6858000"/>
              <a:gd name="connsiteX122" fmla="*/ 2195868 w 7467600"/>
              <a:gd name="connsiteY122" fmla="*/ 5396574 h 6858000"/>
              <a:gd name="connsiteX123" fmla="*/ 2088852 w 7467600"/>
              <a:gd name="connsiteY123" fmla="*/ 5166123 h 6858000"/>
              <a:gd name="connsiteX124" fmla="*/ 1958241 w 7467600"/>
              <a:gd name="connsiteY124" fmla="*/ 5067955 h 6858000"/>
              <a:gd name="connsiteX125" fmla="*/ 1903353 w 7467600"/>
              <a:gd name="connsiteY125" fmla="*/ 5044827 h 6858000"/>
              <a:gd name="connsiteX126" fmla="*/ 1979378 w 7467600"/>
              <a:gd name="connsiteY126" fmla="*/ 4769504 h 6858000"/>
              <a:gd name="connsiteX127" fmla="*/ 2882120 w 7467600"/>
              <a:gd name="connsiteY127" fmla="*/ 5064547 h 6858000"/>
              <a:gd name="connsiteX128" fmla="*/ 2793103 w 7467600"/>
              <a:gd name="connsiteY128" fmla="*/ 5039699 h 6858000"/>
              <a:gd name="connsiteX129" fmla="*/ 2770041 w 7467600"/>
              <a:gd name="connsiteY129" fmla="*/ 5033634 h 6858000"/>
              <a:gd name="connsiteX130" fmla="*/ 1979378 w 7467600"/>
              <a:gd name="connsiteY130" fmla="*/ 4769504 h 6858000"/>
              <a:gd name="connsiteX131" fmla="*/ 1927410 w 7467600"/>
              <a:gd name="connsiteY131" fmla="*/ 4716164 h 6858000"/>
              <a:gd name="connsiteX132" fmla="*/ 1959587 w 7467600"/>
              <a:gd name="connsiteY132" fmla="*/ 4728849 h 6858000"/>
              <a:gd name="connsiteX133" fmla="*/ 2777707 w 7467600"/>
              <a:gd name="connsiteY133" fmla="*/ 5003991 h 6858000"/>
              <a:gd name="connsiteX134" fmla="*/ 2800768 w 7467600"/>
              <a:gd name="connsiteY134" fmla="*/ 5010056 h 6858000"/>
              <a:gd name="connsiteX135" fmla="*/ 2879408 w 7467600"/>
              <a:gd name="connsiteY135" fmla="*/ 5031590 h 6858000"/>
              <a:gd name="connsiteX136" fmla="*/ 2862295 w 7467600"/>
              <a:gd name="connsiteY136" fmla="*/ 5022958 h 6858000"/>
              <a:gd name="connsiteX137" fmla="*/ 2813343 w 7467600"/>
              <a:gd name="connsiteY137" fmla="*/ 4998369 h 6858000"/>
              <a:gd name="connsiteX138" fmla="*/ 2646245 w 7467600"/>
              <a:gd name="connsiteY138" fmla="*/ 4930999 h 6858000"/>
              <a:gd name="connsiteX139" fmla="*/ 1999243 w 7467600"/>
              <a:gd name="connsiteY139" fmla="*/ 4730524 h 6858000"/>
              <a:gd name="connsiteX140" fmla="*/ 1979527 w 7467600"/>
              <a:gd name="connsiteY140" fmla="*/ 4726651 h 6858000"/>
              <a:gd name="connsiteX141" fmla="*/ 1927410 w 7467600"/>
              <a:gd name="connsiteY141" fmla="*/ 4716164 h 6858000"/>
              <a:gd name="connsiteX142" fmla="*/ 1997014 w 7467600"/>
              <a:gd name="connsiteY142" fmla="*/ 4698007 h 6858000"/>
              <a:gd name="connsiteX143" fmla="*/ 2005458 w 7467600"/>
              <a:gd name="connsiteY143" fmla="*/ 4699540 h 6858000"/>
              <a:gd name="connsiteX144" fmla="*/ 2657186 w 7467600"/>
              <a:gd name="connsiteY144" fmla="*/ 4901687 h 6858000"/>
              <a:gd name="connsiteX145" fmla="*/ 2826662 w 7467600"/>
              <a:gd name="connsiteY145" fmla="*/ 4970362 h 6858000"/>
              <a:gd name="connsiteX146" fmla="*/ 2876100 w 7467600"/>
              <a:gd name="connsiteY146" fmla="*/ 4995397 h 6858000"/>
              <a:gd name="connsiteX147" fmla="*/ 3042600 w 7467600"/>
              <a:gd name="connsiteY147" fmla="*/ 5059532 h 6858000"/>
              <a:gd name="connsiteX148" fmla="*/ 1997014 w 7467600"/>
              <a:gd name="connsiteY148" fmla="*/ 4698007 h 6858000"/>
              <a:gd name="connsiteX149" fmla="*/ 2305292 w 7467600"/>
              <a:gd name="connsiteY149" fmla="*/ 4219492 h 6858000"/>
              <a:gd name="connsiteX150" fmla="*/ 3360922 w 7467600"/>
              <a:gd name="connsiteY150" fmla="*/ 4529373 h 6858000"/>
              <a:gd name="connsiteX151" fmla="*/ 3492420 w 7467600"/>
              <a:gd name="connsiteY151" fmla="*/ 4510145 h 6858000"/>
              <a:gd name="connsiteX152" fmla="*/ 3364086 w 7467600"/>
              <a:gd name="connsiteY152" fmla="*/ 4480340 h 6858000"/>
              <a:gd name="connsiteX153" fmla="*/ 3225818 w 7467600"/>
              <a:gd name="connsiteY153" fmla="*/ 4411822 h 6858000"/>
              <a:gd name="connsiteX154" fmla="*/ 3129696 w 7467600"/>
              <a:gd name="connsiteY154" fmla="*/ 4360704 h 6858000"/>
              <a:gd name="connsiteX155" fmla="*/ 2814545 w 7467600"/>
              <a:gd name="connsiteY155" fmla="*/ 4282955 h 6858000"/>
              <a:gd name="connsiteX156" fmla="*/ 2305292 w 7467600"/>
              <a:gd name="connsiteY156" fmla="*/ 4219492 h 6858000"/>
              <a:gd name="connsiteX157" fmla="*/ 2626982 w 7467600"/>
              <a:gd name="connsiteY157" fmla="*/ 4206450 h 6858000"/>
              <a:gd name="connsiteX158" fmla="*/ 2490617 w 7467600"/>
              <a:gd name="connsiteY158" fmla="*/ 4206951 h 6858000"/>
              <a:gd name="connsiteX159" fmla="*/ 2819869 w 7467600"/>
              <a:gd name="connsiteY159" fmla="*/ 4252936 h 6858000"/>
              <a:gd name="connsiteX160" fmla="*/ 3143018 w 7467600"/>
              <a:gd name="connsiteY160" fmla="*/ 4332698 h 6858000"/>
              <a:gd name="connsiteX161" fmla="*/ 3241520 w 7467600"/>
              <a:gd name="connsiteY161" fmla="*/ 4385112 h 6858000"/>
              <a:gd name="connsiteX162" fmla="*/ 3374575 w 7467600"/>
              <a:gd name="connsiteY162" fmla="*/ 4451517 h 6858000"/>
              <a:gd name="connsiteX163" fmla="*/ 3505221 w 7467600"/>
              <a:gd name="connsiteY163" fmla="*/ 4480757 h 6858000"/>
              <a:gd name="connsiteX164" fmla="*/ 2626982 w 7467600"/>
              <a:gd name="connsiteY164" fmla="*/ 4206450 h 6858000"/>
              <a:gd name="connsiteX165" fmla="*/ 1310106 w 7467600"/>
              <a:gd name="connsiteY165" fmla="*/ 3943217 h 6858000"/>
              <a:gd name="connsiteX166" fmla="*/ 854994 w 7467600"/>
              <a:gd name="connsiteY166" fmla="*/ 4399136 h 6858000"/>
              <a:gd name="connsiteX167" fmla="*/ 742462 w 7467600"/>
              <a:gd name="connsiteY167" fmla="*/ 4594648 h 6858000"/>
              <a:gd name="connsiteX168" fmla="*/ 820602 w 7467600"/>
              <a:gd name="connsiteY168" fmla="*/ 4485915 h 6858000"/>
              <a:gd name="connsiteX169" fmla="*/ 878295 w 7467600"/>
              <a:gd name="connsiteY169" fmla="*/ 4403594 h 6858000"/>
              <a:gd name="connsiteX170" fmla="*/ 1240607 w 7467600"/>
              <a:gd name="connsiteY170" fmla="*/ 4010401 h 6858000"/>
              <a:gd name="connsiteX171" fmla="*/ 1310106 w 7467600"/>
              <a:gd name="connsiteY171" fmla="*/ 3943217 h 6858000"/>
              <a:gd name="connsiteX172" fmla="*/ 1423113 w 7467600"/>
              <a:gd name="connsiteY172" fmla="*/ 3874565 h 6858000"/>
              <a:gd name="connsiteX173" fmla="*/ 1260565 w 7467600"/>
              <a:gd name="connsiteY173" fmla="*/ 4031982 h 6858000"/>
              <a:gd name="connsiteX174" fmla="*/ 901900 w 7467600"/>
              <a:gd name="connsiteY174" fmla="*/ 4421236 h 6858000"/>
              <a:gd name="connsiteX175" fmla="*/ 845044 w 7467600"/>
              <a:gd name="connsiteY175" fmla="*/ 4502436 h 6858000"/>
              <a:gd name="connsiteX176" fmla="*/ 685926 w 7467600"/>
              <a:gd name="connsiteY176" fmla="*/ 4703069 h 6858000"/>
              <a:gd name="connsiteX177" fmla="*/ 684248 w 7467600"/>
              <a:gd name="connsiteY177" fmla="*/ 4706721 h 6858000"/>
              <a:gd name="connsiteX178" fmla="*/ 1423113 w 7467600"/>
              <a:gd name="connsiteY178" fmla="*/ 3874565 h 6858000"/>
              <a:gd name="connsiteX179" fmla="*/ 3316479 w 7467600"/>
              <a:gd name="connsiteY179" fmla="*/ 3872136 h 6858000"/>
              <a:gd name="connsiteX180" fmla="*/ 3546806 w 7467600"/>
              <a:gd name="connsiteY180" fmla="*/ 4356139 h 6858000"/>
              <a:gd name="connsiteX181" fmla="*/ 3364433 w 7467600"/>
              <a:gd name="connsiteY181" fmla="*/ 3953121 h 6858000"/>
              <a:gd name="connsiteX182" fmla="*/ 3316479 w 7467600"/>
              <a:gd name="connsiteY182" fmla="*/ 3872136 h 6858000"/>
              <a:gd name="connsiteX183" fmla="*/ 3291335 w 7467600"/>
              <a:gd name="connsiteY183" fmla="*/ 3767420 h 6858000"/>
              <a:gd name="connsiteX184" fmla="*/ 3390805 w 7467600"/>
              <a:gd name="connsiteY184" fmla="*/ 3937163 h 6858000"/>
              <a:gd name="connsiteX185" fmla="*/ 3579062 w 7467600"/>
              <a:gd name="connsiteY185" fmla="*/ 4359040 h 6858000"/>
              <a:gd name="connsiteX186" fmla="*/ 3467355 w 7467600"/>
              <a:gd name="connsiteY186" fmla="*/ 3988130 h 6858000"/>
              <a:gd name="connsiteX187" fmla="*/ 3310753 w 7467600"/>
              <a:gd name="connsiteY187" fmla="*/ 3787140 h 6858000"/>
              <a:gd name="connsiteX188" fmla="*/ 3291335 w 7467600"/>
              <a:gd name="connsiteY188" fmla="*/ 3767420 h 6858000"/>
              <a:gd name="connsiteX189" fmla="*/ 1635889 w 7467600"/>
              <a:gd name="connsiteY189" fmla="*/ 3709494 h 6858000"/>
              <a:gd name="connsiteX190" fmla="*/ 1634800 w 7467600"/>
              <a:gd name="connsiteY190" fmla="*/ 3731111 h 6858000"/>
              <a:gd name="connsiteX191" fmla="*/ 1635889 w 7467600"/>
              <a:gd name="connsiteY191" fmla="*/ 3709494 h 6858000"/>
              <a:gd name="connsiteX192" fmla="*/ 1510397 w 7467600"/>
              <a:gd name="connsiteY192" fmla="*/ 3684705 h 6858000"/>
              <a:gd name="connsiteX193" fmla="*/ 1146550 w 7467600"/>
              <a:gd name="connsiteY193" fmla="*/ 3802012 h 6858000"/>
              <a:gd name="connsiteX194" fmla="*/ 698834 w 7467600"/>
              <a:gd name="connsiteY194" fmla="*/ 3952272 h 6858000"/>
              <a:gd name="connsiteX195" fmla="*/ 34256 w 7467600"/>
              <a:gd name="connsiteY195" fmla="*/ 4347603 h 6858000"/>
              <a:gd name="connsiteX196" fmla="*/ 527241 w 7467600"/>
              <a:gd name="connsiteY196" fmla="*/ 4065078 h 6858000"/>
              <a:gd name="connsiteX197" fmla="*/ 1510397 w 7467600"/>
              <a:gd name="connsiteY197" fmla="*/ 3684705 h 6858000"/>
              <a:gd name="connsiteX198" fmla="*/ 1313114 w 7467600"/>
              <a:gd name="connsiteY198" fmla="*/ 3655216 h 6858000"/>
              <a:gd name="connsiteX199" fmla="*/ 1109304 w 7467600"/>
              <a:gd name="connsiteY199" fmla="*/ 3669030 h 6858000"/>
              <a:gd name="connsiteX200" fmla="*/ 8129 w 7467600"/>
              <a:gd name="connsiteY200" fmla="*/ 4330519 h 6858000"/>
              <a:gd name="connsiteX201" fmla="*/ 687572 w 7467600"/>
              <a:gd name="connsiteY201" fmla="*/ 3925629 h 6858000"/>
              <a:gd name="connsiteX202" fmla="*/ 1138365 w 7467600"/>
              <a:gd name="connsiteY202" fmla="*/ 3774515 h 6858000"/>
              <a:gd name="connsiteX203" fmla="*/ 1505579 w 7467600"/>
              <a:gd name="connsiteY203" fmla="*/ 3655526 h 6858000"/>
              <a:gd name="connsiteX204" fmla="*/ 1313114 w 7467600"/>
              <a:gd name="connsiteY204" fmla="*/ 3655216 h 6858000"/>
              <a:gd name="connsiteX205" fmla="*/ 3655073 w 7467600"/>
              <a:gd name="connsiteY205" fmla="*/ 3650884 h 6858000"/>
              <a:gd name="connsiteX206" fmla="*/ 3989938 w 7467600"/>
              <a:gd name="connsiteY206" fmla="*/ 3991685 h 6858000"/>
              <a:gd name="connsiteX207" fmla="*/ 4393907 w 7467600"/>
              <a:gd name="connsiteY207" fmla="*/ 4261258 h 6858000"/>
              <a:gd name="connsiteX208" fmla="*/ 4648051 w 7467600"/>
              <a:gd name="connsiteY208" fmla="*/ 4374051 h 6858000"/>
              <a:gd name="connsiteX209" fmla="*/ 4383389 w 7467600"/>
              <a:gd name="connsiteY209" fmla="*/ 4184369 h 6858000"/>
              <a:gd name="connsiteX210" fmla="*/ 4165508 w 7467600"/>
              <a:gd name="connsiteY210" fmla="*/ 4035196 h 6858000"/>
              <a:gd name="connsiteX211" fmla="*/ 4068162 w 7467600"/>
              <a:gd name="connsiteY211" fmla="*/ 3953394 h 6858000"/>
              <a:gd name="connsiteX212" fmla="*/ 3981416 w 7467600"/>
              <a:gd name="connsiteY212" fmla="*/ 3880482 h 6858000"/>
              <a:gd name="connsiteX213" fmla="*/ 3800147 w 7467600"/>
              <a:gd name="connsiteY213" fmla="*/ 3749872 h 6858000"/>
              <a:gd name="connsiteX214" fmla="*/ 3655073 w 7467600"/>
              <a:gd name="connsiteY214" fmla="*/ 3650884 h 6858000"/>
              <a:gd name="connsiteX215" fmla="*/ 3670252 w 7467600"/>
              <a:gd name="connsiteY215" fmla="*/ 3622798 h 6858000"/>
              <a:gd name="connsiteX216" fmla="*/ 3817258 w 7467600"/>
              <a:gd name="connsiteY216" fmla="*/ 3723577 h 6858000"/>
              <a:gd name="connsiteX217" fmla="*/ 4000461 w 7467600"/>
              <a:gd name="connsiteY217" fmla="*/ 3855966 h 6858000"/>
              <a:gd name="connsiteX218" fmla="*/ 4088180 w 7467600"/>
              <a:gd name="connsiteY218" fmla="*/ 3929774 h 6858000"/>
              <a:gd name="connsiteX219" fmla="*/ 4184555 w 7467600"/>
              <a:gd name="connsiteY219" fmla="*/ 4010683 h 6858000"/>
              <a:gd name="connsiteX220" fmla="*/ 4399563 w 7467600"/>
              <a:gd name="connsiteY220" fmla="*/ 4158106 h 6858000"/>
              <a:gd name="connsiteX221" fmla="*/ 4684469 w 7467600"/>
              <a:gd name="connsiteY221" fmla="*/ 4364680 h 6858000"/>
              <a:gd name="connsiteX222" fmla="*/ 4690271 w 7467600"/>
              <a:gd name="connsiteY222" fmla="*/ 4370034 h 6858000"/>
              <a:gd name="connsiteX223" fmla="*/ 4136093 w 7467600"/>
              <a:gd name="connsiteY223" fmla="*/ 3858466 h 6858000"/>
              <a:gd name="connsiteX224" fmla="*/ 3670252 w 7467600"/>
              <a:gd name="connsiteY224" fmla="*/ 3622798 h 6858000"/>
              <a:gd name="connsiteX225" fmla="*/ 4440129 w 7467600"/>
              <a:gd name="connsiteY225" fmla="*/ 3448571 h 6858000"/>
              <a:gd name="connsiteX226" fmla="*/ 4856525 w 7467600"/>
              <a:gd name="connsiteY226" fmla="*/ 3915351 h 6858000"/>
              <a:gd name="connsiteX227" fmla="*/ 5059055 w 7467600"/>
              <a:gd name="connsiteY227" fmla="*/ 4108918 h 6858000"/>
              <a:gd name="connsiteX228" fmla="*/ 5290070 w 7467600"/>
              <a:gd name="connsiteY228" fmla="*/ 4263619 h 6858000"/>
              <a:gd name="connsiteX229" fmla="*/ 4834991 w 7467600"/>
              <a:gd name="connsiteY229" fmla="*/ 3830985 h 6858000"/>
              <a:gd name="connsiteX230" fmla="*/ 4440129 w 7467600"/>
              <a:gd name="connsiteY230" fmla="*/ 3448571 h 6858000"/>
              <a:gd name="connsiteX231" fmla="*/ 4441737 w 7467600"/>
              <a:gd name="connsiteY231" fmla="*/ 3399734 h 6858000"/>
              <a:gd name="connsiteX232" fmla="*/ 4431236 w 7467600"/>
              <a:gd name="connsiteY232" fmla="*/ 3400954 h 6858000"/>
              <a:gd name="connsiteX233" fmla="*/ 4557150 w 7467600"/>
              <a:gd name="connsiteY233" fmla="*/ 3510023 h 6858000"/>
              <a:gd name="connsiteX234" fmla="*/ 4856936 w 7467600"/>
              <a:gd name="connsiteY234" fmla="*/ 3809146 h 6858000"/>
              <a:gd name="connsiteX235" fmla="*/ 5111996 w 7467600"/>
              <a:gd name="connsiteY235" fmla="*/ 4065759 h 6858000"/>
              <a:gd name="connsiteX236" fmla="*/ 5388878 w 7467600"/>
              <a:gd name="connsiteY236" fmla="*/ 4300185 h 6858000"/>
              <a:gd name="connsiteX237" fmla="*/ 5425556 w 7467600"/>
              <a:gd name="connsiteY237" fmla="*/ 4308967 h 6858000"/>
              <a:gd name="connsiteX238" fmla="*/ 4943646 w 7467600"/>
              <a:gd name="connsiteY238" fmla="*/ 3822916 h 6858000"/>
              <a:gd name="connsiteX239" fmla="*/ 4594837 w 7467600"/>
              <a:gd name="connsiteY239" fmla="*/ 3532274 h 6858000"/>
              <a:gd name="connsiteX240" fmla="*/ 4441737 w 7467600"/>
              <a:gd name="connsiteY240" fmla="*/ 3399734 h 6858000"/>
              <a:gd name="connsiteX241" fmla="*/ 5425834 w 7467600"/>
              <a:gd name="connsiteY241" fmla="*/ 3162785 h 6858000"/>
              <a:gd name="connsiteX242" fmla="*/ 5401644 w 7467600"/>
              <a:gd name="connsiteY242" fmla="*/ 3617847 h 6858000"/>
              <a:gd name="connsiteX243" fmla="*/ 5467256 w 7467600"/>
              <a:gd name="connsiteY243" fmla="*/ 4175494 h 6858000"/>
              <a:gd name="connsiteX244" fmla="*/ 5448069 w 7467600"/>
              <a:gd name="connsiteY244" fmla="*/ 3567554 h 6858000"/>
              <a:gd name="connsiteX245" fmla="*/ 5425834 w 7467600"/>
              <a:gd name="connsiteY245" fmla="*/ 3162785 h 6858000"/>
              <a:gd name="connsiteX246" fmla="*/ 1318687 w 7467600"/>
              <a:gd name="connsiteY246" fmla="*/ 3113840 h 6858000"/>
              <a:gd name="connsiteX247" fmla="*/ 1066793 w 7467600"/>
              <a:gd name="connsiteY247" fmla="*/ 3212171 h 6858000"/>
              <a:gd name="connsiteX248" fmla="*/ 993319 w 7467600"/>
              <a:gd name="connsiteY248" fmla="*/ 3247648 h 6858000"/>
              <a:gd name="connsiteX249" fmla="*/ 853081 w 7467600"/>
              <a:gd name="connsiteY249" fmla="*/ 3312410 h 6858000"/>
              <a:gd name="connsiteX250" fmla="*/ 805957 w 7467600"/>
              <a:gd name="connsiteY250" fmla="*/ 3330443 h 6858000"/>
              <a:gd name="connsiteX251" fmla="*/ 1318687 w 7467600"/>
              <a:gd name="connsiteY251" fmla="*/ 3113840 h 6858000"/>
              <a:gd name="connsiteX252" fmla="*/ 5453702 w 7467600"/>
              <a:gd name="connsiteY252" fmla="*/ 3090882 h 6858000"/>
              <a:gd name="connsiteX253" fmla="*/ 5480135 w 7467600"/>
              <a:gd name="connsiteY253" fmla="*/ 3565802 h 6858000"/>
              <a:gd name="connsiteX254" fmla="*/ 5499023 w 7467600"/>
              <a:gd name="connsiteY254" fmla="*/ 4166310 h 6858000"/>
              <a:gd name="connsiteX255" fmla="*/ 5547022 w 7467600"/>
              <a:gd name="connsiteY255" fmla="*/ 3607838 h 6858000"/>
              <a:gd name="connsiteX256" fmla="*/ 5515964 w 7467600"/>
              <a:gd name="connsiteY256" fmla="*/ 3378541 h 6858000"/>
              <a:gd name="connsiteX257" fmla="*/ 5453702 w 7467600"/>
              <a:gd name="connsiteY257" fmla="*/ 3090882 h 6858000"/>
              <a:gd name="connsiteX258" fmla="*/ 1238695 w 7467600"/>
              <a:gd name="connsiteY258" fmla="*/ 3076820 h 6858000"/>
              <a:gd name="connsiteX259" fmla="*/ 716371 w 7467600"/>
              <a:gd name="connsiteY259" fmla="*/ 3293249 h 6858000"/>
              <a:gd name="connsiteX260" fmla="*/ 579522 w 7467600"/>
              <a:gd name="connsiteY260" fmla="*/ 3371759 h 6858000"/>
              <a:gd name="connsiteX261" fmla="*/ 600288 w 7467600"/>
              <a:gd name="connsiteY261" fmla="*/ 3365555 h 6858000"/>
              <a:gd name="connsiteX262" fmla="*/ 840692 w 7467600"/>
              <a:gd name="connsiteY262" fmla="*/ 3284921 h 6858000"/>
              <a:gd name="connsiteX263" fmla="*/ 979248 w 7467600"/>
              <a:gd name="connsiteY263" fmla="*/ 3221003 h 6858000"/>
              <a:gd name="connsiteX264" fmla="*/ 1053282 w 7467600"/>
              <a:gd name="connsiteY264" fmla="*/ 3185247 h 6858000"/>
              <a:gd name="connsiteX265" fmla="*/ 1320603 w 7467600"/>
              <a:gd name="connsiteY265" fmla="*/ 3081281 h 6858000"/>
              <a:gd name="connsiteX266" fmla="*/ 1238695 w 7467600"/>
              <a:gd name="connsiteY266" fmla="*/ 3076820 h 6858000"/>
              <a:gd name="connsiteX267" fmla="*/ 5425627 w 7467600"/>
              <a:gd name="connsiteY267" fmla="*/ 2954192 h 6858000"/>
              <a:gd name="connsiteX268" fmla="*/ 5470770 w 7467600"/>
              <a:gd name="connsiteY268" fmla="*/ 3005435 h 6858000"/>
              <a:gd name="connsiteX269" fmla="*/ 5519779 w 7467600"/>
              <a:gd name="connsiteY269" fmla="*/ 4359223 h 6858000"/>
              <a:gd name="connsiteX270" fmla="*/ 5520293 w 7467600"/>
              <a:gd name="connsiteY270" fmla="*/ 4360602 h 6858000"/>
              <a:gd name="connsiteX271" fmla="*/ 5767221 w 7467600"/>
              <a:gd name="connsiteY271" fmla="*/ 4665564 h 6858000"/>
              <a:gd name="connsiteX272" fmla="*/ 6937169 w 7467600"/>
              <a:gd name="connsiteY272" fmla="*/ 4815941 h 6858000"/>
              <a:gd name="connsiteX273" fmla="*/ 6953922 w 7467600"/>
              <a:gd name="connsiteY273" fmla="*/ 4890068 h 6858000"/>
              <a:gd name="connsiteX274" fmla="*/ 6071359 w 7467600"/>
              <a:gd name="connsiteY274" fmla="*/ 4770770 h 6858000"/>
              <a:gd name="connsiteX275" fmla="*/ 6038839 w 7467600"/>
              <a:gd name="connsiteY275" fmla="*/ 4764474 h 6858000"/>
              <a:gd name="connsiteX276" fmla="*/ 6038706 w 7467600"/>
              <a:gd name="connsiteY276" fmla="*/ 4763847 h 6858000"/>
              <a:gd name="connsiteX277" fmla="*/ 6037784 w 7467600"/>
              <a:gd name="connsiteY277" fmla="*/ 4764270 h 6858000"/>
              <a:gd name="connsiteX278" fmla="*/ 6038839 w 7467600"/>
              <a:gd name="connsiteY278" fmla="*/ 4764474 h 6858000"/>
              <a:gd name="connsiteX279" fmla="*/ 6040338 w 7467600"/>
              <a:gd name="connsiteY279" fmla="*/ 4771418 h 6858000"/>
              <a:gd name="connsiteX280" fmla="*/ 6024488 w 7467600"/>
              <a:gd name="connsiteY280" fmla="*/ 4809903 h 6858000"/>
              <a:gd name="connsiteX281" fmla="*/ 5599771 w 7467600"/>
              <a:gd name="connsiteY281" fmla="*/ 5509652 h 6858000"/>
              <a:gd name="connsiteX282" fmla="*/ 5548843 w 7467600"/>
              <a:gd name="connsiteY282" fmla="*/ 5563845 h 6858000"/>
              <a:gd name="connsiteX283" fmla="*/ 5940952 w 7467600"/>
              <a:gd name="connsiteY283" fmla="*/ 6250028 h 6858000"/>
              <a:gd name="connsiteX284" fmla="*/ 6043441 w 7467600"/>
              <a:gd name="connsiteY284" fmla="*/ 6665847 h 6858000"/>
              <a:gd name="connsiteX285" fmla="*/ 6093432 w 7467600"/>
              <a:gd name="connsiteY285" fmla="*/ 6858000 h 6858000"/>
              <a:gd name="connsiteX286" fmla="*/ 6034344 w 7467600"/>
              <a:gd name="connsiteY286" fmla="*/ 6858000 h 6858000"/>
              <a:gd name="connsiteX287" fmla="*/ 6026679 w 7467600"/>
              <a:gd name="connsiteY287" fmla="*/ 6836959 h 6858000"/>
              <a:gd name="connsiteX288" fmla="*/ 5800441 w 7467600"/>
              <a:gd name="connsiteY288" fmla="*/ 6335286 h 6858000"/>
              <a:gd name="connsiteX289" fmla="*/ 5526562 w 7467600"/>
              <a:gd name="connsiteY289" fmla="*/ 5705388 h 6858000"/>
              <a:gd name="connsiteX290" fmla="*/ 5519640 w 7467600"/>
              <a:gd name="connsiteY290" fmla="*/ 5683774 h 6858000"/>
              <a:gd name="connsiteX291" fmla="*/ 5844559 w 7467600"/>
              <a:gd name="connsiteY291" fmla="*/ 6553349 h 6858000"/>
              <a:gd name="connsiteX292" fmla="*/ 5975994 w 7467600"/>
              <a:gd name="connsiteY292" fmla="*/ 6858000 h 6858000"/>
              <a:gd name="connsiteX293" fmla="*/ 5898547 w 7467600"/>
              <a:gd name="connsiteY293" fmla="*/ 6858000 h 6858000"/>
              <a:gd name="connsiteX294" fmla="*/ 5682041 w 7467600"/>
              <a:gd name="connsiteY294" fmla="*/ 6355860 h 6858000"/>
              <a:gd name="connsiteX295" fmla="*/ 5461758 w 7467600"/>
              <a:gd name="connsiteY295" fmla="*/ 5820220 h 6858000"/>
              <a:gd name="connsiteX296" fmla="*/ 5237282 w 7467600"/>
              <a:gd name="connsiteY296" fmla="*/ 6579086 h 6858000"/>
              <a:gd name="connsiteX297" fmla="*/ 5115009 w 7467600"/>
              <a:gd name="connsiteY297" fmla="*/ 6858000 h 6858000"/>
              <a:gd name="connsiteX298" fmla="*/ 5028074 w 7467600"/>
              <a:gd name="connsiteY298" fmla="*/ 6858000 h 6858000"/>
              <a:gd name="connsiteX299" fmla="*/ 5079508 w 7467600"/>
              <a:gd name="connsiteY299" fmla="*/ 6749074 h 6858000"/>
              <a:gd name="connsiteX300" fmla="*/ 5371846 w 7467600"/>
              <a:gd name="connsiteY300" fmla="*/ 5924413 h 6858000"/>
              <a:gd name="connsiteX301" fmla="*/ 5270512 w 7467600"/>
              <a:gd name="connsiteY301" fmla="*/ 6138975 h 6858000"/>
              <a:gd name="connsiteX302" fmla="*/ 5062409 w 7467600"/>
              <a:gd name="connsiteY302" fmla="*/ 6653544 h 6858000"/>
              <a:gd name="connsiteX303" fmla="*/ 5036628 w 7467600"/>
              <a:gd name="connsiteY303" fmla="*/ 6754247 h 6858000"/>
              <a:gd name="connsiteX304" fmla="*/ 5009112 w 7467600"/>
              <a:gd name="connsiteY304" fmla="*/ 6858000 h 6858000"/>
              <a:gd name="connsiteX305" fmla="*/ 4976679 w 7467600"/>
              <a:gd name="connsiteY305" fmla="*/ 6858000 h 6858000"/>
              <a:gd name="connsiteX306" fmla="*/ 5006537 w 7467600"/>
              <a:gd name="connsiteY306" fmla="*/ 6747068 h 6858000"/>
              <a:gd name="connsiteX307" fmla="*/ 5032723 w 7467600"/>
              <a:gd name="connsiteY307" fmla="*/ 6644957 h 6858000"/>
              <a:gd name="connsiteX308" fmla="*/ 5242949 w 7467600"/>
              <a:gd name="connsiteY308" fmla="*/ 6125175 h 6858000"/>
              <a:gd name="connsiteX309" fmla="*/ 5286321 w 7467600"/>
              <a:gd name="connsiteY309" fmla="*/ 6033555 h 6858000"/>
              <a:gd name="connsiteX310" fmla="*/ 5008210 w 7467600"/>
              <a:gd name="connsiteY310" fmla="*/ 6649194 h 6858000"/>
              <a:gd name="connsiteX311" fmla="*/ 4986321 w 7467600"/>
              <a:gd name="connsiteY311" fmla="*/ 6765687 h 6858000"/>
              <a:gd name="connsiteX312" fmla="*/ 4973474 w 7467600"/>
              <a:gd name="connsiteY312" fmla="*/ 6858000 h 6858000"/>
              <a:gd name="connsiteX313" fmla="*/ 4907178 w 7467600"/>
              <a:gd name="connsiteY313" fmla="*/ 6858000 h 6858000"/>
              <a:gd name="connsiteX314" fmla="*/ 4910810 w 7467600"/>
              <a:gd name="connsiteY314" fmla="*/ 6829660 h 6858000"/>
              <a:gd name="connsiteX315" fmla="*/ 4987461 w 7467600"/>
              <a:gd name="connsiteY315" fmla="*/ 6432994 h 6858000"/>
              <a:gd name="connsiteX316" fmla="*/ 5179262 w 7467600"/>
              <a:gd name="connsiteY316" fmla="*/ 6035044 h 6858000"/>
              <a:gd name="connsiteX317" fmla="*/ 4689678 w 7467600"/>
              <a:gd name="connsiteY317" fmla="*/ 6440241 h 6858000"/>
              <a:gd name="connsiteX318" fmla="*/ 4477543 w 7467600"/>
              <a:gd name="connsiteY318" fmla="*/ 6674836 h 6858000"/>
              <a:gd name="connsiteX319" fmla="*/ 4329957 w 7467600"/>
              <a:gd name="connsiteY319" fmla="*/ 6858000 h 6858000"/>
              <a:gd name="connsiteX320" fmla="*/ 4218595 w 7467600"/>
              <a:gd name="connsiteY320" fmla="*/ 6858000 h 6858000"/>
              <a:gd name="connsiteX321" fmla="*/ 4368888 w 7467600"/>
              <a:gd name="connsiteY321" fmla="*/ 6668412 h 6858000"/>
              <a:gd name="connsiteX322" fmla="*/ 4563091 w 7467600"/>
              <a:gd name="connsiteY322" fmla="*/ 6442508 h 6858000"/>
              <a:gd name="connsiteX323" fmla="*/ 5387324 w 7467600"/>
              <a:gd name="connsiteY323" fmla="*/ 5705830 h 6858000"/>
              <a:gd name="connsiteX324" fmla="*/ 5073620 w 7467600"/>
              <a:gd name="connsiteY324" fmla="*/ 5955437 h 6858000"/>
              <a:gd name="connsiteX325" fmla="*/ 4689789 w 7467600"/>
              <a:gd name="connsiteY325" fmla="*/ 6268382 h 6858000"/>
              <a:gd name="connsiteX326" fmla="*/ 4418722 w 7467600"/>
              <a:gd name="connsiteY326" fmla="*/ 6570886 h 6858000"/>
              <a:gd name="connsiteX327" fmla="*/ 4214944 w 7467600"/>
              <a:gd name="connsiteY327" fmla="*/ 6858000 h 6858000"/>
              <a:gd name="connsiteX328" fmla="*/ 4177898 w 7467600"/>
              <a:gd name="connsiteY328" fmla="*/ 6858000 h 6858000"/>
              <a:gd name="connsiteX329" fmla="*/ 4391597 w 7467600"/>
              <a:gd name="connsiteY329" fmla="*/ 6556370 h 6858000"/>
              <a:gd name="connsiteX330" fmla="*/ 4668889 w 7467600"/>
              <a:gd name="connsiteY330" fmla="*/ 6246399 h 6858000"/>
              <a:gd name="connsiteX331" fmla="*/ 5055427 w 7467600"/>
              <a:gd name="connsiteY331" fmla="*/ 5931476 h 6858000"/>
              <a:gd name="connsiteX332" fmla="*/ 5371814 w 7467600"/>
              <a:gd name="connsiteY332" fmla="*/ 5678975 h 6858000"/>
              <a:gd name="connsiteX333" fmla="*/ 4987918 w 7467600"/>
              <a:gd name="connsiteY333" fmla="*/ 5838701 h 6858000"/>
              <a:gd name="connsiteX334" fmla="*/ 4317146 w 7467600"/>
              <a:gd name="connsiteY334" fmla="*/ 6587716 h 6858000"/>
              <a:gd name="connsiteX335" fmla="*/ 4171627 w 7467600"/>
              <a:gd name="connsiteY335" fmla="*/ 6858000 h 6858000"/>
              <a:gd name="connsiteX336" fmla="*/ 4081585 w 7467600"/>
              <a:gd name="connsiteY336" fmla="*/ 6858000 h 6858000"/>
              <a:gd name="connsiteX337" fmla="*/ 4238603 w 7467600"/>
              <a:gd name="connsiteY337" fmla="*/ 6559341 h 6858000"/>
              <a:gd name="connsiteX338" fmla="*/ 4778333 w 7467600"/>
              <a:gd name="connsiteY338" fmla="*/ 5873626 h 6858000"/>
              <a:gd name="connsiteX339" fmla="*/ 5414185 w 7467600"/>
              <a:gd name="connsiteY339" fmla="*/ 5573882 h 6858000"/>
              <a:gd name="connsiteX340" fmla="*/ 5959648 w 7467600"/>
              <a:gd name="connsiteY340" fmla="*/ 4760797 h 6858000"/>
              <a:gd name="connsiteX341" fmla="*/ 5355019 w 7467600"/>
              <a:gd name="connsiteY341" fmla="*/ 4734672 h 6858000"/>
              <a:gd name="connsiteX342" fmla="*/ 5083565 w 7467600"/>
              <a:gd name="connsiteY342" fmla="*/ 5179121 h 6858000"/>
              <a:gd name="connsiteX343" fmla="*/ 4713577 w 7467600"/>
              <a:gd name="connsiteY343" fmla="*/ 5616803 h 6858000"/>
              <a:gd name="connsiteX344" fmla="*/ 3989559 w 7467600"/>
              <a:gd name="connsiteY344" fmla="*/ 6145945 h 6858000"/>
              <a:gd name="connsiteX345" fmla="*/ 3939824 w 7467600"/>
              <a:gd name="connsiteY345" fmla="*/ 6066900 h 6858000"/>
              <a:gd name="connsiteX346" fmla="*/ 4584537 w 7467600"/>
              <a:gd name="connsiteY346" fmla="*/ 5324826 h 6858000"/>
              <a:gd name="connsiteX347" fmla="*/ 5037105 w 7467600"/>
              <a:gd name="connsiteY347" fmla="*/ 5088765 h 6858000"/>
              <a:gd name="connsiteX348" fmla="*/ 5039930 w 7467600"/>
              <a:gd name="connsiteY348" fmla="*/ 5089585 h 6858000"/>
              <a:gd name="connsiteX349" fmla="*/ 5263764 w 7467600"/>
              <a:gd name="connsiteY349" fmla="*/ 4735525 h 6858000"/>
              <a:gd name="connsiteX350" fmla="*/ 4086300 w 7467600"/>
              <a:gd name="connsiteY350" fmla="*/ 4884599 h 6858000"/>
              <a:gd name="connsiteX351" fmla="*/ 4085485 w 7467600"/>
              <a:gd name="connsiteY351" fmla="*/ 4899070 h 6858000"/>
              <a:gd name="connsiteX352" fmla="*/ 3871915 w 7467600"/>
              <a:gd name="connsiteY352" fmla="*/ 5253645 h 6858000"/>
              <a:gd name="connsiteX353" fmla="*/ 3799374 w 7467600"/>
              <a:gd name="connsiteY353" fmla="*/ 5466127 h 6858000"/>
              <a:gd name="connsiteX354" fmla="*/ 3498850 w 7467600"/>
              <a:gd name="connsiteY354" fmla="*/ 6661888 h 6858000"/>
              <a:gd name="connsiteX355" fmla="*/ 3399216 w 7467600"/>
              <a:gd name="connsiteY355" fmla="*/ 6858000 h 6858000"/>
              <a:gd name="connsiteX356" fmla="*/ 3303688 w 7467600"/>
              <a:gd name="connsiteY356" fmla="*/ 6858000 h 6858000"/>
              <a:gd name="connsiteX357" fmla="*/ 3391774 w 7467600"/>
              <a:gd name="connsiteY357" fmla="*/ 6697181 h 6858000"/>
              <a:gd name="connsiteX358" fmla="*/ 3735540 w 7467600"/>
              <a:gd name="connsiteY358" fmla="*/ 5546923 h 6858000"/>
              <a:gd name="connsiteX359" fmla="*/ 3729438 w 7467600"/>
              <a:gd name="connsiteY359" fmla="*/ 5569058 h 6858000"/>
              <a:gd name="connsiteX360" fmla="*/ 3707782 w 7467600"/>
              <a:gd name="connsiteY360" fmla="*/ 5644908 h 6858000"/>
              <a:gd name="connsiteX361" fmla="*/ 3583827 w 7467600"/>
              <a:gd name="connsiteY361" fmla="*/ 6039215 h 6858000"/>
              <a:gd name="connsiteX362" fmla="*/ 3547861 w 7467600"/>
              <a:gd name="connsiteY362" fmla="*/ 6129609 h 6858000"/>
              <a:gd name="connsiteX363" fmla="*/ 3490905 w 7467600"/>
              <a:gd name="connsiteY363" fmla="*/ 6277660 h 6858000"/>
              <a:gd name="connsiteX364" fmla="*/ 3455859 w 7467600"/>
              <a:gd name="connsiteY364" fmla="*/ 6391301 h 6858000"/>
              <a:gd name="connsiteX365" fmla="*/ 3429112 w 7467600"/>
              <a:gd name="connsiteY365" fmla="*/ 6479469 h 6858000"/>
              <a:gd name="connsiteX366" fmla="*/ 3304862 w 7467600"/>
              <a:gd name="connsiteY366" fmla="*/ 6796476 h 6858000"/>
              <a:gd name="connsiteX367" fmla="*/ 3276071 w 7467600"/>
              <a:gd name="connsiteY367" fmla="*/ 6858000 h 6858000"/>
              <a:gd name="connsiteX368" fmla="*/ 3240805 w 7467600"/>
              <a:gd name="connsiteY368" fmla="*/ 6858000 h 6858000"/>
              <a:gd name="connsiteX369" fmla="*/ 3275917 w 7467600"/>
              <a:gd name="connsiteY369" fmla="*/ 6783192 h 6858000"/>
              <a:gd name="connsiteX370" fmla="*/ 3399358 w 7467600"/>
              <a:gd name="connsiteY370" fmla="*/ 6469011 h 6858000"/>
              <a:gd name="connsiteX371" fmla="*/ 3425650 w 7467600"/>
              <a:gd name="connsiteY371" fmla="*/ 6381333 h 6858000"/>
              <a:gd name="connsiteX372" fmla="*/ 3460661 w 7467600"/>
              <a:gd name="connsiteY372" fmla="*/ 6266763 h 6858000"/>
              <a:gd name="connsiteX373" fmla="*/ 3518021 w 7467600"/>
              <a:gd name="connsiteY373" fmla="*/ 6117298 h 6858000"/>
              <a:gd name="connsiteX374" fmla="*/ 3554035 w 7467600"/>
              <a:gd name="connsiteY374" fmla="*/ 6027832 h 6858000"/>
              <a:gd name="connsiteX375" fmla="*/ 3677174 w 7467600"/>
              <a:gd name="connsiteY375" fmla="*/ 5636351 h 6858000"/>
              <a:gd name="connsiteX376" fmla="*/ 3698819 w 7467600"/>
              <a:gd name="connsiteY376" fmla="*/ 5560503 h 6858000"/>
              <a:gd name="connsiteX377" fmla="*/ 3702094 w 7467600"/>
              <a:gd name="connsiteY377" fmla="*/ 5549194 h 6858000"/>
              <a:gd name="connsiteX378" fmla="*/ 3398355 w 7467600"/>
              <a:gd name="connsiteY378" fmla="*/ 6094603 h 6858000"/>
              <a:gd name="connsiteX379" fmla="*/ 3193941 w 7467600"/>
              <a:gd name="connsiteY379" fmla="*/ 6798775 h 6858000"/>
              <a:gd name="connsiteX380" fmla="*/ 3184140 w 7467600"/>
              <a:gd name="connsiteY380" fmla="*/ 6858000 h 6858000"/>
              <a:gd name="connsiteX381" fmla="*/ 3099978 w 7467600"/>
              <a:gd name="connsiteY381" fmla="*/ 6858000 h 6858000"/>
              <a:gd name="connsiteX382" fmla="*/ 3101556 w 7467600"/>
              <a:gd name="connsiteY382" fmla="*/ 6843337 h 6858000"/>
              <a:gd name="connsiteX383" fmla="*/ 3370162 w 7467600"/>
              <a:gd name="connsiteY383" fmla="*/ 5785550 h 6858000"/>
              <a:gd name="connsiteX384" fmla="*/ 3746477 w 7467600"/>
              <a:gd name="connsiteY384" fmla="*/ 5377889 h 6858000"/>
              <a:gd name="connsiteX385" fmla="*/ 3863399 w 7467600"/>
              <a:gd name="connsiteY385" fmla="*/ 5087257 h 6858000"/>
              <a:gd name="connsiteX386" fmla="*/ 3968712 w 7467600"/>
              <a:gd name="connsiteY386" fmla="*/ 4913989 h 6858000"/>
              <a:gd name="connsiteX387" fmla="*/ 2792390 w 7467600"/>
              <a:gd name="connsiteY387" fmla="*/ 5382974 h 6858000"/>
              <a:gd name="connsiteX388" fmla="*/ 2714982 w 7467600"/>
              <a:gd name="connsiteY388" fmla="*/ 5427051 h 6858000"/>
              <a:gd name="connsiteX389" fmla="*/ 2813361 w 7467600"/>
              <a:gd name="connsiteY389" fmla="*/ 6023912 h 6858000"/>
              <a:gd name="connsiteX390" fmla="*/ 2688430 w 7467600"/>
              <a:gd name="connsiteY390" fmla="*/ 6801564 h 6858000"/>
              <a:gd name="connsiteX391" fmla="*/ 2629626 w 7467600"/>
              <a:gd name="connsiteY391" fmla="*/ 6763394 h 6858000"/>
              <a:gd name="connsiteX392" fmla="*/ 2565328 w 7467600"/>
              <a:gd name="connsiteY392" fmla="*/ 5516399 h 6858000"/>
              <a:gd name="connsiteX393" fmla="*/ 1922999 w 7467600"/>
              <a:gd name="connsiteY393" fmla="*/ 5980343 h 6858000"/>
              <a:gd name="connsiteX394" fmla="*/ 1950261 w 7467600"/>
              <a:gd name="connsiteY394" fmla="*/ 6405858 h 6858000"/>
              <a:gd name="connsiteX395" fmla="*/ 2365554 w 7467600"/>
              <a:gd name="connsiteY395" fmla="*/ 6759107 h 6858000"/>
              <a:gd name="connsiteX396" fmla="*/ 2424142 w 7467600"/>
              <a:gd name="connsiteY396" fmla="*/ 6858000 h 6858000"/>
              <a:gd name="connsiteX397" fmla="*/ 2395994 w 7467600"/>
              <a:gd name="connsiteY397" fmla="*/ 6858000 h 6858000"/>
              <a:gd name="connsiteX398" fmla="*/ 2392863 w 7467600"/>
              <a:gd name="connsiteY398" fmla="*/ 6852964 h 6858000"/>
              <a:gd name="connsiteX399" fmla="*/ 2017589 w 7467600"/>
              <a:gd name="connsiteY399" fmla="*/ 6493982 h 6858000"/>
              <a:gd name="connsiteX400" fmla="*/ 2147336 w 7467600"/>
              <a:gd name="connsiteY400" fmla="*/ 6594052 h 6858000"/>
              <a:gd name="connsiteX401" fmla="*/ 2207047 w 7467600"/>
              <a:gd name="connsiteY401" fmla="*/ 6654540 h 6858000"/>
              <a:gd name="connsiteX402" fmla="*/ 2299106 w 7467600"/>
              <a:gd name="connsiteY402" fmla="*/ 6778931 h 6858000"/>
              <a:gd name="connsiteX403" fmla="*/ 2314430 w 7467600"/>
              <a:gd name="connsiteY403" fmla="*/ 6801144 h 6858000"/>
              <a:gd name="connsiteX404" fmla="*/ 2352406 w 7467600"/>
              <a:gd name="connsiteY404" fmla="*/ 6858000 h 6858000"/>
              <a:gd name="connsiteX405" fmla="*/ 2314492 w 7467600"/>
              <a:gd name="connsiteY405" fmla="*/ 6858000 h 6858000"/>
              <a:gd name="connsiteX406" fmla="*/ 2288095 w 7467600"/>
              <a:gd name="connsiteY406" fmla="*/ 6818030 h 6858000"/>
              <a:gd name="connsiteX407" fmla="*/ 2272768 w 7467600"/>
              <a:gd name="connsiteY407" fmla="*/ 6795822 h 6858000"/>
              <a:gd name="connsiteX408" fmla="*/ 2182715 w 7467600"/>
              <a:gd name="connsiteY408" fmla="*/ 6675071 h 6858000"/>
              <a:gd name="connsiteX409" fmla="*/ 2032061 w 7467600"/>
              <a:gd name="connsiteY409" fmla="*/ 6541380 h 6858000"/>
              <a:gd name="connsiteX410" fmla="*/ 2257220 w 7467600"/>
              <a:gd name="connsiteY410" fmla="*/ 6826257 h 6858000"/>
              <a:gd name="connsiteX411" fmla="*/ 2281324 w 7467600"/>
              <a:gd name="connsiteY411" fmla="*/ 6858000 h 6858000"/>
              <a:gd name="connsiteX412" fmla="*/ 2242860 w 7467600"/>
              <a:gd name="connsiteY412" fmla="*/ 6858000 h 6858000"/>
              <a:gd name="connsiteX413" fmla="*/ 2232818 w 7467600"/>
              <a:gd name="connsiteY413" fmla="*/ 6844926 h 6858000"/>
              <a:gd name="connsiteX414" fmla="*/ 1990172 w 7467600"/>
              <a:gd name="connsiteY414" fmla="*/ 6542121 h 6858000"/>
              <a:gd name="connsiteX415" fmla="*/ 2124090 w 7467600"/>
              <a:gd name="connsiteY415" fmla="*/ 6761017 h 6858000"/>
              <a:gd name="connsiteX416" fmla="*/ 2200380 w 7467600"/>
              <a:gd name="connsiteY416" fmla="*/ 6858000 h 6858000"/>
              <a:gd name="connsiteX417" fmla="*/ 2147507 w 7467600"/>
              <a:gd name="connsiteY417" fmla="*/ 6858000 h 6858000"/>
              <a:gd name="connsiteX418" fmla="*/ 2070668 w 7467600"/>
              <a:gd name="connsiteY418" fmla="*/ 6761520 h 6858000"/>
              <a:gd name="connsiteX419" fmla="*/ 1975142 w 7467600"/>
              <a:gd name="connsiteY419" fmla="*/ 6585570 h 6858000"/>
              <a:gd name="connsiteX420" fmla="*/ 2050035 w 7467600"/>
              <a:gd name="connsiteY420" fmla="*/ 6813345 h 6858000"/>
              <a:gd name="connsiteX421" fmla="*/ 2063025 w 7467600"/>
              <a:gd name="connsiteY421" fmla="*/ 6858000 h 6858000"/>
              <a:gd name="connsiteX422" fmla="*/ 2021675 w 7467600"/>
              <a:gd name="connsiteY422" fmla="*/ 6858000 h 6858000"/>
              <a:gd name="connsiteX423" fmla="*/ 2019308 w 7467600"/>
              <a:gd name="connsiteY423" fmla="*/ 6847118 h 6858000"/>
              <a:gd name="connsiteX424" fmla="*/ 1938835 w 7467600"/>
              <a:gd name="connsiteY424" fmla="*/ 6551160 h 6858000"/>
              <a:gd name="connsiteX425" fmla="*/ 1953230 w 7467600"/>
              <a:gd name="connsiteY425" fmla="*/ 6759699 h 6858000"/>
              <a:gd name="connsiteX426" fmla="*/ 1956763 w 7467600"/>
              <a:gd name="connsiteY426" fmla="*/ 6778191 h 6858000"/>
              <a:gd name="connsiteX427" fmla="*/ 1967925 w 7467600"/>
              <a:gd name="connsiteY427" fmla="*/ 6858000 h 6858000"/>
              <a:gd name="connsiteX428" fmla="*/ 1936622 w 7467600"/>
              <a:gd name="connsiteY428" fmla="*/ 6858000 h 6858000"/>
              <a:gd name="connsiteX429" fmla="*/ 1926261 w 7467600"/>
              <a:gd name="connsiteY429" fmla="*/ 6784064 h 6858000"/>
              <a:gd name="connsiteX430" fmla="*/ 1922724 w 7467600"/>
              <a:gd name="connsiteY430" fmla="*/ 6765577 h 6858000"/>
              <a:gd name="connsiteX431" fmla="*/ 1904650 w 7467600"/>
              <a:gd name="connsiteY431" fmla="*/ 6639616 h 6858000"/>
              <a:gd name="connsiteX432" fmla="*/ 1885273 w 7467600"/>
              <a:gd name="connsiteY432" fmla="*/ 6858000 h 6858000"/>
              <a:gd name="connsiteX433" fmla="*/ 1854363 w 7467600"/>
              <a:gd name="connsiteY433" fmla="*/ 6858000 h 6858000"/>
              <a:gd name="connsiteX434" fmla="*/ 1880391 w 7467600"/>
              <a:gd name="connsiteY434" fmla="*/ 6603796 h 6858000"/>
              <a:gd name="connsiteX435" fmla="*/ 1818273 w 7467600"/>
              <a:gd name="connsiteY435" fmla="*/ 6715729 h 6858000"/>
              <a:gd name="connsiteX436" fmla="*/ 1794691 w 7467600"/>
              <a:gd name="connsiteY436" fmla="*/ 6843239 h 6858000"/>
              <a:gd name="connsiteX437" fmla="*/ 1794914 w 7467600"/>
              <a:gd name="connsiteY437" fmla="*/ 6858000 h 6858000"/>
              <a:gd name="connsiteX438" fmla="*/ 1746128 w 7467600"/>
              <a:gd name="connsiteY438" fmla="*/ 6858000 h 6858000"/>
              <a:gd name="connsiteX439" fmla="*/ 1753934 w 7467600"/>
              <a:gd name="connsiteY439" fmla="*/ 6724796 h 6858000"/>
              <a:gd name="connsiteX440" fmla="*/ 1792053 w 7467600"/>
              <a:gd name="connsiteY440" fmla="*/ 6572396 h 6858000"/>
              <a:gd name="connsiteX441" fmla="*/ 1862248 w 7467600"/>
              <a:gd name="connsiteY441" fmla="*/ 6266397 h 6858000"/>
              <a:gd name="connsiteX442" fmla="*/ 1862250 w 7467600"/>
              <a:gd name="connsiteY442" fmla="*/ 6033531 h 6858000"/>
              <a:gd name="connsiteX443" fmla="*/ 1211999 w 7467600"/>
              <a:gd name="connsiteY443" fmla="*/ 6683610 h 6858000"/>
              <a:gd name="connsiteX444" fmla="*/ 1213266 w 7467600"/>
              <a:gd name="connsiteY444" fmla="*/ 6691947 h 6858000"/>
              <a:gd name="connsiteX445" fmla="*/ 1203370 w 7467600"/>
              <a:gd name="connsiteY445" fmla="*/ 6850676 h 6858000"/>
              <a:gd name="connsiteX446" fmla="*/ 1203671 w 7467600"/>
              <a:gd name="connsiteY446" fmla="*/ 6858000 h 6858000"/>
              <a:gd name="connsiteX447" fmla="*/ 1143180 w 7467600"/>
              <a:gd name="connsiteY447" fmla="*/ 6858000 h 6858000"/>
              <a:gd name="connsiteX448" fmla="*/ 1142176 w 7467600"/>
              <a:gd name="connsiteY448" fmla="*/ 6766045 h 6858000"/>
              <a:gd name="connsiteX449" fmla="*/ 1067484 w 7467600"/>
              <a:gd name="connsiteY449" fmla="*/ 6858000 h 6858000"/>
              <a:gd name="connsiteX450" fmla="*/ 953928 w 7467600"/>
              <a:gd name="connsiteY450" fmla="*/ 6858000 h 6858000"/>
              <a:gd name="connsiteX451" fmla="*/ 959715 w 7467600"/>
              <a:gd name="connsiteY451" fmla="*/ 6850185 h 6858000"/>
              <a:gd name="connsiteX452" fmla="*/ 1483788 w 7467600"/>
              <a:gd name="connsiteY452" fmla="*/ 6259174 h 6858000"/>
              <a:gd name="connsiteX453" fmla="*/ 1100671 w 7467600"/>
              <a:gd name="connsiteY453" fmla="*/ 6252137 h 6858000"/>
              <a:gd name="connsiteX454" fmla="*/ 1090144 w 7467600"/>
              <a:gd name="connsiteY454" fmla="*/ 6256748 h 6858000"/>
              <a:gd name="connsiteX455" fmla="*/ 1095872 w 7467600"/>
              <a:gd name="connsiteY455" fmla="*/ 6271892 h 6858000"/>
              <a:gd name="connsiteX456" fmla="*/ 262785 w 7467600"/>
              <a:gd name="connsiteY456" fmla="*/ 6845450 h 6858000"/>
              <a:gd name="connsiteX457" fmla="*/ 209968 w 7467600"/>
              <a:gd name="connsiteY457" fmla="*/ 6770713 h 6858000"/>
              <a:gd name="connsiteX458" fmla="*/ 873460 w 7467600"/>
              <a:gd name="connsiteY458" fmla="*/ 6253768 h 6858000"/>
              <a:gd name="connsiteX459" fmla="*/ 192686 w 7467600"/>
              <a:gd name="connsiteY459" fmla="*/ 5849257 h 6858000"/>
              <a:gd name="connsiteX460" fmla="*/ 4696 w 7467600"/>
              <a:gd name="connsiteY460" fmla="*/ 5697668 h 6858000"/>
              <a:gd name="connsiteX461" fmla="*/ 0 w 7467600"/>
              <a:gd name="connsiteY461" fmla="*/ 5689984 h 6858000"/>
              <a:gd name="connsiteX462" fmla="*/ 0 w 7467600"/>
              <a:gd name="connsiteY462" fmla="*/ 5513472 h 6858000"/>
              <a:gd name="connsiteX463" fmla="*/ 174101 w 7467600"/>
              <a:gd name="connsiteY463" fmla="*/ 5620277 h 6858000"/>
              <a:gd name="connsiteX464" fmla="*/ 891800 w 7467600"/>
              <a:gd name="connsiteY464" fmla="*/ 6036935 h 6858000"/>
              <a:gd name="connsiteX465" fmla="*/ 1072219 w 7467600"/>
              <a:gd name="connsiteY465" fmla="*/ 6169443 h 6858000"/>
              <a:gd name="connsiteX466" fmla="*/ 1074117 w 7467600"/>
              <a:gd name="connsiteY466" fmla="*/ 6170301 h 6858000"/>
              <a:gd name="connsiteX467" fmla="*/ 1083114 w 7467600"/>
              <a:gd name="connsiteY467" fmla="*/ 6174131 h 6858000"/>
              <a:gd name="connsiteX468" fmla="*/ 1543010 w 7467600"/>
              <a:gd name="connsiteY468" fmla="*/ 6191140 h 6858000"/>
              <a:gd name="connsiteX469" fmla="*/ 1551080 w 7467600"/>
              <a:gd name="connsiteY469" fmla="*/ 6195006 h 6858000"/>
              <a:gd name="connsiteX470" fmla="*/ 2345443 w 7467600"/>
              <a:gd name="connsiteY470" fmla="*/ 5549882 h 6858000"/>
              <a:gd name="connsiteX471" fmla="*/ 1721499 w 7467600"/>
              <a:gd name="connsiteY471" fmla="*/ 5599969 h 6858000"/>
              <a:gd name="connsiteX472" fmla="*/ 767716 w 7467600"/>
              <a:gd name="connsiteY472" fmla="*/ 5472768 h 6858000"/>
              <a:gd name="connsiteX473" fmla="*/ 722147 w 7467600"/>
              <a:gd name="connsiteY473" fmla="*/ 5393091 h 6858000"/>
              <a:gd name="connsiteX474" fmla="*/ 1485552 w 7467600"/>
              <a:gd name="connsiteY474" fmla="*/ 5313202 h 6858000"/>
              <a:gd name="connsiteX475" fmla="*/ 2143004 w 7467600"/>
              <a:gd name="connsiteY475" fmla="*/ 5402420 h 6858000"/>
              <a:gd name="connsiteX476" fmla="*/ 1933391 w 7467600"/>
              <a:gd name="connsiteY476" fmla="*/ 5156971 h 6858000"/>
              <a:gd name="connsiteX477" fmla="*/ 1827118 w 7467600"/>
              <a:gd name="connsiteY477" fmla="*/ 4968410 h 6858000"/>
              <a:gd name="connsiteX478" fmla="*/ 1837349 w 7467600"/>
              <a:gd name="connsiteY478" fmla="*/ 4956357 h 6858000"/>
              <a:gd name="connsiteX479" fmla="*/ 2162835 w 7467600"/>
              <a:gd name="connsiteY479" fmla="*/ 5187853 h 6858000"/>
              <a:gd name="connsiteX480" fmla="*/ 2257167 w 7467600"/>
              <a:gd name="connsiteY480" fmla="*/ 5462123 h 6858000"/>
              <a:gd name="connsiteX481" fmla="*/ 2261598 w 7467600"/>
              <a:gd name="connsiteY481" fmla="*/ 5467998 h 6858000"/>
              <a:gd name="connsiteX482" fmla="*/ 2437177 w 7467600"/>
              <a:gd name="connsiteY482" fmla="*/ 5479608 h 6858000"/>
              <a:gd name="connsiteX483" fmla="*/ 2445247 w 7467600"/>
              <a:gd name="connsiteY483" fmla="*/ 5483476 h 6858000"/>
              <a:gd name="connsiteX484" fmla="*/ 2743626 w 7467600"/>
              <a:gd name="connsiteY484" fmla="*/ 5304819 h 6858000"/>
              <a:gd name="connsiteX485" fmla="*/ 3048102 w 7467600"/>
              <a:gd name="connsiteY485" fmla="*/ 5150595 h 6858000"/>
              <a:gd name="connsiteX486" fmla="*/ 1799414 w 7467600"/>
              <a:gd name="connsiteY486" fmla="*/ 4694732 h 6858000"/>
              <a:gd name="connsiteX487" fmla="*/ 1771735 w 7467600"/>
              <a:gd name="connsiteY487" fmla="*/ 4619929 h 6858000"/>
              <a:gd name="connsiteX488" fmla="*/ 3104273 w 7467600"/>
              <a:gd name="connsiteY488" fmla="*/ 5076159 h 6858000"/>
              <a:gd name="connsiteX489" fmla="*/ 3113245 w 7467600"/>
              <a:gd name="connsiteY489" fmla="*/ 5090705 h 6858000"/>
              <a:gd name="connsiteX490" fmla="*/ 3126294 w 7467600"/>
              <a:gd name="connsiteY490" fmla="*/ 5114400 h 6858000"/>
              <a:gd name="connsiteX491" fmla="*/ 3937433 w 7467600"/>
              <a:gd name="connsiteY491" fmla="*/ 4830473 h 6858000"/>
              <a:gd name="connsiteX492" fmla="*/ 3590475 w 7467600"/>
              <a:gd name="connsiteY492" fmla="*/ 4597974 h 6858000"/>
              <a:gd name="connsiteX493" fmla="*/ 3100264 w 7467600"/>
              <a:gd name="connsiteY493" fmla="*/ 4579845 h 6858000"/>
              <a:gd name="connsiteX494" fmla="*/ 2183576 w 7467600"/>
              <a:gd name="connsiteY494" fmla="*/ 4227150 h 6858000"/>
              <a:gd name="connsiteX495" fmla="*/ 2151029 w 7467600"/>
              <a:gd name="connsiteY495" fmla="*/ 4146947 h 6858000"/>
              <a:gd name="connsiteX496" fmla="*/ 3563434 w 7467600"/>
              <a:gd name="connsiteY496" fmla="*/ 4469115 h 6858000"/>
              <a:gd name="connsiteX497" fmla="*/ 3177952 w 7467600"/>
              <a:gd name="connsiteY497" fmla="*/ 3657386 h 6858000"/>
              <a:gd name="connsiteX498" fmla="*/ 3189263 w 7467600"/>
              <a:gd name="connsiteY498" fmla="*/ 3625726 h 6858000"/>
              <a:gd name="connsiteX499" fmla="*/ 3560912 w 7467600"/>
              <a:gd name="connsiteY499" fmla="*/ 4079863 h 6858000"/>
              <a:gd name="connsiteX500" fmla="*/ 3626636 w 7467600"/>
              <a:gd name="connsiteY500" fmla="*/ 4512230 h 6858000"/>
              <a:gd name="connsiteX501" fmla="*/ 3653088 w 7467600"/>
              <a:gd name="connsiteY501" fmla="*/ 4521417 h 6858000"/>
              <a:gd name="connsiteX502" fmla="*/ 3988128 w 7467600"/>
              <a:gd name="connsiteY502" fmla="*/ 4817267 h 6858000"/>
              <a:gd name="connsiteX503" fmla="*/ 4830582 w 7467600"/>
              <a:gd name="connsiteY503" fmla="*/ 4676000 h 6858000"/>
              <a:gd name="connsiteX504" fmla="*/ 4830100 w 7467600"/>
              <a:gd name="connsiteY504" fmla="*/ 4675554 h 6858000"/>
              <a:gd name="connsiteX505" fmla="*/ 4036318 w 7467600"/>
              <a:gd name="connsiteY505" fmla="*/ 4147013 h 6858000"/>
              <a:gd name="connsiteX506" fmla="*/ 3432098 w 7467600"/>
              <a:gd name="connsiteY506" fmla="*/ 3537312 h 6858000"/>
              <a:gd name="connsiteX507" fmla="*/ 3446761 w 7467600"/>
              <a:gd name="connsiteY507" fmla="*/ 3461278 h 6858000"/>
              <a:gd name="connsiteX508" fmla="*/ 4419733 w 7467600"/>
              <a:gd name="connsiteY508" fmla="*/ 3963555 h 6858000"/>
              <a:gd name="connsiteX509" fmla="*/ 4781371 w 7467600"/>
              <a:gd name="connsiteY509" fmla="*/ 4458604 h 6858000"/>
              <a:gd name="connsiteX510" fmla="*/ 4780440 w 7467600"/>
              <a:gd name="connsiteY510" fmla="*/ 4470290 h 6858000"/>
              <a:gd name="connsiteX511" fmla="*/ 4898954 w 7467600"/>
              <a:gd name="connsiteY511" fmla="*/ 4662092 h 6858000"/>
              <a:gd name="connsiteX512" fmla="*/ 4900699 w 7467600"/>
              <a:gd name="connsiteY512" fmla="*/ 4670867 h 6858000"/>
              <a:gd name="connsiteX513" fmla="*/ 5714511 w 7467600"/>
              <a:gd name="connsiteY513" fmla="*/ 4663483 h 6858000"/>
              <a:gd name="connsiteX514" fmla="*/ 5464793 w 7467600"/>
              <a:gd name="connsiteY514" fmla="*/ 4393556 h 6858000"/>
              <a:gd name="connsiteX515" fmla="*/ 5461897 w 7467600"/>
              <a:gd name="connsiteY515" fmla="*/ 4390879 h 6858000"/>
              <a:gd name="connsiteX516" fmla="*/ 4294126 w 7467600"/>
              <a:gd name="connsiteY516" fmla="*/ 3303048 h 6858000"/>
              <a:gd name="connsiteX517" fmla="*/ 4305321 w 7467600"/>
              <a:gd name="connsiteY517" fmla="*/ 3256953 h 6858000"/>
              <a:gd name="connsiteX518" fmla="*/ 4949299 w 7467600"/>
              <a:gd name="connsiteY518" fmla="*/ 3766336 h 6858000"/>
              <a:gd name="connsiteX519" fmla="*/ 5291452 w 7467600"/>
              <a:gd name="connsiteY519" fmla="*/ 4076801 h 6858000"/>
              <a:gd name="connsiteX520" fmla="*/ 5434998 w 7467600"/>
              <a:gd name="connsiteY520" fmla="*/ 4254100 h 6858000"/>
              <a:gd name="connsiteX521" fmla="*/ 5351015 w 7467600"/>
              <a:gd name="connsiteY521" fmla="*/ 3760989 h 6858000"/>
              <a:gd name="connsiteX522" fmla="*/ 5413780 w 7467600"/>
              <a:gd name="connsiteY522" fmla="*/ 2966265 h 6858000"/>
              <a:gd name="connsiteX523" fmla="*/ 5425627 w 7467600"/>
              <a:gd name="connsiteY523" fmla="*/ 2954192 h 6858000"/>
              <a:gd name="connsiteX524" fmla="*/ 6604735 w 7467600"/>
              <a:gd name="connsiteY524" fmla="*/ 2041381 h 6858000"/>
              <a:gd name="connsiteX525" fmla="*/ 7204487 w 7467600"/>
              <a:gd name="connsiteY525" fmla="*/ 2742112 h 6858000"/>
              <a:gd name="connsiteX526" fmla="*/ 7131592 w 7467600"/>
              <a:gd name="connsiteY526" fmla="*/ 2672096 h 6858000"/>
              <a:gd name="connsiteX527" fmla="*/ 6996344 w 7467600"/>
              <a:gd name="connsiteY527" fmla="*/ 2518310 h 6858000"/>
              <a:gd name="connsiteX528" fmla="*/ 6735495 w 7467600"/>
              <a:gd name="connsiteY528" fmla="*/ 2196890 h 6858000"/>
              <a:gd name="connsiteX529" fmla="*/ 6721901 w 7467600"/>
              <a:gd name="connsiteY529" fmla="*/ 2179274 h 6858000"/>
              <a:gd name="connsiteX530" fmla="*/ 6604735 w 7467600"/>
              <a:gd name="connsiteY530" fmla="*/ 2041381 h 6858000"/>
              <a:gd name="connsiteX531" fmla="*/ 6591670 w 7467600"/>
              <a:gd name="connsiteY531" fmla="*/ 1988277 h 6858000"/>
              <a:gd name="connsiteX532" fmla="*/ 6747349 w 7467600"/>
              <a:gd name="connsiteY532" fmla="*/ 2160069 h 6858000"/>
              <a:gd name="connsiteX533" fmla="*/ 6760943 w 7467600"/>
              <a:gd name="connsiteY533" fmla="*/ 2177686 h 6858000"/>
              <a:gd name="connsiteX534" fmla="*/ 7021065 w 7467600"/>
              <a:gd name="connsiteY534" fmla="*/ 2498102 h 6858000"/>
              <a:gd name="connsiteX535" fmla="*/ 7155223 w 7467600"/>
              <a:gd name="connsiteY535" fmla="*/ 2650386 h 6858000"/>
              <a:gd name="connsiteX536" fmla="*/ 7203167 w 7467600"/>
              <a:gd name="connsiteY536" fmla="*/ 2697288 h 6858000"/>
              <a:gd name="connsiteX537" fmla="*/ 6937703 w 7467600"/>
              <a:gd name="connsiteY537" fmla="*/ 2321981 h 6858000"/>
              <a:gd name="connsiteX538" fmla="*/ 6591670 w 7467600"/>
              <a:gd name="connsiteY538" fmla="*/ 1988277 h 6858000"/>
              <a:gd name="connsiteX539" fmla="*/ 5798671 w 7467600"/>
              <a:gd name="connsiteY539" fmla="*/ 1981601 h 6858000"/>
              <a:gd name="connsiteX540" fmla="*/ 5754709 w 7467600"/>
              <a:gd name="connsiteY540" fmla="*/ 2071454 h 6858000"/>
              <a:gd name="connsiteX541" fmla="*/ 5763044 w 7467600"/>
              <a:gd name="connsiteY541" fmla="*/ 2842206 h 6858000"/>
              <a:gd name="connsiteX542" fmla="*/ 5764974 w 7467600"/>
              <a:gd name="connsiteY542" fmla="*/ 2799609 h 6858000"/>
              <a:gd name="connsiteX543" fmla="*/ 5767665 w 7467600"/>
              <a:gd name="connsiteY543" fmla="*/ 2666409 h 6858000"/>
              <a:gd name="connsiteX544" fmla="*/ 5763055 w 7467600"/>
              <a:gd name="connsiteY544" fmla="*/ 2579705 h 6858000"/>
              <a:gd name="connsiteX545" fmla="*/ 5758079 w 7467600"/>
              <a:gd name="connsiteY545" fmla="*/ 2492508 h 6858000"/>
              <a:gd name="connsiteX546" fmla="*/ 5779325 w 7467600"/>
              <a:gd name="connsiteY546" fmla="*/ 2197069 h 6858000"/>
              <a:gd name="connsiteX547" fmla="*/ 5798671 w 7467600"/>
              <a:gd name="connsiteY547" fmla="*/ 1981601 h 6858000"/>
              <a:gd name="connsiteX548" fmla="*/ 5829202 w 7467600"/>
              <a:gd name="connsiteY548" fmla="*/ 1971679 h 6858000"/>
              <a:gd name="connsiteX549" fmla="*/ 5809558 w 7467600"/>
              <a:gd name="connsiteY549" fmla="*/ 2198043 h 6858000"/>
              <a:gd name="connsiteX550" fmla="*/ 5788653 w 7467600"/>
              <a:gd name="connsiteY550" fmla="*/ 2489430 h 6858000"/>
              <a:gd name="connsiteX551" fmla="*/ 5793439 w 7467600"/>
              <a:gd name="connsiteY551" fmla="*/ 2575235 h 6858000"/>
              <a:gd name="connsiteX552" fmla="*/ 5796837 w 7467600"/>
              <a:gd name="connsiteY552" fmla="*/ 2637633 h 6858000"/>
              <a:gd name="connsiteX553" fmla="*/ 5818614 w 7467600"/>
              <a:gd name="connsiteY553" fmla="*/ 2473055 h 6858000"/>
              <a:gd name="connsiteX554" fmla="*/ 5829202 w 7467600"/>
              <a:gd name="connsiteY554" fmla="*/ 1971679 h 6858000"/>
              <a:gd name="connsiteX555" fmla="*/ 5911389 w 7467600"/>
              <a:gd name="connsiteY555" fmla="*/ 1898371 h 6858000"/>
              <a:gd name="connsiteX556" fmla="*/ 6237627 w 7467600"/>
              <a:gd name="connsiteY556" fmla="*/ 2231921 h 6858000"/>
              <a:gd name="connsiteX557" fmla="*/ 5911389 w 7467600"/>
              <a:gd name="connsiteY557" fmla="*/ 1898371 h 6858000"/>
              <a:gd name="connsiteX558" fmla="*/ 6944437 w 7467600"/>
              <a:gd name="connsiteY558" fmla="*/ 1575402 h 6858000"/>
              <a:gd name="connsiteX559" fmla="*/ 6304730 w 7467600"/>
              <a:gd name="connsiteY559" fmla="*/ 1766654 h 6858000"/>
              <a:gd name="connsiteX560" fmla="*/ 6944437 w 7467600"/>
              <a:gd name="connsiteY560" fmla="*/ 1575402 h 6858000"/>
              <a:gd name="connsiteX561" fmla="*/ 7019523 w 7467600"/>
              <a:gd name="connsiteY561" fmla="*/ 1519450 h 6858000"/>
              <a:gd name="connsiteX562" fmla="*/ 6298091 w 7467600"/>
              <a:gd name="connsiteY562" fmla="*/ 1737122 h 6858000"/>
              <a:gd name="connsiteX563" fmla="*/ 7019523 w 7467600"/>
              <a:gd name="connsiteY563" fmla="*/ 1519450 h 6858000"/>
              <a:gd name="connsiteX564" fmla="*/ 2399523 w 7467600"/>
              <a:gd name="connsiteY564" fmla="*/ 1428234 h 6858000"/>
              <a:gd name="connsiteX565" fmla="*/ 2224982 w 7467600"/>
              <a:gd name="connsiteY565" fmla="*/ 1826201 h 6858000"/>
              <a:gd name="connsiteX566" fmla="*/ 2096099 w 7467600"/>
              <a:gd name="connsiteY566" fmla="*/ 2345900 h 6858000"/>
              <a:gd name="connsiteX567" fmla="*/ 2283317 w 7467600"/>
              <a:gd name="connsiteY567" fmla="*/ 1796925 h 6858000"/>
              <a:gd name="connsiteX568" fmla="*/ 2399523 w 7467600"/>
              <a:gd name="connsiteY568" fmla="*/ 1428234 h 6858000"/>
              <a:gd name="connsiteX569" fmla="*/ 2448558 w 7467600"/>
              <a:gd name="connsiteY569" fmla="*/ 1373435 h 6858000"/>
              <a:gd name="connsiteX570" fmla="*/ 2312521 w 7467600"/>
              <a:gd name="connsiteY570" fmla="*/ 1806140 h 6858000"/>
              <a:gd name="connsiteX571" fmla="*/ 2127533 w 7467600"/>
              <a:gd name="connsiteY571" fmla="*/ 2348380 h 6858000"/>
              <a:gd name="connsiteX572" fmla="*/ 2358080 w 7467600"/>
              <a:gd name="connsiteY572" fmla="*/ 1866134 h 6858000"/>
              <a:gd name="connsiteX573" fmla="*/ 2407436 w 7467600"/>
              <a:gd name="connsiteY573" fmla="*/ 1651070 h 6858000"/>
              <a:gd name="connsiteX574" fmla="*/ 2448558 w 7467600"/>
              <a:gd name="connsiteY574" fmla="*/ 1373435 h 6858000"/>
              <a:gd name="connsiteX575" fmla="*/ 278707 w 7467600"/>
              <a:gd name="connsiteY575" fmla="*/ 1352270 h 6858000"/>
              <a:gd name="connsiteX576" fmla="*/ 321570 w 7467600"/>
              <a:gd name="connsiteY576" fmla="*/ 1861610 h 6858000"/>
              <a:gd name="connsiteX577" fmla="*/ 294281 w 7467600"/>
              <a:gd name="connsiteY577" fmla="*/ 1440658 h 6858000"/>
              <a:gd name="connsiteX578" fmla="*/ 278707 w 7467600"/>
              <a:gd name="connsiteY578" fmla="*/ 1352270 h 6858000"/>
              <a:gd name="connsiteX579" fmla="*/ 1423821 w 7467600"/>
              <a:gd name="connsiteY579" fmla="*/ 1351958 h 6858000"/>
              <a:gd name="connsiteX580" fmla="*/ 1638521 w 7467600"/>
              <a:gd name="connsiteY580" fmla="*/ 1908470 h 6858000"/>
              <a:gd name="connsiteX581" fmla="*/ 1754199 w 7467600"/>
              <a:gd name="connsiteY581" fmla="*/ 2149284 h 6858000"/>
              <a:gd name="connsiteX582" fmla="*/ 1908359 w 7467600"/>
              <a:gd name="connsiteY582" fmla="*/ 2364988 h 6858000"/>
              <a:gd name="connsiteX583" fmla="*/ 1647661 w 7467600"/>
              <a:gd name="connsiteY583" fmla="*/ 1825945 h 6858000"/>
              <a:gd name="connsiteX584" fmla="*/ 1423821 w 7467600"/>
              <a:gd name="connsiteY584" fmla="*/ 1351958 h 6858000"/>
              <a:gd name="connsiteX585" fmla="*/ 1431890 w 7467600"/>
              <a:gd name="connsiteY585" fmla="*/ 1306475 h 6858000"/>
              <a:gd name="connsiteX586" fmla="*/ 1507597 w 7467600"/>
              <a:gd name="connsiteY586" fmla="*/ 1446132 h 6858000"/>
              <a:gd name="connsiteX587" fmla="*/ 1674586 w 7467600"/>
              <a:gd name="connsiteY587" fmla="*/ 1813832 h 6858000"/>
              <a:gd name="connsiteX588" fmla="*/ 1815950 w 7467600"/>
              <a:gd name="connsiteY588" fmla="*/ 2128564 h 6858000"/>
              <a:gd name="connsiteX589" fmla="*/ 1984242 w 7467600"/>
              <a:gd name="connsiteY589" fmla="*/ 2430829 h 6858000"/>
              <a:gd name="connsiteX590" fmla="*/ 2014023 w 7467600"/>
              <a:gd name="connsiteY590" fmla="*/ 2450995 h 6858000"/>
              <a:gd name="connsiteX591" fmla="*/ 1747337 w 7467600"/>
              <a:gd name="connsiteY591" fmla="*/ 1855264 h 6858000"/>
              <a:gd name="connsiteX592" fmla="*/ 1533749 w 7467600"/>
              <a:gd name="connsiteY592" fmla="*/ 1478656 h 6858000"/>
              <a:gd name="connsiteX593" fmla="*/ 1431890 w 7467600"/>
              <a:gd name="connsiteY593" fmla="*/ 1306475 h 6858000"/>
              <a:gd name="connsiteX594" fmla="*/ 5052692 w 7467600"/>
              <a:gd name="connsiteY594" fmla="*/ 1292994 h 6858000"/>
              <a:gd name="connsiteX595" fmla="*/ 5200661 w 7467600"/>
              <a:gd name="connsiteY595" fmla="*/ 1635186 h 6858000"/>
              <a:gd name="connsiteX596" fmla="*/ 5297138 w 7467600"/>
              <a:gd name="connsiteY596" fmla="*/ 1906351 h 6858000"/>
              <a:gd name="connsiteX597" fmla="*/ 5052692 w 7467600"/>
              <a:gd name="connsiteY597" fmla="*/ 1292994 h 6858000"/>
              <a:gd name="connsiteX598" fmla="*/ 5009948 w 7467600"/>
              <a:gd name="connsiteY598" fmla="*/ 1273619 h 6858000"/>
              <a:gd name="connsiteX599" fmla="*/ 5121777 w 7467600"/>
              <a:gd name="connsiteY599" fmla="*/ 1654213 h 6858000"/>
              <a:gd name="connsiteX600" fmla="*/ 5293545 w 7467600"/>
              <a:gd name="connsiteY600" fmla="*/ 2072247 h 6858000"/>
              <a:gd name="connsiteX601" fmla="*/ 5294042 w 7467600"/>
              <a:gd name="connsiteY601" fmla="*/ 2065019 h 6858000"/>
              <a:gd name="connsiteX602" fmla="*/ 5171936 w 7467600"/>
              <a:gd name="connsiteY602" fmla="*/ 1647613 h 6858000"/>
              <a:gd name="connsiteX603" fmla="*/ 5009948 w 7467600"/>
              <a:gd name="connsiteY603" fmla="*/ 1273619 h 6858000"/>
              <a:gd name="connsiteX604" fmla="*/ 655236 w 7467600"/>
              <a:gd name="connsiteY604" fmla="*/ 1268632 h 6858000"/>
              <a:gd name="connsiteX605" fmla="*/ 839521 w 7467600"/>
              <a:gd name="connsiteY605" fmla="*/ 1685315 h 6858000"/>
              <a:gd name="connsiteX606" fmla="*/ 1109416 w 7467600"/>
              <a:gd name="connsiteY606" fmla="*/ 2061663 h 6858000"/>
              <a:gd name="connsiteX607" fmla="*/ 1298300 w 7467600"/>
              <a:gd name="connsiteY607" fmla="*/ 2247742 h 6858000"/>
              <a:gd name="connsiteX608" fmla="*/ 1125871 w 7467600"/>
              <a:gd name="connsiteY608" fmla="*/ 1989513 h 6858000"/>
              <a:gd name="connsiteX609" fmla="*/ 981574 w 7467600"/>
              <a:gd name="connsiteY609" fmla="*/ 1783157 h 6858000"/>
              <a:gd name="connsiteX610" fmla="*/ 922198 w 7467600"/>
              <a:gd name="connsiteY610" fmla="*/ 1677437 h 6858000"/>
              <a:gd name="connsiteX611" fmla="*/ 869293 w 7467600"/>
              <a:gd name="connsiteY611" fmla="*/ 1583214 h 6858000"/>
              <a:gd name="connsiteX612" fmla="*/ 751431 w 7467600"/>
              <a:gd name="connsiteY612" fmla="*/ 1405731 h 6858000"/>
              <a:gd name="connsiteX613" fmla="*/ 655236 w 7467600"/>
              <a:gd name="connsiteY613" fmla="*/ 1268632 h 6858000"/>
              <a:gd name="connsiteX614" fmla="*/ 6516292 w 7467600"/>
              <a:gd name="connsiteY614" fmla="*/ 1263064 h 6858000"/>
              <a:gd name="connsiteX615" fmla="*/ 5736320 w 7467600"/>
              <a:gd name="connsiteY615" fmla="*/ 1501803 h 6858000"/>
              <a:gd name="connsiteX616" fmla="*/ 6516292 w 7467600"/>
              <a:gd name="connsiteY616" fmla="*/ 1263064 h 6858000"/>
              <a:gd name="connsiteX617" fmla="*/ 291466 w 7467600"/>
              <a:gd name="connsiteY617" fmla="*/ 1250369 h 6858000"/>
              <a:gd name="connsiteX618" fmla="*/ 323180 w 7467600"/>
              <a:gd name="connsiteY618" fmla="*/ 1435283 h 6858000"/>
              <a:gd name="connsiteX619" fmla="*/ 349381 w 7467600"/>
              <a:gd name="connsiteY619" fmla="*/ 1875041 h 6858000"/>
              <a:gd name="connsiteX620" fmla="*/ 374363 w 7467600"/>
              <a:gd name="connsiteY620" fmla="*/ 1506494 h 6858000"/>
              <a:gd name="connsiteX621" fmla="*/ 302168 w 7467600"/>
              <a:gd name="connsiteY621" fmla="*/ 1274495 h 6858000"/>
              <a:gd name="connsiteX622" fmla="*/ 291466 w 7467600"/>
              <a:gd name="connsiteY622" fmla="*/ 1250369 h 6858000"/>
              <a:gd name="connsiteX623" fmla="*/ 678222 w 7467600"/>
              <a:gd name="connsiteY623" fmla="*/ 1248670 h 6858000"/>
              <a:gd name="connsiteX624" fmla="*/ 775536 w 7467600"/>
              <a:gd name="connsiteY624" fmla="*/ 1388015 h 6858000"/>
              <a:gd name="connsiteX625" fmla="*/ 894529 w 7467600"/>
              <a:gd name="connsiteY625" fmla="*/ 1567739 h 6858000"/>
              <a:gd name="connsiteX626" fmla="*/ 948000 w 7467600"/>
              <a:gd name="connsiteY626" fmla="*/ 1663088 h 6858000"/>
              <a:gd name="connsiteX627" fmla="*/ 1006812 w 7467600"/>
              <a:gd name="connsiteY627" fmla="*/ 1767683 h 6858000"/>
              <a:gd name="connsiteX628" fmla="*/ 1149133 w 7467600"/>
              <a:gd name="connsiteY628" fmla="*/ 1971513 h 6858000"/>
              <a:gd name="connsiteX629" fmla="*/ 1333952 w 7467600"/>
              <a:gd name="connsiteY629" fmla="*/ 2251620 h 6858000"/>
              <a:gd name="connsiteX630" fmla="*/ 1337329 w 7467600"/>
              <a:gd name="connsiteY630" fmla="*/ 2258350 h 6858000"/>
              <a:gd name="connsiteX631" fmla="*/ 1014726 w 7467600"/>
              <a:gd name="connsiteY631" fmla="*/ 1615556 h 6858000"/>
              <a:gd name="connsiteX632" fmla="*/ 678222 w 7467600"/>
              <a:gd name="connsiteY632" fmla="*/ 1248670 h 6858000"/>
              <a:gd name="connsiteX633" fmla="*/ 6691602 w 7467600"/>
              <a:gd name="connsiteY633" fmla="*/ 1140573 h 6858000"/>
              <a:gd name="connsiteX634" fmla="*/ 6571100 w 7467600"/>
              <a:gd name="connsiteY634" fmla="*/ 1183662 h 6858000"/>
              <a:gd name="connsiteX635" fmla="*/ 6241687 w 7467600"/>
              <a:gd name="connsiteY635" fmla="*/ 1257600 h 6858000"/>
              <a:gd name="connsiteX636" fmla="*/ 5693009 w 7467600"/>
              <a:gd name="connsiteY636" fmla="*/ 1478256 h 6858000"/>
              <a:gd name="connsiteX637" fmla="*/ 6548420 w 7467600"/>
              <a:gd name="connsiteY637" fmla="*/ 1214599 h 6858000"/>
              <a:gd name="connsiteX638" fmla="*/ 6605473 w 7467600"/>
              <a:gd name="connsiteY638" fmla="*/ 1184686 h 6858000"/>
              <a:gd name="connsiteX639" fmla="*/ 6691602 w 7467600"/>
              <a:gd name="connsiteY639" fmla="*/ 1140573 h 6858000"/>
              <a:gd name="connsiteX640" fmla="*/ 4002475 w 7467600"/>
              <a:gd name="connsiteY640" fmla="*/ 1037802 h 6858000"/>
              <a:gd name="connsiteX641" fmla="*/ 4000324 w 7467600"/>
              <a:gd name="connsiteY641" fmla="*/ 1039362 h 6858000"/>
              <a:gd name="connsiteX642" fmla="*/ 4002862 w 7467600"/>
              <a:gd name="connsiteY642" fmla="*/ 1042866 h 6858000"/>
              <a:gd name="connsiteX643" fmla="*/ 4002475 w 7467600"/>
              <a:gd name="connsiteY643" fmla="*/ 1037802 h 6858000"/>
              <a:gd name="connsiteX644" fmla="*/ 506322 w 7467600"/>
              <a:gd name="connsiteY644" fmla="*/ 1020997 h 6858000"/>
              <a:gd name="connsiteX645" fmla="*/ 533068 w 7467600"/>
              <a:gd name="connsiteY645" fmla="*/ 1029409 h 6858000"/>
              <a:gd name="connsiteX646" fmla="*/ 1232525 w 7467600"/>
              <a:gd name="connsiteY646" fmla="*/ 1804675 h 6858000"/>
              <a:gd name="connsiteX647" fmla="*/ 1388858 w 7467600"/>
              <a:gd name="connsiteY647" fmla="*/ 2368011 h 6858000"/>
              <a:gd name="connsiteX648" fmla="*/ 1384098 w 7467600"/>
              <a:gd name="connsiteY648" fmla="*/ 2378125 h 6858000"/>
              <a:gd name="connsiteX649" fmla="*/ 1425393 w 7467600"/>
              <a:gd name="connsiteY649" fmla="*/ 2589124 h 6858000"/>
              <a:gd name="connsiteX650" fmla="*/ 1424001 w 7467600"/>
              <a:gd name="connsiteY650" fmla="*/ 2597541 h 6858000"/>
              <a:gd name="connsiteX651" fmla="*/ 2152729 w 7467600"/>
              <a:gd name="connsiteY651" fmla="*/ 2864487 h 6858000"/>
              <a:gd name="connsiteX652" fmla="*/ 2020609 w 7467600"/>
              <a:gd name="connsiteY652" fmla="*/ 2539671 h 6858000"/>
              <a:gd name="connsiteX653" fmla="*/ 2018920 w 7467600"/>
              <a:gd name="connsiteY653" fmla="*/ 2536309 h 6858000"/>
              <a:gd name="connsiteX654" fmla="*/ 1342441 w 7467600"/>
              <a:gd name="connsiteY654" fmla="*/ 1173017 h 6858000"/>
              <a:gd name="connsiteX655" fmla="*/ 1367925 w 7467600"/>
              <a:gd name="connsiteY655" fmla="*/ 1135648 h 6858000"/>
              <a:gd name="connsiteX656" fmla="*/ 1771401 w 7467600"/>
              <a:gd name="connsiteY656" fmla="*/ 1806673 h 6858000"/>
              <a:gd name="connsiteX657" fmla="*/ 1972385 w 7467600"/>
              <a:gd name="connsiteY657" fmla="*/ 2198735 h 6858000"/>
              <a:gd name="connsiteX658" fmla="*/ 2040892 w 7467600"/>
              <a:gd name="connsiteY658" fmla="*/ 2405205 h 6858000"/>
              <a:gd name="connsiteX659" fmla="*/ 2131689 w 7467600"/>
              <a:gd name="connsiteY659" fmla="*/ 1936926 h 6858000"/>
              <a:gd name="connsiteX660" fmla="*/ 2454820 w 7467600"/>
              <a:gd name="connsiteY660" fmla="*/ 1248808 h 6858000"/>
              <a:gd name="connsiteX661" fmla="*/ 2492512 w 7467600"/>
              <a:gd name="connsiteY661" fmla="*/ 1302920 h 6858000"/>
              <a:gd name="connsiteX662" fmla="*/ 2081216 w 7467600"/>
              <a:gd name="connsiteY662" fmla="*/ 2527513 h 6858000"/>
              <a:gd name="connsiteX663" fmla="*/ 2081211 w 7467600"/>
              <a:gd name="connsiteY663" fmla="*/ 2528916 h 6858000"/>
              <a:gd name="connsiteX664" fmla="*/ 2199067 w 7467600"/>
              <a:gd name="connsiteY664" fmla="*/ 2884061 h 6858000"/>
              <a:gd name="connsiteX665" fmla="*/ 3192586 w 7467600"/>
              <a:gd name="connsiteY665" fmla="*/ 3411496 h 6858000"/>
              <a:gd name="connsiteX666" fmla="*/ 3182620 w 7467600"/>
              <a:gd name="connsiteY666" fmla="*/ 3483279 h 6858000"/>
              <a:gd name="connsiteX667" fmla="*/ 2435119 w 7467600"/>
              <a:gd name="connsiteY667" fmla="*/ 3080173 h 6858000"/>
              <a:gd name="connsiteX668" fmla="*/ 2410152 w 7467600"/>
              <a:gd name="connsiteY668" fmla="*/ 3063751 h 6858000"/>
              <a:gd name="connsiteX669" fmla="*/ 2408099 w 7467600"/>
              <a:gd name="connsiteY669" fmla="*/ 3064403 h 6858000"/>
              <a:gd name="connsiteX670" fmla="*/ 2407218 w 7467600"/>
              <a:gd name="connsiteY670" fmla="*/ 3070324 h 6858000"/>
              <a:gd name="connsiteX671" fmla="*/ 2380138 w 7467600"/>
              <a:gd name="connsiteY671" fmla="*/ 3099341 h 6858000"/>
              <a:gd name="connsiteX672" fmla="*/ 1765923 w 7467600"/>
              <a:gd name="connsiteY672" fmla="*/ 3581043 h 6858000"/>
              <a:gd name="connsiteX673" fmla="*/ 1702258 w 7467600"/>
              <a:gd name="connsiteY673" fmla="*/ 3612286 h 6858000"/>
              <a:gd name="connsiteX674" fmla="*/ 1538370 w 7467600"/>
              <a:gd name="connsiteY674" fmla="*/ 3811804 h 6858000"/>
              <a:gd name="connsiteX675" fmla="*/ 542867 w 7467600"/>
              <a:gd name="connsiteY675" fmla="*/ 4944092 h 6858000"/>
              <a:gd name="connsiteX676" fmla="*/ 515800 w 7467600"/>
              <a:gd name="connsiteY676" fmla="*/ 4862180 h 6858000"/>
              <a:gd name="connsiteX677" fmla="*/ 909145 w 7467600"/>
              <a:gd name="connsiteY677" fmla="*/ 4199225 h 6858000"/>
              <a:gd name="connsiteX678" fmla="*/ 1214067 w 7467600"/>
              <a:gd name="connsiteY678" fmla="*/ 3908561 h 6858000"/>
              <a:gd name="connsiteX679" fmla="*/ 640967 w 7467600"/>
              <a:gd name="connsiteY679" fmla="*/ 4105601 h 6858000"/>
              <a:gd name="connsiteX680" fmla="*/ 112563 w 7467600"/>
              <a:gd name="connsiteY680" fmla="*/ 4396952 h 6858000"/>
              <a:gd name="connsiteX681" fmla="*/ 0 w 7467600"/>
              <a:gd name="connsiteY681" fmla="*/ 4466006 h 6858000"/>
              <a:gd name="connsiteX682" fmla="*/ 0 w 7467600"/>
              <a:gd name="connsiteY682" fmla="*/ 4233763 h 6858000"/>
              <a:gd name="connsiteX683" fmla="*/ 36881 w 7467600"/>
              <a:gd name="connsiteY683" fmla="*/ 4200118 h 6858000"/>
              <a:gd name="connsiteX684" fmla="*/ 910534 w 7467600"/>
              <a:gd name="connsiteY684" fmla="*/ 3629753 h 6858000"/>
              <a:gd name="connsiteX685" fmla="*/ 1578717 w 7467600"/>
              <a:gd name="connsiteY685" fmla="*/ 3575982 h 6858000"/>
              <a:gd name="connsiteX686" fmla="*/ 2338780 w 7467600"/>
              <a:gd name="connsiteY686" fmla="*/ 3033725 h 6858000"/>
              <a:gd name="connsiteX687" fmla="*/ 1807991 w 7467600"/>
              <a:gd name="connsiteY687" fmla="*/ 2807184 h 6858000"/>
              <a:gd name="connsiteX688" fmla="*/ 1416358 w 7467600"/>
              <a:gd name="connsiteY688" fmla="*/ 3112571 h 6858000"/>
              <a:gd name="connsiteX689" fmla="*/ 939066 w 7467600"/>
              <a:gd name="connsiteY689" fmla="*/ 3378798 h 6858000"/>
              <a:gd name="connsiteX690" fmla="*/ 115099 w 7467600"/>
              <a:gd name="connsiteY690" fmla="*/ 3607650 h 6858000"/>
              <a:gd name="connsiteX691" fmla="*/ 97284 w 7467600"/>
              <a:gd name="connsiteY691" fmla="*/ 3520393 h 6858000"/>
              <a:gd name="connsiteX692" fmla="*/ 922050 w 7467600"/>
              <a:gd name="connsiteY692" fmla="*/ 3074867 h 6858000"/>
              <a:gd name="connsiteX693" fmla="*/ 1405265 w 7467600"/>
              <a:gd name="connsiteY693" fmla="*/ 3016319 h 6858000"/>
              <a:gd name="connsiteX694" fmla="*/ 1407512 w 7467600"/>
              <a:gd name="connsiteY694" fmla="*/ 3018001 h 6858000"/>
              <a:gd name="connsiteX695" fmla="*/ 1726266 w 7467600"/>
              <a:gd name="connsiteY695" fmla="*/ 2777274 h 6858000"/>
              <a:gd name="connsiteX696" fmla="*/ 625390 w 7467600"/>
              <a:gd name="connsiteY696" fmla="*/ 2514541 h 6858000"/>
              <a:gd name="connsiteX697" fmla="*/ 619799 w 7467600"/>
              <a:gd name="connsiteY697" fmla="*/ 2527180 h 6858000"/>
              <a:gd name="connsiteX698" fmla="*/ 310030 w 7467600"/>
              <a:gd name="connsiteY698" fmla="*/ 2771818 h 6858000"/>
              <a:gd name="connsiteX699" fmla="*/ 173877 w 7467600"/>
              <a:gd name="connsiteY699" fmla="*/ 2937056 h 6858000"/>
              <a:gd name="connsiteX700" fmla="*/ 77889 w 7467600"/>
              <a:gd name="connsiteY700" fmla="*/ 3138440 h 6858000"/>
              <a:gd name="connsiteX701" fmla="*/ 0 w 7467600"/>
              <a:gd name="connsiteY701" fmla="*/ 3271395 h 6858000"/>
              <a:gd name="connsiteX702" fmla="*/ 0 w 7467600"/>
              <a:gd name="connsiteY702" fmla="*/ 3153002 h 6858000"/>
              <a:gd name="connsiteX703" fmla="*/ 2386 w 7467600"/>
              <a:gd name="connsiteY703" fmla="*/ 3149203 h 6858000"/>
              <a:gd name="connsiteX704" fmla="*/ 89753 w 7467600"/>
              <a:gd name="connsiteY704" fmla="*/ 2987702 h 6858000"/>
              <a:gd name="connsiteX705" fmla="*/ 76869 w 7467600"/>
              <a:gd name="connsiteY705" fmla="*/ 3005404 h 6858000"/>
              <a:gd name="connsiteX706" fmla="*/ 32049 w 7467600"/>
              <a:gd name="connsiteY706" fmla="*/ 3065814 h 6858000"/>
              <a:gd name="connsiteX707" fmla="*/ 0 w 7467600"/>
              <a:gd name="connsiteY707" fmla="*/ 3108744 h 6858000"/>
              <a:gd name="connsiteX708" fmla="*/ 0 w 7467600"/>
              <a:gd name="connsiteY708" fmla="*/ 3058059 h 6858000"/>
              <a:gd name="connsiteX709" fmla="*/ 7610 w 7467600"/>
              <a:gd name="connsiteY709" fmla="*/ 3047889 h 6858000"/>
              <a:gd name="connsiteX710" fmla="*/ 52419 w 7467600"/>
              <a:gd name="connsiteY710" fmla="*/ 2987479 h 6858000"/>
              <a:gd name="connsiteX711" fmla="*/ 59142 w 7467600"/>
              <a:gd name="connsiteY711" fmla="*/ 2978488 h 6858000"/>
              <a:gd name="connsiteX712" fmla="*/ 0 w 7467600"/>
              <a:gd name="connsiteY712" fmla="*/ 3015334 h 6858000"/>
              <a:gd name="connsiteX713" fmla="*/ 0 w 7467600"/>
              <a:gd name="connsiteY713" fmla="*/ 2914286 h 6858000"/>
              <a:gd name="connsiteX714" fmla="*/ 36383 w 7467600"/>
              <a:gd name="connsiteY714" fmla="*/ 2901128 h 6858000"/>
              <a:gd name="connsiteX715" fmla="*/ 156329 w 7467600"/>
              <a:gd name="connsiteY715" fmla="*/ 2840533 h 6858000"/>
              <a:gd name="connsiteX716" fmla="*/ 358355 w 7467600"/>
              <a:gd name="connsiteY716" fmla="*/ 2620471 h 6858000"/>
              <a:gd name="connsiteX717" fmla="*/ 510577 w 7467600"/>
              <a:gd name="connsiteY717" fmla="*/ 2501244 h 6858000"/>
              <a:gd name="connsiteX718" fmla="*/ 211967 w 7467600"/>
              <a:gd name="connsiteY718" fmla="*/ 2479171 h 6858000"/>
              <a:gd name="connsiteX719" fmla="*/ 0 w 7467600"/>
              <a:gd name="connsiteY719" fmla="*/ 2476398 h 6858000"/>
              <a:gd name="connsiteX720" fmla="*/ 0 w 7467600"/>
              <a:gd name="connsiteY720" fmla="*/ 2389189 h 6858000"/>
              <a:gd name="connsiteX721" fmla="*/ 103062 w 7467600"/>
              <a:gd name="connsiteY721" fmla="*/ 2389518 h 6858000"/>
              <a:gd name="connsiteX722" fmla="*/ 510734 w 7467600"/>
              <a:gd name="connsiteY722" fmla="*/ 2416201 h 6858000"/>
              <a:gd name="connsiteX723" fmla="*/ 279257 w 7467600"/>
              <a:gd name="connsiteY723" fmla="*/ 2092102 h 6858000"/>
              <a:gd name="connsiteX724" fmla="*/ 65265 w 7467600"/>
              <a:gd name="connsiteY724" fmla="*/ 2006049 h 6858000"/>
              <a:gd name="connsiteX725" fmla="*/ 0 w 7467600"/>
              <a:gd name="connsiteY725" fmla="*/ 1982532 h 6858000"/>
              <a:gd name="connsiteX726" fmla="*/ 0 w 7467600"/>
              <a:gd name="connsiteY726" fmla="*/ 1912789 h 6858000"/>
              <a:gd name="connsiteX727" fmla="*/ 97460 w 7467600"/>
              <a:gd name="connsiteY727" fmla="*/ 1953725 h 6858000"/>
              <a:gd name="connsiteX728" fmla="*/ 221272 w 7467600"/>
              <a:gd name="connsiteY728" fmla="*/ 1980766 h 6858000"/>
              <a:gd name="connsiteX729" fmla="*/ 116765 w 7467600"/>
              <a:gd name="connsiteY729" fmla="*/ 1911033 h 6858000"/>
              <a:gd name="connsiteX730" fmla="*/ 16405 w 7467600"/>
              <a:gd name="connsiteY730" fmla="*/ 1803412 h 6858000"/>
              <a:gd name="connsiteX731" fmla="*/ 0 w 7467600"/>
              <a:gd name="connsiteY731" fmla="*/ 1784777 h 6858000"/>
              <a:gd name="connsiteX732" fmla="*/ 0 w 7467600"/>
              <a:gd name="connsiteY732" fmla="*/ 1740082 h 6858000"/>
              <a:gd name="connsiteX733" fmla="*/ 39394 w 7467600"/>
              <a:gd name="connsiteY733" fmla="*/ 1784856 h 6858000"/>
              <a:gd name="connsiteX734" fmla="*/ 135813 w 7467600"/>
              <a:gd name="connsiteY734" fmla="*/ 1888838 h 6858000"/>
              <a:gd name="connsiteX735" fmla="*/ 242575 w 7467600"/>
              <a:gd name="connsiteY735" fmla="*/ 1958841 h 6858000"/>
              <a:gd name="connsiteX736" fmla="*/ 82197 w 7467600"/>
              <a:gd name="connsiteY736" fmla="*/ 1754826 h 6858000"/>
              <a:gd name="connsiteX737" fmla="*/ 0 w 7467600"/>
              <a:gd name="connsiteY737" fmla="*/ 1679650 h 6858000"/>
              <a:gd name="connsiteX738" fmla="*/ 0 w 7467600"/>
              <a:gd name="connsiteY738" fmla="*/ 1602463 h 6858000"/>
              <a:gd name="connsiteX739" fmla="*/ 84689 w 7467600"/>
              <a:gd name="connsiteY739" fmla="*/ 1677442 h 6858000"/>
              <a:gd name="connsiteX740" fmla="*/ 298437 w 7467600"/>
              <a:gd name="connsiteY740" fmla="*/ 1968019 h 6858000"/>
              <a:gd name="connsiteX741" fmla="*/ 227269 w 7467600"/>
              <a:gd name="connsiteY741" fmla="*/ 1114064 h 6858000"/>
              <a:gd name="connsiteX742" fmla="*/ 248003 w 7467600"/>
              <a:gd name="connsiteY742" fmla="*/ 1089613 h 6858000"/>
              <a:gd name="connsiteX743" fmla="*/ 427020 w 7467600"/>
              <a:gd name="connsiteY743" fmla="*/ 1619803 h 6858000"/>
              <a:gd name="connsiteX744" fmla="*/ 340345 w 7467600"/>
              <a:gd name="connsiteY744" fmla="*/ 2027739 h 6858000"/>
              <a:gd name="connsiteX745" fmla="*/ 360865 w 7467600"/>
              <a:gd name="connsiteY745" fmla="*/ 2044827 h 6858000"/>
              <a:gd name="connsiteX746" fmla="*/ 560414 w 7467600"/>
              <a:gd name="connsiteY746" fmla="*/ 2421457 h 6858000"/>
              <a:gd name="connsiteX747" fmla="*/ 1359703 w 7467600"/>
              <a:gd name="connsiteY747" fmla="*/ 2578554 h 6858000"/>
              <a:gd name="connsiteX748" fmla="*/ 1359422 w 7467600"/>
              <a:gd name="connsiteY748" fmla="*/ 2577994 h 6858000"/>
              <a:gd name="connsiteX749" fmla="*/ 828701 w 7467600"/>
              <a:gd name="connsiteY749" fmla="*/ 1839520 h 6858000"/>
              <a:gd name="connsiteX750" fmla="*/ 494427 w 7467600"/>
              <a:gd name="connsiteY750" fmla="*/ 1092333 h 6858000"/>
              <a:gd name="connsiteX751" fmla="*/ 506322 w 7467600"/>
              <a:gd name="connsiteY751" fmla="*/ 1020997 h 6858000"/>
              <a:gd name="connsiteX752" fmla="*/ 4570198 w 7467600"/>
              <a:gd name="connsiteY752" fmla="*/ 978081 h 6858000"/>
              <a:gd name="connsiteX753" fmla="*/ 4523691 w 7467600"/>
              <a:gd name="connsiteY753" fmla="*/ 1127776 h 6858000"/>
              <a:gd name="connsiteX754" fmla="*/ 4509875 w 7467600"/>
              <a:gd name="connsiteY754" fmla="*/ 1167552 h 6858000"/>
              <a:gd name="connsiteX755" fmla="*/ 4478168 w 7467600"/>
              <a:gd name="connsiteY755" fmla="*/ 1260735 h 6858000"/>
              <a:gd name="connsiteX756" fmla="*/ 4409309 w 7467600"/>
              <a:gd name="connsiteY756" fmla="*/ 1666996 h 6858000"/>
              <a:gd name="connsiteX757" fmla="*/ 4370031 w 7467600"/>
              <a:gd name="connsiteY757" fmla="*/ 1955666 h 6858000"/>
              <a:gd name="connsiteX758" fmla="*/ 4570198 w 7467600"/>
              <a:gd name="connsiteY758" fmla="*/ 978081 h 6858000"/>
              <a:gd name="connsiteX759" fmla="*/ 4557898 w 7467600"/>
              <a:gd name="connsiteY759" fmla="*/ 900011 h 6858000"/>
              <a:gd name="connsiteX760" fmla="*/ 4344840 w 7467600"/>
              <a:gd name="connsiteY760" fmla="*/ 1922038 h 6858000"/>
              <a:gd name="connsiteX761" fmla="*/ 4378710 w 7467600"/>
              <a:gd name="connsiteY761" fmla="*/ 1665516 h 6858000"/>
              <a:gd name="connsiteX762" fmla="*/ 4448798 w 7467600"/>
              <a:gd name="connsiteY762" fmla="*/ 1253024 h 6858000"/>
              <a:gd name="connsiteX763" fmla="*/ 4480315 w 7467600"/>
              <a:gd name="connsiteY763" fmla="*/ 1158454 h 6858000"/>
              <a:gd name="connsiteX764" fmla="*/ 4494133 w 7467600"/>
              <a:gd name="connsiteY764" fmla="*/ 1118676 h 6858000"/>
              <a:gd name="connsiteX765" fmla="*/ 4557898 w 7467600"/>
              <a:gd name="connsiteY765" fmla="*/ 900011 h 6858000"/>
              <a:gd name="connsiteX766" fmla="*/ 5870151 w 7467600"/>
              <a:gd name="connsiteY766" fmla="*/ 898890 h 6858000"/>
              <a:gd name="connsiteX767" fmla="*/ 5861335 w 7467600"/>
              <a:gd name="connsiteY767" fmla="*/ 899177 h 6858000"/>
              <a:gd name="connsiteX768" fmla="*/ 5843702 w 7467600"/>
              <a:gd name="connsiteY768" fmla="*/ 899748 h 6858000"/>
              <a:gd name="connsiteX769" fmla="*/ 5651107 w 7467600"/>
              <a:gd name="connsiteY769" fmla="*/ 920306 h 6858000"/>
              <a:gd name="connsiteX770" fmla="*/ 5459407 w 7467600"/>
              <a:gd name="connsiteY770" fmla="*/ 940975 h 6858000"/>
              <a:gd name="connsiteX771" fmla="*/ 5374846 w 7467600"/>
              <a:gd name="connsiteY771" fmla="*/ 941988 h 6858000"/>
              <a:gd name="connsiteX772" fmla="*/ 5256105 w 7467600"/>
              <a:gd name="connsiteY772" fmla="*/ 945632 h 6858000"/>
              <a:gd name="connsiteX773" fmla="*/ 5107071 w 7467600"/>
              <a:gd name="connsiteY773" fmla="*/ 969720 h 6858000"/>
              <a:gd name="connsiteX774" fmla="*/ 4998681 w 7467600"/>
              <a:gd name="connsiteY774" fmla="*/ 988771 h 6858000"/>
              <a:gd name="connsiteX775" fmla="*/ 5870151 w 7467600"/>
              <a:gd name="connsiteY775" fmla="*/ 898890 h 6858000"/>
              <a:gd name="connsiteX776" fmla="*/ 5504425 w 7467600"/>
              <a:gd name="connsiteY776" fmla="*/ 848067 h 6858000"/>
              <a:gd name="connsiteX777" fmla="*/ 4968849 w 7467600"/>
              <a:gd name="connsiteY777" fmla="*/ 962318 h 6858000"/>
              <a:gd name="connsiteX778" fmla="*/ 5104039 w 7467600"/>
              <a:gd name="connsiteY778" fmla="*/ 940634 h 6858000"/>
              <a:gd name="connsiteX779" fmla="*/ 5256311 w 7467600"/>
              <a:gd name="connsiteY779" fmla="*/ 916490 h 6858000"/>
              <a:gd name="connsiteX780" fmla="*/ 5377381 w 7467600"/>
              <a:gd name="connsiteY780" fmla="*/ 912671 h 6858000"/>
              <a:gd name="connsiteX781" fmla="*/ 5460148 w 7467600"/>
              <a:gd name="connsiteY781" fmla="*/ 911442 h 6858000"/>
              <a:gd name="connsiteX782" fmla="*/ 5648971 w 7467600"/>
              <a:gd name="connsiteY782" fmla="*/ 891331 h 6858000"/>
              <a:gd name="connsiteX783" fmla="*/ 5844807 w 7467600"/>
              <a:gd name="connsiteY783" fmla="*/ 870718 h 6858000"/>
              <a:gd name="connsiteX784" fmla="*/ 5862975 w 7467600"/>
              <a:gd name="connsiteY784" fmla="*/ 869756 h 6858000"/>
              <a:gd name="connsiteX785" fmla="*/ 5920887 w 7467600"/>
              <a:gd name="connsiteY785" fmla="*/ 865929 h 6858000"/>
              <a:gd name="connsiteX786" fmla="*/ 5504425 w 7467600"/>
              <a:gd name="connsiteY786" fmla="*/ 848067 h 6858000"/>
              <a:gd name="connsiteX787" fmla="*/ 3607114 w 7467600"/>
              <a:gd name="connsiteY787" fmla="*/ 467441 h 6858000"/>
              <a:gd name="connsiteX788" fmla="*/ 3296242 w 7467600"/>
              <a:gd name="connsiteY788" fmla="*/ 807991 h 6858000"/>
              <a:gd name="connsiteX789" fmla="*/ 3174674 w 7467600"/>
              <a:gd name="connsiteY789" fmla="*/ 919759 h 6858000"/>
              <a:gd name="connsiteX790" fmla="*/ 3042978 w 7467600"/>
              <a:gd name="connsiteY790" fmla="*/ 1054894 h 6858000"/>
              <a:gd name="connsiteX791" fmla="*/ 2968914 w 7467600"/>
              <a:gd name="connsiteY791" fmla="*/ 1133756 h 6858000"/>
              <a:gd name="connsiteX792" fmla="*/ 3103823 w 7467600"/>
              <a:gd name="connsiteY792" fmla="*/ 1026814 h 6858000"/>
              <a:gd name="connsiteX793" fmla="*/ 3607114 w 7467600"/>
              <a:gd name="connsiteY793" fmla="*/ 467441 h 6858000"/>
              <a:gd name="connsiteX794" fmla="*/ 3744487 w 7467600"/>
              <a:gd name="connsiteY794" fmla="*/ 383136 h 6858000"/>
              <a:gd name="connsiteX795" fmla="*/ 3970213 w 7467600"/>
              <a:gd name="connsiteY795" fmla="*/ 995559 h 6858000"/>
              <a:gd name="connsiteX796" fmla="*/ 3744487 w 7467600"/>
              <a:gd name="connsiteY796" fmla="*/ 383136 h 6858000"/>
              <a:gd name="connsiteX797" fmla="*/ 3624562 w 7467600"/>
              <a:gd name="connsiteY797" fmla="*/ 367041 h 6858000"/>
              <a:gd name="connsiteX798" fmla="*/ 3489712 w 7467600"/>
              <a:gd name="connsiteY798" fmla="*/ 485386 h 6858000"/>
              <a:gd name="connsiteX799" fmla="*/ 3182994 w 7467600"/>
              <a:gd name="connsiteY799" fmla="*/ 828265 h 6858000"/>
              <a:gd name="connsiteX800" fmla="*/ 2892114 w 7467600"/>
              <a:gd name="connsiteY800" fmla="*/ 1172635 h 6858000"/>
              <a:gd name="connsiteX801" fmla="*/ 3021459 w 7467600"/>
              <a:gd name="connsiteY801" fmla="*/ 1035385 h 6858000"/>
              <a:gd name="connsiteX802" fmla="*/ 3153873 w 7467600"/>
              <a:gd name="connsiteY802" fmla="*/ 898971 h 6858000"/>
              <a:gd name="connsiteX803" fmla="*/ 3276511 w 7467600"/>
              <a:gd name="connsiteY803" fmla="*/ 786423 h 6858000"/>
              <a:gd name="connsiteX804" fmla="*/ 3584154 w 7467600"/>
              <a:gd name="connsiteY804" fmla="*/ 448218 h 6858000"/>
              <a:gd name="connsiteX805" fmla="*/ 3624562 w 7467600"/>
              <a:gd name="connsiteY805" fmla="*/ 367041 h 6858000"/>
              <a:gd name="connsiteX806" fmla="*/ 3766672 w 7467600"/>
              <a:gd name="connsiteY806" fmla="*/ 359429 h 6858000"/>
              <a:gd name="connsiteX807" fmla="*/ 3996338 w 7467600"/>
              <a:gd name="connsiteY807" fmla="*/ 968237 h 6858000"/>
              <a:gd name="connsiteX808" fmla="*/ 3766672 w 7467600"/>
              <a:gd name="connsiteY808" fmla="*/ 359429 h 6858000"/>
              <a:gd name="connsiteX809" fmla="*/ 5805386 w 7467600"/>
              <a:gd name="connsiteY809" fmla="*/ 239240 h 6858000"/>
              <a:gd name="connsiteX810" fmla="*/ 5736947 w 7467600"/>
              <a:gd name="connsiteY810" fmla="*/ 261367 h 6858000"/>
              <a:gd name="connsiteX811" fmla="*/ 5427012 w 7467600"/>
              <a:gd name="connsiteY811" fmla="*/ 311272 h 6858000"/>
              <a:gd name="connsiteX812" fmla="*/ 5147818 w 7467600"/>
              <a:gd name="connsiteY812" fmla="*/ 322112 h 6858000"/>
              <a:gd name="connsiteX813" fmla="*/ 5060854 w 7467600"/>
              <a:gd name="connsiteY813" fmla="*/ 311882 h 6858000"/>
              <a:gd name="connsiteX814" fmla="*/ 4945989 w 7467600"/>
              <a:gd name="connsiteY814" fmla="*/ 300516 h 6858000"/>
              <a:gd name="connsiteX815" fmla="*/ 5410479 w 7467600"/>
              <a:gd name="connsiteY815" fmla="*/ 348434 h 6858000"/>
              <a:gd name="connsiteX816" fmla="*/ 5805386 w 7467600"/>
              <a:gd name="connsiteY816" fmla="*/ 239240 h 6858000"/>
              <a:gd name="connsiteX817" fmla="*/ 5905192 w 7467600"/>
              <a:gd name="connsiteY817" fmla="*/ 163079 h 6858000"/>
              <a:gd name="connsiteX818" fmla="*/ 5865655 w 7467600"/>
              <a:gd name="connsiteY818" fmla="*/ 171901 h 6858000"/>
              <a:gd name="connsiteX819" fmla="*/ 5259740 w 7467600"/>
              <a:gd name="connsiteY819" fmla="*/ 257013 h 6858000"/>
              <a:gd name="connsiteX820" fmla="*/ 5208466 w 7467600"/>
              <a:gd name="connsiteY820" fmla="*/ 257550 h 6858000"/>
              <a:gd name="connsiteX821" fmla="*/ 4980204 w 7467600"/>
              <a:gd name="connsiteY821" fmla="*/ 271903 h 6858000"/>
              <a:gd name="connsiteX822" fmla="*/ 5068068 w 7467600"/>
              <a:gd name="connsiteY822" fmla="*/ 282244 h 6858000"/>
              <a:gd name="connsiteX823" fmla="*/ 5153231 w 7467600"/>
              <a:gd name="connsiteY823" fmla="*/ 292240 h 6858000"/>
              <a:gd name="connsiteX824" fmla="*/ 5426491 w 7467600"/>
              <a:gd name="connsiteY824" fmla="*/ 281128 h 6858000"/>
              <a:gd name="connsiteX825" fmla="*/ 5731212 w 7467600"/>
              <a:gd name="connsiteY825" fmla="*/ 231951 h 6858000"/>
              <a:gd name="connsiteX826" fmla="*/ 5905192 w 7467600"/>
              <a:gd name="connsiteY826" fmla="*/ 163079 h 6858000"/>
              <a:gd name="connsiteX827" fmla="*/ 5944437 w 7467600"/>
              <a:gd name="connsiteY827" fmla="*/ 113829 h 6858000"/>
              <a:gd name="connsiteX828" fmla="*/ 5825032 w 7467600"/>
              <a:gd name="connsiteY828" fmla="*/ 146405 h 6858000"/>
              <a:gd name="connsiteX829" fmla="*/ 4955599 w 7467600"/>
              <a:gd name="connsiteY829" fmla="*/ 247008 h 6858000"/>
              <a:gd name="connsiteX830" fmla="*/ 5210104 w 7467600"/>
              <a:gd name="connsiteY830" fmla="*/ 228123 h 6858000"/>
              <a:gd name="connsiteX831" fmla="*/ 5261015 w 7467600"/>
              <a:gd name="connsiteY831" fmla="*/ 227087 h 6858000"/>
              <a:gd name="connsiteX832" fmla="*/ 5861181 w 7467600"/>
              <a:gd name="connsiteY832" fmla="*/ 143093 h 6858000"/>
              <a:gd name="connsiteX833" fmla="*/ 5961252 w 7467600"/>
              <a:gd name="connsiteY833" fmla="*/ 114820 h 6858000"/>
              <a:gd name="connsiteX834" fmla="*/ 5944437 w 7467600"/>
              <a:gd name="connsiteY834" fmla="*/ 113829 h 6858000"/>
              <a:gd name="connsiteX835" fmla="*/ 3882765 w 7467600"/>
              <a:gd name="connsiteY835" fmla="*/ 0 h 6858000"/>
              <a:gd name="connsiteX836" fmla="*/ 3995099 w 7467600"/>
              <a:gd name="connsiteY836" fmla="*/ 0 h 6858000"/>
              <a:gd name="connsiteX837" fmla="*/ 4163818 w 7467600"/>
              <a:gd name="connsiteY837" fmla="*/ 234104 h 6858000"/>
              <a:gd name="connsiteX838" fmla="*/ 4172099 w 7467600"/>
              <a:gd name="connsiteY838" fmla="*/ 234207 h 6858000"/>
              <a:gd name="connsiteX839" fmla="*/ 4784282 w 7467600"/>
              <a:gd name="connsiteY839" fmla="*/ 276561 h 6858000"/>
              <a:gd name="connsiteX840" fmla="*/ 4801687 w 7467600"/>
              <a:gd name="connsiteY840" fmla="*/ 267764 h 6858000"/>
              <a:gd name="connsiteX841" fmla="*/ 6082788 w 7467600"/>
              <a:gd name="connsiteY841" fmla="*/ 64119 h 6858000"/>
              <a:gd name="connsiteX842" fmla="*/ 6099442 w 7467600"/>
              <a:gd name="connsiteY842" fmla="*/ 82568 h 6858000"/>
              <a:gd name="connsiteX843" fmla="*/ 4804137 w 7467600"/>
              <a:gd name="connsiteY843" fmla="*/ 320931 h 6858000"/>
              <a:gd name="connsiteX844" fmla="*/ 4227047 w 7467600"/>
              <a:gd name="connsiteY844" fmla="*/ 313415 h 6858000"/>
              <a:gd name="connsiteX845" fmla="*/ 4346041 w 7467600"/>
              <a:gd name="connsiteY845" fmla="*/ 456086 h 6858000"/>
              <a:gd name="connsiteX846" fmla="*/ 4870967 w 7467600"/>
              <a:gd name="connsiteY846" fmla="*/ 963061 h 6858000"/>
              <a:gd name="connsiteX847" fmla="*/ 4889647 w 7467600"/>
              <a:gd name="connsiteY847" fmla="*/ 957147 h 6858000"/>
              <a:gd name="connsiteX848" fmla="*/ 5422504 w 7467600"/>
              <a:gd name="connsiteY848" fmla="*/ 805191 h 6858000"/>
              <a:gd name="connsiteX849" fmla="*/ 6087656 w 7467600"/>
              <a:gd name="connsiteY849" fmla="*/ 826703 h 6858000"/>
              <a:gd name="connsiteX850" fmla="*/ 6058717 w 7467600"/>
              <a:gd name="connsiteY850" fmla="*/ 865992 h 6858000"/>
              <a:gd name="connsiteX851" fmla="*/ 4974153 w 7467600"/>
              <a:gd name="connsiteY851" fmla="*/ 1045456 h 6858000"/>
              <a:gd name="connsiteX852" fmla="*/ 5627835 w 7467600"/>
              <a:gd name="connsiteY852" fmla="*/ 1472077 h 6858000"/>
              <a:gd name="connsiteX853" fmla="*/ 5629817 w 7467600"/>
              <a:gd name="connsiteY853" fmla="*/ 1471412 h 6858000"/>
              <a:gd name="connsiteX854" fmla="*/ 5634124 w 7467600"/>
              <a:gd name="connsiteY854" fmla="*/ 1470572 h 6858000"/>
              <a:gd name="connsiteX855" fmla="*/ 5755832 w 7467600"/>
              <a:gd name="connsiteY855" fmla="*/ 1383886 h 6858000"/>
              <a:gd name="connsiteX856" fmla="*/ 6014186 w 7467600"/>
              <a:gd name="connsiteY856" fmla="*/ 1279799 h 6858000"/>
              <a:gd name="connsiteX857" fmla="*/ 6901619 w 7467600"/>
              <a:gd name="connsiteY857" fmla="*/ 1047874 h 6858000"/>
              <a:gd name="connsiteX858" fmla="*/ 6931566 w 7467600"/>
              <a:gd name="connsiteY858" fmla="*/ 1062034 h 6858000"/>
              <a:gd name="connsiteX859" fmla="*/ 5790982 w 7467600"/>
              <a:gd name="connsiteY859" fmla="*/ 1561380 h 6858000"/>
              <a:gd name="connsiteX860" fmla="*/ 6188971 w 7467600"/>
              <a:gd name="connsiteY860" fmla="*/ 1755168 h 6858000"/>
              <a:gd name="connsiteX861" fmla="*/ 6202446 w 7467600"/>
              <a:gd name="connsiteY861" fmla="*/ 1752268 h 6858000"/>
              <a:gd name="connsiteX862" fmla="*/ 7179560 w 7467600"/>
              <a:gd name="connsiteY862" fmla="*/ 1467551 h 6858000"/>
              <a:gd name="connsiteX863" fmla="*/ 7158730 w 7467600"/>
              <a:gd name="connsiteY863" fmla="*/ 1507835 h 6858000"/>
              <a:gd name="connsiteX864" fmla="*/ 6326959 w 7467600"/>
              <a:gd name="connsiteY864" fmla="*/ 1817686 h 6858000"/>
              <a:gd name="connsiteX865" fmla="*/ 6537433 w 7467600"/>
              <a:gd name="connsiteY865" fmla="*/ 1907790 h 6858000"/>
              <a:gd name="connsiteX866" fmla="*/ 6550221 w 7467600"/>
              <a:gd name="connsiteY866" fmla="*/ 1910729 h 6858000"/>
              <a:gd name="connsiteX867" fmla="*/ 6964438 w 7467600"/>
              <a:gd name="connsiteY867" fmla="*/ 2209505 h 6858000"/>
              <a:gd name="connsiteX868" fmla="*/ 7367862 w 7467600"/>
              <a:gd name="connsiteY868" fmla="*/ 2806833 h 6858000"/>
              <a:gd name="connsiteX869" fmla="*/ 7364329 w 7467600"/>
              <a:gd name="connsiteY869" fmla="*/ 2826907 h 6858000"/>
              <a:gd name="connsiteX870" fmla="*/ 7290545 w 7467600"/>
              <a:gd name="connsiteY870" fmla="*/ 2850663 h 6858000"/>
              <a:gd name="connsiteX871" fmla="*/ 6472036 w 7467600"/>
              <a:gd name="connsiteY871" fmla="*/ 1959003 h 6858000"/>
              <a:gd name="connsiteX872" fmla="*/ 5792897 w 7467600"/>
              <a:gd name="connsiteY872" fmla="*/ 1647747 h 6858000"/>
              <a:gd name="connsiteX873" fmla="*/ 5842751 w 7467600"/>
              <a:gd name="connsiteY873" fmla="*/ 1816112 h 6858000"/>
              <a:gd name="connsiteX874" fmla="*/ 5847424 w 7467600"/>
              <a:gd name="connsiteY874" fmla="*/ 1815776 h 6858000"/>
              <a:gd name="connsiteX875" fmla="*/ 6399821 w 7467600"/>
              <a:gd name="connsiteY875" fmla="*/ 2344799 h 6858000"/>
              <a:gd name="connsiteX876" fmla="*/ 6323232 w 7467600"/>
              <a:gd name="connsiteY876" fmla="*/ 2389634 h 6858000"/>
              <a:gd name="connsiteX877" fmla="*/ 5942958 w 7467600"/>
              <a:gd name="connsiteY877" fmla="*/ 2077708 h 6858000"/>
              <a:gd name="connsiteX878" fmla="*/ 5921559 w 7467600"/>
              <a:gd name="connsiteY878" fmla="*/ 2378596 h 6858000"/>
              <a:gd name="connsiteX879" fmla="*/ 5817651 w 7467600"/>
              <a:gd name="connsiteY879" fmla="*/ 3023919 h 6858000"/>
              <a:gd name="connsiteX880" fmla="*/ 5729634 w 7467600"/>
              <a:gd name="connsiteY880" fmla="*/ 3051849 h 6858000"/>
              <a:gd name="connsiteX881" fmla="*/ 5611018 w 7467600"/>
              <a:gd name="connsiteY881" fmla="*/ 2316769 h 6858000"/>
              <a:gd name="connsiteX882" fmla="*/ 5687608 w 7467600"/>
              <a:gd name="connsiteY882" fmla="*/ 2039972 h 6858000"/>
              <a:gd name="connsiteX883" fmla="*/ 5657554 w 7467600"/>
              <a:gd name="connsiteY883" fmla="*/ 1576445 h 6858000"/>
              <a:gd name="connsiteX884" fmla="*/ 5150475 w 7467600"/>
              <a:gd name="connsiteY884" fmla="*/ 1274012 h 6858000"/>
              <a:gd name="connsiteX885" fmla="*/ 5349142 w 7467600"/>
              <a:gd name="connsiteY885" fmla="*/ 2204405 h 6858000"/>
              <a:gd name="connsiteX886" fmla="*/ 5262214 w 7467600"/>
              <a:gd name="connsiteY886" fmla="*/ 2233836 h 6858000"/>
              <a:gd name="connsiteX887" fmla="*/ 4981539 w 7467600"/>
              <a:gd name="connsiteY887" fmla="*/ 1542201 h 6858000"/>
              <a:gd name="connsiteX888" fmla="*/ 4958461 w 7467600"/>
              <a:gd name="connsiteY888" fmla="*/ 1136957 h 6858000"/>
              <a:gd name="connsiteX889" fmla="*/ 4655015 w 7467600"/>
              <a:gd name="connsiteY889" fmla="*/ 891426 h 6858000"/>
              <a:gd name="connsiteX890" fmla="*/ 4348002 w 7467600"/>
              <a:gd name="connsiteY890" fmla="*/ 2205895 h 6858000"/>
              <a:gd name="connsiteX891" fmla="*/ 4262250 w 7467600"/>
              <a:gd name="connsiteY891" fmla="*/ 2219972 h 6858000"/>
              <a:gd name="connsiteX892" fmla="*/ 4550611 w 7467600"/>
              <a:gd name="connsiteY892" fmla="*/ 817540 h 6858000"/>
              <a:gd name="connsiteX893" fmla="*/ 4564418 w 7467600"/>
              <a:gd name="connsiteY893" fmla="*/ 808293 h 6858000"/>
              <a:gd name="connsiteX894" fmla="*/ 4266388 w 7467600"/>
              <a:gd name="connsiteY894" fmla="*/ 500083 h 6858000"/>
              <a:gd name="connsiteX895" fmla="*/ 4032842 w 7467600"/>
              <a:gd name="connsiteY895" fmla="*/ 211809 h 6858000"/>
              <a:gd name="connsiteX896" fmla="*/ 3882765 w 7467600"/>
              <a:gd name="connsiteY896" fmla="*/ 0 h 6858000"/>
              <a:gd name="connsiteX897" fmla="*/ 3721337 w 7467600"/>
              <a:gd name="connsiteY897" fmla="*/ 0 h 6858000"/>
              <a:gd name="connsiteX898" fmla="*/ 3797544 w 7467600"/>
              <a:gd name="connsiteY898" fmla="*/ 0 h 6858000"/>
              <a:gd name="connsiteX899" fmla="*/ 3775734 w 7467600"/>
              <a:gd name="connsiteY899" fmla="*/ 95131 h 6858000"/>
              <a:gd name="connsiteX900" fmla="*/ 3724807 w 7467600"/>
              <a:gd name="connsiteY900" fmla="*/ 272257 h 6858000"/>
              <a:gd name="connsiteX901" fmla="*/ 3726844 w 7467600"/>
              <a:gd name="connsiteY901" fmla="*/ 282988 h 6858000"/>
              <a:gd name="connsiteX902" fmla="*/ 3742664 w 7467600"/>
              <a:gd name="connsiteY902" fmla="*/ 279918 h 6858000"/>
              <a:gd name="connsiteX903" fmla="*/ 4103910 w 7467600"/>
              <a:gd name="connsiteY903" fmla="*/ 1161917 h 6858000"/>
              <a:gd name="connsiteX904" fmla="*/ 4020269 w 7467600"/>
              <a:gd name="connsiteY904" fmla="*/ 1200406 h 6858000"/>
              <a:gd name="connsiteX905" fmla="*/ 3674882 w 7467600"/>
              <a:gd name="connsiteY905" fmla="*/ 488524 h 6858000"/>
              <a:gd name="connsiteX906" fmla="*/ 3132682 w 7467600"/>
              <a:gd name="connsiteY906" fmla="*/ 1072284 h 6858000"/>
              <a:gd name="connsiteX907" fmla="*/ 2716346 w 7467600"/>
              <a:gd name="connsiteY907" fmla="*/ 1276376 h 6858000"/>
              <a:gd name="connsiteX908" fmla="*/ 2716772 w 7467600"/>
              <a:gd name="connsiteY908" fmla="*/ 1255462 h 6858000"/>
              <a:gd name="connsiteX909" fmla="*/ 3471096 w 7467600"/>
              <a:gd name="connsiteY909" fmla="*/ 437072 h 6858000"/>
              <a:gd name="connsiteX910" fmla="*/ 3639057 w 7467600"/>
              <a:gd name="connsiteY910" fmla="*/ 286334 h 6858000"/>
              <a:gd name="connsiteX911" fmla="*/ 3640309 w 7467600"/>
              <a:gd name="connsiteY911" fmla="*/ 284664 h 6858000"/>
              <a:gd name="connsiteX912" fmla="*/ 3646022 w 7467600"/>
              <a:gd name="connsiteY912" fmla="*/ 276711 h 6858000"/>
              <a:gd name="connsiteX913" fmla="*/ 3707943 w 7467600"/>
              <a:gd name="connsiteY913" fmla="*/ 65958 h 6858000"/>
              <a:gd name="connsiteX914" fmla="*/ 3721337 w 7467600"/>
              <a:gd name="connsiteY914" fmla="*/ 0 h 6858000"/>
              <a:gd name="connsiteX915" fmla="*/ 2867960 w 7467600"/>
              <a:gd name="connsiteY915" fmla="*/ 0 h 6858000"/>
              <a:gd name="connsiteX916" fmla="*/ 2926351 w 7467600"/>
              <a:gd name="connsiteY916" fmla="*/ 0 h 6858000"/>
              <a:gd name="connsiteX917" fmla="*/ 2902823 w 7467600"/>
              <a:gd name="connsiteY917" fmla="*/ 262929 h 6858000"/>
              <a:gd name="connsiteX918" fmla="*/ 2940663 w 7467600"/>
              <a:gd name="connsiteY918" fmla="*/ 140884 h 6858000"/>
              <a:gd name="connsiteX919" fmla="*/ 2947039 w 7467600"/>
              <a:gd name="connsiteY919" fmla="*/ 122524 h 6858000"/>
              <a:gd name="connsiteX920" fmla="*/ 2984316 w 7467600"/>
              <a:gd name="connsiteY920" fmla="*/ 0 h 6858000"/>
              <a:gd name="connsiteX921" fmla="*/ 3016114 w 7467600"/>
              <a:gd name="connsiteY921" fmla="*/ 0 h 6858000"/>
              <a:gd name="connsiteX922" fmla="*/ 2979949 w 7467600"/>
              <a:gd name="connsiteY922" fmla="*/ 119274 h 6858000"/>
              <a:gd name="connsiteX923" fmla="*/ 3023879 w 7467600"/>
              <a:gd name="connsiteY923" fmla="*/ 0 h 6858000"/>
              <a:gd name="connsiteX924" fmla="*/ 3105400 w 7467600"/>
              <a:gd name="connsiteY924" fmla="*/ 0 h 6858000"/>
              <a:gd name="connsiteX925" fmla="*/ 3094669 w 7467600"/>
              <a:gd name="connsiteY925" fmla="*/ 30308 h 6858000"/>
              <a:gd name="connsiteX926" fmla="*/ 2901945 w 7467600"/>
              <a:gd name="connsiteY926" fmla="*/ 466538 h 6858000"/>
              <a:gd name="connsiteX927" fmla="*/ 2815209 w 7467600"/>
              <a:gd name="connsiteY927" fmla="*/ 497361 h 6858000"/>
              <a:gd name="connsiteX928" fmla="*/ 2844845 w 7467600"/>
              <a:gd name="connsiteY928" fmla="*/ 127638 h 6858000"/>
              <a:gd name="connsiteX929" fmla="*/ 2867960 w 7467600"/>
              <a:gd name="connsiteY929" fmla="*/ 0 h 6858000"/>
              <a:gd name="connsiteX930" fmla="*/ 1057230 w 7467600"/>
              <a:gd name="connsiteY930" fmla="*/ 0 h 6858000"/>
              <a:gd name="connsiteX931" fmla="*/ 1111003 w 7467600"/>
              <a:gd name="connsiteY931" fmla="*/ 0 h 6858000"/>
              <a:gd name="connsiteX932" fmla="*/ 1125553 w 7467600"/>
              <a:gd name="connsiteY932" fmla="*/ 52588 h 6858000"/>
              <a:gd name="connsiteX933" fmla="*/ 1304276 w 7467600"/>
              <a:gd name="connsiteY933" fmla="*/ 476275 h 6858000"/>
              <a:gd name="connsiteX934" fmla="*/ 1492066 w 7467600"/>
              <a:gd name="connsiteY934" fmla="*/ 886333 h 6858000"/>
              <a:gd name="connsiteX935" fmla="*/ 1423698 w 7467600"/>
              <a:gd name="connsiteY935" fmla="*/ 710817 h 6858000"/>
              <a:gd name="connsiteX936" fmla="*/ 1357609 w 7467600"/>
              <a:gd name="connsiteY936" fmla="*/ 532892 h 6858000"/>
              <a:gd name="connsiteX937" fmla="*/ 1309550 w 7467600"/>
              <a:gd name="connsiteY937" fmla="*/ 374031 h 6858000"/>
              <a:gd name="connsiteX938" fmla="*/ 1193673 w 7467600"/>
              <a:gd name="connsiteY938" fmla="*/ 49533 h 6858000"/>
              <a:gd name="connsiteX939" fmla="*/ 1164391 w 7467600"/>
              <a:gd name="connsiteY939" fmla="*/ 0 h 6858000"/>
              <a:gd name="connsiteX940" fmla="*/ 1200666 w 7467600"/>
              <a:gd name="connsiteY940" fmla="*/ 0 h 6858000"/>
              <a:gd name="connsiteX941" fmla="*/ 1223408 w 7467600"/>
              <a:gd name="connsiteY941" fmla="*/ 38996 h 6858000"/>
              <a:gd name="connsiteX942" fmla="*/ 1339635 w 7467600"/>
              <a:gd name="connsiteY942" fmla="*/ 365517 h 6858000"/>
              <a:gd name="connsiteX943" fmla="*/ 1387469 w 7467600"/>
              <a:gd name="connsiteY943" fmla="*/ 523079 h 6858000"/>
              <a:gd name="connsiteX944" fmla="*/ 1452685 w 7467600"/>
              <a:gd name="connsiteY944" fmla="*/ 699806 h 6858000"/>
              <a:gd name="connsiteX945" fmla="*/ 1492092 w 7467600"/>
              <a:gd name="connsiteY945" fmla="*/ 800424 h 6858000"/>
              <a:gd name="connsiteX946" fmla="*/ 1455302 w 7467600"/>
              <a:gd name="connsiteY946" fmla="*/ 632913 h 6858000"/>
              <a:gd name="connsiteX947" fmla="*/ 1222336 w 7467600"/>
              <a:gd name="connsiteY947" fmla="*/ 9480 h 6858000"/>
              <a:gd name="connsiteX948" fmla="*/ 1214634 w 7467600"/>
              <a:gd name="connsiteY948" fmla="*/ 0 h 6858000"/>
              <a:gd name="connsiteX949" fmla="*/ 1289827 w 7467600"/>
              <a:gd name="connsiteY949" fmla="*/ 0 h 6858000"/>
              <a:gd name="connsiteX950" fmla="*/ 1321076 w 7467600"/>
              <a:gd name="connsiteY950" fmla="*/ 59722 h 6858000"/>
              <a:gd name="connsiteX951" fmla="*/ 1512579 w 7467600"/>
              <a:gd name="connsiteY951" fmla="*/ 626441 h 6858000"/>
              <a:gd name="connsiteX952" fmla="*/ 1506076 w 7467600"/>
              <a:gd name="connsiteY952" fmla="*/ 1089289 h 6858000"/>
              <a:gd name="connsiteX953" fmla="*/ 1486346 w 7467600"/>
              <a:gd name="connsiteY953" fmla="*/ 1079919 h 6858000"/>
              <a:gd name="connsiteX954" fmla="*/ 1070511 w 7467600"/>
              <a:gd name="connsiteY954" fmla="*/ 48609 h 6858000"/>
              <a:gd name="connsiteX955" fmla="*/ 1057230 w 7467600"/>
              <a:gd name="connsiteY955" fmla="*/ 0 h 6858000"/>
              <a:gd name="connsiteX956" fmla="*/ 43151 w 7467600"/>
              <a:gd name="connsiteY956" fmla="*/ 0 h 6858000"/>
              <a:gd name="connsiteX957" fmla="*/ 95283 w 7467600"/>
              <a:gd name="connsiteY957" fmla="*/ 0 h 6858000"/>
              <a:gd name="connsiteX958" fmla="*/ 300708 w 7467600"/>
              <a:gd name="connsiteY958" fmla="*/ 154571 h 6858000"/>
              <a:gd name="connsiteX959" fmla="*/ 530414 w 7467600"/>
              <a:gd name="connsiteY959" fmla="*/ 354673 h 6858000"/>
              <a:gd name="connsiteX960" fmla="*/ 333785 w 7467600"/>
              <a:gd name="connsiteY960" fmla="*/ 161564 h 6858000"/>
              <a:gd name="connsiteX961" fmla="*/ 147005 w 7467600"/>
              <a:gd name="connsiteY961" fmla="*/ 0 h 6858000"/>
              <a:gd name="connsiteX962" fmla="*/ 272509 w 7467600"/>
              <a:gd name="connsiteY962" fmla="*/ 0 h 6858000"/>
              <a:gd name="connsiteX963" fmla="*/ 326276 w 7467600"/>
              <a:gd name="connsiteY963" fmla="*/ 45847 h 6858000"/>
              <a:gd name="connsiteX964" fmla="*/ 823759 w 7467600"/>
              <a:gd name="connsiteY964" fmla="*/ 574145 h 6858000"/>
              <a:gd name="connsiteX965" fmla="*/ 811254 w 7467600"/>
              <a:gd name="connsiteY965" fmla="*/ 665546 h 6858000"/>
              <a:gd name="connsiteX966" fmla="*/ 154042 w 7467600"/>
              <a:gd name="connsiteY966" fmla="*/ 261522 h 6858000"/>
              <a:gd name="connsiteX967" fmla="*/ 13550 w 7467600"/>
              <a:gd name="connsiteY967" fmla="*/ 158423 h 6858000"/>
              <a:gd name="connsiteX968" fmla="*/ 0 w 7467600"/>
              <a:gd name="connsiteY968" fmla="*/ 146618 h 6858000"/>
              <a:gd name="connsiteX969" fmla="*/ 0 w 7467600"/>
              <a:gd name="connsiteY969" fmla="*/ 59161 h 6858000"/>
              <a:gd name="connsiteX970" fmla="*/ 45427 w 7467600"/>
              <a:gd name="connsiteY970" fmla="*/ 101078 h 6858000"/>
              <a:gd name="connsiteX971" fmla="*/ 630103 w 7467600"/>
              <a:gd name="connsiteY971" fmla="*/ 485885 h 6858000"/>
              <a:gd name="connsiteX972" fmla="*/ 532040 w 7467600"/>
              <a:gd name="connsiteY972" fmla="*/ 399359 h 6858000"/>
              <a:gd name="connsiteX973" fmla="*/ 517618 w 7467600"/>
              <a:gd name="connsiteY973" fmla="*/ 385726 h 6858000"/>
              <a:gd name="connsiteX974" fmla="*/ 285074 w 7467600"/>
              <a:gd name="connsiteY974" fmla="*/ 182755 h 6858000"/>
              <a:gd name="connsiteX975" fmla="*/ 43151 w 7467600"/>
              <a:gd name="connsiteY97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1456157 w 7467600"/>
              <a:gd name="connsiteY96" fmla="*/ 5371404 h 6858000"/>
              <a:gd name="connsiteX97" fmla="*/ 1244432 w 7467600"/>
              <a:gd name="connsiteY97" fmla="*/ 5385601 h 6858000"/>
              <a:gd name="connsiteX98" fmla="*/ 973990 w 7467600"/>
              <a:gd name="connsiteY98" fmla="*/ 5424940 h 6858000"/>
              <a:gd name="connsiteX99" fmla="*/ 1103809 w 7467600"/>
              <a:gd name="connsiteY99" fmla="*/ 5433720 h 6858000"/>
              <a:gd name="connsiteX100" fmla="*/ 1123454 w 7467600"/>
              <a:gd name="connsiteY100" fmla="*/ 5435727 h 6858000"/>
              <a:gd name="connsiteX101" fmla="*/ 1737017 w 7467600"/>
              <a:gd name="connsiteY101" fmla="*/ 5452183 h 6858000"/>
              <a:gd name="connsiteX102" fmla="*/ 1824397 w 7467600"/>
              <a:gd name="connsiteY102" fmla="*/ 5447757 h 6858000"/>
              <a:gd name="connsiteX103" fmla="*/ 2070059 w 7467600"/>
              <a:gd name="connsiteY103" fmla="*/ 5441660 h 6858000"/>
              <a:gd name="connsiteX104" fmla="*/ 1456157 w 7467600"/>
              <a:gd name="connsiteY104" fmla="*/ 5371404 h 6858000"/>
              <a:gd name="connsiteX105" fmla="*/ 4988186 w 7467600"/>
              <a:gd name="connsiteY105" fmla="*/ 5216467 h 6858000"/>
              <a:gd name="connsiteX106" fmla="*/ 4777334 w 7467600"/>
              <a:gd name="connsiteY106" fmla="*/ 5406072 h 6858000"/>
              <a:gd name="connsiteX107" fmla="*/ 4718341 w 7467600"/>
              <a:gd name="connsiteY107" fmla="*/ 5468043 h 6858000"/>
              <a:gd name="connsiteX108" fmla="*/ 4604655 w 7467600"/>
              <a:gd name="connsiteY108" fmla="*/ 5583434 h 6858000"/>
              <a:gd name="connsiteX109" fmla="*/ 4565074 w 7467600"/>
              <a:gd name="connsiteY109" fmla="*/ 5618550 h 6858000"/>
              <a:gd name="connsiteX110" fmla="*/ 4988186 w 7467600"/>
              <a:gd name="connsiteY110" fmla="*/ 5216467 h 6858000"/>
              <a:gd name="connsiteX111" fmla="*/ 4978032 w 7467600"/>
              <a:gd name="connsiteY111" fmla="*/ 5183809 h 6858000"/>
              <a:gd name="connsiteX112" fmla="*/ 4463413 w 7467600"/>
              <a:gd name="connsiteY112" fmla="*/ 5615162 h 6858000"/>
              <a:gd name="connsiteX113" fmla="*/ 4358134 w 7467600"/>
              <a:gd name="connsiteY113" fmla="*/ 5742791 h 6858000"/>
              <a:gd name="connsiteX114" fmla="*/ 4376219 w 7467600"/>
              <a:gd name="connsiteY114" fmla="*/ 5729027 h 6858000"/>
              <a:gd name="connsiteX115" fmla="*/ 4582340 w 7467600"/>
              <a:gd name="connsiteY115" fmla="*/ 5561037 h 6858000"/>
              <a:gd name="connsiteX116" fmla="*/ 4694684 w 7467600"/>
              <a:gd name="connsiteY116" fmla="*/ 5447098 h 6858000"/>
              <a:gd name="connsiteX117" fmla="*/ 4754123 w 7467600"/>
              <a:gd name="connsiteY117" fmla="*/ 5384643 h 6858000"/>
              <a:gd name="connsiteX118" fmla="*/ 4978032 w 7467600"/>
              <a:gd name="connsiteY118" fmla="*/ 5183809 h 6858000"/>
              <a:gd name="connsiteX119" fmla="*/ 1903353 w 7467600"/>
              <a:gd name="connsiteY119" fmla="*/ 5044827 h 6858000"/>
              <a:gd name="connsiteX120" fmla="*/ 1936931 w 7467600"/>
              <a:gd name="connsiteY120" fmla="*/ 5093954 h 6858000"/>
              <a:gd name="connsiteX121" fmla="*/ 2195868 w 7467600"/>
              <a:gd name="connsiteY121" fmla="*/ 5396574 h 6858000"/>
              <a:gd name="connsiteX122" fmla="*/ 2088852 w 7467600"/>
              <a:gd name="connsiteY122" fmla="*/ 5166123 h 6858000"/>
              <a:gd name="connsiteX123" fmla="*/ 1958241 w 7467600"/>
              <a:gd name="connsiteY123" fmla="*/ 5067955 h 6858000"/>
              <a:gd name="connsiteX124" fmla="*/ 1903353 w 7467600"/>
              <a:gd name="connsiteY124" fmla="*/ 5044827 h 6858000"/>
              <a:gd name="connsiteX125" fmla="*/ 1979378 w 7467600"/>
              <a:gd name="connsiteY125" fmla="*/ 4769504 h 6858000"/>
              <a:gd name="connsiteX126" fmla="*/ 2882120 w 7467600"/>
              <a:gd name="connsiteY126" fmla="*/ 5064547 h 6858000"/>
              <a:gd name="connsiteX127" fmla="*/ 2793103 w 7467600"/>
              <a:gd name="connsiteY127" fmla="*/ 5039699 h 6858000"/>
              <a:gd name="connsiteX128" fmla="*/ 2770041 w 7467600"/>
              <a:gd name="connsiteY128" fmla="*/ 5033634 h 6858000"/>
              <a:gd name="connsiteX129" fmla="*/ 1979378 w 7467600"/>
              <a:gd name="connsiteY129" fmla="*/ 4769504 h 6858000"/>
              <a:gd name="connsiteX130" fmla="*/ 1927410 w 7467600"/>
              <a:gd name="connsiteY130" fmla="*/ 4716164 h 6858000"/>
              <a:gd name="connsiteX131" fmla="*/ 1959587 w 7467600"/>
              <a:gd name="connsiteY131" fmla="*/ 4728849 h 6858000"/>
              <a:gd name="connsiteX132" fmla="*/ 2777707 w 7467600"/>
              <a:gd name="connsiteY132" fmla="*/ 5003991 h 6858000"/>
              <a:gd name="connsiteX133" fmla="*/ 2800768 w 7467600"/>
              <a:gd name="connsiteY133" fmla="*/ 5010056 h 6858000"/>
              <a:gd name="connsiteX134" fmla="*/ 2879408 w 7467600"/>
              <a:gd name="connsiteY134" fmla="*/ 5031590 h 6858000"/>
              <a:gd name="connsiteX135" fmla="*/ 2862295 w 7467600"/>
              <a:gd name="connsiteY135" fmla="*/ 5022958 h 6858000"/>
              <a:gd name="connsiteX136" fmla="*/ 2813343 w 7467600"/>
              <a:gd name="connsiteY136" fmla="*/ 4998369 h 6858000"/>
              <a:gd name="connsiteX137" fmla="*/ 2646245 w 7467600"/>
              <a:gd name="connsiteY137" fmla="*/ 4930999 h 6858000"/>
              <a:gd name="connsiteX138" fmla="*/ 1999243 w 7467600"/>
              <a:gd name="connsiteY138" fmla="*/ 4730524 h 6858000"/>
              <a:gd name="connsiteX139" fmla="*/ 1979527 w 7467600"/>
              <a:gd name="connsiteY139" fmla="*/ 4726651 h 6858000"/>
              <a:gd name="connsiteX140" fmla="*/ 1927410 w 7467600"/>
              <a:gd name="connsiteY140" fmla="*/ 4716164 h 6858000"/>
              <a:gd name="connsiteX141" fmla="*/ 1997014 w 7467600"/>
              <a:gd name="connsiteY141" fmla="*/ 4698007 h 6858000"/>
              <a:gd name="connsiteX142" fmla="*/ 2005458 w 7467600"/>
              <a:gd name="connsiteY142" fmla="*/ 4699540 h 6858000"/>
              <a:gd name="connsiteX143" fmla="*/ 2657186 w 7467600"/>
              <a:gd name="connsiteY143" fmla="*/ 4901687 h 6858000"/>
              <a:gd name="connsiteX144" fmla="*/ 2826662 w 7467600"/>
              <a:gd name="connsiteY144" fmla="*/ 4970362 h 6858000"/>
              <a:gd name="connsiteX145" fmla="*/ 2876100 w 7467600"/>
              <a:gd name="connsiteY145" fmla="*/ 4995397 h 6858000"/>
              <a:gd name="connsiteX146" fmla="*/ 3042600 w 7467600"/>
              <a:gd name="connsiteY146" fmla="*/ 5059532 h 6858000"/>
              <a:gd name="connsiteX147" fmla="*/ 1997014 w 7467600"/>
              <a:gd name="connsiteY147" fmla="*/ 4698007 h 6858000"/>
              <a:gd name="connsiteX148" fmla="*/ 2305292 w 7467600"/>
              <a:gd name="connsiteY148" fmla="*/ 4219492 h 6858000"/>
              <a:gd name="connsiteX149" fmla="*/ 3360922 w 7467600"/>
              <a:gd name="connsiteY149" fmla="*/ 4529373 h 6858000"/>
              <a:gd name="connsiteX150" fmla="*/ 3492420 w 7467600"/>
              <a:gd name="connsiteY150" fmla="*/ 4510145 h 6858000"/>
              <a:gd name="connsiteX151" fmla="*/ 3364086 w 7467600"/>
              <a:gd name="connsiteY151" fmla="*/ 4480340 h 6858000"/>
              <a:gd name="connsiteX152" fmla="*/ 3225818 w 7467600"/>
              <a:gd name="connsiteY152" fmla="*/ 4411822 h 6858000"/>
              <a:gd name="connsiteX153" fmla="*/ 3129696 w 7467600"/>
              <a:gd name="connsiteY153" fmla="*/ 4360704 h 6858000"/>
              <a:gd name="connsiteX154" fmla="*/ 2814545 w 7467600"/>
              <a:gd name="connsiteY154" fmla="*/ 4282955 h 6858000"/>
              <a:gd name="connsiteX155" fmla="*/ 2305292 w 7467600"/>
              <a:gd name="connsiteY155" fmla="*/ 4219492 h 6858000"/>
              <a:gd name="connsiteX156" fmla="*/ 2626982 w 7467600"/>
              <a:gd name="connsiteY156" fmla="*/ 4206450 h 6858000"/>
              <a:gd name="connsiteX157" fmla="*/ 2490617 w 7467600"/>
              <a:gd name="connsiteY157" fmla="*/ 4206951 h 6858000"/>
              <a:gd name="connsiteX158" fmla="*/ 2819869 w 7467600"/>
              <a:gd name="connsiteY158" fmla="*/ 4252936 h 6858000"/>
              <a:gd name="connsiteX159" fmla="*/ 3143018 w 7467600"/>
              <a:gd name="connsiteY159" fmla="*/ 4332698 h 6858000"/>
              <a:gd name="connsiteX160" fmla="*/ 3241520 w 7467600"/>
              <a:gd name="connsiteY160" fmla="*/ 4385112 h 6858000"/>
              <a:gd name="connsiteX161" fmla="*/ 3374575 w 7467600"/>
              <a:gd name="connsiteY161" fmla="*/ 4451517 h 6858000"/>
              <a:gd name="connsiteX162" fmla="*/ 3505221 w 7467600"/>
              <a:gd name="connsiteY162" fmla="*/ 4480757 h 6858000"/>
              <a:gd name="connsiteX163" fmla="*/ 2626982 w 7467600"/>
              <a:gd name="connsiteY163" fmla="*/ 4206450 h 6858000"/>
              <a:gd name="connsiteX164" fmla="*/ 1310106 w 7467600"/>
              <a:gd name="connsiteY164" fmla="*/ 3943217 h 6858000"/>
              <a:gd name="connsiteX165" fmla="*/ 854994 w 7467600"/>
              <a:gd name="connsiteY165" fmla="*/ 4399136 h 6858000"/>
              <a:gd name="connsiteX166" fmla="*/ 742462 w 7467600"/>
              <a:gd name="connsiteY166" fmla="*/ 4594648 h 6858000"/>
              <a:gd name="connsiteX167" fmla="*/ 820602 w 7467600"/>
              <a:gd name="connsiteY167" fmla="*/ 4485915 h 6858000"/>
              <a:gd name="connsiteX168" fmla="*/ 878295 w 7467600"/>
              <a:gd name="connsiteY168" fmla="*/ 4403594 h 6858000"/>
              <a:gd name="connsiteX169" fmla="*/ 1240607 w 7467600"/>
              <a:gd name="connsiteY169" fmla="*/ 4010401 h 6858000"/>
              <a:gd name="connsiteX170" fmla="*/ 1310106 w 7467600"/>
              <a:gd name="connsiteY170" fmla="*/ 3943217 h 6858000"/>
              <a:gd name="connsiteX171" fmla="*/ 1423113 w 7467600"/>
              <a:gd name="connsiteY171" fmla="*/ 3874565 h 6858000"/>
              <a:gd name="connsiteX172" fmla="*/ 1260565 w 7467600"/>
              <a:gd name="connsiteY172" fmla="*/ 4031982 h 6858000"/>
              <a:gd name="connsiteX173" fmla="*/ 901900 w 7467600"/>
              <a:gd name="connsiteY173" fmla="*/ 4421236 h 6858000"/>
              <a:gd name="connsiteX174" fmla="*/ 845044 w 7467600"/>
              <a:gd name="connsiteY174" fmla="*/ 4502436 h 6858000"/>
              <a:gd name="connsiteX175" fmla="*/ 685926 w 7467600"/>
              <a:gd name="connsiteY175" fmla="*/ 4703069 h 6858000"/>
              <a:gd name="connsiteX176" fmla="*/ 684248 w 7467600"/>
              <a:gd name="connsiteY176" fmla="*/ 4706721 h 6858000"/>
              <a:gd name="connsiteX177" fmla="*/ 1423113 w 7467600"/>
              <a:gd name="connsiteY177" fmla="*/ 3874565 h 6858000"/>
              <a:gd name="connsiteX178" fmla="*/ 3316479 w 7467600"/>
              <a:gd name="connsiteY178" fmla="*/ 3872136 h 6858000"/>
              <a:gd name="connsiteX179" fmla="*/ 3546806 w 7467600"/>
              <a:gd name="connsiteY179" fmla="*/ 4356139 h 6858000"/>
              <a:gd name="connsiteX180" fmla="*/ 3364433 w 7467600"/>
              <a:gd name="connsiteY180" fmla="*/ 3953121 h 6858000"/>
              <a:gd name="connsiteX181" fmla="*/ 3316479 w 7467600"/>
              <a:gd name="connsiteY181" fmla="*/ 3872136 h 6858000"/>
              <a:gd name="connsiteX182" fmla="*/ 3291335 w 7467600"/>
              <a:gd name="connsiteY182" fmla="*/ 3767420 h 6858000"/>
              <a:gd name="connsiteX183" fmla="*/ 3390805 w 7467600"/>
              <a:gd name="connsiteY183" fmla="*/ 3937163 h 6858000"/>
              <a:gd name="connsiteX184" fmla="*/ 3579062 w 7467600"/>
              <a:gd name="connsiteY184" fmla="*/ 4359040 h 6858000"/>
              <a:gd name="connsiteX185" fmla="*/ 3467355 w 7467600"/>
              <a:gd name="connsiteY185" fmla="*/ 3988130 h 6858000"/>
              <a:gd name="connsiteX186" fmla="*/ 3310753 w 7467600"/>
              <a:gd name="connsiteY186" fmla="*/ 3787140 h 6858000"/>
              <a:gd name="connsiteX187" fmla="*/ 3291335 w 7467600"/>
              <a:gd name="connsiteY187" fmla="*/ 3767420 h 6858000"/>
              <a:gd name="connsiteX188" fmla="*/ 1635889 w 7467600"/>
              <a:gd name="connsiteY188" fmla="*/ 3709494 h 6858000"/>
              <a:gd name="connsiteX189" fmla="*/ 1634800 w 7467600"/>
              <a:gd name="connsiteY189" fmla="*/ 3731111 h 6858000"/>
              <a:gd name="connsiteX190" fmla="*/ 1635889 w 7467600"/>
              <a:gd name="connsiteY190" fmla="*/ 3709494 h 6858000"/>
              <a:gd name="connsiteX191" fmla="*/ 1510397 w 7467600"/>
              <a:gd name="connsiteY191" fmla="*/ 3684705 h 6858000"/>
              <a:gd name="connsiteX192" fmla="*/ 1146550 w 7467600"/>
              <a:gd name="connsiteY192" fmla="*/ 3802012 h 6858000"/>
              <a:gd name="connsiteX193" fmla="*/ 698834 w 7467600"/>
              <a:gd name="connsiteY193" fmla="*/ 3952272 h 6858000"/>
              <a:gd name="connsiteX194" fmla="*/ 34256 w 7467600"/>
              <a:gd name="connsiteY194" fmla="*/ 4347603 h 6858000"/>
              <a:gd name="connsiteX195" fmla="*/ 527241 w 7467600"/>
              <a:gd name="connsiteY195" fmla="*/ 4065078 h 6858000"/>
              <a:gd name="connsiteX196" fmla="*/ 1510397 w 7467600"/>
              <a:gd name="connsiteY196" fmla="*/ 3684705 h 6858000"/>
              <a:gd name="connsiteX197" fmla="*/ 1313114 w 7467600"/>
              <a:gd name="connsiteY197" fmla="*/ 3655216 h 6858000"/>
              <a:gd name="connsiteX198" fmla="*/ 1109304 w 7467600"/>
              <a:gd name="connsiteY198" fmla="*/ 3669030 h 6858000"/>
              <a:gd name="connsiteX199" fmla="*/ 8129 w 7467600"/>
              <a:gd name="connsiteY199" fmla="*/ 4330519 h 6858000"/>
              <a:gd name="connsiteX200" fmla="*/ 687572 w 7467600"/>
              <a:gd name="connsiteY200" fmla="*/ 3925629 h 6858000"/>
              <a:gd name="connsiteX201" fmla="*/ 1138365 w 7467600"/>
              <a:gd name="connsiteY201" fmla="*/ 3774515 h 6858000"/>
              <a:gd name="connsiteX202" fmla="*/ 1505579 w 7467600"/>
              <a:gd name="connsiteY202" fmla="*/ 3655526 h 6858000"/>
              <a:gd name="connsiteX203" fmla="*/ 1313114 w 7467600"/>
              <a:gd name="connsiteY203" fmla="*/ 3655216 h 6858000"/>
              <a:gd name="connsiteX204" fmla="*/ 3655073 w 7467600"/>
              <a:gd name="connsiteY204" fmla="*/ 3650884 h 6858000"/>
              <a:gd name="connsiteX205" fmla="*/ 3989938 w 7467600"/>
              <a:gd name="connsiteY205" fmla="*/ 3991685 h 6858000"/>
              <a:gd name="connsiteX206" fmla="*/ 4393907 w 7467600"/>
              <a:gd name="connsiteY206" fmla="*/ 4261258 h 6858000"/>
              <a:gd name="connsiteX207" fmla="*/ 4648051 w 7467600"/>
              <a:gd name="connsiteY207" fmla="*/ 4374051 h 6858000"/>
              <a:gd name="connsiteX208" fmla="*/ 4383389 w 7467600"/>
              <a:gd name="connsiteY208" fmla="*/ 4184369 h 6858000"/>
              <a:gd name="connsiteX209" fmla="*/ 4165508 w 7467600"/>
              <a:gd name="connsiteY209" fmla="*/ 4035196 h 6858000"/>
              <a:gd name="connsiteX210" fmla="*/ 4068162 w 7467600"/>
              <a:gd name="connsiteY210" fmla="*/ 3953394 h 6858000"/>
              <a:gd name="connsiteX211" fmla="*/ 3981416 w 7467600"/>
              <a:gd name="connsiteY211" fmla="*/ 3880482 h 6858000"/>
              <a:gd name="connsiteX212" fmla="*/ 3800147 w 7467600"/>
              <a:gd name="connsiteY212" fmla="*/ 3749872 h 6858000"/>
              <a:gd name="connsiteX213" fmla="*/ 3655073 w 7467600"/>
              <a:gd name="connsiteY213" fmla="*/ 3650884 h 6858000"/>
              <a:gd name="connsiteX214" fmla="*/ 3670252 w 7467600"/>
              <a:gd name="connsiteY214" fmla="*/ 3622798 h 6858000"/>
              <a:gd name="connsiteX215" fmla="*/ 3817258 w 7467600"/>
              <a:gd name="connsiteY215" fmla="*/ 3723577 h 6858000"/>
              <a:gd name="connsiteX216" fmla="*/ 4000461 w 7467600"/>
              <a:gd name="connsiteY216" fmla="*/ 3855966 h 6858000"/>
              <a:gd name="connsiteX217" fmla="*/ 4088180 w 7467600"/>
              <a:gd name="connsiteY217" fmla="*/ 3929774 h 6858000"/>
              <a:gd name="connsiteX218" fmla="*/ 4184555 w 7467600"/>
              <a:gd name="connsiteY218" fmla="*/ 4010683 h 6858000"/>
              <a:gd name="connsiteX219" fmla="*/ 4399563 w 7467600"/>
              <a:gd name="connsiteY219" fmla="*/ 4158106 h 6858000"/>
              <a:gd name="connsiteX220" fmla="*/ 4684469 w 7467600"/>
              <a:gd name="connsiteY220" fmla="*/ 4364680 h 6858000"/>
              <a:gd name="connsiteX221" fmla="*/ 4690271 w 7467600"/>
              <a:gd name="connsiteY221" fmla="*/ 4370034 h 6858000"/>
              <a:gd name="connsiteX222" fmla="*/ 4136093 w 7467600"/>
              <a:gd name="connsiteY222" fmla="*/ 3858466 h 6858000"/>
              <a:gd name="connsiteX223" fmla="*/ 3670252 w 7467600"/>
              <a:gd name="connsiteY223" fmla="*/ 3622798 h 6858000"/>
              <a:gd name="connsiteX224" fmla="*/ 4440129 w 7467600"/>
              <a:gd name="connsiteY224" fmla="*/ 3448571 h 6858000"/>
              <a:gd name="connsiteX225" fmla="*/ 4856525 w 7467600"/>
              <a:gd name="connsiteY225" fmla="*/ 3915351 h 6858000"/>
              <a:gd name="connsiteX226" fmla="*/ 5059055 w 7467600"/>
              <a:gd name="connsiteY226" fmla="*/ 4108918 h 6858000"/>
              <a:gd name="connsiteX227" fmla="*/ 5290070 w 7467600"/>
              <a:gd name="connsiteY227" fmla="*/ 4263619 h 6858000"/>
              <a:gd name="connsiteX228" fmla="*/ 4834991 w 7467600"/>
              <a:gd name="connsiteY228" fmla="*/ 3830985 h 6858000"/>
              <a:gd name="connsiteX229" fmla="*/ 4440129 w 7467600"/>
              <a:gd name="connsiteY229" fmla="*/ 3448571 h 6858000"/>
              <a:gd name="connsiteX230" fmla="*/ 4441737 w 7467600"/>
              <a:gd name="connsiteY230" fmla="*/ 3399734 h 6858000"/>
              <a:gd name="connsiteX231" fmla="*/ 4431236 w 7467600"/>
              <a:gd name="connsiteY231" fmla="*/ 3400954 h 6858000"/>
              <a:gd name="connsiteX232" fmla="*/ 4557150 w 7467600"/>
              <a:gd name="connsiteY232" fmla="*/ 3510023 h 6858000"/>
              <a:gd name="connsiteX233" fmla="*/ 4856936 w 7467600"/>
              <a:gd name="connsiteY233" fmla="*/ 3809146 h 6858000"/>
              <a:gd name="connsiteX234" fmla="*/ 5111996 w 7467600"/>
              <a:gd name="connsiteY234" fmla="*/ 4065759 h 6858000"/>
              <a:gd name="connsiteX235" fmla="*/ 5388878 w 7467600"/>
              <a:gd name="connsiteY235" fmla="*/ 4300185 h 6858000"/>
              <a:gd name="connsiteX236" fmla="*/ 5425556 w 7467600"/>
              <a:gd name="connsiteY236" fmla="*/ 4308967 h 6858000"/>
              <a:gd name="connsiteX237" fmla="*/ 4943646 w 7467600"/>
              <a:gd name="connsiteY237" fmla="*/ 3822916 h 6858000"/>
              <a:gd name="connsiteX238" fmla="*/ 4594837 w 7467600"/>
              <a:gd name="connsiteY238" fmla="*/ 3532274 h 6858000"/>
              <a:gd name="connsiteX239" fmla="*/ 4441737 w 7467600"/>
              <a:gd name="connsiteY239" fmla="*/ 3399734 h 6858000"/>
              <a:gd name="connsiteX240" fmla="*/ 5425834 w 7467600"/>
              <a:gd name="connsiteY240" fmla="*/ 3162785 h 6858000"/>
              <a:gd name="connsiteX241" fmla="*/ 5401644 w 7467600"/>
              <a:gd name="connsiteY241" fmla="*/ 3617847 h 6858000"/>
              <a:gd name="connsiteX242" fmla="*/ 5467256 w 7467600"/>
              <a:gd name="connsiteY242" fmla="*/ 4175494 h 6858000"/>
              <a:gd name="connsiteX243" fmla="*/ 5448069 w 7467600"/>
              <a:gd name="connsiteY243" fmla="*/ 3567554 h 6858000"/>
              <a:gd name="connsiteX244" fmla="*/ 5425834 w 7467600"/>
              <a:gd name="connsiteY244" fmla="*/ 3162785 h 6858000"/>
              <a:gd name="connsiteX245" fmla="*/ 1318687 w 7467600"/>
              <a:gd name="connsiteY245" fmla="*/ 3113840 h 6858000"/>
              <a:gd name="connsiteX246" fmla="*/ 1066793 w 7467600"/>
              <a:gd name="connsiteY246" fmla="*/ 3212171 h 6858000"/>
              <a:gd name="connsiteX247" fmla="*/ 993319 w 7467600"/>
              <a:gd name="connsiteY247" fmla="*/ 3247648 h 6858000"/>
              <a:gd name="connsiteX248" fmla="*/ 853081 w 7467600"/>
              <a:gd name="connsiteY248" fmla="*/ 3312410 h 6858000"/>
              <a:gd name="connsiteX249" fmla="*/ 805957 w 7467600"/>
              <a:gd name="connsiteY249" fmla="*/ 3330443 h 6858000"/>
              <a:gd name="connsiteX250" fmla="*/ 1318687 w 7467600"/>
              <a:gd name="connsiteY250" fmla="*/ 3113840 h 6858000"/>
              <a:gd name="connsiteX251" fmla="*/ 5453702 w 7467600"/>
              <a:gd name="connsiteY251" fmla="*/ 3090882 h 6858000"/>
              <a:gd name="connsiteX252" fmla="*/ 5480135 w 7467600"/>
              <a:gd name="connsiteY252" fmla="*/ 3565802 h 6858000"/>
              <a:gd name="connsiteX253" fmla="*/ 5499023 w 7467600"/>
              <a:gd name="connsiteY253" fmla="*/ 4166310 h 6858000"/>
              <a:gd name="connsiteX254" fmla="*/ 5547022 w 7467600"/>
              <a:gd name="connsiteY254" fmla="*/ 3607838 h 6858000"/>
              <a:gd name="connsiteX255" fmla="*/ 5515964 w 7467600"/>
              <a:gd name="connsiteY255" fmla="*/ 3378541 h 6858000"/>
              <a:gd name="connsiteX256" fmla="*/ 5453702 w 7467600"/>
              <a:gd name="connsiteY256" fmla="*/ 3090882 h 6858000"/>
              <a:gd name="connsiteX257" fmla="*/ 1238695 w 7467600"/>
              <a:gd name="connsiteY257" fmla="*/ 3076820 h 6858000"/>
              <a:gd name="connsiteX258" fmla="*/ 716371 w 7467600"/>
              <a:gd name="connsiteY258" fmla="*/ 3293249 h 6858000"/>
              <a:gd name="connsiteX259" fmla="*/ 579522 w 7467600"/>
              <a:gd name="connsiteY259" fmla="*/ 3371759 h 6858000"/>
              <a:gd name="connsiteX260" fmla="*/ 600288 w 7467600"/>
              <a:gd name="connsiteY260" fmla="*/ 3365555 h 6858000"/>
              <a:gd name="connsiteX261" fmla="*/ 840692 w 7467600"/>
              <a:gd name="connsiteY261" fmla="*/ 3284921 h 6858000"/>
              <a:gd name="connsiteX262" fmla="*/ 979248 w 7467600"/>
              <a:gd name="connsiteY262" fmla="*/ 3221003 h 6858000"/>
              <a:gd name="connsiteX263" fmla="*/ 1053282 w 7467600"/>
              <a:gd name="connsiteY263" fmla="*/ 3185247 h 6858000"/>
              <a:gd name="connsiteX264" fmla="*/ 1320603 w 7467600"/>
              <a:gd name="connsiteY264" fmla="*/ 3081281 h 6858000"/>
              <a:gd name="connsiteX265" fmla="*/ 1238695 w 7467600"/>
              <a:gd name="connsiteY265" fmla="*/ 3076820 h 6858000"/>
              <a:gd name="connsiteX266" fmla="*/ 5425627 w 7467600"/>
              <a:gd name="connsiteY266" fmla="*/ 2954192 h 6858000"/>
              <a:gd name="connsiteX267" fmla="*/ 5470770 w 7467600"/>
              <a:gd name="connsiteY267" fmla="*/ 3005435 h 6858000"/>
              <a:gd name="connsiteX268" fmla="*/ 5519779 w 7467600"/>
              <a:gd name="connsiteY268" fmla="*/ 4359223 h 6858000"/>
              <a:gd name="connsiteX269" fmla="*/ 5520293 w 7467600"/>
              <a:gd name="connsiteY269" fmla="*/ 4360602 h 6858000"/>
              <a:gd name="connsiteX270" fmla="*/ 5767221 w 7467600"/>
              <a:gd name="connsiteY270" fmla="*/ 4665564 h 6858000"/>
              <a:gd name="connsiteX271" fmla="*/ 6937169 w 7467600"/>
              <a:gd name="connsiteY271" fmla="*/ 4815941 h 6858000"/>
              <a:gd name="connsiteX272" fmla="*/ 6953922 w 7467600"/>
              <a:gd name="connsiteY272" fmla="*/ 4890068 h 6858000"/>
              <a:gd name="connsiteX273" fmla="*/ 6071359 w 7467600"/>
              <a:gd name="connsiteY273" fmla="*/ 4770770 h 6858000"/>
              <a:gd name="connsiteX274" fmla="*/ 6038839 w 7467600"/>
              <a:gd name="connsiteY274" fmla="*/ 4764474 h 6858000"/>
              <a:gd name="connsiteX275" fmla="*/ 6038706 w 7467600"/>
              <a:gd name="connsiteY275" fmla="*/ 4763847 h 6858000"/>
              <a:gd name="connsiteX276" fmla="*/ 6037784 w 7467600"/>
              <a:gd name="connsiteY276" fmla="*/ 4764270 h 6858000"/>
              <a:gd name="connsiteX277" fmla="*/ 6038839 w 7467600"/>
              <a:gd name="connsiteY277" fmla="*/ 4764474 h 6858000"/>
              <a:gd name="connsiteX278" fmla="*/ 6040338 w 7467600"/>
              <a:gd name="connsiteY278" fmla="*/ 4771418 h 6858000"/>
              <a:gd name="connsiteX279" fmla="*/ 6024488 w 7467600"/>
              <a:gd name="connsiteY279" fmla="*/ 4809903 h 6858000"/>
              <a:gd name="connsiteX280" fmla="*/ 5599771 w 7467600"/>
              <a:gd name="connsiteY280" fmla="*/ 5509652 h 6858000"/>
              <a:gd name="connsiteX281" fmla="*/ 5548843 w 7467600"/>
              <a:gd name="connsiteY281" fmla="*/ 5563845 h 6858000"/>
              <a:gd name="connsiteX282" fmla="*/ 5940952 w 7467600"/>
              <a:gd name="connsiteY282" fmla="*/ 6250028 h 6858000"/>
              <a:gd name="connsiteX283" fmla="*/ 6043441 w 7467600"/>
              <a:gd name="connsiteY283" fmla="*/ 6665847 h 6858000"/>
              <a:gd name="connsiteX284" fmla="*/ 6093432 w 7467600"/>
              <a:gd name="connsiteY284" fmla="*/ 6858000 h 6858000"/>
              <a:gd name="connsiteX285" fmla="*/ 6034344 w 7467600"/>
              <a:gd name="connsiteY285" fmla="*/ 6858000 h 6858000"/>
              <a:gd name="connsiteX286" fmla="*/ 6026679 w 7467600"/>
              <a:gd name="connsiteY286" fmla="*/ 6836959 h 6858000"/>
              <a:gd name="connsiteX287" fmla="*/ 5800441 w 7467600"/>
              <a:gd name="connsiteY287" fmla="*/ 6335286 h 6858000"/>
              <a:gd name="connsiteX288" fmla="*/ 5526562 w 7467600"/>
              <a:gd name="connsiteY288" fmla="*/ 5705388 h 6858000"/>
              <a:gd name="connsiteX289" fmla="*/ 5519640 w 7467600"/>
              <a:gd name="connsiteY289" fmla="*/ 5683774 h 6858000"/>
              <a:gd name="connsiteX290" fmla="*/ 5844559 w 7467600"/>
              <a:gd name="connsiteY290" fmla="*/ 6553349 h 6858000"/>
              <a:gd name="connsiteX291" fmla="*/ 5975994 w 7467600"/>
              <a:gd name="connsiteY291" fmla="*/ 6858000 h 6858000"/>
              <a:gd name="connsiteX292" fmla="*/ 5898547 w 7467600"/>
              <a:gd name="connsiteY292" fmla="*/ 6858000 h 6858000"/>
              <a:gd name="connsiteX293" fmla="*/ 5682041 w 7467600"/>
              <a:gd name="connsiteY293" fmla="*/ 6355860 h 6858000"/>
              <a:gd name="connsiteX294" fmla="*/ 5461758 w 7467600"/>
              <a:gd name="connsiteY294" fmla="*/ 5820220 h 6858000"/>
              <a:gd name="connsiteX295" fmla="*/ 5237282 w 7467600"/>
              <a:gd name="connsiteY295" fmla="*/ 6579086 h 6858000"/>
              <a:gd name="connsiteX296" fmla="*/ 5115009 w 7467600"/>
              <a:gd name="connsiteY296" fmla="*/ 6858000 h 6858000"/>
              <a:gd name="connsiteX297" fmla="*/ 5028074 w 7467600"/>
              <a:gd name="connsiteY297" fmla="*/ 6858000 h 6858000"/>
              <a:gd name="connsiteX298" fmla="*/ 5079508 w 7467600"/>
              <a:gd name="connsiteY298" fmla="*/ 6749074 h 6858000"/>
              <a:gd name="connsiteX299" fmla="*/ 5371846 w 7467600"/>
              <a:gd name="connsiteY299" fmla="*/ 5924413 h 6858000"/>
              <a:gd name="connsiteX300" fmla="*/ 5270512 w 7467600"/>
              <a:gd name="connsiteY300" fmla="*/ 6138975 h 6858000"/>
              <a:gd name="connsiteX301" fmla="*/ 5062409 w 7467600"/>
              <a:gd name="connsiteY301" fmla="*/ 6653544 h 6858000"/>
              <a:gd name="connsiteX302" fmla="*/ 5036628 w 7467600"/>
              <a:gd name="connsiteY302" fmla="*/ 6754247 h 6858000"/>
              <a:gd name="connsiteX303" fmla="*/ 5009112 w 7467600"/>
              <a:gd name="connsiteY303" fmla="*/ 6858000 h 6858000"/>
              <a:gd name="connsiteX304" fmla="*/ 4976679 w 7467600"/>
              <a:gd name="connsiteY304" fmla="*/ 6858000 h 6858000"/>
              <a:gd name="connsiteX305" fmla="*/ 5006537 w 7467600"/>
              <a:gd name="connsiteY305" fmla="*/ 6747068 h 6858000"/>
              <a:gd name="connsiteX306" fmla="*/ 5032723 w 7467600"/>
              <a:gd name="connsiteY306" fmla="*/ 6644957 h 6858000"/>
              <a:gd name="connsiteX307" fmla="*/ 5242949 w 7467600"/>
              <a:gd name="connsiteY307" fmla="*/ 6125175 h 6858000"/>
              <a:gd name="connsiteX308" fmla="*/ 5286321 w 7467600"/>
              <a:gd name="connsiteY308" fmla="*/ 6033555 h 6858000"/>
              <a:gd name="connsiteX309" fmla="*/ 5008210 w 7467600"/>
              <a:gd name="connsiteY309" fmla="*/ 6649194 h 6858000"/>
              <a:gd name="connsiteX310" fmla="*/ 4986321 w 7467600"/>
              <a:gd name="connsiteY310" fmla="*/ 6765687 h 6858000"/>
              <a:gd name="connsiteX311" fmla="*/ 4973474 w 7467600"/>
              <a:gd name="connsiteY311" fmla="*/ 6858000 h 6858000"/>
              <a:gd name="connsiteX312" fmla="*/ 4907178 w 7467600"/>
              <a:gd name="connsiteY312" fmla="*/ 6858000 h 6858000"/>
              <a:gd name="connsiteX313" fmla="*/ 4910810 w 7467600"/>
              <a:gd name="connsiteY313" fmla="*/ 6829660 h 6858000"/>
              <a:gd name="connsiteX314" fmla="*/ 4987461 w 7467600"/>
              <a:gd name="connsiteY314" fmla="*/ 6432994 h 6858000"/>
              <a:gd name="connsiteX315" fmla="*/ 5179262 w 7467600"/>
              <a:gd name="connsiteY315" fmla="*/ 6035044 h 6858000"/>
              <a:gd name="connsiteX316" fmla="*/ 4689678 w 7467600"/>
              <a:gd name="connsiteY316" fmla="*/ 6440241 h 6858000"/>
              <a:gd name="connsiteX317" fmla="*/ 4477543 w 7467600"/>
              <a:gd name="connsiteY317" fmla="*/ 6674836 h 6858000"/>
              <a:gd name="connsiteX318" fmla="*/ 4329957 w 7467600"/>
              <a:gd name="connsiteY318" fmla="*/ 6858000 h 6858000"/>
              <a:gd name="connsiteX319" fmla="*/ 4218595 w 7467600"/>
              <a:gd name="connsiteY319" fmla="*/ 6858000 h 6858000"/>
              <a:gd name="connsiteX320" fmla="*/ 4368888 w 7467600"/>
              <a:gd name="connsiteY320" fmla="*/ 6668412 h 6858000"/>
              <a:gd name="connsiteX321" fmla="*/ 4563091 w 7467600"/>
              <a:gd name="connsiteY321" fmla="*/ 6442508 h 6858000"/>
              <a:gd name="connsiteX322" fmla="*/ 5387324 w 7467600"/>
              <a:gd name="connsiteY322" fmla="*/ 5705830 h 6858000"/>
              <a:gd name="connsiteX323" fmla="*/ 5073620 w 7467600"/>
              <a:gd name="connsiteY323" fmla="*/ 5955437 h 6858000"/>
              <a:gd name="connsiteX324" fmla="*/ 4689789 w 7467600"/>
              <a:gd name="connsiteY324" fmla="*/ 6268382 h 6858000"/>
              <a:gd name="connsiteX325" fmla="*/ 4418722 w 7467600"/>
              <a:gd name="connsiteY325" fmla="*/ 6570886 h 6858000"/>
              <a:gd name="connsiteX326" fmla="*/ 4214944 w 7467600"/>
              <a:gd name="connsiteY326" fmla="*/ 6858000 h 6858000"/>
              <a:gd name="connsiteX327" fmla="*/ 4177898 w 7467600"/>
              <a:gd name="connsiteY327" fmla="*/ 6858000 h 6858000"/>
              <a:gd name="connsiteX328" fmla="*/ 4391597 w 7467600"/>
              <a:gd name="connsiteY328" fmla="*/ 6556370 h 6858000"/>
              <a:gd name="connsiteX329" fmla="*/ 4668889 w 7467600"/>
              <a:gd name="connsiteY329" fmla="*/ 6246399 h 6858000"/>
              <a:gd name="connsiteX330" fmla="*/ 5055427 w 7467600"/>
              <a:gd name="connsiteY330" fmla="*/ 5931476 h 6858000"/>
              <a:gd name="connsiteX331" fmla="*/ 5371814 w 7467600"/>
              <a:gd name="connsiteY331" fmla="*/ 5678975 h 6858000"/>
              <a:gd name="connsiteX332" fmla="*/ 4987918 w 7467600"/>
              <a:gd name="connsiteY332" fmla="*/ 5838701 h 6858000"/>
              <a:gd name="connsiteX333" fmla="*/ 4317146 w 7467600"/>
              <a:gd name="connsiteY333" fmla="*/ 6587716 h 6858000"/>
              <a:gd name="connsiteX334" fmla="*/ 4171627 w 7467600"/>
              <a:gd name="connsiteY334" fmla="*/ 6858000 h 6858000"/>
              <a:gd name="connsiteX335" fmla="*/ 4081585 w 7467600"/>
              <a:gd name="connsiteY335" fmla="*/ 6858000 h 6858000"/>
              <a:gd name="connsiteX336" fmla="*/ 4238603 w 7467600"/>
              <a:gd name="connsiteY336" fmla="*/ 6559341 h 6858000"/>
              <a:gd name="connsiteX337" fmla="*/ 4778333 w 7467600"/>
              <a:gd name="connsiteY337" fmla="*/ 5873626 h 6858000"/>
              <a:gd name="connsiteX338" fmla="*/ 5414185 w 7467600"/>
              <a:gd name="connsiteY338" fmla="*/ 5573882 h 6858000"/>
              <a:gd name="connsiteX339" fmla="*/ 5959648 w 7467600"/>
              <a:gd name="connsiteY339" fmla="*/ 4760797 h 6858000"/>
              <a:gd name="connsiteX340" fmla="*/ 5355019 w 7467600"/>
              <a:gd name="connsiteY340" fmla="*/ 4734672 h 6858000"/>
              <a:gd name="connsiteX341" fmla="*/ 5083565 w 7467600"/>
              <a:gd name="connsiteY341" fmla="*/ 5179121 h 6858000"/>
              <a:gd name="connsiteX342" fmla="*/ 4713577 w 7467600"/>
              <a:gd name="connsiteY342" fmla="*/ 5616803 h 6858000"/>
              <a:gd name="connsiteX343" fmla="*/ 3989559 w 7467600"/>
              <a:gd name="connsiteY343" fmla="*/ 6145945 h 6858000"/>
              <a:gd name="connsiteX344" fmla="*/ 3939824 w 7467600"/>
              <a:gd name="connsiteY344" fmla="*/ 6066900 h 6858000"/>
              <a:gd name="connsiteX345" fmla="*/ 4584537 w 7467600"/>
              <a:gd name="connsiteY345" fmla="*/ 5324826 h 6858000"/>
              <a:gd name="connsiteX346" fmla="*/ 5037105 w 7467600"/>
              <a:gd name="connsiteY346" fmla="*/ 5088765 h 6858000"/>
              <a:gd name="connsiteX347" fmla="*/ 5039930 w 7467600"/>
              <a:gd name="connsiteY347" fmla="*/ 5089585 h 6858000"/>
              <a:gd name="connsiteX348" fmla="*/ 5263764 w 7467600"/>
              <a:gd name="connsiteY348" fmla="*/ 4735525 h 6858000"/>
              <a:gd name="connsiteX349" fmla="*/ 4086300 w 7467600"/>
              <a:gd name="connsiteY349" fmla="*/ 4884599 h 6858000"/>
              <a:gd name="connsiteX350" fmla="*/ 4085485 w 7467600"/>
              <a:gd name="connsiteY350" fmla="*/ 4899070 h 6858000"/>
              <a:gd name="connsiteX351" fmla="*/ 3871915 w 7467600"/>
              <a:gd name="connsiteY351" fmla="*/ 5253645 h 6858000"/>
              <a:gd name="connsiteX352" fmla="*/ 3799374 w 7467600"/>
              <a:gd name="connsiteY352" fmla="*/ 5466127 h 6858000"/>
              <a:gd name="connsiteX353" fmla="*/ 3498850 w 7467600"/>
              <a:gd name="connsiteY353" fmla="*/ 6661888 h 6858000"/>
              <a:gd name="connsiteX354" fmla="*/ 3399216 w 7467600"/>
              <a:gd name="connsiteY354" fmla="*/ 6858000 h 6858000"/>
              <a:gd name="connsiteX355" fmla="*/ 3303688 w 7467600"/>
              <a:gd name="connsiteY355" fmla="*/ 6858000 h 6858000"/>
              <a:gd name="connsiteX356" fmla="*/ 3391774 w 7467600"/>
              <a:gd name="connsiteY356" fmla="*/ 6697181 h 6858000"/>
              <a:gd name="connsiteX357" fmla="*/ 3735540 w 7467600"/>
              <a:gd name="connsiteY357" fmla="*/ 5546923 h 6858000"/>
              <a:gd name="connsiteX358" fmla="*/ 3729438 w 7467600"/>
              <a:gd name="connsiteY358" fmla="*/ 5569058 h 6858000"/>
              <a:gd name="connsiteX359" fmla="*/ 3707782 w 7467600"/>
              <a:gd name="connsiteY359" fmla="*/ 5644908 h 6858000"/>
              <a:gd name="connsiteX360" fmla="*/ 3583827 w 7467600"/>
              <a:gd name="connsiteY360" fmla="*/ 6039215 h 6858000"/>
              <a:gd name="connsiteX361" fmla="*/ 3547861 w 7467600"/>
              <a:gd name="connsiteY361" fmla="*/ 6129609 h 6858000"/>
              <a:gd name="connsiteX362" fmla="*/ 3490905 w 7467600"/>
              <a:gd name="connsiteY362" fmla="*/ 6277660 h 6858000"/>
              <a:gd name="connsiteX363" fmla="*/ 3455859 w 7467600"/>
              <a:gd name="connsiteY363" fmla="*/ 6391301 h 6858000"/>
              <a:gd name="connsiteX364" fmla="*/ 3429112 w 7467600"/>
              <a:gd name="connsiteY364" fmla="*/ 6479469 h 6858000"/>
              <a:gd name="connsiteX365" fmla="*/ 3304862 w 7467600"/>
              <a:gd name="connsiteY365" fmla="*/ 6796476 h 6858000"/>
              <a:gd name="connsiteX366" fmla="*/ 3276071 w 7467600"/>
              <a:gd name="connsiteY366" fmla="*/ 6858000 h 6858000"/>
              <a:gd name="connsiteX367" fmla="*/ 3240805 w 7467600"/>
              <a:gd name="connsiteY367" fmla="*/ 6858000 h 6858000"/>
              <a:gd name="connsiteX368" fmla="*/ 3275917 w 7467600"/>
              <a:gd name="connsiteY368" fmla="*/ 6783192 h 6858000"/>
              <a:gd name="connsiteX369" fmla="*/ 3399358 w 7467600"/>
              <a:gd name="connsiteY369" fmla="*/ 6469011 h 6858000"/>
              <a:gd name="connsiteX370" fmla="*/ 3425650 w 7467600"/>
              <a:gd name="connsiteY370" fmla="*/ 6381333 h 6858000"/>
              <a:gd name="connsiteX371" fmla="*/ 3460661 w 7467600"/>
              <a:gd name="connsiteY371" fmla="*/ 6266763 h 6858000"/>
              <a:gd name="connsiteX372" fmla="*/ 3518021 w 7467600"/>
              <a:gd name="connsiteY372" fmla="*/ 6117298 h 6858000"/>
              <a:gd name="connsiteX373" fmla="*/ 3554035 w 7467600"/>
              <a:gd name="connsiteY373" fmla="*/ 6027832 h 6858000"/>
              <a:gd name="connsiteX374" fmla="*/ 3677174 w 7467600"/>
              <a:gd name="connsiteY374" fmla="*/ 5636351 h 6858000"/>
              <a:gd name="connsiteX375" fmla="*/ 3698819 w 7467600"/>
              <a:gd name="connsiteY375" fmla="*/ 5560503 h 6858000"/>
              <a:gd name="connsiteX376" fmla="*/ 3702094 w 7467600"/>
              <a:gd name="connsiteY376" fmla="*/ 5549194 h 6858000"/>
              <a:gd name="connsiteX377" fmla="*/ 3398355 w 7467600"/>
              <a:gd name="connsiteY377" fmla="*/ 6094603 h 6858000"/>
              <a:gd name="connsiteX378" fmla="*/ 3193941 w 7467600"/>
              <a:gd name="connsiteY378" fmla="*/ 6798775 h 6858000"/>
              <a:gd name="connsiteX379" fmla="*/ 3184140 w 7467600"/>
              <a:gd name="connsiteY379" fmla="*/ 6858000 h 6858000"/>
              <a:gd name="connsiteX380" fmla="*/ 3099978 w 7467600"/>
              <a:gd name="connsiteY380" fmla="*/ 6858000 h 6858000"/>
              <a:gd name="connsiteX381" fmla="*/ 3101556 w 7467600"/>
              <a:gd name="connsiteY381" fmla="*/ 6843337 h 6858000"/>
              <a:gd name="connsiteX382" fmla="*/ 3370162 w 7467600"/>
              <a:gd name="connsiteY382" fmla="*/ 5785550 h 6858000"/>
              <a:gd name="connsiteX383" fmla="*/ 3746477 w 7467600"/>
              <a:gd name="connsiteY383" fmla="*/ 5377889 h 6858000"/>
              <a:gd name="connsiteX384" fmla="*/ 3863399 w 7467600"/>
              <a:gd name="connsiteY384" fmla="*/ 5087257 h 6858000"/>
              <a:gd name="connsiteX385" fmla="*/ 3968712 w 7467600"/>
              <a:gd name="connsiteY385" fmla="*/ 4913989 h 6858000"/>
              <a:gd name="connsiteX386" fmla="*/ 2792390 w 7467600"/>
              <a:gd name="connsiteY386" fmla="*/ 5382974 h 6858000"/>
              <a:gd name="connsiteX387" fmla="*/ 2714982 w 7467600"/>
              <a:gd name="connsiteY387" fmla="*/ 5427051 h 6858000"/>
              <a:gd name="connsiteX388" fmla="*/ 2813361 w 7467600"/>
              <a:gd name="connsiteY388" fmla="*/ 6023912 h 6858000"/>
              <a:gd name="connsiteX389" fmla="*/ 2688430 w 7467600"/>
              <a:gd name="connsiteY389" fmla="*/ 6801564 h 6858000"/>
              <a:gd name="connsiteX390" fmla="*/ 2629626 w 7467600"/>
              <a:gd name="connsiteY390" fmla="*/ 6763394 h 6858000"/>
              <a:gd name="connsiteX391" fmla="*/ 2565328 w 7467600"/>
              <a:gd name="connsiteY391" fmla="*/ 5516399 h 6858000"/>
              <a:gd name="connsiteX392" fmla="*/ 1922999 w 7467600"/>
              <a:gd name="connsiteY392" fmla="*/ 5980343 h 6858000"/>
              <a:gd name="connsiteX393" fmla="*/ 1950261 w 7467600"/>
              <a:gd name="connsiteY393" fmla="*/ 6405858 h 6858000"/>
              <a:gd name="connsiteX394" fmla="*/ 2365554 w 7467600"/>
              <a:gd name="connsiteY394" fmla="*/ 6759107 h 6858000"/>
              <a:gd name="connsiteX395" fmla="*/ 2424142 w 7467600"/>
              <a:gd name="connsiteY395" fmla="*/ 6858000 h 6858000"/>
              <a:gd name="connsiteX396" fmla="*/ 2395994 w 7467600"/>
              <a:gd name="connsiteY396" fmla="*/ 6858000 h 6858000"/>
              <a:gd name="connsiteX397" fmla="*/ 2392863 w 7467600"/>
              <a:gd name="connsiteY397" fmla="*/ 6852964 h 6858000"/>
              <a:gd name="connsiteX398" fmla="*/ 2017589 w 7467600"/>
              <a:gd name="connsiteY398" fmla="*/ 6493982 h 6858000"/>
              <a:gd name="connsiteX399" fmla="*/ 2147336 w 7467600"/>
              <a:gd name="connsiteY399" fmla="*/ 6594052 h 6858000"/>
              <a:gd name="connsiteX400" fmla="*/ 2207047 w 7467600"/>
              <a:gd name="connsiteY400" fmla="*/ 6654540 h 6858000"/>
              <a:gd name="connsiteX401" fmla="*/ 2299106 w 7467600"/>
              <a:gd name="connsiteY401" fmla="*/ 6778931 h 6858000"/>
              <a:gd name="connsiteX402" fmla="*/ 2314430 w 7467600"/>
              <a:gd name="connsiteY402" fmla="*/ 6801144 h 6858000"/>
              <a:gd name="connsiteX403" fmla="*/ 2352406 w 7467600"/>
              <a:gd name="connsiteY403" fmla="*/ 6858000 h 6858000"/>
              <a:gd name="connsiteX404" fmla="*/ 2314492 w 7467600"/>
              <a:gd name="connsiteY404" fmla="*/ 6858000 h 6858000"/>
              <a:gd name="connsiteX405" fmla="*/ 2288095 w 7467600"/>
              <a:gd name="connsiteY405" fmla="*/ 6818030 h 6858000"/>
              <a:gd name="connsiteX406" fmla="*/ 2272768 w 7467600"/>
              <a:gd name="connsiteY406" fmla="*/ 6795822 h 6858000"/>
              <a:gd name="connsiteX407" fmla="*/ 2182715 w 7467600"/>
              <a:gd name="connsiteY407" fmla="*/ 6675071 h 6858000"/>
              <a:gd name="connsiteX408" fmla="*/ 2032061 w 7467600"/>
              <a:gd name="connsiteY408" fmla="*/ 6541380 h 6858000"/>
              <a:gd name="connsiteX409" fmla="*/ 2257220 w 7467600"/>
              <a:gd name="connsiteY409" fmla="*/ 6826257 h 6858000"/>
              <a:gd name="connsiteX410" fmla="*/ 2281324 w 7467600"/>
              <a:gd name="connsiteY410" fmla="*/ 6858000 h 6858000"/>
              <a:gd name="connsiteX411" fmla="*/ 2242860 w 7467600"/>
              <a:gd name="connsiteY411" fmla="*/ 6858000 h 6858000"/>
              <a:gd name="connsiteX412" fmla="*/ 2232818 w 7467600"/>
              <a:gd name="connsiteY412" fmla="*/ 6844926 h 6858000"/>
              <a:gd name="connsiteX413" fmla="*/ 1990172 w 7467600"/>
              <a:gd name="connsiteY413" fmla="*/ 6542121 h 6858000"/>
              <a:gd name="connsiteX414" fmla="*/ 2124090 w 7467600"/>
              <a:gd name="connsiteY414" fmla="*/ 6761017 h 6858000"/>
              <a:gd name="connsiteX415" fmla="*/ 2200380 w 7467600"/>
              <a:gd name="connsiteY415" fmla="*/ 6858000 h 6858000"/>
              <a:gd name="connsiteX416" fmla="*/ 2147507 w 7467600"/>
              <a:gd name="connsiteY416" fmla="*/ 6858000 h 6858000"/>
              <a:gd name="connsiteX417" fmla="*/ 2070668 w 7467600"/>
              <a:gd name="connsiteY417" fmla="*/ 6761520 h 6858000"/>
              <a:gd name="connsiteX418" fmla="*/ 1975142 w 7467600"/>
              <a:gd name="connsiteY418" fmla="*/ 6585570 h 6858000"/>
              <a:gd name="connsiteX419" fmla="*/ 2050035 w 7467600"/>
              <a:gd name="connsiteY419" fmla="*/ 6813345 h 6858000"/>
              <a:gd name="connsiteX420" fmla="*/ 2063025 w 7467600"/>
              <a:gd name="connsiteY420" fmla="*/ 6858000 h 6858000"/>
              <a:gd name="connsiteX421" fmla="*/ 2021675 w 7467600"/>
              <a:gd name="connsiteY421" fmla="*/ 6858000 h 6858000"/>
              <a:gd name="connsiteX422" fmla="*/ 2019308 w 7467600"/>
              <a:gd name="connsiteY422" fmla="*/ 6847118 h 6858000"/>
              <a:gd name="connsiteX423" fmla="*/ 1938835 w 7467600"/>
              <a:gd name="connsiteY423" fmla="*/ 6551160 h 6858000"/>
              <a:gd name="connsiteX424" fmla="*/ 1953230 w 7467600"/>
              <a:gd name="connsiteY424" fmla="*/ 6759699 h 6858000"/>
              <a:gd name="connsiteX425" fmla="*/ 1956763 w 7467600"/>
              <a:gd name="connsiteY425" fmla="*/ 6778191 h 6858000"/>
              <a:gd name="connsiteX426" fmla="*/ 1967925 w 7467600"/>
              <a:gd name="connsiteY426" fmla="*/ 6858000 h 6858000"/>
              <a:gd name="connsiteX427" fmla="*/ 1936622 w 7467600"/>
              <a:gd name="connsiteY427" fmla="*/ 6858000 h 6858000"/>
              <a:gd name="connsiteX428" fmla="*/ 1926261 w 7467600"/>
              <a:gd name="connsiteY428" fmla="*/ 6784064 h 6858000"/>
              <a:gd name="connsiteX429" fmla="*/ 1922724 w 7467600"/>
              <a:gd name="connsiteY429" fmla="*/ 6765577 h 6858000"/>
              <a:gd name="connsiteX430" fmla="*/ 1904650 w 7467600"/>
              <a:gd name="connsiteY430" fmla="*/ 6639616 h 6858000"/>
              <a:gd name="connsiteX431" fmla="*/ 1885273 w 7467600"/>
              <a:gd name="connsiteY431" fmla="*/ 6858000 h 6858000"/>
              <a:gd name="connsiteX432" fmla="*/ 1854363 w 7467600"/>
              <a:gd name="connsiteY432" fmla="*/ 6858000 h 6858000"/>
              <a:gd name="connsiteX433" fmla="*/ 1880391 w 7467600"/>
              <a:gd name="connsiteY433" fmla="*/ 6603796 h 6858000"/>
              <a:gd name="connsiteX434" fmla="*/ 1818273 w 7467600"/>
              <a:gd name="connsiteY434" fmla="*/ 6715729 h 6858000"/>
              <a:gd name="connsiteX435" fmla="*/ 1794691 w 7467600"/>
              <a:gd name="connsiteY435" fmla="*/ 6843239 h 6858000"/>
              <a:gd name="connsiteX436" fmla="*/ 1794914 w 7467600"/>
              <a:gd name="connsiteY436" fmla="*/ 6858000 h 6858000"/>
              <a:gd name="connsiteX437" fmla="*/ 1746128 w 7467600"/>
              <a:gd name="connsiteY437" fmla="*/ 6858000 h 6858000"/>
              <a:gd name="connsiteX438" fmla="*/ 1753934 w 7467600"/>
              <a:gd name="connsiteY438" fmla="*/ 6724796 h 6858000"/>
              <a:gd name="connsiteX439" fmla="*/ 1792053 w 7467600"/>
              <a:gd name="connsiteY439" fmla="*/ 6572396 h 6858000"/>
              <a:gd name="connsiteX440" fmla="*/ 1862248 w 7467600"/>
              <a:gd name="connsiteY440" fmla="*/ 6266397 h 6858000"/>
              <a:gd name="connsiteX441" fmla="*/ 1862250 w 7467600"/>
              <a:gd name="connsiteY441" fmla="*/ 6033531 h 6858000"/>
              <a:gd name="connsiteX442" fmla="*/ 1211999 w 7467600"/>
              <a:gd name="connsiteY442" fmla="*/ 6683610 h 6858000"/>
              <a:gd name="connsiteX443" fmla="*/ 1213266 w 7467600"/>
              <a:gd name="connsiteY443" fmla="*/ 6691947 h 6858000"/>
              <a:gd name="connsiteX444" fmla="*/ 1203370 w 7467600"/>
              <a:gd name="connsiteY444" fmla="*/ 6850676 h 6858000"/>
              <a:gd name="connsiteX445" fmla="*/ 1203671 w 7467600"/>
              <a:gd name="connsiteY445" fmla="*/ 6858000 h 6858000"/>
              <a:gd name="connsiteX446" fmla="*/ 1143180 w 7467600"/>
              <a:gd name="connsiteY446" fmla="*/ 6858000 h 6858000"/>
              <a:gd name="connsiteX447" fmla="*/ 1142176 w 7467600"/>
              <a:gd name="connsiteY447" fmla="*/ 6766045 h 6858000"/>
              <a:gd name="connsiteX448" fmla="*/ 1067484 w 7467600"/>
              <a:gd name="connsiteY448" fmla="*/ 6858000 h 6858000"/>
              <a:gd name="connsiteX449" fmla="*/ 953928 w 7467600"/>
              <a:gd name="connsiteY449" fmla="*/ 6858000 h 6858000"/>
              <a:gd name="connsiteX450" fmla="*/ 959715 w 7467600"/>
              <a:gd name="connsiteY450" fmla="*/ 6850185 h 6858000"/>
              <a:gd name="connsiteX451" fmla="*/ 1483788 w 7467600"/>
              <a:gd name="connsiteY451" fmla="*/ 6259174 h 6858000"/>
              <a:gd name="connsiteX452" fmla="*/ 1100671 w 7467600"/>
              <a:gd name="connsiteY452" fmla="*/ 6252137 h 6858000"/>
              <a:gd name="connsiteX453" fmla="*/ 1090144 w 7467600"/>
              <a:gd name="connsiteY453" fmla="*/ 6256748 h 6858000"/>
              <a:gd name="connsiteX454" fmla="*/ 1095872 w 7467600"/>
              <a:gd name="connsiteY454" fmla="*/ 6271892 h 6858000"/>
              <a:gd name="connsiteX455" fmla="*/ 262785 w 7467600"/>
              <a:gd name="connsiteY455" fmla="*/ 6845450 h 6858000"/>
              <a:gd name="connsiteX456" fmla="*/ 209968 w 7467600"/>
              <a:gd name="connsiteY456" fmla="*/ 6770713 h 6858000"/>
              <a:gd name="connsiteX457" fmla="*/ 873460 w 7467600"/>
              <a:gd name="connsiteY457" fmla="*/ 6253768 h 6858000"/>
              <a:gd name="connsiteX458" fmla="*/ 192686 w 7467600"/>
              <a:gd name="connsiteY458" fmla="*/ 5849257 h 6858000"/>
              <a:gd name="connsiteX459" fmla="*/ 4696 w 7467600"/>
              <a:gd name="connsiteY459" fmla="*/ 5697668 h 6858000"/>
              <a:gd name="connsiteX460" fmla="*/ 0 w 7467600"/>
              <a:gd name="connsiteY460" fmla="*/ 5689984 h 6858000"/>
              <a:gd name="connsiteX461" fmla="*/ 0 w 7467600"/>
              <a:gd name="connsiteY461" fmla="*/ 5513472 h 6858000"/>
              <a:gd name="connsiteX462" fmla="*/ 174101 w 7467600"/>
              <a:gd name="connsiteY462" fmla="*/ 5620277 h 6858000"/>
              <a:gd name="connsiteX463" fmla="*/ 891800 w 7467600"/>
              <a:gd name="connsiteY463" fmla="*/ 6036935 h 6858000"/>
              <a:gd name="connsiteX464" fmla="*/ 1072219 w 7467600"/>
              <a:gd name="connsiteY464" fmla="*/ 6169443 h 6858000"/>
              <a:gd name="connsiteX465" fmla="*/ 1074117 w 7467600"/>
              <a:gd name="connsiteY465" fmla="*/ 6170301 h 6858000"/>
              <a:gd name="connsiteX466" fmla="*/ 1083114 w 7467600"/>
              <a:gd name="connsiteY466" fmla="*/ 6174131 h 6858000"/>
              <a:gd name="connsiteX467" fmla="*/ 1543010 w 7467600"/>
              <a:gd name="connsiteY467" fmla="*/ 6191140 h 6858000"/>
              <a:gd name="connsiteX468" fmla="*/ 1551080 w 7467600"/>
              <a:gd name="connsiteY468" fmla="*/ 6195006 h 6858000"/>
              <a:gd name="connsiteX469" fmla="*/ 2345443 w 7467600"/>
              <a:gd name="connsiteY469" fmla="*/ 5549882 h 6858000"/>
              <a:gd name="connsiteX470" fmla="*/ 1721499 w 7467600"/>
              <a:gd name="connsiteY470" fmla="*/ 5599969 h 6858000"/>
              <a:gd name="connsiteX471" fmla="*/ 767716 w 7467600"/>
              <a:gd name="connsiteY471" fmla="*/ 5472768 h 6858000"/>
              <a:gd name="connsiteX472" fmla="*/ 722147 w 7467600"/>
              <a:gd name="connsiteY472" fmla="*/ 5393091 h 6858000"/>
              <a:gd name="connsiteX473" fmla="*/ 1485552 w 7467600"/>
              <a:gd name="connsiteY473" fmla="*/ 5313202 h 6858000"/>
              <a:gd name="connsiteX474" fmla="*/ 2143004 w 7467600"/>
              <a:gd name="connsiteY474" fmla="*/ 5402420 h 6858000"/>
              <a:gd name="connsiteX475" fmla="*/ 1933391 w 7467600"/>
              <a:gd name="connsiteY475" fmla="*/ 5156971 h 6858000"/>
              <a:gd name="connsiteX476" fmla="*/ 1827118 w 7467600"/>
              <a:gd name="connsiteY476" fmla="*/ 4968410 h 6858000"/>
              <a:gd name="connsiteX477" fmla="*/ 1837349 w 7467600"/>
              <a:gd name="connsiteY477" fmla="*/ 4956357 h 6858000"/>
              <a:gd name="connsiteX478" fmla="*/ 2162835 w 7467600"/>
              <a:gd name="connsiteY478" fmla="*/ 5187853 h 6858000"/>
              <a:gd name="connsiteX479" fmla="*/ 2257167 w 7467600"/>
              <a:gd name="connsiteY479" fmla="*/ 5462123 h 6858000"/>
              <a:gd name="connsiteX480" fmla="*/ 2261598 w 7467600"/>
              <a:gd name="connsiteY480" fmla="*/ 5467998 h 6858000"/>
              <a:gd name="connsiteX481" fmla="*/ 2437177 w 7467600"/>
              <a:gd name="connsiteY481" fmla="*/ 5479608 h 6858000"/>
              <a:gd name="connsiteX482" fmla="*/ 2445247 w 7467600"/>
              <a:gd name="connsiteY482" fmla="*/ 5483476 h 6858000"/>
              <a:gd name="connsiteX483" fmla="*/ 2743626 w 7467600"/>
              <a:gd name="connsiteY483" fmla="*/ 5304819 h 6858000"/>
              <a:gd name="connsiteX484" fmla="*/ 3048102 w 7467600"/>
              <a:gd name="connsiteY484" fmla="*/ 5150595 h 6858000"/>
              <a:gd name="connsiteX485" fmla="*/ 1799414 w 7467600"/>
              <a:gd name="connsiteY485" fmla="*/ 4694732 h 6858000"/>
              <a:gd name="connsiteX486" fmla="*/ 1771735 w 7467600"/>
              <a:gd name="connsiteY486" fmla="*/ 4619929 h 6858000"/>
              <a:gd name="connsiteX487" fmla="*/ 3104273 w 7467600"/>
              <a:gd name="connsiteY487" fmla="*/ 5076159 h 6858000"/>
              <a:gd name="connsiteX488" fmla="*/ 3113245 w 7467600"/>
              <a:gd name="connsiteY488" fmla="*/ 5090705 h 6858000"/>
              <a:gd name="connsiteX489" fmla="*/ 3126294 w 7467600"/>
              <a:gd name="connsiteY489" fmla="*/ 5114400 h 6858000"/>
              <a:gd name="connsiteX490" fmla="*/ 3937433 w 7467600"/>
              <a:gd name="connsiteY490" fmla="*/ 4830473 h 6858000"/>
              <a:gd name="connsiteX491" fmla="*/ 3590475 w 7467600"/>
              <a:gd name="connsiteY491" fmla="*/ 4597974 h 6858000"/>
              <a:gd name="connsiteX492" fmla="*/ 3100264 w 7467600"/>
              <a:gd name="connsiteY492" fmla="*/ 4579845 h 6858000"/>
              <a:gd name="connsiteX493" fmla="*/ 2183576 w 7467600"/>
              <a:gd name="connsiteY493" fmla="*/ 4227150 h 6858000"/>
              <a:gd name="connsiteX494" fmla="*/ 2151029 w 7467600"/>
              <a:gd name="connsiteY494" fmla="*/ 4146947 h 6858000"/>
              <a:gd name="connsiteX495" fmla="*/ 3563434 w 7467600"/>
              <a:gd name="connsiteY495" fmla="*/ 4469115 h 6858000"/>
              <a:gd name="connsiteX496" fmla="*/ 3177952 w 7467600"/>
              <a:gd name="connsiteY496" fmla="*/ 3657386 h 6858000"/>
              <a:gd name="connsiteX497" fmla="*/ 3189263 w 7467600"/>
              <a:gd name="connsiteY497" fmla="*/ 3625726 h 6858000"/>
              <a:gd name="connsiteX498" fmla="*/ 3560912 w 7467600"/>
              <a:gd name="connsiteY498" fmla="*/ 4079863 h 6858000"/>
              <a:gd name="connsiteX499" fmla="*/ 3626636 w 7467600"/>
              <a:gd name="connsiteY499" fmla="*/ 4512230 h 6858000"/>
              <a:gd name="connsiteX500" fmla="*/ 3653088 w 7467600"/>
              <a:gd name="connsiteY500" fmla="*/ 4521417 h 6858000"/>
              <a:gd name="connsiteX501" fmla="*/ 3988128 w 7467600"/>
              <a:gd name="connsiteY501" fmla="*/ 4817267 h 6858000"/>
              <a:gd name="connsiteX502" fmla="*/ 4830582 w 7467600"/>
              <a:gd name="connsiteY502" fmla="*/ 4676000 h 6858000"/>
              <a:gd name="connsiteX503" fmla="*/ 4830100 w 7467600"/>
              <a:gd name="connsiteY503" fmla="*/ 4675554 h 6858000"/>
              <a:gd name="connsiteX504" fmla="*/ 4036318 w 7467600"/>
              <a:gd name="connsiteY504" fmla="*/ 4147013 h 6858000"/>
              <a:gd name="connsiteX505" fmla="*/ 3432098 w 7467600"/>
              <a:gd name="connsiteY505" fmla="*/ 3537312 h 6858000"/>
              <a:gd name="connsiteX506" fmla="*/ 3446761 w 7467600"/>
              <a:gd name="connsiteY506" fmla="*/ 3461278 h 6858000"/>
              <a:gd name="connsiteX507" fmla="*/ 4419733 w 7467600"/>
              <a:gd name="connsiteY507" fmla="*/ 3963555 h 6858000"/>
              <a:gd name="connsiteX508" fmla="*/ 4781371 w 7467600"/>
              <a:gd name="connsiteY508" fmla="*/ 4458604 h 6858000"/>
              <a:gd name="connsiteX509" fmla="*/ 4780440 w 7467600"/>
              <a:gd name="connsiteY509" fmla="*/ 4470290 h 6858000"/>
              <a:gd name="connsiteX510" fmla="*/ 4898954 w 7467600"/>
              <a:gd name="connsiteY510" fmla="*/ 4662092 h 6858000"/>
              <a:gd name="connsiteX511" fmla="*/ 4900699 w 7467600"/>
              <a:gd name="connsiteY511" fmla="*/ 4670867 h 6858000"/>
              <a:gd name="connsiteX512" fmla="*/ 5714511 w 7467600"/>
              <a:gd name="connsiteY512" fmla="*/ 4663483 h 6858000"/>
              <a:gd name="connsiteX513" fmla="*/ 5464793 w 7467600"/>
              <a:gd name="connsiteY513" fmla="*/ 4393556 h 6858000"/>
              <a:gd name="connsiteX514" fmla="*/ 5461897 w 7467600"/>
              <a:gd name="connsiteY514" fmla="*/ 4390879 h 6858000"/>
              <a:gd name="connsiteX515" fmla="*/ 4294126 w 7467600"/>
              <a:gd name="connsiteY515" fmla="*/ 3303048 h 6858000"/>
              <a:gd name="connsiteX516" fmla="*/ 4305321 w 7467600"/>
              <a:gd name="connsiteY516" fmla="*/ 3256953 h 6858000"/>
              <a:gd name="connsiteX517" fmla="*/ 4949299 w 7467600"/>
              <a:gd name="connsiteY517" fmla="*/ 3766336 h 6858000"/>
              <a:gd name="connsiteX518" fmla="*/ 5291452 w 7467600"/>
              <a:gd name="connsiteY518" fmla="*/ 4076801 h 6858000"/>
              <a:gd name="connsiteX519" fmla="*/ 5434998 w 7467600"/>
              <a:gd name="connsiteY519" fmla="*/ 4254100 h 6858000"/>
              <a:gd name="connsiteX520" fmla="*/ 5351015 w 7467600"/>
              <a:gd name="connsiteY520" fmla="*/ 3760989 h 6858000"/>
              <a:gd name="connsiteX521" fmla="*/ 5413780 w 7467600"/>
              <a:gd name="connsiteY521" fmla="*/ 2966265 h 6858000"/>
              <a:gd name="connsiteX522" fmla="*/ 5425627 w 7467600"/>
              <a:gd name="connsiteY522" fmla="*/ 2954192 h 6858000"/>
              <a:gd name="connsiteX523" fmla="*/ 6604735 w 7467600"/>
              <a:gd name="connsiteY523" fmla="*/ 2041381 h 6858000"/>
              <a:gd name="connsiteX524" fmla="*/ 7204487 w 7467600"/>
              <a:gd name="connsiteY524" fmla="*/ 2742112 h 6858000"/>
              <a:gd name="connsiteX525" fmla="*/ 7131592 w 7467600"/>
              <a:gd name="connsiteY525" fmla="*/ 2672096 h 6858000"/>
              <a:gd name="connsiteX526" fmla="*/ 6996344 w 7467600"/>
              <a:gd name="connsiteY526" fmla="*/ 2518310 h 6858000"/>
              <a:gd name="connsiteX527" fmla="*/ 6735495 w 7467600"/>
              <a:gd name="connsiteY527" fmla="*/ 2196890 h 6858000"/>
              <a:gd name="connsiteX528" fmla="*/ 6721901 w 7467600"/>
              <a:gd name="connsiteY528" fmla="*/ 2179274 h 6858000"/>
              <a:gd name="connsiteX529" fmla="*/ 6604735 w 7467600"/>
              <a:gd name="connsiteY529" fmla="*/ 2041381 h 6858000"/>
              <a:gd name="connsiteX530" fmla="*/ 6591670 w 7467600"/>
              <a:gd name="connsiteY530" fmla="*/ 1988277 h 6858000"/>
              <a:gd name="connsiteX531" fmla="*/ 6747349 w 7467600"/>
              <a:gd name="connsiteY531" fmla="*/ 2160069 h 6858000"/>
              <a:gd name="connsiteX532" fmla="*/ 6760943 w 7467600"/>
              <a:gd name="connsiteY532" fmla="*/ 2177686 h 6858000"/>
              <a:gd name="connsiteX533" fmla="*/ 7021065 w 7467600"/>
              <a:gd name="connsiteY533" fmla="*/ 2498102 h 6858000"/>
              <a:gd name="connsiteX534" fmla="*/ 7155223 w 7467600"/>
              <a:gd name="connsiteY534" fmla="*/ 2650386 h 6858000"/>
              <a:gd name="connsiteX535" fmla="*/ 7203167 w 7467600"/>
              <a:gd name="connsiteY535" fmla="*/ 2697288 h 6858000"/>
              <a:gd name="connsiteX536" fmla="*/ 6937703 w 7467600"/>
              <a:gd name="connsiteY536" fmla="*/ 2321981 h 6858000"/>
              <a:gd name="connsiteX537" fmla="*/ 6591670 w 7467600"/>
              <a:gd name="connsiteY537" fmla="*/ 1988277 h 6858000"/>
              <a:gd name="connsiteX538" fmla="*/ 5798671 w 7467600"/>
              <a:gd name="connsiteY538" fmla="*/ 1981601 h 6858000"/>
              <a:gd name="connsiteX539" fmla="*/ 5754709 w 7467600"/>
              <a:gd name="connsiteY539" fmla="*/ 2071454 h 6858000"/>
              <a:gd name="connsiteX540" fmla="*/ 5763044 w 7467600"/>
              <a:gd name="connsiteY540" fmla="*/ 2842206 h 6858000"/>
              <a:gd name="connsiteX541" fmla="*/ 5764974 w 7467600"/>
              <a:gd name="connsiteY541" fmla="*/ 2799609 h 6858000"/>
              <a:gd name="connsiteX542" fmla="*/ 5767665 w 7467600"/>
              <a:gd name="connsiteY542" fmla="*/ 2666409 h 6858000"/>
              <a:gd name="connsiteX543" fmla="*/ 5763055 w 7467600"/>
              <a:gd name="connsiteY543" fmla="*/ 2579705 h 6858000"/>
              <a:gd name="connsiteX544" fmla="*/ 5758079 w 7467600"/>
              <a:gd name="connsiteY544" fmla="*/ 2492508 h 6858000"/>
              <a:gd name="connsiteX545" fmla="*/ 5779325 w 7467600"/>
              <a:gd name="connsiteY545" fmla="*/ 2197069 h 6858000"/>
              <a:gd name="connsiteX546" fmla="*/ 5798671 w 7467600"/>
              <a:gd name="connsiteY546" fmla="*/ 1981601 h 6858000"/>
              <a:gd name="connsiteX547" fmla="*/ 5829202 w 7467600"/>
              <a:gd name="connsiteY547" fmla="*/ 1971679 h 6858000"/>
              <a:gd name="connsiteX548" fmla="*/ 5809558 w 7467600"/>
              <a:gd name="connsiteY548" fmla="*/ 2198043 h 6858000"/>
              <a:gd name="connsiteX549" fmla="*/ 5788653 w 7467600"/>
              <a:gd name="connsiteY549" fmla="*/ 2489430 h 6858000"/>
              <a:gd name="connsiteX550" fmla="*/ 5793439 w 7467600"/>
              <a:gd name="connsiteY550" fmla="*/ 2575235 h 6858000"/>
              <a:gd name="connsiteX551" fmla="*/ 5796837 w 7467600"/>
              <a:gd name="connsiteY551" fmla="*/ 2637633 h 6858000"/>
              <a:gd name="connsiteX552" fmla="*/ 5818614 w 7467600"/>
              <a:gd name="connsiteY552" fmla="*/ 2473055 h 6858000"/>
              <a:gd name="connsiteX553" fmla="*/ 5829202 w 7467600"/>
              <a:gd name="connsiteY553" fmla="*/ 1971679 h 6858000"/>
              <a:gd name="connsiteX554" fmla="*/ 5911389 w 7467600"/>
              <a:gd name="connsiteY554" fmla="*/ 1898371 h 6858000"/>
              <a:gd name="connsiteX555" fmla="*/ 6237627 w 7467600"/>
              <a:gd name="connsiteY555" fmla="*/ 2231921 h 6858000"/>
              <a:gd name="connsiteX556" fmla="*/ 5911389 w 7467600"/>
              <a:gd name="connsiteY556" fmla="*/ 1898371 h 6858000"/>
              <a:gd name="connsiteX557" fmla="*/ 6944437 w 7467600"/>
              <a:gd name="connsiteY557" fmla="*/ 1575402 h 6858000"/>
              <a:gd name="connsiteX558" fmla="*/ 6304730 w 7467600"/>
              <a:gd name="connsiteY558" fmla="*/ 1766654 h 6858000"/>
              <a:gd name="connsiteX559" fmla="*/ 6944437 w 7467600"/>
              <a:gd name="connsiteY559" fmla="*/ 1575402 h 6858000"/>
              <a:gd name="connsiteX560" fmla="*/ 7019523 w 7467600"/>
              <a:gd name="connsiteY560" fmla="*/ 1519450 h 6858000"/>
              <a:gd name="connsiteX561" fmla="*/ 6298091 w 7467600"/>
              <a:gd name="connsiteY561" fmla="*/ 1737122 h 6858000"/>
              <a:gd name="connsiteX562" fmla="*/ 7019523 w 7467600"/>
              <a:gd name="connsiteY562" fmla="*/ 1519450 h 6858000"/>
              <a:gd name="connsiteX563" fmla="*/ 2399523 w 7467600"/>
              <a:gd name="connsiteY563" fmla="*/ 1428234 h 6858000"/>
              <a:gd name="connsiteX564" fmla="*/ 2224982 w 7467600"/>
              <a:gd name="connsiteY564" fmla="*/ 1826201 h 6858000"/>
              <a:gd name="connsiteX565" fmla="*/ 2096099 w 7467600"/>
              <a:gd name="connsiteY565" fmla="*/ 2345900 h 6858000"/>
              <a:gd name="connsiteX566" fmla="*/ 2283317 w 7467600"/>
              <a:gd name="connsiteY566" fmla="*/ 1796925 h 6858000"/>
              <a:gd name="connsiteX567" fmla="*/ 2399523 w 7467600"/>
              <a:gd name="connsiteY567" fmla="*/ 1428234 h 6858000"/>
              <a:gd name="connsiteX568" fmla="*/ 2448558 w 7467600"/>
              <a:gd name="connsiteY568" fmla="*/ 1373435 h 6858000"/>
              <a:gd name="connsiteX569" fmla="*/ 2312521 w 7467600"/>
              <a:gd name="connsiteY569" fmla="*/ 1806140 h 6858000"/>
              <a:gd name="connsiteX570" fmla="*/ 2127533 w 7467600"/>
              <a:gd name="connsiteY570" fmla="*/ 2348380 h 6858000"/>
              <a:gd name="connsiteX571" fmla="*/ 2358080 w 7467600"/>
              <a:gd name="connsiteY571" fmla="*/ 1866134 h 6858000"/>
              <a:gd name="connsiteX572" fmla="*/ 2407436 w 7467600"/>
              <a:gd name="connsiteY572" fmla="*/ 1651070 h 6858000"/>
              <a:gd name="connsiteX573" fmla="*/ 2448558 w 7467600"/>
              <a:gd name="connsiteY573" fmla="*/ 1373435 h 6858000"/>
              <a:gd name="connsiteX574" fmla="*/ 278707 w 7467600"/>
              <a:gd name="connsiteY574" fmla="*/ 1352270 h 6858000"/>
              <a:gd name="connsiteX575" fmla="*/ 321570 w 7467600"/>
              <a:gd name="connsiteY575" fmla="*/ 1861610 h 6858000"/>
              <a:gd name="connsiteX576" fmla="*/ 294281 w 7467600"/>
              <a:gd name="connsiteY576" fmla="*/ 1440658 h 6858000"/>
              <a:gd name="connsiteX577" fmla="*/ 278707 w 7467600"/>
              <a:gd name="connsiteY577" fmla="*/ 1352270 h 6858000"/>
              <a:gd name="connsiteX578" fmla="*/ 1423821 w 7467600"/>
              <a:gd name="connsiteY578" fmla="*/ 1351958 h 6858000"/>
              <a:gd name="connsiteX579" fmla="*/ 1638521 w 7467600"/>
              <a:gd name="connsiteY579" fmla="*/ 1908470 h 6858000"/>
              <a:gd name="connsiteX580" fmla="*/ 1754199 w 7467600"/>
              <a:gd name="connsiteY580" fmla="*/ 2149284 h 6858000"/>
              <a:gd name="connsiteX581" fmla="*/ 1908359 w 7467600"/>
              <a:gd name="connsiteY581" fmla="*/ 2364988 h 6858000"/>
              <a:gd name="connsiteX582" fmla="*/ 1647661 w 7467600"/>
              <a:gd name="connsiteY582" fmla="*/ 1825945 h 6858000"/>
              <a:gd name="connsiteX583" fmla="*/ 1423821 w 7467600"/>
              <a:gd name="connsiteY583" fmla="*/ 1351958 h 6858000"/>
              <a:gd name="connsiteX584" fmla="*/ 1431890 w 7467600"/>
              <a:gd name="connsiteY584" fmla="*/ 1306475 h 6858000"/>
              <a:gd name="connsiteX585" fmla="*/ 1507597 w 7467600"/>
              <a:gd name="connsiteY585" fmla="*/ 1446132 h 6858000"/>
              <a:gd name="connsiteX586" fmla="*/ 1674586 w 7467600"/>
              <a:gd name="connsiteY586" fmla="*/ 1813832 h 6858000"/>
              <a:gd name="connsiteX587" fmla="*/ 1815950 w 7467600"/>
              <a:gd name="connsiteY587" fmla="*/ 2128564 h 6858000"/>
              <a:gd name="connsiteX588" fmla="*/ 1984242 w 7467600"/>
              <a:gd name="connsiteY588" fmla="*/ 2430829 h 6858000"/>
              <a:gd name="connsiteX589" fmla="*/ 2014023 w 7467600"/>
              <a:gd name="connsiteY589" fmla="*/ 2450995 h 6858000"/>
              <a:gd name="connsiteX590" fmla="*/ 1747337 w 7467600"/>
              <a:gd name="connsiteY590" fmla="*/ 1855264 h 6858000"/>
              <a:gd name="connsiteX591" fmla="*/ 1533749 w 7467600"/>
              <a:gd name="connsiteY591" fmla="*/ 1478656 h 6858000"/>
              <a:gd name="connsiteX592" fmla="*/ 1431890 w 7467600"/>
              <a:gd name="connsiteY592" fmla="*/ 1306475 h 6858000"/>
              <a:gd name="connsiteX593" fmla="*/ 5052692 w 7467600"/>
              <a:gd name="connsiteY593" fmla="*/ 1292994 h 6858000"/>
              <a:gd name="connsiteX594" fmla="*/ 5200661 w 7467600"/>
              <a:gd name="connsiteY594" fmla="*/ 1635186 h 6858000"/>
              <a:gd name="connsiteX595" fmla="*/ 5297138 w 7467600"/>
              <a:gd name="connsiteY595" fmla="*/ 1906351 h 6858000"/>
              <a:gd name="connsiteX596" fmla="*/ 5052692 w 7467600"/>
              <a:gd name="connsiteY596" fmla="*/ 1292994 h 6858000"/>
              <a:gd name="connsiteX597" fmla="*/ 5009948 w 7467600"/>
              <a:gd name="connsiteY597" fmla="*/ 1273619 h 6858000"/>
              <a:gd name="connsiteX598" fmla="*/ 5121777 w 7467600"/>
              <a:gd name="connsiteY598" fmla="*/ 1654213 h 6858000"/>
              <a:gd name="connsiteX599" fmla="*/ 5293545 w 7467600"/>
              <a:gd name="connsiteY599" fmla="*/ 2072247 h 6858000"/>
              <a:gd name="connsiteX600" fmla="*/ 5294042 w 7467600"/>
              <a:gd name="connsiteY600" fmla="*/ 2065019 h 6858000"/>
              <a:gd name="connsiteX601" fmla="*/ 5171936 w 7467600"/>
              <a:gd name="connsiteY601" fmla="*/ 1647613 h 6858000"/>
              <a:gd name="connsiteX602" fmla="*/ 5009948 w 7467600"/>
              <a:gd name="connsiteY602" fmla="*/ 1273619 h 6858000"/>
              <a:gd name="connsiteX603" fmla="*/ 655236 w 7467600"/>
              <a:gd name="connsiteY603" fmla="*/ 1268632 h 6858000"/>
              <a:gd name="connsiteX604" fmla="*/ 839521 w 7467600"/>
              <a:gd name="connsiteY604" fmla="*/ 1685315 h 6858000"/>
              <a:gd name="connsiteX605" fmla="*/ 1109416 w 7467600"/>
              <a:gd name="connsiteY605" fmla="*/ 2061663 h 6858000"/>
              <a:gd name="connsiteX606" fmla="*/ 1298300 w 7467600"/>
              <a:gd name="connsiteY606" fmla="*/ 2247742 h 6858000"/>
              <a:gd name="connsiteX607" fmla="*/ 1125871 w 7467600"/>
              <a:gd name="connsiteY607" fmla="*/ 1989513 h 6858000"/>
              <a:gd name="connsiteX608" fmla="*/ 981574 w 7467600"/>
              <a:gd name="connsiteY608" fmla="*/ 1783157 h 6858000"/>
              <a:gd name="connsiteX609" fmla="*/ 922198 w 7467600"/>
              <a:gd name="connsiteY609" fmla="*/ 1677437 h 6858000"/>
              <a:gd name="connsiteX610" fmla="*/ 869293 w 7467600"/>
              <a:gd name="connsiteY610" fmla="*/ 1583214 h 6858000"/>
              <a:gd name="connsiteX611" fmla="*/ 751431 w 7467600"/>
              <a:gd name="connsiteY611" fmla="*/ 1405731 h 6858000"/>
              <a:gd name="connsiteX612" fmla="*/ 655236 w 7467600"/>
              <a:gd name="connsiteY612" fmla="*/ 1268632 h 6858000"/>
              <a:gd name="connsiteX613" fmla="*/ 6516292 w 7467600"/>
              <a:gd name="connsiteY613" fmla="*/ 1263064 h 6858000"/>
              <a:gd name="connsiteX614" fmla="*/ 5736320 w 7467600"/>
              <a:gd name="connsiteY614" fmla="*/ 1501803 h 6858000"/>
              <a:gd name="connsiteX615" fmla="*/ 6516292 w 7467600"/>
              <a:gd name="connsiteY615" fmla="*/ 1263064 h 6858000"/>
              <a:gd name="connsiteX616" fmla="*/ 291466 w 7467600"/>
              <a:gd name="connsiteY616" fmla="*/ 1250369 h 6858000"/>
              <a:gd name="connsiteX617" fmla="*/ 323180 w 7467600"/>
              <a:gd name="connsiteY617" fmla="*/ 1435283 h 6858000"/>
              <a:gd name="connsiteX618" fmla="*/ 349381 w 7467600"/>
              <a:gd name="connsiteY618" fmla="*/ 1875041 h 6858000"/>
              <a:gd name="connsiteX619" fmla="*/ 374363 w 7467600"/>
              <a:gd name="connsiteY619" fmla="*/ 1506494 h 6858000"/>
              <a:gd name="connsiteX620" fmla="*/ 302168 w 7467600"/>
              <a:gd name="connsiteY620" fmla="*/ 1274495 h 6858000"/>
              <a:gd name="connsiteX621" fmla="*/ 291466 w 7467600"/>
              <a:gd name="connsiteY621" fmla="*/ 1250369 h 6858000"/>
              <a:gd name="connsiteX622" fmla="*/ 678222 w 7467600"/>
              <a:gd name="connsiteY622" fmla="*/ 1248670 h 6858000"/>
              <a:gd name="connsiteX623" fmla="*/ 775536 w 7467600"/>
              <a:gd name="connsiteY623" fmla="*/ 1388015 h 6858000"/>
              <a:gd name="connsiteX624" fmla="*/ 894529 w 7467600"/>
              <a:gd name="connsiteY624" fmla="*/ 1567739 h 6858000"/>
              <a:gd name="connsiteX625" fmla="*/ 948000 w 7467600"/>
              <a:gd name="connsiteY625" fmla="*/ 1663088 h 6858000"/>
              <a:gd name="connsiteX626" fmla="*/ 1006812 w 7467600"/>
              <a:gd name="connsiteY626" fmla="*/ 1767683 h 6858000"/>
              <a:gd name="connsiteX627" fmla="*/ 1149133 w 7467600"/>
              <a:gd name="connsiteY627" fmla="*/ 1971513 h 6858000"/>
              <a:gd name="connsiteX628" fmla="*/ 1333952 w 7467600"/>
              <a:gd name="connsiteY628" fmla="*/ 2251620 h 6858000"/>
              <a:gd name="connsiteX629" fmla="*/ 1337329 w 7467600"/>
              <a:gd name="connsiteY629" fmla="*/ 2258350 h 6858000"/>
              <a:gd name="connsiteX630" fmla="*/ 1014726 w 7467600"/>
              <a:gd name="connsiteY630" fmla="*/ 1615556 h 6858000"/>
              <a:gd name="connsiteX631" fmla="*/ 678222 w 7467600"/>
              <a:gd name="connsiteY631" fmla="*/ 1248670 h 6858000"/>
              <a:gd name="connsiteX632" fmla="*/ 6691602 w 7467600"/>
              <a:gd name="connsiteY632" fmla="*/ 1140573 h 6858000"/>
              <a:gd name="connsiteX633" fmla="*/ 6571100 w 7467600"/>
              <a:gd name="connsiteY633" fmla="*/ 1183662 h 6858000"/>
              <a:gd name="connsiteX634" fmla="*/ 6241687 w 7467600"/>
              <a:gd name="connsiteY634" fmla="*/ 1257600 h 6858000"/>
              <a:gd name="connsiteX635" fmla="*/ 5693009 w 7467600"/>
              <a:gd name="connsiteY635" fmla="*/ 1478256 h 6858000"/>
              <a:gd name="connsiteX636" fmla="*/ 6548420 w 7467600"/>
              <a:gd name="connsiteY636" fmla="*/ 1214599 h 6858000"/>
              <a:gd name="connsiteX637" fmla="*/ 6605473 w 7467600"/>
              <a:gd name="connsiteY637" fmla="*/ 1184686 h 6858000"/>
              <a:gd name="connsiteX638" fmla="*/ 6691602 w 7467600"/>
              <a:gd name="connsiteY638" fmla="*/ 1140573 h 6858000"/>
              <a:gd name="connsiteX639" fmla="*/ 4002475 w 7467600"/>
              <a:gd name="connsiteY639" fmla="*/ 1037802 h 6858000"/>
              <a:gd name="connsiteX640" fmla="*/ 4000324 w 7467600"/>
              <a:gd name="connsiteY640" fmla="*/ 1039362 h 6858000"/>
              <a:gd name="connsiteX641" fmla="*/ 4002862 w 7467600"/>
              <a:gd name="connsiteY641" fmla="*/ 1042866 h 6858000"/>
              <a:gd name="connsiteX642" fmla="*/ 4002475 w 7467600"/>
              <a:gd name="connsiteY642" fmla="*/ 1037802 h 6858000"/>
              <a:gd name="connsiteX643" fmla="*/ 506322 w 7467600"/>
              <a:gd name="connsiteY643" fmla="*/ 1020997 h 6858000"/>
              <a:gd name="connsiteX644" fmla="*/ 533068 w 7467600"/>
              <a:gd name="connsiteY644" fmla="*/ 1029409 h 6858000"/>
              <a:gd name="connsiteX645" fmla="*/ 1232525 w 7467600"/>
              <a:gd name="connsiteY645" fmla="*/ 1804675 h 6858000"/>
              <a:gd name="connsiteX646" fmla="*/ 1388858 w 7467600"/>
              <a:gd name="connsiteY646" fmla="*/ 2368011 h 6858000"/>
              <a:gd name="connsiteX647" fmla="*/ 1384098 w 7467600"/>
              <a:gd name="connsiteY647" fmla="*/ 2378125 h 6858000"/>
              <a:gd name="connsiteX648" fmla="*/ 1425393 w 7467600"/>
              <a:gd name="connsiteY648" fmla="*/ 2589124 h 6858000"/>
              <a:gd name="connsiteX649" fmla="*/ 1424001 w 7467600"/>
              <a:gd name="connsiteY649" fmla="*/ 2597541 h 6858000"/>
              <a:gd name="connsiteX650" fmla="*/ 2152729 w 7467600"/>
              <a:gd name="connsiteY650" fmla="*/ 2864487 h 6858000"/>
              <a:gd name="connsiteX651" fmla="*/ 2020609 w 7467600"/>
              <a:gd name="connsiteY651" fmla="*/ 2539671 h 6858000"/>
              <a:gd name="connsiteX652" fmla="*/ 2018920 w 7467600"/>
              <a:gd name="connsiteY652" fmla="*/ 2536309 h 6858000"/>
              <a:gd name="connsiteX653" fmla="*/ 1342441 w 7467600"/>
              <a:gd name="connsiteY653" fmla="*/ 1173017 h 6858000"/>
              <a:gd name="connsiteX654" fmla="*/ 1367925 w 7467600"/>
              <a:gd name="connsiteY654" fmla="*/ 1135648 h 6858000"/>
              <a:gd name="connsiteX655" fmla="*/ 1771401 w 7467600"/>
              <a:gd name="connsiteY655" fmla="*/ 1806673 h 6858000"/>
              <a:gd name="connsiteX656" fmla="*/ 1972385 w 7467600"/>
              <a:gd name="connsiteY656" fmla="*/ 2198735 h 6858000"/>
              <a:gd name="connsiteX657" fmla="*/ 2040892 w 7467600"/>
              <a:gd name="connsiteY657" fmla="*/ 2405205 h 6858000"/>
              <a:gd name="connsiteX658" fmla="*/ 2131689 w 7467600"/>
              <a:gd name="connsiteY658" fmla="*/ 1936926 h 6858000"/>
              <a:gd name="connsiteX659" fmla="*/ 2454820 w 7467600"/>
              <a:gd name="connsiteY659" fmla="*/ 1248808 h 6858000"/>
              <a:gd name="connsiteX660" fmla="*/ 2492512 w 7467600"/>
              <a:gd name="connsiteY660" fmla="*/ 1302920 h 6858000"/>
              <a:gd name="connsiteX661" fmla="*/ 2081216 w 7467600"/>
              <a:gd name="connsiteY661" fmla="*/ 2527513 h 6858000"/>
              <a:gd name="connsiteX662" fmla="*/ 2081211 w 7467600"/>
              <a:gd name="connsiteY662" fmla="*/ 2528916 h 6858000"/>
              <a:gd name="connsiteX663" fmla="*/ 2199067 w 7467600"/>
              <a:gd name="connsiteY663" fmla="*/ 2884061 h 6858000"/>
              <a:gd name="connsiteX664" fmla="*/ 3192586 w 7467600"/>
              <a:gd name="connsiteY664" fmla="*/ 3411496 h 6858000"/>
              <a:gd name="connsiteX665" fmla="*/ 3182620 w 7467600"/>
              <a:gd name="connsiteY665" fmla="*/ 3483279 h 6858000"/>
              <a:gd name="connsiteX666" fmla="*/ 2435119 w 7467600"/>
              <a:gd name="connsiteY666" fmla="*/ 3080173 h 6858000"/>
              <a:gd name="connsiteX667" fmla="*/ 2410152 w 7467600"/>
              <a:gd name="connsiteY667" fmla="*/ 3063751 h 6858000"/>
              <a:gd name="connsiteX668" fmla="*/ 2408099 w 7467600"/>
              <a:gd name="connsiteY668" fmla="*/ 3064403 h 6858000"/>
              <a:gd name="connsiteX669" fmla="*/ 2407218 w 7467600"/>
              <a:gd name="connsiteY669" fmla="*/ 3070324 h 6858000"/>
              <a:gd name="connsiteX670" fmla="*/ 2380138 w 7467600"/>
              <a:gd name="connsiteY670" fmla="*/ 3099341 h 6858000"/>
              <a:gd name="connsiteX671" fmla="*/ 1765923 w 7467600"/>
              <a:gd name="connsiteY671" fmla="*/ 3581043 h 6858000"/>
              <a:gd name="connsiteX672" fmla="*/ 1702258 w 7467600"/>
              <a:gd name="connsiteY672" fmla="*/ 3612286 h 6858000"/>
              <a:gd name="connsiteX673" fmla="*/ 1538370 w 7467600"/>
              <a:gd name="connsiteY673" fmla="*/ 3811804 h 6858000"/>
              <a:gd name="connsiteX674" fmla="*/ 542867 w 7467600"/>
              <a:gd name="connsiteY674" fmla="*/ 4944092 h 6858000"/>
              <a:gd name="connsiteX675" fmla="*/ 515800 w 7467600"/>
              <a:gd name="connsiteY675" fmla="*/ 4862180 h 6858000"/>
              <a:gd name="connsiteX676" fmla="*/ 909145 w 7467600"/>
              <a:gd name="connsiteY676" fmla="*/ 4199225 h 6858000"/>
              <a:gd name="connsiteX677" fmla="*/ 1214067 w 7467600"/>
              <a:gd name="connsiteY677" fmla="*/ 3908561 h 6858000"/>
              <a:gd name="connsiteX678" fmla="*/ 640967 w 7467600"/>
              <a:gd name="connsiteY678" fmla="*/ 4105601 h 6858000"/>
              <a:gd name="connsiteX679" fmla="*/ 112563 w 7467600"/>
              <a:gd name="connsiteY679" fmla="*/ 4396952 h 6858000"/>
              <a:gd name="connsiteX680" fmla="*/ 0 w 7467600"/>
              <a:gd name="connsiteY680" fmla="*/ 4466006 h 6858000"/>
              <a:gd name="connsiteX681" fmla="*/ 0 w 7467600"/>
              <a:gd name="connsiteY681" fmla="*/ 4233763 h 6858000"/>
              <a:gd name="connsiteX682" fmla="*/ 36881 w 7467600"/>
              <a:gd name="connsiteY682" fmla="*/ 4200118 h 6858000"/>
              <a:gd name="connsiteX683" fmla="*/ 910534 w 7467600"/>
              <a:gd name="connsiteY683" fmla="*/ 3629753 h 6858000"/>
              <a:gd name="connsiteX684" fmla="*/ 1578717 w 7467600"/>
              <a:gd name="connsiteY684" fmla="*/ 3575982 h 6858000"/>
              <a:gd name="connsiteX685" fmla="*/ 2338780 w 7467600"/>
              <a:gd name="connsiteY685" fmla="*/ 3033725 h 6858000"/>
              <a:gd name="connsiteX686" fmla="*/ 1807991 w 7467600"/>
              <a:gd name="connsiteY686" fmla="*/ 2807184 h 6858000"/>
              <a:gd name="connsiteX687" fmla="*/ 1416358 w 7467600"/>
              <a:gd name="connsiteY687" fmla="*/ 3112571 h 6858000"/>
              <a:gd name="connsiteX688" fmla="*/ 939066 w 7467600"/>
              <a:gd name="connsiteY688" fmla="*/ 3378798 h 6858000"/>
              <a:gd name="connsiteX689" fmla="*/ 115099 w 7467600"/>
              <a:gd name="connsiteY689" fmla="*/ 3607650 h 6858000"/>
              <a:gd name="connsiteX690" fmla="*/ 97284 w 7467600"/>
              <a:gd name="connsiteY690" fmla="*/ 3520393 h 6858000"/>
              <a:gd name="connsiteX691" fmla="*/ 922050 w 7467600"/>
              <a:gd name="connsiteY691" fmla="*/ 3074867 h 6858000"/>
              <a:gd name="connsiteX692" fmla="*/ 1405265 w 7467600"/>
              <a:gd name="connsiteY692" fmla="*/ 3016319 h 6858000"/>
              <a:gd name="connsiteX693" fmla="*/ 1407512 w 7467600"/>
              <a:gd name="connsiteY693" fmla="*/ 3018001 h 6858000"/>
              <a:gd name="connsiteX694" fmla="*/ 1726266 w 7467600"/>
              <a:gd name="connsiteY694" fmla="*/ 2777274 h 6858000"/>
              <a:gd name="connsiteX695" fmla="*/ 625390 w 7467600"/>
              <a:gd name="connsiteY695" fmla="*/ 2514541 h 6858000"/>
              <a:gd name="connsiteX696" fmla="*/ 619799 w 7467600"/>
              <a:gd name="connsiteY696" fmla="*/ 2527180 h 6858000"/>
              <a:gd name="connsiteX697" fmla="*/ 310030 w 7467600"/>
              <a:gd name="connsiteY697" fmla="*/ 2771818 h 6858000"/>
              <a:gd name="connsiteX698" fmla="*/ 173877 w 7467600"/>
              <a:gd name="connsiteY698" fmla="*/ 2937056 h 6858000"/>
              <a:gd name="connsiteX699" fmla="*/ 77889 w 7467600"/>
              <a:gd name="connsiteY699" fmla="*/ 3138440 h 6858000"/>
              <a:gd name="connsiteX700" fmla="*/ 0 w 7467600"/>
              <a:gd name="connsiteY700" fmla="*/ 3271395 h 6858000"/>
              <a:gd name="connsiteX701" fmla="*/ 0 w 7467600"/>
              <a:gd name="connsiteY701" fmla="*/ 3153002 h 6858000"/>
              <a:gd name="connsiteX702" fmla="*/ 2386 w 7467600"/>
              <a:gd name="connsiteY702" fmla="*/ 3149203 h 6858000"/>
              <a:gd name="connsiteX703" fmla="*/ 89753 w 7467600"/>
              <a:gd name="connsiteY703" fmla="*/ 2987702 h 6858000"/>
              <a:gd name="connsiteX704" fmla="*/ 76869 w 7467600"/>
              <a:gd name="connsiteY704" fmla="*/ 3005404 h 6858000"/>
              <a:gd name="connsiteX705" fmla="*/ 32049 w 7467600"/>
              <a:gd name="connsiteY705" fmla="*/ 3065814 h 6858000"/>
              <a:gd name="connsiteX706" fmla="*/ 0 w 7467600"/>
              <a:gd name="connsiteY706" fmla="*/ 3108744 h 6858000"/>
              <a:gd name="connsiteX707" fmla="*/ 0 w 7467600"/>
              <a:gd name="connsiteY707" fmla="*/ 3058059 h 6858000"/>
              <a:gd name="connsiteX708" fmla="*/ 7610 w 7467600"/>
              <a:gd name="connsiteY708" fmla="*/ 3047889 h 6858000"/>
              <a:gd name="connsiteX709" fmla="*/ 52419 w 7467600"/>
              <a:gd name="connsiteY709" fmla="*/ 2987479 h 6858000"/>
              <a:gd name="connsiteX710" fmla="*/ 59142 w 7467600"/>
              <a:gd name="connsiteY710" fmla="*/ 2978488 h 6858000"/>
              <a:gd name="connsiteX711" fmla="*/ 0 w 7467600"/>
              <a:gd name="connsiteY711" fmla="*/ 3015334 h 6858000"/>
              <a:gd name="connsiteX712" fmla="*/ 0 w 7467600"/>
              <a:gd name="connsiteY712" fmla="*/ 2914286 h 6858000"/>
              <a:gd name="connsiteX713" fmla="*/ 36383 w 7467600"/>
              <a:gd name="connsiteY713" fmla="*/ 2901128 h 6858000"/>
              <a:gd name="connsiteX714" fmla="*/ 156329 w 7467600"/>
              <a:gd name="connsiteY714" fmla="*/ 2840533 h 6858000"/>
              <a:gd name="connsiteX715" fmla="*/ 358355 w 7467600"/>
              <a:gd name="connsiteY715" fmla="*/ 2620471 h 6858000"/>
              <a:gd name="connsiteX716" fmla="*/ 510577 w 7467600"/>
              <a:gd name="connsiteY716" fmla="*/ 2501244 h 6858000"/>
              <a:gd name="connsiteX717" fmla="*/ 211967 w 7467600"/>
              <a:gd name="connsiteY717" fmla="*/ 2479171 h 6858000"/>
              <a:gd name="connsiteX718" fmla="*/ 0 w 7467600"/>
              <a:gd name="connsiteY718" fmla="*/ 2476398 h 6858000"/>
              <a:gd name="connsiteX719" fmla="*/ 0 w 7467600"/>
              <a:gd name="connsiteY719" fmla="*/ 2389189 h 6858000"/>
              <a:gd name="connsiteX720" fmla="*/ 103062 w 7467600"/>
              <a:gd name="connsiteY720" fmla="*/ 2389518 h 6858000"/>
              <a:gd name="connsiteX721" fmla="*/ 510734 w 7467600"/>
              <a:gd name="connsiteY721" fmla="*/ 2416201 h 6858000"/>
              <a:gd name="connsiteX722" fmla="*/ 279257 w 7467600"/>
              <a:gd name="connsiteY722" fmla="*/ 2092102 h 6858000"/>
              <a:gd name="connsiteX723" fmla="*/ 65265 w 7467600"/>
              <a:gd name="connsiteY723" fmla="*/ 2006049 h 6858000"/>
              <a:gd name="connsiteX724" fmla="*/ 0 w 7467600"/>
              <a:gd name="connsiteY724" fmla="*/ 1982532 h 6858000"/>
              <a:gd name="connsiteX725" fmla="*/ 0 w 7467600"/>
              <a:gd name="connsiteY725" fmla="*/ 1912789 h 6858000"/>
              <a:gd name="connsiteX726" fmla="*/ 97460 w 7467600"/>
              <a:gd name="connsiteY726" fmla="*/ 1953725 h 6858000"/>
              <a:gd name="connsiteX727" fmla="*/ 221272 w 7467600"/>
              <a:gd name="connsiteY727" fmla="*/ 1980766 h 6858000"/>
              <a:gd name="connsiteX728" fmla="*/ 116765 w 7467600"/>
              <a:gd name="connsiteY728" fmla="*/ 1911033 h 6858000"/>
              <a:gd name="connsiteX729" fmla="*/ 16405 w 7467600"/>
              <a:gd name="connsiteY729" fmla="*/ 1803412 h 6858000"/>
              <a:gd name="connsiteX730" fmla="*/ 0 w 7467600"/>
              <a:gd name="connsiteY730" fmla="*/ 1784777 h 6858000"/>
              <a:gd name="connsiteX731" fmla="*/ 0 w 7467600"/>
              <a:gd name="connsiteY731" fmla="*/ 1740082 h 6858000"/>
              <a:gd name="connsiteX732" fmla="*/ 39394 w 7467600"/>
              <a:gd name="connsiteY732" fmla="*/ 1784856 h 6858000"/>
              <a:gd name="connsiteX733" fmla="*/ 135813 w 7467600"/>
              <a:gd name="connsiteY733" fmla="*/ 1888838 h 6858000"/>
              <a:gd name="connsiteX734" fmla="*/ 242575 w 7467600"/>
              <a:gd name="connsiteY734" fmla="*/ 1958841 h 6858000"/>
              <a:gd name="connsiteX735" fmla="*/ 82197 w 7467600"/>
              <a:gd name="connsiteY735" fmla="*/ 1754826 h 6858000"/>
              <a:gd name="connsiteX736" fmla="*/ 0 w 7467600"/>
              <a:gd name="connsiteY736" fmla="*/ 1679650 h 6858000"/>
              <a:gd name="connsiteX737" fmla="*/ 0 w 7467600"/>
              <a:gd name="connsiteY737" fmla="*/ 1602463 h 6858000"/>
              <a:gd name="connsiteX738" fmla="*/ 84689 w 7467600"/>
              <a:gd name="connsiteY738" fmla="*/ 1677442 h 6858000"/>
              <a:gd name="connsiteX739" fmla="*/ 298437 w 7467600"/>
              <a:gd name="connsiteY739" fmla="*/ 1968019 h 6858000"/>
              <a:gd name="connsiteX740" fmla="*/ 227269 w 7467600"/>
              <a:gd name="connsiteY740" fmla="*/ 1114064 h 6858000"/>
              <a:gd name="connsiteX741" fmla="*/ 248003 w 7467600"/>
              <a:gd name="connsiteY741" fmla="*/ 1089613 h 6858000"/>
              <a:gd name="connsiteX742" fmla="*/ 427020 w 7467600"/>
              <a:gd name="connsiteY742" fmla="*/ 1619803 h 6858000"/>
              <a:gd name="connsiteX743" fmla="*/ 340345 w 7467600"/>
              <a:gd name="connsiteY743" fmla="*/ 2027739 h 6858000"/>
              <a:gd name="connsiteX744" fmla="*/ 360865 w 7467600"/>
              <a:gd name="connsiteY744" fmla="*/ 2044827 h 6858000"/>
              <a:gd name="connsiteX745" fmla="*/ 560414 w 7467600"/>
              <a:gd name="connsiteY745" fmla="*/ 2421457 h 6858000"/>
              <a:gd name="connsiteX746" fmla="*/ 1359703 w 7467600"/>
              <a:gd name="connsiteY746" fmla="*/ 2578554 h 6858000"/>
              <a:gd name="connsiteX747" fmla="*/ 1359422 w 7467600"/>
              <a:gd name="connsiteY747" fmla="*/ 2577994 h 6858000"/>
              <a:gd name="connsiteX748" fmla="*/ 828701 w 7467600"/>
              <a:gd name="connsiteY748" fmla="*/ 1839520 h 6858000"/>
              <a:gd name="connsiteX749" fmla="*/ 494427 w 7467600"/>
              <a:gd name="connsiteY749" fmla="*/ 1092333 h 6858000"/>
              <a:gd name="connsiteX750" fmla="*/ 506322 w 7467600"/>
              <a:gd name="connsiteY750" fmla="*/ 1020997 h 6858000"/>
              <a:gd name="connsiteX751" fmla="*/ 4570198 w 7467600"/>
              <a:gd name="connsiteY751" fmla="*/ 978081 h 6858000"/>
              <a:gd name="connsiteX752" fmla="*/ 4523691 w 7467600"/>
              <a:gd name="connsiteY752" fmla="*/ 1127776 h 6858000"/>
              <a:gd name="connsiteX753" fmla="*/ 4509875 w 7467600"/>
              <a:gd name="connsiteY753" fmla="*/ 1167552 h 6858000"/>
              <a:gd name="connsiteX754" fmla="*/ 4478168 w 7467600"/>
              <a:gd name="connsiteY754" fmla="*/ 1260735 h 6858000"/>
              <a:gd name="connsiteX755" fmla="*/ 4409309 w 7467600"/>
              <a:gd name="connsiteY755" fmla="*/ 1666996 h 6858000"/>
              <a:gd name="connsiteX756" fmla="*/ 4370031 w 7467600"/>
              <a:gd name="connsiteY756" fmla="*/ 1955666 h 6858000"/>
              <a:gd name="connsiteX757" fmla="*/ 4570198 w 7467600"/>
              <a:gd name="connsiteY757" fmla="*/ 978081 h 6858000"/>
              <a:gd name="connsiteX758" fmla="*/ 4557898 w 7467600"/>
              <a:gd name="connsiteY758" fmla="*/ 900011 h 6858000"/>
              <a:gd name="connsiteX759" fmla="*/ 4344840 w 7467600"/>
              <a:gd name="connsiteY759" fmla="*/ 1922038 h 6858000"/>
              <a:gd name="connsiteX760" fmla="*/ 4378710 w 7467600"/>
              <a:gd name="connsiteY760" fmla="*/ 1665516 h 6858000"/>
              <a:gd name="connsiteX761" fmla="*/ 4448798 w 7467600"/>
              <a:gd name="connsiteY761" fmla="*/ 1253024 h 6858000"/>
              <a:gd name="connsiteX762" fmla="*/ 4480315 w 7467600"/>
              <a:gd name="connsiteY762" fmla="*/ 1158454 h 6858000"/>
              <a:gd name="connsiteX763" fmla="*/ 4494133 w 7467600"/>
              <a:gd name="connsiteY763" fmla="*/ 1118676 h 6858000"/>
              <a:gd name="connsiteX764" fmla="*/ 4557898 w 7467600"/>
              <a:gd name="connsiteY764" fmla="*/ 900011 h 6858000"/>
              <a:gd name="connsiteX765" fmla="*/ 5870151 w 7467600"/>
              <a:gd name="connsiteY765" fmla="*/ 898890 h 6858000"/>
              <a:gd name="connsiteX766" fmla="*/ 5861335 w 7467600"/>
              <a:gd name="connsiteY766" fmla="*/ 899177 h 6858000"/>
              <a:gd name="connsiteX767" fmla="*/ 5843702 w 7467600"/>
              <a:gd name="connsiteY767" fmla="*/ 899748 h 6858000"/>
              <a:gd name="connsiteX768" fmla="*/ 5651107 w 7467600"/>
              <a:gd name="connsiteY768" fmla="*/ 920306 h 6858000"/>
              <a:gd name="connsiteX769" fmla="*/ 5459407 w 7467600"/>
              <a:gd name="connsiteY769" fmla="*/ 940975 h 6858000"/>
              <a:gd name="connsiteX770" fmla="*/ 5374846 w 7467600"/>
              <a:gd name="connsiteY770" fmla="*/ 941988 h 6858000"/>
              <a:gd name="connsiteX771" fmla="*/ 5256105 w 7467600"/>
              <a:gd name="connsiteY771" fmla="*/ 945632 h 6858000"/>
              <a:gd name="connsiteX772" fmla="*/ 5107071 w 7467600"/>
              <a:gd name="connsiteY772" fmla="*/ 969720 h 6858000"/>
              <a:gd name="connsiteX773" fmla="*/ 4998681 w 7467600"/>
              <a:gd name="connsiteY773" fmla="*/ 988771 h 6858000"/>
              <a:gd name="connsiteX774" fmla="*/ 5870151 w 7467600"/>
              <a:gd name="connsiteY774" fmla="*/ 898890 h 6858000"/>
              <a:gd name="connsiteX775" fmla="*/ 5504425 w 7467600"/>
              <a:gd name="connsiteY775" fmla="*/ 848067 h 6858000"/>
              <a:gd name="connsiteX776" fmla="*/ 4968849 w 7467600"/>
              <a:gd name="connsiteY776" fmla="*/ 962318 h 6858000"/>
              <a:gd name="connsiteX777" fmla="*/ 5104039 w 7467600"/>
              <a:gd name="connsiteY777" fmla="*/ 940634 h 6858000"/>
              <a:gd name="connsiteX778" fmla="*/ 5256311 w 7467600"/>
              <a:gd name="connsiteY778" fmla="*/ 916490 h 6858000"/>
              <a:gd name="connsiteX779" fmla="*/ 5377381 w 7467600"/>
              <a:gd name="connsiteY779" fmla="*/ 912671 h 6858000"/>
              <a:gd name="connsiteX780" fmla="*/ 5460148 w 7467600"/>
              <a:gd name="connsiteY780" fmla="*/ 911442 h 6858000"/>
              <a:gd name="connsiteX781" fmla="*/ 5648971 w 7467600"/>
              <a:gd name="connsiteY781" fmla="*/ 891331 h 6858000"/>
              <a:gd name="connsiteX782" fmla="*/ 5844807 w 7467600"/>
              <a:gd name="connsiteY782" fmla="*/ 870718 h 6858000"/>
              <a:gd name="connsiteX783" fmla="*/ 5862975 w 7467600"/>
              <a:gd name="connsiteY783" fmla="*/ 869756 h 6858000"/>
              <a:gd name="connsiteX784" fmla="*/ 5920887 w 7467600"/>
              <a:gd name="connsiteY784" fmla="*/ 865929 h 6858000"/>
              <a:gd name="connsiteX785" fmla="*/ 5504425 w 7467600"/>
              <a:gd name="connsiteY785" fmla="*/ 848067 h 6858000"/>
              <a:gd name="connsiteX786" fmla="*/ 3607114 w 7467600"/>
              <a:gd name="connsiteY786" fmla="*/ 467441 h 6858000"/>
              <a:gd name="connsiteX787" fmla="*/ 3296242 w 7467600"/>
              <a:gd name="connsiteY787" fmla="*/ 807991 h 6858000"/>
              <a:gd name="connsiteX788" fmla="*/ 3174674 w 7467600"/>
              <a:gd name="connsiteY788" fmla="*/ 919759 h 6858000"/>
              <a:gd name="connsiteX789" fmla="*/ 3042978 w 7467600"/>
              <a:gd name="connsiteY789" fmla="*/ 1054894 h 6858000"/>
              <a:gd name="connsiteX790" fmla="*/ 2968914 w 7467600"/>
              <a:gd name="connsiteY790" fmla="*/ 1133756 h 6858000"/>
              <a:gd name="connsiteX791" fmla="*/ 3103823 w 7467600"/>
              <a:gd name="connsiteY791" fmla="*/ 1026814 h 6858000"/>
              <a:gd name="connsiteX792" fmla="*/ 3607114 w 7467600"/>
              <a:gd name="connsiteY792" fmla="*/ 467441 h 6858000"/>
              <a:gd name="connsiteX793" fmla="*/ 3744487 w 7467600"/>
              <a:gd name="connsiteY793" fmla="*/ 383136 h 6858000"/>
              <a:gd name="connsiteX794" fmla="*/ 3970213 w 7467600"/>
              <a:gd name="connsiteY794" fmla="*/ 995559 h 6858000"/>
              <a:gd name="connsiteX795" fmla="*/ 3744487 w 7467600"/>
              <a:gd name="connsiteY795" fmla="*/ 383136 h 6858000"/>
              <a:gd name="connsiteX796" fmla="*/ 3624562 w 7467600"/>
              <a:gd name="connsiteY796" fmla="*/ 367041 h 6858000"/>
              <a:gd name="connsiteX797" fmla="*/ 3489712 w 7467600"/>
              <a:gd name="connsiteY797" fmla="*/ 485386 h 6858000"/>
              <a:gd name="connsiteX798" fmla="*/ 3182994 w 7467600"/>
              <a:gd name="connsiteY798" fmla="*/ 828265 h 6858000"/>
              <a:gd name="connsiteX799" fmla="*/ 2892114 w 7467600"/>
              <a:gd name="connsiteY799" fmla="*/ 1172635 h 6858000"/>
              <a:gd name="connsiteX800" fmla="*/ 3021459 w 7467600"/>
              <a:gd name="connsiteY800" fmla="*/ 1035385 h 6858000"/>
              <a:gd name="connsiteX801" fmla="*/ 3153873 w 7467600"/>
              <a:gd name="connsiteY801" fmla="*/ 898971 h 6858000"/>
              <a:gd name="connsiteX802" fmla="*/ 3276511 w 7467600"/>
              <a:gd name="connsiteY802" fmla="*/ 786423 h 6858000"/>
              <a:gd name="connsiteX803" fmla="*/ 3584154 w 7467600"/>
              <a:gd name="connsiteY803" fmla="*/ 448218 h 6858000"/>
              <a:gd name="connsiteX804" fmla="*/ 3624562 w 7467600"/>
              <a:gd name="connsiteY804" fmla="*/ 367041 h 6858000"/>
              <a:gd name="connsiteX805" fmla="*/ 3766672 w 7467600"/>
              <a:gd name="connsiteY805" fmla="*/ 359429 h 6858000"/>
              <a:gd name="connsiteX806" fmla="*/ 3996338 w 7467600"/>
              <a:gd name="connsiteY806" fmla="*/ 968237 h 6858000"/>
              <a:gd name="connsiteX807" fmla="*/ 3766672 w 7467600"/>
              <a:gd name="connsiteY807" fmla="*/ 359429 h 6858000"/>
              <a:gd name="connsiteX808" fmla="*/ 5805386 w 7467600"/>
              <a:gd name="connsiteY808" fmla="*/ 239240 h 6858000"/>
              <a:gd name="connsiteX809" fmla="*/ 5736947 w 7467600"/>
              <a:gd name="connsiteY809" fmla="*/ 261367 h 6858000"/>
              <a:gd name="connsiteX810" fmla="*/ 5427012 w 7467600"/>
              <a:gd name="connsiteY810" fmla="*/ 311272 h 6858000"/>
              <a:gd name="connsiteX811" fmla="*/ 5147818 w 7467600"/>
              <a:gd name="connsiteY811" fmla="*/ 322112 h 6858000"/>
              <a:gd name="connsiteX812" fmla="*/ 5060854 w 7467600"/>
              <a:gd name="connsiteY812" fmla="*/ 311882 h 6858000"/>
              <a:gd name="connsiteX813" fmla="*/ 4945989 w 7467600"/>
              <a:gd name="connsiteY813" fmla="*/ 300516 h 6858000"/>
              <a:gd name="connsiteX814" fmla="*/ 5410479 w 7467600"/>
              <a:gd name="connsiteY814" fmla="*/ 348434 h 6858000"/>
              <a:gd name="connsiteX815" fmla="*/ 5805386 w 7467600"/>
              <a:gd name="connsiteY815" fmla="*/ 239240 h 6858000"/>
              <a:gd name="connsiteX816" fmla="*/ 5905192 w 7467600"/>
              <a:gd name="connsiteY816" fmla="*/ 163079 h 6858000"/>
              <a:gd name="connsiteX817" fmla="*/ 5865655 w 7467600"/>
              <a:gd name="connsiteY817" fmla="*/ 171901 h 6858000"/>
              <a:gd name="connsiteX818" fmla="*/ 5259740 w 7467600"/>
              <a:gd name="connsiteY818" fmla="*/ 257013 h 6858000"/>
              <a:gd name="connsiteX819" fmla="*/ 5208466 w 7467600"/>
              <a:gd name="connsiteY819" fmla="*/ 257550 h 6858000"/>
              <a:gd name="connsiteX820" fmla="*/ 4980204 w 7467600"/>
              <a:gd name="connsiteY820" fmla="*/ 271903 h 6858000"/>
              <a:gd name="connsiteX821" fmla="*/ 5068068 w 7467600"/>
              <a:gd name="connsiteY821" fmla="*/ 282244 h 6858000"/>
              <a:gd name="connsiteX822" fmla="*/ 5153231 w 7467600"/>
              <a:gd name="connsiteY822" fmla="*/ 292240 h 6858000"/>
              <a:gd name="connsiteX823" fmla="*/ 5426491 w 7467600"/>
              <a:gd name="connsiteY823" fmla="*/ 281128 h 6858000"/>
              <a:gd name="connsiteX824" fmla="*/ 5731212 w 7467600"/>
              <a:gd name="connsiteY824" fmla="*/ 231951 h 6858000"/>
              <a:gd name="connsiteX825" fmla="*/ 5905192 w 7467600"/>
              <a:gd name="connsiteY825" fmla="*/ 163079 h 6858000"/>
              <a:gd name="connsiteX826" fmla="*/ 5944437 w 7467600"/>
              <a:gd name="connsiteY826" fmla="*/ 113829 h 6858000"/>
              <a:gd name="connsiteX827" fmla="*/ 5825032 w 7467600"/>
              <a:gd name="connsiteY827" fmla="*/ 146405 h 6858000"/>
              <a:gd name="connsiteX828" fmla="*/ 4955599 w 7467600"/>
              <a:gd name="connsiteY828" fmla="*/ 247008 h 6858000"/>
              <a:gd name="connsiteX829" fmla="*/ 5210104 w 7467600"/>
              <a:gd name="connsiteY829" fmla="*/ 228123 h 6858000"/>
              <a:gd name="connsiteX830" fmla="*/ 5261015 w 7467600"/>
              <a:gd name="connsiteY830" fmla="*/ 227087 h 6858000"/>
              <a:gd name="connsiteX831" fmla="*/ 5861181 w 7467600"/>
              <a:gd name="connsiteY831" fmla="*/ 143093 h 6858000"/>
              <a:gd name="connsiteX832" fmla="*/ 5961252 w 7467600"/>
              <a:gd name="connsiteY832" fmla="*/ 114820 h 6858000"/>
              <a:gd name="connsiteX833" fmla="*/ 5944437 w 7467600"/>
              <a:gd name="connsiteY833" fmla="*/ 113829 h 6858000"/>
              <a:gd name="connsiteX834" fmla="*/ 3882765 w 7467600"/>
              <a:gd name="connsiteY834" fmla="*/ 0 h 6858000"/>
              <a:gd name="connsiteX835" fmla="*/ 3995099 w 7467600"/>
              <a:gd name="connsiteY835" fmla="*/ 0 h 6858000"/>
              <a:gd name="connsiteX836" fmla="*/ 4163818 w 7467600"/>
              <a:gd name="connsiteY836" fmla="*/ 234104 h 6858000"/>
              <a:gd name="connsiteX837" fmla="*/ 4172099 w 7467600"/>
              <a:gd name="connsiteY837" fmla="*/ 234207 h 6858000"/>
              <a:gd name="connsiteX838" fmla="*/ 4784282 w 7467600"/>
              <a:gd name="connsiteY838" fmla="*/ 276561 h 6858000"/>
              <a:gd name="connsiteX839" fmla="*/ 4801687 w 7467600"/>
              <a:gd name="connsiteY839" fmla="*/ 267764 h 6858000"/>
              <a:gd name="connsiteX840" fmla="*/ 6082788 w 7467600"/>
              <a:gd name="connsiteY840" fmla="*/ 64119 h 6858000"/>
              <a:gd name="connsiteX841" fmla="*/ 6099442 w 7467600"/>
              <a:gd name="connsiteY841" fmla="*/ 82568 h 6858000"/>
              <a:gd name="connsiteX842" fmla="*/ 4804137 w 7467600"/>
              <a:gd name="connsiteY842" fmla="*/ 320931 h 6858000"/>
              <a:gd name="connsiteX843" fmla="*/ 4227047 w 7467600"/>
              <a:gd name="connsiteY843" fmla="*/ 313415 h 6858000"/>
              <a:gd name="connsiteX844" fmla="*/ 4346041 w 7467600"/>
              <a:gd name="connsiteY844" fmla="*/ 456086 h 6858000"/>
              <a:gd name="connsiteX845" fmla="*/ 4870967 w 7467600"/>
              <a:gd name="connsiteY845" fmla="*/ 963061 h 6858000"/>
              <a:gd name="connsiteX846" fmla="*/ 4889647 w 7467600"/>
              <a:gd name="connsiteY846" fmla="*/ 957147 h 6858000"/>
              <a:gd name="connsiteX847" fmla="*/ 5422504 w 7467600"/>
              <a:gd name="connsiteY847" fmla="*/ 805191 h 6858000"/>
              <a:gd name="connsiteX848" fmla="*/ 6087656 w 7467600"/>
              <a:gd name="connsiteY848" fmla="*/ 826703 h 6858000"/>
              <a:gd name="connsiteX849" fmla="*/ 6058717 w 7467600"/>
              <a:gd name="connsiteY849" fmla="*/ 865992 h 6858000"/>
              <a:gd name="connsiteX850" fmla="*/ 4974153 w 7467600"/>
              <a:gd name="connsiteY850" fmla="*/ 1045456 h 6858000"/>
              <a:gd name="connsiteX851" fmla="*/ 5627835 w 7467600"/>
              <a:gd name="connsiteY851" fmla="*/ 1472077 h 6858000"/>
              <a:gd name="connsiteX852" fmla="*/ 5629817 w 7467600"/>
              <a:gd name="connsiteY852" fmla="*/ 1471412 h 6858000"/>
              <a:gd name="connsiteX853" fmla="*/ 5634124 w 7467600"/>
              <a:gd name="connsiteY853" fmla="*/ 1470572 h 6858000"/>
              <a:gd name="connsiteX854" fmla="*/ 5755832 w 7467600"/>
              <a:gd name="connsiteY854" fmla="*/ 1383886 h 6858000"/>
              <a:gd name="connsiteX855" fmla="*/ 6014186 w 7467600"/>
              <a:gd name="connsiteY855" fmla="*/ 1279799 h 6858000"/>
              <a:gd name="connsiteX856" fmla="*/ 6901619 w 7467600"/>
              <a:gd name="connsiteY856" fmla="*/ 1047874 h 6858000"/>
              <a:gd name="connsiteX857" fmla="*/ 6931566 w 7467600"/>
              <a:gd name="connsiteY857" fmla="*/ 1062034 h 6858000"/>
              <a:gd name="connsiteX858" fmla="*/ 5790982 w 7467600"/>
              <a:gd name="connsiteY858" fmla="*/ 1561380 h 6858000"/>
              <a:gd name="connsiteX859" fmla="*/ 6188971 w 7467600"/>
              <a:gd name="connsiteY859" fmla="*/ 1755168 h 6858000"/>
              <a:gd name="connsiteX860" fmla="*/ 6202446 w 7467600"/>
              <a:gd name="connsiteY860" fmla="*/ 1752268 h 6858000"/>
              <a:gd name="connsiteX861" fmla="*/ 7179560 w 7467600"/>
              <a:gd name="connsiteY861" fmla="*/ 1467551 h 6858000"/>
              <a:gd name="connsiteX862" fmla="*/ 7158730 w 7467600"/>
              <a:gd name="connsiteY862" fmla="*/ 1507835 h 6858000"/>
              <a:gd name="connsiteX863" fmla="*/ 6326959 w 7467600"/>
              <a:gd name="connsiteY863" fmla="*/ 1817686 h 6858000"/>
              <a:gd name="connsiteX864" fmla="*/ 6537433 w 7467600"/>
              <a:gd name="connsiteY864" fmla="*/ 1907790 h 6858000"/>
              <a:gd name="connsiteX865" fmla="*/ 6550221 w 7467600"/>
              <a:gd name="connsiteY865" fmla="*/ 1910729 h 6858000"/>
              <a:gd name="connsiteX866" fmla="*/ 6964438 w 7467600"/>
              <a:gd name="connsiteY866" fmla="*/ 2209505 h 6858000"/>
              <a:gd name="connsiteX867" fmla="*/ 7367862 w 7467600"/>
              <a:gd name="connsiteY867" fmla="*/ 2806833 h 6858000"/>
              <a:gd name="connsiteX868" fmla="*/ 7364329 w 7467600"/>
              <a:gd name="connsiteY868" fmla="*/ 2826907 h 6858000"/>
              <a:gd name="connsiteX869" fmla="*/ 7290545 w 7467600"/>
              <a:gd name="connsiteY869" fmla="*/ 2850663 h 6858000"/>
              <a:gd name="connsiteX870" fmla="*/ 6472036 w 7467600"/>
              <a:gd name="connsiteY870" fmla="*/ 1959003 h 6858000"/>
              <a:gd name="connsiteX871" fmla="*/ 5792897 w 7467600"/>
              <a:gd name="connsiteY871" fmla="*/ 1647747 h 6858000"/>
              <a:gd name="connsiteX872" fmla="*/ 5842751 w 7467600"/>
              <a:gd name="connsiteY872" fmla="*/ 1816112 h 6858000"/>
              <a:gd name="connsiteX873" fmla="*/ 5847424 w 7467600"/>
              <a:gd name="connsiteY873" fmla="*/ 1815776 h 6858000"/>
              <a:gd name="connsiteX874" fmla="*/ 6399821 w 7467600"/>
              <a:gd name="connsiteY874" fmla="*/ 2344799 h 6858000"/>
              <a:gd name="connsiteX875" fmla="*/ 6323232 w 7467600"/>
              <a:gd name="connsiteY875" fmla="*/ 2389634 h 6858000"/>
              <a:gd name="connsiteX876" fmla="*/ 5942958 w 7467600"/>
              <a:gd name="connsiteY876" fmla="*/ 2077708 h 6858000"/>
              <a:gd name="connsiteX877" fmla="*/ 5921559 w 7467600"/>
              <a:gd name="connsiteY877" fmla="*/ 2378596 h 6858000"/>
              <a:gd name="connsiteX878" fmla="*/ 5817651 w 7467600"/>
              <a:gd name="connsiteY878" fmla="*/ 3023919 h 6858000"/>
              <a:gd name="connsiteX879" fmla="*/ 5729634 w 7467600"/>
              <a:gd name="connsiteY879" fmla="*/ 3051849 h 6858000"/>
              <a:gd name="connsiteX880" fmla="*/ 5611018 w 7467600"/>
              <a:gd name="connsiteY880" fmla="*/ 2316769 h 6858000"/>
              <a:gd name="connsiteX881" fmla="*/ 5687608 w 7467600"/>
              <a:gd name="connsiteY881" fmla="*/ 2039972 h 6858000"/>
              <a:gd name="connsiteX882" fmla="*/ 5657554 w 7467600"/>
              <a:gd name="connsiteY882" fmla="*/ 1576445 h 6858000"/>
              <a:gd name="connsiteX883" fmla="*/ 5150475 w 7467600"/>
              <a:gd name="connsiteY883" fmla="*/ 1274012 h 6858000"/>
              <a:gd name="connsiteX884" fmla="*/ 5349142 w 7467600"/>
              <a:gd name="connsiteY884" fmla="*/ 2204405 h 6858000"/>
              <a:gd name="connsiteX885" fmla="*/ 5262214 w 7467600"/>
              <a:gd name="connsiteY885" fmla="*/ 2233836 h 6858000"/>
              <a:gd name="connsiteX886" fmla="*/ 4981539 w 7467600"/>
              <a:gd name="connsiteY886" fmla="*/ 1542201 h 6858000"/>
              <a:gd name="connsiteX887" fmla="*/ 4958461 w 7467600"/>
              <a:gd name="connsiteY887" fmla="*/ 1136957 h 6858000"/>
              <a:gd name="connsiteX888" fmla="*/ 4655015 w 7467600"/>
              <a:gd name="connsiteY888" fmla="*/ 891426 h 6858000"/>
              <a:gd name="connsiteX889" fmla="*/ 4348002 w 7467600"/>
              <a:gd name="connsiteY889" fmla="*/ 2205895 h 6858000"/>
              <a:gd name="connsiteX890" fmla="*/ 4262250 w 7467600"/>
              <a:gd name="connsiteY890" fmla="*/ 2219972 h 6858000"/>
              <a:gd name="connsiteX891" fmla="*/ 4550611 w 7467600"/>
              <a:gd name="connsiteY891" fmla="*/ 817540 h 6858000"/>
              <a:gd name="connsiteX892" fmla="*/ 4564418 w 7467600"/>
              <a:gd name="connsiteY892" fmla="*/ 808293 h 6858000"/>
              <a:gd name="connsiteX893" fmla="*/ 4266388 w 7467600"/>
              <a:gd name="connsiteY893" fmla="*/ 500083 h 6858000"/>
              <a:gd name="connsiteX894" fmla="*/ 4032842 w 7467600"/>
              <a:gd name="connsiteY894" fmla="*/ 211809 h 6858000"/>
              <a:gd name="connsiteX895" fmla="*/ 3882765 w 7467600"/>
              <a:gd name="connsiteY895" fmla="*/ 0 h 6858000"/>
              <a:gd name="connsiteX896" fmla="*/ 3721337 w 7467600"/>
              <a:gd name="connsiteY896" fmla="*/ 0 h 6858000"/>
              <a:gd name="connsiteX897" fmla="*/ 3797544 w 7467600"/>
              <a:gd name="connsiteY897" fmla="*/ 0 h 6858000"/>
              <a:gd name="connsiteX898" fmla="*/ 3775734 w 7467600"/>
              <a:gd name="connsiteY898" fmla="*/ 95131 h 6858000"/>
              <a:gd name="connsiteX899" fmla="*/ 3724807 w 7467600"/>
              <a:gd name="connsiteY899" fmla="*/ 272257 h 6858000"/>
              <a:gd name="connsiteX900" fmla="*/ 3726844 w 7467600"/>
              <a:gd name="connsiteY900" fmla="*/ 282988 h 6858000"/>
              <a:gd name="connsiteX901" fmla="*/ 3742664 w 7467600"/>
              <a:gd name="connsiteY901" fmla="*/ 279918 h 6858000"/>
              <a:gd name="connsiteX902" fmla="*/ 4103910 w 7467600"/>
              <a:gd name="connsiteY902" fmla="*/ 1161917 h 6858000"/>
              <a:gd name="connsiteX903" fmla="*/ 4020269 w 7467600"/>
              <a:gd name="connsiteY903" fmla="*/ 1200406 h 6858000"/>
              <a:gd name="connsiteX904" fmla="*/ 3674882 w 7467600"/>
              <a:gd name="connsiteY904" fmla="*/ 488524 h 6858000"/>
              <a:gd name="connsiteX905" fmla="*/ 3132682 w 7467600"/>
              <a:gd name="connsiteY905" fmla="*/ 1072284 h 6858000"/>
              <a:gd name="connsiteX906" fmla="*/ 2716346 w 7467600"/>
              <a:gd name="connsiteY906" fmla="*/ 1276376 h 6858000"/>
              <a:gd name="connsiteX907" fmla="*/ 2716772 w 7467600"/>
              <a:gd name="connsiteY907" fmla="*/ 1255462 h 6858000"/>
              <a:gd name="connsiteX908" fmla="*/ 3471096 w 7467600"/>
              <a:gd name="connsiteY908" fmla="*/ 437072 h 6858000"/>
              <a:gd name="connsiteX909" fmla="*/ 3639057 w 7467600"/>
              <a:gd name="connsiteY909" fmla="*/ 286334 h 6858000"/>
              <a:gd name="connsiteX910" fmla="*/ 3640309 w 7467600"/>
              <a:gd name="connsiteY910" fmla="*/ 284664 h 6858000"/>
              <a:gd name="connsiteX911" fmla="*/ 3646022 w 7467600"/>
              <a:gd name="connsiteY911" fmla="*/ 276711 h 6858000"/>
              <a:gd name="connsiteX912" fmla="*/ 3707943 w 7467600"/>
              <a:gd name="connsiteY912" fmla="*/ 65958 h 6858000"/>
              <a:gd name="connsiteX913" fmla="*/ 3721337 w 7467600"/>
              <a:gd name="connsiteY913" fmla="*/ 0 h 6858000"/>
              <a:gd name="connsiteX914" fmla="*/ 2867960 w 7467600"/>
              <a:gd name="connsiteY914" fmla="*/ 0 h 6858000"/>
              <a:gd name="connsiteX915" fmla="*/ 2926351 w 7467600"/>
              <a:gd name="connsiteY915" fmla="*/ 0 h 6858000"/>
              <a:gd name="connsiteX916" fmla="*/ 2902823 w 7467600"/>
              <a:gd name="connsiteY916" fmla="*/ 262929 h 6858000"/>
              <a:gd name="connsiteX917" fmla="*/ 2940663 w 7467600"/>
              <a:gd name="connsiteY917" fmla="*/ 140884 h 6858000"/>
              <a:gd name="connsiteX918" fmla="*/ 2947039 w 7467600"/>
              <a:gd name="connsiteY918" fmla="*/ 122524 h 6858000"/>
              <a:gd name="connsiteX919" fmla="*/ 2984316 w 7467600"/>
              <a:gd name="connsiteY919" fmla="*/ 0 h 6858000"/>
              <a:gd name="connsiteX920" fmla="*/ 3016114 w 7467600"/>
              <a:gd name="connsiteY920" fmla="*/ 0 h 6858000"/>
              <a:gd name="connsiteX921" fmla="*/ 2979949 w 7467600"/>
              <a:gd name="connsiteY921" fmla="*/ 119274 h 6858000"/>
              <a:gd name="connsiteX922" fmla="*/ 3023879 w 7467600"/>
              <a:gd name="connsiteY922" fmla="*/ 0 h 6858000"/>
              <a:gd name="connsiteX923" fmla="*/ 3105400 w 7467600"/>
              <a:gd name="connsiteY923" fmla="*/ 0 h 6858000"/>
              <a:gd name="connsiteX924" fmla="*/ 3094669 w 7467600"/>
              <a:gd name="connsiteY924" fmla="*/ 30308 h 6858000"/>
              <a:gd name="connsiteX925" fmla="*/ 2901945 w 7467600"/>
              <a:gd name="connsiteY925" fmla="*/ 466538 h 6858000"/>
              <a:gd name="connsiteX926" fmla="*/ 2815209 w 7467600"/>
              <a:gd name="connsiteY926" fmla="*/ 497361 h 6858000"/>
              <a:gd name="connsiteX927" fmla="*/ 2844845 w 7467600"/>
              <a:gd name="connsiteY927" fmla="*/ 127638 h 6858000"/>
              <a:gd name="connsiteX928" fmla="*/ 2867960 w 7467600"/>
              <a:gd name="connsiteY928" fmla="*/ 0 h 6858000"/>
              <a:gd name="connsiteX929" fmla="*/ 1057230 w 7467600"/>
              <a:gd name="connsiteY929" fmla="*/ 0 h 6858000"/>
              <a:gd name="connsiteX930" fmla="*/ 1111003 w 7467600"/>
              <a:gd name="connsiteY930" fmla="*/ 0 h 6858000"/>
              <a:gd name="connsiteX931" fmla="*/ 1125553 w 7467600"/>
              <a:gd name="connsiteY931" fmla="*/ 52588 h 6858000"/>
              <a:gd name="connsiteX932" fmla="*/ 1304276 w 7467600"/>
              <a:gd name="connsiteY932" fmla="*/ 476275 h 6858000"/>
              <a:gd name="connsiteX933" fmla="*/ 1492066 w 7467600"/>
              <a:gd name="connsiteY933" fmla="*/ 886333 h 6858000"/>
              <a:gd name="connsiteX934" fmla="*/ 1423698 w 7467600"/>
              <a:gd name="connsiteY934" fmla="*/ 710817 h 6858000"/>
              <a:gd name="connsiteX935" fmla="*/ 1357609 w 7467600"/>
              <a:gd name="connsiteY935" fmla="*/ 532892 h 6858000"/>
              <a:gd name="connsiteX936" fmla="*/ 1309550 w 7467600"/>
              <a:gd name="connsiteY936" fmla="*/ 374031 h 6858000"/>
              <a:gd name="connsiteX937" fmla="*/ 1193673 w 7467600"/>
              <a:gd name="connsiteY937" fmla="*/ 49533 h 6858000"/>
              <a:gd name="connsiteX938" fmla="*/ 1164391 w 7467600"/>
              <a:gd name="connsiteY938" fmla="*/ 0 h 6858000"/>
              <a:gd name="connsiteX939" fmla="*/ 1200666 w 7467600"/>
              <a:gd name="connsiteY939" fmla="*/ 0 h 6858000"/>
              <a:gd name="connsiteX940" fmla="*/ 1223408 w 7467600"/>
              <a:gd name="connsiteY940" fmla="*/ 38996 h 6858000"/>
              <a:gd name="connsiteX941" fmla="*/ 1339635 w 7467600"/>
              <a:gd name="connsiteY941" fmla="*/ 365517 h 6858000"/>
              <a:gd name="connsiteX942" fmla="*/ 1387469 w 7467600"/>
              <a:gd name="connsiteY942" fmla="*/ 523079 h 6858000"/>
              <a:gd name="connsiteX943" fmla="*/ 1452685 w 7467600"/>
              <a:gd name="connsiteY943" fmla="*/ 699806 h 6858000"/>
              <a:gd name="connsiteX944" fmla="*/ 1492092 w 7467600"/>
              <a:gd name="connsiteY944" fmla="*/ 800424 h 6858000"/>
              <a:gd name="connsiteX945" fmla="*/ 1455302 w 7467600"/>
              <a:gd name="connsiteY945" fmla="*/ 632913 h 6858000"/>
              <a:gd name="connsiteX946" fmla="*/ 1222336 w 7467600"/>
              <a:gd name="connsiteY946" fmla="*/ 9480 h 6858000"/>
              <a:gd name="connsiteX947" fmla="*/ 1214634 w 7467600"/>
              <a:gd name="connsiteY947" fmla="*/ 0 h 6858000"/>
              <a:gd name="connsiteX948" fmla="*/ 1289827 w 7467600"/>
              <a:gd name="connsiteY948" fmla="*/ 0 h 6858000"/>
              <a:gd name="connsiteX949" fmla="*/ 1321076 w 7467600"/>
              <a:gd name="connsiteY949" fmla="*/ 59722 h 6858000"/>
              <a:gd name="connsiteX950" fmla="*/ 1512579 w 7467600"/>
              <a:gd name="connsiteY950" fmla="*/ 626441 h 6858000"/>
              <a:gd name="connsiteX951" fmla="*/ 1506076 w 7467600"/>
              <a:gd name="connsiteY951" fmla="*/ 1089289 h 6858000"/>
              <a:gd name="connsiteX952" fmla="*/ 1486346 w 7467600"/>
              <a:gd name="connsiteY952" fmla="*/ 1079919 h 6858000"/>
              <a:gd name="connsiteX953" fmla="*/ 1070511 w 7467600"/>
              <a:gd name="connsiteY953" fmla="*/ 48609 h 6858000"/>
              <a:gd name="connsiteX954" fmla="*/ 1057230 w 7467600"/>
              <a:gd name="connsiteY954" fmla="*/ 0 h 6858000"/>
              <a:gd name="connsiteX955" fmla="*/ 43151 w 7467600"/>
              <a:gd name="connsiteY955" fmla="*/ 0 h 6858000"/>
              <a:gd name="connsiteX956" fmla="*/ 95283 w 7467600"/>
              <a:gd name="connsiteY956" fmla="*/ 0 h 6858000"/>
              <a:gd name="connsiteX957" fmla="*/ 300708 w 7467600"/>
              <a:gd name="connsiteY957" fmla="*/ 154571 h 6858000"/>
              <a:gd name="connsiteX958" fmla="*/ 530414 w 7467600"/>
              <a:gd name="connsiteY958" fmla="*/ 354673 h 6858000"/>
              <a:gd name="connsiteX959" fmla="*/ 333785 w 7467600"/>
              <a:gd name="connsiteY959" fmla="*/ 161564 h 6858000"/>
              <a:gd name="connsiteX960" fmla="*/ 147005 w 7467600"/>
              <a:gd name="connsiteY960" fmla="*/ 0 h 6858000"/>
              <a:gd name="connsiteX961" fmla="*/ 272509 w 7467600"/>
              <a:gd name="connsiteY961" fmla="*/ 0 h 6858000"/>
              <a:gd name="connsiteX962" fmla="*/ 326276 w 7467600"/>
              <a:gd name="connsiteY962" fmla="*/ 45847 h 6858000"/>
              <a:gd name="connsiteX963" fmla="*/ 823759 w 7467600"/>
              <a:gd name="connsiteY963" fmla="*/ 574145 h 6858000"/>
              <a:gd name="connsiteX964" fmla="*/ 811254 w 7467600"/>
              <a:gd name="connsiteY964" fmla="*/ 665546 h 6858000"/>
              <a:gd name="connsiteX965" fmla="*/ 154042 w 7467600"/>
              <a:gd name="connsiteY965" fmla="*/ 261522 h 6858000"/>
              <a:gd name="connsiteX966" fmla="*/ 13550 w 7467600"/>
              <a:gd name="connsiteY966" fmla="*/ 158423 h 6858000"/>
              <a:gd name="connsiteX967" fmla="*/ 0 w 7467600"/>
              <a:gd name="connsiteY967" fmla="*/ 146618 h 6858000"/>
              <a:gd name="connsiteX968" fmla="*/ 0 w 7467600"/>
              <a:gd name="connsiteY968" fmla="*/ 59161 h 6858000"/>
              <a:gd name="connsiteX969" fmla="*/ 45427 w 7467600"/>
              <a:gd name="connsiteY969" fmla="*/ 101078 h 6858000"/>
              <a:gd name="connsiteX970" fmla="*/ 630103 w 7467600"/>
              <a:gd name="connsiteY970" fmla="*/ 485885 h 6858000"/>
              <a:gd name="connsiteX971" fmla="*/ 532040 w 7467600"/>
              <a:gd name="connsiteY971" fmla="*/ 399359 h 6858000"/>
              <a:gd name="connsiteX972" fmla="*/ 517618 w 7467600"/>
              <a:gd name="connsiteY972" fmla="*/ 385726 h 6858000"/>
              <a:gd name="connsiteX973" fmla="*/ 285074 w 7467600"/>
              <a:gd name="connsiteY973" fmla="*/ 182755 h 6858000"/>
              <a:gd name="connsiteX974" fmla="*/ 43151 w 7467600"/>
              <a:gd name="connsiteY97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7105827 w 7467600"/>
              <a:gd name="connsiteY83" fmla="*/ 5718700 h 6858000"/>
              <a:gd name="connsiteX84" fmla="*/ 7356878 w 7467600"/>
              <a:gd name="connsiteY84" fmla="*/ 5981332 h 6858000"/>
              <a:gd name="connsiteX85" fmla="*/ 7467600 w 7467600"/>
              <a:gd name="connsiteY85" fmla="*/ 6117703 h 6858000"/>
              <a:gd name="connsiteX86" fmla="*/ 7467600 w 7467600"/>
              <a:gd name="connsiteY86" fmla="*/ 6163634 h 6858000"/>
              <a:gd name="connsiteX87" fmla="*/ 7403637 w 7467600"/>
              <a:gd name="connsiteY87" fmla="*/ 6083957 h 6858000"/>
              <a:gd name="connsiteX88" fmla="*/ 7254615 w 7467600"/>
              <a:gd name="connsiteY88" fmla="*/ 5911918 h 6858000"/>
              <a:gd name="connsiteX89" fmla="*/ 7312589 w 7467600"/>
              <a:gd name="connsiteY89" fmla="*/ 5982309 h 6858000"/>
              <a:gd name="connsiteX90" fmla="*/ 7448321 w 7467600"/>
              <a:gd name="connsiteY90" fmla="*/ 6190991 h 6858000"/>
              <a:gd name="connsiteX91" fmla="*/ 7467600 w 7467600"/>
              <a:gd name="connsiteY91" fmla="*/ 6221686 h 6858000"/>
              <a:gd name="connsiteX92" fmla="*/ 7467600 w 7467600"/>
              <a:gd name="connsiteY92" fmla="*/ 6334256 h 6858000"/>
              <a:gd name="connsiteX93" fmla="*/ 7454976 w 7467600"/>
              <a:gd name="connsiteY93" fmla="*/ 6318297 h 6858000"/>
              <a:gd name="connsiteX94" fmla="*/ 7042773 w 7467600"/>
              <a:gd name="connsiteY94" fmla="*/ 5734011 h 6858000"/>
              <a:gd name="connsiteX95" fmla="*/ 1456157 w 7467600"/>
              <a:gd name="connsiteY95" fmla="*/ 5371404 h 6858000"/>
              <a:gd name="connsiteX96" fmla="*/ 1244432 w 7467600"/>
              <a:gd name="connsiteY96" fmla="*/ 5385601 h 6858000"/>
              <a:gd name="connsiteX97" fmla="*/ 973990 w 7467600"/>
              <a:gd name="connsiteY97" fmla="*/ 5424940 h 6858000"/>
              <a:gd name="connsiteX98" fmla="*/ 1103809 w 7467600"/>
              <a:gd name="connsiteY98" fmla="*/ 5433720 h 6858000"/>
              <a:gd name="connsiteX99" fmla="*/ 1123454 w 7467600"/>
              <a:gd name="connsiteY99" fmla="*/ 5435727 h 6858000"/>
              <a:gd name="connsiteX100" fmla="*/ 1737017 w 7467600"/>
              <a:gd name="connsiteY100" fmla="*/ 5452183 h 6858000"/>
              <a:gd name="connsiteX101" fmla="*/ 1824397 w 7467600"/>
              <a:gd name="connsiteY101" fmla="*/ 5447757 h 6858000"/>
              <a:gd name="connsiteX102" fmla="*/ 2070059 w 7467600"/>
              <a:gd name="connsiteY102" fmla="*/ 5441660 h 6858000"/>
              <a:gd name="connsiteX103" fmla="*/ 1456157 w 7467600"/>
              <a:gd name="connsiteY103" fmla="*/ 5371404 h 6858000"/>
              <a:gd name="connsiteX104" fmla="*/ 4988186 w 7467600"/>
              <a:gd name="connsiteY104" fmla="*/ 5216467 h 6858000"/>
              <a:gd name="connsiteX105" fmla="*/ 4777334 w 7467600"/>
              <a:gd name="connsiteY105" fmla="*/ 5406072 h 6858000"/>
              <a:gd name="connsiteX106" fmla="*/ 4718341 w 7467600"/>
              <a:gd name="connsiteY106" fmla="*/ 5468043 h 6858000"/>
              <a:gd name="connsiteX107" fmla="*/ 4604655 w 7467600"/>
              <a:gd name="connsiteY107" fmla="*/ 5583434 h 6858000"/>
              <a:gd name="connsiteX108" fmla="*/ 4565074 w 7467600"/>
              <a:gd name="connsiteY108" fmla="*/ 5618550 h 6858000"/>
              <a:gd name="connsiteX109" fmla="*/ 4988186 w 7467600"/>
              <a:gd name="connsiteY109" fmla="*/ 5216467 h 6858000"/>
              <a:gd name="connsiteX110" fmla="*/ 4978032 w 7467600"/>
              <a:gd name="connsiteY110" fmla="*/ 5183809 h 6858000"/>
              <a:gd name="connsiteX111" fmla="*/ 4463413 w 7467600"/>
              <a:gd name="connsiteY111" fmla="*/ 5615162 h 6858000"/>
              <a:gd name="connsiteX112" fmla="*/ 4358134 w 7467600"/>
              <a:gd name="connsiteY112" fmla="*/ 5742791 h 6858000"/>
              <a:gd name="connsiteX113" fmla="*/ 4376219 w 7467600"/>
              <a:gd name="connsiteY113" fmla="*/ 5729027 h 6858000"/>
              <a:gd name="connsiteX114" fmla="*/ 4582340 w 7467600"/>
              <a:gd name="connsiteY114" fmla="*/ 5561037 h 6858000"/>
              <a:gd name="connsiteX115" fmla="*/ 4694684 w 7467600"/>
              <a:gd name="connsiteY115" fmla="*/ 5447098 h 6858000"/>
              <a:gd name="connsiteX116" fmla="*/ 4754123 w 7467600"/>
              <a:gd name="connsiteY116" fmla="*/ 5384643 h 6858000"/>
              <a:gd name="connsiteX117" fmla="*/ 4978032 w 7467600"/>
              <a:gd name="connsiteY117" fmla="*/ 5183809 h 6858000"/>
              <a:gd name="connsiteX118" fmla="*/ 1903353 w 7467600"/>
              <a:gd name="connsiteY118" fmla="*/ 5044827 h 6858000"/>
              <a:gd name="connsiteX119" fmla="*/ 1936931 w 7467600"/>
              <a:gd name="connsiteY119" fmla="*/ 5093954 h 6858000"/>
              <a:gd name="connsiteX120" fmla="*/ 2195868 w 7467600"/>
              <a:gd name="connsiteY120" fmla="*/ 5396574 h 6858000"/>
              <a:gd name="connsiteX121" fmla="*/ 2088852 w 7467600"/>
              <a:gd name="connsiteY121" fmla="*/ 5166123 h 6858000"/>
              <a:gd name="connsiteX122" fmla="*/ 1958241 w 7467600"/>
              <a:gd name="connsiteY122" fmla="*/ 5067955 h 6858000"/>
              <a:gd name="connsiteX123" fmla="*/ 1903353 w 7467600"/>
              <a:gd name="connsiteY123" fmla="*/ 5044827 h 6858000"/>
              <a:gd name="connsiteX124" fmla="*/ 1979378 w 7467600"/>
              <a:gd name="connsiteY124" fmla="*/ 4769504 h 6858000"/>
              <a:gd name="connsiteX125" fmla="*/ 2882120 w 7467600"/>
              <a:gd name="connsiteY125" fmla="*/ 5064547 h 6858000"/>
              <a:gd name="connsiteX126" fmla="*/ 2793103 w 7467600"/>
              <a:gd name="connsiteY126" fmla="*/ 5039699 h 6858000"/>
              <a:gd name="connsiteX127" fmla="*/ 2770041 w 7467600"/>
              <a:gd name="connsiteY127" fmla="*/ 5033634 h 6858000"/>
              <a:gd name="connsiteX128" fmla="*/ 1979378 w 7467600"/>
              <a:gd name="connsiteY128" fmla="*/ 4769504 h 6858000"/>
              <a:gd name="connsiteX129" fmla="*/ 1927410 w 7467600"/>
              <a:gd name="connsiteY129" fmla="*/ 4716164 h 6858000"/>
              <a:gd name="connsiteX130" fmla="*/ 1959587 w 7467600"/>
              <a:gd name="connsiteY130" fmla="*/ 4728849 h 6858000"/>
              <a:gd name="connsiteX131" fmla="*/ 2777707 w 7467600"/>
              <a:gd name="connsiteY131" fmla="*/ 5003991 h 6858000"/>
              <a:gd name="connsiteX132" fmla="*/ 2800768 w 7467600"/>
              <a:gd name="connsiteY132" fmla="*/ 5010056 h 6858000"/>
              <a:gd name="connsiteX133" fmla="*/ 2879408 w 7467600"/>
              <a:gd name="connsiteY133" fmla="*/ 5031590 h 6858000"/>
              <a:gd name="connsiteX134" fmla="*/ 2862295 w 7467600"/>
              <a:gd name="connsiteY134" fmla="*/ 5022958 h 6858000"/>
              <a:gd name="connsiteX135" fmla="*/ 2813343 w 7467600"/>
              <a:gd name="connsiteY135" fmla="*/ 4998369 h 6858000"/>
              <a:gd name="connsiteX136" fmla="*/ 2646245 w 7467600"/>
              <a:gd name="connsiteY136" fmla="*/ 4930999 h 6858000"/>
              <a:gd name="connsiteX137" fmla="*/ 1999243 w 7467600"/>
              <a:gd name="connsiteY137" fmla="*/ 4730524 h 6858000"/>
              <a:gd name="connsiteX138" fmla="*/ 1979527 w 7467600"/>
              <a:gd name="connsiteY138" fmla="*/ 4726651 h 6858000"/>
              <a:gd name="connsiteX139" fmla="*/ 1927410 w 7467600"/>
              <a:gd name="connsiteY139" fmla="*/ 4716164 h 6858000"/>
              <a:gd name="connsiteX140" fmla="*/ 1997014 w 7467600"/>
              <a:gd name="connsiteY140" fmla="*/ 4698007 h 6858000"/>
              <a:gd name="connsiteX141" fmla="*/ 2005458 w 7467600"/>
              <a:gd name="connsiteY141" fmla="*/ 4699540 h 6858000"/>
              <a:gd name="connsiteX142" fmla="*/ 2657186 w 7467600"/>
              <a:gd name="connsiteY142" fmla="*/ 4901687 h 6858000"/>
              <a:gd name="connsiteX143" fmla="*/ 2826662 w 7467600"/>
              <a:gd name="connsiteY143" fmla="*/ 4970362 h 6858000"/>
              <a:gd name="connsiteX144" fmla="*/ 2876100 w 7467600"/>
              <a:gd name="connsiteY144" fmla="*/ 4995397 h 6858000"/>
              <a:gd name="connsiteX145" fmla="*/ 3042600 w 7467600"/>
              <a:gd name="connsiteY145" fmla="*/ 5059532 h 6858000"/>
              <a:gd name="connsiteX146" fmla="*/ 1997014 w 7467600"/>
              <a:gd name="connsiteY146" fmla="*/ 4698007 h 6858000"/>
              <a:gd name="connsiteX147" fmla="*/ 2305292 w 7467600"/>
              <a:gd name="connsiteY147" fmla="*/ 4219492 h 6858000"/>
              <a:gd name="connsiteX148" fmla="*/ 3360922 w 7467600"/>
              <a:gd name="connsiteY148" fmla="*/ 4529373 h 6858000"/>
              <a:gd name="connsiteX149" fmla="*/ 3492420 w 7467600"/>
              <a:gd name="connsiteY149" fmla="*/ 4510145 h 6858000"/>
              <a:gd name="connsiteX150" fmla="*/ 3364086 w 7467600"/>
              <a:gd name="connsiteY150" fmla="*/ 4480340 h 6858000"/>
              <a:gd name="connsiteX151" fmla="*/ 3225818 w 7467600"/>
              <a:gd name="connsiteY151" fmla="*/ 4411822 h 6858000"/>
              <a:gd name="connsiteX152" fmla="*/ 3129696 w 7467600"/>
              <a:gd name="connsiteY152" fmla="*/ 4360704 h 6858000"/>
              <a:gd name="connsiteX153" fmla="*/ 2814545 w 7467600"/>
              <a:gd name="connsiteY153" fmla="*/ 4282955 h 6858000"/>
              <a:gd name="connsiteX154" fmla="*/ 2305292 w 7467600"/>
              <a:gd name="connsiteY154" fmla="*/ 4219492 h 6858000"/>
              <a:gd name="connsiteX155" fmla="*/ 2626982 w 7467600"/>
              <a:gd name="connsiteY155" fmla="*/ 4206450 h 6858000"/>
              <a:gd name="connsiteX156" fmla="*/ 2490617 w 7467600"/>
              <a:gd name="connsiteY156" fmla="*/ 4206951 h 6858000"/>
              <a:gd name="connsiteX157" fmla="*/ 2819869 w 7467600"/>
              <a:gd name="connsiteY157" fmla="*/ 4252936 h 6858000"/>
              <a:gd name="connsiteX158" fmla="*/ 3143018 w 7467600"/>
              <a:gd name="connsiteY158" fmla="*/ 4332698 h 6858000"/>
              <a:gd name="connsiteX159" fmla="*/ 3241520 w 7467600"/>
              <a:gd name="connsiteY159" fmla="*/ 4385112 h 6858000"/>
              <a:gd name="connsiteX160" fmla="*/ 3374575 w 7467600"/>
              <a:gd name="connsiteY160" fmla="*/ 4451517 h 6858000"/>
              <a:gd name="connsiteX161" fmla="*/ 3505221 w 7467600"/>
              <a:gd name="connsiteY161" fmla="*/ 4480757 h 6858000"/>
              <a:gd name="connsiteX162" fmla="*/ 2626982 w 7467600"/>
              <a:gd name="connsiteY162" fmla="*/ 4206450 h 6858000"/>
              <a:gd name="connsiteX163" fmla="*/ 1310106 w 7467600"/>
              <a:gd name="connsiteY163" fmla="*/ 3943217 h 6858000"/>
              <a:gd name="connsiteX164" fmla="*/ 854994 w 7467600"/>
              <a:gd name="connsiteY164" fmla="*/ 4399136 h 6858000"/>
              <a:gd name="connsiteX165" fmla="*/ 742462 w 7467600"/>
              <a:gd name="connsiteY165" fmla="*/ 4594648 h 6858000"/>
              <a:gd name="connsiteX166" fmla="*/ 820602 w 7467600"/>
              <a:gd name="connsiteY166" fmla="*/ 4485915 h 6858000"/>
              <a:gd name="connsiteX167" fmla="*/ 878295 w 7467600"/>
              <a:gd name="connsiteY167" fmla="*/ 4403594 h 6858000"/>
              <a:gd name="connsiteX168" fmla="*/ 1240607 w 7467600"/>
              <a:gd name="connsiteY168" fmla="*/ 4010401 h 6858000"/>
              <a:gd name="connsiteX169" fmla="*/ 1310106 w 7467600"/>
              <a:gd name="connsiteY169" fmla="*/ 3943217 h 6858000"/>
              <a:gd name="connsiteX170" fmla="*/ 1423113 w 7467600"/>
              <a:gd name="connsiteY170" fmla="*/ 3874565 h 6858000"/>
              <a:gd name="connsiteX171" fmla="*/ 1260565 w 7467600"/>
              <a:gd name="connsiteY171" fmla="*/ 4031982 h 6858000"/>
              <a:gd name="connsiteX172" fmla="*/ 901900 w 7467600"/>
              <a:gd name="connsiteY172" fmla="*/ 4421236 h 6858000"/>
              <a:gd name="connsiteX173" fmla="*/ 845044 w 7467600"/>
              <a:gd name="connsiteY173" fmla="*/ 4502436 h 6858000"/>
              <a:gd name="connsiteX174" fmla="*/ 685926 w 7467600"/>
              <a:gd name="connsiteY174" fmla="*/ 4703069 h 6858000"/>
              <a:gd name="connsiteX175" fmla="*/ 684248 w 7467600"/>
              <a:gd name="connsiteY175" fmla="*/ 4706721 h 6858000"/>
              <a:gd name="connsiteX176" fmla="*/ 1423113 w 7467600"/>
              <a:gd name="connsiteY176" fmla="*/ 3874565 h 6858000"/>
              <a:gd name="connsiteX177" fmla="*/ 3316479 w 7467600"/>
              <a:gd name="connsiteY177" fmla="*/ 3872136 h 6858000"/>
              <a:gd name="connsiteX178" fmla="*/ 3546806 w 7467600"/>
              <a:gd name="connsiteY178" fmla="*/ 4356139 h 6858000"/>
              <a:gd name="connsiteX179" fmla="*/ 3364433 w 7467600"/>
              <a:gd name="connsiteY179" fmla="*/ 3953121 h 6858000"/>
              <a:gd name="connsiteX180" fmla="*/ 3316479 w 7467600"/>
              <a:gd name="connsiteY180" fmla="*/ 3872136 h 6858000"/>
              <a:gd name="connsiteX181" fmla="*/ 3291335 w 7467600"/>
              <a:gd name="connsiteY181" fmla="*/ 3767420 h 6858000"/>
              <a:gd name="connsiteX182" fmla="*/ 3390805 w 7467600"/>
              <a:gd name="connsiteY182" fmla="*/ 3937163 h 6858000"/>
              <a:gd name="connsiteX183" fmla="*/ 3579062 w 7467600"/>
              <a:gd name="connsiteY183" fmla="*/ 4359040 h 6858000"/>
              <a:gd name="connsiteX184" fmla="*/ 3467355 w 7467600"/>
              <a:gd name="connsiteY184" fmla="*/ 3988130 h 6858000"/>
              <a:gd name="connsiteX185" fmla="*/ 3310753 w 7467600"/>
              <a:gd name="connsiteY185" fmla="*/ 3787140 h 6858000"/>
              <a:gd name="connsiteX186" fmla="*/ 3291335 w 7467600"/>
              <a:gd name="connsiteY186" fmla="*/ 3767420 h 6858000"/>
              <a:gd name="connsiteX187" fmla="*/ 1635889 w 7467600"/>
              <a:gd name="connsiteY187" fmla="*/ 3709494 h 6858000"/>
              <a:gd name="connsiteX188" fmla="*/ 1634800 w 7467600"/>
              <a:gd name="connsiteY188" fmla="*/ 3731111 h 6858000"/>
              <a:gd name="connsiteX189" fmla="*/ 1635889 w 7467600"/>
              <a:gd name="connsiteY189" fmla="*/ 3709494 h 6858000"/>
              <a:gd name="connsiteX190" fmla="*/ 1510397 w 7467600"/>
              <a:gd name="connsiteY190" fmla="*/ 3684705 h 6858000"/>
              <a:gd name="connsiteX191" fmla="*/ 1146550 w 7467600"/>
              <a:gd name="connsiteY191" fmla="*/ 3802012 h 6858000"/>
              <a:gd name="connsiteX192" fmla="*/ 698834 w 7467600"/>
              <a:gd name="connsiteY192" fmla="*/ 3952272 h 6858000"/>
              <a:gd name="connsiteX193" fmla="*/ 34256 w 7467600"/>
              <a:gd name="connsiteY193" fmla="*/ 4347603 h 6858000"/>
              <a:gd name="connsiteX194" fmla="*/ 527241 w 7467600"/>
              <a:gd name="connsiteY194" fmla="*/ 4065078 h 6858000"/>
              <a:gd name="connsiteX195" fmla="*/ 1510397 w 7467600"/>
              <a:gd name="connsiteY195" fmla="*/ 3684705 h 6858000"/>
              <a:gd name="connsiteX196" fmla="*/ 1313114 w 7467600"/>
              <a:gd name="connsiteY196" fmla="*/ 3655216 h 6858000"/>
              <a:gd name="connsiteX197" fmla="*/ 1109304 w 7467600"/>
              <a:gd name="connsiteY197" fmla="*/ 3669030 h 6858000"/>
              <a:gd name="connsiteX198" fmla="*/ 8129 w 7467600"/>
              <a:gd name="connsiteY198" fmla="*/ 4330519 h 6858000"/>
              <a:gd name="connsiteX199" fmla="*/ 687572 w 7467600"/>
              <a:gd name="connsiteY199" fmla="*/ 3925629 h 6858000"/>
              <a:gd name="connsiteX200" fmla="*/ 1138365 w 7467600"/>
              <a:gd name="connsiteY200" fmla="*/ 3774515 h 6858000"/>
              <a:gd name="connsiteX201" fmla="*/ 1505579 w 7467600"/>
              <a:gd name="connsiteY201" fmla="*/ 3655526 h 6858000"/>
              <a:gd name="connsiteX202" fmla="*/ 1313114 w 7467600"/>
              <a:gd name="connsiteY202" fmla="*/ 3655216 h 6858000"/>
              <a:gd name="connsiteX203" fmla="*/ 3655073 w 7467600"/>
              <a:gd name="connsiteY203" fmla="*/ 3650884 h 6858000"/>
              <a:gd name="connsiteX204" fmla="*/ 3989938 w 7467600"/>
              <a:gd name="connsiteY204" fmla="*/ 3991685 h 6858000"/>
              <a:gd name="connsiteX205" fmla="*/ 4393907 w 7467600"/>
              <a:gd name="connsiteY205" fmla="*/ 4261258 h 6858000"/>
              <a:gd name="connsiteX206" fmla="*/ 4648051 w 7467600"/>
              <a:gd name="connsiteY206" fmla="*/ 4374051 h 6858000"/>
              <a:gd name="connsiteX207" fmla="*/ 4383389 w 7467600"/>
              <a:gd name="connsiteY207" fmla="*/ 4184369 h 6858000"/>
              <a:gd name="connsiteX208" fmla="*/ 4165508 w 7467600"/>
              <a:gd name="connsiteY208" fmla="*/ 4035196 h 6858000"/>
              <a:gd name="connsiteX209" fmla="*/ 4068162 w 7467600"/>
              <a:gd name="connsiteY209" fmla="*/ 3953394 h 6858000"/>
              <a:gd name="connsiteX210" fmla="*/ 3981416 w 7467600"/>
              <a:gd name="connsiteY210" fmla="*/ 3880482 h 6858000"/>
              <a:gd name="connsiteX211" fmla="*/ 3800147 w 7467600"/>
              <a:gd name="connsiteY211" fmla="*/ 3749872 h 6858000"/>
              <a:gd name="connsiteX212" fmla="*/ 3655073 w 7467600"/>
              <a:gd name="connsiteY212" fmla="*/ 3650884 h 6858000"/>
              <a:gd name="connsiteX213" fmla="*/ 3670252 w 7467600"/>
              <a:gd name="connsiteY213" fmla="*/ 3622798 h 6858000"/>
              <a:gd name="connsiteX214" fmla="*/ 3817258 w 7467600"/>
              <a:gd name="connsiteY214" fmla="*/ 3723577 h 6858000"/>
              <a:gd name="connsiteX215" fmla="*/ 4000461 w 7467600"/>
              <a:gd name="connsiteY215" fmla="*/ 3855966 h 6858000"/>
              <a:gd name="connsiteX216" fmla="*/ 4088180 w 7467600"/>
              <a:gd name="connsiteY216" fmla="*/ 3929774 h 6858000"/>
              <a:gd name="connsiteX217" fmla="*/ 4184555 w 7467600"/>
              <a:gd name="connsiteY217" fmla="*/ 4010683 h 6858000"/>
              <a:gd name="connsiteX218" fmla="*/ 4399563 w 7467600"/>
              <a:gd name="connsiteY218" fmla="*/ 4158106 h 6858000"/>
              <a:gd name="connsiteX219" fmla="*/ 4684469 w 7467600"/>
              <a:gd name="connsiteY219" fmla="*/ 4364680 h 6858000"/>
              <a:gd name="connsiteX220" fmla="*/ 4690271 w 7467600"/>
              <a:gd name="connsiteY220" fmla="*/ 4370034 h 6858000"/>
              <a:gd name="connsiteX221" fmla="*/ 4136093 w 7467600"/>
              <a:gd name="connsiteY221" fmla="*/ 3858466 h 6858000"/>
              <a:gd name="connsiteX222" fmla="*/ 3670252 w 7467600"/>
              <a:gd name="connsiteY222" fmla="*/ 3622798 h 6858000"/>
              <a:gd name="connsiteX223" fmla="*/ 4440129 w 7467600"/>
              <a:gd name="connsiteY223" fmla="*/ 3448571 h 6858000"/>
              <a:gd name="connsiteX224" fmla="*/ 4856525 w 7467600"/>
              <a:gd name="connsiteY224" fmla="*/ 3915351 h 6858000"/>
              <a:gd name="connsiteX225" fmla="*/ 5059055 w 7467600"/>
              <a:gd name="connsiteY225" fmla="*/ 4108918 h 6858000"/>
              <a:gd name="connsiteX226" fmla="*/ 5290070 w 7467600"/>
              <a:gd name="connsiteY226" fmla="*/ 4263619 h 6858000"/>
              <a:gd name="connsiteX227" fmla="*/ 4834991 w 7467600"/>
              <a:gd name="connsiteY227" fmla="*/ 3830985 h 6858000"/>
              <a:gd name="connsiteX228" fmla="*/ 4440129 w 7467600"/>
              <a:gd name="connsiteY228" fmla="*/ 3448571 h 6858000"/>
              <a:gd name="connsiteX229" fmla="*/ 4441737 w 7467600"/>
              <a:gd name="connsiteY229" fmla="*/ 3399734 h 6858000"/>
              <a:gd name="connsiteX230" fmla="*/ 4431236 w 7467600"/>
              <a:gd name="connsiteY230" fmla="*/ 3400954 h 6858000"/>
              <a:gd name="connsiteX231" fmla="*/ 4557150 w 7467600"/>
              <a:gd name="connsiteY231" fmla="*/ 3510023 h 6858000"/>
              <a:gd name="connsiteX232" fmla="*/ 4856936 w 7467600"/>
              <a:gd name="connsiteY232" fmla="*/ 3809146 h 6858000"/>
              <a:gd name="connsiteX233" fmla="*/ 5111996 w 7467600"/>
              <a:gd name="connsiteY233" fmla="*/ 4065759 h 6858000"/>
              <a:gd name="connsiteX234" fmla="*/ 5388878 w 7467600"/>
              <a:gd name="connsiteY234" fmla="*/ 4300185 h 6858000"/>
              <a:gd name="connsiteX235" fmla="*/ 5425556 w 7467600"/>
              <a:gd name="connsiteY235" fmla="*/ 4308967 h 6858000"/>
              <a:gd name="connsiteX236" fmla="*/ 4943646 w 7467600"/>
              <a:gd name="connsiteY236" fmla="*/ 3822916 h 6858000"/>
              <a:gd name="connsiteX237" fmla="*/ 4594837 w 7467600"/>
              <a:gd name="connsiteY237" fmla="*/ 3532274 h 6858000"/>
              <a:gd name="connsiteX238" fmla="*/ 4441737 w 7467600"/>
              <a:gd name="connsiteY238" fmla="*/ 3399734 h 6858000"/>
              <a:gd name="connsiteX239" fmla="*/ 5425834 w 7467600"/>
              <a:gd name="connsiteY239" fmla="*/ 3162785 h 6858000"/>
              <a:gd name="connsiteX240" fmla="*/ 5401644 w 7467600"/>
              <a:gd name="connsiteY240" fmla="*/ 3617847 h 6858000"/>
              <a:gd name="connsiteX241" fmla="*/ 5467256 w 7467600"/>
              <a:gd name="connsiteY241" fmla="*/ 4175494 h 6858000"/>
              <a:gd name="connsiteX242" fmla="*/ 5448069 w 7467600"/>
              <a:gd name="connsiteY242" fmla="*/ 3567554 h 6858000"/>
              <a:gd name="connsiteX243" fmla="*/ 5425834 w 7467600"/>
              <a:gd name="connsiteY243" fmla="*/ 3162785 h 6858000"/>
              <a:gd name="connsiteX244" fmla="*/ 1318687 w 7467600"/>
              <a:gd name="connsiteY244" fmla="*/ 3113840 h 6858000"/>
              <a:gd name="connsiteX245" fmla="*/ 1066793 w 7467600"/>
              <a:gd name="connsiteY245" fmla="*/ 3212171 h 6858000"/>
              <a:gd name="connsiteX246" fmla="*/ 993319 w 7467600"/>
              <a:gd name="connsiteY246" fmla="*/ 3247648 h 6858000"/>
              <a:gd name="connsiteX247" fmla="*/ 853081 w 7467600"/>
              <a:gd name="connsiteY247" fmla="*/ 3312410 h 6858000"/>
              <a:gd name="connsiteX248" fmla="*/ 805957 w 7467600"/>
              <a:gd name="connsiteY248" fmla="*/ 3330443 h 6858000"/>
              <a:gd name="connsiteX249" fmla="*/ 1318687 w 7467600"/>
              <a:gd name="connsiteY249" fmla="*/ 3113840 h 6858000"/>
              <a:gd name="connsiteX250" fmla="*/ 5453702 w 7467600"/>
              <a:gd name="connsiteY250" fmla="*/ 3090882 h 6858000"/>
              <a:gd name="connsiteX251" fmla="*/ 5480135 w 7467600"/>
              <a:gd name="connsiteY251" fmla="*/ 3565802 h 6858000"/>
              <a:gd name="connsiteX252" fmla="*/ 5499023 w 7467600"/>
              <a:gd name="connsiteY252" fmla="*/ 4166310 h 6858000"/>
              <a:gd name="connsiteX253" fmla="*/ 5547022 w 7467600"/>
              <a:gd name="connsiteY253" fmla="*/ 3607838 h 6858000"/>
              <a:gd name="connsiteX254" fmla="*/ 5515964 w 7467600"/>
              <a:gd name="connsiteY254" fmla="*/ 3378541 h 6858000"/>
              <a:gd name="connsiteX255" fmla="*/ 5453702 w 7467600"/>
              <a:gd name="connsiteY255" fmla="*/ 3090882 h 6858000"/>
              <a:gd name="connsiteX256" fmla="*/ 1238695 w 7467600"/>
              <a:gd name="connsiteY256" fmla="*/ 3076820 h 6858000"/>
              <a:gd name="connsiteX257" fmla="*/ 716371 w 7467600"/>
              <a:gd name="connsiteY257" fmla="*/ 3293249 h 6858000"/>
              <a:gd name="connsiteX258" fmla="*/ 579522 w 7467600"/>
              <a:gd name="connsiteY258" fmla="*/ 3371759 h 6858000"/>
              <a:gd name="connsiteX259" fmla="*/ 600288 w 7467600"/>
              <a:gd name="connsiteY259" fmla="*/ 3365555 h 6858000"/>
              <a:gd name="connsiteX260" fmla="*/ 840692 w 7467600"/>
              <a:gd name="connsiteY260" fmla="*/ 3284921 h 6858000"/>
              <a:gd name="connsiteX261" fmla="*/ 979248 w 7467600"/>
              <a:gd name="connsiteY261" fmla="*/ 3221003 h 6858000"/>
              <a:gd name="connsiteX262" fmla="*/ 1053282 w 7467600"/>
              <a:gd name="connsiteY262" fmla="*/ 3185247 h 6858000"/>
              <a:gd name="connsiteX263" fmla="*/ 1320603 w 7467600"/>
              <a:gd name="connsiteY263" fmla="*/ 3081281 h 6858000"/>
              <a:gd name="connsiteX264" fmla="*/ 1238695 w 7467600"/>
              <a:gd name="connsiteY264" fmla="*/ 3076820 h 6858000"/>
              <a:gd name="connsiteX265" fmla="*/ 5425627 w 7467600"/>
              <a:gd name="connsiteY265" fmla="*/ 2954192 h 6858000"/>
              <a:gd name="connsiteX266" fmla="*/ 5470770 w 7467600"/>
              <a:gd name="connsiteY266" fmla="*/ 3005435 h 6858000"/>
              <a:gd name="connsiteX267" fmla="*/ 5519779 w 7467600"/>
              <a:gd name="connsiteY267" fmla="*/ 4359223 h 6858000"/>
              <a:gd name="connsiteX268" fmla="*/ 5520293 w 7467600"/>
              <a:gd name="connsiteY268" fmla="*/ 4360602 h 6858000"/>
              <a:gd name="connsiteX269" fmla="*/ 5767221 w 7467600"/>
              <a:gd name="connsiteY269" fmla="*/ 4665564 h 6858000"/>
              <a:gd name="connsiteX270" fmla="*/ 6937169 w 7467600"/>
              <a:gd name="connsiteY270" fmla="*/ 4815941 h 6858000"/>
              <a:gd name="connsiteX271" fmla="*/ 6953922 w 7467600"/>
              <a:gd name="connsiteY271" fmla="*/ 4890068 h 6858000"/>
              <a:gd name="connsiteX272" fmla="*/ 6071359 w 7467600"/>
              <a:gd name="connsiteY272" fmla="*/ 4770770 h 6858000"/>
              <a:gd name="connsiteX273" fmla="*/ 6038839 w 7467600"/>
              <a:gd name="connsiteY273" fmla="*/ 4764474 h 6858000"/>
              <a:gd name="connsiteX274" fmla="*/ 6038706 w 7467600"/>
              <a:gd name="connsiteY274" fmla="*/ 4763847 h 6858000"/>
              <a:gd name="connsiteX275" fmla="*/ 6037784 w 7467600"/>
              <a:gd name="connsiteY275" fmla="*/ 4764270 h 6858000"/>
              <a:gd name="connsiteX276" fmla="*/ 6038839 w 7467600"/>
              <a:gd name="connsiteY276" fmla="*/ 4764474 h 6858000"/>
              <a:gd name="connsiteX277" fmla="*/ 6040338 w 7467600"/>
              <a:gd name="connsiteY277" fmla="*/ 4771418 h 6858000"/>
              <a:gd name="connsiteX278" fmla="*/ 6024488 w 7467600"/>
              <a:gd name="connsiteY278" fmla="*/ 4809903 h 6858000"/>
              <a:gd name="connsiteX279" fmla="*/ 5599771 w 7467600"/>
              <a:gd name="connsiteY279" fmla="*/ 5509652 h 6858000"/>
              <a:gd name="connsiteX280" fmla="*/ 5548843 w 7467600"/>
              <a:gd name="connsiteY280" fmla="*/ 5563845 h 6858000"/>
              <a:gd name="connsiteX281" fmla="*/ 5940952 w 7467600"/>
              <a:gd name="connsiteY281" fmla="*/ 6250028 h 6858000"/>
              <a:gd name="connsiteX282" fmla="*/ 6043441 w 7467600"/>
              <a:gd name="connsiteY282" fmla="*/ 6665847 h 6858000"/>
              <a:gd name="connsiteX283" fmla="*/ 6093432 w 7467600"/>
              <a:gd name="connsiteY283" fmla="*/ 6858000 h 6858000"/>
              <a:gd name="connsiteX284" fmla="*/ 6034344 w 7467600"/>
              <a:gd name="connsiteY284" fmla="*/ 6858000 h 6858000"/>
              <a:gd name="connsiteX285" fmla="*/ 6026679 w 7467600"/>
              <a:gd name="connsiteY285" fmla="*/ 6836959 h 6858000"/>
              <a:gd name="connsiteX286" fmla="*/ 5800441 w 7467600"/>
              <a:gd name="connsiteY286" fmla="*/ 6335286 h 6858000"/>
              <a:gd name="connsiteX287" fmla="*/ 5526562 w 7467600"/>
              <a:gd name="connsiteY287" fmla="*/ 5705388 h 6858000"/>
              <a:gd name="connsiteX288" fmla="*/ 5519640 w 7467600"/>
              <a:gd name="connsiteY288" fmla="*/ 5683774 h 6858000"/>
              <a:gd name="connsiteX289" fmla="*/ 5844559 w 7467600"/>
              <a:gd name="connsiteY289" fmla="*/ 6553349 h 6858000"/>
              <a:gd name="connsiteX290" fmla="*/ 5975994 w 7467600"/>
              <a:gd name="connsiteY290" fmla="*/ 6858000 h 6858000"/>
              <a:gd name="connsiteX291" fmla="*/ 5898547 w 7467600"/>
              <a:gd name="connsiteY291" fmla="*/ 6858000 h 6858000"/>
              <a:gd name="connsiteX292" fmla="*/ 5682041 w 7467600"/>
              <a:gd name="connsiteY292" fmla="*/ 6355860 h 6858000"/>
              <a:gd name="connsiteX293" fmla="*/ 5461758 w 7467600"/>
              <a:gd name="connsiteY293" fmla="*/ 5820220 h 6858000"/>
              <a:gd name="connsiteX294" fmla="*/ 5237282 w 7467600"/>
              <a:gd name="connsiteY294" fmla="*/ 6579086 h 6858000"/>
              <a:gd name="connsiteX295" fmla="*/ 5115009 w 7467600"/>
              <a:gd name="connsiteY295" fmla="*/ 6858000 h 6858000"/>
              <a:gd name="connsiteX296" fmla="*/ 5028074 w 7467600"/>
              <a:gd name="connsiteY296" fmla="*/ 6858000 h 6858000"/>
              <a:gd name="connsiteX297" fmla="*/ 5079508 w 7467600"/>
              <a:gd name="connsiteY297" fmla="*/ 6749074 h 6858000"/>
              <a:gd name="connsiteX298" fmla="*/ 5371846 w 7467600"/>
              <a:gd name="connsiteY298" fmla="*/ 5924413 h 6858000"/>
              <a:gd name="connsiteX299" fmla="*/ 5270512 w 7467600"/>
              <a:gd name="connsiteY299" fmla="*/ 6138975 h 6858000"/>
              <a:gd name="connsiteX300" fmla="*/ 5062409 w 7467600"/>
              <a:gd name="connsiteY300" fmla="*/ 6653544 h 6858000"/>
              <a:gd name="connsiteX301" fmla="*/ 5036628 w 7467600"/>
              <a:gd name="connsiteY301" fmla="*/ 6754247 h 6858000"/>
              <a:gd name="connsiteX302" fmla="*/ 5009112 w 7467600"/>
              <a:gd name="connsiteY302" fmla="*/ 6858000 h 6858000"/>
              <a:gd name="connsiteX303" fmla="*/ 4976679 w 7467600"/>
              <a:gd name="connsiteY303" fmla="*/ 6858000 h 6858000"/>
              <a:gd name="connsiteX304" fmla="*/ 5006537 w 7467600"/>
              <a:gd name="connsiteY304" fmla="*/ 6747068 h 6858000"/>
              <a:gd name="connsiteX305" fmla="*/ 5032723 w 7467600"/>
              <a:gd name="connsiteY305" fmla="*/ 6644957 h 6858000"/>
              <a:gd name="connsiteX306" fmla="*/ 5242949 w 7467600"/>
              <a:gd name="connsiteY306" fmla="*/ 6125175 h 6858000"/>
              <a:gd name="connsiteX307" fmla="*/ 5286321 w 7467600"/>
              <a:gd name="connsiteY307" fmla="*/ 6033555 h 6858000"/>
              <a:gd name="connsiteX308" fmla="*/ 5008210 w 7467600"/>
              <a:gd name="connsiteY308" fmla="*/ 6649194 h 6858000"/>
              <a:gd name="connsiteX309" fmla="*/ 4986321 w 7467600"/>
              <a:gd name="connsiteY309" fmla="*/ 6765687 h 6858000"/>
              <a:gd name="connsiteX310" fmla="*/ 4973474 w 7467600"/>
              <a:gd name="connsiteY310" fmla="*/ 6858000 h 6858000"/>
              <a:gd name="connsiteX311" fmla="*/ 4907178 w 7467600"/>
              <a:gd name="connsiteY311" fmla="*/ 6858000 h 6858000"/>
              <a:gd name="connsiteX312" fmla="*/ 4910810 w 7467600"/>
              <a:gd name="connsiteY312" fmla="*/ 6829660 h 6858000"/>
              <a:gd name="connsiteX313" fmla="*/ 4987461 w 7467600"/>
              <a:gd name="connsiteY313" fmla="*/ 6432994 h 6858000"/>
              <a:gd name="connsiteX314" fmla="*/ 5179262 w 7467600"/>
              <a:gd name="connsiteY314" fmla="*/ 6035044 h 6858000"/>
              <a:gd name="connsiteX315" fmla="*/ 4689678 w 7467600"/>
              <a:gd name="connsiteY315" fmla="*/ 6440241 h 6858000"/>
              <a:gd name="connsiteX316" fmla="*/ 4477543 w 7467600"/>
              <a:gd name="connsiteY316" fmla="*/ 6674836 h 6858000"/>
              <a:gd name="connsiteX317" fmla="*/ 4329957 w 7467600"/>
              <a:gd name="connsiteY317" fmla="*/ 6858000 h 6858000"/>
              <a:gd name="connsiteX318" fmla="*/ 4218595 w 7467600"/>
              <a:gd name="connsiteY318" fmla="*/ 6858000 h 6858000"/>
              <a:gd name="connsiteX319" fmla="*/ 4368888 w 7467600"/>
              <a:gd name="connsiteY319" fmla="*/ 6668412 h 6858000"/>
              <a:gd name="connsiteX320" fmla="*/ 4563091 w 7467600"/>
              <a:gd name="connsiteY320" fmla="*/ 6442508 h 6858000"/>
              <a:gd name="connsiteX321" fmla="*/ 5387324 w 7467600"/>
              <a:gd name="connsiteY321" fmla="*/ 5705830 h 6858000"/>
              <a:gd name="connsiteX322" fmla="*/ 5073620 w 7467600"/>
              <a:gd name="connsiteY322" fmla="*/ 5955437 h 6858000"/>
              <a:gd name="connsiteX323" fmla="*/ 4689789 w 7467600"/>
              <a:gd name="connsiteY323" fmla="*/ 6268382 h 6858000"/>
              <a:gd name="connsiteX324" fmla="*/ 4418722 w 7467600"/>
              <a:gd name="connsiteY324" fmla="*/ 6570886 h 6858000"/>
              <a:gd name="connsiteX325" fmla="*/ 4214944 w 7467600"/>
              <a:gd name="connsiteY325" fmla="*/ 6858000 h 6858000"/>
              <a:gd name="connsiteX326" fmla="*/ 4177898 w 7467600"/>
              <a:gd name="connsiteY326" fmla="*/ 6858000 h 6858000"/>
              <a:gd name="connsiteX327" fmla="*/ 4391597 w 7467600"/>
              <a:gd name="connsiteY327" fmla="*/ 6556370 h 6858000"/>
              <a:gd name="connsiteX328" fmla="*/ 4668889 w 7467600"/>
              <a:gd name="connsiteY328" fmla="*/ 6246399 h 6858000"/>
              <a:gd name="connsiteX329" fmla="*/ 5055427 w 7467600"/>
              <a:gd name="connsiteY329" fmla="*/ 5931476 h 6858000"/>
              <a:gd name="connsiteX330" fmla="*/ 5371814 w 7467600"/>
              <a:gd name="connsiteY330" fmla="*/ 5678975 h 6858000"/>
              <a:gd name="connsiteX331" fmla="*/ 4987918 w 7467600"/>
              <a:gd name="connsiteY331" fmla="*/ 5838701 h 6858000"/>
              <a:gd name="connsiteX332" fmla="*/ 4317146 w 7467600"/>
              <a:gd name="connsiteY332" fmla="*/ 6587716 h 6858000"/>
              <a:gd name="connsiteX333" fmla="*/ 4171627 w 7467600"/>
              <a:gd name="connsiteY333" fmla="*/ 6858000 h 6858000"/>
              <a:gd name="connsiteX334" fmla="*/ 4081585 w 7467600"/>
              <a:gd name="connsiteY334" fmla="*/ 6858000 h 6858000"/>
              <a:gd name="connsiteX335" fmla="*/ 4238603 w 7467600"/>
              <a:gd name="connsiteY335" fmla="*/ 6559341 h 6858000"/>
              <a:gd name="connsiteX336" fmla="*/ 4778333 w 7467600"/>
              <a:gd name="connsiteY336" fmla="*/ 5873626 h 6858000"/>
              <a:gd name="connsiteX337" fmla="*/ 5414185 w 7467600"/>
              <a:gd name="connsiteY337" fmla="*/ 5573882 h 6858000"/>
              <a:gd name="connsiteX338" fmla="*/ 5959648 w 7467600"/>
              <a:gd name="connsiteY338" fmla="*/ 4760797 h 6858000"/>
              <a:gd name="connsiteX339" fmla="*/ 5355019 w 7467600"/>
              <a:gd name="connsiteY339" fmla="*/ 4734672 h 6858000"/>
              <a:gd name="connsiteX340" fmla="*/ 5083565 w 7467600"/>
              <a:gd name="connsiteY340" fmla="*/ 5179121 h 6858000"/>
              <a:gd name="connsiteX341" fmla="*/ 4713577 w 7467600"/>
              <a:gd name="connsiteY341" fmla="*/ 5616803 h 6858000"/>
              <a:gd name="connsiteX342" fmla="*/ 3989559 w 7467600"/>
              <a:gd name="connsiteY342" fmla="*/ 6145945 h 6858000"/>
              <a:gd name="connsiteX343" fmla="*/ 3939824 w 7467600"/>
              <a:gd name="connsiteY343" fmla="*/ 6066900 h 6858000"/>
              <a:gd name="connsiteX344" fmla="*/ 4584537 w 7467600"/>
              <a:gd name="connsiteY344" fmla="*/ 5324826 h 6858000"/>
              <a:gd name="connsiteX345" fmla="*/ 5037105 w 7467600"/>
              <a:gd name="connsiteY345" fmla="*/ 5088765 h 6858000"/>
              <a:gd name="connsiteX346" fmla="*/ 5039930 w 7467600"/>
              <a:gd name="connsiteY346" fmla="*/ 5089585 h 6858000"/>
              <a:gd name="connsiteX347" fmla="*/ 5263764 w 7467600"/>
              <a:gd name="connsiteY347" fmla="*/ 4735525 h 6858000"/>
              <a:gd name="connsiteX348" fmla="*/ 4086300 w 7467600"/>
              <a:gd name="connsiteY348" fmla="*/ 4884599 h 6858000"/>
              <a:gd name="connsiteX349" fmla="*/ 4085485 w 7467600"/>
              <a:gd name="connsiteY349" fmla="*/ 4899070 h 6858000"/>
              <a:gd name="connsiteX350" fmla="*/ 3871915 w 7467600"/>
              <a:gd name="connsiteY350" fmla="*/ 5253645 h 6858000"/>
              <a:gd name="connsiteX351" fmla="*/ 3799374 w 7467600"/>
              <a:gd name="connsiteY351" fmla="*/ 5466127 h 6858000"/>
              <a:gd name="connsiteX352" fmla="*/ 3498850 w 7467600"/>
              <a:gd name="connsiteY352" fmla="*/ 6661888 h 6858000"/>
              <a:gd name="connsiteX353" fmla="*/ 3399216 w 7467600"/>
              <a:gd name="connsiteY353" fmla="*/ 6858000 h 6858000"/>
              <a:gd name="connsiteX354" fmla="*/ 3303688 w 7467600"/>
              <a:gd name="connsiteY354" fmla="*/ 6858000 h 6858000"/>
              <a:gd name="connsiteX355" fmla="*/ 3391774 w 7467600"/>
              <a:gd name="connsiteY355" fmla="*/ 6697181 h 6858000"/>
              <a:gd name="connsiteX356" fmla="*/ 3735540 w 7467600"/>
              <a:gd name="connsiteY356" fmla="*/ 5546923 h 6858000"/>
              <a:gd name="connsiteX357" fmla="*/ 3729438 w 7467600"/>
              <a:gd name="connsiteY357" fmla="*/ 5569058 h 6858000"/>
              <a:gd name="connsiteX358" fmla="*/ 3707782 w 7467600"/>
              <a:gd name="connsiteY358" fmla="*/ 5644908 h 6858000"/>
              <a:gd name="connsiteX359" fmla="*/ 3583827 w 7467600"/>
              <a:gd name="connsiteY359" fmla="*/ 6039215 h 6858000"/>
              <a:gd name="connsiteX360" fmla="*/ 3547861 w 7467600"/>
              <a:gd name="connsiteY360" fmla="*/ 6129609 h 6858000"/>
              <a:gd name="connsiteX361" fmla="*/ 3490905 w 7467600"/>
              <a:gd name="connsiteY361" fmla="*/ 6277660 h 6858000"/>
              <a:gd name="connsiteX362" fmla="*/ 3455859 w 7467600"/>
              <a:gd name="connsiteY362" fmla="*/ 6391301 h 6858000"/>
              <a:gd name="connsiteX363" fmla="*/ 3429112 w 7467600"/>
              <a:gd name="connsiteY363" fmla="*/ 6479469 h 6858000"/>
              <a:gd name="connsiteX364" fmla="*/ 3304862 w 7467600"/>
              <a:gd name="connsiteY364" fmla="*/ 6796476 h 6858000"/>
              <a:gd name="connsiteX365" fmla="*/ 3276071 w 7467600"/>
              <a:gd name="connsiteY365" fmla="*/ 6858000 h 6858000"/>
              <a:gd name="connsiteX366" fmla="*/ 3240805 w 7467600"/>
              <a:gd name="connsiteY366" fmla="*/ 6858000 h 6858000"/>
              <a:gd name="connsiteX367" fmla="*/ 3275917 w 7467600"/>
              <a:gd name="connsiteY367" fmla="*/ 6783192 h 6858000"/>
              <a:gd name="connsiteX368" fmla="*/ 3399358 w 7467600"/>
              <a:gd name="connsiteY368" fmla="*/ 6469011 h 6858000"/>
              <a:gd name="connsiteX369" fmla="*/ 3425650 w 7467600"/>
              <a:gd name="connsiteY369" fmla="*/ 6381333 h 6858000"/>
              <a:gd name="connsiteX370" fmla="*/ 3460661 w 7467600"/>
              <a:gd name="connsiteY370" fmla="*/ 6266763 h 6858000"/>
              <a:gd name="connsiteX371" fmla="*/ 3518021 w 7467600"/>
              <a:gd name="connsiteY371" fmla="*/ 6117298 h 6858000"/>
              <a:gd name="connsiteX372" fmla="*/ 3554035 w 7467600"/>
              <a:gd name="connsiteY372" fmla="*/ 6027832 h 6858000"/>
              <a:gd name="connsiteX373" fmla="*/ 3677174 w 7467600"/>
              <a:gd name="connsiteY373" fmla="*/ 5636351 h 6858000"/>
              <a:gd name="connsiteX374" fmla="*/ 3698819 w 7467600"/>
              <a:gd name="connsiteY374" fmla="*/ 5560503 h 6858000"/>
              <a:gd name="connsiteX375" fmla="*/ 3702094 w 7467600"/>
              <a:gd name="connsiteY375" fmla="*/ 5549194 h 6858000"/>
              <a:gd name="connsiteX376" fmla="*/ 3398355 w 7467600"/>
              <a:gd name="connsiteY376" fmla="*/ 6094603 h 6858000"/>
              <a:gd name="connsiteX377" fmla="*/ 3193941 w 7467600"/>
              <a:gd name="connsiteY377" fmla="*/ 6798775 h 6858000"/>
              <a:gd name="connsiteX378" fmla="*/ 3184140 w 7467600"/>
              <a:gd name="connsiteY378" fmla="*/ 6858000 h 6858000"/>
              <a:gd name="connsiteX379" fmla="*/ 3099978 w 7467600"/>
              <a:gd name="connsiteY379" fmla="*/ 6858000 h 6858000"/>
              <a:gd name="connsiteX380" fmla="*/ 3101556 w 7467600"/>
              <a:gd name="connsiteY380" fmla="*/ 6843337 h 6858000"/>
              <a:gd name="connsiteX381" fmla="*/ 3370162 w 7467600"/>
              <a:gd name="connsiteY381" fmla="*/ 5785550 h 6858000"/>
              <a:gd name="connsiteX382" fmla="*/ 3746477 w 7467600"/>
              <a:gd name="connsiteY382" fmla="*/ 5377889 h 6858000"/>
              <a:gd name="connsiteX383" fmla="*/ 3863399 w 7467600"/>
              <a:gd name="connsiteY383" fmla="*/ 5087257 h 6858000"/>
              <a:gd name="connsiteX384" fmla="*/ 3968712 w 7467600"/>
              <a:gd name="connsiteY384" fmla="*/ 4913989 h 6858000"/>
              <a:gd name="connsiteX385" fmla="*/ 2792390 w 7467600"/>
              <a:gd name="connsiteY385" fmla="*/ 5382974 h 6858000"/>
              <a:gd name="connsiteX386" fmla="*/ 2714982 w 7467600"/>
              <a:gd name="connsiteY386" fmla="*/ 5427051 h 6858000"/>
              <a:gd name="connsiteX387" fmla="*/ 2813361 w 7467600"/>
              <a:gd name="connsiteY387" fmla="*/ 6023912 h 6858000"/>
              <a:gd name="connsiteX388" fmla="*/ 2688430 w 7467600"/>
              <a:gd name="connsiteY388" fmla="*/ 6801564 h 6858000"/>
              <a:gd name="connsiteX389" fmla="*/ 2629626 w 7467600"/>
              <a:gd name="connsiteY389" fmla="*/ 6763394 h 6858000"/>
              <a:gd name="connsiteX390" fmla="*/ 2565328 w 7467600"/>
              <a:gd name="connsiteY390" fmla="*/ 5516399 h 6858000"/>
              <a:gd name="connsiteX391" fmla="*/ 1922999 w 7467600"/>
              <a:gd name="connsiteY391" fmla="*/ 5980343 h 6858000"/>
              <a:gd name="connsiteX392" fmla="*/ 1950261 w 7467600"/>
              <a:gd name="connsiteY392" fmla="*/ 6405858 h 6858000"/>
              <a:gd name="connsiteX393" fmla="*/ 2365554 w 7467600"/>
              <a:gd name="connsiteY393" fmla="*/ 6759107 h 6858000"/>
              <a:gd name="connsiteX394" fmla="*/ 2424142 w 7467600"/>
              <a:gd name="connsiteY394" fmla="*/ 6858000 h 6858000"/>
              <a:gd name="connsiteX395" fmla="*/ 2395994 w 7467600"/>
              <a:gd name="connsiteY395" fmla="*/ 6858000 h 6858000"/>
              <a:gd name="connsiteX396" fmla="*/ 2392863 w 7467600"/>
              <a:gd name="connsiteY396" fmla="*/ 6852964 h 6858000"/>
              <a:gd name="connsiteX397" fmla="*/ 2017589 w 7467600"/>
              <a:gd name="connsiteY397" fmla="*/ 6493982 h 6858000"/>
              <a:gd name="connsiteX398" fmla="*/ 2147336 w 7467600"/>
              <a:gd name="connsiteY398" fmla="*/ 6594052 h 6858000"/>
              <a:gd name="connsiteX399" fmla="*/ 2207047 w 7467600"/>
              <a:gd name="connsiteY399" fmla="*/ 6654540 h 6858000"/>
              <a:gd name="connsiteX400" fmla="*/ 2299106 w 7467600"/>
              <a:gd name="connsiteY400" fmla="*/ 6778931 h 6858000"/>
              <a:gd name="connsiteX401" fmla="*/ 2314430 w 7467600"/>
              <a:gd name="connsiteY401" fmla="*/ 6801144 h 6858000"/>
              <a:gd name="connsiteX402" fmla="*/ 2352406 w 7467600"/>
              <a:gd name="connsiteY402" fmla="*/ 6858000 h 6858000"/>
              <a:gd name="connsiteX403" fmla="*/ 2314492 w 7467600"/>
              <a:gd name="connsiteY403" fmla="*/ 6858000 h 6858000"/>
              <a:gd name="connsiteX404" fmla="*/ 2288095 w 7467600"/>
              <a:gd name="connsiteY404" fmla="*/ 6818030 h 6858000"/>
              <a:gd name="connsiteX405" fmla="*/ 2272768 w 7467600"/>
              <a:gd name="connsiteY405" fmla="*/ 6795822 h 6858000"/>
              <a:gd name="connsiteX406" fmla="*/ 2182715 w 7467600"/>
              <a:gd name="connsiteY406" fmla="*/ 6675071 h 6858000"/>
              <a:gd name="connsiteX407" fmla="*/ 2032061 w 7467600"/>
              <a:gd name="connsiteY407" fmla="*/ 6541380 h 6858000"/>
              <a:gd name="connsiteX408" fmla="*/ 2257220 w 7467600"/>
              <a:gd name="connsiteY408" fmla="*/ 6826257 h 6858000"/>
              <a:gd name="connsiteX409" fmla="*/ 2281324 w 7467600"/>
              <a:gd name="connsiteY409" fmla="*/ 6858000 h 6858000"/>
              <a:gd name="connsiteX410" fmla="*/ 2242860 w 7467600"/>
              <a:gd name="connsiteY410" fmla="*/ 6858000 h 6858000"/>
              <a:gd name="connsiteX411" fmla="*/ 2232818 w 7467600"/>
              <a:gd name="connsiteY411" fmla="*/ 6844926 h 6858000"/>
              <a:gd name="connsiteX412" fmla="*/ 1990172 w 7467600"/>
              <a:gd name="connsiteY412" fmla="*/ 6542121 h 6858000"/>
              <a:gd name="connsiteX413" fmla="*/ 2124090 w 7467600"/>
              <a:gd name="connsiteY413" fmla="*/ 6761017 h 6858000"/>
              <a:gd name="connsiteX414" fmla="*/ 2200380 w 7467600"/>
              <a:gd name="connsiteY414" fmla="*/ 6858000 h 6858000"/>
              <a:gd name="connsiteX415" fmla="*/ 2147507 w 7467600"/>
              <a:gd name="connsiteY415" fmla="*/ 6858000 h 6858000"/>
              <a:gd name="connsiteX416" fmla="*/ 2070668 w 7467600"/>
              <a:gd name="connsiteY416" fmla="*/ 6761520 h 6858000"/>
              <a:gd name="connsiteX417" fmla="*/ 1975142 w 7467600"/>
              <a:gd name="connsiteY417" fmla="*/ 6585570 h 6858000"/>
              <a:gd name="connsiteX418" fmla="*/ 2050035 w 7467600"/>
              <a:gd name="connsiteY418" fmla="*/ 6813345 h 6858000"/>
              <a:gd name="connsiteX419" fmla="*/ 2063025 w 7467600"/>
              <a:gd name="connsiteY419" fmla="*/ 6858000 h 6858000"/>
              <a:gd name="connsiteX420" fmla="*/ 2021675 w 7467600"/>
              <a:gd name="connsiteY420" fmla="*/ 6858000 h 6858000"/>
              <a:gd name="connsiteX421" fmla="*/ 2019308 w 7467600"/>
              <a:gd name="connsiteY421" fmla="*/ 6847118 h 6858000"/>
              <a:gd name="connsiteX422" fmla="*/ 1938835 w 7467600"/>
              <a:gd name="connsiteY422" fmla="*/ 6551160 h 6858000"/>
              <a:gd name="connsiteX423" fmla="*/ 1953230 w 7467600"/>
              <a:gd name="connsiteY423" fmla="*/ 6759699 h 6858000"/>
              <a:gd name="connsiteX424" fmla="*/ 1956763 w 7467600"/>
              <a:gd name="connsiteY424" fmla="*/ 6778191 h 6858000"/>
              <a:gd name="connsiteX425" fmla="*/ 1967925 w 7467600"/>
              <a:gd name="connsiteY425" fmla="*/ 6858000 h 6858000"/>
              <a:gd name="connsiteX426" fmla="*/ 1936622 w 7467600"/>
              <a:gd name="connsiteY426" fmla="*/ 6858000 h 6858000"/>
              <a:gd name="connsiteX427" fmla="*/ 1926261 w 7467600"/>
              <a:gd name="connsiteY427" fmla="*/ 6784064 h 6858000"/>
              <a:gd name="connsiteX428" fmla="*/ 1922724 w 7467600"/>
              <a:gd name="connsiteY428" fmla="*/ 6765577 h 6858000"/>
              <a:gd name="connsiteX429" fmla="*/ 1904650 w 7467600"/>
              <a:gd name="connsiteY429" fmla="*/ 6639616 h 6858000"/>
              <a:gd name="connsiteX430" fmla="*/ 1885273 w 7467600"/>
              <a:gd name="connsiteY430" fmla="*/ 6858000 h 6858000"/>
              <a:gd name="connsiteX431" fmla="*/ 1854363 w 7467600"/>
              <a:gd name="connsiteY431" fmla="*/ 6858000 h 6858000"/>
              <a:gd name="connsiteX432" fmla="*/ 1880391 w 7467600"/>
              <a:gd name="connsiteY432" fmla="*/ 6603796 h 6858000"/>
              <a:gd name="connsiteX433" fmla="*/ 1818273 w 7467600"/>
              <a:gd name="connsiteY433" fmla="*/ 6715729 h 6858000"/>
              <a:gd name="connsiteX434" fmla="*/ 1794691 w 7467600"/>
              <a:gd name="connsiteY434" fmla="*/ 6843239 h 6858000"/>
              <a:gd name="connsiteX435" fmla="*/ 1794914 w 7467600"/>
              <a:gd name="connsiteY435" fmla="*/ 6858000 h 6858000"/>
              <a:gd name="connsiteX436" fmla="*/ 1746128 w 7467600"/>
              <a:gd name="connsiteY436" fmla="*/ 6858000 h 6858000"/>
              <a:gd name="connsiteX437" fmla="*/ 1753934 w 7467600"/>
              <a:gd name="connsiteY437" fmla="*/ 6724796 h 6858000"/>
              <a:gd name="connsiteX438" fmla="*/ 1792053 w 7467600"/>
              <a:gd name="connsiteY438" fmla="*/ 6572396 h 6858000"/>
              <a:gd name="connsiteX439" fmla="*/ 1862248 w 7467600"/>
              <a:gd name="connsiteY439" fmla="*/ 6266397 h 6858000"/>
              <a:gd name="connsiteX440" fmla="*/ 1862250 w 7467600"/>
              <a:gd name="connsiteY440" fmla="*/ 6033531 h 6858000"/>
              <a:gd name="connsiteX441" fmla="*/ 1211999 w 7467600"/>
              <a:gd name="connsiteY441" fmla="*/ 6683610 h 6858000"/>
              <a:gd name="connsiteX442" fmla="*/ 1213266 w 7467600"/>
              <a:gd name="connsiteY442" fmla="*/ 6691947 h 6858000"/>
              <a:gd name="connsiteX443" fmla="*/ 1203370 w 7467600"/>
              <a:gd name="connsiteY443" fmla="*/ 6850676 h 6858000"/>
              <a:gd name="connsiteX444" fmla="*/ 1203671 w 7467600"/>
              <a:gd name="connsiteY444" fmla="*/ 6858000 h 6858000"/>
              <a:gd name="connsiteX445" fmla="*/ 1143180 w 7467600"/>
              <a:gd name="connsiteY445" fmla="*/ 6858000 h 6858000"/>
              <a:gd name="connsiteX446" fmla="*/ 1142176 w 7467600"/>
              <a:gd name="connsiteY446" fmla="*/ 6766045 h 6858000"/>
              <a:gd name="connsiteX447" fmla="*/ 1067484 w 7467600"/>
              <a:gd name="connsiteY447" fmla="*/ 6858000 h 6858000"/>
              <a:gd name="connsiteX448" fmla="*/ 953928 w 7467600"/>
              <a:gd name="connsiteY448" fmla="*/ 6858000 h 6858000"/>
              <a:gd name="connsiteX449" fmla="*/ 959715 w 7467600"/>
              <a:gd name="connsiteY449" fmla="*/ 6850185 h 6858000"/>
              <a:gd name="connsiteX450" fmla="*/ 1483788 w 7467600"/>
              <a:gd name="connsiteY450" fmla="*/ 6259174 h 6858000"/>
              <a:gd name="connsiteX451" fmla="*/ 1100671 w 7467600"/>
              <a:gd name="connsiteY451" fmla="*/ 6252137 h 6858000"/>
              <a:gd name="connsiteX452" fmla="*/ 1090144 w 7467600"/>
              <a:gd name="connsiteY452" fmla="*/ 6256748 h 6858000"/>
              <a:gd name="connsiteX453" fmla="*/ 1095872 w 7467600"/>
              <a:gd name="connsiteY453" fmla="*/ 6271892 h 6858000"/>
              <a:gd name="connsiteX454" fmla="*/ 262785 w 7467600"/>
              <a:gd name="connsiteY454" fmla="*/ 6845450 h 6858000"/>
              <a:gd name="connsiteX455" fmla="*/ 209968 w 7467600"/>
              <a:gd name="connsiteY455" fmla="*/ 6770713 h 6858000"/>
              <a:gd name="connsiteX456" fmla="*/ 873460 w 7467600"/>
              <a:gd name="connsiteY456" fmla="*/ 6253768 h 6858000"/>
              <a:gd name="connsiteX457" fmla="*/ 192686 w 7467600"/>
              <a:gd name="connsiteY457" fmla="*/ 5849257 h 6858000"/>
              <a:gd name="connsiteX458" fmla="*/ 4696 w 7467600"/>
              <a:gd name="connsiteY458" fmla="*/ 5697668 h 6858000"/>
              <a:gd name="connsiteX459" fmla="*/ 0 w 7467600"/>
              <a:gd name="connsiteY459" fmla="*/ 5689984 h 6858000"/>
              <a:gd name="connsiteX460" fmla="*/ 0 w 7467600"/>
              <a:gd name="connsiteY460" fmla="*/ 5513472 h 6858000"/>
              <a:gd name="connsiteX461" fmla="*/ 174101 w 7467600"/>
              <a:gd name="connsiteY461" fmla="*/ 5620277 h 6858000"/>
              <a:gd name="connsiteX462" fmla="*/ 891800 w 7467600"/>
              <a:gd name="connsiteY462" fmla="*/ 6036935 h 6858000"/>
              <a:gd name="connsiteX463" fmla="*/ 1072219 w 7467600"/>
              <a:gd name="connsiteY463" fmla="*/ 6169443 h 6858000"/>
              <a:gd name="connsiteX464" fmla="*/ 1074117 w 7467600"/>
              <a:gd name="connsiteY464" fmla="*/ 6170301 h 6858000"/>
              <a:gd name="connsiteX465" fmla="*/ 1083114 w 7467600"/>
              <a:gd name="connsiteY465" fmla="*/ 6174131 h 6858000"/>
              <a:gd name="connsiteX466" fmla="*/ 1543010 w 7467600"/>
              <a:gd name="connsiteY466" fmla="*/ 6191140 h 6858000"/>
              <a:gd name="connsiteX467" fmla="*/ 1551080 w 7467600"/>
              <a:gd name="connsiteY467" fmla="*/ 6195006 h 6858000"/>
              <a:gd name="connsiteX468" fmla="*/ 2345443 w 7467600"/>
              <a:gd name="connsiteY468" fmla="*/ 5549882 h 6858000"/>
              <a:gd name="connsiteX469" fmla="*/ 1721499 w 7467600"/>
              <a:gd name="connsiteY469" fmla="*/ 5599969 h 6858000"/>
              <a:gd name="connsiteX470" fmla="*/ 767716 w 7467600"/>
              <a:gd name="connsiteY470" fmla="*/ 5472768 h 6858000"/>
              <a:gd name="connsiteX471" fmla="*/ 722147 w 7467600"/>
              <a:gd name="connsiteY471" fmla="*/ 5393091 h 6858000"/>
              <a:gd name="connsiteX472" fmla="*/ 1485552 w 7467600"/>
              <a:gd name="connsiteY472" fmla="*/ 5313202 h 6858000"/>
              <a:gd name="connsiteX473" fmla="*/ 2143004 w 7467600"/>
              <a:gd name="connsiteY473" fmla="*/ 5402420 h 6858000"/>
              <a:gd name="connsiteX474" fmla="*/ 1933391 w 7467600"/>
              <a:gd name="connsiteY474" fmla="*/ 5156971 h 6858000"/>
              <a:gd name="connsiteX475" fmla="*/ 1827118 w 7467600"/>
              <a:gd name="connsiteY475" fmla="*/ 4968410 h 6858000"/>
              <a:gd name="connsiteX476" fmla="*/ 1837349 w 7467600"/>
              <a:gd name="connsiteY476" fmla="*/ 4956357 h 6858000"/>
              <a:gd name="connsiteX477" fmla="*/ 2162835 w 7467600"/>
              <a:gd name="connsiteY477" fmla="*/ 5187853 h 6858000"/>
              <a:gd name="connsiteX478" fmla="*/ 2257167 w 7467600"/>
              <a:gd name="connsiteY478" fmla="*/ 5462123 h 6858000"/>
              <a:gd name="connsiteX479" fmla="*/ 2261598 w 7467600"/>
              <a:gd name="connsiteY479" fmla="*/ 5467998 h 6858000"/>
              <a:gd name="connsiteX480" fmla="*/ 2437177 w 7467600"/>
              <a:gd name="connsiteY480" fmla="*/ 5479608 h 6858000"/>
              <a:gd name="connsiteX481" fmla="*/ 2445247 w 7467600"/>
              <a:gd name="connsiteY481" fmla="*/ 5483476 h 6858000"/>
              <a:gd name="connsiteX482" fmla="*/ 2743626 w 7467600"/>
              <a:gd name="connsiteY482" fmla="*/ 5304819 h 6858000"/>
              <a:gd name="connsiteX483" fmla="*/ 3048102 w 7467600"/>
              <a:gd name="connsiteY483" fmla="*/ 5150595 h 6858000"/>
              <a:gd name="connsiteX484" fmla="*/ 1799414 w 7467600"/>
              <a:gd name="connsiteY484" fmla="*/ 4694732 h 6858000"/>
              <a:gd name="connsiteX485" fmla="*/ 1771735 w 7467600"/>
              <a:gd name="connsiteY485" fmla="*/ 4619929 h 6858000"/>
              <a:gd name="connsiteX486" fmla="*/ 3104273 w 7467600"/>
              <a:gd name="connsiteY486" fmla="*/ 5076159 h 6858000"/>
              <a:gd name="connsiteX487" fmla="*/ 3113245 w 7467600"/>
              <a:gd name="connsiteY487" fmla="*/ 5090705 h 6858000"/>
              <a:gd name="connsiteX488" fmla="*/ 3126294 w 7467600"/>
              <a:gd name="connsiteY488" fmla="*/ 5114400 h 6858000"/>
              <a:gd name="connsiteX489" fmla="*/ 3937433 w 7467600"/>
              <a:gd name="connsiteY489" fmla="*/ 4830473 h 6858000"/>
              <a:gd name="connsiteX490" fmla="*/ 3590475 w 7467600"/>
              <a:gd name="connsiteY490" fmla="*/ 4597974 h 6858000"/>
              <a:gd name="connsiteX491" fmla="*/ 3100264 w 7467600"/>
              <a:gd name="connsiteY491" fmla="*/ 4579845 h 6858000"/>
              <a:gd name="connsiteX492" fmla="*/ 2183576 w 7467600"/>
              <a:gd name="connsiteY492" fmla="*/ 4227150 h 6858000"/>
              <a:gd name="connsiteX493" fmla="*/ 2151029 w 7467600"/>
              <a:gd name="connsiteY493" fmla="*/ 4146947 h 6858000"/>
              <a:gd name="connsiteX494" fmla="*/ 3563434 w 7467600"/>
              <a:gd name="connsiteY494" fmla="*/ 4469115 h 6858000"/>
              <a:gd name="connsiteX495" fmla="*/ 3177952 w 7467600"/>
              <a:gd name="connsiteY495" fmla="*/ 3657386 h 6858000"/>
              <a:gd name="connsiteX496" fmla="*/ 3189263 w 7467600"/>
              <a:gd name="connsiteY496" fmla="*/ 3625726 h 6858000"/>
              <a:gd name="connsiteX497" fmla="*/ 3560912 w 7467600"/>
              <a:gd name="connsiteY497" fmla="*/ 4079863 h 6858000"/>
              <a:gd name="connsiteX498" fmla="*/ 3626636 w 7467600"/>
              <a:gd name="connsiteY498" fmla="*/ 4512230 h 6858000"/>
              <a:gd name="connsiteX499" fmla="*/ 3653088 w 7467600"/>
              <a:gd name="connsiteY499" fmla="*/ 4521417 h 6858000"/>
              <a:gd name="connsiteX500" fmla="*/ 3988128 w 7467600"/>
              <a:gd name="connsiteY500" fmla="*/ 4817267 h 6858000"/>
              <a:gd name="connsiteX501" fmla="*/ 4830582 w 7467600"/>
              <a:gd name="connsiteY501" fmla="*/ 4676000 h 6858000"/>
              <a:gd name="connsiteX502" fmla="*/ 4830100 w 7467600"/>
              <a:gd name="connsiteY502" fmla="*/ 4675554 h 6858000"/>
              <a:gd name="connsiteX503" fmla="*/ 4036318 w 7467600"/>
              <a:gd name="connsiteY503" fmla="*/ 4147013 h 6858000"/>
              <a:gd name="connsiteX504" fmla="*/ 3432098 w 7467600"/>
              <a:gd name="connsiteY504" fmla="*/ 3537312 h 6858000"/>
              <a:gd name="connsiteX505" fmla="*/ 3446761 w 7467600"/>
              <a:gd name="connsiteY505" fmla="*/ 3461278 h 6858000"/>
              <a:gd name="connsiteX506" fmla="*/ 4419733 w 7467600"/>
              <a:gd name="connsiteY506" fmla="*/ 3963555 h 6858000"/>
              <a:gd name="connsiteX507" fmla="*/ 4781371 w 7467600"/>
              <a:gd name="connsiteY507" fmla="*/ 4458604 h 6858000"/>
              <a:gd name="connsiteX508" fmla="*/ 4780440 w 7467600"/>
              <a:gd name="connsiteY508" fmla="*/ 4470290 h 6858000"/>
              <a:gd name="connsiteX509" fmla="*/ 4898954 w 7467600"/>
              <a:gd name="connsiteY509" fmla="*/ 4662092 h 6858000"/>
              <a:gd name="connsiteX510" fmla="*/ 4900699 w 7467600"/>
              <a:gd name="connsiteY510" fmla="*/ 4670867 h 6858000"/>
              <a:gd name="connsiteX511" fmla="*/ 5714511 w 7467600"/>
              <a:gd name="connsiteY511" fmla="*/ 4663483 h 6858000"/>
              <a:gd name="connsiteX512" fmla="*/ 5464793 w 7467600"/>
              <a:gd name="connsiteY512" fmla="*/ 4393556 h 6858000"/>
              <a:gd name="connsiteX513" fmla="*/ 5461897 w 7467600"/>
              <a:gd name="connsiteY513" fmla="*/ 4390879 h 6858000"/>
              <a:gd name="connsiteX514" fmla="*/ 4294126 w 7467600"/>
              <a:gd name="connsiteY514" fmla="*/ 3303048 h 6858000"/>
              <a:gd name="connsiteX515" fmla="*/ 4305321 w 7467600"/>
              <a:gd name="connsiteY515" fmla="*/ 3256953 h 6858000"/>
              <a:gd name="connsiteX516" fmla="*/ 4949299 w 7467600"/>
              <a:gd name="connsiteY516" fmla="*/ 3766336 h 6858000"/>
              <a:gd name="connsiteX517" fmla="*/ 5291452 w 7467600"/>
              <a:gd name="connsiteY517" fmla="*/ 4076801 h 6858000"/>
              <a:gd name="connsiteX518" fmla="*/ 5434998 w 7467600"/>
              <a:gd name="connsiteY518" fmla="*/ 4254100 h 6858000"/>
              <a:gd name="connsiteX519" fmla="*/ 5351015 w 7467600"/>
              <a:gd name="connsiteY519" fmla="*/ 3760989 h 6858000"/>
              <a:gd name="connsiteX520" fmla="*/ 5413780 w 7467600"/>
              <a:gd name="connsiteY520" fmla="*/ 2966265 h 6858000"/>
              <a:gd name="connsiteX521" fmla="*/ 5425627 w 7467600"/>
              <a:gd name="connsiteY521" fmla="*/ 2954192 h 6858000"/>
              <a:gd name="connsiteX522" fmla="*/ 6604735 w 7467600"/>
              <a:gd name="connsiteY522" fmla="*/ 2041381 h 6858000"/>
              <a:gd name="connsiteX523" fmla="*/ 7204487 w 7467600"/>
              <a:gd name="connsiteY523" fmla="*/ 2742112 h 6858000"/>
              <a:gd name="connsiteX524" fmla="*/ 7131592 w 7467600"/>
              <a:gd name="connsiteY524" fmla="*/ 2672096 h 6858000"/>
              <a:gd name="connsiteX525" fmla="*/ 6996344 w 7467600"/>
              <a:gd name="connsiteY525" fmla="*/ 2518310 h 6858000"/>
              <a:gd name="connsiteX526" fmla="*/ 6735495 w 7467600"/>
              <a:gd name="connsiteY526" fmla="*/ 2196890 h 6858000"/>
              <a:gd name="connsiteX527" fmla="*/ 6721901 w 7467600"/>
              <a:gd name="connsiteY527" fmla="*/ 2179274 h 6858000"/>
              <a:gd name="connsiteX528" fmla="*/ 6604735 w 7467600"/>
              <a:gd name="connsiteY528" fmla="*/ 2041381 h 6858000"/>
              <a:gd name="connsiteX529" fmla="*/ 6591670 w 7467600"/>
              <a:gd name="connsiteY529" fmla="*/ 1988277 h 6858000"/>
              <a:gd name="connsiteX530" fmla="*/ 6747349 w 7467600"/>
              <a:gd name="connsiteY530" fmla="*/ 2160069 h 6858000"/>
              <a:gd name="connsiteX531" fmla="*/ 6760943 w 7467600"/>
              <a:gd name="connsiteY531" fmla="*/ 2177686 h 6858000"/>
              <a:gd name="connsiteX532" fmla="*/ 7021065 w 7467600"/>
              <a:gd name="connsiteY532" fmla="*/ 2498102 h 6858000"/>
              <a:gd name="connsiteX533" fmla="*/ 7155223 w 7467600"/>
              <a:gd name="connsiteY533" fmla="*/ 2650386 h 6858000"/>
              <a:gd name="connsiteX534" fmla="*/ 7203167 w 7467600"/>
              <a:gd name="connsiteY534" fmla="*/ 2697288 h 6858000"/>
              <a:gd name="connsiteX535" fmla="*/ 6937703 w 7467600"/>
              <a:gd name="connsiteY535" fmla="*/ 2321981 h 6858000"/>
              <a:gd name="connsiteX536" fmla="*/ 6591670 w 7467600"/>
              <a:gd name="connsiteY536" fmla="*/ 1988277 h 6858000"/>
              <a:gd name="connsiteX537" fmla="*/ 5798671 w 7467600"/>
              <a:gd name="connsiteY537" fmla="*/ 1981601 h 6858000"/>
              <a:gd name="connsiteX538" fmla="*/ 5754709 w 7467600"/>
              <a:gd name="connsiteY538" fmla="*/ 2071454 h 6858000"/>
              <a:gd name="connsiteX539" fmla="*/ 5763044 w 7467600"/>
              <a:gd name="connsiteY539" fmla="*/ 2842206 h 6858000"/>
              <a:gd name="connsiteX540" fmla="*/ 5764974 w 7467600"/>
              <a:gd name="connsiteY540" fmla="*/ 2799609 h 6858000"/>
              <a:gd name="connsiteX541" fmla="*/ 5767665 w 7467600"/>
              <a:gd name="connsiteY541" fmla="*/ 2666409 h 6858000"/>
              <a:gd name="connsiteX542" fmla="*/ 5763055 w 7467600"/>
              <a:gd name="connsiteY542" fmla="*/ 2579705 h 6858000"/>
              <a:gd name="connsiteX543" fmla="*/ 5758079 w 7467600"/>
              <a:gd name="connsiteY543" fmla="*/ 2492508 h 6858000"/>
              <a:gd name="connsiteX544" fmla="*/ 5779325 w 7467600"/>
              <a:gd name="connsiteY544" fmla="*/ 2197069 h 6858000"/>
              <a:gd name="connsiteX545" fmla="*/ 5798671 w 7467600"/>
              <a:gd name="connsiteY545" fmla="*/ 1981601 h 6858000"/>
              <a:gd name="connsiteX546" fmla="*/ 5829202 w 7467600"/>
              <a:gd name="connsiteY546" fmla="*/ 1971679 h 6858000"/>
              <a:gd name="connsiteX547" fmla="*/ 5809558 w 7467600"/>
              <a:gd name="connsiteY547" fmla="*/ 2198043 h 6858000"/>
              <a:gd name="connsiteX548" fmla="*/ 5788653 w 7467600"/>
              <a:gd name="connsiteY548" fmla="*/ 2489430 h 6858000"/>
              <a:gd name="connsiteX549" fmla="*/ 5793439 w 7467600"/>
              <a:gd name="connsiteY549" fmla="*/ 2575235 h 6858000"/>
              <a:gd name="connsiteX550" fmla="*/ 5796837 w 7467600"/>
              <a:gd name="connsiteY550" fmla="*/ 2637633 h 6858000"/>
              <a:gd name="connsiteX551" fmla="*/ 5818614 w 7467600"/>
              <a:gd name="connsiteY551" fmla="*/ 2473055 h 6858000"/>
              <a:gd name="connsiteX552" fmla="*/ 5829202 w 7467600"/>
              <a:gd name="connsiteY552" fmla="*/ 1971679 h 6858000"/>
              <a:gd name="connsiteX553" fmla="*/ 5911389 w 7467600"/>
              <a:gd name="connsiteY553" fmla="*/ 1898371 h 6858000"/>
              <a:gd name="connsiteX554" fmla="*/ 6237627 w 7467600"/>
              <a:gd name="connsiteY554" fmla="*/ 2231921 h 6858000"/>
              <a:gd name="connsiteX555" fmla="*/ 5911389 w 7467600"/>
              <a:gd name="connsiteY555" fmla="*/ 1898371 h 6858000"/>
              <a:gd name="connsiteX556" fmla="*/ 6944437 w 7467600"/>
              <a:gd name="connsiteY556" fmla="*/ 1575402 h 6858000"/>
              <a:gd name="connsiteX557" fmla="*/ 6304730 w 7467600"/>
              <a:gd name="connsiteY557" fmla="*/ 1766654 h 6858000"/>
              <a:gd name="connsiteX558" fmla="*/ 6944437 w 7467600"/>
              <a:gd name="connsiteY558" fmla="*/ 1575402 h 6858000"/>
              <a:gd name="connsiteX559" fmla="*/ 7019523 w 7467600"/>
              <a:gd name="connsiteY559" fmla="*/ 1519450 h 6858000"/>
              <a:gd name="connsiteX560" fmla="*/ 6298091 w 7467600"/>
              <a:gd name="connsiteY560" fmla="*/ 1737122 h 6858000"/>
              <a:gd name="connsiteX561" fmla="*/ 7019523 w 7467600"/>
              <a:gd name="connsiteY561" fmla="*/ 1519450 h 6858000"/>
              <a:gd name="connsiteX562" fmla="*/ 2399523 w 7467600"/>
              <a:gd name="connsiteY562" fmla="*/ 1428234 h 6858000"/>
              <a:gd name="connsiteX563" fmla="*/ 2224982 w 7467600"/>
              <a:gd name="connsiteY563" fmla="*/ 1826201 h 6858000"/>
              <a:gd name="connsiteX564" fmla="*/ 2096099 w 7467600"/>
              <a:gd name="connsiteY564" fmla="*/ 2345900 h 6858000"/>
              <a:gd name="connsiteX565" fmla="*/ 2283317 w 7467600"/>
              <a:gd name="connsiteY565" fmla="*/ 1796925 h 6858000"/>
              <a:gd name="connsiteX566" fmla="*/ 2399523 w 7467600"/>
              <a:gd name="connsiteY566" fmla="*/ 1428234 h 6858000"/>
              <a:gd name="connsiteX567" fmla="*/ 2448558 w 7467600"/>
              <a:gd name="connsiteY567" fmla="*/ 1373435 h 6858000"/>
              <a:gd name="connsiteX568" fmla="*/ 2312521 w 7467600"/>
              <a:gd name="connsiteY568" fmla="*/ 1806140 h 6858000"/>
              <a:gd name="connsiteX569" fmla="*/ 2127533 w 7467600"/>
              <a:gd name="connsiteY569" fmla="*/ 2348380 h 6858000"/>
              <a:gd name="connsiteX570" fmla="*/ 2358080 w 7467600"/>
              <a:gd name="connsiteY570" fmla="*/ 1866134 h 6858000"/>
              <a:gd name="connsiteX571" fmla="*/ 2407436 w 7467600"/>
              <a:gd name="connsiteY571" fmla="*/ 1651070 h 6858000"/>
              <a:gd name="connsiteX572" fmla="*/ 2448558 w 7467600"/>
              <a:gd name="connsiteY572" fmla="*/ 1373435 h 6858000"/>
              <a:gd name="connsiteX573" fmla="*/ 278707 w 7467600"/>
              <a:gd name="connsiteY573" fmla="*/ 1352270 h 6858000"/>
              <a:gd name="connsiteX574" fmla="*/ 321570 w 7467600"/>
              <a:gd name="connsiteY574" fmla="*/ 1861610 h 6858000"/>
              <a:gd name="connsiteX575" fmla="*/ 294281 w 7467600"/>
              <a:gd name="connsiteY575" fmla="*/ 1440658 h 6858000"/>
              <a:gd name="connsiteX576" fmla="*/ 278707 w 7467600"/>
              <a:gd name="connsiteY576" fmla="*/ 1352270 h 6858000"/>
              <a:gd name="connsiteX577" fmla="*/ 1423821 w 7467600"/>
              <a:gd name="connsiteY577" fmla="*/ 1351958 h 6858000"/>
              <a:gd name="connsiteX578" fmla="*/ 1638521 w 7467600"/>
              <a:gd name="connsiteY578" fmla="*/ 1908470 h 6858000"/>
              <a:gd name="connsiteX579" fmla="*/ 1754199 w 7467600"/>
              <a:gd name="connsiteY579" fmla="*/ 2149284 h 6858000"/>
              <a:gd name="connsiteX580" fmla="*/ 1908359 w 7467600"/>
              <a:gd name="connsiteY580" fmla="*/ 2364988 h 6858000"/>
              <a:gd name="connsiteX581" fmla="*/ 1647661 w 7467600"/>
              <a:gd name="connsiteY581" fmla="*/ 1825945 h 6858000"/>
              <a:gd name="connsiteX582" fmla="*/ 1423821 w 7467600"/>
              <a:gd name="connsiteY582" fmla="*/ 1351958 h 6858000"/>
              <a:gd name="connsiteX583" fmla="*/ 1431890 w 7467600"/>
              <a:gd name="connsiteY583" fmla="*/ 1306475 h 6858000"/>
              <a:gd name="connsiteX584" fmla="*/ 1507597 w 7467600"/>
              <a:gd name="connsiteY584" fmla="*/ 1446132 h 6858000"/>
              <a:gd name="connsiteX585" fmla="*/ 1674586 w 7467600"/>
              <a:gd name="connsiteY585" fmla="*/ 1813832 h 6858000"/>
              <a:gd name="connsiteX586" fmla="*/ 1815950 w 7467600"/>
              <a:gd name="connsiteY586" fmla="*/ 2128564 h 6858000"/>
              <a:gd name="connsiteX587" fmla="*/ 1984242 w 7467600"/>
              <a:gd name="connsiteY587" fmla="*/ 2430829 h 6858000"/>
              <a:gd name="connsiteX588" fmla="*/ 2014023 w 7467600"/>
              <a:gd name="connsiteY588" fmla="*/ 2450995 h 6858000"/>
              <a:gd name="connsiteX589" fmla="*/ 1747337 w 7467600"/>
              <a:gd name="connsiteY589" fmla="*/ 1855264 h 6858000"/>
              <a:gd name="connsiteX590" fmla="*/ 1533749 w 7467600"/>
              <a:gd name="connsiteY590" fmla="*/ 1478656 h 6858000"/>
              <a:gd name="connsiteX591" fmla="*/ 1431890 w 7467600"/>
              <a:gd name="connsiteY591" fmla="*/ 1306475 h 6858000"/>
              <a:gd name="connsiteX592" fmla="*/ 5052692 w 7467600"/>
              <a:gd name="connsiteY592" fmla="*/ 1292994 h 6858000"/>
              <a:gd name="connsiteX593" fmla="*/ 5200661 w 7467600"/>
              <a:gd name="connsiteY593" fmla="*/ 1635186 h 6858000"/>
              <a:gd name="connsiteX594" fmla="*/ 5297138 w 7467600"/>
              <a:gd name="connsiteY594" fmla="*/ 1906351 h 6858000"/>
              <a:gd name="connsiteX595" fmla="*/ 5052692 w 7467600"/>
              <a:gd name="connsiteY595" fmla="*/ 1292994 h 6858000"/>
              <a:gd name="connsiteX596" fmla="*/ 5009948 w 7467600"/>
              <a:gd name="connsiteY596" fmla="*/ 1273619 h 6858000"/>
              <a:gd name="connsiteX597" fmla="*/ 5121777 w 7467600"/>
              <a:gd name="connsiteY597" fmla="*/ 1654213 h 6858000"/>
              <a:gd name="connsiteX598" fmla="*/ 5293545 w 7467600"/>
              <a:gd name="connsiteY598" fmla="*/ 2072247 h 6858000"/>
              <a:gd name="connsiteX599" fmla="*/ 5294042 w 7467600"/>
              <a:gd name="connsiteY599" fmla="*/ 2065019 h 6858000"/>
              <a:gd name="connsiteX600" fmla="*/ 5171936 w 7467600"/>
              <a:gd name="connsiteY600" fmla="*/ 1647613 h 6858000"/>
              <a:gd name="connsiteX601" fmla="*/ 5009948 w 7467600"/>
              <a:gd name="connsiteY601" fmla="*/ 1273619 h 6858000"/>
              <a:gd name="connsiteX602" fmla="*/ 655236 w 7467600"/>
              <a:gd name="connsiteY602" fmla="*/ 1268632 h 6858000"/>
              <a:gd name="connsiteX603" fmla="*/ 839521 w 7467600"/>
              <a:gd name="connsiteY603" fmla="*/ 1685315 h 6858000"/>
              <a:gd name="connsiteX604" fmla="*/ 1109416 w 7467600"/>
              <a:gd name="connsiteY604" fmla="*/ 2061663 h 6858000"/>
              <a:gd name="connsiteX605" fmla="*/ 1298300 w 7467600"/>
              <a:gd name="connsiteY605" fmla="*/ 2247742 h 6858000"/>
              <a:gd name="connsiteX606" fmla="*/ 1125871 w 7467600"/>
              <a:gd name="connsiteY606" fmla="*/ 1989513 h 6858000"/>
              <a:gd name="connsiteX607" fmla="*/ 981574 w 7467600"/>
              <a:gd name="connsiteY607" fmla="*/ 1783157 h 6858000"/>
              <a:gd name="connsiteX608" fmla="*/ 922198 w 7467600"/>
              <a:gd name="connsiteY608" fmla="*/ 1677437 h 6858000"/>
              <a:gd name="connsiteX609" fmla="*/ 869293 w 7467600"/>
              <a:gd name="connsiteY609" fmla="*/ 1583214 h 6858000"/>
              <a:gd name="connsiteX610" fmla="*/ 751431 w 7467600"/>
              <a:gd name="connsiteY610" fmla="*/ 1405731 h 6858000"/>
              <a:gd name="connsiteX611" fmla="*/ 655236 w 7467600"/>
              <a:gd name="connsiteY611" fmla="*/ 1268632 h 6858000"/>
              <a:gd name="connsiteX612" fmla="*/ 6516292 w 7467600"/>
              <a:gd name="connsiteY612" fmla="*/ 1263064 h 6858000"/>
              <a:gd name="connsiteX613" fmla="*/ 5736320 w 7467600"/>
              <a:gd name="connsiteY613" fmla="*/ 1501803 h 6858000"/>
              <a:gd name="connsiteX614" fmla="*/ 6516292 w 7467600"/>
              <a:gd name="connsiteY614" fmla="*/ 1263064 h 6858000"/>
              <a:gd name="connsiteX615" fmla="*/ 291466 w 7467600"/>
              <a:gd name="connsiteY615" fmla="*/ 1250369 h 6858000"/>
              <a:gd name="connsiteX616" fmla="*/ 323180 w 7467600"/>
              <a:gd name="connsiteY616" fmla="*/ 1435283 h 6858000"/>
              <a:gd name="connsiteX617" fmla="*/ 349381 w 7467600"/>
              <a:gd name="connsiteY617" fmla="*/ 1875041 h 6858000"/>
              <a:gd name="connsiteX618" fmla="*/ 374363 w 7467600"/>
              <a:gd name="connsiteY618" fmla="*/ 1506494 h 6858000"/>
              <a:gd name="connsiteX619" fmla="*/ 302168 w 7467600"/>
              <a:gd name="connsiteY619" fmla="*/ 1274495 h 6858000"/>
              <a:gd name="connsiteX620" fmla="*/ 291466 w 7467600"/>
              <a:gd name="connsiteY620" fmla="*/ 1250369 h 6858000"/>
              <a:gd name="connsiteX621" fmla="*/ 678222 w 7467600"/>
              <a:gd name="connsiteY621" fmla="*/ 1248670 h 6858000"/>
              <a:gd name="connsiteX622" fmla="*/ 775536 w 7467600"/>
              <a:gd name="connsiteY622" fmla="*/ 1388015 h 6858000"/>
              <a:gd name="connsiteX623" fmla="*/ 894529 w 7467600"/>
              <a:gd name="connsiteY623" fmla="*/ 1567739 h 6858000"/>
              <a:gd name="connsiteX624" fmla="*/ 948000 w 7467600"/>
              <a:gd name="connsiteY624" fmla="*/ 1663088 h 6858000"/>
              <a:gd name="connsiteX625" fmla="*/ 1006812 w 7467600"/>
              <a:gd name="connsiteY625" fmla="*/ 1767683 h 6858000"/>
              <a:gd name="connsiteX626" fmla="*/ 1149133 w 7467600"/>
              <a:gd name="connsiteY626" fmla="*/ 1971513 h 6858000"/>
              <a:gd name="connsiteX627" fmla="*/ 1333952 w 7467600"/>
              <a:gd name="connsiteY627" fmla="*/ 2251620 h 6858000"/>
              <a:gd name="connsiteX628" fmla="*/ 1337329 w 7467600"/>
              <a:gd name="connsiteY628" fmla="*/ 2258350 h 6858000"/>
              <a:gd name="connsiteX629" fmla="*/ 1014726 w 7467600"/>
              <a:gd name="connsiteY629" fmla="*/ 1615556 h 6858000"/>
              <a:gd name="connsiteX630" fmla="*/ 678222 w 7467600"/>
              <a:gd name="connsiteY630" fmla="*/ 1248670 h 6858000"/>
              <a:gd name="connsiteX631" fmla="*/ 6691602 w 7467600"/>
              <a:gd name="connsiteY631" fmla="*/ 1140573 h 6858000"/>
              <a:gd name="connsiteX632" fmla="*/ 6571100 w 7467600"/>
              <a:gd name="connsiteY632" fmla="*/ 1183662 h 6858000"/>
              <a:gd name="connsiteX633" fmla="*/ 6241687 w 7467600"/>
              <a:gd name="connsiteY633" fmla="*/ 1257600 h 6858000"/>
              <a:gd name="connsiteX634" fmla="*/ 5693009 w 7467600"/>
              <a:gd name="connsiteY634" fmla="*/ 1478256 h 6858000"/>
              <a:gd name="connsiteX635" fmla="*/ 6548420 w 7467600"/>
              <a:gd name="connsiteY635" fmla="*/ 1214599 h 6858000"/>
              <a:gd name="connsiteX636" fmla="*/ 6605473 w 7467600"/>
              <a:gd name="connsiteY636" fmla="*/ 1184686 h 6858000"/>
              <a:gd name="connsiteX637" fmla="*/ 6691602 w 7467600"/>
              <a:gd name="connsiteY637" fmla="*/ 1140573 h 6858000"/>
              <a:gd name="connsiteX638" fmla="*/ 4002475 w 7467600"/>
              <a:gd name="connsiteY638" fmla="*/ 1037802 h 6858000"/>
              <a:gd name="connsiteX639" fmla="*/ 4000324 w 7467600"/>
              <a:gd name="connsiteY639" fmla="*/ 1039362 h 6858000"/>
              <a:gd name="connsiteX640" fmla="*/ 4002862 w 7467600"/>
              <a:gd name="connsiteY640" fmla="*/ 1042866 h 6858000"/>
              <a:gd name="connsiteX641" fmla="*/ 4002475 w 7467600"/>
              <a:gd name="connsiteY641" fmla="*/ 1037802 h 6858000"/>
              <a:gd name="connsiteX642" fmla="*/ 506322 w 7467600"/>
              <a:gd name="connsiteY642" fmla="*/ 1020997 h 6858000"/>
              <a:gd name="connsiteX643" fmla="*/ 533068 w 7467600"/>
              <a:gd name="connsiteY643" fmla="*/ 1029409 h 6858000"/>
              <a:gd name="connsiteX644" fmla="*/ 1232525 w 7467600"/>
              <a:gd name="connsiteY644" fmla="*/ 1804675 h 6858000"/>
              <a:gd name="connsiteX645" fmla="*/ 1388858 w 7467600"/>
              <a:gd name="connsiteY645" fmla="*/ 2368011 h 6858000"/>
              <a:gd name="connsiteX646" fmla="*/ 1384098 w 7467600"/>
              <a:gd name="connsiteY646" fmla="*/ 2378125 h 6858000"/>
              <a:gd name="connsiteX647" fmla="*/ 1425393 w 7467600"/>
              <a:gd name="connsiteY647" fmla="*/ 2589124 h 6858000"/>
              <a:gd name="connsiteX648" fmla="*/ 1424001 w 7467600"/>
              <a:gd name="connsiteY648" fmla="*/ 2597541 h 6858000"/>
              <a:gd name="connsiteX649" fmla="*/ 2152729 w 7467600"/>
              <a:gd name="connsiteY649" fmla="*/ 2864487 h 6858000"/>
              <a:gd name="connsiteX650" fmla="*/ 2020609 w 7467600"/>
              <a:gd name="connsiteY650" fmla="*/ 2539671 h 6858000"/>
              <a:gd name="connsiteX651" fmla="*/ 2018920 w 7467600"/>
              <a:gd name="connsiteY651" fmla="*/ 2536309 h 6858000"/>
              <a:gd name="connsiteX652" fmla="*/ 1342441 w 7467600"/>
              <a:gd name="connsiteY652" fmla="*/ 1173017 h 6858000"/>
              <a:gd name="connsiteX653" fmla="*/ 1367925 w 7467600"/>
              <a:gd name="connsiteY653" fmla="*/ 1135648 h 6858000"/>
              <a:gd name="connsiteX654" fmla="*/ 1771401 w 7467600"/>
              <a:gd name="connsiteY654" fmla="*/ 1806673 h 6858000"/>
              <a:gd name="connsiteX655" fmla="*/ 1972385 w 7467600"/>
              <a:gd name="connsiteY655" fmla="*/ 2198735 h 6858000"/>
              <a:gd name="connsiteX656" fmla="*/ 2040892 w 7467600"/>
              <a:gd name="connsiteY656" fmla="*/ 2405205 h 6858000"/>
              <a:gd name="connsiteX657" fmla="*/ 2131689 w 7467600"/>
              <a:gd name="connsiteY657" fmla="*/ 1936926 h 6858000"/>
              <a:gd name="connsiteX658" fmla="*/ 2454820 w 7467600"/>
              <a:gd name="connsiteY658" fmla="*/ 1248808 h 6858000"/>
              <a:gd name="connsiteX659" fmla="*/ 2492512 w 7467600"/>
              <a:gd name="connsiteY659" fmla="*/ 1302920 h 6858000"/>
              <a:gd name="connsiteX660" fmla="*/ 2081216 w 7467600"/>
              <a:gd name="connsiteY660" fmla="*/ 2527513 h 6858000"/>
              <a:gd name="connsiteX661" fmla="*/ 2081211 w 7467600"/>
              <a:gd name="connsiteY661" fmla="*/ 2528916 h 6858000"/>
              <a:gd name="connsiteX662" fmla="*/ 2199067 w 7467600"/>
              <a:gd name="connsiteY662" fmla="*/ 2884061 h 6858000"/>
              <a:gd name="connsiteX663" fmla="*/ 3192586 w 7467600"/>
              <a:gd name="connsiteY663" fmla="*/ 3411496 h 6858000"/>
              <a:gd name="connsiteX664" fmla="*/ 3182620 w 7467600"/>
              <a:gd name="connsiteY664" fmla="*/ 3483279 h 6858000"/>
              <a:gd name="connsiteX665" fmla="*/ 2435119 w 7467600"/>
              <a:gd name="connsiteY665" fmla="*/ 3080173 h 6858000"/>
              <a:gd name="connsiteX666" fmla="*/ 2410152 w 7467600"/>
              <a:gd name="connsiteY666" fmla="*/ 3063751 h 6858000"/>
              <a:gd name="connsiteX667" fmla="*/ 2408099 w 7467600"/>
              <a:gd name="connsiteY667" fmla="*/ 3064403 h 6858000"/>
              <a:gd name="connsiteX668" fmla="*/ 2407218 w 7467600"/>
              <a:gd name="connsiteY668" fmla="*/ 3070324 h 6858000"/>
              <a:gd name="connsiteX669" fmla="*/ 2380138 w 7467600"/>
              <a:gd name="connsiteY669" fmla="*/ 3099341 h 6858000"/>
              <a:gd name="connsiteX670" fmla="*/ 1765923 w 7467600"/>
              <a:gd name="connsiteY670" fmla="*/ 3581043 h 6858000"/>
              <a:gd name="connsiteX671" fmla="*/ 1702258 w 7467600"/>
              <a:gd name="connsiteY671" fmla="*/ 3612286 h 6858000"/>
              <a:gd name="connsiteX672" fmla="*/ 1538370 w 7467600"/>
              <a:gd name="connsiteY672" fmla="*/ 3811804 h 6858000"/>
              <a:gd name="connsiteX673" fmla="*/ 542867 w 7467600"/>
              <a:gd name="connsiteY673" fmla="*/ 4944092 h 6858000"/>
              <a:gd name="connsiteX674" fmla="*/ 515800 w 7467600"/>
              <a:gd name="connsiteY674" fmla="*/ 4862180 h 6858000"/>
              <a:gd name="connsiteX675" fmla="*/ 909145 w 7467600"/>
              <a:gd name="connsiteY675" fmla="*/ 4199225 h 6858000"/>
              <a:gd name="connsiteX676" fmla="*/ 1214067 w 7467600"/>
              <a:gd name="connsiteY676" fmla="*/ 3908561 h 6858000"/>
              <a:gd name="connsiteX677" fmla="*/ 640967 w 7467600"/>
              <a:gd name="connsiteY677" fmla="*/ 4105601 h 6858000"/>
              <a:gd name="connsiteX678" fmla="*/ 112563 w 7467600"/>
              <a:gd name="connsiteY678" fmla="*/ 4396952 h 6858000"/>
              <a:gd name="connsiteX679" fmla="*/ 0 w 7467600"/>
              <a:gd name="connsiteY679" fmla="*/ 4466006 h 6858000"/>
              <a:gd name="connsiteX680" fmla="*/ 0 w 7467600"/>
              <a:gd name="connsiteY680" fmla="*/ 4233763 h 6858000"/>
              <a:gd name="connsiteX681" fmla="*/ 36881 w 7467600"/>
              <a:gd name="connsiteY681" fmla="*/ 4200118 h 6858000"/>
              <a:gd name="connsiteX682" fmla="*/ 910534 w 7467600"/>
              <a:gd name="connsiteY682" fmla="*/ 3629753 h 6858000"/>
              <a:gd name="connsiteX683" fmla="*/ 1578717 w 7467600"/>
              <a:gd name="connsiteY683" fmla="*/ 3575982 h 6858000"/>
              <a:gd name="connsiteX684" fmla="*/ 2338780 w 7467600"/>
              <a:gd name="connsiteY684" fmla="*/ 3033725 h 6858000"/>
              <a:gd name="connsiteX685" fmla="*/ 1807991 w 7467600"/>
              <a:gd name="connsiteY685" fmla="*/ 2807184 h 6858000"/>
              <a:gd name="connsiteX686" fmla="*/ 1416358 w 7467600"/>
              <a:gd name="connsiteY686" fmla="*/ 3112571 h 6858000"/>
              <a:gd name="connsiteX687" fmla="*/ 939066 w 7467600"/>
              <a:gd name="connsiteY687" fmla="*/ 3378798 h 6858000"/>
              <a:gd name="connsiteX688" fmla="*/ 115099 w 7467600"/>
              <a:gd name="connsiteY688" fmla="*/ 3607650 h 6858000"/>
              <a:gd name="connsiteX689" fmla="*/ 97284 w 7467600"/>
              <a:gd name="connsiteY689" fmla="*/ 3520393 h 6858000"/>
              <a:gd name="connsiteX690" fmla="*/ 922050 w 7467600"/>
              <a:gd name="connsiteY690" fmla="*/ 3074867 h 6858000"/>
              <a:gd name="connsiteX691" fmla="*/ 1405265 w 7467600"/>
              <a:gd name="connsiteY691" fmla="*/ 3016319 h 6858000"/>
              <a:gd name="connsiteX692" fmla="*/ 1407512 w 7467600"/>
              <a:gd name="connsiteY692" fmla="*/ 3018001 h 6858000"/>
              <a:gd name="connsiteX693" fmla="*/ 1726266 w 7467600"/>
              <a:gd name="connsiteY693" fmla="*/ 2777274 h 6858000"/>
              <a:gd name="connsiteX694" fmla="*/ 625390 w 7467600"/>
              <a:gd name="connsiteY694" fmla="*/ 2514541 h 6858000"/>
              <a:gd name="connsiteX695" fmla="*/ 619799 w 7467600"/>
              <a:gd name="connsiteY695" fmla="*/ 2527180 h 6858000"/>
              <a:gd name="connsiteX696" fmla="*/ 310030 w 7467600"/>
              <a:gd name="connsiteY696" fmla="*/ 2771818 h 6858000"/>
              <a:gd name="connsiteX697" fmla="*/ 173877 w 7467600"/>
              <a:gd name="connsiteY697" fmla="*/ 2937056 h 6858000"/>
              <a:gd name="connsiteX698" fmla="*/ 77889 w 7467600"/>
              <a:gd name="connsiteY698" fmla="*/ 3138440 h 6858000"/>
              <a:gd name="connsiteX699" fmla="*/ 0 w 7467600"/>
              <a:gd name="connsiteY699" fmla="*/ 3271395 h 6858000"/>
              <a:gd name="connsiteX700" fmla="*/ 0 w 7467600"/>
              <a:gd name="connsiteY700" fmla="*/ 3153002 h 6858000"/>
              <a:gd name="connsiteX701" fmla="*/ 2386 w 7467600"/>
              <a:gd name="connsiteY701" fmla="*/ 3149203 h 6858000"/>
              <a:gd name="connsiteX702" fmla="*/ 89753 w 7467600"/>
              <a:gd name="connsiteY702" fmla="*/ 2987702 h 6858000"/>
              <a:gd name="connsiteX703" fmla="*/ 76869 w 7467600"/>
              <a:gd name="connsiteY703" fmla="*/ 3005404 h 6858000"/>
              <a:gd name="connsiteX704" fmla="*/ 32049 w 7467600"/>
              <a:gd name="connsiteY704" fmla="*/ 3065814 h 6858000"/>
              <a:gd name="connsiteX705" fmla="*/ 0 w 7467600"/>
              <a:gd name="connsiteY705" fmla="*/ 3108744 h 6858000"/>
              <a:gd name="connsiteX706" fmla="*/ 0 w 7467600"/>
              <a:gd name="connsiteY706" fmla="*/ 3058059 h 6858000"/>
              <a:gd name="connsiteX707" fmla="*/ 7610 w 7467600"/>
              <a:gd name="connsiteY707" fmla="*/ 3047889 h 6858000"/>
              <a:gd name="connsiteX708" fmla="*/ 52419 w 7467600"/>
              <a:gd name="connsiteY708" fmla="*/ 2987479 h 6858000"/>
              <a:gd name="connsiteX709" fmla="*/ 59142 w 7467600"/>
              <a:gd name="connsiteY709" fmla="*/ 2978488 h 6858000"/>
              <a:gd name="connsiteX710" fmla="*/ 0 w 7467600"/>
              <a:gd name="connsiteY710" fmla="*/ 3015334 h 6858000"/>
              <a:gd name="connsiteX711" fmla="*/ 0 w 7467600"/>
              <a:gd name="connsiteY711" fmla="*/ 2914286 h 6858000"/>
              <a:gd name="connsiteX712" fmla="*/ 36383 w 7467600"/>
              <a:gd name="connsiteY712" fmla="*/ 2901128 h 6858000"/>
              <a:gd name="connsiteX713" fmla="*/ 156329 w 7467600"/>
              <a:gd name="connsiteY713" fmla="*/ 2840533 h 6858000"/>
              <a:gd name="connsiteX714" fmla="*/ 358355 w 7467600"/>
              <a:gd name="connsiteY714" fmla="*/ 2620471 h 6858000"/>
              <a:gd name="connsiteX715" fmla="*/ 510577 w 7467600"/>
              <a:gd name="connsiteY715" fmla="*/ 2501244 h 6858000"/>
              <a:gd name="connsiteX716" fmla="*/ 211967 w 7467600"/>
              <a:gd name="connsiteY716" fmla="*/ 2479171 h 6858000"/>
              <a:gd name="connsiteX717" fmla="*/ 0 w 7467600"/>
              <a:gd name="connsiteY717" fmla="*/ 2476398 h 6858000"/>
              <a:gd name="connsiteX718" fmla="*/ 0 w 7467600"/>
              <a:gd name="connsiteY718" fmla="*/ 2389189 h 6858000"/>
              <a:gd name="connsiteX719" fmla="*/ 103062 w 7467600"/>
              <a:gd name="connsiteY719" fmla="*/ 2389518 h 6858000"/>
              <a:gd name="connsiteX720" fmla="*/ 510734 w 7467600"/>
              <a:gd name="connsiteY720" fmla="*/ 2416201 h 6858000"/>
              <a:gd name="connsiteX721" fmla="*/ 279257 w 7467600"/>
              <a:gd name="connsiteY721" fmla="*/ 2092102 h 6858000"/>
              <a:gd name="connsiteX722" fmla="*/ 65265 w 7467600"/>
              <a:gd name="connsiteY722" fmla="*/ 2006049 h 6858000"/>
              <a:gd name="connsiteX723" fmla="*/ 0 w 7467600"/>
              <a:gd name="connsiteY723" fmla="*/ 1982532 h 6858000"/>
              <a:gd name="connsiteX724" fmla="*/ 0 w 7467600"/>
              <a:gd name="connsiteY724" fmla="*/ 1912789 h 6858000"/>
              <a:gd name="connsiteX725" fmla="*/ 97460 w 7467600"/>
              <a:gd name="connsiteY725" fmla="*/ 1953725 h 6858000"/>
              <a:gd name="connsiteX726" fmla="*/ 221272 w 7467600"/>
              <a:gd name="connsiteY726" fmla="*/ 1980766 h 6858000"/>
              <a:gd name="connsiteX727" fmla="*/ 116765 w 7467600"/>
              <a:gd name="connsiteY727" fmla="*/ 1911033 h 6858000"/>
              <a:gd name="connsiteX728" fmla="*/ 16405 w 7467600"/>
              <a:gd name="connsiteY728" fmla="*/ 1803412 h 6858000"/>
              <a:gd name="connsiteX729" fmla="*/ 0 w 7467600"/>
              <a:gd name="connsiteY729" fmla="*/ 1784777 h 6858000"/>
              <a:gd name="connsiteX730" fmla="*/ 0 w 7467600"/>
              <a:gd name="connsiteY730" fmla="*/ 1740082 h 6858000"/>
              <a:gd name="connsiteX731" fmla="*/ 39394 w 7467600"/>
              <a:gd name="connsiteY731" fmla="*/ 1784856 h 6858000"/>
              <a:gd name="connsiteX732" fmla="*/ 135813 w 7467600"/>
              <a:gd name="connsiteY732" fmla="*/ 1888838 h 6858000"/>
              <a:gd name="connsiteX733" fmla="*/ 242575 w 7467600"/>
              <a:gd name="connsiteY733" fmla="*/ 1958841 h 6858000"/>
              <a:gd name="connsiteX734" fmla="*/ 82197 w 7467600"/>
              <a:gd name="connsiteY734" fmla="*/ 1754826 h 6858000"/>
              <a:gd name="connsiteX735" fmla="*/ 0 w 7467600"/>
              <a:gd name="connsiteY735" fmla="*/ 1679650 h 6858000"/>
              <a:gd name="connsiteX736" fmla="*/ 0 w 7467600"/>
              <a:gd name="connsiteY736" fmla="*/ 1602463 h 6858000"/>
              <a:gd name="connsiteX737" fmla="*/ 84689 w 7467600"/>
              <a:gd name="connsiteY737" fmla="*/ 1677442 h 6858000"/>
              <a:gd name="connsiteX738" fmla="*/ 298437 w 7467600"/>
              <a:gd name="connsiteY738" fmla="*/ 1968019 h 6858000"/>
              <a:gd name="connsiteX739" fmla="*/ 227269 w 7467600"/>
              <a:gd name="connsiteY739" fmla="*/ 1114064 h 6858000"/>
              <a:gd name="connsiteX740" fmla="*/ 248003 w 7467600"/>
              <a:gd name="connsiteY740" fmla="*/ 1089613 h 6858000"/>
              <a:gd name="connsiteX741" fmla="*/ 427020 w 7467600"/>
              <a:gd name="connsiteY741" fmla="*/ 1619803 h 6858000"/>
              <a:gd name="connsiteX742" fmla="*/ 340345 w 7467600"/>
              <a:gd name="connsiteY742" fmla="*/ 2027739 h 6858000"/>
              <a:gd name="connsiteX743" fmla="*/ 360865 w 7467600"/>
              <a:gd name="connsiteY743" fmla="*/ 2044827 h 6858000"/>
              <a:gd name="connsiteX744" fmla="*/ 560414 w 7467600"/>
              <a:gd name="connsiteY744" fmla="*/ 2421457 h 6858000"/>
              <a:gd name="connsiteX745" fmla="*/ 1359703 w 7467600"/>
              <a:gd name="connsiteY745" fmla="*/ 2578554 h 6858000"/>
              <a:gd name="connsiteX746" fmla="*/ 1359422 w 7467600"/>
              <a:gd name="connsiteY746" fmla="*/ 2577994 h 6858000"/>
              <a:gd name="connsiteX747" fmla="*/ 828701 w 7467600"/>
              <a:gd name="connsiteY747" fmla="*/ 1839520 h 6858000"/>
              <a:gd name="connsiteX748" fmla="*/ 494427 w 7467600"/>
              <a:gd name="connsiteY748" fmla="*/ 1092333 h 6858000"/>
              <a:gd name="connsiteX749" fmla="*/ 506322 w 7467600"/>
              <a:gd name="connsiteY749" fmla="*/ 1020997 h 6858000"/>
              <a:gd name="connsiteX750" fmla="*/ 4570198 w 7467600"/>
              <a:gd name="connsiteY750" fmla="*/ 978081 h 6858000"/>
              <a:gd name="connsiteX751" fmla="*/ 4523691 w 7467600"/>
              <a:gd name="connsiteY751" fmla="*/ 1127776 h 6858000"/>
              <a:gd name="connsiteX752" fmla="*/ 4509875 w 7467600"/>
              <a:gd name="connsiteY752" fmla="*/ 1167552 h 6858000"/>
              <a:gd name="connsiteX753" fmla="*/ 4478168 w 7467600"/>
              <a:gd name="connsiteY753" fmla="*/ 1260735 h 6858000"/>
              <a:gd name="connsiteX754" fmla="*/ 4409309 w 7467600"/>
              <a:gd name="connsiteY754" fmla="*/ 1666996 h 6858000"/>
              <a:gd name="connsiteX755" fmla="*/ 4370031 w 7467600"/>
              <a:gd name="connsiteY755" fmla="*/ 1955666 h 6858000"/>
              <a:gd name="connsiteX756" fmla="*/ 4570198 w 7467600"/>
              <a:gd name="connsiteY756" fmla="*/ 978081 h 6858000"/>
              <a:gd name="connsiteX757" fmla="*/ 4557898 w 7467600"/>
              <a:gd name="connsiteY757" fmla="*/ 900011 h 6858000"/>
              <a:gd name="connsiteX758" fmla="*/ 4344840 w 7467600"/>
              <a:gd name="connsiteY758" fmla="*/ 1922038 h 6858000"/>
              <a:gd name="connsiteX759" fmla="*/ 4378710 w 7467600"/>
              <a:gd name="connsiteY759" fmla="*/ 1665516 h 6858000"/>
              <a:gd name="connsiteX760" fmla="*/ 4448798 w 7467600"/>
              <a:gd name="connsiteY760" fmla="*/ 1253024 h 6858000"/>
              <a:gd name="connsiteX761" fmla="*/ 4480315 w 7467600"/>
              <a:gd name="connsiteY761" fmla="*/ 1158454 h 6858000"/>
              <a:gd name="connsiteX762" fmla="*/ 4494133 w 7467600"/>
              <a:gd name="connsiteY762" fmla="*/ 1118676 h 6858000"/>
              <a:gd name="connsiteX763" fmla="*/ 4557898 w 7467600"/>
              <a:gd name="connsiteY763" fmla="*/ 900011 h 6858000"/>
              <a:gd name="connsiteX764" fmla="*/ 5870151 w 7467600"/>
              <a:gd name="connsiteY764" fmla="*/ 898890 h 6858000"/>
              <a:gd name="connsiteX765" fmla="*/ 5861335 w 7467600"/>
              <a:gd name="connsiteY765" fmla="*/ 899177 h 6858000"/>
              <a:gd name="connsiteX766" fmla="*/ 5843702 w 7467600"/>
              <a:gd name="connsiteY766" fmla="*/ 899748 h 6858000"/>
              <a:gd name="connsiteX767" fmla="*/ 5651107 w 7467600"/>
              <a:gd name="connsiteY767" fmla="*/ 920306 h 6858000"/>
              <a:gd name="connsiteX768" fmla="*/ 5459407 w 7467600"/>
              <a:gd name="connsiteY768" fmla="*/ 940975 h 6858000"/>
              <a:gd name="connsiteX769" fmla="*/ 5374846 w 7467600"/>
              <a:gd name="connsiteY769" fmla="*/ 941988 h 6858000"/>
              <a:gd name="connsiteX770" fmla="*/ 5256105 w 7467600"/>
              <a:gd name="connsiteY770" fmla="*/ 945632 h 6858000"/>
              <a:gd name="connsiteX771" fmla="*/ 5107071 w 7467600"/>
              <a:gd name="connsiteY771" fmla="*/ 969720 h 6858000"/>
              <a:gd name="connsiteX772" fmla="*/ 4998681 w 7467600"/>
              <a:gd name="connsiteY772" fmla="*/ 988771 h 6858000"/>
              <a:gd name="connsiteX773" fmla="*/ 5870151 w 7467600"/>
              <a:gd name="connsiteY773" fmla="*/ 898890 h 6858000"/>
              <a:gd name="connsiteX774" fmla="*/ 5504425 w 7467600"/>
              <a:gd name="connsiteY774" fmla="*/ 848067 h 6858000"/>
              <a:gd name="connsiteX775" fmla="*/ 4968849 w 7467600"/>
              <a:gd name="connsiteY775" fmla="*/ 962318 h 6858000"/>
              <a:gd name="connsiteX776" fmla="*/ 5104039 w 7467600"/>
              <a:gd name="connsiteY776" fmla="*/ 940634 h 6858000"/>
              <a:gd name="connsiteX777" fmla="*/ 5256311 w 7467600"/>
              <a:gd name="connsiteY777" fmla="*/ 916490 h 6858000"/>
              <a:gd name="connsiteX778" fmla="*/ 5377381 w 7467600"/>
              <a:gd name="connsiteY778" fmla="*/ 912671 h 6858000"/>
              <a:gd name="connsiteX779" fmla="*/ 5460148 w 7467600"/>
              <a:gd name="connsiteY779" fmla="*/ 911442 h 6858000"/>
              <a:gd name="connsiteX780" fmla="*/ 5648971 w 7467600"/>
              <a:gd name="connsiteY780" fmla="*/ 891331 h 6858000"/>
              <a:gd name="connsiteX781" fmla="*/ 5844807 w 7467600"/>
              <a:gd name="connsiteY781" fmla="*/ 870718 h 6858000"/>
              <a:gd name="connsiteX782" fmla="*/ 5862975 w 7467600"/>
              <a:gd name="connsiteY782" fmla="*/ 869756 h 6858000"/>
              <a:gd name="connsiteX783" fmla="*/ 5920887 w 7467600"/>
              <a:gd name="connsiteY783" fmla="*/ 865929 h 6858000"/>
              <a:gd name="connsiteX784" fmla="*/ 5504425 w 7467600"/>
              <a:gd name="connsiteY784" fmla="*/ 848067 h 6858000"/>
              <a:gd name="connsiteX785" fmla="*/ 3607114 w 7467600"/>
              <a:gd name="connsiteY785" fmla="*/ 467441 h 6858000"/>
              <a:gd name="connsiteX786" fmla="*/ 3296242 w 7467600"/>
              <a:gd name="connsiteY786" fmla="*/ 807991 h 6858000"/>
              <a:gd name="connsiteX787" fmla="*/ 3174674 w 7467600"/>
              <a:gd name="connsiteY787" fmla="*/ 919759 h 6858000"/>
              <a:gd name="connsiteX788" fmla="*/ 3042978 w 7467600"/>
              <a:gd name="connsiteY788" fmla="*/ 1054894 h 6858000"/>
              <a:gd name="connsiteX789" fmla="*/ 2968914 w 7467600"/>
              <a:gd name="connsiteY789" fmla="*/ 1133756 h 6858000"/>
              <a:gd name="connsiteX790" fmla="*/ 3103823 w 7467600"/>
              <a:gd name="connsiteY790" fmla="*/ 1026814 h 6858000"/>
              <a:gd name="connsiteX791" fmla="*/ 3607114 w 7467600"/>
              <a:gd name="connsiteY791" fmla="*/ 467441 h 6858000"/>
              <a:gd name="connsiteX792" fmla="*/ 3744487 w 7467600"/>
              <a:gd name="connsiteY792" fmla="*/ 383136 h 6858000"/>
              <a:gd name="connsiteX793" fmla="*/ 3970213 w 7467600"/>
              <a:gd name="connsiteY793" fmla="*/ 995559 h 6858000"/>
              <a:gd name="connsiteX794" fmla="*/ 3744487 w 7467600"/>
              <a:gd name="connsiteY794" fmla="*/ 383136 h 6858000"/>
              <a:gd name="connsiteX795" fmla="*/ 3624562 w 7467600"/>
              <a:gd name="connsiteY795" fmla="*/ 367041 h 6858000"/>
              <a:gd name="connsiteX796" fmla="*/ 3489712 w 7467600"/>
              <a:gd name="connsiteY796" fmla="*/ 485386 h 6858000"/>
              <a:gd name="connsiteX797" fmla="*/ 3182994 w 7467600"/>
              <a:gd name="connsiteY797" fmla="*/ 828265 h 6858000"/>
              <a:gd name="connsiteX798" fmla="*/ 2892114 w 7467600"/>
              <a:gd name="connsiteY798" fmla="*/ 1172635 h 6858000"/>
              <a:gd name="connsiteX799" fmla="*/ 3021459 w 7467600"/>
              <a:gd name="connsiteY799" fmla="*/ 1035385 h 6858000"/>
              <a:gd name="connsiteX800" fmla="*/ 3153873 w 7467600"/>
              <a:gd name="connsiteY800" fmla="*/ 898971 h 6858000"/>
              <a:gd name="connsiteX801" fmla="*/ 3276511 w 7467600"/>
              <a:gd name="connsiteY801" fmla="*/ 786423 h 6858000"/>
              <a:gd name="connsiteX802" fmla="*/ 3584154 w 7467600"/>
              <a:gd name="connsiteY802" fmla="*/ 448218 h 6858000"/>
              <a:gd name="connsiteX803" fmla="*/ 3624562 w 7467600"/>
              <a:gd name="connsiteY803" fmla="*/ 367041 h 6858000"/>
              <a:gd name="connsiteX804" fmla="*/ 3766672 w 7467600"/>
              <a:gd name="connsiteY804" fmla="*/ 359429 h 6858000"/>
              <a:gd name="connsiteX805" fmla="*/ 3996338 w 7467600"/>
              <a:gd name="connsiteY805" fmla="*/ 968237 h 6858000"/>
              <a:gd name="connsiteX806" fmla="*/ 3766672 w 7467600"/>
              <a:gd name="connsiteY806" fmla="*/ 359429 h 6858000"/>
              <a:gd name="connsiteX807" fmla="*/ 5805386 w 7467600"/>
              <a:gd name="connsiteY807" fmla="*/ 239240 h 6858000"/>
              <a:gd name="connsiteX808" fmla="*/ 5736947 w 7467600"/>
              <a:gd name="connsiteY808" fmla="*/ 261367 h 6858000"/>
              <a:gd name="connsiteX809" fmla="*/ 5427012 w 7467600"/>
              <a:gd name="connsiteY809" fmla="*/ 311272 h 6858000"/>
              <a:gd name="connsiteX810" fmla="*/ 5147818 w 7467600"/>
              <a:gd name="connsiteY810" fmla="*/ 322112 h 6858000"/>
              <a:gd name="connsiteX811" fmla="*/ 5060854 w 7467600"/>
              <a:gd name="connsiteY811" fmla="*/ 311882 h 6858000"/>
              <a:gd name="connsiteX812" fmla="*/ 4945989 w 7467600"/>
              <a:gd name="connsiteY812" fmla="*/ 300516 h 6858000"/>
              <a:gd name="connsiteX813" fmla="*/ 5410479 w 7467600"/>
              <a:gd name="connsiteY813" fmla="*/ 348434 h 6858000"/>
              <a:gd name="connsiteX814" fmla="*/ 5805386 w 7467600"/>
              <a:gd name="connsiteY814" fmla="*/ 239240 h 6858000"/>
              <a:gd name="connsiteX815" fmla="*/ 5905192 w 7467600"/>
              <a:gd name="connsiteY815" fmla="*/ 163079 h 6858000"/>
              <a:gd name="connsiteX816" fmla="*/ 5865655 w 7467600"/>
              <a:gd name="connsiteY816" fmla="*/ 171901 h 6858000"/>
              <a:gd name="connsiteX817" fmla="*/ 5259740 w 7467600"/>
              <a:gd name="connsiteY817" fmla="*/ 257013 h 6858000"/>
              <a:gd name="connsiteX818" fmla="*/ 5208466 w 7467600"/>
              <a:gd name="connsiteY818" fmla="*/ 257550 h 6858000"/>
              <a:gd name="connsiteX819" fmla="*/ 4980204 w 7467600"/>
              <a:gd name="connsiteY819" fmla="*/ 271903 h 6858000"/>
              <a:gd name="connsiteX820" fmla="*/ 5068068 w 7467600"/>
              <a:gd name="connsiteY820" fmla="*/ 282244 h 6858000"/>
              <a:gd name="connsiteX821" fmla="*/ 5153231 w 7467600"/>
              <a:gd name="connsiteY821" fmla="*/ 292240 h 6858000"/>
              <a:gd name="connsiteX822" fmla="*/ 5426491 w 7467600"/>
              <a:gd name="connsiteY822" fmla="*/ 281128 h 6858000"/>
              <a:gd name="connsiteX823" fmla="*/ 5731212 w 7467600"/>
              <a:gd name="connsiteY823" fmla="*/ 231951 h 6858000"/>
              <a:gd name="connsiteX824" fmla="*/ 5905192 w 7467600"/>
              <a:gd name="connsiteY824" fmla="*/ 163079 h 6858000"/>
              <a:gd name="connsiteX825" fmla="*/ 5944437 w 7467600"/>
              <a:gd name="connsiteY825" fmla="*/ 113829 h 6858000"/>
              <a:gd name="connsiteX826" fmla="*/ 5825032 w 7467600"/>
              <a:gd name="connsiteY826" fmla="*/ 146405 h 6858000"/>
              <a:gd name="connsiteX827" fmla="*/ 4955599 w 7467600"/>
              <a:gd name="connsiteY827" fmla="*/ 247008 h 6858000"/>
              <a:gd name="connsiteX828" fmla="*/ 5210104 w 7467600"/>
              <a:gd name="connsiteY828" fmla="*/ 228123 h 6858000"/>
              <a:gd name="connsiteX829" fmla="*/ 5261015 w 7467600"/>
              <a:gd name="connsiteY829" fmla="*/ 227087 h 6858000"/>
              <a:gd name="connsiteX830" fmla="*/ 5861181 w 7467600"/>
              <a:gd name="connsiteY830" fmla="*/ 143093 h 6858000"/>
              <a:gd name="connsiteX831" fmla="*/ 5961252 w 7467600"/>
              <a:gd name="connsiteY831" fmla="*/ 114820 h 6858000"/>
              <a:gd name="connsiteX832" fmla="*/ 5944437 w 7467600"/>
              <a:gd name="connsiteY832" fmla="*/ 113829 h 6858000"/>
              <a:gd name="connsiteX833" fmla="*/ 3882765 w 7467600"/>
              <a:gd name="connsiteY833" fmla="*/ 0 h 6858000"/>
              <a:gd name="connsiteX834" fmla="*/ 3995099 w 7467600"/>
              <a:gd name="connsiteY834" fmla="*/ 0 h 6858000"/>
              <a:gd name="connsiteX835" fmla="*/ 4163818 w 7467600"/>
              <a:gd name="connsiteY835" fmla="*/ 234104 h 6858000"/>
              <a:gd name="connsiteX836" fmla="*/ 4172099 w 7467600"/>
              <a:gd name="connsiteY836" fmla="*/ 234207 h 6858000"/>
              <a:gd name="connsiteX837" fmla="*/ 4784282 w 7467600"/>
              <a:gd name="connsiteY837" fmla="*/ 276561 h 6858000"/>
              <a:gd name="connsiteX838" fmla="*/ 4801687 w 7467600"/>
              <a:gd name="connsiteY838" fmla="*/ 267764 h 6858000"/>
              <a:gd name="connsiteX839" fmla="*/ 6082788 w 7467600"/>
              <a:gd name="connsiteY839" fmla="*/ 64119 h 6858000"/>
              <a:gd name="connsiteX840" fmla="*/ 6099442 w 7467600"/>
              <a:gd name="connsiteY840" fmla="*/ 82568 h 6858000"/>
              <a:gd name="connsiteX841" fmla="*/ 4804137 w 7467600"/>
              <a:gd name="connsiteY841" fmla="*/ 320931 h 6858000"/>
              <a:gd name="connsiteX842" fmla="*/ 4227047 w 7467600"/>
              <a:gd name="connsiteY842" fmla="*/ 313415 h 6858000"/>
              <a:gd name="connsiteX843" fmla="*/ 4346041 w 7467600"/>
              <a:gd name="connsiteY843" fmla="*/ 456086 h 6858000"/>
              <a:gd name="connsiteX844" fmla="*/ 4870967 w 7467600"/>
              <a:gd name="connsiteY844" fmla="*/ 963061 h 6858000"/>
              <a:gd name="connsiteX845" fmla="*/ 4889647 w 7467600"/>
              <a:gd name="connsiteY845" fmla="*/ 957147 h 6858000"/>
              <a:gd name="connsiteX846" fmla="*/ 5422504 w 7467600"/>
              <a:gd name="connsiteY846" fmla="*/ 805191 h 6858000"/>
              <a:gd name="connsiteX847" fmla="*/ 6087656 w 7467600"/>
              <a:gd name="connsiteY847" fmla="*/ 826703 h 6858000"/>
              <a:gd name="connsiteX848" fmla="*/ 6058717 w 7467600"/>
              <a:gd name="connsiteY848" fmla="*/ 865992 h 6858000"/>
              <a:gd name="connsiteX849" fmla="*/ 4974153 w 7467600"/>
              <a:gd name="connsiteY849" fmla="*/ 1045456 h 6858000"/>
              <a:gd name="connsiteX850" fmla="*/ 5627835 w 7467600"/>
              <a:gd name="connsiteY850" fmla="*/ 1472077 h 6858000"/>
              <a:gd name="connsiteX851" fmla="*/ 5629817 w 7467600"/>
              <a:gd name="connsiteY851" fmla="*/ 1471412 h 6858000"/>
              <a:gd name="connsiteX852" fmla="*/ 5634124 w 7467600"/>
              <a:gd name="connsiteY852" fmla="*/ 1470572 h 6858000"/>
              <a:gd name="connsiteX853" fmla="*/ 5755832 w 7467600"/>
              <a:gd name="connsiteY853" fmla="*/ 1383886 h 6858000"/>
              <a:gd name="connsiteX854" fmla="*/ 6014186 w 7467600"/>
              <a:gd name="connsiteY854" fmla="*/ 1279799 h 6858000"/>
              <a:gd name="connsiteX855" fmla="*/ 6901619 w 7467600"/>
              <a:gd name="connsiteY855" fmla="*/ 1047874 h 6858000"/>
              <a:gd name="connsiteX856" fmla="*/ 6931566 w 7467600"/>
              <a:gd name="connsiteY856" fmla="*/ 1062034 h 6858000"/>
              <a:gd name="connsiteX857" fmla="*/ 5790982 w 7467600"/>
              <a:gd name="connsiteY857" fmla="*/ 1561380 h 6858000"/>
              <a:gd name="connsiteX858" fmla="*/ 6188971 w 7467600"/>
              <a:gd name="connsiteY858" fmla="*/ 1755168 h 6858000"/>
              <a:gd name="connsiteX859" fmla="*/ 6202446 w 7467600"/>
              <a:gd name="connsiteY859" fmla="*/ 1752268 h 6858000"/>
              <a:gd name="connsiteX860" fmla="*/ 7179560 w 7467600"/>
              <a:gd name="connsiteY860" fmla="*/ 1467551 h 6858000"/>
              <a:gd name="connsiteX861" fmla="*/ 7158730 w 7467600"/>
              <a:gd name="connsiteY861" fmla="*/ 1507835 h 6858000"/>
              <a:gd name="connsiteX862" fmla="*/ 6326959 w 7467600"/>
              <a:gd name="connsiteY862" fmla="*/ 1817686 h 6858000"/>
              <a:gd name="connsiteX863" fmla="*/ 6537433 w 7467600"/>
              <a:gd name="connsiteY863" fmla="*/ 1907790 h 6858000"/>
              <a:gd name="connsiteX864" fmla="*/ 6550221 w 7467600"/>
              <a:gd name="connsiteY864" fmla="*/ 1910729 h 6858000"/>
              <a:gd name="connsiteX865" fmla="*/ 6964438 w 7467600"/>
              <a:gd name="connsiteY865" fmla="*/ 2209505 h 6858000"/>
              <a:gd name="connsiteX866" fmla="*/ 7367862 w 7467600"/>
              <a:gd name="connsiteY866" fmla="*/ 2806833 h 6858000"/>
              <a:gd name="connsiteX867" fmla="*/ 7364329 w 7467600"/>
              <a:gd name="connsiteY867" fmla="*/ 2826907 h 6858000"/>
              <a:gd name="connsiteX868" fmla="*/ 7290545 w 7467600"/>
              <a:gd name="connsiteY868" fmla="*/ 2850663 h 6858000"/>
              <a:gd name="connsiteX869" fmla="*/ 6472036 w 7467600"/>
              <a:gd name="connsiteY869" fmla="*/ 1959003 h 6858000"/>
              <a:gd name="connsiteX870" fmla="*/ 5792897 w 7467600"/>
              <a:gd name="connsiteY870" fmla="*/ 1647747 h 6858000"/>
              <a:gd name="connsiteX871" fmla="*/ 5842751 w 7467600"/>
              <a:gd name="connsiteY871" fmla="*/ 1816112 h 6858000"/>
              <a:gd name="connsiteX872" fmla="*/ 5847424 w 7467600"/>
              <a:gd name="connsiteY872" fmla="*/ 1815776 h 6858000"/>
              <a:gd name="connsiteX873" fmla="*/ 6399821 w 7467600"/>
              <a:gd name="connsiteY873" fmla="*/ 2344799 h 6858000"/>
              <a:gd name="connsiteX874" fmla="*/ 6323232 w 7467600"/>
              <a:gd name="connsiteY874" fmla="*/ 2389634 h 6858000"/>
              <a:gd name="connsiteX875" fmla="*/ 5942958 w 7467600"/>
              <a:gd name="connsiteY875" fmla="*/ 2077708 h 6858000"/>
              <a:gd name="connsiteX876" fmla="*/ 5921559 w 7467600"/>
              <a:gd name="connsiteY876" fmla="*/ 2378596 h 6858000"/>
              <a:gd name="connsiteX877" fmla="*/ 5817651 w 7467600"/>
              <a:gd name="connsiteY877" fmla="*/ 3023919 h 6858000"/>
              <a:gd name="connsiteX878" fmla="*/ 5729634 w 7467600"/>
              <a:gd name="connsiteY878" fmla="*/ 3051849 h 6858000"/>
              <a:gd name="connsiteX879" fmla="*/ 5611018 w 7467600"/>
              <a:gd name="connsiteY879" fmla="*/ 2316769 h 6858000"/>
              <a:gd name="connsiteX880" fmla="*/ 5687608 w 7467600"/>
              <a:gd name="connsiteY880" fmla="*/ 2039972 h 6858000"/>
              <a:gd name="connsiteX881" fmla="*/ 5657554 w 7467600"/>
              <a:gd name="connsiteY881" fmla="*/ 1576445 h 6858000"/>
              <a:gd name="connsiteX882" fmla="*/ 5150475 w 7467600"/>
              <a:gd name="connsiteY882" fmla="*/ 1274012 h 6858000"/>
              <a:gd name="connsiteX883" fmla="*/ 5349142 w 7467600"/>
              <a:gd name="connsiteY883" fmla="*/ 2204405 h 6858000"/>
              <a:gd name="connsiteX884" fmla="*/ 5262214 w 7467600"/>
              <a:gd name="connsiteY884" fmla="*/ 2233836 h 6858000"/>
              <a:gd name="connsiteX885" fmla="*/ 4981539 w 7467600"/>
              <a:gd name="connsiteY885" fmla="*/ 1542201 h 6858000"/>
              <a:gd name="connsiteX886" fmla="*/ 4958461 w 7467600"/>
              <a:gd name="connsiteY886" fmla="*/ 1136957 h 6858000"/>
              <a:gd name="connsiteX887" fmla="*/ 4655015 w 7467600"/>
              <a:gd name="connsiteY887" fmla="*/ 891426 h 6858000"/>
              <a:gd name="connsiteX888" fmla="*/ 4348002 w 7467600"/>
              <a:gd name="connsiteY888" fmla="*/ 2205895 h 6858000"/>
              <a:gd name="connsiteX889" fmla="*/ 4262250 w 7467600"/>
              <a:gd name="connsiteY889" fmla="*/ 2219972 h 6858000"/>
              <a:gd name="connsiteX890" fmla="*/ 4550611 w 7467600"/>
              <a:gd name="connsiteY890" fmla="*/ 817540 h 6858000"/>
              <a:gd name="connsiteX891" fmla="*/ 4564418 w 7467600"/>
              <a:gd name="connsiteY891" fmla="*/ 808293 h 6858000"/>
              <a:gd name="connsiteX892" fmla="*/ 4266388 w 7467600"/>
              <a:gd name="connsiteY892" fmla="*/ 500083 h 6858000"/>
              <a:gd name="connsiteX893" fmla="*/ 4032842 w 7467600"/>
              <a:gd name="connsiteY893" fmla="*/ 211809 h 6858000"/>
              <a:gd name="connsiteX894" fmla="*/ 3882765 w 7467600"/>
              <a:gd name="connsiteY894" fmla="*/ 0 h 6858000"/>
              <a:gd name="connsiteX895" fmla="*/ 3721337 w 7467600"/>
              <a:gd name="connsiteY895" fmla="*/ 0 h 6858000"/>
              <a:gd name="connsiteX896" fmla="*/ 3797544 w 7467600"/>
              <a:gd name="connsiteY896" fmla="*/ 0 h 6858000"/>
              <a:gd name="connsiteX897" fmla="*/ 3775734 w 7467600"/>
              <a:gd name="connsiteY897" fmla="*/ 95131 h 6858000"/>
              <a:gd name="connsiteX898" fmla="*/ 3724807 w 7467600"/>
              <a:gd name="connsiteY898" fmla="*/ 272257 h 6858000"/>
              <a:gd name="connsiteX899" fmla="*/ 3726844 w 7467600"/>
              <a:gd name="connsiteY899" fmla="*/ 282988 h 6858000"/>
              <a:gd name="connsiteX900" fmla="*/ 3742664 w 7467600"/>
              <a:gd name="connsiteY900" fmla="*/ 279918 h 6858000"/>
              <a:gd name="connsiteX901" fmla="*/ 4103910 w 7467600"/>
              <a:gd name="connsiteY901" fmla="*/ 1161917 h 6858000"/>
              <a:gd name="connsiteX902" fmla="*/ 4020269 w 7467600"/>
              <a:gd name="connsiteY902" fmla="*/ 1200406 h 6858000"/>
              <a:gd name="connsiteX903" fmla="*/ 3674882 w 7467600"/>
              <a:gd name="connsiteY903" fmla="*/ 488524 h 6858000"/>
              <a:gd name="connsiteX904" fmla="*/ 3132682 w 7467600"/>
              <a:gd name="connsiteY904" fmla="*/ 1072284 h 6858000"/>
              <a:gd name="connsiteX905" fmla="*/ 2716346 w 7467600"/>
              <a:gd name="connsiteY905" fmla="*/ 1276376 h 6858000"/>
              <a:gd name="connsiteX906" fmla="*/ 2716772 w 7467600"/>
              <a:gd name="connsiteY906" fmla="*/ 1255462 h 6858000"/>
              <a:gd name="connsiteX907" fmla="*/ 3471096 w 7467600"/>
              <a:gd name="connsiteY907" fmla="*/ 437072 h 6858000"/>
              <a:gd name="connsiteX908" fmla="*/ 3639057 w 7467600"/>
              <a:gd name="connsiteY908" fmla="*/ 286334 h 6858000"/>
              <a:gd name="connsiteX909" fmla="*/ 3640309 w 7467600"/>
              <a:gd name="connsiteY909" fmla="*/ 284664 h 6858000"/>
              <a:gd name="connsiteX910" fmla="*/ 3646022 w 7467600"/>
              <a:gd name="connsiteY910" fmla="*/ 276711 h 6858000"/>
              <a:gd name="connsiteX911" fmla="*/ 3707943 w 7467600"/>
              <a:gd name="connsiteY911" fmla="*/ 65958 h 6858000"/>
              <a:gd name="connsiteX912" fmla="*/ 3721337 w 7467600"/>
              <a:gd name="connsiteY912" fmla="*/ 0 h 6858000"/>
              <a:gd name="connsiteX913" fmla="*/ 2867960 w 7467600"/>
              <a:gd name="connsiteY913" fmla="*/ 0 h 6858000"/>
              <a:gd name="connsiteX914" fmla="*/ 2926351 w 7467600"/>
              <a:gd name="connsiteY914" fmla="*/ 0 h 6858000"/>
              <a:gd name="connsiteX915" fmla="*/ 2902823 w 7467600"/>
              <a:gd name="connsiteY915" fmla="*/ 262929 h 6858000"/>
              <a:gd name="connsiteX916" fmla="*/ 2940663 w 7467600"/>
              <a:gd name="connsiteY916" fmla="*/ 140884 h 6858000"/>
              <a:gd name="connsiteX917" fmla="*/ 2947039 w 7467600"/>
              <a:gd name="connsiteY917" fmla="*/ 122524 h 6858000"/>
              <a:gd name="connsiteX918" fmla="*/ 2984316 w 7467600"/>
              <a:gd name="connsiteY918" fmla="*/ 0 h 6858000"/>
              <a:gd name="connsiteX919" fmla="*/ 3016114 w 7467600"/>
              <a:gd name="connsiteY919" fmla="*/ 0 h 6858000"/>
              <a:gd name="connsiteX920" fmla="*/ 2979949 w 7467600"/>
              <a:gd name="connsiteY920" fmla="*/ 119274 h 6858000"/>
              <a:gd name="connsiteX921" fmla="*/ 3023879 w 7467600"/>
              <a:gd name="connsiteY921" fmla="*/ 0 h 6858000"/>
              <a:gd name="connsiteX922" fmla="*/ 3105400 w 7467600"/>
              <a:gd name="connsiteY922" fmla="*/ 0 h 6858000"/>
              <a:gd name="connsiteX923" fmla="*/ 3094669 w 7467600"/>
              <a:gd name="connsiteY923" fmla="*/ 30308 h 6858000"/>
              <a:gd name="connsiteX924" fmla="*/ 2901945 w 7467600"/>
              <a:gd name="connsiteY924" fmla="*/ 466538 h 6858000"/>
              <a:gd name="connsiteX925" fmla="*/ 2815209 w 7467600"/>
              <a:gd name="connsiteY925" fmla="*/ 497361 h 6858000"/>
              <a:gd name="connsiteX926" fmla="*/ 2844845 w 7467600"/>
              <a:gd name="connsiteY926" fmla="*/ 127638 h 6858000"/>
              <a:gd name="connsiteX927" fmla="*/ 2867960 w 7467600"/>
              <a:gd name="connsiteY927" fmla="*/ 0 h 6858000"/>
              <a:gd name="connsiteX928" fmla="*/ 1057230 w 7467600"/>
              <a:gd name="connsiteY928" fmla="*/ 0 h 6858000"/>
              <a:gd name="connsiteX929" fmla="*/ 1111003 w 7467600"/>
              <a:gd name="connsiteY929" fmla="*/ 0 h 6858000"/>
              <a:gd name="connsiteX930" fmla="*/ 1125553 w 7467600"/>
              <a:gd name="connsiteY930" fmla="*/ 52588 h 6858000"/>
              <a:gd name="connsiteX931" fmla="*/ 1304276 w 7467600"/>
              <a:gd name="connsiteY931" fmla="*/ 476275 h 6858000"/>
              <a:gd name="connsiteX932" fmla="*/ 1492066 w 7467600"/>
              <a:gd name="connsiteY932" fmla="*/ 886333 h 6858000"/>
              <a:gd name="connsiteX933" fmla="*/ 1423698 w 7467600"/>
              <a:gd name="connsiteY933" fmla="*/ 710817 h 6858000"/>
              <a:gd name="connsiteX934" fmla="*/ 1357609 w 7467600"/>
              <a:gd name="connsiteY934" fmla="*/ 532892 h 6858000"/>
              <a:gd name="connsiteX935" fmla="*/ 1309550 w 7467600"/>
              <a:gd name="connsiteY935" fmla="*/ 374031 h 6858000"/>
              <a:gd name="connsiteX936" fmla="*/ 1193673 w 7467600"/>
              <a:gd name="connsiteY936" fmla="*/ 49533 h 6858000"/>
              <a:gd name="connsiteX937" fmla="*/ 1164391 w 7467600"/>
              <a:gd name="connsiteY937" fmla="*/ 0 h 6858000"/>
              <a:gd name="connsiteX938" fmla="*/ 1200666 w 7467600"/>
              <a:gd name="connsiteY938" fmla="*/ 0 h 6858000"/>
              <a:gd name="connsiteX939" fmla="*/ 1223408 w 7467600"/>
              <a:gd name="connsiteY939" fmla="*/ 38996 h 6858000"/>
              <a:gd name="connsiteX940" fmla="*/ 1339635 w 7467600"/>
              <a:gd name="connsiteY940" fmla="*/ 365517 h 6858000"/>
              <a:gd name="connsiteX941" fmla="*/ 1387469 w 7467600"/>
              <a:gd name="connsiteY941" fmla="*/ 523079 h 6858000"/>
              <a:gd name="connsiteX942" fmla="*/ 1452685 w 7467600"/>
              <a:gd name="connsiteY942" fmla="*/ 699806 h 6858000"/>
              <a:gd name="connsiteX943" fmla="*/ 1492092 w 7467600"/>
              <a:gd name="connsiteY943" fmla="*/ 800424 h 6858000"/>
              <a:gd name="connsiteX944" fmla="*/ 1455302 w 7467600"/>
              <a:gd name="connsiteY944" fmla="*/ 632913 h 6858000"/>
              <a:gd name="connsiteX945" fmla="*/ 1222336 w 7467600"/>
              <a:gd name="connsiteY945" fmla="*/ 9480 h 6858000"/>
              <a:gd name="connsiteX946" fmla="*/ 1214634 w 7467600"/>
              <a:gd name="connsiteY946" fmla="*/ 0 h 6858000"/>
              <a:gd name="connsiteX947" fmla="*/ 1289827 w 7467600"/>
              <a:gd name="connsiteY947" fmla="*/ 0 h 6858000"/>
              <a:gd name="connsiteX948" fmla="*/ 1321076 w 7467600"/>
              <a:gd name="connsiteY948" fmla="*/ 59722 h 6858000"/>
              <a:gd name="connsiteX949" fmla="*/ 1512579 w 7467600"/>
              <a:gd name="connsiteY949" fmla="*/ 626441 h 6858000"/>
              <a:gd name="connsiteX950" fmla="*/ 1506076 w 7467600"/>
              <a:gd name="connsiteY950" fmla="*/ 1089289 h 6858000"/>
              <a:gd name="connsiteX951" fmla="*/ 1486346 w 7467600"/>
              <a:gd name="connsiteY951" fmla="*/ 1079919 h 6858000"/>
              <a:gd name="connsiteX952" fmla="*/ 1070511 w 7467600"/>
              <a:gd name="connsiteY952" fmla="*/ 48609 h 6858000"/>
              <a:gd name="connsiteX953" fmla="*/ 1057230 w 7467600"/>
              <a:gd name="connsiteY953" fmla="*/ 0 h 6858000"/>
              <a:gd name="connsiteX954" fmla="*/ 43151 w 7467600"/>
              <a:gd name="connsiteY954" fmla="*/ 0 h 6858000"/>
              <a:gd name="connsiteX955" fmla="*/ 95283 w 7467600"/>
              <a:gd name="connsiteY955" fmla="*/ 0 h 6858000"/>
              <a:gd name="connsiteX956" fmla="*/ 300708 w 7467600"/>
              <a:gd name="connsiteY956" fmla="*/ 154571 h 6858000"/>
              <a:gd name="connsiteX957" fmla="*/ 530414 w 7467600"/>
              <a:gd name="connsiteY957" fmla="*/ 354673 h 6858000"/>
              <a:gd name="connsiteX958" fmla="*/ 333785 w 7467600"/>
              <a:gd name="connsiteY958" fmla="*/ 161564 h 6858000"/>
              <a:gd name="connsiteX959" fmla="*/ 147005 w 7467600"/>
              <a:gd name="connsiteY959" fmla="*/ 0 h 6858000"/>
              <a:gd name="connsiteX960" fmla="*/ 272509 w 7467600"/>
              <a:gd name="connsiteY960" fmla="*/ 0 h 6858000"/>
              <a:gd name="connsiteX961" fmla="*/ 326276 w 7467600"/>
              <a:gd name="connsiteY961" fmla="*/ 45847 h 6858000"/>
              <a:gd name="connsiteX962" fmla="*/ 823759 w 7467600"/>
              <a:gd name="connsiteY962" fmla="*/ 574145 h 6858000"/>
              <a:gd name="connsiteX963" fmla="*/ 811254 w 7467600"/>
              <a:gd name="connsiteY963" fmla="*/ 665546 h 6858000"/>
              <a:gd name="connsiteX964" fmla="*/ 154042 w 7467600"/>
              <a:gd name="connsiteY964" fmla="*/ 261522 h 6858000"/>
              <a:gd name="connsiteX965" fmla="*/ 13550 w 7467600"/>
              <a:gd name="connsiteY965" fmla="*/ 158423 h 6858000"/>
              <a:gd name="connsiteX966" fmla="*/ 0 w 7467600"/>
              <a:gd name="connsiteY966" fmla="*/ 146618 h 6858000"/>
              <a:gd name="connsiteX967" fmla="*/ 0 w 7467600"/>
              <a:gd name="connsiteY967" fmla="*/ 59161 h 6858000"/>
              <a:gd name="connsiteX968" fmla="*/ 45427 w 7467600"/>
              <a:gd name="connsiteY968" fmla="*/ 101078 h 6858000"/>
              <a:gd name="connsiteX969" fmla="*/ 630103 w 7467600"/>
              <a:gd name="connsiteY969" fmla="*/ 485885 h 6858000"/>
              <a:gd name="connsiteX970" fmla="*/ 532040 w 7467600"/>
              <a:gd name="connsiteY970" fmla="*/ 399359 h 6858000"/>
              <a:gd name="connsiteX971" fmla="*/ 517618 w 7467600"/>
              <a:gd name="connsiteY971" fmla="*/ 385726 h 6858000"/>
              <a:gd name="connsiteX972" fmla="*/ 285074 w 7467600"/>
              <a:gd name="connsiteY972" fmla="*/ 182755 h 6858000"/>
              <a:gd name="connsiteX973" fmla="*/ 43151 w 7467600"/>
              <a:gd name="connsiteY97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6946849 w 7467600"/>
              <a:gd name="connsiteY81" fmla="*/ 5523271 h 6858000"/>
              <a:gd name="connsiteX82" fmla="*/ 7105827 w 7467600"/>
              <a:gd name="connsiteY82" fmla="*/ 5718700 h 6858000"/>
              <a:gd name="connsiteX83" fmla="*/ 7356878 w 7467600"/>
              <a:gd name="connsiteY83" fmla="*/ 5981332 h 6858000"/>
              <a:gd name="connsiteX84" fmla="*/ 7467600 w 7467600"/>
              <a:gd name="connsiteY84" fmla="*/ 6117703 h 6858000"/>
              <a:gd name="connsiteX85" fmla="*/ 7467600 w 7467600"/>
              <a:gd name="connsiteY85" fmla="*/ 6163634 h 6858000"/>
              <a:gd name="connsiteX86" fmla="*/ 7403637 w 7467600"/>
              <a:gd name="connsiteY86" fmla="*/ 6083957 h 6858000"/>
              <a:gd name="connsiteX87" fmla="*/ 7254615 w 7467600"/>
              <a:gd name="connsiteY87" fmla="*/ 5911918 h 6858000"/>
              <a:gd name="connsiteX88" fmla="*/ 7312589 w 7467600"/>
              <a:gd name="connsiteY88" fmla="*/ 5982309 h 6858000"/>
              <a:gd name="connsiteX89" fmla="*/ 7448321 w 7467600"/>
              <a:gd name="connsiteY89" fmla="*/ 6190991 h 6858000"/>
              <a:gd name="connsiteX90" fmla="*/ 7467600 w 7467600"/>
              <a:gd name="connsiteY90" fmla="*/ 6221686 h 6858000"/>
              <a:gd name="connsiteX91" fmla="*/ 7467600 w 7467600"/>
              <a:gd name="connsiteY91" fmla="*/ 6334256 h 6858000"/>
              <a:gd name="connsiteX92" fmla="*/ 7454976 w 7467600"/>
              <a:gd name="connsiteY92" fmla="*/ 6318297 h 6858000"/>
              <a:gd name="connsiteX93" fmla="*/ 7042773 w 7467600"/>
              <a:gd name="connsiteY93" fmla="*/ 5734011 h 6858000"/>
              <a:gd name="connsiteX94" fmla="*/ 1456157 w 7467600"/>
              <a:gd name="connsiteY94" fmla="*/ 5371404 h 6858000"/>
              <a:gd name="connsiteX95" fmla="*/ 1244432 w 7467600"/>
              <a:gd name="connsiteY95" fmla="*/ 5385601 h 6858000"/>
              <a:gd name="connsiteX96" fmla="*/ 973990 w 7467600"/>
              <a:gd name="connsiteY96" fmla="*/ 5424940 h 6858000"/>
              <a:gd name="connsiteX97" fmla="*/ 1103809 w 7467600"/>
              <a:gd name="connsiteY97" fmla="*/ 5433720 h 6858000"/>
              <a:gd name="connsiteX98" fmla="*/ 1123454 w 7467600"/>
              <a:gd name="connsiteY98" fmla="*/ 5435727 h 6858000"/>
              <a:gd name="connsiteX99" fmla="*/ 1737017 w 7467600"/>
              <a:gd name="connsiteY99" fmla="*/ 5452183 h 6858000"/>
              <a:gd name="connsiteX100" fmla="*/ 1824397 w 7467600"/>
              <a:gd name="connsiteY100" fmla="*/ 5447757 h 6858000"/>
              <a:gd name="connsiteX101" fmla="*/ 2070059 w 7467600"/>
              <a:gd name="connsiteY101" fmla="*/ 5441660 h 6858000"/>
              <a:gd name="connsiteX102" fmla="*/ 1456157 w 7467600"/>
              <a:gd name="connsiteY102" fmla="*/ 5371404 h 6858000"/>
              <a:gd name="connsiteX103" fmla="*/ 4988186 w 7467600"/>
              <a:gd name="connsiteY103" fmla="*/ 5216467 h 6858000"/>
              <a:gd name="connsiteX104" fmla="*/ 4777334 w 7467600"/>
              <a:gd name="connsiteY104" fmla="*/ 5406072 h 6858000"/>
              <a:gd name="connsiteX105" fmla="*/ 4718341 w 7467600"/>
              <a:gd name="connsiteY105" fmla="*/ 5468043 h 6858000"/>
              <a:gd name="connsiteX106" fmla="*/ 4604655 w 7467600"/>
              <a:gd name="connsiteY106" fmla="*/ 5583434 h 6858000"/>
              <a:gd name="connsiteX107" fmla="*/ 4565074 w 7467600"/>
              <a:gd name="connsiteY107" fmla="*/ 5618550 h 6858000"/>
              <a:gd name="connsiteX108" fmla="*/ 4988186 w 7467600"/>
              <a:gd name="connsiteY108" fmla="*/ 5216467 h 6858000"/>
              <a:gd name="connsiteX109" fmla="*/ 4978032 w 7467600"/>
              <a:gd name="connsiteY109" fmla="*/ 5183809 h 6858000"/>
              <a:gd name="connsiteX110" fmla="*/ 4463413 w 7467600"/>
              <a:gd name="connsiteY110" fmla="*/ 5615162 h 6858000"/>
              <a:gd name="connsiteX111" fmla="*/ 4358134 w 7467600"/>
              <a:gd name="connsiteY111" fmla="*/ 5742791 h 6858000"/>
              <a:gd name="connsiteX112" fmla="*/ 4376219 w 7467600"/>
              <a:gd name="connsiteY112" fmla="*/ 5729027 h 6858000"/>
              <a:gd name="connsiteX113" fmla="*/ 4582340 w 7467600"/>
              <a:gd name="connsiteY113" fmla="*/ 5561037 h 6858000"/>
              <a:gd name="connsiteX114" fmla="*/ 4694684 w 7467600"/>
              <a:gd name="connsiteY114" fmla="*/ 5447098 h 6858000"/>
              <a:gd name="connsiteX115" fmla="*/ 4754123 w 7467600"/>
              <a:gd name="connsiteY115" fmla="*/ 5384643 h 6858000"/>
              <a:gd name="connsiteX116" fmla="*/ 4978032 w 7467600"/>
              <a:gd name="connsiteY116" fmla="*/ 5183809 h 6858000"/>
              <a:gd name="connsiteX117" fmla="*/ 1903353 w 7467600"/>
              <a:gd name="connsiteY117" fmla="*/ 5044827 h 6858000"/>
              <a:gd name="connsiteX118" fmla="*/ 1936931 w 7467600"/>
              <a:gd name="connsiteY118" fmla="*/ 5093954 h 6858000"/>
              <a:gd name="connsiteX119" fmla="*/ 2195868 w 7467600"/>
              <a:gd name="connsiteY119" fmla="*/ 5396574 h 6858000"/>
              <a:gd name="connsiteX120" fmla="*/ 2088852 w 7467600"/>
              <a:gd name="connsiteY120" fmla="*/ 5166123 h 6858000"/>
              <a:gd name="connsiteX121" fmla="*/ 1958241 w 7467600"/>
              <a:gd name="connsiteY121" fmla="*/ 5067955 h 6858000"/>
              <a:gd name="connsiteX122" fmla="*/ 1903353 w 7467600"/>
              <a:gd name="connsiteY122" fmla="*/ 5044827 h 6858000"/>
              <a:gd name="connsiteX123" fmla="*/ 1979378 w 7467600"/>
              <a:gd name="connsiteY123" fmla="*/ 4769504 h 6858000"/>
              <a:gd name="connsiteX124" fmla="*/ 2882120 w 7467600"/>
              <a:gd name="connsiteY124" fmla="*/ 5064547 h 6858000"/>
              <a:gd name="connsiteX125" fmla="*/ 2793103 w 7467600"/>
              <a:gd name="connsiteY125" fmla="*/ 5039699 h 6858000"/>
              <a:gd name="connsiteX126" fmla="*/ 2770041 w 7467600"/>
              <a:gd name="connsiteY126" fmla="*/ 5033634 h 6858000"/>
              <a:gd name="connsiteX127" fmla="*/ 1979378 w 7467600"/>
              <a:gd name="connsiteY127" fmla="*/ 4769504 h 6858000"/>
              <a:gd name="connsiteX128" fmla="*/ 1927410 w 7467600"/>
              <a:gd name="connsiteY128" fmla="*/ 4716164 h 6858000"/>
              <a:gd name="connsiteX129" fmla="*/ 1959587 w 7467600"/>
              <a:gd name="connsiteY129" fmla="*/ 4728849 h 6858000"/>
              <a:gd name="connsiteX130" fmla="*/ 2777707 w 7467600"/>
              <a:gd name="connsiteY130" fmla="*/ 5003991 h 6858000"/>
              <a:gd name="connsiteX131" fmla="*/ 2800768 w 7467600"/>
              <a:gd name="connsiteY131" fmla="*/ 5010056 h 6858000"/>
              <a:gd name="connsiteX132" fmla="*/ 2879408 w 7467600"/>
              <a:gd name="connsiteY132" fmla="*/ 5031590 h 6858000"/>
              <a:gd name="connsiteX133" fmla="*/ 2862295 w 7467600"/>
              <a:gd name="connsiteY133" fmla="*/ 5022958 h 6858000"/>
              <a:gd name="connsiteX134" fmla="*/ 2813343 w 7467600"/>
              <a:gd name="connsiteY134" fmla="*/ 4998369 h 6858000"/>
              <a:gd name="connsiteX135" fmla="*/ 2646245 w 7467600"/>
              <a:gd name="connsiteY135" fmla="*/ 4930999 h 6858000"/>
              <a:gd name="connsiteX136" fmla="*/ 1999243 w 7467600"/>
              <a:gd name="connsiteY136" fmla="*/ 4730524 h 6858000"/>
              <a:gd name="connsiteX137" fmla="*/ 1979527 w 7467600"/>
              <a:gd name="connsiteY137" fmla="*/ 4726651 h 6858000"/>
              <a:gd name="connsiteX138" fmla="*/ 1927410 w 7467600"/>
              <a:gd name="connsiteY138" fmla="*/ 4716164 h 6858000"/>
              <a:gd name="connsiteX139" fmla="*/ 1997014 w 7467600"/>
              <a:gd name="connsiteY139" fmla="*/ 4698007 h 6858000"/>
              <a:gd name="connsiteX140" fmla="*/ 2005458 w 7467600"/>
              <a:gd name="connsiteY140" fmla="*/ 4699540 h 6858000"/>
              <a:gd name="connsiteX141" fmla="*/ 2657186 w 7467600"/>
              <a:gd name="connsiteY141" fmla="*/ 4901687 h 6858000"/>
              <a:gd name="connsiteX142" fmla="*/ 2826662 w 7467600"/>
              <a:gd name="connsiteY142" fmla="*/ 4970362 h 6858000"/>
              <a:gd name="connsiteX143" fmla="*/ 2876100 w 7467600"/>
              <a:gd name="connsiteY143" fmla="*/ 4995397 h 6858000"/>
              <a:gd name="connsiteX144" fmla="*/ 3042600 w 7467600"/>
              <a:gd name="connsiteY144" fmla="*/ 5059532 h 6858000"/>
              <a:gd name="connsiteX145" fmla="*/ 1997014 w 7467600"/>
              <a:gd name="connsiteY145" fmla="*/ 4698007 h 6858000"/>
              <a:gd name="connsiteX146" fmla="*/ 2305292 w 7467600"/>
              <a:gd name="connsiteY146" fmla="*/ 4219492 h 6858000"/>
              <a:gd name="connsiteX147" fmla="*/ 3360922 w 7467600"/>
              <a:gd name="connsiteY147" fmla="*/ 4529373 h 6858000"/>
              <a:gd name="connsiteX148" fmla="*/ 3492420 w 7467600"/>
              <a:gd name="connsiteY148" fmla="*/ 4510145 h 6858000"/>
              <a:gd name="connsiteX149" fmla="*/ 3364086 w 7467600"/>
              <a:gd name="connsiteY149" fmla="*/ 4480340 h 6858000"/>
              <a:gd name="connsiteX150" fmla="*/ 3225818 w 7467600"/>
              <a:gd name="connsiteY150" fmla="*/ 4411822 h 6858000"/>
              <a:gd name="connsiteX151" fmla="*/ 3129696 w 7467600"/>
              <a:gd name="connsiteY151" fmla="*/ 4360704 h 6858000"/>
              <a:gd name="connsiteX152" fmla="*/ 2814545 w 7467600"/>
              <a:gd name="connsiteY152" fmla="*/ 4282955 h 6858000"/>
              <a:gd name="connsiteX153" fmla="*/ 2305292 w 7467600"/>
              <a:gd name="connsiteY153" fmla="*/ 4219492 h 6858000"/>
              <a:gd name="connsiteX154" fmla="*/ 2626982 w 7467600"/>
              <a:gd name="connsiteY154" fmla="*/ 4206450 h 6858000"/>
              <a:gd name="connsiteX155" fmla="*/ 2490617 w 7467600"/>
              <a:gd name="connsiteY155" fmla="*/ 4206951 h 6858000"/>
              <a:gd name="connsiteX156" fmla="*/ 2819869 w 7467600"/>
              <a:gd name="connsiteY156" fmla="*/ 4252936 h 6858000"/>
              <a:gd name="connsiteX157" fmla="*/ 3143018 w 7467600"/>
              <a:gd name="connsiteY157" fmla="*/ 4332698 h 6858000"/>
              <a:gd name="connsiteX158" fmla="*/ 3241520 w 7467600"/>
              <a:gd name="connsiteY158" fmla="*/ 4385112 h 6858000"/>
              <a:gd name="connsiteX159" fmla="*/ 3374575 w 7467600"/>
              <a:gd name="connsiteY159" fmla="*/ 4451517 h 6858000"/>
              <a:gd name="connsiteX160" fmla="*/ 3505221 w 7467600"/>
              <a:gd name="connsiteY160" fmla="*/ 4480757 h 6858000"/>
              <a:gd name="connsiteX161" fmla="*/ 2626982 w 7467600"/>
              <a:gd name="connsiteY161" fmla="*/ 4206450 h 6858000"/>
              <a:gd name="connsiteX162" fmla="*/ 1310106 w 7467600"/>
              <a:gd name="connsiteY162" fmla="*/ 3943217 h 6858000"/>
              <a:gd name="connsiteX163" fmla="*/ 854994 w 7467600"/>
              <a:gd name="connsiteY163" fmla="*/ 4399136 h 6858000"/>
              <a:gd name="connsiteX164" fmla="*/ 742462 w 7467600"/>
              <a:gd name="connsiteY164" fmla="*/ 4594648 h 6858000"/>
              <a:gd name="connsiteX165" fmla="*/ 820602 w 7467600"/>
              <a:gd name="connsiteY165" fmla="*/ 4485915 h 6858000"/>
              <a:gd name="connsiteX166" fmla="*/ 878295 w 7467600"/>
              <a:gd name="connsiteY166" fmla="*/ 4403594 h 6858000"/>
              <a:gd name="connsiteX167" fmla="*/ 1240607 w 7467600"/>
              <a:gd name="connsiteY167" fmla="*/ 4010401 h 6858000"/>
              <a:gd name="connsiteX168" fmla="*/ 1310106 w 7467600"/>
              <a:gd name="connsiteY168" fmla="*/ 3943217 h 6858000"/>
              <a:gd name="connsiteX169" fmla="*/ 1423113 w 7467600"/>
              <a:gd name="connsiteY169" fmla="*/ 3874565 h 6858000"/>
              <a:gd name="connsiteX170" fmla="*/ 1260565 w 7467600"/>
              <a:gd name="connsiteY170" fmla="*/ 4031982 h 6858000"/>
              <a:gd name="connsiteX171" fmla="*/ 901900 w 7467600"/>
              <a:gd name="connsiteY171" fmla="*/ 4421236 h 6858000"/>
              <a:gd name="connsiteX172" fmla="*/ 845044 w 7467600"/>
              <a:gd name="connsiteY172" fmla="*/ 4502436 h 6858000"/>
              <a:gd name="connsiteX173" fmla="*/ 685926 w 7467600"/>
              <a:gd name="connsiteY173" fmla="*/ 4703069 h 6858000"/>
              <a:gd name="connsiteX174" fmla="*/ 684248 w 7467600"/>
              <a:gd name="connsiteY174" fmla="*/ 4706721 h 6858000"/>
              <a:gd name="connsiteX175" fmla="*/ 1423113 w 7467600"/>
              <a:gd name="connsiteY175" fmla="*/ 3874565 h 6858000"/>
              <a:gd name="connsiteX176" fmla="*/ 3316479 w 7467600"/>
              <a:gd name="connsiteY176" fmla="*/ 3872136 h 6858000"/>
              <a:gd name="connsiteX177" fmla="*/ 3546806 w 7467600"/>
              <a:gd name="connsiteY177" fmla="*/ 4356139 h 6858000"/>
              <a:gd name="connsiteX178" fmla="*/ 3364433 w 7467600"/>
              <a:gd name="connsiteY178" fmla="*/ 3953121 h 6858000"/>
              <a:gd name="connsiteX179" fmla="*/ 3316479 w 7467600"/>
              <a:gd name="connsiteY179" fmla="*/ 3872136 h 6858000"/>
              <a:gd name="connsiteX180" fmla="*/ 3291335 w 7467600"/>
              <a:gd name="connsiteY180" fmla="*/ 3767420 h 6858000"/>
              <a:gd name="connsiteX181" fmla="*/ 3390805 w 7467600"/>
              <a:gd name="connsiteY181" fmla="*/ 3937163 h 6858000"/>
              <a:gd name="connsiteX182" fmla="*/ 3579062 w 7467600"/>
              <a:gd name="connsiteY182" fmla="*/ 4359040 h 6858000"/>
              <a:gd name="connsiteX183" fmla="*/ 3467355 w 7467600"/>
              <a:gd name="connsiteY183" fmla="*/ 3988130 h 6858000"/>
              <a:gd name="connsiteX184" fmla="*/ 3310753 w 7467600"/>
              <a:gd name="connsiteY184" fmla="*/ 3787140 h 6858000"/>
              <a:gd name="connsiteX185" fmla="*/ 3291335 w 7467600"/>
              <a:gd name="connsiteY185" fmla="*/ 3767420 h 6858000"/>
              <a:gd name="connsiteX186" fmla="*/ 1635889 w 7467600"/>
              <a:gd name="connsiteY186" fmla="*/ 3709494 h 6858000"/>
              <a:gd name="connsiteX187" fmla="*/ 1634800 w 7467600"/>
              <a:gd name="connsiteY187" fmla="*/ 3731111 h 6858000"/>
              <a:gd name="connsiteX188" fmla="*/ 1635889 w 7467600"/>
              <a:gd name="connsiteY188" fmla="*/ 3709494 h 6858000"/>
              <a:gd name="connsiteX189" fmla="*/ 1510397 w 7467600"/>
              <a:gd name="connsiteY189" fmla="*/ 3684705 h 6858000"/>
              <a:gd name="connsiteX190" fmla="*/ 1146550 w 7467600"/>
              <a:gd name="connsiteY190" fmla="*/ 3802012 h 6858000"/>
              <a:gd name="connsiteX191" fmla="*/ 698834 w 7467600"/>
              <a:gd name="connsiteY191" fmla="*/ 3952272 h 6858000"/>
              <a:gd name="connsiteX192" fmla="*/ 34256 w 7467600"/>
              <a:gd name="connsiteY192" fmla="*/ 4347603 h 6858000"/>
              <a:gd name="connsiteX193" fmla="*/ 527241 w 7467600"/>
              <a:gd name="connsiteY193" fmla="*/ 4065078 h 6858000"/>
              <a:gd name="connsiteX194" fmla="*/ 1510397 w 7467600"/>
              <a:gd name="connsiteY194" fmla="*/ 3684705 h 6858000"/>
              <a:gd name="connsiteX195" fmla="*/ 1313114 w 7467600"/>
              <a:gd name="connsiteY195" fmla="*/ 3655216 h 6858000"/>
              <a:gd name="connsiteX196" fmla="*/ 1109304 w 7467600"/>
              <a:gd name="connsiteY196" fmla="*/ 3669030 h 6858000"/>
              <a:gd name="connsiteX197" fmla="*/ 8129 w 7467600"/>
              <a:gd name="connsiteY197" fmla="*/ 4330519 h 6858000"/>
              <a:gd name="connsiteX198" fmla="*/ 687572 w 7467600"/>
              <a:gd name="connsiteY198" fmla="*/ 3925629 h 6858000"/>
              <a:gd name="connsiteX199" fmla="*/ 1138365 w 7467600"/>
              <a:gd name="connsiteY199" fmla="*/ 3774515 h 6858000"/>
              <a:gd name="connsiteX200" fmla="*/ 1505579 w 7467600"/>
              <a:gd name="connsiteY200" fmla="*/ 3655526 h 6858000"/>
              <a:gd name="connsiteX201" fmla="*/ 1313114 w 7467600"/>
              <a:gd name="connsiteY201" fmla="*/ 3655216 h 6858000"/>
              <a:gd name="connsiteX202" fmla="*/ 3655073 w 7467600"/>
              <a:gd name="connsiteY202" fmla="*/ 3650884 h 6858000"/>
              <a:gd name="connsiteX203" fmla="*/ 3989938 w 7467600"/>
              <a:gd name="connsiteY203" fmla="*/ 3991685 h 6858000"/>
              <a:gd name="connsiteX204" fmla="*/ 4393907 w 7467600"/>
              <a:gd name="connsiteY204" fmla="*/ 4261258 h 6858000"/>
              <a:gd name="connsiteX205" fmla="*/ 4648051 w 7467600"/>
              <a:gd name="connsiteY205" fmla="*/ 4374051 h 6858000"/>
              <a:gd name="connsiteX206" fmla="*/ 4383389 w 7467600"/>
              <a:gd name="connsiteY206" fmla="*/ 4184369 h 6858000"/>
              <a:gd name="connsiteX207" fmla="*/ 4165508 w 7467600"/>
              <a:gd name="connsiteY207" fmla="*/ 4035196 h 6858000"/>
              <a:gd name="connsiteX208" fmla="*/ 4068162 w 7467600"/>
              <a:gd name="connsiteY208" fmla="*/ 3953394 h 6858000"/>
              <a:gd name="connsiteX209" fmla="*/ 3981416 w 7467600"/>
              <a:gd name="connsiteY209" fmla="*/ 3880482 h 6858000"/>
              <a:gd name="connsiteX210" fmla="*/ 3800147 w 7467600"/>
              <a:gd name="connsiteY210" fmla="*/ 3749872 h 6858000"/>
              <a:gd name="connsiteX211" fmla="*/ 3655073 w 7467600"/>
              <a:gd name="connsiteY211" fmla="*/ 3650884 h 6858000"/>
              <a:gd name="connsiteX212" fmla="*/ 3670252 w 7467600"/>
              <a:gd name="connsiteY212" fmla="*/ 3622798 h 6858000"/>
              <a:gd name="connsiteX213" fmla="*/ 3817258 w 7467600"/>
              <a:gd name="connsiteY213" fmla="*/ 3723577 h 6858000"/>
              <a:gd name="connsiteX214" fmla="*/ 4000461 w 7467600"/>
              <a:gd name="connsiteY214" fmla="*/ 3855966 h 6858000"/>
              <a:gd name="connsiteX215" fmla="*/ 4088180 w 7467600"/>
              <a:gd name="connsiteY215" fmla="*/ 3929774 h 6858000"/>
              <a:gd name="connsiteX216" fmla="*/ 4184555 w 7467600"/>
              <a:gd name="connsiteY216" fmla="*/ 4010683 h 6858000"/>
              <a:gd name="connsiteX217" fmla="*/ 4399563 w 7467600"/>
              <a:gd name="connsiteY217" fmla="*/ 4158106 h 6858000"/>
              <a:gd name="connsiteX218" fmla="*/ 4684469 w 7467600"/>
              <a:gd name="connsiteY218" fmla="*/ 4364680 h 6858000"/>
              <a:gd name="connsiteX219" fmla="*/ 4690271 w 7467600"/>
              <a:gd name="connsiteY219" fmla="*/ 4370034 h 6858000"/>
              <a:gd name="connsiteX220" fmla="*/ 4136093 w 7467600"/>
              <a:gd name="connsiteY220" fmla="*/ 3858466 h 6858000"/>
              <a:gd name="connsiteX221" fmla="*/ 3670252 w 7467600"/>
              <a:gd name="connsiteY221" fmla="*/ 3622798 h 6858000"/>
              <a:gd name="connsiteX222" fmla="*/ 4440129 w 7467600"/>
              <a:gd name="connsiteY222" fmla="*/ 3448571 h 6858000"/>
              <a:gd name="connsiteX223" fmla="*/ 4856525 w 7467600"/>
              <a:gd name="connsiteY223" fmla="*/ 3915351 h 6858000"/>
              <a:gd name="connsiteX224" fmla="*/ 5059055 w 7467600"/>
              <a:gd name="connsiteY224" fmla="*/ 4108918 h 6858000"/>
              <a:gd name="connsiteX225" fmla="*/ 5290070 w 7467600"/>
              <a:gd name="connsiteY225" fmla="*/ 4263619 h 6858000"/>
              <a:gd name="connsiteX226" fmla="*/ 4834991 w 7467600"/>
              <a:gd name="connsiteY226" fmla="*/ 3830985 h 6858000"/>
              <a:gd name="connsiteX227" fmla="*/ 4440129 w 7467600"/>
              <a:gd name="connsiteY227" fmla="*/ 3448571 h 6858000"/>
              <a:gd name="connsiteX228" fmla="*/ 4441737 w 7467600"/>
              <a:gd name="connsiteY228" fmla="*/ 3399734 h 6858000"/>
              <a:gd name="connsiteX229" fmla="*/ 4431236 w 7467600"/>
              <a:gd name="connsiteY229" fmla="*/ 3400954 h 6858000"/>
              <a:gd name="connsiteX230" fmla="*/ 4557150 w 7467600"/>
              <a:gd name="connsiteY230" fmla="*/ 3510023 h 6858000"/>
              <a:gd name="connsiteX231" fmla="*/ 4856936 w 7467600"/>
              <a:gd name="connsiteY231" fmla="*/ 3809146 h 6858000"/>
              <a:gd name="connsiteX232" fmla="*/ 5111996 w 7467600"/>
              <a:gd name="connsiteY232" fmla="*/ 4065759 h 6858000"/>
              <a:gd name="connsiteX233" fmla="*/ 5388878 w 7467600"/>
              <a:gd name="connsiteY233" fmla="*/ 4300185 h 6858000"/>
              <a:gd name="connsiteX234" fmla="*/ 5425556 w 7467600"/>
              <a:gd name="connsiteY234" fmla="*/ 4308967 h 6858000"/>
              <a:gd name="connsiteX235" fmla="*/ 4943646 w 7467600"/>
              <a:gd name="connsiteY235" fmla="*/ 3822916 h 6858000"/>
              <a:gd name="connsiteX236" fmla="*/ 4594837 w 7467600"/>
              <a:gd name="connsiteY236" fmla="*/ 3532274 h 6858000"/>
              <a:gd name="connsiteX237" fmla="*/ 4441737 w 7467600"/>
              <a:gd name="connsiteY237" fmla="*/ 3399734 h 6858000"/>
              <a:gd name="connsiteX238" fmla="*/ 5425834 w 7467600"/>
              <a:gd name="connsiteY238" fmla="*/ 3162785 h 6858000"/>
              <a:gd name="connsiteX239" fmla="*/ 5401644 w 7467600"/>
              <a:gd name="connsiteY239" fmla="*/ 3617847 h 6858000"/>
              <a:gd name="connsiteX240" fmla="*/ 5467256 w 7467600"/>
              <a:gd name="connsiteY240" fmla="*/ 4175494 h 6858000"/>
              <a:gd name="connsiteX241" fmla="*/ 5448069 w 7467600"/>
              <a:gd name="connsiteY241" fmla="*/ 3567554 h 6858000"/>
              <a:gd name="connsiteX242" fmla="*/ 5425834 w 7467600"/>
              <a:gd name="connsiteY242" fmla="*/ 3162785 h 6858000"/>
              <a:gd name="connsiteX243" fmla="*/ 1318687 w 7467600"/>
              <a:gd name="connsiteY243" fmla="*/ 3113840 h 6858000"/>
              <a:gd name="connsiteX244" fmla="*/ 1066793 w 7467600"/>
              <a:gd name="connsiteY244" fmla="*/ 3212171 h 6858000"/>
              <a:gd name="connsiteX245" fmla="*/ 993319 w 7467600"/>
              <a:gd name="connsiteY245" fmla="*/ 3247648 h 6858000"/>
              <a:gd name="connsiteX246" fmla="*/ 853081 w 7467600"/>
              <a:gd name="connsiteY246" fmla="*/ 3312410 h 6858000"/>
              <a:gd name="connsiteX247" fmla="*/ 805957 w 7467600"/>
              <a:gd name="connsiteY247" fmla="*/ 3330443 h 6858000"/>
              <a:gd name="connsiteX248" fmla="*/ 1318687 w 7467600"/>
              <a:gd name="connsiteY248" fmla="*/ 3113840 h 6858000"/>
              <a:gd name="connsiteX249" fmla="*/ 5453702 w 7467600"/>
              <a:gd name="connsiteY249" fmla="*/ 3090882 h 6858000"/>
              <a:gd name="connsiteX250" fmla="*/ 5480135 w 7467600"/>
              <a:gd name="connsiteY250" fmla="*/ 3565802 h 6858000"/>
              <a:gd name="connsiteX251" fmla="*/ 5499023 w 7467600"/>
              <a:gd name="connsiteY251" fmla="*/ 4166310 h 6858000"/>
              <a:gd name="connsiteX252" fmla="*/ 5547022 w 7467600"/>
              <a:gd name="connsiteY252" fmla="*/ 3607838 h 6858000"/>
              <a:gd name="connsiteX253" fmla="*/ 5515964 w 7467600"/>
              <a:gd name="connsiteY253" fmla="*/ 3378541 h 6858000"/>
              <a:gd name="connsiteX254" fmla="*/ 5453702 w 7467600"/>
              <a:gd name="connsiteY254" fmla="*/ 3090882 h 6858000"/>
              <a:gd name="connsiteX255" fmla="*/ 1238695 w 7467600"/>
              <a:gd name="connsiteY255" fmla="*/ 3076820 h 6858000"/>
              <a:gd name="connsiteX256" fmla="*/ 716371 w 7467600"/>
              <a:gd name="connsiteY256" fmla="*/ 3293249 h 6858000"/>
              <a:gd name="connsiteX257" fmla="*/ 579522 w 7467600"/>
              <a:gd name="connsiteY257" fmla="*/ 3371759 h 6858000"/>
              <a:gd name="connsiteX258" fmla="*/ 600288 w 7467600"/>
              <a:gd name="connsiteY258" fmla="*/ 3365555 h 6858000"/>
              <a:gd name="connsiteX259" fmla="*/ 840692 w 7467600"/>
              <a:gd name="connsiteY259" fmla="*/ 3284921 h 6858000"/>
              <a:gd name="connsiteX260" fmla="*/ 979248 w 7467600"/>
              <a:gd name="connsiteY260" fmla="*/ 3221003 h 6858000"/>
              <a:gd name="connsiteX261" fmla="*/ 1053282 w 7467600"/>
              <a:gd name="connsiteY261" fmla="*/ 3185247 h 6858000"/>
              <a:gd name="connsiteX262" fmla="*/ 1320603 w 7467600"/>
              <a:gd name="connsiteY262" fmla="*/ 3081281 h 6858000"/>
              <a:gd name="connsiteX263" fmla="*/ 1238695 w 7467600"/>
              <a:gd name="connsiteY263" fmla="*/ 3076820 h 6858000"/>
              <a:gd name="connsiteX264" fmla="*/ 5425627 w 7467600"/>
              <a:gd name="connsiteY264" fmla="*/ 2954192 h 6858000"/>
              <a:gd name="connsiteX265" fmla="*/ 5470770 w 7467600"/>
              <a:gd name="connsiteY265" fmla="*/ 3005435 h 6858000"/>
              <a:gd name="connsiteX266" fmla="*/ 5519779 w 7467600"/>
              <a:gd name="connsiteY266" fmla="*/ 4359223 h 6858000"/>
              <a:gd name="connsiteX267" fmla="*/ 5520293 w 7467600"/>
              <a:gd name="connsiteY267" fmla="*/ 4360602 h 6858000"/>
              <a:gd name="connsiteX268" fmla="*/ 5767221 w 7467600"/>
              <a:gd name="connsiteY268" fmla="*/ 4665564 h 6858000"/>
              <a:gd name="connsiteX269" fmla="*/ 6937169 w 7467600"/>
              <a:gd name="connsiteY269" fmla="*/ 4815941 h 6858000"/>
              <a:gd name="connsiteX270" fmla="*/ 6953922 w 7467600"/>
              <a:gd name="connsiteY270" fmla="*/ 4890068 h 6858000"/>
              <a:gd name="connsiteX271" fmla="*/ 6071359 w 7467600"/>
              <a:gd name="connsiteY271" fmla="*/ 4770770 h 6858000"/>
              <a:gd name="connsiteX272" fmla="*/ 6038839 w 7467600"/>
              <a:gd name="connsiteY272" fmla="*/ 4764474 h 6858000"/>
              <a:gd name="connsiteX273" fmla="*/ 6038706 w 7467600"/>
              <a:gd name="connsiteY273" fmla="*/ 4763847 h 6858000"/>
              <a:gd name="connsiteX274" fmla="*/ 6037784 w 7467600"/>
              <a:gd name="connsiteY274" fmla="*/ 4764270 h 6858000"/>
              <a:gd name="connsiteX275" fmla="*/ 6038839 w 7467600"/>
              <a:gd name="connsiteY275" fmla="*/ 4764474 h 6858000"/>
              <a:gd name="connsiteX276" fmla="*/ 6040338 w 7467600"/>
              <a:gd name="connsiteY276" fmla="*/ 4771418 h 6858000"/>
              <a:gd name="connsiteX277" fmla="*/ 6024488 w 7467600"/>
              <a:gd name="connsiteY277" fmla="*/ 4809903 h 6858000"/>
              <a:gd name="connsiteX278" fmla="*/ 5599771 w 7467600"/>
              <a:gd name="connsiteY278" fmla="*/ 5509652 h 6858000"/>
              <a:gd name="connsiteX279" fmla="*/ 5548843 w 7467600"/>
              <a:gd name="connsiteY279" fmla="*/ 5563845 h 6858000"/>
              <a:gd name="connsiteX280" fmla="*/ 5940952 w 7467600"/>
              <a:gd name="connsiteY280" fmla="*/ 6250028 h 6858000"/>
              <a:gd name="connsiteX281" fmla="*/ 6043441 w 7467600"/>
              <a:gd name="connsiteY281" fmla="*/ 6665847 h 6858000"/>
              <a:gd name="connsiteX282" fmla="*/ 6093432 w 7467600"/>
              <a:gd name="connsiteY282" fmla="*/ 6858000 h 6858000"/>
              <a:gd name="connsiteX283" fmla="*/ 6034344 w 7467600"/>
              <a:gd name="connsiteY283" fmla="*/ 6858000 h 6858000"/>
              <a:gd name="connsiteX284" fmla="*/ 6026679 w 7467600"/>
              <a:gd name="connsiteY284" fmla="*/ 6836959 h 6858000"/>
              <a:gd name="connsiteX285" fmla="*/ 5800441 w 7467600"/>
              <a:gd name="connsiteY285" fmla="*/ 6335286 h 6858000"/>
              <a:gd name="connsiteX286" fmla="*/ 5526562 w 7467600"/>
              <a:gd name="connsiteY286" fmla="*/ 5705388 h 6858000"/>
              <a:gd name="connsiteX287" fmla="*/ 5519640 w 7467600"/>
              <a:gd name="connsiteY287" fmla="*/ 5683774 h 6858000"/>
              <a:gd name="connsiteX288" fmla="*/ 5844559 w 7467600"/>
              <a:gd name="connsiteY288" fmla="*/ 6553349 h 6858000"/>
              <a:gd name="connsiteX289" fmla="*/ 5975994 w 7467600"/>
              <a:gd name="connsiteY289" fmla="*/ 6858000 h 6858000"/>
              <a:gd name="connsiteX290" fmla="*/ 5898547 w 7467600"/>
              <a:gd name="connsiteY290" fmla="*/ 6858000 h 6858000"/>
              <a:gd name="connsiteX291" fmla="*/ 5682041 w 7467600"/>
              <a:gd name="connsiteY291" fmla="*/ 6355860 h 6858000"/>
              <a:gd name="connsiteX292" fmla="*/ 5461758 w 7467600"/>
              <a:gd name="connsiteY292" fmla="*/ 5820220 h 6858000"/>
              <a:gd name="connsiteX293" fmla="*/ 5237282 w 7467600"/>
              <a:gd name="connsiteY293" fmla="*/ 6579086 h 6858000"/>
              <a:gd name="connsiteX294" fmla="*/ 5115009 w 7467600"/>
              <a:gd name="connsiteY294" fmla="*/ 6858000 h 6858000"/>
              <a:gd name="connsiteX295" fmla="*/ 5028074 w 7467600"/>
              <a:gd name="connsiteY295" fmla="*/ 6858000 h 6858000"/>
              <a:gd name="connsiteX296" fmla="*/ 5079508 w 7467600"/>
              <a:gd name="connsiteY296" fmla="*/ 6749074 h 6858000"/>
              <a:gd name="connsiteX297" fmla="*/ 5371846 w 7467600"/>
              <a:gd name="connsiteY297" fmla="*/ 5924413 h 6858000"/>
              <a:gd name="connsiteX298" fmla="*/ 5270512 w 7467600"/>
              <a:gd name="connsiteY298" fmla="*/ 6138975 h 6858000"/>
              <a:gd name="connsiteX299" fmla="*/ 5062409 w 7467600"/>
              <a:gd name="connsiteY299" fmla="*/ 6653544 h 6858000"/>
              <a:gd name="connsiteX300" fmla="*/ 5036628 w 7467600"/>
              <a:gd name="connsiteY300" fmla="*/ 6754247 h 6858000"/>
              <a:gd name="connsiteX301" fmla="*/ 5009112 w 7467600"/>
              <a:gd name="connsiteY301" fmla="*/ 6858000 h 6858000"/>
              <a:gd name="connsiteX302" fmla="*/ 4976679 w 7467600"/>
              <a:gd name="connsiteY302" fmla="*/ 6858000 h 6858000"/>
              <a:gd name="connsiteX303" fmla="*/ 5006537 w 7467600"/>
              <a:gd name="connsiteY303" fmla="*/ 6747068 h 6858000"/>
              <a:gd name="connsiteX304" fmla="*/ 5032723 w 7467600"/>
              <a:gd name="connsiteY304" fmla="*/ 6644957 h 6858000"/>
              <a:gd name="connsiteX305" fmla="*/ 5242949 w 7467600"/>
              <a:gd name="connsiteY305" fmla="*/ 6125175 h 6858000"/>
              <a:gd name="connsiteX306" fmla="*/ 5286321 w 7467600"/>
              <a:gd name="connsiteY306" fmla="*/ 6033555 h 6858000"/>
              <a:gd name="connsiteX307" fmla="*/ 5008210 w 7467600"/>
              <a:gd name="connsiteY307" fmla="*/ 6649194 h 6858000"/>
              <a:gd name="connsiteX308" fmla="*/ 4986321 w 7467600"/>
              <a:gd name="connsiteY308" fmla="*/ 6765687 h 6858000"/>
              <a:gd name="connsiteX309" fmla="*/ 4973474 w 7467600"/>
              <a:gd name="connsiteY309" fmla="*/ 6858000 h 6858000"/>
              <a:gd name="connsiteX310" fmla="*/ 4907178 w 7467600"/>
              <a:gd name="connsiteY310" fmla="*/ 6858000 h 6858000"/>
              <a:gd name="connsiteX311" fmla="*/ 4910810 w 7467600"/>
              <a:gd name="connsiteY311" fmla="*/ 6829660 h 6858000"/>
              <a:gd name="connsiteX312" fmla="*/ 4987461 w 7467600"/>
              <a:gd name="connsiteY312" fmla="*/ 6432994 h 6858000"/>
              <a:gd name="connsiteX313" fmla="*/ 5179262 w 7467600"/>
              <a:gd name="connsiteY313" fmla="*/ 6035044 h 6858000"/>
              <a:gd name="connsiteX314" fmla="*/ 4689678 w 7467600"/>
              <a:gd name="connsiteY314" fmla="*/ 6440241 h 6858000"/>
              <a:gd name="connsiteX315" fmla="*/ 4477543 w 7467600"/>
              <a:gd name="connsiteY315" fmla="*/ 6674836 h 6858000"/>
              <a:gd name="connsiteX316" fmla="*/ 4329957 w 7467600"/>
              <a:gd name="connsiteY316" fmla="*/ 6858000 h 6858000"/>
              <a:gd name="connsiteX317" fmla="*/ 4218595 w 7467600"/>
              <a:gd name="connsiteY317" fmla="*/ 6858000 h 6858000"/>
              <a:gd name="connsiteX318" fmla="*/ 4368888 w 7467600"/>
              <a:gd name="connsiteY318" fmla="*/ 6668412 h 6858000"/>
              <a:gd name="connsiteX319" fmla="*/ 4563091 w 7467600"/>
              <a:gd name="connsiteY319" fmla="*/ 6442508 h 6858000"/>
              <a:gd name="connsiteX320" fmla="*/ 5387324 w 7467600"/>
              <a:gd name="connsiteY320" fmla="*/ 5705830 h 6858000"/>
              <a:gd name="connsiteX321" fmla="*/ 5073620 w 7467600"/>
              <a:gd name="connsiteY321" fmla="*/ 5955437 h 6858000"/>
              <a:gd name="connsiteX322" fmla="*/ 4689789 w 7467600"/>
              <a:gd name="connsiteY322" fmla="*/ 6268382 h 6858000"/>
              <a:gd name="connsiteX323" fmla="*/ 4418722 w 7467600"/>
              <a:gd name="connsiteY323" fmla="*/ 6570886 h 6858000"/>
              <a:gd name="connsiteX324" fmla="*/ 4214944 w 7467600"/>
              <a:gd name="connsiteY324" fmla="*/ 6858000 h 6858000"/>
              <a:gd name="connsiteX325" fmla="*/ 4177898 w 7467600"/>
              <a:gd name="connsiteY325" fmla="*/ 6858000 h 6858000"/>
              <a:gd name="connsiteX326" fmla="*/ 4391597 w 7467600"/>
              <a:gd name="connsiteY326" fmla="*/ 6556370 h 6858000"/>
              <a:gd name="connsiteX327" fmla="*/ 4668889 w 7467600"/>
              <a:gd name="connsiteY327" fmla="*/ 6246399 h 6858000"/>
              <a:gd name="connsiteX328" fmla="*/ 5055427 w 7467600"/>
              <a:gd name="connsiteY328" fmla="*/ 5931476 h 6858000"/>
              <a:gd name="connsiteX329" fmla="*/ 5371814 w 7467600"/>
              <a:gd name="connsiteY329" fmla="*/ 5678975 h 6858000"/>
              <a:gd name="connsiteX330" fmla="*/ 4987918 w 7467600"/>
              <a:gd name="connsiteY330" fmla="*/ 5838701 h 6858000"/>
              <a:gd name="connsiteX331" fmla="*/ 4317146 w 7467600"/>
              <a:gd name="connsiteY331" fmla="*/ 6587716 h 6858000"/>
              <a:gd name="connsiteX332" fmla="*/ 4171627 w 7467600"/>
              <a:gd name="connsiteY332" fmla="*/ 6858000 h 6858000"/>
              <a:gd name="connsiteX333" fmla="*/ 4081585 w 7467600"/>
              <a:gd name="connsiteY333" fmla="*/ 6858000 h 6858000"/>
              <a:gd name="connsiteX334" fmla="*/ 4238603 w 7467600"/>
              <a:gd name="connsiteY334" fmla="*/ 6559341 h 6858000"/>
              <a:gd name="connsiteX335" fmla="*/ 4778333 w 7467600"/>
              <a:gd name="connsiteY335" fmla="*/ 5873626 h 6858000"/>
              <a:gd name="connsiteX336" fmla="*/ 5414185 w 7467600"/>
              <a:gd name="connsiteY336" fmla="*/ 5573882 h 6858000"/>
              <a:gd name="connsiteX337" fmla="*/ 5959648 w 7467600"/>
              <a:gd name="connsiteY337" fmla="*/ 4760797 h 6858000"/>
              <a:gd name="connsiteX338" fmla="*/ 5355019 w 7467600"/>
              <a:gd name="connsiteY338" fmla="*/ 4734672 h 6858000"/>
              <a:gd name="connsiteX339" fmla="*/ 5083565 w 7467600"/>
              <a:gd name="connsiteY339" fmla="*/ 5179121 h 6858000"/>
              <a:gd name="connsiteX340" fmla="*/ 4713577 w 7467600"/>
              <a:gd name="connsiteY340" fmla="*/ 5616803 h 6858000"/>
              <a:gd name="connsiteX341" fmla="*/ 3989559 w 7467600"/>
              <a:gd name="connsiteY341" fmla="*/ 6145945 h 6858000"/>
              <a:gd name="connsiteX342" fmla="*/ 3939824 w 7467600"/>
              <a:gd name="connsiteY342" fmla="*/ 6066900 h 6858000"/>
              <a:gd name="connsiteX343" fmla="*/ 4584537 w 7467600"/>
              <a:gd name="connsiteY343" fmla="*/ 5324826 h 6858000"/>
              <a:gd name="connsiteX344" fmla="*/ 5037105 w 7467600"/>
              <a:gd name="connsiteY344" fmla="*/ 5088765 h 6858000"/>
              <a:gd name="connsiteX345" fmla="*/ 5039930 w 7467600"/>
              <a:gd name="connsiteY345" fmla="*/ 5089585 h 6858000"/>
              <a:gd name="connsiteX346" fmla="*/ 5263764 w 7467600"/>
              <a:gd name="connsiteY346" fmla="*/ 4735525 h 6858000"/>
              <a:gd name="connsiteX347" fmla="*/ 4086300 w 7467600"/>
              <a:gd name="connsiteY347" fmla="*/ 4884599 h 6858000"/>
              <a:gd name="connsiteX348" fmla="*/ 4085485 w 7467600"/>
              <a:gd name="connsiteY348" fmla="*/ 4899070 h 6858000"/>
              <a:gd name="connsiteX349" fmla="*/ 3871915 w 7467600"/>
              <a:gd name="connsiteY349" fmla="*/ 5253645 h 6858000"/>
              <a:gd name="connsiteX350" fmla="*/ 3799374 w 7467600"/>
              <a:gd name="connsiteY350" fmla="*/ 5466127 h 6858000"/>
              <a:gd name="connsiteX351" fmla="*/ 3498850 w 7467600"/>
              <a:gd name="connsiteY351" fmla="*/ 6661888 h 6858000"/>
              <a:gd name="connsiteX352" fmla="*/ 3399216 w 7467600"/>
              <a:gd name="connsiteY352" fmla="*/ 6858000 h 6858000"/>
              <a:gd name="connsiteX353" fmla="*/ 3303688 w 7467600"/>
              <a:gd name="connsiteY353" fmla="*/ 6858000 h 6858000"/>
              <a:gd name="connsiteX354" fmla="*/ 3391774 w 7467600"/>
              <a:gd name="connsiteY354" fmla="*/ 6697181 h 6858000"/>
              <a:gd name="connsiteX355" fmla="*/ 3735540 w 7467600"/>
              <a:gd name="connsiteY355" fmla="*/ 5546923 h 6858000"/>
              <a:gd name="connsiteX356" fmla="*/ 3729438 w 7467600"/>
              <a:gd name="connsiteY356" fmla="*/ 5569058 h 6858000"/>
              <a:gd name="connsiteX357" fmla="*/ 3707782 w 7467600"/>
              <a:gd name="connsiteY357" fmla="*/ 5644908 h 6858000"/>
              <a:gd name="connsiteX358" fmla="*/ 3583827 w 7467600"/>
              <a:gd name="connsiteY358" fmla="*/ 6039215 h 6858000"/>
              <a:gd name="connsiteX359" fmla="*/ 3547861 w 7467600"/>
              <a:gd name="connsiteY359" fmla="*/ 6129609 h 6858000"/>
              <a:gd name="connsiteX360" fmla="*/ 3490905 w 7467600"/>
              <a:gd name="connsiteY360" fmla="*/ 6277660 h 6858000"/>
              <a:gd name="connsiteX361" fmla="*/ 3455859 w 7467600"/>
              <a:gd name="connsiteY361" fmla="*/ 6391301 h 6858000"/>
              <a:gd name="connsiteX362" fmla="*/ 3429112 w 7467600"/>
              <a:gd name="connsiteY362" fmla="*/ 6479469 h 6858000"/>
              <a:gd name="connsiteX363" fmla="*/ 3304862 w 7467600"/>
              <a:gd name="connsiteY363" fmla="*/ 6796476 h 6858000"/>
              <a:gd name="connsiteX364" fmla="*/ 3276071 w 7467600"/>
              <a:gd name="connsiteY364" fmla="*/ 6858000 h 6858000"/>
              <a:gd name="connsiteX365" fmla="*/ 3240805 w 7467600"/>
              <a:gd name="connsiteY365" fmla="*/ 6858000 h 6858000"/>
              <a:gd name="connsiteX366" fmla="*/ 3275917 w 7467600"/>
              <a:gd name="connsiteY366" fmla="*/ 6783192 h 6858000"/>
              <a:gd name="connsiteX367" fmla="*/ 3399358 w 7467600"/>
              <a:gd name="connsiteY367" fmla="*/ 6469011 h 6858000"/>
              <a:gd name="connsiteX368" fmla="*/ 3425650 w 7467600"/>
              <a:gd name="connsiteY368" fmla="*/ 6381333 h 6858000"/>
              <a:gd name="connsiteX369" fmla="*/ 3460661 w 7467600"/>
              <a:gd name="connsiteY369" fmla="*/ 6266763 h 6858000"/>
              <a:gd name="connsiteX370" fmla="*/ 3518021 w 7467600"/>
              <a:gd name="connsiteY370" fmla="*/ 6117298 h 6858000"/>
              <a:gd name="connsiteX371" fmla="*/ 3554035 w 7467600"/>
              <a:gd name="connsiteY371" fmla="*/ 6027832 h 6858000"/>
              <a:gd name="connsiteX372" fmla="*/ 3677174 w 7467600"/>
              <a:gd name="connsiteY372" fmla="*/ 5636351 h 6858000"/>
              <a:gd name="connsiteX373" fmla="*/ 3698819 w 7467600"/>
              <a:gd name="connsiteY373" fmla="*/ 5560503 h 6858000"/>
              <a:gd name="connsiteX374" fmla="*/ 3702094 w 7467600"/>
              <a:gd name="connsiteY374" fmla="*/ 5549194 h 6858000"/>
              <a:gd name="connsiteX375" fmla="*/ 3398355 w 7467600"/>
              <a:gd name="connsiteY375" fmla="*/ 6094603 h 6858000"/>
              <a:gd name="connsiteX376" fmla="*/ 3193941 w 7467600"/>
              <a:gd name="connsiteY376" fmla="*/ 6798775 h 6858000"/>
              <a:gd name="connsiteX377" fmla="*/ 3184140 w 7467600"/>
              <a:gd name="connsiteY377" fmla="*/ 6858000 h 6858000"/>
              <a:gd name="connsiteX378" fmla="*/ 3099978 w 7467600"/>
              <a:gd name="connsiteY378" fmla="*/ 6858000 h 6858000"/>
              <a:gd name="connsiteX379" fmla="*/ 3101556 w 7467600"/>
              <a:gd name="connsiteY379" fmla="*/ 6843337 h 6858000"/>
              <a:gd name="connsiteX380" fmla="*/ 3370162 w 7467600"/>
              <a:gd name="connsiteY380" fmla="*/ 5785550 h 6858000"/>
              <a:gd name="connsiteX381" fmla="*/ 3746477 w 7467600"/>
              <a:gd name="connsiteY381" fmla="*/ 5377889 h 6858000"/>
              <a:gd name="connsiteX382" fmla="*/ 3863399 w 7467600"/>
              <a:gd name="connsiteY382" fmla="*/ 5087257 h 6858000"/>
              <a:gd name="connsiteX383" fmla="*/ 3968712 w 7467600"/>
              <a:gd name="connsiteY383" fmla="*/ 4913989 h 6858000"/>
              <a:gd name="connsiteX384" fmla="*/ 2792390 w 7467600"/>
              <a:gd name="connsiteY384" fmla="*/ 5382974 h 6858000"/>
              <a:gd name="connsiteX385" fmla="*/ 2714982 w 7467600"/>
              <a:gd name="connsiteY385" fmla="*/ 5427051 h 6858000"/>
              <a:gd name="connsiteX386" fmla="*/ 2813361 w 7467600"/>
              <a:gd name="connsiteY386" fmla="*/ 6023912 h 6858000"/>
              <a:gd name="connsiteX387" fmla="*/ 2688430 w 7467600"/>
              <a:gd name="connsiteY387" fmla="*/ 6801564 h 6858000"/>
              <a:gd name="connsiteX388" fmla="*/ 2629626 w 7467600"/>
              <a:gd name="connsiteY388" fmla="*/ 6763394 h 6858000"/>
              <a:gd name="connsiteX389" fmla="*/ 2565328 w 7467600"/>
              <a:gd name="connsiteY389" fmla="*/ 5516399 h 6858000"/>
              <a:gd name="connsiteX390" fmla="*/ 1922999 w 7467600"/>
              <a:gd name="connsiteY390" fmla="*/ 5980343 h 6858000"/>
              <a:gd name="connsiteX391" fmla="*/ 1950261 w 7467600"/>
              <a:gd name="connsiteY391" fmla="*/ 6405858 h 6858000"/>
              <a:gd name="connsiteX392" fmla="*/ 2365554 w 7467600"/>
              <a:gd name="connsiteY392" fmla="*/ 6759107 h 6858000"/>
              <a:gd name="connsiteX393" fmla="*/ 2424142 w 7467600"/>
              <a:gd name="connsiteY393" fmla="*/ 6858000 h 6858000"/>
              <a:gd name="connsiteX394" fmla="*/ 2395994 w 7467600"/>
              <a:gd name="connsiteY394" fmla="*/ 6858000 h 6858000"/>
              <a:gd name="connsiteX395" fmla="*/ 2392863 w 7467600"/>
              <a:gd name="connsiteY395" fmla="*/ 6852964 h 6858000"/>
              <a:gd name="connsiteX396" fmla="*/ 2017589 w 7467600"/>
              <a:gd name="connsiteY396" fmla="*/ 6493982 h 6858000"/>
              <a:gd name="connsiteX397" fmla="*/ 2147336 w 7467600"/>
              <a:gd name="connsiteY397" fmla="*/ 6594052 h 6858000"/>
              <a:gd name="connsiteX398" fmla="*/ 2207047 w 7467600"/>
              <a:gd name="connsiteY398" fmla="*/ 6654540 h 6858000"/>
              <a:gd name="connsiteX399" fmla="*/ 2299106 w 7467600"/>
              <a:gd name="connsiteY399" fmla="*/ 6778931 h 6858000"/>
              <a:gd name="connsiteX400" fmla="*/ 2314430 w 7467600"/>
              <a:gd name="connsiteY400" fmla="*/ 6801144 h 6858000"/>
              <a:gd name="connsiteX401" fmla="*/ 2352406 w 7467600"/>
              <a:gd name="connsiteY401" fmla="*/ 6858000 h 6858000"/>
              <a:gd name="connsiteX402" fmla="*/ 2314492 w 7467600"/>
              <a:gd name="connsiteY402" fmla="*/ 6858000 h 6858000"/>
              <a:gd name="connsiteX403" fmla="*/ 2288095 w 7467600"/>
              <a:gd name="connsiteY403" fmla="*/ 6818030 h 6858000"/>
              <a:gd name="connsiteX404" fmla="*/ 2272768 w 7467600"/>
              <a:gd name="connsiteY404" fmla="*/ 6795822 h 6858000"/>
              <a:gd name="connsiteX405" fmla="*/ 2182715 w 7467600"/>
              <a:gd name="connsiteY405" fmla="*/ 6675071 h 6858000"/>
              <a:gd name="connsiteX406" fmla="*/ 2032061 w 7467600"/>
              <a:gd name="connsiteY406" fmla="*/ 6541380 h 6858000"/>
              <a:gd name="connsiteX407" fmla="*/ 2257220 w 7467600"/>
              <a:gd name="connsiteY407" fmla="*/ 6826257 h 6858000"/>
              <a:gd name="connsiteX408" fmla="*/ 2281324 w 7467600"/>
              <a:gd name="connsiteY408" fmla="*/ 6858000 h 6858000"/>
              <a:gd name="connsiteX409" fmla="*/ 2242860 w 7467600"/>
              <a:gd name="connsiteY409" fmla="*/ 6858000 h 6858000"/>
              <a:gd name="connsiteX410" fmla="*/ 2232818 w 7467600"/>
              <a:gd name="connsiteY410" fmla="*/ 6844926 h 6858000"/>
              <a:gd name="connsiteX411" fmla="*/ 1990172 w 7467600"/>
              <a:gd name="connsiteY411" fmla="*/ 6542121 h 6858000"/>
              <a:gd name="connsiteX412" fmla="*/ 2124090 w 7467600"/>
              <a:gd name="connsiteY412" fmla="*/ 6761017 h 6858000"/>
              <a:gd name="connsiteX413" fmla="*/ 2200380 w 7467600"/>
              <a:gd name="connsiteY413" fmla="*/ 6858000 h 6858000"/>
              <a:gd name="connsiteX414" fmla="*/ 2147507 w 7467600"/>
              <a:gd name="connsiteY414" fmla="*/ 6858000 h 6858000"/>
              <a:gd name="connsiteX415" fmla="*/ 2070668 w 7467600"/>
              <a:gd name="connsiteY415" fmla="*/ 6761520 h 6858000"/>
              <a:gd name="connsiteX416" fmla="*/ 1975142 w 7467600"/>
              <a:gd name="connsiteY416" fmla="*/ 6585570 h 6858000"/>
              <a:gd name="connsiteX417" fmla="*/ 2050035 w 7467600"/>
              <a:gd name="connsiteY417" fmla="*/ 6813345 h 6858000"/>
              <a:gd name="connsiteX418" fmla="*/ 2063025 w 7467600"/>
              <a:gd name="connsiteY418" fmla="*/ 6858000 h 6858000"/>
              <a:gd name="connsiteX419" fmla="*/ 2021675 w 7467600"/>
              <a:gd name="connsiteY419" fmla="*/ 6858000 h 6858000"/>
              <a:gd name="connsiteX420" fmla="*/ 2019308 w 7467600"/>
              <a:gd name="connsiteY420" fmla="*/ 6847118 h 6858000"/>
              <a:gd name="connsiteX421" fmla="*/ 1938835 w 7467600"/>
              <a:gd name="connsiteY421" fmla="*/ 6551160 h 6858000"/>
              <a:gd name="connsiteX422" fmla="*/ 1953230 w 7467600"/>
              <a:gd name="connsiteY422" fmla="*/ 6759699 h 6858000"/>
              <a:gd name="connsiteX423" fmla="*/ 1956763 w 7467600"/>
              <a:gd name="connsiteY423" fmla="*/ 6778191 h 6858000"/>
              <a:gd name="connsiteX424" fmla="*/ 1967925 w 7467600"/>
              <a:gd name="connsiteY424" fmla="*/ 6858000 h 6858000"/>
              <a:gd name="connsiteX425" fmla="*/ 1936622 w 7467600"/>
              <a:gd name="connsiteY425" fmla="*/ 6858000 h 6858000"/>
              <a:gd name="connsiteX426" fmla="*/ 1926261 w 7467600"/>
              <a:gd name="connsiteY426" fmla="*/ 6784064 h 6858000"/>
              <a:gd name="connsiteX427" fmla="*/ 1922724 w 7467600"/>
              <a:gd name="connsiteY427" fmla="*/ 6765577 h 6858000"/>
              <a:gd name="connsiteX428" fmla="*/ 1904650 w 7467600"/>
              <a:gd name="connsiteY428" fmla="*/ 6639616 h 6858000"/>
              <a:gd name="connsiteX429" fmla="*/ 1885273 w 7467600"/>
              <a:gd name="connsiteY429" fmla="*/ 6858000 h 6858000"/>
              <a:gd name="connsiteX430" fmla="*/ 1854363 w 7467600"/>
              <a:gd name="connsiteY430" fmla="*/ 6858000 h 6858000"/>
              <a:gd name="connsiteX431" fmla="*/ 1880391 w 7467600"/>
              <a:gd name="connsiteY431" fmla="*/ 6603796 h 6858000"/>
              <a:gd name="connsiteX432" fmla="*/ 1818273 w 7467600"/>
              <a:gd name="connsiteY432" fmla="*/ 6715729 h 6858000"/>
              <a:gd name="connsiteX433" fmla="*/ 1794691 w 7467600"/>
              <a:gd name="connsiteY433" fmla="*/ 6843239 h 6858000"/>
              <a:gd name="connsiteX434" fmla="*/ 1794914 w 7467600"/>
              <a:gd name="connsiteY434" fmla="*/ 6858000 h 6858000"/>
              <a:gd name="connsiteX435" fmla="*/ 1746128 w 7467600"/>
              <a:gd name="connsiteY435" fmla="*/ 6858000 h 6858000"/>
              <a:gd name="connsiteX436" fmla="*/ 1753934 w 7467600"/>
              <a:gd name="connsiteY436" fmla="*/ 6724796 h 6858000"/>
              <a:gd name="connsiteX437" fmla="*/ 1792053 w 7467600"/>
              <a:gd name="connsiteY437" fmla="*/ 6572396 h 6858000"/>
              <a:gd name="connsiteX438" fmla="*/ 1862248 w 7467600"/>
              <a:gd name="connsiteY438" fmla="*/ 6266397 h 6858000"/>
              <a:gd name="connsiteX439" fmla="*/ 1862250 w 7467600"/>
              <a:gd name="connsiteY439" fmla="*/ 6033531 h 6858000"/>
              <a:gd name="connsiteX440" fmla="*/ 1211999 w 7467600"/>
              <a:gd name="connsiteY440" fmla="*/ 6683610 h 6858000"/>
              <a:gd name="connsiteX441" fmla="*/ 1213266 w 7467600"/>
              <a:gd name="connsiteY441" fmla="*/ 6691947 h 6858000"/>
              <a:gd name="connsiteX442" fmla="*/ 1203370 w 7467600"/>
              <a:gd name="connsiteY442" fmla="*/ 6850676 h 6858000"/>
              <a:gd name="connsiteX443" fmla="*/ 1203671 w 7467600"/>
              <a:gd name="connsiteY443" fmla="*/ 6858000 h 6858000"/>
              <a:gd name="connsiteX444" fmla="*/ 1143180 w 7467600"/>
              <a:gd name="connsiteY444" fmla="*/ 6858000 h 6858000"/>
              <a:gd name="connsiteX445" fmla="*/ 1142176 w 7467600"/>
              <a:gd name="connsiteY445" fmla="*/ 6766045 h 6858000"/>
              <a:gd name="connsiteX446" fmla="*/ 1067484 w 7467600"/>
              <a:gd name="connsiteY446" fmla="*/ 6858000 h 6858000"/>
              <a:gd name="connsiteX447" fmla="*/ 953928 w 7467600"/>
              <a:gd name="connsiteY447" fmla="*/ 6858000 h 6858000"/>
              <a:gd name="connsiteX448" fmla="*/ 959715 w 7467600"/>
              <a:gd name="connsiteY448" fmla="*/ 6850185 h 6858000"/>
              <a:gd name="connsiteX449" fmla="*/ 1483788 w 7467600"/>
              <a:gd name="connsiteY449" fmla="*/ 6259174 h 6858000"/>
              <a:gd name="connsiteX450" fmla="*/ 1100671 w 7467600"/>
              <a:gd name="connsiteY450" fmla="*/ 6252137 h 6858000"/>
              <a:gd name="connsiteX451" fmla="*/ 1090144 w 7467600"/>
              <a:gd name="connsiteY451" fmla="*/ 6256748 h 6858000"/>
              <a:gd name="connsiteX452" fmla="*/ 1095872 w 7467600"/>
              <a:gd name="connsiteY452" fmla="*/ 6271892 h 6858000"/>
              <a:gd name="connsiteX453" fmla="*/ 262785 w 7467600"/>
              <a:gd name="connsiteY453" fmla="*/ 6845450 h 6858000"/>
              <a:gd name="connsiteX454" fmla="*/ 209968 w 7467600"/>
              <a:gd name="connsiteY454" fmla="*/ 6770713 h 6858000"/>
              <a:gd name="connsiteX455" fmla="*/ 873460 w 7467600"/>
              <a:gd name="connsiteY455" fmla="*/ 6253768 h 6858000"/>
              <a:gd name="connsiteX456" fmla="*/ 192686 w 7467600"/>
              <a:gd name="connsiteY456" fmla="*/ 5849257 h 6858000"/>
              <a:gd name="connsiteX457" fmla="*/ 4696 w 7467600"/>
              <a:gd name="connsiteY457" fmla="*/ 5697668 h 6858000"/>
              <a:gd name="connsiteX458" fmla="*/ 0 w 7467600"/>
              <a:gd name="connsiteY458" fmla="*/ 5689984 h 6858000"/>
              <a:gd name="connsiteX459" fmla="*/ 0 w 7467600"/>
              <a:gd name="connsiteY459" fmla="*/ 5513472 h 6858000"/>
              <a:gd name="connsiteX460" fmla="*/ 174101 w 7467600"/>
              <a:gd name="connsiteY460" fmla="*/ 5620277 h 6858000"/>
              <a:gd name="connsiteX461" fmla="*/ 891800 w 7467600"/>
              <a:gd name="connsiteY461" fmla="*/ 6036935 h 6858000"/>
              <a:gd name="connsiteX462" fmla="*/ 1072219 w 7467600"/>
              <a:gd name="connsiteY462" fmla="*/ 6169443 h 6858000"/>
              <a:gd name="connsiteX463" fmla="*/ 1074117 w 7467600"/>
              <a:gd name="connsiteY463" fmla="*/ 6170301 h 6858000"/>
              <a:gd name="connsiteX464" fmla="*/ 1083114 w 7467600"/>
              <a:gd name="connsiteY464" fmla="*/ 6174131 h 6858000"/>
              <a:gd name="connsiteX465" fmla="*/ 1543010 w 7467600"/>
              <a:gd name="connsiteY465" fmla="*/ 6191140 h 6858000"/>
              <a:gd name="connsiteX466" fmla="*/ 1551080 w 7467600"/>
              <a:gd name="connsiteY466" fmla="*/ 6195006 h 6858000"/>
              <a:gd name="connsiteX467" fmla="*/ 2345443 w 7467600"/>
              <a:gd name="connsiteY467" fmla="*/ 5549882 h 6858000"/>
              <a:gd name="connsiteX468" fmla="*/ 1721499 w 7467600"/>
              <a:gd name="connsiteY468" fmla="*/ 5599969 h 6858000"/>
              <a:gd name="connsiteX469" fmla="*/ 767716 w 7467600"/>
              <a:gd name="connsiteY469" fmla="*/ 5472768 h 6858000"/>
              <a:gd name="connsiteX470" fmla="*/ 722147 w 7467600"/>
              <a:gd name="connsiteY470" fmla="*/ 5393091 h 6858000"/>
              <a:gd name="connsiteX471" fmla="*/ 1485552 w 7467600"/>
              <a:gd name="connsiteY471" fmla="*/ 5313202 h 6858000"/>
              <a:gd name="connsiteX472" fmla="*/ 2143004 w 7467600"/>
              <a:gd name="connsiteY472" fmla="*/ 5402420 h 6858000"/>
              <a:gd name="connsiteX473" fmla="*/ 1933391 w 7467600"/>
              <a:gd name="connsiteY473" fmla="*/ 5156971 h 6858000"/>
              <a:gd name="connsiteX474" fmla="*/ 1827118 w 7467600"/>
              <a:gd name="connsiteY474" fmla="*/ 4968410 h 6858000"/>
              <a:gd name="connsiteX475" fmla="*/ 1837349 w 7467600"/>
              <a:gd name="connsiteY475" fmla="*/ 4956357 h 6858000"/>
              <a:gd name="connsiteX476" fmla="*/ 2162835 w 7467600"/>
              <a:gd name="connsiteY476" fmla="*/ 5187853 h 6858000"/>
              <a:gd name="connsiteX477" fmla="*/ 2257167 w 7467600"/>
              <a:gd name="connsiteY477" fmla="*/ 5462123 h 6858000"/>
              <a:gd name="connsiteX478" fmla="*/ 2261598 w 7467600"/>
              <a:gd name="connsiteY478" fmla="*/ 5467998 h 6858000"/>
              <a:gd name="connsiteX479" fmla="*/ 2437177 w 7467600"/>
              <a:gd name="connsiteY479" fmla="*/ 5479608 h 6858000"/>
              <a:gd name="connsiteX480" fmla="*/ 2445247 w 7467600"/>
              <a:gd name="connsiteY480" fmla="*/ 5483476 h 6858000"/>
              <a:gd name="connsiteX481" fmla="*/ 2743626 w 7467600"/>
              <a:gd name="connsiteY481" fmla="*/ 5304819 h 6858000"/>
              <a:gd name="connsiteX482" fmla="*/ 3048102 w 7467600"/>
              <a:gd name="connsiteY482" fmla="*/ 5150595 h 6858000"/>
              <a:gd name="connsiteX483" fmla="*/ 1799414 w 7467600"/>
              <a:gd name="connsiteY483" fmla="*/ 4694732 h 6858000"/>
              <a:gd name="connsiteX484" fmla="*/ 1771735 w 7467600"/>
              <a:gd name="connsiteY484" fmla="*/ 4619929 h 6858000"/>
              <a:gd name="connsiteX485" fmla="*/ 3104273 w 7467600"/>
              <a:gd name="connsiteY485" fmla="*/ 5076159 h 6858000"/>
              <a:gd name="connsiteX486" fmla="*/ 3113245 w 7467600"/>
              <a:gd name="connsiteY486" fmla="*/ 5090705 h 6858000"/>
              <a:gd name="connsiteX487" fmla="*/ 3126294 w 7467600"/>
              <a:gd name="connsiteY487" fmla="*/ 5114400 h 6858000"/>
              <a:gd name="connsiteX488" fmla="*/ 3937433 w 7467600"/>
              <a:gd name="connsiteY488" fmla="*/ 4830473 h 6858000"/>
              <a:gd name="connsiteX489" fmla="*/ 3590475 w 7467600"/>
              <a:gd name="connsiteY489" fmla="*/ 4597974 h 6858000"/>
              <a:gd name="connsiteX490" fmla="*/ 3100264 w 7467600"/>
              <a:gd name="connsiteY490" fmla="*/ 4579845 h 6858000"/>
              <a:gd name="connsiteX491" fmla="*/ 2183576 w 7467600"/>
              <a:gd name="connsiteY491" fmla="*/ 4227150 h 6858000"/>
              <a:gd name="connsiteX492" fmla="*/ 2151029 w 7467600"/>
              <a:gd name="connsiteY492" fmla="*/ 4146947 h 6858000"/>
              <a:gd name="connsiteX493" fmla="*/ 3563434 w 7467600"/>
              <a:gd name="connsiteY493" fmla="*/ 4469115 h 6858000"/>
              <a:gd name="connsiteX494" fmla="*/ 3177952 w 7467600"/>
              <a:gd name="connsiteY494" fmla="*/ 3657386 h 6858000"/>
              <a:gd name="connsiteX495" fmla="*/ 3189263 w 7467600"/>
              <a:gd name="connsiteY495" fmla="*/ 3625726 h 6858000"/>
              <a:gd name="connsiteX496" fmla="*/ 3560912 w 7467600"/>
              <a:gd name="connsiteY496" fmla="*/ 4079863 h 6858000"/>
              <a:gd name="connsiteX497" fmla="*/ 3626636 w 7467600"/>
              <a:gd name="connsiteY497" fmla="*/ 4512230 h 6858000"/>
              <a:gd name="connsiteX498" fmla="*/ 3653088 w 7467600"/>
              <a:gd name="connsiteY498" fmla="*/ 4521417 h 6858000"/>
              <a:gd name="connsiteX499" fmla="*/ 3988128 w 7467600"/>
              <a:gd name="connsiteY499" fmla="*/ 4817267 h 6858000"/>
              <a:gd name="connsiteX500" fmla="*/ 4830582 w 7467600"/>
              <a:gd name="connsiteY500" fmla="*/ 4676000 h 6858000"/>
              <a:gd name="connsiteX501" fmla="*/ 4830100 w 7467600"/>
              <a:gd name="connsiteY501" fmla="*/ 4675554 h 6858000"/>
              <a:gd name="connsiteX502" fmla="*/ 4036318 w 7467600"/>
              <a:gd name="connsiteY502" fmla="*/ 4147013 h 6858000"/>
              <a:gd name="connsiteX503" fmla="*/ 3432098 w 7467600"/>
              <a:gd name="connsiteY503" fmla="*/ 3537312 h 6858000"/>
              <a:gd name="connsiteX504" fmla="*/ 3446761 w 7467600"/>
              <a:gd name="connsiteY504" fmla="*/ 3461278 h 6858000"/>
              <a:gd name="connsiteX505" fmla="*/ 4419733 w 7467600"/>
              <a:gd name="connsiteY505" fmla="*/ 3963555 h 6858000"/>
              <a:gd name="connsiteX506" fmla="*/ 4781371 w 7467600"/>
              <a:gd name="connsiteY506" fmla="*/ 4458604 h 6858000"/>
              <a:gd name="connsiteX507" fmla="*/ 4780440 w 7467600"/>
              <a:gd name="connsiteY507" fmla="*/ 4470290 h 6858000"/>
              <a:gd name="connsiteX508" fmla="*/ 4898954 w 7467600"/>
              <a:gd name="connsiteY508" fmla="*/ 4662092 h 6858000"/>
              <a:gd name="connsiteX509" fmla="*/ 4900699 w 7467600"/>
              <a:gd name="connsiteY509" fmla="*/ 4670867 h 6858000"/>
              <a:gd name="connsiteX510" fmla="*/ 5714511 w 7467600"/>
              <a:gd name="connsiteY510" fmla="*/ 4663483 h 6858000"/>
              <a:gd name="connsiteX511" fmla="*/ 5464793 w 7467600"/>
              <a:gd name="connsiteY511" fmla="*/ 4393556 h 6858000"/>
              <a:gd name="connsiteX512" fmla="*/ 5461897 w 7467600"/>
              <a:gd name="connsiteY512" fmla="*/ 4390879 h 6858000"/>
              <a:gd name="connsiteX513" fmla="*/ 4294126 w 7467600"/>
              <a:gd name="connsiteY513" fmla="*/ 3303048 h 6858000"/>
              <a:gd name="connsiteX514" fmla="*/ 4305321 w 7467600"/>
              <a:gd name="connsiteY514" fmla="*/ 3256953 h 6858000"/>
              <a:gd name="connsiteX515" fmla="*/ 4949299 w 7467600"/>
              <a:gd name="connsiteY515" fmla="*/ 3766336 h 6858000"/>
              <a:gd name="connsiteX516" fmla="*/ 5291452 w 7467600"/>
              <a:gd name="connsiteY516" fmla="*/ 4076801 h 6858000"/>
              <a:gd name="connsiteX517" fmla="*/ 5434998 w 7467600"/>
              <a:gd name="connsiteY517" fmla="*/ 4254100 h 6858000"/>
              <a:gd name="connsiteX518" fmla="*/ 5351015 w 7467600"/>
              <a:gd name="connsiteY518" fmla="*/ 3760989 h 6858000"/>
              <a:gd name="connsiteX519" fmla="*/ 5413780 w 7467600"/>
              <a:gd name="connsiteY519" fmla="*/ 2966265 h 6858000"/>
              <a:gd name="connsiteX520" fmla="*/ 5425627 w 7467600"/>
              <a:gd name="connsiteY520" fmla="*/ 2954192 h 6858000"/>
              <a:gd name="connsiteX521" fmla="*/ 6604735 w 7467600"/>
              <a:gd name="connsiteY521" fmla="*/ 2041381 h 6858000"/>
              <a:gd name="connsiteX522" fmla="*/ 7204487 w 7467600"/>
              <a:gd name="connsiteY522" fmla="*/ 2742112 h 6858000"/>
              <a:gd name="connsiteX523" fmla="*/ 7131592 w 7467600"/>
              <a:gd name="connsiteY523" fmla="*/ 2672096 h 6858000"/>
              <a:gd name="connsiteX524" fmla="*/ 6996344 w 7467600"/>
              <a:gd name="connsiteY524" fmla="*/ 2518310 h 6858000"/>
              <a:gd name="connsiteX525" fmla="*/ 6735495 w 7467600"/>
              <a:gd name="connsiteY525" fmla="*/ 2196890 h 6858000"/>
              <a:gd name="connsiteX526" fmla="*/ 6721901 w 7467600"/>
              <a:gd name="connsiteY526" fmla="*/ 2179274 h 6858000"/>
              <a:gd name="connsiteX527" fmla="*/ 6604735 w 7467600"/>
              <a:gd name="connsiteY527" fmla="*/ 2041381 h 6858000"/>
              <a:gd name="connsiteX528" fmla="*/ 6591670 w 7467600"/>
              <a:gd name="connsiteY528" fmla="*/ 1988277 h 6858000"/>
              <a:gd name="connsiteX529" fmla="*/ 6747349 w 7467600"/>
              <a:gd name="connsiteY529" fmla="*/ 2160069 h 6858000"/>
              <a:gd name="connsiteX530" fmla="*/ 6760943 w 7467600"/>
              <a:gd name="connsiteY530" fmla="*/ 2177686 h 6858000"/>
              <a:gd name="connsiteX531" fmla="*/ 7021065 w 7467600"/>
              <a:gd name="connsiteY531" fmla="*/ 2498102 h 6858000"/>
              <a:gd name="connsiteX532" fmla="*/ 7155223 w 7467600"/>
              <a:gd name="connsiteY532" fmla="*/ 2650386 h 6858000"/>
              <a:gd name="connsiteX533" fmla="*/ 7203167 w 7467600"/>
              <a:gd name="connsiteY533" fmla="*/ 2697288 h 6858000"/>
              <a:gd name="connsiteX534" fmla="*/ 6937703 w 7467600"/>
              <a:gd name="connsiteY534" fmla="*/ 2321981 h 6858000"/>
              <a:gd name="connsiteX535" fmla="*/ 6591670 w 7467600"/>
              <a:gd name="connsiteY535" fmla="*/ 1988277 h 6858000"/>
              <a:gd name="connsiteX536" fmla="*/ 5798671 w 7467600"/>
              <a:gd name="connsiteY536" fmla="*/ 1981601 h 6858000"/>
              <a:gd name="connsiteX537" fmla="*/ 5754709 w 7467600"/>
              <a:gd name="connsiteY537" fmla="*/ 2071454 h 6858000"/>
              <a:gd name="connsiteX538" fmla="*/ 5763044 w 7467600"/>
              <a:gd name="connsiteY538" fmla="*/ 2842206 h 6858000"/>
              <a:gd name="connsiteX539" fmla="*/ 5764974 w 7467600"/>
              <a:gd name="connsiteY539" fmla="*/ 2799609 h 6858000"/>
              <a:gd name="connsiteX540" fmla="*/ 5767665 w 7467600"/>
              <a:gd name="connsiteY540" fmla="*/ 2666409 h 6858000"/>
              <a:gd name="connsiteX541" fmla="*/ 5763055 w 7467600"/>
              <a:gd name="connsiteY541" fmla="*/ 2579705 h 6858000"/>
              <a:gd name="connsiteX542" fmla="*/ 5758079 w 7467600"/>
              <a:gd name="connsiteY542" fmla="*/ 2492508 h 6858000"/>
              <a:gd name="connsiteX543" fmla="*/ 5779325 w 7467600"/>
              <a:gd name="connsiteY543" fmla="*/ 2197069 h 6858000"/>
              <a:gd name="connsiteX544" fmla="*/ 5798671 w 7467600"/>
              <a:gd name="connsiteY544" fmla="*/ 1981601 h 6858000"/>
              <a:gd name="connsiteX545" fmla="*/ 5829202 w 7467600"/>
              <a:gd name="connsiteY545" fmla="*/ 1971679 h 6858000"/>
              <a:gd name="connsiteX546" fmla="*/ 5809558 w 7467600"/>
              <a:gd name="connsiteY546" fmla="*/ 2198043 h 6858000"/>
              <a:gd name="connsiteX547" fmla="*/ 5788653 w 7467600"/>
              <a:gd name="connsiteY547" fmla="*/ 2489430 h 6858000"/>
              <a:gd name="connsiteX548" fmla="*/ 5793439 w 7467600"/>
              <a:gd name="connsiteY548" fmla="*/ 2575235 h 6858000"/>
              <a:gd name="connsiteX549" fmla="*/ 5796837 w 7467600"/>
              <a:gd name="connsiteY549" fmla="*/ 2637633 h 6858000"/>
              <a:gd name="connsiteX550" fmla="*/ 5818614 w 7467600"/>
              <a:gd name="connsiteY550" fmla="*/ 2473055 h 6858000"/>
              <a:gd name="connsiteX551" fmla="*/ 5829202 w 7467600"/>
              <a:gd name="connsiteY551" fmla="*/ 1971679 h 6858000"/>
              <a:gd name="connsiteX552" fmla="*/ 5911389 w 7467600"/>
              <a:gd name="connsiteY552" fmla="*/ 1898371 h 6858000"/>
              <a:gd name="connsiteX553" fmla="*/ 6237627 w 7467600"/>
              <a:gd name="connsiteY553" fmla="*/ 2231921 h 6858000"/>
              <a:gd name="connsiteX554" fmla="*/ 5911389 w 7467600"/>
              <a:gd name="connsiteY554" fmla="*/ 1898371 h 6858000"/>
              <a:gd name="connsiteX555" fmla="*/ 6944437 w 7467600"/>
              <a:gd name="connsiteY555" fmla="*/ 1575402 h 6858000"/>
              <a:gd name="connsiteX556" fmla="*/ 6304730 w 7467600"/>
              <a:gd name="connsiteY556" fmla="*/ 1766654 h 6858000"/>
              <a:gd name="connsiteX557" fmla="*/ 6944437 w 7467600"/>
              <a:gd name="connsiteY557" fmla="*/ 1575402 h 6858000"/>
              <a:gd name="connsiteX558" fmla="*/ 7019523 w 7467600"/>
              <a:gd name="connsiteY558" fmla="*/ 1519450 h 6858000"/>
              <a:gd name="connsiteX559" fmla="*/ 6298091 w 7467600"/>
              <a:gd name="connsiteY559" fmla="*/ 1737122 h 6858000"/>
              <a:gd name="connsiteX560" fmla="*/ 7019523 w 7467600"/>
              <a:gd name="connsiteY560" fmla="*/ 1519450 h 6858000"/>
              <a:gd name="connsiteX561" fmla="*/ 2399523 w 7467600"/>
              <a:gd name="connsiteY561" fmla="*/ 1428234 h 6858000"/>
              <a:gd name="connsiteX562" fmla="*/ 2224982 w 7467600"/>
              <a:gd name="connsiteY562" fmla="*/ 1826201 h 6858000"/>
              <a:gd name="connsiteX563" fmla="*/ 2096099 w 7467600"/>
              <a:gd name="connsiteY563" fmla="*/ 2345900 h 6858000"/>
              <a:gd name="connsiteX564" fmla="*/ 2283317 w 7467600"/>
              <a:gd name="connsiteY564" fmla="*/ 1796925 h 6858000"/>
              <a:gd name="connsiteX565" fmla="*/ 2399523 w 7467600"/>
              <a:gd name="connsiteY565" fmla="*/ 1428234 h 6858000"/>
              <a:gd name="connsiteX566" fmla="*/ 2448558 w 7467600"/>
              <a:gd name="connsiteY566" fmla="*/ 1373435 h 6858000"/>
              <a:gd name="connsiteX567" fmla="*/ 2312521 w 7467600"/>
              <a:gd name="connsiteY567" fmla="*/ 1806140 h 6858000"/>
              <a:gd name="connsiteX568" fmla="*/ 2127533 w 7467600"/>
              <a:gd name="connsiteY568" fmla="*/ 2348380 h 6858000"/>
              <a:gd name="connsiteX569" fmla="*/ 2358080 w 7467600"/>
              <a:gd name="connsiteY569" fmla="*/ 1866134 h 6858000"/>
              <a:gd name="connsiteX570" fmla="*/ 2407436 w 7467600"/>
              <a:gd name="connsiteY570" fmla="*/ 1651070 h 6858000"/>
              <a:gd name="connsiteX571" fmla="*/ 2448558 w 7467600"/>
              <a:gd name="connsiteY571" fmla="*/ 1373435 h 6858000"/>
              <a:gd name="connsiteX572" fmla="*/ 278707 w 7467600"/>
              <a:gd name="connsiteY572" fmla="*/ 1352270 h 6858000"/>
              <a:gd name="connsiteX573" fmla="*/ 321570 w 7467600"/>
              <a:gd name="connsiteY573" fmla="*/ 1861610 h 6858000"/>
              <a:gd name="connsiteX574" fmla="*/ 294281 w 7467600"/>
              <a:gd name="connsiteY574" fmla="*/ 1440658 h 6858000"/>
              <a:gd name="connsiteX575" fmla="*/ 278707 w 7467600"/>
              <a:gd name="connsiteY575" fmla="*/ 1352270 h 6858000"/>
              <a:gd name="connsiteX576" fmla="*/ 1423821 w 7467600"/>
              <a:gd name="connsiteY576" fmla="*/ 1351958 h 6858000"/>
              <a:gd name="connsiteX577" fmla="*/ 1638521 w 7467600"/>
              <a:gd name="connsiteY577" fmla="*/ 1908470 h 6858000"/>
              <a:gd name="connsiteX578" fmla="*/ 1754199 w 7467600"/>
              <a:gd name="connsiteY578" fmla="*/ 2149284 h 6858000"/>
              <a:gd name="connsiteX579" fmla="*/ 1908359 w 7467600"/>
              <a:gd name="connsiteY579" fmla="*/ 2364988 h 6858000"/>
              <a:gd name="connsiteX580" fmla="*/ 1647661 w 7467600"/>
              <a:gd name="connsiteY580" fmla="*/ 1825945 h 6858000"/>
              <a:gd name="connsiteX581" fmla="*/ 1423821 w 7467600"/>
              <a:gd name="connsiteY581" fmla="*/ 1351958 h 6858000"/>
              <a:gd name="connsiteX582" fmla="*/ 1431890 w 7467600"/>
              <a:gd name="connsiteY582" fmla="*/ 1306475 h 6858000"/>
              <a:gd name="connsiteX583" fmla="*/ 1507597 w 7467600"/>
              <a:gd name="connsiteY583" fmla="*/ 1446132 h 6858000"/>
              <a:gd name="connsiteX584" fmla="*/ 1674586 w 7467600"/>
              <a:gd name="connsiteY584" fmla="*/ 1813832 h 6858000"/>
              <a:gd name="connsiteX585" fmla="*/ 1815950 w 7467600"/>
              <a:gd name="connsiteY585" fmla="*/ 2128564 h 6858000"/>
              <a:gd name="connsiteX586" fmla="*/ 1984242 w 7467600"/>
              <a:gd name="connsiteY586" fmla="*/ 2430829 h 6858000"/>
              <a:gd name="connsiteX587" fmla="*/ 2014023 w 7467600"/>
              <a:gd name="connsiteY587" fmla="*/ 2450995 h 6858000"/>
              <a:gd name="connsiteX588" fmla="*/ 1747337 w 7467600"/>
              <a:gd name="connsiteY588" fmla="*/ 1855264 h 6858000"/>
              <a:gd name="connsiteX589" fmla="*/ 1533749 w 7467600"/>
              <a:gd name="connsiteY589" fmla="*/ 1478656 h 6858000"/>
              <a:gd name="connsiteX590" fmla="*/ 1431890 w 7467600"/>
              <a:gd name="connsiteY590" fmla="*/ 1306475 h 6858000"/>
              <a:gd name="connsiteX591" fmla="*/ 5052692 w 7467600"/>
              <a:gd name="connsiteY591" fmla="*/ 1292994 h 6858000"/>
              <a:gd name="connsiteX592" fmla="*/ 5200661 w 7467600"/>
              <a:gd name="connsiteY592" fmla="*/ 1635186 h 6858000"/>
              <a:gd name="connsiteX593" fmla="*/ 5297138 w 7467600"/>
              <a:gd name="connsiteY593" fmla="*/ 1906351 h 6858000"/>
              <a:gd name="connsiteX594" fmla="*/ 5052692 w 7467600"/>
              <a:gd name="connsiteY594" fmla="*/ 1292994 h 6858000"/>
              <a:gd name="connsiteX595" fmla="*/ 5009948 w 7467600"/>
              <a:gd name="connsiteY595" fmla="*/ 1273619 h 6858000"/>
              <a:gd name="connsiteX596" fmla="*/ 5121777 w 7467600"/>
              <a:gd name="connsiteY596" fmla="*/ 1654213 h 6858000"/>
              <a:gd name="connsiteX597" fmla="*/ 5293545 w 7467600"/>
              <a:gd name="connsiteY597" fmla="*/ 2072247 h 6858000"/>
              <a:gd name="connsiteX598" fmla="*/ 5294042 w 7467600"/>
              <a:gd name="connsiteY598" fmla="*/ 2065019 h 6858000"/>
              <a:gd name="connsiteX599" fmla="*/ 5171936 w 7467600"/>
              <a:gd name="connsiteY599" fmla="*/ 1647613 h 6858000"/>
              <a:gd name="connsiteX600" fmla="*/ 5009948 w 7467600"/>
              <a:gd name="connsiteY600" fmla="*/ 1273619 h 6858000"/>
              <a:gd name="connsiteX601" fmla="*/ 655236 w 7467600"/>
              <a:gd name="connsiteY601" fmla="*/ 1268632 h 6858000"/>
              <a:gd name="connsiteX602" fmla="*/ 839521 w 7467600"/>
              <a:gd name="connsiteY602" fmla="*/ 1685315 h 6858000"/>
              <a:gd name="connsiteX603" fmla="*/ 1109416 w 7467600"/>
              <a:gd name="connsiteY603" fmla="*/ 2061663 h 6858000"/>
              <a:gd name="connsiteX604" fmla="*/ 1298300 w 7467600"/>
              <a:gd name="connsiteY604" fmla="*/ 2247742 h 6858000"/>
              <a:gd name="connsiteX605" fmla="*/ 1125871 w 7467600"/>
              <a:gd name="connsiteY605" fmla="*/ 1989513 h 6858000"/>
              <a:gd name="connsiteX606" fmla="*/ 981574 w 7467600"/>
              <a:gd name="connsiteY606" fmla="*/ 1783157 h 6858000"/>
              <a:gd name="connsiteX607" fmla="*/ 922198 w 7467600"/>
              <a:gd name="connsiteY607" fmla="*/ 1677437 h 6858000"/>
              <a:gd name="connsiteX608" fmla="*/ 869293 w 7467600"/>
              <a:gd name="connsiteY608" fmla="*/ 1583214 h 6858000"/>
              <a:gd name="connsiteX609" fmla="*/ 751431 w 7467600"/>
              <a:gd name="connsiteY609" fmla="*/ 1405731 h 6858000"/>
              <a:gd name="connsiteX610" fmla="*/ 655236 w 7467600"/>
              <a:gd name="connsiteY610" fmla="*/ 1268632 h 6858000"/>
              <a:gd name="connsiteX611" fmla="*/ 6516292 w 7467600"/>
              <a:gd name="connsiteY611" fmla="*/ 1263064 h 6858000"/>
              <a:gd name="connsiteX612" fmla="*/ 5736320 w 7467600"/>
              <a:gd name="connsiteY612" fmla="*/ 1501803 h 6858000"/>
              <a:gd name="connsiteX613" fmla="*/ 6516292 w 7467600"/>
              <a:gd name="connsiteY613" fmla="*/ 1263064 h 6858000"/>
              <a:gd name="connsiteX614" fmla="*/ 291466 w 7467600"/>
              <a:gd name="connsiteY614" fmla="*/ 1250369 h 6858000"/>
              <a:gd name="connsiteX615" fmla="*/ 323180 w 7467600"/>
              <a:gd name="connsiteY615" fmla="*/ 1435283 h 6858000"/>
              <a:gd name="connsiteX616" fmla="*/ 349381 w 7467600"/>
              <a:gd name="connsiteY616" fmla="*/ 1875041 h 6858000"/>
              <a:gd name="connsiteX617" fmla="*/ 374363 w 7467600"/>
              <a:gd name="connsiteY617" fmla="*/ 1506494 h 6858000"/>
              <a:gd name="connsiteX618" fmla="*/ 302168 w 7467600"/>
              <a:gd name="connsiteY618" fmla="*/ 1274495 h 6858000"/>
              <a:gd name="connsiteX619" fmla="*/ 291466 w 7467600"/>
              <a:gd name="connsiteY619" fmla="*/ 1250369 h 6858000"/>
              <a:gd name="connsiteX620" fmla="*/ 678222 w 7467600"/>
              <a:gd name="connsiteY620" fmla="*/ 1248670 h 6858000"/>
              <a:gd name="connsiteX621" fmla="*/ 775536 w 7467600"/>
              <a:gd name="connsiteY621" fmla="*/ 1388015 h 6858000"/>
              <a:gd name="connsiteX622" fmla="*/ 894529 w 7467600"/>
              <a:gd name="connsiteY622" fmla="*/ 1567739 h 6858000"/>
              <a:gd name="connsiteX623" fmla="*/ 948000 w 7467600"/>
              <a:gd name="connsiteY623" fmla="*/ 1663088 h 6858000"/>
              <a:gd name="connsiteX624" fmla="*/ 1006812 w 7467600"/>
              <a:gd name="connsiteY624" fmla="*/ 1767683 h 6858000"/>
              <a:gd name="connsiteX625" fmla="*/ 1149133 w 7467600"/>
              <a:gd name="connsiteY625" fmla="*/ 1971513 h 6858000"/>
              <a:gd name="connsiteX626" fmla="*/ 1333952 w 7467600"/>
              <a:gd name="connsiteY626" fmla="*/ 2251620 h 6858000"/>
              <a:gd name="connsiteX627" fmla="*/ 1337329 w 7467600"/>
              <a:gd name="connsiteY627" fmla="*/ 2258350 h 6858000"/>
              <a:gd name="connsiteX628" fmla="*/ 1014726 w 7467600"/>
              <a:gd name="connsiteY628" fmla="*/ 1615556 h 6858000"/>
              <a:gd name="connsiteX629" fmla="*/ 678222 w 7467600"/>
              <a:gd name="connsiteY629" fmla="*/ 1248670 h 6858000"/>
              <a:gd name="connsiteX630" fmla="*/ 6691602 w 7467600"/>
              <a:gd name="connsiteY630" fmla="*/ 1140573 h 6858000"/>
              <a:gd name="connsiteX631" fmla="*/ 6571100 w 7467600"/>
              <a:gd name="connsiteY631" fmla="*/ 1183662 h 6858000"/>
              <a:gd name="connsiteX632" fmla="*/ 6241687 w 7467600"/>
              <a:gd name="connsiteY632" fmla="*/ 1257600 h 6858000"/>
              <a:gd name="connsiteX633" fmla="*/ 5693009 w 7467600"/>
              <a:gd name="connsiteY633" fmla="*/ 1478256 h 6858000"/>
              <a:gd name="connsiteX634" fmla="*/ 6548420 w 7467600"/>
              <a:gd name="connsiteY634" fmla="*/ 1214599 h 6858000"/>
              <a:gd name="connsiteX635" fmla="*/ 6605473 w 7467600"/>
              <a:gd name="connsiteY635" fmla="*/ 1184686 h 6858000"/>
              <a:gd name="connsiteX636" fmla="*/ 6691602 w 7467600"/>
              <a:gd name="connsiteY636" fmla="*/ 1140573 h 6858000"/>
              <a:gd name="connsiteX637" fmla="*/ 4002475 w 7467600"/>
              <a:gd name="connsiteY637" fmla="*/ 1037802 h 6858000"/>
              <a:gd name="connsiteX638" fmla="*/ 4000324 w 7467600"/>
              <a:gd name="connsiteY638" fmla="*/ 1039362 h 6858000"/>
              <a:gd name="connsiteX639" fmla="*/ 4002862 w 7467600"/>
              <a:gd name="connsiteY639" fmla="*/ 1042866 h 6858000"/>
              <a:gd name="connsiteX640" fmla="*/ 4002475 w 7467600"/>
              <a:gd name="connsiteY640" fmla="*/ 1037802 h 6858000"/>
              <a:gd name="connsiteX641" fmla="*/ 506322 w 7467600"/>
              <a:gd name="connsiteY641" fmla="*/ 1020997 h 6858000"/>
              <a:gd name="connsiteX642" fmla="*/ 533068 w 7467600"/>
              <a:gd name="connsiteY642" fmla="*/ 1029409 h 6858000"/>
              <a:gd name="connsiteX643" fmla="*/ 1232525 w 7467600"/>
              <a:gd name="connsiteY643" fmla="*/ 1804675 h 6858000"/>
              <a:gd name="connsiteX644" fmla="*/ 1388858 w 7467600"/>
              <a:gd name="connsiteY644" fmla="*/ 2368011 h 6858000"/>
              <a:gd name="connsiteX645" fmla="*/ 1384098 w 7467600"/>
              <a:gd name="connsiteY645" fmla="*/ 2378125 h 6858000"/>
              <a:gd name="connsiteX646" fmla="*/ 1425393 w 7467600"/>
              <a:gd name="connsiteY646" fmla="*/ 2589124 h 6858000"/>
              <a:gd name="connsiteX647" fmla="*/ 1424001 w 7467600"/>
              <a:gd name="connsiteY647" fmla="*/ 2597541 h 6858000"/>
              <a:gd name="connsiteX648" fmla="*/ 2152729 w 7467600"/>
              <a:gd name="connsiteY648" fmla="*/ 2864487 h 6858000"/>
              <a:gd name="connsiteX649" fmla="*/ 2020609 w 7467600"/>
              <a:gd name="connsiteY649" fmla="*/ 2539671 h 6858000"/>
              <a:gd name="connsiteX650" fmla="*/ 2018920 w 7467600"/>
              <a:gd name="connsiteY650" fmla="*/ 2536309 h 6858000"/>
              <a:gd name="connsiteX651" fmla="*/ 1342441 w 7467600"/>
              <a:gd name="connsiteY651" fmla="*/ 1173017 h 6858000"/>
              <a:gd name="connsiteX652" fmla="*/ 1367925 w 7467600"/>
              <a:gd name="connsiteY652" fmla="*/ 1135648 h 6858000"/>
              <a:gd name="connsiteX653" fmla="*/ 1771401 w 7467600"/>
              <a:gd name="connsiteY653" fmla="*/ 1806673 h 6858000"/>
              <a:gd name="connsiteX654" fmla="*/ 1972385 w 7467600"/>
              <a:gd name="connsiteY654" fmla="*/ 2198735 h 6858000"/>
              <a:gd name="connsiteX655" fmla="*/ 2040892 w 7467600"/>
              <a:gd name="connsiteY655" fmla="*/ 2405205 h 6858000"/>
              <a:gd name="connsiteX656" fmla="*/ 2131689 w 7467600"/>
              <a:gd name="connsiteY656" fmla="*/ 1936926 h 6858000"/>
              <a:gd name="connsiteX657" fmla="*/ 2454820 w 7467600"/>
              <a:gd name="connsiteY657" fmla="*/ 1248808 h 6858000"/>
              <a:gd name="connsiteX658" fmla="*/ 2492512 w 7467600"/>
              <a:gd name="connsiteY658" fmla="*/ 1302920 h 6858000"/>
              <a:gd name="connsiteX659" fmla="*/ 2081216 w 7467600"/>
              <a:gd name="connsiteY659" fmla="*/ 2527513 h 6858000"/>
              <a:gd name="connsiteX660" fmla="*/ 2081211 w 7467600"/>
              <a:gd name="connsiteY660" fmla="*/ 2528916 h 6858000"/>
              <a:gd name="connsiteX661" fmla="*/ 2199067 w 7467600"/>
              <a:gd name="connsiteY661" fmla="*/ 2884061 h 6858000"/>
              <a:gd name="connsiteX662" fmla="*/ 3192586 w 7467600"/>
              <a:gd name="connsiteY662" fmla="*/ 3411496 h 6858000"/>
              <a:gd name="connsiteX663" fmla="*/ 3182620 w 7467600"/>
              <a:gd name="connsiteY663" fmla="*/ 3483279 h 6858000"/>
              <a:gd name="connsiteX664" fmla="*/ 2435119 w 7467600"/>
              <a:gd name="connsiteY664" fmla="*/ 3080173 h 6858000"/>
              <a:gd name="connsiteX665" fmla="*/ 2410152 w 7467600"/>
              <a:gd name="connsiteY665" fmla="*/ 3063751 h 6858000"/>
              <a:gd name="connsiteX666" fmla="*/ 2408099 w 7467600"/>
              <a:gd name="connsiteY666" fmla="*/ 3064403 h 6858000"/>
              <a:gd name="connsiteX667" fmla="*/ 2407218 w 7467600"/>
              <a:gd name="connsiteY667" fmla="*/ 3070324 h 6858000"/>
              <a:gd name="connsiteX668" fmla="*/ 2380138 w 7467600"/>
              <a:gd name="connsiteY668" fmla="*/ 3099341 h 6858000"/>
              <a:gd name="connsiteX669" fmla="*/ 1765923 w 7467600"/>
              <a:gd name="connsiteY669" fmla="*/ 3581043 h 6858000"/>
              <a:gd name="connsiteX670" fmla="*/ 1702258 w 7467600"/>
              <a:gd name="connsiteY670" fmla="*/ 3612286 h 6858000"/>
              <a:gd name="connsiteX671" fmla="*/ 1538370 w 7467600"/>
              <a:gd name="connsiteY671" fmla="*/ 3811804 h 6858000"/>
              <a:gd name="connsiteX672" fmla="*/ 542867 w 7467600"/>
              <a:gd name="connsiteY672" fmla="*/ 4944092 h 6858000"/>
              <a:gd name="connsiteX673" fmla="*/ 515800 w 7467600"/>
              <a:gd name="connsiteY673" fmla="*/ 4862180 h 6858000"/>
              <a:gd name="connsiteX674" fmla="*/ 909145 w 7467600"/>
              <a:gd name="connsiteY674" fmla="*/ 4199225 h 6858000"/>
              <a:gd name="connsiteX675" fmla="*/ 1214067 w 7467600"/>
              <a:gd name="connsiteY675" fmla="*/ 3908561 h 6858000"/>
              <a:gd name="connsiteX676" fmla="*/ 640967 w 7467600"/>
              <a:gd name="connsiteY676" fmla="*/ 4105601 h 6858000"/>
              <a:gd name="connsiteX677" fmla="*/ 112563 w 7467600"/>
              <a:gd name="connsiteY677" fmla="*/ 4396952 h 6858000"/>
              <a:gd name="connsiteX678" fmla="*/ 0 w 7467600"/>
              <a:gd name="connsiteY678" fmla="*/ 4466006 h 6858000"/>
              <a:gd name="connsiteX679" fmla="*/ 0 w 7467600"/>
              <a:gd name="connsiteY679" fmla="*/ 4233763 h 6858000"/>
              <a:gd name="connsiteX680" fmla="*/ 36881 w 7467600"/>
              <a:gd name="connsiteY680" fmla="*/ 4200118 h 6858000"/>
              <a:gd name="connsiteX681" fmla="*/ 910534 w 7467600"/>
              <a:gd name="connsiteY681" fmla="*/ 3629753 h 6858000"/>
              <a:gd name="connsiteX682" fmla="*/ 1578717 w 7467600"/>
              <a:gd name="connsiteY682" fmla="*/ 3575982 h 6858000"/>
              <a:gd name="connsiteX683" fmla="*/ 2338780 w 7467600"/>
              <a:gd name="connsiteY683" fmla="*/ 3033725 h 6858000"/>
              <a:gd name="connsiteX684" fmla="*/ 1807991 w 7467600"/>
              <a:gd name="connsiteY684" fmla="*/ 2807184 h 6858000"/>
              <a:gd name="connsiteX685" fmla="*/ 1416358 w 7467600"/>
              <a:gd name="connsiteY685" fmla="*/ 3112571 h 6858000"/>
              <a:gd name="connsiteX686" fmla="*/ 939066 w 7467600"/>
              <a:gd name="connsiteY686" fmla="*/ 3378798 h 6858000"/>
              <a:gd name="connsiteX687" fmla="*/ 115099 w 7467600"/>
              <a:gd name="connsiteY687" fmla="*/ 3607650 h 6858000"/>
              <a:gd name="connsiteX688" fmla="*/ 97284 w 7467600"/>
              <a:gd name="connsiteY688" fmla="*/ 3520393 h 6858000"/>
              <a:gd name="connsiteX689" fmla="*/ 922050 w 7467600"/>
              <a:gd name="connsiteY689" fmla="*/ 3074867 h 6858000"/>
              <a:gd name="connsiteX690" fmla="*/ 1405265 w 7467600"/>
              <a:gd name="connsiteY690" fmla="*/ 3016319 h 6858000"/>
              <a:gd name="connsiteX691" fmla="*/ 1407512 w 7467600"/>
              <a:gd name="connsiteY691" fmla="*/ 3018001 h 6858000"/>
              <a:gd name="connsiteX692" fmla="*/ 1726266 w 7467600"/>
              <a:gd name="connsiteY692" fmla="*/ 2777274 h 6858000"/>
              <a:gd name="connsiteX693" fmla="*/ 625390 w 7467600"/>
              <a:gd name="connsiteY693" fmla="*/ 2514541 h 6858000"/>
              <a:gd name="connsiteX694" fmla="*/ 619799 w 7467600"/>
              <a:gd name="connsiteY694" fmla="*/ 2527180 h 6858000"/>
              <a:gd name="connsiteX695" fmla="*/ 310030 w 7467600"/>
              <a:gd name="connsiteY695" fmla="*/ 2771818 h 6858000"/>
              <a:gd name="connsiteX696" fmla="*/ 173877 w 7467600"/>
              <a:gd name="connsiteY696" fmla="*/ 2937056 h 6858000"/>
              <a:gd name="connsiteX697" fmla="*/ 77889 w 7467600"/>
              <a:gd name="connsiteY697" fmla="*/ 3138440 h 6858000"/>
              <a:gd name="connsiteX698" fmla="*/ 0 w 7467600"/>
              <a:gd name="connsiteY698" fmla="*/ 3271395 h 6858000"/>
              <a:gd name="connsiteX699" fmla="*/ 0 w 7467600"/>
              <a:gd name="connsiteY699" fmla="*/ 3153002 h 6858000"/>
              <a:gd name="connsiteX700" fmla="*/ 2386 w 7467600"/>
              <a:gd name="connsiteY700" fmla="*/ 3149203 h 6858000"/>
              <a:gd name="connsiteX701" fmla="*/ 89753 w 7467600"/>
              <a:gd name="connsiteY701" fmla="*/ 2987702 h 6858000"/>
              <a:gd name="connsiteX702" fmla="*/ 76869 w 7467600"/>
              <a:gd name="connsiteY702" fmla="*/ 3005404 h 6858000"/>
              <a:gd name="connsiteX703" fmla="*/ 32049 w 7467600"/>
              <a:gd name="connsiteY703" fmla="*/ 3065814 h 6858000"/>
              <a:gd name="connsiteX704" fmla="*/ 0 w 7467600"/>
              <a:gd name="connsiteY704" fmla="*/ 3108744 h 6858000"/>
              <a:gd name="connsiteX705" fmla="*/ 0 w 7467600"/>
              <a:gd name="connsiteY705" fmla="*/ 3058059 h 6858000"/>
              <a:gd name="connsiteX706" fmla="*/ 7610 w 7467600"/>
              <a:gd name="connsiteY706" fmla="*/ 3047889 h 6858000"/>
              <a:gd name="connsiteX707" fmla="*/ 52419 w 7467600"/>
              <a:gd name="connsiteY707" fmla="*/ 2987479 h 6858000"/>
              <a:gd name="connsiteX708" fmla="*/ 59142 w 7467600"/>
              <a:gd name="connsiteY708" fmla="*/ 2978488 h 6858000"/>
              <a:gd name="connsiteX709" fmla="*/ 0 w 7467600"/>
              <a:gd name="connsiteY709" fmla="*/ 3015334 h 6858000"/>
              <a:gd name="connsiteX710" fmla="*/ 0 w 7467600"/>
              <a:gd name="connsiteY710" fmla="*/ 2914286 h 6858000"/>
              <a:gd name="connsiteX711" fmla="*/ 36383 w 7467600"/>
              <a:gd name="connsiteY711" fmla="*/ 2901128 h 6858000"/>
              <a:gd name="connsiteX712" fmla="*/ 156329 w 7467600"/>
              <a:gd name="connsiteY712" fmla="*/ 2840533 h 6858000"/>
              <a:gd name="connsiteX713" fmla="*/ 358355 w 7467600"/>
              <a:gd name="connsiteY713" fmla="*/ 2620471 h 6858000"/>
              <a:gd name="connsiteX714" fmla="*/ 510577 w 7467600"/>
              <a:gd name="connsiteY714" fmla="*/ 2501244 h 6858000"/>
              <a:gd name="connsiteX715" fmla="*/ 211967 w 7467600"/>
              <a:gd name="connsiteY715" fmla="*/ 2479171 h 6858000"/>
              <a:gd name="connsiteX716" fmla="*/ 0 w 7467600"/>
              <a:gd name="connsiteY716" fmla="*/ 2476398 h 6858000"/>
              <a:gd name="connsiteX717" fmla="*/ 0 w 7467600"/>
              <a:gd name="connsiteY717" fmla="*/ 2389189 h 6858000"/>
              <a:gd name="connsiteX718" fmla="*/ 103062 w 7467600"/>
              <a:gd name="connsiteY718" fmla="*/ 2389518 h 6858000"/>
              <a:gd name="connsiteX719" fmla="*/ 510734 w 7467600"/>
              <a:gd name="connsiteY719" fmla="*/ 2416201 h 6858000"/>
              <a:gd name="connsiteX720" fmla="*/ 279257 w 7467600"/>
              <a:gd name="connsiteY720" fmla="*/ 2092102 h 6858000"/>
              <a:gd name="connsiteX721" fmla="*/ 65265 w 7467600"/>
              <a:gd name="connsiteY721" fmla="*/ 2006049 h 6858000"/>
              <a:gd name="connsiteX722" fmla="*/ 0 w 7467600"/>
              <a:gd name="connsiteY722" fmla="*/ 1982532 h 6858000"/>
              <a:gd name="connsiteX723" fmla="*/ 0 w 7467600"/>
              <a:gd name="connsiteY723" fmla="*/ 1912789 h 6858000"/>
              <a:gd name="connsiteX724" fmla="*/ 97460 w 7467600"/>
              <a:gd name="connsiteY724" fmla="*/ 1953725 h 6858000"/>
              <a:gd name="connsiteX725" fmla="*/ 221272 w 7467600"/>
              <a:gd name="connsiteY725" fmla="*/ 1980766 h 6858000"/>
              <a:gd name="connsiteX726" fmla="*/ 116765 w 7467600"/>
              <a:gd name="connsiteY726" fmla="*/ 1911033 h 6858000"/>
              <a:gd name="connsiteX727" fmla="*/ 16405 w 7467600"/>
              <a:gd name="connsiteY727" fmla="*/ 1803412 h 6858000"/>
              <a:gd name="connsiteX728" fmla="*/ 0 w 7467600"/>
              <a:gd name="connsiteY728" fmla="*/ 1784777 h 6858000"/>
              <a:gd name="connsiteX729" fmla="*/ 0 w 7467600"/>
              <a:gd name="connsiteY729" fmla="*/ 1740082 h 6858000"/>
              <a:gd name="connsiteX730" fmla="*/ 39394 w 7467600"/>
              <a:gd name="connsiteY730" fmla="*/ 1784856 h 6858000"/>
              <a:gd name="connsiteX731" fmla="*/ 135813 w 7467600"/>
              <a:gd name="connsiteY731" fmla="*/ 1888838 h 6858000"/>
              <a:gd name="connsiteX732" fmla="*/ 242575 w 7467600"/>
              <a:gd name="connsiteY732" fmla="*/ 1958841 h 6858000"/>
              <a:gd name="connsiteX733" fmla="*/ 82197 w 7467600"/>
              <a:gd name="connsiteY733" fmla="*/ 1754826 h 6858000"/>
              <a:gd name="connsiteX734" fmla="*/ 0 w 7467600"/>
              <a:gd name="connsiteY734" fmla="*/ 1679650 h 6858000"/>
              <a:gd name="connsiteX735" fmla="*/ 0 w 7467600"/>
              <a:gd name="connsiteY735" fmla="*/ 1602463 h 6858000"/>
              <a:gd name="connsiteX736" fmla="*/ 84689 w 7467600"/>
              <a:gd name="connsiteY736" fmla="*/ 1677442 h 6858000"/>
              <a:gd name="connsiteX737" fmla="*/ 298437 w 7467600"/>
              <a:gd name="connsiteY737" fmla="*/ 1968019 h 6858000"/>
              <a:gd name="connsiteX738" fmla="*/ 227269 w 7467600"/>
              <a:gd name="connsiteY738" fmla="*/ 1114064 h 6858000"/>
              <a:gd name="connsiteX739" fmla="*/ 248003 w 7467600"/>
              <a:gd name="connsiteY739" fmla="*/ 1089613 h 6858000"/>
              <a:gd name="connsiteX740" fmla="*/ 427020 w 7467600"/>
              <a:gd name="connsiteY740" fmla="*/ 1619803 h 6858000"/>
              <a:gd name="connsiteX741" fmla="*/ 340345 w 7467600"/>
              <a:gd name="connsiteY741" fmla="*/ 2027739 h 6858000"/>
              <a:gd name="connsiteX742" fmla="*/ 360865 w 7467600"/>
              <a:gd name="connsiteY742" fmla="*/ 2044827 h 6858000"/>
              <a:gd name="connsiteX743" fmla="*/ 560414 w 7467600"/>
              <a:gd name="connsiteY743" fmla="*/ 2421457 h 6858000"/>
              <a:gd name="connsiteX744" fmla="*/ 1359703 w 7467600"/>
              <a:gd name="connsiteY744" fmla="*/ 2578554 h 6858000"/>
              <a:gd name="connsiteX745" fmla="*/ 1359422 w 7467600"/>
              <a:gd name="connsiteY745" fmla="*/ 2577994 h 6858000"/>
              <a:gd name="connsiteX746" fmla="*/ 828701 w 7467600"/>
              <a:gd name="connsiteY746" fmla="*/ 1839520 h 6858000"/>
              <a:gd name="connsiteX747" fmla="*/ 494427 w 7467600"/>
              <a:gd name="connsiteY747" fmla="*/ 1092333 h 6858000"/>
              <a:gd name="connsiteX748" fmla="*/ 506322 w 7467600"/>
              <a:gd name="connsiteY748" fmla="*/ 1020997 h 6858000"/>
              <a:gd name="connsiteX749" fmla="*/ 4570198 w 7467600"/>
              <a:gd name="connsiteY749" fmla="*/ 978081 h 6858000"/>
              <a:gd name="connsiteX750" fmla="*/ 4523691 w 7467600"/>
              <a:gd name="connsiteY750" fmla="*/ 1127776 h 6858000"/>
              <a:gd name="connsiteX751" fmla="*/ 4509875 w 7467600"/>
              <a:gd name="connsiteY751" fmla="*/ 1167552 h 6858000"/>
              <a:gd name="connsiteX752" fmla="*/ 4478168 w 7467600"/>
              <a:gd name="connsiteY752" fmla="*/ 1260735 h 6858000"/>
              <a:gd name="connsiteX753" fmla="*/ 4409309 w 7467600"/>
              <a:gd name="connsiteY753" fmla="*/ 1666996 h 6858000"/>
              <a:gd name="connsiteX754" fmla="*/ 4370031 w 7467600"/>
              <a:gd name="connsiteY754" fmla="*/ 1955666 h 6858000"/>
              <a:gd name="connsiteX755" fmla="*/ 4570198 w 7467600"/>
              <a:gd name="connsiteY755" fmla="*/ 978081 h 6858000"/>
              <a:gd name="connsiteX756" fmla="*/ 4557898 w 7467600"/>
              <a:gd name="connsiteY756" fmla="*/ 900011 h 6858000"/>
              <a:gd name="connsiteX757" fmla="*/ 4344840 w 7467600"/>
              <a:gd name="connsiteY757" fmla="*/ 1922038 h 6858000"/>
              <a:gd name="connsiteX758" fmla="*/ 4378710 w 7467600"/>
              <a:gd name="connsiteY758" fmla="*/ 1665516 h 6858000"/>
              <a:gd name="connsiteX759" fmla="*/ 4448798 w 7467600"/>
              <a:gd name="connsiteY759" fmla="*/ 1253024 h 6858000"/>
              <a:gd name="connsiteX760" fmla="*/ 4480315 w 7467600"/>
              <a:gd name="connsiteY760" fmla="*/ 1158454 h 6858000"/>
              <a:gd name="connsiteX761" fmla="*/ 4494133 w 7467600"/>
              <a:gd name="connsiteY761" fmla="*/ 1118676 h 6858000"/>
              <a:gd name="connsiteX762" fmla="*/ 4557898 w 7467600"/>
              <a:gd name="connsiteY762" fmla="*/ 900011 h 6858000"/>
              <a:gd name="connsiteX763" fmla="*/ 5870151 w 7467600"/>
              <a:gd name="connsiteY763" fmla="*/ 898890 h 6858000"/>
              <a:gd name="connsiteX764" fmla="*/ 5861335 w 7467600"/>
              <a:gd name="connsiteY764" fmla="*/ 899177 h 6858000"/>
              <a:gd name="connsiteX765" fmla="*/ 5843702 w 7467600"/>
              <a:gd name="connsiteY765" fmla="*/ 899748 h 6858000"/>
              <a:gd name="connsiteX766" fmla="*/ 5651107 w 7467600"/>
              <a:gd name="connsiteY766" fmla="*/ 920306 h 6858000"/>
              <a:gd name="connsiteX767" fmla="*/ 5459407 w 7467600"/>
              <a:gd name="connsiteY767" fmla="*/ 940975 h 6858000"/>
              <a:gd name="connsiteX768" fmla="*/ 5374846 w 7467600"/>
              <a:gd name="connsiteY768" fmla="*/ 941988 h 6858000"/>
              <a:gd name="connsiteX769" fmla="*/ 5256105 w 7467600"/>
              <a:gd name="connsiteY769" fmla="*/ 945632 h 6858000"/>
              <a:gd name="connsiteX770" fmla="*/ 5107071 w 7467600"/>
              <a:gd name="connsiteY770" fmla="*/ 969720 h 6858000"/>
              <a:gd name="connsiteX771" fmla="*/ 4998681 w 7467600"/>
              <a:gd name="connsiteY771" fmla="*/ 988771 h 6858000"/>
              <a:gd name="connsiteX772" fmla="*/ 5870151 w 7467600"/>
              <a:gd name="connsiteY772" fmla="*/ 898890 h 6858000"/>
              <a:gd name="connsiteX773" fmla="*/ 5504425 w 7467600"/>
              <a:gd name="connsiteY773" fmla="*/ 848067 h 6858000"/>
              <a:gd name="connsiteX774" fmla="*/ 4968849 w 7467600"/>
              <a:gd name="connsiteY774" fmla="*/ 962318 h 6858000"/>
              <a:gd name="connsiteX775" fmla="*/ 5104039 w 7467600"/>
              <a:gd name="connsiteY775" fmla="*/ 940634 h 6858000"/>
              <a:gd name="connsiteX776" fmla="*/ 5256311 w 7467600"/>
              <a:gd name="connsiteY776" fmla="*/ 916490 h 6858000"/>
              <a:gd name="connsiteX777" fmla="*/ 5377381 w 7467600"/>
              <a:gd name="connsiteY777" fmla="*/ 912671 h 6858000"/>
              <a:gd name="connsiteX778" fmla="*/ 5460148 w 7467600"/>
              <a:gd name="connsiteY778" fmla="*/ 911442 h 6858000"/>
              <a:gd name="connsiteX779" fmla="*/ 5648971 w 7467600"/>
              <a:gd name="connsiteY779" fmla="*/ 891331 h 6858000"/>
              <a:gd name="connsiteX780" fmla="*/ 5844807 w 7467600"/>
              <a:gd name="connsiteY780" fmla="*/ 870718 h 6858000"/>
              <a:gd name="connsiteX781" fmla="*/ 5862975 w 7467600"/>
              <a:gd name="connsiteY781" fmla="*/ 869756 h 6858000"/>
              <a:gd name="connsiteX782" fmla="*/ 5920887 w 7467600"/>
              <a:gd name="connsiteY782" fmla="*/ 865929 h 6858000"/>
              <a:gd name="connsiteX783" fmla="*/ 5504425 w 7467600"/>
              <a:gd name="connsiteY783" fmla="*/ 848067 h 6858000"/>
              <a:gd name="connsiteX784" fmla="*/ 3607114 w 7467600"/>
              <a:gd name="connsiteY784" fmla="*/ 467441 h 6858000"/>
              <a:gd name="connsiteX785" fmla="*/ 3296242 w 7467600"/>
              <a:gd name="connsiteY785" fmla="*/ 807991 h 6858000"/>
              <a:gd name="connsiteX786" fmla="*/ 3174674 w 7467600"/>
              <a:gd name="connsiteY786" fmla="*/ 919759 h 6858000"/>
              <a:gd name="connsiteX787" fmla="*/ 3042978 w 7467600"/>
              <a:gd name="connsiteY787" fmla="*/ 1054894 h 6858000"/>
              <a:gd name="connsiteX788" fmla="*/ 2968914 w 7467600"/>
              <a:gd name="connsiteY788" fmla="*/ 1133756 h 6858000"/>
              <a:gd name="connsiteX789" fmla="*/ 3103823 w 7467600"/>
              <a:gd name="connsiteY789" fmla="*/ 1026814 h 6858000"/>
              <a:gd name="connsiteX790" fmla="*/ 3607114 w 7467600"/>
              <a:gd name="connsiteY790" fmla="*/ 467441 h 6858000"/>
              <a:gd name="connsiteX791" fmla="*/ 3744487 w 7467600"/>
              <a:gd name="connsiteY791" fmla="*/ 383136 h 6858000"/>
              <a:gd name="connsiteX792" fmla="*/ 3970213 w 7467600"/>
              <a:gd name="connsiteY792" fmla="*/ 995559 h 6858000"/>
              <a:gd name="connsiteX793" fmla="*/ 3744487 w 7467600"/>
              <a:gd name="connsiteY793" fmla="*/ 383136 h 6858000"/>
              <a:gd name="connsiteX794" fmla="*/ 3624562 w 7467600"/>
              <a:gd name="connsiteY794" fmla="*/ 367041 h 6858000"/>
              <a:gd name="connsiteX795" fmla="*/ 3489712 w 7467600"/>
              <a:gd name="connsiteY795" fmla="*/ 485386 h 6858000"/>
              <a:gd name="connsiteX796" fmla="*/ 3182994 w 7467600"/>
              <a:gd name="connsiteY796" fmla="*/ 828265 h 6858000"/>
              <a:gd name="connsiteX797" fmla="*/ 2892114 w 7467600"/>
              <a:gd name="connsiteY797" fmla="*/ 1172635 h 6858000"/>
              <a:gd name="connsiteX798" fmla="*/ 3021459 w 7467600"/>
              <a:gd name="connsiteY798" fmla="*/ 1035385 h 6858000"/>
              <a:gd name="connsiteX799" fmla="*/ 3153873 w 7467600"/>
              <a:gd name="connsiteY799" fmla="*/ 898971 h 6858000"/>
              <a:gd name="connsiteX800" fmla="*/ 3276511 w 7467600"/>
              <a:gd name="connsiteY800" fmla="*/ 786423 h 6858000"/>
              <a:gd name="connsiteX801" fmla="*/ 3584154 w 7467600"/>
              <a:gd name="connsiteY801" fmla="*/ 448218 h 6858000"/>
              <a:gd name="connsiteX802" fmla="*/ 3624562 w 7467600"/>
              <a:gd name="connsiteY802" fmla="*/ 367041 h 6858000"/>
              <a:gd name="connsiteX803" fmla="*/ 3766672 w 7467600"/>
              <a:gd name="connsiteY803" fmla="*/ 359429 h 6858000"/>
              <a:gd name="connsiteX804" fmla="*/ 3996338 w 7467600"/>
              <a:gd name="connsiteY804" fmla="*/ 968237 h 6858000"/>
              <a:gd name="connsiteX805" fmla="*/ 3766672 w 7467600"/>
              <a:gd name="connsiteY805" fmla="*/ 359429 h 6858000"/>
              <a:gd name="connsiteX806" fmla="*/ 5805386 w 7467600"/>
              <a:gd name="connsiteY806" fmla="*/ 239240 h 6858000"/>
              <a:gd name="connsiteX807" fmla="*/ 5736947 w 7467600"/>
              <a:gd name="connsiteY807" fmla="*/ 261367 h 6858000"/>
              <a:gd name="connsiteX808" fmla="*/ 5427012 w 7467600"/>
              <a:gd name="connsiteY808" fmla="*/ 311272 h 6858000"/>
              <a:gd name="connsiteX809" fmla="*/ 5147818 w 7467600"/>
              <a:gd name="connsiteY809" fmla="*/ 322112 h 6858000"/>
              <a:gd name="connsiteX810" fmla="*/ 5060854 w 7467600"/>
              <a:gd name="connsiteY810" fmla="*/ 311882 h 6858000"/>
              <a:gd name="connsiteX811" fmla="*/ 4945989 w 7467600"/>
              <a:gd name="connsiteY811" fmla="*/ 300516 h 6858000"/>
              <a:gd name="connsiteX812" fmla="*/ 5410479 w 7467600"/>
              <a:gd name="connsiteY812" fmla="*/ 348434 h 6858000"/>
              <a:gd name="connsiteX813" fmla="*/ 5805386 w 7467600"/>
              <a:gd name="connsiteY813" fmla="*/ 239240 h 6858000"/>
              <a:gd name="connsiteX814" fmla="*/ 5905192 w 7467600"/>
              <a:gd name="connsiteY814" fmla="*/ 163079 h 6858000"/>
              <a:gd name="connsiteX815" fmla="*/ 5865655 w 7467600"/>
              <a:gd name="connsiteY815" fmla="*/ 171901 h 6858000"/>
              <a:gd name="connsiteX816" fmla="*/ 5259740 w 7467600"/>
              <a:gd name="connsiteY816" fmla="*/ 257013 h 6858000"/>
              <a:gd name="connsiteX817" fmla="*/ 5208466 w 7467600"/>
              <a:gd name="connsiteY817" fmla="*/ 257550 h 6858000"/>
              <a:gd name="connsiteX818" fmla="*/ 4980204 w 7467600"/>
              <a:gd name="connsiteY818" fmla="*/ 271903 h 6858000"/>
              <a:gd name="connsiteX819" fmla="*/ 5068068 w 7467600"/>
              <a:gd name="connsiteY819" fmla="*/ 282244 h 6858000"/>
              <a:gd name="connsiteX820" fmla="*/ 5153231 w 7467600"/>
              <a:gd name="connsiteY820" fmla="*/ 292240 h 6858000"/>
              <a:gd name="connsiteX821" fmla="*/ 5426491 w 7467600"/>
              <a:gd name="connsiteY821" fmla="*/ 281128 h 6858000"/>
              <a:gd name="connsiteX822" fmla="*/ 5731212 w 7467600"/>
              <a:gd name="connsiteY822" fmla="*/ 231951 h 6858000"/>
              <a:gd name="connsiteX823" fmla="*/ 5905192 w 7467600"/>
              <a:gd name="connsiteY823" fmla="*/ 163079 h 6858000"/>
              <a:gd name="connsiteX824" fmla="*/ 5944437 w 7467600"/>
              <a:gd name="connsiteY824" fmla="*/ 113829 h 6858000"/>
              <a:gd name="connsiteX825" fmla="*/ 5825032 w 7467600"/>
              <a:gd name="connsiteY825" fmla="*/ 146405 h 6858000"/>
              <a:gd name="connsiteX826" fmla="*/ 4955599 w 7467600"/>
              <a:gd name="connsiteY826" fmla="*/ 247008 h 6858000"/>
              <a:gd name="connsiteX827" fmla="*/ 5210104 w 7467600"/>
              <a:gd name="connsiteY827" fmla="*/ 228123 h 6858000"/>
              <a:gd name="connsiteX828" fmla="*/ 5261015 w 7467600"/>
              <a:gd name="connsiteY828" fmla="*/ 227087 h 6858000"/>
              <a:gd name="connsiteX829" fmla="*/ 5861181 w 7467600"/>
              <a:gd name="connsiteY829" fmla="*/ 143093 h 6858000"/>
              <a:gd name="connsiteX830" fmla="*/ 5961252 w 7467600"/>
              <a:gd name="connsiteY830" fmla="*/ 114820 h 6858000"/>
              <a:gd name="connsiteX831" fmla="*/ 5944437 w 7467600"/>
              <a:gd name="connsiteY831" fmla="*/ 113829 h 6858000"/>
              <a:gd name="connsiteX832" fmla="*/ 3882765 w 7467600"/>
              <a:gd name="connsiteY832" fmla="*/ 0 h 6858000"/>
              <a:gd name="connsiteX833" fmla="*/ 3995099 w 7467600"/>
              <a:gd name="connsiteY833" fmla="*/ 0 h 6858000"/>
              <a:gd name="connsiteX834" fmla="*/ 4163818 w 7467600"/>
              <a:gd name="connsiteY834" fmla="*/ 234104 h 6858000"/>
              <a:gd name="connsiteX835" fmla="*/ 4172099 w 7467600"/>
              <a:gd name="connsiteY835" fmla="*/ 234207 h 6858000"/>
              <a:gd name="connsiteX836" fmla="*/ 4784282 w 7467600"/>
              <a:gd name="connsiteY836" fmla="*/ 276561 h 6858000"/>
              <a:gd name="connsiteX837" fmla="*/ 4801687 w 7467600"/>
              <a:gd name="connsiteY837" fmla="*/ 267764 h 6858000"/>
              <a:gd name="connsiteX838" fmla="*/ 6082788 w 7467600"/>
              <a:gd name="connsiteY838" fmla="*/ 64119 h 6858000"/>
              <a:gd name="connsiteX839" fmla="*/ 6099442 w 7467600"/>
              <a:gd name="connsiteY839" fmla="*/ 82568 h 6858000"/>
              <a:gd name="connsiteX840" fmla="*/ 4804137 w 7467600"/>
              <a:gd name="connsiteY840" fmla="*/ 320931 h 6858000"/>
              <a:gd name="connsiteX841" fmla="*/ 4227047 w 7467600"/>
              <a:gd name="connsiteY841" fmla="*/ 313415 h 6858000"/>
              <a:gd name="connsiteX842" fmla="*/ 4346041 w 7467600"/>
              <a:gd name="connsiteY842" fmla="*/ 456086 h 6858000"/>
              <a:gd name="connsiteX843" fmla="*/ 4870967 w 7467600"/>
              <a:gd name="connsiteY843" fmla="*/ 963061 h 6858000"/>
              <a:gd name="connsiteX844" fmla="*/ 4889647 w 7467600"/>
              <a:gd name="connsiteY844" fmla="*/ 957147 h 6858000"/>
              <a:gd name="connsiteX845" fmla="*/ 5422504 w 7467600"/>
              <a:gd name="connsiteY845" fmla="*/ 805191 h 6858000"/>
              <a:gd name="connsiteX846" fmla="*/ 6087656 w 7467600"/>
              <a:gd name="connsiteY846" fmla="*/ 826703 h 6858000"/>
              <a:gd name="connsiteX847" fmla="*/ 6058717 w 7467600"/>
              <a:gd name="connsiteY847" fmla="*/ 865992 h 6858000"/>
              <a:gd name="connsiteX848" fmla="*/ 4974153 w 7467600"/>
              <a:gd name="connsiteY848" fmla="*/ 1045456 h 6858000"/>
              <a:gd name="connsiteX849" fmla="*/ 5627835 w 7467600"/>
              <a:gd name="connsiteY849" fmla="*/ 1472077 h 6858000"/>
              <a:gd name="connsiteX850" fmla="*/ 5629817 w 7467600"/>
              <a:gd name="connsiteY850" fmla="*/ 1471412 h 6858000"/>
              <a:gd name="connsiteX851" fmla="*/ 5634124 w 7467600"/>
              <a:gd name="connsiteY851" fmla="*/ 1470572 h 6858000"/>
              <a:gd name="connsiteX852" fmla="*/ 5755832 w 7467600"/>
              <a:gd name="connsiteY852" fmla="*/ 1383886 h 6858000"/>
              <a:gd name="connsiteX853" fmla="*/ 6014186 w 7467600"/>
              <a:gd name="connsiteY853" fmla="*/ 1279799 h 6858000"/>
              <a:gd name="connsiteX854" fmla="*/ 6901619 w 7467600"/>
              <a:gd name="connsiteY854" fmla="*/ 1047874 h 6858000"/>
              <a:gd name="connsiteX855" fmla="*/ 6931566 w 7467600"/>
              <a:gd name="connsiteY855" fmla="*/ 1062034 h 6858000"/>
              <a:gd name="connsiteX856" fmla="*/ 5790982 w 7467600"/>
              <a:gd name="connsiteY856" fmla="*/ 1561380 h 6858000"/>
              <a:gd name="connsiteX857" fmla="*/ 6188971 w 7467600"/>
              <a:gd name="connsiteY857" fmla="*/ 1755168 h 6858000"/>
              <a:gd name="connsiteX858" fmla="*/ 6202446 w 7467600"/>
              <a:gd name="connsiteY858" fmla="*/ 1752268 h 6858000"/>
              <a:gd name="connsiteX859" fmla="*/ 7179560 w 7467600"/>
              <a:gd name="connsiteY859" fmla="*/ 1467551 h 6858000"/>
              <a:gd name="connsiteX860" fmla="*/ 7158730 w 7467600"/>
              <a:gd name="connsiteY860" fmla="*/ 1507835 h 6858000"/>
              <a:gd name="connsiteX861" fmla="*/ 6326959 w 7467600"/>
              <a:gd name="connsiteY861" fmla="*/ 1817686 h 6858000"/>
              <a:gd name="connsiteX862" fmla="*/ 6537433 w 7467600"/>
              <a:gd name="connsiteY862" fmla="*/ 1907790 h 6858000"/>
              <a:gd name="connsiteX863" fmla="*/ 6550221 w 7467600"/>
              <a:gd name="connsiteY863" fmla="*/ 1910729 h 6858000"/>
              <a:gd name="connsiteX864" fmla="*/ 6964438 w 7467600"/>
              <a:gd name="connsiteY864" fmla="*/ 2209505 h 6858000"/>
              <a:gd name="connsiteX865" fmla="*/ 7367862 w 7467600"/>
              <a:gd name="connsiteY865" fmla="*/ 2806833 h 6858000"/>
              <a:gd name="connsiteX866" fmla="*/ 7364329 w 7467600"/>
              <a:gd name="connsiteY866" fmla="*/ 2826907 h 6858000"/>
              <a:gd name="connsiteX867" fmla="*/ 7290545 w 7467600"/>
              <a:gd name="connsiteY867" fmla="*/ 2850663 h 6858000"/>
              <a:gd name="connsiteX868" fmla="*/ 6472036 w 7467600"/>
              <a:gd name="connsiteY868" fmla="*/ 1959003 h 6858000"/>
              <a:gd name="connsiteX869" fmla="*/ 5792897 w 7467600"/>
              <a:gd name="connsiteY869" fmla="*/ 1647747 h 6858000"/>
              <a:gd name="connsiteX870" fmla="*/ 5842751 w 7467600"/>
              <a:gd name="connsiteY870" fmla="*/ 1816112 h 6858000"/>
              <a:gd name="connsiteX871" fmla="*/ 5847424 w 7467600"/>
              <a:gd name="connsiteY871" fmla="*/ 1815776 h 6858000"/>
              <a:gd name="connsiteX872" fmla="*/ 6399821 w 7467600"/>
              <a:gd name="connsiteY872" fmla="*/ 2344799 h 6858000"/>
              <a:gd name="connsiteX873" fmla="*/ 6323232 w 7467600"/>
              <a:gd name="connsiteY873" fmla="*/ 2389634 h 6858000"/>
              <a:gd name="connsiteX874" fmla="*/ 5942958 w 7467600"/>
              <a:gd name="connsiteY874" fmla="*/ 2077708 h 6858000"/>
              <a:gd name="connsiteX875" fmla="*/ 5921559 w 7467600"/>
              <a:gd name="connsiteY875" fmla="*/ 2378596 h 6858000"/>
              <a:gd name="connsiteX876" fmla="*/ 5817651 w 7467600"/>
              <a:gd name="connsiteY876" fmla="*/ 3023919 h 6858000"/>
              <a:gd name="connsiteX877" fmla="*/ 5729634 w 7467600"/>
              <a:gd name="connsiteY877" fmla="*/ 3051849 h 6858000"/>
              <a:gd name="connsiteX878" fmla="*/ 5611018 w 7467600"/>
              <a:gd name="connsiteY878" fmla="*/ 2316769 h 6858000"/>
              <a:gd name="connsiteX879" fmla="*/ 5687608 w 7467600"/>
              <a:gd name="connsiteY879" fmla="*/ 2039972 h 6858000"/>
              <a:gd name="connsiteX880" fmla="*/ 5657554 w 7467600"/>
              <a:gd name="connsiteY880" fmla="*/ 1576445 h 6858000"/>
              <a:gd name="connsiteX881" fmla="*/ 5150475 w 7467600"/>
              <a:gd name="connsiteY881" fmla="*/ 1274012 h 6858000"/>
              <a:gd name="connsiteX882" fmla="*/ 5349142 w 7467600"/>
              <a:gd name="connsiteY882" fmla="*/ 2204405 h 6858000"/>
              <a:gd name="connsiteX883" fmla="*/ 5262214 w 7467600"/>
              <a:gd name="connsiteY883" fmla="*/ 2233836 h 6858000"/>
              <a:gd name="connsiteX884" fmla="*/ 4981539 w 7467600"/>
              <a:gd name="connsiteY884" fmla="*/ 1542201 h 6858000"/>
              <a:gd name="connsiteX885" fmla="*/ 4958461 w 7467600"/>
              <a:gd name="connsiteY885" fmla="*/ 1136957 h 6858000"/>
              <a:gd name="connsiteX886" fmla="*/ 4655015 w 7467600"/>
              <a:gd name="connsiteY886" fmla="*/ 891426 h 6858000"/>
              <a:gd name="connsiteX887" fmla="*/ 4348002 w 7467600"/>
              <a:gd name="connsiteY887" fmla="*/ 2205895 h 6858000"/>
              <a:gd name="connsiteX888" fmla="*/ 4262250 w 7467600"/>
              <a:gd name="connsiteY888" fmla="*/ 2219972 h 6858000"/>
              <a:gd name="connsiteX889" fmla="*/ 4550611 w 7467600"/>
              <a:gd name="connsiteY889" fmla="*/ 817540 h 6858000"/>
              <a:gd name="connsiteX890" fmla="*/ 4564418 w 7467600"/>
              <a:gd name="connsiteY890" fmla="*/ 808293 h 6858000"/>
              <a:gd name="connsiteX891" fmla="*/ 4266388 w 7467600"/>
              <a:gd name="connsiteY891" fmla="*/ 500083 h 6858000"/>
              <a:gd name="connsiteX892" fmla="*/ 4032842 w 7467600"/>
              <a:gd name="connsiteY892" fmla="*/ 211809 h 6858000"/>
              <a:gd name="connsiteX893" fmla="*/ 3882765 w 7467600"/>
              <a:gd name="connsiteY893" fmla="*/ 0 h 6858000"/>
              <a:gd name="connsiteX894" fmla="*/ 3721337 w 7467600"/>
              <a:gd name="connsiteY894" fmla="*/ 0 h 6858000"/>
              <a:gd name="connsiteX895" fmla="*/ 3797544 w 7467600"/>
              <a:gd name="connsiteY895" fmla="*/ 0 h 6858000"/>
              <a:gd name="connsiteX896" fmla="*/ 3775734 w 7467600"/>
              <a:gd name="connsiteY896" fmla="*/ 95131 h 6858000"/>
              <a:gd name="connsiteX897" fmla="*/ 3724807 w 7467600"/>
              <a:gd name="connsiteY897" fmla="*/ 272257 h 6858000"/>
              <a:gd name="connsiteX898" fmla="*/ 3726844 w 7467600"/>
              <a:gd name="connsiteY898" fmla="*/ 282988 h 6858000"/>
              <a:gd name="connsiteX899" fmla="*/ 3742664 w 7467600"/>
              <a:gd name="connsiteY899" fmla="*/ 279918 h 6858000"/>
              <a:gd name="connsiteX900" fmla="*/ 4103910 w 7467600"/>
              <a:gd name="connsiteY900" fmla="*/ 1161917 h 6858000"/>
              <a:gd name="connsiteX901" fmla="*/ 4020269 w 7467600"/>
              <a:gd name="connsiteY901" fmla="*/ 1200406 h 6858000"/>
              <a:gd name="connsiteX902" fmla="*/ 3674882 w 7467600"/>
              <a:gd name="connsiteY902" fmla="*/ 488524 h 6858000"/>
              <a:gd name="connsiteX903" fmla="*/ 3132682 w 7467600"/>
              <a:gd name="connsiteY903" fmla="*/ 1072284 h 6858000"/>
              <a:gd name="connsiteX904" fmla="*/ 2716346 w 7467600"/>
              <a:gd name="connsiteY904" fmla="*/ 1276376 h 6858000"/>
              <a:gd name="connsiteX905" fmla="*/ 2716772 w 7467600"/>
              <a:gd name="connsiteY905" fmla="*/ 1255462 h 6858000"/>
              <a:gd name="connsiteX906" fmla="*/ 3471096 w 7467600"/>
              <a:gd name="connsiteY906" fmla="*/ 437072 h 6858000"/>
              <a:gd name="connsiteX907" fmla="*/ 3639057 w 7467600"/>
              <a:gd name="connsiteY907" fmla="*/ 286334 h 6858000"/>
              <a:gd name="connsiteX908" fmla="*/ 3640309 w 7467600"/>
              <a:gd name="connsiteY908" fmla="*/ 284664 h 6858000"/>
              <a:gd name="connsiteX909" fmla="*/ 3646022 w 7467600"/>
              <a:gd name="connsiteY909" fmla="*/ 276711 h 6858000"/>
              <a:gd name="connsiteX910" fmla="*/ 3707943 w 7467600"/>
              <a:gd name="connsiteY910" fmla="*/ 65958 h 6858000"/>
              <a:gd name="connsiteX911" fmla="*/ 3721337 w 7467600"/>
              <a:gd name="connsiteY911" fmla="*/ 0 h 6858000"/>
              <a:gd name="connsiteX912" fmla="*/ 2867960 w 7467600"/>
              <a:gd name="connsiteY912" fmla="*/ 0 h 6858000"/>
              <a:gd name="connsiteX913" fmla="*/ 2926351 w 7467600"/>
              <a:gd name="connsiteY913" fmla="*/ 0 h 6858000"/>
              <a:gd name="connsiteX914" fmla="*/ 2902823 w 7467600"/>
              <a:gd name="connsiteY914" fmla="*/ 262929 h 6858000"/>
              <a:gd name="connsiteX915" fmla="*/ 2940663 w 7467600"/>
              <a:gd name="connsiteY915" fmla="*/ 140884 h 6858000"/>
              <a:gd name="connsiteX916" fmla="*/ 2947039 w 7467600"/>
              <a:gd name="connsiteY916" fmla="*/ 122524 h 6858000"/>
              <a:gd name="connsiteX917" fmla="*/ 2984316 w 7467600"/>
              <a:gd name="connsiteY917" fmla="*/ 0 h 6858000"/>
              <a:gd name="connsiteX918" fmla="*/ 3016114 w 7467600"/>
              <a:gd name="connsiteY918" fmla="*/ 0 h 6858000"/>
              <a:gd name="connsiteX919" fmla="*/ 2979949 w 7467600"/>
              <a:gd name="connsiteY919" fmla="*/ 119274 h 6858000"/>
              <a:gd name="connsiteX920" fmla="*/ 3023879 w 7467600"/>
              <a:gd name="connsiteY920" fmla="*/ 0 h 6858000"/>
              <a:gd name="connsiteX921" fmla="*/ 3105400 w 7467600"/>
              <a:gd name="connsiteY921" fmla="*/ 0 h 6858000"/>
              <a:gd name="connsiteX922" fmla="*/ 3094669 w 7467600"/>
              <a:gd name="connsiteY922" fmla="*/ 30308 h 6858000"/>
              <a:gd name="connsiteX923" fmla="*/ 2901945 w 7467600"/>
              <a:gd name="connsiteY923" fmla="*/ 466538 h 6858000"/>
              <a:gd name="connsiteX924" fmla="*/ 2815209 w 7467600"/>
              <a:gd name="connsiteY924" fmla="*/ 497361 h 6858000"/>
              <a:gd name="connsiteX925" fmla="*/ 2844845 w 7467600"/>
              <a:gd name="connsiteY925" fmla="*/ 127638 h 6858000"/>
              <a:gd name="connsiteX926" fmla="*/ 2867960 w 7467600"/>
              <a:gd name="connsiteY926" fmla="*/ 0 h 6858000"/>
              <a:gd name="connsiteX927" fmla="*/ 1057230 w 7467600"/>
              <a:gd name="connsiteY927" fmla="*/ 0 h 6858000"/>
              <a:gd name="connsiteX928" fmla="*/ 1111003 w 7467600"/>
              <a:gd name="connsiteY928" fmla="*/ 0 h 6858000"/>
              <a:gd name="connsiteX929" fmla="*/ 1125553 w 7467600"/>
              <a:gd name="connsiteY929" fmla="*/ 52588 h 6858000"/>
              <a:gd name="connsiteX930" fmla="*/ 1304276 w 7467600"/>
              <a:gd name="connsiteY930" fmla="*/ 476275 h 6858000"/>
              <a:gd name="connsiteX931" fmla="*/ 1492066 w 7467600"/>
              <a:gd name="connsiteY931" fmla="*/ 886333 h 6858000"/>
              <a:gd name="connsiteX932" fmla="*/ 1423698 w 7467600"/>
              <a:gd name="connsiteY932" fmla="*/ 710817 h 6858000"/>
              <a:gd name="connsiteX933" fmla="*/ 1357609 w 7467600"/>
              <a:gd name="connsiteY933" fmla="*/ 532892 h 6858000"/>
              <a:gd name="connsiteX934" fmla="*/ 1309550 w 7467600"/>
              <a:gd name="connsiteY934" fmla="*/ 374031 h 6858000"/>
              <a:gd name="connsiteX935" fmla="*/ 1193673 w 7467600"/>
              <a:gd name="connsiteY935" fmla="*/ 49533 h 6858000"/>
              <a:gd name="connsiteX936" fmla="*/ 1164391 w 7467600"/>
              <a:gd name="connsiteY936" fmla="*/ 0 h 6858000"/>
              <a:gd name="connsiteX937" fmla="*/ 1200666 w 7467600"/>
              <a:gd name="connsiteY937" fmla="*/ 0 h 6858000"/>
              <a:gd name="connsiteX938" fmla="*/ 1223408 w 7467600"/>
              <a:gd name="connsiteY938" fmla="*/ 38996 h 6858000"/>
              <a:gd name="connsiteX939" fmla="*/ 1339635 w 7467600"/>
              <a:gd name="connsiteY939" fmla="*/ 365517 h 6858000"/>
              <a:gd name="connsiteX940" fmla="*/ 1387469 w 7467600"/>
              <a:gd name="connsiteY940" fmla="*/ 523079 h 6858000"/>
              <a:gd name="connsiteX941" fmla="*/ 1452685 w 7467600"/>
              <a:gd name="connsiteY941" fmla="*/ 699806 h 6858000"/>
              <a:gd name="connsiteX942" fmla="*/ 1492092 w 7467600"/>
              <a:gd name="connsiteY942" fmla="*/ 800424 h 6858000"/>
              <a:gd name="connsiteX943" fmla="*/ 1455302 w 7467600"/>
              <a:gd name="connsiteY943" fmla="*/ 632913 h 6858000"/>
              <a:gd name="connsiteX944" fmla="*/ 1222336 w 7467600"/>
              <a:gd name="connsiteY944" fmla="*/ 9480 h 6858000"/>
              <a:gd name="connsiteX945" fmla="*/ 1214634 w 7467600"/>
              <a:gd name="connsiteY945" fmla="*/ 0 h 6858000"/>
              <a:gd name="connsiteX946" fmla="*/ 1289827 w 7467600"/>
              <a:gd name="connsiteY946" fmla="*/ 0 h 6858000"/>
              <a:gd name="connsiteX947" fmla="*/ 1321076 w 7467600"/>
              <a:gd name="connsiteY947" fmla="*/ 59722 h 6858000"/>
              <a:gd name="connsiteX948" fmla="*/ 1512579 w 7467600"/>
              <a:gd name="connsiteY948" fmla="*/ 626441 h 6858000"/>
              <a:gd name="connsiteX949" fmla="*/ 1506076 w 7467600"/>
              <a:gd name="connsiteY949" fmla="*/ 1089289 h 6858000"/>
              <a:gd name="connsiteX950" fmla="*/ 1486346 w 7467600"/>
              <a:gd name="connsiteY950" fmla="*/ 1079919 h 6858000"/>
              <a:gd name="connsiteX951" fmla="*/ 1070511 w 7467600"/>
              <a:gd name="connsiteY951" fmla="*/ 48609 h 6858000"/>
              <a:gd name="connsiteX952" fmla="*/ 1057230 w 7467600"/>
              <a:gd name="connsiteY952" fmla="*/ 0 h 6858000"/>
              <a:gd name="connsiteX953" fmla="*/ 43151 w 7467600"/>
              <a:gd name="connsiteY953" fmla="*/ 0 h 6858000"/>
              <a:gd name="connsiteX954" fmla="*/ 95283 w 7467600"/>
              <a:gd name="connsiteY954" fmla="*/ 0 h 6858000"/>
              <a:gd name="connsiteX955" fmla="*/ 300708 w 7467600"/>
              <a:gd name="connsiteY955" fmla="*/ 154571 h 6858000"/>
              <a:gd name="connsiteX956" fmla="*/ 530414 w 7467600"/>
              <a:gd name="connsiteY956" fmla="*/ 354673 h 6858000"/>
              <a:gd name="connsiteX957" fmla="*/ 333785 w 7467600"/>
              <a:gd name="connsiteY957" fmla="*/ 161564 h 6858000"/>
              <a:gd name="connsiteX958" fmla="*/ 147005 w 7467600"/>
              <a:gd name="connsiteY958" fmla="*/ 0 h 6858000"/>
              <a:gd name="connsiteX959" fmla="*/ 272509 w 7467600"/>
              <a:gd name="connsiteY959" fmla="*/ 0 h 6858000"/>
              <a:gd name="connsiteX960" fmla="*/ 326276 w 7467600"/>
              <a:gd name="connsiteY960" fmla="*/ 45847 h 6858000"/>
              <a:gd name="connsiteX961" fmla="*/ 823759 w 7467600"/>
              <a:gd name="connsiteY961" fmla="*/ 574145 h 6858000"/>
              <a:gd name="connsiteX962" fmla="*/ 811254 w 7467600"/>
              <a:gd name="connsiteY962" fmla="*/ 665546 h 6858000"/>
              <a:gd name="connsiteX963" fmla="*/ 154042 w 7467600"/>
              <a:gd name="connsiteY963" fmla="*/ 261522 h 6858000"/>
              <a:gd name="connsiteX964" fmla="*/ 13550 w 7467600"/>
              <a:gd name="connsiteY964" fmla="*/ 158423 h 6858000"/>
              <a:gd name="connsiteX965" fmla="*/ 0 w 7467600"/>
              <a:gd name="connsiteY965" fmla="*/ 146618 h 6858000"/>
              <a:gd name="connsiteX966" fmla="*/ 0 w 7467600"/>
              <a:gd name="connsiteY966" fmla="*/ 59161 h 6858000"/>
              <a:gd name="connsiteX967" fmla="*/ 45427 w 7467600"/>
              <a:gd name="connsiteY967" fmla="*/ 101078 h 6858000"/>
              <a:gd name="connsiteX968" fmla="*/ 630103 w 7467600"/>
              <a:gd name="connsiteY968" fmla="*/ 485885 h 6858000"/>
              <a:gd name="connsiteX969" fmla="*/ 532040 w 7467600"/>
              <a:gd name="connsiteY969" fmla="*/ 399359 h 6858000"/>
              <a:gd name="connsiteX970" fmla="*/ 517618 w 7467600"/>
              <a:gd name="connsiteY970" fmla="*/ 385726 h 6858000"/>
              <a:gd name="connsiteX971" fmla="*/ 285074 w 7467600"/>
              <a:gd name="connsiteY971" fmla="*/ 182755 h 6858000"/>
              <a:gd name="connsiteX972" fmla="*/ 43151 w 7467600"/>
              <a:gd name="connsiteY97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7105827 w 7467600"/>
              <a:gd name="connsiteY81" fmla="*/ 5718700 h 6858000"/>
              <a:gd name="connsiteX82" fmla="*/ 7356878 w 7467600"/>
              <a:gd name="connsiteY82" fmla="*/ 5981332 h 6858000"/>
              <a:gd name="connsiteX83" fmla="*/ 7467600 w 7467600"/>
              <a:gd name="connsiteY83" fmla="*/ 6117703 h 6858000"/>
              <a:gd name="connsiteX84" fmla="*/ 7467600 w 7467600"/>
              <a:gd name="connsiteY84" fmla="*/ 6163634 h 6858000"/>
              <a:gd name="connsiteX85" fmla="*/ 7403637 w 7467600"/>
              <a:gd name="connsiteY85" fmla="*/ 6083957 h 6858000"/>
              <a:gd name="connsiteX86" fmla="*/ 7254615 w 7467600"/>
              <a:gd name="connsiteY86" fmla="*/ 5911918 h 6858000"/>
              <a:gd name="connsiteX87" fmla="*/ 7312589 w 7467600"/>
              <a:gd name="connsiteY87" fmla="*/ 5982309 h 6858000"/>
              <a:gd name="connsiteX88" fmla="*/ 7448321 w 7467600"/>
              <a:gd name="connsiteY88" fmla="*/ 6190991 h 6858000"/>
              <a:gd name="connsiteX89" fmla="*/ 7467600 w 7467600"/>
              <a:gd name="connsiteY89" fmla="*/ 6221686 h 6858000"/>
              <a:gd name="connsiteX90" fmla="*/ 7467600 w 7467600"/>
              <a:gd name="connsiteY90" fmla="*/ 6334256 h 6858000"/>
              <a:gd name="connsiteX91" fmla="*/ 7454976 w 7467600"/>
              <a:gd name="connsiteY91" fmla="*/ 6318297 h 6858000"/>
              <a:gd name="connsiteX92" fmla="*/ 7042773 w 7467600"/>
              <a:gd name="connsiteY92" fmla="*/ 5734011 h 6858000"/>
              <a:gd name="connsiteX93" fmla="*/ 1456157 w 7467600"/>
              <a:gd name="connsiteY93" fmla="*/ 5371404 h 6858000"/>
              <a:gd name="connsiteX94" fmla="*/ 1244432 w 7467600"/>
              <a:gd name="connsiteY94" fmla="*/ 5385601 h 6858000"/>
              <a:gd name="connsiteX95" fmla="*/ 973990 w 7467600"/>
              <a:gd name="connsiteY95" fmla="*/ 5424940 h 6858000"/>
              <a:gd name="connsiteX96" fmla="*/ 1103809 w 7467600"/>
              <a:gd name="connsiteY96" fmla="*/ 5433720 h 6858000"/>
              <a:gd name="connsiteX97" fmla="*/ 1123454 w 7467600"/>
              <a:gd name="connsiteY97" fmla="*/ 5435727 h 6858000"/>
              <a:gd name="connsiteX98" fmla="*/ 1737017 w 7467600"/>
              <a:gd name="connsiteY98" fmla="*/ 5452183 h 6858000"/>
              <a:gd name="connsiteX99" fmla="*/ 1824397 w 7467600"/>
              <a:gd name="connsiteY99" fmla="*/ 5447757 h 6858000"/>
              <a:gd name="connsiteX100" fmla="*/ 2070059 w 7467600"/>
              <a:gd name="connsiteY100" fmla="*/ 5441660 h 6858000"/>
              <a:gd name="connsiteX101" fmla="*/ 1456157 w 7467600"/>
              <a:gd name="connsiteY101" fmla="*/ 5371404 h 6858000"/>
              <a:gd name="connsiteX102" fmla="*/ 4988186 w 7467600"/>
              <a:gd name="connsiteY102" fmla="*/ 5216467 h 6858000"/>
              <a:gd name="connsiteX103" fmla="*/ 4777334 w 7467600"/>
              <a:gd name="connsiteY103" fmla="*/ 5406072 h 6858000"/>
              <a:gd name="connsiteX104" fmla="*/ 4718341 w 7467600"/>
              <a:gd name="connsiteY104" fmla="*/ 5468043 h 6858000"/>
              <a:gd name="connsiteX105" fmla="*/ 4604655 w 7467600"/>
              <a:gd name="connsiteY105" fmla="*/ 5583434 h 6858000"/>
              <a:gd name="connsiteX106" fmla="*/ 4565074 w 7467600"/>
              <a:gd name="connsiteY106" fmla="*/ 5618550 h 6858000"/>
              <a:gd name="connsiteX107" fmla="*/ 4988186 w 7467600"/>
              <a:gd name="connsiteY107" fmla="*/ 5216467 h 6858000"/>
              <a:gd name="connsiteX108" fmla="*/ 4978032 w 7467600"/>
              <a:gd name="connsiteY108" fmla="*/ 5183809 h 6858000"/>
              <a:gd name="connsiteX109" fmla="*/ 4463413 w 7467600"/>
              <a:gd name="connsiteY109" fmla="*/ 5615162 h 6858000"/>
              <a:gd name="connsiteX110" fmla="*/ 4358134 w 7467600"/>
              <a:gd name="connsiteY110" fmla="*/ 5742791 h 6858000"/>
              <a:gd name="connsiteX111" fmla="*/ 4376219 w 7467600"/>
              <a:gd name="connsiteY111" fmla="*/ 5729027 h 6858000"/>
              <a:gd name="connsiteX112" fmla="*/ 4582340 w 7467600"/>
              <a:gd name="connsiteY112" fmla="*/ 5561037 h 6858000"/>
              <a:gd name="connsiteX113" fmla="*/ 4694684 w 7467600"/>
              <a:gd name="connsiteY113" fmla="*/ 5447098 h 6858000"/>
              <a:gd name="connsiteX114" fmla="*/ 4754123 w 7467600"/>
              <a:gd name="connsiteY114" fmla="*/ 5384643 h 6858000"/>
              <a:gd name="connsiteX115" fmla="*/ 4978032 w 7467600"/>
              <a:gd name="connsiteY115" fmla="*/ 5183809 h 6858000"/>
              <a:gd name="connsiteX116" fmla="*/ 1903353 w 7467600"/>
              <a:gd name="connsiteY116" fmla="*/ 5044827 h 6858000"/>
              <a:gd name="connsiteX117" fmla="*/ 1936931 w 7467600"/>
              <a:gd name="connsiteY117" fmla="*/ 5093954 h 6858000"/>
              <a:gd name="connsiteX118" fmla="*/ 2195868 w 7467600"/>
              <a:gd name="connsiteY118" fmla="*/ 5396574 h 6858000"/>
              <a:gd name="connsiteX119" fmla="*/ 2088852 w 7467600"/>
              <a:gd name="connsiteY119" fmla="*/ 5166123 h 6858000"/>
              <a:gd name="connsiteX120" fmla="*/ 1958241 w 7467600"/>
              <a:gd name="connsiteY120" fmla="*/ 5067955 h 6858000"/>
              <a:gd name="connsiteX121" fmla="*/ 1903353 w 7467600"/>
              <a:gd name="connsiteY121" fmla="*/ 5044827 h 6858000"/>
              <a:gd name="connsiteX122" fmla="*/ 1979378 w 7467600"/>
              <a:gd name="connsiteY122" fmla="*/ 4769504 h 6858000"/>
              <a:gd name="connsiteX123" fmla="*/ 2882120 w 7467600"/>
              <a:gd name="connsiteY123" fmla="*/ 5064547 h 6858000"/>
              <a:gd name="connsiteX124" fmla="*/ 2793103 w 7467600"/>
              <a:gd name="connsiteY124" fmla="*/ 5039699 h 6858000"/>
              <a:gd name="connsiteX125" fmla="*/ 2770041 w 7467600"/>
              <a:gd name="connsiteY125" fmla="*/ 5033634 h 6858000"/>
              <a:gd name="connsiteX126" fmla="*/ 1979378 w 7467600"/>
              <a:gd name="connsiteY126" fmla="*/ 4769504 h 6858000"/>
              <a:gd name="connsiteX127" fmla="*/ 1927410 w 7467600"/>
              <a:gd name="connsiteY127" fmla="*/ 4716164 h 6858000"/>
              <a:gd name="connsiteX128" fmla="*/ 1959587 w 7467600"/>
              <a:gd name="connsiteY128" fmla="*/ 4728849 h 6858000"/>
              <a:gd name="connsiteX129" fmla="*/ 2777707 w 7467600"/>
              <a:gd name="connsiteY129" fmla="*/ 5003991 h 6858000"/>
              <a:gd name="connsiteX130" fmla="*/ 2800768 w 7467600"/>
              <a:gd name="connsiteY130" fmla="*/ 5010056 h 6858000"/>
              <a:gd name="connsiteX131" fmla="*/ 2879408 w 7467600"/>
              <a:gd name="connsiteY131" fmla="*/ 5031590 h 6858000"/>
              <a:gd name="connsiteX132" fmla="*/ 2862295 w 7467600"/>
              <a:gd name="connsiteY132" fmla="*/ 5022958 h 6858000"/>
              <a:gd name="connsiteX133" fmla="*/ 2813343 w 7467600"/>
              <a:gd name="connsiteY133" fmla="*/ 4998369 h 6858000"/>
              <a:gd name="connsiteX134" fmla="*/ 2646245 w 7467600"/>
              <a:gd name="connsiteY134" fmla="*/ 4930999 h 6858000"/>
              <a:gd name="connsiteX135" fmla="*/ 1999243 w 7467600"/>
              <a:gd name="connsiteY135" fmla="*/ 4730524 h 6858000"/>
              <a:gd name="connsiteX136" fmla="*/ 1979527 w 7467600"/>
              <a:gd name="connsiteY136" fmla="*/ 4726651 h 6858000"/>
              <a:gd name="connsiteX137" fmla="*/ 1927410 w 7467600"/>
              <a:gd name="connsiteY137" fmla="*/ 4716164 h 6858000"/>
              <a:gd name="connsiteX138" fmla="*/ 1997014 w 7467600"/>
              <a:gd name="connsiteY138" fmla="*/ 4698007 h 6858000"/>
              <a:gd name="connsiteX139" fmla="*/ 2005458 w 7467600"/>
              <a:gd name="connsiteY139" fmla="*/ 4699540 h 6858000"/>
              <a:gd name="connsiteX140" fmla="*/ 2657186 w 7467600"/>
              <a:gd name="connsiteY140" fmla="*/ 4901687 h 6858000"/>
              <a:gd name="connsiteX141" fmla="*/ 2826662 w 7467600"/>
              <a:gd name="connsiteY141" fmla="*/ 4970362 h 6858000"/>
              <a:gd name="connsiteX142" fmla="*/ 2876100 w 7467600"/>
              <a:gd name="connsiteY142" fmla="*/ 4995397 h 6858000"/>
              <a:gd name="connsiteX143" fmla="*/ 3042600 w 7467600"/>
              <a:gd name="connsiteY143" fmla="*/ 5059532 h 6858000"/>
              <a:gd name="connsiteX144" fmla="*/ 1997014 w 7467600"/>
              <a:gd name="connsiteY144" fmla="*/ 4698007 h 6858000"/>
              <a:gd name="connsiteX145" fmla="*/ 2305292 w 7467600"/>
              <a:gd name="connsiteY145" fmla="*/ 4219492 h 6858000"/>
              <a:gd name="connsiteX146" fmla="*/ 3360922 w 7467600"/>
              <a:gd name="connsiteY146" fmla="*/ 4529373 h 6858000"/>
              <a:gd name="connsiteX147" fmla="*/ 3492420 w 7467600"/>
              <a:gd name="connsiteY147" fmla="*/ 4510145 h 6858000"/>
              <a:gd name="connsiteX148" fmla="*/ 3364086 w 7467600"/>
              <a:gd name="connsiteY148" fmla="*/ 4480340 h 6858000"/>
              <a:gd name="connsiteX149" fmla="*/ 3225818 w 7467600"/>
              <a:gd name="connsiteY149" fmla="*/ 4411822 h 6858000"/>
              <a:gd name="connsiteX150" fmla="*/ 3129696 w 7467600"/>
              <a:gd name="connsiteY150" fmla="*/ 4360704 h 6858000"/>
              <a:gd name="connsiteX151" fmla="*/ 2814545 w 7467600"/>
              <a:gd name="connsiteY151" fmla="*/ 4282955 h 6858000"/>
              <a:gd name="connsiteX152" fmla="*/ 2305292 w 7467600"/>
              <a:gd name="connsiteY152" fmla="*/ 4219492 h 6858000"/>
              <a:gd name="connsiteX153" fmla="*/ 2626982 w 7467600"/>
              <a:gd name="connsiteY153" fmla="*/ 4206450 h 6858000"/>
              <a:gd name="connsiteX154" fmla="*/ 2490617 w 7467600"/>
              <a:gd name="connsiteY154" fmla="*/ 4206951 h 6858000"/>
              <a:gd name="connsiteX155" fmla="*/ 2819869 w 7467600"/>
              <a:gd name="connsiteY155" fmla="*/ 4252936 h 6858000"/>
              <a:gd name="connsiteX156" fmla="*/ 3143018 w 7467600"/>
              <a:gd name="connsiteY156" fmla="*/ 4332698 h 6858000"/>
              <a:gd name="connsiteX157" fmla="*/ 3241520 w 7467600"/>
              <a:gd name="connsiteY157" fmla="*/ 4385112 h 6858000"/>
              <a:gd name="connsiteX158" fmla="*/ 3374575 w 7467600"/>
              <a:gd name="connsiteY158" fmla="*/ 4451517 h 6858000"/>
              <a:gd name="connsiteX159" fmla="*/ 3505221 w 7467600"/>
              <a:gd name="connsiteY159" fmla="*/ 4480757 h 6858000"/>
              <a:gd name="connsiteX160" fmla="*/ 2626982 w 7467600"/>
              <a:gd name="connsiteY160" fmla="*/ 4206450 h 6858000"/>
              <a:gd name="connsiteX161" fmla="*/ 1310106 w 7467600"/>
              <a:gd name="connsiteY161" fmla="*/ 3943217 h 6858000"/>
              <a:gd name="connsiteX162" fmla="*/ 854994 w 7467600"/>
              <a:gd name="connsiteY162" fmla="*/ 4399136 h 6858000"/>
              <a:gd name="connsiteX163" fmla="*/ 742462 w 7467600"/>
              <a:gd name="connsiteY163" fmla="*/ 4594648 h 6858000"/>
              <a:gd name="connsiteX164" fmla="*/ 820602 w 7467600"/>
              <a:gd name="connsiteY164" fmla="*/ 4485915 h 6858000"/>
              <a:gd name="connsiteX165" fmla="*/ 878295 w 7467600"/>
              <a:gd name="connsiteY165" fmla="*/ 4403594 h 6858000"/>
              <a:gd name="connsiteX166" fmla="*/ 1240607 w 7467600"/>
              <a:gd name="connsiteY166" fmla="*/ 4010401 h 6858000"/>
              <a:gd name="connsiteX167" fmla="*/ 1310106 w 7467600"/>
              <a:gd name="connsiteY167" fmla="*/ 3943217 h 6858000"/>
              <a:gd name="connsiteX168" fmla="*/ 1423113 w 7467600"/>
              <a:gd name="connsiteY168" fmla="*/ 3874565 h 6858000"/>
              <a:gd name="connsiteX169" fmla="*/ 1260565 w 7467600"/>
              <a:gd name="connsiteY169" fmla="*/ 4031982 h 6858000"/>
              <a:gd name="connsiteX170" fmla="*/ 901900 w 7467600"/>
              <a:gd name="connsiteY170" fmla="*/ 4421236 h 6858000"/>
              <a:gd name="connsiteX171" fmla="*/ 845044 w 7467600"/>
              <a:gd name="connsiteY171" fmla="*/ 4502436 h 6858000"/>
              <a:gd name="connsiteX172" fmla="*/ 685926 w 7467600"/>
              <a:gd name="connsiteY172" fmla="*/ 4703069 h 6858000"/>
              <a:gd name="connsiteX173" fmla="*/ 684248 w 7467600"/>
              <a:gd name="connsiteY173" fmla="*/ 4706721 h 6858000"/>
              <a:gd name="connsiteX174" fmla="*/ 1423113 w 7467600"/>
              <a:gd name="connsiteY174" fmla="*/ 3874565 h 6858000"/>
              <a:gd name="connsiteX175" fmla="*/ 3316479 w 7467600"/>
              <a:gd name="connsiteY175" fmla="*/ 3872136 h 6858000"/>
              <a:gd name="connsiteX176" fmla="*/ 3546806 w 7467600"/>
              <a:gd name="connsiteY176" fmla="*/ 4356139 h 6858000"/>
              <a:gd name="connsiteX177" fmla="*/ 3364433 w 7467600"/>
              <a:gd name="connsiteY177" fmla="*/ 3953121 h 6858000"/>
              <a:gd name="connsiteX178" fmla="*/ 3316479 w 7467600"/>
              <a:gd name="connsiteY178" fmla="*/ 3872136 h 6858000"/>
              <a:gd name="connsiteX179" fmla="*/ 3291335 w 7467600"/>
              <a:gd name="connsiteY179" fmla="*/ 3767420 h 6858000"/>
              <a:gd name="connsiteX180" fmla="*/ 3390805 w 7467600"/>
              <a:gd name="connsiteY180" fmla="*/ 3937163 h 6858000"/>
              <a:gd name="connsiteX181" fmla="*/ 3579062 w 7467600"/>
              <a:gd name="connsiteY181" fmla="*/ 4359040 h 6858000"/>
              <a:gd name="connsiteX182" fmla="*/ 3467355 w 7467600"/>
              <a:gd name="connsiteY182" fmla="*/ 3988130 h 6858000"/>
              <a:gd name="connsiteX183" fmla="*/ 3310753 w 7467600"/>
              <a:gd name="connsiteY183" fmla="*/ 3787140 h 6858000"/>
              <a:gd name="connsiteX184" fmla="*/ 3291335 w 7467600"/>
              <a:gd name="connsiteY184" fmla="*/ 3767420 h 6858000"/>
              <a:gd name="connsiteX185" fmla="*/ 1635889 w 7467600"/>
              <a:gd name="connsiteY185" fmla="*/ 3709494 h 6858000"/>
              <a:gd name="connsiteX186" fmla="*/ 1634800 w 7467600"/>
              <a:gd name="connsiteY186" fmla="*/ 3731111 h 6858000"/>
              <a:gd name="connsiteX187" fmla="*/ 1635889 w 7467600"/>
              <a:gd name="connsiteY187" fmla="*/ 3709494 h 6858000"/>
              <a:gd name="connsiteX188" fmla="*/ 1510397 w 7467600"/>
              <a:gd name="connsiteY188" fmla="*/ 3684705 h 6858000"/>
              <a:gd name="connsiteX189" fmla="*/ 1146550 w 7467600"/>
              <a:gd name="connsiteY189" fmla="*/ 3802012 h 6858000"/>
              <a:gd name="connsiteX190" fmla="*/ 698834 w 7467600"/>
              <a:gd name="connsiteY190" fmla="*/ 3952272 h 6858000"/>
              <a:gd name="connsiteX191" fmla="*/ 34256 w 7467600"/>
              <a:gd name="connsiteY191" fmla="*/ 4347603 h 6858000"/>
              <a:gd name="connsiteX192" fmla="*/ 527241 w 7467600"/>
              <a:gd name="connsiteY192" fmla="*/ 4065078 h 6858000"/>
              <a:gd name="connsiteX193" fmla="*/ 1510397 w 7467600"/>
              <a:gd name="connsiteY193" fmla="*/ 3684705 h 6858000"/>
              <a:gd name="connsiteX194" fmla="*/ 1313114 w 7467600"/>
              <a:gd name="connsiteY194" fmla="*/ 3655216 h 6858000"/>
              <a:gd name="connsiteX195" fmla="*/ 1109304 w 7467600"/>
              <a:gd name="connsiteY195" fmla="*/ 3669030 h 6858000"/>
              <a:gd name="connsiteX196" fmla="*/ 8129 w 7467600"/>
              <a:gd name="connsiteY196" fmla="*/ 4330519 h 6858000"/>
              <a:gd name="connsiteX197" fmla="*/ 687572 w 7467600"/>
              <a:gd name="connsiteY197" fmla="*/ 3925629 h 6858000"/>
              <a:gd name="connsiteX198" fmla="*/ 1138365 w 7467600"/>
              <a:gd name="connsiteY198" fmla="*/ 3774515 h 6858000"/>
              <a:gd name="connsiteX199" fmla="*/ 1505579 w 7467600"/>
              <a:gd name="connsiteY199" fmla="*/ 3655526 h 6858000"/>
              <a:gd name="connsiteX200" fmla="*/ 1313114 w 7467600"/>
              <a:gd name="connsiteY200" fmla="*/ 3655216 h 6858000"/>
              <a:gd name="connsiteX201" fmla="*/ 3655073 w 7467600"/>
              <a:gd name="connsiteY201" fmla="*/ 3650884 h 6858000"/>
              <a:gd name="connsiteX202" fmla="*/ 3989938 w 7467600"/>
              <a:gd name="connsiteY202" fmla="*/ 3991685 h 6858000"/>
              <a:gd name="connsiteX203" fmla="*/ 4393907 w 7467600"/>
              <a:gd name="connsiteY203" fmla="*/ 4261258 h 6858000"/>
              <a:gd name="connsiteX204" fmla="*/ 4648051 w 7467600"/>
              <a:gd name="connsiteY204" fmla="*/ 4374051 h 6858000"/>
              <a:gd name="connsiteX205" fmla="*/ 4383389 w 7467600"/>
              <a:gd name="connsiteY205" fmla="*/ 4184369 h 6858000"/>
              <a:gd name="connsiteX206" fmla="*/ 4165508 w 7467600"/>
              <a:gd name="connsiteY206" fmla="*/ 4035196 h 6858000"/>
              <a:gd name="connsiteX207" fmla="*/ 4068162 w 7467600"/>
              <a:gd name="connsiteY207" fmla="*/ 3953394 h 6858000"/>
              <a:gd name="connsiteX208" fmla="*/ 3981416 w 7467600"/>
              <a:gd name="connsiteY208" fmla="*/ 3880482 h 6858000"/>
              <a:gd name="connsiteX209" fmla="*/ 3800147 w 7467600"/>
              <a:gd name="connsiteY209" fmla="*/ 3749872 h 6858000"/>
              <a:gd name="connsiteX210" fmla="*/ 3655073 w 7467600"/>
              <a:gd name="connsiteY210" fmla="*/ 3650884 h 6858000"/>
              <a:gd name="connsiteX211" fmla="*/ 3670252 w 7467600"/>
              <a:gd name="connsiteY211" fmla="*/ 3622798 h 6858000"/>
              <a:gd name="connsiteX212" fmla="*/ 3817258 w 7467600"/>
              <a:gd name="connsiteY212" fmla="*/ 3723577 h 6858000"/>
              <a:gd name="connsiteX213" fmla="*/ 4000461 w 7467600"/>
              <a:gd name="connsiteY213" fmla="*/ 3855966 h 6858000"/>
              <a:gd name="connsiteX214" fmla="*/ 4088180 w 7467600"/>
              <a:gd name="connsiteY214" fmla="*/ 3929774 h 6858000"/>
              <a:gd name="connsiteX215" fmla="*/ 4184555 w 7467600"/>
              <a:gd name="connsiteY215" fmla="*/ 4010683 h 6858000"/>
              <a:gd name="connsiteX216" fmla="*/ 4399563 w 7467600"/>
              <a:gd name="connsiteY216" fmla="*/ 4158106 h 6858000"/>
              <a:gd name="connsiteX217" fmla="*/ 4684469 w 7467600"/>
              <a:gd name="connsiteY217" fmla="*/ 4364680 h 6858000"/>
              <a:gd name="connsiteX218" fmla="*/ 4690271 w 7467600"/>
              <a:gd name="connsiteY218" fmla="*/ 4370034 h 6858000"/>
              <a:gd name="connsiteX219" fmla="*/ 4136093 w 7467600"/>
              <a:gd name="connsiteY219" fmla="*/ 3858466 h 6858000"/>
              <a:gd name="connsiteX220" fmla="*/ 3670252 w 7467600"/>
              <a:gd name="connsiteY220" fmla="*/ 3622798 h 6858000"/>
              <a:gd name="connsiteX221" fmla="*/ 4440129 w 7467600"/>
              <a:gd name="connsiteY221" fmla="*/ 3448571 h 6858000"/>
              <a:gd name="connsiteX222" fmla="*/ 4856525 w 7467600"/>
              <a:gd name="connsiteY222" fmla="*/ 3915351 h 6858000"/>
              <a:gd name="connsiteX223" fmla="*/ 5059055 w 7467600"/>
              <a:gd name="connsiteY223" fmla="*/ 4108918 h 6858000"/>
              <a:gd name="connsiteX224" fmla="*/ 5290070 w 7467600"/>
              <a:gd name="connsiteY224" fmla="*/ 4263619 h 6858000"/>
              <a:gd name="connsiteX225" fmla="*/ 4834991 w 7467600"/>
              <a:gd name="connsiteY225" fmla="*/ 3830985 h 6858000"/>
              <a:gd name="connsiteX226" fmla="*/ 4440129 w 7467600"/>
              <a:gd name="connsiteY226" fmla="*/ 3448571 h 6858000"/>
              <a:gd name="connsiteX227" fmla="*/ 4441737 w 7467600"/>
              <a:gd name="connsiteY227" fmla="*/ 3399734 h 6858000"/>
              <a:gd name="connsiteX228" fmla="*/ 4431236 w 7467600"/>
              <a:gd name="connsiteY228" fmla="*/ 3400954 h 6858000"/>
              <a:gd name="connsiteX229" fmla="*/ 4557150 w 7467600"/>
              <a:gd name="connsiteY229" fmla="*/ 3510023 h 6858000"/>
              <a:gd name="connsiteX230" fmla="*/ 4856936 w 7467600"/>
              <a:gd name="connsiteY230" fmla="*/ 3809146 h 6858000"/>
              <a:gd name="connsiteX231" fmla="*/ 5111996 w 7467600"/>
              <a:gd name="connsiteY231" fmla="*/ 4065759 h 6858000"/>
              <a:gd name="connsiteX232" fmla="*/ 5388878 w 7467600"/>
              <a:gd name="connsiteY232" fmla="*/ 4300185 h 6858000"/>
              <a:gd name="connsiteX233" fmla="*/ 5425556 w 7467600"/>
              <a:gd name="connsiteY233" fmla="*/ 4308967 h 6858000"/>
              <a:gd name="connsiteX234" fmla="*/ 4943646 w 7467600"/>
              <a:gd name="connsiteY234" fmla="*/ 3822916 h 6858000"/>
              <a:gd name="connsiteX235" fmla="*/ 4594837 w 7467600"/>
              <a:gd name="connsiteY235" fmla="*/ 3532274 h 6858000"/>
              <a:gd name="connsiteX236" fmla="*/ 4441737 w 7467600"/>
              <a:gd name="connsiteY236" fmla="*/ 3399734 h 6858000"/>
              <a:gd name="connsiteX237" fmla="*/ 5425834 w 7467600"/>
              <a:gd name="connsiteY237" fmla="*/ 3162785 h 6858000"/>
              <a:gd name="connsiteX238" fmla="*/ 5401644 w 7467600"/>
              <a:gd name="connsiteY238" fmla="*/ 3617847 h 6858000"/>
              <a:gd name="connsiteX239" fmla="*/ 5467256 w 7467600"/>
              <a:gd name="connsiteY239" fmla="*/ 4175494 h 6858000"/>
              <a:gd name="connsiteX240" fmla="*/ 5448069 w 7467600"/>
              <a:gd name="connsiteY240" fmla="*/ 3567554 h 6858000"/>
              <a:gd name="connsiteX241" fmla="*/ 5425834 w 7467600"/>
              <a:gd name="connsiteY241" fmla="*/ 3162785 h 6858000"/>
              <a:gd name="connsiteX242" fmla="*/ 1318687 w 7467600"/>
              <a:gd name="connsiteY242" fmla="*/ 3113840 h 6858000"/>
              <a:gd name="connsiteX243" fmla="*/ 1066793 w 7467600"/>
              <a:gd name="connsiteY243" fmla="*/ 3212171 h 6858000"/>
              <a:gd name="connsiteX244" fmla="*/ 993319 w 7467600"/>
              <a:gd name="connsiteY244" fmla="*/ 3247648 h 6858000"/>
              <a:gd name="connsiteX245" fmla="*/ 853081 w 7467600"/>
              <a:gd name="connsiteY245" fmla="*/ 3312410 h 6858000"/>
              <a:gd name="connsiteX246" fmla="*/ 805957 w 7467600"/>
              <a:gd name="connsiteY246" fmla="*/ 3330443 h 6858000"/>
              <a:gd name="connsiteX247" fmla="*/ 1318687 w 7467600"/>
              <a:gd name="connsiteY247" fmla="*/ 3113840 h 6858000"/>
              <a:gd name="connsiteX248" fmla="*/ 5453702 w 7467600"/>
              <a:gd name="connsiteY248" fmla="*/ 3090882 h 6858000"/>
              <a:gd name="connsiteX249" fmla="*/ 5480135 w 7467600"/>
              <a:gd name="connsiteY249" fmla="*/ 3565802 h 6858000"/>
              <a:gd name="connsiteX250" fmla="*/ 5499023 w 7467600"/>
              <a:gd name="connsiteY250" fmla="*/ 4166310 h 6858000"/>
              <a:gd name="connsiteX251" fmla="*/ 5547022 w 7467600"/>
              <a:gd name="connsiteY251" fmla="*/ 3607838 h 6858000"/>
              <a:gd name="connsiteX252" fmla="*/ 5515964 w 7467600"/>
              <a:gd name="connsiteY252" fmla="*/ 3378541 h 6858000"/>
              <a:gd name="connsiteX253" fmla="*/ 5453702 w 7467600"/>
              <a:gd name="connsiteY253" fmla="*/ 3090882 h 6858000"/>
              <a:gd name="connsiteX254" fmla="*/ 1238695 w 7467600"/>
              <a:gd name="connsiteY254" fmla="*/ 3076820 h 6858000"/>
              <a:gd name="connsiteX255" fmla="*/ 716371 w 7467600"/>
              <a:gd name="connsiteY255" fmla="*/ 3293249 h 6858000"/>
              <a:gd name="connsiteX256" fmla="*/ 579522 w 7467600"/>
              <a:gd name="connsiteY256" fmla="*/ 3371759 h 6858000"/>
              <a:gd name="connsiteX257" fmla="*/ 600288 w 7467600"/>
              <a:gd name="connsiteY257" fmla="*/ 3365555 h 6858000"/>
              <a:gd name="connsiteX258" fmla="*/ 840692 w 7467600"/>
              <a:gd name="connsiteY258" fmla="*/ 3284921 h 6858000"/>
              <a:gd name="connsiteX259" fmla="*/ 979248 w 7467600"/>
              <a:gd name="connsiteY259" fmla="*/ 3221003 h 6858000"/>
              <a:gd name="connsiteX260" fmla="*/ 1053282 w 7467600"/>
              <a:gd name="connsiteY260" fmla="*/ 3185247 h 6858000"/>
              <a:gd name="connsiteX261" fmla="*/ 1320603 w 7467600"/>
              <a:gd name="connsiteY261" fmla="*/ 3081281 h 6858000"/>
              <a:gd name="connsiteX262" fmla="*/ 1238695 w 7467600"/>
              <a:gd name="connsiteY262" fmla="*/ 3076820 h 6858000"/>
              <a:gd name="connsiteX263" fmla="*/ 5425627 w 7467600"/>
              <a:gd name="connsiteY263" fmla="*/ 2954192 h 6858000"/>
              <a:gd name="connsiteX264" fmla="*/ 5470770 w 7467600"/>
              <a:gd name="connsiteY264" fmla="*/ 3005435 h 6858000"/>
              <a:gd name="connsiteX265" fmla="*/ 5519779 w 7467600"/>
              <a:gd name="connsiteY265" fmla="*/ 4359223 h 6858000"/>
              <a:gd name="connsiteX266" fmla="*/ 5520293 w 7467600"/>
              <a:gd name="connsiteY266" fmla="*/ 4360602 h 6858000"/>
              <a:gd name="connsiteX267" fmla="*/ 5767221 w 7467600"/>
              <a:gd name="connsiteY267" fmla="*/ 4665564 h 6858000"/>
              <a:gd name="connsiteX268" fmla="*/ 6937169 w 7467600"/>
              <a:gd name="connsiteY268" fmla="*/ 4815941 h 6858000"/>
              <a:gd name="connsiteX269" fmla="*/ 6953922 w 7467600"/>
              <a:gd name="connsiteY269" fmla="*/ 4890068 h 6858000"/>
              <a:gd name="connsiteX270" fmla="*/ 6071359 w 7467600"/>
              <a:gd name="connsiteY270" fmla="*/ 4770770 h 6858000"/>
              <a:gd name="connsiteX271" fmla="*/ 6038839 w 7467600"/>
              <a:gd name="connsiteY271" fmla="*/ 4764474 h 6858000"/>
              <a:gd name="connsiteX272" fmla="*/ 6038706 w 7467600"/>
              <a:gd name="connsiteY272" fmla="*/ 4763847 h 6858000"/>
              <a:gd name="connsiteX273" fmla="*/ 6037784 w 7467600"/>
              <a:gd name="connsiteY273" fmla="*/ 4764270 h 6858000"/>
              <a:gd name="connsiteX274" fmla="*/ 6038839 w 7467600"/>
              <a:gd name="connsiteY274" fmla="*/ 4764474 h 6858000"/>
              <a:gd name="connsiteX275" fmla="*/ 6040338 w 7467600"/>
              <a:gd name="connsiteY275" fmla="*/ 4771418 h 6858000"/>
              <a:gd name="connsiteX276" fmla="*/ 6024488 w 7467600"/>
              <a:gd name="connsiteY276" fmla="*/ 4809903 h 6858000"/>
              <a:gd name="connsiteX277" fmla="*/ 5599771 w 7467600"/>
              <a:gd name="connsiteY277" fmla="*/ 5509652 h 6858000"/>
              <a:gd name="connsiteX278" fmla="*/ 5548843 w 7467600"/>
              <a:gd name="connsiteY278" fmla="*/ 5563845 h 6858000"/>
              <a:gd name="connsiteX279" fmla="*/ 5940952 w 7467600"/>
              <a:gd name="connsiteY279" fmla="*/ 6250028 h 6858000"/>
              <a:gd name="connsiteX280" fmla="*/ 6043441 w 7467600"/>
              <a:gd name="connsiteY280" fmla="*/ 6665847 h 6858000"/>
              <a:gd name="connsiteX281" fmla="*/ 6093432 w 7467600"/>
              <a:gd name="connsiteY281" fmla="*/ 6858000 h 6858000"/>
              <a:gd name="connsiteX282" fmla="*/ 6034344 w 7467600"/>
              <a:gd name="connsiteY282" fmla="*/ 6858000 h 6858000"/>
              <a:gd name="connsiteX283" fmla="*/ 6026679 w 7467600"/>
              <a:gd name="connsiteY283" fmla="*/ 6836959 h 6858000"/>
              <a:gd name="connsiteX284" fmla="*/ 5800441 w 7467600"/>
              <a:gd name="connsiteY284" fmla="*/ 6335286 h 6858000"/>
              <a:gd name="connsiteX285" fmla="*/ 5526562 w 7467600"/>
              <a:gd name="connsiteY285" fmla="*/ 5705388 h 6858000"/>
              <a:gd name="connsiteX286" fmla="*/ 5519640 w 7467600"/>
              <a:gd name="connsiteY286" fmla="*/ 5683774 h 6858000"/>
              <a:gd name="connsiteX287" fmla="*/ 5844559 w 7467600"/>
              <a:gd name="connsiteY287" fmla="*/ 6553349 h 6858000"/>
              <a:gd name="connsiteX288" fmla="*/ 5975994 w 7467600"/>
              <a:gd name="connsiteY288" fmla="*/ 6858000 h 6858000"/>
              <a:gd name="connsiteX289" fmla="*/ 5898547 w 7467600"/>
              <a:gd name="connsiteY289" fmla="*/ 6858000 h 6858000"/>
              <a:gd name="connsiteX290" fmla="*/ 5682041 w 7467600"/>
              <a:gd name="connsiteY290" fmla="*/ 6355860 h 6858000"/>
              <a:gd name="connsiteX291" fmla="*/ 5461758 w 7467600"/>
              <a:gd name="connsiteY291" fmla="*/ 5820220 h 6858000"/>
              <a:gd name="connsiteX292" fmla="*/ 5237282 w 7467600"/>
              <a:gd name="connsiteY292" fmla="*/ 6579086 h 6858000"/>
              <a:gd name="connsiteX293" fmla="*/ 5115009 w 7467600"/>
              <a:gd name="connsiteY293" fmla="*/ 6858000 h 6858000"/>
              <a:gd name="connsiteX294" fmla="*/ 5028074 w 7467600"/>
              <a:gd name="connsiteY294" fmla="*/ 6858000 h 6858000"/>
              <a:gd name="connsiteX295" fmla="*/ 5079508 w 7467600"/>
              <a:gd name="connsiteY295" fmla="*/ 6749074 h 6858000"/>
              <a:gd name="connsiteX296" fmla="*/ 5371846 w 7467600"/>
              <a:gd name="connsiteY296" fmla="*/ 5924413 h 6858000"/>
              <a:gd name="connsiteX297" fmla="*/ 5270512 w 7467600"/>
              <a:gd name="connsiteY297" fmla="*/ 6138975 h 6858000"/>
              <a:gd name="connsiteX298" fmla="*/ 5062409 w 7467600"/>
              <a:gd name="connsiteY298" fmla="*/ 6653544 h 6858000"/>
              <a:gd name="connsiteX299" fmla="*/ 5036628 w 7467600"/>
              <a:gd name="connsiteY299" fmla="*/ 6754247 h 6858000"/>
              <a:gd name="connsiteX300" fmla="*/ 5009112 w 7467600"/>
              <a:gd name="connsiteY300" fmla="*/ 6858000 h 6858000"/>
              <a:gd name="connsiteX301" fmla="*/ 4976679 w 7467600"/>
              <a:gd name="connsiteY301" fmla="*/ 6858000 h 6858000"/>
              <a:gd name="connsiteX302" fmla="*/ 5006537 w 7467600"/>
              <a:gd name="connsiteY302" fmla="*/ 6747068 h 6858000"/>
              <a:gd name="connsiteX303" fmla="*/ 5032723 w 7467600"/>
              <a:gd name="connsiteY303" fmla="*/ 6644957 h 6858000"/>
              <a:gd name="connsiteX304" fmla="*/ 5242949 w 7467600"/>
              <a:gd name="connsiteY304" fmla="*/ 6125175 h 6858000"/>
              <a:gd name="connsiteX305" fmla="*/ 5286321 w 7467600"/>
              <a:gd name="connsiteY305" fmla="*/ 6033555 h 6858000"/>
              <a:gd name="connsiteX306" fmla="*/ 5008210 w 7467600"/>
              <a:gd name="connsiteY306" fmla="*/ 6649194 h 6858000"/>
              <a:gd name="connsiteX307" fmla="*/ 4986321 w 7467600"/>
              <a:gd name="connsiteY307" fmla="*/ 6765687 h 6858000"/>
              <a:gd name="connsiteX308" fmla="*/ 4973474 w 7467600"/>
              <a:gd name="connsiteY308" fmla="*/ 6858000 h 6858000"/>
              <a:gd name="connsiteX309" fmla="*/ 4907178 w 7467600"/>
              <a:gd name="connsiteY309" fmla="*/ 6858000 h 6858000"/>
              <a:gd name="connsiteX310" fmla="*/ 4910810 w 7467600"/>
              <a:gd name="connsiteY310" fmla="*/ 6829660 h 6858000"/>
              <a:gd name="connsiteX311" fmla="*/ 4987461 w 7467600"/>
              <a:gd name="connsiteY311" fmla="*/ 6432994 h 6858000"/>
              <a:gd name="connsiteX312" fmla="*/ 5179262 w 7467600"/>
              <a:gd name="connsiteY312" fmla="*/ 6035044 h 6858000"/>
              <a:gd name="connsiteX313" fmla="*/ 4689678 w 7467600"/>
              <a:gd name="connsiteY313" fmla="*/ 6440241 h 6858000"/>
              <a:gd name="connsiteX314" fmla="*/ 4477543 w 7467600"/>
              <a:gd name="connsiteY314" fmla="*/ 6674836 h 6858000"/>
              <a:gd name="connsiteX315" fmla="*/ 4329957 w 7467600"/>
              <a:gd name="connsiteY315" fmla="*/ 6858000 h 6858000"/>
              <a:gd name="connsiteX316" fmla="*/ 4218595 w 7467600"/>
              <a:gd name="connsiteY316" fmla="*/ 6858000 h 6858000"/>
              <a:gd name="connsiteX317" fmla="*/ 4368888 w 7467600"/>
              <a:gd name="connsiteY317" fmla="*/ 6668412 h 6858000"/>
              <a:gd name="connsiteX318" fmla="*/ 4563091 w 7467600"/>
              <a:gd name="connsiteY318" fmla="*/ 6442508 h 6858000"/>
              <a:gd name="connsiteX319" fmla="*/ 5387324 w 7467600"/>
              <a:gd name="connsiteY319" fmla="*/ 5705830 h 6858000"/>
              <a:gd name="connsiteX320" fmla="*/ 5073620 w 7467600"/>
              <a:gd name="connsiteY320" fmla="*/ 5955437 h 6858000"/>
              <a:gd name="connsiteX321" fmla="*/ 4689789 w 7467600"/>
              <a:gd name="connsiteY321" fmla="*/ 6268382 h 6858000"/>
              <a:gd name="connsiteX322" fmla="*/ 4418722 w 7467600"/>
              <a:gd name="connsiteY322" fmla="*/ 6570886 h 6858000"/>
              <a:gd name="connsiteX323" fmla="*/ 4214944 w 7467600"/>
              <a:gd name="connsiteY323" fmla="*/ 6858000 h 6858000"/>
              <a:gd name="connsiteX324" fmla="*/ 4177898 w 7467600"/>
              <a:gd name="connsiteY324" fmla="*/ 6858000 h 6858000"/>
              <a:gd name="connsiteX325" fmla="*/ 4391597 w 7467600"/>
              <a:gd name="connsiteY325" fmla="*/ 6556370 h 6858000"/>
              <a:gd name="connsiteX326" fmla="*/ 4668889 w 7467600"/>
              <a:gd name="connsiteY326" fmla="*/ 6246399 h 6858000"/>
              <a:gd name="connsiteX327" fmla="*/ 5055427 w 7467600"/>
              <a:gd name="connsiteY327" fmla="*/ 5931476 h 6858000"/>
              <a:gd name="connsiteX328" fmla="*/ 5371814 w 7467600"/>
              <a:gd name="connsiteY328" fmla="*/ 5678975 h 6858000"/>
              <a:gd name="connsiteX329" fmla="*/ 4987918 w 7467600"/>
              <a:gd name="connsiteY329" fmla="*/ 5838701 h 6858000"/>
              <a:gd name="connsiteX330" fmla="*/ 4317146 w 7467600"/>
              <a:gd name="connsiteY330" fmla="*/ 6587716 h 6858000"/>
              <a:gd name="connsiteX331" fmla="*/ 4171627 w 7467600"/>
              <a:gd name="connsiteY331" fmla="*/ 6858000 h 6858000"/>
              <a:gd name="connsiteX332" fmla="*/ 4081585 w 7467600"/>
              <a:gd name="connsiteY332" fmla="*/ 6858000 h 6858000"/>
              <a:gd name="connsiteX333" fmla="*/ 4238603 w 7467600"/>
              <a:gd name="connsiteY333" fmla="*/ 6559341 h 6858000"/>
              <a:gd name="connsiteX334" fmla="*/ 4778333 w 7467600"/>
              <a:gd name="connsiteY334" fmla="*/ 5873626 h 6858000"/>
              <a:gd name="connsiteX335" fmla="*/ 5414185 w 7467600"/>
              <a:gd name="connsiteY335" fmla="*/ 5573882 h 6858000"/>
              <a:gd name="connsiteX336" fmla="*/ 5959648 w 7467600"/>
              <a:gd name="connsiteY336" fmla="*/ 4760797 h 6858000"/>
              <a:gd name="connsiteX337" fmla="*/ 5355019 w 7467600"/>
              <a:gd name="connsiteY337" fmla="*/ 4734672 h 6858000"/>
              <a:gd name="connsiteX338" fmla="*/ 5083565 w 7467600"/>
              <a:gd name="connsiteY338" fmla="*/ 5179121 h 6858000"/>
              <a:gd name="connsiteX339" fmla="*/ 4713577 w 7467600"/>
              <a:gd name="connsiteY339" fmla="*/ 5616803 h 6858000"/>
              <a:gd name="connsiteX340" fmla="*/ 3989559 w 7467600"/>
              <a:gd name="connsiteY340" fmla="*/ 6145945 h 6858000"/>
              <a:gd name="connsiteX341" fmla="*/ 3939824 w 7467600"/>
              <a:gd name="connsiteY341" fmla="*/ 6066900 h 6858000"/>
              <a:gd name="connsiteX342" fmla="*/ 4584537 w 7467600"/>
              <a:gd name="connsiteY342" fmla="*/ 5324826 h 6858000"/>
              <a:gd name="connsiteX343" fmla="*/ 5037105 w 7467600"/>
              <a:gd name="connsiteY343" fmla="*/ 5088765 h 6858000"/>
              <a:gd name="connsiteX344" fmla="*/ 5039930 w 7467600"/>
              <a:gd name="connsiteY344" fmla="*/ 5089585 h 6858000"/>
              <a:gd name="connsiteX345" fmla="*/ 5263764 w 7467600"/>
              <a:gd name="connsiteY345" fmla="*/ 4735525 h 6858000"/>
              <a:gd name="connsiteX346" fmla="*/ 4086300 w 7467600"/>
              <a:gd name="connsiteY346" fmla="*/ 4884599 h 6858000"/>
              <a:gd name="connsiteX347" fmla="*/ 4085485 w 7467600"/>
              <a:gd name="connsiteY347" fmla="*/ 4899070 h 6858000"/>
              <a:gd name="connsiteX348" fmla="*/ 3871915 w 7467600"/>
              <a:gd name="connsiteY348" fmla="*/ 5253645 h 6858000"/>
              <a:gd name="connsiteX349" fmla="*/ 3799374 w 7467600"/>
              <a:gd name="connsiteY349" fmla="*/ 5466127 h 6858000"/>
              <a:gd name="connsiteX350" fmla="*/ 3498850 w 7467600"/>
              <a:gd name="connsiteY350" fmla="*/ 6661888 h 6858000"/>
              <a:gd name="connsiteX351" fmla="*/ 3399216 w 7467600"/>
              <a:gd name="connsiteY351" fmla="*/ 6858000 h 6858000"/>
              <a:gd name="connsiteX352" fmla="*/ 3303688 w 7467600"/>
              <a:gd name="connsiteY352" fmla="*/ 6858000 h 6858000"/>
              <a:gd name="connsiteX353" fmla="*/ 3391774 w 7467600"/>
              <a:gd name="connsiteY353" fmla="*/ 6697181 h 6858000"/>
              <a:gd name="connsiteX354" fmla="*/ 3735540 w 7467600"/>
              <a:gd name="connsiteY354" fmla="*/ 5546923 h 6858000"/>
              <a:gd name="connsiteX355" fmla="*/ 3729438 w 7467600"/>
              <a:gd name="connsiteY355" fmla="*/ 5569058 h 6858000"/>
              <a:gd name="connsiteX356" fmla="*/ 3707782 w 7467600"/>
              <a:gd name="connsiteY356" fmla="*/ 5644908 h 6858000"/>
              <a:gd name="connsiteX357" fmla="*/ 3583827 w 7467600"/>
              <a:gd name="connsiteY357" fmla="*/ 6039215 h 6858000"/>
              <a:gd name="connsiteX358" fmla="*/ 3547861 w 7467600"/>
              <a:gd name="connsiteY358" fmla="*/ 6129609 h 6858000"/>
              <a:gd name="connsiteX359" fmla="*/ 3490905 w 7467600"/>
              <a:gd name="connsiteY359" fmla="*/ 6277660 h 6858000"/>
              <a:gd name="connsiteX360" fmla="*/ 3455859 w 7467600"/>
              <a:gd name="connsiteY360" fmla="*/ 6391301 h 6858000"/>
              <a:gd name="connsiteX361" fmla="*/ 3429112 w 7467600"/>
              <a:gd name="connsiteY361" fmla="*/ 6479469 h 6858000"/>
              <a:gd name="connsiteX362" fmla="*/ 3304862 w 7467600"/>
              <a:gd name="connsiteY362" fmla="*/ 6796476 h 6858000"/>
              <a:gd name="connsiteX363" fmla="*/ 3276071 w 7467600"/>
              <a:gd name="connsiteY363" fmla="*/ 6858000 h 6858000"/>
              <a:gd name="connsiteX364" fmla="*/ 3240805 w 7467600"/>
              <a:gd name="connsiteY364" fmla="*/ 6858000 h 6858000"/>
              <a:gd name="connsiteX365" fmla="*/ 3275917 w 7467600"/>
              <a:gd name="connsiteY365" fmla="*/ 6783192 h 6858000"/>
              <a:gd name="connsiteX366" fmla="*/ 3399358 w 7467600"/>
              <a:gd name="connsiteY366" fmla="*/ 6469011 h 6858000"/>
              <a:gd name="connsiteX367" fmla="*/ 3425650 w 7467600"/>
              <a:gd name="connsiteY367" fmla="*/ 6381333 h 6858000"/>
              <a:gd name="connsiteX368" fmla="*/ 3460661 w 7467600"/>
              <a:gd name="connsiteY368" fmla="*/ 6266763 h 6858000"/>
              <a:gd name="connsiteX369" fmla="*/ 3518021 w 7467600"/>
              <a:gd name="connsiteY369" fmla="*/ 6117298 h 6858000"/>
              <a:gd name="connsiteX370" fmla="*/ 3554035 w 7467600"/>
              <a:gd name="connsiteY370" fmla="*/ 6027832 h 6858000"/>
              <a:gd name="connsiteX371" fmla="*/ 3677174 w 7467600"/>
              <a:gd name="connsiteY371" fmla="*/ 5636351 h 6858000"/>
              <a:gd name="connsiteX372" fmla="*/ 3698819 w 7467600"/>
              <a:gd name="connsiteY372" fmla="*/ 5560503 h 6858000"/>
              <a:gd name="connsiteX373" fmla="*/ 3702094 w 7467600"/>
              <a:gd name="connsiteY373" fmla="*/ 5549194 h 6858000"/>
              <a:gd name="connsiteX374" fmla="*/ 3398355 w 7467600"/>
              <a:gd name="connsiteY374" fmla="*/ 6094603 h 6858000"/>
              <a:gd name="connsiteX375" fmla="*/ 3193941 w 7467600"/>
              <a:gd name="connsiteY375" fmla="*/ 6798775 h 6858000"/>
              <a:gd name="connsiteX376" fmla="*/ 3184140 w 7467600"/>
              <a:gd name="connsiteY376" fmla="*/ 6858000 h 6858000"/>
              <a:gd name="connsiteX377" fmla="*/ 3099978 w 7467600"/>
              <a:gd name="connsiteY377" fmla="*/ 6858000 h 6858000"/>
              <a:gd name="connsiteX378" fmla="*/ 3101556 w 7467600"/>
              <a:gd name="connsiteY378" fmla="*/ 6843337 h 6858000"/>
              <a:gd name="connsiteX379" fmla="*/ 3370162 w 7467600"/>
              <a:gd name="connsiteY379" fmla="*/ 5785550 h 6858000"/>
              <a:gd name="connsiteX380" fmla="*/ 3746477 w 7467600"/>
              <a:gd name="connsiteY380" fmla="*/ 5377889 h 6858000"/>
              <a:gd name="connsiteX381" fmla="*/ 3863399 w 7467600"/>
              <a:gd name="connsiteY381" fmla="*/ 5087257 h 6858000"/>
              <a:gd name="connsiteX382" fmla="*/ 3968712 w 7467600"/>
              <a:gd name="connsiteY382" fmla="*/ 4913989 h 6858000"/>
              <a:gd name="connsiteX383" fmla="*/ 2792390 w 7467600"/>
              <a:gd name="connsiteY383" fmla="*/ 5382974 h 6858000"/>
              <a:gd name="connsiteX384" fmla="*/ 2714982 w 7467600"/>
              <a:gd name="connsiteY384" fmla="*/ 5427051 h 6858000"/>
              <a:gd name="connsiteX385" fmla="*/ 2813361 w 7467600"/>
              <a:gd name="connsiteY385" fmla="*/ 6023912 h 6858000"/>
              <a:gd name="connsiteX386" fmla="*/ 2688430 w 7467600"/>
              <a:gd name="connsiteY386" fmla="*/ 6801564 h 6858000"/>
              <a:gd name="connsiteX387" fmla="*/ 2629626 w 7467600"/>
              <a:gd name="connsiteY387" fmla="*/ 6763394 h 6858000"/>
              <a:gd name="connsiteX388" fmla="*/ 2565328 w 7467600"/>
              <a:gd name="connsiteY388" fmla="*/ 5516399 h 6858000"/>
              <a:gd name="connsiteX389" fmla="*/ 1922999 w 7467600"/>
              <a:gd name="connsiteY389" fmla="*/ 5980343 h 6858000"/>
              <a:gd name="connsiteX390" fmla="*/ 1950261 w 7467600"/>
              <a:gd name="connsiteY390" fmla="*/ 6405858 h 6858000"/>
              <a:gd name="connsiteX391" fmla="*/ 2365554 w 7467600"/>
              <a:gd name="connsiteY391" fmla="*/ 6759107 h 6858000"/>
              <a:gd name="connsiteX392" fmla="*/ 2424142 w 7467600"/>
              <a:gd name="connsiteY392" fmla="*/ 6858000 h 6858000"/>
              <a:gd name="connsiteX393" fmla="*/ 2395994 w 7467600"/>
              <a:gd name="connsiteY393" fmla="*/ 6858000 h 6858000"/>
              <a:gd name="connsiteX394" fmla="*/ 2392863 w 7467600"/>
              <a:gd name="connsiteY394" fmla="*/ 6852964 h 6858000"/>
              <a:gd name="connsiteX395" fmla="*/ 2017589 w 7467600"/>
              <a:gd name="connsiteY395" fmla="*/ 6493982 h 6858000"/>
              <a:gd name="connsiteX396" fmla="*/ 2147336 w 7467600"/>
              <a:gd name="connsiteY396" fmla="*/ 6594052 h 6858000"/>
              <a:gd name="connsiteX397" fmla="*/ 2207047 w 7467600"/>
              <a:gd name="connsiteY397" fmla="*/ 6654540 h 6858000"/>
              <a:gd name="connsiteX398" fmla="*/ 2299106 w 7467600"/>
              <a:gd name="connsiteY398" fmla="*/ 6778931 h 6858000"/>
              <a:gd name="connsiteX399" fmla="*/ 2314430 w 7467600"/>
              <a:gd name="connsiteY399" fmla="*/ 6801144 h 6858000"/>
              <a:gd name="connsiteX400" fmla="*/ 2352406 w 7467600"/>
              <a:gd name="connsiteY400" fmla="*/ 6858000 h 6858000"/>
              <a:gd name="connsiteX401" fmla="*/ 2314492 w 7467600"/>
              <a:gd name="connsiteY401" fmla="*/ 6858000 h 6858000"/>
              <a:gd name="connsiteX402" fmla="*/ 2288095 w 7467600"/>
              <a:gd name="connsiteY402" fmla="*/ 6818030 h 6858000"/>
              <a:gd name="connsiteX403" fmla="*/ 2272768 w 7467600"/>
              <a:gd name="connsiteY403" fmla="*/ 6795822 h 6858000"/>
              <a:gd name="connsiteX404" fmla="*/ 2182715 w 7467600"/>
              <a:gd name="connsiteY404" fmla="*/ 6675071 h 6858000"/>
              <a:gd name="connsiteX405" fmla="*/ 2032061 w 7467600"/>
              <a:gd name="connsiteY405" fmla="*/ 6541380 h 6858000"/>
              <a:gd name="connsiteX406" fmla="*/ 2257220 w 7467600"/>
              <a:gd name="connsiteY406" fmla="*/ 6826257 h 6858000"/>
              <a:gd name="connsiteX407" fmla="*/ 2281324 w 7467600"/>
              <a:gd name="connsiteY407" fmla="*/ 6858000 h 6858000"/>
              <a:gd name="connsiteX408" fmla="*/ 2242860 w 7467600"/>
              <a:gd name="connsiteY408" fmla="*/ 6858000 h 6858000"/>
              <a:gd name="connsiteX409" fmla="*/ 2232818 w 7467600"/>
              <a:gd name="connsiteY409" fmla="*/ 6844926 h 6858000"/>
              <a:gd name="connsiteX410" fmla="*/ 1990172 w 7467600"/>
              <a:gd name="connsiteY410" fmla="*/ 6542121 h 6858000"/>
              <a:gd name="connsiteX411" fmla="*/ 2124090 w 7467600"/>
              <a:gd name="connsiteY411" fmla="*/ 6761017 h 6858000"/>
              <a:gd name="connsiteX412" fmla="*/ 2200380 w 7467600"/>
              <a:gd name="connsiteY412" fmla="*/ 6858000 h 6858000"/>
              <a:gd name="connsiteX413" fmla="*/ 2147507 w 7467600"/>
              <a:gd name="connsiteY413" fmla="*/ 6858000 h 6858000"/>
              <a:gd name="connsiteX414" fmla="*/ 2070668 w 7467600"/>
              <a:gd name="connsiteY414" fmla="*/ 6761520 h 6858000"/>
              <a:gd name="connsiteX415" fmla="*/ 1975142 w 7467600"/>
              <a:gd name="connsiteY415" fmla="*/ 6585570 h 6858000"/>
              <a:gd name="connsiteX416" fmla="*/ 2050035 w 7467600"/>
              <a:gd name="connsiteY416" fmla="*/ 6813345 h 6858000"/>
              <a:gd name="connsiteX417" fmla="*/ 2063025 w 7467600"/>
              <a:gd name="connsiteY417" fmla="*/ 6858000 h 6858000"/>
              <a:gd name="connsiteX418" fmla="*/ 2021675 w 7467600"/>
              <a:gd name="connsiteY418" fmla="*/ 6858000 h 6858000"/>
              <a:gd name="connsiteX419" fmla="*/ 2019308 w 7467600"/>
              <a:gd name="connsiteY419" fmla="*/ 6847118 h 6858000"/>
              <a:gd name="connsiteX420" fmla="*/ 1938835 w 7467600"/>
              <a:gd name="connsiteY420" fmla="*/ 6551160 h 6858000"/>
              <a:gd name="connsiteX421" fmla="*/ 1953230 w 7467600"/>
              <a:gd name="connsiteY421" fmla="*/ 6759699 h 6858000"/>
              <a:gd name="connsiteX422" fmla="*/ 1956763 w 7467600"/>
              <a:gd name="connsiteY422" fmla="*/ 6778191 h 6858000"/>
              <a:gd name="connsiteX423" fmla="*/ 1967925 w 7467600"/>
              <a:gd name="connsiteY423" fmla="*/ 6858000 h 6858000"/>
              <a:gd name="connsiteX424" fmla="*/ 1936622 w 7467600"/>
              <a:gd name="connsiteY424" fmla="*/ 6858000 h 6858000"/>
              <a:gd name="connsiteX425" fmla="*/ 1926261 w 7467600"/>
              <a:gd name="connsiteY425" fmla="*/ 6784064 h 6858000"/>
              <a:gd name="connsiteX426" fmla="*/ 1922724 w 7467600"/>
              <a:gd name="connsiteY426" fmla="*/ 6765577 h 6858000"/>
              <a:gd name="connsiteX427" fmla="*/ 1904650 w 7467600"/>
              <a:gd name="connsiteY427" fmla="*/ 6639616 h 6858000"/>
              <a:gd name="connsiteX428" fmla="*/ 1885273 w 7467600"/>
              <a:gd name="connsiteY428" fmla="*/ 6858000 h 6858000"/>
              <a:gd name="connsiteX429" fmla="*/ 1854363 w 7467600"/>
              <a:gd name="connsiteY429" fmla="*/ 6858000 h 6858000"/>
              <a:gd name="connsiteX430" fmla="*/ 1880391 w 7467600"/>
              <a:gd name="connsiteY430" fmla="*/ 6603796 h 6858000"/>
              <a:gd name="connsiteX431" fmla="*/ 1818273 w 7467600"/>
              <a:gd name="connsiteY431" fmla="*/ 6715729 h 6858000"/>
              <a:gd name="connsiteX432" fmla="*/ 1794691 w 7467600"/>
              <a:gd name="connsiteY432" fmla="*/ 6843239 h 6858000"/>
              <a:gd name="connsiteX433" fmla="*/ 1794914 w 7467600"/>
              <a:gd name="connsiteY433" fmla="*/ 6858000 h 6858000"/>
              <a:gd name="connsiteX434" fmla="*/ 1746128 w 7467600"/>
              <a:gd name="connsiteY434" fmla="*/ 6858000 h 6858000"/>
              <a:gd name="connsiteX435" fmla="*/ 1753934 w 7467600"/>
              <a:gd name="connsiteY435" fmla="*/ 6724796 h 6858000"/>
              <a:gd name="connsiteX436" fmla="*/ 1792053 w 7467600"/>
              <a:gd name="connsiteY436" fmla="*/ 6572396 h 6858000"/>
              <a:gd name="connsiteX437" fmla="*/ 1862248 w 7467600"/>
              <a:gd name="connsiteY437" fmla="*/ 6266397 h 6858000"/>
              <a:gd name="connsiteX438" fmla="*/ 1862250 w 7467600"/>
              <a:gd name="connsiteY438" fmla="*/ 6033531 h 6858000"/>
              <a:gd name="connsiteX439" fmla="*/ 1211999 w 7467600"/>
              <a:gd name="connsiteY439" fmla="*/ 6683610 h 6858000"/>
              <a:gd name="connsiteX440" fmla="*/ 1213266 w 7467600"/>
              <a:gd name="connsiteY440" fmla="*/ 6691947 h 6858000"/>
              <a:gd name="connsiteX441" fmla="*/ 1203370 w 7467600"/>
              <a:gd name="connsiteY441" fmla="*/ 6850676 h 6858000"/>
              <a:gd name="connsiteX442" fmla="*/ 1203671 w 7467600"/>
              <a:gd name="connsiteY442" fmla="*/ 6858000 h 6858000"/>
              <a:gd name="connsiteX443" fmla="*/ 1143180 w 7467600"/>
              <a:gd name="connsiteY443" fmla="*/ 6858000 h 6858000"/>
              <a:gd name="connsiteX444" fmla="*/ 1142176 w 7467600"/>
              <a:gd name="connsiteY444" fmla="*/ 6766045 h 6858000"/>
              <a:gd name="connsiteX445" fmla="*/ 1067484 w 7467600"/>
              <a:gd name="connsiteY445" fmla="*/ 6858000 h 6858000"/>
              <a:gd name="connsiteX446" fmla="*/ 953928 w 7467600"/>
              <a:gd name="connsiteY446" fmla="*/ 6858000 h 6858000"/>
              <a:gd name="connsiteX447" fmla="*/ 959715 w 7467600"/>
              <a:gd name="connsiteY447" fmla="*/ 6850185 h 6858000"/>
              <a:gd name="connsiteX448" fmla="*/ 1483788 w 7467600"/>
              <a:gd name="connsiteY448" fmla="*/ 6259174 h 6858000"/>
              <a:gd name="connsiteX449" fmla="*/ 1100671 w 7467600"/>
              <a:gd name="connsiteY449" fmla="*/ 6252137 h 6858000"/>
              <a:gd name="connsiteX450" fmla="*/ 1090144 w 7467600"/>
              <a:gd name="connsiteY450" fmla="*/ 6256748 h 6858000"/>
              <a:gd name="connsiteX451" fmla="*/ 1095872 w 7467600"/>
              <a:gd name="connsiteY451" fmla="*/ 6271892 h 6858000"/>
              <a:gd name="connsiteX452" fmla="*/ 262785 w 7467600"/>
              <a:gd name="connsiteY452" fmla="*/ 6845450 h 6858000"/>
              <a:gd name="connsiteX453" fmla="*/ 209968 w 7467600"/>
              <a:gd name="connsiteY453" fmla="*/ 6770713 h 6858000"/>
              <a:gd name="connsiteX454" fmla="*/ 873460 w 7467600"/>
              <a:gd name="connsiteY454" fmla="*/ 6253768 h 6858000"/>
              <a:gd name="connsiteX455" fmla="*/ 192686 w 7467600"/>
              <a:gd name="connsiteY455" fmla="*/ 5849257 h 6858000"/>
              <a:gd name="connsiteX456" fmla="*/ 4696 w 7467600"/>
              <a:gd name="connsiteY456" fmla="*/ 5697668 h 6858000"/>
              <a:gd name="connsiteX457" fmla="*/ 0 w 7467600"/>
              <a:gd name="connsiteY457" fmla="*/ 5689984 h 6858000"/>
              <a:gd name="connsiteX458" fmla="*/ 0 w 7467600"/>
              <a:gd name="connsiteY458" fmla="*/ 5513472 h 6858000"/>
              <a:gd name="connsiteX459" fmla="*/ 174101 w 7467600"/>
              <a:gd name="connsiteY459" fmla="*/ 5620277 h 6858000"/>
              <a:gd name="connsiteX460" fmla="*/ 891800 w 7467600"/>
              <a:gd name="connsiteY460" fmla="*/ 6036935 h 6858000"/>
              <a:gd name="connsiteX461" fmla="*/ 1072219 w 7467600"/>
              <a:gd name="connsiteY461" fmla="*/ 6169443 h 6858000"/>
              <a:gd name="connsiteX462" fmla="*/ 1074117 w 7467600"/>
              <a:gd name="connsiteY462" fmla="*/ 6170301 h 6858000"/>
              <a:gd name="connsiteX463" fmla="*/ 1083114 w 7467600"/>
              <a:gd name="connsiteY463" fmla="*/ 6174131 h 6858000"/>
              <a:gd name="connsiteX464" fmla="*/ 1543010 w 7467600"/>
              <a:gd name="connsiteY464" fmla="*/ 6191140 h 6858000"/>
              <a:gd name="connsiteX465" fmla="*/ 1551080 w 7467600"/>
              <a:gd name="connsiteY465" fmla="*/ 6195006 h 6858000"/>
              <a:gd name="connsiteX466" fmla="*/ 2345443 w 7467600"/>
              <a:gd name="connsiteY466" fmla="*/ 5549882 h 6858000"/>
              <a:gd name="connsiteX467" fmla="*/ 1721499 w 7467600"/>
              <a:gd name="connsiteY467" fmla="*/ 5599969 h 6858000"/>
              <a:gd name="connsiteX468" fmla="*/ 767716 w 7467600"/>
              <a:gd name="connsiteY468" fmla="*/ 5472768 h 6858000"/>
              <a:gd name="connsiteX469" fmla="*/ 722147 w 7467600"/>
              <a:gd name="connsiteY469" fmla="*/ 5393091 h 6858000"/>
              <a:gd name="connsiteX470" fmla="*/ 1485552 w 7467600"/>
              <a:gd name="connsiteY470" fmla="*/ 5313202 h 6858000"/>
              <a:gd name="connsiteX471" fmla="*/ 2143004 w 7467600"/>
              <a:gd name="connsiteY471" fmla="*/ 5402420 h 6858000"/>
              <a:gd name="connsiteX472" fmla="*/ 1933391 w 7467600"/>
              <a:gd name="connsiteY472" fmla="*/ 5156971 h 6858000"/>
              <a:gd name="connsiteX473" fmla="*/ 1827118 w 7467600"/>
              <a:gd name="connsiteY473" fmla="*/ 4968410 h 6858000"/>
              <a:gd name="connsiteX474" fmla="*/ 1837349 w 7467600"/>
              <a:gd name="connsiteY474" fmla="*/ 4956357 h 6858000"/>
              <a:gd name="connsiteX475" fmla="*/ 2162835 w 7467600"/>
              <a:gd name="connsiteY475" fmla="*/ 5187853 h 6858000"/>
              <a:gd name="connsiteX476" fmla="*/ 2257167 w 7467600"/>
              <a:gd name="connsiteY476" fmla="*/ 5462123 h 6858000"/>
              <a:gd name="connsiteX477" fmla="*/ 2261598 w 7467600"/>
              <a:gd name="connsiteY477" fmla="*/ 5467998 h 6858000"/>
              <a:gd name="connsiteX478" fmla="*/ 2437177 w 7467600"/>
              <a:gd name="connsiteY478" fmla="*/ 5479608 h 6858000"/>
              <a:gd name="connsiteX479" fmla="*/ 2445247 w 7467600"/>
              <a:gd name="connsiteY479" fmla="*/ 5483476 h 6858000"/>
              <a:gd name="connsiteX480" fmla="*/ 2743626 w 7467600"/>
              <a:gd name="connsiteY480" fmla="*/ 5304819 h 6858000"/>
              <a:gd name="connsiteX481" fmla="*/ 3048102 w 7467600"/>
              <a:gd name="connsiteY481" fmla="*/ 5150595 h 6858000"/>
              <a:gd name="connsiteX482" fmla="*/ 1799414 w 7467600"/>
              <a:gd name="connsiteY482" fmla="*/ 4694732 h 6858000"/>
              <a:gd name="connsiteX483" fmla="*/ 1771735 w 7467600"/>
              <a:gd name="connsiteY483" fmla="*/ 4619929 h 6858000"/>
              <a:gd name="connsiteX484" fmla="*/ 3104273 w 7467600"/>
              <a:gd name="connsiteY484" fmla="*/ 5076159 h 6858000"/>
              <a:gd name="connsiteX485" fmla="*/ 3113245 w 7467600"/>
              <a:gd name="connsiteY485" fmla="*/ 5090705 h 6858000"/>
              <a:gd name="connsiteX486" fmla="*/ 3126294 w 7467600"/>
              <a:gd name="connsiteY486" fmla="*/ 5114400 h 6858000"/>
              <a:gd name="connsiteX487" fmla="*/ 3937433 w 7467600"/>
              <a:gd name="connsiteY487" fmla="*/ 4830473 h 6858000"/>
              <a:gd name="connsiteX488" fmla="*/ 3590475 w 7467600"/>
              <a:gd name="connsiteY488" fmla="*/ 4597974 h 6858000"/>
              <a:gd name="connsiteX489" fmla="*/ 3100264 w 7467600"/>
              <a:gd name="connsiteY489" fmla="*/ 4579845 h 6858000"/>
              <a:gd name="connsiteX490" fmla="*/ 2183576 w 7467600"/>
              <a:gd name="connsiteY490" fmla="*/ 4227150 h 6858000"/>
              <a:gd name="connsiteX491" fmla="*/ 2151029 w 7467600"/>
              <a:gd name="connsiteY491" fmla="*/ 4146947 h 6858000"/>
              <a:gd name="connsiteX492" fmla="*/ 3563434 w 7467600"/>
              <a:gd name="connsiteY492" fmla="*/ 4469115 h 6858000"/>
              <a:gd name="connsiteX493" fmla="*/ 3177952 w 7467600"/>
              <a:gd name="connsiteY493" fmla="*/ 3657386 h 6858000"/>
              <a:gd name="connsiteX494" fmla="*/ 3189263 w 7467600"/>
              <a:gd name="connsiteY494" fmla="*/ 3625726 h 6858000"/>
              <a:gd name="connsiteX495" fmla="*/ 3560912 w 7467600"/>
              <a:gd name="connsiteY495" fmla="*/ 4079863 h 6858000"/>
              <a:gd name="connsiteX496" fmla="*/ 3626636 w 7467600"/>
              <a:gd name="connsiteY496" fmla="*/ 4512230 h 6858000"/>
              <a:gd name="connsiteX497" fmla="*/ 3653088 w 7467600"/>
              <a:gd name="connsiteY497" fmla="*/ 4521417 h 6858000"/>
              <a:gd name="connsiteX498" fmla="*/ 3988128 w 7467600"/>
              <a:gd name="connsiteY498" fmla="*/ 4817267 h 6858000"/>
              <a:gd name="connsiteX499" fmla="*/ 4830582 w 7467600"/>
              <a:gd name="connsiteY499" fmla="*/ 4676000 h 6858000"/>
              <a:gd name="connsiteX500" fmla="*/ 4830100 w 7467600"/>
              <a:gd name="connsiteY500" fmla="*/ 4675554 h 6858000"/>
              <a:gd name="connsiteX501" fmla="*/ 4036318 w 7467600"/>
              <a:gd name="connsiteY501" fmla="*/ 4147013 h 6858000"/>
              <a:gd name="connsiteX502" fmla="*/ 3432098 w 7467600"/>
              <a:gd name="connsiteY502" fmla="*/ 3537312 h 6858000"/>
              <a:gd name="connsiteX503" fmla="*/ 3446761 w 7467600"/>
              <a:gd name="connsiteY503" fmla="*/ 3461278 h 6858000"/>
              <a:gd name="connsiteX504" fmla="*/ 4419733 w 7467600"/>
              <a:gd name="connsiteY504" fmla="*/ 3963555 h 6858000"/>
              <a:gd name="connsiteX505" fmla="*/ 4781371 w 7467600"/>
              <a:gd name="connsiteY505" fmla="*/ 4458604 h 6858000"/>
              <a:gd name="connsiteX506" fmla="*/ 4780440 w 7467600"/>
              <a:gd name="connsiteY506" fmla="*/ 4470290 h 6858000"/>
              <a:gd name="connsiteX507" fmla="*/ 4898954 w 7467600"/>
              <a:gd name="connsiteY507" fmla="*/ 4662092 h 6858000"/>
              <a:gd name="connsiteX508" fmla="*/ 4900699 w 7467600"/>
              <a:gd name="connsiteY508" fmla="*/ 4670867 h 6858000"/>
              <a:gd name="connsiteX509" fmla="*/ 5714511 w 7467600"/>
              <a:gd name="connsiteY509" fmla="*/ 4663483 h 6858000"/>
              <a:gd name="connsiteX510" fmla="*/ 5464793 w 7467600"/>
              <a:gd name="connsiteY510" fmla="*/ 4393556 h 6858000"/>
              <a:gd name="connsiteX511" fmla="*/ 5461897 w 7467600"/>
              <a:gd name="connsiteY511" fmla="*/ 4390879 h 6858000"/>
              <a:gd name="connsiteX512" fmla="*/ 4294126 w 7467600"/>
              <a:gd name="connsiteY512" fmla="*/ 3303048 h 6858000"/>
              <a:gd name="connsiteX513" fmla="*/ 4305321 w 7467600"/>
              <a:gd name="connsiteY513" fmla="*/ 3256953 h 6858000"/>
              <a:gd name="connsiteX514" fmla="*/ 4949299 w 7467600"/>
              <a:gd name="connsiteY514" fmla="*/ 3766336 h 6858000"/>
              <a:gd name="connsiteX515" fmla="*/ 5291452 w 7467600"/>
              <a:gd name="connsiteY515" fmla="*/ 4076801 h 6858000"/>
              <a:gd name="connsiteX516" fmla="*/ 5434998 w 7467600"/>
              <a:gd name="connsiteY516" fmla="*/ 4254100 h 6858000"/>
              <a:gd name="connsiteX517" fmla="*/ 5351015 w 7467600"/>
              <a:gd name="connsiteY517" fmla="*/ 3760989 h 6858000"/>
              <a:gd name="connsiteX518" fmla="*/ 5413780 w 7467600"/>
              <a:gd name="connsiteY518" fmla="*/ 2966265 h 6858000"/>
              <a:gd name="connsiteX519" fmla="*/ 5425627 w 7467600"/>
              <a:gd name="connsiteY519" fmla="*/ 2954192 h 6858000"/>
              <a:gd name="connsiteX520" fmla="*/ 6604735 w 7467600"/>
              <a:gd name="connsiteY520" fmla="*/ 2041381 h 6858000"/>
              <a:gd name="connsiteX521" fmla="*/ 7204487 w 7467600"/>
              <a:gd name="connsiteY521" fmla="*/ 2742112 h 6858000"/>
              <a:gd name="connsiteX522" fmla="*/ 7131592 w 7467600"/>
              <a:gd name="connsiteY522" fmla="*/ 2672096 h 6858000"/>
              <a:gd name="connsiteX523" fmla="*/ 6996344 w 7467600"/>
              <a:gd name="connsiteY523" fmla="*/ 2518310 h 6858000"/>
              <a:gd name="connsiteX524" fmla="*/ 6735495 w 7467600"/>
              <a:gd name="connsiteY524" fmla="*/ 2196890 h 6858000"/>
              <a:gd name="connsiteX525" fmla="*/ 6721901 w 7467600"/>
              <a:gd name="connsiteY525" fmla="*/ 2179274 h 6858000"/>
              <a:gd name="connsiteX526" fmla="*/ 6604735 w 7467600"/>
              <a:gd name="connsiteY526" fmla="*/ 2041381 h 6858000"/>
              <a:gd name="connsiteX527" fmla="*/ 6591670 w 7467600"/>
              <a:gd name="connsiteY527" fmla="*/ 1988277 h 6858000"/>
              <a:gd name="connsiteX528" fmla="*/ 6747349 w 7467600"/>
              <a:gd name="connsiteY528" fmla="*/ 2160069 h 6858000"/>
              <a:gd name="connsiteX529" fmla="*/ 6760943 w 7467600"/>
              <a:gd name="connsiteY529" fmla="*/ 2177686 h 6858000"/>
              <a:gd name="connsiteX530" fmla="*/ 7021065 w 7467600"/>
              <a:gd name="connsiteY530" fmla="*/ 2498102 h 6858000"/>
              <a:gd name="connsiteX531" fmla="*/ 7155223 w 7467600"/>
              <a:gd name="connsiteY531" fmla="*/ 2650386 h 6858000"/>
              <a:gd name="connsiteX532" fmla="*/ 7203167 w 7467600"/>
              <a:gd name="connsiteY532" fmla="*/ 2697288 h 6858000"/>
              <a:gd name="connsiteX533" fmla="*/ 6937703 w 7467600"/>
              <a:gd name="connsiteY533" fmla="*/ 2321981 h 6858000"/>
              <a:gd name="connsiteX534" fmla="*/ 6591670 w 7467600"/>
              <a:gd name="connsiteY534" fmla="*/ 1988277 h 6858000"/>
              <a:gd name="connsiteX535" fmla="*/ 5798671 w 7467600"/>
              <a:gd name="connsiteY535" fmla="*/ 1981601 h 6858000"/>
              <a:gd name="connsiteX536" fmla="*/ 5754709 w 7467600"/>
              <a:gd name="connsiteY536" fmla="*/ 2071454 h 6858000"/>
              <a:gd name="connsiteX537" fmla="*/ 5763044 w 7467600"/>
              <a:gd name="connsiteY537" fmla="*/ 2842206 h 6858000"/>
              <a:gd name="connsiteX538" fmla="*/ 5764974 w 7467600"/>
              <a:gd name="connsiteY538" fmla="*/ 2799609 h 6858000"/>
              <a:gd name="connsiteX539" fmla="*/ 5767665 w 7467600"/>
              <a:gd name="connsiteY539" fmla="*/ 2666409 h 6858000"/>
              <a:gd name="connsiteX540" fmla="*/ 5763055 w 7467600"/>
              <a:gd name="connsiteY540" fmla="*/ 2579705 h 6858000"/>
              <a:gd name="connsiteX541" fmla="*/ 5758079 w 7467600"/>
              <a:gd name="connsiteY541" fmla="*/ 2492508 h 6858000"/>
              <a:gd name="connsiteX542" fmla="*/ 5779325 w 7467600"/>
              <a:gd name="connsiteY542" fmla="*/ 2197069 h 6858000"/>
              <a:gd name="connsiteX543" fmla="*/ 5798671 w 7467600"/>
              <a:gd name="connsiteY543" fmla="*/ 1981601 h 6858000"/>
              <a:gd name="connsiteX544" fmla="*/ 5829202 w 7467600"/>
              <a:gd name="connsiteY544" fmla="*/ 1971679 h 6858000"/>
              <a:gd name="connsiteX545" fmla="*/ 5809558 w 7467600"/>
              <a:gd name="connsiteY545" fmla="*/ 2198043 h 6858000"/>
              <a:gd name="connsiteX546" fmla="*/ 5788653 w 7467600"/>
              <a:gd name="connsiteY546" fmla="*/ 2489430 h 6858000"/>
              <a:gd name="connsiteX547" fmla="*/ 5793439 w 7467600"/>
              <a:gd name="connsiteY547" fmla="*/ 2575235 h 6858000"/>
              <a:gd name="connsiteX548" fmla="*/ 5796837 w 7467600"/>
              <a:gd name="connsiteY548" fmla="*/ 2637633 h 6858000"/>
              <a:gd name="connsiteX549" fmla="*/ 5818614 w 7467600"/>
              <a:gd name="connsiteY549" fmla="*/ 2473055 h 6858000"/>
              <a:gd name="connsiteX550" fmla="*/ 5829202 w 7467600"/>
              <a:gd name="connsiteY550" fmla="*/ 1971679 h 6858000"/>
              <a:gd name="connsiteX551" fmla="*/ 5911389 w 7467600"/>
              <a:gd name="connsiteY551" fmla="*/ 1898371 h 6858000"/>
              <a:gd name="connsiteX552" fmla="*/ 6237627 w 7467600"/>
              <a:gd name="connsiteY552" fmla="*/ 2231921 h 6858000"/>
              <a:gd name="connsiteX553" fmla="*/ 5911389 w 7467600"/>
              <a:gd name="connsiteY553" fmla="*/ 1898371 h 6858000"/>
              <a:gd name="connsiteX554" fmla="*/ 6944437 w 7467600"/>
              <a:gd name="connsiteY554" fmla="*/ 1575402 h 6858000"/>
              <a:gd name="connsiteX555" fmla="*/ 6304730 w 7467600"/>
              <a:gd name="connsiteY555" fmla="*/ 1766654 h 6858000"/>
              <a:gd name="connsiteX556" fmla="*/ 6944437 w 7467600"/>
              <a:gd name="connsiteY556" fmla="*/ 1575402 h 6858000"/>
              <a:gd name="connsiteX557" fmla="*/ 7019523 w 7467600"/>
              <a:gd name="connsiteY557" fmla="*/ 1519450 h 6858000"/>
              <a:gd name="connsiteX558" fmla="*/ 6298091 w 7467600"/>
              <a:gd name="connsiteY558" fmla="*/ 1737122 h 6858000"/>
              <a:gd name="connsiteX559" fmla="*/ 7019523 w 7467600"/>
              <a:gd name="connsiteY559" fmla="*/ 1519450 h 6858000"/>
              <a:gd name="connsiteX560" fmla="*/ 2399523 w 7467600"/>
              <a:gd name="connsiteY560" fmla="*/ 1428234 h 6858000"/>
              <a:gd name="connsiteX561" fmla="*/ 2224982 w 7467600"/>
              <a:gd name="connsiteY561" fmla="*/ 1826201 h 6858000"/>
              <a:gd name="connsiteX562" fmla="*/ 2096099 w 7467600"/>
              <a:gd name="connsiteY562" fmla="*/ 2345900 h 6858000"/>
              <a:gd name="connsiteX563" fmla="*/ 2283317 w 7467600"/>
              <a:gd name="connsiteY563" fmla="*/ 1796925 h 6858000"/>
              <a:gd name="connsiteX564" fmla="*/ 2399523 w 7467600"/>
              <a:gd name="connsiteY564" fmla="*/ 1428234 h 6858000"/>
              <a:gd name="connsiteX565" fmla="*/ 2448558 w 7467600"/>
              <a:gd name="connsiteY565" fmla="*/ 1373435 h 6858000"/>
              <a:gd name="connsiteX566" fmla="*/ 2312521 w 7467600"/>
              <a:gd name="connsiteY566" fmla="*/ 1806140 h 6858000"/>
              <a:gd name="connsiteX567" fmla="*/ 2127533 w 7467600"/>
              <a:gd name="connsiteY567" fmla="*/ 2348380 h 6858000"/>
              <a:gd name="connsiteX568" fmla="*/ 2358080 w 7467600"/>
              <a:gd name="connsiteY568" fmla="*/ 1866134 h 6858000"/>
              <a:gd name="connsiteX569" fmla="*/ 2407436 w 7467600"/>
              <a:gd name="connsiteY569" fmla="*/ 1651070 h 6858000"/>
              <a:gd name="connsiteX570" fmla="*/ 2448558 w 7467600"/>
              <a:gd name="connsiteY570" fmla="*/ 1373435 h 6858000"/>
              <a:gd name="connsiteX571" fmla="*/ 278707 w 7467600"/>
              <a:gd name="connsiteY571" fmla="*/ 1352270 h 6858000"/>
              <a:gd name="connsiteX572" fmla="*/ 321570 w 7467600"/>
              <a:gd name="connsiteY572" fmla="*/ 1861610 h 6858000"/>
              <a:gd name="connsiteX573" fmla="*/ 294281 w 7467600"/>
              <a:gd name="connsiteY573" fmla="*/ 1440658 h 6858000"/>
              <a:gd name="connsiteX574" fmla="*/ 278707 w 7467600"/>
              <a:gd name="connsiteY574" fmla="*/ 1352270 h 6858000"/>
              <a:gd name="connsiteX575" fmla="*/ 1423821 w 7467600"/>
              <a:gd name="connsiteY575" fmla="*/ 1351958 h 6858000"/>
              <a:gd name="connsiteX576" fmla="*/ 1638521 w 7467600"/>
              <a:gd name="connsiteY576" fmla="*/ 1908470 h 6858000"/>
              <a:gd name="connsiteX577" fmla="*/ 1754199 w 7467600"/>
              <a:gd name="connsiteY577" fmla="*/ 2149284 h 6858000"/>
              <a:gd name="connsiteX578" fmla="*/ 1908359 w 7467600"/>
              <a:gd name="connsiteY578" fmla="*/ 2364988 h 6858000"/>
              <a:gd name="connsiteX579" fmla="*/ 1647661 w 7467600"/>
              <a:gd name="connsiteY579" fmla="*/ 1825945 h 6858000"/>
              <a:gd name="connsiteX580" fmla="*/ 1423821 w 7467600"/>
              <a:gd name="connsiteY580" fmla="*/ 1351958 h 6858000"/>
              <a:gd name="connsiteX581" fmla="*/ 1431890 w 7467600"/>
              <a:gd name="connsiteY581" fmla="*/ 1306475 h 6858000"/>
              <a:gd name="connsiteX582" fmla="*/ 1507597 w 7467600"/>
              <a:gd name="connsiteY582" fmla="*/ 1446132 h 6858000"/>
              <a:gd name="connsiteX583" fmla="*/ 1674586 w 7467600"/>
              <a:gd name="connsiteY583" fmla="*/ 1813832 h 6858000"/>
              <a:gd name="connsiteX584" fmla="*/ 1815950 w 7467600"/>
              <a:gd name="connsiteY584" fmla="*/ 2128564 h 6858000"/>
              <a:gd name="connsiteX585" fmla="*/ 1984242 w 7467600"/>
              <a:gd name="connsiteY585" fmla="*/ 2430829 h 6858000"/>
              <a:gd name="connsiteX586" fmla="*/ 2014023 w 7467600"/>
              <a:gd name="connsiteY586" fmla="*/ 2450995 h 6858000"/>
              <a:gd name="connsiteX587" fmla="*/ 1747337 w 7467600"/>
              <a:gd name="connsiteY587" fmla="*/ 1855264 h 6858000"/>
              <a:gd name="connsiteX588" fmla="*/ 1533749 w 7467600"/>
              <a:gd name="connsiteY588" fmla="*/ 1478656 h 6858000"/>
              <a:gd name="connsiteX589" fmla="*/ 1431890 w 7467600"/>
              <a:gd name="connsiteY589" fmla="*/ 1306475 h 6858000"/>
              <a:gd name="connsiteX590" fmla="*/ 5052692 w 7467600"/>
              <a:gd name="connsiteY590" fmla="*/ 1292994 h 6858000"/>
              <a:gd name="connsiteX591" fmla="*/ 5200661 w 7467600"/>
              <a:gd name="connsiteY591" fmla="*/ 1635186 h 6858000"/>
              <a:gd name="connsiteX592" fmla="*/ 5297138 w 7467600"/>
              <a:gd name="connsiteY592" fmla="*/ 1906351 h 6858000"/>
              <a:gd name="connsiteX593" fmla="*/ 5052692 w 7467600"/>
              <a:gd name="connsiteY593" fmla="*/ 1292994 h 6858000"/>
              <a:gd name="connsiteX594" fmla="*/ 5009948 w 7467600"/>
              <a:gd name="connsiteY594" fmla="*/ 1273619 h 6858000"/>
              <a:gd name="connsiteX595" fmla="*/ 5121777 w 7467600"/>
              <a:gd name="connsiteY595" fmla="*/ 1654213 h 6858000"/>
              <a:gd name="connsiteX596" fmla="*/ 5293545 w 7467600"/>
              <a:gd name="connsiteY596" fmla="*/ 2072247 h 6858000"/>
              <a:gd name="connsiteX597" fmla="*/ 5294042 w 7467600"/>
              <a:gd name="connsiteY597" fmla="*/ 2065019 h 6858000"/>
              <a:gd name="connsiteX598" fmla="*/ 5171936 w 7467600"/>
              <a:gd name="connsiteY598" fmla="*/ 1647613 h 6858000"/>
              <a:gd name="connsiteX599" fmla="*/ 5009948 w 7467600"/>
              <a:gd name="connsiteY599" fmla="*/ 1273619 h 6858000"/>
              <a:gd name="connsiteX600" fmla="*/ 655236 w 7467600"/>
              <a:gd name="connsiteY600" fmla="*/ 1268632 h 6858000"/>
              <a:gd name="connsiteX601" fmla="*/ 839521 w 7467600"/>
              <a:gd name="connsiteY601" fmla="*/ 1685315 h 6858000"/>
              <a:gd name="connsiteX602" fmla="*/ 1109416 w 7467600"/>
              <a:gd name="connsiteY602" fmla="*/ 2061663 h 6858000"/>
              <a:gd name="connsiteX603" fmla="*/ 1298300 w 7467600"/>
              <a:gd name="connsiteY603" fmla="*/ 2247742 h 6858000"/>
              <a:gd name="connsiteX604" fmla="*/ 1125871 w 7467600"/>
              <a:gd name="connsiteY604" fmla="*/ 1989513 h 6858000"/>
              <a:gd name="connsiteX605" fmla="*/ 981574 w 7467600"/>
              <a:gd name="connsiteY605" fmla="*/ 1783157 h 6858000"/>
              <a:gd name="connsiteX606" fmla="*/ 922198 w 7467600"/>
              <a:gd name="connsiteY606" fmla="*/ 1677437 h 6858000"/>
              <a:gd name="connsiteX607" fmla="*/ 869293 w 7467600"/>
              <a:gd name="connsiteY607" fmla="*/ 1583214 h 6858000"/>
              <a:gd name="connsiteX608" fmla="*/ 751431 w 7467600"/>
              <a:gd name="connsiteY608" fmla="*/ 1405731 h 6858000"/>
              <a:gd name="connsiteX609" fmla="*/ 655236 w 7467600"/>
              <a:gd name="connsiteY609" fmla="*/ 1268632 h 6858000"/>
              <a:gd name="connsiteX610" fmla="*/ 6516292 w 7467600"/>
              <a:gd name="connsiteY610" fmla="*/ 1263064 h 6858000"/>
              <a:gd name="connsiteX611" fmla="*/ 5736320 w 7467600"/>
              <a:gd name="connsiteY611" fmla="*/ 1501803 h 6858000"/>
              <a:gd name="connsiteX612" fmla="*/ 6516292 w 7467600"/>
              <a:gd name="connsiteY612" fmla="*/ 1263064 h 6858000"/>
              <a:gd name="connsiteX613" fmla="*/ 291466 w 7467600"/>
              <a:gd name="connsiteY613" fmla="*/ 1250369 h 6858000"/>
              <a:gd name="connsiteX614" fmla="*/ 323180 w 7467600"/>
              <a:gd name="connsiteY614" fmla="*/ 1435283 h 6858000"/>
              <a:gd name="connsiteX615" fmla="*/ 349381 w 7467600"/>
              <a:gd name="connsiteY615" fmla="*/ 1875041 h 6858000"/>
              <a:gd name="connsiteX616" fmla="*/ 374363 w 7467600"/>
              <a:gd name="connsiteY616" fmla="*/ 1506494 h 6858000"/>
              <a:gd name="connsiteX617" fmla="*/ 302168 w 7467600"/>
              <a:gd name="connsiteY617" fmla="*/ 1274495 h 6858000"/>
              <a:gd name="connsiteX618" fmla="*/ 291466 w 7467600"/>
              <a:gd name="connsiteY618" fmla="*/ 1250369 h 6858000"/>
              <a:gd name="connsiteX619" fmla="*/ 678222 w 7467600"/>
              <a:gd name="connsiteY619" fmla="*/ 1248670 h 6858000"/>
              <a:gd name="connsiteX620" fmla="*/ 775536 w 7467600"/>
              <a:gd name="connsiteY620" fmla="*/ 1388015 h 6858000"/>
              <a:gd name="connsiteX621" fmla="*/ 894529 w 7467600"/>
              <a:gd name="connsiteY621" fmla="*/ 1567739 h 6858000"/>
              <a:gd name="connsiteX622" fmla="*/ 948000 w 7467600"/>
              <a:gd name="connsiteY622" fmla="*/ 1663088 h 6858000"/>
              <a:gd name="connsiteX623" fmla="*/ 1006812 w 7467600"/>
              <a:gd name="connsiteY623" fmla="*/ 1767683 h 6858000"/>
              <a:gd name="connsiteX624" fmla="*/ 1149133 w 7467600"/>
              <a:gd name="connsiteY624" fmla="*/ 1971513 h 6858000"/>
              <a:gd name="connsiteX625" fmla="*/ 1333952 w 7467600"/>
              <a:gd name="connsiteY625" fmla="*/ 2251620 h 6858000"/>
              <a:gd name="connsiteX626" fmla="*/ 1337329 w 7467600"/>
              <a:gd name="connsiteY626" fmla="*/ 2258350 h 6858000"/>
              <a:gd name="connsiteX627" fmla="*/ 1014726 w 7467600"/>
              <a:gd name="connsiteY627" fmla="*/ 1615556 h 6858000"/>
              <a:gd name="connsiteX628" fmla="*/ 678222 w 7467600"/>
              <a:gd name="connsiteY628" fmla="*/ 1248670 h 6858000"/>
              <a:gd name="connsiteX629" fmla="*/ 6691602 w 7467600"/>
              <a:gd name="connsiteY629" fmla="*/ 1140573 h 6858000"/>
              <a:gd name="connsiteX630" fmla="*/ 6571100 w 7467600"/>
              <a:gd name="connsiteY630" fmla="*/ 1183662 h 6858000"/>
              <a:gd name="connsiteX631" fmla="*/ 6241687 w 7467600"/>
              <a:gd name="connsiteY631" fmla="*/ 1257600 h 6858000"/>
              <a:gd name="connsiteX632" fmla="*/ 5693009 w 7467600"/>
              <a:gd name="connsiteY632" fmla="*/ 1478256 h 6858000"/>
              <a:gd name="connsiteX633" fmla="*/ 6548420 w 7467600"/>
              <a:gd name="connsiteY633" fmla="*/ 1214599 h 6858000"/>
              <a:gd name="connsiteX634" fmla="*/ 6605473 w 7467600"/>
              <a:gd name="connsiteY634" fmla="*/ 1184686 h 6858000"/>
              <a:gd name="connsiteX635" fmla="*/ 6691602 w 7467600"/>
              <a:gd name="connsiteY635" fmla="*/ 1140573 h 6858000"/>
              <a:gd name="connsiteX636" fmla="*/ 4002475 w 7467600"/>
              <a:gd name="connsiteY636" fmla="*/ 1037802 h 6858000"/>
              <a:gd name="connsiteX637" fmla="*/ 4000324 w 7467600"/>
              <a:gd name="connsiteY637" fmla="*/ 1039362 h 6858000"/>
              <a:gd name="connsiteX638" fmla="*/ 4002862 w 7467600"/>
              <a:gd name="connsiteY638" fmla="*/ 1042866 h 6858000"/>
              <a:gd name="connsiteX639" fmla="*/ 4002475 w 7467600"/>
              <a:gd name="connsiteY639" fmla="*/ 1037802 h 6858000"/>
              <a:gd name="connsiteX640" fmla="*/ 506322 w 7467600"/>
              <a:gd name="connsiteY640" fmla="*/ 1020997 h 6858000"/>
              <a:gd name="connsiteX641" fmla="*/ 533068 w 7467600"/>
              <a:gd name="connsiteY641" fmla="*/ 1029409 h 6858000"/>
              <a:gd name="connsiteX642" fmla="*/ 1232525 w 7467600"/>
              <a:gd name="connsiteY642" fmla="*/ 1804675 h 6858000"/>
              <a:gd name="connsiteX643" fmla="*/ 1388858 w 7467600"/>
              <a:gd name="connsiteY643" fmla="*/ 2368011 h 6858000"/>
              <a:gd name="connsiteX644" fmla="*/ 1384098 w 7467600"/>
              <a:gd name="connsiteY644" fmla="*/ 2378125 h 6858000"/>
              <a:gd name="connsiteX645" fmla="*/ 1425393 w 7467600"/>
              <a:gd name="connsiteY645" fmla="*/ 2589124 h 6858000"/>
              <a:gd name="connsiteX646" fmla="*/ 1424001 w 7467600"/>
              <a:gd name="connsiteY646" fmla="*/ 2597541 h 6858000"/>
              <a:gd name="connsiteX647" fmla="*/ 2152729 w 7467600"/>
              <a:gd name="connsiteY647" fmla="*/ 2864487 h 6858000"/>
              <a:gd name="connsiteX648" fmla="*/ 2020609 w 7467600"/>
              <a:gd name="connsiteY648" fmla="*/ 2539671 h 6858000"/>
              <a:gd name="connsiteX649" fmla="*/ 2018920 w 7467600"/>
              <a:gd name="connsiteY649" fmla="*/ 2536309 h 6858000"/>
              <a:gd name="connsiteX650" fmla="*/ 1342441 w 7467600"/>
              <a:gd name="connsiteY650" fmla="*/ 1173017 h 6858000"/>
              <a:gd name="connsiteX651" fmla="*/ 1367925 w 7467600"/>
              <a:gd name="connsiteY651" fmla="*/ 1135648 h 6858000"/>
              <a:gd name="connsiteX652" fmla="*/ 1771401 w 7467600"/>
              <a:gd name="connsiteY652" fmla="*/ 1806673 h 6858000"/>
              <a:gd name="connsiteX653" fmla="*/ 1972385 w 7467600"/>
              <a:gd name="connsiteY653" fmla="*/ 2198735 h 6858000"/>
              <a:gd name="connsiteX654" fmla="*/ 2040892 w 7467600"/>
              <a:gd name="connsiteY654" fmla="*/ 2405205 h 6858000"/>
              <a:gd name="connsiteX655" fmla="*/ 2131689 w 7467600"/>
              <a:gd name="connsiteY655" fmla="*/ 1936926 h 6858000"/>
              <a:gd name="connsiteX656" fmla="*/ 2454820 w 7467600"/>
              <a:gd name="connsiteY656" fmla="*/ 1248808 h 6858000"/>
              <a:gd name="connsiteX657" fmla="*/ 2492512 w 7467600"/>
              <a:gd name="connsiteY657" fmla="*/ 1302920 h 6858000"/>
              <a:gd name="connsiteX658" fmla="*/ 2081216 w 7467600"/>
              <a:gd name="connsiteY658" fmla="*/ 2527513 h 6858000"/>
              <a:gd name="connsiteX659" fmla="*/ 2081211 w 7467600"/>
              <a:gd name="connsiteY659" fmla="*/ 2528916 h 6858000"/>
              <a:gd name="connsiteX660" fmla="*/ 2199067 w 7467600"/>
              <a:gd name="connsiteY660" fmla="*/ 2884061 h 6858000"/>
              <a:gd name="connsiteX661" fmla="*/ 3192586 w 7467600"/>
              <a:gd name="connsiteY661" fmla="*/ 3411496 h 6858000"/>
              <a:gd name="connsiteX662" fmla="*/ 3182620 w 7467600"/>
              <a:gd name="connsiteY662" fmla="*/ 3483279 h 6858000"/>
              <a:gd name="connsiteX663" fmla="*/ 2435119 w 7467600"/>
              <a:gd name="connsiteY663" fmla="*/ 3080173 h 6858000"/>
              <a:gd name="connsiteX664" fmla="*/ 2410152 w 7467600"/>
              <a:gd name="connsiteY664" fmla="*/ 3063751 h 6858000"/>
              <a:gd name="connsiteX665" fmla="*/ 2408099 w 7467600"/>
              <a:gd name="connsiteY665" fmla="*/ 3064403 h 6858000"/>
              <a:gd name="connsiteX666" fmla="*/ 2407218 w 7467600"/>
              <a:gd name="connsiteY666" fmla="*/ 3070324 h 6858000"/>
              <a:gd name="connsiteX667" fmla="*/ 2380138 w 7467600"/>
              <a:gd name="connsiteY667" fmla="*/ 3099341 h 6858000"/>
              <a:gd name="connsiteX668" fmla="*/ 1765923 w 7467600"/>
              <a:gd name="connsiteY668" fmla="*/ 3581043 h 6858000"/>
              <a:gd name="connsiteX669" fmla="*/ 1702258 w 7467600"/>
              <a:gd name="connsiteY669" fmla="*/ 3612286 h 6858000"/>
              <a:gd name="connsiteX670" fmla="*/ 1538370 w 7467600"/>
              <a:gd name="connsiteY670" fmla="*/ 3811804 h 6858000"/>
              <a:gd name="connsiteX671" fmla="*/ 542867 w 7467600"/>
              <a:gd name="connsiteY671" fmla="*/ 4944092 h 6858000"/>
              <a:gd name="connsiteX672" fmla="*/ 515800 w 7467600"/>
              <a:gd name="connsiteY672" fmla="*/ 4862180 h 6858000"/>
              <a:gd name="connsiteX673" fmla="*/ 909145 w 7467600"/>
              <a:gd name="connsiteY673" fmla="*/ 4199225 h 6858000"/>
              <a:gd name="connsiteX674" fmla="*/ 1214067 w 7467600"/>
              <a:gd name="connsiteY674" fmla="*/ 3908561 h 6858000"/>
              <a:gd name="connsiteX675" fmla="*/ 640967 w 7467600"/>
              <a:gd name="connsiteY675" fmla="*/ 4105601 h 6858000"/>
              <a:gd name="connsiteX676" fmla="*/ 112563 w 7467600"/>
              <a:gd name="connsiteY676" fmla="*/ 4396952 h 6858000"/>
              <a:gd name="connsiteX677" fmla="*/ 0 w 7467600"/>
              <a:gd name="connsiteY677" fmla="*/ 4466006 h 6858000"/>
              <a:gd name="connsiteX678" fmla="*/ 0 w 7467600"/>
              <a:gd name="connsiteY678" fmla="*/ 4233763 h 6858000"/>
              <a:gd name="connsiteX679" fmla="*/ 36881 w 7467600"/>
              <a:gd name="connsiteY679" fmla="*/ 4200118 h 6858000"/>
              <a:gd name="connsiteX680" fmla="*/ 910534 w 7467600"/>
              <a:gd name="connsiteY680" fmla="*/ 3629753 h 6858000"/>
              <a:gd name="connsiteX681" fmla="*/ 1578717 w 7467600"/>
              <a:gd name="connsiteY681" fmla="*/ 3575982 h 6858000"/>
              <a:gd name="connsiteX682" fmla="*/ 2338780 w 7467600"/>
              <a:gd name="connsiteY682" fmla="*/ 3033725 h 6858000"/>
              <a:gd name="connsiteX683" fmla="*/ 1807991 w 7467600"/>
              <a:gd name="connsiteY683" fmla="*/ 2807184 h 6858000"/>
              <a:gd name="connsiteX684" fmla="*/ 1416358 w 7467600"/>
              <a:gd name="connsiteY684" fmla="*/ 3112571 h 6858000"/>
              <a:gd name="connsiteX685" fmla="*/ 939066 w 7467600"/>
              <a:gd name="connsiteY685" fmla="*/ 3378798 h 6858000"/>
              <a:gd name="connsiteX686" fmla="*/ 115099 w 7467600"/>
              <a:gd name="connsiteY686" fmla="*/ 3607650 h 6858000"/>
              <a:gd name="connsiteX687" fmla="*/ 97284 w 7467600"/>
              <a:gd name="connsiteY687" fmla="*/ 3520393 h 6858000"/>
              <a:gd name="connsiteX688" fmla="*/ 922050 w 7467600"/>
              <a:gd name="connsiteY688" fmla="*/ 3074867 h 6858000"/>
              <a:gd name="connsiteX689" fmla="*/ 1405265 w 7467600"/>
              <a:gd name="connsiteY689" fmla="*/ 3016319 h 6858000"/>
              <a:gd name="connsiteX690" fmla="*/ 1407512 w 7467600"/>
              <a:gd name="connsiteY690" fmla="*/ 3018001 h 6858000"/>
              <a:gd name="connsiteX691" fmla="*/ 1726266 w 7467600"/>
              <a:gd name="connsiteY691" fmla="*/ 2777274 h 6858000"/>
              <a:gd name="connsiteX692" fmla="*/ 625390 w 7467600"/>
              <a:gd name="connsiteY692" fmla="*/ 2514541 h 6858000"/>
              <a:gd name="connsiteX693" fmla="*/ 619799 w 7467600"/>
              <a:gd name="connsiteY693" fmla="*/ 2527180 h 6858000"/>
              <a:gd name="connsiteX694" fmla="*/ 310030 w 7467600"/>
              <a:gd name="connsiteY694" fmla="*/ 2771818 h 6858000"/>
              <a:gd name="connsiteX695" fmla="*/ 173877 w 7467600"/>
              <a:gd name="connsiteY695" fmla="*/ 2937056 h 6858000"/>
              <a:gd name="connsiteX696" fmla="*/ 77889 w 7467600"/>
              <a:gd name="connsiteY696" fmla="*/ 3138440 h 6858000"/>
              <a:gd name="connsiteX697" fmla="*/ 0 w 7467600"/>
              <a:gd name="connsiteY697" fmla="*/ 3271395 h 6858000"/>
              <a:gd name="connsiteX698" fmla="*/ 0 w 7467600"/>
              <a:gd name="connsiteY698" fmla="*/ 3153002 h 6858000"/>
              <a:gd name="connsiteX699" fmla="*/ 2386 w 7467600"/>
              <a:gd name="connsiteY699" fmla="*/ 3149203 h 6858000"/>
              <a:gd name="connsiteX700" fmla="*/ 89753 w 7467600"/>
              <a:gd name="connsiteY700" fmla="*/ 2987702 h 6858000"/>
              <a:gd name="connsiteX701" fmla="*/ 76869 w 7467600"/>
              <a:gd name="connsiteY701" fmla="*/ 3005404 h 6858000"/>
              <a:gd name="connsiteX702" fmla="*/ 32049 w 7467600"/>
              <a:gd name="connsiteY702" fmla="*/ 3065814 h 6858000"/>
              <a:gd name="connsiteX703" fmla="*/ 0 w 7467600"/>
              <a:gd name="connsiteY703" fmla="*/ 3108744 h 6858000"/>
              <a:gd name="connsiteX704" fmla="*/ 0 w 7467600"/>
              <a:gd name="connsiteY704" fmla="*/ 3058059 h 6858000"/>
              <a:gd name="connsiteX705" fmla="*/ 7610 w 7467600"/>
              <a:gd name="connsiteY705" fmla="*/ 3047889 h 6858000"/>
              <a:gd name="connsiteX706" fmla="*/ 52419 w 7467600"/>
              <a:gd name="connsiteY706" fmla="*/ 2987479 h 6858000"/>
              <a:gd name="connsiteX707" fmla="*/ 59142 w 7467600"/>
              <a:gd name="connsiteY707" fmla="*/ 2978488 h 6858000"/>
              <a:gd name="connsiteX708" fmla="*/ 0 w 7467600"/>
              <a:gd name="connsiteY708" fmla="*/ 3015334 h 6858000"/>
              <a:gd name="connsiteX709" fmla="*/ 0 w 7467600"/>
              <a:gd name="connsiteY709" fmla="*/ 2914286 h 6858000"/>
              <a:gd name="connsiteX710" fmla="*/ 36383 w 7467600"/>
              <a:gd name="connsiteY710" fmla="*/ 2901128 h 6858000"/>
              <a:gd name="connsiteX711" fmla="*/ 156329 w 7467600"/>
              <a:gd name="connsiteY711" fmla="*/ 2840533 h 6858000"/>
              <a:gd name="connsiteX712" fmla="*/ 358355 w 7467600"/>
              <a:gd name="connsiteY712" fmla="*/ 2620471 h 6858000"/>
              <a:gd name="connsiteX713" fmla="*/ 510577 w 7467600"/>
              <a:gd name="connsiteY713" fmla="*/ 2501244 h 6858000"/>
              <a:gd name="connsiteX714" fmla="*/ 211967 w 7467600"/>
              <a:gd name="connsiteY714" fmla="*/ 2479171 h 6858000"/>
              <a:gd name="connsiteX715" fmla="*/ 0 w 7467600"/>
              <a:gd name="connsiteY715" fmla="*/ 2476398 h 6858000"/>
              <a:gd name="connsiteX716" fmla="*/ 0 w 7467600"/>
              <a:gd name="connsiteY716" fmla="*/ 2389189 h 6858000"/>
              <a:gd name="connsiteX717" fmla="*/ 103062 w 7467600"/>
              <a:gd name="connsiteY717" fmla="*/ 2389518 h 6858000"/>
              <a:gd name="connsiteX718" fmla="*/ 510734 w 7467600"/>
              <a:gd name="connsiteY718" fmla="*/ 2416201 h 6858000"/>
              <a:gd name="connsiteX719" fmla="*/ 279257 w 7467600"/>
              <a:gd name="connsiteY719" fmla="*/ 2092102 h 6858000"/>
              <a:gd name="connsiteX720" fmla="*/ 65265 w 7467600"/>
              <a:gd name="connsiteY720" fmla="*/ 2006049 h 6858000"/>
              <a:gd name="connsiteX721" fmla="*/ 0 w 7467600"/>
              <a:gd name="connsiteY721" fmla="*/ 1982532 h 6858000"/>
              <a:gd name="connsiteX722" fmla="*/ 0 w 7467600"/>
              <a:gd name="connsiteY722" fmla="*/ 1912789 h 6858000"/>
              <a:gd name="connsiteX723" fmla="*/ 97460 w 7467600"/>
              <a:gd name="connsiteY723" fmla="*/ 1953725 h 6858000"/>
              <a:gd name="connsiteX724" fmla="*/ 221272 w 7467600"/>
              <a:gd name="connsiteY724" fmla="*/ 1980766 h 6858000"/>
              <a:gd name="connsiteX725" fmla="*/ 116765 w 7467600"/>
              <a:gd name="connsiteY725" fmla="*/ 1911033 h 6858000"/>
              <a:gd name="connsiteX726" fmla="*/ 16405 w 7467600"/>
              <a:gd name="connsiteY726" fmla="*/ 1803412 h 6858000"/>
              <a:gd name="connsiteX727" fmla="*/ 0 w 7467600"/>
              <a:gd name="connsiteY727" fmla="*/ 1784777 h 6858000"/>
              <a:gd name="connsiteX728" fmla="*/ 0 w 7467600"/>
              <a:gd name="connsiteY728" fmla="*/ 1740082 h 6858000"/>
              <a:gd name="connsiteX729" fmla="*/ 39394 w 7467600"/>
              <a:gd name="connsiteY729" fmla="*/ 1784856 h 6858000"/>
              <a:gd name="connsiteX730" fmla="*/ 135813 w 7467600"/>
              <a:gd name="connsiteY730" fmla="*/ 1888838 h 6858000"/>
              <a:gd name="connsiteX731" fmla="*/ 242575 w 7467600"/>
              <a:gd name="connsiteY731" fmla="*/ 1958841 h 6858000"/>
              <a:gd name="connsiteX732" fmla="*/ 82197 w 7467600"/>
              <a:gd name="connsiteY732" fmla="*/ 1754826 h 6858000"/>
              <a:gd name="connsiteX733" fmla="*/ 0 w 7467600"/>
              <a:gd name="connsiteY733" fmla="*/ 1679650 h 6858000"/>
              <a:gd name="connsiteX734" fmla="*/ 0 w 7467600"/>
              <a:gd name="connsiteY734" fmla="*/ 1602463 h 6858000"/>
              <a:gd name="connsiteX735" fmla="*/ 84689 w 7467600"/>
              <a:gd name="connsiteY735" fmla="*/ 1677442 h 6858000"/>
              <a:gd name="connsiteX736" fmla="*/ 298437 w 7467600"/>
              <a:gd name="connsiteY736" fmla="*/ 1968019 h 6858000"/>
              <a:gd name="connsiteX737" fmla="*/ 227269 w 7467600"/>
              <a:gd name="connsiteY737" fmla="*/ 1114064 h 6858000"/>
              <a:gd name="connsiteX738" fmla="*/ 248003 w 7467600"/>
              <a:gd name="connsiteY738" fmla="*/ 1089613 h 6858000"/>
              <a:gd name="connsiteX739" fmla="*/ 427020 w 7467600"/>
              <a:gd name="connsiteY739" fmla="*/ 1619803 h 6858000"/>
              <a:gd name="connsiteX740" fmla="*/ 340345 w 7467600"/>
              <a:gd name="connsiteY740" fmla="*/ 2027739 h 6858000"/>
              <a:gd name="connsiteX741" fmla="*/ 360865 w 7467600"/>
              <a:gd name="connsiteY741" fmla="*/ 2044827 h 6858000"/>
              <a:gd name="connsiteX742" fmla="*/ 560414 w 7467600"/>
              <a:gd name="connsiteY742" fmla="*/ 2421457 h 6858000"/>
              <a:gd name="connsiteX743" fmla="*/ 1359703 w 7467600"/>
              <a:gd name="connsiteY743" fmla="*/ 2578554 h 6858000"/>
              <a:gd name="connsiteX744" fmla="*/ 1359422 w 7467600"/>
              <a:gd name="connsiteY744" fmla="*/ 2577994 h 6858000"/>
              <a:gd name="connsiteX745" fmla="*/ 828701 w 7467600"/>
              <a:gd name="connsiteY745" fmla="*/ 1839520 h 6858000"/>
              <a:gd name="connsiteX746" fmla="*/ 494427 w 7467600"/>
              <a:gd name="connsiteY746" fmla="*/ 1092333 h 6858000"/>
              <a:gd name="connsiteX747" fmla="*/ 506322 w 7467600"/>
              <a:gd name="connsiteY747" fmla="*/ 1020997 h 6858000"/>
              <a:gd name="connsiteX748" fmla="*/ 4570198 w 7467600"/>
              <a:gd name="connsiteY748" fmla="*/ 978081 h 6858000"/>
              <a:gd name="connsiteX749" fmla="*/ 4523691 w 7467600"/>
              <a:gd name="connsiteY749" fmla="*/ 1127776 h 6858000"/>
              <a:gd name="connsiteX750" fmla="*/ 4509875 w 7467600"/>
              <a:gd name="connsiteY750" fmla="*/ 1167552 h 6858000"/>
              <a:gd name="connsiteX751" fmla="*/ 4478168 w 7467600"/>
              <a:gd name="connsiteY751" fmla="*/ 1260735 h 6858000"/>
              <a:gd name="connsiteX752" fmla="*/ 4409309 w 7467600"/>
              <a:gd name="connsiteY752" fmla="*/ 1666996 h 6858000"/>
              <a:gd name="connsiteX753" fmla="*/ 4370031 w 7467600"/>
              <a:gd name="connsiteY753" fmla="*/ 1955666 h 6858000"/>
              <a:gd name="connsiteX754" fmla="*/ 4570198 w 7467600"/>
              <a:gd name="connsiteY754" fmla="*/ 978081 h 6858000"/>
              <a:gd name="connsiteX755" fmla="*/ 4557898 w 7467600"/>
              <a:gd name="connsiteY755" fmla="*/ 900011 h 6858000"/>
              <a:gd name="connsiteX756" fmla="*/ 4344840 w 7467600"/>
              <a:gd name="connsiteY756" fmla="*/ 1922038 h 6858000"/>
              <a:gd name="connsiteX757" fmla="*/ 4378710 w 7467600"/>
              <a:gd name="connsiteY757" fmla="*/ 1665516 h 6858000"/>
              <a:gd name="connsiteX758" fmla="*/ 4448798 w 7467600"/>
              <a:gd name="connsiteY758" fmla="*/ 1253024 h 6858000"/>
              <a:gd name="connsiteX759" fmla="*/ 4480315 w 7467600"/>
              <a:gd name="connsiteY759" fmla="*/ 1158454 h 6858000"/>
              <a:gd name="connsiteX760" fmla="*/ 4494133 w 7467600"/>
              <a:gd name="connsiteY760" fmla="*/ 1118676 h 6858000"/>
              <a:gd name="connsiteX761" fmla="*/ 4557898 w 7467600"/>
              <a:gd name="connsiteY761" fmla="*/ 900011 h 6858000"/>
              <a:gd name="connsiteX762" fmla="*/ 5870151 w 7467600"/>
              <a:gd name="connsiteY762" fmla="*/ 898890 h 6858000"/>
              <a:gd name="connsiteX763" fmla="*/ 5861335 w 7467600"/>
              <a:gd name="connsiteY763" fmla="*/ 899177 h 6858000"/>
              <a:gd name="connsiteX764" fmla="*/ 5843702 w 7467600"/>
              <a:gd name="connsiteY764" fmla="*/ 899748 h 6858000"/>
              <a:gd name="connsiteX765" fmla="*/ 5651107 w 7467600"/>
              <a:gd name="connsiteY765" fmla="*/ 920306 h 6858000"/>
              <a:gd name="connsiteX766" fmla="*/ 5459407 w 7467600"/>
              <a:gd name="connsiteY766" fmla="*/ 940975 h 6858000"/>
              <a:gd name="connsiteX767" fmla="*/ 5374846 w 7467600"/>
              <a:gd name="connsiteY767" fmla="*/ 941988 h 6858000"/>
              <a:gd name="connsiteX768" fmla="*/ 5256105 w 7467600"/>
              <a:gd name="connsiteY768" fmla="*/ 945632 h 6858000"/>
              <a:gd name="connsiteX769" fmla="*/ 5107071 w 7467600"/>
              <a:gd name="connsiteY769" fmla="*/ 969720 h 6858000"/>
              <a:gd name="connsiteX770" fmla="*/ 4998681 w 7467600"/>
              <a:gd name="connsiteY770" fmla="*/ 988771 h 6858000"/>
              <a:gd name="connsiteX771" fmla="*/ 5870151 w 7467600"/>
              <a:gd name="connsiteY771" fmla="*/ 898890 h 6858000"/>
              <a:gd name="connsiteX772" fmla="*/ 5504425 w 7467600"/>
              <a:gd name="connsiteY772" fmla="*/ 848067 h 6858000"/>
              <a:gd name="connsiteX773" fmla="*/ 4968849 w 7467600"/>
              <a:gd name="connsiteY773" fmla="*/ 962318 h 6858000"/>
              <a:gd name="connsiteX774" fmla="*/ 5104039 w 7467600"/>
              <a:gd name="connsiteY774" fmla="*/ 940634 h 6858000"/>
              <a:gd name="connsiteX775" fmla="*/ 5256311 w 7467600"/>
              <a:gd name="connsiteY775" fmla="*/ 916490 h 6858000"/>
              <a:gd name="connsiteX776" fmla="*/ 5377381 w 7467600"/>
              <a:gd name="connsiteY776" fmla="*/ 912671 h 6858000"/>
              <a:gd name="connsiteX777" fmla="*/ 5460148 w 7467600"/>
              <a:gd name="connsiteY777" fmla="*/ 911442 h 6858000"/>
              <a:gd name="connsiteX778" fmla="*/ 5648971 w 7467600"/>
              <a:gd name="connsiteY778" fmla="*/ 891331 h 6858000"/>
              <a:gd name="connsiteX779" fmla="*/ 5844807 w 7467600"/>
              <a:gd name="connsiteY779" fmla="*/ 870718 h 6858000"/>
              <a:gd name="connsiteX780" fmla="*/ 5862975 w 7467600"/>
              <a:gd name="connsiteY780" fmla="*/ 869756 h 6858000"/>
              <a:gd name="connsiteX781" fmla="*/ 5920887 w 7467600"/>
              <a:gd name="connsiteY781" fmla="*/ 865929 h 6858000"/>
              <a:gd name="connsiteX782" fmla="*/ 5504425 w 7467600"/>
              <a:gd name="connsiteY782" fmla="*/ 848067 h 6858000"/>
              <a:gd name="connsiteX783" fmla="*/ 3607114 w 7467600"/>
              <a:gd name="connsiteY783" fmla="*/ 467441 h 6858000"/>
              <a:gd name="connsiteX784" fmla="*/ 3296242 w 7467600"/>
              <a:gd name="connsiteY784" fmla="*/ 807991 h 6858000"/>
              <a:gd name="connsiteX785" fmla="*/ 3174674 w 7467600"/>
              <a:gd name="connsiteY785" fmla="*/ 919759 h 6858000"/>
              <a:gd name="connsiteX786" fmla="*/ 3042978 w 7467600"/>
              <a:gd name="connsiteY786" fmla="*/ 1054894 h 6858000"/>
              <a:gd name="connsiteX787" fmla="*/ 2968914 w 7467600"/>
              <a:gd name="connsiteY787" fmla="*/ 1133756 h 6858000"/>
              <a:gd name="connsiteX788" fmla="*/ 3103823 w 7467600"/>
              <a:gd name="connsiteY788" fmla="*/ 1026814 h 6858000"/>
              <a:gd name="connsiteX789" fmla="*/ 3607114 w 7467600"/>
              <a:gd name="connsiteY789" fmla="*/ 467441 h 6858000"/>
              <a:gd name="connsiteX790" fmla="*/ 3744487 w 7467600"/>
              <a:gd name="connsiteY790" fmla="*/ 383136 h 6858000"/>
              <a:gd name="connsiteX791" fmla="*/ 3970213 w 7467600"/>
              <a:gd name="connsiteY791" fmla="*/ 995559 h 6858000"/>
              <a:gd name="connsiteX792" fmla="*/ 3744487 w 7467600"/>
              <a:gd name="connsiteY792" fmla="*/ 383136 h 6858000"/>
              <a:gd name="connsiteX793" fmla="*/ 3624562 w 7467600"/>
              <a:gd name="connsiteY793" fmla="*/ 367041 h 6858000"/>
              <a:gd name="connsiteX794" fmla="*/ 3489712 w 7467600"/>
              <a:gd name="connsiteY794" fmla="*/ 485386 h 6858000"/>
              <a:gd name="connsiteX795" fmla="*/ 3182994 w 7467600"/>
              <a:gd name="connsiteY795" fmla="*/ 828265 h 6858000"/>
              <a:gd name="connsiteX796" fmla="*/ 2892114 w 7467600"/>
              <a:gd name="connsiteY796" fmla="*/ 1172635 h 6858000"/>
              <a:gd name="connsiteX797" fmla="*/ 3021459 w 7467600"/>
              <a:gd name="connsiteY797" fmla="*/ 1035385 h 6858000"/>
              <a:gd name="connsiteX798" fmla="*/ 3153873 w 7467600"/>
              <a:gd name="connsiteY798" fmla="*/ 898971 h 6858000"/>
              <a:gd name="connsiteX799" fmla="*/ 3276511 w 7467600"/>
              <a:gd name="connsiteY799" fmla="*/ 786423 h 6858000"/>
              <a:gd name="connsiteX800" fmla="*/ 3584154 w 7467600"/>
              <a:gd name="connsiteY800" fmla="*/ 448218 h 6858000"/>
              <a:gd name="connsiteX801" fmla="*/ 3624562 w 7467600"/>
              <a:gd name="connsiteY801" fmla="*/ 367041 h 6858000"/>
              <a:gd name="connsiteX802" fmla="*/ 3766672 w 7467600"/>
              <a:gd name="connsiteY802" fmla="*/ 359429 h 6858000"/>
              <a:gd name="connsiteX803" fmla="*/ 3996338 w 7467600"/>
              <a:gd name="connsiteY803" fmla="*/ 968237 h 6858000"/>
              <a:gd name="connsiteX804" fmla="*/ 3766672 w 7467600"/>
              <a:gd name="connsiteY804" fmla="*/ 359429 h 6858000"/>
              <a:gd name="connsiteX805" fmla="*/ 5805386 w 7467600"/>
              <a:gd name="connsiteY805" fmla="*/ 239240 h 6858000"/>
              <a:gd name="connsiteX806" fmla="*/ 5736947 w 7467600"/>
              <a:gd name="connsiteY806" fmla="*/ 261367 h 6858000"/>
              <a:gd name="connsiteX807" fmla="*/ 5427012 w 7467600"/>
              <a:gd name="connsiteY807" fmla="*/ 311272 h 6858000"/>
              <a:gd name="connsiteX808" fmla="*/ 5147818 w 7467600"/>
              <a:gd name="connsiteY808" fmla="*/ 322112 h 6858000"/>
              <a:gd name="connsiteX809" fmla="*/ 5060854 w 7467600"/>
              <a:gd name="connsiteY809" fmla="*/ 311882 h 6858000"/>
              <a:gd name="connsiteX810" fmla="*/ 4945989 w 7467600"/>
              <a:gd name="connsiteY810" fmla="*/ 300516 h 6858000"/>
              <a:gd name="connsiteX811" fmla="*/ 5410479 w 7467600"/>
              <a:gd name="connsiteY811" fmla="*/ 348434 h 6858000"/>
              <a:gd name="connsiteX812" fmla="*/ 5805386 w 7467600"/>
              <a:gd name="connsiteY812" fmla="*/ 239240 h 6858000"/>
              <a:gd name="connsiteX813" fmla="*/ 5905192 w 7467600"/>
              <a:gd name="connsiteY813" fmla="*/ 163079 h 6858000"/>
              <a:gd name="connsiteX814" fmla="*/ 5865655 w 7467600"/>
              <a:gd name="connsiteY814" fmla="*/ 171901 h 6858000"/>
              <a:gd name="connsiteX815" fmla="*/ 5259740 w 7467600"/>
              <a:gd name="connsiteY815" fmla="*/ 257013 h 6858000"/>
              <a:gd name="connsiteX816" fmla="*/ 5208466 w 7467600"/>
              <a:gd name="connsiteY816" fmla="*/ 257550 h 6858000"/>
              <a:gd name="connsiteX817" fmla="*/ 4980204 w 7467600"/>
              <a:gd name="connsiteY817" fmla="*/ 271903 h 6858000"/>
              <a:gd name="connsiteX818" fmla="*/ 5068068 w 7467600"/>
              <a:gd name="connsiteY818" fmla="*/ 282244 h 6858000"/>
              <a:gd name="connsiteX819" fmla="*/ 5153231 w 7467600"/>
              <a:gd name="connsiteY819" fmla="*/ 292240 h 6858000"/>
              <a:gd name="connsiteX820" fmla="*/ 5426491 w 7467600"/>
              <a:gd name="connsiteY820" fmla="*/ 281128 h 6858000"/>
              <a:gd name="connsiteX821" fmla="*/ 5731212 w 7467600"/>
              <a:gd name="connsiteY821" fmla="*/ 231951 h 6858000"/>
              <a:gd name="connsiteX822" fmla="*/ 5905192 w 7467600"/>
              <a:gd name="connsiteY822" fmla="*/ 163079 h 6858000"/>
              <a:gd name="connsiteX823" fmla="*/ 5944437 w 7467600"/>
              <a:gd name="connsiteY823" fmla="*/ 113829 h 6858000"/>
              <a:gd name="connsiteX824" fmla="*/ 5825032 w 7467600"/>
              <a:gd name="connsiteY824" fmla="*/ 146405 h 6858000"/>
              <a:gd name="connsiteX825" fmla="*/ 4955599 w 7467600"/>
              <a:gd name="connsiteY825" fmla="*/ 247008 h 6858000"/>
              <a:gd name="connsiteX826" fmla="*/ 5210104 w 7467600"/>
              <a:gd name="connsiteY826" fmla="*/ 228123 h 6858000"/>
              <a:gd name="connsiteX827" fmla="*/ 5261015 w 7467600"/>
              <a:gd name="connsiteY827" fmla="*/ 227087 h 6858000"/>
              <a:gd name="connsiteX828" fmla="*/ 5861181 w 7467600"/>
              <a:gd name="connsiteY828" fmla="*/ 143093 h 6858000"/>
              <a:gd name="connsiteX829" fmla="*/ 5961252 w 7467600"/>
              <a:gd name="connsiteY829" fmla="*/ 114820 h 6858000"/>
              <a:gd name="connsiteX830" fmla="*/ 5944437 w 7467600"/>
              <a:gd name="connsiteY830" fmla="*/ 113829 h 6858000"/>
              <a:gd name="connsiteX831" fmla="*/ 3882765 w 7467600"/>
              <a:gd name="connsiteY831" fmla="*/ 0 h 6858000"/>
              <a:gd name="connsiteX832" fmla="*/ 3995099 w 7467600"/>
              <a:gd name="connsiteY832" fmla="*/ 0 h 6858000"/>
              <a:gd name="connsiteX833" fmla="*/ 4163818 w 7467600"/>
              <a:gd name="connsiteY833" fmla="*/ 234104 h 6858000"/>
              <a:gd name="connsiteX834" fmla="*/ 4172099 w 7467600"/>
              <a:gd name="connsiteY834" fmla="*/ 234207 h 6858000"/>
              <a:gd name="connsiteX835" fmla="*/ 4784282 w 7467600"/>
              <a:gd name="connsiteY835" fmla="*/ 276561 h 6858000"/>
              <a:gd name="connsiteX836" fmla="*/ 4801687 w 7467600"/>
              <a:gd name="connsiteY836" fmla="*/ 267764 h 6858000"/>
              <a:gd name="connsiteX837" fmla="*/ 6082788 w 7467600"/>
              <a:gd name="connsiteY837" fmla="*/ 64119 h 6858000"/>
              <a:gd name="connsiteX838" fmla="*/ 6099442 w 7467600"/>
              <a:gd name="connsiteY838" fmla="*/ 82568 h 6858000"/>
              <a:gd name="connsiteX839" fmla="*/ 4804137 w 7467600"/>
              <a:gd name="connsiteY839" fmla="*/ 320931 h 6858000"/>
              <a:gd name="connsiteX840" fmla="*/ 4227047 w 7467600"/>
              <a:gd name="connsiteY840" fmla="*/ 313415 h 6858000"/>
              <a:gd name="connsiteX841" fmla="*/ 4346041 w 7467600"/>
              <a:gd name="connsiteY841" fmla="*/ 456086 h 6858000"/>
              <a:gd name="connsiteX842" fmla="*/ 4870967 w 7467600"/>
              <a:gd name="connsiteY842" fmla="*/ 963061 h 6858000"/>
              <a:gd name="connsiteX843" fmla="*/ 4889647 w 7467600"/>
              <a:gd name="connsiteY843" fmla="*/ 957147 h 6858000"/>
              <a:gd name="connsiteX844" fmla="*/ 5422504 w 7467600"/>
              <a:gd name="connsiteY844" fmla="*/ 805191 h 6858000"/>
              <a:gd name="connsiteX845" fmla="*/ 6087656 w 7467600"/>
              <a:gd name="connsiteY845" fmla="*/ 826703 h 6858000"/>
              <a:gd name="connsiteX846" fmla="*/ 6058717 w 7467600"/>
              <a:gd name="connsiteY846" fmla="*/ 865992 h 6858000"/>
              <a:gd name="connsiteX847" fmla="*/ 4974153 w 7467600"/>
              <a:gd name="connsiteY847" fmla="*/ 1045456 h 6858000"/>
              <a:gd name="connsiteX848" fmla="*/ 5627835 w 7467600"/>
              <a:gd name="connsiteY848" fmla="*/ 1472077 h 6858000"/>
              <a:gd name="connsiteX849" fmla="*/ 5629817 w 7467600"/>
              <a:gd name="connsiteY849" fmla="*/ 1471412 h 6858000"/>
              <a:gd name="connsiteX850" fmla="*/ 5634124 w 7467600"/>
              <a:gd name="connsiteY850" fmla="*/ 1470572 h 6858000"/>
              <a:gd name="connsiteX851" fmla="*/ 5755832 w 7467600"/>
              <a:gd name="connsiteY851" fmla="*/ 1383886 h 6858000"/>
              <a:gd name="connsiteX852" fmla="*/ 6014186 w 7467600"/>
              <a:gd name="connsiteY852" fmla="*/ 1279799 h 6858000"/>
              <a:gd name="connsiteX853" fmla="*/ 6901619 w 7467600"/>
              <a:gd name="connsiteY853" fmla="*/ 1047874 h 6858000"/>
              <a:gd name="connsiteX854" fmla="*/ 6931566 w 7467600"/>
              <a:gd name="connsiteY854" fmla="*/ 1062034 h 6858000"/>
              <a:gd name="connsiteX855" fmla="*/ 5790982 w 7467600"/>
              <a:gd name="connsiteY855" fmla="*/ 1561380 h 6858000"/>
              <a:gd name="connsiteX856" fmla="*/ 6188971 w 7467600"/>
              <a:gd name="connsiteY856" fmla="*/ 1755168 h 6858000"/>
              <a:gd name="connsiteX857" fmla="*/ 6202446 w 7467600"/>
              <a:gd name="connsiteY857" fmla="*/ 1752268 h 6858000"/>
              <a:gd name="connsiteX858" fmla="*/ 7179560 w 7467600"/>
              <a:gd name="connsiteY858" fmla="*/ 1467551 h 6858000"/>
              <a:gd name="connsiteX859" fmla="*/ 7158730 w 7467600"/>
              <a:gd name="connsiteY859" fmla="*/ 1507835 h 6858000"/>
              <a:gd name="connsiteX860" fmla="*/ 6326959 w 7467600"/>
              <a:gd name="connsiteY860" fmla="*/ 1817686 h 6858000"/>
              <a:gd name="connsiteX861" fmla="*/ 6537433 w 7467600"/>
              <a:gd name="connsiteY861" fmla="*/ 1907790 h 6858000"/>
              <a:gd name="connsiteX862" fmla="*/ 6550221 w 7467600"/>
              <a:gd name="connsiteY862" fmla="*/ 1910729 h 6858000"/>
              <a:gd name="connsiteX863" fmla="*/ 6964438 w 7467600"/>
              <a:gd name="connsiteY863" fmla="*/ 2209505 h 6858000"/>
              <a:gd name="connsiteX864" fmla="*/ 7367862 w 7467600"/>
              <a:gd name="connsiteY864" fmla="*/ 2806833 h 6858000"/>
              <a:gd name="connsiteX865" fmla="*/ 7364329 w 7467600"/>
              <a:gd name="connsiteY865" fmla="*/ 2826907 h 6858000"/>
              <a:gd name="connsiteX866" fmla="*/ 7290545 w 7467600"/>
              <a:gd name="connsiteY866" fmla="*/ 2850663 h 6858000"/>
              <a:gd name="connsiteX867" fmla="*/ 6472036 w 7467600"/>
              <a:gd name="connsiteY867" fmla="*/ 1959003 h 6858000"/>
              <a:gd name="connsiteX868" fmla="*/ 5792897 w 7467600"/>
              <a:gd name="connsiteY868" fmla="*/ 1647747 h 6858000"/>
              <a:gd name="connsiteX869" fmla="*/ 5842751 w 7467600"/>
              <a:gd name="connsiteY869" fmla="*/ 1816112 h 6858000"/>
              <a:gd name="connsiteX870" fmla="*/ 5847424 w 7467600"/>
              <a:gd name="connsiteY870" fmla="*/ 1815776 h 6858000"/>
              <a:gd name="connsiteX871" fmla="*/ 6399821 w 7467600"/>
              <a:gd name="connsiteY871" fmla="*/ 2344799 h 6858000"/>
              <a:gd name="connsiteX872" fmla="*/ 6323232 w 7467600"/>
              <a:gd name="connsiteY872" fmla="*/ 2389634 h 6858000"/>
              <a:gd name="connsiteX873" fmla="*/ 5942958 w 7467600"/>
              <a:gd name="connsiteY873" fmla="*/ 2077708 h 6858000"/>
              <a:gd name="connsiteX874" fmla="*/ 5921559 w 7467600"/>
              <a:gd name="connsiteY874" fmla="*/ 2378596 h 6858000"/>
              <a:gd name="connsiteX875" fmla="*/ 5817651 w 7467600"/>
              <a:gd name="connsiteY875" fmla="*/ 3023919 h 6858000"/>
              <a:gd name="connsiteX876" fmla="*/ 5729634 w 7467600"/>
              <a:gd name="connsiteY876" fmla="*/ 3051849 h 6858000"/>
              <a:gd name="connsiteX877" fmla="*/ 5611018 w 7467600"/>
              <a:gd name="connsiteY877" fmla="*/ 2316769 h 6858000"/>
              <a:gd name="connsiteX878" fmla="*/ 5687608 w 7467600"/>
              <a:gd name="connsiteY878" fmla="*/ 2039972 h 6858000"/>
              <a:gd name="connsiteX879" fmla="*/ 5657554 w 7467600"/>
              <a:gd name="connsiteY879" fmla="*/ 1576445 h 6858000"/>
              <a:gd name="connsiteX880" fmla="*/ 5150475 w 7467600"/>
              <a:gd name="connsiteY880" fmla="*/ 1274012 h 6858000"/>
              <a:gd name="connsiteX881" fmla="*/ 5349142 w 7467600"/>
              <a:gd name="connsiteY881" fmla="*/ 2204405 h 6858000"/>
              <a:gd name="connsiteX882" fmla="*/ 5262214 w 7467600"/>
              <a:gd name="connsiteY882" fmla="*/ 2233836 h 6858000"/>
              <a:gd name="connsiteX883" fmla="*/ 4981539 w 7467600"/>
              <a:gd name="connsiteY883" fmla="*/ 1542201 h 6858000"/>
              <a:gd name="connsiteX884" fmla="*/ 4958461 w 7467600"/>
              <a:gd name="connsiteY884" fmla="*/ 1136957 h 6858000"/>
              <a:gd name="connsiteX885" fmla="*/ 4655015 w 7467600"/>
              <a:gd name="connsiteY885" fmla="*/ 891426 h 6858000"/>
              <a:gd name="connsiteX886" fmla="*/ 4348002 w 7467600"/>
              <a:gd name="connsiteY886" fmla="*/ 2205895 h 6858000"/>
              <a:gd name="connsiteX887" fmla="*/ 4262250 w 7467600"/>
              <a:gd name="connsiteY887" fmla="*/ 2219972 h 6858000"/>
              <a:gd name="connsiteX888" fmla="*/ 4550611 w 7467600"/>
              <a:gd name="connsiteY888" fmla="*/ 817540 h 6858000"/>
              <a:gd name="connsiteX889" fmla="*/ 4564418 w 7467600"/>
              <a:gd name="connsiteY889" fmla="*/ 808293 h 6858000"/>
              <a:gd name="connsiteX890" fmla="*/ 4266388 w 7467600"/>
              <a:gd name="connsiteY890" fmla="*/ 500083 h 6858000"/>
              <a:gd name="connsiteX891" fmla="*/ 4032842 w 7467600"/>
              <a:gd name="connsiteY891" fmla="*/ 211809 h 6858000"/>
              <a:gd name="connsiteX892" fmla="*/ 3882765 w 7467600"/>
              <a:gd name="connsiteY892" fmla="*/ 0 h 6858000"/>
              <a:gd name="connsiteX893" fmla="*/ 3721337 w 7467600"/>
              <a:gd name="connsiteY893" fmla="*/ 0 h 6858000"/>
              <a:gd name="connsiteX894" fmla="*/ 3797544 w 7467600"/>
              <a:gd name="connsiteY894" fmla="*/ 0 h 6858000"/>
              <a:gd name="connsiteX895" fmla="*/ 3775734 w 7467600"/>
              <a:gd name="connsiteY895" fmla="*/ 95131 h 6858000"/>
              <a:gd name="connsiteX896" fmla="*/ 3724807 w 7467600"/>
              <a:gd name="connsiteY896" fmla="*/ 272257 h 6858000"/>
              <a:gd name="connsiteX897" fmla="*/ 3726844 w 7467600"/>
              <a:gd name="connsiteY897" fmla="*/ 282988 h 6858000"/>
              <a:gd name="connsiteX898" fmla="*/ 3742664 w 7467600"/>
              <a:gd name="connsiteY898" fmla="*/ 279918 h 6858000"/>
              <a:gd name="connsiteX899" fmla="*/ 4103910 w 7467600"/>
              <a:gd name="connsiteY899" fmla="*/ 1161917 h 6858000"/>
              <a:gd name="connsiteX900" fmla="*/ 4020269 w 7467600"/>
              <a:gd name="connsiteY900" fmla="*/ 1200406 h 6858000"/>
              <a:gd name="connsiteX901" fmla="*/ 3674882 w 7467600"/>
              <a:gd name="connsiteY901" fmla="*/ 488524 h 6858000"/>
              <a:gd name="connsiteX902" fmla="*/ 3132682 w 7467600"/>
              <a:gd name="connsiteY902" fmla="*/ 1072284 h 6858000"/>
              <a:gd name="connsiteX903" fmla="*/ 2716346 w 7467600"/>
              <a:gd name="connsiteY903" fmla="*/ 1276376 h 6858000"/>
              <a:gd name="connsiteX904" fmla="*/ 2716772 w 7467600"/>
              <a:gd name="connsiteY904" fmla="*/ 1255462 h 6858000"/>
              <a:gd name="connsiteX905" fmla="*/ 3471096 w 7467600"/>
              <a:gd name="connsiteY905" fmla="*/ 437072 h 6858000"/>
              <a:gd name="connsiteX906" fmla="*/ 3639057 w 7467600"/>
              <a:gd name="connsiteY906" fmla="*/ 286334 h 6858000"/>
              <a:gd name="connsiteX907" fmla="*/ 3640309 w 7467600"/>
              <a:gd name="connsiteY907" fmla="*/ 284664 h 6858000"/>
              <a:gd name="connsiteX908" fmla="*/ 3646022 w 7467600"/>
              <a:gd name="connsiteY908" fmla="*/ 276711 h 6858000"/>
              <a:gd name="connsiteX909" fmla="*/ 3707943 w 7467600"/>
              <a:gd name="connsiteY909" fmla="*/ 65958 h 6858000"/>
              <a:gd name="connsiteX910" fmla="*/ 3721337 w 7467600"/>
              <a:gd name="connsiteY910" fmla="*/ 0 h 6858000"/>
              <a:gd name="connsiteX911" fmla="*/ 2867960 w 7467600"/>
              <a:gd name="connsiteY911" fmla="*/ 0 h 6858000"/>
              <a:gd name="connsiteX912" fmla="*/ 2926351 w 7467600"/>
              <a:gd name="connsiteY912" fmla="*/ 0 h 6858000"/>
              <a:gd name="connsiteX913" fmla="*/ 2902823 w 7467600"/>
              <a:gd name="connsiteY913" fmla="*/ 262929 h 6858000"/>
              <a:gd name="connsiteX914" fmla="*/ 2940663 w 7467600"/>
              <a:gd name="connsiteY914" fmla="*/ 140884 h 6858000"/>
              <a:gd name="connsiteX915" fmla="*/ 2947039 w 7467600"/>
              <a:gd name="connsiteY915" fmla="*/ 122524 h 6858000"/>
              <a:gd name="connsiteX916" fmla="*/ 2984316 w 7467600"/>
              <a:gd name="connsiteY916" fmla="*/ 0 h 6858000"/>
              <a:gd name="connsiteX917" fmla="*/ 3016114 w 7467600"/>
              <a:gd name="connsiteY917" fmla="*/ 0 h 6858000"/>
              <a:gd name="connsiteX918" fmla="*/ 2979949 w 7467600"/>
              <a:gd name="connsiteY918" fmla="*/ 119274 h 6858000"/>
              <a:gd name="connsiteX919" fmla="*/ 3023879 w 7467600"/>
              <a:gd name="connsiteY919" fmla="*/ 0 h 6858000"/>
              <a:gd name="connsiteX920" fmla="*/ 3105400 w 7467600"/>
              <a:gd name="connsiteY920" fmla="*/ 0 h 6858000"/>
              <a:gd name="connsiteX921" fmla="*/ 3094669 w 7467600"/>
              <a:gd name="connsiteY921" fmla="*/ 30308 h 6858000"/>
              <a:gd name="connsiteX922" fmla="*/ 2901945 w 7467600"/>
              <a:gd name="connsiteY922" fmla="*/ 466538 h 6858000"/>
              <a:gd name="connsiteX923" fmla="*/ 2815209 w 7467600"/>
              <a:gd name="connsiteY923" fmla="*/ 497361 h 6858000"/>
              <a:gd name="connsiteX924" fmla="*/ 2844845 w 7467600"/>
              <a:gd name="connsiteY924" fmla="*/ 127638 h 6858000"/>
              <a:gd name="connsiteX925" fmla="*/ 2867960 w 7467600"/>
              <a:gd name="connsiteY925" fmla="*/ 0 h 6858000"/>
              <a:gd name="connsiteX926" fmla="*/ 1057230 w 7467600"/>
              <a:gd name="connsiteY926" fmla="*/ 0 h 6858000"/>
              <a:gd name="connsiteX927" fmla="*/ 1111003 w 7467600"/>
              <a:gd name="connsiteY927" fmla="*/ 0 h 6858000"/>
              <a:gd name="connsiteX928" fmla="*/ 1125553 w 7467600"/>
              <a:gd name="connsiteY928" fmla="*/ 52588 h 6858000"/>
              <a:gd name="connsiteX929" fmla="*/ 1304276 w 7467600"/>
              <a:gd name="connsiteY929" fmla="*/ 476275 h 6858000"/>
              <a:gd name="connsiteX930" fmla="*/ 1492066 w 7467600"/>
              <a:gd name="connsiteY930" fmla="*/ 886333 h 6858000"/>
              <a:gd name="connsiteX931" fmla="*/ 1423698 w 7467600"/>
              <a:gd name="connsiteY931" fmla="*/ 710817 h 6858000"/>
              <a:gd name="connsiteX932" fmla="*/ 1357609 w 7467600"/>
              <a:gd name="connsiteY932" fmla="*/ 532892 h 6858000"/>
              <a:gd name="connsiteX933" fmla="*/ 1309550 w 7467600"/>
              <a:gd name="connsiteY933" fmla="*/ 374031 h 6858000"/>
              <a:gd name="connsiteX934" fmla="*/ 1193673 w 7467600"/>
              <a:gd name="connsiteY934" fmla="*/ 49533 h 6858000"/>
              <a:gd name="connsiteX935" fmla="*/ 1164391 w 7467600"/>
              <a:gd name="connsiteY935" fmla="*/ 0 h 6858000"/>
              <a:gd name="connsiteX936" fmla="*/ 1200666 w 7467600"/>
              <a:gd name="connsiteY936" fmla="*/ 0 h 6858000"/>
              <a:gd name="connsiteX937" fmla="*/ 1223408 w 7467600"/>
              <a:gd name="connsiteY937" fmla="*/ 38996 h 6858000"/>
              <a:gd name="connsiteX938" fmla="*/ 1339635 w 7467600"/>
              <a:gd name="connsiteY938" fmla="*/ 365517 h 6858000"/>
              <a:gd name="connsiteX939" fmla="*/ 1387469 w 7467600"/>
              <a:gd name="connsiteY939" fmla="*/ 523079 h 6858000"/>
              <a:gd name="connsiteX940" fmla="*/ 1452685 w 7467600"/>
              <a:gd name="connsiteY940" fmla="*/ 699806 h 6858000"/>
              <a:gd name="connsiteX941" fmla="*/ 1492092 w 7467600"/>
              <a:gd name="connsiteY941" fmla="*/ 800424 h 6858000"/>
              <a:gd name="connsiteX942" fmla="*/ 1455302 w 7467600"/>
              <a:gd name="connsiteY942" fmla="*/ 632913 h 6858000"/>
              <a:gd name="connsiteX943" fmla="*/ 1222336 w 7467600"/>
              <a:gd name="connsiteY943" fmla="*/ 9480 h 6858000"/>
              <a:gd name="connsiteX944" fmla="*/ 1214634 w 7467600"/>
              <a:gd name="connsiteY944" fmla="*/ 0 h 6858000"/>
              <a:gd name="connsiteX945" fmla="*/ 1289827 w 7467600"/>
              <a:gd name="connsiteY945" fmla="*/ 0 h 6858000"/>
              <a:gd name="connsiteX946" fmla="*/ 1321076 w 7467600"/>
              <a:gd name="connsiteY946" fmla="*/ 59722 h 6858000"/>
              <a:gd name="connsiteX947" fmla="*/ 1512579 w 7467600"/>
              <a:gd name="connsiteY947" fmla="*/ 626441 h 6858000"/>
              <a:gd name="connsiteX948" fmla="*/ 1506076 w 7467600"/>
              <a:gd name="connsiteY948" fmla="*/ 1089289 h 6858000"/>
              <a:gd name="connsiteX949" fmla="*/ 1486346 w 7467600"/>
              <a:gd name="connsiteY949" fmla="*/ 1079919 h 6858000"/>
              <a:gd name="connsiteX950" fmla="*/ 1070511 w 7467600"/>
              <a:gd name="connsiteY950" fmla="*/ 48609 h 6858000"/>
              <a:gd name="connsiteX951" fmla="*/ 1057230 w 7467600"/>
              <a:gd name="connsiteY951" fmla="*/ 0 h 6858000"/>
              <a:gd name="connsiteX952" fmla="*/ 43151 w 7467600"/>
              <a:gd name="connsiteY952" fmla="*/ 0 h 6858000"/>
              <a:gd name="connsiteX953" fmla="*/ 95283 w 7467600"/>
              <a:gd name="connsiteY953" fmla="*/ 0 h 6858000"/>
              <a:gd name="connsiteX954" fmla="*/ 300708 w 7467600"/>
              <a:gd name="connsiteY954" fmla="*/ 154571 h 6858000"/>
              <a:gd name="connsiteX955" fmla="*/ 530414 w 7467600"/>
              <a:gd name="connsiteY955" fmla="*/ 354673 h 6858000"/>
              <a:gd name="connsiteX956" fmla="*/ 333785 w 7467600"/>
              <a:gd name="connsiteY956" fmla="*/ 161564 h 6858000"/>
              <a:gd name="connsiteX957" fmla="*/ 147005 w 7467600"/>
              <a:gd name="connsiteY957" fmla="*/ 0 h 6858000"/>
              <a:gd name="connsiteX958" fmla="*/ 272509 w 7467600"/>
              <a:gd name="connsiteY958" fmla="*/ 0 h 6858000"/>
              <a:gd name="connsiteX959" fmla="*/ 326276 w 7467600"/>
              <a:gd name="connsiteY959" fmla="*/ 45847 h 6858000"/>
              <a:gd name="connsiteX960" fmla="*/ 823759 w 7467600"/>
              <a:gd name="connsiteY960" fmla="*/ 574145 h 6858000"/>
              <a:gd name="connsiteX961" fmla="*/ 811254 w 7467600"/>
              <a:gd name="connsiteY961" fmla="*/ 665546 h 6858000"/>
              <a:gd name="connsiteX962" fmla="*/ 154042 w 7467600"/>
              <a:gd name="connsiteY962" fmla="*/ 261522 h 6858000"/>
              <a:gd name="connsiteX963" fmla="*/ 13550 w 7467600"/>
              <a:gd name="connsiteY963" fmla="*/ 158423 h 6858000"/>
              <a:gd name="connsiteX964" fmla="*/ 0 w 7467600"/>
              <a:gd name="connsiteY964" fmla="*/ 146618 h 6858000"/>
              <a:gd name="connsiteX965" fmla="*/ 0 w 7467600"/>
              <a:gd name="connsiteY965" fmla="*/ 59161 h 6858000"/>
              <a:gd name="connsiteX966" fmla="*/ 45427 w 7467600"/>
              <a:gd name="connsiteY966" fmla="*/ 101078 h 6858000"/>
              <a:gd name="connsiteX967" fmla="*/ 630103 w 7467600"/>
              <a:gd name="connsiteY967" fmla="*/ 485885 h 6858000"/>
              <a:gd name="connsiteX968" fmla="*/ 532040 w 7467600"/>
              <a:gd name="connsiteY968" fmla="*/ 399359 h 6858000"/>
              <a:gd name="connsiteX969" fmla="*/ 517618 w 7467600"/>
              <a:gd name="connsiteY969" fmla="*/ 385726 h 6858000"/>
              <a:gd name="connsiteX970" fmla="*/ 285074 w 7467600"/>
              <a:gd name="connsiteY970" fmla="*/ 182755 h 6858000"/>
              <a:gd name="connsiteX971" fmla="*/ 43151 w 7467600"/>
              <a:gd name="connsiteY97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7042773 w 7467600"/>
              <a:gd name="connsiteY91" fmla="*/ 5734011 h 6858000"/>
              <a:gd name="connsiteX92" fmla="*/ 1456157 w 7467600"/>
              <a:gd name="connsiteY92" fmla="*/ 5371404 h 6858000"/>
              <a:gd name="connsiteX93" fmla="*/ 1244432 w 7467600"/>
              <a:gd name="connsiteY93" fmla="*/ 5385601 h 6858000"/>
              <a:gd name="connsiteX94" fmla="*/ 973990 w 7467600"/>
              <a:gd name="connsiteY94" fmla="*/ 5424940 h 6858000"/>
              <a:gd name="connsiteX95" fmla="*/ 1103809 w 7467600"/>
              <a:gd name="connsiteY95" fmla="*/ 5433720 h 6858000"/>
              <a:gd name="connsiteX96" fmla="*/ 1123454 w 7467600"/>
              <a:gd name="connsiteY96" fmla="*/ 5435727 h 6858000"/>
              <a:gd name="connsiteX97" fmla="*/ 1737017 w 7467600"/>
              <a:gd name="connsiteY97" fmla="*/ 5452183 h 6858000"/>
              <a:gd name="connsiteX98" fmla="*/ 1824397 w 7467600"/>
              <a:gd name="connsiteY98" fmla="*/ 5447757 h 6858000"/>
              <a:gd name="connsiteX99" fmla="*/ 2070059 w 7467600"/>
              <a:gd name="connsiteY99" fmla="*/ 5441660 h 6858000"/>
              <a:gd name="connsiteX100" fmla="*/ 1456157 w 7467600"/>
              <a:gd name="connsiteY100" fmla="*/ 5371404 h 6858000"/>
              <a:gd name="connsiteX101" fmla="*/ 4988186 w 7467600"/>
              <a:gd name="connsiteY101" fmla="*/ 5216467 h 6858000"/>
              <a:gd name="connsiteX102" fmla="*/ 4777334 w 7467600"/>
              <a:gd name="connsiteY102" fmla="*/ 5406072 h 6858000"/>
              <a:gd name="connsiteX103" fmla="*/ 4718341 w 7467600"/>
              <a:gd name="connsiteY103" fmla="*/ 5468043 h 6858000"/>
              <a:gd name="connsiteX104" fmla="*/ 4604655 w 7467600"/>
              <a:gd name="connsiteY104" fmla="*/ 5583434 h 6858000"/>
              <a:gd name="connsiteX105" fmla="*/ 4565074 w 7467600"/>
              <a:gd name="connsiteY105" fmla="*/ 5618550 h 6858000"/>
              <a:gd name="connsiteX106" fmla="*/ 4988186 w 7467600"/>
              <a:gd name="connsiteY106" fmla="*/ 5216467 h 6858000"/>
              <a:gd name="connsiteX107" fmla="*/ 4978032 w 7467600"/>
              <a:gd name="connsiteY107" fmla="*/ 5183809 h 6858000"/>
              <a:gd name="connsiteX108" fmla="*/ 4463413 w 7467600"/>
              <a:gd name="connsiteY108" fmla="*/ 5615162 h 6858000"/>
              <a:gd name="connsiteX109" fmla="*/ 4358134 w 7467600"/>
              <a:gd name="connsiteY109" fmla="*/ 5742791 h 6858000"/>
              <a:gd name="connsiteX110" fmla="*/ 4376219 w 7467600"/>
              <a:gd name="connsiteY110" fmla="*/ 5729027 h 6858000"/>
              <a:gd name="connsiteX111" fmla="*/ 4582340 w 7467600"/>
              <a:gd name="connsiteY111" fmla="*/ 5561037 h 6858000"/>
              <a:gd name="connsiteX112" fmla="*/ 4694684 w 7467600"/>
              <a:gd name="connsiteY112" fmla="*/ 5447098 h 6858000"/>
              <a:gd name="connsiteX113" fmla="*/ 4754123 w 7467600"/>
              <a:gd name="connsiteY113" fmla="*/ 5384643 h 6858000"/>
              <a:gd name="connsiteX114" fmla="*/ 4978032 w 7467600"/>
              <a:gd name="connsiteY114" fmla="*/ 5183809 h 6858000"/>
              <a:gd name="connsiteX115" fmla="*/ 1903353 w 7467600"/>
              <a:gd name="connsiteY115" fmla="*/ 5044827 h 6858000"/>
              <a:gd name="connsiteX116" fmla="*/ 1936931 w 7467600"/>
              <a:gd name="connsiteY116" fmla="*/ 5093954 h 6858000"/>
              <a:gd name="connsiteX117" fmla="*/ 2195868 w 7467600"/>
              <a:gd name="connsiteY117" fmla="*/ 5396574 h 6858000"/>
              <a:gd name="connsiteX118" fmla="*/ 2088852 w 7467600"/>
              <a:gd name="connsiteY118" fmla="*/ 5166123 h 6858000"/>
              <a:gd name="connsiteX119" fmla="*/ 1958241 w 7467600"/>
              <a:gd name="connsiteY119" fmla="*/ 5067955 h 6858000"/>
              <a:gd name="connsiteX120" fmla="*/ 1903353 w 7467600"/>
              <a:gd name="connsiteY120" fmla="*/ 5044827 h 6858000"/>
              <a:gd name="connsiteX121" fmla="*/ 1979378 w 7467600"/>
              <a:gd name="connsiteY121" fmla="*/ 4769504 h 6858000"/>
              <a:gd name="connsiteX122" fmla="*/ 2882120 w 7467600"/>
              <a:gd name="connsiteY122" fmla="*/ 5064547 h 6858000"/>
              <a:gd name="connsiteX123" fmla="*/ 2793103 w 7467600"/>
              <a:gd name="connsiteY123" fmla="*/ 5039699 h 6858000"/>
              <a:gd name="connsiteX124" fmla="*/ 2770041 w 7467600"/>
              <a:gd name="connsiteY124" fmla="*/ 5033634 h 6858000"/>
              <a:gd name="connsiteX125" fmla="*/ 1979378 w 7467600"/>
              <a:gd name="connsiteY125" fmla="*/ 4769504 h 6858000"/>
              <a:gd name="connsiteX126" fmla="*/ 1927410 w 7467600"/>
              <a:gd name="connsiteY126" fmla="*/ 4716164 h 6858000"/>
              <a:gd name="connsiteX127" fmla="*/ 1959587 w 7467600"/>
              <a:gd name="connsiteY127" fmla="*/ 4728849 h 6858000"/>
              <a:gd name="connsiteX128" fmla="*/ 2777707 w 7467600"/>
              <a:gd name="connsiteY128" fmla="*/ 5003991 h 6858000"/>
              <a:gd name="connsiteX129" fmla="*/ 2800768 w 7467600"/>
              <a:gd name="connsiteY129" fmla="*/ 5010056 h 6858000"/>
              <a:gd name="connsiteX130" fmla="*/ 2879408 w 7467600"/>
              <a:gd name="connsiteY130" fmla="*/ 5031590 h 6858000"/>
              <a:gd name="connsiteX131" fmla="*/ 2862295 w 7467600"/>
              <a:gd name="connsiteY131" fmla="*/ 5022958 h 6858000"/>
              <a:gd name="connsiteX132" fmla="*/ 2813343 w 7467600"/>
              <a:gd name="connsiteY132" fmla="*/ 4998369 h 6858000"/>
              <a:gd name="connsiteX133" fmla="*/ 2646245 w 7467600"/>
              <a:gd name="connsiteY133" fmla="*/ 4930999 h 6858000"/>
              <a:gd name="connsiteX134" fmla="*/ 1999243 w 7467600"/>
              <a:gd name="connsiteY134" fmla="*/ 4730524 h 6858000"/>
              <a:gd name="connsiteX135" fmla="*/ 1979527 w 7467600"/>
              <a:gd name="connsiteY135" fmla="*/ 4726651 h 6858000"/>
              <a:gd name="connsiteX136" fmla="*/ 1927410 w 7467600"/>
              <a:gd name="connsiteY136" fmla="*/ 4716164 h 6858000"/>
              <a:gd name="connsiteX137" fmla="*/ 1997014 w 7467600"/>
              <a:gd name="connsiteY137" fmla="*/ 4698007 h 6858000"/>
              <a:gd name="connsiteX138" fmla="*/ 2005458 w 7467600"/>
              <a:gd name="connsiteY138" fmla="*/ 4699540 h 6858000"/>
              <a:gd name="connsiteX139" fmla="*/ 2657186 w 7467600"/>
              <a:gd name="connsiteY139" fmla="*/ 4901687 h 6858000"/>
              <a:gd name="connsiteX140" fmla="*/ 2826662 w 7467600"/>
              <a:gd name="connsiteY140" fmla="*/ 4970362 h 6858000"/>
              <a:gd name="connsiteX141" fmla="*/ 2876100 w 7467600"/>
              <a:gd name="connsiteY141" fmla="*/ 4995397 h 6858000"/>
              <a:gd name="connsiteX142" fmla="*/ 3042600 w 7467600"/>
              <a:gd name="connsiteY142" fmla="*/ 5059532 h 6858000"/>
              <a:gd name="connsiteX143" fmla="*/ 1997014 w 7467600"/>
              <a:gd name="connsiteY143" fmla="*/ 4698007 h 6858000"/>
              <a:gd name="connsiteX144" fmla="*/ 2305292 w 7467600"/>
              <a:gd name="connsiteY144" fmla="*/ 4219492 h 6858000"/>
              <a:gd name="connsiteX145" fmla="*/ 3360922 w 7467600"/>
              <a:gd name="connsiteY145" fmla="*/ 4529373 h 6858000"/>
              <a:gd name="connsiteX146" fmla="*/ 3492420 w 7467600"/>
              <a:gd name="connsiteY146" fmla="*/ 4510145 h 6858000"/>
              <a:gd name="connsiteX147" fmla="*/ 3364086 w 7467600"/>
              <a:gd name="connsiteY147" fmla="*/ 4480340 h 6858000"/>
              <a:gd name="connsiteX148" fmla="*/ 3225818 w 7467600"/>
              <a:gd name="connsiteY148" fmla="*/ 4411822 h 6858000"/>
              <a:gd name="connsiteX149" fmla="*/ 3129696 w 7467600"/>
              <a:gd name="connsiteY149" fmla="*/ 4360704 h 6858000"/>
              <a:gd name="connsiteX150" fmla="*/ 2814545 w 7467600"/>
              <a:gd name="connsiteY150" fmla="*/ 4282955 h 6858000"/>
              <a:gd name="connsiteX151" fmla="*/ 2305292 w 7467600"/>
              <a:gd name="connsiteY151" fmla="*/ 4219492 h 6858000"/>
              <a:gd name="connsiteX152" fmla="*/ 2626982 w 7467600"/>
              <a:gd name="connsiteY152" fmla="*/ 4206450 h 6858000"/>
              <a:gd name="connsiteX153" fmla="*/ 2490617 w 7467600"/>
              <a:gd name="connsiteY153" fmla="*/ 4206951 h 6858000"/>
              <a:gd name="connsiteX154" fmla="*/ 2819869 w 7467600"/>
              <a:gd name="connsiteY154" fmla="*/ 4252936 h 6858000"/>
              <a:gd name="connsiteX155" fmla="*/ 3143018 w 7467600"/>
              <a:gd name="connsiteY155" fmla="*/ 4332698 h 6858000"/>
              <a:gd name="connsiteX156" fmla="*/ 3241520 w 7467600"/>
              <a:gd name="connsiteY156" fmla="*/ 4385112 h 6858000"/>
              <a:gd name="connsiteX157" fmla="*/ 3374575 w 7467600"/>
              <a:gd name="connsiteY157" fmla="*/ 4451517 h 6858000"/>
              <a:gd name="connsiteX158" fmla="*/ 3505221 w 7467600"/>
              <a:gd name="connsiteY158" fmla="*/ 4480757 h 6858000"/>
              <a:gd name="connsiteX159" fmla="*/ 2626982 w 7467600"/>
              <a:gd name="connsiteY159" fmla="*/ 4206450 h 6858000"/>
              <a:gd name="connsiteX160" fmla="*/ 1310106 w 7467600"/>
              <a:gd name="connsiteY160" fmla="*/ 3943217 h 6858000"/>
              <a:gd name="connsiteX161" fmla="*/ 854994 w 7467600"/>
              <a:gd name="connsiteY161" fmla="*/ 4399136 h 6858000"/>
              <a:gd name="connsiteX162" fmla="*/ 742462 w 7467600"/>
              <a:gd name="connsiteY162" fmla="*/ 4594648 h 6858000"/>
              <a:gd name="connsiteX163" fmla="*/ 820602 w 7467600"/>
              <a:gd name="connsiteY163" fmla="*/ 4485915 h 6858000"/>
              <a:gd name="connsiteX164" fmla="*/ 878295 w 7467600"/>
              <a:gd name="connsiteY164" fmla="*/ 4403594 h 6858000"/>
              <a:gd name="connsiteX165" fmla="*/ 1240607 w 7467600"/>
              <a:gd name="connsiteY165" fmla="*/ 4010401 h 6858000"/>
              <a:gd name="connsiteX166" fmla="*/ 1310106 w 7467600"/>
              <a:gd name="connsiteY166" fmla="*/ 3943217 h 6858000"/>
              <a:gd name="connsiteX167" fmla="*/ 1423113 w 7467600"/>
              <a:gd name="connsiteY167" fmla="*/ 3874565 h 6858000"/>
              <a:gd name="connsiteX168" fmla="*/ 1260565 w 7467600"/>
              <a:gd name="connsiteY168" fmla="*/ 4031982 h 6858000"/>
              <a:gd name="connsiteX169" fmla="*/ 901900 w 7467600"/>
              <a:gd name="connsiteY169" fmla="*/ 4421236 h 6858000"/>
              <a:gd name="connsiteX170" fmla="*/ 845044 w 7467600"/>
              <a:gd name="connsiteY170" fmla="*/ 4502436 h 6858000"/>
              <a:gd name="connsiteX171" fmla="*/ 685926 w 7467600"/>
              <a:gd name="connsiteY171" fmla="*/ 4703069 h 6858000"/>
              <a:gd name="connsiteX172" fmla="*/ 684248 w 7467600"/>
              <a:gd name="connsiteY172" fmla="*/ 4706721 h 6858000"/>
              <a:gd name="connsiteX173" fmla="*/ 1423113 w 7467600"/>
              <a:gd name="connsiteY173" fmla="*/ 3874565 h 6858000"/>
              <a:gd name="connsiteX174" fmla="*/ 3316479 w 7467600"/>
              <a:gd name="connsiteY174" fmla="*/ 3872136 h 6858000"/>
              <a:gd name="connsiteX175" fmla="*/ 3546806 w 7467600"/>
              <a:gd name="connsiteY175" fmla="*/ 4356139 h 6858000"/>
              <a:gd name="connsiteX176" fmla="*/ 3364433 w 7467600"/>
              <a:gd name="connsiteY176" fmla="*/ 3953121 h 6858000"/>
              <a:gd name="connsiteX177" fmla="*/ 3316479 w 7467600"/>
              <a:gd name="connsiteY177" fmla="*/ 3872136 h 6858000"/>
              <a:gd name="connsiteX178" fmla="*/ 3291335 w 7467600"/>
              <a:gd name="connsiteY178" fmla="*/ 3767420 h 6858000"/>
              <a:gd name="connsiteX179" fmla="*/ 3390805 w 7467600"/>
              <a:gd name="connsiteY179" fmla="*/ 3937163 h 6858000"/>
              <a:gd name="connsiteX180" fmla="*/ 3579062 w 7467600"/>
              <a:gd name="connsiteY180" fmla="*/ 4359040 h 6858000"/>
              <a:gd name="connsiteX181" fmla="*/ 3467355 w 7467600"/>
              <a:gd name="connsiteY181" fmla="*/ 3988130 h 6858000"/>
              <a:gd name="connsiteX182" fmla="*/ 3310753 w 7467600"/>
              <a:gd name="connsiteY182" fmla="*/ 3787140 h 6858000"/>
              <a:gd name="connsiteX183" fmla="*/ 3291335 w 7467600"/>
              <a:gd name="connsiteY183" fmla="*/ 3767420 h 6858000"/>
              <a:gd name="connsiteX184" fmla="*/ 1635889 w 7467600"/>
              <a:gd name="connsiteY184" fmla="*/ 3709494 h 6858000"/>
              <a:gd name="connsiteX185" fmla="*/ 1634800 w 7467600"/>
              <a:gd name="connsiteY185" fmla="*/ 3731111 h 6858000"/>
              <a:gd name="connsiteX186" fmla="*/ 1635889 w 7467600"/>
              <a:gd name="connsiteY186" fmla="*/ 3709494 h 6858000"/>
              <a:gd name="connsiteX187" fmla="*/ 1510397 w 7467600"/>
              <a:gd name="connsiteY187" fmla="*/ 3684705 h 6858000"/>
              <a:gd name="connsiteX188" fmla="*/ 1146550 w 7467600"/>
              <a:gd name="connsiteY188" fmla="*/ 3802012 h 6858000"/>
              <a:gd name="connsiteX189" fmla="*/ 698834 w 7467600"/>
              <a:gd name="connsiteY189" fmla="*/ 3952272 h 6858000"/>
              <a:gd name="connsiteX190" fmla="*/ 34256 w 7467600"/>
              <a:gd name="connsiteY190" fmla="*/ 4347603 h 6858000"/>
              <a:gd name="connsiteX191" fmla="*/ 527241 w 7467600"/>
              <a:gd name="connsiteY191" fmla="*/ 4065078 h 6858000"/>
              <a:gd name="connsiteX192" fmla="*/ 1510397 w 7467600"/>
              <a:gd name="connsiteY192" fmla="*/ 3684705 h 6858000"/>
              <a:gd name="connsiteX193" fmla="*/ 1313114 w 7467600"/>
              <a:gd name="connsiteY193" fmla="*/ 3655216 h 6858000"/>
              <a:gd name="connsiteX194" fmla="*/ 1109304 w 7467600"/>
              <a:gd name="connsiteY194" fmla="*/ 3669030 h 6858000"/>
              <a:gd name="connsiteX195" fmla="*/ 8129 w 7467600"/>
              <a:gd name="connsiteY195" fmla="*/ 4330519 h 6858000"/>
              <a:gd name="connsiteX196" fmla="*/ 687572 w 7467600"/>
              <a:gd name="connsiteY196" fmla="*/ 3925629 h 6858000"/>
              <a:gd name="connsiteX197" fmla="*/ 1138365 w 7467600"/>
              <a:gd name="connsiteY197" fmla="*/ 3774515 h 6858000"/>
              <a:gd name="connsiteX198" fmla="*/ 1505579 w 7467600"/>
              <a:gd name="connsiteY198" fmla="*/ 3655526 h 6858000"/>
              <a:gd name="connsiteX199" fmla="*/ 1313114 w 7467600"/>
              <a:gd name="connsiteY199" fmla="*/ 3655216 h 6858000"/>
              <a:gd name="connsiteX200" fmla="*/ 3655073 w 7467600"/>
              <a:gd name="connsiteY200" fmla="*/ 3650884 h 6858000"/>
              <a:gd name="connsiteX201" fmla="*/ 3989938 w 7467600"/>
              <a:gd name="connsiteY201" fmla="*/ 3991685 h 6858000"/>
              <a:gd name="connsiteX202" fmla="*/ 4393907 w 7467600"/>
              <a:gd name="connsiteY202" fmla="*/ 4261258 h 6858000"/>
              <a:gd name="connsiteX203" fmla="*/ 4648051 w 7467600"/>
              <a:gd name="connsiteY203" fmla="*/ 4374051 h 6858000"/>
              <a:gd name="connsiteX204" fmla="*/ 4383389 w 7467600"/>
              <a:gd name="connsiteY204" fmla="*/ 4184369 h 6858000"/>
              <a:gd name="connsiteX205" fmla="*/ 4165508 w 7467600"/>
              <a:gd name="connsiteY205" fmla="*/ 4035196 h 6858000"/>
              <a:gd name="connsiteX206" fmla="*/ 4068162 w 7467600"/>
              <a:gd name="connsiteY206" fmla="*/ 3953394 h 6858000"/>
              <a:gd name="connsiteX207" fmla="*/ 3981416 w 7467600"/>
              <a:gd name="connsiteY207" fmla="*/ 3880482 h 6858000"/>
              <a:gd name="connsiteX208" fmla="*/ 3800147 w 7467600"/>
              <a:gd name="connsiteY208" fmla="*/ 3749872 h 6858000"/>
              <a:gd name="connsiteX209" fmla="*/ 3655073 w 7467600"/>
              <a:gd name="connsiteY209" fmla="*/ 3650884 h 6858000"/>
              <a:gd name="connsiteX210" fmla="*/ 3670252 w 7467600"/>
              <a:gd name="connsiteY210" fmla="*/ 3622798 h 6858000"/>
              <a:gd name="connsiteX211" fmla="*/ 3817258 w 7467600"/>
              <a:gd name="connsiteY211" fmla="*/ 3723577 h 6858000"/>
              <a:gd name="connsiteX212" fmla="*/ 4000461 w 7467600"/>
              <a:gd name="connsiteY212" fmla="*/ 3855966 h 6858000"/>
              <a:gd name="connsiteX213" fmla="*/ 4088180 w 7467600"/>
              <a:gd name="connsiteY213" fmla="*/ 3929774 h 6858000"/>
              <a:gd name="connsiteX214" fmla="*/ 4184555 w 7467600"/>
              <a:gd name="connsiteY214" fmla="*/ 4010683 h 6858000"/>
              <a:gd name="connsiteX215" fmla="*/ 4399563 w 7467600"/>
              <a:gd name="connsiteY215" fmla="*/ 4158106 h 6858000"/>
              <a:gd name="connsiteX216" fmla="*/ 4684469 w 7467600"/>
              <a:gd name="connsiteY216" fmla="*/ 4364680 h 6858000"/>
              <a:gd name="connsiteX217" fmla="*/ 4690271 w 7467600"/>
              <a:gd name="connsiteY217" fmla="*/ 4370034 h 6858000"/>
              <a:gd name="connsiteX218" fmla="*/ 4136093 w 7467600"/>
              <a:gd name="connsiteY218" fmla="*/ 3858466 h 6858000"/>
              <a:gd name="connsiteX219" fmla="*/ 3670252 w 7467600"/>
              <a:gd name="connsiteY219" fmla="*/ 3622798 h 6858000"/>
              <a:gd name="connsiteX220" fmla="*/ 4440129 w 7467600"/>
              <a:gd name="connsiteY220" fmla="*/ 3448571 h 6858000"/>
              <a:gd name="connsiteX221" fmla="*/ 4856525 w 7467600"/>
              <a:gd name="connsiteY221" fmla="*/ 3915351 h 6858000"/>
              <a:gd name="connsiteX222" fmla="*/ 5059055 w 7467600"/>
              <a:gd name="connsiteY222" fmla="*/ 4108918 h 6858000"/>
              <a:gd name="connsiteX223" fmla="*/ 5290070 w 7467600"/>
              <a:gd name="connsiteY223" fmla="*/ 4263619 h 6858000"/>
              <a:gd name="connsiteX224" fmla="*/ 4834991 w 7467600"/>
              <a:gd name="connsiteY224" fmla="*/ 3830985 h 6858000"/>
              <a:gd name="connsiteX225" fmla="*/ 4440129 w 7467600"/>
              <a:gd name="connsiteY225" fmla="*/ 3448571 h 6858000"/>
              <a:gd name="connsiteX226" fmla="*/ 4441737 w 7467600"/>
              <a:gd name="connsiteY226" fmla="*/ 3399734 h 6858000"/>
              <a:gd name="connsiteX227" fmla="*/ 4431236 w 7467600"/>
              <a:gd name="connsiteY227" fmla="*/ 3400954 h 6858000"/>
              <a:gd name="connsiteX228" fmla="*/ 4557150 w 7467600"/>
              <a:gd name="connsiteY228" fmla="*/ 3510023 h 6858000"/>
              <a:gd name="connsiteX229" fmla="*/ 4856936 w 7467600"/>
              <a:gd name="connsiteY229" fmla="*/ 3809146 h 6858000"/>
              <a:gd name="connsiteX230" fmla="*/ 5111996 w 7467600"/>
              <a:gd name="connsiteY230" fmla="*/ 4065759 h 6858000"/>
              <a:gd name="connsiteX231" fmla="*/ 5388878 w 7467600"/>
              <a:gd name="connsiteY231" fmla="*/ 4300185 h 6858000"/>
              <a:gd name="connsiteX232" fmla="*/ 5425556 w 7467600"/>
              <a:gd name="connsiteY232" fmla="*/ 4308967 h 6858000"/>
              <a:gd name="connsiteX233" fmla="*/ 4943646 w 7467600"/>
              <a:gd name="connsiteY233" fmla="*/ 3822916 h 6858000"/>
              <a:gd name="connsiteX234" fmla="*/ 4594837 w 7467600"/>
              <a:gd name="connsiteY234" fmla="*/ 3532274 h 6858000"/>
              <a:gd name="connsiteX235" fmla="*/ 4441737 w 7467600"/>
              <a:gd name="connsiteY235" fmla="*/ 3399734 h 6858000"/>
              <a:gd name="connsiteX236" fmla="*/ 5425834 w 7467600"/>
              <a:gd name="connsiteY236" fmla="*/ 3162785 h 6858000"/>
              <a:gd name="connsiteX237" fmla="*/ 5401644 w 7467600"/>
              <a:gd name="connsiteY237" fmla="*/ 3617847 h 6858000"/>
              <a:gd name="connsiteX238" fmla="*/ 5467256 w 7467600"/>
              <a:gd name="connsiteY238" fmla="*/ 4175494 h 6858000"/>
              <a:gd name="connsiteX239" fmla="*/ 5448069 w 7467600"/>
              <a:gd name="connsiteY239" fmla="*/ 3567554 h 6858000"/>
              <a:gd name="connsiteX240" fmla="*/ 5425834 w 7467600"/>
              <a:gd name="connsiteY240" fmla="*/ 3162785 h 6858000"/>
              <a:gd name="connsiteX241" fmla="*/ 1318687 w 7467600"/>
              <a:gd name="connsiteY241" fmla="*/ 3113840 h 6858000"/>
              <a:gd name="connsiteX242" fmla="*/ 1066793 w 7467600"/>
              <a:gd name="connsiteY242" fmla="*/ 3212171 h 6858000"/>
              <a:gd name="connsiteX243" fmla="*/ 993319 w 7467600"/>
              <a:gd name="connsiteY243" fmla="*/ 3247648 h 6858000"/>
              <a:gd name="connsiteX244" fmla="*/ 853081 w 7467600"/>
              <a:gd name="connsiteY244" fmla="*/ 3312410 h 6858000"/>
              <a:gd name="connsiteX245" fmla="*/ 805957 w 7467600"/>
              <a:gd name="connsiteY245" fmla="*/ 3330443 h 6858000"/>
              <a:gd name="connsiteX246" fmla="*/ 1318687 w 7467600"/>
              <a:gd name="connsiteY246" fmla="*/ 3113840 h 6858000"/>
              <a:gd name="connsiteX247" fmla="*/ 5453702 w 7467600"/>
              <a:gd name="connsiteY247" fmla="*/ 3090882 h 6858000"/>
              <a:gd name="connsiteX248" fmla="*/ 5480135 w 7467600"/>
              <a:gd name="connsiteY248" fmla="*/ 3565802 h 6858000"/>
              <a:gd name="connsiteX249" fmla="*/ 5499023 w 7467600"/>
              <a:gd name="connsiteY249" fmla="*/ 4166310 h 6858000"/>
              <a:gd name="connsiteX250" fmla="*/ 5547022 w 7467600"/>
              <a:gd name="connsiteY250" fmla="*/ 3607838 h 6858000"/>
              <a:gd name="connsiteX251" fmla="*/ 5515964 w 7467600"/>
              <a:gd name="connsiteY251" fmla="*/ 3378541 h 6858000"/>
              <a:gd name="connsiteX252" fmla="*/ 5453702 w 7467600"/>
              <a:gd name="connsiteY252" fmla="*/ 3090882 h 6858000"/>
              <a:gd name="connsiteX253" fmla="*/ 1238695 w 7467600"/>
              <a:gd name="connsiteY253" fmla="*/ 3076820 h 6858000"/>
              <a:gd name="connsiteX254" fmla="*/ 716371 w 7467600"/>
              <a:gd name="connsiteY254" fmla="*/ 3293249 h 6858000"/>
              <a:gd name="connsiteX255" fmla="*/ 579522 w 7467600"/>
              <a:gd name="connsiteY255" fmla="*/ 3371759 h 6858000"/>
              <a:gd name="connsiteX256" fmla="*/ 600288 w 7467600"/>
              <a:gd name="connsiteY256" fmla="*/ 3365555 h 6858000"/>
              <a:gd name="connsiteX257" fmla="*/ 840692 w 7467600"/>
              <a:gd name="connsiteY257" fmla="*/ 3284921 h 6858000"/>
              <a:gd name="connsiteX258" fmla="*/ 979248 w 7467600"/>
              <a:gd name="connsiteY258" fmla="*/ 3221003 h 6858000"/>
              <a:gd name="connsiteX259" fmla="*/ 1053282 w 7467600"/>
              <a:gd name="connsiteY259" fmla="*/ 3185247 h 6858000"/>
              <a:gd name="connsiteX260" fmla="*/ 1320603 w 7467600"/>
              <a:gd name="connsiteY260" fmla="*/ 3081281 h 6858000"/>
              <a:gd name="connsiteX261" fmla="*/ 1238695 w 7467600"/>
              <a:gd name="connsiteY261" fmla="*/ 3076820 h 6858000"/>
              <a:gd name="connsiteX262" fmla="*/ 5425627 w 7467600"/>
              <a:gd name="connsiteY262" fmla="*/ 2954192 h 6858000"/>
              <a:gd name="connsiteX263" fmla="*/ 5470770 w 7467600"/>
              <a:gd name="connsiteY263" fmla="*/ 3005435 h 6858000"/>
              <a:gd name="connsiteX264" fmla="*/ 5519779 w 7467600"/>
              <a:gd name="connsiteY264" fmla="*/ 4359223 h 6858000"/>
              <a:gd name="connsiteX265" fmla="*/ 5520293 w 7467600"/>
              <a:gd name="connsiteY265" fmla="*/ 4360602 h 6858000"/>
              <a:gd name="connsiteX266" fmla="*/ 5767221 w 7467600"/>
              <a:gd name="connsiteY266" fmla="*/ 4665564 h 6858000"/>
              <a:gd name="connsiteX267" fmla="*/ 6937169 w 7467600"/>
              <a:gd name="connsiteY267" fmla="*/ 4815941 h 6858000"/>
              <a:gd name="connsiteX268" fmla="*/ 6953922 w 7467600"/>
              <a:gd name="connsiteY268" fmla="*/ 4890068 h 6858000"/>
              <a:gd name="connsiteX269" fmla="*/ 6071359 w 7467600"/>
              <a:gd name="connsiteY269" fmla="*/ 4770770 h 6858000"/>
              <a:gd name="connsiteX270" fmla="*/ 6038839 w 7467600"/>
              <a:gd name="connsiteY270" fmla="*/ 4764474 h 6858000"/>
              <a:gd name="connsiteX271" fmla="*/ 6038706 w 7467600"/>
              <a:gd name="connsiteY271" fmla="*/ 4763847 h 6858000"/>
              <a:gd name="connsiteX272" fmla="*/ 6037784 w 7467600"/>
              <a:gd name="connsiteY272" fmla="*/ 4764270 h 6858000"/>
              <a:gd name="connsiteX273" fmla="*/ 6038839 w 7467600"/>
              <a:gd name="connsiteY273" fmla="*/ 4764474 h 6858000"/>
              <a:gd name="connsiteX274" fmla="*/ 6040338 w 7467600"/>
              <a:gd name="connsiteY274" fmla="*/ 4771418 h 6858000"/>
              <a:gd name="connsiteX275" fmla="*/ 6024488 w 7467600"/>
              <a:gd name="connsiteY275" fmla="*/ 4809903 h 6858000"/>
              <a:gd name="connsiteX276" fmla="*/ 5599771 w 7467600"/>
              <a:gd name="connsiteY276" fmla="*/ 5509652 h 6858000"/>
              <a:gd name="connsiteX277" fmla="*/ 5548843 w 7467600"/>
              <a:gd name="connsiteY277" fmla="*/ 5563845 h 6858000"/>
              <a:gd name="connsiteX278" fmla="*/ 5940952 w 7467600"/>
              <a:gd name="connsiteY278" fmla="*/ 6250028 h 6858000"/>
              <a:gd name="connsiteX279" fmla="*/ 6043441 w 7467600"/>
              <a:gd name="connsiteY279" fmla="*/ 6665847 h 6858000"/>
              <a:gd name="connsiteX280" fmla="*/ 6093432 w 7467600"/>
              <a:gd name="connsiteY280" fmla="*/ 6858000 h 6858000"/>
              <a:gd name="connsiteX281" fmla="*/ 6034344 w 7467600"/>
              <a:gd name="connsiteY281" fmla="*/ 6858000 h 6858000"/>
              <a:gd name="connsiteX282" fmla="*/ 6026679 w 7467600"/>
              <a:gd name="connsiteY282" fmla="*/ 6836959 h 6858000"/>
              <a:gd name="connsiteX283" fmla="*/ 5800441 w 7467600"/>
              <a:gd name="connsiteY283" fmla="*/ 6335286 h 6858000"/>
              <a:gd name="connsiteX284" fmla="*/ 5526562 w 7467600"/>
              <a:gd name="connsiteY284" fmla="*/ 5705388 h 6858000"/>
              <a:gd name="connsiteX285" fmla="*/ 5519640 w 7467600"/>
              <a:gd name="connsiteY285" fmla="*/ 5683774 h 6858000"/>
              <a:gd name="connsiteX286" fmla="*/ 5844559 w 7467600"/>
              <a:gd name="connsiteY286" fmla="*/ 6553349 h 6858000"/>
              <a:gd name="connsiteX287" fmla="*/ 5975994 w 7467600"/>
              <a:gd name="connsiteY287" fmla="*/ 6858000 h 6858000"/>
              <a:gd name="connsiteX288" fmla="*/ 5898547 w 7467600"/>
              <a:gd name="connsiteY288" fmla="*/ 6858000 h 6858000"/>
              <a:gd name="connsiteX289" fmla="*/ 5682041 w 7467600"/>
              <a:gd name="connsiteY289" fmla="*/ 6355860 h 6858000"/>
              <a:gd name="connsiteX290" fmla="*/ 5461758 w 7467600"/>
              <a:gd name="connsiteY290" fmla="*/ 5820220 h 6858000"/>
              <a:gd name="connsiteX291" fmla="*/ 5237282 w 7467600"/>
              <a:gd name="connsiteY291" fmla="*/ 6579086 h 6858000"/>
              <a:gd name="connsiteX292" fmla="*/ 5115009 w 7467600"/>
              <a:gd name="connsiteY292" fmla="*/ 6858000 h 6858000"/>
              <a:gd name="connsiteX293" fmla="*/ 5028074 w 7467600"/>
              <a:gd name="connsiteY293" fmla="*/ 6858000 h 6858000"/>
              <a:gd name="connsiteX294" fmla="*/ 5079508 w 7467600"/>
              <a:gd name="connsiteY294" fmla="*/ 6749074 h 6858000"/>
              <a:gd name="connsiteX295" fmla="*/ 5371846 w 7467600"/>
              <a:gd name="connsiteY295" fmla="*/ 5924413 h 6858000"/>
              <a:gd name="connsiteX296" fmla="*/ 5270512 w 7467600"/>
              <a:gd name="connsiteY296" fmla="*/ 6138975 h 6858000"/>
              <a:gd name="connsiteX297" fmla="*/ 5062409 w 7467600"/>
              <a:gd name="connsiteY297" fmla="*/ 6653544 h 6858000"/>
              <a:gd name="connsiteX298" fmla="*/ 5036628 w 7467600"/>
              <a:gd name="connsiteY298" fmla="*/ 6754247 h 6858000"/>
              <a:gd name="connsiteX299" fmla="*/ 5009112 w 7467600"/>
              <a:gd name="connsiteY299" fmla="*/ 6858000 h 6858000"/>
              <a:gd name="connsiteX300" fmla="*/ 4976679 w 7467600"/>
              <a:gd name="connsiteY300" fmla="*/ 6858000 h 6858000"/>
              <a:gd name="connsiteX301" fmla="*/ 5006537 w 7467600"/>
              <a:gd name="connsiteY301" fmla="*/ 6747068 h 6858000"/>
              <a:gd name="connsiteX302" fmla="*/ 5032723 w 7467600"/>
              <a:gd name="connsiteY302" fmla="*/ 6644957 h 6858000"/>
              <a:gd name="connsiteX303" fmla="*/ 5242949 w 7467600"/>
              <a:gd name="connsiteY303" fmla="*/ 6125175 h 6858000"/>
              <a:gd name="connsiteX304" fmla="*/ 5286321 w 7467600"/>
              <a:gd name="connsiteY304" fmla="*/ 6033555 h 6858000"/>
              <a:gd name="connsiteX305" fmla="*/ 5008210 w 7467600"/>
              <a:gd name="connsiteY305" fmla="*/ 6649194 h 6858000"/>
              <a:gd name="connsiteX306" fmla="*/ 4986321 w 7467600"/>
              <a:gd name="connsiteY306" fmla="*/ 6765687 h 6858000"/>
              <a:gd name="connsiteX307" fmla="*/ 4973474 w 7467600"/>
              <a:gd name="connsiteY307" fmla="*/ 6858000 h 6858000"/>
              <a:gd name="connsiteX308" fmla="*/ 4907178 w 7467600"/>
              <a:gd name="connsiteY308" fmla="*/ 6858000 h 6858000"/>
              <a:gd name="connsiteX309" fmla="*/ 4910810 w 7467600"/>
              <a:gd name="connsiteY309" fmla="*/ 6829660 h 6858000"/>
              <a:gd name="connsiteX310" fmla="*/ 4987461 w 7467600"/>
              <a:gd name="connsiteY310" fmla="*/ 6432994 h 6858000"/>
              <a:gd name="connsiteX311" fmla="*/ 5179262 w 7467600"/>
              <a:gd name="connsiteY311" fmla="*/ 6035044 h 6858000"/>
              <a:gd name="connsiteX312" fmla="*/ 4689678 w 7467600"/>
              <a:gd name="connsiteY312" fmla="*/ 6440241 h 6858000"/>
              <a:gd name="connsiteX313" fmla="*/ 4477543 w 7467600"/>
              <a:gd name="connsiteY313" fmla="*/ 6674836 h 6858000"/>
              <a:gd name="connsiteX314" fmla="*/ 4329957 w 7467600"/>
              <a:gd name="connsiteY314" fmla="*/ 6858000 h 6858000"/>
              <a:gd name="connsiteX315" fmla="*/ 4218595 w 7467600"/>
              <a:gd name="connsiteY315" fmla="*/ 6858000 h 6858000"/>
              <a:gd name="connsiteX316" fmla="*/ 4368888 w 7467600"/>
              <a:gd name="connsiteY316" fmla="*/ 6668412 h 6858000"/>
              <a:gd name="connsiteX317" fmla="*/ 4563091 w 7467600"/>
              <a:gd name="connsiteY317" fmla="*/ 6442508 h 6858000"/>
              <a:gd name="connsiteX318" fmla="*/ 5387324 w 7467600"/>
              <a:gd name="connsiteY318" fmla="*/ 5705830 h 6858000"/>
              <a:gd name="connsiteX319" fmla="*/ 5073620 w 7467600"/>
              <a:gd name="connsiteY319" fmla="*/ 5955437 h 6858000"/>
              <a:gd name="connsiteX320" fmla="*/ 4689789 w 7467600"/>
              <a:gd name="connsiteY320" fmla="*/ 6268382 h 6858000"/>
              <a:gd name="connsiteX321" fmla="*/ 4418722 w 7467600"/>
              <a:gd name="connsiteY321" fmla="*/ 6570886 h 6858000"/>
              <a:gd name="connsiteX322" fmla="*/ 4214944 w 7467600"/>
              <a:gd name="connsiteY322" fmla="*/ 6858000 h 6858000"/>
              <a:gd name="connsiteX323" fmla="*/ 4177898 w 7467600"/>
              <a:gd name="connsiteY323" fmla="*/ 6858000 h 6858000"/>
              <a:gd name="connsiteX324" fmla="*/ 4391597 w 7467600"/>
              <a:gd name="connsiteY324" fmla="*/ 6556370 h 6858000"/>
              <a:gd name="connsiteX325" fmla="*/ 4668889 w 7467600"/>
              <a:gd name="connsiteY325" fmla="*/ 6246399 h 6858000"/>
              <a:gd name="connsiteX326" fmla="*/ 5055427 w 7467600"/>
              <a:gd name="connsiteY326" fmla="*/ 5931476 h 6858000"/>
              <a:gd name="connsiteX327" fmla="*/ 5371814 w 7467600"/>
              <a:gd name="connsiteY327" fmla="*/ 5678975 h 6858000"/>
              <a:gd name="connsiteX328" fmla="*/ 4987918 w 7467600"/>
              <a:gd name="connsiteY328" fmla="*/ 5838701 h 6858000"/>
              <a:gd name="connsiteX329" fmla="*/ 4317146 w 7467600"/>
              <a:gd name="connsiteY329" fmla="*/ 6587716 h 6858000"/>
              <a:gd name="connsiteX330" fmla="*/ 4171627 w 7467600"/>
              <a:gd name="connsiteY330" fmla="*/ 6858000 h 6858000"/>
              <a:gd name="connsiteX331" fmla="*/ 4081585 w 7467600"/>
              <a:gd name="connsiteY331" fmla="*/ 6858000 h 6858000"/>
              <a:gd name="connsiteX332" fmla="*/ 4238603 w 7467600"/>
              <a:gd name="connsiteY332" fmla="*/ 6559341 h 6858000"/>
              <a:gd name="connsiteX333" fmla="*/ 4778333 w 7467600"/>
              <a:gd name="connsiteY333" fmla="*/ 5873626 h 6858000"/>
              <a:gd name="connsiteX334" fmla="*/ 5414185 w 7467600"/>
              <a:gd name="connsiteY334" fmla="*/ 5573882 h 6858000"/>
              <a:gd name="connsiteX335" fmla="*/ 5959648 w 7467600"/>
              <a:gd name="connsiteY335" fmla="*/ 4760797 h 6858000"/>
              <a:gd name="connsiteX336" fmla="*/ 5355019 w 7467600"/>
              <a:gd name="connsiteY336" fmla="*/ 4734672 h 6858000"/>
              <a:gd name="connsiteX337" fmla="*/ 5083565 w 7467600"/>
              <a:gd name="connsiteY337" fmla="*/ 5179121 h 6858000"/>
              <a:gd name="connsiteX338" fmla="*/ 4713577 w 7467600"/>
              <a:gd name="connsiteY338" fmla="*/ 5616803 h 6858000"/>
              <a:gd name="connsiteX339" fmla="*/ 3989559 w 7467600"/>
              <a:gd name="connsiteY339" fmla="*/ 6145945 h 6858000"/>
              <a:gd name="connsiteX340" fmla="*/ 3939824 w 7467600"/>
              <a:gd name="connsiteY340" fmla="*/ 6066900 h 6858000"/>
              <a:gd name="connsiteX341" fmla="*/ 4584537 w 7467600"/>
              <a:gd name="connsiteY341" fmla="*/ 5324826 h 6858000"/>
              <a:gd name="connsiteX342" fmla="*/ 5037105 w 7467600"/>
              <a:gd name="connsiteY342" fmla="*/ 5088765 h 6858000"/>
              <a:gd name="connsiteX343" fmla="*/ 5039930 w 7467600"/>
              <a:gd name="connsiteY343" fmla="*/ 5089585 h 6858000"/>
              <a:gd name="connsiteX344" fmla="*/ 5263764 w 7467600"/>
              <a:gd name="connsiteY344" fmla="*/ 4735525 h 6858000"/>
              <a:gd name="connsiteX345" fmla="*/ 4086300 w 7467600"/>
              <a:gd name="connsiteY345" fmla="*/ 4884599 h 6858000"/>
              <a:gd name="connsiteX346" fmla="*/ 4085485 w 7467600"/>
              <a:gd name="connsiteY346" fmla="*/ 4899070 h 6858000"/>
              <a:gd name="connsiteX347" fmla="*/ 3871915 w 7467600"/>
              <a:gd name="connsiteY347" fmla="*/ 5253645 h 6858000"/>
              <a:gd name="connsiteX348" fmla="*/ 3799374 w 7467600"/>
              <a:gd name="connsiteY348" fmla="*/ 5466127 h 6858000"/>
              <a:gd name="connsiteX349" fmla="*/ 3498850 w 7467600"/>
              <a:gd name="connsiteY349" fmla="*/ 6661888 h 6858000"/>
              <a:gd name="connsiteX350" fmla="*/ 3399216 w 7467600"/>
              <a:gd name="connsiteY350" fmla="*/ 6858000 h 6858000"/>
              <a:gd name="connsiteX351" fmla="*/ 3303688 w 7467600"/>
              <a:gd name="connsiteY351" fmla="*/ 6858000 h 6858000"/>
              <a:gd name="connsiteX352" fmla="*/ 3391774 w 7467600"/>
              <a:gd name="connsiteY352" fmla="*/ 6697181 h 6858000"/>
              <a:gd name="connsiteX353" fmla="*/ 3735540 w 7467600"/>
              <a:gd name="connsiteY353" fmla="*/ 5546923 h 6858000"/>
              <a:gd name="connsiteX354" fmla="*/ 3729438 w 7467600"/>
              <a:gd name="connsiteY354" fmla="*/ 5569058 h 6858000"/>
              <a:gd name="connsiteX355" fmla="*/ 3707782 w 7467600"/>
              <a:gd name="connsiteY355" fmla="*/ 5644908 h 6858000"/>
              <a:gd name="connsiteX356" fmla="*/ 3583827 w 7467600"/>
              <a:gd name="connsiteY356" fmla="*/ 6039215 h 6858000"/>
              <a:gd name="connsiteX357" fmla="*/ 3547861 w 7467600"/>
              <a:gd name="connsiteY357" fmla="*/ 6129609 h 6858000"/>
              <a:gd name="connsiteX358" fmla="*/ 3490905 w 7467600"/>
              <a:gd name="connsiteY358" fmla="*/ 6277660 h 6858000"/>
              <a:gd name="connsiteX359" fmla="*/ 3455859 w 7467600"/>
              <a:gd name="connsiteY359" fmla="*/ 6391301 h 6858000"/>
              <a:gd name="connsiteX360" fmla="*/ 3429112 w 7467600"/>
              <a:gd name="connsiteY360" fmla="*/ 6479469 h 6858000"/>
              <a:gd name="connsiteX361" fmla="*/ 3304862 w 7467600"/>
              <a:gd name="connsiteY361" fmla="*/ 6796476 h 6858000"/>
              <a:gd name="connsiteX362" fmla="*/ 3276071 w 7467600"/>
              <a:gd name="connsiteY362" fmla="*/ 6858000 h 6858000"/>
              <a:gd name="connsiteX363" fmla="*/ 3240805 w 7467600"/>
              <a:gd name="connsiteY363" fmla="*/ 6858000 h 6858000"/>
              <a:gd name="connsiteX364" fmla="*/ 3275917 w 7467600"/>
              <a:gd name="connsiteY364" fmla="*/ 6783192 h 6858000"/>
              <a:gd name="connsiteX365" fmla="*/ 3399358 w 7467600"/>
              <a:gd name="connsiteY365" fmla="*/ 6469011 h 6858000"/>
              <a:gd name="connsiteX366" fmla="*/ 3425650 w 7467600"/>
              <a:gd name="connsiteY366" fmla="*/ 6381333 h 6858000"/>
              <a:gd name="connsiteX367" fmla="*/ 3460661 w 7467600"/>
              <a:gd name="connsiteY367" fmla="*/ 6266763 h 6858000"/>
              <a:gd name="connsiteX368" fmla="*/ 3518021 w 7467600"/>
              <a:gd name="connsiteY368" fmla="*/ 6117298 h 6858000"/>
              <a:gd name="connsiteX369" fmla="*/ 3554035 w 7467600"/>
              <a:gd name="connsiteY369" fmla="*/ 6027832 h 6858000"/>
              <a:gd name="connsiteX370" fmla="*/ 3677174 w 7467600"/>
              <a:gd name="connsiteY370" fmla="*/ 5636351 h 6858000"/>
              <a:gd name="connsiteX371" fmla="*/ 3698819 w 7467600"/>
              <a:gd name="connsiteY371" fmla="*/ 5560503 h 6858000"/>
              <a:gd name="connsiteX372" fmla="*/ 3702094 w 7467600"/>
              <a:gd name="connsiteY372" fmla="*/ 5549194 h 6858000"/>
              <a:gd name="connsiteX373" fmla="*/ 3398355 w 7467600"/>
              <a:gd name="connsiteY373" fmla="*/ 6094603 h 6858000"/>
              <a:gd name="connsiteX374" fmla="*/ 3193941 w 7467600"/>
              <a:gd name="connsiteY374" fmla="*/ 6798775 h 6858000"/>
              <a:gd name="connsiteX375" fmla="*/ 3184140 w 7467600"/>
              <a:gd name="connsiteY375" fmla="*/ 6858000 h 6858000"/>
              <a:gd name="connsiteX376" fmla="*/ 3099978 w 7467600"/>
              <a:gd name="connsiteY376" fmla="*/ 6858000 h 6858000"/>
              <a:gd name="connsiteX377" fmla="*/ 3101556 w 7467600"/>
              <a:gd name="connsiteY377" fmla="*/ 6843337 h 6858000"/>
              <a:gd name="connsiteX378" fmla="*/ 3370162 w 7467600"/>
              <a:gd name="connsiteY378" fmla="*/ 5785550 h 6858000"/>
              <a:gd name="connsiteX379" fmla="*/ 3746477 w 7467600"/>
              <a:gd name="connsiteY379" fmla="*/ 5377889 h 6858000"/>
              <a:gd name="connsiteX380" fmla="*/ 3863399 w 7467600"/>
              <a:gd name="connsiteY380" fmla="*/ 5087257 h 6858000"/>
              <a:gd name="connsiteX381" fmla="*/ 3968712 w 7467600"/>
              <a:gd name="connsiteY381" fmla="*/ 4913989 h 6858000"/>
              <a:gd name="connsiteX382" fmla="*/ 2792390 w 7467600"/>
              <a:gd name="connsiteY382" fmla="*/ 5382974 h 6858000"/>
              <a:gd name="connsiteX383" fmla="*/ 2714982 w 7467600"/>
              <a:gd name="connsiteY383" fmla="*/ 5427051 h 6858000"/>
              <a:gd name="connsiteX384" fmla="*/ 2813361 w 7467600"/>
              <a:gd name="connsiteY384" fmla="*/ 6023912 h 6858000"/>
              <a:gd name="connsiteX385" fmla="*/ 2688430 w 7467600"/>
              <a:gd name="connsiteY385" fmla="*/ 6801564 h 6858000"/>
              <a:gd name="connsiteX386" fmla="*/ 2629626 w 7467600"/>
              <a:gd name="connsiteY386" fmla="*/ 6763394 h 6858000"/>
              <a:gd name="connsiteX387" fmla="*/ 2565328 w 7467600"/>
              <a:gd name="connsiteY387" fmla="*/ 5516399 h 6858000"/>
              <a:gd name="connsiteX388" fmla="*/ 1922999 w 7467600"/>
              <a:gd name="connsiteY388" fmla="*/ 5980343 h 6858000"/>
              <a:gd name="connsiteX389" fmla="*/ 1950261 w 7467600"/>
              <a:gd name="connsiteY389" fmla="*/ 6405858 h 6858000"/>
              <a:gd name="connsiteX390" fmla="*/ 2365554 w 7467600"/>
              <a:gd name="connsiteY390" fmla="*/ 6759107 h 6858000"/>
              <a:gd name="connsiteX391" fmla="*/ 2424142 w 7467600"/>
              <a:gd name="connsiteY391" fmla="*/ 6858000 h 6858000"/>
              <a:gd name="connsiteX392" fmla="*/ 2395994 w 7467600"/>
              <a:gd name="connsiteY392" fmla="*/ 6858000 h 6858000"/>
              <a:gd name="connsiteX393" fmla="*/ 2392863 w 7467600"/>
              <a:gd name="connsiteY393" fmla="*/ 6852964 h 6858000"/>
              <a:gd name="connsiteX394" fmla="*/ 2017589 w 7467600"/>
              <a:gd name="connsiteY394" fmla="*/ 6493982 h 6858000"/>
              <a:gd name="connsiteX395" fmla="*/ 2147336 w 7467600"/>
              <a:gd name="connsiteY395" fmla="*/ 6594052 h 6858000"/>
              <a:gd name="connsiteX396" fmla="*/ 2207047 w 7467600"/>
              <a:gd name="connsiteY396" fmla="*/ 6654540 h 6858000"/>
              <a:gd name="connsiteX397" fmla="*/ 2299106 w 7467600"/>
              <a:gd name="connsiteY397" fmla="*/ 6778931 h 6858000"/>
              <a:gd name="connsiteX398" fmla="*/ 2314430 w 7467600"/>
              <a:gd name="connsiteY398" fmla="*/ 6801144 h 6858000"/>
              <a:gd name="connsiteX399" fmla="*/ 2352406 w 7467600"/>
              <a:gd name="connsiteY399" fmla="*/ 6858000 h 6858000"/>
              <a:gd name="connsiteX400" fmla="*/ 2314492 w 7467600"/>
              <a:gd name="connsiteY400" fmla="*/ 6858000 h 6858000"/>
              <a:gd name="connsiteX401" fmla="*/ 2288095 w 7467600"/>
              <a:gd name="connsiteY401" fmla="*/ 6818030 h 6858000"/>
              <a:gd name="connsiteX402" fmla="*/ 2272768 w 7467600"/>
              <a:gd name="connsiteY402" fmla="*/ 6795822 h 6858000"/>
              <a:gd name="connsiteX403" fmla="*/ 2182715 w 7467600"/>
              <a:gd name="connsiteY403" fmla="*/ 6675071 h 6858000"/>
              <a:gd name="connsiteX404" fmla="*/ 2032061 w 7467600"/>
              <a:gd name="connsiteY404" fmla="*/ 6541380 h 6858000"/>
              <a:gd name="connsiteX405" fmla="*/ 2257220 w 7467600"/>
              <a:gd name="connsiteY405" fmla="*/ 6826257 h 6858000"/>
              <a:gd name="connsiteX406" fmla="*/ 2281324 w 7467600"/>
              <a:gd name="connsiteY406" fmla="*/ 6858000 h 6858000"/>
              <a:gd name="connsiteX407" fmla="*/ 2242860 w 7467600"/>
              <a:gd name="connsiteY407" fmla="*/ 6858000 h 6858000"/>
              <a:gd name="connsiteX408" fmla="*/ 2232818 w 7467600"/>
              <a:gd name="connsiteY408" fmla="*/ 6844926 h 6858000"/>
              <a:gd name="connsiteX409" fmla="*/ 1990172 w 7467600"/>
              <a:gd name="connsiteY409" fmla="*/ 6542121 h 6858000"/>
              <a:gd name="connsiteX410" fmla="*/ 2124090 w 7467600"/>
              <a:gd name="connsiteY410" fmla="*/ 6761017 h 6858000"/>
              <a:gd name="connsiteX411" fmla="*/ 2200380 w 7467600"/>
              <a:gd name="connsiteY411" fmla="*/ 6858000 h 6858000"/>
              <a:gd name="connsiteX412" fmla="*/ 2147507 w 7467600"/>
              <a:gd name="connsiteY412" fmla="*/ 6858000 h 6858000"/>
              <a:gd name="connsiteX413" fmla="*/ 2070668 w 7467600"/>
              <a:gd name="connsiteY413" fmla="*/ 6761520 h 6858000"/>
              <a:gd name="connsiteX414" fmla="*/ 1975142 w 7467600"/>
              <a:gd name="connsiteY414" fmla="*/ 6585570 h 6858000"/>
              <a:gd name="connsiteX415" fmla="*/ 2050035 w 7467600"/>
              <a:gd name="connsiteY415" fmla="*/ 6813345 h 6858000"/>
              <a:gd name="connsiteX416" fmla="*/ 2063025 w 7467600"/>
              <a:gd name="connsiteY416" fmla="*/ 6858000 h 6858000"/>
              <a:gd name="connsiteX417" fmla="*/ 2021675 w 7467600"/>
              <a:gd name="connsiteY417" fmla="*/ 6858000 h 6858000"/>
              <a:gd name="connsiteX418" fmla="*/ 2019308 w 7467600"/>
              <a:gd name="connsiteY418" fmla="*/ 6847118 h 6858000"/>
              <a:gd name="connsiteX419" fmla="*/ 1938835 w 7467600"/>
              <a:gd name="connsiteY419" fmla="*/ 6551160 h 6858000"/>
              <a:gd name="connsiteX420" fmla="*/ 1953230 w 7467600"/>
              <a:gd name="connsiteY420" fmla="*/ 6759699 h 6858000"/>
              <a:gd name="connsiteX421" fmla="*/ 1956763 w 7467600"/>
              <a:gd name="connsiteY421" fmla="*/ 6778191 h 6858000"/>
              <a:gd name="connsiteX422" fmla="*/ 1967925 w 7467600"/>
              <a:gd name="connsiteY422" fmla="*/ 6858000 h 6858000"/>
              <a:gd name="connsiteX423" fmla="*/ 1936622 w 7467600"/>
              <a:gd name="connsiteY423" fmla="*/ 6858000 h 6858000"/>
              <a:gd name="connsiteX424" fmla="*/ 1926261 w 7467600"/>
              <a:gd name="connsiteY424" fmla="*/ 6784064 h 6858000"/>
              <a:gd name="connsiteX425" fmla="*/ 1922724 w 7467600"/>
              <a:gd name="connsiteY425" fmla="*/ 6765577 h 6858000"/>
              <a:gd name="connsiteX426" fmla="*/ 1904650 w 7467600"/>
              <a:gd name="connsiteY426" fmla="*/ 6639616 h 6858000"/>
              <a:gd name="connsiteX427" fmla="*/ 1885273 w 7467600"/>
              <a:gd name="connsiteY427" fmla="*/ 6858000 h 6858000"/>
              <a:gd name="connsiteX428" fmla="*/ 1854363 w 7467600"/>
              <a:gd name="connsiteY428" fmla="*/ 6858000 h 6858000"/>
              <a:gd name="connsiteX429" fmla="*/ 1880391 w 7467600"/>
              <a:gd name="connsiteY429" fmla="*/ 6603796 h 6858000"/>
              <a:gd name="connsiteX430" fmla="*/ 1818273 w 7467600"/>
              <a:gd name="connsiteY430" fmla="*/ 6715729 h 6858000"/>
              <a:gd name="connsiteX431" fmla="*/ 1794691 w 7467600"/>
              <a:gd name="connsiteY431" fmla="*/ 6843239 h 6858000"/>
              <a:gd name="connsiteX432" fmla="*/ 1794914 w 7467600"/>
              <a:gd name="connsiteY432" fmla="*/ 6858000 h 6858000"/>
              <a:gd name="connsiteX433" fmla="*/ 1746128 w 7467600"/>
              <a:gd name="connsiteY433" fmla="*/ 6858000 h 6858000"/>
              <a:gd name="connsiteX434" fmla="*/ 1753934 w 7467600"/>
              <a:gd name="connsiteY434" fmla="*/ 6724796 h 6858000"/>
              <a:gd name="connsiteX435" fmla="*/ 1792053 w 7467600"/>
              <a:gd name="connsiteY435" fmla="*/ 6572396 h 6858000"/>
              <a:gd name="connsiteX436" fmla="*/ 1862248 w 7467600"/>
              <a:gd name="connsiteY436" fmla="*/ 6266397 h 6858000"/>
              <a:gd name="connsiteX437" fmla="*/ 1862250 w 7467600"/>
              <a:gd name="connsiteY437" fmla="*/ 6033531 h 6858000"/>
              <a:gd name="connsiteX438" fmla="*/ 1211999 w 7467600"/>
              <a:gd name="connsiteY438" fmla="*/ 6683610 h 6858000"/>
              <a:gd name="connsiteX439" fmla="*/ 1213266 w 7467600"/>
              <a:gd name="connsiteY439" fmla="*/ 6691947 h 6858000"/>
              <a:gd name="connsiteX440" fmla="*/ 1203370 w 7467600"/>
              <a:gd name="connsiteY440" fmla="*/ 6850676 h 6858000"/>
              <a:gd name="connsiteX441" fmla="*/ 1203671 w 7467600"/>
              <a:gd name="connsiteY441" fmla="*/ 6858000 h 6858000"/>
              <a:gd name="connsiteX442" fmla="*/ 1143180 w 7467600"/>
              <a:gd name="connsiteY442" fmla="*/ 6858000 h 6858000"/>
              <a:gd name="connsiteX443" fmla="*/ 1142176 w 7467600"/>
              <a:gd name="connsiteY443" fmla="*/ 6766045 h 6858000"/>
              <a:gd name="connsiteX444" fmla="*/ 1067484 w 7467600"/>
              <a:gd name="connsiteY444" fmla="*/ 6858000 h 6858000"/>
              <a:gd name="connsiteX445" fmla="*/ 953928 w 7467600"/>
              <a:gd name="connsiteY445" fmla="*/ 6858000 h 6858000"/>
              <a:gd name="connsiteX446" fmla="*/ 959715 w 7467600"/>
              <a:gd name="connsiteY446" fmla="*/ 6850185 h 6858000"/>
              <a:gd name="connsiteX447" fmla="*/ 1483788 w 7467600"/>
              <a:gd name="connsiteY447" fmla="*/ 6259174 h 6858000"/>
              <a:gd name="connsiteX448" fmla="*/ 1100671 w 7467600"/>
              <a:gd name="connsiteY448" fmla="*/ 6252137 h 6858000"/>
              <a:gd name="connsiteX449" fmla="*/ 1090144 w 7467600"/>
              <a:gd name="connsiteY449" fmla="*/ 6256748 h 6858000"/>
              <a:gd name="connsiteX450" fmla="*/ 1095872 w 7467600"/>
              <a:gd name="connsiteY450" fmla="*/ 6271892 h 6858000"/>
              <a:gd name="connsiteX451" fmla="*/ 262785 w 7467600"/>
              <a:gd name="connsiteY451" fmla="*/ 6845450 h 6858000"/>
              <a:gd name="connsiteX452" fmla="*/ 209968 w 7467600"/>
              <a:gd name="connsiteY452" fmla="*/ 6770713 h 6858000"/>
              <a:gd name="connsiteX453" fmla="*/ 873460 w 7467600"/>
              <a:gd name="connsiteY453" fmla="*/ 6253768 h 6858000"/>
              <a:gd name="connsiteX454" fmla="*/ 192686 w 7467600"/>
              <a:gd name="connsiteY454" fmla="*/ 5849257 h 6858000"/>
              <a:gd name="connsiteX455" fmla="*/ 4696 w 7467600"/>
              <a:gd name="connsiteY455" fmla="*/ 5697668 h 6858000"/>
              <a:gd name="connsiteX456" fmla="*/ 0 w 7467600"/>
              <a:gd name="connsiteY456" fmla="*/ 5689984 h 6858000"/>
              <a:gd name="connsiteX457" fmla="*/ 0 w 7467600"/>
              <a:gd name="connsiteY457" fmla="*/ 5513472 h 6858000"/>
              <a:gd name="connsiteX458" fmla="*/ 174101 w 7467600"/>
              <a:gd name="connsiteY458" fmla="*/ 5620277 h 6858000"/>
              <a:gd name="connsiteX459" fmla="*/ 891800 w 7467600"/>
              <a:gd name="connsiteY459" fmla="*/ 6036935 h 6858000"/>
              <a:gd name="connsiteX460" fmla="*/ 1072219 w 7467600"/>
              <a:gd name="connsiteY460" fmla="*/ 6169443 h 6858000"/>
              <a:gd name="connsiteX461" fmla="*/ 1074117 w 7467600"/>
              <a:gd name="connsiteY461" fmla="*/ 6170301 h 6858000"/>
              <a:gd name="connsiteX462" fmla="*/ 1083114 w 7467600"/>
              <a:gd name="connsiteY462" fmla="*/ 6174131 h 6858000"/>
              <a:gd name="connsiteX463" fmla="*/ 1543010 w 7467600"/>
              <a:gd name="connsiteY463" fmla="*/ 6191140 h 6858000"/>
              <a:gd name="connsiteX464" fmla="*/ 1551080 w 7467600"/>
              <a:gd name="connsiteY464" fmla="*/ 6195006 h 6858000"/>
              <a:gd name="connsiteX465" fmla="*/ 2345443 w 7467600"/>
              <a:gd name="connsiteY465" fmla="*/ 5549882 h 6858000"/>
              <a:gd name="connsiteX466" fmla="*/ 1721499 w 7467600"/>
              <a:gd name="connsiteY466" fmla="*/ 5599969 h 6858000"/>
              <a:gd name="connsiteX467" fmla="*/ 767716 w 7467600"/>
              <a:gd name="connsiteY467" fmla="*/ 5472768 h 6858000"/>
              <a:gd name="connsiteX468" fmla="*/ 722147 w 7467600"/>
              <a:gd name="connsiteY468" fmla="*/ 5393091 h 6858000"/>
              <a:gd name="connsiteX469" fmla="*/ 1485552 w 7467600"/>
              <a:gd name="connsiteY469" fmla="*/ 5313202 h 6858000"/>
              <a:gd name="connsiteX470" fmla="*/ 2143004 w 7467600"/>
              <a:gd name="connsiteY470" fmla="*/ 5402420 h 6858000"/>
              <a:gd name="connsiteX471" fmla="*/ 1933391 w 7467600"/>
              <a:gd name="connsiteY471" fmla="*/ 5156971 h 6858000"/>
              <a:gd name="connsiteX472" fmla="*/ 1827118 w 7467600"/>
              <a:gd name="connsiteY472" fmla="*/ 4968410 h 6858000"/>
              <a:gd name="connsiteX473" fmla="*/ 1837349 w 7467600"/>
              <a:gd name="connsiteY473" fmla="*/ 4956357 h 6858000"/>
              <a:gd name="connsiteX474" fmla="*/ 2162835 w 7467600"/>
              <a:gd name="connsiteY474" fmla="*/ 5187853 h 6858000"/>
              <a:gd name="connsiteX475" fmla="*/ 2257167 w 7467600"/>
              <a:gd name="connsiteY475" fmla="*/ 5462123 h 6858000"/>
              <a:gd name="connsiteX476" fmla="*/ 2261598 w 7467600"/>
              <a:gd name="connsiteY476" fmla="*/ 5467998 h 6858000"/>
              <a:gd name="connsiteX477" fmla="*/ 2437177 w 7467600"/>
              <a:gd name="connsiteY477" fmla="*/ 5479608 h 6858000"/>
              <a:gd name="connsiteX478" fmla="*/ 2445247 w 7467600"/>
              <a:gd name="connsiteY478" fmla="*/ 5483476 h 6858000"/>
              <a:gd name="connsiteX479" fmla="*/ 2743626 w 7467600"/>
              <a:gd name="connsiteY479" fmla="*/ 5304819 h 6858000"/>
              <a:gd name="connsiteX480" fmla="*/ 3048102 w 7467600"/>
              <a:gd name="connsiteY480" fmla="*/ 5150595 h 6858000"/>
              <a:gd name="connsiteX481" fmla="*/ 1799414 w 7467600"/>
              <a:gd name="connsiteY481" fmla="*/ 4694732 h 6858000"/>
              <a:gd name="connsiteX482" fmla="*/ 1771735 w 7467600"/>
              <a:gd name="connsiteY482" fmla="*/ 4619929 h 6858000"/>
              <a:gd name="connsiteX483" fmla="*/ 3104273 w 7467600"/>
              <a:gd name="connsiteY483" fmla="*/ 5076159 h 6858000"/>
              <a:gd name="connsiteX484" fmla="*/ 3113245 w 7467600"/>
              <a:gd name="connsiteY484" fmla="*/ 5090705 h 6858000"/>
              <a:gd name="connsiteX485" fmla="*/ 3126294 w 7467600"/>
              <a:gd name="connsiteY485" fmla="*/ 5114400 h 6858000"/>
              <a:gd name="connsiteX486" fmla="*/ 3937433 w 7467600"/>
              <a:gd name="connsiteY486" fmla="*/ 4830473 h 6858000"/>
              <a:gd name="connsiteX487" fmla="*/ 3590475 w 7467600"/>
              <a:gd name="connsiteY487" fmla="*/ 4597974 h 6858000"/>
              <a:gd name="connsiteX488" fmla="*/ 3100264 w 7467600"/>
              <a:gd name="connsiteY488" fmla="*/ 4579845 h 6858000"/>
              <a:gd name="connsiteX489" fmla="*/ 2183576 w 7467600"/>
              <a:gd name="connsiteY489" fmla="*/ 4227150 h 6858000"/>
              <a:gd name="connsiteX490" fmla="*/ 2151029 w 7467600"/>
              <a:gd name="connsiteY490" fmla="*/ 4146947 h 6858000"/>
              <a:gd name="connsiteX491" fmla="*/ 3563434 w 7467600"/>
              <a:gd name="connsiteY491" fmla="*/ 4469115 h 6858000"/>
              <a:gd name="connsiteX492" fmla="*/ 3177952 w 7467600"/>
              <a:gd name="connsiteY492" fmla="*/ 3657386 h 6858000"/>
              <a:gd name="connsiteX493" fmla="*/ 3189263 w 7467600"/>
              <a:gd name="connsiteY493" fmla="*/ 3625726 h 6858000"/>
              <a:gd name="connsiteX494" fmla="*/ 3560912 w 7467600"/>
              <a:gd name="connsiteY494" fmla="*/ 4079863 h 6858000"/>
              <a:gd name="connsiteX495" fmla="*/ 3626636 w 7467600"/>
              <a:gd name="connsiteY495" fmla="*/ 4512230 h 6858000"/>
              <a:gd name="connsiteX496" fmla="*/ 3653088 w 7467600"/>
              <a:gd name="connsiteY496" fmla="*/ 4521417 h 6858000"/>
              <a:gd name="connsiteX497" fmla="*/ 3988128 w 7467600"/>
              <a:gd name="connsiteY497" fmla="*/ 4817267 h 6858000"/>
              <a:gd name="connsiteX498" fmla="*/ 4830582 w 7467600"/>
              <a:gd name="connsiteY498" fmla="*/ 4676000 h 6858000"/>
              <a:gd name="connsiteX499" fmla="*/ 4830100 w 7467600"/>
              <a:gd name="connsiteY499" fmla="*/ 4675554 h 6858000"/>
              <a:gd name="connsiteX500" fmla="*/ 4036318 w 7467600"/>
              <a:gd name="connsiteY500" fmla="*/ 4147013 h 6858000"/>
              <a:gd name="connsiteX501" fmla="*/ 3432098 w 7467600"/>
              <a:gd name="connsiteY501" fmla="*/ 3537312 h 6858000"/>
              <a:gd name="connsiteX502" fmla="*/ 3446761 w 7467600"/>
              <a:gd name="connsiteY502" fmla="*/ 3461278 h 6858000"/>
              <a:gd name="connsiteX503" fmla="*/ 4419733 w 7467600"/>
              <a:gd name="connsiteY503" fmla="*/ 3963555 h 6858000"/>
              <a:gd name="connsiteX504" fmla="*/ 4781371 w 7467600"/>
              <a:gd name="connsiteY504" fmla="*/ 4458604 h 6858000"/>
              <a:gd name="connsiteX505" fmla="*/ 4780440 w 7467600"/>
              <a:gd name="connsiteY505" fmla="*/ 4470290 h 6858000"/>
              <a:gd name="connsiteX506" fmla="*/ 4898954 w 7467600"/>
              <a:gd name="connsiteY506" fmla="*/ 4662092 h 6858000"/>
              <a:gd name="connsiteX507" fmla="*/ 4900699 w 7467600"/>
              <a:gd name="connsiteY507" fmla="*/ 4670867 h 6858000"/>
              <a:gd name="connsiteX508" fmla="*/ 5714511 w 7467600"/>
              <a:gd name="connsiteY508" fmla="*/ 4663483 h 6858000"/>
              <a:gd name="connsiteX509" fmla="*/ 5464793 w 7467600"/>
              <a:gd name="connsiteY509" fmla="*/ 4393556 h 6858000"/>
              <a:gd name="connsiteX510" fmla="*/ 5461897 w 7467600"/>
              <a:gd name="connsiteY510" fmla="*/ 4390879 h 6858000"/>
              <a:gd name="connsiteX511" fmla="*/ 4294126 w 7467600"/>
              <a:gd name="connsiteY511" fmla="*/ 3303048 h 6858000"/>
              <a:gd name="connsiteX512" fmla="*/ 4305321 w 7467600"/>
              <a:gd name="connsiteY512" fmla="*/ 3256953 h 6858000"/>
              <a:gd name="connsiteX513" fmla="*/ 4949299 w 7467600"/>
              <a:gd name="connsiteY513" fmla="*/ 3766336 h 6858000"/>
              <a:gd name="connsiteX514" fmla="*/ 5291452 w 7467600"/>
              <a:gd name="connsiteY514" fmla="*/ 4076801 h 6858000"/>
              <a:gd name="connsiteX515" fmla="*/ 5434998 w 7467600"/>
              <a:gd name="connsiteY515" fmla="*/ 4254100 h 6858000"/>
              <a:gd name="connsiteX516" fmla="*/ 5351015 w 7467600"/>
              <a:gd name="connsiteY516" fmla="*/ 3760989 h 6858000"/>
              <a:gd name="connsiteX517" fmla="*/ 5413780 w 7467600"/>
              <a:gd name="connsiteY517" fmla="*/ 2966265 h 6858000"/>
              <a:gd name="connsiteX518" fmla="*/ 5425627 w 7467600"/>
              <a:gd name="connsiteY518" fmla="*/ 2954192 h 6858000"/>
              <a:gd name="connsiteX519" fmla="*/ 6604735 w 7467600"/>
              <a:gd name="connsiteY519" fmla="*/ 2041381 h 6858000"/>
              <a:gd name="connsiteX520" fmla="*/ 7204487 w 7467600"/>
              <a:gd name="connsiteY520" fmla="*/ 2742112 h 6858000"/>
              <a:gd name="connsiteX521" fmla="*/ 7131592 w 7467600"/>
              <a:gd name="connsiteY521" fmla="*/ 2672096 h 6858000"/>
              <a:gd name="connsiteX522" fmla="*/ 6996344 w 7467600"/>
              <a:gd name="connsiteY522" fmla="*/ 2518310 h 6858000"/>
              <a:gd name="connsiteX523" fmla="*/ 6735495 w 7467600"/>
              <a:gd name="connsiteY523" fmla="*/ 2196890 h 6858000"/>
              <a:gd name="connsiteX524" fmla="*/ 6721901 w 7467600"/>
              <a:gd name="connsiteY524" fmla="*/ 2179274 h 6858000"/>
              <a:gd name="connsiteX525" fmla="*/ 6604735 w 7467600"/>
              <a:gd name="connsiteY525" fmla="*/ 2041381 h 6858000"/>
              <a:gd name="connsiteX526" fmla="*/ 6591670 w 7467600"/>
              <a:gd name="connsiteY526" fmla="*/ 1988277 h 6858000"/>
              <a:gd name="connsiteX527" fmla="*/ 6747349 w 7467600"/>
              <a:gd name="connsiteY527" fmla="*/ 2160069 h 6858000"/>
              <a:gd name="connsiteX528" fmla="*/ 6760943 w 7467600"/>
              <a:gd name="connsiteY528" fmla="*/ 2177686 h 6858000"/>
              <a:gd name="connsiteX529" fmla="*/ 7021065 w 7467600"/>
              <a:gd name="connsiteY529" fmla="*/ 2498102 h 6858000"/>
              <a:gd name="connsiteX530" fmla="*/ 7155223 w 7467600"/>
              <a:gd name="connsiteY530" fmla="*/ 2650386 h 6858000"/>
              <a:gd name="connsiteX531" fmla="*/ 7203167 w 7467600"/>
              <a:gd name="connsiteY531" fmla="*/ 2697288 h 6858000"/>
              <a:gd name="connsiteX532" fmla="*/ 6937703 w 7467600"/>
              <a:gd name="connsiteY532" fmla="*/ 2321981 h 6858000"/>
              <a:gd name="connsiteX533" fmla="*/ 6591670 w 7467600"/>
              <a:gd name="connsiteY533" fmla="*/ 1988277 h 6858000"/>
              <a:gd name="connsiteX534" fmla="*/ 5798671 w 7467600"/>
              <a:gd name="connsiteY534" fmla="*/ 1981601 h 6858000"/>
              <a:gd name="connsiteX535" fmla="*/ 5754709 w 7467600"/>
              <a:gd name="connsiteY535" fmla="*/ 2071454 h 6858000"/>
              <a:gd name="connsiteX536" fmla="*/ 5763044 w 7467600"/>
              <a:gd name="connsiteY536" fmla="*/ 2842206 h 6858000"/>
              <a:gd name="connsiteX537" fmla="*/ 5764974 w 7467600"/>
              <a:gd name="connsiteY537" fmla="*/ 2799609 h 6858000"/>
              <a:gd name="connsiteX538" fmla="*/ 5767665 w 7467600"/>
              <a:gd name="connsiteY538" fmla="*/ 2666409 h 6858000"/>
              <a:gd name="connsiteX539" fmla="*/ 5763055 w 7467600"/>
              <a:gd name="connsiteY539" fmla="*/ 2579705 h 6858000"/>
              <a:gd name="connsiteX540" fmla="*/ 5758079 w 7467600"/>
              <a:gd name="connsiteY540" fmla="*/ 2492508 h 6858000"/>
              <a:gd name="connsiteX541" fmla="*/ 5779325 w 7467600"/>
              <a:gd name="connsiteY541" fmla="*/ 2197069 h 6858000"/>
              <a:gd name="connsiteX542" fmla="*/ 5798671 w 7467600"/>
              <a:gd name="connsiteY542" fmla="*/ 1981601 h 6858000"/>
              <a:gd name="connsiteX543" fmla="*/ 5829202 w 7467600"/>
              <a:gd name="connsiteY543" fmla="*/ 1971679 h 6858000"/>
              <a:gd name="connsiteX544" fmla="*/ 5809558 w 7467600"/>
              <a:gd name="connsiteY544" fmla="*/ 2198043 h 6858000"/>
              <a:gd name="connsiteX545" fmla="*/ 5788653 w 7467600"/>
              <a:gd name="connsiteY545" fmla="*/ 2489430 h 6858000"/>
              <a:gd name="connsiteX546" fmla="*/ 5793439 w 7467600"/>
              <a:gd name="connsiteY546" fmla="*/ 2575235 h 6858000"/>
              <a:gd name="connsiteX547" fmla="*/ 5796837 w 7467600"/>
              <a:gd name="connsiteY547" fmla="*/ 2637633 h 6858000"/>
              <a:gd name="connsiteX548" fmla="*/ 5818614 w 7467600"/>
              <a:gd name="connsiteY548" fmla="*/ 2473055 h 6858000"/>
              <a:gd name="connsiteX549" fmla="*/ 5829202 w 7467600"/>
              <a:gd name="connsiteY549" fmla="*/ 1971679 h 6858000"/>
              <a:gd name="connsiteX550" fmla="*/ 5911389 w 7467600"/>
              <a:gd name="connsiteY550" fmla="*/ 1898371 h 6858000"/>
              <a:gd name="connsiteX551" fmla="*/ 6237627 w 7467600"/>
              <a:gd name="connsiteY551" fmla="*/ 2231921 h 6858000"/>
              <a:gd name="connsiteX552" fmla="*/ 5911389 w 7467600"/>
              <a:gd name="connsiteY552" fmla="*/ 1898371 h 6858000"/>
              <a:gd name="connsiteX553" fmla="*/ 6944437 w 7467600"/>
              <a:gd name="connsiteY553" fmla="*/ 1575402 h 6858000"/>
              <a:gd name="connsiteX554" fmla="*/ 6304730 w 7467600"/>
              <a:gd name="connsiteY554" fmla="*/ 1766654 h 6858000"/>
              <a:gd name="connsiteX555" fmla="*/ 6944437 w 7467600"/>
              <a:gd name="connsiteY555" fmla="*/ 1575402 h 6858000"/>
              <a:gd name="connsiteX556" fmla="*/ 7019523 w 7467600"/>
              <a:gd name="connsiteY556" fmla="*/ 1519450 h 6858000"/>
              <a:gd name="connsiteX557" fmla="*/ 6298091 w 7467600"/>
              <a:gd name="connsiteY557" fmla="*/ 1737122 h 6858000"/>
              <a:gd name="connsiteX558" fmla="*/ 7019523 w 7467600"/>
              <a:gd name="connsiteY558" fmla="*/ 1519450 h 6858000"/>
              <a:gd name="connsiteX559" fmla="*/ 2399523 w 7467600"/>
              <a:gd name="connsiteY559" fmla="*/ 1428234 h 6858000"/>
              <a:gd name="connsiteX560" fmla="*/ 2224982 w 7467600"/>
              <a:gd name="connsiteY560" fmla="*/ 1826201 h 6858000"/>
              <a:gd name="connsiteX561" fmla="*/ 2096099 w 7467600"/>
              <a:gd name="connsiteY561" fmla="*/ 2345900 h 6858000"/>
              <a:gd name="connsiteX562" fmla="*/ 2283317 w 7467600"/>
              <a:gd name="connsiteY562" fmla="*/ 1796925 h 6858000"/>
              <a:gd name="connsiteX563" fmla="*/ 2399523 w 7467600"/>
              <a:gd name="connsiteY563" fmla="*/ 1428234 h 6858000"/>
              <a:gd name="connsiteX564" fmla="*/ 2448558 w 7467600"/>
              <a:gd name="connsiteY564" fmla="*/ 1373435 h 6858000"/>
              <a:gd name="connsiteX565" fmla="*/ 2312521 w 7467600"/>
              <a:gd name="connsiteY565" fmla="*/ 1806140 h 6858000"/>
              <a:gd name="connsiteX566" fmla="*/ 2127533 w 7467600"/>
              <a:gd name="connsiteY566" fmla="*/ 2348380 h 6858000"/>
              <a:gd name="connsiteX567" fmla="*/ 2358080 w 7467600"/>
              <a:gd name="connsiteY567" fmla="*/ 1866134 h 6858000"/>
              <a:gd name="connsiteX568" fmla="*/ 2407436 w 7467600"/>
              <a:gd name="connsiteY568" fmla="*/ 1651070 h 6858000"/>
              <a:gd name="connsiteX569" fmla="*/ 2448558 w 7467600"/>
              <a:gd name="connsiteY569" fmla="*/ 1373435 h 6858000"/>
              <a:gd name="connsiteX570" fmla="*/ 278707 w 7467600"/>
              <a:gd name="connsiteY570" fmla="*/ 1352270 h 6858000"/>
              <a:gd name="connsiteX571" fmla="*/ 321570 w 7467600"/>
              <a:gd name="connsiteY571" fmla="*/ 1861610 h 6858000"/>
              <a:gd name="connsiteX572" fmla="*/ 294281 w 7467600"/>
              <a:gd name="connsiteY572" fmla="*/ 1440658 h 6858000"/>
              <a:gd name="connsiteX573" fmla="*/ 278707 w 7467600"/>
              <a:gd name="connsiteY573" fmla="*/ 1352270 h 6858000"/>
              <a:gd name="connsiteX574" fmla="*/ 1423821 w 7467600"/>
              <a:gd name="connsiteY574" fmla="*/ 1351958 h 6858000"/>
              <a:gd name="connsiteX575" fmla="*/ 1638521 w 7467600"/>
              <a:gd name="connsiteY575" fmla="*/ 1908470 h 6858000"/>
              <a:gd name="connsiteX576" fmla="*/ 1754199 w 7467600"/>
              <a:gd name="connsiteY576" fmla="*/ 2149284 h 6858000"/>
              <a:gd name="connsiteX577" fmla="*/ 1908359 w 7467600"/>
              <a:gd name="connsiteY577" fmla="*/ 2364988 h 6858000"/>
              <a:gd name="connsiteX578" fmla="*/ 1647661 w 7467600"/>
              <a:gd name="connsiteY578" fmla="*/ 1825945 h 6858000"/>
              <a:gd name="connsiteX579" fmla="*/ 1423821 w 7467600"/>
              <a:gd name="connsiteY579" fmla="*/ 1351958 h 6858000"/>
              <a:gd name="connsiteX580" fmla="*/ 1431890 w 7467600"/>
              <a:gd name="connsiteY580" fmla="*/ 1306475 h 6858000"/>
              <a:gd name="connsiteX581" fmla="*/ 1507597 w 7467600"/>
              <a:gd name="connsiteY581" fmla="*/ 1446132 h 6858000"/>
              <a:gd name="connsiteX582" fmla="*/ 1674586 w 7467600"/>
              <a:gd name="connsiteY582" fmla="*/ 1813832 h 6858000"/>
              <a:gd name="connsiteX583" fmla="*/ 1815950 w 7467600"/>
              <a:gd name="connsiteY583" fmla="*/ 2128564 h 6858000"/>
              <a:gd name="connsiteX584" fmla="*/ 1984242 w 7467600"/>
              <a:gd name="connsiteY584" fmla="*/ 2430829 h 6858000"/>
              <a:gd name="connsiteX585" fmla="*/ 2014023 w 7467600"/>
              <a:gd name="connsiteY585" fmla="*/ 2450995 h 6858000"/>
              <a:gd name="connsiteX586" fmla="*/ 1747337 w 7467600"/>
              <a:gd name="connsiteY586" fmla="*/ 1855264 h 6858000"/>
              <a:gd name="connsiteX587" fmla="*/ 1533749 w 7467600"/>
              <a:gd name="connsiteY587" fmla="*/ 1478656 h 6858000"/>
              <a:gd name="connsiteX588" fmla="*/ 1431890 w 7467600"/>
              <a:gd name="connsiteY588" fmla="*/ 1306475 h 6858000"/>
              <a:gd name="connsiteX589" fmla="*/ 5052692 w 7467600"/>
              <a:gd name="connsiteY589" fmla="*/ 1292994 h 6858000"/>
              <a:gd name="connsiteX590" fmla="*/ 5200661 w 7467600"/>
              <a:gd name="connsiteY590" fmla="*/ 1635186 h 6858000"/>
              <a:gd name="connsiteX591" fmla="*/ 5297138 w 7467600"/>
              <a:gd name="connsiteY591" fmla="*/ 1906351 h 6858000"/>
              <a:gd name="connsiteX592" fmla="*/ 5052692 w 7467600"/>
              <a:gd name="connsiteY592" fmla="*/ 1292994 h 6858000"/>
              <a:gd name="connsiteX593" fmla="*/ 5009948 w 7467600"/>
              <a:gd name="connsiteY593" fmla="*/ 1273619 h 6858000"/>
              <a:gd name="connsiteX594" fmla="*/ 5121777 w 7467600"/>
              <a:gd name="connsiteY594" fmla="*/ 1654213 h 6858000"/>
              <a:gd name="connsiteX595" fmla="*/ 5293545 w 7467600"/>
              <a:gd name="connsiteY595" fmla="*/ 2072247 h 6858000"/>
              <a:gd name="connsiteX596" fmla="*/ 5294042 w 7467600"/>
              <a:gd name="connsiteY596" fmla="*/ 2065019 h 6858000"/>
              <a:gd name="connsiteX597" fmla="*/ 5171936 w 7467600"/>
              <a:gd name="connsiteY597" fmla="*/ 1647613 h 6858000"/>
              <a:gd name="connsiteX598" fmla="*/ 5009948 w 7467600"/>
              <a:gd name="connsiteY598" fmla="*/ 1273619 h 6858000"/>
              <a:gd name="connsiteX599" fmla="*/ 655236 w 7467600"/>
              <a:gd name="connsiteY599" fmla="*/ 1268632 h 6858000"/>
              <a:gd name="connsiteX600" fmla="*/ 839521 w 7467600"/>
              <a:gd name="connsiteY600" fmla="*/ 1685315 h 6858000"/>
              <a:gd name="connsiteX601" fmla="*/ 1109416 w 7467600"/>
              <a:gd name="connsiteY601" fmla="*/ 2061663 h 6858000"/>
              <a:gd name="connsiteX602" fmla="*/ 1298300 w 7467600"/>
              <a:gd name="connsiteY602" fmla="*/ 2247742 h 6858000"/>
              <a:gd name="connsiteX603" fmla="*/ 1125871 w 7467600"/>
              <a:gd name="connsiteY603" fmla="*/ 1989513 h 6858000"/>
              <a:gd name="connsiteX604" fmla="*/ 981574 w 7467600"/>
              <a:gd name="connsiteY604" fmla="*/ 1783157 h 6858000"/>
              <a:gd name="connsiteX605" fmla="*/ 922198 w 7467600"/>
              <a:gd name="connsiteY605" fmla="*/ 1677437 h 6858000"/>
              <a:gd name="connsiteX606" fmla="*/ 869293 w 7467600"/>
              <a:gd name="connsiteY606" fmla="*/ 1583214 h 6858000"/>
              <a:gd name="connsiteX607" fmla="*/ 751431 w 7467600"/>
              <a:gd name="connsiteY607" fmla="*/ 1405731 h 6858000"/>
              <a:gd name="connsiteX608" fmla="*/ 655236 w 7467600"/>
              <a:gd name="connsiteY608" fmla="*/ 1268632 h 6858000"/>
              <a:gd name="connsiteX609" fmla="*/ 6516292 w 7467600"/>
              <a:gd name="connsiteY609" fmla="*/ 1263064 h 6858000"/>
              <a:gd name="connsiteX610" fmla="*/ 5736320 w 7467600"/>
              <a:gd name="connsiteY610" fmla="*/ 1501803 h 6858000"/>
              <a:gd name="connsiteX611" fmla="*/ 6516292 w 7467600"/>
              <a:gd name="connsiteY611" fmla="*/ 1263064 h 6858000"/>
              <a:gd name="connsiteX612" fmla="*/ 291466 w 7467600"/>
              <a:gd name="connsiteY612" fmla="*/ 1250369 h 6858000"/>
              <a:gd name="connsiteX613" fmla="*/ 323180 w 7467600"/>
              <a:gd name="connsiteY613" fmla="*/ 1435283 h 6858000"/>
              <a:gd name="connsiteX614" fmla="*/ 349381 w 7467600"/>
              <a:gd name="connsiteY614" fmla="*/ 1875041 h 6858000"/>
              <a:gd name="connsiteX615" fmla="*/ 374363 w 7467600"/>
              <a:gd name="connsiteY615" fmla="*/ 1506494 h 6858000"/>
              <a:gd name="connsiteX616" fmla="*/ 302168 w 7467600"/>
              <a:gd name="connsiteY616" fmla="*/ 1274495 h 6858000"/>
              <a:gd name="connsiteX617" fmla="*/ 291466 w 7467600"/>
              <a:gd name="connsiteY617" fmla="*/ 1250369 h 6858000"/>
              <a:gd name="connsiteX618" fmla="*/ 678222 w 7467600"/>
              <a:gd name="connsiteY618" fmla="*/ 1248670 h 6858000"/>
              <a:gd name="connsiteX619" fmla="*/ 775536 w 7467600"/>
              <a:gd name="connsiteY619" fmla="*/ 1388015 h 6858000"/>
              <a:gd name="connsiteX620" fmla="*/ 894529 w 7467600"/>
              <a:gd name="connsiteY620" fmla="*/ 1567739 h 6858000"/>
              <a:gd name="connsiteX621" fmla="*/ 948000 w 7467600"/>
              <a:gd name="connsiteY621" fmla="*/ 1663088 h 6858000"/>
              <a:gd name="connsiteX622" fmla="*/ 1006812 w 7467600"/>
              <a:gd name="connsiteY622" fmla="*/ 1767683 h 6858000"/>
              <a:gd name="connsiteX623" fmla="*/ 1149133 w 7467600"/>
              <a:gd name="connsiteY623" fmla="*/ 1971513 h 6858000"/>
              <a:gd name="connsiteX624" fmla="*/ 1333952 w 7467600"/>
              <a:gd name="connsiteY624" fmla="*/ 2251620 h 6858000"/>
              <a:gd name="connsiteX625" fmla="*/ 1337329 w 7467600"/>
              <a:gd name="connsiteY625" fmla="*/ 2258350 h 6858000"/>
              <a:gd name="connsiteX626" fmla="*/ 1014726 w 7467600"/>
              <a:gd name="connsiteY626" fmla="*/ 1615556 h 6858000"/>
              <a:gd name="connsiteX627" fmla="*/ 678222 w 7467600"/>
              <a:gd name="connsiteY627" fmla="*/ 1248670 h 6858000"/>
              <a:gd name="connsiteX628" fmla="*/ 6691602 w 7467600"/>
              <a:gd name="connsiteY628" fmla="*/ 1140573 h 6858000"/>
              <a:gd name="connsiteX629" fmla="*/ 6571100 w 7467600"/>
              <a:gd name="connsiteY629" fmla="*/ 1183662 h 6858000"/>
              <a:gd name="connsiteX630" fmla="*/ 6241687 w 7467600"/>
              <a:gd name="connsiteY630" fmla="*/ 1257600 h 6858000"/>
              <a:gd name="connsiteX631" fmla="*/ 5693009 w 7467600"/>
              <a:gd name="connsiteY631" fmla="*/ 1478256 h 6858000"/>
              <a:gd name="connsiteX632" fmla="*/ 6548420 w 7467600"/>
              <a:gd name="connsiteY632" fmla="*/ 1214599 h 6858000"/>
              <a:gd name="connsiteX633" fmla="*/ 6605473 w 7467600"/>
              <a:gd name="connsiteY633" fmla="*/ 1184686 h 6858000"/>
              <a:gd name="connsiteX634" fmla="*/ 6691602 w 7467600"/>
              <a:gd name="connsiteY634" fmla="*/ 1140573 h 6858000"/>
              <a:gd name="connsiteX635" fmla="*/ 4002475 w 7467600"/>
              <a:gd name="connsiteY635" fmla="*/ 1037802 h 6858000"/>
              <a:gd name="connsiteX636" fmla="*/ 4000324 w 7467600"/>
              <a:gd name="connsiteY636" fmla="*/ 1039362 h 6858000"/>
              <a:gd name="connsiteX637" fmla="*/ 4002862 w 7467600"/>
              <a:gd name="connsiteY637" fmla="*/ 1042866 h 6858000"/>
              <a:gd name="connsiteX638" fmla="*/ 4002475 w 7467600"/>
              <a:gd name="connsiteY638" fmla="*/ 1037802 h 6858000"/>
              <a:gd name="connsiteX639" fmla="*/ 506322 w 7467600"/>
              <a:gd name="connsiteY639" fmla="*/ 1020997 h 6858000"/>
              <a:gd name="connsiteX640" fmla="*/ 533068 w 7467600"/>
              <a:gd name="connsiteY640" fmla="*/ 1029409 h 6858000"/>
              <a:gd name="connsiteX641" fmla="*/ 1232525 w 7467600"/>
              <a:gd name="connsiteY641" fmla="*/ 1804675 h 6858000"/>
              <a:gd name="connsiteX642" fmla="*/ 1388858 w 7467600"/>
              <a:gd name="connsiteY642" fmla="*/ 2368011 h 6858000"/>
              <a:gd name="connsiteX643" fmla="*/ 1384098 w 7467600"/>
              <a:gd name="connsiteY643" fmla="*/ 2378125 h 6858000"/>
              <a:gd name="connsiteX644" fmla="*/ 1425393 w 7467600"/>
              <a:gd name="connsiteY644" fmla="*/ 2589124 h 6858000"/>
              <a:gd name="connsiteX645" fmla="*/ 1424001 w 7467600"/>
              <a:gd name="connsiteY645" fmla="*/ 2597541 h 6858000"/>
              <a:gd name="connsiteX646" fmla="*/ 2152729 w 7467600"/>
              <a:gd name="connsiteY646" fmla="*/ 2864487 h 6858000"/>
              <a:gd name="connsiteX647" fmla="*/ 2020609 w 7467600"/>
              <a:gd name="connsiteY647" fmla="*/ 2539671 h 6858000"/>
              <a:gd name="connsiteX648" fmla="*/ 2018920 w 7467600"/>
              <a:gd name="connsiteY648" fmla="*/ 2536309 h 6858000"/>
              <a:gd name="connsiteX649" fmla="*/ 1342441 w 7467600"/>
              <a:gd name="connsiteY649" fmla="*/ 1173017 h 6858000"/>
              <a:gd name="connsiteX650" fmla="*/ 1367925 w 7467600"/>
              <a:gd name="connsiteY650" fmla="*/ 1135648 h 6858000"/>
              <a:gd name="connsiteX651" fmla="*/ 1771401 w 7467600"/>
              <a:gd name="connsiteY651" fmla="*/ 1806673 h 6858000"/>
              <a:gd name="connsiteX652" fmla="*/ 1972385 w 7467600"/>
              <a:gd name="connsiteY652" fmla="*/ 2198735 h 6858000"/>
              <a:gd name="connsiteX653" fmla="*/ 2040892 w 7467600"/>
              <a:gd name="connsiteY653" fmla="*/ 2405205 h 6858000"/>
              <a:gd name="connsiteX654" fmla="*/ 2131689 w 7467600"/>
              <a:gd name="connsiteY654" fmla="*/ 1936926 h 6858000"/>
              <a:gd name="connsiteX655" fmla="*/ 2454820 w 7467600"/>
              <a:gd name="connsiteY655" fmla="*/ 1248808 h 6858000"/>
              <a:gd name="connsiteX656" fmla="*/ 2492512 w 7467600"/>
              <a:gd name="connsiteY656" fmla="*/ 1302920 h 6858000"/>
              <a:gd name="connsiteX657" fmla="*/ 2081216 w 7467600"/>
              <a:gd name="connsiteY657" fmla="*/ 2527513 h 6858000"/>
              <a:gd name="connsiteX658" fmla="*/ 2081211 w 7467600"/>
              <a:gd name="connsiteY658" fmla="*/ 2528916 h 6858000"/>
              <a:gd name="connsiteX659" fmla="*/ 2199067 w 7467600"/>
              <a:gd name="connsiteY659" fmla="*/ 2884061 h 6858000"/>
              <a:gd name="connsiteX660" fmla="*/ 3192586 w 7467600"/>
              <a:gd name="connsiteY660" fmla="*/ 3411496 h 6858000"/>
              <a:gd name="connsiteX661" fmla="*/ 3182620 w 7467600"/>
              <a:gd name="connsiteY661" fmla="*/ 3483279 h 6858000"/>
              <a:gd name="connsiteX662" fmla="*/ 2435119 w 7467600"/>
              <a:gd name="connsiteY662" fmla="*/ 3080173 h 6858000"/>
              <a:gd name="connsiteX663" fmla="*/ 2410152 w 7467600"/>
              <a:gd name="connsiteY663" fmla="*/ 3063751 h 6858000"/>
              <a:gd name="connsiteX664" fmla="*/ 2408099 w 7467600"/>
              <a:gd name="connsiteY664" fmla="*/ 3064403 h 6858000"/>
              <a:gd name="connsiteX665" fmla="*/ 2407218 w 7467600"/>
              <a:gd name="connsiteY665" fmla="*/ 3070324 h 6858000"/>
              <a:gd name="connsiteX666" fmla="*/ 2380138 w 7467600"/>
              <a:gd name="connsiteY666" fmla="*/ 3099341 h 6858000"/>
              <a:gd name="connsiteX667" fmla="*/ 1765923 w 7467600"/>
              <a:gd name="connsiteY667" fmla="*/ 3581043 h 6858000"/>
              <a:gd name="connsiteX668" fmla="*/ 1702258 w 7467600"/>
              <a:gd name="connsiteY668" fmla="*/ 3612286 h 6858000"/>
              <a:gd name="connsiteX669" fmla="*/ 1538370 w 7467600"/>
              <a:gd name="connsiteY669" fmla="*/ 3811804 h 6858000"/>
              <a:gd name="connsiteX670" fmla="*/ 542867 w 7467600"/>
              <a:gd name="connsiteY670" fmla="*/ 4944092 h 6858000"/>
              <a:gd name="connsiteX671" fmla="*/ 515800 w 7467600"/>
              <a:gd name="connsiteY671" fmla="*/ 4862180 h 6858000"/>
              <a:gd name="connsiteX672" fmla="*/ 909145 w 7467600"/>
              <a:gd name="connsiteY672" fmla="*/ 4199225 h 6858000"/>
              <a:gd name="connsiteX673" fmla="*/ 1214067 w 7467600"/>
              <a:gd name="connsiteY673" fmla="*/ 3908561 h 6858000"/>
              <a:gd name="connsiteX674" fmla="*/ 640967 w 7467600"/>
              <a:gd name="connsiteY674" fmla="*/ 4105601 h 6858000"/>
              <a:gd name="connsiteX675" fmla="*/ 112563 w 7467600"/>
              <a:gd name="connsiteY675" fmla="*/ 4396952 h 6858000"/>
              <a:gd name="connsiteX676" fmla="*/ 0 w 7467600"/>
              <a:gd name="connsiteY676" fmla="*/ 4466006 h 6858000"/>
              <a:gd name="connsiteX677" fmla="*/ 0 w 7467600"/>
              <a:gd name="connsiteY677" fmla="*/ 4233763 h 6858000"/>
              <a:gd name="connsiteX678" fmla="*/ 36881 w 7467600"/>
              <a:gd name="connsiteY678" fmla="*/ 4200118 h 6858000"/>
              <a:gd name="connsiteX679" fmla="*/ 910534 w 7467600"/>
              <a:gd name="connsiteY679" fmla="*/ 3629753 h 6858000"/>
              <a:gd name="connsiteX680" fmla="*/ 1578717 w 7467600"/>
              <a:gd name="connsiteY680" fmla="*/ 3575982 h 6858000"/>
              <a:gd name="connsiteX681" fmla="*/ 2338780 w 7467600"/>
              <a:gd name="connsiteY681" fmla="*/ 3033725 h 6858000"/>
              <a:gd name="connsiteX682" fmla="*/ 1807991 w 7467600"/>
              <a:gd name="connsiteY682" fmla="*/ 2807184 h 6858000"/>
              <a:gd name="connsiteX683" fmla="*/ 1416358 w 7467600"/>
              <a:gd name="connsiteY683" fmla="*/ 3112571 h 6858000"/>
              <a:gd name="connsiteX684" fmla="*/ 939066 w 7467600"/>
              <a:gd name="connsiteY684" fmla="*/ 3378798 h 6858000"/>
              <a:gd name="connsiteX685" fmla="*/ 115099 w 7467600"/>
              <a:gd name="connsiteY685" fmla="*/ 3607650 h 6858000"/>
              <a:gd name="connsiteX686" fmla="*/ 97284 w 7467600"/>
              <a:gd name="connsiteY686" fmla="*/ 3520393 h 6858000"/>
              <a:gd name="connsiteX687" fmla="*/ 922050 w 7467600"/>
              <a:gd name="connsiteY687" fmla="*/ 3074867 h 6858000"/>
              <a:gd name="connsiteX688" fmla="*/ 1405265 w 7467600"/>
              <a:gd name="connsiteY688" fmla="*/ 3016319 h 6858000"/>
              <a:gd name="connsiteX689" fmla="*/ 1407512 w 7467600"/>
              <a:gd name="connsiteY689" fmla="*/ 3018001 h 6858000"/>
              <a:gd name="connsiteX690" fmla="*/ 1726266 w 7467600"/>
              <a:gd name="connsiteY690" fmla="*/ 2777274 h 6858000"/>
              <a:gd name="connsiteX691" fmla="*/ 625390 w 7467600"/>
              <a:gd name="connsiteY691" fmla="*/ 2514541 h 6858000"/>
              <a:gd name="connsiteX692" fmla="*/ 619799 w 7467600"/>
              <a:gd name="connsiteY692" fmla="*/ 2527180 h 6858000"/>
              <a:gd name="connsiteX693" fmla="*/ 310030 w 7467600"/>
              <a:gd name="connsiteY693" fmla="*/ 2771818 h 6858000"/>
              <a:gd name="connsiteX694" fmla="*/ 173877 w 7467600"/>
              <a:gd name="connsiteY694" fmla="*/ 2937056 h 6858000"/>
              <a:gd name="connsiteX695" fmla="*/ 77889 w 7467600"/>
              <a:gd name="connsiteY695" fmla="*/ 3138440 h 6858000"/>
              <a:gd name="connsiteX696" fmla="*/ 0 w 7467600"/>
              <a:gd name="connsiteY696" fmla="*/ 3271395 h 6858000"/>
              <a:gd name="connsiteX697" fmla="*/ 0 w 7467600"/>
              <a:gd name="connsiteY697" fmla="*/ 3153002 h 6858000"/>
              <a:gd name="connsiteX698" fmla="*/ 2386 w 7467600"/>
              <a:gd name="connsiteY698" fmla="*/ 3149203 h 6858000"/>
              <a:gd name="connsiteX699" fmla="*/ 89753 w 7467600"/>
              <a:gd name="connsiteY699" fmla="*/ 2987702 h 6858000"/>
              <a:gd name="connsiteX700" fmla="*/ 76869 w 7467600"/>
              <a:gd name="connsiteY700" fmla="*/ 3005404 h 6858000"/>
              <a:gd name="connsiteX701" fmla="*/ 32049 w 7467600"/>
              <a:gd name="connsiteY701" fmla="*/ 3065814 h 6858000"/>
              <a:gd name="connsiteX702" fmla="*/ 0 w 7467600"/>
              <a:gd name="connsiteY702" fmla="*/ 3108744 h 6858000"/>
              <a:gd name="connsiteX703" fmla="*/ 0 w 7467600"/>
              <a:gd name="connsiteY703" fmla="*/ 3058059 h 6858000"/>
              <a:gd name="connsiteX704" fmla="*/ 7610 w 7467600"/>
              <a:gd name="connsiteY704" fmla="*/ 3047889 h 6858000"/>
              <a:gd name="connsiteX705" fmla="*/ 52419 w 7467600"/>
              <a:gd name="connsiteY705" fmla="*/ 2987479 h 6858000"/>
              <a:gd name="connsiteX706" fmla="*/ 59142 w 7467600"/>
              <a:gd name="connsiteY706" fmla="*/ 2978488 h 6858000"/>
              <a:gd name="connsiteX707" fmla="*/ 0 w 7467600"/>
              <a:gd name="connsiteY707" fmla="*/ 3015334 h 6858000"/>
              <a:gd name="connsiteX708" fmla="*/ 0 w 7467600"/>
              <a:gd name="connsiteY708" fmla="*/ 2914286 h 6858000"/>
              <a:gd name="connsiteX709" fmla="*/ 36383 w 7467600"/>
              <a:gd name="connsiteY709" fmla="*/ 2901128 h 6858000"/>
              <a:gd name="connsiteX710" fmla="*/ 156329 w 7467600"/>
              <a:gd name="connsiteY710" fmla="*/ 2840533 h 6858000"/>
              <a:gd name="connsiteX711" fmla="*/ 358355 w 7467600"/>
              <a:gd name="connsiteY711" fmla="*/ 2620471 h 6858000"/>
              <a:gd name="connsiteX712" fmla="*/ 510577 w 7467600"/>
              <a:gd name="connsiteY712" fmla="*/ 2501244 h 6858000"/>
              <a:gd name="connsiteX713" fmla="*/ 211967 w 7467600"/>
              <a:gd name="connsiteY713" fmla="*/ 2479171 h 6858000"/>
              <a:gd name="connsiteX714" fmla="*/ 0 w 7467600"/>
              <a:gd name="connsiteY714" fmla="*/ 2476398 h 6858000"/>
              <a:gd name="connsiteX715" fmla="*/ 0 w 7467600"/>
              <a:gd name="connsiteY715" fmla="*/ 2389189 h 6858000"/>
              <a:gd name="connsiteX716" fmla="*/ 103062 w 7467600"/>
              <a:gd name="connsiteY716" fmla="*/ 2389518 h 6858000"/>
              <a:gd name="connsiteX717" fmla="*/ 510734 w 7467600"/>
              <a:gd name="connsiteY717" fmla="*/ 2416201 h 6858000"/>
              <a:gd name="connsiteX718" fmla="*/ 279257 w 7467600"/>
              <a:gd name="connsiteY718" fmla="*/ 2092102 h 6858000"/>
              <a:gd name="connsiteX719" fmla="*/ 65265 w 7467600"/>
              <a:gd name="connsiteY719" fmla="*/ 2006049 h 6858000"/>
              <a:gd name="connsiteX720" fmla="*/ 0 w 7467600"/>
              <a:gd name="connsiteY720" fmla="*/ 1982532 h 6858000"/>
              <a:gd name="connsiteX721" fmla="*/ 0 w 7467600"/>
              <a:gd name="connsiteY721" fmla="*/ 1912789 h 6858000"/>
              <a:gd name="connsiteX722" fmla="*/ 97460 w 7467600"/>
              <a:gd name="connsiteY722" fmla="*/ 1953725 h 6858000"/>
              <a:gd name="connsiteX723" fmla="*/ 221272 w 7467600"/>
              <a:gd name="connsiteY723" fmla="*/ 1980766 h 6858000"/>
              <a:gd name="connsiteX724" fmla="*/ 116765 w 7467600"/>
              <a:gd name="connsiteY724" fmla="*/ 1911033 h 6858000"/>
              <a:gd name="connsiteX725" fmla="*/ 16405 w 7467600"/>
              <a:gd name="connsiteY725" fmla="*/ 1803412 h 6858000"/>
              <a:gd name="connsiteX726" fmla="*/ 0 w 7467600"/>
              <a:gd name="connsiteY726" fmla="*/ 1784777 h 6858000"/>
              <a:gd name="connsiteX727" fmla="*/ 0 w 7467600"/>
              <a:gd name="connsiteY727" fmla="*/ 1740082 h 6858000"/>
              <a:gd name="connsiteX728" fmla="*/ 39394 w 7467600"/>
              <a:gd name="connsiteY728" fmla="*/ 1784856 h 6858000"/>
              <a:gd name="connsiteX729" fmla="*/ 135813 w 7467600"/>
              <a:gd name="connsiteY729" fmla="*/ 1888838 h 6858000"/>
              <a:gd name="connsiteX730" fmla="*/ 242575 w 7467600"/>
              <a:gd name="connsiteY730" fmla="*/ 1958841 h 6858000"/>
              <a:gd name="connsiteX731" fmla="*/ 82197 w 7467600"/>
              <a:gd name="connsiteY731" fmla="*/ 1754826 h 6858000"/>
              <a:gd name="connsiteX732" fmla="*/ 0 w 7467600"/>
              <a:gd name="connsiteY732" fmla="*/ 1679650 h 6858000"/>
              <a:gd name="connsiteX733" fmla="*/ 0 w 7467600"/>
              <a:gd name="connsiteY733" fmla="*/ 1602463 h 6858000"/>
              <a:gd name="connsiteX734" fmla="*/ 84689 w 7467600"/>
              <a:gd name="connsiteY734" fmla="*/ 1677442 h 6858000"/>
              <a:gd name="connsiteX735" fmla="*/ 298437 w 7467600"/>
              <a:gd name="connsiteY735" fmla="*/ 1968019 h 6858000"/>
              <a:gd name="connsiteX736" fmla="*/ 227269 w 7467600"/>
              <a:gd name="connsiteY736" fmla="*/ 1114064 h 6858000"/>
              <a:gd name="connsiteX737" fmla="*/ 248003 w 7467600"/>
              <a:gd name="connsiteY737" fmla="*/ 1089613 h 6858000"/>
              <a:gd name="connsiteX738" fmla="*/ 427020 w 7467600"/>
              <a:gd name="connsiteY738" fmla="*/ 1619803 h 6858000"/>
              <a:gd name="connsiteX739" fmla="*/ 340345 w 7467600"/>
              <a:gd name="connsiteY739" fmla="*/ 2027739 h 6858000"/>
              <a:gd name="connsiteX740" fmla="*/ 360865 w 7467600"/>
              <a:gd name="connsiteY740" fmla="*/ 2044827 h 6858000"/>
              <a:gd name="connsiteX741" fmla="*/ 560414 w 7467600"/>
              <a:gd name="connsiteY741" fmla="*/ 2421457 h 6858000"/>
              <a:gd name="connsiteX742" fmla="*/ 1359703 w 7467600"/>
              <a:gd name="connsiteY742" fmla="*/ 2578554 h 6858000"/>
              <a:gd name="connsiteX743" fmla="*/ 1359422 w 7467600"/>
              <a:gd name="connsiteY743" fmla="*/ 2577994 h 6858000"/>
              <a:gd name="connsiteX744" fmla="*/ 828701 w 7467600"/>
              <a:gd name="connsiteY744" fmla="*/ 1839520 h 6858000"/>
              <a:gd name="connsiteX745" fmla="*/ 494427 w 7467600"/>
              <a:gd name="connsiteY745" fmla="*/ 1092333 h 6858000"/>
              <a:gd name="connsiteX746" fmla="*/ 506322 w 7467600"/>
              <a:gd name="connsiteY746" fmla="*/ 1020997 h 6858000"/>
              <a:gd name="connsiteX747" fmla="*/ 4570198 w 7467600"/>
              <a:gd name="connsiteY747" fmla="*/ 978081 h 6858000"/>
              <a:gd name="connsiteX748" fmla="*/ 4523691 w 7467600"/>
              <a:gd name="connsiteY748" fmla="*/ 1127776 h 6858000"/>
              <a:gd name="connsiteX749" fmla="*/ 4509875 w 7467600"/>
              <a:gd name="connsiteY749" fmla="*/ 1167552 h 6858000"/>
              <a:gd name="connsiteX750" fmla="*/ 4478168 w 7467600"/>
              <a:gd name="connsiteY750" fmla="*/ 1260735 h 6858000"/>
              <a:gd name="connsiteX751" fmla="*/ 4409309 w 7467600"/>
              <a:gd name="connsiteY751" fmla="*/ 1666996 h 6858000"/>
              <a:gd name="connsiteX752" fmla="*/ 4370031 w 7467600"/>
              <a:gd name="connsiteY752" fmla="*/ 1955666 h 6858000"/>
              <a:gd name="connsiteX753" fmla="*/ 4570198 w 7467600"/>
              <a:gd name="connsiteY753" fmla="*/ 978081 h 6858000"/>
              <a:gd name="connsiteX754" fmla="*/ 4557898 w 7467600"/>
              <a:gd name="connsiteY754" fmla="*/ 900011 h 6858000"/>
              <a:gd name="connsiteX755" fmla="*/ 4344840 w 7467600"/>
              <a:gd name="connsiteY755" fmla="*/ 1922038 h 6858000"/>
              <a:gd name="connsiteX756" fmla="*/ 4378710 w 7467600"/>
              <a:gd name="connsiteY756" fmla="*/ 1665516 h 6858000"/>
              <a:gd name="connsiteX757" fmla="*/ 4448798 w 7467600"/>
              <a:gd name="connsiteY757" fmla="*/ 1253024 h 6858000"/>
              <a:gd name="connsiteX758" fmla="*/ 4480315 w 7467600"/>
              <a:gd name="connsiteY758" fmla="*/ 1158454 h 6858000"/>
              <a:gd name="connsiteX759" fmla="*/ 4494133 w 7467600"/>
              <a:gd name="connsiteY759" fmla="*/ 1118676 h 6858000"/>
              <a:gd name="connsiteX760" fmla="*/ 4557898 w 7467600"/>
              <a:gd name="connsiteY760" fmla="*/ 900011 h 6858000"/>
              <a:gd name="connsiteX761" fmla="*/ 5870151 w 7467600"/>
              <a:gd name="connsiteY761" fmla="*/ 898890 h 6858000"/>
              <a:gd name="connsiteX762" fmla="*/ 5861335 w 7467600"/>
              <a:gd name="connsiteY762" fmla="*/ 899177 h 6858000"/>
              <a:gd name="connsiteX763" fmla="*/ 5843702 w 7467600"/>
              <a:gd name="connsiteY763" fmla="*/ 899748 h 6858000"/>
              <a:gd name="connsiteX764" fmla="*/ 5651107 w 7467600"/>
              <a:gd name="connsiteY764" fmla="*/ 920306 h 6858000"/>
              <a:gd name="connsiteX765" fmla="*/ 5459407 w 7467600"/>
              <a:gd name="connsiteY765" fmla="*/ 940975 h 6858000"/>
              <a:gd name="connsiteX766" fmla="*/ 5374846 w 7467600"/>
              <a:gd name="connsiteY766" fmla="*/ 941988 h 6858000"/>
              <a:gd name="connsiteX767" fmla="*/ 5256105 w 7467600"/>
              <a:gd name="connsiteY767" fmla="*/ 945632 h 6858000"/>
              <a:gd name="connsiteX768" fmla="*/ 5107071 w 7467600"/>
              <a:gd name="connsiteY768" fmla="*/ 969720 h 6858000"/>
              <a:gd name="connsiteX769" fmla="*/ 4998681 w 7467600"/>
              <a:gd name="connsiteY769" fmla="*/ 988771 h 6858000"/>
              <a:gd name="connsiteX770" fmla="*/ 5870151 w 7467600"/>
              <a:gd name="connsiteY770" fmla="*/ 898890 h 6858000"/>
              <a:gd name="connsiteX771" fmla="*/ 5504425 w 7467600"/>
              <a:gd name="connsiteY771" fmla="*/ 848067 h 6858000"/>
              <a:gd name="connsiteX772" fmla="*/ 4968849 w 7467600"/>
              <a:gd name="connsiteY772" fmla="*/ 962318 h 6858000"/>
              <a:gd name="connsiteX773" fmla="*/ 5104039 w 7467600"/>
              <a:gd name="connsiteY773" fmla="*/ 940634 h 6858000"/>
              <a:gd name="connsiteX774" fmla="*/ 5256311 w 7467600"/>
              <a:gd name="connsiteY774" fmla="*/ 916490 h 6858000"/>
              <a:gd name="connsiteX775" fmla="*/ 5377381 w 7467600"/>
              <a:gd name="connsiteY775" fmla="*/ 912671 h 6858000"/>
              <a:gd name="connsiteX776" fmla="*/ 5460148 w 7467600"/>
              <a:gd name="connsiteY776" fmla="*/ 911442 h 6858000"/>
              <a:gd name="connsiteX777" fmla="*/ 5648971 w 7467600"/>
              <a:gd name="connsiteY777" fmla="*/ 891331 h 6858000"/>
              <a:gd name="connsiteX778" fmla="*/ 5844807 w 7467600"/>
              <a:gd name="connsiteY778" fmla="*/ 870718 h 6858000"/>
              <a:gd name="connsiteX779" fmla="*/ 5862975 w 7467600"/>
              <a:gd name="connsiteY779" fmla="*/ 869756 h 6858000"/>
              <a:gd name="connsiteX780" fmla="*/ 5920887 w 7467600"/>
              <a:gd name="connsiteY780" fmla="*/ 865929 h 6858000"/>
              <a:gd name="connsiteX781" fmla="*/ 5504425 w 7467600"/>
              <a:gd name="connsiteY781" fmla="*/ 848067 h 6858000"/>
              <a:gd name="connsiteX782" fmla="*/ 3607114 w 7467600"/>
              <a:gd name="connsiteY782" fmla="*/ 467441 h 6858000"/>
              <a:gd name="connsiteX783" fmla="*/ 3296242 w 7467600"/>
              <a:gd name="connsiteY783" fmla="*/ 807991 h 6858000"/>
              <a:gd name="connsiteX784" fmla="*/ 3174674 w 7467600"/>
              <a:gd name="connsiteY784" fmla="*/ 919759 h 6858000"/>
              <a:gd name="connsiteX785" fmla="*/ 3042978 w 7467600"/>
              <a:gd name="connsiteY785" fmla="*/ 1054894 h 6858000"/>
              <a:gd name="connsiteX786" fmla="*/ 2968914 w 7467600"/>
              <a:gd name="connsiteY786" fmla="*/ 1133756 h 6858000"/>
              <a:gd name="connsiteX787" fmla="*/ 3103823 w 7467600"/>
              <a:gd name="connsiteY787" fmla="*/ 1026814 h 6858000"/>
              <a:gd name="connsiteX788" fmla="*/ 3607114 w 7467600"/>
              <a:gd name="connsiteY788" fmla="*/ 467441 h 6858000"/>
              <a:gd name="connsiteX789" fmla="*/ 3744487 w 7467600"/>
              <a:gd name="connsiteY789" fmla="*/ 383136 h 6858000"/>
              <a:gd name="connsiteX790" fmla="*/ 3970213 w 7467600"/>
              <a:gd name="connsiteY790" fmla="*/ 995559 h 6858000"/>
              <a:gd name="connsiteX791" fmla="*/ 3744487 w 7467600"/>
              <a:gd name="connsiteY791" fmla="*/ 383136 h 6858000"/>
              <a:gd name="connsiteX792" fmla="*/ 3624562 w 7467600"/>
              <a:gd name="connsiteY792" fmla="*/ 367041 h 6858000"/>
              <a:gd name="connsiteX793" fmla="*/ 3489712 w 7467600"/>
              <a:gd name="connsiteY793" fmla="*/ 485386 h 6858000"/>
              <a:gd name="connsiteX794" fmla="*/ 3182994 w 7467600"/>
              <a:gd name="connsiteY794" fmla="*/ 828265 h 6858000"/>
              <a:gd name="connsiteX795" fmla="*/ 2892114 w 7467600"/>
              <a:gd name="connsiteY795" fmla="*/ 1172635 h 6858000"/>
              <a:gd name="connsiteX796" fmla="*/ 3021459 w 7467600"/>
              <a:gd name="connsiteY796" fmla="*/ 1035385 h 6858000"/>
              <a:gd name="connsiteX797" fmla="*/ 3153873 w 7467600"/>
              <a:gd name="connsiteY797" fmla="*/ 898971 h 6858000"/>
              <a:gd name="connsiteX798" fmla="*/ 3276511 w 7467600"/>
              <a:gd name="connsiteY798" fmla="*/ 786423 h 6858000"/>
              <a:gd name="connsiteX799" fmla="*/ 3584154 w 7467600"/>
              <a:gd name="connsiteY799" fmla="*/ 448218 h 6858000"/>
              <a:gd name="connsiteX800" fmla="*/ 3624562 w 7467600"/>
              <a:gd name="connsiteY800" fmla="*/ 367041 h 6858000"/>
              <a:gd name="connsiteX801" fmla="*/ 3766672 w 7467600"/>
              <a:gd name="connsiteY801" fmla="*/ 359429 h 6858000"/>
              <a:gd name="connsiteX802" fmla="*/ 3996338 w 7467600"/>
              <a:gd name="connsiteY802" fmla="*/ 968237 h 6858000"/>
              <a:gd name="connsiteX803" fmla="*/ 3766672 w 7467600"/>
              <a:gd name="connsiteY803" fmla="*/ 359429 h 6858000"/>
              <a:gd name="connsiteX804" fmla="*/ 5805386 w 7467600"/>
              <a:gd name="connsiteY804" fmla="*/ 239240 h 6858000"/>
              <a:gd name="connsiteX805" fmla="*/ 5736947 w 7467600"/>
              <a:gd name="connsiteY805" fmla="*/ 261367 h 6858000"/>
              <a:gd name="connsiteX806" fmla="*/ 5427012 w 7467600"/>
              <a:gd name="connsiteY806" fmla="*/ 311272 h 6858000"/>
              <a:gd name="connsiteX807" fmla="*/ 5147818 w 7467600"/>
              <a:gd name="connsiteY807" fmla="*/ 322112 h 6858000"/>
              <a:gd name="connsiteX808" fmla="*/ 5060854 w 7467600"/>
              <a:gd name="connsiteY808" fmla="*/ 311882 h 6858000"/>
              <a:gd name="connsiteX809" fmla="*/ 4945989 w 7467600"/>
              <a:gd name="connsiteY809" fmla="*/ 300516 h 6858000"/>
              <a:gd name="connsiteX810" fmla="*/ 5410479 w 7467600"/>
              <a:gd name="connsiteY810" fmla="*/ 348434 h 6858000"/>
              <a:gd name="connsiteX811" fmla="*/ 5805386 w 7467600"/>
              <a:gd name="connsiteY811" fmla="*/ 239240 h 6858000"/>
              <a:gd name="connsiteX812" fmla="*/ 5905192 w 7467600"/>
              <a:gd name="connsiteY812" fmla="*/ 163079 h 6858000"/>
              <a:gd name="connsiteX813" fmla="*/ 5865655 w 7467600"/>
              <a:gd name="connsiteY813" fmla="*/ 171901 h 6858000"/>
              <a:gd name="connsiteX814" fmla="*/ 5259740 w 7467600"/>
              <a:gd name="connsiteY814" fmla="*/ 257013 h 6858000"/>
              <a:gd name="connsiteX815" fmla="*/ 5208466 w 7467600"/>
              <a:gd name="connsiteY815" fmla="*/ 257550 h 6858000"/>
              <a:gd name="connsiteX816" fmla="*/ 4980204 w 7467600"/>
              <a:gd name="connsiteY816" fmla="*/ 271903 h 6858000"/>
              <a:gd name="connsiteX817" fmla="*/ 5068068 w 7467600"/>
              <a:gd name="connsiteY817" fmla="*/ 282244 h 6858000"/>
              <a:gd name="connsiteX818" fmla="*/ 5153231 w 7467600"/>
              <a:gd name="connsiteY818" fmla="*/ 292240 h 6858000"/>
              <a:gd name="connsiteX819" fmla="*/ 5426491 w 7467600"/>
              <a:gd name="connsiteY819" fmla="*/ 281128 h 6858000"/>
              <a:gd name="connsiteX820" fmla="*/ 5731212 w 7467600"/>
              <a:gd name="connsiteY820" fmla="*/ 231951 h 6858000"/>
              <a:gd name="connsiteX821" fmla="*/ 5905192 w 7467600"/>
              <a:gd name="connsiteY821" fmla="*/ 163079 h 6858000"/>
              <a:gd name="connsiteX822" fmla="*/ 5944437 w 7467600"/>
              <a:gd name="connsiteY822" fmla="*/ 113829 h 6858000"/>
              <a:gd name="connsiteX823" fmla="*/ 5825032 w 7467600"/>
              <a:gd name="connsiteY823" fmla="*/ 146405 h 6858000"/>
              <a:gd name="connsiteX824" fmla="*/ 4955599 w 7467600"/>
              <a:gd name="connsiteY824" fmla="*/ 247008 h 6858000"/>
              <a:gd name="connsiteX825" fmla="*/ 5210104 w 7467600"/>
              <a:gd name="connsiteY825" fmla="*/ 228123 h 6858000"/>
              <a:gd name="connsiteX826" fmla="*/ 5261015 w 7467600"/>
              <a:gd name="connsiteY826" fmla="*/ 227087 h 6858000"/>
              <a:gd name="connsiteX827" fmla="*/ 5861181 w 7467600"/>
              <a:gd name="connsiteY827" fmla="*/ 143093 h 6858000"/>
              <a:gd name="connsiteX828" fmla="*/ 5961252 w 7467600"/>
              <a:gd name="connsiteY828" fmla="*/ 114820 h 6858000"/>
              <a:gd name="connsiteX829" fmla="*/ 5944437 w 7467600"/>
              <a:gd name="connsiteY829" fmla="*/ 113829 h 6858000"/>
              <a:gd name="connsiteX830" fmla="*/ 3882765 w 7467600"/>
              <a:gd name="connsiteY830" fmla="*/ 0 h 6858000"/>
              <a:gd name="connsiteX831" fmla="*/ 3995099 w 7467600"/>
              <a:gd name="connsiteY831" fmla="*/ 0 h 6858000"/>
              <a:gd name="connsiteX832" fmla="*/ 4163818 w 7467600"/>
              <a:gd name="connsiteY832" fmla="*/ 234104 h 6858000"/>
              <a:gd name="connsiteX833" fmla="*/ 4172099 w 7467600"/>
              <a:gd name="connsiteY833" fmla="*/ 234207 h 6858000"/>
              <a:gd name="connsiteX834" fmla="*/ 4784282 w 7467600"/>
              <a:gd name="connsiteY834" fmla="*/ 276561 h 6858000"/>
              <a:gd name="connsiteX835" fmla="*/ 4801687 w 7467600"/>
              <a:gd name="connsiteY835" fmla="*/ 267764 h 6858000"/>
              <a:gd name="connsiteX836" fmla="*/ 6082788 w 7467600"/>
              <a:gd name="connsiteY836" fmla="*/ 64119 h 6858000"/>
              <a:gd name="connsiteX837" fmla="*/ 6099442 w 7467600"/>
              <a:gd name="connsiteY837" fmla="*/ 82568 h 6858000"/>
              <a:gd name="connsiteX838" fmla="*/ 4804137 w 7467600"/>
              <a:gd name="connsiteY838" fmla="*/ 320931 h 6858000"/>
              <a:gd name="connsiteX839" fmla="*/ 4227047 w 7467600"/>
              <a:gd name="connsiteY839" fmla="*/ 313415 h 6858000"/>
              <a:gd name="connsiteX840" fmla="*/ 4346041 w 7467600"/>
              <a:gd name="connsiteY840" fmla="*/ 456086 h 6858000"/>
              <a:gd name="connsiteX841" fmla="*/ 4870967 w 7467600"/>
              <a:gd name="connsiteY841" fmla="*/ 963061 h 6858000"/>
              <a:gd name="connsiteX842" fmla="*/ 4889647 w 7467600"/>
              <a:gd name="connsiteY842" fmla="*/ 957147 h 6858000"/>
              <a:gd name="connsiteX843" fmla="*/ 5422504 w 7467600"/>
              <a:gd name="connsiteY843" fmla="*/ 805191 h 6858000"/>
              <a:gd name="connsiteX844" fmla="*/ 6087656 w 7467600"/>
              <a:gd name="connsiteY844" fmla="*/ 826703 h 6858000"/>
              <a:gd name="connsiteX845" fmla="*/ 6058717 w 7467600"/>
              <a:gd name="connsiteY845" fmla="*/ 865992 h 6858000"/>
              <a:gd name="connsiteX846" fmla="*/ 4974153 w 7467600"/>
              <a:gd name="connsiteY846" fmla="*/ 1045456 h 6858000"/>
              <a:gd name="connsiteX847" fmla="*/ 5627835 w 7467600"/>
              <a:gd name="connsiteY847" fmla="*/ 1472077 h 6858000"/>
              <a:gd name="connsiteX848" fmla="*/ 5629817 w 7467600"/>
              <a:gd name="connsiteY848" fmla="*/ 1471412 h 6858000"/>
              <a:gd name="connsiteX849" fmla="*/ 5634124 w 7467600"/>
              <a:gd name="connsiteY849" fmla="*/ 1470572 h 6858000"/>
              <a:gd name="connsiteX850" fmla="*/ 5755832 w 7467600"/>
              <a:gd name="connsiteY850" fmla="*/ 1383886 h 6858000"/>
              <a:gd name="connsiteX851" fmla="*/ 6014186 w 7467600"/>
              <a:gd name="connsiteY851" fmla="*/ 1279799 h 6858000"/>
              <a:gd name="connsiteX852" fmla="*/ 6901619 w 7467600"/>
              <a:gd name="connsiteY852" fmla="*/ 1047874 h 6858000"/>
              <a:gd name="connsiteX853" fmla="*/ 6931566 w 7467600"/>
              <a:gd name="connsiteY853" fmla="*/ 1062034 h 6858000"/>
              <a:gd name="connsiteX854" fmla="*/ 5790982 w 7467600"/>
              <a:gd name="connsiteY854" fmla="*/ 1561380 h 6858000"/>
              <a:gd name="connsiteX855" fmla="*/ 6188971 w 7467600"/>
              <a:gd name="connsiteY855" fmla="*/ 1755168 h 6858000"/>
              <a:gd name="connsiteX856" fmla="*/ 6202446 w 7467600"/>
              <a:gd name="connsiteY856" fmla="*/ 1752268 h 6858000"/>
              <a:gd name="connsiteX857" fmla="*/ 7179560 w 7467600"/>
              <a:gd name="connsiteY857" fmla="*/ 1467551 h 6858000"/>
              <a:gd name="connsiteX858" fmla="*/ 7158730 w 7467600"/>
              <a:gd name="connsiteY858" fmla="*/ 1507835 h 6858000"/>
              <a:gd name="connsiteX859" fmla="*/ 6326959 w 7467600"/>
              <a:gd name="connsiteY859" fmla="*/ 1817686 h 6858000"/>
              <a:gd name="connsiteX860" fmla="*/ 6537433 w 7467600"/>
              <a:gd name="connsiteY860" fmla="*/ 1907790 h 6858000"/>
              <a:gd name="connsiteX861" fmla="*/ 6550221 w 7467600"/>
              <a:gd name="connsiteY861" fmla="*/ 1910729 h 6858000"/>
              <a:gd name="connsiteX862" fmla="*/ 6964438 w 7467600"/>
              <a:gd name="connsiteY862" fmla="*/ 2209505 h 6858000"/>
              <a:gd name="connsiteX863" fmla="*/ 7367862 w 7467600"/>
              <a:gd name="connsiteY863" fmla="*/ 2806833 h 6858000"/>
              <a:gd name="connsiteX864" fmla="*/ 7364329 w 7467600"/>
              <a:gd name="connsiteY864" fmla="*/ 2826907 h 6858000"/>
              <a:gd name="connsiteX865" fmla="*/ 7290545 w 7467600"/>
              <a:gd name="connsiteY865" fmla="*/ 2850663 h 6858000"/>
              <a:gd name="connsiteX866" fmla="*/ 6472036 w 7467600"/>
              <a:gd name="connsiteY866" fmla="*/ 1959003 h 6858000"/>
              <a:gd name="connsiteX867" fmla="*/ 5792897 w 7467600"/>
              <a:gd name="connsiteY867" fmla="*/ 1647747 h 6858000"/>
              <a:gd name="connsiteX868" fmla="*/ 5842751 w 7467600"/>
              <a:gd name="connsiteY868" fmla="*/ 1816112 h 6858000"/>
              <a:gd name="connsiteX869" fmla="*/ 5847424 w 7467600"/>
              <a:gd name="connsiteY869" fmla="*/ 1815776 h 6858000"/>
              <a:gd name="connsiteX870" fmla="*/ 6399821 w 7467600"/>
              <a:gd name="connsiteY870" fmla="*/ 2344799 h 6858000"/>
              <a:gd name="connsiteX871" fmla="*/ 6323232 w 7467600"/>
              <a:gd name="connsiteY871" fmla="*/ 2389634 h 6858000"/>
              <a:gd name="connsiteX872" fmla="*/ 5942958 w 7467600"/>
              <a:gd name="connsiteY872" fmla="*/ 2077708 h 6858000"/>
              <a:gd name="connsiteX873" fmla="*/ 5921559 w 7467600"/>
              <a:gd name="connsiteY873" fmla="*/ 2378596 h 6858000"/>
              <a:gd name="connsiteX874" fmla="*/ 5817651 w 7467600"/>
              <a:gd name="connsiteY874" fmla="*/ 3023919 h 6858000"/>
              <a:gd name="connsiteX875" fmla="*/ 5729634 w 7467600"/>
              <a:gd name="connsiteY875" fmla="*/ 3051849 h 6858000"/>
              <a:gd name="connsiteX876" fmla="*/ 5611018 w 7467600"/>
              <a:gd name="connsiteY876" fmla="*/ 2316769 h 6858000"/>
              <a:gd name="connsiteX877" fmla="*/ 5687608 w 7467600"/>
              <a:gd name="connsiteY877" fmla="*/ 2039972 h 6858000"/>
              <a:gd name="connsiteX878" fmla="*/ 5657554 w 7467600"/>
              <a:gd name="connsiteY878" fmla="*/ 1576445 h 6858000"/>
              <a:gd name="connsiteX879" fmla="*/ 5150475 w 7467600"/>
              <a:gd name="connsiteY879" fmla="*/ 1274012 h 6858000"/>
              <a:gd name="connsiteX880" fmla="*/ 5349142 w 7467600"/>
              <a:gd name="connsiteY880" fmla="*/ 2204405 h 6858000"/>
              <a:gd name="connsiteX881" fmla="*/ 5262214 w 7467600"/>
              <a:gd name="connsiteY881" fmla="*/ 2233836 h 6858000"/>
              <a:gd name="connsiteX882" fmla="*/ 4981539 w 7467600"/>
              <a:gd name="connsiteY882" fmla="*/ 1542201 h 6858000"/>
              <a:gd name="connsiteX883" fmla="*/ 4958461 w 7467600"/>
              <a:gd name="connsiteY883" fmla="*/ 1136957 h 6858000"/>
              <a:gd name="connsiteX884" fmla="*/ 4655015 w 7467600"/>
              <a:gd name="connsiteY884" fmla="*/ 891426 h 6858000"/>
              <a:gd name="connsiteX885" fmla="*/ 4348002 w 7467600"/>
              <a:gd name="connsiteY885" fmla="*/ 2205895 h 6858000"/>
              <a:gd name="connsiteX886" fmla="*/ 4262250 w 7467600"/>
              <a:gd name="connsiteY886" fmla="*/ 2219972 h 6858000"/>
              <a:gd name="connsiteX887" fmla="*/ 4550611 w 7467600"/>
              <a:gd name="connsiteY887" fmla="*/ 817540 h 6858000"/>
              <a:gd name="connsiteX888" fmla="*/ 4564418 w 7467600"/>
              <a:gd name="connsiteY888" fmla="*/ 808293 h 6858000"/>
              <a:gd name="connsiteX889" fmla="*/ 4266388 w 7467600"/>
              <a:gd name="connsiteY889" fmla="*/ 500083 h 6858000"/>
              <a:gd name="connsiteX890" fmla="*/ 4032842 w 7467600"/>
              <a:gd name="connsiteY890" fmla="*/ 211809 h 6858000"/>
              <a:gd name="connsiteX891" fmla="*/ 3882765 w 7467600"/>
              <a:gd name="connsiteY891" fmla="*/ 0 h 6858000"/>
              <a:gd name="connsiteX892" fmla="*/ 3721337 w 7467600"/>
              <a:gd name="connsiteY892" fmla="*/ 0 h 6858000"/>
              <a:gd name="connsiteX893" fmla="*/ 3797544 w 7467600"/>
              <a:gd name="connsiteY893" fmla="*/ 0 h 6858000"/>
              <a:gd name="connsiteX894" fmla="*/ 3775734 w 7467600"/>
              <a:gd name="connsiteY894" fmla="*/ 95131 h 6858000"/>
              <a:gd name="connsiteX895" fmla="*/ 3724807 w 7467600"/>
              <a:gd name="connsiteY895" fmla="*/ 272257 h 6858000"/>
              <a:gd name="connsiteX896" fmla="*/ 3726844 w 7467600"/>
              <a:gd name="connsiteY896" fmla="*/ 282988 h 6858000"/>
              <a:gd name="connsiteX897" fmla="*/ 3742664 w 7467600"/>
              <a:gd name="connsiteY897" fmla="*/ 279918 h 6858000"/>
              <a:gd name="connsiteX898" fmla="*/ 4103910 w 7467600"/>
              <a:gd name="connsiteY898" fmla="*/ 1161917 h 6858000"/>
              <a:gd name="connsiteX899" fmla="*/ 4020269 w 7467600"/>
              <a:gd name="connsiteY899" fmla="*/ 1200406 h 6858000"/>
              <a:gd name="connsiteX900" fmla="*/ 3674882 w 7467600"/>
              <a:gd name="connsiteY900" fmla="*/ 488524 h 6858000"/>
              <a:gd name="connsiteX901" fmla="*/ 3132682 w 7467600"/>
              <a:gd name="connsiteY901" fmla="*/ 1072284 h 6858000"/>
              <a:gd name="connsiteX902" fmla="*/ 2716346 w 7467600"/>
              <a:gd name="connsiteY902" fmla="*/ 1276376 h 6858000"/>
              <a:gd name="connsiteX903" fmla="*/ 2716772 w 7467600"/>
              <a:gd name="connsiteY903" fmla="*/ 1255462 h 6858000"/>
              <a:gd name="connsiteX904" fmla="*/ 3471096 w 7467600"/>
              <a:gd name="connsiteY904" fmla="*/ 437072 h 6858000"/>
              <a:gd name="connsiteX905" fmla="*/ 3639057 w 7467600"/>
              <a:gd name="connsiteY905" fmla="*/ 286334 h 6858000"/>
              <a:gd name="connsiteX906" fmla="*/ 3640309 w 7467600"/>
              <a:gd name="connsiteY906" fmla="*/ 284664 h 6858000"/>
              <a:gd name="connsiteX907" fmla="*/ 3646022 w 7467600"/>
              <a:gd name="connsiteY907" fmla="*/ 276711 h 6858000"/>
              <a:gd name="connsiteX908" fmla="*/ 3707943 w 7467600"/>
              <a:gd name="connsiteY908" fmla="*/ 65958 h 6858000"/>
              <a:gd name="connsiteX909" fmla="*/ 3721337 w 7467600"/>
              <a:gd name="connsiteY909" fmla="*/ 0 h 6858000"/>
              <a:gd name="connsiteX910" fmla="*/ 2867960 w 7467600"/>
              <a:gd name="connsiteY910" fmla="*/ 0 h 6858000"/>
              <a:gd name="connsiteX911" fmla="*/ 2926351 w 7467600"/>
              <a:gd name="connsiteY911" fmla="*/ 0 h 6858000"/>
              <a:gd name="connsiteX912" fmla="*/ 2902823 w 7467600"/>
              <a:gd name="connsiteY912" fmla="*/ 262929 h 6858000"/>
              <a:gd name="connsiteX913" fmla="*/ 2940663 w 7467600"/>
              <a:gd name="connsiteY913" fmla="*/ 140884 h 6858000"/>
              <a:gd name="connsiteX914" fmla="*/ 2947039 w 7467600"/>
              <a:gd name="connsiteY914" fmla="*/ 122524 h 6858000"/>
              <a:gd name="connsiteX915" fmla="*/ 2984316 w 7467600"/>
              <a:gd name="connsiteY915" fmla="*/ 0 h 6858000"/>
              <a:gd name="connsiteX916" fmla="*/ 3016114 w 7467600"/>
              <a:gd name="connsiteY916" fmla="*/ 0 h 6858000"/>
              <a:gd name="connsiteX917" fmla="*/ 2979949 w 7467600"/>
              <a:gd name="connsiteY917" fmla="*/ 119274 h 6858000"/>
              <a:gd name="connsiteX918" fmla="*/ 3023879 w 7467600"/>
              <a:gd name="connsiteY918" fmla="*/ 0 h 6858000"/>
              <a:gd name="connsiteX919" fmla="*/ 3105400 w 7467600"/>
              <a:gd name="connsiteY919" fmla="*/ 0 h 6858000"/>
              <a:gd name="connsiteX920" fmla="*/ 3094669 w 7467600"/>
              <a:gd name="connsiteY920" fmla="*/ 30308 h 6858000"/>
              <a:gd name="connsiteX921" fmla="*/ 2901945 w 7467600"/>
              <a:gd name="connsiteY921" fmla="*/ 466538 h 6858000"/>
              <a:gd name="connsiteX922" fmla="*/ 2815209 w 7467600"/>
              <a:gd name="connsiteY922" fmla="*/ 497361 h 6858000"/>
              <a:gd name="connsiteX923" fmla="*/ 2844845 w 7467600"/>
              <a:gd name="connsiteY923" fmla="*/ 127638 h 6858000"/>
              <a:gd name="connsiteX924" fmla="*/ 2867960 w 7467600"/>
              <a:gd name="connsiteY924" fmla="*/ 0 h 6858000"/>
              <a:gd name="connsiteX925" fmla="*/ 1057230 w 7467600"/>
              <a:gd name="connsiteY925" fmla="*/ 0 h 6858000"/>
              <a:gd name="connsiteX926" fmla="*/ 1111003 w 7467600"/>
              <a:gd name="connsiteY926" fmla="*/ 0 h 6858000"/>
              <a:gd name="connsiteX927" fmla="*/ 1125553 w 7467600"/>
              <a:gd name="connsiteY927" fmla="*/ 52588 h 6858000"/>
              <a:gd name="connsiteX928" fmla="*/ 1304276 w 7467600"/>
              <a:gd name="connsiteY928" fmla="*/ 476275 h 6858000"/>
              <a:gd name="connsiteX929" fmla="*/ 1492066 w 7467600"/>
              <a:gd name="connsiteY929" fmla="*/ 886333 h 6858000"/>
              <a:gd name="connsiteX930" fmla="*/ 1423698 w 7467600"/>
              <a:gd name="connsiteY930" fmla="*/ 710817 h 6858000"/>
              <a:gd name="connsiteX931" fmla="*/ 1357609 w 7467600"/>
              <a:gd name="connsiteY931" fmla="*/ 532892 h 6858000"/>
              <a:gd name="connsiteX932" fmla="*/ 1309550 w 7467600"/>
              <a:gd name="connsiteY932" fmla="*/ 374031 h 6858000"/>
              <a:gd name="connsiteX933" fmla="*/ 1193673 w 7467600"/>
              <a:gd name="connsiteY933" fmla="*/ 49533 h 6858000"/>
              <a:gd name="connsiteX934" fmla="*/ 1164391 w 7467600"/>
              <a:gd name="connsiteY934" fmla="*/ 0 h 6858000"/>
              <a:gd name="connsiteX935" fmla="*/ 1200666 w 7467600"/>
              <a:gd name="connsiteY935" fmla="*/ 0 h 6858000"/>
              <a:gd name="connsiteX936" fmla="*/ 1223408 w 7467600"/>
              <a:gd name="connsiteY936" fmla="*/ 38996 h 6858000"/>
              <a:gd name="connsiteX937" fmla="*/ 1339635 w 7467600"/>
              <a:gd name="connsiteY937" fmla="*/ 365517 h 6858000"/>
              <a:gd name="connsiteX938" fmla="*/ 1387469 w 7467600"/>
              <a:gd name="connsiteY938" fmla="*/ 523079 h 6858000"/>
              <a:gd name="connsiteX939" fmla="*/ 1452685 w 7467600"/>
              <a:gd name="connsiteY939" fmla="*/ 699806 h 6858000"/>
              <a:gd name="connsiteX940" fmla="*/ 1492092 w 7467600"/>
              <a:gd name="connsiteY940" fmla="*/ 800424 h 6858000"/>
              <a:gd name="connsiteX941" fmla="*/ 1455302 w 7467600"/>
              <a:gd name="connsiteY941" fmla="*/ 632913 h 6858000"/>
              <a:gd name="connsiteX942" fmla="*/ 1222336 w 7467600"/>
              <a:gd name="connsiteY942" fmla="*/ 9480 h 6858000"/>
              <a:gd name="connsiteX943" fmla="*/ 1214634 w 7467600"/>
              <a:gd name="connsiteY943" fmla="*/ 0 h 6858000"/>
              <a:gd name="connsiteX944" fmla="*/ 1289827 w 7467600"/>
              <a:gd name="connsiteY944" fmla="*/ 0 h 6858000"/>
              <a:gd name="connsiteX945" fmla="*/ 1321076 w 7467600"/>
              <a:gd name="connsiteY945" fmla="*/ 59722 h 6858000"/>
              <a:gd name="connsiteX946" fmla="*/ 1512579 w 7467600"/>
              <a:gd name="connsiteY946" fmla="*/ 626441 h 6858000"/>
              <a:gd name="connsiteX947" fmla="*/ 1506076 w 7467600"/>
              <a:gd name="connsiteY947" fmla="*/ 1089289 h 6858000"/>
              <a:gd name="connsiteX948" fmla="*/ 1486346 w 7467600"/>
              <a:gd name="connsiteY948" fmla="*/ 1079919 h 6858000"/>
              <a:gd name="connsiteX949" fmla="*/ 1070511 w 7467600"/>
              <a:gd name="connsiteY949" fmla="*/ 48609 h 6858000"/>
              <a:gd name="connsiteX950" fmla="*/ 1057230 w 7467600"/>
              <a:gd name="connsiteY950" fmla="*/ 0 h 6858000"/>
              <a:gd name="connsiteX951" fmla="*/ 43151 w 7467600"/>
              <a:gd name="connsiteY951" fmla="*/ 0 h 6858000"/>
              <a:gd name="connsiteX952" fmla="*/ 95283 w 7467600"/>
              <a:gd name="connsiteY952" fmla="*/ 0 h 6858000"/>
              <a:gd name="connsiteX953" fmla="*/ 300708 w 7467600"/>
              <a:gd name="connsiteY953" fmla="*/ 154571 h 6858000"/>
              <a:gd name="connsiteX954" fmla="*/ 530414 w 7467600"/>
              <a:gd name="connsiteY954" fmla="*/ 354673 h 6858000"/>
              <a:gd name="connsiteX955" fmla="*/ 333785 w 7467600"/>
              <a:gd name="connsiteY955" fmla="*/ 161564 h 6858000"/>
              <a:gd name="connsiteX956" fmla="*/ 147005 w 7467600"/>
              <a:gd name="connsiteY956" fmla="*/ 0 h 6858000"/>
              <a:gd name="connsiteX957" fmla="*/ 272509 w 7467600"/>
              <a:gd name="connsiteY957" fmla="*/ 0 h 6858000"/>
              <a:gd name="connsiteX958" fmla="*/ 326276 w 7467600"/>
              <a:gd name="connsiteY958" fmla="*/ 45847 h 6858000"/>
              <a:gd name="connsiteX959" fmla="*/ 823759 w 7467600"/>
              <a:gd name="connsiteY959" fmla="*/ 574145 h 6858000"/>
              <a:gd name="connsiteX960" fmla="*/ 811254 w 7467600"/>
              <a:gd name="connsiteY960" fmla="*/ 665546 h 6858000"/>
              <a:gd name="connsiteX961" fmla="*/ 154042 w 7467600"/>
              <a:gd name="connsiteY961" fmla="*/ 261522 h 6858000"/>
              <a:gd name="connsiteX962" fmla="*/ 13550 w 7467600"/>
              <a:gd name="connsiteY962" fmla="*/ 158423 h 6858000"/>
              <a:gd name="connsiteX963" fmla="*/ 0 w 7467600"/>
              <a:gd name="connsiteY963" fmla="*/ 146618 h 6858000"/>
              <a:gd name="connsiteX964" fmla="*/ 0 w 7467600"/>
              <a:gd name="connsiteY964" fmla="*/ 59161 h 6858000"/>
              <a:gd name="connsiteX965" fmla="*/ 45427 w 7467600"/>
              <a:gd name="connsiteY965" fmla="*/ 101078 h 6858000"/>
              <a:gd name="connsiteX966" fmla="*/ 630103 w 7467600"/>
              <a:gd name="connsiteY966" fmla="*/ 485885 h 6858000"/>
              <a:gd name="connsiteX967" fmla="*/ 532040 w 7467600"/>
              <a:gd name="connsiteY967" fmla="*/ 399359 h 6858000"/>
              <a:gd name="connsiteX968" fmla="*/ 517618 w 7467600"/>
              <a:gd name="connsiteY968" fmla="*/ 385726 h 6858000"/>
              <a:gd name="connsiteX969" fmla="*/ 285074 w 7467600"/>
              <a:gd name="connsiteY969" fmla="*/ 182755 h 6858000"/>
              <a:gd name="connsiteX970" fmla="*/ 43151 w 7467600"/>
              <a:gd name="connsiteY97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1456157 w 7467600"/>
              <a:gd name="connsiteY91" fmla="*/ 5371404 h 6858000"/>
              <a:gd name="connsiteX92" fmla="*/ 1244432 w 7467600"/>
              <a:gd name="connsiteY92" fmla="*/ 5385601 h 6858000"/>
              <a:gd name="connsiteX93" fmla="*/ 973990 w 7467600"/>
              <a:gd name="connsiteY93" fmla="*/ 5424940 h 6858000"/>
              <a:gd name="connsiteX94" fmla="*/ 1103809 w 7467600"/>
              <a:gd name="connsiteY94" fmla="*/ 5433720 h 6858000"/>
              <a:gd name="connsiteX95" fmla="*/ 1123454 w 7467600"/>
              <a:gd name="connsiteY95" fmla="*/ 5435727 h 6858000"/>
              <a:gd name="connsiteX96" fmla="*/ 1737017 w 7467600"/>
              <a:gd name="connsiteY96" fmla="*/ 5452183 h 6858000"/>
              <a:gd name="connsiteX97" fmla="*/ 1824397 w 7467600"/>
              <a:gd name="connsiteY97" fmla="*/ 5447757 h 6858000"/>
              <a:gd name="connsiteX98" fmla="*/ 2070059 w 7467600"/>
              <a:gd name="connsiteY98" fmla="*/ 5441660 h 6858000"/>
              <a:gd name="connsiteX99" fmla="*/ 1456157 w 7467600"/>
              <a:gd name="connsiteY99" fmla="*/ 5371404 h 6858000"/>
              <a:gd name="connsiteX100" fmla="*/ 4988186 w 7467600"/>
              <a:gd name="connsiteY100" fmla="*/ 5216467 h 6858000"/>
              <a:gd name="connsiteX101" fmla="*/ 4777334 w 7467600"/>
              <a:gd name="connsiteY101" fmla="*/ 5406072 h 6858000"/>
              <a:gd name="connsiteX102" fmla="*/ 4718341 w 7467600"/>
              <a:gd name="connsiteY102" fmla="*/ 5468043 h 6858000"/>
              <a:gd name="connsiteX103" fmla="*/ 4604655 w 7467600"/>
              <a:gd name="connsiteY103" fmla="*/ 5583434 h 6858000"/>
              <a:gd name="connsiteX104" fmla="*/ 4565074 w 7467600"/>
              <a:gd name="connsiteY104" fmla="*/ 5618550 h 6858000"/>
              <a:gd name="connsiteX105" fmla="*/ 4988186 w 7467600"/>
              <a:gd name="connsiteY105" fmla="*/ 5216467 h 6858000"/>
              <a:gd name="connsiteX106" fmla="*/ 4978032 w 7467600"/>
              <a:gd name="connsiteY106" fmla="*/ 5183809 h 6858000"/>
              <a:gd name="connsiteX107" fmla="*/ 4463413 w 7467600"/>
              <a:gd name="connsiteY107" fmla="*/ 5615162 h 6858000"/>
              <a:gd name="connsiteX108" fmla="*/ 4358134 w 7467600"/>
              <a:gd name="connsiteY108" fmla="*/ 5742791 h 6858000"/>
              <a:gd name="connsiteX109" fmla="*/ 4376219 w 7467600"/>
              <a:gd name="connsiteY109" fmla="*/ 5729027 h 6858000"/>
              <a:gd name="connsiteX110" fmla="*/ 4582340 w 7467600"/>
              <a:gd name="connsiteY110" fmla="*/ 5561037 h 6858000"/>
              <a:gd name="connsiteX111" fmla="*/ 4694684 w 7467600"/>
              <a:gd name="connsiteY111" fmla="*/ 5447098 h 6858000"/>
              <a:gd name="connsiteX112" fmla="*/ 4754123 w 7467600"/>
              <a:gd name="connsiteY112" fmla="*/ 5384643 h 6858000"/>
              <a:gd name="connsiteX113" fmla="*/ 4978032 w 7467600"/>
              <a:gd name="connsiteY113" fmla="*/ 5183809 h 6858000"/>
              <a:gd name="connsiteX114" fmla="*/ 1903353 w 7467600"/>
              <a:gd name="connsiteY114" fmla="*/ 5044827 h 6858000"/>
              <a:gd name="connsiteX115" fmla="*/ 1936931 w 7467600"/>
              <a:gd name="connsiteY115" fmla="*/ 5093954 h 6858000"/>
              <a:gd name="connsiteX116" fmla="*/ 2195868 w 7467600"/>
              <a:gd name="connsiteY116" fmla="*/ 5396574 h 6858000"/>
              <a:gd name="connsiteX117" fmla="*/ 2088852 w 7467600"/>
              <a:gd name="connsiteY117" fmla="*/ 5166123 h 6858000"/>
              <a:gd name="connsiteX118" fmla="*/ 1958241 w 7467600"/>
              <a:gd name="connsiteY118" fmla="*/ 5067955 h 6858000"/>
              <a:gd name="connsiteX119" fmla="*/ 1903353 w 7467600"/>
              <a:gd name="connsiteY119" fmla="*/ 5044827 h 6858000"/>
              <a:gd name="connsiteX120" fmla="*/ 1979378 w 7467600"/>
              <a:gd name="connsiteY120" fmla="*/ 4769504 h 6858000"/>
              <a:gd name="connsiteX121" fmla="*/ 2882120 w 7467600"/>
              <a:gd name="connsiteY121" fmla="*/ 5064547 h 6858000"/>
              <a:gd name="connsiteX122" fmla="*/ 2793103 w 7467600"/>
              <a:gd name="connsiteY122" fmla="*/ 5039699 h 6858000"/>
              <a:gd name="connsiteX123" fmla="*/ 2770041 w 7467600"/>
              <a:gd name="connsiteY123" fmla="*/ 5033634 h 6858000"/>
              <a:gd name="connsiteX124" fmla="*/ 1979378 w 7467600"/>
              <a:gd name="connsiteY124" fmla="*/ 4769504 h 6858000"/>
              <a:gd name="connsiteX125" fmla="*/ 1927410 w 7467600"/>
              <a:gd name="connsiteY125" fmla="*/ 4716164 h 6858000"/>
              <a:gd name="connsiteX126" fmla="*/ 1959587 w 7467600"/>
              <a:gd name="connsiteY126" fmla="*/ 4728849 h 6858000"/>
              <a:gd name="connsiteX127" fmla="*/ 2777707 w 7467600"/>
              <a:gd name="connsiteY127" fmla="*/ 5003991 h 6858000"/>
              <a:gd name="connsiteX128" fmla="*/ 2800768 w 7467600"/>
              <a:gd name="connsiteY128" fmla="*/ 5010056 h 6858000"/>
              <a:gd name="connsiteX129" fmla="*/ 2879408 w 7467600"/>
              <a:gd name="connsiteY129" fmla="*/ 5031590 h 6858000"/>
              <a:gd name="connsiteX130" fmla="*/ 2862295 w 7467600"/>
              <a:gd name="connsiteY130" fmla="*/ 5022958 h 6858000"/>
              <a:gd name="connsiteX131" fmla="*/ 2813343 w 7467600"/>
              <a:gd name="connsiteY131" fmla="*/ 4998369 h 6858000"/>
              <a:gd name="connsiteX132" fmla="*/ 2646245 w 7467600"/>
              <a:gd name="connsiteY132" fmla="*/ 4930999 h 6858000"/>
              <a:gd name="connsiteX133" fmla="*/ 1999243 w 7467600"/>
              <a:gd name="connsiteY133" fmla="*/ 4730524 h 6858000"/>
              <a:gd name="connsiteX134" fmla="*/ 1979527 w 7467600"/>
              <a:gd name="connsiteY134" fmla="*/ 4726651 h 6858000"/>
              <a:gd name="connsiteX135" fmla="*/ 1927410 w 7467600"/>
              <a:gd name="connsiteY135" fmla="*/ 4716164 h 6858000"/>
              <a:gd name="connsiteX136" fmla="*/ 1997014 w 7467600"/>
              <a:gd name="connsiteY136" fmla="*/ 4698007 h 6858000"/>
              <a:gd name="connsiteX137" fmla="*/ 2005458 w 7467600"/>
              <a:gd name="connsiteY137" fmla="*/ 4699540 h 6858000"/>
              <a:gd name="connsiteX138" fmla="*/ 2657186 w 7467600"/>
              <a:gd name="connsiteY138" fmla="*/ 4901687 h 6858000"/>
              <a:gd name="connsiteX139" fmla="*/ 2826662 w 7467600"/>
              <a:gd name="connsiteY139" fmla="*/ 4970362 h 6858000"/>
              <a:gd name="connsiteX140" fmla="*/ 2876100 w 7467600"/>
              <a:gd name="connsiteY140" fmla="*/ 4995397 h 6858000"/>
              <a:gd name="connsiteX141" fmla="*/ 3042600 w 7467600"/>
              <a:gd name="connsiteY141" fmla="*/ 5059532 h 6858000"/>
              <a:gd name="connsiteX142" fmla="*/ 1997014 w 7467600"/>
              <a:gd name="connsiteY142" fmla="*/ 4698007 h 6858000"/>
              <a:gd name="connsiteX143" fmla="*/ 2305292 w 7467600"/>
              <a:gd name="connsiteY143" fmla="*/ 4219492 h 6858000"/>
              <a:gd name="connsiteX144" fmla="*/ 3360922 w 7467600"/>
              <a:gd name="connsiteY144" fmla="*/ 4529373 h 6858000"/>
              <a:gd name="connsiteX145" fmla="*/ 3492420 w 7467600"/>
              <a:gd name="connsiteY145" fmla="*/ 4510145 h 6858000"/>
              <a:gd name="connsiteX146" fmla="*/ 3364086 w 7467600"/>
              <a:gd name="connsiteY146" fmla="*/ 4480340 h 6858000"/>
              <a:gd name="connsiteX147" fmla="*/ 3225818 w 7467600"/>
              <a:gd name="connsiteY147" fmla="*/ 4411822 h 6858000"/>
              <a:gd name="connsiteX148" fmla="*/ 3129696 w 7467600"/>
              <a:gd name="connsiteY148" fmla="*/ 4360704 h 6858000"/>
              <a:gd name="connsiteX149" fmla="*/ 2814545 w 7467600"/>
              <a:gd name="connsiteY149" fmla="*/ 4282955 h 6858000"/>
              <a:gd name="connsiteX150" fmla="*/ 2305292 w 7467600"/>
              <a:gd name="connsiteY150" fmla="*/ 4219492 h 6858000"/>
              <a:gd name="connsiteX151" fmla="*/ 2626982 w 7467600"/>
              <a:gd name="connsiteY151" fmla="*/ 4206450 h 6858000"/>
              <a:gd name="connsiteX152" fmla="*/ 2490617 w 7467600"/>
              <a:gd name="connsiteY152" fmla="*/ 4206951 h 6858000"/>
              <a:gd name="connsiteX153" fmla="*/ 2819869 w 7467600"/>
              <a:gd name="connsiteY153" fmla="*/ 4252936 h 6858000"/>
              <a:gd name="connsiteX154" fmla="*/ 3143018 w 7467600"/>
              <a:gd name="connsiteY154" fmla="*/ 4332698 h 6858000"/>
              <a:gd name="connsiteX155" fmla="*/ 3241520 w 7467600"/>
              <a:gd name="connsiteY155" fmla="*/ 4385112 h 6858000"/>
              <a:gd name="connsiteX156" fmla="*/ 3374575 w 7467600"/>
              <a:gd name="connsiteY156" fmla="*/ 4451517 h 6858000"/>
              <a:gd name="connsiteX157" fmla="*/ 3505221 w 7467600"/>
              <a:gd name="connsiteY157" fmla="*/ 4480757 h 6858000"/>
              <a:gd name="connsiteX158" fmla="*/ 2626982 w 7467600"/>
              <a:gd name="connsiteY158" fmla="*/ 4206450 h 6858000"/>
              <a:gd name="connsiteX159" fmla="*/ 1310106 w 7467600"/>
              <a:gd name="connsiteY159" fmla="*/ 3943217 h 6858000"/>
              <a:gd name="connsiteX160" fmla="*/ 854994 w 7467600"/>
              <a:gd name="connsiteY160" fmla="*/ 4399136 h 6858000"/>
              <a:gd name="connsiteX161" fmla="*/ 742462 w 7467600"/>
              <a:gd name="connsiteY161" fmla="*/ 4594648 h 6858000"/>
              <a:gd name="connsiteX162" fmla="*/ 820602 w 7467600"/>
              <a:gd name="connsiteY162" fmla="*/ 4485915 h 6858000"/>
              <a:gd name="connsiteX163" fmla="*/ 878295 w 7467600"/>
              <a:gd name="connsiteY163" fmla="*/ 4403594 h 6858000"/>
              <a:gd name="connsiteX164" fmla="*/ 1240607 w 7467600"/>
              <a:gd name="connsiteY164" fmla="*/ 4010401 h 6858000"/>
              <a:gd name="connsiteX165" fmla="*/ 1310106 w 7467600"/>
              <a:gd name="connsiteY165" fmla="*/ 3943217 h 6858000"/>
              <a:gd name="connsiteX166" fmla="*/ 1423113 w 7467600"/>
              <a:gd name="connsiteY166" fmla="*/ 3874565 h 6858000"/>
              <a:gd name="connsiteX167" fmla="*/ 1260565 w 7467600"/>
              <a:gd name="connsiteY167" fmla="*/ 4031982 h 6858000"/>
              <a:gd name="connsiteX168" fmla="*/ 901900 w 7467600"/>
              <a:gd name="connsiteY168" fmla="*/ 4421236 h 6858000"/>
              <a:gd name="connsiteX169" fmla="*/ 845044 w 7467600"/>
              <a:gd name="connsiteY169" fmla="*/ 4502436 h 6858000"/>
              <a:gd name="connsiteX170" fmla="*/ 685926 w 7467600"/>
              <a:gd name="connsiteY170" fmla="*/ 4703069 h 6858000"/>
              <a:gd name="connsiteX171" fmla="*/ 684248 w 7467600"/>
              <a:gd name="connsiteY171" fmla="*/ 4706721 h 6858000"/>
              <a:gd name="connsiteX172" fmla="*/ 1423113 w 7467600"/>
              <a:gd name="connsiteY172" fmla="*/ 3874565 h 6858000"/>
              <a:gd name="connsiteX173" fmla="*/ 3316479 w 7467600"/>
              <a:gd name="connsiteY173" fmla="*/ 3872136 h 6858000"/>
              <a:gd name="connsiteX174" fmla="*/ 3546806 w 7467600"/>
              <a:gd name="connsiteY174" fmla="*/ 4356139 h 6858000"/>
              <a:gd name="connsiteX175" fmla="*/ 3364433 w 7467600"/>
              <a:gd name="connsiteY175" fmla="*/ 3953121 h 6858000"/>
              <a:gd name="connsiteX176" fmla="*/ 3316479 w 7467600"/>
              <a:gd name="connsiteY176" fmla="*/ 3872136 h 6858000"/>
              <a:gd name="connsiteX177" fmla="*/ 3291335 w 7467600"/>
              <a:gd name="connsiteY177" fmla="*/ 3767420 h 6858000"/>
              <a:gd name="connsiteX178" fmla="*/ 3390805 w 7467600"/>
              <a:gd name="connsiteY178" fmla="*/ 3937163 h 6858000"/>
              <a:gd name="connsiteX179" fmla="*/ 3579062 w 7467600"/>
              <a:gd name="connsiteY179" fmla="*/ 4359040 h 6858000"/>
              <a:gd name="connsiteX180" fmla="*/ 3467355 w 7467600"/>
              <a:gd name="connsiteY180" fmla="*/ 3988130 h 6858000"/>
              <a:gd name="connsiteX181" fmla="*/ 3310753 w 7467600"/>
              <a:gd name="connsiteY181" fmla="*/ 3787140 h 6858000"/>
              <a:gd name="connsiteX182" fmla="*/ 3291335 w 7467600"/>
              <a:gd name="connsiteY182" fmla="*/ 3767420 h 6858000"/>
              <a:gd name="connsiteX183" fmla="*/ 1635889 w 7467600"/>
              <a:gd name="connsiteY183" fmla="*/ 3709494 h 6858000"/>
              <a:gd name="connsiteX184" fmla="*/ 1634800 w 7467600"/>
              <a:gd name="connsiteY184" fmla="*/ 3731111 h 6858000"/>
              <a:gd name="connsiteX185" fmla="*/ 1635889 w 7467600"/>
              <a:gd name="connsiteY185" fmla="*/ 3709494 h 6858000"/>
              <a:gd name="connsiteX186" fmla="*/ 1510397 w 7467600"/>
              <a:gd name="connsiteY186" fmla="*/ 3684705 h 6858000"/>
              <a:gd name="connsiteX187" fmla="*/ 1146550 w 7467600"/>
              <a:gd name="connsiteY187" fmla="*/ 3802012 h 6858000"/>
              <a:gd name="connsiteX188" fmla="*/ 698834 w 7467600"/>
              <a:gd name="connsiteY188" fmla="*/ 3952272 h 6858000"/>
              <a:gd name="connsiteX189" fmla="*/ 34256 w 7467600"/>
              <a:gd name="connsiteY189" fmla="*/ 4347603 h 6858000"/>
              <a:gd name="connsiteX190" fmla="*/ 527241 w 7467600"/>
              <a:gd name="connsiteY190" fmla="*/ 4065078 h 6858000"/>
              <a:gd name="connsiteX191" fmla="*/ 1510397 w 7467600"/>
              <a:gd name="connsiteY191" fmla="*/ 3684705 h 6858000"/>
              <a:gd name="connsiteX192" fmla="*/ 1313114 w 7467600"/>
              <a:gd name="connsiteY192" fmla="*/ 3655216 h 6858000"/>
              <a:gd name="connsiteX193" fmla="*/ 1109304 w 7467600"/>
              <a:gd name="connsiteY193" fmla="*/ 3669030 h 6858000"/>
              <a:gd name="connsiteX194" fmla="*/ 8129 w 7467600"/>
              <a:gd name="connsiteY194" fmla="*/ 4330519 h 6858000"/>
              <a:gd name="connsiteX195" fmla="*/ 687572 w 7467600"/>
              <a:gd name="connsiteY195" fmla="*/ 3925629 h 6858000"/>
              <a:gd name="connsiteX196" fmla="*/ 1138365 w 7467600"/>
              <a:gd name="connsiteY196" fmla="*/ 3774515 h 6858000"/>
              <a:gd name="connsiteX197" fmla="*/ 1505579 w 7467600"/>
              <a:gd name="connsiteY197" fmla="*/ 3655526 h 6858000"/>
              <a:gd name="connsiteX198" fmla="*/ 1313114 w 7467600"/>
              <a:gd name="connsiteY198" fmla="*/ 3655216 h 6858000"/>
              <a:gd name="connsiteX199" fmla="*/ 3655073 w 7467600"/>
              <a:gd name="connsiteY199" fmla="*/ 3650884 h 6858000"/>
              <a:gd name="connsiteX200" fmla="*/ 3989938 w 7467600"/>
              <a:gd name="connsiteY200" fmla="*/ 3991685 h 6858000"/>
              <a:gd name="connsiteX201" fmla="*/ 4393907 w 7467600"/>
              <a:gd name="connsiteY201" fmla="*/ 4261258 h 6858000"/>
              <a:gd name="connsiteX202" fmla="*/ 4648051 w 7467600"/>
              <a:gd name="connsiteY202" fmla="*/ 4374051 h 6858000"/>
              <a:gd name="connsiteX203" fmla="*/ 4383389 w 7467600"/>
              <a:gd name="connsiteY203" fmla="*/ 4184369 h 6858000"/>
              <a:gd name="connsiteX204" fmla="*/ 4165508 w 7467600"/>
              <a:gd name="connsiteY204" fmla="*/ 4035196 h 6858000"/>
              <a:gd name="connsiteX205" fmla="*/ 4068162 w 7467600"/>
              <a:gd name="connsiteY205" fmla="*/ 3953394 h 6858000"/>
              <a:gd name="connsiteX206" fmla="*/ 3981416 w 7467600"/>
              <a:gd name="connsiteY206" fmla="*/ 3880482 h 6858000"/>
              <a:gd name="connsiteX207" fmla="*/ 3800147 w 7467600"/>
              <a:gd name="connsiteY207" fmla="*/ 3749872 h 6858000"/>
              <a:gd name="connsiteX208" fmla="*/ 3655073 w 7467600"/>
              <a:gd name="connsiteY208" fmla="*/ 3650884 h 6858000"/>
              <a:gd name="connsiteX209" fmla="*/ 3670252 w 7467600"/>
              <a:gd name="connsiteY209" fmla="*/ 3622798 h 6858000"/>
              <a:gd name="connsiteX210" fmla="*/ 3817258 w 7467600"/>
              <a:gd name="connsiteY210" fmla="*/ 3723577 h 6858000"/>
              <a:gd name="connsiteX211" fmla="*/ 4000461 w 7467600"/>
              <a:gd name="connsiteY211" fmla="*/ 3855966 h 6858000"/>
              <a:gd name="connsiteX212" fmla="*/ 4088180 w 7467600"/>
              <a:gd name="connsiteY212" fmla="*/ 3929774 h 6858000"/>
              <a:gd name="connsiteX213" fmla="*/ 4184555 w 7467600"/>
              <a:gd name="connsiteY213" fmla="*/ 4010683 h 6858000"/>
              <a:gd name="connsiteX214" fmla="*/ 4399563 w 7467600"/>
              <a:gd name="connsiteY214" fmla="*/ 4158106 h 6858000"/>
              <a:gd name="connsiteX215" fmla="*/ 4684469 w 7467600"/>
              <a:gd name="connsiteY215" fmla="*/ 4364680 h 6858000"/>
              <a:gd name="connsiteX216" fmla="*/ 4690271 w 7467600"/>
              <a:gd name="connsiteY216" fmla="*/ 4370034 h 6858000"/>
              <a:gd name="connsiteX217" fmla="*/ 4136093 w 7467600"/>
              <a:gd name="connsiteY217" fmla="*/ 3858466 h 6858000"/>
              <a:gd name="connsiteX218" fmla="*/ 3670252 w 7467600"/>
              <a:gd name="connsiteY218" fmla="*/ 3622798 h 6858000"/>
              <a:gd name="connsiteX219" fmla="*/ 4440129 w 7467600"/>
              <a:gd name="connsiteY219" fmla="*/ 3448571 h 6858000"/>
              <a:gd name="connsiteX220" fmla="*/ 4856525 w 7467600"/>
              <a:gd name="connsiteY220" fmla="*/ 3915351 h 6858000"/>
              <a:gd name="connsiteX221" fmla="*/ 5059055 w 7467600"/>
              <a:gd name="connsiteY221" fmla="*/ 4108918 h 6858000"/>
              <a:gd name="connsiteX222" fmla="*/ 5290070 w 7467600"/>
              <a:gd name="connsiteY222" fmla="*/ 4263619 h 6858000"/>
              <a:gd name="connsiteX223" fmla="*/ 4834991 w 7467600"/>
              <a:gd name="connsiteY223" fmla="*/ 3830985 h 6858000"/>
              <a:gd name="connsiteX224" fmla="*/ 4440129 w 7467600"/>
              <a:gd name="connsiteY224" fmla="*/ 3448571 h 6858000"/>
              <a:gd name="connsiteX225" fmla="*/ 4441737 w 7467600"/>
              <a:gd name="connsiteY225" fmla="*/ 3399734 h 6858000"/>
              <a:gd name="connsiteX226" fmla="*/ 4431236 w 7467600"/>
              <a:gd name="connsiteY226" fmla="*/ 3400954 h 6858000"/>
              <a:gd name="connsiteX227" fmla="*/ 4557150 w 7467600"/>
              <a:gd name="connsiteY227" fmla="*/ 3510023 h 6858000"/>
              <a:gd name="connsiteX228" fmla="*/ 4856936 w 7467600"/>
              <a:gd name="connsiteY228" fmla="*/ 3809146 h 6858000"/>
              <a:gd name="connsiteX229" fmla="*/ 5111996 w 7467600"/>
              <a:gd name="connsiteY229" fmla="*/ 4065759 h 6858000"/>
              <a:gd name="connsiteX230" fmla="*/ 5388878 w 7467600"/>
              <a:gd name="connsiteY230" fmla="*/ 4300185 h 6858000"/>
              <a:gd name="connsiteX231" fmla="*/ 5425556 w 7467600"/>
              <a:gd name="connsiteY231" fmla="*/ 4308967 h 6858000"/>
              <a:gd name="connsiteX232" fmla="*/ 4943646 w 7467600"/>
              <a:gd name="connsiteY232" fmla="*/ 3822916 h 6858000"/>
              <a:gd name="connsiteX233" fmla="*/ 4594837 w 7467600"/>
              <a:gd name="connsiteY233" fmla="*/ 3532274 h 6858000"/>
              <a:gd name="connsiteX234" fmla="*/ 4441737 w 7467600"/>
              <a:gd name="connsiteY234" fmla="*/ 3399734 h 6858000"/>
              <a:gd name="connsiteX235" fmla="*/ 5425834 w 7467600"/>
              <a:gd name="connsiteY235" fmla="*/ 3162785 h 6858000"/>
              <a:gd name="connsiteX236" fmla="*/ 5401644 w 7467600"/>
              <a:gd name="connsiteY236" fmla="*/ 3617847 h 6858000"/>
              <a:gd name="connsiteX237" fmla="*/ 5467256 w 7467600"/>
              <a:gd name="connsiteY237" fmla="*/ 4175494 h 6858000"/>
              <a:gd name="connsiteX238" fmla="*/ 5448069 w 7467600"/>
              <a:gd name="connsiteY238" fmla="*/ 3567554 h 6858000"/>
              <a:gd name="connsiteX239" fmla="*/ 5425834 w 7467600"/>
              <a:gd name="connsiteY239" fmla="*/ 3162785 h 6858000"/>
              <a:gd name="connsiteX240" fmla="*/ 1318687 w 7467600"/>
              <a:gd name="connsiteY240" fmla="*/ 3113840 h 6858000"/>
              <a:gd name="connsiteX241" fmla="*/ 1066793 w 7467600"/>
              <a:gd name="connsiteY241" fmla="*/ 3212171 h 6858000"/>
              <a:gd name="connsiteX242" fmla="*/ 993319 w 7467600"/>
              <a:gd name="connsiteY242" fmla="*/ 3247648 h 6858000"/>
              <a:gd name="connsiteX243" fmla="*/ 853081 w 7467600"/>
              <a:gd name="connsiteY243" fmla="*/ 3312410 h 6858000"/>
              <a:gd name="connsiteX244" fmla="*/ 805957 w 7467600"/>
              <a:gd name="connsiteY244" fmla="*/ 3330443 h 6858000"/>
              <a:gd name="connsiteX245" fmla="*/ 1318687 w 7467600"/>
              <a:gd name="connsiteY245" fmla="*/ 3113840 h 6858000"/>
              <a:gd name="connsiteX246" fmla="*/ 5453702 w 7467600"/>
              <a:gd name="connsiteY246" fmla="*/ 3090882 h 6858000"/>
              <a:gd name="connsiteX247" fmla="*/ 5480135 w 7467600"/>
              <a:gd name="connsiteY247" fmla="*/ 3565802 h 6858000"/>
              <a:gd name="connsiteX248" fmla="*/ 5499023 w 7467600"/>
              <a:gd name="connsiteY248" fmla="*/ 4166310 h 6858000"/>
              <a:gd name="connsiteX249" fmla="*/ 5547022 w 7467600"/>
              <a:gd name="connsiteY249" fmla="*/ 3607838 h 6858000"/>
              <a:gd name="connsiteX250" fmla="*/ 5515964 w 7467600"/>
              <a:gd name="connsiteY250" fmla="*/ 3378541 h 6858000"/>
              <a:gd name="connsiteX251" fmla="*/ 5453702 w 7467600"/>
              <a:gd name="connsiteY251" fmla="*/ 3090882 h 6858000"/>
              <a:gd name="connsiteX252" fmla="*/ 1238695 w 7467600"/>
              <a:gd name="connsiteY252" fmla="*/ 3076820 h 6858000"/>
              <a:gd name="connsiteX253" fmla="*/ 716371 w 7467600"/>
              <a:gd name="connsiteY253" fmla="*/ 3293249 h 6858000"/>
              <a:gd name="connsiteX254" fmla="*/ 579522 w 7467600"/>
              <a:gd name="connsiteY254" fmla="*/ 3371759 h 6858000"/>
              <a:gd name="connsiteX255" fmla="*/ 600288 w 7467600"/>
              <a:gd name="connsiteY255" fmla="*/ 3365555 h 6858000"/>
              <a:gd name="connsiteX256" fmla="*/ 840692 w 7467600"/>
              <a:gd name="connsiteY256" fmla="*/ 3284921 h 6858000"/>
              <a:gd name="connsiteX257" fmla="*/ 979248 w 7467600"/>
              <a:gd name="connsiteY257" fmla="*/ 3221003 h 6858000"/>
              <a:gd name="connsiteX258" fmla="*/ 1053282 w 7467600"/>
              <a:gd name="connsiteY258" fmla="*/ 3185247 h 6858000"/>
              <a:gd name="connsiteX259" fmla="*/ 1320603 w 7467600"/>
              <a:gd name="connsiteY259" fmla="*/ 3081281 h 6858000"/>
              <a:gd name="connsiteX260" fmla="*/ 1238695 w 7467600"/>
              <a:gd name="connsiteY260" fmla="*/ 3076820 h 6858000"/>
              <a:gd name="connsiteX261" fmla="*/ 5425627 w 7467600"/>
              <a:gd name="connsiteY261" fmla="*/ 2954192 h 6858000"/>
              <a:gd name="connsiteX262" fmla="*/ 5470770 w 7467600"/>
              <a:gd name="connsiteY262" fmla="*/ 3005435 h 6858000"/>
              <a:gd name="connsiteX263" fmla="*/ 5519779 w 7467600"/>
              <a:gd name="connsiteY263" fmla="*/ 4359223 h 6858000"/>
              <a:gd name="connsiteX264" fmla="*/ 5520293 w 7467600"/>
              <a:gd name="connsiteY264" fmla="*/ 4360602 h 6858000"/>
              <a:gd name="connsiteX265" fmla="*/ 5767221 w 7467600"/>
              <a:gd name="connsiteY265" fmla="*/ 4665564 h 6858000"/>
              <a:gd name="connsiteX266" fmla="*/ 6937169 w 7467600"/>
              <a:gd name="connsiteY266" fmla="*/ 4815941 h 6858000"/>
              <a:gd name="connsiteX267" fmla="*/ 6953922 w 7467600"/>
              <a:gd name="connsiteY267" fmla="*/ 4890068 h 6858000"/>
              <a:gd name="connsiteX268" fmla="*/ 6071359 w 7467600"/>
              <a:gd name="connsiteY268" fmla="*/ 4770770 h 6858000"/>
              <a:gd name="connsiteX269" fmla="*/ 6038839 w 7467600"/>
              <a:gd name="connsiteY269" fmla="*/ 4764474 h 6858000"/>
              <a:gd name="connsiteX270" fmla="*/ 6038706 w 7467600"/>
              <a:gd name="connsiteY270" fmla="*/ 4763847 h 6858000"/>
              <a:gd name="connsiteX271" fmla="*/ 6037784 w 7467600"/>
              <a:gd name="connsiteY271" fmla="*/ 4764270 h 6858000"/>
              <a:gd name="connsiteX272" fmla="*/ 6038839 w 7467600"/>
              <a:gd name="connsiteY272" fmla="*/ 4764474 h 6858000"/>
              <a:gd name="connsiteX273" fmla="*/ 6040338 w 7467600"/>
              <a:gd name="connsiteY273" fmla="*/ 4771418 h 6858000"/>
              <a:gd name="connsiteX274" fmla="*/ 6024488 w 7467600"/>
              <a:gd name="connsiteY274" fmla="*/ 4809903 h 6858000"/>
              <a:gd name="connsiteX275" fmla="*/ 5599771 w 7467600"/>
              <a:gd name="connsiteY275" fmla="*/ 5509652 h 6858000"/>
              <a:gd name="connsiteX276" fmla="*/ 5548843 w 7467600"/>
              <a:gd name="connsiteY276" fmla="*/ 5563845 h 6858000"/>
              <a:gd name="connsiteX277" fmla="*/ 5940952 w 7467600"/>
              <a:gd name="connsiteY277" fmla="*/ 6250028 h 6858000"/>
              <a:gd name="connsiteX278" fmla="*/ 6043441 w 7467600"/>
              <a:gd name="connsiteY278" fmla="*/ 6665847 h 6858000"/>
              <a:gd name="connsiteX279" fmla="*/ 6093432 w 7467600"/>
              <a:gd name="connsiteY279" fmla="*/ 6858000 h 6858000"/>
              <a:gd name="connsiteX280" fmla="*/ 6034344 w 7467600"/>
              <a:gd name="connsiteY280" fmla="*/ 6858000 h 6858000"/>
              <a:gd name="connsiteX281" fmla="*/ 6026679 w 7467600"/>
              <a:gd name="connsiteY281" fmla="*/ 6836959 h 6858000"/>
              <a:gd name="connsiteX282" fmla="*/ 5800441 w 7467600"/>
              <a:gd name="connsiteY282" fmla="*/ 6335286 h 6858000"/>
              <a:gd name="connsiteX283" fmla="*/ 5526562 w 7467600"/>
              <a:gd name="connsiteY283" fmla="*/ 5705388 h 6858000"/>
              <a:gd name="connsiteX284" fmla="*/ 5519640 w 7467600"/>
              <a:gd name="connsiteY284" fmla="*/ 5683774 h 6858000"/>
              <a:gd name="connsiteX285" fmla="*/ 5844559 w 7467600"/>
              <a:gd name="connsiteY285" fmla="*/ 6553349 h 6858000"/>
              <a:gd name="connsiteX286" fmla="*/ 5975994 w 7467600"/>
              <a:gd name="connsiteY286" fmla="*/ 6858000 h 6858000"/>
              <a:gd name="connsiteX287" fmla="*/ 5898547 w 7467600"/>
              <a:gd name="connsiteY287" fmla="*/ 6858000 h 6858000"/>
              <a:gd name="connsiteX288" fmla="*/ 5682041 w 7467600"/>
              <a:gd name="connsiteY288" fmla="*/ 6355860 h 6858000"/>
              <a:gd name="connsiteX289" fmla="*/ 5461758 w 7467600"/>
              <a:gd name="connsiteY289" fmla="*/ 5820220 h 6858000"/>
              <a:gd name="connsiteX290" fmla="*/ 5237282 w 7467600"/>
              <a:gd name="connsiteY290" fmla="*/ 6579086 h 6858000"/>
              <a:gd name="connsiteX291" fmla="*/ 5115009 w 7467600"/>
              <a:gd name="connsiteY291" fmla="*/ 6858000 h 6858000"/>
              <a:gd name="connsiteX292" fmla="*/ 5028074 w 7467600"/>
              <a:gd name="connsiteY292" fmla="*/ 6858000 h 6858000"/>
              <a:gd name="connsiteX293" fmla="*/ 5079508 w 7467600"/>
              <a:gd name="connsiteY293" fmla="*/ 6749074 h 6858000"/>
              <a:gd name="connsiteX294" fmla="*/ 5371846 w 7467600"/>
              <a:gd name="connsiteY294" fmla="*/ 5924413 h 6858000"/>
              <a:gd name="connsiteX295" fmla="*/ 5270512 w 7467600"/>
              <a:gd name="connsiteY295" fmla="*/ 6138975 h 6858000"/>
              <a:gd name="connsiteX296" fmla="*/ 5062409 w 7467600"/>
              <a:gd name="connsiteY296" fmla="*/ 6653544 h 6858000"/>
              <a:gd name="connsiteX297" fmla="*/ 5036628 w 7467600"/>
              <a:gd name="connsiteY297" fmla="*/ 6754247 h 6858000"/>
              <a:gd name="connsiteX298" fmla="*/ 5009112 w 7467600"/>
              <a:gd name="connsiteY298" fmla="*/ 6858000 h 6858000"/>
              <a:gd name="connsiteX299" fmla="*/ 4976679 w 7467600"/>
              <a:gd name="connsiteY299" fmla="*/ 6858000 h 6858000"/>
              <a:gd name="connsiteX300" fmla="*/ 5006537 w 7467600"/>
              <a:gd name="connsiteY300" fmla="*/ 6747068 h 6858000"/>
              <a:gd name="connsiteX301" fmla="*/ 5032723 w 7467600"/>
              <a:gd name="connsiteY301" fmla="*/ 6644957 h 6858000"/>
              <a:gd name="connsiteX302" fmla="*/ 5242949 w 7467600"/>
              <a:gd name="connsiteY302" fmla="*/ 6125175 h 6858000"/>
              <a:gd name="connsiteX303" fmla="*/ 5286321 w 7467600"/>
              <a:gd name="connsiteY303" fmla="*/ 6033555 h 6858000"/>
              <a:gd name="connsiteX304" fmla="*/ 5008210 w 7467600"/>
              <a:gd name="connsiteY304" fmla="*/ 6649194 h 6858000"/>
              <a:gd name="connsiteX305" fmla="*/ 4986321 w 7467600"/>
              <a:gd name="connsiteY305" fmla="*/ 6765687 h 6858000"/>
              <a:gd name="connsiteX306" fmla="*/ 4973474 w 7467600"/>
              <a:gd name="connsiteY306" fmla="*/ 6858000 h 6858000"/>
              <a:gd name="connsiteX307" fmla="*/ 4907178 w 7467600"/>
              <a:gd name="connsiteY307" fmla="*/ 6858000 h 6858000"/>
              <a:gd name="connsiteX308" fmla="*/ 4910810 w 7467600"/>
              <a:gd name="connsiteY308" fmla="*/ 6829660 h 6858000"/>
              <a:gd name="connsiteX309" fmla="*/ 4987461 w 7467600"/>
              <a:gd name="connsiteY309" fmla="*/ 6432994 h 6858000"/>
              <a:gd name="connsiteX310" fmla="*/ 5179262 w 7467600"/>
              <a:gd name="connsiteY310" fmla="*/ 6035044 h 6858000"/>
              <a:gd name="connsiteX311" fmla="*/ 4689678 w 7467600"/>
              <a:gd name="connsiteY311" fmla="*/ 6440241 h 6858000"/>
              <a:gd name="connsiteX312" fmla="*/ 4477543 w 7467600"/>
              <a:gd name="connsiteY312" fmla="*/ 6674836 h 6858000"/>
              <a:gd name="connsiteX313" fmla="*/ 4329957 w 7467600"/>
              <a:gd name="connsiteY313" fmla="*/ 6858000 h 6858000"/>
              <a:gd name="connsiteX314" fmla="*/ 4218595 w 7467600"/>
              <a:gd name="connsiteY314" fmla="*/ 6858000 h 6858000"/>
              <a:gd name="connsiteX315" fmla="*/ 4368888 w 7467600"/>
              <a:gd name="connsiteY315" fmla="*/ 6668412 h 6858000"/>
              <a:gd name="connsiteX316" fmla="*/ 4563091 w 7467600"/>
              <a:gd name="connsiteY316" fmla="*/ 6442508 h 6858000"/>
              <a:gd name="connsiteX317" fmla="*/ 5387324 w 7467600"/>
              <a:gd name="connsiteY317" fmla="*/ 5705830 h 6858000"/>
              <a:gd name="connsiteX318" fmla="*/ 5073620 w 7467600"/>
              <a:gd name="connsiteY318" fmla="*/ 5955437 h 6858000"/>
              <a:gd name="connsiteX319" fmla="*/ 4689789 w 7467600"/>
              <a:gd name="connsiteY319" fmla="*/ 6268382 h 6858000"/>
              <a:gd name="connsiteX320" fmla="*/ 4418722 w 7467600"/>
              <a:gd name="connsiteY320" fmla="*/ 6570886 h 6858000"/>
              <a:gd name="connsiteX321" fmla="*/ 4214944 w 7467600"/>
              <a:gd name="connsiteY321" fmla="*/ 6858000 h 6858000"/>
              <a:gd name="connsiteX322" fmla="*/ 4177898 w 7467600"/>
              <a:gd name="connsiteY322" fmla="*/ 6858000 h 6858000"/>
              <a:gd name="connsiteX323" fmla="*/ 4391597 w 7467600"/>
              <a:gd name="connsiteY323" fmla="*/ 6556370 h 6858000"/>
              <a:gd name="connsiteX324" fmla="*/ 4668889 w 7467600"/>
              <a:gd name="connsiteY324" fmla="*/ 6246399 h 6858000"/>
              <a:gd name="connsiteX325" fmla="*/ 5055427 w 7467600"/>
              <a:gd name="connsiteY325" fmla="*/ 5931476 h 6858000"/>
              <a:gd name="connsiteX326" fmla="*/ 5371814 w 7467600"/>
              <a:gd name="connsiteY326" fmla="*/ 5678975 h 6858000"/>
              <a:gd name="connsiteX327" fmla="*/ 4987918 w 7467600"/>
              <a:gd name="connsiteY327" fmla="*/ 5838701 h 6858000"/>
              <a:gd name="connsiteX328" fmla="*/ 4317146 w 7467600"/>
              <a:gd name="connsiteY328" fmla="*/ 6587716 h 6858000"/>
              <a:gd name="connsiteX329" fmla="*/ 4171627 w 7467600"/>
              <a:gd name="connsiteY329" fmla="*/ 6858000 h 6858000"/>
              <a:gd name="connsiteX330" fmla="*/ 4081585 w 7467600"/>
              <a:gd name="connsiteY330" fmla="*/ 6858000 h 6858000"/>
              <a:gd name="connsiteX331" fmla="*/ 4238603 w 7467600"/>
              <a:gd name="connsiteY331" fmla="*/ 6559341 h 6858000"/>
              <a:gd name="connsiteX332" fmla="*/ 4778333 w 7467600"/>
              <a:gd name="connsiteY332" fmla="*/ 5873626 h 6858000"/>
              <a:gd name="connsiteX333" fmla="*/ 5414185 w 7467600"/>
              <a:gd name="connsiteY333" fmla="*/ 5573882 h 6858000"/>
              <a:gd name="connsiteX334" fmla="*/ 5959648 w 7467600"/>
              <a:gd name="connsiteY334" fmla="*/ 4760797 h 6858000"/>
              <a:gd name="connsiteX335" fmla="*/ 5355019 w 7467600"/>
              <a:gd name="connsiteY335" fmla="*/ 4734672 h 6858000"/>
              <a:gd name="connsiteX336" fmla="*/ 5083565 w 7467600"/>
              <a:gd name="connsiteY336" fmla="*/ 5179121 h 6858000"/>
              <a:gd name="connsiteX337" fmla="*/ 4713577 w 7467600"/>
              <a:gd name="connsiteY337" fmla="*/ 5616803 h 6858000"/>
              <a:gd name="connsiteX338" fmla="*/ 3989559 w 7467600"/>
              <a:gd name="connsiteY338" fmla="*/ 6145945 h 6858000"/>
              <a:gd name="connsiteX339" fmla="*/ 3939824 w 7467600"/>
              <a:gd name="connsiteY339" fmla="*/ 6066900 h 6858000"/>
              <a:gd name="connsiteX340" fmla="*/ 4584537 w 7467600"/>
              <a:gd name="connsiteY340" fmla="*/ 5324826 h 6858000"/>
              <a:gd name="connsiteX341" fmla="*/ 5037105 w 7467600"/>
              <a:gd name="connsiteY341" fmla="*/ 5088765 h 6858000"/>
              <a:gd name="connsiteX342" fmla="*/ 5039930 w 7467600"/>
              <a:gd name="connsiteY342" fmla="*/ 5089585 h 6858000"/>
              <a:gd name="connsiteX343" fmla="*/ 5263764 w 7467600"/>
              <a:gd name="connsiteY343" fmla="*/ 4735525 h 6858000"/>
              <a:gd name="connsiteX344" fmla="*/ 4086300 w 7467600"/>
              <a:gd name="connsiteY344" fmla="*/ 4884599 h 6858000"/>
              <a:gd name="connsiteX345" fmla="*/ 4085485 w 7467600"/>
              <a:gd name="connsiteY345" fmla="*/ 4899070 h 6858000"/>
              <a:gd name="connsiteX346" fmla="*/ 3871915 w 7467600"/>
              <a:gd name="connsiteY346" fmla="*/ 5253645 h 6858000"/>
              <a:gd name="connsiteX347" fmla="*/ 3799374 w 7467600"/>
              <a:gd name="connsiteY347" fmla="*/ 5466127 h 6858000"/>
              <a:gd name="connsiteX348" fmla="*/ 3498850 w 7467600"/>
              <a:gd name="connsiteY348" fmla="*/ 6661888 h 6858000"/>
              <a:gd name="connsiteX349" fmla="*/ 3399216 w 7467600"/>
              <a:gd name="connsiteY349" fmla="*/ 6858000 h 6858000"/>
              <a:gd name="connsiteX350" fmla="*/ 3303688 w 7467600"/>
              <a:gd name="connsiteY350" fmla="*/ 6858000 h 6858000"/>
              <a:gd name="connsiteX351" fmla="*/ 3391774 w 7467600"/>
              <a:gd name="connsiteY351" fmla="*/ 6697181 h 6858000"/>
              <a:gd name="connsiteX352" fmla="*/ 3735540 w 7467600"/>
              <a:gd name="connsiteY352" fmla="*/ 5546923 h 6858000"/>
              <a:gd name="connsiteX353" fmla="*/ 3729438 w 7467600"/>
              <a:gd name="connsiteY353" fmla="*/ 5569058 h 6858000"/>
              <a:gd name="connsiteX354" fmla="*/ 3707782 w 7467600"/>
              <a:gd name="connsiteY354" fmla="*/ 5644908 h 6858000"/>
              <a:gd name="connsiteX355" fmla="*/ 3583827 w 7467600"/>
              <a:gd name="connsiteY355" fmla="*/ 6039215 h 6858000"/>
              <a:gd name="connsiteX356" fmla="*/ 3547861 w 7467600"/>
              <a:gd name="connsiteY356" fmla="*/ 6129609 h 6858000"/>
              <a:gd name="connsiteX357" fmla="*/ 3490905 w 7467600"/>
              <a:gd name="connsiteY357" fmla="*/ 6277660 h 6858000"/>
              <a:gd name="connsiteX358" fmla="*/ 3455859 w 7467600"/>
              <a:gd name="connsiteY358" fmla="*/ 6391301 h 6858000"/>
              <a:gd name="connsiteX359" fmla="*/ 3429112 w 7467600"/>
              <a:gd name="connsiteY359" fmla="*/ 6479469 h 6858000"/>
              <a:gd name="connsiteX360" fmla="*/ 3304862 w 7467600"/>
              <a:gd name="connsiteY360" fmla="*/ 6796476 h 6858000"/>
              <a:gd name="connsiteX361" fmla="*/ 3276071 w 7467600"/>
              <a:gd name="connsiteY361" fmla="*/ 6858000 h 6858000"/>
              <a:gd name="connsiteX362" fmla="*/ 3240805 w 7467600"/>
              <a:gd name="connsiteY362" fmla="*/ 6858000 h 6858000"/>
              <a:gd name="connsiteX363" fmla="*/ 3275917 w 7467600"/>
              <a:gd name="connsiteY363" fmla="*/ 6783192 h 6858000"/>
              <a:gd name="connsiteX364" fmla="*/ 3399358 w 7467600"/>
              <a:gd name="connsiteY364" fmla="*/ 6469011 h 6858000"/>
              <a:gd name="connsiteX365" fmla="*/ 3425650 w 7467600"/>
              <a:gd name="connsiteY365" fmla="*/ 6381333 h 6858000"/>
              <a:gd name="connsiteX366" fmla="*/ 3460661 w 7467600"/>
              <a:gd name="connsiteY366" fmla="*/ 6266763 h 6858000"/>
              <a:gd name="connsiteX367" fmla="*/ 3518021 w 7467600"/>
              <a:gd name="connsiteY367" fmla="*/ 6117298 h 6858000"/>
              <a:gd name="connsiteX368" fmla="*/ 3554035 w 7467600"/>
              <a:gd name="connsiteY368" fmla="*/ 6027832 h 6858000"/>
              <a:gd name="connsiteX369" fmla="*/ 3677174 w 7467600"/>
              <a:gd name="connsiteY369" fmla="*/ 5636351 h 6858000"/>
              <a:gd name="connsiteX370" fmla="*/ 3698819 w 7467600"/>
              <a:gd name="connsiteY370" fmla="*/ 5560503 h 6858000"/>
              <a:gd name="connsiteX371" fmla="*/ 3702094 w 7467600"/>
              <a:gd name="connsiteY371" fmla="*/ 5549194 h 6858000"/>
              <a:gd name="connsiteX372" fmla="*/ 3398355 w 7467600"/>
              <a:gd name="connsiteY372" fmla="*/ 6094603 h 6858000"/>
              <a:gd name="connsiteX373" fmla="*/ 3193941 w 7467600"/>
              <a:gd name="connsiteY373" fmla="*/ 6798775 h 6858000"/>
              <a:gd name="connsiteX374" fmla="*/ 3184140 w 7467600"/>
              <a:gd name="connsiteY374" fmla="*/ 6858000 h 6858000"/>
              <a:gd name="connsiteX375" fmla="*/ 3099978 w 7467600"/>
              <a:gd name="connsiteY375" fmla="*/ 6858000 h 6858000"/>
              <a:gd name="connsiteX376" fmla="*/ 3101556 w 7467600"/>
              <a:gd name="connsiteY376" fmla="*/ 6843337 h 6858000"/>
              <a:gd name="connsiteX377" fmla="*/ 3370162 w 7467600"/>
              <a:gd name="connsiteY377" fmla="*/ 5785550 h 6858000"/>
              <a:gd name="connsiteX378" fmla="*/ 3746477 w 7467600"/>
              <a:gd name="connsiteY378" fmla="*/ 5377889 h 6858000"/>
              <a:gd name="connsiteX379" fmla="*/ 3863399 w 7467600"/>
              <a:gd name="connsiteY379" fmla="*/ 5087257 h 6858000"/>
              <a:gd name="connsiteX380" fmla="*/ 3968712 w 7467600"/>
              <a:gd name="connsiteY380" fmla="*/ 4913989 h 6858000"/>
              <a:gd name="connsiteX381" fmla="*/ 2792390 w 7467600"/>
              <a:gd name="connsiteY381" fmla="*/ 5382974 h 6858000"/>
              <a:gd name="connsiteX382" fmla="*/ 2714982 w 7467600"/>
              <a:gd name="connsiteY382" fmla="*/ 5427051 h 6858000"/>
              <a:gd name="connsiteX383" fmla="*/ 2813361 w 7467600"/>
              <a:gd name="connsiteY383" fmla="*/ 6023912 h 6858000"/>
              <a:gd name="connsiteX384" fmla="*/ 2688430 w 7467600"/>
              <a:gd name="connsiteY384" fmla="*/ 6801564 h 6858000"/>
              <a:gd name="connsiteX385" fmla="*/ 2629626 w 7467600"/>
              <a:gd name="connsiteY385" fmla="*/ 6763394 h 6858000"/>
              <a:gd name="connsiteX386" fmla="*/ 2565328 w 7467600"/>
              <a:gd name="connsiteY386" fmla="*/ 5516399 h 6858000"/>
              <a:gd name="connsiteX387" fmla="*/ 1922999 w 7467600"/>
              <a:gd name="connsiteY387" fmla="*/ 5980343 h 6858000"/>
              <a:gd name="connsiteX388" fmla="*/ 1950261 w 7467600"/>
              <a:gd name="connsiteY388" fmla="*/ 6405858 h 6858000"/>
              <a:gd name="connsiteX389" fmla="*/ 2365554 w 7467600"/>
              <a:gd name="connsiteY389" fmla="*/ 6759107 h 6858000"/>
              <a:gd name="connsiteX390" fmla="*/ 2424142 w 7467600"/>
              <a:gd name="connsiteY390" fmla="*/ 6858000 h 6858000"/>
              <a:gd name="connsiteX391" fmla="*/ 2395994 w 7467600"/>
              <a:gd name="connsiteY391" fmla="*/ 6858000 h 6858000"/>
              <a:gd name="connsiteX392" fmla="*/ 2392863 w 7467600"/>
              <a:gd name="connsiteY392" fmla="*/ 6852964 h 6858000"/>
              <a:gd name="connsiteX393" fmla="*/ 2017589 w 7467600"/>
              <a:gd name="connsiteY393" fmla="*/ 6493982 h 6858000"/>
              <a:gd name="connsiteX394" fmla="*/ 2147336 w 7467600"/>
              <a:gd name="connsiteY394" fmla="*/ 6594052 h 6858000"/>
              <a:gd name="connsiteX395" fmla="*/ 2207047 w 7467600"/>
              <a:gd name="connsiteY395" fmla="*/ 6654540 h 6858000"/>
              <a:gd name="connsiteX396" fmla="*/ 2299106 w 7467600"/>
              <a:gd name="connsiteY396" fmla="*/ 6778931 h 6858000"/>
              <a:gd name="connsiteX397" fmla="*/ 2314430 w 7467600"/>
              <a:gd name="connsiteY397" fmla="*/ 6801144 h 6858000"/>
              <a:gd name="connsiteX398" fmla="*/ 2352406 w 7467600"/>
              <a:gd name="connsiteY398" fmla="*/ 6858000 h 6858000"/>
              <a:gd name="connsiteX399" fmla="*/ 2314492 w 7467600"/>
              <a:gd name="connsiteY399" fmla="*/ 6858000 h 6858000"/>
              <a:gd name="connsiteX400" fmla="*/ 2288095 w 7467600"/>
              <a:gd name="connsiteY400" fmla="*/ 6818030 h 6858000"/>
              <a:gd name="connsiteX401" fmla="*/ 2272768 w 7467600"/>
              <a:gd name="connsiteY401" fmla="*/ 6795822 h 6858000"/>
              <a:gd name="connsiteX402" fmla="*/ 2182715 w 7467600"/>
              <a:gd name="connsiteY402" fmla="*/ 6675071 h 6858000"/>
              <a:gd name="connsiteX403" fmla="*/ 2032061 w 7467600"/>
              <a:gd name="connsiteY403" fmla="*/ 6541380 h 6858000"/>
              <a:gd name="connsiteX404" fmla="*/ 2257220 w 7467600"/>
              <a:gd name="connsiteY404" fmla="*/ 6826257 h 6858000"/>
              <a:gd name="connsiteX405" fmla="*/ 2281324 w 7467600"/>
              <a:gd name="connsiteY405" fmla="*/ 6858000 h 6858000"/>
              <a:gd name="connsiteX406" fmla="*/ 2242860 w 7467600"/>
              <a:gd name="connsiteY406" fmla="*/ 6858000 h 6858000"/>
              <a:gd name="connsiteX407" fmla="*/ 2232818 w 7467600"/>
              <a:gd name="connsiteY407" fmla="*/ 6844926 h 6858000"/>
              <a:gd name="connsiteX408" fmla="*/ 1990172 w 7467600"/>
              <a:gd name="connsiteY408" fmla="*/ 6542121 h 6858000"/>
              <a:gd name="connsiteX409" fmla="*/ 2124090 w 7467600"/>
              <a:gd name="connsiteY409" fmla="*/ 6761017 h 6858000"/>
              <a:gd name="connsiteX410" fmla="*/ 2200380 w 7467600"/>
              <a:gd name="connsiteY410" fmla="*/ 6858000 h 6858000"/>
              <a:gd name="connsiteX411" fmla="*/ 2147507 w 7467600"/>
              <a:gd name="connsiteY411" fmla="*/ 6858000 h 6858000"/>
              <a:gd name="connsiteX412" fmla="*/ 2070668 w 7467600"/>
              <a:gd name="connsiteY412" fmla="*/ 6761520 h 6858000"/>
              <a:gd name="connsiteX413" fmla="*/ 1975142 w 7467600"/>
              <a:gd name="connsiteY413" fmla="*/ 6585570 h 6858000"/>
              <a:gd name="connsiteX414" fmla="*/ 2050035 w 7467600"/>
              <a:gd name="connsiteY414" fmla="*/ 6813345 h 6858000"/>
              <a:gd name="connsiteX415" fmla="*/ 2063025 w 7467600"/>
              <a:gd name="connsiteY415" fmla="*/ 6858000 h 6858000"/>
              <a:gd name="connsiteX416" fmla="*/ 2021675 w 7467600"/>
              <a:gd name="connsiteY416" fmla="*/ 6858000 h 6858000"/>
              <a:gd name="connsiteX417" fmla="*/ 2019308 w 7467600"/>
              <a:gd name="connsiteY417" fmla="*/ 6847118 h 6858000"/>
              <a:gd name="connsiteX418" fmla="*/ 1938835 w 7467600"/>
              <a:gd name="connsiteY418" fmla="*/ 6551160 h 6858000"/>
              <a:gd name="connsiteX419" fmla="*/ 1953230 w 7467600"/>
              <a:gd name="connsiteY419" fmla="*/ 6759699 h 6858000"/>
              <a:gd name="connsiteX420" fmla="*/ 1956763 w 7467600"/>
              <a:gd name="connsiteY420" fmla="*/ 6778191 h 6858000"/>
              <a:gd name="connsiteX421" fmla="*/ 1967925 w 7467600"/>
              <a:gd name="connsiteY421" fmla="*/ 6858000 h 6858000"/>
              <a:gd name="connsiteX422" fmla="*/ 1936622 w 7467600"/>
              <a:gd name="connsiteY422" fmla="*/ 6858000 h 6858000"/>
              <a:gd name="connsiteX423" fmla="*/ 1926261 w 7467600"/>
              <a:gd name="connsiteY423" fmla="*/ 6784064 h 6858000"/>
              <a:gd name="connsiteX424" fmla="*/ 1922724 w 7467600"/>
              <a:gd name="connsiteY424" fmla="*/ 6765577 h 6858000"/>
              <a:gd name="connsiteX425" fmla="*/ 1904650 w 7467600"/>
              <a:gd name="connsiteY425" fmla="*/ 6639616 h 6858000"/>
              <a:gd name="connsiteX426" fmla="*/ 1885273 w 7467600"/>
              <a:gd name="connsiteY426" fmla="*/ 6858000 h 6858000"/>
              <a:gd name="connsiteX427" fmla="*/ 1854363 w 7467600"/>
              <a:gd name="connsiteY427" fmla="*/ 6858000 h 6858000"/>
              <a:gd name="connsiteX428" fmla="*/ 1880391 w 7467600"/>
              <a:gd name="connsiteY428" fmla="*/ 6603796 h 6858000"/>
              <a:gd name="connsiteX429" fmla="*/ 1818273 w 7467600"/>
              <a:gd name="connsiteY429" fmla="*/ 6715729 h 6858000"/>
              <a:gd name="connsiteX430" fmla="*/ 1794691 w 7467600"/>
              <a:gd name="connsiteY430" fmla="*/ 6843239 h 6858000"/>
              <a:gd name="connsiteX431" fmla="*/ 1794914 w 7467600"/>
              <a:gd name="connsiteY431" fmla="*/ 6858000 h 6858000"/>
              <a:gd name="connsiteX432" fmla="*/ 1746128 w 7467600"/>
              <a:gd name="connsiteY432" fmla="*/ 6858000 h 6858000"/>
              <a:gd name="connsiteX433" fmla="*/ 1753934 w 7467600"/>
              <a:gd name="connsiteY433" fmla="*/ 6724796 h 6858000"/>
              <a:gd name="connsiteX434" fmla="*/ 1792053 w 7467600"/>
              <a:gd name="connsiteY434" fmla="*/ 6572396 h 6858000"/>
              <a:gd name="connsiteX435" fmla="*/ 1862248 w 7467600"/>
              <a:gd name="connsiteY435" fmla="*/ 6266397 h 6858000"/>
              <a:gd name="connsiteX436" fmla="*/ 1862250 w 7467600"/>
              <a:gd name="connsiteY436" fmla="*/ 6033531 h 6858000"/>
              <a:gd name="connsiteX437" fmla="*/ 1211999 w 7467600"/>
              <a:gd name="connsiteY437" fmla="*/ 6683610 h 6858000"/>
              <a:gd name="connsiteX438" fmla="*/ 1213266 w 7467600"/>
              <a:gd name="connsiteY438" fmla="*/ 6691947 h 6858000"/>
              <a:gd name="connsiteX439" fmla="*/ 1203370 w 7467600"/>
              <a:gd name="connsiteY439" fmla="*/ 6850676 h 6858000"/>
              <a:gd name="connsiteX440" fmla="*/ 1203671 w 7467600"/>
              <a:gd name="connsiteY440" fmla="*/ 6858000 h 6858000"/>
              <a:gd name="connsiteX441" fmla="*/ 1143180 w 7467600"/>
              <a:gd name="connsiteY441" fmla="*/ 6858000 h 6858000"/>
              <a:gd name="connsiteX442" fmla="*/ 1142176 w 7467600"/>
              <a:gd name="connsiteY442" fmla="*/ 6766045 h 6858000"/>
              <a:gd name="connsiteX443" fmla="*/ 1067484 w 7467600"/>
              <a:gd name="connsiteY443" fmla="*/ 6858000 h 6858000"/>
              <a:gd name="connsiteX444" fmla="*/ 953928 w 7467600"/>
              <a:gd name="connsiteY444" fmla="*/ 6858000 h 6858000"/>
              <a:gd name="connsiteX445" fmla="*/ 959715 w 7467600"/>
              <a:gd name="connsiteY445" fmla="*/ 6850185 h 6858000"/>
              <a:gd name="connsiteX446" fmla="*/ 1483788 w 7467600"/>
              <a:gd name="connsiteY446" fmla="*/ 6259174 h 6858000"/>
              <a:gd name="connsiteX447" fmla="*/ 1100671 w 7467600"/>
              <a:gd name="connsiteY447" fmla="*/ 6252137 h 6858000"/>
              <a:gd name="connsiteX448" fmla="*/ 1090144 w 7467600"/>
              <a:gd name="connsiteY448" fmla="*/ 6256748 h 6858000"/>
              <a:gd name="connsiteX449" fmla="*/ 1095872 w 7467600"/>
              <a:gd name="connsiteY449" fmla="*/ 6271892 h 6858000"/>
              <a:gd name="connsiteX450" fmla="*/ 262785 w 7467600"/>
              <a:gd name="connsiteY450" fmla="*/ 6845450 h 6858000"/>
              <a:gd name="connsiteX451" fmla="*/ 209968 w 7467600"/>
              <a:gd name="connsiteY451" fmla="*/ 6770713 h 6858000"/>
              <a:gd name="connsiteX452" fmla="*/ 873460 w 7467600"/>
              <a:gd name="connsiteY452" fmla="*/ 6253768 h 6858000"/>
              <a:gd name="connsiteX453" fmla="*/ 192686 w 7467600"/>
              <a:gd name="connsiteY453" fmla="*/ 5849257 h 6858000"/>
              <a:gd name="connsiteX454" fmla="*/ 4696 w 7467600"/>
              <a:gd name="connsiteY454" fmla="*/ 5697668 h 6858000"/>
              <a:gd name="connsiteX455" fmla="*/ 0 w 7467600"/>
              <a:gd name="connsiteY455" fmla="*/ 5689984 h 6858000"/>
              <a:gd name="connsiteX456" fmla="*/ 0 w 7467600"/>
              <a:gd name="connsiteY456" fmla="*/ 5513472 h 6858000"/>
              <a:gd name="connsiteX457" fmla="*/ 174101 w 7467600"/>
              <a:gd name="connsiteY457" fmla="*/ 5620277 h 6858000"/>
              <a:gd name="connsiteX458" fmla="*/ 891800 w 7467600"/>
              <a:gd name="connsiteY458" fmla="*/ 6036935 h 6858000"/>
              <a:gd name="connsiteX459" fmla="*/ 1072219 w 7467600"/>
              <a:gd name="connsiteY459" fmla="*/ 6169443 h 6858000"/>
              <a:gd name="connsiteX460" fmla="*/ 1074117 w 7467600"/>
              <a:gd name="connsiteY460" fmla="*/ 6170301 h 6858000"/>
              <a:gd name="connsiteX461" fmla="*/ 1083114 w 7467600"/>
              <a:gd name="connsiteY461" fmla="*/ 6174131 h 6858000"/>
              <a:gd name="connsiteX462" fmla="*/ 1543010 w 7467600"/>
              <a:gd name="connsiteY462" fmla="*/ 6191140 h 6858000"/>
              <a:gd name="connsiteX463" fmla="*/ 1551080 w 7467600"/>
              <a:gd name="connsiteY463" fmla="*/ 6195006 h 6858000"/>
              <a:gd name="connsiteX464" fmla="*/ 2345443 w 7467600"/>
              <a:gd name="connsiteY464" fmla="*/ 5549882 h 6858000"/>
              <a:gd name="connsiteX465" fmla="*/ 1721499 w 7467600"/>
              <a:gd name="connsiteY465" fmla="*/ 5599969 h 6858000"/>
              <a:gd name="connsiteX466" fmla="*/ 767716 w 7467600"/>
              <a:gd name="connsiteY466" fmla="*/ 5472768 h 6858000"/>
              <a:gd name="connsiteX467" fmla="*/ 722147 w 7467600"/>
              <a:gd name="connsiteY467" fmla="*/ 5393091 h 6858000"/>
              <a:gd name="connsiteX468" fmla="*/ 1485552 w 7467600"/>
              <a:gd name="connsiteY468" fmla="*/ 5313202 h 6858000"/>
              <a:gd name="connsiteX469" fmla="*/ 2143004 w 7467600"/>
              <a:gd name="connsiteY469" fmla="*/ 5402420 h 6858000"/>
              <a:gd name="connsiteX470" fmla="*/ 1933391 w 7467600"/>
              <a:gd name="connsiteY470" fmla="*/ 5156971 h 6858000"/>
              <a:gd name="connsiteX471" fmla="*/ 1827118 w 7467600"/>
              <a:gd name="connsiteY471" fmla="*/ 4968410 h 6858000"/>
              <a:gd name="connsiteX472" fmla="*/ 1837349 w 7467600"/>
              <a:gd name="connsiteY472" fmla="*/ 4956357 h 6858000"/>
              <a:gd name="connsiteX473" fmla="*/ 2162835 w 7467600"/>
              <a:gd name="connsiteY473" fmla="*/ 5187853 h 6858000"/>
              <a:gd name="connsiteX474" fmla="*/ 2257167 w 7467600"/>
              <a:gd name="connsiteY474" fmla="*/ 5462123 h 6858000"/>
              <a:gd name="connsiteX475" fmla="*/ 2261598 w 7467600"/>
              <a:gd name="connsiteY475" fmla="*/ 5467998 h 6858000"/>
              <a:gd name="connsiteX476" fmla="*/ 2437177 w 7467600"/>
              <a:gd name="connsiteY476" fmla="*/ 5479608 h 6858000"/>
              <a:gd name="connsiteX477" fmla="*/ 2445247 w 7467600"/>
              <a:gd name="connsiteY477" fmla="*/ 5483476 h 6858000"/>
              <a:gd name="connsiteX478" fmla="*/ 2743626 w 7467600"/>
              <a:gd name="connsiteY478" fmla="*/ 5304819 h 6858000"/>
              <a:gd name="connsiteX479" fmla="*/ 3048102 w 7467600"/>
              <a:gd name="connsiteY479" fmla="*/ 5150595 h 6858000"/>
              <a:gd name="connsiteX480" fmla="*/ 1799414 w 7467600"/>
              <a:gd name="connsiteY480" fmla="*/ 4694732 h 6858000"/>
              <a:gd name="connsiteX481" fmla="*/ 1771735 w 7467600"/>
              <a:gd name="connsiteY481" fmla="*/ 4619929 h 6858000"/>
              <a:gd name="connsiteX482" fmla="*/ 3104273 w 7467600"/>
              <a:gd name="connsiteY482" fmla="*/ 5076159 h 6858000"/>
              <a:gd name="connsiteX483" fmla="*/ 3113245 w 7467600"/>
              <a:gd name="connsiteY483" fmla="*/ 5090705 h 6858000"/>
              <a:gd name="connsiteX484" fmla="*/ 3126294 w 7467600"/>
              <a:gd name="connsiteY484" fmla="*/ 5114400 h 6858000"/>
              <a:gd name="connsiteX485" fmla="*/ 3937433 w 7467600"/>
              <a:gd name="connsiteY485" fmla="*/ 4830473 h 6858000"/>
              <a:gd name="connsiteX486" fmla="*/ 3590475 w 7467600"/>
              <a:gd name="connsiteY486" fmla="*/ 4597974 h 6858000"/>
              <a:gd name="connsiteX487" fmla="*/ 3100264 w 7467600"/>
              <a:gd name="connsiteY487" fmla="*/ 4579845 h 6858000"/>
              <a:gd name="connsiteX488" fmla="*/ 2183576 w 7467600"/>
              <a:gd name="connsiteY488" fmla="*/ 4227150 h 6858000"/>
              <a:gd name="connsiteX489" fmla="*/ 2151029 w 7467600"/>
              <a:gd name="connsiteY489" fmla="*/ 4146947 h 6858000"/>
              <a:gd name="connsiteX490" fmla="*/ 3563434 w 7467600"/>
              <a:gd name="connsiteY490" fmla="*/ 4469115 h 6858000"/>
              <a:gd name="connsiteX491" fmla="*/ 3177952 w 7467600"/>
              <a:gd name="connsiteY491" fmla="*/ 3657386 h 6858000"/>
              <a:gd name="connsiteX492" fmla="*/ 3189263 w 7467600"/>
              <a:gd name="connsiteY492" fmla="*/ 3625726 h 6858000"/>
              <a:gd name="connsiteX493" fmla="*/ 3560912 w 7467600"/>
              <a:gd name="connsiteY493" fmla="*/ 4079863 h 6858000"/>
              <a:gd name="connsiteX494" fmla="*/ 3626636 w 7467600"/>
              <a:gd name="connsiteY494" fmla="*/ 4512230 h 6858000"/>
              <a:gd name="connsiteX495" fmla="*/ 3653088 w 7467600"/>
              <a:gd name="connsiteY495" fmla="*/ 4521417 h 6858000"/>
              <a:gd name="connsiteX496" fmla="*/ 3988128 w 7467600"/>
              <a:gd name="connsiteY496" fmla="*/ 4817267 h 6858000"/>
              <a:gd name="connsiteX497" fmla="*/ 4830582 w 7467600"/>
              <a:gd name="connsiteY497" fmla="*/ 4676000 h 6858000"/>
              <a:gd name="connsiteX498" fmla="*/ 4830100 w 7467600"/>
              <a:gd name="connsiteY498" fmla="*/ 4675554 h 6858000"/>
              <a:gd name="connsiteX499" fmla="*/ 4036318 w 7467600"/>
              <a:gd name="connsiteY499" fmla="*/ 4147013 h 6858000"/>
              <a:gd name="connsiteX500" fmla="*/ 3432098 w 7467600"/>
              <a:gd name="connsiteY500" fmla="*/ 3537312 h 6858000"/>
              <a:gd name="connsiteX501" fmla="*/ 3446761 w 7467600"/>
              <a:gd name="connsiteY501" fmla="*/ 3461278 h 6858000"/>
              <a:gd name="connsiteX502" fmla="*/ 4419733 w 7467600"/>
              <a:gd name="connsiteY502" fmla="*/ 3963555 h 6858000"/>
              <a:gd name="connsiteX503" fmla="*/ 4781371 w 7467600"/>
              <a:gd name="connsiteY503" fmla="*/ 4458604 h 6858000"/>
              <a:gd name="connsiteX504" fmla="*/ 4780440 w 7467600"/>
              <a:gd name="connsiteY504" fmla="*/ 4470290 h 6858000"/>
              <a:gd name="connsiteX505" fmla="*/ 4898954 w 7467600"/>
              <a:gd name="connsiteY505" fmla="*/ 4662092 h 6858000"/>
              <a:gd name="connsiteX506" fmla="*/ 4900699 w 7467600"/>
              <a:gd name="connsiteY506" fmla="*/ 4670867 h 6858000"/>
              <a:gd name="connsiteX507" fmla="*/ 5714511 w 7467600"/>
              <a:gd name="connsiteY507" fmla="*/ 4663483 h 6858000"/>
              <a:gd name="connsiteX508" fmla="*/ 5464793 w 7467600"/>
              <a:gd name="connsiteY508" fmla="*/ 4393556 h 6858000"/>
              <a:gd name="connsiteX509" fmla="*/ 5461897 w 7467600"/>
              <a:gd name="connsiteY509" fmla="*/ 4390879 h 6858000"/>
              <a:gd name="connsiteX510" fmla="*/ 4294126 w 7467600"/>
              <a:gd name="connsiteY510" fmla="*/ 3303048 h 6858000"/>
              <a:gd name="connsiteX511" fmla="*/ 4305321 w 7467600"/>
              <a:gd name="connsiteY511" fmla="*/ 3256953 h 6858000"/>
              <a:gd name="connsiteX512" fmla="*/ 4949299 w 7467600"/>
              <a:gd name="connsiteY512" fmla="*/ 3766336 h 6858000"/>
              <a:gd name="connsiteX513" fmla="*/ 5291452 w 7467600"/>
              <a:gd name="connsiteY513" fmla="*/ 4076801 h 6858000"/>
              <a:gd name="connsiteX514" fmla="*/ 5434998 w 7467600"/>
              <a:gd name="connsiteY514" fmla="*/ 4254100 h 6858000"/>
              <a:gd name="connsiteX515" fmla="*/ 5351015 w 7467600"/>
              <a:gd name="connsiteY515" fmla="*/ 3760989 h 6858000"/>
              <a:gd name="connsiteX516" fmla="*/ 5413780 w 7467600"/>
              <a:gd name="connsiteY516" fmla="*/ 2966265 h 6858000"/>
              <a:gd name="connsiteX517" fmla="*/ 5425627 w 7467600"/>
              <a:gd name="connsiteY517" fmla="*/ 2954192 h 6858000"/>
              <a:gd name="connsiteX518" fmla="*/ 6604735 w 7467600"/>
              <a:gd name="connsiteY518" fmla="*/ 2041381 h 6858000"/>
              <a:gd name="connsiteX519" fmla="*/ 7204487 w 7467600"/>
              <a:gd name="connsiteY519" fmla="*/ 2742112 h 6858000"/>
              <a:gd name="connsiteX520" fmla="*/ 7131592 w 7467600"/>
              <a:gd name="connsiteY520" fmla="*/ 2672096 h 6858000"/>
              <a:gd name="connsiteX521" fmla="*/ 6996344 w 7467600"/>
              <a:gd name="connsiteY521" fmla="*/ 2518310 h 6858000"/>
              <a:gd name="connsiteX522" fmla="*/ 6735495 w 7467600"/>
              <a:gd name="connsiteY522" fmla="*/ 2196890 h 6858000"/>
              <a:gd name="connsiteX523" fmla="*/ 6721901 w 7467600"/>
              <a:gd name="connsiteY523" fmla="*/ 2179274 h 6858000"/>
              <a:gd name="connsiteX524" fmla="*/ 6604735 w 7467600"/>
              <a:gd name="connsiteY524" fmla="*/ 2041381 h 6858000"/>
              <a:gd name="connsiteX525" fmla="*/ 6591670 w 7467600"/>
              <a:gd name="connsiteY525" fmla="*/ 1988277 h 6858000"/>
              <a:gd name="connsiteX526" fmla="*/ 6747349 w 7467600"/>
              <a:gd name="connsiteY526" fmla="*/ 2160069 h 6858000"/>
              <a:gd name="connsiteX527" fmla="*/ 6760943 w 7467600"/>
              <a:gd name="connsiteY527" fmla="*/ 2177686 h 6858000"/>
              <a:gd name="connsiteX528" fmla="*/ 7021065 w 7467600"/>
              <a:gd name="connsiteY528" fmla="*/ 2498102 h 6858000"/>
              <a:gd name="connsiteX529" fmla="*/ 7155223 w 7467600"/>
              <a:gd name="connsiteY529" fmla="*/ 2650386 h 6858000"/>
              <a:gd name="connsiteX530" fmla="*/ 7203167 w 7467600"/>
              <a:gd name="connsiteY530" fmla="*/ 2697288 h 6858000"/>
              <a:gd name="connsiteX531" fmla="*/ 6937703 w 7467600"/>
              <a:gd name="connsiteY531" fmla="*/ 2321981 h 6858000"/>
              <a:gd name="connsiteX532" fmla="*/ 6591670 w 7467600"/>
              <a:gd name="connsiteY532" fmla="*/ 1988277 h 6858000"/>
              <a:gd name="connsiteX533" fmla="*/ 5798671 w 7467600"/>
              <a:gd name="connsiteY533" fmla="*/ 1981601 h 6858000"/>
              <a:gd name="connsiteX534" fmla="*/ 5754709 w 7467600"/>
              <a:gd name="connsiteY534" fmla="*/ 2071454 h 6858000"/>
              <a:gd name="connsiteX535" fmla="*/ 5763044 w 7467600"/>
              <a:gd name="connsiteY535" fmla="*/ 2842206 h 6858000"/>
              <a:gd name="connsiteX536" fmla="*/ 5764974 w 7467600"/>
              <a:gd name="connsiteY536" fmla="*/ 2799609 h 6858000"/>
              <a:gd name="connsiteX537" fmla="*/ 5767665 w 7467600"/>
              <a:gd name="connsiteY537" fmla="*/ 2666409 h 6858000"/>
              <a:gd name="connsiteX538" fmla="*/ 5763055 w 7467600"/>
              <a:gd name="connsiteY538" fmla="*/ 2579705 h 6858000"/>
              <a:gd name="connsiteX539" fmla="*/ 5758079 w 7467600"/>
              <a:gd name="connsiteY539" fmla="*/ 2492508 h 6858000"/>
              <a:gd name="connsiteX540" fmla="*/ 5779325 w 7467600"/>
              <a:gd name="connsiteY540" fmla="*/ 2197069 h 6858000"/>
              <a:gd name="connsiteX541" fmla="*/ 5798671 w 7467600"/>
              <a:gd name="connsiteY541" fmla="*/ 1981601 h 6858000"/>
              <a:gd name="connsiteX542" fmla="*/ 5829202 w 7467600"/>
              <a:gd name="connsiteY542" fmla="*/ 1971679 h 6858000"/>
              <a:gd name="connsiteX543" fmla="*/ 5809558 w 7467600"/>
              <a:gd name="connsiteY543" fmla="*/ 2198043 h 6858000"/>
              <a:gd name="connsiteX544" fmla="*/ 5788653 w 7467600"/>
              <a:gd name="connsiteY544" fmla="*/ 2489430 h 6858000"/>
              <a:gd name="connsiteX545" fmla="*/ 5793439 w 7467600"/>
              <a:gd name="connsiteY545" fmla="*/ 2575235 h 6858000"/>
              <a:gd name="connsiteX546" fmla="*/ 5796837 w 7467600"/>
              <a:gd name="connsiteY546" fmla="*/ 2637633 h 6858000"/>
              <a:gd name="connsiteX547" fmla="*/ 5818614 w 7467600"/>
              <a:gd name="connsiteY547" fmla="*/ 2473055 h 6858000"/>
              <a:gd name="connsiteX548" fmla="*/ 5829202 w 7467600"/>
              <a:gd name="connsiteY548" fmla="*/ 1971679 h 6858000"/>
              <a:gd name="connsiteX549" fmla="*/ 5911389 w 7467600"/>
              <a:gd name="connsiteY549" fmla="*/ 1898371 h 6858000"/>
              <a:gd name="connsiteX550" fmla="*/ 6237627 w 7467600"/>
              <a:gd name="connsiteY550" fmla="*/ 2231921 h 6858000"/>
              <a:gd name="connsiteX551" fmla="*/ 5911389 w 7467600"/>
              <a:gd name="connsiteY551" fmla="*/ 1898371 h 6858000"/>
              <a:gd name="connsiteX552" fmla="*/ 6944437 w 7467600"/>
              <a:gd name="connsiteY552" fmla="*/ 1575402 h 6858000"/>
              <a:gd name="connsiteX553" fmla="*/ 6304730 w 7467600"/>
              <a:gd name="connsiteY553" fmla="*/ 1766654 h 6858000"/>
              <a:gd name="connsiteX554" fmla="*/ 6944437 w 7467600"/>
              <a:gd name="connsiteY554" fmla="*/ 1575402 h 6858000"/>
              <a:gd name="connsiteX555" fmla="*/ 7019523 w 7467600"/>
              <a:gd name="connsiteY555" fmla="*/ 1519450 h 6858000"/>
              <a:gd name="connsiteX556" fmla="*/ 6298091 w 7467600"/>
              <a:gd name="connsiteY556" fmla="*/ 1737122 h 6858000"/>
              <a:gd name="connsiteX557" fmla="*/ 7019523 w 7467600"/>
              <a:gd name="connsiteY557" fmla="*/ 1519450 h 6858000"/>
              <a:gd name="connsiteX558" fmla="*/ 2399523 w 7467600"/>
              <a:gd name="connsiteY558" fmla="*/ 1428234 h 6858000"/>
              <a:gd name="connsiteX559" fmla="*/ 2224982 w 7467600"/>
              <a:gd name="connsiteY559" fmla="*/ 1826201 h 6858000"/>
              <a:gd name="connsiteX560" fmla="*/ 2096099 w 7467600"/>
              <a:gd name="connsiteY560" fmla="*/ 2345900 h 6858000"/>
              <a:gd name="connsiteX561" fmla="*/ 2283317 w 7467600"/>
              <a:gd name="connsiteY561" fmla="*/ 1796925 h 6858000"/>
              <a:gd name="connsiteX562" fmla="*/ 2399523 w 7467600"/>
              <a:gd name="connsiteY562" fmla="*/ 1428234 h 6858000"/>
              <a:gd name="connsiteX563" fmla="*/ 2448558 w 7467600"/>
              <a:gd name="connsiteY563" fmla="*/ 1373435 h 6858000"/>
              <a:gd name="connsiteX564" fmla="*/ 2312521 w 7467600"/>
              <a:gd name="connsiteY564" fmla="*/ 1806140 h 6858000"/>
              <a:gd name="connsiteX565" fmla="*/ 2127533 w 7467600"/>
              <a:gd name="connsiteY565" fmla="*/ 2348380 h 6858000"/>
              <a:gd name="connsiteX566" fmla="*/ 2358080 w 7467600"/>
              <a:gd name="connsiteY566" fmla="*/ 1866134 h 6858000"/>
              <a:gd name="connsiteX567" fmla="*/ 2407436 w 7467600"/>
              <a:gd name="connsiteY567" fmla="*/ 1651070 h 6858000"/>
              <a:gd name="connsiteX568" fmla="*/ 2448558 w 7467600"/>
              <a:gd name="connsiteY568" fmla="*/ 1373435 h 6858000"/>
              <a:gd name="connsiteX569" fmla="*/ 278707 w 7467600"/>
              <a:gd name="connsiteY569" fmla="*/ 1352270 h 6858000"/>
              <a:gd name="connsiteX570" fmla="*/ 321570 w 7467600"/>
              <a:gd name="connsiteY570" fmla="*/ 1861610 h 6858000"/>
              <a:gd name="connsiteX571" fmla="*/ 294281 w 7467600"/>
              <a:gd name="connsiteY571" fmla="*/ 1440658 h 6858000"/>
              <a:gd name="connsiteX572" fmla="*/ 278707 w 7467600"/>
              <a:gd name="connsiteY572" fmla="*/ 1352270 h 6858000"/>
              <a:gd name="connsiteX573" fmla="*/ 1423821 w 7467600"/>
              <a:gd name="connsiteY573" fmla="*/ 1351958 h 6858000"/>
              <a:gd name="connsiteX574" fmla="*/ 1638521 w 7467600"/>
              <a:gd name="connsiteY574" fmla="*/ 1908470 h 6858000"/>
              <a:gd name="connsiteX575" fmla="*/ 1754199 w 7467600"/>
              <a:gd name="connsiteY575" fmla="*/ 2149284 h 6858000"/>
              <a:gd name="connsiteX576" fmla="*/ 1908359 w 7467600"/>
              <a:gd name="connsiteY576" fmla="*/ 2364988 h 6858000"/>
              <a:gd name="connsiteX577" fmla="*/ 1647661 w 7467600"/>
              <a:gd name="connsiteY577" fmla="*/ 1825945 h 6858000"/>
              <a:gd name="connsiteX578" fmla="*/ 1423821 w 7467600"/>
              <a:gd name="connsiteY578" fmla="*/ 1351958 h 6858000"/>
              <a:gd name="connsiteX579" fmla="*/ 1431890 w 7467600"/>
              <a:gd name="connsiteY579" fmla="*/ 1306475 h 6858000"/>
              <a:gd name="connsiteX580" fmla="*/ 1507597 w 7467600"/>
              <a:gd name="connsiteY580" fmla="*/ 1446132 h 6858000"/>
              <a:gd name="connsiteX581" fmla="*/ 1674586 w 7467600"/>
              <a:gd name="connsiteY581" fmla="*/ 1813832 h 6858000"/>
              <a:gd name="connsiteX582" fmla="*/ 1815950 w 7467600"/>
              <a:gd name="connsiteY582" fmla="*/ 2128564 h 6858000"/>
              <a:gd name="connsiteX583" fmla="*/ 1984242 w 7467600"/>
              <a:gd name="connsiteY583" fmla="*/ 2430829 h 6858000"/>
              <a:gd name="connsiteX584" fmla="*/ 2014023 w 7467600"/>
              <a:gd name="connsiteY584" fmla="*/ 2450995 h 6858000"/>
              <a:gd name="connsiteX585" fmla="*/ 1747337 w 7467600"/>
              <a:gd name="connsiteY585" fmla="*/ 1855264 h 6858000"/>
              <a:gd name="connsiteX586" fmla="*/ 1533749 w 7467600"/>
              <a:gd name="connsiteY586" fmla="*/ 1478656 h 6858000"/>
              <a:gd name="connsiteX587" fmla="*/ 1431890 w 7467600"/>
              <a:gd name="connsiteY587" fmla="*/ 1306475 h 6858000"/>
              <a:gd name="connsiteX588" fmla="*/ 5052692 w 7467600"/>
              <a:gd name="connsiteY588" fmla="*/ 1292994 h 6858000"/>
              <a:gd name="connsiteX589" fmla="*/ 5200661 w 7467600"/>
              <a:gd name="connsiteY589" fmla="*/ 1635186 h 6858000"/>
              <a:gd name="connsiteX590" fmla="*/ 5297138 w 7467600"/>
              <a:gd name="connsiteY590" fmla="*/ 1906351 h 6858000"/>
              <a:gd name="connsiteX591" fmla="*/ 5052692 w 7467600"/>
              <a:gd name="connsiteY591" fmla="*/ 1292994 h 6858000"/>
              <a:gd name="connsiteX592" fmla="*/ 5009948 w 7467600"/>
              <a:gd name="connsiteY592" fmla="*/ 1273619 h 6858000"/>
              <a:gd name="connsiteX593" fmla="*/ 5121777 w 7467600"/>
              <a:gd name="connsiteY593" fmla="*/ 1654213 h 6858000"/>
              <a:gd name="connsiteX594" fmla="*/ 5293545 w 7467600"/>
              <a:gd name="connsiteY594" fmla="*/ 2072247 h 6858000"/>
              <a:gd name="connsiteX595" fmla="*/ 5294042 w 7467600"/>
              <a:gd name="connsiteY595" fmla="*/ 2065019 h 6858000"/>
              <a:gd name="connsiteX596" fmla="*/ 5171936 w 7467600"/>
              <a:gd name="connsiteY596" fmla="*/ 1647613 h 6858000"/>
              <a:gd name="connsiteX597" fmla="*/ 5009948 w 7467600"/>
              <a:gd name="connsiteY597" fmla="*/ 1273619 h 6858000"/>
              <a:gd name="connsiteX598" fmla="*/ 655236 w 7467600"/>
              <a:gd name="connsiteY598" fmla="*/ 1268632 h 6858000"/>
              <a:gd name="connsiteX599" fmla="*/ 839521 w 7467600"/>
              <a:gd name="connsiteY599" fmla="*/ 1685315 h 6858000"/>
              <a:gd name="connsiteX600" fmla="*/ 1109416 w 7467600"/>
              <a:gd name="connsiteY600" fmla="*/ 2061663 h 6858000"/>
              <a:gd name="connsiteX601" fmla="*/ 1298300 w 7467600"/>
              <a:gd name="connsiteY601" fmla="*/ 2247742 h 6858000"/>
              <a:gd name="connsiteX602" fmla="*/ 1125871 w 7467600"/>
              <a:gd name="connsiteY602" fmla="*/ 1989513 h 6858000"/>
              <a:gd name="connsiteX603" fmla="*/ 981574 w 7467600"/>
              <a:gd name="connsiteY603" fmla="*/ 1783157 h 6858000"/>
              <a:gd name="connsiteX604" fmla="*/ 922198 w 7467600"/>
              <a:gd name="connsiteY604" fmla="*/ 1677437 h 6858000"/>
              <a:gd name="connsiteX605" fmla="*/ 869293 w 7467600"/>
              <a:gd name="connsiteY605" fmla="*/ 1583214 h 6858000"/>
              <a:gd name="connsiteX606" fmla="*/ 751431 w 7467600"/>
              <a:gd name="connsiteY606" fmla="*/ 1405731 h 6858000"/>
              <a:gd name="connsiteX607" fmla="*/ 655236 w 7467600"/>
              <a:gd name="connsiteY607" fmla="*/ 1268632 h 6858000"/>
              <a:gd name="connsiteX608" fmla="*/ 6516292 w 7467600"/>
              <a:gd name="connsiteY608" fmla="*/ 1263064 h 6858000"/>
              <a:gd name="connsiteX609" fmla="*/ 5736320 w 7467600"/>
              <a:gd name="connsiteY609" fmla="*/ 1501803 h 6858000"/>
              <a:gd name="connsiteX610" fmla="*/ 6516292 w 7467600"/>
              <a:gd name="connsiteY610" fmla="*/ 1263064 h 6858000"/>
              <a:gd name="connsiteX611" fmla="*/ 291466 w 7467600"/>
              <a:gd name="connsiteY611" fmla="*/ 1250369 h 6858000"/>
              <a:gd name="connsiteX612" fmla="*/ 323180 w 7467600"/>
              <a:gd name="connsiteY612" fmla="*/ 1435283 h 6858000"/>
              <a:gd name="connsiteX613" fmla="*/ 349381 w 7467600"/>
              <a:gd name="connsiteY613" fmla="*/ 1875041 h 6858000"/>
              <a:gd name="connsiteX614" fmla="*/ 374363 w 7467600"/>
              <a:gd name="connsiteY614" fmla="*/ 1506494 h 6858000"/>
              <a:gd name="connsiteX615" fmla="*/ 302168 w 7467600"/>
              <a:gd name="connsiteY615" fmla="*/ 1274495 h 6858000"/>
              <a:gd name="connsiteX616" fmla="*/ 291466 w 7467600"/>
              <a:gd name="connsiteY616" fmla="*/ 1250369 h 6858000"/>
              <a:gd name="connsiteX617" fmla="*/ 678222 w 7467600"/>
              <a:gd name="connsiteY617" fmla="*/ 1248670 h 6858000"/>
              <a:gd name="connsiteX618" fmla="*/ 775536 w 7467600"/>
              <a:gd name="connsiteY618" fmla="*/ 1388015 h 6858000"/>
              <a:gd name="connsiteX619" fmla="*/ 894529 w 7467600"/>
              <a:gd name="connsiteY619" fmla="*/ 1567739 h 6858000"/>
              <a:gd name="connsiteX620" fmla="*/ 948000 w 7467600"/>
              <a:gd name="connsiteY620" fmla="*/ 1663088 h 6858000"/>
              <a:gd name="connsiteX621" fmla="*/ 1006812 w 7467600"/>
              <a:gd name="connsiteY621" fmla="*/ 1767683 h 6858000"/>
              <a:gd name="connsiteX622" fmla="*/ 1149133 w 7467600"/>
              <a:gd name="connsiteY622" fmla="*/ 1971513 h 6858000"/>
              <a:gd name="connsiteX623" fmla="*/ 1333952 w 7467600"/>
              <a:gd name="connsiteY623" fmla="*/ 2251620 h 6858000"/>
              <a:gd name="connsiteX624" fmla="*/ 1337329 w 7467600"/>
              <a:gd name="connsiteY624" fmla="*/ 2258350 h 6858000"/>
              <a:gd name="connsiteX625" fmla="*/ 1014726 w 7467600"/>
              <a:gd name="connsiteY625" fmla="*/ 1615556 h 6858000"/>
              <a:gd name="connsiteX626" fmla="*/ 678222 w 7467600"/>
              <a:gd name="connsiteY626" fmla="*/ 1248670 h 6858000"/>
              <a:gd name="connsiteX627" fmla="*/ 6691602 w 7467600"/>
              <a:gd name="connsiteY627" fmla="*/ 1140573 h 6858000"/>
              <a:gd name="connsiteX628" fmla="*/ 6571100 w 7467600"/>
              <a:gd name="connsiteY628" fmla="*/ 1183662 h 6858000"/>
              <a:gd name="connsiteX629" fmla="*/ 6241687 w 7467600"/>
              <a:gd name="connsiteY629" fmla="*/ 1257600 h 6858000"/>
              <a:gd name="connsiteX630" fmla="*/ 5693009 w 7467600"/>
              <a:gd name="connsiteY630" fmla="*/ 1478256 h 6858000"/>
              <a:gd name="connsiteX631" fmla="*/ 6548420 w 7467600"/>
              <a:gd name="connsiteY631" fmla="*/ 1214599 h 6858000"/>
              <a:gd name="connsiteX632" fmla="*/ 6605473 w 7467600"/>
              <a:gd name="connsiteY632" fmla="*/ 1184686 h 6858000"/>
              <a:gd name="connsiteX633" fmla="*/ 6691602 w 7467600"/>
              <a:gd name="connsiteY633" fmla="*/ 1140573 h 6858000"/>
              <a:gd name="connsiteX634" fmla="*/ 4002475 w 7467600"/>
              <a:gd name="connsiteY634" fmla="*/ 1037802 h 6858000"/>
              <a:gd name="connsiteX635" fmla="*/ 4000324 w 7467600"/>
              <a:gd name="connsiteY635" fmla="*/ 1039362 h 6858000"/>
              <a:gd name="connsiteX636" fmla="*/ 4002862 w 7467600"/>
              <a:gd name="connsiteY636" fmla="*/ 1042866 h 6858000"/>
              <a:gd name="connsiteX637" fmla="*/ 4002475 w 7467600"/>
              <a:gd name="connsiteY637" fmla="*/ 1037802 h 6858000"/>
              <a:gd name="connsiteX638" fmla="*/ 506322 w 7467600"/>
              <a:gd name="connsiteY638" fmla="*/ 1020997 h 6858000"/>
              <a:gd name="connsiteX639" fmla="*/ 533068 w 7467600"/>
              <a:gd name="connsiteY639" fmla="*/ 1029409 h 6858000"/>
              <a:gd name="connsiteX640" fmla="*/ 1232525 w 7467600"/>
              <a:gd name="connsiteY640" fmla="*/ 1804675 h 6858000"/>
              <a:gd name="connsiteX641" fmla="*/ 1388858 w 7467600"/>
              <a:gd name="connsiteY641" fmla="*/ 2368011 h 6858000"/>
              <a:gd name="connsiteX642" fmla="*/ 1384098 w 7467600"/>
              <a:gd name="connsiteY642" fmla="*/ 2378125 h 6858000"/>
              <a:gd name="connsiteX643" fmla="*/ 1425393 w 7467600"/>
              <a:gd name="connsiteY643" fmla="*/ 2589124 h 6858000"/>
              <a:gd name="connsiteX644" fmla="*/ 1424001 w 7467600"/>
              <a:gd name="connsiteY644" fmla="*/ 2597541 h 6858000"/>
              <a:gd name="connsiteX645" fmla="*/ 2152729 w 7467600"/>
              <a:gd name="connsiteY645" fmla="*/ 2864487 h 6858000"/>
              <a:gd name="connsiteX646" fmla="*/ 2020609 w 7467600"/>
              <a:gd name="connsiteY646" fmla="*/ 2539671 h 6858000"/>
              <a:gd name="connsiteX647" fmla="*/ 2018920 w 7467600"/>
              <a:gd name="connsiteY647" fmla="*/ 2536309 h 6858000"/>
              <a:gd name="connsiteX648" fmla="*/ 1342441 w 7467600"/>
              <a:gd name="connsiteY648" fmla="*/ 1173017 h 6858000"/>
              <a:gd name="connsiteX649" fmla="*/ 1367925 w 7467600"/>
              <a:gd name="connsiteY649" fmla="*/ 1135648 h 6858000"/>
              <a:gd name="connsiteX650" fmla="*/ 1771401 w 7467600"/>
              <a:gd name="connsiteY650" fmla="*/ 1806673 h 6858000"/>
              <a:gd name="connsiteX651" fmla="*/ 1972385 w 7467600"/>
              <a:gd name="connsiteY651" fmla="*/ 2198735 h 6858000"/>
              <a:gd name="connsiteX652" fmla="*/ 2040892 w 7467600"/>
              <a:gd name="connsiteY652" fmla="*/ 2405205 h 6858000"/>
              <a:gd name="connsiteX653" fmla="*/ 2131689 w 7467600"/>
              <a:gd name="connsiteY653" fmla="*/ 1936926 h 6858000"/>
              <a:gd name="connsiteX654" fmla="*/ 2454820 w 7467600"/>
              <a:gd name="connsiteY654" fmla="*/ 1248808 h 6858000"/>
              <a:gd name="connsiteX655" fmla="*/ 2492512 w 7467600"/>
              <a:gd name="connsiteY655" fmla="*/ 1302920 h 6858000"/>
              <a:gd name="connsiteX656" fmla="*/ 2081216 w 7467600"/>
              <a:gd name="connsiteY656" fmla="*/ 2527513 h 6858000"/>
              <a:gd name="connsiteX657" fmla="*/ 2081211 w 7467600"/>
              <a:gd name="connsiteY657" fmla="*/ 2528916 h 6858000"/>
              <a:gd name="connsiteX658" fmla="*/ 2199067 w 7467600"/>
              <a:gd name="connsiteY658" fmla="*/ 2884061 h 6858000"/>
              <a:gd name="connsiteX659" fmla="*/ 3192586 w 7467600"/>
              <a:gd name="connsiteY659" fmla="*/ 3411496 h 6858000"/>
              <a:gd name="connsiteX660" fmla="*/ 3182620 w 7467600"/>
              <a:gd name="connsiteY660" fmla="*/ 3483279 h 6858000"/>
              <a:gd name="connsiteX661" fmla="*/ 2435119 w 7467600"/>
              <a:gd name="connsiteY661" fmla="*/ 3080173 h 6858000"/>
              <a:gd name="connsiteX662" fmla="*/ 2410152 w 7467600"/>
              <a:gd name="connsiteY662" fmla="*/ 3063751 h 6858000"/>
              <a:gd name="connsiteX663" fmla="*/ 2408099 w 7467600"/>
              <a:gd name="connsiteY663" fmla="*/ 3064403 h 6858000"/>
              <a:gd name="connsiteX664" fmla="*/ 2407218 w 7467600"/>
              <a:gd name="connsiteY664" fmla="*/ 3070324 h 6858000"/>
              <a:gd name="connsiteX665" fmla="*/ 2380138 w 7467600"/>
              <a:gd name="connsiteY665" fmla="*/ 3099341 h 6858000"/>
              <a:gd name="connsiteX666" fmla="*/ 1765923 w 7467600"/>
              <a:gd name="connsiteY666" fmla="*/ 3581043 h 6858000"/>
              <a:gd name="connsiteX667" fmla="*/ 1702258 w 7467600"/>
              <a:gd name="connsiteY667" fmla="*/ 3612286 h 6858000"/>
              <a:gd name="connsiteX668" fmla="*/ 1538370 w 7467600"/>
              <a:gd name="connsiteY668" fmla="*/ 3811804 h 6858000"/>
              <a:gd name="connsiteX669" fmla="*/ 542867 w 7467600"/>
              <a:gd name="connsiteY669" fmla="*/ 4944092 h 6858000"/>
              <a:gd name="connsiteX670" fmla="*/ 515800 w 7467600"/>
              <a:gd name="connsiteY670" fmla="*/ 4862180 h 6858000"/>
              <a:gd name="connsiteX671" fmla="*/ 909145 w 7467600"/>
              <a:gd name="connsiteY671" fmla="*/ 4199225 h 6858000"/>
              <a:gd name="connsiteX672" fmla="*/ 1214067 w 7467600"/>
              <a:gd name="connsiteY672" fmla="*/ 3908561 h 6858000"/>
              <a:gd name="connsiteX673" fmla="*/ 640967 w 7467600"/>
              <a:gd name="connsiteY673" fmla="*/ 4105601 h 6858000"/>
              <a:gd name="connsiteX674" fmla="*/ 112563 w 7467600"/>
              <a:gd name="connsiteY674" fmla="*/ 4396952 h 6858000"/>
              <a:gd name="connsiteX675" fmla="*/ 0 w 7467600"/>
              <a:gd name="connsiteY675" fmla="*/ 4466006 h 6858000"/>
              <a:gd name="connsiteX676" fmla="*/ 0 w 7467600"/>
              <a:gd name="connsiteY676" fmla="*/ 4233763 h 6858000"/>
              <a:gd name="connsiteX677" fmla="*/ 36881 w 7467600"/>
              <a:gd name="connsiteY677" fmla="*/ 4200118 h 6858000"/>
              <a:gd name="connsiteX678" fmla="*/ 910534 w 7467600"/>
              <a:gd name="connsiteY678" fmla="*/ 3629753 h 6858000"/>
              <a:gd name="connsiteX679" fmla="*/ 1578717 w 7467600"/>
              <a:gd name="connsiteY679" fmla="*/ 3575982 h 6858000"/>
              <a:gd name="connsiteX680" fmla="*/ 2338780 w 7467600"/>
              <a:gd name="connsiteY680" fmla="*/ 3033725 h 6858000"/>
              <a:gd name="connsiteX681" fmla="*/ 1807991 w 7467600"/>
              <a:gd name="connsiteY681" fmla="*/ 2807184 h 6858000"/>
              <a:gd name="connsiteX682" fmla="*/ 1416358 w 7467600"/>
              <a:gd name="connsiteY682" fmla="*/ 3112571 h 6858000"/>
              <a:gd name="connsiteX683" fmla="*/ 939066 w 7467600"/>
              <a:gd name="connsiteY683" fmla="*/ 3378798 h 6858000"/>
              <a:gd name="connsiteX684" fmla="*/ 115099 w 7467600"/>
              <a:gd name="connsiteY684" fmla="*/ 3607650 h 6858000"/>
              <a:gd name="connsiteX685" fmla="*/ 97284 w 7467600"/>
              <a:gd name="connsiteY685" fmla="*/ 3520393 h 6858000"/>
              <a:gd name="connsiteX686" fmla="*/ 922050 w 7467600"/>
              <a:gd name="connsiteY686" fmla="*/ 3074867 h 6858000"/>
              <a:gd name="connsiteX687" fmla="*/ 1405265 w 7467600"/>
              <a:gd name="connsiteY687" fmla="*/ 3016319 h 6858000"/>
              <a:gd name="connsiteX688" fmla="*/ 1407512 w 7467600"/>
              <a:gd name="connsiteY688" fmla="*/ 3018001 h 6858000"/>
              <a:gd name="connsiteX689" fmla="*/ 1726266 w 7467600"/>
              <a:gd name="connsiteY689" fmla="*/ 2777274 h 6858000"/>
              <a:gd name="connsiteX690" fmla="*/ 625390 w 7467600"/>
              <a:gd name="connsiteY690" fmla="*/ 2514541 h 6858000"/>
              <a:gd name="connsiteX691" fmla="*/ 619799 w 7467600"/>
              <a:gd name="connsiteY691" fmla="*/ 2527180 h 6858000"/>
              <a:gd name="connsiteX692" fmla="*/ 310030 w 7467600"/>
              <a:gd name="connsiteY692" fmla="*/ 2771818 h 6858000"/>
              <a:gd name="connsiteX693" fmla="*/ 173877 w 7467600"/>
              <a:gd name="connsiteY693" fmla="*/ 2937056 h 6858000"/>
              <a:gd name="connsiteX694" fmla="*/ 77889 w 7467600"/>
              <a:gd name="connsiteY694" fmla="*/ 3138440 h 6858000"/>
              <a:gd name="connsiteX695" fmla="*/ 0 w 7467600"/>
              <a:gd name="connsiteY695" fmla="*/ 3271395 h 6858000"/>
              <a:gd name="connsiteX696" fmla="*/ 0 w 7467600"/>
              <a:gd name="connsiteY696" fmla="*/ 3153002 h 6858000"/>
              <a:gd name="connsiteX697" fmla="*/ 2386 w 7467600"/>
              <a:gd name="connsiteY697" fmla="*/ 3149203 h 6858000"/>
              <a:gd name="connsiteX698" fmla="*/ 89753 w 7467600"/>
              <a:gd name="connsiteY698" fmla="*/ 2987702 h 6858000"/>
              <a:gd name="connsiteX699" fmla="*/ 76869 w 7467600"/>
              <a:gd name="connsiteY699" fmla="*/ 3005404 h 6858000"/>
              <a:gd name="connsiteX700" fmla="*/ 32049 w 7467600"/>
              <a:gd name="connsiteY700" fmla="*/ 3065814 h 6858000"/>
              <a:gd name="connsiteX701" fmla="*/ 0 w 7467600"/>
              <a:gd name="connsiteY701" fmla="*/ 3108744 h 6858000"/>
              <a:gd name="connsiteX702" fmla="*/ 0 w 7467600"/>
              <a:gd name="connsiteY702" fmla="*/ 3058059 h 6858000"/>
              <a:gd name="connsiteX703" fmla="*/ 7610 w 7467600"/>
              <a:gd name="connsiteY703" fmla="*/ 3047889 h 6858000"/>
              <a:gd name="connsiteX704" fmla="*/ 52419 w 7467600"/>
              <a:gd name="connsiteY704" fmla="*/ 2987479 h 6858000"/>
              <a:gd name="connsiteX705" fmla="*/ 59142 w 7467600"/>
              <a:gd name="connsiteY705" fmla="*/ 2978488 h 6858000"/>
              <a:gd name="connsiteX706" fmla="*/ 0 w 7467600"/>
              <a:gd name="connsiteY706" fmla="*/ 3015334 h 6858000"/>
              <a:gd name="connsiteX707" fmla="*/ 0 w 7467600"/>
              <a:gd name="connsiteY707" fmla="*/ 2914286 h 6858000"/>
              <a:gd name="connsiteX708" fmla="*/ 36383 w 7467600"/>
              <a:gd name="connsiteY708" fmla="*/ 2901128 h 6858000"/>
              <a:gd name="connsiteX709" fmla="*/ 156329 w 7467600"/>
              <a:gd name="connsiteY709" fmla="*/ 2840533 h 6858000"/>
              <a:gd name="connsiteX710" fmla="*/ 358355 w 7467600"/>
              <a:gd name="connsiteY710" fmla="*/ 2620471 h 6858000"/>
              <a:gd name="connsiteX711" fmla="*/ 510577 w 7467600"/>
              <a:gd name="connsiteY711" fmla="*/ 2501244 h 6858000"/>
              <a:gd name="connsiteX712" fmla="*/ 211967 w 7467600"/>
              <a:gd name="connsiteY712" fmla="*/ 2479171 h 6858000"/>
              <a:gd name="connsiteX713" fmla="*/ 0 w 7467600"/>
              <a:gd name="connsiteY713" fmla="*/ 2476398 h 6858000"/>
              <a:gd name="connsiteX714" fmla="*/ 0 w 7467600"/>
              <a:gd name="connsiteY714" fmla="*/ 2389189 h 6858000"/>
              <a:gd name="connsiteX715" fmla="*/ 103062 w 7467600"/>
              <a:gd name="connsiteY715" fmla="*/ 2389518 h 6858000"/>
              <a:gd name="connsiteX716" fmla="*/ 510734 w 7467600"/>
              <a:gd name="connsiteY716" fmla="*/ 2416201 h 6858000"/>
              <a:gd name="connsiteX717" fmla="*/ 279257 w 7467600"/>
              <a:gd name="connsiteY717" fmla="*/ 2092102 h 6858000"/>
              <a:gd name="connsiteX718" fmla="*/ 65265 w 7467600"/>
              <a:gd name="connsiteY718" fmla="*/ 2006049 h 6858000"/>
              <a:gd name="connsiteX719" fmla="*/ 0 w 7467600"/>
              <a:gd name="connsiteY719" fmla="*/ 1982532 h 6858000"/>
              <a:gd name="connsiteX720" fmla="*/ 0 w 7467600"/>
              <a:gd name="connsiteY720" fmla="*/ 1912789 h 6858000"/>
              <a:gd name="connsiteX721" fmla="*/ 97460 w 7467600"/>
              <a:gd name="connsiteY721" fmla="*/ 1953725 h 6858000"/>
              <a:gd name="connsiteX722" fmla="*/ 221272 w 7467600"/>
              <a:gd name="connsiteY722" fmla="*/ 1980766 h 6858000"/>
              <a:gd name="connsiteX723" fmla="*/ 116765 w 7467600"/>
              <a:gd name="connsiteY723" fmla="*/ 1911033 h 6858000"/>
              <a:gd name="connsiteX724" fmla="*/ 16405 w 7467600"/>
              <a:gd name="connsiteY724" fmla="*/ 1803412 h 6858000"/>
              <a:gd name="connsiteX725" fmla="*/ 0 w 7467600"/>
              <a:gd name="connsiteY725" fmla="*/ 1784777 h 6858000"/>
              <a:gd name="connsiteX726" fmla="*/ 0 w 7467600"/>
              <a:gd name="connsiteY726" fmla="*/ 1740082 h 6858000"/>
              <a:gd name="connsiteX727" fmla="*/ 39394 w 7467600"/>
              <a:gd name="connsiteY727" fmla="*/ 1784856 h 6858000"/>
              <a:gd name="connsiteX728" fmla="*/ 135813 w 7467600"/>
              <a:gd name="connsiteY728" fmla="*/ 1888838 h 6858000"/>
              <a:gd name="connsiteX729" fmla="*/ 242575 w 7467600"/>
              <a:gd name="connsiteY729" fmla="*/ 1958841 h 6858000"/>
              <a:gd name="connsiteX730" fmla="*/ 82197 w 7467600"/>
              <a:gd name="connsiteY730" fmla="*/ 1754826 h 6858000"/>
              <a:gd name="connsiteX731" fmla="*/ 0 w 7467600"/>
              <a:gd name="connsiteY731" fmla="*/ 1679650 h 6858000"/>
              <a:gd name="connsiteX732" fmla="*/ 0 w 7467600"/>
              <a:gd name="connsiteY732" fmla="*/ 1602463 h 6858000"/>
              <a:gd name="connsiteX733" fmla="*/ 84689 w 7467600"/>
              <a:gd name="connsiteY733" fmla="*/ 1677442 h 6858000"/>
              <a:gd name="connsiteX734" fmla="*/ 298437 w 7467600"/>
              <a:gd name="connsiteY734" fmla="*/ 1968019 h 6858000"/>
              <a:gd name="connsiteX735" fmla="*/ 227269 w 7467600"/>
              <a:gd name="connsiteY735" fmla="*/ 1114064 h 6858000"/>
              <a:gd name="connsiteX736" fmla="*/ 248003 w 7467600"/>
              <a:gd name="connsiteY736" fmla="*/ 1089613 h 6858000"/>
              <a:gd name="connsiteX737" fmla="*/ 427020 w 7467600"/>
              <a:gd name="connsiteY737" fmla="*/ 1619803 h 6858000"/>
              <a:gd name="connsiteX738" fmla="*/ 340345 w 7467600"/>
              <a:gd name="connsiteY738" fmla="*/ 2027739 h 6858000"/>
              <a:gd name="connsiteX739" fmla="*/ 360865 w 7467600"/>
              <a:gd name="connsiteY739" fmla="*/ 2044827 h 6858000"/>
              <a:gd name="connsiteX740" fmla="*/ 560414 w 7467600"/>
              <a:gd name="connsiteY740" fmla="*/ 2421457 h 6858000"/>
              <a:gd name="connsiteX741" fmla="*/ 1359703 w 7467600"/>
              <a:gd name="connsiteY741" fmla="*/ 2578554 h 6858000"/>
              <a:gd name="connsiteX742" fmla="*/ 1359422 w 7467600"/>
              <a:gd name="connsiteY742" fmla="*/ 2577994 h 6858000"/>
              <a:gd name="connsiteX743" fmla="*/ 828701 w 7467600"/>
              <a:gd name="connsiteY743" fmla="*/ 1839520 h 6858000"/>
              <a:gd name="connsiteX744" fmla="*/ 494427 w 7467600"/>
              <a:gd name="connsiteY744" fmla="*/ 1092333 h 6858000"/>
              <a:gd name="connsiteX745" fmla="*/ 506322 w 7467600"/>
              <a:gd name="connsiteY745" fmla="*/ 1020997 h 6858000"/>
              <a:gd name="connsiteX746" fmla="*/ 4570198 w 7467600"/>
              <a:gd name="connsiteY746" fmla="*/ 978081 h 6858000"/>
              <a:gd name="connsiteX747" fmla="*/ 4523691 w 7467600"/>
              <a:gd name="connsiteY747" fmla="*/ 1127776 h 6858000"/>
              <a:gd name="connsiteX748" fmla="*/ 4509875 w 7467600"/>
              <a:gd name="connsiteY748" fmla="*/ 1167552 h 6858000"/>
              <a:gd name="connsiteX749" fmla="*/ 4478168 w 7467600"/>
              <a:gd name="connsiteY749" fmla="*/ 1260735 h 6858000"/>
              <a:gd name="connsiteX750" fmla="*/ 4409309 w 7467600"/>
              <a:gd name="connsiteY750" fmla="*/ 1666996 h 6858000"/>
              <a:gd name="connsiteX751" fmla="*/ 4370031 w 7467600"/>
              <a:gd name="connsiteY751" fmla="*/ 1955666 h 6858000"/>
              <a:gd name="connsiteX752" fmla="*/ 4570198 w 7467600"/>
              <a:gd name="connsiteY752" fmla="*/ 978081 h 6858000"/>
              <a:gd name="connsiteX753" fmla="*/ 4557898 w 7467600"/>
              <a:gd name="connsiteY753" fmla="*/ 900011 h 6858000"/>
              <a:gd name="connsiteX754" fmla="*/ 4344840 w 7467600"/>
              <a:gd name="connsiteY754" fmla="*/ 1922038 h 6858000"/>
              <a:gd name="connsiteX755" fmla="*/ 4378710 w 7467600"/>
              <a:gd name="connsiteY755" fmla="*/ 1665516 h 6858000"/>
              <a:gd name="connsiteX756" fmla="*/ 4448798 w 7467600"/>
              <a:gd name="connsiteY756" fmla="*/ 1253024 h 6858000"/>
              <a:gd name="connsiteX757" fmla="*/ 4480315 w 7467600"/>
              <a:gd name="connsiteY757" fmla="*/ 1158454 h 6858000"/>
              <a:gd name="connsiteX758" fmla="*/ 4494133 w 7467600"/>
              <a:gd name="connsiteY758" fmla="*/ 1118676 h 6858000"/>
              <a:gd name="connsiteX759" fmla="*/ 4557898 w 7467600"/>
              <a:gd name="connsiteY759" fmla="*/ 900011 h 6858000"/>
              <a:gd name="connsiteX760" fmla="*/ 5870151 w 7467600"/>
              <a:gd name="connsiteY760" fmla="*/ 898890 h 6858000"/>
              <a:gd name="connsiteX761" fmla="*/ 5861335 w 7467600"/>
              <a:gd name="connsiteY761" fmla="*/ 899177 h 6858000"/>
              <a:gd name="connsiteX762" fmla="*/ 5843702 w 7467600"/>
              <a:gd name="connsiteY762" fmla="*/ 899748 h 6858000"/>
              <a:gd name="connsiteX763" fmla="*/ 5651107 w 7467600"/>
              <a:gd name="connsiteY763" fmla="*/ 920306 h 6858000"/>
              <a:gd name="connsiteX764" fmla="*/ 5459407 w 7467600"/>
              <a:gd name="connsiteY764" fmla="*/ 940975 h 6858000"/>
              <a:gd name="connsiteX765" fmla="*/ 5374846 w 7467600"/>
              <a:gd name="connsiteY765" fmla="*/ 941988 h 6858000"/>
              <a:gd name="connsiteX766" fmla="*/ 5256105 w 7467600"/>
              <a:gd name="connsiteY766" fmla="*/ 945632 h 6858000"/>
              <a:gd name="connsiteX767" fmla="*/ 5107071 w 7467600"/>
              <a:gd name="connsiteY767" fmla="*/ 969720 h 6858000"/>
              <a:gd name="connsiteX768" fmla="*/ 4998681 w 7467600"/>
              <a:gd name="connsiteY768" fmla="*/ 988771 h 6858000"/>
              <a:gd name="connsiteX769" fmla="*/ 5870151 w 7467600"/>
              <a:gd name="connsiteY769" fmla="*/ 898890 h 6858000"/>
              <a:gd name="connsiteX770" fmla="*/ 5504425 w 7467600"/>
              <a:gd name="connsiteY770" fmla="*/ 848067 h 6858000"/>
              <a:gd name="connsiteX771" fmla="*/ 4968849 w 7467600"/>
              <a:gd name="connsiteY771" fmla="*/ 962318 h 6858000"/>
              <a:gd name="connsiteX772" fmla="*/ 5104039 w 7467600"/>
              <a:gd name="connsiteY772" fmla="*/ 940634 h 6858000"/>
              <a:gd name="connsiteX773" fmla="*/ 5256311 w 7467600"/>
              <a:gd name="connsiteY773" fmla="*/ 916490 h 6858000"/>
              <a:gd name="connsiteX774" fmla="*/ 5377381 w 7467600"/>
              <a:gd name="connsiteY774" fmla="*/ 912671 h 6858000"/>
              <a:gd name="connsiteX775" fmla="*/ 5460148 w 7467600"/>
              <a:gd name="connsiteY775" fmla="*/ 911442 h 6858000"/>
              <a:gd name="connsiteX776" fmla="*/ 5648971 w 7467600"/>
              <a:gd name="connsiteY776" fmla="*/ 891331 h 6858000"/>
              <a:gd name="connsiteX777" fmla="*/ 5844807 w 7467600"/>
              <a:gd name="connsiteY777" fmla="*/ 870718 h 6858000"/>
              <a:gd name="connsiteX778" fmla="*/ 5862975 w 7467600"/>
              <a:gd name="connsiteY778" fmla="*/ 869756 h 6858000"/>
              <a:gd name="connsiteX779" fmla="*/ 5920887 w 7467600"/>
              <a:gd name="connsiteY779" fmla="*/ 865929 h 6858000"/>
              <a:gd name="connsiteX780" fmla="*/ 5504425 w 7467600"/>
              <a:gd name="connsiteY780" fmla="*/ 848067 h 6858000"/>
              <a:gd name="connsiteX781" fmla="*/ 3607114 w 7467600"/>
              <a:gd name="connsiteY781" fmla="*/ 467441 h 6858000"/>
              <a:gd name="connsiteX782" fmla="*/ 3296242 w 7467600"/>
              <a:gd name="connsiteY782" fmla="*/ 807991 h 6858000"/>
              <a:gd name="connsiteX783" fmla="*/ 3174674 w 7467600"/>
              <a:gd name="connsiteY783" fmla="*/ 919759 h 6858000"/>
              <a:gd name="connsiteX784" fmla="*/ 3042978 w 7467600"/>
              <a:gd name="connsiteY784" fmla="*/ 1054894 h 6858000"/>
              <a:gd name="connsiteX785" fmla="*/ 2968914 w 7467600"/>
              <a:gd name="connsiteY785" fmla="*/ 1133756 h 6858000"/>
              <a:gd name="connsiteX786" fmla="*/ 3103823 w 7467600"/>
              <a:gd name="connsiteY786" fmla="*/ 1026814 h 6858000"/>
              <a:gd name="connsiteX787" fmla="*/ 3607114 w 7467600"/>
              <a:gd name="connsiteY787" fmla="*/ 467441 h 6858000"/>
              <a:gd name="connsiteX788" fmla="*/ 3744487 w 7467600"/>
              <a:gd name="connsiteY788" fmla="*/ 383136 h 6858000"/>
              <a:gd name="connsiteX789" fmla="*/ 3970213 w 7467600"/>
              <a:gd name="connsiteY789" fmla="*/ 995559 h 6858000"/>
              <a:gd name="connsiteX790" fmla="*/ 3744487 w 7467600"/>
              <a:gd name="connsiteY790" fmla="*/ 383136 h 6858000"/>
              <a:gd name="connsiteX791" fmla="*/ 3624562 w 7467600"/>
              <a:gd name="connsiteY791" fmla="*/ 367041 h 6858000"/>
              <a:gd name="connsiteX792" fmla="*/ 3489712 w 7467600"/>
              <a:gd name="connsiteY792" fmla="*/ 485386 h 6858000"/>
              <a:gd name="connsiteX793" fmla="*/ 3182994 w 7467600"/>
              <a:gd name="connsiteY793" fmla="*/ 828265 h 6858000"/>
              <a:gd name="connsiteX794" fmla="*/ 2892114 w 7467600"/>
              <a:gd name="connsiteY794" fmla="*/ 1172635 h 6858000"/>
              <a:gd name="connsiteX795" fmla="*/ 3021459 w 7467600"/>
              <a:gd name="connsiteY795" fmla="*/ 1035385 h 6858000"/>
              <a:gd name="connsiteX796" fmla="*/ 3153873 w 7467600"/>
              <a:gd name="connsiteY796" fmla="*/ 898971 h 6858000"/>
              <a:gd name="connsiteX797" fmla="*/ 3276511 w 7467600"/>
              <a:gd name="connsiteY797" fmla="*/ 786423 h 6858000"/>
              <a:gd name="connsiteX798" fmla="*/ 3584154 w 7467600"/>
              <a:gd name="connsiteY798" fmla="*/ 448218 h 6858000"/>
              <a:gd name="connsiteX799" fmla="*/ 3624562 w 7467600"/>
              <a:gd name="connsiteY799" fmla="*/ 367041 h 6858000"/>
              <a:gd name="connsiteX800" fmla="*/ 3766672 w 7467600"/>
              <a:gd name="connsiteY800" fmla="*/ 359429 h 6858000"/>
              <a:gd name="connsiteX801" fmla="*/ 3996338 w 7467600"/>
              <a:gd name="connsiteY801" fmla="*/ 968237 h 6858000"/>
              <a:gd name="connsiteX802" fmla="*/ 3766672 w 7467600"/>
              <a:gd name="connsiteY802" fmla="*/ 359429 h 6858000"/>
              <a:gd name="connsiteX803" fmla="*/ 5805386 w 7467600"/>
              <a:gd name="connsiteY803" fmla="*/ 239240 h 6858000"/>
              <a:gd name="connsiteX804" fmla="*/ 5736947 w 7467600"/>
              <a:gd name="connsiteY804" fmla="*/ 261367 h 6858000"/>
              <a:gd name="connsiteX805" fmla="*/ 5427012 w 7467600"/>
              <a:gd name="connsiteY805" fmla="*/ 311272 h 6858000"/>
              <a:gd name="connsiteX806" fmla="*/ 5147818 w 7467600"/>
              <a:gd name="connsiteY806" fmla="*/ 322112 h 6858000"/>
              <a:gd name="connsiteX807" fmla="*/ 5060854 w 7467600"/>
              <a:gd name="connsiteY807" fmla="*/ 311882 h 6858000"/>
              <a:gd name="connsiteX808" fmla="*/ 4945989 w 7467600"/>
              <a:gd name="connsiteY808" fmla="*/ 300516 h 6858000"/>
              <a:gd name="connsiteX809" fmla="*/ 5410479 w 7467600"/>
              <a:gd name="connsiteY809" fmla="*/ 348434 h 6858000"/>
              <a:gd name="connsiteX810" fmla="*/ 5805386 w 7467600"/>
              <a:gd name="connsiteY810" fmla="*/ 239240 h 6858000"/>
              <a:gd name="connsiteX811" fmla="*/ 5905192 w 7467600"/>
              <a:gd name="connsiteY811" fmla="*/ 163079 h 6858000"/>
              <a:gd name="connsiteX812" fmla="*/ 5865655 w 7467600"/>
              <a:gd name="connsiteY812" fmla="*/ 171901 h 6858000"/>
              <a:gd name="connsiteX813" fmla="*/ 5259740 w 7467600"/>
              <a:gd name="connsiteY813" fmla="*/ 257013 h 6858000"/>
              <a:gd name="connsiteX814" fmla="*/ 5208466 w 7467600"/>
              <a:gd name="connsiteY814" fmla="*/ 257550 h 6858000"/>
              <a:gd name="connsiteX815" fmla="*/ 4980204 w 7467600"/>
              <a:gd name="connsiteY815" fmla="*/ 271903 h 6858000"/>
              <a:gd name="connsiteX816" fmla="*/ 5068068 w 7467600"/>
              <a:gd name="connsiteY816" fmla="*/ 282244 h 6858000"/>
              <a:gd name="connsiteX817" fmla="*/ 5153231 w 7467600"/>
              <a:gd name="connsiteY817" fmla="*/ 292240 h 6858000"/>
              <a:gd name="connsiteX818" fmla="*/ 5426491 w 7467600"/>
              <a:gd name="connsiteY818" fmla="*/ 281128 h 6858000"/>
              <a:gd name="connsiteX819" fmla="*/ 5731212 w 7467600"/>
              <a:gd name="connsiteY819" fmla="*/ 231951 h 6858000"/>
              <a:gd name="connsiteX820" fmla="*/ 5905192 w 7467600"/>
              <a:gd name="connsiteY820" fmla="*/ 163079 h 6858000"/>
              <a:gd name="connsiteX821" fmla="*/ 5944437 w 7467600"/>
              <a:gd name="connsiteY821" fmla="*/ 113829 h 6858000"/>
              <a:gd name="connsiteX822" fmla="*/ 5825032 w 7467600"/>
              <a:gd name="connsiteY822" fmla="*/ 146405 h 6858000"/>
              <a:gd name="connsiteX823" fmla="*/ 4955599 w 7467600"/>
              <a:gd name="connsiteY823" fmla="*/ 247008 h 6858000"/>
              <a:gd name="connsiteX824" fmla="*/ 5210104 w 7467600"/>
              <a:gd name="connsiteY824" fmla="*/ 228123 h 6858000"/>
              <a:gd name="connsiteX825" fmla="*/ 5261015 w 7467600"/>
              <a:gd name="connsiteY825" fmla="*/ 227087 h 6858000"/>
              <a:gd name="connsiteX826" fmla="*/ 5861181 w 7467600"/>
              <a:gd name="connsiteY826" fmla="*/ 143093 h 6858000"/>
              <a:gd name="connsiteX827" fmla="*/ 5961252 w 7467600"/>
              <a:gd name="connsiteY827" fmla="*/ 114820 h 6858000"/>
              <a:gd name="connsiteX828" fmla="*/ 5944437 w 7467600"/>
              <a:gd name="connsiteY828" fmla="*/ 113829 h 6858000"/>
              <a:gd name="connsiteX829" fmla="*/ 3882765 w 7467600"/>
              <a:gd name="connsiteY829" fmla="*/ 0 h 6858000"/>
              <a:gd name="connsiteX830" fmla="*/ 3995099 w 7467600"/>
              <a:gd name="connsiteY830" fmla="*/ 0 h 6858000"/>
              <a:gd name="connsiteX831" fmla="*/ 4163818 w 7467600"/>
              <a:gd name="connsiteY831" fmla="*/ 234104 h 6858000"/>
              <a:gd name="connsiteX832" fmla="*/ 4172099 w 7467600"/>
              <a:gd name="connsiteY832" fmla="*/ 234207 h 6858000"/>
              <a:gd name="connsiteX833" fmla="*/ 4784282 w 7467600"/>
              <a:gd name="connsiteY833" fmla="*/ 276561 h 6858000"/>
              <a:gd name="connsiteX834" fmla="*/ 4801687 w 7467600"/>
              <a:gd name="connsiteY834" fmla="*/ 267764 h 6858000"/>
              <a:gd name="connsiteX835" fmla="*/ 6082788 w 7467600"/>
              <a:gd name="connsiteY835" fmla="*/ 64119 h 6858000"/>
              <a:gd name="connsiteX836" fmla="*/ 6099442 w 7467600"/>
              <a:gd name="connsiteY836" fmla="*/ 82568 h 6858000"/>
              <a:gd name="connsiteX837" fmla="*/ 4804137 w 7467600"/>
              <a:gd name="connsiteY837" fmla="*/ 320931 h 6858000"/>
              <a:gd name="connsiteX838" fmla="*/ 4227047 w 7467600"/>
              <a:gd name="connsiteY838" fmla="*/ 313415 h 6858000"/>
              <a:gd name="connsiteX839" fmla="*/ 4346041 w 7467600"/>
              <a:gd name="connsiteY839" fmla="*/ 456086 h 6858000"/>
              <a:gd name="connsiteX840" fmla="*/ 4870967 w 7467600"/>
              <a:gd name="connsiteY840" fmla="*/ 963061 h 6858000"/>
              <a:gd name="connsiteX841" fmla="*/ 4889647 w 7467600"/>
              <a:gd name="connsiteY841" fmla="*/ 957147 h 6858000"/>
              <a:gd name="connsiteX842" fmla="*/ 5422504 w 7467600"/>
              <a:gd name="connsiteY842" fmla="*/ 805191 h 6858000"/>
              <a:gd name="connsiteX843" fmla="*/ 6087656 w 7467600"/>
              <a:gd name="connsiteY843" fmla="*/ 826703 h 6858000"/>
              <a:gd name="connsiteX844" fmla="*/ 6058717 w 7467600"/>
              <a:gd name="connsiteY844" fmla="*/ 865992 h 6858000"/>
              <a:gd name="connsiteX845" fmla="*/ 4974153 w 7467600"/>
              <a:gd name="connsiteY845" fmla="*/ 1045456 h 6858000"/>
              <a:gd name="connsiteX846" fmla="*/ 5627835 w 7467600"/>
              <a:gd name="connsiteY846" fmla="*/ 1472077 h 6858000"/>
              <a:gd name="connsiteX847" fmla="*/ 5629817 w 7467600"/>
              <a:gd name="connsiteY847" fmla="*/ 1471412 h 6858000"/>
              <a:gd name="connsiteX848" fmla="*/ 5634124 w 7467600"/>
              <a:gd name="connsiteY848" fmla="*/ 1470572 h 6858000"/>
              <a:gd name="connsiteX849" fmla="*/ 5755832 w 7467600"/>
              <a:gd name="connsiteY849" fmla="*/ 1383886 h 6858000"/>
              <a:gd name="connsiteX850" fmla="*/ 6014186 w 7467600"/>
              <a:gd name="connsiteY850" fmla="*/ 1279799 h 6858000"/>
              <a:gd name="connsiteX851" fmla="*/ 6901619 w 7467600"/>
              <a:gd name="connsiteY851" fmla="*/ 1047874 h 6858000"/>
              <a:gd name="connsiteX852" fmla="*/ 6931566 w 7467600"/>
              <a:gd name="connsiteY852" fmla="*/ 1062034 h 6858000"/>
              <a:gd name="connsiteX853" fmla="*/ 5790982 w 7467600"/>
              <a:gd name="connsiteY853" fmla="*/ 1561380 h 6858000"/>
              <a:gd name="connsiteX854" fmla="*/ 6188971 w 7467600"/>
              <a:gd name="connsiteY854" fmla="*/ 1755168 h 6858000"/>
              <a:gd name="connsiteX855" fmla="*/ 6202446 w 7467600"/>
              <a:gd name="connsiteY855" fmla="*/ 1752268 h 6858000"/>
              <a:gd name="connsiteX856" fmla="*/ 7179560 w 7467600"/>
              <a:gd name="connsiteY856" fmla="*/ 1467551 h 6858000"/>
              <a:gd name="connsiteX857" fmla="*/ 7158730 w 7467600"/>
              <a:gd name="connsiteY857" fmla="*/ 1507835 h 6858000"/>
              <a:gd name="connsiteX858" fmla="*/ 6326959 w 7467600"/>
              <a:gd name="connsiteY858" fmla="*/ 1817686 h 6858000"/>
              <a:gd name="connsiteX859" fmla="*/ 6537433 w 7467600"/>
              <a:gd name="connsiteY859" fmla="*/ 1907790 h 6858000"/>
              <a:gd name="connsiteX860" fmla="*/ 6550221 w 7467600"/>
              <a:gd name="connsiteY860" fmla="*/ 1910729 h 6858000"/>
              <a:gd name="connsiteX861" fmla="*/ 6964438 w 7467600"/>
              <a:gd name="connsiteY861" fmla="*/ 2209505 h 6858000"/>
              <a:gd name="connsiteX862" fmla="*/ 7367862 w 7467600"/>
              <a:gd name="connsiteY862" fmla="*/ 2806833 h 6858000"/>
              <a:gd name="connsiteX863" fmla="*/ 7364329 w 7467600"/>
              <a:gd name="connsiteY863" fmla="*/ 2826907 h 6858000"/>
              <a:gd name="connsiteX864" fmla="*/ 7290545 w 7467600"/>
              <a:gd name="connsiteY864" fmla="*/ 2850663 h 6858000"/>
              <a:gd name="connsiteX865" fmla="*/ 6472036 w 7467600"/>
              <a:gd name="connsiteY865" fmla="*/ 1959003 h 6858000"/>
              <a:gd name="connsiteX866" fmla="*/ 5792897 w 7467600"/>
              <a:gd name="connsiteY866" fmla="*/ 1647747 h 6858000"/>
              <a:gd name="connsiteX867" fmla="*/ 5842751 w 7467600"/>
              <a:gd name="connsiteY867" fmla="*/ 1816112 h 6858000"/>
              <a:gd name="connsiteX868" fmla="*/ 5847424 w 7467600"/>
              <a:gd name="connsiteY868" fmla="*/ 1815776 h 6858000"/>
              <a:gd name="connsiteX869" fmla="*/ 6399821 w 7467600"/>
              <a:gd name="connsiteY869" fmla="*/ 2344799 h 6858000"/>
              <a:gd name="connsiteX870" fmla="*/ 6323232 w 7467600"/>
              <a:gd name="connsiteY870" fmla="*/ 2389634 h 6858000"/>
              <a:gd name="connsiteX871" fmla="*/ 5942958 w 7467600"/>
              <a:gd name="connsiteY871" fmla="*/ 2077708 h 6858000"/>
              <a:gd name="connsiteX872" fmla="*/ 5921559 w 7467600"/>
              <a:gd name="connsiteY872" fmla="*/ 2378596 h 6858000"/>
              <a:gd name="connsiteX873" fmla="*/ 5817651 w 7467600"/>
              <a:gd name="connsiteY873" fmla="*/ 3023919 h 6858000"/>
              <a:gd name="connsiteX874" fmla="*/ 5729634 w 7467600"/>
              <a:gd name="connsiteY874" fmla="*/ 3051849 h 6858000"/>
              <a:gd name="connsiteX875" fmla="*/ 5611018 w 7467600"/>
              <a:gd name="connsiteY875" fmla="*/ 2316769 h 6858000"/>
              <a:gd name="connsiteX876" fmla="*/ 5687608 w 7467600"/>
              <a:gd name="connsiteY876" fmla="*/ 2039972 h 6858000"/>
              <a:gd name="connsiteX877" fmla="*/ 5657554 w 7467600"/>
              <a:gd name="connsiteY877" fmla="*/ 1576445 h 6858000"/>
              <a:gd name="connsiteX878" fmla="*/ 5150475 w 7467600"/>
              <a:gd name="connsiteY878" fmla="*/ 1274012 h 6858000"/>
              <a:gd name="connsiteX879" fmla="*/ 5349142 w 7467600"/>
              <a:gd name="connsiteY879" fmla="*/ 2204405 h 6858000"/>
              <a:gd name="connsiteX880" fmla="*/ 5262214 w 7467600"/>
              <a:gd name="connsiteY880" fmla="*/ 2233836 h 6858000"/>
              <a:gd name="connsiteX881" fmla="*/ 4981539 w 7467600"/>
              <a:gd name="connsiteY881" fmla="*/ 1542201 h 6858000"/>
              <a:gd name="connsiteX882" fmla="*/ 4958461 w 7467600"/>
              <a:gd name="connsiteY882" fmla="*/ 1136957 h 6858000"/>
              <a:gd name="connsiteX883" fmla="*/ 4655015 w 7467600"/>
              <a:gd name="connsiteY883" fmla="*/ 891426 h 6858000"/>
              <a:gd name="connsiteX884" fmla="*/ 4348002 w 7467600"/>
              <a:gd name="connsiteY884" fmla="*/ 2205895 h 6858000"/>
              <a:gd name="connsiteX885" fmla="*/ 4262250 w 7467600"/>
              <a:gd name="connsiteY885" fmla="*/ 2219972 h 6858000"/>
              <a:gd name="connsiteX886" fmla="*/ 4550611 w 7467600"/>
              <a:gd name="connsiteY886" fmla="*/ 817540 h 6858000"/>
              <a:gd name="connsiteX887" fmla="*/ 4564418 w 7467600"/>
              <a:gd name="connsiteY887" fmla="*/ 808293 h 6858000"/>
              <a:gd name="connsiteX888" fmla="*/ 4266388 w 7467600"/>
              <a:gd name="connsiteY888" fmla="*/ 500083 h 6858000"/>
              <a:gd name="connsiteX889" fmla="*/ 4032842 w 7467600"/>
              <a:gd name="connsiteY889" fmla="*/ 211809 h 6858000"/>
              <a:gd name="connsiteX890" fmla="*/ 3882765 w 7467600"/>
              <a:gd name="connsiteY890" fmla="*/ 0 h 6858000"/>
              <a:gd name="connsiteX891" fmla="*/ 3721337 w 7467600"/>
              <a:gd name="connsiteY891" fmla="*/ 0 h 6858000"/>
              <a:gd name="connsiteX892" fmla="*/ 3797544 w 7467600"/>
              <a:gd name="connsiteY892" fmla="*/ 0 h 6858000"/>
              <a:gd name="connsiteX893" fmla="*/ 3775734 w 7467600"/>
              <a:gd name="connsiteY893" fmla="*/ 95131 h 6858000"/>
              <a:gd name="connsiteX894" fmla="*/ 3724807 w 7467600"/>
              <a:gd name="connsiteY894" fmla="*/ 272257 h 6858000"/>
              <a:gd name="connsiteX895" fmla="*/ 3726844 w 7467600"/>
              <a:gd name="connsiteY895" fmla="*/ 282988 h 6858000"/>
              <a:gd name="connsiteX896" fmla="*/ 3742664 w 7467600"/>
              <a:gd name="connsiteY896" fmla="*/ 279918 h 6858000"/>
              <a:gd name="connsiteX897" fmla="*/ 4103910 w 7467600"/>
              <a:gd name="connsiteY897" fmla="*/ 1161917 h 6858000"/>
              <a:gd name="connsiteX898" fmla="*/ 4020269 w 7467600"/>
              <a:gd name="connsiteY898" fmla="*/ 1200406 h 6858000"/>
              <a:gd name="connsiteX899" fmla="*/ 3674882 w 7467600"/>
              <a:gd name="connsiteY899" fmla="*/ 488524 h 6858000"/>
              <a:gd name="connsiteX900" fmla="*/ 3132682 w 7467600"/>
              <a:gd name="connsiteY900" fmla="*/ 1072284 h 6858000"/>
              <a:gd name="connsiteX901" fmla="*/ 2716346 w 7467600"/>
              <a:gd name="connsiteY901" fmla="*/ 1276376 h 6858000"/>
              <a:gd name="connsiteX902" fmla="*/ 2716772 w 7467600"/>
              <a:gd name="connsiteY902" fmla="*/ 1255462 h 6858000"/>
              <a:gd name="connsiteX903" fmla="*/ 3471096 w 7467600"/>
              <a:gd name="connsiteY903" fmla="*/ 437072 h 6858000"/>
              <a:gd name="connsiteX904" fmla="*/ 3639057 w 7467600"/>
              <a:gd name="connsiteY904" fmla="*/ 286334 h 6858000"/>
              <a:gd name="connsiteX905" fmla="*/ 3640309 w 7467600"/>
              <a:gd name="connsiteY905" fmla="*/ 284664 h 6858000"/>
              <a:gd name="connsiteX906" fmla="*/ 3646022 w 7467600"/>
              <a:gd name="connsiteY906" fmla="*/ 276711 h 6858000"/>
              <a:gd name="connsiteX907" fmla="*/ 3707943 w 7467600"/>
              <a:gd name="connsiteY907" fmla="*/ 65958 h 6858000"/>
              <a:gd name="connsiteX908" fmla="*/ 3721337 w 7467600"/>
              <a:gd name="connsiteY908" fmla="*/ 0 h 6858000"/>
              <a:gd name="connsiteX909" fmla="*/ 2867960 w 7467600"/>
              <a:gd name="connsiteY909" fmla="*/ 0 h 6858000"/>
              <a:gd name="connsiteX910" fmla="*/ 2926351 w 7467600"/>
              <a:gd name="connsiteY910" fmla="*/ 0 h 6858000"/>
              <a:gd name="connsiteX911" fmla="*/ 2902823 w 7467600"/>
              <a:gd name="connsiteY911" fmla="*/ 262929 h 6858000"/>
              <a:gd name="connsiteX912" fmla="*/ 2940663 w 7467600"/>
              <a:gd name="connsiteY912" fmla="*/ 140884 h 6858000"/>
              <a:gd name="connsiteX913" fmla="*/ 2947039 w 7467600"/>
              <a:gd name="connsiteY913" fmla="*/ 122524 h 6858000"/>
              <a:gd name="connsiteX914" fmla="*/ 2984316 w 7467600"/>
              <a:gd name="connsiteY914" fmla="*/ 0 h 6858000"/>
              <a:gd name="connsiteX915" fmla="*/ 3016114 w 7467600"/>
              <a:gd name="connsiteY915" fmla="*/ 0 h 6858000"/>
              <a:gd name="connsiteX916" fmla="*/ 2979949 w 7467600"/>
              <a:gd name="connsiteY916" fmla="*/ 119274 h 6858000"/>
              <a:gd name="connsiteX917" fmla="*/ 3023879 w 7467600"/>
              <a:gd name="connsiteY917" fmla="*/ 0 h 6858000"/>
              <a:gd name="connsiteX918" fmla="*/ 3105400 w 7467600"/>
              <a:gd name="connsiteY918" fmla="*/ 0 h 6858000"/>
              <a:gd name="connsiteX919" fmla="*/ 3094669 w 7467600"/>
              <a:gd name="connsiteY919" fmla="*/ 30308 h 6858000"/>
              <a:gd name="connsiteX920" fmla="*/ 2901945 w 7467600"/>
              <a:gd name="connsiteY920" fmla="*/ 466538 h 6858000"/>
              <a:gd name="connsiteX921" fmla="*/ 2815209 w 7467600"/>
              <a:gd name="connsiteY921" fmla="*/ 497361 h 6858000"/>
              <a:gd name="connsiteX922" fmla="*/ 2844845 w 7467600"/>
              <a:gd name="connsiteY922" fmla="*/ 127638 h 6858000"/>
              <a:gd name="connsiteX923" fmla="*/ 2867960 w 7467600"/>
              <a:gd name="connsiteY923" fmla="*/ 0 h 6858000"/>
              <a:gd name="connsiteX924" fmla="*/ 1057230 w 7467600"/>
              <a:gd name="connsiteY924" fmla="*/ 0 h 6858000"/>
              <a:gd name="connsiteX925" fmla="*/ 1111003 w 7467600"/>
              <a:gd name="connsiteY925" fmla="*/ 0 h 6858000"/>
              <a:gd name="connsiteX926" fmla="*/ 1125553 w 7467600"/>
              <a:gd name="connsiteY926" fmla="*/ 52588 h 6858000"/>
              <a:gd name="connsiteX927" fmla="*/ 1304276 w 7467600"/>
              <a:gd name="connsiteY927" fmla="*/ 476275 h 6858000"/>
              <a:gd name="connsiteX928" fmla="*/ 1492066 w 7467600"/>
              <a:gd name="connsiteY928" fmla="*/ 886333 h 6858000"/>
              <a:gd name="connsiteX929" fmla="*/ 1423698 w 7467600"/>
              <a:gd name="connsiteY929" fmla="*/ 710817 h 6858000"/>
              <a:gd name="connsiteX930" fmla="*/ 1357609 w 7467600"/>
              <a:gd name="connsiteY930" fmla="*/ 532892 h 6858000"/>
              <a:gd name="connsiteX931" fmla="*/ 1309550 w 7467600"/>
              <a:gd name="connsiteY931" fmla="*/ 374031 h 6858000"/>
              <a:gd name="connsiteX932" fmla="*/ 1193673 w 7467600"/>
              <a:gd name="connsiteY932" fmla="*/ 49533 h 6858000"/>
              <a:gd name="connsiteX933" fmla="*/ 1164391 w 7467600"/>
              <a:gd name="connsiteY933" fmla="*/ 0 h 6858000"/>
              <a:gd name="connsiteX934" fmla="*/ 1200666 w 7467600"/>
              <a:gd name="connsiteY934" fmla="*/ 0 h 6858000"/>
              <a:gd name="connsiteX935" fmla="*/ 1223408 w 7467600"/>
              <a:gd name="connsiteY935" fmla="*/ 38996 h 6858000"/>
              <a:gd name="connsiteX936" fmla="*/ 1339635 w 7467600"/>
              <a:gd name="connsiteY936" fmla="*/ 365517 h 6858000"/>
              <a:gd name="connsiteX937" fmla="*/ 1387469 w 7467600"/>
              <a:gd name="connsiteY937" fmla="*/ 523079 h 6858000"/>
              <a:gd name="connsiteX938" fmla="*/ 1452685 w 7467600"/>
              <a:gd name="connsiteY938" fmla="*/ 699806 h 6858000"/>
              <a:gd name="connsiteX939" fmla="*/ 1492092 w 7467600"/>
              <a:gd name="connsiteY939" fmla="*/ 800424 h 6858000"/>
              <a:gd name="connsiteX940" fmla="*/ 1455302 w 7467600"/>
              <a:gd name="connsiteY940" fmla="*/ 632913 h 6858000"/>
              <a:gd name="connsiteX941" fmla="*/ 1222336 w 7467600"/>
              <a:gd name="connsiteY941" fmla="*/ 9480 h 6858000"/>
              <a:gd name="connsiteX942" fmla="*/ 1214634 w 7467600"/>
              <a:gd name="connsiteY942" fmla="*/ 0 h 6858000"/>
              <a:gd name="connsiteX943" fmla="*/ 1289827 w 7467600"/>
              <a:gd name="connsiteY943" fmla="*/ 0 h 6858000"/>
              <a:gd name="connsiteX944" fmla="*/ 1321076 w 7467600"/>
              <a:gd name="connsiteY944" fmla="*/ 59722 h 6858000"/>
              <a:gd name="connsiteX945" fmla="*/ 1512579 w 7467600"/>
              <a:gd name="connsiteY945" fmla="*/ 626441 h 6858000"/>
              <a:gd name="connsiteX946" fmla="*/ 1506076 w 7467600"/>
              <a:gd name="connsiteY946" fmla="*/ 1089289 h 6858000"/>
              <a:gd name="connsiteX947" fmla="*/ 1486346 w 7467600"/>
              <a:gd name="connsiteY947" fmla="*/ 1079919 h 6858000"/>
              <a:gd name="connsiteX948" fmla="*/ 1070511 w 7467600"/>
              <a:gd name="connsiteY948" fmla="*/ 48609 h 6858000"/>
              <a:gd name="connsiteX949" fmla="*/ 1057230 w 7467600"/>
              <a:gd name="connsiteY949" fmla="*/ 0 h 6858000"/>
              <a:gd name="connsiteX950" fmla="*/ 43151 w 7467600"/>
              <a:gd name="connsiteY950" fmla="*/ 0 h 6858000"/>
              <a:gd name="connsiteX951" fmla="*/ 95283 w 7467600"/>
              <a:gd name="connsiteY951" fmla="*/ 0 h 6858000"/>
              <a:gd name="connsiteX952" fmla="*/ 300708 w 7467600"/>
              <a:gd name="connsiteY952" fmla="*/ 154571 h 6858000"/>
              <a:gd name="connsiteX953" fmla="*/ 530414 w 7467600"/>
              <a:gd name="connsiteY953" fmla="*/ 354673 h 6858000"/>
              <a:gd name="connsiteX954" fmla="*/ 333785 w 7467600"/>
              <a:gd name="connsiteY954" fmla="*/ 161564 h 6858000"/>
              <a:gd name="connsiteX955" fmla="*/ 147005 w 7467600"/>
              <a:gd name="connsiteY955" fmla="*/ 0 h 6858000"/>
              <a:gd name="connsiteX956" fmla="*/ 272509 w 7467600"/>
              <a:gd name="connsiteY956" fmla="*/ 0 h 6858000"/>
              <a:gd name="connsiteX957" fmla="*/ 326276 w 7467600"/>
              <a:gd name="connsiteY957" fmla="*/ 45847 h 6858000"/>
              <a:gd name="connsiteX958" fmla="*/ 823759 w 7467600"/>
              <a:gd name="connsiteY958" fmla="*/ 574145 h 6858000"/>
              <a:gd name="connsiteX959" fmla="*/ 811254 w 7467600"/>
              <a:gd name="connsiteY959" fmla="*/ 665546 h 6858000"/>
              <a:gd name="connsiteX960" fmla="*/ 154042 w 7467600"/>
              <a:gd name="connsiteY960" fmla="*/ 261522 h 6858000"/>
              <a:gd name="connsiteX961" fmla="*/ 13550 w 7467600"/>
              <a:gd name="connsiteY961" fmla="*/ 158423 h 6858000"/>
              <a:gd name="connsiteX962" fmla="*/ 0 w 7467600"/>
              <a:gd name="connsiteY962" fmla="*/ 146618 h 6858000"/>
              <a:gd name="connsiteX963" fmla="*/ 0 w 7467600"/>
              <a:gd name="connsiteY963" fmla="*/ 59161 h 6858000"/>
              <a:gd name="connsiteX964" fmla="*/ 45427 w 7467600"/>
              <a:gd name="connsiteY964" fmla="*/ 101078 h 6858000"/>
              <a:gd name="connsiteX965" fmla="*/ 630103 w 7467600"/>
              <a:gd name="connsiteY965" fmla="*/ 485885 h 6858000"/>
              <a:gd name="connsiteX966" fmla="*/ 532040 w 7467600"/>
              <a:gd name="connsiteY966" fmla="*/ 399359 h 6858000"/>
              <a:gd name="connsiteX967" fmla="*/ 517618 w 7467600"/>
              <a:gd name="connsiteY967" fmla="*/ 385726 h 6858000"/>
              <a:gd name="connsiteX968" fmla="*/ 285074 w 7467600"/>
              <a:gd name="connsiteY968" fmla="*/ 182755 h 6858000"/>
              <a:gd name="connsiteX969" fmla="*/ 43151 w 7467600"/>
              <a:gd name="connsiteY96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356878 w 7467600"/>
              <a:gd name="connsiteY80" fmla="*/ 5981332 h 6858000"/>
              <a:gd name="connsiteX81" fmla="*/ 7467600 w 7467600"/>
              <a:gd name="connsiteY81" fmla="*/ 6117703 h 6858000"/>
              <a:gd name="connsiteX82" fmla="*/ 7467600 w 7467600"/>
              <a:gd name="connsiteY82" fmla="*/ 6163634 h 6858000"/>
              <a:gd name="connsiteX83" fmla="*/ 7403637 w 7467600"/>
              <a:gd name="connsiteY83" fmla="*/ 6083957 h 6858000"/>
              <a:gd name="connsiteX84" fmla="*/ 7254615 w 7467600"/>
              <a:gd name="connsiteY84" fmla="*/ 5911918 h 6858000"/>
              <a:gd name="connsiteX85" fmla="*/ 7312589 w 7467600"/>
              <a:gd name="connsiteY85" fmla="*/ 5982309 h 6858000"/>
              <a:gd name="connsiteX86" fmla="*/ 7448321 w 7467600"/>
              <a:gd name="connsiteY86" fmla="*/ 6190991 h 6858000"/>
              <a:gd name="connsiteX87" fmla="*/ 7467600 w 7467600"/>
              <a:gd name="connsiteY87" fmla="*/ 6221686 h 6858000"/>
              <a:gd name="connsiteX88" fmla="*/ 7467600 w 7467600"/>
              <a:gd name="connsiteY88" fmla="*/ 6334256 h 6858000"/>
              <a:gd name="connsiteX89" fmla="*/ 7454976 w 7467600"/>
              <a:gd name="connsiteY89" fmla="*/ 6318297 h 6858000"/>
              <a:gd name="connsiteX90" fmla="*/ 1456157 w 7467600"/>
              <a:gd name="connsiteY90" fmla="*/ 5371404 h 6858000"/>
              <a:gd name="connsiteX91" fmla="*/ 1244432 w 7467600"/>
              <a:gd name="connsiteY91" fmla="*/ 5385601 h 6858000"/>
              <a:gd name="connsiteX92" fmla="*/ 973990 w 7467600"/>
              <a:gd name="connsiteY92" fmla="*/ 5424940 h 6858000"/>
              <a:gd name="connsiteX93" fmla="*/ 1103809 w 7467600"/>
              <a:gd name="connsiteY93" fmla="*/ 5433720 h 6858000"/>
              <a:gd name="connsiteX94" fmla="*/ 1123454 w 7467600"/>
              <a:gd name="connsiteY94" fmla="*/ 5435727 h 6858000"/>
              <a:gd name="connsiteX95" fmla="*/ 1737017 w 7467600"/>
              <a:gd name="connsiteY95" fmla="*/ 5452183 h 6858000"/>
              <a:gd name="connsiteX96" fmla="*/ 1824397 w 7467600"/>
              <a:gd name="connsiteY96" fmla="*/ 5447757 h 6858000"/>
              <a:gd name="connsiteX97" fmla="*/ 2070059 w 7467600"/>
              <a:gd name="connsiteY97" fmla="*/ 5441660 h 6858000"/>
              <a:gd name="connsiteX98" fmla="*/ 1456157 w 7467600"/>
              <a:gd name="connsiteY98" fmla="*/ 5371404 h 6858000"/>
              <a:gd name="connsiteX99" fmla="*/ 4988186 w 7467600"/>
              <a:gd name="connsiteY99" fmla="*/ 5216467 h 6858000"/>
              <a:gd name="connsiteX100" fmla="*/ 4777334 w 7467600"/>
              <a:gd name="connsiteY100" fmla="*/ 5406072 h 6858000"/>
              <a:gd name="connsiteX101" fmla="*/ 4718341 w 7467600"/>
              <a:gd name="connsiteY101" fmla="*/ 5468043 h 6858000"/>
              <a:gd name="connsiteX102" fmla="*/ 4604655 w 7467600"/>
              <a:gd name="connsiteY102" fmla="*/ 5583434 h 6858000"/>
              <a:gd name="connsiteX103" fmla="*/ 4565074 w 7467600"/>
              <a:gd name="connsiteY103" fmla="*/ 5618550 h 6858000"/>
              <a:gd name="connsiteX104" fmla="*/ 4988186 w 7467600"/>
              <a:gd name="connsiteY104" fmla="*/ 5216467 h 6858000"/>
              <a:gd name="connsiteX105" fmla="*/ 4978032 w 7467600"/>
              <a:gd name="connsiteY105" fmla="*/ 5183809 h 6858000"/>
              <a:gd name="connsiteX106" fmla="*/ 4463413 w 7467600"/>
              <a:gd name="connsiteY106" fmla="*/ 5615162 h 6858000"/>
              <a:gd name="connsiteX107" fmla="*/ 4358134 w 7467600"/>
              <a:gd name="connsiteY107" fmla="*/ 5742791 h 6858000"/>
              <a:gd name="connsiteX108" fmla="*/ 4376219 w 7467600"/>
              <a:gd name="connsiteY108" fmla="*/ 5729027 h 6858000"/>
              <a:gd name="connsiteX109" fmla="*/ 4582340 w 7467600"/>
              <a:gd name="connsiteY109" fmla="*/ 5561037 h 6858000"/>
              <a:gd name="connsiteX110" fmla="*/ 4694684 w 7467600"/>
              <a:gd name="connsiteY110" fmla="*/ 5447098 h 6858000"/>
              <a:gd name="connsiteX111" fmla="*/ 4754123 w 7467600"/>
              <a:gd name="connsiteY111" fmla="*/ 5384643 h 6858000"/>
              <a:gd name="connsiteX112" fmla="*/ 4978032 w 7467600"/>
              <a:gd name="connsiteY112" fmla="*/ 5183809 h 6858000"/>
              <a:gd name="connsiteX113" fmla="*/ 1903353 w 7467600"/>
              <a:gd name="connsiteY113" fmla="*/ 5044827 h 6858000"/>
              <a:gd name="connsiteX114" fmla="*/ 1936931 w 7467600"/>
              <a:gd name="connsiteY114" fmla="*/ 5093954 h 6858000"/>
              <a:gd name="connsiteX115" fmla="*/ 2195868 w 7467600"/>
              <a:gd name="connsiteY115" fmla="*/ 5396574 h 6858000"/>
              <a:gd name="connsiteX116" fmla="*/ 2088852 w 7467600"/>
              <a:gd name="connsiteY116" fmla="*/ 5166123 h 6858000"/>
              <a:gd name="connsiteX117" fmla="*/ 1958241 w 7467600"/>
              <a:gd name="connsiteY117" fmla="*/ 5067955 h 6858000"/>
              <a:gd name="connsiteX118" fmla="*/ 1903353 w 7467600"/>
              <a:gd name="connsiteY118" fmla="*/ 5044827 h 6858000"/>
              <a:gd name="connsiteX119" fmla="*/ 1979378 w 7467600"/>
              <a:gd name="connsiteY119" fmla="*/ 4769504 h 6858000"/>
              <a:gd name="connsiteX120" fmla="*/ 2882120 w 7467600"/>
              <a:gd name="connsiteY120" fmla="*/ 5064547 h 6858000"/>
              <a:gd name="connsiteX121" fmla="*/ 2793103 w 7467600"/>
              <a:gd name="connsiteY121" fmla="*/ 5039699 h 6858000"/>
              <a:gd name="connsiteX122" fmla="*/ 2770041 w 7467600"/>
              <a:gd name="connsiteY122" fmla="*/ 5033634 h 6858000"/>
              <a:gd name="connsiteX123" fmla="*/ 1979378 w 7467600"/>
              <a:gd name="connsiteY123" fmla="*/ 4769504 h 6858000"/>
              <a:gd name="connsiteX124" fmla="*/ 1927410 w 7467600"/>
              <a:gd name="connsiteY124" fmla="*/ 4716164 h 6858000"/>
              <a:gd name="connsiteX125" fmla="*/ 1959587 w 7467600"/>
              <a:gd name="connsiteY125" fmla="*/ 4728849 h 6858000"/>
              <a:gd name="connsiteX126" fmla="*/ 2777707 w 7467600"/>
              <a:gd name="connsiteY126" fmla="*/ 5003991 h 6858000"/>
              <a:gd name="connsiteX127" fmla="*/ 2800768 w 7467600"/>
              <a:gd name="connsiteY127" fmla="*/ 5010056 h 6858000"/>
              <a:gd name="connsiteX128" fmla="*/ 2879408 w 7467600"/>
              <a:gd name="connsiteY128" fmla="*/ 5031590 h 6858000"/>
              <a:gd name="connsiteX129" fmla="*/ 2862295 w 7467600"/>
              <a:gd name="connsiteY129" fmla="*/ 5022958 h 6858000"/>
              <a:gd name="connsiteX130" fmla="*/ 2813343 w 7467600"/>
              <a:gd name="connsiteY130" fmla="*/ 4998369 h 6858000"/>
              <a:gd name="connsiteX131" fmla="*/ 2646245 w 7467600"/>
              <a:gd name="connsiteY131" fmla="*/ 4930999 h 6858000"/>
              <a:gd name="connsiteX132" fmla="*/ 1999243 w 7467600"/>
              <a:gd name="connsiteY132" fmla="*/ 4730524 h 6858000"/>
              <a:gd name="connsiteX133" fmla="*/ 1979527 w 7467600"/>
              <a:gd name="connsiteY133" fmla="*/ 4726651 h 6858000"/>
              <a:gd name="connsiteX134" fmla="*/ 1927410 w 7467600"/>
              <a:gd name="connsiteY134" fmla="*/ 4716164 h 6858000"/>
              <a:gd name="connsiteX135" fmla="*/ 1997014 w 7467600"/>
              <a:gd name="connsiteY135" fmla="*/ 4698007 h 6858000"/>
              <a:gd name="connsiteX136" fmla="*/ 2005458 w 7467600"/>
              <a:gd name="connsiteY136" fmla="*/ 4699540 h 6858000"/>
              <a:gd name="connsiteX137" fmla="*/ 2657186 w 7467600"/>
              <a:gd name="connsiteY137" fmla="*/ 4901687 h 6858000"/>
              <a:gd name="connsiteX138" fmla="*/ 2826662 w 7467600"/>
              <a:gd name="connsiteY138" fmla="*/ 4970362 h 6858000"/>
              <a:gd name="connsiteX139" fmla="*/ 2876100 w 7467600"/>
              <a:gd name="connsiteY139" fmla="*/ 4995397 h 6858000"/>
              <a:gd name="connsiteX140" fmla="*/ 3042600 w 7467600"/>
              <a:gd name="connsiteY140" fmla="*/ 5059532 h 6858000"/>
              <a:gd name="connsiteX141" fmla="*/ 1997014 w 7467600"/>
              <a:gd name="connsiteY141" fmla="*/ 4698007 h 6858000"/>
              <a:gd name="connsiteX142" fmla="*/ 2305292 w 7467600"/>
              <a:gd name="connsiteY142" fmla="*/ 4219492 h 6858000"/>
              <a:gd name="connsiteX143" fmla="*/ 3360922 w 7467600"/>
              <a:gd name="connsiteY143" fmla="*/ 4529373 h 6858000"/>
              <a:gd name="connsiteX144" fmla="*/ 3492420 w 7467600"/>
              <a:gd name="connsiteY144" fmla="*/ 4510145 h 6858000"/>
              <a:gd name="connsiteX145" fmla="*/ 3364086 w 7467600"/>
              <a:gd name="connsiteY145" fmla="*/ 4480340 h 6858000"/>
              <a:gd name="connsiteX146" fmla="*/ 3225818 w 7467600"/>
              <a:gd name="connsiteY146" fmla="*/ 4411822 h 6858000"/>
              <a:gd name="connsiteX147" fmla="*/ 3129696 w 7467600"/>
              <a:gd name="connsiteY147" fmla="*/ 4360704 h 6858000"/>
              <a:gd name="connsiteX148" fmla="*/ 2814545 w 7467600"/>
              <a:gd name="connsiteY148" fmla="*/ 4282955 h 6858000"/>
              <a:gd name="connsiteX149" fmla="*/ 2305292 w 7467600"/>
              <a:gd name="connsiteY149" fmla="*/ 4219492 h 6858000"/>
              <a:gd name="connsiteX150" fmla="*/ 2626982 w 7467600"/>
              <a:gd name="connsiteY150" fmla="*/ 4206450 h 6858000"/>
              <a:gd name="connsiteX151" fmla="*/ 2490617 w 7467600"/>
              <a:gd name="connsiteY151" fmla="*/ 4206951 h 6858000"/>
              <a:gd name="connsiteX152" fmla="*/ 2819869 w 7467600"/>
              <a:gd name="connsiteY152" fmla="*/ 4252936 h 6858000"/>
              <a:gd name="connsiteX153" fmla="*/ 3143018 w 7467600"/>
              <a:gd name="connsiteY153" fmla="*/ 4332698 h 6858000"/>
              <a:gd name="connsiteX154" fmla="*/ 3241520 w 7467600"/>
              <a:gd name="connsiteY154" fmla="*/ 4385112 h 6858000"/>
              <a:gd name="connsiteX155" fmla="*/ 3374575 w 7467600"/>
              <a:gd name="connsiteY155" fmla="*/ 4451517 h 6858000"/>
              <a:gd name="connsiteX156" fmla="*/ 3505221 w 7467600"/>
              <a:gd name="connsiteY156" fmla="*/ 4480757 h 6858000"/>
              <a:gd name="connsiteX157" fmla="*/ 2626982 w 7467600"/>
              <a:gd name="connsiteY157" fmla="*/ 4206450 h 6858000"/>
              <a:gd name="connsiteX158" fmla="*/ 1310106 w 7467600"/>
              <a:gd name="connsiteY158" fmla="*/ 3943217 h 6858000"/>
              <a:gd name="connsiteX159" fmla="*/ 854994 w 7467600"/>
              <a:gd name="connsiteY159" fmla="*/ 4399136 h 6858000"/>
              <a:gd name="connsiteX160" fmla="*/ 742462 w 7467600"/>
              <a:gd name="connsiteY160" fmla="*/ 4594648 h 6858000"/>
              <a:gd name="connsiteX161" fmla="*/ 820602 w 7467600"/>
              <a:gd name="connsiteY161" fmla="*/ 4485915 h 6858000"/>
              <a:gd name="connsiteX162" fmla="*/ 878295 w 7467600"/>
              <a:gd name="connsiteY162" fmla="*/ 4403594 h 6858000"/>
              <a:gd name="connsiteX163" fmla="*/ 1240607 w 7467600"/>
              <a:gd name="connsiteY163" fmla="*/ 4010401 h 6858000"/>
              <a:gd name="connsiteX164" fmla="*/ 1310106 w 7467600"/>
              <a:gd name="connsiteY164" fmla="*/ 3943217 h 6858000"/>
              <a:gd name="connsiteX165" fmla="*/ 1423113 w 7467600"/>
              <a:gd name="connsiteY165" fmla="*/ 3874565 h 6858000"/>
              <a:gd name="connsiteX166" fmla="*/ 1260565 w 7467600"/>
              <a:gd name="connsiteY166" fmla="*/ 4031982 h 6858000"/>
              <a:gd name="connsiteX167" fmla="*/ 901900 w 7467600"/>
              <a:gd name="connsiteY167" fmla="*/ 4421236 h 6858000"/>
              <a:gd name="connsiteX168" fmla="*/ 845044 w 7467600"/>
              <a:gd name="connsiteY168" fmla="*/ 4502436 h 6858000"/>
              <a:gd name="connsiteX169" fmla="*/ 685926 w 7467600"/>
              <a:gd name="connsiteY169" fmla="*/ 4703069 h 6858000"/>
              <a:gd name="connsiteX170" fmla="*/ 684248 w 7467600"/>
              <a:gd name="connsiteY170" fmla="*/ 4706721 h 6858000"/>
              <a:gd name="connsiteX171" fmla="*/ 1423113 w 7467600"/>
              <a:gd name="connsiteY171" fmla="*/ 3874565 h 6858000"/>
              <a:gd name="connsiteX172" fmla="*/ 3316479 w 7467600"/>
              <a:gd name="connsiteY172" fmla="*/ 3872136 h 6858000"/>
              <a:gd name="connsiteX173" fmla="*/ 3546806 w 7467600"/>
              <a:gd name="connsiteY173" fmla="*/ 4356139 h 6858000"/>
              <a:gd name="connsiteX174" fmla="*/ 3364433 w 7467600"/>
              <a:gd name="connsiteY174" fmla="*/ 3953121 h 6858000"/>
              <a:gd name="connsiteX175" fmla="*/ 3316479 w 7467600"/>
              <a:gd name="connsiteY175" fmla="*/ 3872136 h 6858000"/>
              <a:gd name="connsiteX176" fmla="*/ 3291335 w 7467600"/>
              <a:gd name="connsiteY176" fmla="*/ 3767420 h 6858000"/>
              <a:gd name="connsiteX177" fmla="*/ 3390805 w 7467600"/>
              <a:gd name="connsiteY177" fmla="*/ 3937163 h 6858000"/>
              <a:gd name="connsiteX178" fmla="*/ 3579062 w 7467600"/>
              <a:gd name="connsiteY178" fmla="*/ 4359040 h 6858000"/>
              <a:gd name="connsiteX179" fmla="*/ 3467355 w 7467600"/>
              <a:gd name="connsiteY179" fmla="*/ 3988130 h 6858000"/>
              <a:gd name="connsiteX180" fmla="*/ 3310753 w 7467600"/>
              <a:gd name="connsiteY180" fmla="*/ 3787140 h 6858000"/>
              <a:gd name="connsiteX181" fmla="*/ 3291335 w 7467600"/>
              <a:gd name="connsiteY181" fmla="*/ 3767420 h 6858000"/>
              <a:gd name="connsiteX182" fmla="*/ 1635889 w 7467600"/>
              <a:gd name="connsiteY182" fmla="*/ 3709494 h 6858000"/>
              <a:gd name="connsiteX183" fmla="*/ 1634800 w 7467600"/>
              <a:gd name="connsiteY183" fmla="*/ 3731111 h 6858000"/>
              <a:gd name="connsiteX184" fmla="*/ 1635889 w 7467600"/>
              <a:gd name="connsiteY184" fmla="*/ 3709494 h 6858000"/>
              <a:gd name="connsiteX185" fmla="*/ 1510397 w 7467600"/>
              <a:gd name="connsiteY185" fmla="*/ 3684705 h 6858000"/>
              <a:gd name="connsiteX186" fmla="*/ 1146550 w 7467600"/>
              <a:gd name="connsiteY186" fmla="*/ 3802012 h 6858000"/>
              <a:gd name="connsiteX187" fmla="*/ 698834 w 7467600"/>
              <a:gd name="connsiteY187" fmla="*/ 3952272 h 6858000"/>
              <a:gd name="connsiteX188" fmla="*/ 34256 w 7467600"/>
              <a:gd name="connsiteY188" fmla="*/ 4347603 h 6858000"/>
              <a:gd name="connsiteX189" fmla="*/ 527241 w 7467600"/>
              <a:gd name="connsiteY189" fmla="*/ 4065078 h 6858000"/>
              <a:gd name="connsiteX190" fmla="*/ 1510397 w 7467600"/>
              <a:gd name="connsiteY190" fmla="*/ 3684705 h 6858000"/>
              <a:gd name="connsiteX191" fmla="*/ 1313114 w 7467600"/>
              <a:gd name="connsiteY191" fmla="*/ 3655216 h 6858000"/>
              <a:gd name="connsiteX192" fmla="*/ 1109304 w 7467600"/>
              <a:gd name="connsiteY192" fmla="*/ 3669030 h 6858000"/>
              <a:gd name="connsiteX193" fmla="*/ 8129 w 7467600"/>
              <a:gd name="connsiteY193" fmla="*/ 4330519 h 6858000"/>
              <a:gd name="connsiteX194" fmla="*/ 687572 w 7467600"/>
              <a:gd name="connsiteY194" fmla="*/ 3925629 h 6858000"/>
              <a:gd name="connsiteX195" fmla="*/ 1138365 w 7467600"/>
              <a:gd name="connsiteY195" fmla="*/ 3774515 h 6858000"/>
              <a:gd name="connsiteX196" fmla="*/ 1505579 w 7467600"/>
              <a:gd name="connsiteY196" fmla="*/ 3655526 h 6858000"/>
              <a:gd name="connsiteX197" fmla="*/ 1313114 w 7467600"/>
              <a:gd name="connsiteY197" fmla="*/ 3655216 h 6858000"/>
              <a:gd name="connsiteX198" fmla="*/ 3655073 w 7467600"/>
              <a:gd name="connsiteY198" fmla="*/ 3650884 h 6858000"/>
              <a:gd name="connsiteX199" fmla="*/ 3989938 w 7467600"/>
              <a:gd name="connsiteY199" fmla="*/ 3991685 h 6858000"/>
              <a:gd name="connsiteX200" fmla="*/ 4393907 w 7467600"/>
              <a:gd name="connsiteY200" fmla="*/ 4261258 h 6858000"/>
              <a:gd name="connsiteX201" fmla="*/ 4648051 w 7467600"/>
              <a:gd name="connsiteY201" fmla="*/ 4374051 h 6858000"/>
              <a:gd name="connsiteX202" fmla="*/ 4383389 w 7467600"/>
              <a:gd name="connsiteY202" fmla="*/ 4184369 h 6858000"/>
              <a:gd name="connsiteX203" fmla="*/ 4165508 w 7467600"/>
              <a:gd name="connsiteY203" fmla="*/ 4035196 h 6858000"/>
              <a:gd name="connsiteX204" fmla="*/ 4068162 w 7467600"/>
              <a:gd name="connsiteY204" fmla="*/ 3953394 h 6858000"/>
              <a:gd name="connsiteX205" fmla="*/ 3981416 w 7467600"/>
              <a:gd name="connsiteY205" fmla="*/ 3880482 h 6858000"/>
              <a:gd name="connsiteX206" fmla="*/ 3800147 w 7467600"/>
              <a:gd name="connsiteY206" fmla="*/ 3749872 h 6858000"/>
              <a:gd name="connsiteX207" fmla="*/ 3655073 w 7467600"/>
              <a:gd name="connsiteY207" fmla="*/ 3650884 h 6858000"/>
              <a:gd name="connsiteX208" fmla="*/ 3670252 w 7467600"/>
              <a:gd name="connsiteY208" fmla="*/ 3622798 h 6858000"/>
              <a:gd name="connsiteX209" fmla="*/ 3817258 w 7467600"/>
              <a:gd name="connsiteY209" fmla="*/ 3723577 h 6858000"/>
              <a:gd name="connsiteX210" fmla="*/ 4000461 w 7467600"/>
              <a:gd name="connsiteY210" fmla="*/ 3855966 h 6858000"/>
              <a:gd name="connsiteX211" fmla="*/ 4088180 w 7467600"/>
              <a:gd name="connsiteY211" fmla="*/ 3929774 h 6858000"/>
              <a:gd name="connsiteX212" fmla="*/ 4184555 w 7467600"/>
              <a:gd name="connsiteY212" fmla="*/ 4010683 h 6858000"/>
              <a:gd name="connsiteX213" fmla="*/ 4399563 w 7467600"/>
              <a:gd name="connsiteY213" fmla="*/ 4158106 h 6858000"/>
              <a:gd name="connsiteX214" fmla="*/ 4684469 w 7467600"/>
              <a:gd name="connsiteY214" fmla="*/ 4364680 h 6858000"/>
              <a:gd name="connsiteX215" fmla="*/ 4690271 w 7467600"/>
              <a:gd name="connsiteY215" fmla="*/ 4370034 h 6858000"/>
              <a:gd name="connsiteX216" fmla="*/ 4136093 w 7467600"/>
              <a:gd name="connsiteY216" fmla="*/ 3858466 h 6858000"/>
              <a:gd name="connsiteX217" fmla="*/ 3670252 w 7467600"/>
              <a:gd name="connsiteY217" fmla="*/ 3622798 h 6858000"/>
              <a:gd name="connsiteX218" fmla="*/ 4440129 w 7467600"/>
              <a:gd name="connsiteY218" fmla="*/ 3448571 h 6858000"/>
              <a:gd name="connsiteX219" fmla="*/ 4856525 w 7467600"/>
              <a:gd name="connsiteY219" fmla="*/ 3915351 h 6858000"/>
              <a:gd name="connsiteX220" fmla="*/ 5059055 w 7467600"/>
              <a:gd name="connsiteY220" fmla="*/ 4108918 h 6858000"/>
              <a:gd name="connsiteX221" fmla="*/ 5290070 w 7467600"/>
              <a:gd name="connsiteY221" fmla="*/ 4263619 h 6858000"/>
              <a:gd name="connsiteX222" fmla="*/ 4834991 w 7467600"/>
              <a:gd name="connsiteY222" fmla="*/ 3830985 h 6858000"/>
              <a:gd name="connsiteX223" fmla="*/ 4440129 w 7467600"/>
              <a:gd name="connsiteY223" fmla="*/ 3448571 h 6858000"/>
              <a:gd name="connsiteX224" fmla="*/ 4441737 w 7467600"/>
              <a:gd name="connsiteY224" fmla="*/ 3399734 h 6858000"/>
              <a:gd name="connsiteX225" fmla="*/ 4431236 w 7467600"/>
              <a:gd name="connsiteY225" fmla="*/ 3400954 h 6858000"/>
              <a:gd name="connsiteX226" fmla="*/ 4557150 w 7467600"/>
              <a:gd name="connsiteY226" fmla="*/ 3510023 h 6858000"/>
              <a:gd name="connsiteX227" fmla="*/ 4856936 w 7467600"/>
              <a:gd name="connsiteY227" fmla="*/ 3809146 h 6858000"/>
              <a:gd name="connsiteX228" fmla="*/ 5111996 w 7467600"/>
              <a:gd name="connsiteY228" fmla="*/ 4065759 h 6858000"/>
              <a:gd name="connsiteX229" fmla="*/ 5388878 w 7467600"/>
              <a:gd name="connsiteY229" fmla="*/ 4300185 h 6858000"/>
              <a:gd name="connsiteX230" fmla="*/ 5425556 w 7467600"/>
              <a:gd name="connsiteY230" fmla="*/ 4308967 h 6858000"/>
              <a:gd name="connsiteX231" fmla="*/ 4943646 w 7467600"/>
              <a:gd name="connsiteY231" fmla="*/ 3822916 h 6858000"/>
              <a:gd name="connsiteX232" fmla="*/ 4594837 w 7467600"/>
              <a:gd name="connsiteY232" fmla="*/ 3532274 h 6858000"/>
              <a:gd name="connsiteX233" fmla="*/ 4441737 w 7467600"/>
              <a:gd name="connsiteY233" fmla="*/ 3399734 h 6858000"/>
              <a:gd name="connsiteX234" fmla="*/ 5425834 w 7467600"/>
              <a:gd name="connsiteY234" fmla="*/ 3162785 h 6858000"/>
              <a:gd name="connsiteX235" fmla="*/ 5401644 w 7467600"/>
              <a:gd name="connsiteY235" fmla="*/ 3617847 h 6858000"/>
              <a:gd name="connsiteX236" fmla="*/ 5467256 w 7467600"/>
              <a:gd name="connsiteY236" fmla="*/ 4175494 h 6858000"/>
              <a:gd name="connsiteX237" fmla="*/ 5448069 w 7467600"/>
              <a:gd name="connsiteY237" fmla="*/ 3567554 h 6858000"/>
              <a:gd name="connsiteX238" fmla="*/ 5425834 w 7467600"/>
              <a:gd name="connsiteY238" fmla="*/ 3162785 h 6858000"/>
              <a:gd name="connsiteX239" fmla="*/ 1318687 w 7467600"/>
              <a:gd name="connsiteY239" fmla="*/ 3113840 h 6858000"/>
              <a:gd name="connsiteX240" fmla="*/ 1066793 w 7467600"/>
              <a:gd name="connsiteY240" fmla="*/ 3212171 h 6858000"/>
              <a:gd name="connsiteX241" fmla="*/ 993319 w 7467600"/>
              <a:gd name="connsiteY241" fmla="*/ 3247648 h 6858000"/>
              <a:gd name="connsiteX242" fmla="*/ 853081 w 7467600"/>
              <a:gd name="connsiteY242" fmla="*/ 3312410 h 6858000"/>
              <a:gd name="connsiteX243" fmla="*/ 805957 w 7467600"/>
              <a:gd name="connsiteY243" fmla="*/ 3330443 h 6858000"/>
              <a:gd name="connsiteX244" fmla="*/ 1318687 w 7467600"/>
              <a:gd name="connsiteY244" fmla="*/ 3113840 h 6858000"/>
              <a:gd name="connsiteX245" fmla="*/ 5453702 w 7467600"/>
              <a:gd name="connsiteY245" fmla="*/ 3090882 h 6858000"/>
              <a:gd name="connsiteX246" fmla="*/ 5480135 w 7467600"/>
              <a:gd name="connsiteY246" fmla="*/ 3565802 h 6858000"/>
              <a:gd name="connsiteX247" fmla="*/ 5499023 w 7467600"/>
              <a:gd name="connsiteY247" fmla="*/ 4166310 h 6858000"/>
              <a:gd name="connsiteX248" fmla="*/ 5547022 w 7467600"/>
              <a:gd name="connsiteY248" fmla="*/ 3607838 h 6858000"/>
              <a:gd name="connsiteX249" fmla="*/ 5515964 w 7467600"/>
              <a:gd name="connsiteY249" fmla="*/ 3378541 h 6858000"/>
              <a:gd name="connsiteX250" fmla="*/ 5453702 w 7467600"/>
              <a:gd name="connsiteY250" fmla="*/ 3090882 h 6858000"/>
              <a:gd name="connsiteX251" fmla="*/ 1238695 w 7467600"/>
              <a:gd name="connsiteY251" fmla="*/ 3076820 h 6858000"/>
              <a:gd name="connsiteX252" fmla="*/ 716371 w 7467600"/>
              <a:gd name="connsiteY252" fmla="*/ 3293249 h 6858000"/>
              <a:gd name="connsiteX253" fmla="*/ 579522 w 7467600"/>
              <a:gd name="connsiteY253" fmla="*/ 3371759 h 6858000"/>
              <a:gd name="connsiteX254" fmla="*/ 600288 w 7467600"/>
              <a:gd name="connsiteY254" fmla="*/ 3365555 h 6858000"/>
              <a:gd name="connsiteX255" fmla="*/ 840692 w 7467600"/>
              <a:gd name="connsiteY255" fmla="*/ 3284921 h 6858000"/>
              <a:gd name="connsiteX256" fmla="*/ 979248 w 7467600"/>
              <a:gd name="connsiteY256" fmla="*/ 3221003 h 6858000"/>
              <a:gd name="connsiteX257" fmla="*/ 1053282 w 7467600"/>
              <a:gd name="connsiteY257" fmla="*/ 3185247 h 6858000"/>
              <a:gd name="connsiteX258" fmla="*/ 1320603 w 7467600"/>
              <a:gd name="connsiteY258" fmla="*/ 3081281 h 6858000"/>
              <a:gd name="connsiteX259" fmla="*/ 1238695 w 7467600"/>
              <a:gd name="connsiteY259" fmla="*/ 3076820 h 6858000"/>
              <a:gd name="connsiteX260" fmla="*/ 5425627 w 7467600"/>
              <a:gd name="connsiteY260" fmla="*/ 2954192 h 6858000"/>
              <a:gd name="connsiteX261" fmla="*/ 5470770 w 7467600"/>
              <a:gd name="connsiteY261" fmla="*/ 3005435 h 6858000"/>
              <a:gd name="connsiteX262" fmla="*/ 5519779 w 7467600"/>
              <a:gd name="connsiteY262" fmla="*/ 4359223 h 6858000"/>
              <a:gd name="connsiteX263" fmla="*/ 5520293 w 7467600"/>
              <a:gd name="connsiteY263" fmla="*/ 4360602 h 6858000"/>
              <a:gd name="connsiteX264" fmla="*/ 5767221 w 7467600"/>
              <a:gd name="connsiteY264" fmla="*/ 4665564 h 6858000"/>
              <a:gd name="connsiteX265" fmla="*/ 6937169 w 7467600"/>
              <a:gd name="connsiteY265" fmla="*/ 4815941 h 6858000"/>
              <a:gd name="connsiteX266" fmla="*/ 6953922 w 7467600"/>
              <a:gd name="connsiteY266" fmla="*/ 4890068 h 6858000"/>
              <a:gd name="connsiteX267" fmla="*/ 6071359 w 7467600"/>
              <a:gd name="connsiteY267" fmla="*/ 4770770 h 6858000"/>
              <a:gd name="connsiteX268" fmla="*/ 6038839 w 7467600"/>
              <a:gd name="connsiteY268" fmla="*/ 4764474 h 6858000"/>
              <a:gd name="connsiteX269" fmla="*/ 6038706 w 7467600"/>
              <a:gd name="connsiteY269" fmla="*/ 4763847 h 6858000"/>
              <a:gd name="connsiteX270" fmla="*/ 6037784 w 7467600"/>
              <a:gd name="connsiteY270" fmla="*/ 4764270 h 6858000"/>
              <a:gd name="connsiteX271" fmla="*/ 6038839 w 7467600"/>
              <a:gd name="connsiteY271" fmla="*/ 4764474 h 6858000"/>
              <a:gd name="connsiteX272" fmla="*/ 6040338 w 7467600"/>
              <a:gd name="connsiteY272" fmla="*/ 4771418 h 6858000"/>
              <a:gd name="connsiteX273" fmla="*/ 6024488 w 7467600"/>
              <a:gd name="connsiteY273" fmla="*/ 4809903 h 6858000"/>
              <a:gd name="connsiteX274" fmla="*/ 5599771 w 7467600"/>
              <a:gd name="connsiteY274" fmla="*/ 5509652 h 6858000"/>
              <a:gd name="connsiteX275" fmla="*/ 5548843 w 7467600"/>
              <a:gd name="connsiteY275" fmla="*/ 5563845 h 6858000"/>
              <a:gd name="connsiteX276" fmla="*/ 5940952 w 7467600"/>
              <a:gd name="connsiteY276" fmla="*/ 6250028 h 6858000"/>
              <a:gd name="connsiteX277" fmla="*/ 6043441 w 7467600"/>
              <a:gd name="connsiteY277" fmla="*/ 6665847 h 6858000"/>
              <a:gd name="connsiteX278" fmla="*/ 6093432 w 7467600"/>
              <a:gd name="connsiteY278" fmla="*/ 6858000 h 6858000"/>
              <a:gd name="connsiteX279" fmla="*/ 6034344 w 7467600"/>
              <a:gd name="connsiteY279" fmla="*/ 6858000 h 6858000"/>
              <a:gd name="connsiteX280" fmla="*/ 6026679 w 7467600"/>
              <a:gd name="connsiteY280" fmla="*/ 6836959 h 6858000"/>
              <a:gd name="connsiteX281" fmla="*/ 5800441 w 7467600"/>
              <a:gd name="connsiteY281" fmla="*/ 6335286 h 6858000"/>
              <a:gd name="connsiteX282" fmla="*/ 5526562 w 7467600"/>
              <a:gd name="connsiteY282" fmla="*/ 5705388 h 6858000"/>
              <a:gd name="connsiteX283" fmla="*/ 5519640 w 7467600"/>
              <a:gd name="connsiteY283" fmla="*/ 5683774 h 6858000"/>
              <a:gd name="connsiteX284" fmla="*/ 5844559 w 7467600"/>
              <a:gd name="connsiteY284" fmla="*/ 6553349 h 6858000"/>
              <a:gd name="connsiteX285" fmla="*/ 5975994 w 7467600"/>
              <a:gd name="connsiteY285" fmla="*/ 6858000 h 6858000"/>
              <a:gd name="connsiteX286" fmla="*/ 5898547 w 7467600"/>
              <a:gd name="connsiteY286" fmla="*/ 6858000 h 6858000"/>
              <a:gd name="connsiteX287" fmla="*/ 5682041 w 7467600"/>
              <a:gd name="connsiteY287" fmla="*/ 6355860 h 6858000"/>
              <a:gd name="connsiteX288" fmla="*/ 5461758 w 7467600"/>
              <a:gd name="connsiteY288" fmla="*/ 5820220 h 6858000"/>
              <a:gd name="connsiteX289" fmla="*/ 5237282 w 7467600"/>
              <a:gd name="connsiteY289" fmla="*/ 6579086 h 6858000"/>
              <a:gd name="connsiteX290" fmla="*/ 5115009 w 7467600"/>
              <a:gd name="connsiteY290" fmla="*/ 6858000 h 6858000"/>
              <a:gd name="connsiteX291" fmla="*/ 5028074 w 7467600"/>
              <a:gd name="connsiteY291" fmla="*/ 6858000 h 6858000"/>
              <a:gd name="connsiteX292" fmla="*/ 5079508 w 7467600"/>
              <a:gd name="connsiteY292" fmla="*/ 6749074 h 6858000"/>
              <a:gd name="connsiteX293" fmla="*/ 5371846 w 7467600"/>
              <a:gd name="connsiteY293" fmla="*/ 5924413 h 6858000"/>
              <a:gd name="connsiteX294" fmla="*/ 5270512 w 7467600"/>
              <a:gd name="connsiteY294" fmla="*/ 6138975 h 6858000"/>
              <a:gd name="connsiteX295" fmla="*/ 5062409 w 7467600"/>
              <a:gd name="connsiteY295" fmla="*/ 6653544 h 6858000"/>
              <a:gd name="connsiteX296" fmla="*/ 5036628 w 7467600"/>
              <a:gd name="connsiteY296" fmla="*/ 6754247 h 6858000"/>
              <a:gd name="connsiteX297" fmla="*/ 5009112 w 7467600"/>
              <a:gd name="connsiteY297" fmla="*/ 6858000 h 6858000"/>
              <a:gd name="connsiteX298" fmla="*/ 4976679 w 7467600"/>
              <a:gd name="connsiteY298" fmla="*/ 6858000 h 6858000"/>
              <a:gd name="connsiteX299" fmla="*/ 5006537 w 7467600"/>
              <a:gd name="connsiteY299" fmla="*/ 6747068 h 6858000"/>
              <a:gd name="connsiteX300" fmla="*/ 5032723 w 7467600"/>
              <a:gd name="connsiteY300" fmla="*/ 6644957 h 6858000"/>
              <a:gd name="connsiteX301" fmla="*/ 5242949 w 7467600"/>
              <a:gd name="connsiteY301" fmla="*/ 6125175 h 6858000"/>
              <a:gd name="connsiteX302" fmla="*/ 5286321 w 7467600"/>
              <a:gd name="connsiteY302" fmla="*/ 6033555 h 6858000"/>
              <a:gd name="connsiteX303" fmla="*/ 5008210 w 7467600"/>
              <a:gd name="connsiteY303" fmla="*/ 6649194 h 6858000"/>
              <a:gd name="connsiteX304" fmla="*/ 4986321 w 7467600"/>
              <a:gd name="connsiteY304" fmla="*/ 6765687 h 6858000"/>
              <a:gd name="connsiteX305" fmla="*/ 4973474 w 7467600"/>
              <a:gd name="connsiteY305" fmla="*/ 6858000 h 6858000"/>
              <a:gd name="connsiteX306" fmla="*/ 4907178 w 7467600"/>
              <a:gd name="connsiteY306" fmla="*/ 6858000 h 6858000"/>
              <a:gd name="connsiteX307" fmla="*/ 4910810 w 7467600"/>
              <a:gd name="connsiteY307" fmla="*/ 6829660 h 6858000"/>
              <a:gd name="connsiteX308" fmla="*/ 4987461 w 7467600"/>
              <a:gd name="connsiteY308" fmla="*/ 6432994 h 6858000"/>
              <a:gd name="connsiteX309" fmla="*/ 5179262 w 7467600"/>
              <a:gd name="connsiteY309" fmla="*/ 6035044 h 6858000"/>
              <a:gd name="connsiteX310" fmla="*/ 4689678 w 7467600"/>
              <a:gd name="connsiteY310" fmla="*/ 6440241 h 6858000"/>
              <a:gd name="connsiteX311" fmla="*/ 4477543 w 7467600"/>
              <a:gd name="connsiteY311" fmla="*/ 6674836 h 6858000"/>
              <a:gd name="connsiteX312" fmla="*/ 4329957 w 7467600"/>
              <a:gd name="connsiteY312" fmla="*/ 6858000 h 6858000"/>
              <a:gd name="connsiteX313" fmla="*/ 4218595 w 7467600"/>
              <a:gd name="connsiteY313" fmla="*/ 6858000 h 6858000"/>
              <a:gd name="connsiteX314" fmla="*/ 4368888 w 7467600"/>
              <a:gd name="connsiteY314" fmla="*/ 6668412 h 6858000"/>
              <a:gd name="connsiteX315" fmla="*/ 4563091 w 7467600"/>
              <a:gd name="connsiteY315" fmla="*/ 6442508 h 6858000"/>
              <a:gd name="connsiteX316" fmla="*/ 5387324 w 7467600"/>
              <a:gd name="connsiteY316" fmla="*/ 5705830 h 6858000"/>
              <a:gd name="connsiteX317" fmla="*/ 5073620 w 7467600"/>
              <a:gd name="connsiteY317" fmla="*/ 5955437 h 6858000"/>
              <a:gd name="connsiteX318" fmla="*/ 4689789 w 7467600"/>
              <a:gd name="connsiteY318" fmla="*/ 6268382 h 6858000"/>
              <a:gd name="connsiteX319" fmla="*/ 4418722 w 7467600"/>
              <a:gd name="connsiteY319" fmla="*/ 6570886 h 6858000"/>
              <a:gd name="connsiteX320" fmla="*/ 4214944 w 7467600"/>
              <a:gd name="connsiteY320" fmla="*/ 6858000 h 6858000"/>
              <a:gd name="connsiteX321" fmla="*/ 4177898 w 7467600"/>
              <a:gd name="connsiteY321" fmla="*/ 6858000 h 6858000"/>
              <a:gd name="connsiteX322" fmla="*/ 4391597 w 7467600"/>
              <a:gd name="connsiteY322" fmla="*/ 6556370 h 6858000"/>
              <a:gd name="connsiteX323" fmla="*/ 4668889 w 7467600"/>
              <a:gd name="connsiteY323" fmla="*/ 6246399 h 6858000"/>
              <a:gd name="connsiteX324" fmla="*/ 5055427 w 7467600"/>
              <a:gd name="connsiteY324" fmla="*/ 5931476 h 6858000"/>
              <a:gd name="connsiteX325" fmla="*/ 5371814 w 7467600"/>
              <a:gd name="connsiteY325" fmla="*/ 5678975 h 6858000"/>
              <a:gd name="connsiteX326" fmla="*/ 4987918 w 7467600"/>
              <a:gd name="connsiteY326" fmla="*/ 5838701 h 6858000"/>
              <a:gd name="connsiteX327" fmla="*/ 4317146 w 7467600"/>
              <a:gd name="connsiteY327" fmla="*/ 6587716 h 6858000"/>
              <a:gd name="connsiteX328" fmla="*/ 4171627 w 7467600"/>
              <a:gd name="connsiteY328" fmla="*/ 6858000 h 6858000"/>
              <a:gd name="connsiteX329" fmla="*/ 4081585 w 7467600"/>
              <a:gd name="connsiteY329" fmla="*/ 6858000 h 6858000"/>
              <a:gd name="connsiteX330" fmla="*/ 4238603 w 7467600"/>
              <a:gd name="connsiteY330" fmla="*/ 6559341 h 6858000"/>
              <a:gd name="connsiteX331" fmla="*/ 4778333 w 7467600"/>
              <a:gd name="connsiteY331" fmla="*/ 5873626 h 6858000"/>
              <a:gd name="connsiteX332" fmla="*/ 5414185 w 7467600"/>
              <a:gd name="connsiteY332" fmla="*/ 5573882 h 6858000"/>
              <a:gd name="connsiteX333" fmla="*/ 5959648 w 7467600"/>
              <a:gd name="connsiteY333" fmla="*/ 4760797 h 6858000"/>
              <a:gd name="connsiteX334" fmla="*/ 5355019 w 7467600"/>
              <a:gd name="connsiteY334" fmla="*/ 4734672 h 6858000"/>
              <a:gd name="connsiteX335" fmla="*/ 5083565 w 7467600"/>
              <a:gd name="connsiteY335" fmla="*/ 5179121 h 6858000"/>
              <a:gd name="connsiteX336" fmla="*/ 4713577 w 7467600"/>
              <a:gd name="connsiteY336" fmla="*/ 5616803 h 6858000"/>
              <a:gd name="connsiteX337" fmla="*/ 3989559 w 7467600"/>
              <a:gd name="connsiteY337" fmla="*/ 6145945 h 6858000"/>
              <a:gd name="connsiteX338" fmla="*/ 3939824 w 7467600"/>
              <a:gd name="connsiteY338" fmla="*/ 6066900 h 6858000"/>
              <a:gd name="connsiteX339" fmla="*/ 4584537 w 7467600"/>
              <a:gd name="connsiteY339" fmla="*/ 5324826 h 6858000"/>
              <a:gd name="connsiteX340" fmla="*/ 5037105 w 7467600"/>
              <a:gd name="connsiteY340" fmla="*/ 5088765 h 6858000"/>
              <a:gd name="connsiteX341" fmla="*/ 5039930 w 7467600"/>
              <a:gd name="connsiteY341" fmla="*/ 5089585 h 6858000"/>
              <a:gd name="connsiteX342" fmla="*/ 5263764 w 7467600"/>
              <a:gd name="connsiteY342" fmla="*/ 4735525 h 6858000"/>
              <a:gd name="connsiteX343" fmla="*/ 4086300 w 7467600"/>
              <a:gd name="connsiteY343" fmla="*/ 4884599 h 6858000"/>
              <a:gd name="connsiteX344" fmla="*/ 4085485 w 7467600"/>
              <a:gd name="connsiteY344" fmla="*/ 4899070 h 6858000"/>
              <a:gd name="connsiteX345" fmla="*/ 3871915 w 7467600"/>
              <a:gd name="connsiteY345" fmla="*/ 5253645 h 6858000"/>
              <a:gd name="connsiteX346" fmla="*/ 3799374 w 7467600"/>
              <a:gd name="connsiteY346" fmla="*/ 5466127 h 6858000"/>
              <a:gd name="connsiteX347" fmla="*/ 3498850 w 7467600"/>
              <a:gd name="connsiteY347" fmla="*/ 6661888 h 6858000"/>
              <a:gd name="connsiteX348" fmla="*/ 3399216 w 7467600"/>
              <a:gd name="connsiteY348" fmla="*/ 6858000 h 6858000"/>
              <a:gd name="connsiteX349" fmla="*/ 3303688 w 7467600"/>
              <a:gd name="connsiteY349" fmla="*/ 6858000 h 6858000"/>
              <a:gd name="connsiteX350" fmla="*/ 3391774 w 7467600"/>
              <a:gd name="connsiteY350" fmla="*/ 6697181 h 6858000"/>
              <a:gd name="connsiteX351" fmla="*/ 3735540 w 7467600"/>
              <a:gd name="connsiteY351" fmla="*/ 5546923 h 6858000"/>
              <a:gd name="connsiteX352" fmla="*/ 3729438 w 7467600"/>
              <a:gd name="connsiteY352" fmla="*/ 5569058 h 6858000"/>
              <a:gd name="connsiteX353" fmla="*/ 3707782 w 7467600"/>
              <a:gd name="connsiteY353" fmla="*/ 5644908 h 6858000"/>
              <a:gd name="connsiteX354" fmla="*/ 3583827 w 7467600"/>
              <a:gd name="connsiteY354" fmla="*/ 6039215 h 6858000"/>
              <a:gd name="connsiteX355" fmla="*/ 3547861 w 7467600"/>
              <a:gd name="connsiteY355" fmla="*/ 6129609 h 6858000"/>
              <a:gd name="connsiteX356" fmla="*/ 3490905 w 7467600"/>
              <a:gd name="connsiteY356" fmla="*/ 6277660 h 6858000"/>
              <a:gd name="connsiteX357" fmla="*/ 3455859 w 7467600"/>
              <a:gd name="connsiteY357" fmla="*/ 6391301 h 6858000"/>
              <a:gd name="connsiteX358" fmla="*/ 3429112 w 7467600"/>
              <a:gd name="connsiteY358" fmla="*/ 6479469 h 6858000"/>
              <a:gd name="connsiteX359" fmla="*/ 3304862 w 7467600"/>
              <a:gd name="connsiteY359" fmla="*/ 6796476 h 6858000"/>
              <a:gd name="connsiteX360" fmla="*/ 3276071 w 7467600"/>
              <a:gd name="connsiteY360" fmla="*/ 6858000 h 6858000"/>
              <a:gd name="connsiteX361" fmla="*/ 3240805 w 7467600"/>
              <a:gd name="connsiteY361" fmla="*/ 6858000 h 6858000"/>
              <a:gd name="connsiteX362" fmla="*/ 3275917 w 7467600"/>
              <a:gd name="connsiteY362" fmla="*/ 6783192 h 6858000"/>
              <a:gd name="connsiteX363" fmla="*/ 3399358 w 7467600"/>
              <a:gd name="connsiteY363" fmla="*/ 6469011 h 6858000"/>
              <a:gd name="connsiteX364" fmla="*/ 3425650 w 7467600"/>
              <a:gd name="connsiteY364" fmla="*/ 6381333 h 6858000"/>
              <a:gd name="connsiteX365" fmla="*/ 3460661 w 7467600"/>
              <a:gd name="connsiteY365" fmla="*/ 6266763 h 6858000"/>
              <a:gd name="connsiteX366" fmla="*/ 3518021 w 7467600"/>
              <a:gd name="connsiteY366" fmla="*/ 6117298 h 6858000"/>
              <a:gd name="connsiteX367" fmla="*/ 3554035 w 7467600"/>
              <a:gd name="connsiteY367" fmla="*/ 6027832 h 6858000"/>
              <a:gd name="connsiteX368" fmla="*/ 3677174 w 7467600"/>
              <a:gd name="connsiteY368" fmla="*/ 5636351 h 6858000"/>
              <a:gd name="connsiteX369" fmla="*/ 3698819 w 7467600"/>
              <a:gd name="connsiteY369" fmla="*/ 5560503 h 6858000"/>
              <a:gd name="connsiteX370" fmla="*/ 3702094 w 7467600"/>
              <a:gd name="connsiteY370" fmla="*/ 5549194 h 6858000"/>
              <a:gd name="connsiteX371" fmla="*/ 3398355 w 7467600"/>
              <a:gd name="connsiteY371" fmla="*/ 6094603 h 6858000"/>
              <a:gd name="connsiteX372" fmla="*/ 3193941 w 7467600"/>
              <a:gd name="connsiteY372" fmla="*/ 6798775 h 6858000"/>
              <a:gd name="connsiteX373" fmla="*/ 3184140 w 7467600"/>
              <a:gd name="connsiteY373" fmla="*/ 6858000 h 6858000"/>
              <a:gd name="connsiteX374" fmla="*/ 3099978 w 7467600"/>
              <a:gd name="connsiteY374" fmla="*/ 6858000 h 6858000"/>
              <a:gd name="connsiteX375" fmla="*/ 3101556 w 7467600"/>
              <a:gd name="connsiteY375" fmla="*/ 6843337 h 6858000"/>
              <a:gd name="connsiteX376" fmla="*/ 3370162 w 7467600"/>
              <a:gd name="connsiteY376" fmla="*/ 5785550 h 6858000"/>
              <a:gd name="connsiteX377" fmla="*/ 3746477 w 7467600"/>
              <a:gd name="connsiteY377" fmla="*/ 5377889 h 6858000"/>
              <a:gd name="connsiteX378" fmla="*/ 3863399 w 7467600"/>
              <a:gd name="connsiteY378" fmla="*/ 5087257 h 6858000"/>
              <a:gd name="connsiteX379" fmla="*/ 3968712 w 7467600"/>
              <a:gd name="connsiteY379" fmla="*/ 4913989 h 6858000"/>
              <a:gd name="connsiteX380" fmla="*/ 2792390 w 7467600"/>
              <a:gd name="connsiteY380" fmla="*/ 5382974 h 6858000"/>
              <a:gd name="connsiteX381" fmla="*/ 2714982 w 7467600"/>
              <a:gd name="connsiteY381" fmla="*/ 5427051 h 6858000"/>
              <a:gd name="connsiteX382" fmla="*/ 2813361 w 7467600"/>
              <a:gd name="connsiteY382" fmla="*/ 6023912 h 6858000"/>
              <a:gd name="connsiteX383" fmla="*/ 2688430 w 7467600"/>
              <a:gd name="connsiteY383" fmla="*/ 6801564 h 6858000"/>
              <a:gd name="connsiteX384" fmla="*/ 2629626 w 7467600"/>
              <a:gd name="connsiteY384" fmla="*/ 6763394 h 6858000"/>
              <a:gd name="connsiteX385" fmla="*/ 2565328 w 7467600"/>
              <a:gd name="connsiteY385" fmla="*/ 5516399 h 6858000"/>
              <a:gd name="connsiteX386" fmla="*/ 1922999 w 7467600"/>
              <a:gd name="connsiteY386" fmla="*/ 5980343 h 6858000"/>
              <a:gd name="connsiteX387" fmla="*/ 1950261 w 7467600"/>
              <a:gd name="connsiteY387" fmla="*/ 6405858 h 6858000"/>
              <a:gd name="connsiteX388" fmla="*/ 2365554 w 7467600"/>
              <a:gd name="connsiteY388" fmla="*/ 6759107 h 6858000"/>
              <a:gd name="connsiteX389" fmla="*/ 2424142 w 7467600"/>
              <a:gd name="connsiteY389" fmla="*/ 6858000 h 6858000"/>
              <a:gd name="connsiteX390" fmla="*/ 2395994 w 7467600"/>
              <a:gd name="connsiteY390" fmla="*/ 6858000 h 6858000"/>
              <a:gd name="connsiteX391" fmla="*/ 2392863 w 7467600"/>
              <a:gd name="connsiteY391" fmla="*/ 6852964 h 6858000"/>
              <a:gd name="connsiteX392" fmla="*/ 2017589 w 7467600"/>
              <a:gd name="connsiteY392" fmla="*/ 6493982 h 6858000"/>
              <a:gd name="connsiteX393" fmla="*/ 2147336 w 7467600"/>
              <a:gd name="connsiteY393" fmla="*/ 6594052 h 6858000"/>
              <a:gd name="connsiteX394" fmla="*/ 2207047 w 7467600"/>
              <a:gd name="connsiteY394" fmla="*/ 6654540 h 6858000"/>
              <a:gd name="connsiteX395" fmla="*/ 2299106 w 7467600"/>
              <a:gd name="connsiteY395" fmla="*/ 6778931 h 6858000"/>
              <a:gd name="connsiteX396" fmla="*/ 2314430 w 7467600"/>
              <a:gd name="connsiteY396" fmla="*/ 6801144 h 6858000"/>
              <a:gd name="connsiteX397" fmla="*/ 2352406 w 7467600"/>
              <a:gd name="connsiteY397" fmla="*/ 6858000 h 6858000"/>
              <a:gd name="connsiteX398" fmla="*/ 2314492 w 7467600"/>
              <a:gd name="connsiteY398" fmla="*/ 6858000 h 6858000"/>
              <a:gd name="connsiteX399" fmla="*/ 2288095 w 7467600"/>
              <a:gd name="connsiteY399" fmla="*/ 6818030 h 6858000"/>
              <a:gd name="connsiteX400" fmla="*/ 2272768 w 7467600"/>
              <a:gd name="connsiteY400" fmla="*/ 6795822 h 6858000"/>
              <a:gd name="connsiteX401" fmla="*/ 2182715 w 7467600"/>
              <a:gd name="connsiteY401" fmla="*/ 6675071 h 6858000"/>
              <a:gd name="connsiteX402" fmla="*/ 2032061 w 7467600"/>
              <a:gd name="connsiteY402" fmla="*/ 6541380 h 6858000"/>
              <a:gd name="connsiteX403" fmla="*/ 2257220 w 7467600"/>
              <a:gd name="connsiteY403" fmla="*/ 6826257 h 6858000"/>
              <a:gd name="connsiteX404" fmla="*/ 2281324 w 7467600"/>
              <a:gd name="connsiteY404" fmla="*/ 6858000 h 6858000"/>
              <a:gd name="connsiteX405" fmla="*/ 2242860 w 7467600"/>
              <a:gd name="connsiteY405" fmla="*/ 6858000 h 6858000"/>
              <a:gd name="connsiteX406" fmla="*/ 2232818 w 7467600"/>
              <a:gd name="connsiteY406" fmla="*/ 6844926 h 6858000"/>
              <a:gd name="connsiteX407" fmla="*/ 1990172 w 7467600"/>
              <a:gd name="connsiteY407" fmla="*/ 6542121 h 6858000"/>
              <a:gd name="connsiteX408" fmla="*/ 2124090 w 7467600"/>
              <a:gd name="connsiteY408" fmla="*/ 6761017 h 6858000"/>
              <a:gd name="connsiteX409" fmla="*/ 2200380 w 7467600"/>
              <a:gd name="connsiteY409" fmla="*/ 6858000 h 6858000"/>
              <a:gd name="connsiteX410" fmla="*/ 2147507 w 7467600"/>
              <a:gd name="connsiteY410" fmla="*/ 6858000 h 6858000"/>
              <a:gd name="connsiteX411" fmla="*/ 2070668 w 7467600"/>
              <a:gd name="connsiteY411" fmla="*/ 6761520 h 6858000"/>
              <a:gd name="connsiteX412" fmla="*/ 1975142 w 7467600"/>
              <a:gd name="connsiteY412" fmla="*/ 6585570 h 6858000"/>
              <a:gd name="connsiteX413" fmla="*/ 2050035 w 7467600"/>
              <a:gd name="connsiteY413" fmla="*/ 6813345 h 6858000"/>
              <a:gd name="connsiteX414" fmla="*/ 2063025 w 7467600"/>
              <a:gd name="connsiteY414" fmla="*/ 6858000 h 6858000"/>
              <a:gd name="connsiteX415" fmla="*/ 2021675 w 7467600"/>
              <a:gd name="connsiteY415" fmla="*/ 6858000 h 6858000"/>
              <a:gd name="connsiteX416" fmla="*/ 2019308 w 7467600"/>
              <a:gd name="connsiteY416" fmla="*/ 6847118 h 6858000"/>
              <a:gd name="connsiteX417" fmla="*/ 1938835 w 7467600"/>
              <a:gd name="connsiteY417" fmla="*/ 6551160 h 6858000"/>
              <a:gd name="connsiteX418" fmla="*/ 1953230 w 7467600"/>
              <a:gd name="connsiteY418" fmla="*/ 6759699 h 6858000"/>
              <a:gd name="connsiteX419" fmla="*/ 1956763 w 7467600"/>
              <a:gd name="connsiteY419" fmla="*/ 6778191 h 6858000"/>
              <a:gd name="connsiteX420" fmla="*/ 1967925 w 7467600"/>
              <a:gd name="connsiteY420" fmla="*/ 6858000 h 6858000"/>
              <a:gd name="connsiteX421" fmla="*/ 1936622 w 7467600"/>
              <a:gd name="connsiteY421" fmla="*/ 6858000 h 6858000"/>
              <a:gd name="connsiteX422" fmla="*/ 1926261 w 7467600"/>
              <a:gd name="connsiteY422" fmla="*/ 6784064 h 6858000"/>
              <a:gd name="connsiteX423" fmla="*/ 1922724 w 7467600"/>
              <a:gd name="connsiteY423" fmla="*/ 6765577 h 6858000"/>
              <a:gd name="connsiteX424" fmla="*/ 1904650 w 7467600"/>
              <a:gd name="connsiteY424" fmla="*/ 6639616 h 6858000"/>
              <a:gd name="connsiteX425" fmla="*/ 1885273 w 7467600"/>
              <a:gd name="connsiteY425" fmla="*/ 6858000 h 6858000"/>
              <a:gd name="connsiteX426" fmla="*/ 1854363 w 7467600"/>
              <a:gd name="connsiteY426" fmla="*/ 6858000 h 6858000"/>
              <a:gd name="connsiteX427" fmla="*/ 1880391 w 7467600"/>
              <a:gd name="connsiteY427" fmla="*/ 6603796 h 6858000"/>
              <a:gd name="connsiteX428" fmla="*/ 1818273 w 7467600"/>
              <a:gd name="connsiteY428" fmla="*/ 6715729 h 6858000"/>
              <a:gd name="connsiteX429" fmla="*/ 1794691 w 7467600"/>
              <a:gd name="connsiteY429" fmla="*/ 6843239 h 6858000"/>
              <a:gd name="connsiteX430" fmla="*/ 1794914 w 7467600"/>
              <a:gd name="connsiteY430" fmla="*/ 6858000 h 6858000"/>
              <a:gd name="connsiteX431" fmla="*/ 1746128 w 7467600"/>
              <a:gd name="connsiteY431" fmla="*/ 6858000 h 6858000"/>
              <a:gd name="connsiteX432" fmla="*/ 1753934 w 7467600"/>
              <a:gd name="connsiteY432" fmla="*/ 6724796 h 6858000"/>
              <a:gd name="connsiteX433" fmla="*/ 1792053 w 7467600"/>
              <a:gd name="connsiteY433" fmla="*/ 6572396 h 6858000"/>
              <a:gd name="connsiteX434" fmla="*/ 1862248 w 7467600"/>
              <a:gd name="connsiteY434" fmla="*/ 6266397 h 6858000"/>
              <a:gd name="connsiteX435" fmla="*/ 1862250 w 7467600"/>
              <a:gd name="connsiteY435" fmla="*/ 6033531 h 6858000"/>
              <a:gd name="connsiteX436" fmla="*/ 1211999 w 7467600"/>
              <a:gd name="connsiteY436" fmla="*/ 6683610 h 6858000"/>
              <a:gd name="connsiteX437" fmla="*/ 1213266 w 7467600"/>
              <a:gd name="connsiteY437" fmla="*/ 6691947 h 6858000"/>
              <a:gd name="connsiteX438" fmla="*/ 1203370 w 7467600"/>
              <a:gd name="connsiteY438" fmla="*/ 6850676 h 6858000"/>
              <a:gd name="connsiteX439" fmla="*/ 1203671 w 7467600"/>
              <a:gd name="connsiteY439" fmla="*/ 6858000 h 6858000"/>
              <a:gd name="connsiteX440" fmla="*/ 1143180 w 7467600"/>
              <a:gd name="connsiteY440" fmla="*/ 6858000 h 6858000"/>
              <a:gd name="connsiteX441" fmla="*/ 1142176 w 7467600"/>
              <a:gd name="connsiteY441" fmla="*/ 6766045 h 6858000"/>
              <a:gd name="connsiteX442" fmla="*/ 1067484 w 7467600"/>
              <a:gd name="connsiteY442" fmla="*/ 6858000 h 6858000"/>
              <a:gd name="connsiteX443" fmla="*/ 953928 w 7467600"/>
              <a:gd name="connsiteY443" fmla="*/ 6858000 h 6858000"/>
              <a:gd name="connsiteX444" fmla="*/ 959715 w 7467600"/>
              <a:gd name="connsiteY444" fmla="*/ 6850185 h 6858000"/>
              <a:gd name="connsiteX445" fmla="*/ 1483788 w 7467600"/>
              <a:gd name="connsiteY445" fmla="*/ 6259174 h 6858000"/>
              <a:gd name="connsiteX446" fmla="*/ 1100671 w 7467600"/>
              <a:gd name="connsiteY446" fmla="*/ 6252137 h 6858000"/>
              <a:gd name="connsiteX447" fmla="*/ 1090144 w 7467600"/>
              <a:gd name="connsiteY447" fmla="*/ 6256748 h 6858000"/>
              <a:gd name="connsiteX448" fmla="*/ 1095872 w 7467600"/>
              <a:gd name="connsiteY448" fmla="*/ 6271892 h 6858000"/>
              <a:gd name="connsiteX449" fmla="*/ 262785 w 7467600"/>
              <a:gd name="connsiteY449" fmla="*/ 6845450 h 6858000"/>
              <a:gd name="connsiteX450" fmla="*/ 209968 w 7467600"/>
              <a:gd name="connsiteY450" fmla="*/ 6770713 h 6858000"/>
              <a:gd name="connsiteX451" fmla="*/ 873460 w 7467600"/>
              <a:gd name="connsiteY451" fmla="*/ 6253768 h 6858000"/>
              <a:gd name="connsiteX452" fmla="*/ 192686 w 7467600"/>
              <a:gd name="connsiteY452" fmla="*/ 5849257 h 6858000"/>
              <a:gd name="connsiteX453" fmla="*/ 4696 w 7467600"/>
              <a:gd name="connsiteY453" fmla="*/ 5697668 h 6858000"/>
              <a:gd name="connsiteX454" fmla="*/ 0 w 7467600"/>
              <a:gd name="connsiteY454" fmla="*/ 5689984 h 6858000"/>
              <a:gd name="connsiteX455" fmla="*/ 0 w 7467600"/>
              <a:gd name="connsiteY455" fmla="*/ 5513472 h 6858000"/>
              <a:gd name="connsiteX456" fmla="*/ 174101 w 7467600"/>
              <a:gd name="connsiteY456" fmla="*/ 5620277 h 6858000"/>
              <a:gd name="connsiteX457" fmla="*/ 891800 w 7467600"/>
              <a:gd name="connsiteY457" fmla="*/ 6036935 h 6858000"/>
              <a:gd name="connsiteX458" fmla="*/ 1072219 w 7467600"/>
              <a:gd name="connsiteY458" fmla="*/ 6169443 h 6858000"/>
              <a:gd name="connsiteX459" fmla="*/ 1074117 w 7467600"/>
              <a:gd name="connsiteY459" fmla="*/ 6170301 h 6858000"/>
              <a:gd name="connsiteX460" fmla="*/ 1083114 w 7467600"/>
              <a:gd name="connsiteY460" fmla="*/ 6174131 h 6858000"/>
              <a:gd name="connsiteX461" fmla="*/ 1543010 w 7467600"/>
              <a:gd name="connsiteY461" fmla="*/ 6191140 h 6858000"/>
              <a:gd name="connsiteX462" fmla="*/ 1551080 w 7467600"/>
              <a:gd name="connsiteY462" fmla="*/ 6195006 h 6858000"/>
              <a:gd name="connsiteX463" fmla="*/ 2345443 w 7467600"/>
              <a:gd name="connsiteY463" fmla="*/ 5549882 h 6858000"/>
              <a:gd name="connsiteX464" fmla="*/ 1721499 w 7467600"/>
              <a:gd name="connsiteY464" fmla="*/ 5599969 h 6858000"/>
              <a:gd name="connsiteX465" fmla="*/ 767716 w 7467600"/>
              <a:gd name="connsiteY465" fmla="*/ 5472768 h 6858000"/>
              <a:gd name="connsiteX466" fmla="*/ 722147 w 7467600"/>
              <a:gd name="connsiteY466" fmla="*/ 5393091 h 6858000"/>
              <a:gd name="connsiteX467" fmla="*/ 1485552 w 7467600"/>
              <a:gd name="connsiteY467" fmla="*/ 5313202 h 6858000"/>
              <a:gd name="connsiteX468" fmla="*/ 2143004 w 7467600"/>
              <a:gd name="connsiteY468" fmla="*/ 5402420 h 6858000"/>
              <a:gd name="connsiteX469" fmla="*/ 1933391 w 7467600"/>
              <a:gd name="connsiteY469" fmla="*/ 5156971 h 6858000"/>
              <a:gd name="connsiteX470" fmla="*/ 1827118 w 7467600"/>
              <a:gd name="connsiteY470" fmla="*/ 4968410 h 6858000"/>
              <a:gd name="connsiteX471" fmla="*/ 1837349 w 7467600"/>
              <a:gd name="connsiteY471" fmla="*/ 4956357 h 6858000"/>
              <a:gd name="connsiteX472" fmla="*/ 2162835 w 7467600"/>
              <a:gd name="connsiteY472" fmla="*/ 5187853 h 6858000"/>
              <a:gd name="connsiteX473" fmla="*/ 2257167 w 7467600"/>
              <a:gd name="connsiteY473" fmla="*/ 5462123 h 6858000"/>
              <a:gd name="connsiteX474" fmla="*/ 2261598 w 7467600"/>
              <a:gd name="connsiteY474" fmla="*/ 5467998 h 6858000"/>
              <a:gd name="connsiteX475" fmla="*/ 2437177 w 7467600"/>
              <a:gd name="connsiteY475" fmla="*/ 5479608 h 6858000"/>
              <a:gd name="connsiteX476" fmla="*/ 2445247 w 7467600"/>
              <a:gd name="connsiteY476" fmla="*/ 5483476 h 6858000"/>
              <a:gd name="connsiteX477" fmla="*/ 2743626 w 7467600"/>
              <a:gd name="connsiteY477" fmla="*/ 5304819 h 6858000"/>
              <a:gd name="connsiteX478" fmla="*/ 3048102 w 7467600"/>
              <a:gd name="connsiteY478" fmla="*/ 5150595 h 6858000"/>
              <a:gd name="connsiteX479" fmla="*/ 1799414 w 7467600"/>
              <a:gd name="connsiteY479" fmla="*/ 4694732 h 6858000"/>
              <a:gd name="connsiteX480" fmla="*/ 1771735 w 7467600"/>
              <a:gd name="connsiteY480" fmla="*/ 4619929 h 6858000"/>
              <a:gd name="connsiteX481" fmla="*/ 3104273 w 7467600"/>
              <a:gd name="connsiteY481" fmla="*/ 5076159 h 6858000"/>
              <a:gd name="connsiteX482" fmla="*/ 3113245 w 7467600"/>
              <a:gd name="connsiteY482" fmla="*/ 5090705 h 6858000"/>
              <a:gd name="connsiteX483" fmla="*/ 3126294 w 7467600"/>
              <a:gd name="connsiteY483" fmla="*/ 5114400 h 6858000"/>
              <a:gd name="connsiteX484" fmla="*/ 3937433 w 7467600"/>
              <a:gd name="connsiteY484" fmla="*/ 4830473 h 6858000"/>
              <a:gd name="connsiteX485" fmla="*/ 3590475 w 7467600"/>
              <a:gd name="connsiteY485" fmla="*/ 4597974 h 6858000"/>
              <a:gd name="connsiteX486" fmla="*/ 3100264 w 7467600"/>
              <a:gd name="connsiteY486" fmla="*/ 4579845 h 6858000"/>
              <a:gd name="connsiteX487" fmla="*/ 2183576 w 7467600"/>
              <a:gd name="connsiteY487" fmla="*/ 4227150 h 6858000"/>
              <a:gd name="connsiteX488" fmla="*/ 2151029 w 7467600"/>
              <a:gd name="connsiteY488" fmla="*/ 4146947 h 6858000"/>
              <a:gd name="connsiteX489" fmla="*/ 3563434 w 7467600"/>
              <a:gd name="connsiteY489" fmla="*/ 4469115 h 6858000"/>
              <a:gd name="connsiteX490" fmla="*/ 3177952 w 7467600"/>
              <a:gd name="connsiteY490" fmla="*/ 3657386 h 6858000"/>
              <a:gd name="connsiteX491" fmla="*/ 3189263 w 7467600"/>
              <a:gd name="connsiteY491" fmla="*/ 3625726 h 6858000"/>
              <a:gd name="connsiteX492" fmla="*/ 3560912 w 7467600"/>
              <a:gd name="connsiteY492" fmla="*/ 4079863 h 6858000"/>
              <a:gd name="connsiteX493" fmla="*/ 3626636 w 7467600"/>
              <a:gd name="connsiteY493" fmla="*/ 4512230 h 6858000"/>
              <a:gd name="connsiteX494" fmla="*/ 3653088 w 7467600"/>
              <a:gd name="connsiteY494" fmla="*/ 4521417 h 6858000"/>
              <a:gd name="connsiteX495" fmla="*/ 3988128 w 7467600"/>
              <a:gd name="connsiteY495" fmla="*/ 4817267 h 6858000"/>
              <a:gd name="connsiteX496" fmla="*/ 4830582 w 7467600"/>
              <a:gd name="connsiteY496" fmla="*/ 4676000 h 6858000"/>
              <a:gd name="connsiteX497" fmla="*/ 4830100 w 7467600"/>
              <a:gd name="connsiteY497" fmla="*/ 4675554 h 6858000"/>
              <a:gd name="connsiteX498" fmla="*/ 4036318 w 7467600"/>
              <a:gd name="connsiteY498" fmla="*/ 4147013 h 6858000"/>
              <a:gd name="connsiteX499" fmla="*/ 3432098 w 7467600"/>
              <a:gd name="connsiteY499" fmla="*/ 3537312 h 6858000"/>
              <a:gd name="connsiteX500" fmla="*/ 3446761 w 7467600"/>
              <a:gd name="connsiteY500" fmla="*/ 3461278 h 6858000"/>
              <a:gd name="connsiteX501" fmla="*/ 4419733 w 7467600"/>
              <a:gd name="connsiteY501" fmla="*/ 3963555 h 6858000"/>
              <a:gd name="connsiteX502" fmla="*/ 4781371 w 7467600"/>
              <a:gd name="connsiteY502" fmla="*/ 4458604 h 6858000"/>
              <a:gd name="connsiteX503" fmla="*/ 4780440 w 7467600"/>
              <a:gd name="connsiteY503" fmla="*/ 4470290 h 6858000"/>
              <a:gd name="connsiteX504" fmla="*/ 4898954 w 7467600"/>
              <a:gd name="connsiteY504" fmla="*/ 4662092 h 6858000"/>
              <a:gd name="connsiteX505" fmla="*/ 4900699 w 7467600"/>
              <a:gd name="connsiteY505" fmla="*/ 4670867 h 6858000"/>
              <a:gd name="connsiteX506" fmla="*/ 5714511 w 7467600"/>
              <a:gd name="connsiteY506" fmla="*/ 4663483 h 6858000"/>
              <a:gd name="connsiteX507" fmla="*/ 5464793 w 7467600"/>
              <a:gd name="connsiteY507" fmla="*/ 4393556 h 6858000"/>
              <a:gd name="connsiteX508" fmla="*/ 5461897 w 7467600"/>
              <a:gd name="connsiteY508" fmla="*/ 4390879 h 6858000"/>
              <a:gd name="connsiteX509" fmla="*/ 4294126 w 7467600"/>
              <a:gd name="connsiteY509" fmla="*/ 3303048 h 6858000"/>
              <a:gd name="connsiteX510" fmla="*/ 4305321 w 7467600"/>
              <a:gd name="connsiteY510" fmla="*/ 3256953 h 6858000"/>
              <a:gd name="connsiteX511" fmla="*/ 4949299 w 7467600"/>
              <a:gd name="connsiteY511" fmla="*/ 3766336 h 6858000"/>
              <a:gd name="connsiteX512" fmla="*/ 5291452 w 7467600"/>
              <a:gd name="connsiteY512" fmla="*/ 4076801 h 6858000"/>
              <a:gd name="connsiteX513" fmla="*/ 5434998 w 7467600"/>
              <a:gd name="connsiteY513" fmla="*/ 4254100 h 6858000"/>
              <a:gd name="connsiteX514" fmla="*/ 5351015 w 7467600"/>
              <a:gd name="connsiteY514" fmla="*/ 3760989 h 6858000"/>
              <a:gd name="connsiteX515" fmla="*/ 5413780 w 7467600"/>
              <a:gd name="connsiteY515" fmla="*/ 2966265 h 6858000"/>
              <a:gd name="connsiteX516" fmla="*/ 5425627 w 7467600"/>
              <a:gd name="connsiteY516" fmla="*/ 2954192 h 6858000"/>
              <a:gd name="connsiteX517" fmla="*/ 6604735 w 7467600"/>
              <a:gd name="connsiteY517" fmla="*/ 2041381 h 6858000"/>
              <a:gd name="connsiteX518" fmla="*/ 7204487 w 7467600"/>
              <a:gd name="connsiteY518" fmla="*/ 2742112 h 6858000"/>
              <a:gd name="connsiteX519" fmla="*/ 7131592 w 7467600"/>
              <a:gd name="connsiteY519" fmla="*/ 2672096 h 6858000"/>
              <a:gd name="connsiteX520" fmla="*/ 6996344 w 7467600"/>
              <a:gd name="connsiteY520" fmla="*/ 2518310 h 6858000"/>
              <a:gd name="connsiteX521" fmla="*/ 6735495 w 7467600"/>
              <a:gd name="connsiteY521" fmla="*/ 2196890 h 6858000"/>
              <a:gd name="connsiteX522" fmla="*/ 6721901 w 7467600"/>
              <a:gd name="connsiteY522" fmla="*/ 2179274 h 6858000"/>
              <a:gd name="connsiteX523" fmla="*/ 6604735 w 7467600"/>
              <a:gd name="connsiteY523" fmla="*/ 2041381 h 6858000"/>
              <a:gd name="connsiteX524" fmla="*/ 6591670 w 7467600"/>
              <a:gd name="connsiteY524" fmla="*/ 1988277 h 6858000"/>
              <a:gd name="connsiteX525" fmla="*/ 6747349 w 7467600"/>
              <a:gd name="connsiteY525" fmla="*/ 2160069 h 6858000"/>
              <a:gd name="connsiteX526" fmla="*/ 6760943 w 7467600"/>
              <a:gd name="connsiteY526" fmla="*/ 2177686 h 6858000"/>
              <a:gd name="connsiteX527" fmla="*/ 7021065 w 7467600"/>
              <a:gd name="connsiteY527" fmla="*/ 2498102 h 6858000"/>
              <a:gd name="connsiteX528" fmla="*/ 7155223 w 7467600"/>
              <a:gd name="connsiteY528" fmla="*/ 2650386 h 6858000"/>
              <a:gd name="connsiteX529" fmla="*/ 7203167 w 7467600"/>
              <a:gd name="connsiteY529" fmla="*/ 2697288 h 6858000"/>
              <a:gd name="connsiteX530" fmla="*/ 6937703 w 7467600"/>
              <a:gd name="connsiteY530" fmla="*/ 2321981 h 6858000"/>
              <a:gd name="connsiteX531" fmla="*/ 6591670 w 7467600"/>
              <a:gd name="connsiteY531" fmla="*/ 1988277 h 6858000"/>
              <a:gd name="connsiteX532" fmla="*/ 5798671 w 7467600"/>
              <a:gd name="connsiteY532" fmla="*/ 1981601 h 6858000"/>
              <a:gd name="connsiteX533" fmla="*/ 5754709 w 7467600"/>
              <a:gd name="connsiteY533" fmla="*/ 2071454 h 6858000"/>
              <a:gd name="connsiteX534" fmla="*/ 5763044 w 7467600"/>
              <a:gd name="connsiteY534" fmla="*/ 2842206 h 6858000"/>
              <a:gd name="connsiteX535" fmla="*/ 5764974 w 7467600"/>
              <a:gd name="connsiteY535" fmla="*/ 2799609 h 6858000"/>
              <a:gd name="connsiteX536" fmla="*/ 5767665 w 7467600"/>
              <a:gd name="connsiteY536" fmla="*/ 2666409 h 6858000"/>
              <a:gd name="connsiteX537" fmla="*/ 5763055 w 7467600"/>
              <a:gd name="connsiteY537" fmla="*/ 2579705 h 6858000"/>
              <a:gd name="connsiteX538" fmla="*/ 5758079 w 7467600"/>
              <a:gd name="connsiteY538" fmla="*/ 2492508 h 6858000"/>
              <a:gd name="connsiteX539" fmla="*/ 5779325 w 7467600"/>
              <a:gd name="connsiteY539" fmla="*/ 2197069 h 6858000"/>
              <a:gd name="connsiteX540" fmla="*/ 5798671 w 7467600"/>
              <a:gd name="connsiteY540" fmla="*/ 1981601 h 6858000"/>
              <a:gd name="connsiteX541" fmla="*/ 5829202 w 7467600"/>
              <a:gd name="connsiteY541" fmla="*/ 1971679 h 6858000"/>
              <a:gd name="connsiteX542" fmla="*/ 5809558 w 7467600"/>
              <a:gd name="connsiteY542" fmla="*/ 2198043 h 6858000"/>
              <a:gd name="connsiteX543" fmla="*/ 5788653 w 7467600"/>
              <a:gd name="connsiteY543" fmla="*/ 2489430 h 6858000"/>
              <a:gd name="connsiteX544" fmla="*/ 5793439 w 7467600"/>
              <a:gd name="connsiteY544" fmla="*/ 2575235 h 6858000"/>
              <a:gd name="connsiteX545" fmla="*/ 5796837 w 7467600"/>
              <a:gd name="connsiteY545" fmla="*/ 2637633 h 6858000"/>
              <a:gd name="connsiteX546" fmla="*/ 5818614 w 7467600"/>
              <a:gd name="connsiteY546" fmla="*/ 2473055 h 6858000"/>
              <a:gd name="connsiteX547" fmla="*/ 5829202 w 7467600"/>
              <a:gd name="connsiteY547" fmla="*/ 1971679 h 6858000"/>
              <a:gd name="connsiteX548" fmla="*/ 5911389 w 7467600"/>
              <a:gd name="connsiteY548" fmla="*/ 1898371 h 6858000"/>
              <a:gd name="connsiteX549" fmla="*/ 6237627 w 7467600"/>
              <a:gd name="connsiteY549" fmla="*/ 2231921 h 6858000"/>
              <a:gd name="connsiteX550" fmla="*/ 5911389 w 7467600"/>
              <a:gd name="connsiteY550" fmla="*/ 1898371 h 6858000"/>
              <a:gd name="connsiteX551" fmla="*/ 6944437 w 7467600"/>
              <a:gd name="connsiteY551" fmla="*/ 1575402 h 6858000"/>
              <a:gd name="connsiteX552" fmla="*/ 6304730 w 7467600"/>
              <a:gd name="connsiteY552" fmla="*/ 1766654 h 6858000"/>
              <a:gd name="connsiteX553" fmla="*/ 6944437 w 7467600"/>
              <a:gd name="connsiteY553" fmla="*/ 1575402 h 6858000"/>
              <a:gd name="connsiteX554" fmla="*/ 7019523 w 7467600"/>
              <a:gd name="connsiteY554" fmla="*/ 1519450 h 6858000"/>
              <a:gd name="connsiteX555" fmla="*/ 6298091 w 7467600"/>
              <a:gd name="connsiteY555" fmla="*/ 1737122 h 6858000"/>
              <a:gd name="connsiteX556" fmla="*/ 7019523 w 7467600"/>
              <a:gd name="connsiteY556" fmla="*/ 1519450 h 6858000"/>
              <a:gd name="connsiteX557" fmla="*/ 2399523 w 7467600"/>
              <a:gd name="connsiteY557" fmla="*/ 1428234 h 6858000"/>
              <a:gd name="connsiteX558" fmla="*/ 2224982 w 7467600"/>
              <a:gd name="connsiteY558" fmla="*/ 1826201 h 6858000"/>
              <a:gd name="connsiteX559" fmla="*/ 2096099 w 7467600"/>
              <a:gd name="connsiteY559" fmla="*/ 2345900 h 6858000"/>
              <a:gd name="connsiteX560" fmla="*/ 2283317 w 7467600"/>
              <a:gd name="connsiteY560" fmla="*/ 1796925 h 6858000"/>
              <a:gd name="connsiteX561" fmla="*/ 2399523 w 7467600"/>
              <a:gd name="connsiteY561" fmla="*/ 1428234 h 6858000"/>
              <a:gd name="connsiteX562" fmla="*/ 2448558 w 7467600"/>
              <a:gd name="connsiteY562" fmla="*/ 1373435 h 6858000"/>
              <a:gd name="connsiteX563" fmla="*/ 2312521 w 7467600"/>
              <a:gd name="connsiteY563" fmla="*/ 1806140 h 6858000"/>
              <a:gd name="connsiteX564" fmla="*/ 2127533 w 7467600"/>
              <a:gd name="connsiteY564" fmla="*/ 2348380 h 6858000"/>
              <a:gd name="connsiteX565" fmla="*/ 2358080 w 7467600"/>
              <a:gd name="connsiteY565" fmla="*/ 1866134 h 6858000"/>
              <a:gd name="connsiteX566" fmla="*/ 2407436 w 7467600"/>
              <a:gd name="connsiteY566" fmla="*/ 1651070 h 6858000"/>
              <a:gd name="connsiteX567" fmla="*/ 2448558 w 7467600"/>
              <a:gd name="connsiteY567" fmla="*/ 1373435 h 6858000"/>
              <a:gd name="connsiteX568" fmla="*/ 278707 w 7467600"/>
              <a:gd name="connsiteY568" fmla="*/ 1352270 h 6858000"/>
              <a:gd name="connsiteX569" fmla="*/ 321570 w 7467600"/>
              <a:gd name="connsiteY569" fmla="*/ 1861610 h 6858000"/>
              <a:gd name="connsiteX570" fmla="*/ 294281 w 7467600"/>
              <a:gd name="connsiteY570" fmla="*/ 1440658 h 6858000"/>
              <a:gd name="connsiteX571" fmla="*/ 278707 w 7467600"/>
              <a:gd name="connsiteY571" fmla="*/ 1352270 h 6858000"/>
              <a:gd name="connsiteX572" fmla="*/ 1423821 w 7467600"/>
              <a:gd name="connsiteY572" fmla="*/ 1351958 h 6858000"/>
              <a:gd name="connsiteX573" fmla="*/ 1638521 w 7467600"/>
              <a:gd name="connsiteY573" fmla="*/ 1908470 h 6858000"/>
              <a:gd name="connsiteX574" fmla="*/ 1754199 w 7467600"/>
              <a:gd name="connsiteY574" fmla="*/ 2149284 h 6858000"/>
              <a:gd name="connsiteX575" fmla="*/ 1908359 w 7467600"/>
              <a:gd name="connsiteY575" fmla="*/ 2364988 h 6858000"/>
              <a:gd name="connsiteX576" fmla="*/ 1647661 w 7467600"/>
              <a:gd name="connsiteY576" fmla="*/ 1825945 h 6858000"/>
              <a:gd name="connsiteX577" fmla="*/ 1423821 w 7467600"/>
              <a:gd name="connsiteY577" fmla="*/ 1351958 h 6858000"/>
              <a:gd name="connsiteX578" fmla="*/ 1431890 w 7467600"/>
              <a:gd name="connsiteY578" fmla="*/ 1306475 h 6858000"/>
              <a:gd name="connsiteX579" fmla="*/ 1507597 w 7467600"/>
              <a:gd name="connsiteY579" fmla="*/ 1446132 h 6858000"/>
              <a:gd name="connsiteX580" fmla="*/ 1674586 w 7467600"/>
              <a:gd name="connsiteY580" fmla="*/ 1813832 h 6858000"/>
              <a:gd name="connsiteX581" fmla="*/ 1815950 w 7467600"/>
              <a:gd name="connsiteY581" fmla="*/ 2128564 h 6858000"/>
              <a:gd name="connsiteX582" fmla="*/ 1984242 w 7467600"/>
              <a:gd name="connsiteY582" fmla="*/ 2430829 h 6858000"/>
              <a:gd name="connsiteX583" fmla="*/ 2014023 w 7467600"/>
              <a:gd name="connsiteY583" fmla="*/ 2450995 h 6858000"/>
              <a:gd name="connsiteX584" fmla="*/ 1747337 w 7467600"/>
              <a:gd name="connsiteY584" fmla="*/ 1855264 h 6858000"/>
              <a:gd name="connsiteX585" fmla="*/ 1533749 w 7467600"/>
              <a:gd name="connsiteY585" fmla="*/ 1478656 h 6858000"/>
              <a:gd name="connsiteX586" fmla="*/ 1431890 w 7467600"/>
              <a:gd name="connsiteY586" fmla="*/ 1306475 h 6858000"/>
              <a:gd name="connsiteX587" fmla="*/ 5052692 w 7467600"/>
              <a:gd name="connsiteY587" fmla="*/ 1292994 h 6858000"/>
              <a:gd name="connsiteX588" fmla="*/ 5200661 w 7467600"/>
              <a:gd name="connsiteY588" fmla="*/ 1635186 h 6858000"/>
              <a:gd name="connsiteX589" fmla="*/ 5297138 w 7467600"/>
              <a:gd name="connsiteY589" fmla="*/ 1906351 h 6858000"/>
              <a:gd name="connsiteX590" fmla="*/ 5052692 w 7467600"/>
              <a:gd name="connsiteY590" fmla="*/ 1292994 h 6858000"/>
              <a:gd name="connsiteX591" fmla="*/ 5009948 w 7467600"/>
              <a:gd name="connsiteY591" fmla="*/ 1273619 h 6858000"/>
              <a:gd name="connsiteX592" fmla="*/ 5121777 w 7467600"/>
              <a:gd name="connsiteY592" fmla="*/ 1654213 h 6858000"/>
              <a:gd name="connsiteX593" fmla="*/ 5293545 w 7467600"/>
              <a:gd name="connsiteY593" fmla="*/ 2072247 h 6858000"/>
              <a:gd name="connsiteX594" fmla="*/ 5294042 w 7467600"/>
              <a:gd name="connsiteY594" fmla="*/ 2065019 h 6858000"/>
              <a:gd name="connsiteX595" fmla="*/ 5171936 w 7467600"/>
              <a:gd name="connsiteY595" fmla="*/ 1647613 h 6858000"/>
              <a:gd name="connsiteX596" fmla="*/ 5009948 w 7467600"/>
              <a:gd name="connsiteY596" fmla="*/ 1273619 h 6858000"/>
              <a:gd name="connsiteX597" fmla="*/ 655236 w 7467600"/>
              <a:gd name="connsiteY597" fmla="*/ 1268632 h 6858000"/>
              <a:gd name="connsiteX598" fmla="*/ 839521 w 7467600"/>
              <a:gd name="connsiteY598" fmla="*/ 1685315 h 6858000"/>
              <a:gd name="connsiteX599" fmla="*/ 1109416 w 7467600"/>
              <a:gd name="connsiteY599" fmla="*/ 2061663 h 6858000"/>
              <a:gd name="connsiteX600" fmla="*/ 1298300 w 7467600"/>
              <a:gd name="connsiteY600" fmla="*/ 2247742 h 6858000"/>
              <a:gd name="connsiteX601" fmla="*/ 1125871 w 7467600"/>
              <a:gd name="connsiteY601" fmla="*/ 1989513 h 6858000"/>
              <a:gd name="connsiteX602" fmla="*/ 981574 w 7467600"/>
              <a:gd name="connsiteY602" fmla="*/ 1783157 h 6858000"/>
              <a:gd name="connsiteX603" fmla="*/ 922198 w 7467600"/>
              <a:gd name="connsiteY603" fmla="*/ 1677437 h 6858000"/>
              <a:gd name="connsiteX604" fmla="*/ 869293 w 7467600"/>
              <a:gd name="connsiteY604" fmla="*/ 1583214 h 6858000"/>
              <a:gd name="connsiteX605" fmla="*/ 751431 w 7467600"/>
              <a:gd name="connsiteY605" fmla="*/ 1405731 h 6858000"/>
              <a:gd name="connsiteX606" fmla="*/ 655236 w 7467600"/>
              <a:gd name="connsiteY606" fmla="*/ 1268632 h 6858000"/>
              <a:gd name="connsiteX607" fmla="*/ 6516292 w 7467600"/>
              <a:gd name="connsiteY607" fmla="*/ 1263064 h 6858000"/>
              <a:gd name="connsiteX608" fmla="*/ 5736320 w 7467600"/>
              <a:gd name="connsiteY608" fmla="*/ 1501803 h 6858000"/>
              <a:gd name="connsiteX609" fmla="*/ 6516292 w 7467600"/>
              <a:gd name="connsiteY609" fmla="*/ 1263064 h 6858000"/>
              <a:gd name="connsiteX610" fmla="*/ 291466 w 7467600"/>
              <a:gd name="connsiteY610" fmla="*/ 1250369 h 6858000"/>
              <a:gd name="connsiteX611" fmla="*/ 323180 w 7467600"/>
              <a:gd name="connsiteY611" fmla="*/ 1435283 h 6858000"/>
              <a:gd name="connsiteX612" fmla="*/ 349381 w 7467600"/>
              <a:gd name="connsiteY612" fmla="*/ 1875041 h 6858000"/>
              <a:gd name="connsiteX613" fmla="*/ 374363 w 7467600"/>
              <a:gd name="connsiteY613" fmla="*/ 1506494 h 6858000"/>
              <a:gd name="connsiteX614" fmla="*/ 302168 w 7467600"/>
              <a:gd name="connsiteY614" fmla="*/ 1274495 h 6858000"/>
              <a:gd name="connsiteX615" fmla="*/ 291466 w 7467600"/>
              <a:gd name="connsiteY615" fmla="*/ 1250369 h 6858000"/>
              <a:gd name="connsiteX616" fmla="*/ 678222 w 7467600"/>
              <a:gd name="connsiteY616" fmla="*/ 1248670 h 6858000"/>
              <a:gd name="connsiteX617" fmla="*/ 775536 w 7467600"/>
              <a:gd name="connsiteY617" fmla="*/ 1388015 h 6858000"/>
              <a:gd name="connsiteX618" fmla="*/ 894529 w 7467600"/>
              <a:gd name="connsiteY618" fmla="*/ 1567739 h 6858000"/>
              <a:gd name="connsiteX619" fmla="*/ 948000 w 7467600"/>
              <a:gd name="connsiteY619" fmla="*/ 1663088 h 6858000"/>
              <a:gd name="connsiteX620" fmla="*/ 1006812 w 7467600"/>
              <a:gd name="connsiteY620" fmla="*/ 1767683 h 6858000"/>
              <a:gd name="connsiteX621" fmla="*/ 1149133 w 7467600"/>
              <a:gd name="connsiteY621" fmla="*/ 1971513 h 6858000"/>
              <a:gd name="connsiteX622" fmla="*/ 1333952 w 7467600"/>
              <a:gd name="connsiteY622" fmla="*/ 2251620 h 6858000"/>
              <a:gd name="connsiteX623" fmla="*/ 1337329 w 7467600"/>
              <a:gd name="connsiteY623" fmla="*/ 2258350 h 6858000"/>
              <a:gd name="connsiteX624" fmla="*/ 1014726 w 7467600"/>
              <a:gd name="connsiteY624" fmla="*/ 1615556 h 6858000"/>
              <a:gd name="connsiteX625" fmla="*/ 678222 w 7467600"/>
              <a:gd name="connsiteY625" fmla="*/ 1248670 h 6858000"/>
              <a:gd name="connsiteX626" fmla="*/ 6691602 w 7467600"/>
              <a:gd name="connsiteY626" fmla="*/ 1140573 h 6858000"/>
              <a:gd name="connsiteX627" fmla="*/ 6571100 w 7467600"/>
              <a:gd name="connsiteY627" fmla="*/ 1183662 h 6858000"/>
              <a:gd name="connsiteX628" fmla="*/ 6241687 w 7467600"/>
              <a:gd name="connsiteY628" fmla="*/ 1257600 h 6858000"/>
              <a:gd name="connsiteX629" fmla="*/ 5693009 w 7467600"/>
              <a:gd name="connsiteY629" fmla="*/ 1478256 h 6858000"/>
              <a:gd name="connsiteX630" fmla="*/ 6548420 w 7467600"/>
              <a:gd name="connsiteY630" fmla="*/ 1214599 h 6858000"/>
              <a:gd name="connsiteX631" fmla="*/ 6605473 w 7467600"/>
              <a:gd name="connsiteY631" fmla="*/ 1184686 h 6858000"/>
              <a:gd name="connsiteX632" fmla="*/ 6691602 w 7467600"/>
              <a:gd name="connsiteY632" fmla="*/ 1140573 h 6858000"/>
              <a:gd name="connsiteX633" fmla="*/ 4002475 w 7467600"/>
              <a:gd name="connsiteY633" fmla="*/ 1037802 h 6858000"/>
              <a:gd name="connsiteX634" fmla="*/ 4000324 w 7467600"/>
              <a:gd name="connsiteY634" fmla="*/ 1039362 h 6858000"/>
              <a:gd name="connsiteX635" fmla="*/ 4002862 w 7467600"/>
              <a:gd name="connsiteY635" fmla="*/ 1042866 h 6858000"/>
              <a:gd name="connsiteX636" fmla="*/ 4002475 w 7467600"/>
              <a:gd name="connsiteY636" fmla="*/ 1037802 h 6858000"/>
              <a:gd name="connsiteX637" fmla="*/ 506322 w 7467600"/>
              <a:gd name="connsiteY637" fmla="*/ 1020997 h 6858000"/>
              <a:gd name="connsiteX638" fmla="*/ 533068 w 7467600"/>
              <a:gd name="connsiteY638" fmla="*/ 1029409 h 6858000"/>
              <a:gd name="connsiteX639" fmla="*/ 1232525 w 7467600"/>
              <a:gd name="connsiteY639" fmla="*/ 1804675 h 6858000"/>
              <a:gd name="connsiteX640" fmla="*/ 1388858 w 7467600"/>
              <a:gd name="connsiteY640" fmla="*/ 2368011 h 6858000"/>
              <a:gd name="connsiteX641" fmla="*/ 1384098 w 7467600"/>
              <a:gd name="connsiteY641" fmla="*/ 2378125 h 6858000"/>
              <a:gd name="connsiteX642" fmla="*/ 1425393 w 7467600"/>
              <a:gd name="connsiteY642" fmla="*/ 2589124 h 6858000"/>
              <a:gd name="connsiteX643" fmla="*/ 1424001 w 7467600"/>
              <a:gd name="connsiteY643" fmla="*/ 2597541 h 6858000"/>
              <a:gd name="connsiteX644" fmla="*/ 2152729 w 7467600"/>
              <a:gd name="connsiteY644" fmla="*/ 2864487 h 6858000"/>
              <a:gd name="connsiteX645" fmla="*/ 2020609 w 7467600"/>
              <a:gd name="connsiteY645" fmla="*/ 2539671 h 6858000"/>
              <a:gd name="connsiteX646" fmla="*/ 2018920 w 7467600"/>
              <a:gd name="connsiteY646" fmla="*/ 2536309 h 6858000"/>
              <a:gd name="connsiteX647" fmla="*/ 1342441 w 7467600"/>
              <a:gd name="connsiteY647" fmla="*/ 1173017 h 6858000"/>
              <a:gd name="connsiteX648" fmla="*/ 1367925 w 7467600"/>
              <a:gd name="connsiteY648" fmla="*/ 1135648 h 6858000"/>
              <a:gd name="connsiteX649" fmla="*/ 1771401 w 7467600"/>
              <a:gd name="connsiteY649" fmla="*/ 1806673 h 6858000"/>
              <a:gd name="connsiteX650" fmla="*/ 1972385 w 7467600"/>
              <a:gd name="connsiteY650" fmla="*/ 2198735 h 6858000"/>
              <a:gd name="connsiteX651" fmla="*/ 2040892 w 7467600"/>
              <a:gd name="connsiteY651" fmla="*/ 2405205 h 6858000"/>
              <a:gd name="connsiteX652" fmla="*/ 2131689 w 7467600"/>
              <a:gd name="connsiteY652" fmla="*/ 1936926 h 6858000"/>
              <a:gd name="connsiteX653" fmla="*/ 2454820 w 7467600"/>
              <a:gd name="connsiteY653" fmla="*/ 1248808 h 6858000"/>
              <a:gd name="connsiteX654" fmla="*/ 2492512 w 7467600"/>
              <a:gd name="connsiteY654" fmla="*/ 1302920 h 6858000"/>
              <a:gd name="connsiteX655" fmla="*/ 2081216 w 7467600"/>
              <a:gd name="connsiteY655" fmla="*/ 2527513 h 6858000"/>
              <a:gd name="connsiteX656" fmla="*/ 2081211 w 7467600"/>
              <a:gd name="connsiteY656" fmla="*/ 2528916 h 6858000"/>
              <a:gd name="connsiteX657" fmla="*/ 2199067 w 7467600"/>
              <a:gd name="connsiteY657" fmla="*/ 2884061 h 6858000"/>
              <a:gd name="connsiteX658" fmla="*/ 3192586 w 7467600"/>
              <a:gd name="connsiteY658" fmla="*/ 3411496 h 6858000"/>
              <a:gd name="connsiteX659" fmla="*/ 3182620 w 7467600"/>
              <a:gd name="connsiteY659" fmla="*/ 3483279 h 6858000"/>
              <a:gd name="connsiteX660" fmla="*/ 2435119 w 7467600"/>
              <a:gd name="connsiteY660" fmla="*/ 3080173 h 6858000"/>
              <a:gd name="connsiteX661" fmla="*/ 2410152 w 7467600"/>
              <a:gd name="connsiteY661" fmla="*/ 3063751 h 6858000"/>
              <a:gd name="connsiteX662" fmla="*/ 2408099 w 7467600"/>
              <a:gd name="connsiteY662" fmla="*/ 3064403 h 6858000"/>
              <a:gd name="connsiteX663" fmla="*/ 2407218 w 7467600"/>
              <a:gd name="connsiteY663" fmla="*/ 3070324 h 6858000"/>
              <a:gd name="connsiteX664" fmla="*/ 2380138 w 7467600"/>
              <a:gd name="connsiteY664" fmla="*/ 3099341 h 6858000"/>
              <a:gd name="connsiteX665" fmla="*/ 1765923 w 7467600"/>
              <a:gd name="connsiteY665" fmla="*/ 3581043 h 6858000"/>
              <a:gd name="connsiteX666" fmla="*/ 1702258 w 7467600"/>
              <a:gd name="connsiteY666" fmla="*/ 3612286 h 6858000"/>
              <a:gd name="connsiteX667" fmla="*/ 1538370 w 7467600"/>
              <a:gd name="connsiteY667" fmla="*/ 3811804 h 6858000"/>
              <a:gd name="connsiteX668" fmla="*/ 542867 w 7467600"/>
              <a:gd name="connsiteY668" fmla="*/ 4944092 h 6858000"/>
              <a:gd name="connsiteX669" fmla="*/ 515800 w 7467600"/>
              <a:gd name="connsiteY669" fmla="*/ 4862180 h 6858000"/>
              <a:gd name="connsiteX670" fmla="*/ 909145 w 7467600"/>
              <a:gd name="connsiteY670" fmla="*/ 4199225 h 6858000"/>
              <a:gd name="connsiteX671" fmla="*/ 1214067 w 7467600"/>
              <a:gd name="connsiteY671" fmla="*/ 3908561 h 6858000"/>
              <a:gd name="connsiteX672" fmla="*/ 640967 w 7467600"/>
              <a:gd name="connsiteY672" fmla="*/ 4105601 h 6858000"/>
              <a:gd name="connsiteX673" fmla="*/ 112563 w 7467600"/>
              <a:gd name="connsiteY673" fmla="*/ 4396952 h 6858000"/>
              <a:gd name="connsiteX674" fmla="*/ 0 w 7467600"/>
              <a:gd name="connsiteY674" fmla="*/ 4466006 h 6858000"/>
              <a:gd name="connsiteX675" fmla="*/ 0 w 7467600"/>
              <a:gd name="connsiteY675" fmla="*/ 4233763 h 6858000"/>
              <a:gd name="connsiteX676" fmla="*/ 36881 w 7467600"/>
              <a:gd name="connsiteY676" fmla="*/ 4200118 h 6858000"/>
              <a:gd name="connsiteX677" fmla="*/ 910534 w 7467600"/>
              <a:gd name="connsiteY677" fmla="*/ 3629753 h 6858000"/>
              <a:gd name="connsiteX678" fmla="*/ 1578717 w 7467600"/>
              <a:gd name="connsiteY678" fmla="*/ 3575982 h 6858000"/>
              <a:gd name="connsiteX679" fmla="*/ 2338780 w 7467600"/>
              <a:gd name="connsiteY679" fmla="*/ 3033725 h 6858000"/>
              <a:gd name="connsiteX680" fmla="*/ 1807991 w 7467600"/>
              <a:gd name="connsiteY680" fmla="*/ 2807184 h 6858000"/>
              <a:gd name="connsiteX681" fmla="*/ 1416358 w 7467600"/>
              <a:gd name="connsiteY681" fmla="*/ 3112571 h 6858000"/>
              <a:gd name="connsiteX682" fmla="*/ 939066 w 7467600"/>
              <a:gd name="connsiteY682" fmla="*/ 3378798 h 6858000"/>
              <a:gd name="connsiteX683" fmla="*/ 115099 w 7467600"/>
              <a:gd name="connsiteY683" fmla="*/ 3607650 h 6858000"/>
              <a:gd name="connsiteX684" fmla="*/ 97284 w 7467600"/>
              <a:gd name="connsiteY684" fmla="*/ 3520393 h 6858000"/>
              <a:gd name="connsiteX685" fmla="*/ 922050 w 7467600"/>
              <a:gd name="connsiteY685" fmla="*/ 3074867 h 6858000"/>
              <a:gd name="connsiteX686" fmla="*/ 1405265 w 7467600"/>
              <a:gd name="connsiteY686" fmla="*/ 3016319 h 6858000"/>
              <a:gd name="connsiteX687" fmla="*/ 1407512 w 7467600"/>
              <a:gd name="connsiteY687" fmla="*/ 3018001 h 6858000"/>
              <a:gd name="connsiteX688" fmla="*/ 1726266 w 7467600"/>
              <a:gd name="connsiteY688" fmla="*/ 2777274 h 6858000"/>
              <a:gd name="connsiteX689" fmla="*/ 625390 w 7467600"/>
              <a:gd name="connsiteY689" fmla="*/ 2514541 h 6858000"/>
              <a:gd name="connsiteX690" fmla="*/ 619799 w 7467600"/>
              <a:gd name="connsiteY690" fmla="*/ 2527180 h 6858000"/>
              <a:gd name="connsiteX691" fmla="*/ 310030 w 7467600"/>
              <a:gd name="connsiteY691" fmla="*/ 2771818 h 6858000"/>
              <a:gd name="connsiteX692" fmla="*/ 173877 w 7467600"/>
              <a:gd name="connsiteY692" fmla="*/ 2937056 h 6858000"/>
              <a:gd name="connsiteX693" fmla="*/ 77889 w 7467600"/>
              <a:gd name="connsiteY693" fmla="*/ 3138440 h 6858000"/>
              <a:gd name="connsiteX694" fmla="*/ 0 w 7467600"/>
              <a:gd name="connsiteY694" fmla="*/ 3271395 h 6858000"/>
              <a:gd name="connsiteX695" fmla="*/ 0 w 7467600"/>
              <a:gd name="connsiteY695" fmla="*/ 3153002 h 6858000"/>
              <a:gd name="connsiteX696" fmla="*/ 2386 w 7467600"/>
              <a:gd name="connsiteY696" fmla="*/ 3149203 h 6858000"/>
              <a:gd name="connsiteX697" fmla="*/ 89753 w 7467600"/>
              <a:gd name="connsiteY697" fmla="*/ 2987702 h 6858000"/>
              <a:gd name="connsiteX698" fmla="*/ 76869 w 7467600"/>
              <a:gd name="connsiteY698" fmla="*/ 3005404 h 6858000"/>
              <a:gd name="connsiteX699" fmla="*/ 32049 w 7467600"/>
              <a:gd name="connsiteY699" fmla="*/ 3065814 h 6858000"/>
              <a:gd name="connsiteX700" fmla="*/ 0 w 7467600"/>
              <a:gd name="connsiteY700" fmla="*/ 3108744 h 6858000"/>
              <a:gd name="connsiteX701" fmla="*/ 0 w 7467600"/>
              <a:gd name="connsiteY701" fmla="*/ 3058059 h 6858000"/>
              <a:gd name="connsiteX702" fmla="*/ 7610 w 7467600"/>
              <a:gd name="connsiteY702" fmla="*/ 3047889 h 6858000"/>
              <a:gd name="connsiteX703" fmla="*/ 52419 w 7467600"/>
              <a:gd name="connsiteY703" fmla="*/ 2987479 h 6858000"/>
              <a:gd name="connsiteX704" fmla="*/ 59142 w 7467600"/>
              <a:gd name="connsiteY704" fmla="*/ 2978488 h 6858000"/>
              <a:gd name="connsiteX705" fmla="*/ 0 w 7467600"/>
              <a:gd name="connsiteY705" fmla="*/ 3015334 h 6858000"/>
              <a:gd name="connsiteX706" fmla="*/ 0 w 7467600"/>
              <a:gd name="connsiteY706" fmla="*/ 2914286 h 6858000"/>
              <a:gd name="connsiteX707" fmla="*/ 36383 w 7467600"/>
              <a:gd name="connsiteY707" fmla="*/ 2901128 h 6858000"/>
              <a:gd name="connsiteX708" fmla="*/ 156329 w 7467600"/>
              <a:gd name="connsiteY708" fmla="*/ 2840533 h 6858000"/>
              <a:gd name="connsiteX709" fmla="*/ 358355 w 7467600"/>
              <a:gd name="connsiteY709" fmla="*/ 2620471 h 6858000"/>
              <a:gd name="connsiteX710" fmla="*/ 510577 w 7467600"/>
              <a:gd name="connsiteY710" fmla="*/ 2501244 h 6858000"/>
              <a:gd name="connsiteX711" fmla="*/ 211967 w 7467600"/>
              <a:gd name="connsiteY711" fmla="*/ 2479171 h 6858000"/>
              <a:gd name="connsiteX712" fmla="*/ 0 w 7467600"/>
              <a:gd name="connsiteY712" fmla="*/ 2476398 h 6858000"/>
              <a:gd name="connsiteX713" fmla="*/ 0 w 7467600"/>
              <a:gd name="connsiteY713" fmla="*/ 2389189 h 6858000"/>
              <a:gd name="connsiteX714" fmla="*/ 103062 w 7467600"/>
              <a:gd name="connsiteY714" fmla="*/ 2389518 h 6858000"/>
              <a:gd name="connsiteX715" fmla="*/ 510734 w 7467600"/>
              <a:gd name="connsiteY715" fmla="*/ 2416201 h 6858000"/>
              <a:gd name="connsiteX716" fmla="*/ 279257 w 7467600"/>
              <a:gd name="connsiteY716" fmla="*/ 2092102 h 6858000"/>
              <a:gd name="connsiteX717" fmla="*/ 65265 w 7467600"/>
              <a:gd name="connsiteY717" fmla="*/ 2006049 h 6858000"/>
              <a:gd name="connsiteX718" fmla="*/ 0 w 7467600"/>
              <a:gd name="connsiteY718" fmla="*/ 1982532 h 6858000"/>
              <a:gd name="connsiteX719" fmla="*/ 0 w 7467600"/>
              <a:gd name="connsiteY719" fmla="*/ 1912789 h 6858000"/>
              <a:gd name="connsiteX720" fmla="*/ 97460 w 7467600"/>
              <a:gd name="connsiteY720" fmla="*/ 1953725 h 6858000"/>
              <a:gd name="connsiteX721" fmla="*/ 221272 w 7467600"/>
              <a:gd name="connsiteY721" fmla="*/ 1980766 h 6858000"/>
              <a:gd name="connsiteX722" fmla="*/ 116765 w 7467600"/>
              <a:gd name="connsiteY722" fmla="*/ 1911033 h 6858000"/>
              <a:gd name="connsiteX723" fmla="*/ 16405 w 7467600"/>
              <a:gd name="connsiteY723" fmla="*/ 1803412 h 6858000"/>
              <a:gd name="connsiteX724" fmla="*/ 0 w 7467600"/>
              <a:gd name="connsiteY724" fmla="*/ 1784777 h 6858000"/>
              <a:gd name="connsiteX725" fmla="*/ 0 w 7467600"/>
              <a:gd name="connsiteY725" fmla="*/ 1740082 h 6858000"/>
              <a:gd name="connsiteX726" fmla="*/ 39394 w 7467600"/>
              <a:gd name="connsiteY726" fmla="*/ 1784856 h 6858000"/>
              <a:gd name="connsiteX727" fmla="*/ 135813 w 7467600"/>
              <a:gd name="connsiteY727" fmla="*/ 1888838 h 6858000"/>
              <a:gd name="connsiteX728" fmla="*/ 242575 w 7467600"/>
              <a:gd name="connsiteY728" fmla="*/ 1958841 h 6858000"/>
              <a:gd name="connsiteX729" fmla="*/ 82197 w 7467600"/>
              <a:gd name="connsiteY729" fmla="*/ 1754826 h 6858000"/>
              <a:gd name="connsiteX730" fmla="*/ 0 w 7467600"/>
              <a:gd name="connsiteY730" fmla="*/ 1679650 h 6858000"/>
              <a:gd name="connsiteX731" fmla="*/ 0 w 7467600"/>
              <a:gd name="connsiteY731" fmla="*/ 1602463 h 6858000"/>
              <a:gd name="connsiteX732" fmla="*/ 84689 w 7467600"/>
              <a:gd name="connsiteY732" fmla="*/ 1677442 h 6858000"/>
              <a:gd name="connsiteX733" fmla="*/ 298437 w 7467600"/>
              <a:gd name="connsiteY733" fmla="*/ 1968019 h 6858000"/>
              <a:gd name="connsiteX734" fmla="*/ 227269 w 7467600"/>
              <a:gd name="connsiteY734" fmla="*/ 1114064 h 6858000"/>
              <a:gd name="connsiteX735" fmla="*/ 248003 w 7467600"/>
              <a:gd name="connsiteY735" fmla="*/ 1089613 h 6858000"/>
              <a:gd name="connsiteX736" fmla="*/ 427020 w 7467600"/>
              <a:gd name="connsiteY736" fmla="*/ 1619803 h 6858000"/>
              <a:gd name="connsiteX737" fmla="*/ 340345 w 7467600"/>
              <a:gd name="connsiteY737" fmla="*/ 2027739 h 6858000"/>
              <a:gd name="connsiteX738" fmla="*/ 360865 w 7467600"/>
              <a:gd name="connsiteY738" fmla="*/ 2044827 h 6858000"/>
              <a:gd name="connsiteX739" fmla="*/ 560414 w 7467600"/>
              <a:gd name="connsiteY739" fmla="*/ 2421457 h 6858000"/>
              <a:gd name="connsiteX740" fmla="*/ 1359703 w 7467600"/>
              <a:gd name="connsiteY740" fmla="*/ 2578554 h 6858000"/>
              <a:gd name="connsiteX741" fmla="*/ 1359422 w 7467600"/>
              <a:gd name="connsiteY741" fmla="*/ 2577994 h 6858000"/>
              <a:gd name="connsiteX742" fmla="*/ 828701 w 7467600"/>
              <a:gd name="connsiteY742" fmla="*/ 1839520 h 6858000"/>
              <a:gd name="connsiteX743" fmla="*/ 494427 w 7467600"/>
              <a:gd name="connsiteY743" fmla="*/ 1092333 h 6858000"/>
              <a:gd name="connsiteX744" fmla="*/ 506322 w 7467600"/>
              <a:gd name="connsiteY744" fmla="*/ 1020997 h 6858000"/>
              <a:gd name="connsiteX745" fmla="*/ 4570198 w 7467600"/>
              <a:gd name="connsiteY745" fmla="*/ 978081 h 6858000"/>
              <a:gd name="connsiteX746" fmla="*/ 4523691 w 7467600"/>
              <a:gd name="connsiteY746" fmla="*/ 1127776 h 6858000"/>
              <a:gd name="connsiteX747" fmla="*/ 4509875 w 7467600"/>
              <a:gd name="connsiteY747" fmla="*/ 1167552 h 6858000"/>
              <a:gd name="connsiteX748" fmla="*/ 4478168 w 7467600"/>
              <a:gd name="connsiteY748" fmla="*/ 1260735 h 6858000"/>
              <a:gd name="connsiteX749" fmla="*/ 4409309 w 7467600"/>
              <a:gd name="connsiteY749" fmla="*/ 1666996 h 6858000"/>
              <a:gd name="connsiteX750" fmla="*/ 4370031 w 7467600"/>
              <a:gd name="connsiteY750" fmla="*/ 1955666 h 6858000"/>
              <a:gd name="connsiteX751" fmla="*/ 4570198 w 7467600"/>
              <a:gd name="connsiteY751" fmla="*/ 978081 h 6858000"/>
              <a:gd name="connsiteX752" fmla="*/ 4557898 w 7467600"/>
              <a:gd name="connsiteY752" fmla="*/ 900011 h 6858000"/>
              <a:gd name="connsiteX753" fmla="*/ 4344840 w 7467600"/>
              <a:gd name="connsiteY753" fmla="*/ 1922038 h 6858000"/>
              <a:gd name="connsiteX754" fmla="*/ 4378710 w 7467600"/>
              <a:gd name="connsiteY754" fmla="*/ 1665516 h 6858000"/>
              <a:gd name="connsiteX755" fmla="*/ 4448798 w 7467600"/>
              <a:gd name="connsiteY755" fmla="*/ 1253024 h 6858000"/>
              <a:gd name="connsiteX756" fmla="*/ 4480315 w 7467600"/>
              <a:gd name="connsiteY756" fmla="*/ 1158454 h 6858000"/>
              <a:gd name="connsiteX757" fmla="*/ 4494133 w 7467600"/>
              <a:gd name="connsiteY757" fmla="*/ 1118676 h 6858000"/>
              <a:gd name="connsiteX758" fmla="*/ 4557898 w 7467600"/>
              <a:gd name="connsiteY758" fmla="*/ 900011 h 6858000"/>
              <a:gd name="connsiteX759" fmla="*/ 5870151 w 7467600"/>
              <a:gd name="connsiteY759" fmla="*/ 898890 h 6858000"/>
              <a:gd name="connsiteX760" fmla="*/ 5861335 w 7467600"/>
              <a:gd name="connsiteY760" fmla="*/ 899177 h 6858000"/>
              <a:gd name="connsiteX761" fmla="*/ 5843702 w 7467600"/>
              <a:gd name="connsiteY761" fmla="*/ 899748 h 6858000"/>
              <a:gd name="connsiteX762" fmla="*/ 5651107 w 7467600"/>
              <a:gd name="connsiteY762" fmla="*/ 920306 h 6858000"/>
              <a:gd name="connsiteX763" fmla="*/ 5459407 w 7467600"/>
              <a:gd name="connsiteY763" fmla="*/ 940975 h 6858000"/>
              <a:gd name="connsiteX764" fmla="*/ 5374846 w 7467600"/>
              <a:gd name="connsiteY764" fmla="*/ 941988 h 6858000"/>
              <a:gd name="connsiteX765" fmla="*/ 5256105 w 7467600"/>
              <a:gd name="connsiteY765" fmla="*/ 945632 h 6858000"/>
              <a:gd name="connsiteX766" fmla="*/ 5107071 w 7467600"/>
              <a:gd name="connsiteY766" fmla="*/ 969720 h 6858000"/>
              <a:gd name="connsiteX767" fmla="*/ 4998681 w 7467600"/>
              <a:gd name="connsiteY767" fmla="*/ 988771 h 6858000"/>
              <a:gd name="connsiteX768" fmla="*/ 5870151 w 7467600"/>
              <a:gd name="connsiteY768" fmla="*/ 898890 h 6858000"/>
              <a:gd name="connsiteX769" fmla="*/ 5504425 w 7467600"/>
              <a:gd name="connsiteY769" fmla="*/ 848067 h 6858000"/>
              <a:gd name="connsiteX770" fmla="*/ 4968849 w 7467600"/>
              <a:gd name="connsiteY770" fmla="*/ 962318 h 6858000"/>
              <a:gd name="connsiteX771" fmla="*/ 5104039 w 7467600"/>
              <a:gd name="connsiteY771" fmla="*/ 940634 h 6858000"/>
              <a:gd name="connsiteX772" fmla="*/ 5256311 w 7467600"/>
              <a:gd name="connsiteY772" fmla="*/ 916490 h 6858000"/>
              <a:gd name="connsiteX773" fmla="*/ 5377381 w 7467600"/>
              <a:gd name="connsiteY773" fmla="*/ 912671 h 6858000"/>
              <a:gd name="connsiteX774" fmla="*/ 5460148 w 7467600"/>
              <a:gd name="connsiteY774" fmla="*/ 911442 h 6858000"/>
              <a:gd name="connsiteX775" fmla="*/ 5648971 w 7467600"/>
              <a:gd name="connsiteY775" fmla="*/ 891331 h 6858000"/>
              <a:gd name="connsiteX776" fmla="*/ 5844807 w 7467600"/>
              <a:gd name="connsiteY776" fmla="*/ 870718 h 6858000"/>
              <a:gd name="connsiteX777" fmla="*/ 5862975 w 7467600"/>
              <a:gd name="connsiteY777" fmla="*/ 869756 h 6858000"/>
              <a:gd name="connsiteX778" fmla="*/ 5920887 w 7467600"/>
              <a:gd name="connsiteY778" fmla="*/ 865929 h 6858000"/>
              <a:gd name="connsiteX779" fmla="*/ 5504425 w 7467600"/>
              <a:gd name="connsiteY779" fmla="*/ 848067 h 6858000"/>
              <a:gd name="connsiteX780" fmla="*/ 3607114 w 7467600"/>
              <a:gd name="connsiteY780" fmla="*/ 467441 h 6858000"/>
              <a:gd name="connsiteX781" fmla="*/ 3296242 w 7467600"/>
              <a:gd name="connsiteY781" fmla="*/ 807991 h 6858000"/>
              <a:gd name="connsiteX782" fmla="*/ 3174674 w 7467600"/>
              <a:gd name="connsiteY782" fmla="*/ 919759 h 6858000"/>
              <a:gd name="connsiteX783" fmla="*/ 3042978 w 7467600"/>
              <a:gd name="connsiteY783" fmla="*/ 1054894 h 6858000"/>
              <a:gd name="connsiteX784" fmla="*/ 2968914 w 7467600"/>
              <a:gd name="connsiteY784" fmla="*/ 1133756 h 6858000"/>
              <a:gd name="connsiteX785" fmla="*/ 3103823 w 7467600"/>
              <a:gd name="connsiteY785" fmla="*/ 1026814 h 6858000"/>
              <a:gd name="connsiteX786" fmla="*/ 3607114 w 7467600"/>
              <a:gd name="connsiteY786" fmla="*/ 467441 h 6858000"/>
              <a:gd name="connsiteX787" fmla="*/ 3744487 w 7467600"/>
              <a:gd name="connsiteY787" fmla="*/ 383136 h 6858000"/>
              <a:gd name="connsiteX788" fmla="*/ 3970213 w 7467600"/>
              <a:gd name="connsiteY788" fmla="*/ 995559 h 6858000"/>
              <a:gd name="connsiteX789" fmla="*/ 3744487 w 7467600"/>
              <a:gd name="connsiteY789" fmla="*/ 383136 h 6858000"/>
              <a:gd name="connsiteX790" fmla="*/ 3624562 w 7467600"/>
              <a:gd name="connsiteY790" fmla="*/ 367041 h 6858000"/>
              <a:gd name="connsiteX791" fmla="*/ 3489712 w 7467600"/>
              <a:gd name="connsiteY791" fmla="*/ 485386 h 6858000"/>
              <a:gd name="connsiteX792" fmla="*/ 3182994 w 7467600"/>
              <a:gd name="connsiteY792" fmla="*/ 828265 h 6858000"/>
              <a:gd name="connsiteX793" fmla="*/ 2892114 w 7467600"/>
              <a:gd name="connsiteY793" fmla="*/ 1172635 h 6858000"/>
              <a:gd name="connsiteX794" fmla="*/ 3021459 w 7467600"/>
              <a:gd name="connsiteY794" fmla="*/ 1035385 h 6858000"/>
              <a:gd name="connsiteX795" fmla="*/ 3153873 w 7467600"/>
              <a:gd name="connsiteY795" fmla="*/ 898971 h 6858000"/>
              <a:gd name="connsiteX796" fmla="*/ 3276511 w 7467600"/>
              <a:gd name="connsiteY796" fmla="*/ 786423 h 6858000"/>
              <a:gd name="connsiteX797" fmla="*/ 3584154 w 7467600"/>
              <a:gd name="connsiteY797" fmla="*/ 448218 h 6858000"/>
              <a:gd name="connsiteX798" fmla="*/ 3624562 w 7467600"/>
              <a:gd name="connsiteY798" fmla="*/ 367041 h 6858000"/>
              <a:gd name="connsiteX799" fmla="*/ 3766672 w 7467600"/>
              <a:gd name="connsiteY799" fmla="*/ 359429 h 6858000"/>
              <a:gd name="connsiteX800" fmla="*/ 3996338 w 7467600"/>
              <a:gd name="connsiteY800" fmla="*/ 968237 h 6858000"/>
              <a:gd name="connsiteX801" fmla="*/ 3766672 w 7467600"/>
              <a:gd name="connsiteY801" fmla="*/ 359429 h 6858000"/>
              <a:gd name="connsiteX802" fmla="*/ 5805386 w 7467600"/>
              <a:gd name="connsiteY802" fmla="*/ 239240 h 6858000"/>
              <a:gd name="connsiteX803" fmla="*/ 5736947 w 7467600"/>
              <a:gd name="connsiteY803" fmla="*/ 261367 h 6858000"/>
              <a:gd name="connsiteX804" fmla="*/ 5427012 w 7467600"/>
              <a:gd name="connsiteY804" fmla="*/ 311272 h 6858000"/>
              <a:gd name="connsiteX805" fmla="*/ 5147818 w 7467600"/>
              <a:gd name="connsiteY805" fmla="*/ 322112 h 6858000"/>
              <a:gd name="connsiteX806" fmla="*/ 5060854 w 7467600"/>
              <a:gd name="connsiteY806" fmla="*/ 311882 h 6858000"/>
              <a:gd name="connsiteX807" fmla="*/ 4945989 w 7467600"/>
              <a:gd name="connsiteY807" fmla="*/ 300516 h 6858000"/>
              <a:gd name="connsiteX808" fmla="*/ 5410479 w 7467600"/>
              <a:gd name="connsiteY808" fmla="*/ 348434 h 6858000"/>
              <a:gd name="connsiteX809" fmla="*/ 5805386 w 7467600"/>
              <a:gd name="connsiteY809" fmla="*/ 239240 h 6858000"/>
              <a:gd name="connsiteX810" fmla="*/ 5905192 w 7467600"/>
              <a:gd name="connsiteY810" fmla="*/ 163079 h 6858000"/>
              <a:gd name="connsiteX811" fmla="*/ 5865655 w 7467600"/>
              <a:gd name="connsiteY811" fmla="*/ 171901 h 6858000"/>
              <a:gd name="connsiteX812" fmla="*/ 5259740 w 7467600"/>
              <a:gd name="connsiteY812" fmla="*/ 257013 h 6858000"/>
              <a:gd name="connsiteX813" fmla="*/ 5208466 w 7467600"/>
              <a:gd name="connsiteY813" fmla="*/ 257550 h 6858000"/>
              <a:gd name="connsiteX814" fmla="*/ 4980204 w 7467600"/>
              <a:gd name="connsiteY814" fmla="*/ 271903 h 6858000"/>
              <a:gd name="connsiteX815" fmla="*/ 5068068 w 7467600"/>
              <a:gd name="connsiteY815" fmla="*/ 282244 h 6858000"/>
              <a:gd name="connsiteX816" fmla="*/ 5153231 w 7467600"/>
              <a:gd name="connsiteY816" fmla="*/ 292240 h 6858000"/>
              <a:gd name="connsiteX817" fmla="*/ 5426491 w 7467600"/>
              <a:gd name="connsiteY817" fmla="*/ 281128 h 6858000"/>
              <a:gd name="connsiteX818" fmla="*/ 5731212 w 7467600"/>
              <a:gd name="connsiteY818" fmla="*/ 231951 h 6858000"/>
              <a:gd name="connsiteX819" fmla="*/ 5905192 w 7467600"/>
              <a:gd name="connsiteY819" fmla="*/ 163079 h 6858000"/>
              <a:gd name="connsiteX820" fmla="*/ 5944437 w 7467600"/>
              <a:gd name="connsiteY820" fmla="*/ 113829 h 6858000"/>
              <a:gd name="connsiteX821" fmla="*/ 5825032 w 7467600"/>
              <a:gd name="connsiteY821" fmla="*/ 146405 h 6858000"/>
              <a:gd name="connsiteX822" fmla="*/ 4955599 w 7467600"/>
              <a:gd name="connsiteY822" fmla="*/ 247008 h 6858000"/>
              <a:gd name="connsiteX823" fmla="*/ 5210104 w 7467600"/>
              <a:gd name="connsiteY823" fmla="*/ 228123 h 6858000"/>
              <a:gd name="connsiteX824" fmla="*/ 5261015 w 7467600"/>
              <a:gd name="connsiteY824" fmla="*/ 227087 h 6858000"/>
              <a:gd name="connsiteX825" fmla="*/ 5861181 w 7467600"/>
              <a:gd name="connsiteY825" fmla="*/ 143093 h 6858000"/>
              <a:gd name="connsiteX826" fmla="*/ 5961252 w 7467600"/>
              <a:gd name="connsiteY826" fmla="*/ 114820 h 6858000"/>
              <a:gd name="connsiteX827" fmla="*/ 5944437 w 7467600"/>
              <a:gd name="connsiteY827" fmla="*/ 113829 h 6858000"/>
              <a:gd name="connsiteX828" fmla="*/ 3882765 w 7467600"/>
              <a:gd name="connsiteY828" fmla="*/ 0 h 6858000"/>
              <a:gd name="connsiteX829" fmla="*/ 3995099 w 7467600"/>
              <a:gd name="connsiteY829" fmla="*/ 0 h 6858000"/>
              <a:gd name="connsiteX830" fmla="*/ 4163818 w 7467600"/>
              <a:gd name="connsiteY830" fmla="*/ 234104 h 6858000"/>
              <a:gd name="connsiteX831" fmla="*/ 4172099 w 7467600"/>
              <a:gd name="connsiteY831" fmla="*/ 234207 h 6858000"/>
              <a:gd name="connsiteX832" fmla="*/ 4784282 w 7467600"/>
              <a:gd name="connsiteY832" fmla="*/ 276561 h 6858000"/>
              <a:gd name="connsiteX833" fmla="*/ 4801687 w 7467600"/>
              <a:gd name="connsiteY833" fmla="*/ 267764 h 6858000"/>
              <a:gd name="connsiteX834" fmla="*/ 6082788 w 7467600"/>
              <a:gd name="connsiteY834" fmla="*/ 64119 h 6858000"/>
              <a:gd name="connsiteX835" fmla="*/ 6099442 w 7467600"/>
              <a:gd name="connsiteY835" fmla="*/ 82568 h 6858000"/>
              <a:gd name="connsiteX836" fmla="*/ 4804137 w 7467600"/>
              <a:gd name="connsiteY836" fmla="*/ 320931 h 6858000"/>
              <a:gd name="connsiteX837" fmla="*/ 4227047 w 7467600"/>
              <a:gd name="connsiteY837" fmla="*/ 313415 h 6858000"/>
              <a:gd name="connsiteX838" fmla="*/ 4346041 w 7467600"/>
              <a:gd name="connsiteY838" fmla="*/ 456086 h 6858000"/>
              <a:gd name="connsiteX839" fmla="*/ 4870967 w 7467600"/>
              <a:gd name="connsiteY839" fmla="*/ 963061 h 6858000"/>
              <a:gd name="connsiteX840" fmla="*/ 4889647 w 7467600"/>
              <a:gd name="connsiteY840" fmla="*/ 957147 h 6858000"/>
              <a:gd name="connsiteX841" fmla="*/ 5422504 w 7467600"/>
              <a:gd name="connsiteY841" fmla="*/ 805191 h 6858000"/>
              <a:gd name="connsiteX842" fmla="*/ 6087656 w 7467600"/>
              <a:gd name="connsiteY842" fmla="*/ 826703 h 6858000"/>
              <a:gd name="connsiteX843" fmla="*/ 6058717 w 7467600"/>
              <a:gd name="connsiteY843" fmla="*/ 865992 h 6858000"/>
              <a:gd name="connsiteX844" fmla="*/ 4974153 w 7467600"/>
              <a:gd name="connsiteY844" fmla="*/ 1045456 h 6858000"/>
              <a:gd name="connsiteX845" fmla="*/ 5627835 w 7467600"/>
              <a:gd name="connsiteY845" fmla="*/ 1472077 h 6858000"/>
              <a:gd name="connsiteX846" fmla="*/ 5629817 w 7467600"/>
              <a:gd name="connsiteY846" fmla="*/ 1471412 h 6858000"/>
              <a:gd name="connsiteX847" fmla="*/ 5634124 w 7467600"/>
              <a:gd name="connsiteY847" fmla="*/ 1470572 h 6858000"/>
              <a:gd name="connsiteX848" fmla="*/ 5755832 w 7467600"/>
              <a:gd name="connsiteY848" fmla="*/ 1383886 h 6858000"/>
              <a:gd name="connsiteX849" fmla="*/ 6014186 w 7467600"/>
              <a:gd name="connsiteY849" fmla="*/ 1279799 h 6858000"/>
              <a:gd name="connsiteX850" fmla="*/ 6901619 w 7467600"/>
              <a:gd name="connsiteY850" fmla="*/ 1047874 h 6858000"/>
              <a:gd name="connsiteX851" fmla="*/ 6931566 w 7467600"/>
              <a:gd name="connsiteY851" fmla="*/ 1062034 h 6858000"/>
              <a:gd name="connsiteX852" fmla="*/ 5790982 w 7467600"/>
              <a:gd name="connsiteY852" fmla="*/ 1561380 h 6858000"/>
              <a:gd name="connsiteX853" fmla="*/ 6188971 w 7467600"/>
              <a:gd name="connsiteY853" fmla="*/ 1755168 h 6858000"/>
              <a:gd name="connsiteX854" fmla="*/ 6202446 w 7467600"/>
              <a:gd name="connsiteY854" fmla="*/ 1752268 h 6858000"/>
              <a:gd name="connsiteX855" fmla="*/ 7179560 w 7467600"/>
              <a:gd name="connsiteY855" fmla="*/ 1467551 h 6858000"/>
              <a:gd name="connsiteX856" fmla="*/ 7158730 w 7467600"/>
              <a:gd name="connsiteY856" fmla="*/ 1507835 h 6858000"/>
              <a:gd name="connsiteX857" fmla="*/ 6326959 w 7467600"/>
              <a:gd name="connsiteY857" fmla="*/ 1817686 h 6858000"/>
              <a:gd name="connsiteX858" fmla="*/ 6537433 w 7467600"/>
              <a:gd name="connsiteY858" fmla="*/ 1907790 h 6858000"/>
              <a:gd name="connsiteX859" fmla="*/ 6550221 w 7467600"/>
              <a:gd name="connsiteY859" fmla="*/ 1910729 h 6858000"/>
              <a:gd name="connsiteX860" fmla="*/ 6964438 w 7467600"/>
              <a:gd name="connsiteY860" fmla="*/ 2209505 h 6858000"/>
              <a:gd name="connsiteX861" fmla="*/ 7367862 w 7467600"/>
              <a:gd name="connsiteY861" fmla="*/ 2806833 h 6858000"/>
              <a:gd name="connsiteX862" fmla="*/ 7364329 w 7467600"/>
              <a:gd name="connsiteY862" fmla="*/ 2826907 h 6858000"/>
              <a:gd name="connsiteX863" fmla="*/ 7290545 w 7467600"/>
              <a:gd name="connsiteY863" fmla="*/ 2850663 h 6858000"/>
              <a:gd name="connsiteX864" fmla="*/ 6472036 w 7467600"/>
              <a:gd name="connsiteY864" fmla="*/ 1959003 h 6858000"/>
              <a:gd name="connsiteX865" fmla="*/ 5792897 w 7467600"/>
              <a:gd name="connsiteY865" fmla="*/ 1647747 h 6858000"/>
              <a:gd name="connsiteX866" fmla="*/ 5842751 w 7467600"/>
              <a:gd name="connsiteY866" fmla="*/ 1816112 h 6858000"/>
              <a:gd name="connsiteX867" fmla="*/ 5847424 w 7467600"/>
              <a:gd name="connsiteY867" fmla="*/ 1815776 h 6858000"/>
              <a:gd name="connsiteX868" fmla="*/ 6399821 w 7467600"/>
              <a:gd name="connsiteY868" fmla="*/ 2344799 h 6858000"/>
              <a:gd name="connsiteX869" fmla="*/ 6323232 w 7467600"/>
              <a:gd name="connsiteY869" fmla="*/ 2389634 h 6858000"/>
              <a:gd name="connsiteX870" fmla="*/ 5942958 w 7467600"/>
              <a:gd name="connsiteY870" fmla="*/ 2077708 h 6858000"/>
              <a:gd name="connsiteX871" fmla="*/ 5921559 w 7467600"/>
              <a:gd name="connsiteY871" fmla="*/ 2378596 h 6858000"/>
              <a:gd name="connsiteX872" fmla="*/ 5817651 w 7467600"/>
              <a:gd name="connsiteY872" fmla="*/ 3023919 h 6858000"/>
              <a:gd name="connsiteX873" fmla="*/ 5729634 w 7467600"/>
              <a:gd name="connsiteY873" fmla="*/ 3051849 h 6858000"/>
              <a:gd name="connsiteX874" fmla="*/ 5611018 w 7467600"/>
              <a:gd name="connsiteY874" fmla="*/ 2316769 h 6858000"/>
              <a:gd name="connsiteX875" fmla="*/ 5687608 w 7467600"/>
              <a:gd name="connsiteY875" fmla="*/ 2039972 h 6858000"/>
              <a:gd name="connsiteX876" fmla="*/ 5657554 w 7467600"/>
              <a:gd name="connsiteY876" fmla="*/ 1576445 h 6858000"/>
              <a:gd name="connsiteX877" fmla="*/ 5150475 w 7467600"/>
              <a:gd name="connsiteY877" fmla="*/ 1274012 h 6858000"/>
              <a:gd name="connsiteX878" fmla="*/ 5349142 w 7467600"/>
              <a:gd name="connsiteY878" fmla="*/ 2204405 h 6858000"/>
              <a:gd name="connsiteX879" fmla="*/ 5262214 w 7467600"/>
              <a:gd name="connsiteY879" fmla="*/ 2233836 h 6858000"/>
              <a:gd name="connsiteX880" fmla="*/ 4981539 w 7467600"/>
              <a:gd name="connsiteY880" fmla="*/ 1542201 h 6858000"/>
              <a:gd name="connsiteX881" fmla="*/ 4958461 w 7467600"/>
              <a:gd name="connsiteY881" fmla="*/ 1136957 h 6858000"/>
              <a:gd name="connsiteX882" fmla="*/ 4655015 w 7467600"/>
              <a:gd name="connsiteY882" fmla="*/ 891426 h 6858000"/>
              <a:gd name="connsiteX883" fmla="*/ 4348002 w 7467600"/>
              <a:gd name="connsiteY883" fmla="*/ 2205895 h 6858000"/>
              <a:gd name="connsiteX884" fmla="*/ 4262250 w 7467600"/>
              <a:gd name="connsiteY884" fmla="*/ 2219972 h 6858000"/>
              <a:gd name="connsiteX885" fmla="*/ 4550611 w 7467600"/>
              <a:gd name="connsiteY885" fmla="*/ 817540 h 6858000"/>
              <a:gd name="connsiteX886" fmla="*/ 4564418 w 7467600"/>
              <a:gd name="connsiteY886" fmla="*/ 808293 h 6858000"/>
              <a:gd name="connsiteX887" fmla="*/ 4266388 w 7467600"/>
              <a:gd name="connsiteY887" fmla="*/ 500083 h 6858000"/>
              <a:gd name="connsiteX888" fmla="*/ 4032842 w 7467600"/>
              <a:gd name="connsiteY888" fmla="*/ 211809 h 6858000"/>
              <a:gd name="connsiteX889" fmla="*/ 3882765 w 7467600"/>
              <a:gd name="connsiteY889" fmla="*/ 0 h 6858000"/>
              <a:gd name="connsiteX890" fmla="*/ 3721337 w 7467600"/>
              <a:gd name="connsiteY890" fmla="*/ 0 h 6858000"/>
              <a:gd name="connsiteX891" fmla="*/ 3797544 w 7467600"/>
              <a:gd name="connsiteY891" fmla="*/ 0 h 6858000"/>
              <a:gd name="connsiteX892" fmla="*/ 3775734 w 7467600"/>
              <a:gd name="connsiteY892" fmla="*/ 95131 h 6858000"/>
              <a:gd name="connsiteX893" fmla="*/ 3724807 w 7467600"/>
              <a:gd name="connsiteY893" fmla="*/ 272257 h 6858000"/>
              <a:gd name="connsiteX894" fmla="*/ 3726844 w 7467600"/>
              <a:gd name="connsiteY894" fmla="*/ 282988 h 6858000"/>
              <a:gd name="connsiteX895" fmla="*/ 3742664 w 7467600"/>
              <a:gd name="connsiteY895" fmla="*/ 279918 h 6858000"/>
              <a:gd name="connsiteX896" fmla="*/ 4103910 w 7467600"/>
              <a:gd name="connsiteY896" fmla="*/ 1161917 h 6858000"/>
              <a:gd name="connsiteX897" fmla="*/ 4020269 w 7467600"/>
              <a:gd name="connsiteY897" fmla="*/ 1200406 h 6858000"/>
              <a:gd name="connsiteX898" fmla="*/ 3674882 w 7467600"/>
              <a:gd name="connsiteY898" fmla="*/ 488524 h 6858000"/>
              <a:gd name="connsiteX899" fmla="*/ 3132682 w 7467600"/>
              <a:gd name="connsiteY899" fmla="*/ 1072284 h 6858000"/>
              <a:gd name="connsiteX900" fmla="*/ 2716346 w 7467600"/>
              <a:gd name="connsiteY900" fmla="*/ 1276376 h 6858000"/>
              <a:gd name="connsiteX901" fmla="*/ 2716772 w 7467600"/>
              <a:gd name="connsiteY901" fmla="*/ 1255462 h 6858000"/>
              <a:gd name="connsiteX902" fmla="*/ 3471096 w 7467600"/>
              <a:gd name="connsiteY902" fmla="*/ 437072 h 6858000"/>
              <a:gd name="connsiteX903" fmla="*/ 3639057 w 7467600"/>
              <a:gd name="connsiteY903" fmla="*/ 286334 h 6858000"/>
              <a:gd name="connsiteX904" fmla="*/ 3640309 w 7467600"/>
              <a:gd name="connsiteY904" fmla="*/ 284664 h 6858000"/>
              <a:gd name="connsiteX905" fmla="*/ 3646022 w 7467600"/>
              <a:gd name="connsiteY905" fmla="*/ 276711 h 6858000"/>
              <a:gd name="connsiteX906" fmla="*/ 3707943 w 7467600"/>
              <a:gd name="connsiteY906" fmla="*/ 65958 h 6858000"/>
              <a:gd name="connsiteX907" fmla="*/ 3721337 w 7467600"/>
              <a:gd name="connsiteY907" fmla="*/ 0 h 6858000"/>
              <a:gd name="connsiteX908" fmla="*/ 2867960 w 7467600"/>
              <a:gd name="connsiteY908" fmla="*/ 0 h 6858000"/>
              <a:gd name="connsiteX909" fmla="*/ 2926351 w 7467600"/>
              <a:gd name="connsiteY909" fmla="*/ 0 h 6858000"/>
              <a:gd name="connsiteX910" fmla="*/ 2902823 w 7467600"/>
              <a:gd name="connsiteY910" fmla="*/ 262929 h 6858000"/>
              <a:gd name="connsiteX911" fmla="*/ 2940663 w 7467600"/>
              <a:gd name="connsiteY911" fmla="*/ 140884 h 6858000"/>
              <a:gd name="connsiteX912" fmla="*/ 2947039 w 7467600"/>
              <a:gd name="connsiteY912" fmla="*/ 122524 h 6858000"/>
              <a:gd name="connsiteX913" fmla="*/ 2984316 w 7467600"/>
              <a:gd name="connsiteY913" fmla="*/ 0 h 6858000"/>
              <a:gd name="connsiteX914" fmla="*/ 3016114 w 7467600"/>
              <a:gd name="connsiteY914" fmla="*/ 0 h 6858000"/>
              <a:gd name="connsiteX915" fmla="*/ 2979949 w 7467600"/>
              <a:gd name="connsiteY915" fmla="*/ 119274 h 6858000"/>
              <a:gd name="connsiteX916" fmla="*/ 3023879 w 7467600"/>
              <a:gd name="connsiteY916" fmla="*/ 0 h 6858000"/>
              <a:gd name="connsiteX917" fmla="*/ 3105400 w 7467600"/>
              <a:gd name="connsiteY917" fmla="*/ 0 h 6858000"/>
              <a:gd name="connsiteX918" fmla="*/ 3094669 w 7467600"/>
              <a:gd name="connsiteY918" fmla="*/ 30308 h 6858000"/>
              <a:gd name="connsiteX919" fmla="*/ 2901945 w 7467600"/>
              <a:gd name="connsiteY919" fmla="*/ 466538 h 6858000"/>
              <a:gd name="connsiteX920" fmla="*/ 2815209 w 7467600"/>
              <a:gd name="connsiteY920" fmla="*/ 497361 h 6858000"/>
              <a:gd name="connsiteX921" fmla="*/ 2844845 w 7467600"/>
              <a:gd name="connsiteY921" fmla="*/ 127638 h 6858000"/>
              <a:gd name="connsiteX922" fmla="*/ 2867960 w 7467600"/>
              <a:gd name="connsiteY922" fmla="*/ 0 h 6858000"/>
              <a:gd name="connsiteX923" fmla="*/ 1057230 w 7467600"/>
              <a:gd name="connsiteY923" fmla="*/ 0 h 6858000"/>
              <a:gd name="connsiteX924" fmla="*/ 1111003 w 7467600"/>
              <a:gd name="connsiteY924" fmla="*/ 0 h 6858000"/>
              <a:gd name="connsiteX925" fmla="*/ 1125553 w 7467600"/>
              <a:gd name="connsiteY925" fmla="*/ 52588 h 6858000"/>
              <a:gd name="connsiteX926" fmla="*/ 1304276 w 7467600"/>
              <a:gd name="connsiteY926" fmla="*/ 476275 h 6858000"/>
              <a:gd name="connsiteX927" fmla="*/ 1492066 w 7467600"/>
              <a:gd name="connsiteY927" fmla="*/ 886333 h 6858000"/>
              <a:gd name="connsiteX928" fmla="*/ 1423698 w 7467600"/>
              <a:gd name="connsiteY928" fmla="*/ 710817 h 6858000"/>
              <a:gd name="connsiteX929" fmla="*/ 1357609 w 7467600"/>
              <a:gd name="connsiteY929" fmla="*/ 532892 h 6858000"/>
              <a:gd name="connsiteX930" fmla="*/ 1309550 w 7467600"/>
              <a:gd name="connsiteY930" fmla="*/ 374031 h 6858000"/>
              <a:gd name="connsiteX931" fmla="*/ 1193673 w 7467600"/>
              <a:gd name="connsiteY931" fmla="*/ 49533 h 6858000"/>
              <a:gd name="connsiteX932" fmla="*/ 1164391 w 7467600"/>
              <a:gd name="connsiteY932" fmla="*/ 0 h 6858000"/>
              <a:gd name="connsiteX933" fmla="*/ 1200666 w 7467600"/>
              <a:gd name="connsiteY933" fmla="*/ 0 h 6858000"/>
              <a:gd name="connsiteX934" fmla="*/ 1223408 w 7467600"/>
              <a:gd name="connsiteY934" fmla="*/ 38996 h 6858000"/>
              <a:gd name="connsiteX935" fmla="*/ 1339635 w 7467600"/>
              <a:gd name="connsiteY935" fmla="*/ 365517 h 6858000"/>
              <a:gd name="connsiteX936" fmla="*/ 1387469 w 7467600"/>
              <a:gd name="connsiteY936" fmla="*/ 523079 h 6858000"/>
              <a:gd name="connsiteX937" fmla="*/ 1452685 w 7467600"/>
              <a:gd name="connsiteY937" fmla="*/ 699806 h 6858000"/>
              <a:gd name="connsiteX938" fmla="*/ 1492092 w 7467600"/>
              <a:gd name="connsiteY938" fmla="*/ 800424 h 6858000"/>
              <a:gd name="connsiteX939" fmla="*/ 1455302 w 7467600"/>
              <a:gd name="connsiteY939" fmla="*/ 632913 h 6858000"/>
              <a:gd name="connsiteX940" fmla="*/ 1222336 w 7467600"/>
              <a:gd name="connsiteY940" fmla="*/ 9480 h 6858000"/>
              <a:gd name="connsiteX941" fmla="*/ 1214634 w 7467600"/>
              <a:gd name="connsiteY941" fmla="*/ 0 h 6858000"/>
              <a:gd name="connsiteX942" fmla="*/ 1289827 w 7467600"/>
              <a:gd name="connsiteY942" fmla="*/ 0 h 6858000"/>
              <a:gd name="connsiteX943" fmla="*/ 1321076 w 7467600"/>
              <a:gd name="connsiteY943" fmla="*/ 59722 h 6858000"/>
              <a:gd name="connsiteX944" fmla="*/ 1512579 w 7467600"/>
              <a:gd name="connsiteY944" fmla="*/ 626441 h 6858000"/>
              <a:gd name="connsiteX945" fmla="*/ 1506076 w 7467600"/>
              <a:gd name="connsiteY945" fmla="*/ 1089289 h 6858000"/>
              <a:gd name="connsiteX946" fmla="*/ 1486346 w 7467600"/>
              <a:gd name="connsiteY946" fmla="*/ 1079919 h 6858000"/>
              <a:gd name="connsiteX947" fmla="*/ 1070511 w 7467600"/>
              <a:gd name="connsiteY947" fmla="*/ 48609 h 6858000"/>
              <a:gd name="connsiteX948" fmla="*/ 1057230 w 7467600"/>
              <a:gd name="connsiteY948" fmla="*/ 0 h 6858000"/>
              <a:gd name="connsiteX949" fmla="*/ 43151 w 7467600"/>
              <a:gd name="connsiteY949" fmla="*/ 0 h 6858000"/>
              <a:gd name="connsiteX950" fmla="*/ 95283 w 7467600"/>
              <a:gd name="connsiteY950" fmla="*/ 0 h 6858000"/>
              <a:gd name="connsiteX951" fmla="*/ 300708 w 7467600"/>
              <a:gd name="connsiteY951" fmla="*/ 154571 h 6858000"/>
              <a:gd name="connsiteX952" fmla="*/ 530414 w 7467600"/>
              <a:gd name="connsiteY952" fmla="*/ 354673 h 6858000"/>
              <a:gd name="connsiteX953" fmla="*/ 333785 w 7467600"/>
              <a:gd name="connsiteY953" fmla="*/ 161564 h 6858000"/>
              <a:gd name="connsiteX954" fmla="*/ 147005 w 7467600"/>
              <a:gd name="connsiteY954" fmla="*/ 0 h 6858000"/>
              <a:gd name="connsiteX955" fmla="*/ 272509 w 7467600"/>
              <a:gd name="connsiteY955" fmla="*/ 0 h 6858000"/>
              <a:gd name="connsiteX956" fmla="*/ 326276 w 7467600"/>
              <a:gd name="connsiteY956" fmla="*/ 45847 h 6858000"/>
              <a:gd name="connsiteX957" fmla="*/ 823759 w 7467600"/>
              <a:gd name="connsiteY957" fmla="*/ 574145 h 6858000"/>
              <a:gd name="connsiteX958" fmla="*/ 811254 w 7467600"/>
              <a:gd name="connsiteY958" fmla="*/ 665546 h 6858000"/>
              <a:gd name="connsiteX959" fmla="*/ 154042 w 7467600"/>
              <a:gd name="connsiteY959" fmla="*/ 261522 h 6858000"/>
              <a:gd name="connsiteX960" fmla="*/ 13550 w 7467600"/>
              <a:gd name="connsiteY960" fmla="*/ 158423 h 6858000"/>
              <a:gd name="connsiteX961" fmla="*/ 0 w 7467600"/>
              <a:gd name="connsiteY961" fmla="*/ 146618 h 6858000"/>
              <a:gd name="connsiteX962" fmla="*/ 0 w 7467600"/>
              <a:gd name="connsiteY962" fmla="*/ 59161 h 6858000"/>
              <a:gd name="connsiteX963" fmla="*/ 45427 w 7467600"/>
              <a:gd name="connsiteY963" fmla="*/ 101078 h 6858000"/>
              <a:gd name="connsiteX964" fmla="*/ 630103 w 7467600"/>
              <a:gd name="connsiteY964" fmla="*/ 485885 h 6858000"/>
              <a:gd name="connsiteX965" fmla="*/ 532040 w 7467600"/>
              <a:gd name="connsiteY965" fmla="*/ 399359 h 6858000"/>
              <a:gd name="connsiteX966" fmla="*/ 517618 w 7467600"/>
              <a:gd name="connsiteY966" fmla="*/ 385726 h 6858000"/>
              <a:gd name="connsiteX967" fmla="*/ 285074 w 7467600"/>
              <a:gd name="connsiteY967" fmla="*/ 182755 h 6858000"/>
              <a:gd name="connsiteX968" fmla="*/ 43151 w 7467600"/>
              <a:gd name="connsiteY96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467600 w 7467600"/>
              <a:gd name="connsiteY78" fmla="*/ 6012219 h 6858000"/>
              <a:gd name="connsiteX79" fmla="*/ 7356878 w 7467600"/>
              <a:gd name="connsiteY79" fmla="*/ 5981332 h 6858000"/>
              <a:gd name="connsiteX80" fmla="*/ 7467600 w 7467600"/>
              <a:gd name="connsiteY80" fmla="*/ 6117703 h 6858000"/>
              <a:gd name="connsiteX81" fmla="*/ 7467600 w 7467600"/>
              <a:gd name="connsiteY81" fmla="*/ 6163634 h 6858000"/>
              <a:gd name="connsiteX82" fmla="*/ 7403637 w 7467600"/>
              <a:gd name="connsiteY82" fmla="*/ 6083957 h 6858000"/>
              <a:gd name="connsiteX83" fmla="*/ 7254615 w 7467600"/>
              <a:gd name="connsiteY83" fmla="*/ 5911918 h 6858000"/>
              <a:gd name="connsiteX84" fmla="*/ 7312589 w 7467600"/>
              <a:gd name="connsiteY84" fmla="*/ 5982309 h 6858000"/>
              <a:gd name="connsiteX85" fmla="*/ 7448321 w 7467600"/>
              <a:gd name="connsiteY85" fmla="*/ 6190991 h 6858000"/>
              <a:gd name="connsiteX86" fmla="*/ 7467600 w 7467600"/>
              <a:gd name="connsiteY86" fmla="*/ 6221686 h 6858000"/>
              <a:gd name="connsiteX87" fmla="*/ 7467600 w 7467600"/>
              <a:gd name="connsiteY87" fmla="*/ 6334256 h 6858000"/>
              <a:gd name="connsiteX88" fmla="*/ 7454976 w 7467600"/>
              <a:gd name="connsiteY88" fmla="*/ 6318297 h 6858000"/>
              <a:gd name="connsiteX89" fmla="*/ 1456157 w 7467600"/>
              <a:gd name="connsiteY89" fmla="*/ 5371404 h 6858000"/>
              <a:gd name="connsiteX90" fmla="*/ 1244432 w 7467600"/>
              <a:gd name="connsiteY90" fmla="*/ 5385601 h 6858000"/>
              <a:gd name="connsiteX91" fmla="*/ 973990 w 7467600"/>
              <a:gd name="connsiteY91" fmla="*/ 5424940 h 6858000"/>
              <a:gd name="connsiteX92" fmla="*/ 1103809 w 7467600"/>
              <a:gd name="connsiteY92" fmla="*/ 5433720 h 6858000"/>
              <a:gd name="connsiteX93" fmla="*/ 1123454 w 7467600"/>
              <a:gd name="connsiteY93" fmla="*/ 5435727 h 6858000"/>
              <a:gd name="connsiteX94" fmla="*/ 1737017 w 7467600"/>
              <a:gd name="connsiteY94" fmla="*/ 5452183 h 6858000"/>
              <a:gd name="connsiteX95" fmla="*/ 1824397 w 7467600"/>
              <a:gd name="connsiteY95" fmla="*/ 5447757 h 6858000"/>
              <a:gd name="connsiteX96" fmla="*/ 2070059 w 7467600"/>
              <a:gd name="connsiteY96" fmla="*/ 5441660 h 6858000"/>
              <a:gd name="connsiteX97" fmla="*/ 1456157 w 7467600"/>
              <a:gd name="connsiteY97" fmla="*/ 5371404 h 6858000"/>
              <a:gd name="connsiteX98" fmla="*/ 4988186 w 7467600"/>
              <a:gd name="connsiteY98" fmla="*/ 5216467 h 6858000"/>
              <a:gd name="connsiteX99" fmla="*/ 4777334 w 7467600"/>
              <a:gd name="connsiteY99" fmla="*/ 5406072 h 6858000"/>
              <a:gd name="connsiteX100" fmla="*/ 4718341 w 7467600"/>
              <a:gd name="connsiteY100" fmla="*/ 5468043 h 6858000"/>
              <a:gd name="connsiteX101" fmla="*/ 4604655 w 7467600"/>
              <a:gd name="connsiteY101" fmla="*/ 5583434 h 6858000"/>
              <a:gd name="connsiteX102" fmla="*/ 4565074 w 7467600"/>
              <a:gd name="connsiteY102" fmla="*/ 5618550 h 6858000"/>
              <a:gd name="connsiteX103" fmla="*/ 4988186 w 7467600"/>
              <a:gd name="connsiteY103" fmla="*/ 5216467 h 6858000"/>
              <a:gd name="connsiteX104" fmla="*/ 4978032 w 7467600"/>
              <a:gd name="connsiteY104" fmla="*/ 5183809 h 6858000"/>
              <a:gd name="connsiteX105" fmla="*/ 4463413 w 7467600"/>
              <a:gd name="connsiteY105" fmla="*/ 5615162 h 6858000"/>
              <a:gd name="connsiteX106" fmla="*/ 4358134 w 7467600"/>
              <a:gd name="connsiteY106" fmla="*/ 5742791 h 6858000"/>
              <a:gd name="connsiteX107" fmla="*/ 4376219 w 7467600"/>
              <a:gd name="connsiteY107" fmla="*/ 5729027 h 6858000"/>
              <a:gd name="connsiteX108" fmla="*/ 4582340 w 7467600"/>
              <a:gd name="connsiteY108" fmla="*/ 5561037 h 6858000"/>
              <a:gd name="connsiteX109" fmla="*/ 4694684 w 7467600"/>
              <a:gd name="connsiteY109" fmla="*/ 5447098 h 6858000"/>
              <a:gd name="connsiteX110" fmla="*/ 4754123 w 7467600"/>
              <a:gd name="connsiteY110" fmla="*/ 5384643 h 6858000"/>
              <a:gd name="connsiteX111" fmla="*/ 4978032 w 7467600"/>
              <a:gd name="connsiteY111" fmla="*/ 5183809 h 6858000"/>
              <a:gd name="connsiteX112" fmla="*/ 1903353 w 7467600"/>
              <a:gd name="connsiteY112" fmla="*/ 5044827 h 6858000"/>
              <a:gd name="connsiteX113" fmla="*/ 1936931 w 7467600"/>
              <a:gd name="connsiteY113" fmla="*/ 5093954 h 6858000"/>
              <a:gd name="connsiteX114" fmla="*/ 2195868 w 7467600"/>
              <a:gd name="connsiteY114" fmla="*/ 5396574 h 6858000"/>
              <a:gd name="connsiteX115" fmla="*/ 2088852 w 7467600"/>
              <a:gd name="connsiteY115" fmla="*/ 5166123 h 6858000"/>
              <a:gd name="connsiteX116" fmla="*/ 1958241 w 7467600"/>
              <a:gd name="connsiteY116" fmla="*/ 5067955 h 6858000"/>
              <a:gd name="connsiteX117" fmla="*/ 1903353 w 7467600"/>
              <a:gd name="connsiteY117" fmla="*/ 5044827 h 6858000"/>
              <a:gd name="connsiteX118" fmla="*/ 1979378 w 7467600"/>
              <a:gd name="connsiteY118" fmla="*/ 4769504 h 6858000"/>
              <a:gd name="connsiteX119" fmla="*/ 2882120 w 7467600"/>
              <a:gd name="connsiteY119" fmla="*/ 5064547 h 6858000"/>
              <a:gd name="connsiteX120" fmla="*/ 2793103 w 7467600"/>
              <a:gd name="connsiteY120" fmla="*/ 5039699 h 6858000"/>
              <a:gd name="connsiteX121" fmla="*/ 2770041 w 7467600"/>
              <a:gd name="connsiteY121" fmla="*/ 5033634 h 6858000"/>
              <a:gd name="connsiteX122" fmla="*/ 1979378 w 7467600"/>
              <a:gd name="connsiteY122" fmla="*/ 4769504 h 6858000"/>
              <a:gd name="connsiteX123" fmla="*/ 1927410 w 7467600"/>
              <a:gd name="connsiteY123" fmla="*/ 4716164 h 6858000"/>
              <a:gd name="connsiteX124" fmla="*/ 1959587 w 7467600"/>
              <a:gd name="connsiteY124" fmla="*/ 4728849 h 6858000"/>
              <a:gd name="connsiteX125" fmla="*/ 2777707 w 7467600"/>
              <a:gd name="connsiteY125" fmla="*/ 5003991 h 6858000"/>
              <a:gd name="connsiteX126" fmla="*/ 2800768 w 7467600"/>
              <a:gd name="connsiteY126" fmla="*/ 5010056 h 6858000"/>
              <a:gd name="connsiteX127" fmla="*/ 2879408 w 7467600"/>
              <a:gd name="connsiteY127" fmla="*/ 5031590 h 6858000"/>
              <a:gd name="connsiteX128" fmla="*/ 2862295 w 7467600"/>
              <a:gd name="connsiteY128" fmla="*/ 5022958 h 6858000"/>
              <a:gd name="connsiteX129" fmla="*/ 2813343 w 7467600"/>
              <a:gd name="connsiteY129" fmla="*/ 4998369 h 6858000"/>
              <a:gd name="connsiteX130" fmla="*/ 2646245 w 7467600"/>
              <a:gd name="connsiteY130" fmla="*/ 4930999 h 6858000"/>
              <a:gd name="connsiteX131" fmla="*/ 1999243 w 7467600"/>
              <a:gd name="connsiteY131" fmla="*/ 4730524 h 6858000"/>
              <a:gd name="connsiteX132" fmla="*/ 1979527 w 7467600"/>
              <a:gd name="connsiteY132" fmla="*/ 4726651 h 6858000"/>
              <a:gd name="connsiteX133" fmla="*/ 1927410 w 7467600"/>
              <a:gd name="connsiteY133" fmla="*/ 4716164 h 6858000"/>
              <a:gd name="connsiteX134" fmla="*/ 1997014 w 7467600"/>
              <a:gd name="connsiteY134" fmla="*/ 4698007 h 6858000"/>
              <a:gd name="connsiteX135" fmla="*/ 2005458 w 7467600"/>
              <a:gd name="connsiteY135" fmla="*/ 4699540 h 6858000"/>
              <a:gd name="connsiteX136" fmla="*/ 2657186 w 7467600"/>
              <a:gd name="connsiteY136" fmla="*/ 4901687 h 6858000"/>
              <a:gd name="connsiteX137" fmla="*/ 2826662 w 7467600"/>
              <a:gd name="connsiteY137" fmla="*/ 4970362 h 6858000"/>
              <a:gd name="connsiteX138" fmla="*/ 2876100 w 7467600"/>
              <a:gd name="connsiteY138" fmla="*/ 4995397 h 6858000"/>
              <a:gd name="connsiteX139" fmla="*/ 3042600 w 7467600"/>
              <a:gd name="connsiteY139" fmla="*/ 5059532 h 6858000"/>
              <a:gd name="connsiteX140" fmla="*/ 1997014 w 7467600"/>
              <a:gd name="connsiteY140" fmla="*/ 4698007 h 6858000"/>
              <a:gd name="connsiteX141" fmla="*/ 2305292 w 7467600"/>
              <a:gd name="connsiteY141" fmla="*/ 4219492 h 6858000"/>
              <a:gd name="connsiteX142" fmla="*/ 3360922 w 7467600"/>
              <a:gd name="connsiteY142" fmla="*/ 4529373 h 6858000"/>
              <a:gd name="connsiteX143" fmla="*/ 3492420 w 7467600"/>
              <a:gd name="connsiteY143" fmla="*/ 4510145 h 6858000"/>
              <a:gd name="connsiteX144" fmla="*/ 3364086 w 7467600"/>
              <a:gd name="connsiteY144" fmla="*/ 4480340 h 6858000"/>
              <a:gd name="connsiteX145" fmla="*/ 3225818 w 7467600"/>
              <a:gd name="connsiteY145" fmla="*/ 4411822 h 6858000"/>
              <a:gd name="connsiteX146" fmla="*/ 3129696 w 7467600"/>
              <a:gd name="connsiteY146" fmla="*/ 4360704 h 6858000"/>
              <a:gd name="connsiteX147" fmla="*/ 2814545 w 7467600"/>
              <a:gd name="connsiteY147" fmla="*/ 4282955 h 6858000"/>
              <a:gd name="connsiteX148" fmla="*/ 2305292 w 7467600"/>
              <a:gd name="connsiteY148" fmla="*/ 4219492 h 6858000"/>
              <a:gd name="connsiteX149" fmla="*/ 2626982 w 7467600"/>
              <a:gd name="connsiteY149" fmla="*/ 4206450 h 6858000"/>
              <a:gd name="connsiteX150" fmla="*/ 2490617 w 7467600"/>
              <a:gd name="connsiteY150" fmla="*/ 4206951 h 6858000"/>
              <a:gd name="connsiteX151" fmla="*/ 2819869 w 7467600"/>
              <a:gd name="connsiteY151" fmla="*/ 4252936 h 6858000"/>
              <a:gd name="connsiteX152" fmla="*/ 3143018 w 7467600"/>
              <a:gd name="connsiteY152" fmla="*/ 4332698 h 6858000"/>
              <a:gd name="connsiteX153" fmla="*/ 3241520 w 7467600"/>
              <a:gd name="connsiteY153" fmla="*/ 4385112 h 6858000"/>
              <a:gd name="connsiteX154" fmla="*/ 3374575 w 7467600"/>
              <a:gd name="connsiteY154" fmla="*/ 4451517 h 6858000"/>
              <a:gd name="connsiteX155" fmla="*/ 3505221 w 7467600"/>
              <a:gd name="connsiteY155" fmla="*/ 4480757 h 6858000"/>
              <a:gd name="connsiteX156" fmla="*/ 2626982 w 7467600"/>
              <a:gd name="connsiteY156" fmla="*/ 4206450 h 6858000"/>
              <a:gd name="connsiteX157" fmla="*/ 1310106 w 7467600"/>
              <a:gd name="connsiteY157" fmla="*/ 3943217 h 6858000"/>
              <a:gd name="connsiteX158" fmla="*/ 854994 w 7467600"/>
              <a:gd name="connsiteY158" fmla="*/ 4399136 h 6858000"/>
              <a:gd name="connsiteX159" fmla="*/ 742462 w 7467600"/>
              <a:gd name="connsiteY159" fmla="*/ 4594648 h 6858000"/>
              <a:gd name="connsiteX160" fmla="*/ 820602 w 7467600"/>
              <a:gd name="connsiteY160" fmla="*/ 4485915 h 6858000"/>
              <a:gd name="connsiteX161" fmla="*/ 878295 w 7467600"/>
              <a:gd name="connsiteY161" fmla="*/ 4403594 h 6858000"/>
              <a:gd name="connsiteX162" fmla="*/ 1240607 w 7467600"/>
              <a:gd name="connsiteY162" fmla="*/ 4010401 h 6858000"/>
              <a:gd name="connsiteX163" fmla="*/ 1310106 w 7467600"/>
              <a:gd name="connsiteY163" fmla="*/ 3943217 h 6858000"/>
              <a:gd name="connsiteX164" fmla="*/ 1423113 w 7467600"/>
              <a:gd name="connsiteY164" fmla="*/ 3874565 h 6858000"/>
              <a:gd name="connsiteX165" fmla="*/ 1260565 w 7467600"/>
              <a:gd name="connsiteY165" fmla="*/ 4031982 h 6858000"/>
              <a:gd name="connsiteX166" fmla="*/ 901900 w 7467600"/>
              <a:gd name="connsiteY166" fmla="*/ 4421236 h 6858000"/>
              <a:gd name="connsiteX167" fmla="*/ 845044 w 7467600"/>
              <a:gd name="connsiteY167" fmla="*/ 4502436 h 6858000"/>
              <a:gd name="connsiteX168" fmla="*/ 685926 w 7467600"/>
              <a:gd name="connsiteY168" fmla="*/ 4703069 h 6858000"/>
              <a:gd name="connsiteX169" fmla="*/ 684248 w 7467600"/>
              <a:gd name="connsiteY169" fmla="*/ 4706721 h 6858000"/>
              <a:gd name="connsiteX170" fmla="*/ 1423113 w 7467600"/>
              <a:gd name="connsiteY170" fmla="*/ 3874565 h 6858000"/>
              <a:gd name="connsiteX171" fmla="*/ 3316479 w 7467600"/>
              <a:gd name="connsiteY171" fmla="*/ 3872136 h 6858000"/>
              <a:gd name="connsiteX172" fmla="*/ 3546806 w 7467600"/>
              <a:gd name="connsiteY172" fmla="*/ 4356139 h 6858000"/>
              <a:gd name="connsiteX173" fmla="*/ 3364433 w 7467600"/>
              <a:gd name="connsiteY173" fmla="*/ 3953121 h 6858000"/>
              <a:gd name="connsiteX174" fmla="*/ 3316479 w 7467600"/>
              <a:gd name="connsiteY174" fmla="*/ 3872136 h 6858000"/>
              <a:gd name="connsiteX175" fmla="*/ 3291335 w 7467600"/>
              <a:gd name="connsiteY175" fmla="*/ 3767420 h 6858000"/>
              <a:gd name="connsiteX176" fmla="*/ 3390805 w 7467600"/>
              <a:gd name="connsiteY176" fmla="*/ 3937163 h 6858000"/>
              <a:gd name="connsiteX177" fmla="*/ 3579062 w 7467600"/>
              <a:gd name="connsiteY177" fmla="*/ 4359040 h 6858000"/>
              <a:gd name="connsiteX178" fmla="*/ 3467355 w 7467600"/>
              <a:gd name="connsiteY178" fmla="*/ 3988130 h 6858000"/>
              <a:gd name="connsiteX179" fmla="*/ 3310753 w 7467600"/>
              <a:gd name="connsiteY179" fmla="*/ 3787140 h 6858000"/>
              <a:gd name="connsiteX180" fmla="*/ 3291335 w 7467600"/>
              <a:gd name="connsiteY180" fmla="*/ 3767420 h 6858000"/>
              <a:gd name="connsiteX181" fmla="*/ 1635889 w 7467600"/>
              <a:gd name="connsiteY181" fmla="*/ 3709494 h 6858000"/>
              <a:gd name="connsiteX182" fmla="*/ 1634800 w 7467600"/>
              <a:gd name="connsiteY182" fmla="*/ 3731111 h 6858000"/>
              <a:gd name="connsiteX183" fmla="*/ 1635889 w 7467600"/>
              <a:gd name="connsiteY183" fmla="*/ 3709494 h 6858000"/>
              <a:gd name="connsiteX184" fmla="*/ 1510397 w 7467600"/>
              <a:gd name="connsiteY184" fmla="*/ 3684705 h 6858000"/>
              <a:gd name="connsiteX185" fmla="*/ 1146550 w 7467600"/>
              <a:gd name="connsiteY185" fmla="*/ 3802012 h 6858000"/>
              <a:gd name="connsiteX186" fmla="*/ 698834 w 7467600"/>
              <a:gd name="connsiteY186" fmla="*/ 3952272 h 6858000"/>
              <a:gd name="connsiteX187" fmla="*/ 34256 w 7467600"/>
              <a:gd name="connsiteY187" fmla="*/ 4347603 h 6858000"/>
              <a:gd name="connsiteX188" fmla="*/ 527241 w 7467600"/>
              <a:gd name="connsiteY188" fmla="*/ 4065078 h 6858000"/>
              <a:gd name="connsiteX189" fmla="*/ 1510397 w 7467600"/>
              <a:gd name="connsiteY189" fmla="*/ 3684705 h 6858000"/>
              <a:gd name="connsiteX190" fmla="*/ 1313114 w 7467600"/>
              <a:gd name="connsiteY190" fmla="*/ 3655216 h 6858000"/>
              <a:gd name="connsiteX191" fmla="*/ 1109304 w 7467600"/>
              <a:gd name="connsiteY191" fmla="*/ 3669030 h 6858000"/>
              <a:gd name="connsiteX192" fmla="*/ 8129 w 7467600"/>
              <a:gd name="connsiteY192" fmla="*/ 4330519 h 6858000"/>
              <a:gd name="connsiteX193" fmla="*/ 687572 w 7467600"/>
              <a:gd name="connsiteY193" fmla="*/ 3925629 h 6858000"/>
              <a:gd name="connsiteX194" fmla="*/ 1138365 w 7467600"/>
              <a:gd name="connsiteY194" fmla="*/ 3774515 h 6858000"/>
              <a:gd name="connsiteX195" fmla="*/ 1505579 w 7467600"/>
              <a:gd name="connsiteY195" fmla="*/ 3655526 h 6858000"/>
              <a:gd name="connsiteX196" fmla="*/ 1313114 w 7467600"/>
              <a:gd name="connsiteY196" fmla="*/ 3655216 h 6858000"/>
              <a:gd name="connsiteX197" fmla="*/ 3655073 w 7467600"/>
              <a:gd name="connsiteY197" fmla="*/ 3650884 h 6858000"/>
              <a:gd name="connsiteX198" fmla="*/ 3989938 w 7467600"/>
              <a:gd name="connsiteY198" fmla="*/ 3991685 h 6858000"/>
              <a:gd name="connsiteX199" fmla="*/ 4393907 w 7467600"/>
              <a:gd name="connsiteY199" fmla="*/ 4261258 h 6858000"/>
              <a:gd name="connsiteX200" fmla="*/ 4648051 w 7467600"/>
              <a:gd name="connsiteY200" fmla="*/ 4374051 h 6858000"/>
              <a:gd name="connsiteX201" fmla="*/ 4383389 w 7467600"/>
              <a:gd name="connsiteY201" fmla="*/ 4184369 h 6858000"/>
              <a:gd name="connsiteX202" fmla="*/ 4165508 w 7467600"/>
              <a:gd name="connsiteY202" fmla="*/ 4035196 h 6858000"/>
              <a:gd name="connsiteX203" fmla="*/ 4068162 w 7467600"/>
              <a:gd name="connsiteY203" fmla="*/ 3953394 h 6858000"/>
              <a:gd name="connsiteX204" fmla="*/ 3981416 w 7467600"/>
              <a:gd name="connsiteY204" fmla="*/ 3880482 h 6858000"/>
              <a:gd name="connsiteX205" fmla="*/ 3800147 w 7467600"/>
              <a:gd name="connsiteY205" fmla="*/ 3749872 h 6858000"/>
              <a:gd name="connsiteX206" fmla="*/ 3655073 w 7467600"/>
              <a:gd name="connsiteY206" fmla="*/ 3650884 h 6858000"/>
              <a:gd name="connsiteX207" fmla="*/ 3670252 w 7467600"/>
              <a:gd name="connsiteY207" fmla="*/ 3622798 h 6858000"/>
              <a:gd name="connsiteX208" fmla="*/ 3817258 w 7467600"/>
              <a:gd name="connsiteY208" fmla="*/ 3723577 h 6858000"/>
              <a:gd name="connsiteX209" fmla="*/ 4000461 w 7467600"/>
              <a:gd name="connsiteY209" fmla="*/ 3855966 h 6858000"/>
              <a:gd name="connsiteX210" fmla="*/ 4088180 w 7467600"/>
              <a:gd name="connsiteY210" fmla="*/ 3929774 h 6858000"/>
              <a:gd name="connsiteX211" fmla="*/ 4184555 w 7467600"/>
              <a:gd name="connsiteY211" fmla="*/ 4010683 h 6858000"/>
              <a:gd name="connsiteX212" fmla="*/ 4399563 w 7467600"/>
              <a:gd name="connsiteY212" fmla="*/ 4158106 h 6858000"/>
              <a:gd name="connsiteX213" fmla="*/ 4684469 w 7467600"/>
              <a:gd name="connsiteY213" fmla="*/ 4364680 h 6858000"/>
              <a:gd name="connsiteX214" fmla="*/ 4690271 w 7467600"/>
              <a:gd name="connsiteY214" fmla="*/ 4370034 h 6858000"/>
              <a:gd name="connsiteX215" fmla="*/ 4136093 w 7467600"/>
              <a:gd name="connsiteY215" fmla="*/ 3858466 h 6858000"/>
              <a:gd name="connsiteX216" fmla="*/ 3670252 w 7467600"/>
              <a:gd name="connsiteY216" fmla="*/ 3622798 h 6858000"/>
              <a:gd name="connsiteX217" fmla="*/ 4440129 w 7467600"/>
              <a:gd name="connsiteY217" fmla="*/ 3448571 h 6858000"/>
              <a:gd name="connsiteX218" fmla="*/ 4856525 w 7467600"/>
              <a:gd name="connsiteY218" fmla="*/ 3915351 h 6858000"/>
              <a:gd name="connsiteX219" fmla="*/ 5059055 w 7467600"/>
              <a:gd name="connsiteY219" fmla="*/ 4108918 h 6858000"/>
              <a:gd name="connsiteX220" fmla="*/ 5290070 w 7467600"/>
              <a:gd name="connsiteY220" fmla="*/ 4263619 h 6858000"/>
              <a:gd name="connsiteX221" fmla="*/ 4834991 w 7467600"/>
              <a:gd name="connsiteY221" fmla="*/ 3830985 h 6858000"/>
              <a:gd name="connsiteX222" fmla="*/ 4440129 w 7467600"/>
              <a:gd name="connsiteY222" fmla="*/ 3448571 h 6858000"/>
              <a:gd name="connsiteX223" fmla="*/ 4441737 w 7467600"/>
              <a:gd name="connsiteY223" fmla="*/ 3399734 h 6858000"/>
              <a:gd name="connsiteX224" fmla="*/ 4431236 w 7467600"/>
              <a:gd name="connsiteY224" fmla="*/ 3400954 h 6858000"/>
              <a:gd name="connsiteX225" fmla="*/ 4557150 w 7467600"/>
              <a:gd name="connsiteY225" fmla="*/ 3510023 h 6858000"/>
              <a:gd name="connsiteX226" fmla="*/ 4856936 w 7467600"/>
              <a:gd name="connsiteY226" fmla="*/ 3809146 h 6858000"/>
              <a:gd name="connsiteX227" fmla="*/ 5111996 w 7467600"/>
              <a:gd name="connsiteY227" fmla="*/ 4065759 h 6858000"/>
              <a:gd name="connsiteX228" fmla="*/ 5388878 w 7467600"/>
              <a:gd name="connsiteY228" fmla="*/ 4300185 h 6858000"/>
              <a:gd name="connsiteX229" fmla="*/ 5425556 w 7467600"/>
              <a:gd name="connsiteY229" fmla="*/ 4308967 h 6858000"/>
              <a:gd name="connsiteX230" fmla="*/ 4943646 w 7467600"/>
              <a:gd name="connsiteY230" fmla="*/ 3822916 h 6858000"/>
              <a:gd name="connsiteX231" fmla="*/ 4594837 w 7467600"/>
              <a:gd name="connsiteY231" fmla="*/ 3532274 h 6858000"/>
              <a:gd name="connsiteX232" fmla="*/ 4441737 w 7467600"/>
              <a:gd name="connsiteY232" fmla="*/ 3399734 h 6858000"/>
              <a:gd name="connsiteX233" fmla="*/ 5425834 w 7467600"/>
              <a:gd name="connsiteY233" fmla="*/ 3162785 h 6858000"/>
              <a:gd name="connsiteX234" fmla="*/ 5401644 w 7467600"/>
              <a:gd name="connsiteY234" fmla="*/ 3617847 h 6858000"/>
              <a:gd name="connsiteX235" fmla="*/ 5467256 w 7467600"/>
              <a:gd name="connsiteY235" fmla="*/ 4175494 h 6858000"/>
              <a:gd name="connsiteX236" fmla="*/ 5448069 w 7467600"/>
              <a:gd name="connsiteY236" fmla="*/ 3567554 h 6858000"/>
              <a:gd name="connsiteX237" fmla="*/ 5425834 w 7467600"/>
              <a:gd name="connsiteY237" fmla="*/ 3162785 h 6858000"/>
              <a:gd name="connsiteX238" fmla="*/ 1318687 w 7467600"/>
              <a:gd name="connsiteY238" fmla="*/ 3113840 h 6858000"/>
              <a:gd name="connsiteX239" fmla="*/ 1066793 w 7467600"/>
              <a:gd name="connsiteY239" fmla="*/ 3212171 h 6858000"/>
              <a:gd name="connsiteX240" fmla="*/ 993319 w 7467600"/>
              <a:gd name="connsiteY240" fmla="*/ 3247648 h 6858000"/>
              <a:gd name="connsiteX241" fmla="*/ 853081 w 7467600"/>
              <a:gd name="connsiteY241" fmla="*/ 3312410 h 6858000"/>
              <a:gd name="connsiteX242" fmla="*/ 805957 w 7467600"/>
              <a:gd name="connsiteY242" fmla="*/ 3330443 h 6858000"/>
              <a:gd name="connsiteX243" fmla="*/ 1318687 w 7467600"/>
              <a:gd name="connsiteY243" fmla="*/ 3113840 h 6858000"/>
              <a:gd name="connsiteX244" fmla="*/ 5453702 w 7467600"/>
              <a:gd name="connsiteY244" fmla="*/ 3090882 h 6858000"/>
              <a:gd name="connsiteX245" fmla="*/ 5480135 w 7467600"/>
              <a:gd name="connsiteY245" fmla="*/ 3565802 h 6858000"/>
              <a:gd name="connsiteX246" fmla="*/ 5499023 w 7467600"/>
              <a:gd name="connsiteY246" fmla="*/ 4166310 h 6858000"/>
              <a:gd name="connsiteX247" fmla="*/ 5547022 w 7467600"/>
              <a:gd name="connsiteY247" fmla="*/ 3607838 h 6858000"/>
              <a:gd name="connsiteX248" fmla="*/ 5515964 w 7467600"/>
              <a:gd name="connsiteY248" fmla="*/ 3378541 h 6858000"/>
              <a:gd name="connsiteX249" fmla="*/ 5453702 w 7467600"/>
              <a:gd name="connsiteY249" fmla="*/ 3090882 h 6858000"/>
              <a:gd name="connsiteX250" fmla="*/ 1238695 w 7467600"/>
              <a:gd name="connsiteY250" fmla="*/ 3076820 h 6858000"/>
              <a:gd name="connsiteX251" fmla="*/ 716371 w 7467600"/>
              <a:gd name="connsiteY251" fmla="*/ 3293249 h 6858000"/>
              <a:gd name="connsiteX252" fmla="*/ 579522 w 7467600"/>
              <a:gd name="connsiteY252" fmla="*/ 3371759 h 6858000"/>
              <a:gd name="connsiteX253" fmla="*/ 600288 w 7467600"/>
              <a:gd name="connsiteY253" fmla="*/ 3365555 h 6858000"/>
              <a:gd name="connsiteX254" fmla="*/ 840692 w 7467600"/>
              <a:gd name="connsiteY254" fmla="*/ 3284921 h 6858000"/>
              <a:gd name="connsiteX255" fmla="*/ 979248 w 7467600"/>
              <a:gd name="connsiteY255" fmla="*/ 3221003 h 6858000"/>
              <a:gd name="connsiteX256" fmla="*/ 1053282 w 7467600"/>
              <a:gd name="connsiteY256" fmla="*/ 3185247 h 6858000"/>
              <a:gd name="connsiteX257" fmla="*/ 1320603 w 7467600"/>
              <a:gd name="connsiteY257" fmla="*/ 3081281 h 6858000"/>
              <a:gd name="connsiteX258" fmla="*/ 1238695 w 7467600"/>
              <a:gd name="connsiteY258" fmla="*/ 3076820 h 6858000"/>
              <a:gd name="connsiteX259" fmla="*/ 5425627 w 7467600"/>
              <a:gd name="connsiteY259" fmla="*/ 2954192 h 6858000"/>
              <a:gd name="connsiteX260" fmla="*/ 5470770 w 7467600"/>
              <a:gd name="connsiteY260" fmla="*/ 3005435 h 6858000"/>
              <a:gd name="connsiteX261" fmla="*/ 5519779 w 7467600"/>
              <a:gd name="connsiteY261" fmla="*/ 4359223 h 6858000"/>
              <a:gd name="connsiteX262" fmla="*/ 5520293 w 7467600"/>
              <a:gd name="connsiteY262" fmla="*/ 4360602 h 6858000"/>
              <a:gd name="connsiteX263" fmla="*/ 5767221 w 7467600"/>
              <a:gd name="connsiteY263" fmla="*/ 4665564 h 6858000"/>
              <a:gd name="connsiteX264" fmla="*/ 6937169 w 7467600"/>
              <a:gd name="connsiteY264" fmla="*/ 4815941 h 6858000"/>
              <a:gd name="connsiteX265" fmla="*/ 6953922 w 7467600"/>
              <a:gd name="connsiteY265" fmla="*/ 4890068 h 6858000"/>
              <a:gd name="connsiteX266" fmla="*/ 6071359 w 7467600"/>
              <a:gd name="connsiteY266" fmla="*/ 4770770 h 6858000"/>
              <a:gd name="connsiteX267" fmla="*/ 6038839 w 7467600"/>
              <a:gd name="connsiteY267" fmla="*/ 4764474 h 6858000"/>
              <a:gd name="connsiteX268" fmla="*/ 6038706 w 7467600"/>
              <a:gd name="connsiteY268" fmla="*/ 4763847 h 6858000"/>
              <a:gd name="connsiteX269" fmla="*/ 6037784 w 7467600"/>
              <a:gd name="connsiteY269" fmla="*/ 4764270 h 6858000"/>
              <a:gd name="connsiteX270" fmla="*/ 6038839 w 7467600"/>
              <a:gd name="connsiteY270" fmla="*/ 4764474 h 6858000"/>
              <a:gd name="connsiteX271" fmla="*/ 6040338 w 7467600"/>
              <a:gd name="connsiteY271" fmla="*/ 4771418 h 6858000"/>
              <a:gd name="connsiteX272" fmla="*/ 6024488 w 7467600"/>
              <a:gd name="connsiteY272" fmla="*/ 4809903 h 6858000"/>
              <a:gd name="connsiteX273" fmla="*/ 5599771 w 7467600"/>
              <a:gd name="connsiteY273" fmla="*/ 5509652 h 6858000"/>
              <a:gd name="connsiteX274" fmla="*/ 5548843 w 7467600"/>
              <a:gd name="connsiteY274" fmla="*/ 5563845 h 6858000"/>
              <a:gd name="connsiteX275" fmla="*/ 5940952 w 7467600"/>
              <a:gd name="connsiteY275" fmla="*/ 6250028 h 6858000"/>
              <a:gd name="connsiteX276" fmla="*/ 6043441 w 7467600"/>
              <a:gd name="connsiteY276" fmla="*/ 6665847 h 6858000"/>
              <a:gd name="connsiteX277" fmla="*/ 6093432 w 7467600"/>
              <a:gd name="connsiteY277" fmla="*/ 6858000 h 6858000"/>
              <a:gd name="connsiteX278" fmla="*/ 6034344 w 7467600"/>
              <a:gd name="connsiteY278" fmla="*/ 6858000 h 6858000"/>
              <a:gd name="connsiteX279" fmla="*/ 6026679 w 7467600"/>
              <a:gd name="connsiteY279" fmla="*/ 6836959 h 6858000"/>
              <a:gd name="connsiteX280" fmla="*/ 5800441 w 7467600"/>
              <a:gd name="connsiteY280" fmla="*/ 6335286 h 6858000"/>
              <a:gd name="connsiteX281" fmla="*/ 5526562 w 7467600"/>
              <a:gd name="connsiteY281" fmla="*/ 5705388 h 6858000"/>
              <a:gd name="connsiteX282" fmla="*/ 5519640 w 7467600"/>
              <a:gd name="connsiteY282" fmla="*/ 5683774 h 6858000"/>
              <a:gd name="connsiteX283" fmla="*/ 5844559 w 7467600"/>
              <a:gd name="connsiteY283" fmla="*/ 6553349 h 6858000"/>
              <a:gd name="connsiteX284" fmla="*/ 5975994 w 7467600"/>
              <a:gd name="connsiteY284" fmla="*/ 6858000 h 6858000"/>
              <a:gd name="connsiteX285" fmla="*/ 5898547 w 7467600"/>
              <a:gd name="connsiteY285" fmla="*/ 6858000 h 6858000"/>
              <a:gd name="connsiteX286" fmla="*/ 5682041 w 7467600"/>
              <a:gd name="connsiteY286" fmla="*/ 6355860 h 6858000"/>
              <a:gd name="connsiteX287" fmla="*/ 5461758 w 7467600"/>
              <a:gd name="connsiteY287" fmla="*/ 5820220 h 6858000"/>
              <a:gd name="connsiteX288" fmla="*/ 5237282 w 7467600"/>
              <a:gd name="connsiteY288" fmla="*/ 6579086 h 6858000"/>
              <a:gd name="connsiteX289" fmla="*/ 5115009 w 7467600"/>
              <a:gd name="connsiteY289" fmla="*/ 6858000 h 6858000"/>
              <a:gd name="connsiteX290" fmla="*/ 5028074 w 7467600"/>
              <a:gd name="connsiteY290" fmla="*/ 6858000 h 6858000"/>
              <a:gd name="connsiteX291" fmla="*/ 5079508 w 7467600"/>
              <a:gd name="connsiteY291" fmla="*/ 6749074 h 6858000"/>
              <a:gd name="connsiteX292" fmla="*/ 5371846 w 7467600"/>
              <a:gd name="connsiteY292" fmla="*/ 5924413 h 6858000"/>
              <a:gd name="connsiteX293" fmla="*/ 5270512 w 7467600"/>
              <a:gd name="connsiteY293" fmla="*/ 6138975 h 6858000"/>
              <a:gd name="connsiteX294" fmla="*/ 5062409 w 7467600"/>
              <a:gd name="connsiteY294" fmla="*/ 6653544 h 6858000"/>
              <a:gd name="connsiteX295" fmla="*/ 5036628 w 7467600"/>
              <a:gd name="connsiteY295" fmla="*/ 6754247 h 6858000"/>
              <a:gd name="connsiteX296" fmla="*/ 5009112 w 7467600"/>
              <a:gd name="connsiteY296" fmla="*/ 6858000 h 6858000"/>
              <a:gd name="connsiteX297" fmla="*/ 4976679 w 7467600"/>
              <a:gd name="connsiteY297" fmla="*/ 6858000 h 6858000"/>
              <a:gd name="connsiteX298" fmla="*/ 5006537 w 7467600"/>
              <a:gd name="connsiteY298" fmla="*/ 6747068 h 6858000"/>
              <a:gd name="connsiteX299" fmla="*/ 5032723 w 7467600"/>
              <a:gd name="connsiteY299" fmla="*/ 6644957 h 6858000"/>
              <a:gd name="connsiteX300" fmla="*/ 5242949 w 7467600"/>
              <a:gd name="connsiteY300" fmla="*/ 6125175 h 6858000"/>
              <a:gd name="connsiteX301" fmla="*/ 5286321 w 7467600"/>
              <a:gd name="connsiteY301" fmla="*/ 6033555 h 6858000"/>
              <a:gd name="connsiteX302" fmla="*/ 5008210 w 7467600"/>
              <a:gd name="connsiteY302" fmla="*/ 6649194 h 6858000"/>
              <a:gd name="connsiteX303" fmla="*/ 4986321 w 7467600"/>
              <a:gd name="connsiteY303" fmla="*/ 6765687 h 6858000"/>
              <a:gd name="connsiteX304" fmla="*/ 4973474 w 7467600"/>
              <a:gd name="connsiteY304" fmla="*/ 6858000 h 6858000"/>
              <a:gd name="connsiteX305" fmla="*/ 4907178 w 7467600"/>
              <a:gd name="connsiteY305" fmla="*/ 6858000 h 6858000"/>
              <a:gd name="connsiteX306" fmla="*/ 4910810 w 7467600"/>
              <a:gd name="connsiteY306" fmla="*/ 6829660 h 6858000"/>
              <a:gd name="connsiteX307" fmla="*/ 4987461 w 7467600"/>
              <a:gd name="connsiteY307" fmla="*/ 6432994 h 6858000"/>
              <a:gd name="connsiteX308" fmla="*/ 5179262 w 7467600"/>
              <a:gd name="connsiteY308" fmla="*/ 6035044 h 6858000"/>
              <a:gd name="connsiteX309" fmla="*/ 4689678 w 7467600"/>
              <a:gd name="connsiteY309" fmla="*/ 6440241 h 6858000"/>
              <a:gd name="connsiteX310" fmla="*/ 4477543 w 7467600"/>
              <a:gd name="connsiteY310" fmla="*/ 6674836 h 6858000"/>
              <a:gd name="connsiteX311" fmla="*/ 4329957 w 7467600"/>
              <a:gd name="connsiteY311" fmla="*/ 6858000 h 6858000"/>
              <a:gd name="connsiteX312" fmla="*/ 4218595 w 7467600"/>
              <a:gd name="connsiteY312" fmla="*/ 6858000 h 6858000"/>
              <a:gd name="connsiteX313" fmla="*/ 4368888 w 7467600"/>
              <a:gd name="connsiteY313" fmla="*/ 6668412 h 6858000"/>
              <a:gd name="connsiteX314" fmla="*/ 4563091 w 7467600"/>
              <a:gd name="connsiteY314" fmla="*/ 6442508 h 6858000"/>
              <a:gd name="connsiteX315" fmla="*/ 5387324 w 7467600"/>
              <a:gd name="connsiteY315" fmla="*/ 5705830 h 6858000"/>
              <a:gd name="connsiteX316" fmla="*/ 5073620 w 7467600"/>
              <a:gd name="connsiteY316" fmla="*/ 5955437 h 6858000"/>
              <a:gd name="connsiteX317" fmla="*/ 4689789 w 7467600"/>
              <a:gd name="connsiteY317" fmla="*/ 6268382 h 6858000"/>
              <a:gd name="connsiteX318" fmla="*/ 4418722 w 7467600"/>
              <a:gd name="connsiteY318" fmla="*/ 6570886 h 6858000"/>
              <a:gd name="connsiteX319" fmla="*/ 4214944 w 7467600"/>
              <a:gd name="connsiteY319" fmla="*/ 6858000 h 6858000"/>
              <a:gd name="connsiteX320" fmla="*/ 4177898 w 7467600"/>
              <a:gd name="connsiteY320" fmla="*/ 6858000 h 6858000"/>
              <a:gd name="connsiteX321" fmla="*/ 4391597 w 7467600"/>
              <a:gd name="connsiteY321" fmla="*/ 6556370 h 6858000"/>
              <a:gd name="connsiteX322" fmla="*/ 4668889 w 7467600"/>
              <a:gd name="connsiteY322" fmla="*/ 6246399 h 6858000"/>
              <a:gd name="connsiteX323" fmla="*/ 5055427 w 7467600"/>
              <a:gd name="connsiteY323" fmla="*/ 5931476 h 6858000"/>
              <a:gd name="connsiteX324" fmla="*/ 5371814 w 7467600"/>
              <a:gd name="connsiteY324" fmla="*/ 5678975 h 6858000"/>
              <a:gd name="connsiteX325" fmla="*/ 4987918 w 7467600"/>
              <a:gd name="connsiteY325" fmla="*/ 5838701 h 6858000"/>
              <a:gd name="connsiteX326" fmla="*/ 4317146 w 7467600"/>
              <a:gd name="connsiteY326" fmla="*/ 6587716 h 6858000"/>
              <a:gd name="connsiteX327" fmla="*/ 4171627 w 7467600"/>
              <a:gd name="connsiteY327" fmla="*/ 6858000 h 6858000"/>
              <a:gd name="connsiteX328" fmla="*/ 4081585 w 7467600"/>
              <a:gd name="connsiteY328" fmla="*/ 6858000 h 6858000"/>
              <a:gd name="connsiteX329" fmla="*/ 4238603 w 7467600"/>
              <a:gd name="connsiteY329" fmla="*/ 6559341 h 6858000"/>
              <a:gd name="connsiteX330" fmla="*/ 4778333 w 7467600"/>
              <a:gd name="connsiteY330" fmla="*/ 5873626 h 6858000"/>
              <a:gd name="connsiteX331" fmla="*/ 5414185 w 7467600"/>
              <a:gd name="connsiteY331" fmla="*/ 5573882 h 6858000"/>
              <a:gd name="connsiteX332" fmla="*/ 5959648 w 7467600"/>
              <a:gd name="connsiteY332" fmla="*/ 4760797 h 6858000"/>
              <a:gd name="connsiteX333" fmla="*/ 5355019 w 7467600"/>
              <a:gd name="connsiteY333" fmla="*/ 4734672 h 6858000"/>
              <a:gd name="connsiteX334" fmla="*/ 5083565 w 7467600"/>
              <a:gd name="connsiteY334" fmla="*/ 5179121 h 6858000"/>
              <a:gd name="connsiteX335" fmla="*/ 4713577 w 7467600"/>
              <a:gd name="connsiteY335" fmla="*/ 5616803 h 6858000"/>
              <a:gd name="connsiteX336" fmla="*/ 3989559 w 7467600"/>
              <a:gd name="connsiteY336" fmla="*/ 6145945 h 6858000"/>
              <a:gd name="connsiteX337" fmla="*/ 3939824 w 7467600"/>
              <a:gd name="connsiteY337" fmla="*/ 6066900 h 6858000"/>
              <a:gd name="connsiteX338" fmla="*/ 4584537 w 7467600"/>
              <a:gd name="connsiteY338" fmla="*/ 5324826 h 6858000"/>
              <a:gd name="connsiteX339" fmla="*/ 5037105 w 7467600"/>
              <a:gd name="connsiteY339" fmla="*/ 5088765 h 6858000"/>
              <a:gd name="connsiteX340" fmla="*/ 5039930 w 7467600"/>
              <a:gd name="connsiteY340" fmla="*/ 5089585 h 6858000"/>
              <a:gd name="connsiteX341" fmla="*/ 5263764 w 7467600"/>
              <a:gd name="connsiteY341" fmla="*/ 4735525 h 6858000"/>
              <a:gd name="connsiteX342" fmla="*/ 4086300 w 7467600"/>
              <a:gd name="connsiteY342" fmla="*/ 4884599 h 6858000"/>
              <a:gd name="connsiteX343" fmla="*/ 4085485 w 7467600"/>
              <a:gd name="connsiteY343" fmla="*/ 4899070 h 6858000"/>
              <a:gd name="connsiteX344" fmla="*/ 3871915 w 7467600"/>
              <a:gd name="connsiteY344" fmla="*/ 5253645 h 6858000"/>
              <a:gd name="connsiteX345" fmla="*/ 3799374 w 7467600"/>
              <a:gd name="connsiteY345" fmla="*/ 5466127 h 6858000"/>
              <a:gd name="connsiteX346" fmla="*/ 3498850 w 7467600"/>
              <a:gd name="connsiteY346" fmla="*/ 6661888 h 6858000"/>
              <a:gd name="connsiteX347" fmla="*/ 3399216 w 7467600"/>
              <a:gd name="connsiteY347" fmla="*/ 6858000 h 6858000"/>
              <a:gd name="connsiteX348" fmla="*/ 3303688 w 7467600"/>
              <a:gd name="connsiteY348" fmla="*/ 6858000 h 6858000"/>
              <a:gd name="connsiteX349" fmla="*/ 3391774 w 7467600"/>
              <a:gd name="connsiteY349" fmla="*/ 6697181 h 6858000"/>
              <a:gd name="connsiteX350" fmla="*/ 3735540 w 7467600"/>
              <a:gd name="connsiteY350" fmla="*/ 5546923 h 6858000"/>
              <a:gd name="connsiteX351" fmla="*/ 3729438 w 7467600"/>
              <a:gd name="connsiteY351" fmla="*/ 5569058 h 6858000"/>
              <a:gd name="connsiteX352" fmla="*/ 3707782 w 7467600"/>
              <a:gd name="connsiteY352" fmla="*/ 5644908 h 6858000"/>
              <a:gd name="connsiteX353" fmla="*/ 3583827 w 7467600"/>
              <a:gd name="connsiteY353" fmla="*/ 6039215 h 6858000"/>
              <a:gd name="connsiteX354" fmla="*/ 3547861 w 7467600"/>
              <a:gd name="connsiteY354" fmla="*/ 6129609 h 6858000"/>
              <a:gd name="connsiteX355" fmla="*/ 3490905 w 7467600"/>
              <a:gd name="connsiteY355" fmla="*/ 6277660 h 6858000"/>
              <a:gd name="connsiteX356" fmla="*/ 3455859 w 7467600"/>
              <a:gd name="connsiteY356" fmla="*/ 6391301 h 6858000"/>
              <a:gd name="connsiteX357" fmla="*/ 3429112 w 7467600"/>
              <a:gd name="connsiteY357" fmla="*/ 6479469 h 6858000"/>
              <a:gd name="connsiteX358" fmla="*/ 3304862 w 7467600"/>
              <a:gd name="connsiteY358" fmla="*/ 6796476 h 6858000"/>
              <a:gd name="connsiteX359" fmla="*/ 3276071 w 7467600"/>
              <a:gd name="connsiteY359" fmla="*/ 6858000 h 6858000"/>
              <a:gd name="connsiteX360" fmla="*/ 3240805 w 7467600"/>
              <a:gd name="connsiteY360" fmla="*/ 6858000 h 6858000"/>
              <a:gd name="connsiteX361" fmla="*/ 3275917 w 7467600"/>
              <a:gd name="connsiteY361" fmla="*/ 6783192 h 6858000"/>
              <a:gd name="connsiteX362" fmla="*/ 3399358 w 7467600"/>
              <a:gd name="connsiteY362" fmla="*/ 6469011 h 6858000"/>
              <a:gd name="connsiteX363" fmla="*/ 3425650 w 7467600"/>
              <a:gd name="connsiteY363" fmla="*/ 6381333 h 6858000"/>
              <a:gd name="connsiteX364" fmla="*/ 3460661 w 7467600"/>
              <a:gd name="connsiteY364" fmla="*/ 6266763 h 6858000"/>
              <a:gd name="connsiteX365" fmla="*/ 3518021 w 7467600"/>
              <a:gd name="connsiteY365" fmla="*/ 6117298 h 6858000"/>
              <a:gd name="connsiteX366" fmla="*/ 3554035 w 7467600"/>
              <a:gd name="connsiteY366" fmla="*/ 6027832 h 6858000"/>
              <a:gd name="connsiteX367" fmla="*/ 3677174 w 7467600"/>
              <a:gd name="connsiteY367" fmla="*/ 5636351 h 6858000"/>
              <a:gd name="connsiteX368" fmla="*/ 3698819 w 7467600"/>
              <a:gd name="connsiteY368" fmla="*/ 5560503 h 6858000"/>
              <a:gd name="connsiteX369" fmla="*/ 3702094 w 7467600"/>
              <a:gd name="connsiteY369" fmla="*/ 5549194 h 6858000"/>
              <a:gd name="connsiteX370" fmla="*/ 3398355 w 7467600"/>
              <a:gd name="connsiteY370" fmla="*/ 6094603 h 6858000"/>
              <a:gd name="connsiteX371" fmla="*/ 3193941 w 7467600"/>
              <a:gd name="connsiteY371" fmla="*/ 6798775 h 6858000"/>
              <a:gd name="connsiteX372" fmla="*/ 3184140 w 7467600"/>
              <a:gd name="connsiteY372" fmla="*/ 6858000 h 6858000"/>
              <a:gd name="connsiteX373" fmla="*/ 3099978 w 7467600"/>
              <a:gd name="connsiteY373" fmla="*/ 6858000 h 6858000"/>
              <a:gd name="connsiteX374" fmla="*/ 3101556 w 7467600"/>
              <a:gd name="connsiteY374" fmla="*/ 6843337 h 6858000"/>
              <a:gd name="connsiteX375" fmla="*/ 3370162 w 7467600"/>
              <a:gd name="connsiteY375" fmla="*/ 5785550 h 6858000"/>
              <a:gd name="connsiteX376" fmla="*/ 3746477 w 7467600"/>
              <a:gd name="connsiteY376" fmla="*/ 5377889 h 6858000"/>
              <a:gd name="connsiteX377" fmla="*/ 3863399 w 7467600"/>
              <a:gd name="connsiteY377" fmla="*/ 5087257 h 6858000"/>
              <a:gd name="connsiteX378" fmla="*/ 3968712 w 7467600"/>
              <a:gd name="connsiteY378" fmla="*/ 4913989 h 6858000"/>
              <a:gd name="connsiteX379" fmla="*/ 2792390 w 7467600"/>
              <a:gd name="connsiteY379" fmla="*/ 5382974 h 6858000"/>
              <a:gd name="connsiteX380" fmla="*/ 2714982 w 7467600"/>
              <a:gd name="connsiteY380" fmla="*/ 5427051 h 6858000"/>
              <a:gd name="connsiteX381" fmla="*/ 2813361 w 7467600"/>
              <a:gd name="connsiteY381" fmla="*/ 6023912 h 6858000"/>
              <a:gd name="connsiteX382" fmla="*/ 2688430 w 7467600"/>
              <a:gd name="connsiteY382" fmla="*/ 6801564 h 6858000"/>
              <a:gd name="connsiteX383" fmla="*/ 2629626 w 7467600"/>
              <a:gd name="connsiteY383" fmla="*/ 6763394 h 6858000"/>
              <a:gd name="connsiteX384" fmla="*/ 2565328 w 7467600"/>
              <a:gd name="connsiteY384" fmla="*/ 5516399 h 6858000"/>
              <a:gd name="connsiteX385" fmla="*/ 1922999 w 7467600"/>
              <a:gd name="connsiteY385" fmla="*/ 5980343 h 6858000"/>
              <a:gd name="connsiteX386" fmla="*/ 1950261 w 7467600"/>
              <a:gd name="connsiteY386" fmla="*/ 6405858 h 6858000"/>
              <a:gd name="connsiteX387" fmla="*/ 2365554 w 7467600"/>
              <a:gd name="connsiteY387" fmla="*/ 6759107 h 6858000"/>
              <a:gd name="connsiteX388" fmla="*/ 2424142 w 7467600"/>
              <a:gd name="connsiteY388" fmla="*/ 6858000 h 6858000"/>
              <a:gd name="connsiteX389" fmla="*/ 2395994 w 7467600"/>
              <a:gd name="connsiteY389" fmla="*/ 6858000 h 6858000"/>
              <a:gd name="connsiteX390" fmla="*/ 2392863 w 7467600"/>
              <a:gd name="connsiteY390" fmla="*/ 6852964 h 6858000"/>
              <a:gd name="connsiteX391" fmla="*/ 2017589 w 7467600"/>
              <a:gd name="connsiteY391" fmla="*/ 6493982 h 6858000"/>
              <a:gd name="connsiteX392" fmla="*/ 2147336 w 7467600"/>
              <a:gd name="connsiteY392" fmla="*/ 6594052 h 6858000"/>
              <a:gd name="connsiteX393" fmla="*/ 2207047 w 7467600"/>
              <a:gd name="connsiteY393" fmla="*/ 6654540 h 6858000"/>
              <a:gd name="connsiteX394" fmla="*/ 2299106 w 7467600"/>
              <a:gd name="connsiteY394" fmla="*/ 6778931 h 6858000"/>
              <a:gd name="connsiteX395" fmla="*/ 2314430 w 7467600"/>
              <a:gd name="connsiteY395" fmla="*/ 6801144 h 6858000"/>
              <a:gd name="connsiteX396" fmla="*/ 2352406 w 7467600"/>
              <a:gd name="connsiteY396" fmla="*/ 6858000 h 6858000"/>
              <a:gd name="connsiteX397" fmla="*/ 2314492 w 7467600"/>
              <a:gd name="connsiteY397" fmla="*/ 6858000 h 6858000"/>
              <a:gd name="connsiteX398" fmla="*/ 2288095 w 7467600"/>
              <a:gd name="connsiteY398" fmla="*/ 6818030 h 6858000"/>
              <a:gd name="connsiteX399" fmla="*/ 2272768 w 7467600"/>
              <a:gd name="connsiteY399" fmla="*/ 6795822 h 6858000"/>
              <a:gd name="connsiteX400" fmla="*/ 2182715 w 7467600"/>
              <a:gd name="connsiteY400" fmla="*/ 6675071 h 6858000"/>
              <a:gd name="connsiteX401" fmla="*/ 2032061 w 7467600"/>
              <a:gd name="connsiteY401" fmla="*/ 6541380 h 6858000"/>
              <a:gd name="connsiteX402" fmla="*/ 2257220 w 7467600"/>
              <a:gd name="connsiteY402" fmla="*/ 6826257 h 6858000"/>
              <a:gd name="connsiteX403" fmla="*/ 2281324 w 7467600"/>
              <a:gd name="connsiteY403" fmla="*/ 6858000 h 6858000"/>
              <a:gd name="connsiteX404" fmla="*/ 2242860 w 7467600"/>
              <a:gd name="connsiteY404" fmla="*/ 6858000 h 6858000"/>
              <a:gd name="connsiteX405" fmla="*/ 2232818 w 7467600"/>
              <a:gd name="connsiteY405" fmla="*/ 6844926 h 6858000"/>
              <a:gd name="connsiteX406" fmla="*/ 1990172 w 7467600"/>
              <a:gd name="connsiteY406" fmla="*/ 6542121 h 6858000"/>
              <a:gd name="connsiteX407" fmla="*/ 2124090 w 7467600"/>
              <a:gd name="connsiteY407" fmla="*/ 6761017 h 6858000"/>
              <a:gd name="connsiteX408" fmla="*/ 2200380 w 7467600"/>
              <a:gd name="connsiteY408" fmla="*/ 6858000 h 6858000"/>
              <a:gd name="connsiteX409" fmla="*/ 2147507 w 7467600"/>
              <a:gd name="connsiteY409" fmla="*/ 6858000 h 6858000"/>
              <a:gd name="connsiteX410" fmla="*/ 2070668 w 7467600"/>
              <a:gd name="connsiteY410" fmla="*/ 6761520 h 6858000"/>
              <a:gd name="connsiteX411" fmla="*/ 1975142 w 7467600"/>
              <a:gd name="connsiteY411" fmla="*/ 6585570 h 6858000"/>
              <a:gd name="connsiteX412" fmla="*/ 2050035 w 7467600"/>
              <a:gd name="connsiteY412" fmla="*/ 6813345 h 6858000"/>
              <a:gd name="connsiteX413" fmla="*/ 2063025 w 7467600"/>
              <a:gd name="connsiteY413" fmla="*/ 6858000 h 6858000"/>
              <a:gd name="connsiteX414" fmla="*/ 2021675 w 7467600"/>
              <a:gd name="connsiteY414" fmla="*/ 6858000 h 6858000"/>
              <a:gd name="connsiteX415" fmla="*/ 2019308 w 7467600"/>
              <a:gd name="connsiteY415" fmla="*/ 6847118 h 6858000"/>
              <a:gd name="connsiteX416" fmla="*/ 1938835 w 7467600"/>
              <a:gd name="connsiteY416" fmla="*/ 6551160 h 6858000"/>
              <a:gd name="connsiteX417" fmla="*/ 1953230 w 7467600"/>
              <a:gd name="connsiteY417" fmla="*/ 6759699 h 6858000"/>
              <a:gd name="connsiteX418" fmla="*/ 1956763 w 7467600"/>
              <a:gd name="connsiteY418" fmla="*/ 6778191 h 6858000"/>
              <a:gd name="connsiteX419" fmla="*/ 1967925 w 7467600"/>
              <a:gd name="connsiteY419" fmla="*/ 6858000 h 6858000"/>
              <a:gd name="connsiteX420" fmla="*/ 1936622 w 7467600"/>
              <a:gd name="connsiteY420" fmla="*/ 6858000 h 6858000"/>
              <a:gd name="connsiteX421" fmla="*/ 1926261 w 7467600"/>
              <a:gd name="connsiteY421" fmla="*/ 6784064 h 6858000"/>
              <a:gd name="connsiteX422" fmla="*/ 1922724 w 7467600"/>
              <a:gd name="connsiteY422" fmla="*/ 6765577 h 6858000"/>
              <a:gd name="connsiteX423" fmla="*/ 1904650 w 7467600"/>
              <a:gd name="connsiteY423" fmla="*/ 6639616 h 6858000"/>
              <a:gd name="connsiteX424" fmla="*/ 1885273 w 7467600"/>
              <a:gd name="connsiteY424" fmla="*/ 6858000 h 6858000"/>
              <a:gd name="connsiteX425" fmla="*/ 1854363 w 7467600"/>
              <a:gd name="connsiteY425" fmla="*/ 6858000 h 6858000"/>
              <a:gd name="connsiteX426" fmla="*/ 1880391 w 7467600"/>
              <a:gd name="connsiteY426" fmla="*/ 6603796 h 6858000"/>
              <a:gd name="connsiteX427" fmla="*/ 1818273 w 7467600"/>
              <a:gd name="connsiteY427" fmla="*/ 6715729 h 6858000"/>
              <a:gd name="connsiteX428" fmla="*/ 1794691 w 7467600"/>
              <a:gd name="connsiteY428" fmla="*/ 6843239 h 6858000"/>
              <a:gd name="connsiteX429" fmla="*/ 1794914 w 7467600"/>
              <a:gd name="connsiteY429" fmla="*/ 6858000 h 6858000"/>
              <a:gd name="connsiteX430" fmla="*/ 1746128 w 7467600"/>
              <a:gd name="connsiteY430" fmla="*/ 6858000 h 6858000"/>
              <a:gd name="connsiteX431" fmla="*/ 1753934 w 7467600"/>
              <a:gd name="connsiteY431" fmla="*/ 6724796 h 6858000"/>
              <a:gd name="connsiteX432" fmla="*/ 1792053 w 7467600"/>
              <a:gd name="connsiteY432" fmla="*/ 6572396 h 6858000"/>
              <a:gd name="connsiteX433" fmla="*/ 1862248 w 7467600"/>
              <a:gd name="connsiteY433" fmla="*/ 6266397 h 6858000"/>
              <a:gd name="connsiteX434" fmla="*/ 1862250 w 7467600"/>
              <a:gd name="connsiteY434" fmla="*/ 6033531 h 6858000"/>
              <a:gd name="connsiteX435" fmla="*/ 1211999 w 7467600"/>
              <a:gd name="connsiteY435" fmla="*/ 6683610 h 6858000"/>
              <a:gd name="connsiteX436" fmla="*/ 1213266 w 7467600"/>
              <a:gd name="connsiteY436" fmla="*/ 6691947 h 6858000"/>
              <a:gd name="connsiteX437" fmla="*/ 1203370 w 7467600"/>
              <a:gd name="connsiteY437" fmla="*/ 6850676 h 6858000"/>
              <a:gd name="connsiteX438" fmla="*/ 1203671 w 7467600"/>
              <a:gd name="connsiteY438" fmla="*/ 6858000 h 6858000"/>
              <a:gd name="connsiteX439" fmla="*/ 1143180 w 7467600"/>
              <a:gd name="connsiteY439" fmla="*/ 6858000 h 6858000"/>
              <a:gd name="connsiteX440" fmla="*/ 1142176 w 7467600"/>
              <a:gd name="connsiteY440" fmla="*/ 6766045 h 6858000"/>
              <a:gd name="connsiteX441" fmla="*/ 1067484 w 7467600"/>
              <a:gd name="connsiteY441" fmla="*/ 6858000 h 6858000"/>
              <a:gd name="connsiteX442" fmla="*/ 953928 w 7467600"/>
              <a:gd name="connsiteY442" fmla="*/ 6858000 h 6858000"/>
              <a:gd name="connsiteX443" fmla="*/ 959715 w 7467600"/>
              <a:gd name="connsiteY443" fmla="*/ 6850185 h 6858000"/>
              <a:gd name="connsiteX444" fmla="*/ 1483788 w 7467600"/>
              <a:gd name="connsiteY444" fmla="*/ 6259174 h 6858000"/>
              <a:gd name="connsiteX445" fmla="*/ 1100671 w 7467600"/>
              <a:gd name="connsiteY445" fmla="*/ 6252137 h 6858000"/>
              <a:gd name="connsiteX446" fmla="*/ 1090144 w 7467600"/>
              <a:gd name="connsiteY446" fmla="*/ 6256748 h 6858000"/>
              <a:gd name="connsiteX447" fmla="*/ 1095872 w 7467600"/>
              <a:gd name="connsiteY447" fmla="*/ 6271892 h 6858000"/>
              <a:gd name="connsiteX448" fmla="*/ 262785 w 7467600"/>
              <a:gd name="connsiteY448" fmla="*/ 6845450 h 6858000"/>
              <a:gd name="connsiteX449" fmla="*/ 209968 w 7467600"/>
              <a:gd name="connsiteY449" fmla="*/ 6770713 h 6858000"/>
              <a:gd name="connsiteX450" fmla="*/ 873460 w 7467600"/>
              <a:gd name="connsiteY450" fmla="*/ 6253768 h 6858000"/>
              <a:gd name="connsiteX451" fmla="*/ 192686 w 7467600"/>
              <a:gd name="connsiteY451" fmla="*/ 5849257 h 6858000"/>
              <a:gd name="connsiteX452" fmla="*/ 4696 w 7467600"/>
              <a:gd name="connsiteY452" fmla="*/ 5697668 h 6858000"/>
              <a:gd name="connsiteX453" fmla="*/ 0 w 7467600"/>
              <a:gd name="connsiteY453" fmla="*/ 5689984 h 6858000"/>
              <a:gd name="connsiteX454" fmla="*/ 0 w 7467600"/>
              <a:gd name="connsiteY454" fmla="*/ 5513472 h 6858000"/>
              <a:gd name="connsiteX455" fmla="*/ 174101 w 7467600"/>
              <a:gd name="connsiteY455" fmla="*/ 5620277 h 6858000"/>
              <a:gd name="connsiteX456" fmla="*/ 891800 w 7467600"/>
              <a:gd name="connsiteY456" fmla="*/ 6036935 h 6858000"/>
              <a:gd name="connsiteX457" fmla="*/ 1072219 w 7467600"/>
              <a:gd name="connsiteY457" fmla="*/ 6169443 h 6858000"/>
              <a:gd name="connsiteX458" fmla="*/ 1074117 w 7467600"/>
              <a:gd name="connsiteY458" fmla="*/ 6170301 h 6858000"/>
              <a:gd name="connsiteX459" fmla="*/ 1083114 w 7467600"/>
              <a:gd name="connsiteY459" fmla="*/ 6174131 h 6858000"/>
              <a:gd name="connsiteX460" fmla="*/ 1543010 w 7467600"/>
              <a:gd name="connsiteY460" fmla="*/ 6191140 h 6858000"/>
              <a:gd name="connsiteX461" fmla="*/ 1551080 w 7467600"/>
              <a:gd name="connsiteY461" fmla="*/ 6195006 h 6858000"/>
              <a:gd name="connsiteX462" fmla="*/ 2345443 w 7467600"/>
              <a:gd name="connsiteY462" fmla="*/ 5549882 h 6858000"/>
              <a:gd name="connsiteX463" fmla="*/ 1721499 w 7467600"/>
              <a:gd name="connsiteY463" fmla="*/ 5599969 h 6858000"/>
              <a:gd name="connsiteX464" fmla="*/ 767716 w 7467600"/>
              <a:gd name="connsiteY464" fmla="*/ 5472768 h 6858000"/>
              <a:gd name="connsiteX465" fmla="*/ 722147 w 7467600"/>
              <a:gd name="connsiteY465" fmla="*/ 5393091 h 6858000"/>
              <a:gd name="connsiteX466" fmla="*/ 1485552 w 7467600"/>
              <a:gd name="connsiteY466" fmla="*/ 5313202 h 6858000"/>
              <a:gd name="connsiteX467" fmla="*/ 2143004 w 7467600"/>
              <a:gd name="connsiteY467" fmla="*/ 5402420 h 6858000"/>
              <a:gd name="connsiteX468" fmla="*/ 1933391 w 7467600"/>
              <a:gd name="connsiteY468" fmla="*/ 5156971 h 6858000"/>
              <a:gd name="connsiteX469" fmla="*/ 1827118 w 7467600"/>
              <a:gd name="connsiteY469" fmla="*/ 4968410 h 6858000"/>
              <a:gd name="connsiteX470" fmla="*/ 1837349 w 7467600"/>
              <a:gd name="connsiteY470" fmla="*/ 4956357 h 6858000"/>
              <a:gd name="connsiteX471" fmla="*/ 2162835 w 7467600"/>
              <a:gd name="connsiteY471" fmla="*/ 5187853 h 6858000"/>
              <a:gd name="connsiteX472" fmla="*/ 2257167 w 7467600"/>
              <a:gd name="connsiteY472" fmla="*/ 5462123 h 6858000"/>
              <a:gd name="connsiteX473" fmla="*/ 2261598 w 7467600"/>
              <a:gd name="connsiteY473" fmla="*/ 5467998 h 6858000"/>
              <a:gd name="connsiteX474" fmla="*/ 2437177 w 7467600"/>
              <a:gd name="connsiteY474" fmla="*/ 5479608 h 6858000"/>
              <a:gd name="connsiteX475" fmla="*/ 2445247 w 7467600"/>
              <a:gd name="connsiteY475" fmla="*/ 5483476 h 6858000"/>
              <a:gd name="connsiteX476" fmla="*/ 2743626 w 7467600"/>
              <a:gd name="connsiteY476" fmla="*/ 5304819 h 6858000"/>
              <a:gd name="connsiteX477" fmla="*/ 3048102 w 7467600"/>
              <a:gd name="connsiteY477" fmla="*/ 5150595 h 6858000"/>
              <a:gd name="connsiteX478" fmla="*/ 1799414 w 7467600"/>
              <a:gd name="connsiteY478" fmla="*/ 4694732 h 6858000"/>
              <a:gd name="connsiteX479" fmla="*/ 1771735 w 7467600"/>
              <a:gd name="connsiteY479" fmla="*/ 4619929 h 6858000"/>
              <a:gd name="connsiteX480" fmla="*/ 3104273 w 7467600"/>
              <a:gd name="connsiteY480" fmla="*/ 5076159 h 6858000"/>
              <a:gd name="connsiteX481" fmla="*/ 3113245 w 7467600"/>
              <a:gd name="connsiteY481" fmla="*/ 5090705 h 6858000"/>
              <a:gd name="connsiteX482" fmla="*/ 3126294 w 7467600"/>
              <a:gd name="connsiteY482" fmla="*/ 5114400 h 6858000"/>
              <a:gd name="connsiteX483" fmla="*/ 3937433 w 7467600"/>
              <a:gd name="connsiteY483" fmla="*/ 4830473 h 6858000"/>
              <a:gd name="connsiteX484" fmla="*/ 3590475 w 7467600"/>
              <a:gd name="connsiteY484" fmla="*/ 4597974 h 6858000"/>
              <a:gd name="connsiteX485" fmla="*/ 3100264 w 7467600"/>
              <a:gd name="connsiteY485" fmla="*/ 4579845 h 6858000"/>
              <a:gd name="connsiteX486" fmla="*/ 2183576 w 7467600"/>
              <a:gd name="connsiteY486" fmla="*/ 4227150 h 6858000"/>
              <a:gd name="connsiteX487" fmla="*/ 2151029 w 7467600"/>
              <a:gd name="connsiteY487" fmla="*/ 4146947 h 6858000"/>
              <a:gd name="connsiteX488" fmla="*/ 3563434 w 7467600"/>
              <a:gd name="connsiteY488" fmla="*/ 4469115 h 6858000"/>
              <a:gd name="connsiteX489" fmla="*/ 3177952 w 7467600"/>
              <a:gd name="connsiteY489" fmla="*/ 3657386 h 6858000"/>
              <a:gd name="connsiteX490" fmla="*/ 3189263 w 7467600"/>
              <a:gd name="connsiteY490" fmla="*/ 3625726 h 6858000"/>
              <a:gd name="connsiteX491" fmla="*/ 3560912 w 7467600"/>
              <a:gd name="connsiteY491" fmla="*/ 4079863 h 6858000"/>
              <a:gd name="connsiteX492" fmla="*/ 3626636 w 7467600"/>
              <a:gd name="connsiteY492" fmla="*/ 4512230 h 6858000"/>
              <a:gd name="connsiteX493" fmla="*/ 3653088 w 7467600"/>
              <a:gd name="connsiteY493" fmla="*/ 4521417 h 6858000"/>
              <a:gd name="connsiteX494" fmla="*/ 3988128 w 7467600"/>
              <a:gd name="connsiteY494" fmla="*/ 4817267 h 6858000"/>
              <a:gd name="connsiteX495" fmla="*/ 4830582 w 7467600"/>
              <a:gd name="connsiteY495" fmla="*/ 4676000 h 6858000"/>
              <a:gd name="connsiteX496" fmla="*/ 4830100 w 7467600"/>
              <a:gd name="connsiteY496" fmla="*/ 4675554 h 6858000"/>
              <a:gd name="connsiteX497" fmla="*/ 4036318 w 7467600"/>
              <a:gd name="connsiteY497" fmla="*/ 4147013 h 6858000"/>
              <a:gd name="connsiteX498" fmla="*/ 3432098 w 7467600"/>
              <a:gd name="connsiteY498" fmla="*/ 3537312 h 6858000"/>
              <a:gd name="connsiteX499" fmla="*/ 3446761 w 7467600"/>
              <a:gd name="connsiteY499" fmla="*/ 3461278 h 6858000"/>
              <a:gd name="connsiteX500" fmla="*/ 4419733 w 7467600"/>
              <a:gd name="connsiteY500" fmla="*/ 3963555 h 6858000"/>
              <a:gd name="connsiteX501" fmla="*/ 4781371 w 7467600"/>
              <a:gd name="connsiteY501" fmla="*/ 4458604 h 6858000"/>
              <a:gd name="connsiteX502" fmla="*/ 4780440 w 7467600"/>
              <a:gd name="connsiteY502" fmla="*/ 4470290 h 6858000"/>
              <a:gd name="connsiteX503" fmla="*/ 4898954 w 7467600"/>
              <a:gd name="connsiteY503" fmla="*/ 4662092 h 6858000"/>
              <a:gd name="connsiteX504" fmla="*/ 4900699 w 7467600"/>
              <a:gd name="connsiteY504" fmla="*/ 4670867 h 6858000"/>
              <a:gd name="connsiteX505" fmla="*/ 5714511 w 7467600"/>
              <a:gd name="connsiteY505" fmla="*/ 4663483 h 6858000"/>
              <a:gd name="connsiteX506" fmla="*/ 5464793 w 7467600"/>
              <a:gd name="connsiteY506" fmla="*/ 4393556 h 6858000"/>
              <a:gd name="connsiteX507" fmla="*/ 5461897 w 7467600"/>
              <a:gd name="connsiteY507" fmla="*/ 4390879 h 6858000"/>
              <a:gd name="connsiteX508" fmla="*/ 4294126 w 7467600"/>
              <a:gd name="connsiteY508" fmla="*/ 3303048 h 6858000"/>
              <a:gd name="connsiteX509" fmla="*/ 4305321 w 7467600"/>
              <a:gd name="connsiteY509" fmla="*/ 3256953 h 6858000"/>
              <a:gd name="connsiteX510" fmla="*/ 4949299 w 7467600"/>
              <a:gd name="connsiteY510" fmla="*/ 3766336 h 6858000"/>
              <a:gd name="connsiteX511" fmla="*/ 5291452 w 7467600"/>
              <a:gd name="connsiteY511" fmla="*/ 4076801 h 6858000"/>
              <a:gd name="connsiteX512" fmla="*/ 5434998 w 7467600"/>
              <a:gd name="connsiteY512" fmla="*/ 4254100 h 6858000"/>
              <a:gd name="connsiteX513" fmla="*/ 5351015 w 7467600"/>
              <a:gd name="connsiteY513" fmla="*/ 3760989 h 6858000"/>
              <a:gd name="connsiteX514" fmla="*/ 5413780 w 7467600"/>
              <a:gd name="connsiteY514" fmla="*/ 2966265 h 6858000"/>
              <a:gd name="connsiteX515" fmla="*/ 5425627 w 7467600"/>
              <a:gd name="connsiteY515" fmla="*/ 2954192 h 6858000"/>
              <a:gd name="connsiteX516" fmla="*/ 6604735 w 7467600"/>
              <a:gd name="connsiteY516" fmla="*/ 2041381 h 6858000"/>
              <a:gd name="connsiteX517" fmla="*/ 7204487 w 7467600"/>
              <a:gd name="connsiteY517" fmla="*/ 2742112 h 6858000"/>
              <a:gd name="connsiteX518" fmla="*/ 7131592 w 7467600"/>
              <a:gd name="connsiteY518" fmla="*/ 2672096 h 6858000"/>
              <a:gd name="connsiteX519" fmla="*/ 6996344 w 7467600"/>
              <a:gd name="connsiteY519" fmla="*/ 2518310 h 6858000"/>
              <a:gd name="connsiteX520" fmla="*/ 6735495 w 7467600"/>
              <a:gd name="connsiteY520" fmla="*/ 2196890 h 6858000"/>
              <a:gd name="connsiteX521" fmla="*/ 6721901 w 7467600"/>
              <a:gd name="connsiteY521" fmla="*/ 2179274 h 6858000"/>
              <a:gd name="connsiteX522" fmla="*/ 6604735 w 7467600"/>
              <a:gd name="connsiteY522" fmla="*/ 2041381 h 6858000"/>
              <a:gd name="connsiteX523" fmla="*/ 6591670 w 7467600"/>
              <a:gd name="connsiteY523" fmla="*/ 1988277 h 6858000"/>
              <a:gd name="connsiteX524" fmla="*/ 6747349 w 7467600"/>
              <a:gd name="connsiteY524" fmla="*/ 2160069 h 6858000"/>
              <a:gd name="connsiteX525" fmla="*/ 6760943 w 7467600"/>
              <a:gd name="connsiteY525" fmla="*/ 2177686 h 6858000"/>
              <a:gd name="connsiteX526" fmla="*/ 7021065 w 7467600"/>
              <a:gd name="connsiteY526" fmla="*/ 2498102 h 6858000"/>
              <a:gd name="connsiteX527" fmla="*/ 7155223 w 7467600"/>
              <a:gd name="connsiteY527" fmla="*/ 2650386 h 6858000"/>
              <a:gd name="connsiteX528" fmla="*/ 7203167 w 7467600"/>
              <a:gd name="connsiteY528" fmla="*/ 2697288 h 6858000"/>
              <a:gd name="connsiteX529" fmla="*/ 6937703 w 7467600"/>
              <a:gd name="connsiteY529" fmla="*/ 2321981 h 6858000"/>
              <a:gd name="connsiteX530" fmla="*/ 6591670 w 7467600"/>
              <a:gd name="connsiteY530" fmla="*/ 1988277 h 6858000"/>
              <a:gd name="connsiteX531" fmla="*/ 5798671 w 7467600"/>
              <a:gd name="connsiteY531" fmla="*/ 1981601 h 6858000"/>
              <a:gd name="connsiteX532" fmla="*/ 5754709 w 7467600"/>
              <a:gd name="connsiteY532" fmla="*/ 2071454 h 6858000"/>
              <a:gd name="connsiteX533" fmla="*/ 5763044 w 7467600"/>
              <a:gd name="connsiteY533" fmla="*/ 2842206 h 6858000"/>
              <a:gd name="connsiteX534" fmla="*/ 5764974 w 7467600"/>
              <a:gd name="connsiteY534" fmla="*/ 2799609 h 6858000"/>
              <a:gd name="connsiteX535" fmla="*/ 5767665 w 7467600"/>
              <a:gd name="connsiteY535" fmla="*/ 2666409 h 6858000"/>
              <a:gd name="connsiteX536" fmla="*/ 5763055 w 7467600"/>
              <a:gd name="connsiteY536" fmla="*/ 2579705 h 6858000"/>
              <a:gd name="connsiteX537" fmla="*/ 5758079 w 7467600"/>
              <a:gd name="connsiteY537" fmla="*/ 2492508 h 6858000"/>
              <a:gd name="connsiteX538" fmla="*/ 5779325 w 7467600"/>
              <a:gd name="connsiteY538" fmla="*/ 2197069 h 6858000"/>
              <a:gd name="connsiteX539" fmla="*/ 5798671 w 7467600"/>
              <a:gd name="connsiteY539" fmla="*/ 1981601 h 6858000"/>
              <a:gd name="connsiteX540" fmla="*/ 5829202 w 7467600"/>
              <a:gd name="connsiteY540" fmla="*/ 1971679 h 6858000"/>
              <a:gd name="connsiteX541" fmla="*/ 5809558 w 7467600"/>
              <a:gd name="connsiteY541" fmla="*/ 2198043 h 6858000"/>
              <a:gd name="connsiteX542" fmla="*/ 5788653 w 7467600"/>
              <a:gd name="connsiteY542" fmla="*/ 2489430 h 6858000"/>
              <a:gd name="connsiteX543" fmla="*/ 5793439 w 7467600"/>
              <a:gd name="connsiteY543" fmla="*/ 2575235 h 6858000"/>
              <a:gd name="connsiteX544" fmla="*/ 5796837 w 7467600"/>
              <a:gd name="connsiteY544" fmla="*/ 2637633 h 6858000"/>
              <a:gd name="connsiteX545" fmla="*/ 5818614 w 7467600"/>
              <a:gd name="connsiteY545" fmla="*/ 2473055 h 6858000"/>
              <a:gd name="connsiteX546" fmla="*/ 5829202 w 7467600"/>
              <a:gd name="connsiteY546" fmla="*/ 1971679 h 6858000"/>
              <a:gd name="connsiteX547" fmla="*/ 5911389 w 7467600"/>
              <a:gd name="connsiteY547" fmla="*/ 1898371 h 6858000"/>
              <a:gd name="connsiteX548" fmla="*/ 6237627 w 7467600"/>
              <a:gd name="connsiteY548" fmla="*/ 2231921 h 6858000"/>
              <a:gd name="connsiteX549" fmla="*/ 5911389 w 7467600"/>
              <a:gd name="connsiteY549" fmla="*/ 1898371 h 6858000"/>
              <a:gd name="connsiteX550" fmla="*/ 6944437 w 7467600"/>
              <a:gd name="connsiteY550" fmla="*/ 1575402 h 6858000"/>
              <a:gd name="connsiteX551" fmla="*/ 6304730 w 7467600"/>
              <a:gd name="connsiteY551" fmla="*/ 1766654 h 6858000"/>
              <a:gd name="connsiteX552" fmla="*/ 6944437 w 7467600"/>
              <a:gd name="connsiteY552" fmla="*/ 1575402 h 6858000"/>
              <a:gd name="connsiteX553" fmla="*/ 7019523 w 7467600"/>
              <a:gd name="connsiteY553" fmla="*/ 1519450 h 6858000"/>
              <a:gd name="connsiteX554" fmla="*/ 6298091 w 7467600"/>
              <a:gd name="connsiteY554" fmla="*/ 1737122 h 6858000"/>
              <a:gd name="connsiteX555" fmla="*/ 7019523 w 7467600"/>
              <a:gd name="connsiteY555" fmla="*/ 1519450 h 6858000"/>
              <a:gd name="connsiteX556" fmla="*/ 2399523 w 7467600"/>
              <a:gd name="connsiteY556" fmla="*/ 1428234 h 6858000"/>
              <a:gd name="connsiteX557" fmla="*/ 2224982 w 7467600"/>
              <a:gd name="connsiteY557" fmla="*/ 1826201 h 6858000"/>
              <a:gd name="connsiteX558" fmla="*/ 2096099 w 7467600"/>
              <a:gd name="connsiteY558" fmla="*/ 2345900 h 6858000"/>
              <a:gd name="connsiteX559" fmla="*/ 2283317 w 7467600"/>
              <a:gd name="connsiteY559" fmla="*/ 1796925 h 6858000"/>
              <a:gd name="connsiteX560" fmla="*/ 2399523 w 7467600"/>
              <a:gd name="connsiteY560" fmla="*/ 1428234 h 6858000"/>
              <a:gd name="connsiteX561" fmla="*/ 2448558 w 7467600"/>
              <a:gd name="connsiteY561" fmla="*/ 1373435 h 6858000"/>
              <a:gd name="connsiteX562" fmla="*/ 2312521 w 7467600"/>
              <a:gd name="connsiteY562" fmla="*/ 1806140 h 6858000"/>
              <a:gd name="connsiteX563" fmla="*/ 2127533 w 7467600"/>
              <a:gd name="connsiteY563" fmla="*/ 2348380 h 6858000"/>
              <a:gd name="connsiteX564" fmla="*/ 2358080 w 7467600"/>
              <a:gd name="connsiteY564" fmla="*/ 1866134 h 6858000"/>
              <a:gd name="connsiteX565" fmla="*/ 2407436 w 7467600"/>
              <a:gd name="connsiteY565" fmla="*/ 1651070 h 6858000"/>
              <a:gd name="connsiteX566" fmla="*/ 2448558 w 7467600"/>
              <a:gd name="connsiteY566" fmla="*/ 1373435 h 6858000"/>
              <a:gd name="connsiteX567" fmla="*/ 278707 w 7467600"/>
              <a:gd name="connsiteY567" fmla="*/ 1352270 h 6858000"/>
              <a:gd name="connsiteX568" fmla="*/ 321570 w 7467600"/>
              <a:gd name="connsiteY568" fmla="*/ 1861610 h 6858000"/>
              <a:gd name="connsiteX569" fmla="*/ 294281 w 7467600"/>
              <a:gd name="connsiteY569" fmla="*/ 1440658 h 6858000"/>
              <a:gd name="connsiteX570" fmla="*/ 278707 w 7467600"/>
              <a:gd name="connsiteY570" fmla="*/ 1352270 h 6858000"/>
              <a:gd name="connsiteX571" fmla="*/ 1423821 w 7467600"/>
              <a:gd name="connsiteY571" fmla="*/ 1351958 h 6858000"/>
              <a:gd name="connsiteX572" fmla="*/ 1638521 w 7467600"/>
              <a:gd name="connsiteY572" fmla="*/ 1908470 h 6858000"/>
              <a:gd name="connsiteX573" fmla="*/ 1754199 w 7467600"/>
              <a:gd name="connsiteY573" fmla="*/ 2149284 h 6858000"/>
              <a:gd name="connsiteX574" fmla="*/ 1908359 w 7467600"/>
              <a:gd name="connsiteY574" fmla="*/ 2364988 h 6858000"/>
              <a:gd name="connsiteX575" fmla="*/ 1647661 w 7467600"/>
              <a:gd name="connsiteY575" fmla="*/ 1825945 h 6858000"/>
              <a:gd name="connsiteX576" fmla="*/ 1423821 w 7467600"/>
              <a:gd name="connsiteY576" fmla="*/ 1351958 h 6858000"/>
              <a:gd name="connsiteX577" fmla="*/ 1431890 w 7467600"/>
              <a:gd name="connsiteY577" fmla="*/ 1306475 h 6858000"/>
              <a:gd name="connsiteX578" fmla="*/ 1507597 w 7467600"/>
              <a:gd name="connsiteY578" fmla="*/ 1446132 h 6858000"/>
              <a:gd name="connsiteX579" fmla="*/ 1674586 w 7467600"/>
              <a:gd name="connsiteY579" fmla="*/ 1813832 h 6858000"/>
              <a:gd name="connsiteX580" fmla="*/ 1815950 w 7467600"/>
              <a:gd name="connsiteY580" fmla="*/ 2128564 h 6858000"/>
              <a:gd name="connsiteX581" fmla="*/ 1984242 w 7467600"/>
              <a:gd name="connsiteY581" fmla="*/ 2430829 h 6858000"/>
              <a:gd name="connsiteX582" fmla="*/ 2014023 w 7467600"/>
              <a:gd name="connsiteY582" fmla="*/ 2450995 h 6858000"/>
              <a:gd name="connsiteX583" fmla="*/ 1747337 w 7467600"/>
              <a:gd name="connsiteY583" fmla="*/ 1855264 h 6858000"/>
              <a:gd name="connsiteX584" fmla="*/ 1533749 w 7467600"/>
              <a:gd name="connsiteY584" fmla="*/ 1478656 h 6858000"/>
              <a:gd name="connsiteX585" fmla="*/ 1431890 w 7467600"/>
              <a:gd name="connsiteY585" fmla="*/ 1306475 h 6858000"/>
              <a:gd name="connsiteX586" fmla="*/ 5052692 w 7467600"/>
              <a:gd name="connsiteY586" fmla="*/ 1292994 h 6858000"/>
              <a:gd name="connsiteX587" fmla="*/ 5200661 w 7467600"/>
              <a:gd name="connsiteY587" fmla="*/ 1635186 h 6858000"/>
              <a:gd name="connsiteX588" fmla="*/ 5297138 w 7467600"/>
              <a:gd name="connsiteY588" fmla="*/ 1906351 h 6858000"/>
              <a:gd name="connsiteX589" fmla="*/ 5052692 w 7467600"/>
              <a:gd name="connsiteY589" fmla="*/ 1292994 h 6858000"/>
              <a:gd name="connsiteX590" fmla="*/ 5009948 w 7467600"/>
              <a:gd name="connsiteY590" fmla="*/ 1273619 h 6858000"/>
              <a:gd name="connsiteX591" fmla="*/ 5121777 w 7467600"/>
              <a:gd name="connsiteY591" fmla="*/ 1654213 h 6858000"/>
              <a:gd name="connsiteX592" fmla="*/ 5293545 w 7467600"/>
              <a:gd name="connsiteY592" fmla="*/ 2072247 h 6858000"/>
              <a:gd name="connsiteX593" fmla="*/ 5294042 w 7467600"/>
              <a:gd name="connsiteY593" fmla="*/ 2065019 h 6858000"/>
              <a:gd name="connsiteX594" fmla="*/ 5171936 w 7467600"/>
              <a:gd name="connsiteY594" fmla="*/ 1647613 h 6858000"/>
              <a:gd name="connsiteX595" fmla="*/ 5009948 w 7467600"/>
              <a:gd name="connsiteY595" fmla="*/ 1273619 h 6858000"/>
              <a:gd name="connsiteX596" fmla="*/ 655236 w 7467600"/>
              <a:gd name="connsiteY596" fmla="*/ 1268632 h 6858000"/>
              <a:gd name="connsiteX597" fmla="*/ 839521 w 7467600"/>
              <a:gd name="connsiteY597" fmla="*/ 1685315 h 6858000"/>
              <a:gd name="connsiteX598" fmla="*/ 1109416 w 7467600"/>
              <a:gd name="connsiteY598" fmla="*/ 2061663 h 6858000"/>
              <a:gd name="connsiteX599" fmla="*/ 1298300 w 7467600"/>
              <a:gd name="connsiteY599" fmla="*/ 2247742 h 6858000"/>
              <a:gd name="connsiteX600" fmla="*/ 1125871 w 7467600"/>
              <a:gd name="connsiteY600" fmla="*/ 1989513 h 6858000"/>
              <a:gd name="connsiteX601" fmla="*/ 981574 w 7467600"/>
              <a:gd name="connsiteY601" fmla="*/ 1783157 h 6858000"/>
              <a:gd name="connsiteX602" fmla="*/ 922198 w 7467600"/>
              <a:gd name="connsiteY602" fmla="*/ 1677437 h 6858000"/>
              <a:gd name="connsiteX603" fmla="*/ 869293 w 7467600"/>
              <a:gd name="connsiteY603" fmla="*/ 1583214 h 6858000"/>
              <a:gd name="connsiteX604" fmla="*/ 751431 w 7467600"/>
              <a:gd name="connsiteY604" fmla="*/ 1405731 h 6858000"/>
              <a:gd name="connsiteX605" fmla="*/ 655236 w 7467600"/>
              <a:gd name="connsiteY605" fmla="*/ 1268632 h 6858000"/>
              <a:gd name="connsiteX606" fmla="*/ 6516292 w 7467600"/>
              <a:gd name="connsiteY606" fmla="*/ 1263064 h 6858000"/>
              <a:gd name="connsiteX607" fmla="*/ 5736320 w 7467600"/>
              <a:gd name="connsiteY607" fmla="*/ 1501803 h 6858000"/>
              <a:gd name="connsiteX608" fmla="*/ 6516292 w 7467600"/>
              <a:gd name="connsiteY608" fmla="*/ 1263064 h 6858000"/>
              <a:gd name="connsiteX609" fmla="*/ 291466 w 7467600"/>
              <a:gd name="connsiteY609" fmla="*/ 1250369 h 6858000"/>
              <a:gd name="connsiteX610" fmla="*/ 323180 w 7467600"/>
              <a:gd name="connsiteY610" fmla="*/ 1435283 h 6858000"/>
              <a:gd name="connsiteX611" fmla="*/ 349381 w 7467600"/>
              <a:gd name="connsiteY611" fmla="*/ 1875041 h 6858000"/>
              <a:gd name="connsiteX612" fmla="*/ 374363 w 7467600"/>
              <a:gd name="connsiteY612" fmla="*/ 1506494 h 6858000"/>
              <a:gd name="connsiteX613" fmla="*/ 302168 w 7467600"/>
              <a:gd name="connsiteY613" fmla="*/ 1274495 h 6858000"/>
              <a:gd name="connsiteX614" fmla="*/ 291466 w 7467600"/>
              <a:gd name="connsiteY614" fmla="*/ 1250369 h 6858000"/>
              <a:gd name="connsiteX615" fmla="*/ 678222 w 7467600"/>
              <a:gd name="connsiteY615" fmla="*/ 1248670 h 6858000"/>
              <a:gd name="connsiteX616" fmla="*/ 775536 w 7467600"/>
              <a:gd name="connsiteY616" fmla="*/ 1388015 h 6858000"/>
              <a:gd name="connsiteX617" fmla="*/ 894529 w 7467600"/>
              <a:gd name="connsiteY617" fmla="*/ 1567739 h 6858000"/>
              <a:gd name="connsiteX618" fmla="*/ 948000 w 7467600"/>
              <a:gd name="connsiteY618" fmla="*/ 1663088 h 6858000"/>
              <a:gd name="connsiteX619" fmla="*/ 1006812 w 7467600"/>
              <a:gd name="connsiteY619" fmla="*/ 1767683 h 6858000"/>
              <a:gd name="connsiteX620" fmla="*/ 1149133 w 7467600"/>
              <a:gd name="connsiteY620" fmla="*/ 1971513 h 6858000"/>
              <a:gd name="connsiteX621" fmla="*/ 1333952 w 7467600"/>
              <a:gd name="connsiteY621" fmla="*/ 2251620 h 6858000"/>
              <a:gd name="connsiteX622" fmla="*/ 1337329 w 7467600"/>
              <a:gd name="connsiteY622" fmla="*/ 2258350 h 6858000"/>
              <a:gd name="connsiteX623" fmla="*/ 1014726 w 7467600"/>
              <a:gd name="connsiteY623" fmla="*/ 1615556 h 6858000"/>
              <a:gd name="connsiteX624" fmla="*/ 678222 w 7467600"/>
              <a:gd name="connsiteY624" fmla="*/ 1248670 h 6858000"/>
              <a:gd name="connsiteX625" fmla="*/ 6691602 w 7467600"/>
              <a:gd name="connsiteY625" fmla="*/ 1140573 h 6858000"/>
              <a:gd name="connsiteX626" fmla="*/ 6571100 w 7467600"/>
              <a:gd name="connsiteY626" fmla="*/ 1183662 h 6858000"/>
              <a:gd name="connsiteX627" fmla="*/ 6241687 w 7467600"/>
              <a:gd name="connsiteY627" fmla="*/ 1257600 h 6858000"/>
              <a:gd name="connsiteX628" fmla="*/ 5693009 w 7467600"/>
              <a:gd name="connsiteY628" fmla="*/ 1478256 h 6858000"/>
              <a:gd name="connsiteX629" fmla="*/ 6548420 w 7467600"/>
              <a:gd name="connsiteY629" fmla="*/ 1214599 h 6858000"/>
              <a:gd name="connsiteX630" fmla="*/ 6605473 w 7467600"/>
              <a:gd name="connsiteY630" fmla="*/ 1184686 h 6858000"/>
              <a:gd name="connsiteX631" fmla="*/ 6691602 w 7467600"/>
              <a:gd name="connsiteY631" fmla="*/ 1140573 h 6858000"/>
              <a:gd name="connsiteX632" fmla="*/ 4002475 w 7467600"/>
              <a:gd name="connsiteY632" fmla="*/ 1037802 h 6858000"/>
              <a:gd name="connsiteX633" fmla="*/ 4000324 w 7467600"/>
              <a:gd name="connsiteY633" fmla="*/ 1039362 h 6858000"/>
              <a:gd name="connsiteX634" fmla="*/ 4002862 w 7467600"/>
              <a:gd name="connsiteY634" fmla="*/ 1042866 h 6858000"/>
              <a:gd name="connsiteX635" fmla="*/ 4002475 w 7467600"/>
              <a:gd name="connsiteY635" fmla="*/ 1037802 h 6858000"/>
              <a:gd name="connsiteX636" fmla="*/ 506322 w 7467600"/>
              <a:gd name="connsiteY636" fmla="*/ 1020997 h 6858000"/>
              <a:gd name="connsiteX637" fmla="*/ 533068 w 7467600"/>
              <a:gd name="connsiteY637" fmla="*/ 1029409 h 6858000"/>
              <a:gd name="connsiteX638" fmla="*/ 1232525 w 7467600"/>
              <a:gd name="connsiteY638" fmla="*/ 1804675 h 6858000"/>
              <a:gd name="connsiteX639" fmla="*/ 1388858 w 7467600"/>
              <a:gd name="connsiteY639" fmla="*/ 2368011 h 6858000"/>
              <a:gd name="connsiteX640" fmla="*/ 1384098 w 7467600"/>
              <a:gd name="connsiteY640" fmla="*/ 2378125 h 6858000"/>
              <a:gd name="connsiteX641" fmla="*/ 1425393 w 7467600"/>
              <a:gd name="connsiteY641" fmla="*/ 2589124 h 6858000"/>
              <a:gd name="connsiteX642" fmla="*/ 1424001 w 7467600"/>
              <a:gd name="connsiteY642" fmla="*/ 2597541 h 6858000"/>
              <a:gd name="connsiteX643" fmla="*/ 2152729 w 7467600"/>
              <a:gd name="connsiteY643" fmla="*/ 2864487 h 6858000"/>
              <a:gd name="connsiteX644" fmla="*/ 2020609 w 7467600"/>
              <a:gd name="connsiteY644" fmla="*/ 2539671 h 6858000"/>
              <a:gd name="connsiteX645" fmla="*/ 2018920 w 7467600"/>
              <a:gd name="connsiteY645" fmla="*/ 2536309 h 6858000"/>
              <a:gd name="connsiteX646" fmla="*/ 1342441 w 7467600"/>
              <a:gd name="connsiteY646" fmla="*/ 1173017 h 6858000"/>
              <a:gd name="connsiteX647" fmla="*/ 1367925 w 7467600"/>
              <a:gd name="connsiteY647" fmla="*/ 1135648 h 6858000"/>
              <a:gd name="connsiteX648" fmla="*/ 1771401 w 7467600"/>
              <a:gd name="connsiteY648" fmla="*/ 1806673 h 6858000"/>
              <a:gd name="connsiteX649" fmla="*/ 1972385 w 7467600"/>
              <a:gd name="connsiteY649" fmla="*/ 2198735 h 6858000"/>
              <a:gd name="connsiteX650" fmla="*/ 2040892 w 7467600"/>
              <a:gd name="connsiteY650" fmla="*/ 2405205 h 6858000"/>
              <a:gd name="connsiteX651" fmla="*/ 2131689 w 7467600"/>
              <a:gd name="connsiteY651" fmla="*/ 1936926 h 6858000"/>
              <a:gd name="connsiteX652" fmla="*/ 2454820 w 7467600"/>
              <a:gd name="connsiteY652" fmla="*/ 1248808 h 6858000"/>
              <a:gd name="connsiteX653" fmla="*/ 2492512 w 7467600"/>
              <a:gd name="connsiteY653" fmla="*/ 1302920 h 6858000"/>
              <a:gd name="connsiteX654" fmla="*/ 2081216 w 7467600"/>
              <a:gd name="connsiteY654" fmla="*/ 2527513 h 6858000"/>
              <a:gd name="connsiteX655" fmla="*/ 2081211 w 7467600"/>
              <a:gd name="connsiteY655" fmla="*/ 2528916 h 6858000"/>
              <a:gd name="connsiteX656" fmla="*/ 2199067 w 7467600"/>
              <a:gd name="connsiteY656" fmla="*/ 2884061 h 6858000"/>
              <a:gd name="connsiteX657" fmla="*/ 3192586 w 7467600"/>
              <a:gd name="connsiteY657" fmla="*/ 3411496 h 6858000"/>
              <a:gd name="connsiteX658" fmla="*/ 3182620 w 7467600"/>
              <a:gd name="connsiteY658" fmla="*/ 3483279 h 6858000"/>
              <a:gd name="connsiteX659" fmla="*/ 2435119 w 7467600"/>
              <a:gd name="connsiteY659" fmla="*/ 3080173 h 6858000"/>
              <a:gd name="connsiteX660" fmla="*/ 2410152 w 7467600"/>
              <a:gd name="connsiteY660" fmla="*/ 3063751 h 6858000"/>
              <a:gd name="connsiteX661" fmla="*/ 2408099 w 7467600"/>
              <a:gd name="connsiteY661" fmla="*/ 3064403 h 6858000"/>
              <a:gd name="connsiteX662" fmla="*/ 2407218 w 7467600"/>
              <a:gd name="connsiteY662" fmla="*/ 3070324 h 6858000"/>
              <a:gd name="connsiteX663" fmla="*/ 2380138 w 7467600"/>
              <a:gd name="connsiteY663" fmla="*/ 3099341 h 6858000"/>
              <a:gd name="connsiteX664" fmla="*/ 1765923 w 7467600"/>
              <a:gd name="connsiteY664" fmla="*/ 3581043 h 6858000"/>
              <a:gd name="connsiteX665" fmla="*/ 1702258 w 7467600"/>
              <a:gd name="connsiteY665" fmla="*/ 3612286 h 6858000"/>
              <a:gd name="connsiteX666" fmla="*/ 1538370 w 7467600"/>
              <a:gd name="connsiteY666" fmla="*/ 3811804 h 6858000"/>
              <a:gd name="connsiteX667" fmla="*/ 542867 w 7467600"/>
              <a:gd name="connsiteY667" fmla="*/ 4944092 h 6858000"/>
              <a:gd name="connsiteX668" fmla="*/ 515800 w 7467600"/>
              <a:gd name="connsiteY668" fmla="*/ 4862180 h 6858000"/>
              <a:gd name="connsiteX669" fmla="*/ 909145 w 7467600"/>
              <a:gd name="connsiteY669" fmla="*/ 4199225 h 6858000"/>
              <a:gd name="connsiteX670" fmla="*/ 1214067 w 7467600"/>
              <a:gd name="connsiteY670" fmla="*/ 3908561 h 6858000"/>
              <a:gd name="connsiteX671" fmla="*/ 640967 w 7467600"/>
              <a:gd name="connsiteY671" fmla="*/ 4105601 h 6858000"/>
              <a:gd name="connsiteX672" fmla="*/ 112563 w 7467600"/>
              <a:gd name="connsiteY672" fmla="*/ 4396952 h 6858000"/>
              <a:gd name="connsiteX673" fmla="*/ 0 w 7467600"/>
              <a:gd name="connsiteY673" fmla="*/ 4466006 h 6858000"/>
              <a:gd name="connsiteX674" fmla="*/ 0 w 7467600"/>
              <a:gd name="connsiteY674" fmla="*/ 4233763 h 6858000"/>
              <a:gd name="connsiteX675" fmla="*/ 36881 w 7467600"/>
              <a:gd name="connsiteY675" fmla="*/ 4200118 h 6858000"/>
              <a:gd name="connsiteX676" fmla="*/ 910534 w 7467600"/>
              <a:gd name="connsiteY676" fmla="*/ 3629753 h 6858000"/>
              <a:gd name="connsiteX677" fmla="*/ 1578717 w 7467600"/>
              <a:gd name="connsiteY677" fmla="*/ 3575982 h 6858000"/>
              <a:gd name="connsiteX678" fmla="*/ 2338780 w 7467600"/>
              <a:gd name="connsiteY678" fmla="*/ 3033725 h 6858000"/>
              <a:gd name="connsiteX679" fmla="*/ 1807991 w 7467600"/>
              <a:gd name="connsiteY679" fmla="*/ 2807184 h 6858000"/>
              <a:gd name="connsiteX680" fmla="*/ 1416358 w 7467600"/>
              <a:gd name="connsiteY680" fmla="*/ 3112571 h 6858000"/>
              <a:gd name="connsiteX681" fmla="*/ 939066 w 7467600"/>
              <a:gd name="connsiteY681" fmla="*/ 3378798 h 6858000"/>
              <a:gd name="connsiteX682" fmla="*/ 115099 w 7467600"/>
              <a:gd name="connsiteY682" fmla="*/ 3607650 h 6858000"/>
              <a:gd name="connsiteX683" fmla="*/ 97284 w 7467600"/>
              <a:gd name="connsiteY683" fmla="*/ 3520393 h 6858000"/>
              <a:gd name="connsiteX684" fmla="*/ 922050 w 7467600"/>
              <a:gd name="connsiteY684" fmla="*/ 3074867 h 6858000"/>
              <a:gd name="connsiteX685" fmla="*/ 1405265 w 7467600"/>
              <a:gd name="connsiteY685" fmla="*/ 3016319 h 6858000"/>
              <a:gd name="connsiteX686" fmla="*/ 1407512 w 7467600"/>
              <a:gd name="connsiteY686" fmla="*/ 3018001 h 6858000"/>
              <a:gd name="connsiteX687" fmla="*/ 1726266 w 7467600"/>
              <a:gd name="connsiteY687" fmla="*/ 2777274 h 6858000"/>
              <a:gd name="connsiteX688" fmla="*/ 625390 w 7467600"/>
              <a:gd name="connsiteY688" fmla="*/ 2514541 h 6858000"/>
              <a:gd name="connsiteX689" fmla="*/ 619799 w 7467600"/>
              <a:gd name="connsiteY689" fmla="*/ 2527180 h 6858000"/>
              <a:gd name="connsiteX690" fmla="*/ 310030 w 7467600"/>
              <a:gd name="connsiteY690" fmla="*/ 2771818 h 6858000"/>
              <a:gd name="connsiteX691" fmla="*/ 173877 w 7467600"/>
              <a:gd name="connsiteY691" fmla="*/ 2937056 h 6858000"/>
              <a:gd name="connsiteX692" fmla="*/ 77889 w 7467600"/>
              <a:gd name="connsiteY692" fmla="*/ 3138440 h 6858000"/>
              <a:gd name="connsiteX693" fmla="*/ 0 w 7467600"/>
              <a:gd name="connsiteY693" fmla="*/ 3271395 h 6858000"/>
              <a:gd name="connsiteX694" fmla="*/ 0 w 7467600"/>
              <a:gd name="connsiteY694" fmla="*/ 3153002 h 6858000"/>
              <a:gd name="connsiteX695" fmla="*/ 2386 w 7467600"/>
              <a:gd name="connsiteY695" fmla="*/ 3149203 h 6858000"/>
              <a:gd name="connsiteX696" fmla="*/ 89753 w 7467600"/>
              <a:gd name="connsiteY696" fmla="*/ 2987702 h 6858000"/>
              <a:gd name="connsiteX697" fmla="*/ 76869 w 7467600"/>
              <a:gd name="connsiteY697" fmla="*/ 3005404 h 6858000"/>
              <a:gd name="connsiteX698" fmla="*/ 32049 w 7467600"/>
              <a:gd name="connsiteY698" fmla="*/ 3065814 h 6858000"/>
              <a:gd name="connsiteX699" fmla="*/ 0 w 7467600"/>
              <a:gd name="connsiteY699" fmla="*/ 3108744 h 6858000"/>
              <a:gd name="connsiteX700" fmla="*/ 0 w 7467600"/>
              <a:gd name="connsiteY700" fmla="*/ 3058059 h 6858000"/>
              <a:gd name="connsiteX701" fmla="*/ 7610 w 7467600"/>
              <a:gd name="connsiteY701" fmla="*/ 3047889 h 6858000"/>
              <a:gd name="connsiteX702" fmla="*/ 52419 w 7467600"/>
              <a:gd name="connsiteY702" fmla="*/ 2987479 h 6858000"/>
              <a:gd name="connsiteX703" fmla="*/ 59142 w 7467600"/>
              <a:gd name="connsiteY703" fmla="*/ 2978488 h 6858000"/>
              <a:gd name="connsiteX704" fmla="*/ 0 w 7467600"/>
              <a:gd name="connsiteY704" fmla="*/ 3015334 h 6858000"/>
              <a:gd name="connsiteX705" fmla="*/ 0 w 7467600"/>
              <a:gd name="connsiteY705" fmla="*/ 2914286 h 6858000"/>
              <a:gd name="connsiteX706" fmla="*/ 36383 w 7467600"/>
              <a:gd name="connsiteY706" fmla="*/ 2901128 h 6858000"/>
              <a:gd name="connsiteX707" fmla="*/ 156329 w 7467600"/>
              <a:gd name="connsiteY707" fmla="*/ 2840533 h 6858000"/>
              <a:gd name="connsiteX708" fmla="*/ 358355 w 7467600"/>
              <a:gd name="connsiteY708" fmla="*/ 2620471 h 6858000"/>
              <a:gd name="connsiteX709" fmla="*/ 510577 w 7467600"/>
              <a:gd name="connsiteY709" fmla="*/ 2501244 h 6858000"/>
              <a:gd name="connsiteX710" fmla="*/ 211967 w 7467600"/>
              <a:gd name="connsiteY710" fmla="*/ 2479171 h 6858000"/>
              <a:gd name="connsiteX711" fmla="*/ 0 w 7467600"/>
              <a:gd name="connsiteY711" fmla="*/ 2476398 h 6858000"/>
              <a:gd name="connsiteX712" fmla="*/ 0 w 7467600"/>
              <a:gd name="connsiteY712" fmla="*/ 2389189 h 6858000"/>
              <a:gd name="connsiteX713" fmla="*/ 103062 w 7467600"/>
              <a:gd name="connsiteY713" fmla="*/ 2389518 h 6858000"/>
              <a:gd name="connsiteX714" fmla="*/ 510734 w 7467600"/>
              <a:gd name="connsiteY714" fmla="*/ 2416201 h 6858000"/>
              <a:gd name="connsiteX715" fmla="*/ 279257 w 7467600"/>
              <a:gd name="connsiteY715" fmla="*/ 2092102 h 6858000"/>
              <a:gd name="connsiteX716" fmla="*/ 65265 w 7467600"/>
              <a:gd name="connsiteY716" fmla="*/ 2006049 h 6858000"/>
              <a:gd name="connsiteX717" fmla="*/ 0 w 7467600"/>
              <a:gd name="connsiteY717" fmla="*/ 1982532 h 6858000"/>
              <a:gd name="connsiteX718" fmla="*/ 0 w 7467600"/>
              <a:gd name="connsiteY718" fmla="*/ 1912789 h 6858000"/>
              <a:gd name="connsiteX719" fmla="*/ 97460 w 7467600"/>
              <a:gd name="connsiteY719" fmla="*/ 1953725 h 6858000"/>
              <a:gd name="connsiteX720" fmla="*/ 221272 w 7467600"/>
              <a:gd name="connsiteY720" fmla="*/ 1980766 h 6858000"/>
              <a:gd name="connsiteX721" fmla="*/ 116765 w 7467600"/>
              <a:gd name="connsiteY721" fmla="*/ 1911033 h 6858000"/>
              <a:gd name="connsiteX722" fmla="*/ 16405 w 7467600"/>
              <a:gd name="connsiteY722" fmla="*/ 1803412 h 6858000"/>
              <a:gd name="connsiteX723" fmla="*/ 0 w 7467600"/>
              <a:gd name="connsiteY723" fmla="*/ 1784777 h 6858000"/>
              <a:gd name="connsiteX724" fmla="*/ 0 w 7467600"/>
              <a:gd name="connsiteY724" fmla="*/ 1740082 h 6858000"/>
              <a:gd name="connsiteX725" fmla="*/ 39394 w 7467600"/>
              <a:gd name="connsiteY725" fmla="*/ 1784856 h 6858000"/>
              <a:gd name="connsiteX726" fmla="*/ 135813 w 7467600"/>
              <a:gd name="connsiteY726" fmla="*/ 1888838 h 6858000"/>
              <a:gd name="connsiteX727" fmla="*/ 242575 w 7467600"/>
              <a:gd name="connsiteY727" fmla="*/ 1958841 h 6858000"/>
              <a:gd name="connsiteX728" fmla="*/ 82197 w 7467600"/>
              <a:gd name="connsiteY728" fmla="*/ 1754826 h 6858000"/>
              <a:gd name="connsiteX729" fmla="*/ 0 w 7467600"/>
              <a:gd name="connsiteY729" fmla="*/ 1679650 h 6858000"/>
              <a:gd name="connsiteX730" fmla="*/ 0 w 7467600"/>
              <a:gd name="connsiteY730" fmla="*/ 1602463 h 6858000"/>
              <a:gd name="connsiteX731" fmla="*/ 84689 w 7467600"/>
              <a:gd name="connsiteY731" fmla="*/ 1677442 h 6858000"/>
              <a:gd name="connsiteX732" fmla="*/ 298437 w 7467600"/>
              <a:gd name="connsiteY732" fmla="*/ 1968019 h 6858000"/>
              <a:gd name="connsiteX733" fmla="*/ 227269 w 7467600"/>
              <a:gd name="connsiteY733" fmla="*/ 1114064 h 6858000"/>
              <a:gd name="connsiteX734" fmla="*/ 248003 w 7467600"/>
              <a:gd name="connsiteY734" fmla="*/ 1089613 h 6858000"/>
              <a:gd name="connsiteX735" fmla="*/ 427020 w 7467600"/>
              <a:gd name="connsiteY735" fmla="*/ 1619803 h 6858000"/>
              <a:gd name="connsiteX736" fmla="*/ 340345 w 7467600"/>
              <a:gd name="connsiteY736" fmla="*/ 2027739 h 6858000"/>
              <a:gd name="connsiteX737" fmla="*/ 360865 w 7467600"/>
              <a:gd name="connsiteY737" fmla="*/ 2044827 h 6858000"/>
              <a:gd name="connsiteX738" fmla="*/ 560414 w 7467600"/>
              <a:gd name="connsiteY738" fmla="*/ 2421457 h 6858000"/>
              <a:gd name="connsiteX739" fmla="*/ 1359703 w 7467600"/>
              <a:gd name="connsiteY739" fmla="*/ 2578554 h 6858000"/>
              <a:gd name="connsiteX740" fmla="*/ 1359422 w 7467600"/>
              <a:gd name="connsiteY740" fmla="*/ 2577994 h 6858000"/>
              <a:gd name="connsiteX741" fmla="*/ 828701 w 7467600"/>
              <a:gd name="connsiteY741" fmla="*/ 1839520 h 6858000"/>
              <a:gd name="connsiteX742" fmla="*/ 494427 w 7467600"/>
              <a:gd name="connsiteY742" fmla="*/ 1092333 h 6858000"/>
              <a:gd name="connsiteX743" fmla="*/ 506322 w 7467600"/>
              <a:gd name="connsiteY743" fmla="*/ 1020997 h 6858000"/>
              <a:gd name="connsiteX744" fmla="*/ 4570198 w 7467600"/>
              <a:gd name="connsiteY744" fmla="*/ 978081 h 6858000"/>
              <a:gd name="connsiteX745" fmla="*/ 4523691 w 7467600"/>
              <a:gd name="connsiteY745" fmla="*/ 1127776 h 6858000"/>
              <a:gd name="connsiteX746" fmla="*/ 4509875 w 7467600"/>
              <a:gd name="connsiteY746" fmla="*/ 1167552 h 6858000"/>
              <a:gd name="connsiteX747" fmla="*/ 4478168 w 7467600"/>
              <a:gd name="connsiteY747" fmla="*/ 1260735 h 6858000"/>
              <a:gd name="connsiteX748" fmla="*/ 4409309 w 7467600"/>
              <a:gd name="connsiteY748" fmla="*/ 1666996 h 6858000"/>
              <a:gd name="connsiteX749" fmla="*/ 4370031 w 7467600"/>
              <a:gd name="connsiteY749" fmla="*/ 1955666 h 6858000"/>
              <a:gd name="connsiteX750" fmla="*/ 4570198 w 7467600"/>
              <a:gd name="connsiteY750" fmla="*/ 978081 h 6858000"/>
              <a:gd name="connsiteX751" fmla="*/ 4557898 w 7467600"/>
              <a:gd name="connsiteY751" fmla="*/ 900011 h 6858000"/>
              <a:gd name="connsiteX752" fmla="*/ 4344840 w 7467600"/>
              <a:gd name="connsiteY752" fmla="*/ 1922038 h 6858000"/>
              <a:gd name="connsiteX753" fmla="*/ 4378710 w 7467600"/>
              <a:gd name="connsiteY753" fmla="*/ 1665516 h 6858000"/>
              <a:gd name="connsiteX754" fmla="*/ 4448798 w 7467600"/>
              <a:gd name="connsiteY754" fmla="*/ 1253024 h 6858000"/>
              <a:gd name="connsiteX755" fmla="*/ 4480315 w 7467600"/>
              <a:gd name="connsiteY755" fmla="*/ 1158454 h 6858000"/>
              <a:gd name="connsiteX756" fmla="*/ 4494133 w 7467600"/>
              <a:gd name="connsiteY756" fmla="*/ 1118676 h 6858000"/>
              <a:gd name="connsiteX757" fmla="*/ 4557898 w 7467600"/>
              <a:gd name="connsiteY757" fmla="*/ 900011 h 6858000"/>
              <a:gd name="connsiteX758" fmla="*/ 5870151 w 7467600"/>
              <a:gd name="connsiteY758" fmla="*/ 898890 h 6858000"/>
              <a:gd name="connsiteX759" fmla="*/ 5861335 w 7467600"/>
              <a:gd name="connsiteY759" fmla="*/ 899177 h 6858000"/>
              <a:gd name="connsiteX760" fmla="*/ 5843702 w 7467600"/>
              <a:gd name="connsiteY760" fmla="*/ 899748 h 6858000"/>
              <a:gd name="connsiteX761" fmla="*/ 5651107 w 7467600"/>
              <a:gd name="connsiteY761" fmla="*/ 920306 h 6858000"/>
              <a:gd name="connsiteX762" fmla="*/ 5459407 w 7467600"/>
              <a:gd name="connsiteY762" fmla="*/ 940975 h 6858000"/>
              <a:gd name="connsiteX763" fmla="*/ 5374846 w 7467600"/>
              <a:gd name="connsiteY763" fmla="*/ 941988 h 6858000"/>
              <a:gd name="connsiteX764" fmla="*/ 5256105 w 7467600"/>
              <a:gd name="connsiteY764" fmla="*/ 945632 h 6858000"/>
              <a:gd name="connsiteX765" fmla="*/ 5107071 w 7467600"/>
              <a:gd name="connsiteY765" fmla="*/ 969720 h 6858000"/>
              <a:gd name="connsiteX766" fmla="*/ 4998681 w 7467600"/>
              <a:gd name="connsiteY766" fmla="*/ 988771 h 6858000"/>
              <a:gd name="connsiteX767" fmla="*/ 5870151 w 7467600"/>
              <a:gd name="connsiteY767" fmla="*/ 898890 h 6858000"/>
              <a:gd name="connsiteX768" fmla="*/ 5504425 w 7467600"/>
              <a:gd name="connsiteY768" fmla="*/ 848067 h 6858000"/>
              <a:gd name="connsiteX769" fmla="*/ 4968849 w 7467600"/>
              <a:gd name="connsiteY769" fmla="*/ 962318 h 6858000"/>
              <a:gd name="connsiteX770" fmla="*/ 5104039 w 7467600"/>
              <a:gd name="connsiteY770" fmla="*/ 940634 h 6858000"/>
              <a:gd name="connsiteX771" fmla="*/ 5256311 w 7467600"/>
              <a:gd name="connsiteY771" fmla="*/ 916490 h 6858000"/>
              <a:gd name="connsiteX772" fmla="*/ 5377381 w 7467600"/>
              <a:gd name="connsiteY772" fmla="*/ 912671 h 6858000"/>
              <a:gd name="connsiteX773" fmla="*/ 5460148 w 7467600"/>
              <a:gd name="connsiteY773" fmla="*/ 911442 h 6858000"/>
              <a:gd name="connsiteX774" fmla="*/ 5648971 w 7467600"/>
              <a:gd name="connsiteY774" fmla="*/ 891331 h 6858000"/>
              <a:gd name="connsiteX775" fmla="*/ 5844807 w 7467600"/>
              <a:gd name="connsiteY775" fmla="*/ 870718 h 6858000"/>
              <a:gd name="connsiteX776" fmla="*/ 5862975 w 7467600"/>
              <a:gd name="connsiteY776" fmla="*/ 869756 h 6858000"/>
              <a:gd name="connsiteX777" fmla="*/ 5920887 w 7467600"/>
              <a:gd name="connsiteY777" fmla="*/ 865929 h 6858000"/>
              <a:gd name="connsiteX778" fmla="*/ 5504425 w 7467600"/>
              <a:gd name="connsiteY778" fmla="*/ 848067 h 6858000"/>
              <a:gd name="connsiteX779" fmla="*/ 3607114 w 7467600"/>
              <a:gd name="connsiteY779" fmla="*/ 467441 h 6858000"/>
              <a:gd name="connsiteX780" fmla="*/ 3296242 w 7467600"/>
              <a:gd name="connsiteY780" fmla="*/ 807991 h 6858000"/>
              <a:gd name="connsiteX781" fmla="*/ 3174674 w 7467600"/>
              <a:gd name="connsiteY781" fmla="*/ 919759 h 6858000"/>
              <a:gd name="connsiteX782" fmla="*/ 3042978 w 7467600"/>
              <a:gd name="connsiteY782" fmla="*/ 1054894 h 6858000"/>
              <a:gd name="connsiteX783" fmla="*/ 2968914 w 7467600"/>
              <a:gd name="connsiteY783" fmla="*/ 1133756 h 6858000"/>
              <a:gd name="connsiteX784" fmla="*/ 3103823 w 7467600"/>
              <a:gd name="connsiteY784" fmla="*/ 1026814 h 6858000"/>
              <a:gd name="connsiteX785" fmla="*/ 3607114 w 7467600"/>
              <a:gd name="connsiteY785" fmla="*/ 467441 h 6858000"/>
              <a:gd name="connsiteX786" fmla="*/ 3744487 w 7467600"/>
              <a:gd name="connsiteY786" fmla="*/ 383136 h 6858000"/>
              <a:gd name="connsiteX787" fmla="*/ 3970213 w 7467600"/>
              <a:gd name="connsiteY787" fmla="*/ 995559 h 6858000"/>
              <a:gd name="connsiteX788" fmla="*/ 3744487 w 7467600"/>
              <a:gd name="connsiteY788" fmla="*/ 383136 h 6858000"/>
              <a:gd name="connsiteX789" fmla="*/ 3624562 w 7467600"/>
              <a:gd name="connsiteY789" fmla="*/ 367041 h 6858000"/>
              <a:gd name="connsiteX790" fmla="*/ 3489712 w 7467600"/>
              <a:gd name="connsiteY790" fmla="*/ 485386 h 6858000"/>
              <a:gd name="connsiteX791" fmla="*/ 3182994 w 7467600"/>
              <a:gd name="connsiteY791" fmla="*/ 828265 h 6858000"/>
              <a:gd name="connsiteX792" fmla="*/ 2892114 w 7467600"/>
              <a:gd name="connsiteY792" fmla="*/ 1172635 h 6858000"/>
              <a:gd name="connsiteX793" fmla="*/ 3021459 w 7467600"/>
              <a:gd name="connsiteY793" fmla="*/ 1035385 h 6858000"/>
              <a:gd name="connsiteX794" fmla="*/ 3153873 w 7467600"/>
              <a:gd name="connsiteY794" fmla="*/ 898971 h 6858000"/>
              <a:gd name="connsiteX795" fmla="*/ 3276511 w 7467600"/>
              <a:gd name="connsiteY795" fmla="*/ 786423 h 6858000"/>
              <a:gd name="connsiteX796" fmla="*/ 3584154 w 7467600"/>
              <a:gd name="connsiteY796" fmla="*/ 448218 h 6858000"/>
              <a:gd name="connsiteX797" fmla="*/ 3624562 w 7467600"/>
              <a:gd name="connsiteY797" fmla="*/ 367041 h 6858000"/>
              <a:gd name="connsiteX798" fmla="*/ 3766672 w 7467600"/>
              <a:gd name="connsiteY798" fmla="*/ 359429 h 6858000"/>
              <a:gd name="connsiteX799" fmla="*/ 3996338 w 7467600"/>
              <a:gd name="connsiteY799" fmla="*/ 968237 h 6858000"/>
              <a:gd name="connsiteX800" fmla="*/ 3766672 w 7467600"/>
              <a:gd name="connsiteY800" fmla="*/ 359429 h 6858000"/>
              <a:gd name="connsiteX801" fmla="*/ 5805386 w 7467600"/>
              <a:gd name="connsiteY801" fmla="*/ 239240 h 6858000"/>
              <a:gd name="connsiteX802" fmla="*/ 5736947 w 7467600"/>
              <a:gd name="connsiteY802" fmla="*/ 261367 h 6858000"/>
              <a:gd name="connsiteX803" fmla="*/ 5427012 w 7467600"/>
              <a:gd name="connsiteY803" fmla="*/ 311272 h 6858000"/>
              <a:gd name="connsiteX804" fmla="*/ 5147818 w 7467600"/>
              <a:gd name="connsiteY804" fmla="*/ 322112 h 6858000"/>
              <a:gd name="connsiteX805" fmla="*/ 5060854 w 7467600"/>
              <a:gd name="connsiteY805" fmla="*/ 311882 h 6858000"/>
              <a:gd name="connsiteX806" fmla="*/ 4945989 w 7467600"/>
              <a:gd name="connsiteY806" fmla="*/ 300516 h 6858000"/>
              <a:gd name="connsiteX807" fmla="*/ 5410479 w 7467600"/>
              <a:gd name="connsiteY807" fmla="*/ 348434 h 6858000"/>
              <a:gd name="connsiteX808" fmla="*/ 5805386 w 7467600"/>
              <a:gd name="connsiteY808" fmla="*/ 239240 h 6858000"/>
              <a:gd name="connsiteX809" fmla="*/ 5905192 w 7467600"/>
              <a:gd name="connsiteY809" fmla="*/ 163079 h 6858000"/>
              <a:gd name="connsiteX810" fmla="*/ 5865655 w 7467600"/>
              <a:gd name="connsiteY810" fmla="*/ 171901 h 6858000"/>
              <a:gd name="connsiteX811" fmla="*/ 5259740 w 7467600"/>
              <a:gd name="connsiteY811" fmla="*/ 257013 h 6858000"/>
              <a:gd name="connsiteX812" fmla="*/ 5208466 w 7467600"/>
              <a:gd name="connsiteY812" fmla="*/ 257550 h 6858000"/>
              <a:gd name="connsiteX813" fmla="*/ 4980204 w 7467600"/>
              <a:gd name="connsiteY813" fmla="*/ 271903 h 6858000"/>
              <a:gd name="connsiteX814" fmla="*/ 5068068 w 7467600"/>
              <a:gd name="connsiteY814" fmla="*/ 282244 h 6858000"/>
              <a:gd name="connsiteX815" fmla="*/ 5153231 w 7467600"/>
              <a:gd name="connsiteY815" fmla="*/ 292240 h 6858000"/>
              <a:gd name="connsiteX816" fmla="*/ 5426491 w 7467600"/>
              <a:gd name="connsiteY816" fmla="*/ 281128 h 6858000"/>
              <a:gd name="connsiteX817" fmla="*/ 5731212 w 7467600"/>
              <a:gd name="connsiteY817" fmla="*/ 231951 h 6858000"/>
              <a:gd name="connsiteX818" fmla="*/ 5905192 w 7467600"/>
              <a:gd name="connsiteY818" fmla="*/ 163079 h 6858000"/>
              <a:gd name="connsiteX819" fmla="*/ 5944437 w 7467600"/>
              <a:gd name="connsiteY819" fmla="*/ 113829 h 6858000"/>
              <a:gd name="connsiteX820" fmla="*/ 5825032 w 7467600"/>
              <a:gd name="connsiteY820" fmla="*/ 146405 h 6858000"/>
              <a:gd name="connsiteX821" fmla="*/ 4955599 w 7467600"/>
              <a:gd name="connsiteY821" fmla="*/ 247008 h 6858000"/>
              <a:gd name="connsiteX822" fmla="*/ 5210104 w 7467600"/>
              <a:gd name="connsiteY822" fmla="*/ 228123 h 6858000"/>
              <a:gd name="connsiteX823" fmla="*/ 5261015 w 7467600"/>
              <a:gd name="connsiteY823" fmla="*/ 227087 h 6858000"/>
              <a:gd name="connsiteX824" fmla="*/ 5861181 w 7467600"/>
              <a:gd name="connsiteY824" fmla="*/ 143093 h 6858000"/>
              <a:gd name="connsiteX825" fmla="*/ 5961252 w 7467600"/>
              <a:gd name="connsiteY825" fmla="*/ 114820 h 6858000"/>
              <a:gd name="connsiteX826" fmla="*/ 5944437 w 7467600"/>
              <a:gd name="connsiteY826" fmla="*/ 113829 h 6858000"/>
              <a:gd name="connsiteX827" fmla="*/ 3882765 w 7467600"/>
              <a:gd name="connsiteY827" fmla="*/ 0 h 6858000"/>
              <a:gd name="connsiteX828" fmla="*/ 3995099 w 7467600"/>
              <a:gd name="connsiteY828" fmla="*/ 0 h 6858000"/>
              <a:gd name="connsiteX829" fmla="*/ 4163818 w 7467600"/>
              <a:gd name="connsiteY829" fmla="*/ 234104 h 6858000"/>
              <a:gd name="connsiteX830" fmla="*/ 4172099 w 7467600"/>
              <a:gd name="connsiteY830" fmla="*/ 234207 h 6858000"/>
              <a:gd name="connsiteX831" fmla="*/ 4784282 w 7467600"/>
              <a:gd name="connsiteY831" fmla="*/ 276561 h 6858000"/>
              <a:gd name="connsiteX832" fmla="*/ 4801687 w 7467600"/>
              <a:gd name="connsiteY832" fmla="*/ 267764 h 6858000"/>
              <a:gd name="connsiteX833" fmla="*/ 6082788 w 7467600"/>
              <a:gd name="connsiteY833" fmla="*/ 64119 h 6858000"/>
              <a:gd name="connsiteX834" fmla="*/ 6099442 w 7467600"/>
              <a:gd name="connsiteY834" fmla="*/ 82568 h 6858000"/>
              <a:gd name="connsiteX835" fmla="*/ 4804137 w 7467600"/>
              <a:gd name="connsiteY835" fmla="*/ 320931 h 6858000"/>
              <a:gd name="connsiteX836" fmla="*/ 4227047 w 7467600"/>
              <a:gd name="connsiteY836" fmla="*/ 313415 h 6858000"/>
              <a:gd name="connsiteX837" fmla="*/ 4346041 w 7467600"/>
              <a:gd name="connsiteY837" fmla="*/ 456086 h 6858000"/>
              <a:gd name="connsiteX838" fmla="*/ 4870967 w 7467600"/>
              <a:gd name="connsiteY838" fmla="*/ 963061 h 6858000"/>
              <a:gd name="connsiteX839" fmla="*/ 4889647 w 7467600"/>
              <a:gd name="connsiteY839" fmla="*/ 957147 h 6858000"/>
              <a:gd name="connsiteX840" fmla="*/ 5422504 w 7467600"/>
              <a:gd name="connsiteY840" fmla="*/ 805191 h 6858000"/>
              <a:gd name="connsiteX841" fmla="*/ 6087656 w 7467600"/>
              <a:gd name="connsiteY841" fmla="*/ 826703 h 6858000"/>
              <a:gd name="connsiteX842" fmla="*/ 6058717 w 7467600"/>
              <a:gd name="connsiteY842" fmla="*/ 865992 h 6858000"/>
              <a:gd name="connsiteX843" fmla="*/ 4974153 w 7467600"/>
              <a:gd name="connsiteY843" fmla="*/ 1045456 h 6858000"/>
              <a:gd name="connsiteX844" fmla="*/ 5627835 w 7467600"/>
              <a:gd name="connsiteY844" fmla="*/ 1472077 h 6858000"/>
              <a:gd name="connsiteX845" fmla="*/ 5629817 w 7467600"/>
              <a:gd name="connsiteY845" fmla="*/ 1471412 h 6858000"/>
              <a:gd name="connsiteX846" fmla="*/ 5634124 w 7467600"/>
              <a:gd name="connsiteY846" fmla="*/ 1470572 h 6858000"/>
              <a:gd name="connsiteX847" fmla="*/ 5755832 w 7467600"/>
              <a:gd name="connsiteY847" fmla="*/ 1383886 h 6858000"/>
              <a:gd name="connsiteX848" fmla="*/ 6014186 w 7467600"/>
              <a:gd name="connsiteY848" fmla="*/ 1279799 h 6858000"/>
              <a:gd name="connsiteX849" fmla="*/ 6901619 w 7467600"/>
              <a:gd name="connsiteY849" fmla="*/ 1047874 h 6858000"/>
              <a:gd name="connsiteX850" fmla="*/ 6931566 w 7467600"/>
              <a:gd name="connsiteY850" fmla="*/ 1062034 h 6858000"/>
              <a:gd name="connsiteX851" fmla="*/ 5790982 w 7467600"/>
              <a:gd name="connsiteY851" fmla="*/ 1561380 h 6858000"/>
              <a:gd name="connsiteX852" fmla="*/ 6188971 w 7467600"/>
              <a:gd name="connsiteY852" fmla="*/ 1755168 h 6858000"/>
              <a:gd name="connsiteX853" fmla="*/ 6202446 w 7467600"/>
              <a:gd name="connsiteY853" fmla="*/ 1752268 h 6858000"/>
              <a:gd name="connsiteX854" fmla="*/ 7179560 w 7467600"/>
              <a:gd name="connsiteY854" fmla="*/ 1467551 h 6858000"/>
              <a:gd name="connsiteX855" fmla="*/ 7158730 w 7467600"/>
              <a:gd name="connsiteY855" fmla="*/ 1507835 h 6858000"/>
              <a:gd name="connsiteX856" fmla="*/ 6326959 w 7467600"/>
              <a:gd name="connsiteY856" fmla="*/ 1817686 h 6858000"/>
              <a:gd name="connsiteX857" fmla="*/ 6537433 w 7467600"/>
              <a:gd name="connsiteY857" fmla="*/ 1907790 h 6858000"/>
              <a:gd name="connsiteX858" fmla="*/ 6550221 w 7467600"/>
              <a:gd name="connsiteY858" fmla="*/ 1910729 h 6858000"/>
              <a:gd name="connsiteX859" fmla="*/ 6964438 w 7467600"/>
              <a:gd name="connsiteY859" fmla="*/ 2209505 h 6858000"/>
              <a:gd name="connsiteX860" fmla="*/ 7367862 w 7467600"/>
              <a:gd name="connsiteY860" fmla="*/ 2806833 h 6858000"/>
              <a:gd name="connsiteX861" fmla="*/ 7364329 w 7467600"/>
              <a:gd name="connsiteY861" fmla="*/ 2826907 h 6858000"/>
              <a:gd name="connsiteX862" fmla="*/ 7290545 w 7467600"/>
              <a:gd name="connsiteY862" fmla="*/ 2850663 h 6858000"/>
              <a:gd name="connsiteX863" fmla="*/ 6472036 w 7467600"/>
              <a:gd name="connsiteY863" fmla="*/ 1959003 h 6858000"/>
              <a:gd name="connsiteX864" fmla="*/ 5792897 w 7467600"/>
              <a:gd name="connsiteY864" fmla="*/ 1647747 h 6858000"/>
              <a:gd name="connsiteX865" fmla="*/ 5842751 w 7467600"/>
              <a:gd name="connsiteY865" fmla="*/ 1816112 h 6858000"/>
              <a:gd name="connsiteX866" fmla="*/ 5847424 w 7467600"/>
              <a:gd name="connsiteY866" fmla="*/ 1815776 h 6858000"/>
              <a:gd name="connsiteX867" fmla="*/ 6399821 w 7467600"/>
              <a:gd name="connsiteY867" fmla="*/ 2344799 h 6858000"/>
              <a:gd name="connsiteX868" fmla="*/ 6323232 w 7467600"/>
              <a:gd name="connsiteY868" fmla="*/ 2389634 h 6858000"/>
              <a:gd name="connsiteX869" fmla="*/ 5942958 w 7467600"/>
              <a:gd name="connsiteY869" fmla="*/ 2077708 h 6858000"/>
              <a:gd name="connsiteX870" fmla="*/ 5921559 w 7467600"/>
              <a:gd name="connsiteY870" fmla="*/ 2378596 h 6858000"/>
              <a:gd name="connsiteX871" fmla="*/ 5817651 w 7467600"/>
              <a:gd name="connsiteY871" fmla="*/ 3023919 h 6858000"/>
              <a:gd name="connsiteX872" fmla="*/ 5729634 w 7467600"/>
              <a:gd name="connsiteY872" fmla="*/ 3051849 h 6858000"/>
              <a:gd name="connsiteX873" fmla="*/ 5611018 w 7467600"/>
              <a:gd name="connsiteY873" fmla="*/ 2316769 h 6858000"/>
              <a:gd name="connsiteX874" fmla="*/ 5687608 w 7467600"/>
              <a:gd name="connsiteY874" fmla="*/ 2039972 h 6858000"/>
              <a:gd name="connsiteX875" fmla="*/ 5657554 w 7467600"/>
              <a:gd name="connsiteY875" fmla="*/ 1576445 h 6858000"/>
              <a:gd name="connsiteX876" fmla="*/ 5150475 w 7467600"/>
              <a:gd name="connsiteY876" fmla="*/ 1274012 h 6858000"/>
              <a:gd name="connsiteX877" fmla="*/ 5349142 w 7467600"/>
              <a:gd name="connsiteY877" fmla="*/ 2204405 h 6858000"/>
              <a:gd name="connsiteX878" fmla="*/ 5262214 w 7467600"/>
              <a:gd name="connsiteY878" fmla="*/ 2233836 h 6858000"/>
              <a:gd name="connsiteX879" fmla="*/ 4981539 w 7467600"/>
              <a:gd name="connsiteY879" fmla="*/ 1542201 h 6858000"/>
              <a:gd name="connsiteX880" fmla="*/ 4958461 w 7467600"/>
              <a:gd name="connsiteY880" fmla="*/ 1136957 h 6858000"/>
              <a:gd name="connsiteX881" fmla="*/ 4655015 w 7467600"/>
              <a:gd name="connsiteY881" fmla="*/ 891426 h 6858000"/>
              <a:gd name="connsiteX882" fmla="*/ 4348002 w 7467600"/>
              <a:gd name="connsiteY882" fmla="*/ 2205895 h 6858000"/>
              <a:gd name="connsiteX883" fmla="*/ 4262250 w 7467600"/>
              <a:gd name="connsiteY883" fmla="*/ 2219972 h 6858000"/>
              <a:gd name="connsiteX884" fmla="*/ 4550611 w 7467600"/>
              <a:gd name="connsiteY884" fmla="*/ 817540 h 6858000"/>
              <a:gd name="connsiteX885" fmla="*/ 4564418 w 7467600"/>
              <a:gd name="connsiteY885" fmla="*/ 808293 h 6858000"/>
              <a:gd name="connsiteX886" fmla="*/ 4266388 w 7467600"/>
              <a:gd name="connsiteY886" fmla="*/ 500083 h 6858000"/>
              <a:gd name="connsiteX887" fmla="*/ 4032842 w 7467600"/>
              <a:gd name="connsiteY887" fmla="*/ 211809 h 6858000"/>
              <a:gd name="connsiteX888" fmla="*/ 3882765 w 7467600"/>
              <a:gd name="connsiteY888" fmla="*/ 0 h 6858000"/>
              <a:gd name="connsiteX889" fmla="*/ 3721337 w 7467600"/>
              <a:gd name="connsiteY889" fmla="*/ 0 h 6858000"/>
              <a:gd name="connsiteX890" fmla="*/ 3797544 w 7467600"/>
              <a:gd name="connsiteY890" fmla="*/ 0 h 6858000"/>
              <a:gd name="connsiteX891" fmla="*/ 3775734 w 7467600"/>
              <a:gd name="connsiteY891" fmla="*/ 95131 h 6858000"/>
              <a:gd name="connsiteX892" fmla="*/ 3724807 w 7467600"/>
              <a:gd name="connsiteY892" fmla="*/ 272257 h 6858000"/>
              <a:gd name="connsiteX893" fmla="*/ 3726844 w 7467600"/>
              <a:gd name="connsiteY893" fmla="*/ 282988 h 6858000"/>
              <a:gd name="connsiteX894" fmla="*/ 3742664 w 7467600"/>
              <a:gd name="connsiteY894" fmla="*/ 279918 h 6858000"/>
              <a:gd name="connsiteX895" fmla="*/ 4103910 w 7467600"/>
              <a:gd name="connsiteY895" fmla="*/ 1161917 h 6858000"/>
              <a:gd name="connsiteX896" fmla="*/ 4020269 w 7467600"/>
              <a:gd name="connsiteY896" fmla="*/ 1200406 h 6858000"/>
              <a:gd name="connsiteX897" fmla="*/ 3674882 w 7467600"/>
              <a:gd name="connsiteY897" fmla="*/ 488524 h 6858000"/>
              <a:gd name="connsiteX898" fmla="*/ 3132682 w 7467600"/>
              <a:gd name="connsiteY898" fmla="*/ 1072284 h 6858000"/>
              <a:gd name="connsiteX899" fmla="*/ 2716346 w 7467600"/>
              <a:gd name="connsiteY899" fmla="*/ 1276376 h 6858000"/>
              <a:gd name="connsiteX900" fmla="*/ 2716772 w 7467600"/>
              <a:gd name="connsiteY900" fmla="*/ 1255462 h 6858000"/>
              <a:gd name="connsiteX901" fmla="*/ 3471096 w 7467600"/>
              <a:gd name="connsiteY901" fmla="*/ 437072 h 6858000"/>
              <a:gd name="connsiteX902" fmla="*/ 3639057 w 7467600"/>
              <a:gd name="connsiteY902" fmla="*/ 286334 h 6858000"/>
              <a:gd name="connsiteX903" fmla="*/ 3640309 w 7467600"/>
              <a:gd name="connsiteY903" fmla="*/ 284664 h 6858000"/>
              <a:gd name="connsiteX904" fmla="*/ 3646022 w 7467600"/>
              <a:gd name="connsiteY904" fmla="*/ 276711 h 6858000"/>
              <a:gd name="connsiteX905" fmla="*/ 3707943 w 7467600"/>
              <a:gd name="connsiteY905" fmla="*/ 65958 h 6858000"/>
              <a:gd name="connsiteX906" fmla="*/ 3721337 w 7467600"/>
              <a:gd name="connsiteY906" fmla="*/ 0 h 6858000"/>
              <a:gd name="connsiteX907" fmla="*/ 2867960 w 7467600"/>
              <a:gd name="connsiteY907" fmla="*/ 0 h 6858000"/>
              <a:gd name="connsiteX908" fmla="*/ 2926351 w 7467600"/>
              <a:gd name="connsiteY908" fmla="*/ 0 h 6858000"/>
              <a:gd name="connsiteX909" fmla="*/ 2902823 w 7467600"/>
              <a:gd name="connsiteY909" fmla="*/ 262929 h 6858000"/>
              <a:gd name="connsiteX910" fmla="*/ 2940663 w 7467600"/>
              <a:gd name="connsiteY910" fmla="*/ 140884 h 6858000"/>
              <a:gd name="connsiteX911" fmla="*/ 2947039 w 7467600"/>
              <a:gd name="connsiteY911" fmla="*/ 122524 h 6858000"/>
              <a:gd name="connsiteX912" fmla="*/ 2984316 w 7467600"/>
              <a:gd name="connsiteY912" fmla="*/ 0 h 6858000"/>
              <a:gd name="connsiteX913" fmla="*/ 3016114 w 7467600"/>
              <a:gd name="connsiteY913" fmla="*/ 0 h 6858000"/>
              <a:gd name="connsiteX914" fmla="*/ 2979949 w 7467600"/>
              <a:gd name="connsiteY914" fmla="*/ 119274 h 6858000"/>
              <a:gd name="connsiteX915" fmla="*/ 3023879 w 7467600"/>
              <a:gd name="connsiteY915" fmla="*/ 0 h 6858000"/>
              <a:gd name="connsiteX916" fmla="*/ 3105400 w 7467600"/>
              <a:gd name="connsiteY916" fmla="*/ 0 h 6858000"/>
              <a:gd name="connsiteX917" fmla="*/ 3094669 w 7467600"/>
              <a:gd name="connsiteY917" fmla="*/ 30308 h 6858000"/>
              <a:gd name="connsiteX918" fmla="*/ 2901945 w 7467600"/>
              <a:gd name="connsiteY918" fmla="*/ 466538 h 6858000"/>
              <a:gd name="connsiteX919" fmla="*/ 2815209 w 7467600"/>
              <a:gd name="connsiteY919" fmla="*/ 497361 h 6858000"/>
              <a:gd name="connsiteX920" fmla="*/ 2844845 w 7467600"/>
              <a:gd name="connsiteY920" fmla="*/ 127638 h 6858000"/>
              <a:gd name="connsiteX921" fmla="*/ 2867960 w 7467600"/>
              <a:gd name="connsiteY921" fmla="*/ 0 h 6858000"/>
              <a:gd name="connsiteX922" fmla="*/ 1057230 w 7467600"/>
              <a:gd name="connsiteY922" fmla="*/ 0 h 6858000"/>
              <a:gd name="connsiteX923" fmla="*/ 1111003 w 7467600"/>
              <a:gd name="connsiteY923" fmla="*/ 0 h 6858000"/>
              <a:gd name="connsiteX924" fmla="*/ 1125553 w 7467600"/>
              <a:gd name="connsiteY924" fmla="*/ 52588 h 6858000"/>
              <a:gd name="connsiteX925" fmla="*/ 1304276 w 7467600"/>
              <a:gd name="connsiteY925" fmla="*/ 476275 h 6858000"/>
              <a:gd name="connsiteX926" fmla="*/ 1492066 w 7467600"/>
              <a:gd name="connsiteY926" fmla="*/ 886333 h 6858000"/>
              <a:gd name="connsiteX927" fmla="*/ 1423698 w 7467600"/>
              <a:gd name="connsiteY927" fmla="*/ 710817 h 6858000"/>
              <a:gd name="connsiteX928" fmla="*/ 1357609 w 7467600"/>
              <a:gd name="connsiteY928" fmla="*/ 532892 h 6858000"/>
              <a:gd name="connsiteX929" fmla="*/ 1309550 w 7467600"/>
              <a:gd name="connsiteY929" fmla="*/ 374031 h 6858000"/>
              <a:gd name="connsiteX930" fmla="*/ 1193673 w 7467600"/>
              <a:gd name="connsiteY930" fmla="*/ 49533 h 6858000"/>
              <a:gd name="connsiteX931" fmla="*/ 1164391 w 7467600"/>
              <a:gd name="connsiteY931" fmla="*/ 0 h 6858000"/>
              <a:gd name="connsiteX932" fmla="*/ 1200666 w 7467600"/>
              <a:gd name="connsiteY932" fmla="*/ 0 h 6858000"/>
              <a:gd name="connsiteX933" fmla="*/ 1223408 w 7467600"/>
              <a:gd name="connsiteY933" fmla="*/ 38996 h 6858000"/>
              <a:gd name="connsiteX934" fmla="*/ 1339635 w 7467600"/>
              <a:gd name="connsiteY934" fmla="*/ 365517 h 6858000"/>
              <a:gd name="connsiteX935" fmla="*/ 1387469 w 7467600"/>
              <a:gd name="connsiteY935" fmla="*/ 523079 h 6858000"/>
              <a:gd name="connsiteX936" fmla="*/ 1452685 w 7467600"/>
              <a:gd name="connsiteY936" fmla="*/ 699806 h 6858000"/>
              <a:gd name="connsiteX937" fmla="*/ 1492092 w 7467600"/>
              <a:gd name="connsiteY937" fmla="*/ 800424 h 6858000"/>
              <a:gd name="connsiteX938" fmla="*/ 1455302 w 7467600"/>
              <a:gd name="connsiteY938" fmla="*/ 632913 h 6858000"/>
              <a:gd name="connsiteX939" fmla="*/ 1222336 w 7467600"/>
              <a:gd name="connsiteY939" fmla="*/ 9480 h 6858000"/>
              <a:gd name="connsiteX940" fmla="*/ 1214634 w 7467600"/>
              <a:gd name="connsiteY940" fmla="*/ 0 h 6858000"/>
              <a:gd name="connsiteX941" fmla="*/ 1289827 w 7467600"/>
              <a:gd name="connsiteY941" fmla="*/ 0 h 6858000"/>
              <a:gd name="connsiteX942" fmla="*/ 1321076 w 7467600"/>
              <a:gd name="connsiteY942" fmla="*/ 59722 h 6858000"/>
              <a:gd name="connsiteX943" fmla="*/ 1512579 w 7467600"/>
              <a:gd name="connsiteY943" fmla="*/ 626441 h 6858000"/>
              <a:gd name="connsiteX944" fmla="*/ 1506076 w 7467600"/>
              <a:gd name="connsiteY944" fmla="*/ 1089289 h 6858000"/>
              <a:gd name="connsiteX945" fmla="*/ 1486346 w 7467600"/>
              <a:gd name="connsiteY945" fmla="*/ 1079919 h 6858000"/>
              <a:gd name="connsiteX946" fmla="*/ 1070511 w 7467600"/>
              <a:gd name="connsiteY946" fmla="*/ 48609 h 6858000"/>
              <a:gd name="connsiteX947" fmla="*/ 1057230 w 7467600"/>
              <a:gd name="connsiteY947" fmla="*/ 0 h 6858000"/>
              <a:gd name="connsiteX948" fmla="*/ 43151 w 7467600"/>
              <a:gd name="connsiteY948" fmla="*/ 0 h 6858000"/>
              <a:gd name="connsiteX949" fmla="*/ 95283 w 7467600"/>
              <a:gd name="connsiteY949" fmla="*/ 0 h 6858000"/>
              <a:gd name="connsiteX950" fmla="*/ 300708 w 7467600"/>
              <a:gd name="connsiteY950" fmla="*/ 154571 h 6858000"/>
              <a:gd name="connsiteX951" fmla="*/ 530414 w 7467600"/>
              <a:gd name="connsiteY951" fmla="*/ 354673 h 6858000"/>
              <a:gd name="connsiteX952" fmla="*/ 333785 w 7467600"/>
              <a:gd name="connsiteY952" fmla="*/ 161564 h 6858000"/>
              <a:gd name="connsiteX953" fmla="*/ 147005 w 7467600"/>
              <a:gd name="connsiteY953" fmla="*/ 0 h 6858000"/>
              <a:gd name="connsiteX954" fmla="*/ 272509 w 7467600"/>
              <a:gd name="connsiteY954" fmla="*/ 0 h 6858000"/>
              <a:gd name="connsiteX955" fmla="*/ 326276 w 7467600"/>
              <a:gd name="connsiteY955" fmla="*/ 45847 h 6858000"/>
              <a:gd name="connsiteX956" fmla="*/ 823759 w 7467600"/>
              <a:gd name="connsiteY956" fmla="*/ 574145 h 6858000"/>
              <a:gd name="connsiteX957" fmla="*/ 811254 w 7467600"/>
              <a:gd name="connsiteY957" fmla="*/ 665546 h 6858000"/>
              <a:gd name="connsiteX958" fmla="*/ 154042 w 7467600"/>
              <a:gd name="connsiteY958" fmla="*/ 261522 h 6858000"/>
              <a:gd name="connsiteX959" fmla="*/ 13550 w 7467600"/>
              <a:gd name="connsiteY959" fmla="*/ 158423 h 6858000"/>
              <a:gd name="connsiteX960" fmla="*/ 0 w 7467600"/>
              <a:gd name="connsiteY960" fmla="*/ 146618 h 6858000"/>
              <a:gd name="connsiteX961" fmla="*/ 0 w 7467600"/>
              <a:gd name="connsiteY961" fmla="*/ 59161 h 6858000"/>
              <a:gd name="connsiteX962" fmla="*/ 45427 w 7467600"/>
              <a:gd name="connsiteY962" fmla="*/ 101078 h 6858000"/>
              <a:gd name="connsiteX963" fmla="*/ 630103 w 7467600"/>
              <a:gd name="connsiteY963" fmla="*/ 485885 h 6858000"/>
              <a:gd name="connsiteX964" fmla="*/ 532040 w 7467600"/>
              <a:gd name="connsiteY964" fmla="*/ 399359 h 6858000"/>
              <a:gd name="connsiteX965" fmla="*/ 517618 w 7467600"/>
              <a:gd name="connsiteY965" fmla="*/ 385726 h 6858000"/>
              <a:gd name="connsiteX966" fmla="*/ 285074 w 7467600"/>
              <a:gd name="connsiteY966" fmla="*/ 182755 h 6858000"/>
              <a:gd name="connsiteX967" fmla="*/ 43151 w 7467600"/>
              <a:gd name="connsiteY96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467600 w 7467600"/>
              <a:gd name="connsiteY77" fmla="*/ 6012219 h 6858000"/>
              <a:gd name="connsiteX78" fmla="*/ 7356878 w 7467600"/>
              <a:gd name="connsiteY78" fmla="*/ 5981332 h 6858000"/>
              <a:gd name="connsiteX79" fmla="*/ 7467600 w 7467600"/>
              <a:gd name="connsiteY79" fmla="*/ 6117703 h 6858000"/>
              <a:gd name="connsiteX80" fmla="*/ 7467600 w 7467600"/>
              <a:gd name="connsiteY80" fmla="*/ 6163634 h 6858000"/>
              <a:gd name="connsiteX81" fmla="*/ 7403637 w 7467600"/>
              <a:gd name="connsiteY81" fmla="*/ 6083957 h 6858000"/>
              <a:gd name="connsiteX82" fmla="*/ 7254615 w 7467600"/>
              <a:gd name="connsiteY82" fmla="*/ 5911918 h 6858000"/>
              <a:gd name="connsiteX83" fmla="*/ 7312589 w 7467600"/>
              <a:gd name="connsiteY83" fmla="*/ 5982309 h 6858000"/>
              <a:gd name="connsiteX84" fmla="*/ 7448321 w 7467600"/>
              <a:gd name="connsiteY84" fmla="*/ 6190991 h 6858000"/>
              <a:gd name="connsiteX85" fmla="*/ 7467600 w 7467600"/>
              <a:gd name="connsiteY85" fmla="*/ 6221686 h 6858000"/>
              <a:gd name="connsiteX86" fmla="*/ 7467600 w 7467600"/>
              <a:gd name="connsiteY86" fmla="*/ 6334256 h 6858000"/>
              <a:gd name="connsiteX87" fmla="*/ 7454976 w 7467600"/>
              <a:gd name="connsiteY87" fmla="*/ 6318297 h 6858000"/>
              <a:gd name="connsiteX88" fmla="*/ 1456157 w 7467600"/>
              <a:gd name="connsiteY88" fmla="*/ 5371404 h 6858000"/>
              <a:gd name="connsiteX89" fmla="*/ 1244432 w 7467600"/>
              <a:gd name="connsiteY89" fmla="*/ 5385601 h 6858000"/>
              <a:gd name="connsiteX90" fmla="*/ 973990 w 7467600"/>
              <a:gd name="connsiteY90" fmla="*/ 5424940 h 6858000"/>
              <a:gd name="connsiteX91" fmla="*/ 1103809 w 7467600"/>
              <a:gd name="connsiteY91" fmla="*/ 5433720 h 6858000"/>
              <a:gd name="connsiteX92" fmla="*/ 1123454 w 7467600"/>
              <a:gd name="connsiteY92" fmla="*/ 5435727 h 6858000"/>
              <a:gd name="connsiteX93" fmla="*/ 1737017 w 7467600"/>
              <a:gd name="connsiteY93" fmla="*/ 5452183 h 6858000"/>
              <a:gd name="connsiteX94" fmla="*/ 1824397 w 7467600"/>
              <a:gd name="connsiteY94" fmla="*/ 5447757 h 6858000"/>
              <a:gd name="connsiteX95" fmla="*/ 2070059 w 7467600"/>
              <a:gd name="connsiteY95" fmla="*/ 5441660 h 6858000"/>
              <a:gd name="connsiteX96" fmla="*/ 1456157 w 7467600"/>
              <a:gd name="connsiteY96" fmla="*/ 5371404 h 6858000"/>
              <a:gd name="connsiteX97" fmla="*/ 4988186 w 7467600"/>
              <a:gd name="connsiteY97" fmla="*/ 5216467 h 6858000"/>
              <a:gd name="connsiteX98" fmla="*/ 4777334 w 7467600"/>
              <a:gd name="connsiteY98" fmla="*/ 5406072 h 6858000"/>
              <a:gd name="connsiteX99" fmla="*/ 4718341 w 7467600"/>
              <a:gd name="connsiteY99" fmla="*/ 5468043 h 6858000"/>
              <a:gd name="connsiteX100" fmla="*/ 4604655 w 7467600"/>
              <a:gd name="connsiteY100" fmla="*/ 5583434 h 6858000"/>
              <a:gd name="connsiteX101" fmla="*/ 4565074 w 7467600"/>
              <a:gd name="connsiteY101" fmla="*/ 5618550 h 6858000"/>
              <a:gd name="connsiteX102" fmla="*/ 4988186 w 7467600"/>
              <a:gd name="connsiteY102" fmla="*/ 5216467 h 6858000"/>
              <a:gd name="connsiteX103" fmla="*/ 4978032 w 7467600"/>
              <a:gd name="connsiteY103" fmla="*/ 5183809 h 6858000"/>
              <a:gd name="connsiteX104" fmla="*/ 4463413 w 7467600"/>
              <a:gd name="connsiteY104" fmla="*/ 5615162 h 6858000"/>
              <a:gd name="connsiteX105" fmla="*/ 4358134 w 7467600"/>
              <a:gd name="connsiteY105" fmla="*/ 5742791 h 6858000"/>
              <a:gd name="connsiteX106" fmla="*/ 4376219 w 7467600"/>
              <a:gd name="connsiteY106" fmla="*/ 5729027 h 6858000"/>
              <a:gd name="connsiteX107" fmla="*/ 4582340 w 7467600"/>
              <a:gd name="connsiteY107" fmla="*/ 5561037 h 6858000"/>
              <a:gd name="connsiteX108" fmla="*/ 4694684 w 7467600"/>
              <a:gd name="connsiteY108" fmla="*/ 5447098 h 6858000"/>
              <a:gd name="connsiteX109" fmla="*/ 4754123 w 7467600"/>
              <a:gd name="connsiteY109" fmla="*/ 5384643 h 6858000"/>
              <a:gd name="connsiteX110" fmla="*/ 4978032 w 7467600"/>
              <a:gd name="connsiteY110" fmla="*/ 5183809 h 6858000"/>
              <a:gd name="connsiteX111" fmla="*/ 1903353 w 7467600"/>
              <a:gd name="connsiteY111" fmla="*/ 5044827 h 6858000"/>
              <a:gd name="connsiteX112" fmla="*/ 1936931 w 7467600"/>
              <a:gd name="connsiteY112" fmla="*/ 5093954 h 6858000"/>
              <a:gd name="connsiteX113" fmla="*/ 2195868 w 7467600"/>
              <a:gd name="connsiteY113" fmla="*/ 5396574 h 6858000"/>
              <a:gd name="connsiteX114" fmla="*/ 2088852 w 7467600"/>
              <a:gd name="connsiteY114" fmla="*/ 5166123 h 6858000"/>
              <a:gd name="connsiteX115" fmla="*/ 1958241 w 7467600"/>
              <a:gd name="connsiteY115" fmla="*/ 5067955 h 6858000"/>
              <a:gd name="connsiteX116" fmla="*/ 1903353 w 7467600"/>
              <a:gd name="connsiteY116" fmla="*/ 5044827 h 6858000"/>
              <a:gd name="connsiteX117" fmla="*/ 1979378 w 7467600"/>
              <a:gd name="connsiteY117" fmla="*/ 4769504 h 6858000"/>
              <a:gd name="connsiteX118" fmla="*/ 2882120 w 7467600"/>
              <a:gd name="connsiteY118" fmla="*/ 5064547 h 6858000"/>
              <a:gd name="connsiteX119" fmla="*/ 2793103 w 7467600"/>
              <a:gd name="connsiteY119" fmla="*/ 5039699 h 6858000"/>
              <a:gd name="connsiteX120" fmla="*/ 2770041 w 7467600"/>
              <a:gd name="connsiteY120" fmla="*/ 5033634 h 6858000"/>
              <a:gd name="connsiteX121" fmla="*/ 1979378 w 7467600"/>
              <a:gd name="connsiteY121" fmla="*/ 4769504 h 6858000"/>
              <a:gd name="connsiteX122" fmla="*/ 1927410 w 7467600"/>
              <a:gd name="connsiteY122" fmla="*/ 4716164 h 6858000"/>
              <a:gd name="connsiteX123" fmla="*/ 1959587 w 7467600"/>
              <a:gd name="connsiteY123" fmla="*/ 4728849 h 6858000"/>
              <a:gd name="connsiteX124" fmla="*/ 2777707 w 7467600"/>
              <a:gd name="connsiteY124" fmla="*/ 5003991 h 6858000"/>
              <a:gd name="connsiteX125" fmla="*/ 2800768 w 7467600"/>
              <a:gd name="connsiteY125" fmla="*/ 5010056 h 6858000"/>
              <a:gd name="connsiteX126" fmla="*/ 2879408 w 7467600"/>
              <a:gd name="connsiteY126" fmla="*/ 5031590 h 6858000"/>
              <a:gd name="connsiteX127" fmla="*/ 2862295 w 7467600"/>
              <a:gd name="connsiteY127" fmla="*/ 5022958 h 6858000"/>
              <a:gd name="connsiteX128" fmla="*/ 2813343 w 7467600"/>
              <a:gd name="connsiteY128" fmla="*/ 4998369 h 6858000"/>
              <a:gd name="connsiteX129" fmla="*/ 2646245 w 7467600"/>
              <a:gd name="connsiteY129" fmla="*/ 4930999 h 6858000"/>
              <a:gd name="connsiteX130" fmla="*/ 1999243 w 7467600"/>
              <a:gd name="connsiteY130" fmla="*/ 4730524 h 6858000"/>
              <a:gd name="connsiteX131" fmla="*/ 1979527 w 7467600"/>
              <a:gd name="connsiteY131" fmla="*/ 4726651 h 6858000"/>
              <a:gd name="connsiteX132" fmla="*/ 1927410 w 7467600"/>
              <a:gd name="connsiteY132" fmla="*/ 4716164 h 6858000"/>
              <a:gd name="connsiteX133" fmla="*/ 1997014 w 7467600"/>
              <a:gd name="connsiteY133" fmla="*/ 4698007 h 6858000"/>
              <a:gd name="connsiteX134" fmla="*/ 2005458 w 7467600"/>
              <a:gd name="connsiteY134" fmla="*/ 4699540 h 6858000"/>
              <a:gd name="connsiteX135" fmla="*/ 2657186 w 7467600"/>
              <a:gd name="connsiteY135" fmla="*/ 4901687 h 6858000"/>
              <a:gd name="connsiteX136" fmla="*/ 2826662 w 7467600"/>
              <a:gd name="connsiteY136" fmla="*/ 4970362 h 6858000"/>
              <a:gd name="connsiteX137" fmla="*/ 2876100 w 7467600"/>
              <a:gd name="connsiteY137" fmla="*/ 4995397 h 6858000"/>
              <a:gd name="connsiteX138" fmla="*/ 3042600 w 7467600"/>
              <a:gd name="connsiteY138" fmla="*/ 5059532 h 6858000"/>
              <a:gd name="connsiteX139" fmla="*/ 1997014 w 7467600"/>
              <a:gd name="connsiteY139" fmla="*/ 4698007 h 6858000"/>
              <a:gd name="connsiteX140" fmla="*/ 2305292 w 7467600"/>
              <a:gd name="connsiteY140" fmla="*/ 4219492 h 6858000"/>
              <a:gd name="connsiteX141" fmla="*/ 3360922 w 7467600"/>
              <a:gd name="connsiteY141" fmla="*/ 4529373 h 6858000"/>
              <a:gd name="connsiteX142" fmla="*/ 3492420 w 7467600"/>
              <a:gd name="connsiteY142" fmla="*/ 4510145 h 6858000"/>
              <a:gd name="connsiteX143" fmla="*/ 3364086 w 7467600"/>
              <a:gd name="connsiteY143" fmla="*/ 4480340 h 6858000"/>
              <a:gd name="connsiteX144" fmla="*/ 3225818 w 7467600"/>
              <a:gd name="connsiteY144" fmla="*/ 4411822 h 6858000"/>
              <a:gd name="connsiteX145" fmla="*/ 3129696 w 7467600"/>
              <a:gd name="connsiteY145" fmla="*/ 4360704 h 6858000"/>
              <a:gd name="connsiteX146" fmla="*/ 2814545 w 7467600"/>
              <a:gd name="connsiteY146" fmla="*/ 4282955 h 6858000"/>
              <a:gd name="connsiteX147" fmla="*/ 2305292 w 7467600"/>
              <a:gd name="connsiteY147" fmla="*/ 4219492 h 6858000"/>
              <a:gd name="connsiteX148" fmla="*/ 2626982 w 7467600"/>
              <a:gd name="connsiteY148" fmla="*/ 4206450 h 6858000"/>
              <a:gd name="connsiteX149" fmla="*/ 2490617 w 7467600"/>
              <a:gd name="connsiteY149" fmla="*/ 4206951 h 6858000"/>
              <a:gd name="connsiteX150" fmla="*/ 2819869 w 7467600"/>
              <a:gd name="connsiteY150" fmla="*/ 4252936 h 6858000"/>
              <a:gd name="connsiteX151" fmla="*/ 3143018 w 7467600"/>
              <a:gd name="connsiteY151" fmla="*/ 4332698 h 6858000"/>
              <a:gd name="connsiteX152" fmla="*/ 3241520 w 7467600"/>
              <a:gd name="connsiteY152" fmla="*/ 4385112 h 6858000"/>
              <a:gd name="connsiteX153" fmla="*/ 3374575 w 7467600"/>
              <a:gd name="connsiteY153" fmla="*/ 4451517 h 6858000"/>
              <a:gd name="connsiteX154" fmla="*/ 3505221 w 7467600"/>
              <a:gd name="connsiteY154" fmla="*/ 4480757 h 6858000"/>
              <a:gd name="connsiteX155" fmla="*/ 2626982 w 7467600"/>
              <a:gd name="connsiteY155" fmla="*/ 4206450 h 6858000"/>
              <a:gd name="connsiteX156" fmla="*/ 1310106 w 7467600"/>
              <a:gd name="connsiteY156" fmla="*/ 3943217 h 6858000"/>
              <a:gd name="connsiteX157" fmla="*/ 854994 w 7467600"/>
              <a:gd name="connsiteY157" fmla="*/ 4399136 h 6858000"/>
              <a:gd name="connsiteX158" fmla="*/ 742462 w 7467600"/>
              <a:gd name="connsiteY158" fmla="*/ 4594648 h 6858000"/>
              <a:gd name="connsiteX159" fmla="*/ 820602 w 7467600"/>
              <a:gd name="connsiteY159" fmla="*/ 4485915 h 6858000"/>
              <a:gd name="connsiteX160" fmla="*/ 878295 w 7467600"/>
              <a:gd name="connsiteY160" fmla="*/ 4403594 h 6858000"/>
              <a:gd name="connsiteX161" fmla="*/ 1240607 w 7467600"/>
              <a:gd name="connsiteY161" fmla="*/ 4010401 h 6858000"/>
              <a:gd name="connsiteX162" fmla="*/ 1310106 w 7467600"/>
              <a:gd name="connsiteY162" fmla="*/ 3943217 h 6858000"/>
              <a:gd name="connsiteX163" fmla="*/ 1423113 w 7467600"/>
              <a:gd name="connsiteY163" fmla="*/ 3874565 h 6858000"/>
              <a:gd name="connsiteX164" fmla="*/ 1260565 w 7467600"/>
              <a:gd name="connsiteY164" fmla="*/ 4031982 h 6858000"/>
              <a:gd name="connsiteX165" fmla="*/ 901900 w 7467600"/>
              <a:gd name="connsiteY165" fmla="*/ 4421236 h 6858000"/>
              <a:gd name="connsiteX166" fmla="*/ 845044 w 7467600"/>
              <a:gd name="connsiteY166" fmla="*/ 4502436 h 6858000"/>
              <a:gd name="connsiteX167" fmla="*/ 685926 w 7467600"/>
              <a:gd name="connsiteY167" fmla="*/ 4703069 h 6858000"/>
              <a:gd name="connsiteX168" fmla="*/ 684248 w 7467600"/>
              <a:gd name="connsiteY168" fmla="*/ 4706721 h 6858000"/>
              <a:gd name="connsiteX169" fmla="*/ 1423113 w 7467600"/>
              <a:gd name="connsiteY169" fmla="*/ 3874565 h 6858000"/>
              <a:gd name="connsiteX170" fmla="*/ 3316479 w 7467600"/>
              <a:gd name="connsiteY170" fmla="*/ 3872136 h 6858000"/>
              <a:gd name="connsiteX171" fmla="*/ 3546806 w 7467600"/>
              <a:gd name="connsiteY171" fmla="*/ 4356139 h 6858000"/>
              <a:gd name="connsiteX172" fmla="*/ 3364433 w 7467600"/>
              <a:gd name="connsiteY172" fmla="*/ 3953121 h 6858000"/>
              <a:gd name="connsiteX173" fmla="*/ 3316479 w 7467600"/>
              <a:gd name="connsiteY173" fmla="*/ 3872136 h 6858000"/>
              <a:gd name="connsiteX174" fmla="*/ 3291335 w 7467600"/>
              <a:gd name="connsiteY174" fmla="*/ 3767420 h 6858000"/>
              <a:gd name="connsiteX175" fmla="*/ 3390805 w 7467600"/>
              <a:gd name="connsiteY175" fmla="*/ 3937163 h 6858000"/>
              <a:gd name="connsiteX176" fmla="*/ 3579062 w 7467600"/>
              <a:gd name="connsiteY176" fmla="*/ 4359040 h 6858000"/>
              <a:gd name="connsiteX177" fmla="*/ 3467355 w 7467600"/>
              <a:gd name="connsiteY177" fmla="*/ 3988130 h 6858000"/>
              <a:gd name="connsiteX178" fmla="*/ 3310753 w 7467600"/>
              <a:gd name="connsiteY178" fmla="*/ 3787140 h 6858000"/>
              <a:gd name="connsiteX179" fmla="*/ 3291335 w 7467600"/>
              <a:gd name="connsiteY179" fmla="*/ 3767420 h 6858000"/>
              <a:gd name="connsiteX180" fmla="*/ 1635889 w 7467600"/>
              <a:gd name="connsiteY180" fmla="*/ 3709494 h 6858000"/>
              <a:gd name="connsiteX181" fmla="*/ 1634800 w 7467600"/>
              <a:gd name="connsiteY181" fmla="*/ 3731111 h 6858000"/>
              <a:gd name="connsiteX182" fmla="*/ 1635889 w 7467600"/>
              <a:gd name="connsiteY182" fmla="*/ 3709494 h 6858000"/>
              <a:gd name="connsiteX183" fmla="*/ 1510397 w 7467600"/>
              <a:gd name="connsiteY183" fmla="*/ 3684705 h 6858000"/>
              <a:gd name="connsiteX184" fmla="*/ 1146550 w 7467600"/>
              <a:gd name="connsiteY184" fmla="*/ 3802012 h 6858000"/>
              <a:gd name="connsiteX185" fmla="*/ 698834 w 7467600"/>
              <a:gd name="connsiteY185" fmla="*/ 3952272 h 6858000"/>
              <a:gd name="connsiteX186" fmla="*/ 34256 w 7467600"/>
              <a:gd name="connsiteY186" fmla="*/ 4347603 h 6858000"/>
              <a:gd name="connsiteX187" fmla="*/ 527241 w 7467600"/>
              <a:gd name="connsiteY187" fmla="*/ 4065078 h 6858000"/>
              <a:gd name="connsiteX188" fmla="*/ 1510397 w 7467600"/>
              <a:gd name="connsiteY188" fmla="*/ 3684705 h 6858000"/>
              <a:gd name="connsiteX189" fmla="*/ 1313114 w 7467600"/>
              <a:gd name="connsiteY189" fmla="*/ 3655216 h 6858000"/>
              <a:gd name="connsiteX190" fmla="*/ 1109304 w 7467600"/>
              <a:gd name="connsiteY190" fmla="*/ 3669030 h 6858000"/>
              <a:gd name="connsiteX191" fmla="*/ 8129 w 7467600"/>
              <a:gd name="connsiteY191" fmla="*/ 4330519 h 6858000"/>
              <a:gd name="connsiteX192" fmla="*/ 687572 w 7467600"/>
              <a:gd name="connsiteY192" fmla="*/ 3925629 h 6858000"/>
              <a:gd name="connsiteX193" fmla="*/ 1138365 w 7467600"/>
              <a:gd name="connsiteY193" fmla="*/ 3774515 h 6858000"/>
              <a:gd name="connsiteX194" fmla="*/ 1505579 w 7467600"/>
              <a:gd name="connsiteY194" fmla="*/ 3655526 h 6858000"/>
              <a:gd name="connsiteX195" fmla="*/ 1313114 w 7467600"/>
              <a:gd name="connsiteY195" fmla="*/ 3655216 h 6858000"/>
              <a:gd name="connsiteX196" fmla="*/ 3655073 w 7467600"/>
              <a:gd name="connsiteY196" fmla="*/ 3650884 h 6858000"/>
              <a:gd name="connsiteX197" fmla="*/ 3989938 w 7467600"/>
              <a:gd name="connsiteY197" fmla="*/ 3991685 h 6858000"/>
              <a:gd name="connsiteX198" fmla="*/ 4393907 w 7467600"/>
              <a:gd name="connsiteY198" fmla="*/ 4261258 h 6858000"/>
              <a:gd name="connsiteX199" fmla="*/ 4648051 w 7467600"/>
              <a:gd name="connsiteY199" fmla="*/ 4374051 h 6858000"/>
              <a:gd name="connsiteX200" fmla="*/ 4383389 w 7467600"/>
              <a:gd name="connsiteY200" fmla="*/ 4184369 h 6858000"/>
              <a:gd name="connsiteX201" fmla="*/ 4165508 w 7467600"/>
              <a:gd name="connsiteY201" fmla="*/ 4035196 h 6858000"/>
              <a:gd name="connsiteX202" fmla="*/ 4068162 w 7467600"/>
              <a:gd name="connsiteY202" fmla="*/ 3953394 h 6858000"/>
              <a:gd name="connsiteX203" fmla="*/ 3981416 w 7467600"/>
              <a:gd name="connsiteY203" fmla="*/ 3880482 h 6858000"/>
              <a:gd name="connsiteX204" fmla="*/ 3800147 w 7467600"/>
              <a:gd name="connsiteY204" fmla="*/ 3749872 h 6858000"/>
              <a:gd name="connsiteX205" fmla="*/ 3655073 w 7467600"/>
              <a:gd name="connsiteY205" fmla="*/ 3650884 h 6858000"/>
              <a:gd name="connsiteX206" fmla="*/ 3670252 w 7467600"/>
              <a:gd name="connsiteY206" fmla="*/ 3622798 h 6858000"/>
              <a:gd name="connsiteX207" fmla="*/ 3817258 w 7467600"/>
              <a:gd name="connsiteY207" fmla="*/ 3723577 h 6858000"/>
              <a:gd name="connsiteX208" fmla="*/ 4000461 w 7467600"/>
              <a:gd name="connsiteY208" fmla="*/ 3855966 h 6858000"/>
              <a:gd name="connsiteX209" fmla="*/ 4088180 w 7467600"/>
              <a:gd name="connsiteY209" fmla="*/ 3929774 h 6858000"/>
              <a:gd name="connsiteX210" fmla="*/ 4184555 w 7467600"/>
              <a:gd name="connsiteY210" fmla="*/ 4010683 h 6858000"/>
              <a:gd name="connsiteX211" fmla="*/ 4399563 w 7467600"/>
              <a:gd name="connsiteY211" fmla="*/ 4158106 h 6858000"/>
              <a:gd name="connsiteX212" fmla="*/ 4684469 w 7467600"/>
              <a:gd name="connsiteY212" fmla="*/ 4364680 h 6858000"/>
              <a:gd name="connsiteX213" fmla="*/ 4690271 w 7467600"/>
              <a:gd name="connsiteY213" fmla="*/ 4370034 h 6858000"/>
              <a:gd name="connsiteX214" fmla="*/ 4136093 w 7467600"/>
              <a:gd name="connsiteY214" fmla="*/ 3858466 h 6858000"/>
              <a:gd name="connsiteX215" fmla="*/ 3670252 w 7467600"/>
              <a:gd name="connsiteY215" fmla="*/ 3622798 h 6858000"/>
              <a:gd name="connsiteX216" fmla="*/ 4440129 w 7467600"/>
              <a:gd name="connsiteY216" fmla="*/ 3448571 h 6858000"/>
              <a:gd name="connsiteX217" fmla="*/ 4856525 w 7467600"/>
              <a:gd name="connsiteY217" fmla="*/ 3915351 h 6858000"/>
              <a:gd name="connsiteX218" fmla="*/ 5059055 w 7467600"/>
              <a:gd name="connsiteY218" fmla="*/ 4108918 h 6858000"/>
              <a:gd name="connsiteX219" fmla="*/ 5290070 w 7467600"/>
              <a:gd name="connsiteY219" fmla="*/ 4263619 h 6858000"/>
              <a:gd name="connsiteX220" fmla="*/ 4834991 w 7467600"/>
              <a:gd name="connsiteY220" fmla="*/ 3830985 h 6858000"/>
              <a:gd name="connsiteX221" fmla="*/ 4440129 w 7467600"/>
              <a:gd name="connsiteY221" fmla="*/ 3448571 h 6858000"/>
              <a:gd name="connsiteX222" fmla="*/ 4441737 w 7467600"/>
              <a:gd name="connsiteY222" fmla="*/ 3399734 h 6858000"/>
              <a:gd name="connsiteX223" fmla="*/ 4431236 w 7467600"/>
              <a:gd name="connsiteY223" fmla="*/ 3400954 h 6858000"/>
              <a:gd name="connsiteX224" fmla="*/ 4557150 w 7467600"/>
              <a:gd name="connsiteY224" fmla="*/ 3510023 h 6858000"/>
              <a:gd name="connsiteX225" fmla="*/ 4856936 w 7467600"/>
              <a:gd name="connsiteY225" fmla="*/ 3809146 h 6858000"/>
              <a:gd name="connsiteX226" fmla="*/ 5111996 w 7467600"/>
              <a:gd name="connsiteY226" fmla="*/ 4065759 h 6858000"/>
              <a:gd name="connsiteX227" fmla="*/ 5388878 w 7467600"/>
              <a:gd name="connsiteY227" fmla="*/ 4300185 h 6858000"/>
              <a:gd name="connsiteX228" fmla="*/ 5425556 w 7467600"/>
              <a:gd name="connsiteY228" fmla="*/ 4308967 h 6858000"/>
              <a:gd name="connsiteX229" fmla="*/ 4943646 w 7467600"/>
              <a:gd name="connsiteY229" fmla="*/ 3822916 h 6858000"/>
              <a:gd name="connsiteX230" fmla="*/ 4594837 w 7467600"/>
              <a:gd name="connsiteY230" fmla="*/ 3532274 h 6858000"/>
              <a:gd name="connsiteX231" fmla="*/ 4441737 w 7467600"/>
              <a:gd name="connsiteY231" fmla="*/ 3399734 h 6858000"/>
              <a:gd name="connsiteX232" fmla="*/ 5425834 w 7467600"/>
              <a:gd name="connsiteY232" fmla="*/ 3162785 h 6858000"/>
              <a:gd name="connsiteX233" fmla="*/ 5401644 w 7467600"/>
              <a:gd name="connsiteY233" fmla="*/ 3617847 h 6858000"/>
              <a:gd name="connsiteX234" fmla="*/ 5467256 w 7467600"/>
              <a:gd name="connsiteY234" fmla="*/ 4175494 h 6858000"/>
              <a:gd name="connsiteX235" fmla="*/ 5448069 w 7467600"/>
              <a:gd name="connsiteY235" fmla="*/ 3567554 h 6858000"/>
              <a:gd name="connsiteX236" fmla="*/ 5425834 w 7467600"/>
              <a:gd name="connsiteY236" fmla="*/ 3162785 h 6858000"/>
              <a:gd name="connsiteX237" fmla="*/ 1318687 w 7467600"/>
              <a:gd name="connsiteY237" fmla="*/ 3113840 h 6858000"/>
              <a:gd name="connsiteX238" fmla="*/ 1066793 w 7467600"/>
              <a:gd name="connsiteY238" fmla="*/ 3212171 h 6858000"/>
              <a:gd name="connsiteX239" fmla="*/ 993319 w 7467600"/>
              <a:gd name="connsiteY239" fmla="*/ 3247648 h 6858000"/>
              <a:gd name="connsiteX240" fmla="*/ 853081 w 7467600"/>
              <a:gd name="connsiteY240" fmla="*/ 3312410 h 6858000"/>
              <a:gd name="connsiteX241" fmla="*/ 805957 w 7467600"/>
              <a:gd name="connsiteY241" fmla="*/ 3330443 h 6858000"/>
              <a:gd name="connsiteX242" fmla="*/ 1318687 w 7467600"/>
              <a:gd name="connsiteY242" fmla="*/ 3113840 h 6858000"/>
              <a:gd name="connsiteX243" fmla="*/ 5453702 w 7467600"/>
              <a:gd name="connsiteY243" fmla="*/ 3090882 h 6858000"/>
              <a:gd name="connsiteX244" fmla="*/ 5480135 w 7467600"/>
              <a:gd name="connsiteY244" fmla="*/ 3565802 h 6858000"/>
              <a:gd name="connsiteX245" fmla="*/ 5499023 w 7467600"/>
              <a:gd name="connsiteY245" fmla="*/ 4166310 h 6858000"/>
              <a:gd name="connsiteX246" fmla="*/ 5547022 w 7467600"/>
              <a:gd name="connsiteY246" fmla="*/ 3607838 h 6858000"/>
              <a:gd name="connsiteX247" fmla="*/ 5515964 w 7467600"/>
              <a:gd name="connsiteY247" fmla="*/ 3378541 h 6858000"/>
              <a:gd name="connsiteX248" fmla="*/ 5453702 w 7467600"/>
              <a:gd name="connsiteY248" fmla="*/ 3090882 h 6858000"/>
              <a:gd name="connsiteX249" fmla="*/ 1238695 w 7467600"/>
              <a:gd name="connsiteY249" fmla="*/ 3076820 h 6858000"/>
              <a:gd name="connsiteX250" fmla="*/ 716371 w 7467600"/>
              <a:gd name="connsiteY250" fmla="*/ 3293249 h 6858000"/>
              <a:gd name="connsiteX251" fmla="*/ 579522 w 7467600"/>
              <a:gd name="connsiteY251" fmla="*/ 3371759 h 6858000"/>
              <a:gd name="connsiteX252" fmla="*/ 600288 w 7467600"/>
              <a:gd name="connsiteY252" fmla="*/ 3365555 h 6858000"/>
              <a:gd name="connsiteX253" fmla="*/ 840692 w 7467600"/>
              <a:gd name="connsiteY253" fmla="*/ 3284921 h 6858000"/>
              <a:gd name="connsiteX254" fmla="*/ 979248 w 7467600"/>
              <a:gd name="connsiteY254" fmla="*/ 3221003 h 6858000"/>
              <a:gd name="connsiteX255" fmla="*/ 1053282 w 7467600"/>
              <a:gd name="connsiteY255" fmla="*/ 3185247 h 6858000"/>
              <a:gd name="connsiteX256" fmla="*/ 1320603 w 7467600"/>
              <a:gd name="connsiteY256" fmla="*/ 3081281 h 6858000"/>
              <a:gd name="connsiteX257" fmla="*/ 1238695 w 7467600"/>
              <a:gd name="connsiteY257" fmla="*/ 3076820 h 6858000"/>
              <a:gd name="connsiteX258" fmla="*/ 5425627 w 7467600"/>
              <a:gd name="connsiteY258" fmla="*/ 2954192 h 6858000"/>
              <a:gd name="connsiteX259" fmla="*/ 5470770 w 7467600"/>
              <a:gd name="connsiteY259" fmla="*/ 3005435 h 6858000"/>
              <a:gd name="connsiteX260" fmla="*/ 5519779 w 7467600"/>
              <a:gd name="connsiteY260" fmla="*/ 4359223 h 6858000"/>
              <a:gd name="connsiteX261" fmla="*/ 5520293 w 7467600"/>
              <a:gd name="connsiteY261" fmla="*/ 4360602 h 6858000"/>
              <a:gd name="connsiteX262" fmla="*/ 5767221 w 7467600"/>
              <a:gd name="connsiteY262" fmla="*/ 4665564 h 6858000"/>
              <a:gd name="connsiteX263" fmla="*/ 6937169 w 7467600"/>
              <a:gd name="connsiteY263" fmla="*/ 4815941 h 6858000"/>
              <a:gd name="connsiteX264" fmla="*/ 6953922 w 7467600"/>
              <a:gd name="connsiteY264" fmla="*/ 4890068 h 6858000"/>
              <a:gd name="connsiteX265" fmla="*/ 6071359 w 7467600"/>
              <a:gd name="connsiteY265" fmla="*/ 4770770 h 6858000"/>
              <a:gd name="connsiteX266" fmla="*/ 6038839 w 7467600"/>
              <a:gd name="connsiteY266" fmla="*/ 4764474 h 6858000"/>
              <a:gd name="connsiteX267" fmla="*/ 6038706 w 7467600"/>
              <a:gd name="connsiteY267" fmla="*/ 4763847 h 6858000"/>
              <a:gd name="connsiteX268" fmla="*/ 6037784 w 7467600"/>
              <a:gd name="connsiteY268" fmla="*/ 4764270 h 6858000"/>
              <a:gd name="connsiteX269" fmla="*/ 6038839 w 7467600"/>
              <a:gd name="connsiteY269" fmla="*/ 4764474 h 6858000"/>
              <a:gd name="connsiteX270" fmla="*/ 6040338 w 7467600"/>
              <a:gd name="connsiteY270" fmla="*/ 4771418 h 6858000"/>
              <a:gd name="connsiteX271" fmla="*/ 6024488 w 7467600"/>
              <a:gd name="connsiteY271" fmla="*/ 4809903 h 6858000"/>
              <a:gd name="connsiteX272" fmla="*/ 5599771 w 7467600"/>
              <a:gd name="connsiteY272" fmla="*/ 5509652 h 6858000"/>
              <a:gd name="connsiteX273" fmla="*/ 5548843 w 7467600"/>
              <a:gd name="connsiteY273" fmla="*/ 5563845 h 6858000"/>
              <a:gd name="connsiteX274" fmla="*/ 5940952 w 7467600"/>
              <a:gd name="connsiteY274" fmla="*/ 6250028 h 6858000"/>
              <a:gd name="connsiteX275" fmla="*/ 6043441 w 7467600"/>
              <a:gd name="connsiteY275" fmla="*/ 6665847 h 6858000"/>
              <a:gd name="connsiteX276" fmla="*/ 6093432 w 7467600"/>
              <a:gd name="connsiteY276" fmla="*/ 6858000 h 6858000"/>
              <a:gd name="connsiteX277" fmla="*/ 6034344 w 7467600"/>
              <a:gd name="connsiteY277" fmla="*/ 6858000 h 6858000"/>
              <a:gd name="connsiteX278" fmla="*/ 6026679 w 7467600"/>
              <a:gd name="connsiteY278" fmla="*/ 6836959 h 6858000"/>
              <a:gd name="connsiteX279" fmla="*/ 5800441 w 7467600"/>
              <a:gd name="connsiteY279" fmla="*/ 6335286 h 6858000"/>
              <a:gd name="connsiteX280" fmla="*/ 5526562 w 7467600"/>
              <a:gd name="connsiteY280" fmla="*/ 5705388 h 6858000"/>
              <a:gd name="connsiteX281" fmla="*/ 5519640 w 7467600"/>
              <a:gd name="connsiteY281" fmla="*/ 5683774 h 6858000"/>
              <a:gd name="connsiteX282" fmla="*/ 5844559 w 7467600"/>
              <a:gd name="connsiteY282" fmla="*/ 6553349 h 6858000"/>
              <a:gd name="connsiteX283" fmla="*/ 5975994 w 7467600"/>
              <a:gd name="connsiteY283" fmla="*/ 6858000 h 6858000"/>
              <a:gd name="connsiteX284" fmla="*/ 5898547 w 7467600"/>
              <a:gd name="connsiteY284" fmla="*/ 6858000 h 6858000"/>
              <a:gd name="connsiteX285" fmla="*/ 5682041 w 7467600"/>
              <a:gd name="connsiteY285" fmla="*/ 6355860 h 6858000"/>
              <a:gd name="connsiteX286" fmla="*/ 5461758 w 7467600"/>
              <a:gd name="connsiteY286" fmla="*/ 5820220 h 6858000"/>
              <a:gd name="connsiteX287" fmla="*/ 5237282 w 7467600"/>
              <a:gd name="connsiteY287" fmla="*/ 6579086 h 6858000"/>
              <a:gd name="connsiteX288" fmla="*/ 5115009 w 7467600"/>
              <a:gd name="connsiteY288" fmla="*/ 6858000 h 6858000"/>
              <a:gd name="connsiteX289" fmla="*/ 5028074 w 7467600"/>
              <a:gd name="connsiteY289" fmla="*/ 6858000 h 6858000"/>
              <a:gd name="connsiteX290" fmla="*/ 5079508 w 7467600"/>
              <a:gd name="connsiteY290" fmla="*/ 6749074 h 6858000"/>
              <a:gd name="connsiteX291" fmla="*/ 5371846 w 7467600"/>
              <a:gd name="connsiteY291" fmla="*/ 5924413 h 6858000"/>
              <a:gd name="connsiteX292" fmla="*/ 5270512 w 7467600"/>
              <a:gd name="connsiteY292" fmla="*/ 6138975 h 6858000"/>
              <a:gd name="connsiteX293" fmla="*/ 5062409 w 7467600"/>
              <a:gd name="connsiteY293" fmla="*/ 6653544 h 6858000"/>
              <a:gd name="connsiteX294" fmla="*/ 5036628 w 7467600"/>
              <a:gd name="connsiteY294" fmla="*/ 6754247 h 6858000"/>
              <a:gd name="connsiteX295" fmla="*/ 5009112 w 7467600"/>
              <a:gd name="connsiteY295" fmla="*/ 6858000 h 6858000"/>
              <a:gd name="connsiteX296" fmla="*/ 4976679 w 7467600"/>
              <a:gd name="connsiteY296" fmla="*/ 6858000 h 6858000"/>
              <a:gd name="connsiteX297" fmla="*/ 5006537 w 7467600"/>
              <a:gd name="connsiteY297" fmla="*/ 6747068 h 6858000"/>
              <a:gd name="connsiteX298" fmla="*/ 5032723 w 7467600"/>
              <a:gd name="connsiteY298" fmla="*/ 6644957 h 6858000"/>
              <a:gd name="connsiteX299" fmla="*/ 5242949 w 7467600"/>
              <a:gd name="connsiteY299" fmla="*/ 6125175 h 6858000"/>
              <a:gd name="connsiteX300" fmla="*/ 5286321 w 7467600"/>
              <a:gd name="connsiteY300" fmla="*/ 6033555 h 6858000"/>
              <a:gd name="connsiteX301" fmla="*/ 5008210 w 7467600"/>
              <a:gd name="connsiteY301" fmla="*/ 6649194 h 6858000"/>
              <a:gd name="connsiteX302" fmla="*/ 4986321 w 7467600"/>
              <a:gd name="connsiteY302" fmla="*/ 6765687 h 6858000"/>
              <a:gd name="connsiteX303" fmla="*/ 4973474 w 7467600"/>
              <a:gd name="connsiteY303" fmla="*/ 6858000 h 6858000"/>
              <a:gd name="connsiteX304" fmla="*/ 4907178 w 7467600"/>
              <a:gd name="connsiteY304" fmla="*/ 6858000 h 6858000"/>
              <a:gd name="connsiteX305" fmla="*/ 4910810 w 7467600"/>
              <a:gd name="connsiteY305" fmla="*/ 6829660 h 6858000"/>
              <a:gd name="connsiteX306" fmla="*/ 4987461 w 7467600"/>
              <a:gd name="connsiteY306" fmla="*/ 6432994 h 6858000"/>
              <a:gd name="connsiteX307" fmla="*/ 5179262 w 7467600"/>
              <a:gd name="connsiteY307" fmla="*/ 6035044 h 6858000"/>
              <a:gd name="connsiteX308" fmla="*/ 4689678 w 7467600"/>
              <a:gd name="connsiteY308" fmla="*/ 6440241 h 6858000"/>
              <a:gd name="connsiteX309" fmla="*/ 4477543 w 7467600"/>
              <a:gd name="connsiteY309" fmla="*/ 6674836 h 6858000"/>
              <a:gd name="connsiteX310" fmla="*/ 4329957 w 7467600"/>
              <a:gd name="connsiteY310" fmla="*/ 6858000 h 6858000"/>
              <a:gd name="connsiteX311" fmla="*/ 4218595 w 7467600"/>
              <a:gd name="connsiteY311" fmla="*/ 6858000 h 6858000"/>
              <a:gd name="connsiteX312" fmla="*/ 4368888 w 7467600"/>
              <a:gd name="connsiteY312" fmla="*/ 6668412 h 6858000"/>
              <a:gd name="connsiteX313" fmla="*/ 4563091 w 7467600"/>
              <a:gd name="connsiteY313" fmla="*/ 6442508 h 6858000"/>
              <a:gd name="connsiteX314" fmla="*/ 5387324 w 7467600"/>
              <a:gd name="connsiteY314" fmla="*/ 5705830 h 6858000"/>
              <a:gd name="connsiteX315" fmla="*/ 5073620 w 7467600"/>
              <a:gd name="connsiteY315" fmla="*/ 5955437 h 6858000"/>
              <a:gd name="connsiteX316" fmla="*/ 4689789 w 7467600"/>
              <a:gd name="connsiteY316" fmla="*/ 6268382 h 6858000"/>
              <a:gd name="connsiteX317" fmla="*/ 4418722 w 7467600"/>
              <a:gd name="connsiteY317" fmla="*/ 6570886 h 6858000"/>
              <a:gd name="connsiteX318" fmla="*/ 4214944 w 7467600"/>
              <a:gd name="connsiteY318" fmla="*/ 6858000 h 6858000"/>
              <a:gd name="connsiteX319" fmla="*/ 4177898 w 7467600"/>
              <a:gd name="connsiteY319" fmla="*/ 6858000 h 6858000"/>
              <a:gd name="connsiteX320" fmla="*/ 4391597 w 7467600"/>
              <a:gd name="connsiteY320" fmla="*/ 6556370 h 6858000"/>
              <a:gd name="connsiteX321" fmla="*/ 4668889 w 7467600"/>
              <a:gd name="connsiteY321" fmla="*/ 6246399 h 6858000"/>
              <a:gd name="connsiteX322" fmla="*/ 5055427 w 7467600"/>
              <a:gd name="connsiteY322" fmla="*/ 5931476 h 6858000"/>
              <a:gd name="connsiteX323" fmla="*/ 5371814 w 7467600"/>
              <a:gd name="connsiteY323" fmla="*/ 5678975 h 6858000"/>
              <a:gd name="connsiteX324" fmla="*/ 4987918 w 7467600"/>
              <a:gd name="connsiteY324" fmla="*/ 5838701 h 6858000"/>
              <a:gd name="connsiteX325" fmla="*/ 4317146 w 7467600"/>
              <a:gd name="connsiteY325" fmla="*/ 6587716 h 6858000"/>
              <a:gd name="connsiteX326" fmla="*/ 4171627 w 7467600"/>
              <a:gd name="connsiteY326" fmla="*/ 6858000 h 6858000"/>
              <a:gd name="connsiteX327" fmla="*/ 4081585 w 7467600"/>
              <a:gd name="connsiteY327" fmla="*/ 6858000 h 6858000"/>
              <a:gd name="connsiteX328" fmla="*/ 4238603 w 7467600"/>
              <a:gd name="connsiteY328" fmla="*/ 6559341 h 6858000"/>
              <a:gd name="connsiteX329" fmla="*/ 4778333 w 7467600"/>
              <a:gd name="connsiteY329" fmla="*/ 5873626 h 6858000"/>
              <a:gd name="connsiteX330" fmla="*/ 5414185 w 7467600"/>
              <a:gd name="connsiteY330" fmla="*/ 5573882 h 6858000"/>
              <a:gd name="connsiteX331" fmla="*/ 5959648 w 7467600"/>
              <a:gd name="connsiteY331" fmla="*/ 4760797 h 6858000"/>
              <a:gd name="connsiteX332" fmla="*/ 5355019 w 7467600"/>
              <a:gd name="connsiteY332" fmla="*/ 4734672 h 6858000"/>
              <a:gd name="connsiteX333" fmla="*/ 5083565 w 7467600"/>
              <a:gd name="connsiteY333" fmla="*/ 5179121 h 6858000"/>
              <a:gd name="connsiteX334" fmla="*/ 4713577 w 7467600"/>
              <a:gd name="connsiteY334" fmla="*/ 5616803 h 6858000"/>
              <a:gd name="connsiteX335" fmla="*/ 3989559 w 7467600"/>
              <a:gd name="connsiteY335" fmla="*/ 6145945 h 6858000"/>
              <a:gd name="connsiteX336" fmla="*/ 3939824 w 7467600"/>
              <a:gd name="connsiteY336" fmla="*/ 6066900 h 6858000"/>
              <a:gd name="connsiteX337" fmla="*/ 4584537 w 7467600"/>
              <a:gd name="connsiteY337" fmla="*/ 5324826 h 6858000"/>
              <a:gd name="connsiteX338" fmla="*/ 5037105 w 7467600"/>
              <a:gd name="connsiteY338" fmla="*/ 5088765 h 6858000"/>
              <a:gd name="connsiteX339" fmla="*/ 5039930 w 7467600"/>
              <a:gd name="connsiteY339" fmla="*/ 5089585 h 6858000"/>
              <a:gd name="connsiteX340" fmla="*/ 5263764 w 7467600"/>
              <a:gd name="connsiteY340" fmla="*/ 4735525 h 6858000"/>
              <a:gd name="connsiteX341" fmla="*/ 4086300 w 7467600"/>
              <a:gd name="connsiteY341" fmla="*/ 4884599 h 6858000"/>
              <a:gd name="connsiteX342" fmla="*/ 4085485 w 7467600"/>
              <a:gd name="connsiteY342" fmla="*/ 4899070 h 6858000"/>
              <a:gd name="connsiteX343" fmla="*/ 3871915 w 7467600"/>
              <a:gd name="connsiteY343" fmla="*/ 5253645 h 6858000"/>
              <a:gd name="connsiteX344" fmla="*/ 3799374 w 7467600"/>
              <a:gd name="connsiteY344" fmla="*/ 5466127 h 6858000"/>
              <a:gd name="connsiteX345" fmla="*/ 3498850 w 7467600"/>
              <a:gd name="connsiteY345" fmla="*/ 6661888 h 6858000"/>
              <a:gd name="connsiteX346" fmla="*/ 3399216 w 7467600"/>
              <a:gd name="connsiteY346" fmla="*/ 6858000 h 6858000"/>
              <a:gd name="connsiteX347" fmla="*/ 3303688 w 7467600"/>
              <a:gd name="connsiteY347" fmla="*/ 6858000 h 6858000"/>
              <a:gd name="connsiteX348" fmla="*/ 3391774 w 7467600"/>
              <a:gd name="connsiteY348" fmla="*/ 6697181 h 6858000"/>
              <a:gd name="connsiteX349" fmla="*/ 3735540 w 7467600"/>
              <a:gd name="connsiteY349" fmla="*/ 5546923 h 6858000"/>
              <a:gd name="connsiteX350" fmla="*/ 3729438 w 7467600"/>
              <a:gd name="connsiteY350" fmla="*/ 5569058 h 6858000"/>
              <a:gd name="connsiteX351" fmla="*/ 3707782 w 7467600"/>
              <a:gd name="connsiteY351" fmla="*/ 5644908 h 6858000"/>
              <a:gd name="connsiteX352" fmla="*/ 3583827 w 7467600"/>
              <a:gd name="connsiteY352" fmla="*/ 6039215 h 6858000"/>
              <a:gd name="connsiteX353" fmla="*/ 3547861 w 7467600"/>
              <a:gd name="connsiteY353" fmla="*/ 6129609 h 6858000"/>
              <a:gd name="connsiteX354" fmla="*/ 3490905 w 7467600"/>
              <a:gd name="connsiteY354" fmla="*/ 6277660 h 6858000"/>
              <a:gd name="connsiteX355" fmla="*/ 3455859 w 7467600"/>
              <a:gd name="connsiteY355" fmla="*/ 6391301 h 6858000"/>
              <a:gd name="connsiteX356" fmla="*/ 3429112 w 7467600"/>
              <a:gd name="connsiteY356" fmla="*/ 6479469 h 6858000"/>
              <a:gd name="connsiteX357" fmla="*/ 3304862 w 7467600"/>
              <a:gd name="connsiteY357" fmla="*/ 6796476 h 6858000"/>
              <a:gd name="connsiteX358" fmla="*/ 3276071 w 7467600"/>
              <a:gd name="connsiteY358" fmla="*/ 6858000 h 6858000"/>
              <a:gd name="connsiteX359" fmla="*/ 3240805 w 7467600"/>
              <a:gd name="connsiteY359" fmla="*/ 6858000 h 6858000"/>
              <a:gd name="connsiteX360" fmla="*/ 3275917 w 7467600"/>
              <a:gd name="connsiteY360" fmla="*/ 6783192 h 6858000"/>
              <a:gd name="connsiteX361" fmla="*/ 3399358 w 7467600"/>
              <a:gd name="connsiteY361" fmla="*/ 6469011 h 6858000"/>
              <a:gd name="connsiteX362" fmla="*/ 3425650 w 7467600"/>
              <a:gd name="connsiteY362" fmla="*/ 6381333 h 6858000"/>
              <a:gd name="connsiteX363" fmla="*/ 3460661 w 7467600"/>
              <a:gd name="connsiteY363" fmla="*/ 6266763 h 6858000"/>
              <a:gd name="connsiteX364" fmla="*/ 3518021 w 7467600"/>
              <a:gd name="connsiteY364" fmla="*/ 6117298 h 6858000"/>
              <a:gd name="connsiteX365" fmla="*/ 3554035 w 7467600"/>
              <a:gd name="connsiteY365" fmla="*/ 6027832 h 6858000"/>
              <a:gd name="connsiteX366" fmla="*/ 3677174 w 7467600"/>
              <a:gd name="connsiteY366" fmla="*/ 5636351 h 6858000"/>
              <a:gd name="connsiteX367" fmla="*/ 3698819 w 7467600"/>
              <a:gd name="connsiteY367" fmla="*/ 5560503 h 6858000"/>
              <a:gd name="connsiteX368" fmla="*/ 3702094 w 7467600"/>
              <a:gd name="connsiteY368" fmla="*/ 5549194 h 6858000"/>
              <a:gd name="connsiteX369" fmla="*/ 3398355 w 7467600"/>
              <a:gd name="connsiteY369" fmla="*/ 6094603 h 6858000"/>
              <a:gd name="connsiteX370" fmla="*/ 3193941 w 7467600"/>
              <a:gd name="connsiteY370" fmla="*/ 6798775 h 6858000"/>
              <a:gd name="connsiteX371" fmla="*/ 3184140 w 7467600"/>
              <a:gd name="connsiteY371" fmla="*/ 6858000 h 6858000"/>
              <a:gd name="connsiteX372" fmla="*/ 3099978 w 7467600"/>
              <a:gd name="connsiteY372" fmla="*/ 6858000 h 6858000"/>
              <a:gd name="connsiteX373" fmla="*/ 3101556 w 7467600"/>
              <a:gd name="connsiteY373" fmla="*/ 6843337 h 6858000"/>
              <a:gd name="connsiteX374" fmla="*/ 3370162 w 7467600"/>
              <a:gd name="connsiteY374" fmla="*/ 5785550 h 6858000"/>
              <a:gd name="connsiteX375" fmla="*/ 3746477 w 7467600"/>
              <a:gd name="connsiteY375" fmla="*/ 5377889 h 6858000"/>
              <a:gd name="connsiteX376" fmla="*/ 3863399 w 7467600"/>
              <a:gd name="connsiteY376" fmla="*/ 5087257 h 6858000"/>
              <a:gd name="connsiteX377" fmla="*/ 3968712 w 7467600"/>
              <a:gd name="connsiteY377" fmla="*/ 4913989 h 6858000"/>
              <a:gd name="connsiteX378" fmla="*/ 2792390 w 7467600"/>
              <a:gd name="connsiteY378" fmla="*/ 5382974 h 6858000"/>
              <a:gd name="connsiteX379" fmla="*/ 2714982 w 7467600"/>
              <a:gd name="connsiteY379" fmla="*/ 5427051 h 6858000"/>
              <a:gd name="connsiteX380" fmla="*/ 2813361 w 7467600"/>
              <a:gd name="connsiteY380" fmla="*/ 6023912 h 6858000"/>
              <a:gd name="connsiteX381" fmla="*/ 2688430 w 7467600"/>
              <a:gd name="connsiteY381" fmla="*/ 6801564 h 6858000"/>
              <a:gd name="connsiteX382" fmla="*/ 2629626 w 7467600"/>
              <a:gd name="connsiteY382" fmla="*/ 6763394 h 6858000"/>
              <a:gd name="connsiteX383" fmla="*/ 2565328 w 7467600"/>
              <a:gd name="connsiteY383" fmla="*/ 5516399 h 6858000"/>
              <a:gd name="connsiteX384" fmla="*/ 1922999 w 7467600"/>
              <a:gd name="connsiteY384" fmla="*/ 5980343 h 6858000"/>
              <a:gd name="connsiteX385" fmla="*/ 1950261 w 7467600"/>
              <a:gd name="connsiteY385" fmla="*/ 6405858 h 6858000"/>
              <a:gd name="connsiteX386" fmla="*/ 2365554 w 7467600"/>
              <a:gd name="connsiteY386" fmla="*/ 6759107 h 6858000"/>
              <a:gd name="connsiteX387" fmla="*/ 2424142 w 7467600"/>
              <a:gd name="connsiteY387" fmla="*/ 6858000 h 6858000"/>
              <a:gd name="connsiteX388" fmla="*/ 2395994 w 7467600"/>
              <a:gd name="connsiteY388" fmla="*/ 6858000 h 6858000"/>
              <a:gd name="connsiteX389" fmla="*/ 2392863 w 7467600"/>
              <a:gd name="connsiteY389" fmla="*/ 6852964 h 6858000"/>
              <a:gd name="connsiteX390" fmla="*/ 2017589 w 7467600"/>
              <a:gd name="connsiteY390" fmla="*/ 6493982 h 6858000"/>
              <a:gd name="connsiteX391" fmla="*/ 2147336 w 7467600"/>
              <a:gd name="connsiteY391" fmla="*/ 6594052 h 6858000"/>
              <a:gd name="connsiteX392" fmla="*/ 2207047 w 7467600"/>
              <a:gd name="connsiteY392" fmla="*/ 6654540 h 6858000"/>
              <a:gd name="connsiteX393" fmla="*/ 2299106 w 7467600"/>
              <a:gd name="connsiteY393" fmla="*/ 6778931 h 6858000"/>
              <a:gd name="connsiteX394" fmla="*/ 2314430 w 7467600"/>
              <a:gd name="connsiteY394" fmla="*/ 6801144 h 6858000"/>
              <a:gd name="connsiteX395" fmla="*/ 2352406 w 7467600"/>
              <a:gd name="connsiteY395" fmla="*/ 6858000 h 6858000"/>
              <a:gd name="connsiteX396" fmla="*/ 2314492 w 7467600"/>
              <a:gd name="connsiteY396" fmla="*/ 6858000 h 6858000"/>
              <a:gd name="connsiteX397" fmla="*/ 2288095 w 7467600"/>
              <a:gd name="connsiteY397" fmla="*/ 6818030 h 6858000"/>
              <a:gd name="connsiteX398" fmla="*/ 2272768 w 7467600"/>
              <a:gd name="connsiteY398" fmla="*/ 6795822 h 6858000"/>
              <a:gd name="connsiteX399" fmla="*/ 2182715 w 7467600"/>
              <a:gd name="connsiteY399" fmla="*/ 6675071 h 6858000"/>
              <a:gd name="connsiteX400" fmla="*/ 2032061 w 7467600"/>
              <a:gd name="connsiteY400" fmla="*/ 6541380 h 6858000"/>
              <a:gd name="connsiteX401" fmla="*/ 2257220 w 7467600"/>
              <a:gd name="connsiteY401" fmla="*/ 6826257 h 6858000"/>
              <a:gd name="connsiteX402" fmla="*/ 2281324 w 7467600"/>
              <a:gd name="connsiteY402" fmla="*/ 6858000 h 6858000"/>
              <a:gd name="connsiteX403" fmla="*/ 2242860 w 7467600"/>
              <a:gd name="connsiteY403" fmla="*/ 6858000 h 6858000"/>
              <a:gd name="connsiteX404" fmla="*/ 2232818 w 7467600"/>
              <a:gd name="connsiteY404" fmla="*/ 6844926 h 6858000"/>
              <a:gd name="connsiteX405" fmla="*/ 1990172 w 7467600"/>
              <a:gd name="connsiteY405" fmla="*/ 6542121 h 6858000"/>
              <a:gd name="connsiteX406" fmla="*/ 2124090 w 7467600"/>
              <a:gd name="connsiteY406" fmla="*/ 6761017 h 6858000"/>
              <a:gd name="connsiteX407" fmla="*/ 2200380 w 7467600"/>
              <a:gd name="connsiteY407" fmla="*/ 6858000 h 6858000"/>
              <a:gd name="connsiteX408" fmla="*/ 2147507 w 7467600"/>
              <a:gd name="connsiteY408" fmla="*/ 6858000 h 6858000"/>
              <a:gd name="connsiteX409" fmla="*/ 2070668 w 7467600"/>
              <a:gd name="connsiteY409" fmla="*/ 6761520 h 6858000"/>
              <a:gd name="connsiteX410" fmla="*/ 1975142 w 7467600"/>
              <a:gd name="connsiteY410" fmla="*/ 6585570 h 6858000"/>
              <a:gd name="connsiteX411" fmla="*/ 2050035 w 7467600"/>
              <a:gd name="connsiteY411" fmla="*/ 6813345 h 6858000"/>
              <a:gd name="connsiteX412" fmla="*/ 2063025 w 7467600"/>
              <a:gd name="connsiteY412" fmla="*/ 6858000 h 6858000"/>
              <a:gd name="connsiteX413" fmla="*/ 2021675 w 7467600"/>
              <a:gd name="connsiteY413" fmla="*/ 6858000 h 6858000"/>
              <a:gd name="connsiteX414" fmla="*/ 2019308 w 7467600"/>
              <a:gd name="connsiteY414" fmla="*/ 6847118 h 6858000"/>
              <a:gd name="connsiteX415" fmla="*/ 1938835 w 7467600"/>
              <a:gd name="connsiteY415" fmla="*/ 6551160 h 6858000"/>
              <a:gd name="connsiteX416" fmla="*/ 1953230 w 7467600"/>
              <a:gd name="connsiteY416" fmla="*/ 6759699 h 6858000"/>
              <a:gd name="connsiteX417" fmla="*/ 1956763 w 7467600"/>
              <a:gd name="connsiteY417" fmla="*/ 6778191 h 6858000"/>
              <a:gd name="connsiteX418" fmla="*/ 1967925 w 7467600"/>
              <a:gd name="connsiteY418" fmla="*/ 6858000 h 6858000"/>
              <a:gd name="connsiteX419" fmla="*/ 1936622 w 7467600"/>
              <a:gd name="connsiteY419" fmla="*/ 6858000 h 6858000"/>
              <a:gd name="connsiteX420" fmla="*/ 1926261 w 7467600"/>
              <a:gd name="connsiteY420" fmla="*/ 6784064 h 6858000"/>
              <a:gd name="connsiteX421" fmla="*/ 1922724 w 7467600"/>
              <a:gd name="connsiteY421" fmla="*/ 6765577 h 6858000"/>
              <a:gd name="connsiteX422" fmla="*/ 1904650 w 7467600"/>
              <a:gd name="connsiteY422" fmla="*/ 6639616 h 6858000"/>
              <a:gd name="connsiteX423" fmla="*/ 1885273 w 7467600"/>
              <a:gd name="connsiteY423" fmla="*/ 6858000 h 6858000"/>
              <a:gd name="connsiteX424" fmla="*/ 1854363 w 7467600"/>
              <a:gd name="connsiteY424" fmla="*/ 6858000 h 6858000"/>
              <a:gd name="connsiteX425" fmla="*/ 1880391 w 7467600"/>
              <a:gd name="connsiteY425" fmla="*/ 6603796 h 6858000"/>
              <a:gd name="connsiteX426" fmla="*/ 1818273 w 7467600"/>
              <a:gd name="connsiteY426" fmla="*/ 6715729 h 6858000"/>
              <a:gd name="connsiteX427" fmla="*/ 1794691 w 7467600"/>
              <a:gd name="connsiteY427" fmla="*/ 6843239 h 6858000"/>
              <a:gd name="connsiteX428" fmla="*/ 1794914 w 7467600"/>
              <a:gd name="connsiteY428" fmla="*/ 6858000 h 6858000"/>
              <a:gd name="connsiteX429" fmla="*/ 1746128 w 7467600"/>
              <a:gd name="connsiteY429" fmla="*/ 6858000 h 6858000"/>
              <a:gd name="connsiteX430" fmla="*/ 1753934 w 7467600"/>
              <a:gd name="connsiteY430" fmla="*/ 6724796 h 6858000"/>
              <a:gd name="connsiteX431" fmla="*/ 1792053 w 7467600"/>
              <a:gd name="connsiteY431" fmla="*/ 6572396 h 6858000"/>
              <a:gd name="connsiteX432" fmla="*/ 1862248 w 7467600"/>
              <a:gd name="connsiteY432" fmla="*/ 6266397 h 6858000"/>
              <a:gd name="connsiteX433" fmla="*/ 1862250 w 7467600"/>
              <a:gd name="connsiteY433" fmla="*/ 6033531 h 6858000"/>
              <a:gd name="connsiteX434" fmla="*/ 1211999 w 7467600"/>
              <a:gd name="connsiteY434" fmla="*/ 6683610 h 6858000"/>
              <a:gd name="connsiteX435" fmla="*/ 1213266 w 7467600"/>
              <a:gd name="connsiteY435" fmla="*/ 6691947 h 6858000"/>
              <a:gd name="connsiteX436" fmla="*/ 1203370 w 7467600"/>
              <a:gd name="connsiteY436" fmla="*/ 6850676 h 6858000"/>
              <a:gd name="connsiteX437" fmla="*/ 1203671 w 7467600"/>
              <a:gd name="connsiteY437" fmla="*/ 6858000 h 6858000"/>
              <a:gd name="connsiteX438" fmla="*/ 1143180 w 7467600"/>
              <a:gd name="connsiteY438" fmla="*/ 6858000 h 6858000"/>
              <a:gd name="connsiteX439" fmla="*/ 1142176 w 7467600"/>
              <a:gd name="connsiteY439" fmla="*/ 6766045 h 6858000"/>
              <a:gd name="connsiteX440" fmla="*/ 1067484 w 7467600"/>
              <a:gd name="connsiteY440" fmla="*/ 6858000 h 6858000"/>
              <a:gd name="connsiteX441" fmla="*/ 953928 w 7467600"/>
              <a:gd name="connsiteY441" fmla="*/ 6858000 h 6858000"/>
              <a:gd name="connsiteX442" fmla="*/ 959715 w 7467600"/>
              <a:gd name="connsiteY442" fmla="*/ 6850185 h 6858000"/>
              <a:gd name="connsiteX443" fmla="*/ 1483788 w 7467600"/>
              <a:gd name="connsiteY443" fmla="*/ 6259174 h 6858000"/>
              <a:gd name="connsiteX444" fmla="*/ 1100671 w 7467600"/>
              <a:gd name="connsiteY444" fmla="*/ 6252137 h 6858000"/>
              <a:gd name="connsiteX445" fmla="*/ 1090144 w 7467600"/>
              <a:gd name="connsiteY445" fmla="*/ 6256748 h 6858000"/>
              <a:gd name="connsiteX446" fmla="*/ 1095872 w 7467600"/>
              <a:gd name="connsiteY446" fmla="*/ 6271892 h 6858000"/>
              <a:gd name="connsiteX447" fmla="*/ 262785 w 7467600"/>
              <a:gd name="connsiteY447" fmla="*/ 6845450 h 6858000"/>
              <a:gd name="connsiteX448" fmla="*/ 209968 w 7467600"/>
              <a:gd name="connsiteY448" fmla="*/ 6770713 h 6858000"/>
              <a:gd name="connsiteX449" fmla="*/ 873460 w 7467600"/>
              <a:gd name="connsiteY449" fmla="*/ 6253768 h 6858000"/>
              <a:gd name="connsiteX450" fmla="*/ 192686 w 7467600"/>
              <a:gd name="connsiteY450" fmla="*/ 5849257 h 6858000"/>
              <a:gd name="connsiteX451" fmla="*/ 4696 w 7467600"/>
              <a:gd name="connsiteY451" fmla="*/ 5697668 h 6858000"/>
              <a:gd name="connsiteX452" fmla="*/ 0 w 7467600"/>
              <a:gd name="connsiteY452" fmla="*/ 5689984 h 6858000"/>
              <a:gd name="connsiteX453" fmla="*/ 0 w 7467600"/>
              <a:gd name="connsiteY453" fmla="*/ 5513472 h 6858000"/>
              <a:gd name="connsiteX454" fmla="*/ 174101 w 7467600"/>
              <a:gd name="connsiteY454" fmla="*/ 5620277 h 6858000"/>
              <a:gd name="connsiteX455" fmla="*/ 891800 w 7467600"/>
              <a:gd name="connsiteY455" fmla="*/ 6036935 h 6858000"/>
              <a:gd name="connsiteX456" fmla="*/ 1072219 w 7467600"/>
              <a:gd name="connsiteY456" fmla="*/ 6169443 h 6858000"/>
              <a:gd name="connsiteX457" fmla="*/ 1074117 w 7467600"/>
              <a:gd name="connsiteY457" fmla="*/ 6170301 h 6858000"/>
              <a:gd name="connsiteX458" fmla="*/ 1083114 w 7467600"/>
              <a:gd name="connsiteY458" fmla="*/ 6174131 h 6858000"/>
              <a:gd name="connsiteX459" fmla="*/ 1543010 w 7467600"/>
              <a:gd name="connsiteY459" fmla="*/ 6191140 h 6858000"/>
              <a:gd name="connsiteX460" fmla="*/ 1551080 w 7467600"/>
              <a:gd name="connsiteY460" fmla="*/ 6195006 h 6858000"/>
              <a:gd name="connsiteX461" fmla="*/ 2345443 w 7467600"/>
              <a:gd name="connsiteY461" fmla="*/ 5549882 h 6858000"/>
              <a:gd name="connsiteX462" fmla="*/ 1721499 w 7467600"/>
              <a:gd name="connsiteY462" fmla="*/ 5599969 h 6858000"/>
              <a:gd name="connsiteX463" fmla="*/ 767716 w 7467600"/>
              <a:gd name="connsiteY463" fmla="*/ 5472768 h 6858000"/>
              <a:gd name="connsiteX464" fmla="*/ 722147 w 7467600"/>
              <a:gd name="connsiteY464" fmla="*/ 5393091 h 6858000"/>
              <a:gd name="connsiteX465" fmla="*/ 1485552 w 7467600"/>
              <a:gd name="connsiteY465" fmla="*/ 5313202 h 6858000"/>
              <a:gd name="connsiteX466" fmla="*/ 2143004 w 7467600"/>
              <a:gd name="connsiteY466" fmla="*/ 5402420 h 6858000"/>
              <a:gd name="connsiteX467" fmla="*/ 1933391 w 7467600"/>
              <a:gd name="connsiteY467" fmla="*/ 5156971 h 6858000"/>
              <a:gd name="connsiteX468" fmla="*/ 1827118 w 7467600"/>
              <a:gd name="connsiteY468" fmla="*/ 4968410 h 6858000"/>
              <a:gd name="connsiteX469" fmla="*/ 1837349 w 7467600"/>
              <a:gd name="connsiteY469" fmla="*/ 4956357 h 6858000"/>
              <a:gd name="connsiteX470" fmla="*/ 2162835 w 7467600"/>
              <a:gd name="connsiteY470" fmla="*/ 5187853 h 6858000"/>
              <a:gd name="connsiteX471" fmla="*/ 2257167 w 7467600"/>
              <a:gd name="connsiteY471" fmla="*/ 5462123 h 6858000"/>
              <a:gd name="connsiteX472" fmla="*/ 2261598 w 7467600"/>
              <a:gd name="connsiteY472" fmla="*/ 5467998 h 6858000"/>
              <a:gd name="connsiteX473" fmla="*/ 2437177 w 7467600"/>
              <a:gd name="connsiteY473" fmla="*/ 5479608 h 6858000"/>
              <a:gd name="connsiteX474" fmla="*/ 2445247 w 7467600"/>
              <a:gd name="connsiteY474" fmla="*/ 5483476 h 6858000"/>
              <a:gd name="connsiteX475" fmla="*/ 2743626 w 7467600"/>
              <a:gd name="connsiteY475" fmla="*/ 5304819 h 6858000"/>
              <a:gd name="connsiteX476" fmla="*/ 3048102 w 7467600"/>
              <a:gd name="connsiteY476" fmla="*/ 5150595 h 6858000"/>
              <a:gd name="connsiteX477" fmla="*/ 1799414 w 7467600"/>
              <a:gd name="connsiteY477" fmla="*/ 4694732 h 6858000"/>
              <a:gd name="connsiteX478" fmla="*/ 1771735 w 7467600"/>
              <a:gd name="connsiteY478" fmla="*/ 4619929 h 6858000"/>
              <a:gd name="connsiteX479" fmla="*/ 3104273 w 7467600"/>
              <a:gd name="connsiteY479" fmla="*/ 5076159 h 6858000"/>
              <a:gd name="connsiteX480" fmla="*/ 3113245 w 7467600"/>
              <a:gd name="connsiteY480" fmla="*/ 5090705 h 6858000"/>
              <a:gd name="connsiteX481" fmla="*/ 3126294 w 7467600"/>
              <a:gd name="connsiteY481" fmla="*/ 5114400 h 6858000"/>
              <a:gd name="connsiteX482" fmla="*/ 3937433 w 7467600"/>
              <a:gd name="connsiteY482" fmla="*/ 4830473 h 6858000"/>
              <a:gd name="connsiteX483" fmla="*/ 3590475 w 7467600"/>
              <a:gd name="connsiteY483" fmla="*/ 4597974 h 6858000"/>
              <a:gd name="connsiteX484" fmla="*/ 3100264 w 7467600"/>
              <a:gd name="connsiteY484" fmla="*/ 4579845 h 6858000"/>
              <a:gd name="connsiteX485" fmla="*/ 2183576 w 7467600"/>
              <a:gd name="connsiteY485" fmla="*/ 4227150 h 6858000"/>
              <a:gd name="connsiteX486" fmla="*/ 2151029 w 7467600"/>
              <a:gd name="connsiteY486" fmla="*/ 4146947 h 6858000"/>
              <a:gd name="connsiteX487" fmla="*/ 3563434 w 7467600"/>
              <a:gd name="connsiteY487" fmla="*/ 4469115 h 6858000"/>
              <a:gd name="connsiteX488" fmla="*/ 3177952 w 7467600"/>
              <a:gd name="connsiteY488" fmla="*/ 3657386 h 6858000"/>
              <a:gd name="connsiteX489" fmla="*/ 3189263 w 7467600"/>
              <a:gd name="connsiteY489" fmla="*/ 3625726 h 6858000"/>
              <a:gd name="connsiteX490" fmla="*/ 3560912 w 7467600"/>
              <a:gd name="connsiteY490" fmla="*/ 4079863 h 6858000"/>
              <a:gd name="connsiteX491" fmla="*/ 3626636 w 7467600"/>
              <a:gd name="connsiteY491" fmla="*/ 4512230 h 6858000"/>
              <a:gd name="connsiteX492" fmla="*/ 3653088 w 7467600"/>
              <a:gd name="connsiteY492" fmla="*/ 4521417 h 6858000"/>
              <a:gd name="connsiteX493" fmla="*/ 3988128 w 7467600"/>
              <a:gd name="connsiteY493" fmla="*/ 4817267 h 6858000"/>
              <a:gd name="connsiteX494" fmla="*/ 4830582 w 7467600"/>
              <a:gd name="connsiteY494" fmla="*/ 4676000 h 6858000"/>
              <a:gd name="connsiteX495" fmla="*/ 4830100 w 7467600"/>
              <a:gd name="connsiteY495" fmla="*/ 4675554 h 6858000"/>
              <a:gd name="connsiteX496" fmla="*/ 4036318 w 7467600"/>
              <a:gd name="connsiteY496" fmla="*/ 4147013 h 6858000"/>
              <a:gd name="connsiteX497" fmla="*/ 3432098 w 7467600"/>
              <a:gd name="connsiteY497" fmla="*/ 3537312 h 6858000"/>
              <a:gd name="connsiteX498" fmla="*/ 3446761 w 7467600"/>
              <a:gd name="connsiteY498" fmla="*/ 3461278 h 6858000"/>
              <a:gd name="connsiteX499" fmla="*/ 4419733 w 7467600"/>
              <a:gd name="connsiteY499" fmla="*/ 3963555 h 6858000"/>
              <a:gd name="connsiteX500" fmla="*/ 4781371 w 7467600"/>
              <a:gd name="connsiteY500" fmla="*/ 4458604 h 6858000"/>
              <a:gd name="connsiteX501" fmla="*/ 4780440 w 7467600"/>
              <a:gd name="connsiteY501" fmla="*/ 4470290 h 6858000"/>
              <a:gd name="connsiteX502" fmla="*/ 4898954 w 7467600"/>
              <a:gd name="connsiteY502" fmla="*/ 4662092 h 6858000"/>
              <a:gd name="connsiteX503" fmla="*/ 4900699 w 7467600"/>
              <a:gd name="connsiteY503" fmla="*/ 4670867 h 6858000"/>
              <a:gd name="connsiteX504" fmla="*/ 5714511 w 7467600"/>
              <a:gd name="connsiteY504" fmla="*/ 4663483 h 6858000"/>
              <a:gd name="connsiteX505" fmla="*/ 5464793 w 7467600"/>
              <a:gd name="connsiteY505" fmla="*/ 4393556 h 6858000"/>
              <a:gd name="connsiteX506" fmla="*/ 5461897 w 7467600"/>
              <a:gd name="connsiteY506" fmla="*/ 4390879 h 6858000"/>
              <a:gd name="connsiteX507" fmla="*/ 4294126 w 7467600"/>
              <a:gd name="connsiteY507" fmla="*/ 3303048 h 6858000"/>
              <a:gd name="connsiteX508" fmla="*/ 4305321 w 7467600"/>
              <a:gd name="connsiteY508" fmla="*/ 3256953 h 6858000"/>
              <a:gd name="connsiteX509" fmla="*/ 4949299 w 7467600"/>
              <a:gd name="connsiteY509" fmla="*/ 3766336 h 6858000"/>
              <a:gd name="connsiteX510" fmla="*/ 5291452 w 7467600"/>
              <a:gd name="connsiteY510" fmla="*/ 4076801 h 6858000"/>
              <a:gd name="connsiteX511" fmla="*/ 5434998 w 7467600"/>
              <a:gd name="connsiteY511" fmla="*/ 4254100 h 6858000"/>
              <a:gd name="connsiteX512" fmla="*/ 5351015 w 7467600"/>
              <a:gd name="connsiteY512" fmla="*/ 3760989 h 6858000"/>
              <a:gd name="connsiteX513" fmla="*/ 5413780 w 7467600"/>
              <a:gd name="connsiteY513" fmla="*/ 2966265 h 6858000"/>
              <a:gd name="connsiteX514" fmla="*/ 5425627 w 7467600"/>
              <a:gd name="connsiteY514" fmla="*/ 2954192 h 6858000"/>
              <a:gd name="connsiteX515" fmla="*/ 6604735 w 7467600"/>
              <a:gd name="connsiteY515" fmla="*/ 2041381 h 6858000"/>
              <a:gd name="connsiteX516" fmla="*/ 7204487 w 7467600"/>
              <a:gd name="connsiteY516" fmla="*/ 2742112 h 6858000"/>
              <a:gd name="connsiteX517" fmla="*/ 7131592 w 7467600"/>
              <a:gd name="connsiteY517" fmla="*/ 2672096 h 6858000"/>
              <a:gd name="connsiteX518" fmla="*/ 6996344 w 7467600"/>
              <a:gd name="connsiteY518" fmla="*/ 2518310 h 6858000"/>
              <a:gd name="connsiteX519" fmla="*/ 6735495 w 7467600"/>
              <a:gd name="connsiteY519" fmla="*/ 2196890 h 6858000"/>
              <a:gd name="connsiteX520" fmla="*/ 6721901 w 7467600"/>
              <a:gd name="connsiteY520" fmla="*/ 2179274 h 6858000"/>
              <a:gd name="connsiteX521" fmla="*/ 6604735 w 7467600"/>
              <a:gd name="connsiteY521" fmla="*/ 2041381 h 6858000"/>
              <a:gd name="connsiteX522" fmla="*/ 6591670 w 7467600"/>
              <a:gd name="connsiteY522" fmla="*/ 1988277 h 6858000"/>
              <a:gd name="connsiteX523" fmla="*/ 6747349 w 7467600"/>
              <a:gd name="connsiteY523" fmla="*/ 2160069 h 6858000"/>
              <a:gd name="connsiteX524" fmla="*/ 6760943 w 7467600"/>
              <a:gd name="connsiteY524" fmla="*/ 2177686 h 6858000"/>
              <a:gd name="connsiteX525" fmla="*/ 7021065 w 7467600"/>
              <a:gd name="connsiteY525" fmla="*/ 2498102 h 6858000"/>
              <a:gd name="connsiteX526" fmla="*/ 7155223 w 7467600"/>
              <a:gd name="connsiteY526" fmla="*/ 2650386 h 6858000"/>
              <a:gd name="connsiteX527" fmla="*/ 7203167 w 7467600"/>
              <a:gd name="connsiteY527" fmla="*/ 2697288 h 6858000"/>
              <a:gd name="connsiteX528" fmla="*/ 6937703 w 7467600"/>
              <a:gd name="connsiteY528" fmla="*/ 2321981 h 6858000"/>
              <a:gd name="connsiteX529" fmla="*/ 6591670 w 7467600"/>
              <a:gd name="connsiteY529" fmla="*/ 1988277 h 6858000"/>
              <a:gd name="connsiteX530" fmla="*/ 5798671 w 7467600"/>
              <a:gd name="connsiteY530" fmla="*/ 1981601 h 6858000"/>
              <a:gd name="connsiteX531" fmla="*/ 5754709 w 7467600"/>
              <a:gd name="connsiteY531" fmla="*/ 2071454 h 6858000"/>
              <a:gd name="connsiteX532" fmla="*/ 5763044 w 7467600"/>
              <a:gd name="connsiteY532" fmla="*/ 2842206 h 6858000"/>
              <a:gd name="connsiteX533" fmla="*/ 5764974 w 7467600"/>
              <a:gd name="connsiteY533" fmla="*/ 2799609 h 6858000"/>
              <a:gd name="connsiteX534" fmla="*/ 5767665 w 7467600"/>
              <a:gd name="connsiteY534" fmla="*/ 2666409 h 6858000"/>
              <a:gd name="connsiteX535" fmla="*/ 5763055 w 7467600"/>
              <a:gd name="connsiteY535" fmla="*/ 2579705 h 6858000"/>
              <a:gd name="connsiteX536" fmla="*/ 5758079 w 7467600"/>
              <a:gd name="connsiteY536" fmla="*/ 2492508 h 6858000"/>
              <a:gd name="connsiteX537" fmla="*/ 5779325 w 7467600"/>
              <a:gd name="connsiteY537" fmla="*/ 2197069 h 6858000"/>
              <a:gd name="connsiteX538" fmla="*/ 5798671 w 7467600"/>
              <a:gd name="connsiteY538" fmla="*/ 1981601 h 6858000"/>
              <a:gd name="connsiteX539" fmla="*/ 5829202 w 7467600"/>
              <a:gd name="connsiteY539" fmla="*/ 1971679 h 6858000"/>
              <a:gd name="connsiteX540" fmla="*/ 5809558 w 7467600"/>
              <a:gd name="connsiteY540" fmla="*/ 2198043 h 6858000"/>
              <a:gd name="connsiteX541" fmla="*/ 5788653 w 7467600"/>
              <a:gd name="connsiteY541" fmla="*/ 2489430 h 6858000"/>
              <a:gd name="connsiteX542" fmla="*/ 5793439 w 7467600"/>
              <a:gd name="connsiteY542" fmla="*/ 2575235 h 6858000"/>
              <a:gd name="connsiteX543" fmla="*/ 5796837 w 7467600"/>
              <a:gd name="connsiteY543" fmla="*/ 2637633 h 6858000"/>
              <a:gd name="connsiteX544" fmla="*/ 5818614 w 7467600"/>
              <a:gd name="connsiteY544" fmla="*/ 2473055 h 6858000"/>
              <a:gd name="connsiteX545" fmla="*/ 5829202 w 7467600"/>
              <a:gd name="connsiteY545" fmla="*/ 1971679 h 6858000"/>
              <a:gd name="connsiteX546" fmla="*/ 5911389 w 7467600"/>
              <a:gd name="connsiteY546" fmla="*/ 1898371 h 6858000"/>
              <a:gd name="connsiteX547" fmla="*/ 6237627 w 7467600"/>
              <a:gd name="connsiteY547" fmla="*/ 2231921 h 6858000"/>
              <a:gd name="connsiteX548" fmla="*/ 5911389 w 7467600"/>
              <a:gd name="connsiteY548" fmla="*/ 1898371 h 6858000"/>
              <a:gd name="connsiteX549" fmla="*/ 6944437 w 7467600"/>
              <a:gd name="connsiteY549" fmla="*/ 1575402 h 6858000"/>
              <a:gd name="connsiteX550" fmla="*/ 6304730 w 7467600"/>
              <a:gd name="connsiteY550" fmla="*/ 1766654 h 6858000"/>
              <a:gd name="connsiteX551" fmla="*/ 6944437 w 7467600"/>
              <a:gd name="connsiteY551" fmla="*/ 1575402 h 6858000"/>
              <a:gd name="connsiteX552" fmla="*/ 7019523 w 7467600"/>
              <a:gd name="connsiteY552" fmla="*/ 1519450 h 6858000"/>
              <a:gd name="connsiteX553" fmla="*/ 6298091 w 7467600"/>
              <a:gd name="connsiteY553" fmla="*/ 1737122 h 6858000"/>
              <a:gd name="connsiteX554" fmla="*/ 7019523 w 7467600"/>
              <a:gd name="connsiteY554" fmla="*/ 1519450 h 6858000"/>
              <a:gd name="connsiteX555" fmla="*/ 2399523 w 7467600"/>
              <a:gd name="connsiteY555" fmla="*/ 1428234 h 6858000"/>
              <a:gd name="connsiteX556" fmla="*/ 2224982 w 7467600"/>
              <a:gd name="connsiteY556" fmla="*/ 1826201 h 6858000"/>
              <a:gd name="connsiteX557" fmla="*/ 2096099 w 7467600"/>
              <a:gd name="connsiteY557" fmla="*/ 2345900 h 6858000"/>
              <a:gd name="connsiteX558" fmla="*/ 2283317 w 7467600"/>
              <a:gd name="connsiteY558" fmla="*/ 1796925 h 6858000"/>
              <a:gd name="connsiteX559" fmla="*/ 2399523 w 7467600"/>
              <a:gd name="connsiteY559" fmla="*/ 1428234 h 6858000"/>
              <a:gd name="connsiteX560" fmla="*/ 2448558 w 7467600"/>
              <a:gd name="connsiteY560" fmla="*/ 1373435 h 6858000"/>
              <a:gd name="connsiteX561" fmla="*/ 2312521 w 7467600"/>
              <a:gd name="connsiteY561" fmla="*/ 1806140 h 6858000"/>
              <a:gd name="connsiteX562" fmla="*/ 2127533 w 7467600"/>
              <a:gd name="connsiteY562" fmla="*/ 2348380 h 6858000"/>
              <a:gd name="connsiteX563" fmla="*/ 2358080 w 7467600"/>
              <a:gd name="connsiteY563" fmla="*/ 1866134 h 6858000"/>
              <a:gd name="connsiteX564" fmla="*/ 2407436 w 7467600"/>
              <a:gd name="connsiteY564" fmla="*/ 1651070 h 6858000"/>
              <a:gd name="connsiteX565" fmla="*/ 2448558 w 7467600"/>
              <a:gd name="connsiteY565" fmla="*/ 1373435 h 6858000"/>
              <a:gd name="connsiteX566" fmla="*/ 278707 w 7467600"/>
              <a:gd name="connsiteY566" fmla="*/ 1352270 h 6858000"/>
              <a:gd name="connsiteX567" fmla="*/ 321570 w 7467600"/>
              <a:gd name="connsiteY567" fmla="*/ 1861610 h 6858000"/>
              <a:gd name="connsiteX568" fmla="*/ 294281 w 7467600"/>
              <a:gd name="connsiteY568" fmla="*/ 1440658 h 6858000"/>
              <a:gd name="connsiteX569" fmla="*/ 278707 w 7467600"/>
              <a:gd name="connsiteY569" fmla="*/ 1352270 h 6858000"/>
              <a:gd name="connsiteX570" fmla="*/ 1423821 w 7467600"/>
              <a:gd name="connsiteY570" fmla="*/ 1351958 h 6858000"/>
              <a:gd name="connsiteX571" fmla="*/ 1638521 w 7467600"/>
              <a:gd name="connsiteY571" fmla="*/ 1908470 h 6858000"/>
              <a:gd name="connsiteX572" fmla="*/ 1754199 w 7467600"/>
              <a:gd name="connsiteY572" fmla="*/ 2149284 h 6858000"/>
              <a:gd name="connsiteX573" fmla="*/ 1908359 w 7467600"/>
              <a:gd name="connsiteY573" fmla="*/ 2364988 h 6858000"/>
              <a:gd name="connsiteX574" fmla="*/ 1647661 w 7467600"/>
              <a:gd name="connsiteY574" fmla="*/ 1825945 h 6858000"/>
              <a:gd name="connsiteX575" fmla="*/ 1423821 w 7467600"/>
              <a:gd name="connsiteY575" fmla="*/ 1351958 h 6858000"/>
              <a:gd name="connsiteX576" fmla="*/ 1431890 w 7467600"/>
              <a:gd name="connsiteY576" fmla="*/ 1306475 h 6858000"/>
              <a:gd name="connsiteX577" fmla="*/ 1507597 w 7467600"/>
              <a:gd name="connsiteY577" fmla="*/ 1446132 h 6858000"/>
              <a:gd name="connsiteX578" fmla="*/ 1674586 w 7467600"/>
              <a:gd name="connsiteY578" fmla="*/ 1813832 h 6858000"/>
              <a:gd name="connsiteX579" fmla="*/ 1815950 w 7467600"/>
              <a:gd name="connsiteY579" fmla="*/ 2128564 h 6858000"/>
              <a:gd name="connsiteX580" fmla="*/ 1984242 w 7467600"/>
              <a:gd name="connsiteY580" fmla="*/ 2430829 h 6858000"/>
              <a:gd name="connsiteX581" fmla="*/ 2014023 w 7467600"/>
              <a:gd name="connsiteY581" fmla="*/ 2450995 h 6858000"/>
              <a:gd name="connsiteX582" fmla="*/ 1747337 w 7467600"/>
              <a:gd name="connsiteY582" fmla="*/ 1855264 h 6858000"/>
              <a:gd name="connsiteX583" fmla="*/ 1533749 w 7467600"/>
              <a:gd name="connsiteY583" fmla="*/ 1478656 h 6858000"/>
              <a:gd name="connsiteX584" fmla="*/ 1431890 w 7467600"/>
              <a:gd name="connsiteY584" fmla="*/ 1306475 h 6858000"/>
              <a:gd name="connsiteX585" fmla="*/ 5052692 w 7467600"/>
              <a:gd name="connsiteY585" fmla="*/ 1292994 h 6858000"/>
              <a:gd name="connsiteX586" fmla="*/ 5200661 w 7467600"/>
              <a:gd name="connsiteY586" fmla="*/ 1635186 h 6858000"/>
              <a:gd name="connsiteX587" fmla="*/ 5297138 w 7467600"/>
              <a:gd name="connsiteY587" fmla="*/ 1906351 h 6858000"/>
              <a:gd name="connsiteX588" fmla="*/ 5052692 w 7467600"/>
              <a:gd name="connsiteY588" fmla="*/ 1292994 h 6858000"/>
              <a:gd name="connsiteX589" fmla="*/ 5009948 w 7467600"/>
              <a:gd name="connsiteY589" fmla="*/ 1273619 h 6858000"/>
              <a:gd name="connsiteX590" fmla="*/ 5121777 w 7467600"/>
              <a:gd name="connsiteY590" fmla="*/ 1654213 h 6858000"/>
              <a:gd name="connsiteX591" fmla="*/ 5293545 w 7467600"/>
              <a:gd name="connsiteY591" fmla="*/ 2072247 h 6858000"/>
              <a:gd name="connsiteX592" fmla="*/ 5294042 w 7467600"/>
              <a:gd name="connsiteY592" fmla="*/ 2065019 h 6858000"/>
              <a:gd name="connsiteX593" fmla="*/ 5171936 w 7467600"/>
              <a:gd name="connsiteY593" fmla="*/ 1647613 h 6858000"/>
              <a:gd name="connsiteX594" fmla="*/ 5009948 w 7467600"/>
              <a:gd name="connsiteY594" fmla="*/ 1273619 h 6858000"/>
              <a:gd name="connsiteX595" fmla="*/ 655236 w 7467600"/>
              <a:gd name="connsiteY595" fmla="*/ 1268632 h 6858000"/>
              <a:gd name="connsiteX596" fmla="*/ 839521 w 7467600"/>
              <a:gd name="connsiteY596" fmla="*/ 1685315 h 6858000"/>
              <a:gd name="connsiteX597" fmla="*/ 1109416 w 7467600"/>
              <a:gd name="connsiteY597" fmla="*/ 2061663 h 6858000"/>
              <a:gd name="connsiteX598" fmla="*/ 1298300 w 7467600"/>
              <a:gd name="connsiteY598" fmla="*/ 2247742 h 6858000"/>
              <a:gd name="connsiteX599" fmla="*/ 1125871 w 7467600"/>
              <a:gd name="connsiteY599" fmla="*/ 1989513 h 6858000"/>
              <a:gd name="connsiteX600" fmla="*/ 981574 w 7467600"/>
              <a:gd name="connsiteY600" fmla="*/ 1783157 h 6858000"/>
              <a:gd name="connsiteX601" fmla="*/ 922198 w 7467600"/>
              <a:gd name="connsiteY601" fmla="*/ 1677437 h 6858000"/>
              <a:gd name="connsiteX602" fmla="*/ 869293 w 7467600"/>
              <a:gd name="connsiteY602" fmla="*/ 1583214 h 6858000"/>
              <a:gd name="connsiteX603" fmla="*/ 751431 w 7467600"/>
              <a:gd name="connsiteY603" fmla="*/ 1405731 h 6858000"/>
              <a:gd name="connsiteX604" fmla="*/ 655236 w 7467600"/>
              <a:gd name="connsiteY604" fmla="*/ 1268632 h 6858000"/>
              <a:gd name="connsiteX605" fmla="*/ 6516292 w 7467600"/>
              <a:gd name="connsiteY605" fmla="*/ 1263064 h 6858000"/>
              <a:gd name="connsiteX606" fmla="*/ 5736320 w 7467600"/>
              <a:gd name="connsiteY606" fmla="*/ 1501803 h 6858000"/>
              <a:gd name="connsiteX607" fmla="*/ 6516292 w 7467600"/>
              <a:gd name="connsiteY607" fmla="*/ 1263064 h 6858000"/>
              <a:gd name="connsiteX608" fmla="*/ 291466 w 7467600"/>
              <a:gd name="connsiteY608" fmla="*/ 1250369 h 6858000"/>
              <a:gd name="connsiteX609" fmla="*/ 323180 w 7467600"/>
              <a:gd name="connsiteY609" fmla="*/ 1435283 h 6858000"/>
              <a:gd name="connsiteX610" fmla="*/ 349381 w 7467600"/>
              <a:gd name="connsiteY610" fmla="*/ 1875041 h 6858000"/>
              <a:gd name="connsiteX611" fmla="*/ 374363 w 7467600"/>
              <a:gd name="connsiteY611" fmla="*/ 1506494 h 6858000"/>
              <a:gd name="connsiteX612" fmla="*/ 302168 w 7467600"/>
              <a:gd name="connsiteY612" fmla="*/ 1274495 h 6858000"/>
              <a:gd name="connsiteX613" fmla="*/ 291466 w 7467600"/>
              <a:gd name="connsiteY613" fmla="*/ 1250369 h 6858000"/>
              <a:gd name="connsiteX614" fmla="*/ 678222 w 7467600"/>
              <a:gd name="connsiteY614" fmla="*/ 1248670 h 6858000"/>
              <a:gd name="connsiteX615" fmla="*/ 775536 w 7467600"/>
              <a:gd name="connsiteY615" fmla="*/ 1388015 h 6858000"/>
              <a:gd name="connsiteX616" fmla="*/ 894529 w 7467600"/>
              <a:gd name="connsiteY616" fmla="*/ 1567739 h 6858000"/>
              <a:gd name="connsiteX617" fmla="*/ 948000 w 7467600"/>
              <a:gd name="connsiteY617" fmla="*/ 1663088 h 6858000"/>
              <a:gd name="connsiteX618" fmla="*/ 1006812 w 7467600"/>
              <a:gd name="connsiteY618" fmla="*/ 1767683 h 6858000"/>
              <a:gd name="connsiteX619" fmla="*/ 1149133 w 7467600"/>
              <a:gd name="connsiteY619" fmla="*/ 1971513 h 6858000"/>
              <a:gd name="connsiteX620" fmla="*/ 1333952 w 7467600"/>
              <a:gd name="connsiteY620" fmla="*/ 2251620 h 6858000"/>
              <a:gd name="connsiteX621" fmla="*/ 1337329 w 7467600"/>
              <a:gd name="connsiteY621" fmla="*/ 2258350 h 6858000"/>
              <a:gd name="connsiteX622" fmla="*/ 1014726 w 7467600"/>
              <a:gd name="connsiteY622" fmla="*/ 1615556 h 6858000"/>
              <a:gd name="connsiteX623" fmla="*/ 678222 w 7467600"/>
              <a:gd name="connsiteY623" fmla="*/ 1248670 h 6858000"/>
              <a:gd name="connsiteX624" fmla="*/ 6691602 w 7467600"/>
              <a:gd name="connsiteY624" fmla="*/ 1140573 h 6858000"/>
              <a:gd name="connsiteX625" fmla="*/ 6571100 w 7467600"/>
              <a:gd name="connsiteY625" fmla="*/ 1183662 h 6858000"/>
              <a:gd name="connsiteX626" fmla="*/ 6241687 w 7467600"/>
              <a:gd name="connsiteY626" fmla="*/ 1257600 h 6858000"/>
              <a:gd name="connsiteX627" fmla="*/ 5693009 w 7467600"/>
              <a:gd name="connsiteY627" fmla="*/ 1478256 h 6858000"/>
              <a:gd name="connsiteX628" fmla="*/ 6548420 w 7467600"/>
              <a:gd name="connsiteY628" fmla="*/ 1214599 h 6858000"/>
              <a:gd name="connsiteX629" fmla="*/ 6605473 w 7467600"/>
              <a:gd name="connsiteY629" fmla="*/ 1184686 h 6858000"/>
              <a:gd name="connsiteX630" fmla="*/ 6691602 w 7467600"/>
              <a:gd name="connsiteY630" fmla="*/ 1140573 h 6858000"/>
              <a:gd name="connsiteX631" fmla="*/ 4002475 w 7467600"/>
              <a:gd name="connsiteY631" fmla="*/ 1037802 h 6858000"/>
              <a:gd name="connsiteX632" fmla="*/ 4000324 w 7467600"/>
              <a:gd name="connsiteY632" fmla="*/ 1039362 h 6858000"/>
              <a:gd name="connsiteX633" fmla="*/ 4002862 w 7467600"/>
              <a:gd name="connsiteY633" fmla="*/ 1042866 h 6858000"/>
              <a:gd name="connsiteX634" fmla="*/ 4002475 w 7467600"/>
              <a:gd name="connsiteY634" fmla="*/ 1037802 h 6858000"/>
              <a:gd name="connsiteX635" fmla="*/ 506322 w 7467600"/>
              <a:gd name="connsiteY635" fmla="*/ 1020997 h 6858000"/>
              <a:gd name="connsiteX636" fmla="*/ 533068 w 7467600"/>
              <a:gd name="connsiteY636" fmla="*/ 1029409 h 6858000"/>
              <a:gd name="connsiteX637" fmla="*/ 1232525 w 7467600"/>
              <a:gd name="connsiteY637" fmla="*/ 1804675 h 6858000"/>
              <a:gd name="connsiteX638" fmla="*/ 1388858 w 7467600"/>
              <a:gd name="connsiteY638" fmla="*/ 2368011 h 6858000"/>
              <a:gd name="connsiteX639" fmla="*/ 1384098 w 7467600"/>
              <a:gd name="connsiteY639" fmla="*/ 2378125 h 6858000"/>
              <a:gd name="connsiteX640" fmla="*/ 1425393 w 7467600"/>
              <a:gd name="connsiteY640" fmla="*/ 2589124 h 6858000"/>
              <a:gd name="connsiteX641" fmla="*/ 1424001 w 7467600"/>
              <a:gd name="connsiteY641" fmla="*/ 2597541 h 6858000"/>
              <a:gd name="connsiteX642" fmla="*/ 2152729 w 7467600"/>
              <a:gd name="connsiteY642" fmla="*/ 2864487 h 6858000"/>
              <a:gd name="connsiteX643" fmla="*/ 2020609 w 7467600"/>
              <a:gd name="connsiteY643" fmla="*/ 2539671 h 6858000"/>
              <a:gd name="connsiteX644" fmla="*/ 2018920 w 7467600"/>
              <a:gd name="connsiteY644" fmla="*/ 2536309 h 6858000"/>
              <a:gd name="connsiteX645" fmla="*/ 1342441 w 7467600"/>
              <a:gd name="connsiteY645" fmla="*/ 1173017 h 6858000"/>
              <a:gd name="connsiteX646" fmla="*/ 1367925 w 7467600"/>
              <a:gd name="connsiteY646" fmla="*/ 1135648 h 6858000"/>
              <a:gd name="connsiteX647" fmla="*/ 1771401 w 7467600"/>
              <a:gd name="connsiteY647" fmla="*/ 1806673 h 6858000"/>
              <a:gd name="connsiteX648" fmla="*/ 1972385 w 7467600"/>
              <a:gd name="connsiteY648" fmla="*/ 2198735 h 6858000"/>
              <a:gd name="connsiteX649" fmla="*/ 2040892 w 7467600"/>
              <a:gd name="connsiteY649" fmla="*/ 2405205 h 6858000"/>
              <a:gd name="connsiteX650" fmla="*/ 2131689 w 7467600"/>
              <a:gd name="connsiteY650" fmla="*/ 1936926 h 6858000"/>
              <a:gd name="connsiteX651" fmla="*/ 2454820 w 7467600"/>
              <a:gd name="connsiteY651" fmla="*/ 1248808 h 6858000"/>
              <a:gd name="connsiteX652" fmla="*/ 2492512 w 7467600"/>
              <a:gd name="connsiteY652" fmla="*/ 1302920 h 6858000"/>
              <a:gd name="connsiteX653" fmla="*/ 2081216 w 7467600"/>
              <a:gd name="connsiteY653" fmla="*/ 2527513 h 6858000"/>
              <a:gd name="connsiteX654" fmla="*/ 2081211 w 7467600"/>
              <a:gd name="connsiteY654" fmla="*/ 2528916 h 6858000"/>
              <a:gd name="connsiteX655" fmla="*/ 2199067 w 7467600"/>
              <a:gd name="connsiteY655" fmla="*/ 2884061 h 6858000"/>
              <a:gd name="connsiteX656" fmla="*/ 3192586 w 7467600"/>
              <a:gd name="connsiteY656" fmla="*/ 3411496 h 6858000"/>
              <a:gd name="connsiteX657" fmla="*/ 3182620 w 7467600"/>
              <a:gd name="connsiteY657" fmla="*/ 3483279 h 6858000"/>
              <a:gd name="connsiteX658" fmla="*/ 2435119 w 7467600"/>
              <a:gd name="connsiteY658" fmla="*/ 3080173 h 6858000"/>
              <a:gd name="connsiteX659" fmla="*/ 2410152 w 7467600"/>
              <a:gd name="connsiteY659" fmla="*/ 3063751 h 6858000"/>
              <a:gd name="connsiteX660" fmla="*/ 2408099 w 7467600"/>
              <a:gd name="connsiteY660" fmla="*/ 3064403 h 6858000"/>
              <a:gd name="connsiteX661" fmla="*/ 2407218 w 7467600"/>
              <a:gd name="connsiteY661" fmla="*/ 3070324 h 6858000"/>
              <a:gd name="connsiteX662" fmla="*/ 2380138 w 7467600"/>
              <a:gd name="connsiteY662" fmla="*/ 3099341 h 6858000"/>
              <a:gd name="connsiteX663" fmla="*/ 1765923 w 7467600"/>
              <a:gd name="connsiteY663" fmla="*/ 3581043 h 6858000"/>
              <a:gd name="connsiteX664" fmla="*/ 1702258 w 7467600"/>
              <a:gd name="connsiteY664" fmla="*/ 3612286 h 6858000"/>
              <a:gd name="connsiteX665" fmla="*/ 1538370 w 7467600"/>
              <a:gd name="connsiteY665" fmla="*/ 3811804 h 6858000"/>
              <a:gd name="connsiteX666" fmla="*/ 542867 w 7467600"/>
              <a:gd name="connsiteY666" fmla="*/ 4944092 h 6858000"/>
              <a:gd name="connsiteX667" fmla="*/ 515800 w 7467600"/>
              <a:gd name="connsiteY667" fmla="*/ 4862180 h 6858000"/>
              <a:gd name="connsiteX668" fmla="*/ 909145 w 7467600"/>
              <a:gd name="connsiteY668" fmla="*/ 4199225 h 6858000"/>
              <a:gd name="connsiteX669" fmla="*/ 1214067 w 7467600"/>
              <a:gd name="connsiteY669" fmla="*/ 3908561 h 6858000"/>
              <a:gd name="connsiteX670" fmla="*/ 640967 w 7467600"/>
              <a:gd name="connsiteY670" fmla="*/ 4105601 h 6858000"/>
              <a:gd name="connsiteX671" fmla="*/ 112563 w 7467600"/>
              <a:gd name="connsiteY671" fmla="*/ 4396952 h 6858000"/>
              <a:gd name="connsiteX672" fmla="*/ 0 w 7467600"/>
              <a:gd name="connsiteY672" fmla="*/ 4466006 h 6858000"/>
              <a:gd name="connsiteX673" fmla="*/ 0 w 7467600"/>
              <a:gd name="connsiteY673" fmla="*/ 4233763 h 6858000"/>
              <a:gd name="connsiteX674" fmla="*/ 36881 w 7467600"/>
              <a:gd name="connsiteY674" fmla="*/ 4200118 h 6858000"/>
              <a:gd name="connsiteX675" fmla="*/ 910534 w 7467600"/>
              <a:gd name="connsiteY675" fmla="*/ 3629753 h 6858000"/>
              <a:gd name="connsiteX676" fmla="*/ 1578717 w 7467600"/>
              <a:gd name="connsiteY676" fmla="*/ 3575982 h 6858000"/>
              <a:gd name="connsiteX677" fmla="*/ 2338780 w 7467600"/>
              <a:gd name="connsiteY677" fmla="*/ 3033725 h 6858000"/>
              <a:gd name="connsiteX678" fmla="*/ 1807991 w 7467600"/>
              <a:gd name="connsiteY678" fmla="*/ 2807184 h 6858000"/>
              <a:gd name="connsiteX679" fmla="*/ 1416358 w 7467600"/>
              <a:gd name="connsiteY679" fmla="*/ 3112571 h 6858000"/>
              <a:gd name="connsiteX680" fmla="*/ 939066 w 7467600"/>
              <a:gd name="connsiteY680" fmla="*/ 3378798 h 6858000"/>
              <a:gd name="connsiteX681" fmla="*/ 115099 w 7467600"/>
              <a:gd name="connsiteY681" fmla="*/ 3607650 h 6858000"/>
              <a:gd name="connsiteX682" fmla="*/ 97284 w 7467600"/>
              <a:gd name="connsiteY682" fmla="*/ 3520393 h 6858000"/>
              <a:gd name="connsiteX683" fmla="*/ 922050 w 7467600"/>
              <a:gd name="connsiteY683" fmla="*/ 3074867 h 6858000"/>
              <a:gd name="connsiteX684" fmla="*/ 1405265 w 7467600"/>
              <a:gd name="connsiteY684" fmla="*/ 3016319 h 6858000"/>
              <a:gd name="connsiteX685" fmla="*/ 1407512 w 7467600"/>
              <a:gd name="connsiteY685" fmla="*/ 3018001 h 6858000"/>
              <a:gd name="connsiteX686" fmla="*/ 1726266 w 7467600"/>
              <a:gd name="connsiteY686" fmla="*/ 2777274 h 6858000"/>
              <a:gd name="connsiteX687" fmla="*/ 625390 w 7467600"/>
              <a:gd name="connsiteY687" fmla="*/ 2514541 h 6858000"/>
              <a:gd name="connsiteX688" fmla="*/ 619799 w 7467600"/>
              <a:gd name="connsiteY688" fmla="*/ 2527180 h 6858000"/>
              <a:gd name="connsiteX689" fmla="*/ 310030 w 7467600"/>
              <a:gd name="connsiteY689" fmla="*/ 2771818 h 6858000"/>
              <a:gd name="connsiteX690" fmla="*/ 173877 w 7467600"/>
              <a:gd name="connsiteY690" fmla="*/ 2937056 h 6858000"/>
              <a:gd name="connsiteX691" fmla="*/ 77889 w 7467600"/>
              <a:gd name="connsiteY691" fmla="*/ 3138440 h 6858000"/>
              <a:gd name="connsiteX692" fmla="*/ 0 w 7467600"/>
              <a:gd name="connsiteY692" fmla="*/ 3271395 h 6858000"/>
              <a:gd name="connsiteX693" fmla="*/ 0 w 7467600"/>
              <a:gd name="connsiteY693" fmla="*/ 3153002 h 6858000"/>
              <a:gd name="connsiteX694" fmla="*/ 2386 w 7467600"/>
              <a:gd name="connsiteY694" fmla="*/ 3149203 h 6858000"/>
              <a:gd name="connsiteX695" fmla="*/ 89753 w 7467600"/>
              <a:gd name="connsiteY695" fmla="*/ 2987702 h 6858000"/>
              <a:gd name="connsiteX696" fmla="*/ 76869 w 7467600"/>
              <a:gd name="connsiteY696" fmla="*/ 3005404 h 6858000"/>
              <a:gd name="connsiteX697" fmla="*/ 32049 w 7467600"/>
              <a:gd name="connsiteY697" fmla="*/ 3065814 h 6858000"/>
              <a:gd name="connsiteX698" fmla="*/ 0 w 7467600"/>
              <a:gd name="connsiteY698" fmla="*/ 3108744 h 6858000"/>
              <a:gd name="connsiteX699" fmla="*/ 0 w 7467600"/>
              <a:gd name="connsiteY699" fmla="*/ 3058059 h 6858000"/>
              <a:gd name="connsiteX700" fmla="*/ 7610 w 7467600"/>
              <a:gd name="connsiteY700" fmla="*/ 3047889 h 6858000"/>
              <a:gd name="connsiteX701" fmla="*/ 52419 w 7467600"/>
              <a:gd name="connsiteY701" fmla="*/ 2987479 h 6858000"/>
              <a:gd name="connsiteX702" fmla="*/ 59142 w 7467600"/>
              <a:gd name="connsiteY702" fmla="*/ 2978488 h 6858000"/>
              <a:gd name="connsiteX703" fmla="*/ 0 w 7467600"/>
              <a:gd name="connsiteY703" fmla="*/ 3015334 h 6858000"/>
              <a:gd name="connsiteX704" fmla="*/ 0 w 7467600"/>
              <a:gd name="connsiteY704" fmla="*/ 2914286 h 6858000"/>
              <a:gd name="connsiteX705" fmla="*/ 36383 w 7467600"/>
              <a:gd name="connsiteY705" fmla="*/ 2901128 h 6858000"/>
              <a:gd name="connsiteX706" fmla="*/ 156329 w 7467600"/>
              <a:gd name="connsiteY706" fmla="*/ 2840533 h 6858000"/>
              <a:gd name="connsiteX707" fmla="*/ 358355 w 7467600"/>
              <a:gd name="connsiteY707" fmla="*/ 2620471 h 6858000"/>
              <a:gd name="connsiteX708" fmla="*/ 510577 w 7467600"/>
              <a:gd name="connsiteY708" fmla="*/ 2501244 h 6858000"/>
              <a:gd name="connsiteX709" fmla="*/ 211967 w 7467600"/>
              <a:gd name="connsiteY709" fmla="*/ 2479171 h 6858000"/>
              <a:gd name="connsiteX710" fmla="*/ 0 w 7467600"/>
              <a:gd name="connsiteY710" fmla="*/ 2476398 h 6858000"/>
              <a:gd name="connsiteX711" fmla="*/ 0 w 7467600"/>
              <a:gd name="connsiteY711" fmla="*/ 2389189 h 6858000"/>
              <a:gd name="connsiteX712" fmla="*/ 103062 w 7467600"/>
              <a:gd name="connsiteY712" fmla="*/ 2389518 h 6858000"/>
              <a:gd name="connsiteX713" fmla="*/ 510734 w 7467600"/>
              <a:gd name="connsiteY713" fmla="*/ 2416201 h 6858000"/>
              <a:gd name="connsiteX714" fmla="*/ 279257 w 7467600"/>
              <a:gd name="connsiteY714" fmla="*/ 2092102 h 6858000"/>
              <a:gd name="connsiteX715" fmla="*/ 65265 w 7467600"/>
              <a:gd name="connsiteY715" fmla="*/ 2006049 h 6858000"/>
              <a:gd name="connsiteX716" fmla="*/ 0 w 7467600"/>
              <a:gd name="connsiteY716" fmla="*/ 1982532 h 6858000"/>
              <a:gd name="connsiteX717" fmla="*/ 0 w 7467600"/>
              <a:gd name="connsiteY717" fmla="*/ 1912789 h 6858000"/>
              <a:gd name="connsiteX718" fmla="*/ 97460 w 7467600"/>
              <a:gd name="connsiteY718" fmla="*/ 1953725 h 6858000"/>
              <a:gd name="connsiteX719" fmla="*/ 221272 w 7467600"/>
              <a:gd name="connsiteY719" fmla="*/ 1980766 h 6858000"/>
              <a:gd name="connsiteX720" fmla="*/ 116765 w 7467600"/>
              <a:gd name="connsiteY720" fmla="*/ 1911033 h 6858000"/>
              <a:gd name="connsiteX721" fmla="*/ 16405 w 7467600"/>
              <a:gd name="connsiteY721" fmla="*/ 1803412 h 6858000"/>
              <a:gd name="connsiteX722" fmla="*/ 0 w 7467600"/>
              <a:gd name="connsiteY722" fmla="*/ 1784777 h 6858000"/>
              <a:gd name="connsiteX723" fmla="*/ 0 w 7467600"/>
              <a:gd name="connsiteY723" fmla="*/ 1740082 h 6858000"/>
              <a:gd name="connsiteX724" fmla="*/ 39394 w 7467600"/>
              <a:gd name="connsiteY724" fmla="*/ 1784856 h 6858000"/>
              <a:gd name="connsiteX725" fmla="*/ 135813 w 7467600"/>
              <a:gd name="connsiteY725" fmla="*/ 1888838 h 6858000"/>
              <a:gd name="connsiteX726" fmla="*/ 242575 w 7467600"/>
              <a:gd name="connsiteY726" fmla="*/ 1958841 h 6858000"/>
              <a:gd name="connsiteX727" fmla="*/ 82197 w 7467600"/>
              <a:gd name="connsiteY727" fmla="*/ 1754826 h 6858000"/>
              <a:gd name="connsiteX728" fmla="*/ 0 w 7467600"/>
              <a:gd name="connsiteY728" fmla="*/ 1679650 h 6858000"/>
              <a:gd name="connsiteX729" fmla="*/ 0 w 7467600"/>
              <a:gd name="connsiteY729" fmla="*/ 1602463 h 6858000"/>
              <a:gd name="connsiteX730" fmla="*/ 84689 w 7467600"/>
              <a:gd name="connsiteY730" fmla="*/ 1677442 h 6858000"/>
              <a:gd name="connsiteX731" fmla="*/ 298437 w 7467600"/>
              <a:gd name="connsiteY731" fmla="*/ 1968019 h 6858000"/>
              <a:gd name="connsiteX732" fmla="*/ 227269 w 7467600"/>
              <a:gd name="connsiteY732" fmla="*/ 1114064 h 6858000"/>
              <a:gd name="connsiteX733" fmla="*/ 248003 w 7467600"/>
              <a:gd name="connsiteY733" fmla="*/ 1089613 h 6858000"/>
              <a:gd name="connsiteX734" fmla="*/ 427020 w 7467600"/>
              <a:gd name="connsiteY734" fmla="*/ 1619803 h 6858000"/>
              <a:gd name="connsiteX735" fmla="*/ 340345 w 7467600"/>
              <a:gd name="connsiteY735" fmla="*/ 2027739 h 6858000"/>
              <a:gd name="connsiteX736" fmla="*/ 360865 w 7467600"/>
              <a:gd name="connsiteY736" fmla="*/ 2044827 h 6858000"/>
              <a:gd name="connsiteX737" fmla="*/ 560414 w 7467600"/>
              <a:gd name="connsiteY737" fmla="*/ 2421457 h 6858000"/>
              <a:gd name="connsiteX738" fmla="*/ 1359703 w 7467600"/>
              <a:gd name="connsiteY738" fmla="*/ 2578554 h 6858000"/>
              <a:gd name="connsiteX739" fmla="*/ 1359422 w 7467600"/>
              <a:gd name="connsiteY739" fmla="*/ 2577994 h 6858000"/>
              <a:gd name="connsiteX740" fmla="*/ 828701 w 7467600"/>
              <a:gd name="connsiteY740" fmla="*/ 1839520 h 6858000"/>
              <a:gd name="connsiteX741" fmla="*/ 494427 w 7467600"/>
              <a:gd name="connsiteY741" fmla="*/ 1092333 h 6858000"/>
              <a:gd name="connsiteX742" fmla="*/ 506322 w 7467600"/>
              <a:gd name="connsiteY742" fmla="*/ 1020997 h 6858000"/>
              <a:gd name="connsiteX743" fmla="*/ 4570198 w 7467600"/>
              <a:gd name="connsiteY743" fmla="*/ 978081 h 6858000"/>
              <a:gd name="connsiteX744" fmla="*/ 4523691 w 7467600"/>
              <a:gd name="connsiteY744" fmla="*/ 1127776 h 6858000"/>
              <a:gd name="connsiteX745" fmla="*/ 4509875 w 7467600"/>
              <a:gd name="connsiteY745" fmla="*/ 1167552 h 6858000"/>
              <a:gd name="connsiteX746" fmla="*/ 4478168 w 7467600"/>
              <a:gd name="connsiteY746" fmla="*/ 1260735 h 6858000"/>
              <a:gd name="connsiteX747" fmla="*/ 4409309 w 7467600"/>
              <a:gd name="connsiteY747" fmla="*/ 1666996 h 6858000"/>
              <a:gd name="connsiteX748" fmla="*/ 4370031 w 7467600"/>
              <a:gd name="connsiteY748" fmla="*/ 1955666 h 6858000"/>
              <a:gd name="connsiteX749" fmla="*/ 4570198 w 7467600"/>
              <a:gd name="connsiteY749" fmla="*/ 978081 h 6858000"/>
              <a:gd name="connsiteX750" fmla="*/ 4557898 w 7467600"/>
              <a:gd name="connsiteY750" fmla="*/ 900011 h 6858000"/>
              <a:gd name="connsiteX751" fmla="*/ 4344840 w 7467600"/>
              <a:gd name="connsiteY751" fmla="*/ 1922038 h 6858000"/>
              <a:gd name="connsiteX752" fmla="*/ 4378710 w 7467600"/>
              <a:gd name="connsiteY752" fmla="*/ 1665516 h 6858000"/>
              <a:gd name="connsiteX753" fmla="*/ 4448798 w 7467600"/>
              <a:gd name="connsiteY753" fmla="*/ 1253024 h 6858000"/>
              <a:gd name="connsiteX754" fmla="*/ 4480315 w 7467600"/>
              <a:gd name="connsiteY754" fmla="*/ 1158454 h 6858000"/>
              <a:gd name="connsiteX755" fmla="*/ 4494133 w 7467600"/>
              <a:gd name="connsiteY755" fmla="*/ 1118676 h 6858000"/>
              <a:gd name="connsiteX756" fmla="*/ 4557898 w 7467600"/>
              <a:gd name="connsiteY756" fmla="*/ 900011 h 6858000"/>
              <a:gd name="connsiteX757" fmla="*/ 5870151 w 7467600"/>
              <a:gd name="connsiteY757" fmla="*/ 898890 h 6858000"/>
              <a:gd name="connsiteX758" fmla="*/ 5861335 w 7467600"/>
              <a:gd name="connsiteY758" fmla="*/ 899177 h 6858000"/>
              <a:gd name="connsiteX759" fmla="*/ 5843702 w 7467600"/>
              <a:gd name="connsiteY759" fmla="*/ 899748 h 6858000"/>
              <a:gd name="connsiteX760" fmla="*/ 5651107 w 7467600"/>
              <a:gd name="connsiteY760" fmla="*/ 920306 h 6858000"/>
              <a:gd name="connsiteX761" fmla="*/ 5459407 w 7467600"/>
              <a:gd name="connsiteY761" fmla="*/ 940975 h 6858000"/>
              <a:gd name="connsiteX762" fmla="*/ 5374846 w 7467600"/>
              <a:gd name="connsiteY762" fmla="*/ 941988 h 6858000"/>
              <a:gd name="connsiteX763" fmla="*/ 5256105 w 7467600"/>
              <a:gd name="connsiteY763" fmla="*/ 945632 h 6858000"/>
              <a:gd name="connsiteX764" fmla="*/ 5107071 w 7467600"/>
              <a:gd name="connsiteY764" fmla="*/ 969720 h 6858000"/>
              <a:gd name="connsiteX765" fmla="*/ 4998681 w 7467600"/>
              <a:gd name="connsiteY765" fmla="*/ 988771 h 6858000"/>
              <a:gd name="connsiteX766" fmla="*/ 5870151 w 7467600"/>
              <a:gd name="connsiteY766" fmla="*/ 898890 h 6858000"/>
              <a:gd name="connsiteX767" fmla="*/ 5504425 w 7467600"/>
              <a:gd name="connsiteY767" fmla="*/ 848067 h 6858000"/>
              <a:gd name="connsiteX768" fmla="*/ 4968849 w 7467600"/>
              <a:gd name="connsiteY768" fmla="*/ 962318 h 6858000"/>
              <a:gd name="connsiteX769" fmla="*/ 5104039 w 7467600"/>
              <a:gd name="connsiteY769" fmla="*/ 940634 h 6858000"/>
              <a:gd name="connsiteX770" fmla="*/ 5256311 w 7467600"/>
              <a:gd name="connsiteY770" fmla="*/ 916490 h 6858000"/>
              <a:gd name="connsiteX771" fmla="*/ 5377381 w 7467600"/>
              <a:gd name="connsiteY771" fmla="*/ 912671 h 6858000"/>
              <a:gd name="connsiteX772" fmla="*/ 5460148 w 7467600"/>
              <a:gd name="connsiteY772" fmla="*/ 911442 h 6858000"/>
              <a:gd name="connsiteX773" fmla="*/ 5648971 w 7467600"/>
              <a:gd name="connsiteY773" fmla="*/ 891331 h 6858000"/>
              <a:gd name="connsiteX774" fmla="*/ 5844807 w 7467600"/>
              <a:gd name="connsiteY774" fmla="*/ 870718 h 6858000"/>
              <a:gd name="connsiteX775" fmla="*/ 5862975 w 7467600"/>
              <a:gd name="connsiteY775" fmla="*/ 869756 h 6858000"/>
              <a:gd name="connsiteX776" fmla="*/ 5920887 w 7467600"/>
              <a:gd name="connsiteY776" fmla="*/ 865929 h 6858000"/>
              <a:gd name="connsiteX777" fmla="*/ 5504425 w 7467600"/>
              <a:gd name="connsiteY777" fmla="*/ 848067 h 6858000"/>
              <a:gd name="connsiteX778" fmla="*/ 3607114 w 7467600"/>
              <a:gd name="connsiteY778" fmla="*/ 467441 h 6858000"/>
              <a:gd name="connsiteX779" fmla="*/ 3296242 w 7467600"/>
              <a:gd name="connsiteY779" fmla="*/ 807991 h 6858000"/>
              <a:gd name="connsiteX780" fmla="*/ 3174674 w 7467600"/>
              <a:gd name="connsiteY780" fmla="*/ 919759 h 6858000"/>
              <a:gd name="connsiteX781" fmla="*/ 3042978 w 7467600"/>
              <a:gd name="connsiteY781" fmla="*/ 1054894 h 6858000"/>
              <a:gd name="connsiteX782" fmla="*/ 2968914 w 7467600"/>
              <a:gd name="connsiteY782" fmla="*/ 1133756 h 6858000"/>
              <a:gd name="connsiteX783" fmla="*/ 3103823 w 7467600"/>
              <a:gd name="connsiteY783" fmla="*/ 1026814 h 6858000"/>
              <a:gd name="connsiteX784" fmla="*/ 3607114 w 7467600"/>
              <a:gd name="connsiteY784" fmla="*/ 467441 h 6858000"/>
              <a:gd name="connsiteX785" fmla="*/ 3744487 w 7467600"/>
              <a:gd name="connsiteY785" fmla="*/ 383136 h 6858000"/>
              <a:gd name="connsiteX786" fmla="*/ 3970213 w 7467600"/>
              <a:gd name="connsiteY786" fmla="*/ 995559 h 6858000"/>
              <a:gd name="connsiteX787" fmla="*/ 3744487 w 7467600"/>
              <a:gd name="connsiteY787" fmla="*/ 383136 h 6858000"/>
              <a:gd name="connsiteX788" fmla="*/ 3624562 w 7467600"/>
              <a:gd name="connsiteY788" fmla="*/ 367041 h 6858000"/>
              <a:gd name="connsiteX789" fmla="*/ 3489712 w 7467600"/>
              <a:gd name="connsiteY789" fmla="*/ 485386 h 6858000"/>
              <a:gd name="connsiteX790" fmla="*/ 3182994 w 7467600"/>
              <a:gd name="connsiteY790" fmla="*/ 828265 h 6858000"/>
              <a:gd name="connsiteX791" fmla="*/ 2892114 w 7467600"/>
              <a:gd name="connsiteY791" fmla="*/ 1172635 h 6858000"/>
              <a:gd name="connsiteX792" fmla="*/ 3021459 w 7467600"/>
              <a:gd name="connsiteY792" fmla="*/ 1035385 h 6858000"/>
              <a:gd name="connsiteX793" fmla="*/ 3153873 w 7467600"/>
              <a:gd name="connsiteY793" fmla="*/ 898971 h 6858000"/>
              <a:gd name="connsiteX794" fmla="*/ 3276511 w 7467600"/>
              <a:gd name="connsiteY794" fmla="*/ 786423 h 6858000"/>
              <a:gd name="connsiteX795" fmla="*/ 3584154 w 7467600"/>
              <a:gd name="connsiteY795" fmla="*/ 448218 h 6858000"/>
              <a:gd name="connsiteX796" fmla="*/ 3624562 w 7467600"/>
              <a:gd name="connsiteY796" fmla="*/ 367041 h 6858000"/>
              <a:gd name="connsiteX797" fmla="*/ 3766672 w 7467600"/>
              <a:gd name="connsiteY797" fmla="*/ 359429 h 6858000"/>
              <a:gd name="connsiteX798" fmla="*/ 3996338 w 7467600"/>
              <a:gd name="connsiteY798" fmla="*/ 968237 h 6858000"/>
              <a:gd name="connsiteX799" fmla="*/ 3766672 w 7467600"/>
              <a:gd name="connsiteY799" fmla="*/ 359429 h 6858000"/>
              <a:gd name="connsiteX800" fmla="*/ 5805386 w 7467600"/>
              <a:gd name="connsiteY800" fmla="*/ 239240 h 6858000"/>
              <a:gd name="connsiteX801" fmla="*/ 5736947 w 7467600"/>
              <a:gd name="connsiteY801" fmla="*/ 261367 h 6858000"/>
              <a:gd name="connsiteX802" fmla="*/ 5427012 w 7467600"/>
              <a:gd name="connsiteY802" fmla="*/ 311272 h 6858000"/>
              <a:gd name="connsiteX803" fmla="*/ 5147818 w 7467600"/>
              <a:gd name="connsiteY803" fmla="*/ 322112 h 6858000"/>
              <a:gd name="connsiteX804" fmla="*/ 5060854 w 7467600"/>
              <a:gd name="connsiteY804" fmla="*/ 311882 h 6858000"/>
              <a:gd name="connsiteX805" fmla="*/ 4945989 w 7467600"/>
              <a:gd name="connsiteY805" fmla="*/ 300516 h 6858000"/>
              <a:gd name="connsiteX806" fmla="*/ 5410479 w 7467600"/>
              <a:gd name="connsiteY806" fmla="*/ 348434 h 6858000"/>
              <a:gd name="connsiteX807" fmla="*/ 5805386 w 7467600"/>
              <a:gd name="connsiteY807" fmla="*/ 239240 h 6858000"/>
              <a:gd name="connsiteX808" fmla="*/ 5905192 w 7467600"/>
              <a:gd name="connsiteY808" fmla="*/ 163079 h 6858000"/>
              <a:gd name="connsiteX809" fmla="*/ 5865655 w 7467600"/>
              <a:gd name="connsiteY809" fmla="*/ 171901 h 6858000"/>
              <a:gd name="connsiteX810" fmla="*/ 5259740 w 7467600"/>
              <a:gd name="connsiteY810" fmla="*/ 257013 h 6858000"/>
              <a:gd name="connsiteX811" fmla="*/ 5208466 w 7467600"/>
              <a:gd name="connsiteY811" fmla="*/ 257550 h 6858000"/>
              <a:gd name="connsiteX812" fmla="*/ 4980204 w 7467600"/>
              <a:gd name="connsiteY812" fmla="*/ 271903 h 6858000"/>
              <a:gd name="connsiteX813" fmla="*/ 5068068 w 7467600"/>
              <a:gd name="connsiteY813" fmla="*/ 282244 h 6858000"/>
              <a:gd name="connsiteX814" fmla="*/ 5153231 w 7467600"/>
              <a:gd name="connsiteY814" fmla="*/ 292240 h 6858000"/>
              <a:gd name="connsiteX815" fmla="*/ 5426491 w 7467600"/>
              <a:gd name="connsiteY815" fmla="*/ 281128 h 6858000"/>
              <a:gd name="connsiteX816" fmla="*/ 5731212 w 7467600"/>
              <a:gd name="connsiteY816" fmla="*/ 231951 h 6858000"/>
              <a:gd name="connsiteX817" fmla="*/ 5905192 w 7467600"/>
              <a:gd name="connsiteY817" fmla="*/ 163079 h 6858000"/>
              <a:gd name="connsiteX818" fmla="*/ 5944437 w 7467600"/>
              <a:gd name="connsiteY818" fmla="*/ 113829 h 6858000"/>
              <a:gd name="connsiteX819" fmla="*/ 5825032 w 7467600"/>
              <a:gd name="connsiteY819" fmla="*/ 146405 h 6858000"/>
              <a:gd name="connsiteX820" fmla="*/ 4955599 w 7467600"/>
              <a:gd name="connsiteY820" fmla="*/ 247008 h 6858000"/>
              <a:gd name="connsiteX821" fmla="*/ 5210104 w 7467600"/>
              <a:gd name="connsiteY821" fmla="*/ 228123 h 6858000"/>
              <a:gd name="connsiteX822" fmla="*/ 5261015 w 7467600"/>
              <a:gd name="connsiteY822" fmla="*/ 227087 h 6858000"/>
              <a:gd name="connsiteX823" fmla="*/ 5861181 w 7467600"/>
              <a:gd name="connsiteY823" fmla="*/ 143093 h 6858000"/>
              <a:gd name="connsiteX824" fmla="*/ 5961252 w 7467600"/>
              <a:gd name="connsiteY824" fmla="*/ 114820 h 6858000"/>
              <a:gd name="connsiteX825" fmla="*/ 5944437 w 7467600"/>
              <a:gd name="connsiteY825" fmla="*/ 113829 h 6858000"/>
              <a:gd name="connsiteX826" fmla="*/ 3882765 w 7467600"/>
              <a:gd name="connsiteY826" fmla="*/ 0 h 6858000"/>
              <a:gd name="connsiteX827" fmla="*/ 3995099 w 7467600"/>
              <a:gd name="connsiteY827" fmla="*/ 0 h 6858000"/>
              <a:gd name="connsiteX828" fmla="*/ 4163818 w 7467600"/>
              <a:gd name="connsiteY828" fmla="*/ 234104 h 6858000"/>
              <a:gd name="connsiteX829" fmla="*/ 4172099 w 7467600"/>
              <a:gd name="connsiteY829" fmla="*/ 234207 h 6858000"/>
              <a:gd name="connsiteX830" fmla="*/ 4784282 w 7467600"/>
              <a:gd name="connsiteY830" fmla="*/ 276561 h 6858000"/>
              <a:gd name="connsiteX831" fmla="*/ 4801687 w 7467600"/>
              <a:gd name="connsiteY831" fmla="*/ 267764 h 6858000"/>
              <a:gd name="connsiteX832" fmla="*/ 6082788 w 7467600"/>
              <a:gd name="connsiteY832" fmla="*/ 64119 h 6858000"/>
              <a:gd name="connsiteX833" fmla="*/ 6099442 w 7467600"/>
              <a:gd name="connsiteY833" fmla="*/ 82568 h 6858000"/>
              <a:gd name="connsiteX834" fmla="*/ 4804137 w 7467600"/>
              <a:gd name="connsiteY834" fmla="*/ 320931 h 6858000"/>
              <a:gd name="connsiteX835" fmla="*/ 4227047 w 7467600"/>
              <a:gd name="connsiteY835" fmla="*/ 313415 h 6858000"/>
              <a:gd name="connsiteX836" fmla="*/ 4346041 w 7467600"/>
              <a:gd name="connsiteY836" fmla="*/ 456086 h 6858000"/>
              <a:gd name="connsiteX837" fmla="*/ 4870967 w 7467600"/>
              <a:gd name="connsiteY837" fmla="*/ 963061 h 6858000"/>
              <a:gd name="connsiteX838" fmla="*/ 4889647 w 7467600"/>
              <a:gd name="connsiteY838" fmla="*/ 957147 h 6858000"/>
              <a:gd name="connsiteX839" fmla="*/ 5422504 w 7467600"/>
              <a:gd name="connsiteY839" fmla="*/ 805191 h 6858000"/>
              <a:gd name="connsiteX840" fmla="*/ 6087656 w 7467600"/>
              <a:gd name="connsiteY840" fmla="*/ 826703 h 6858000"/>
              <a:gd name="connsiteX841" fmla="*/ 6058717 w 7467600"/>
              <a:gd name="connsiteY841" fmla="*/ 865992 h 6858000"/>
              <a:gd name="connsiteX842" fmla="*/ 4974153 w 7467600"/>
              <a:gd name="connsiteY842" fmla="*/ 1045456 h 6858000"/>
              <a:gd name="connsiteX843" fmla="*/ 5627835 w 7467600"/>
              <a:gd name="connsiteY843" fmla="*/ 1472077 h 6858000"/>
              <a:gd name="connsiteX844" fmla="*/ 5629817 w 7467600"/>
              <a:gd name="connsiteY844" fmla="*/ 1471412 h 6858000"/>
              <a:gd name="connsiteX845" fmla="*/ 5634124 w 7467600"/>
              <a:gd name="connsiteY845" fmla="*/ 1470572 h 6858000"/>
              <a:gd name="connsiteX846" fmla="*/ 5755832 w 7467600"/>
              <a:gd name="connsiteY846" fmla="*/ 1383886 h 6858000"/>
              <a:gd name="connsiteX847" fmla="*/ 6014186 w 7467600"/>
              <a:gd name="connsiteY847" fmla="*/ 1279799 h 6858000"/>
              <a:gd name="connsiteX848" fmla="*/ 6901619 w 7467600"/>
              <a:gd name="connsiteY848" fmla="*/ 1047874 h 6858000"/>
              <a:gd name="connsiteX849" fmla="*/ 6931566 w 7467600"/>
              <a:gd name="connsiteY849" fmla="*/ 1062034 h 6858000"/>
              <a:gd name="connsiteX850" fmla="*/ 5790982 w 7467600"/>
              <a:gd name="connsiteY850" fmla="*/ 1561380 h 6858000"/>
              <a:gd name="connsiteX851" fmla="*/ 6188971 w 7467600"/>
              <a:gd name="connsiteY851" fmla="*/ 1755168 h 6858000"/>
              <a:gd name="connsiteX852" fmla="*/ 6202446 w 7467600"/>
              <a:gd name="connsiteY852" fmla="*/ 1752268 h 6858000"/>
              <a:gd name="connsiteX853" fmla="*/ 7179560 w 7467600"/>
              <a:gd name="connsiteY853" fmla="*/ 1467551 h 6858000"/>
              <a:gd name="connsiteX854" fmla="*/ 7158730 w 7467600"/>
              <a:gd name="connsiteY854" fmla="*/ 1507835 h 6858000"/>
              <a:gd name="connsiteX855" fmla="*/ 6326959 w 7467600"/>
              <a:gd name="connsiteY855" fmla="*/ 1817686 h 6858000"/>
              <a:gd name="connsiteX856" fmla="*/ 6537433 w 7467600"/>
              <a:gd name="connsiteY856" fmla="*/ 1907790 h 6858000"/>
              <a:gd name="connsiteX857" fmla="*/ 6550221 w 7467600"/>
              <a:gd name="connsiteY857" fmla="*/ 1910729 h 6858000"/>
              <a:gd name="connsiteX858" fmla="*/ 6964438 w 7467600"/>
              <a:gd name="connsiteY858" fmla="*/ 2209505 h 6858000"/>
              <a:gd name="connsiteX859" fmla="*/ 7367862 w 7467600"/>
              <a:gd name="connsiteY859" fmla="*/ 2806833 h 6858000"/>
              <a:gd name="connsiteX860" fmla="*/ 7364329 w 7467600"/>
              <a:gd name="connsiteY860" fmla="*/ 2826907 h 6858000"/>
              <a:gd name="connsiteX861" fmla="*/ 7290545 w 7467600"/>
              <a:gd name="connsiteY861" fmla="*/ 2850663 h 6858000"/>
              <a:gd name="connsiteX862" fmla="*/ 6472036 w 7467600"/>
              <a:gd name="connsiteY862" fmla="*/ 1959003 h 6858000"/>
              <a:gd name="connsiteX863" fmla="*/ 5792897 w 7467600"/>
              <a:gd name="connsiteY863" fmla="*/ 1647747 h 6858000"/>
              <a:gd name="connsiteX864" fmla="*/ 5842751 w 7467600"/>
              <a:gd name="connsiteY864" fmla="*/ 1816112 h 6858000"/>
              <a:gd name="connsiteX865" fmla="*/ 5847424 w 7467600"/>
              <a:gd name="connsiteY865" fmla="*/ 1815776 h 6858000"/>
              <a:gd name="connsiteX866" fmla="*/ 6399821 w 7467600"/>
              <a:gd name="connsiteY866" fmla="*/ 2344799 h 6858000"/>
              <a:gd name="connsiteX867" fmla="*/ 6323232 w 7467600"/>
              <a:gd name="connsiteY867" fmla="*/ 2389634 h 6858000"/>
              <a:gd name="connsiteX868" fmla="*/ 5942958 w 7467600"/>
              <a:gd name="connsiteY868" fmla="*/ 2077708 h 6858000"/>
              <a:gd name="connsiteX869" fmla="*/ 5921559 w 7467600"/>
              <a:gd name="connsiteY869" fmla="*/ 2378596 h 6858000"/>
              <a:gd name="connsiteX870" fmla="*/ 5817651 w 7467600"/>
              <a:gd name="connsiteY870" fmla="*/ 3023919 h 6858000"/>
              <a:gd name="connsiteX871" fmla="*/ 5729634 w 7467600"/>
              <a:gd name="connsiteY871" fmla="*/ 3051849 h 6858000"/>
              <a:gd name="connsiteX872" fmla="*/ 5611018 w 7467600"/>
              <a:gd name="connsiteY872" fmla="*/ 2316769 h 6858000"/>
              <a:gd name="connsiteX873" fmla="*/ 5687608 w 7467600"/>
              <a:gd name="connsiteY873" fmla="*/ 2039972 h 6858000"/>
              <a:gd name="connsiteX874" fmla="*/ 5657554 w 7467600"/>
              <a:gd name="connsiteY874" fmla="*/ 1576445 h 6858000"/>
              <a:gd name="connsiteX875" fmla="*/ 5150475 w 7467600"/>
              <a:gd name="connsiteY875" fmla="*/ 1274012 h 6858000"/>
              <a:gd name="connsiteX876" fmla="*/ 5349142 w 7467600"/>
              <a:gd name="connsiteY876" fmla="*/ 2204405 h 6858000"/>
              <a:gd name="connsiteX877" fmla="*/ 5262214 w 7467600"/>
              <a:gd name="connsiteY877" fmla="*/ 2233836 h 6858000"/>
              <a:gd name="connsiteX878" fmla="*/ 4981539 w 7467600"/>
              <a:gd name="connsiteY878" fmla="*/ 1542201 h 6858000"/>
              <a:gd name="connsiteX879" fmla="*/ 4958461 w 7467600"/>
              <a:gd name="connsiteY879" fmla="*/ 1136957 h 6858000"/>
              <a:gd name="connsiteX880" fmla="*/ 4655015 w 7467600"/>
              <a:gd name="connsiteY880" fmla="*/ 891426 h 6858000"/>
              <a:gd name="connsiteX881" fmla="*/ 4348002 w 7467600"/>
              <a:gd name="connsiteY881" fmla="*/ 2205895 h 6858000"/>
              <a:gd name="connsiteX882" fmla="*/ 4262250 w 7467600"/>
              <a:gd name="connsiteY882" fmla="*/ 2219972 h 6858000"/>
              <a:gd name="connsiteX883" fmla="*/ 4550611 w 7467600"/>
              <a:gd name="connsiteY883" fmla="*/ 817540 h 6858000"/>
              <a:gd name="connsiteX884" fmla="*/ 4564418 w 7467600"/>
              <a:gd name="connsiteY884" fmla="*/ 808293 h 6858000"/>
              <a:gd name="connsiteX885" fmla="*/ 4266388 w 7467600"/>
              <a:gd name="connsiteY885" fmla="*/ 500083 h 6858000"/>
              <a:gd name="connsiteX886" fmla="*/ 4032842 w 7467600"/>
              <a:gd name="connsiteY886" fmla="*/ 211809 h 6858000"/>
              <a:gd name="connsiteX887" fmla="*/ 3882765 w 7467600"/>
              <a:gd name="connsiteY887" fmla="*/ 0 h 6858000"/>
              <a:gd name="connsiteX888" fmla="*/ 3721337 w 7467600"/>
              <a:gd name="connsiteY888" fmla="*/ 0 h 6858000"/>
              <a:gd name="connsiteX889" fmla="*/ 3797544 w 7467600"/>
              <a:gd name="connsiteY889" fmla="*/ 0 h 6858000"/>
              <a:gd name="connsiteX890" fmla="*/ 3775734 w 7467600"/>
              <a:gd name="connsiteY890" fmla="*/ 95131 h 6858000"/>
              <a:gd name="connsiteX891" fmla="*/ 3724807 w 7467600"/>
              <a:gd name="connsiteY891" fmla="*/ 272257 h 6858000"/>
              <a:gd name="connsiteX892" fmla="*/ 3726844 w 7467600"/>
              <a:gd name="connsiteY892" fmla="*/ 282988 h 6858000"/>
              <a:gd name="connsiteX893" fmla="*/ 3742664 w 7467600"/>
              <a:gd name="connsiteY893" fmla="*/ 279918 h 6858000"/>
              <a:gd name="connsiteX894" fmla="*/ 4103910 w 7467600"/>
              <a:gd name="connsiteY894" fmla="*/ 1161917 h 6858000"/>
              <a:gd name="connsiteX895" fmla="*/ 4020269 w 7467600"/>
              <a:gd name="connsiteY895" fmla="*/ 1200406 h 6858000"/>
              <a:gd name="connsiteX896" fmla="*/ 3674882 w 7467600"/>
              <a:gd name="connsiteY896" fmla="*/ 488524 h 6858000"/>
              <a:gd name="connsiteX897" fmla="*/ 3132682 w 7467600"/>
              <a:gd name="connsiteY897" fmla="*/ 1072284 h 6858000"/>
              <a:gd name="connsiteX898" fmla="*/ 2716346 w 7467600"/>
              <a:gd name="connsiteY898" fmla="*/ 1276376 h 6858000"/>
              <a:gd name="connsiteX899" fmla="*/ 2716772 w 7467600"/>
              <a:gd name="connsiteY899" fmla="*/ 1255462 h 6858000"/>
              <a:gd name="connsiteX900" fmla="*/ 3471096 w 7467600"/>
              <a:gd name="connsiteY900" fmla="*/ 437072 h 6858000"/>
              <a:gd name="connsiteX901" fmla="*/ 3639057 w 7467600"/>
              <a:gd name="connsiteY901" fmla="*/ 286334 h 6858000"/>
              <a:gd name="connsiteX902" fmla="*/ 3640309 w 7467600"/>
              <a:gd name="connsiteY902" fmla="*/ 284664 h 6858000"/>
              <a:gd name="connsiteX903" fmla="*/ 3646022 w 7467600"/>
              <a:gd name="connsiteY903" fmla="*/ 276711 h 6858000"/>
              <a:gd name="connsiteX904" fmla="*/ 3707943 w 7467600"/>
              <a:gd name="connsiteY904" fmla="*/ 65958 h 6858000"/>
              <a:gd name="connsiteX905" fmla="*/ 3721337 w 7467600"/>
              <a:gd name="connsiteY905" fmla="*/ 0 h 6858000"/>
              <a:gd name="connsiteX906" fmla="*/ 2867960 w 7467600"/>
              <a:gd name="connsiteY906" fmla="*/ 0 h 6858000"/>
              <a:gd name="connsiteX907" fmla="*/ 2926351 w 7467600"/>
              <a:gd name="connsiteY907" fmla="*/ 0 h 6858000"/>
              <a:gd name="connsiteX908" fmla="*/ 2902823 w 7467600"/>
              <a:gd name="connsiteY908" fmla="*/ 262929 h 6858000"/>
              <a:gd name="connsiteX909" fmla="*/ 2940663 w 7467600"/>
              <a:gd name="connsiteY909" fmla="*/ 140884 h 6858000"/>
              <a:gd name="connsiteX910" fmla="*/ 2947039 w 7467600"/>
              <a:gd name="connsiteY910" fmla="*/ 122524 h 6858000"/>
              <a:gd name="connsiteX911" fmla="*/ 2984316 w 7467600"/>
              <a:gd name="connsiteY911" fmla="*/ 0 h 6858000"/>
              <a:gd name="connsiteX912" fmla="*/ 3016114 w 7467600"/>
              <a:gd name="connsiteY912" fmla="*/ 0 h 6858000"/>
              <a:gd name="connsiteX913" fmla="*/ 2979949 w 7467600"/>
              <a:gd name="connsiteY913" fmla="*/ 119274 h 6858000"/>
              <a:gd name="connsiteX914" fmla="*/ 3023879 w 7467600"/>
              <a:gd name="connsiteY914" fmla="*/ 0 h 6858000"/>
              <a:gd name="connsiteX915" fmla="*/ 3105400 w 7467600"/>
              <a:gd name="connsiteY915" fmla="*/ 0 h 6858000"/>
              <a:gd name="connsiteX916" fmla="*/ 3094669 w 7467600"/>
              <a:gd name="connsiteY916" fmla="*/ 30308 h 6858000"/>
              <a:gd name="connsiteX917" fmla="*/ 2901945 w 7467600"/>
              <a:gd name="connsiteY917" fmla="*/ 466538 h 6858000"/>
              <a:gd name="connsiteX918" fmla="*/ 2815209 w 7467600"/>
              <a:gd name="connsiteY918" fmla="*/ 497361 h 6858000"/>
              <a:gd name="connsiteX919" fmla="*/ 2844845 w 7467600"/>
              <a:gd name="connsiteY919" fmla="*/ 127638 h 6858000"/>
              <a:gd name="connsiteX920" fmla="*/ 2867960 w 7467600"/>
              <a:gd name="connsiteY920" fmla="*/ 0 h 6858000"/>
              <a:gd name="connsiteX921" fmla="*/ 1057230 w 7467600"/>
              <a:gd name="connsiteY921" fmla="*/ 0 h 6858000"/>
              <a:gd name="connsiteX922" fmla="*/ 1111003 w 7467600"/>
              <a:gd name="connsiteY922" fmla="*/ 0 h 6858000"/>
              <a:gd name="connsiteX923" fmla="*/ 1125553 w 7467600"/>
              <a:gd name="connsiteY923" fmla="*/ 52588 h 6858000"/>
              <a:gd name="connsiteX924" fmla="*/ 1304276 w 7467600"/>
              <a:gd name="connsiteY924" fmla="*/ 476275 h 6858000"/>
              <a:gd name="connsiteX925" fmla="*/ 1492066 w 7467600"/>
              <a:gd name="connsiteY925" fmla="*/ 886333 h 6858000"/>
              <a:gd name="connsiteX926" fmla="*/ 1423698 w 7467600"/>
              <a:gd name="connsiteY926" fmla="*/ 710817 h 6858000"/>
              <a:gd name="connsiteX927" fmla="*/ 1357609 w 7467600"/>
              <a:gd name="connsiteY927" fmla="*/ 532892 h 6858000"/>
              <a:gd name="connsiteX928" fmla="*/ 1309550 w 7467600"/>
              <a:gd name="connsiteY928" fmla="*/ 374031 h 6858000"/>
              <a:gd name="connsiteX929" fmla="*/ 1193673 w 7467600"/>
              <a:gd name="connsiteY929" fmla="*/ 49533 h 6858000"/>
              <a:gd name="connsiteX930" fmla="*/ 1164391 w 7467600"/>
              <a:gd name="connsiteY930" fmla="*/ 0 h 6858000"/>
              <a:gd name="connsiteX931" fmla="*/ 1200666 w 7467600"/>
              <a:gd name="connsiteY931" fmla="*/ 0 h 6858000"/>
              <a:gd name="connsiteX932" fmla="*/ 1223408 w 7467600"/>
              <a:gd name="connsiteY932" fmla="*/ 38996 h 6858000"/>
              <a:gd name="connsiteX933" fmla="*/ 1339635 w 7467600"/>
              <a:gd name="connsiteY933" fmla="*/ 365517 h 6858000"/>
              <a:gd name="connsiteX934" fmla="*/ 1387469 w 7467600"/>
              <a:gd name="connsiteY934" fmla="*/ 523079 h 6858000"/>
              <a:gd name="connsiteX935" fmla="*/ 1452685 w 7467600"/>
              <a:gd name="connsiteY935" fmla="*/ 699806 h 6858000"/>
              <a:gd name="connsiteX936" fmla="*/ 1492092 w 7467600"/>
              <a:gd name="connsiteY936" fmla="*/ 800424 h 6858000"/>
              <a:gd name="connsiteX937" fmla="*/ 1455302 w 7467600"/>
              <a:gd name="connsiteY937" fmla="*/ 632913 h 6858000"/>
              <a:gd name="connsiteX938" fmla="*/ 1222336 w 7467600"/>
              <a:gd name="connsiteY938" fmla="*/ 9480 h 6858000"/>
              <a:gd name="connsiteX939" fmla="*/ 1214634 w 7467600"/>
              <a:gd name="connsiteY939" fmla="*/ 0 h 6858000"/>
              <a:gd name="connsiteX940" fmla="*/ 1289827 w 7467600"/>
              <a:gd name="connsiteY940" fmla="*/ 0 h 6858000"/>
              <a:gd name="connsiteX941" fmla="*/ 1321076 w 7467600"/>
              <a:gd name="connsiteY941" fmla="*/ 59722 h 6858000"/>
              <a:gd name="connsiteX942" fmla="*/ 1512579 w 7467600"/>
              <a:gd name="connsiteY942" fmla="*/ 626441 h 6858000"/>
              <a:gd name="connsiteX943" fmla="*/ 1506076 w 7467600"/>
              <a:gd name="connsiteY943" fmla="*/ 1089289 h 6858000"/>
              <a:gd name="connsiteX944" fmla="*/ 1486346 w 7467600"/>
              <a:gd name="connsiteY944" fmla="*/ 1079919 h 6858000"/>
              <a:gd name="connsiteX945" fmla="*/ 1070511 w 7467600"/>
              <a:gd name="connsiteY945" fmla="*/ 48609 h 6858000"/>
              <a:gd name="connsiteX946" fmla="*/ 1057230 w 7467600"/>
              <a:gd name="connsiteY946" fmla="*/ 0 h 6858000"/>
              <a:gd name="connsiteX947" fmla="*/ 43151 w 7467600"/>
              <a:gd name="connsiteY947" fmla="*/ 0 h 6858000"/>
              <a:gd name="connsiteX948" fmla="*/ 95283 w 7467600"/>
              <a:gd name="connsiteY948" fmla="*/ 0 h 6858000"/>
              <a:gd name="connsiteX949" fmla="*/ 300708 w 7467600"/>
              <a:gd name="connsiteY949" fmla="*/ 154571 h 6858000"/>
              <a:gd name="connsiteX950" fmla="*/ 530414 w 7467600"/>
              <a:gd name="connsiteY950" fmla="*/ 354673 h 6858000"/>
              <a:gd name="connsiteX951" fmla="*/ 333785 w 7467600"/>
              <a:gd name="connsiteY951" fmla="*/ 161564 h 6858000"/>
              <a:gd name="connsiteX952" fmla="*/ 147005 w 7467600"/>
              <a:gd name="connsiteY952" fmla="*/ 0 h 6858000"/>
              <a:gd name="connsiteX953" fmla="*/ 272509 w 7467600"/>
              <a:gd name="connsiteY953" fmla="*/ 0 h 6858000"/>
              <a:gd name="connsiteX954" fmla="*/ 326276 w 7467600"/>
              <a:gd name="connsiteY954" fmla="*/ 45847 h 6858000"/>
              <a:gd name="connsiteX955" fmla="*/ 823759 w 7467600"/>
              <a:gd name="connsiteY955" fmla="*/ 574145 h 6858000"/>
              <a:gd name="connsiteX956" fmla="*/ 811254 w 7467600"/>
              <a:gd name="connsiteY956" fmla="*/ 665546 h 6858000"/>
              <a:gd name="connsiteX957" fmla="*/ 154042 w 7467600"/>
              <a:gd name="connsiteY957" fmla="*/ 261522 h 6858000"/>
              <a:gd name="connsiteX958" fmla="*/ 13550 w 7467600"/>
              <a:gd name="connsiteY958" fmla="*/ 158423 h 6858000"/>
              <a:gd name="connsiteX959" fmla="*/ 0 w 7467600"/>
              <a:gd name="connsiteY959" fmla="*/ 146618 h 6858000"/>
              <a:gd name="connsiteX960" fmla="*/ 0 w 7467600"/>
              <a:gd name="connsiteY960" fmla="*/ 59161 h 6858000"/>
              <a:gd name="connsiteX961" fmla="*/ 45427 w 7467600"/>
              <a:gd name="connsiteY961" fmla="*/ 101078 h 6858000"/>
              <a:gd name="connsiteX962" fmla="*/ 630103 w 7467600"/>
              <a:gd name="connsiteY962" fmla="*/ 485885 h 6858000"/>
              <a:gd name="connsiteX963" fmla="*/ 532040 w 7467600"/>
              <a:gd name="connsiteY963" fmla="*/ 399359 h 6858000"/>
              <a:gd name="connsiteX964" fmla="*/ 517618 w 7467600"/>
              <a:gd name="connsiteY964" fmla="*/ 385726 h 6858000"/>
              <a:gd name="connsiteX965" fmla="*/ 285074 w 7467600"/>
              <a:gd name="connsiteY965" fmla="*/ 182755 h 6858000"/>
              <a:gd name="connsiteX966" fmla="*/ 43151 w 7467600"/>
              <a:gd name="connsiteY96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6012219 h 6858000"/>
              <a:gd name="connsiteX77" fmla="*/ 7356878 w 7467600"/>
              <a:gd name="connsiteY77" fmla="*/ 5981332 h 6858000"/>
              <a:gd name="connsiteX78" fmla="*/ 7467600 w 7467600"/>
              <a:gd name="connsiteY78" fmla="*/ 6117703 h 6858000"/>
              <a:gd name="connsiteX79" fmla="*/ 7467600 w 7467600"/>
              <a:gd name="connsiteY79" fmla="*/ 6163634 h 6858000"/>
              <a:gd name="connsiteX80" fmla="*/ 7403637 w 7467600"/>
              <a:gd name="connsiteY80" fmla="*/ 6083957 h 6858000"/>
              <a:gd name="connsiteX81" fmla="*/ 7254615 w 7467600"/>
              <a:gd name="connsiteY81" fmla="*/ 5911918 h 6858000"/>
              <a:gd name="connsiteX82" fmla="*/ 7312589 w 7467600"/>
              <a:gd name="connsiteY82" fmla="*/ 5982309 h 6858000"/>
              <a:gd name="connsiteX83" fmla="*/ 7448321 w 7467600"/>
              <a:gd name="connsiteY83" fmla="*/ 6190991 h 6858000"/>
              <a:gd name="connsiteX84" fmla="*/ 7467600 w 7467600"/>
              <a:gd name="connsiteY84" fmla="*/ 6221686 h 6858000"/>
              <a:gd name="connsiteX85" fmla="*/ 7467600 w 7467600"/>
              <a:gd name="connsiteY85" fmla="*/ 6334256 h 6858000"/>
              <a:gd name="connsiteX86" fmla="*/ 7454976 w 7467600"/>
              <a:gd name="connsiteY86" fmla="*/ 6318297 h 6858000"/>
              <a:gd name="connsiteX87" fmla="*/ 1456157 w 7467600"/>
              <a:gd name="connsiteY87" fmla="*/ 5371404 h 6858000"/>
              <a:gd name="connsiteX88" fmla="*/ 1244432 w 7467600"/>
              <a:gd name="connsiteY88" fmla="*/ 5385601 h 6858000"/>
              <a:gd name="connsiteX89" fmla="*/ 973990 w 7467600"/>
              <a:gd name="connsiteY89" fmla="*/ 5424940 h 6858000"/>
              <a:gd name="connsiteX90" fmla="*/ 1103809 w 7467600"/>
              <a:gd name="connsiteY90" fmla="*/ 5433720 h 6858000"/>
              <a:gd name="connsiteX91" fmla="*/ 1123454 w 7467600"/>
              <a:gd name="connsiteY91" fmla="*/ 5435727 h 6858000"/>
              <a:gd name="connsiteX92" fmla="*/ 1737017 w 7467600"/>
              <a:gd name="connsiteY92" fmla="*/ 5452183 h 6858000"/>
              <a:gd name="connsiteX93" fmla="*/ 1824397 w 7467600"/>
              <a:gd name="connsiteY93" fmla="*/ 5447757 h 6858000"/>
              <a:gd name="connsiteX94" fmla="*/ 2070059 w 7467600"/>
              <a:gd name="connsiteY94" fmla="*/ 5441660 h 6858000"/>
              <a:gd name="connsiteX95" fmla="*/ 1456157 w 7467600"/>
              <a:gd name="connsiteY95" fmla="*/ 5371404 h 6858000"/>
              <a:gd name="connsiteX96" fmla="*/ 4988186 w 7467600"/>
              <a:gd name="connsiteY96" fmla="*/ 5216467 h 6858000"/>
              <a:gd name="connsiteX97" fmla="*/ 4777334 w 7467600"/>
              <a:gd name="connsiteY97" fmla="*/ 5406072 h 6858000"/>
              <a:gd name="connsiteX98" fmla="*/ 4718341 w 7467600"/>
              <a:gd name="connsiteY98" fmla="*/ 5468043 h 6858000"/>
              <a:gd name="connsiteX99" fmla="*/ 4604655 w 7467600"/>
              <a:gd name="connsiteY99" fmla="*/ 5583434 h 6858000"/>
              <a:gd name="connsiteX100" fmla="*/ 4565074 w 7467600"/>
              <a:gd name="connsiteY100" fmla="*/ 5618550 h 6858000"/>
              <a:gd name="connsiteX101" fmla="*/ 4988186 w 7467600"/>
              <a:gd name="connsiteY101" fmla="*/ 5216467 h 6858000"/>
              <a:gd name="connsiteX102" fmla="*/ 4978032 w 7467600"/>
              <a:gd name="connsiteY102" fmla="*/ 5183809 h 6858000"/>
              <a:gd name="connsiteX103" fmla="*/ 4463413 w 7467600"/>
              <a:gd name="connsiteY103" fmla="*/ 5615162 h 6858000"/>
              <a:gd name="connsiteX104" fmla="*/ 4358134 w 7467600"/>
              <a:gd name="connsiteY104" fmla="*/ 5742791 h 6858000"/>
              <a:gd name="connsiteX105" fmla="*/ 4376219 w 7467600"/>
              <a:gd name="connsiteY105" fmla="*/ 5729027 h 6858000"/>
              <a:gd name="connsiteX106" fmla="*/ 4582340 w 7467600"/>
              <a:gd name="connsiteY106" fmla="*/ 5561037 h 6858000"/>
              <a:gd name="connsiteX107" fmla="*/ 4694684 w 7467600"/>
              <a:gd name="connsiteY107" fmla="*/ 5447098 h 6858000"/>
              <a:gd name="connsiteX108" fmla="*/ 4754123 w 7467600"/>
              <a:gd name="connsiteY108" fmla="*/ 5384643 h 6858000"/>
              <a:gd name="connsiteX109" fmla="*/ 4978032 w 7467600"/>
              <a:gd name="connsiteY109" fmla="*/ 5183809 h 6858000"/>
              <a:gd name="connsiteX110" fmla="*/ 1903353 w 7467600"/>
              <a:gd name="connsiteY110" fmla="*/ 5044827 h 6858000"/>
              <a:gd name="connsiteX111" fmla="*/ 1936931 w 7467600"/>
              <a:gd name="connsiteY111" fmla="*/ 5093954 h 6858000"/>
              <a:gd name="connsiteX112" fmla="*/ 2195868 w 7467600"/>
              <a:gd name="connsiteY112" fmla="*/ 5396574 h 6858000"/>
              <a:gd name="connsiteX113" fmla="*/ 2088852 w 7467600"/>
              <a:gd name="connsiteY113" fmla="*/ 5166123 h 6858000"/>
              <a:gd name="connsiteX114" fmla="*/ 1958241 w 7467600"/>
              <a:gd name="connsiteY114" fmla="*/ 5067955 h 6858000"/>
              <a:gd name="connsiteX115" fmla="*/ 1903353 w 7467600"/>
              <a:gd name="connsiteY115" fmla="*/ 5044827 h 6858000"/>
              <a:gd name="connsiteX116" fmla="*/ 1979378 w 7467600"/>
              <a:gd name="connsiteY116" fmla="*/ 4769504 h 6858000"/>
              <a:gd name="connsiteX117" fmla="*/ 2882120 w 7467600"/>
              <a:gd name="connsiteY117" fmla="*/ 5064547 h 6858000"/>
              <a:gd name="connsiteX118" fmla="*/ 2793103 w 7467600"/>
              <a:gd name="connsiteY118" fmla="*/ 5039699 h 6858000"/>
              <a:gd name="connsiteX119" fmla="*/ 2770041 w 7467600"/>
              <a:gd name="connsiteY119" fmla="*/ 5033634 h 6858000"/>
              <a:gd name="connsiteX120" fmla="*/ 1979378 w 7467600"/>
              <a:gd name="connsiteY120" fmla="*/ 4769504 h 6858000"/>
              <a:gd name="connsiteX121" fmla="*/ 1927410 w 7467600"/>
              <a:gd name="connsiteY121" fmla="*/ 4716164 h 6858000"/>
              <a:gd name="connsiteX122" fmla="*/ 1959587 w 7467600"/>
              <a:gd name="connsiteY122" fmla="*/ 4728849 h 6858000"/>
              <a:gd name="connsiteX123" fmla="*/ 2777707 w 7467600"/>
              <a:gd name="connsiteY123" fmla="*/ 5003991 h 6858000"/>
              <a:gd name="connsiteX124" fmla="*/ 2800768 w 7467600"/>
              <a:gd name="connsiteY124" fmla="*/ 5010056 h 6858000"/>
              <a:gd name="connsiteX125" fmla="*/ 2879408 w 7467600"/>
              <a:gd name="connsiteY125" fmla="*/ 5031590 h 6858000"/>
              <a:gd name="connsiteX126" fmla="*/ 2862295 w 7467600"/>
              <a:gd name="connsiteY126" fmla="*/ 5022958 h 6858000"/>
              <a:gd name="connsiteX127" fmla="*/ 2813343 w 7467600"/>
              <a:gd name="connsiteY127" fmla="*/ 4998369 h 6858000"/>
              <a:gd name="connsiteX128" fmla="*/ 2646245 w 7467600"/>
              <a:gd name="connsiteY128" fmla="*/ 4930999 h 6858000"/>
              <a:gd name="connsiteX129" fmla="*/ 1999243 w 7467600"/>
              <a:gd name="connsiteY129" fmla="*/ 4730524 h 6858000"/>
              <a:gd name="connsiteX130" fmla="*/ 1979527 w 7467600"/>
              <a:gd name="connsiteY130" fmla="*/ 4726651 h 6858000"/>
              <a:gd name="connsiteX131" fmla="*/ 1927410 w 7467600"/>
              <a:gd name="connsiteY131" fmla="*/ 4716164 h 6858000"/>
              <a:gd name="connsiteX132" fmla="*/ 1997014 w 7467600"/>
              <a:gd name="connsiteY132" fmla="*/ 4698007 h 6858000"/>
              <a:gd name="connsiteX133" fmla="*/ 2005458 w 7467600"/>
              <a:gd name="connsiteY133" fmla="*/ 4699540 h 6858000"/>
              <a:gd name="connsiteX134" fmla="*/ 2657186 w 7467600"/>
              <a:gd name="connsiteY134" fmla="*/ 4901687 h 6858000"/>
              <a:gd name="connsiteX135" fmla="*/ 2826662 w 7467600"/>
              <a:gd name="connsiteY135" fmla="*/ 4970362 h 6858000"/>
              <a:gd name="connsiteX136" fmla="*/ 2876100 w 7467600"/>
              <a:gd name="connsiteY136" fmla="*/ 4995397 h 6858000"/>
              <a:gd name="connsiteX137" fmla="*/ 3042600 w 7467600"/>
              <a:gd name="connsiteY137" fmla="*/ 5059532 h 6858000"/>
              <a:gd name="connsiteX138" fmla="*/ 1997014 w 7467600"/>
              <a:gd name="connsiteY138" fmla="*/ 4698007 h 6858000"/>
              <a:gd name="connsiteX139" fmla="*/ 2305292 w 7467600"/>
              <a:gd name="connsiteY139" fmla="*/ 4219492 h 6858000"/>
              <a:gd name="connsiteX140" fmla="*/ 3360922 w 7467600"/>
              <a:gd name="connsiteY140" fmla="*/ 4529373 h 6858000"/>
              <a:gd name="connsiteX141" fmla="*/ 3492420 w 7467600"/>
              <a:gd name="connsiteY141" fmla="*/ 4510145 h 6858000"/>
              <a:gd name="connsiteX142" fmla="*/ 3364086 w 7467600"/>
              <a:gd name="connsiteY142" fmla="*/ 4480340 h 6858000"/>
              <a:gd name="connsiteX143" fmla="*/ 3225818 w 7467600"/>
              <a:gd name="connsiteY143" fmla="*/ 4411822 h 6858000"/>
              <a:gd name="connsiteX144" fmla="*/ 3129696 w 7467600"/>
              <a:gd name="connsiteY144" fmla="*/ 4360704 h 6858000"/>
              <a:gd name="connsiteX145" fmla="*/ 2814545 w 7467600"/>
              <a:gd name="connsiteY145" fmla="*/ 4282955 h 6858000"/>
              <a:gd name="connsiteX146" fmla="*/ 2305292 w 7467600"/>
              <a:gd name="connsiteY146" fmla="*/ 4219492 h 6858000"/>
              <a:gd name="connsiteX147" fmla="*/ 2626982 w 7467600"/>
              <a:gd name="connsiteY147" fmla="*/ 4206450 h 6858000"/>
              <a:gd name="connsiteX148" fmla="*/ 2490617 w 7467600"/>
              <a:gd name="connsiteY148" fmla="*/ 4206951 h 6858000"/>
              <a:gd name="connsiteX149" fmla="*/ 2819869 w 7467600"/>
              <a:gd name="connsiteY149" fmla="*/ 4252936 h 6858000"/>
              <a:gd name="connsiteX150" fmla="*/ 3143018 w 7467600"/>
              <a:gd name="connsiteY150" fmla="*/ 4332698 h 6858000"/>
              <a:gd name="connsiteX151" fmla="*/ 3241520 w 7467600"/>
              <a:gd name="connsiteY151" fmla="*/ 4385112 h 6858000"/>
              <a:gd name="connsiteX152" fmla="*/ 3374575 w 7467600"/>
              <a:gd name="connsiteY152" fmla="*/ 4451517 h 6858000"/>
              <a:gd name="connsiteX153" fmla="*/ 3505221 w 7467600"/>
              <a:gd name="connsiteY153" fmla="*/ 4480757 h 6858000"/>
              <a:gd name="connsiteX154" fmla="*/ 2626982 w 7467600"/>
              <a:gd name="connsiteY154" fmla="*/ 4206450 h 6858000"/>
              <a:gd name="connsiteX155" fmla="*/ 1310106 w 7467600"/>
              <a:gd name="connsiteY155" fmla="*/ 3943217 h 6858000"/>
              <a:gd name="connsiteX156" fmla="*/ 854994 w 7467600"/>
              <a:gd name="connsiteY156" fmla="*/ 4399136 h 6858000"/>
              <a:gd name="connsiteX157" fmla="*/ 742462 w 7467600"/>
              <a:gd name="connsiteY157" fmla="*/ 4594648 h 6858000"/>
              <a:gd name="connsiteX158" fmla="*/ 820602 w 7467600"/>
              <a:gd name="connsiteY158" fmla="*/ 4485915 h 6858000"/>
              <a:gd name="connsiteX159" fmla="*/ 878295 w 7467600"/>
              <a:gd name="connsiteY159" fmla="*/ 4403594 h 6858000"/>
              <a:gd name="connsiteX160" fmla="*/ 1240607 w 7467600"/>
              <a:gd name="connsiteY160" fmla="*/ 4010401 h 6858000"/>
              <a:gd name="connsiteX161" fmla="*/ 1310106 w 7467600"/>
              <a:gd name="connsiteY161" fmla="*/ 3943217 h 6858000"/>
              <a:gd name="connsiteX162" fmla="*/ 1423113 w 7467600"/>
              <a:gd name="connsiteY162" fmla="*/ 3874565 h 6858000"/>
              <a:gd name="connsiteX163" fmla="*/ 1260565 w 7467600"/>
              <a:gd name="connsiteY163" fmla="*/ 4031982 h 6858000"/>
              <a:gd name="connsiteX164" fmla="*/ 901900 w 7467600"/>
              <a:gd name="connsiteY164" fmla="*/ 4421236 h 6858000"/>
              <a:gd name="connsiteX165" fmla="*/ 845044 w 7467600"/>
              <a:gd name="connsiteY165" fmla="*/ 4502436 h 6858000"/>
              <a:gd name="connsiteX166" fmla="*/ 685926 w 7467600"/>
              <a:gd name="connsiteY166" fmla="*/ 4703069 h 6858000"/>
              <a:gd name="connsiteX167" fmla="*/ 684248 w 7467600"/>
              <a:gd name="connsiteY167" fmla="*/ 4706721 h 6858000"/>
              <a:gd name="connsiteX168" fmla="*/ 1423113 w 7467600"/>
              <a:gd name="connsiteY168" fmla="*/ 3874565 h 6858000"/>
              <a:gd name="connsiteX169" fmla="*/ 3316479 w 7467600"/>
              <a:gd name="connsiteY169" fmla="*/ 3872136 h 6858000"/>
              <a:gd name="connsiteX170" fmla="*/ 3546806 w 7467600"/>
              <a:gd name="connsiteY170" fmla="*/ 4356139 h 6858000"/>
              <a:gd name="connsiteX171" fmla="*/ 3364433 w 7467600"/>
              <a:gd name="connsiteY171" fmla="*/ 3953121 h 6858000"/>
              <a:gd name="connsiteX172" fmla="*/ 3316479 w 7467600"/>
              <a:gd name="connsiteY172" fmla="*/ 3872136 h 6858000"/>
              <a:gd name="connsiteX173" fmla="*/ 3291335 w 7467600"/>
              <a:gd name="connsiteY173" fmla="*/ 3767420 h 6858000"/>
              <a:gd name="connsiteX174" fmla="*/ 3390805 w 7467600"/>
              <a:gd name="connsiteY174" fmla="*/ 3937163 h 6858000"/>
              <a:gd name="connsiteX175" fmla="*/ 3579062 w 7467600"/>
              <a:gd name="connsiteY175" fmla="*/ 4359040 h 6858000"/>
              <a:gd name="connsiteX176" fmla="*/ 3467355 w 7467600"/>
              <a:gd name="connsiteY176" fmla="*/ 3988130 h 6858000"/>
              <a:gd name="connsiteX177" fmla="*/ 3310753 w 7467600"/>
              <a:gd name="connsiteY177" fmla="*/ 3787140 h 6858000"/>
              <a:gd name="connsiteX178" fmla="*/ 3291335 w 7467600"/>
              <a:gd name="connsiteY178" fmla="*/ 3767420 h 6858000"/>
              <a:gd name="connsiteX179" fmla="*/ 1635889 w 7467600"/>
              <a:gd name="connsiteY179" fmla="*/ 3709494 h 6858000"/>
              <a:gd name="connsiteX180" fmla="*/ 1634800 w 7467600"/>
              <a:gd name="connsiteY180" fmla="*/ 3731111 h 6858000"/>
              <a:gd name="connsiteX181" fmla="*/ 1635889 w 7467600"/>
              <a:gd name="connsiteY181" fmla="*/ 3709494 h 6858000"/>
              <a:gd name="connsiteX182" fmla="*/ 1510397 w 7467600"/>
              <a:gd name="connsiteY182" fmla="*/ 3684705 h 6858000"/>
              <a:gd name="connsiteX183" fmla="*/ 1146550 w 7467600"/>
              <a:gd name="connsiteY183" fmla="*/ 3802012 h 6858000"/>
              <a:gd name="connsiteX184" fmla="*/ 698834 w 7467600"/>
              <a:gd name="connsiteY184" fmla="*/ 3952272 h 6858000"/>
              <a:gd name="connsiteX185" fmla="*/ 34256 w 7467600"/>
              <a:gd name="connsiteY185" fmla="*/ 4347603 h 6858000"/>
              <a:gd name="connsiteX186" fmla="*/ 527241 w 7467600"/>
              <a:gd name="connsiteY186" fmla="*/ 4065078 h 6858000"/>
              <a:gd name="connsiteX187" fmla="*/ 1510397 w 7467600"/>
              <a:gd name="connsiteY187" fmla="*/ 3684705 h 6858000"/>
              <a:gd name="connsiteX188" fmla="*/ 1313114 w 7467600"/>
              <a:gd name="connsiteY188" fmla="*/ 3655216 h 6858000"/>
              <a:gd name="connsiteX189" fmla="*/ 1109304 w 7467600"/>
              <a:gd name="connsiteY189" fmla="*/ 3669030 h 6858000"/>
              <a:gd name="connsiteX190" fmla="*/ 8129 w 7467600"/>
              <a:gd name="connsiteY190" fmla="*/ 4330519 h 6858000"/>
              <a:gd name="connsiteX191" fmla="*/ 687572 w 7467600"/>
              <a:gd name="connsiteY191" fmla="*/ 3925629 h 6858000"/>
              <a:gd name="connsiteX192" fmla="*/ 1138365 w 7467600"/>
              <a:gd name="connsiteY192" fmla="*/ 3774515 h 6858000"/>
              <a:gd name="connsiteX193" fmla="*/ 1505579 w 7467600"/>
              <a:gd name="connsiteY193" fmla="*/ 3655526 h 6858000"/>
              <a:gd name="connsiteX194" fmla="*/ 1313114 w 7467600"/>
              <a:gd name="connsiteY194" fmla="*/ 3655216 h 6858000"/>
              <a:gd name="connsiteX195" fmla="*/ 3655073 w 7467600"/>
              <a:gd name="connsiteY195" fmla="*/ 3650884 h 6858000"/>
              <a:gd name="connsiteX196" fmla="*/ 3989938 w 7467600"/>
              <a:gd name="connsiteY196" fmla="*/ 3991685 h 6858000"/>
              <a:gd name="connsiteX197" fmla="*/ 4393907 w 7467600"/>
              <a:gd name="connsiteY197" fmla="*/ 4261258 h 6858000"/>
              <a:gd name="connsiteX198" fmla="*/ 4648051 w 7467600"/>
              <a:gd name="connsiteY198" fmla="*/ 4374051 h 6858000"/>
              <a:gd name="connsiteX199" fmla="*/ 4383389 w 7467600"/>
              <a:gd name="connsiteY199" fmla="*/ 4184369 h 6858000"/>
              <a:gd name="connsiteX200" fmla="*/ 4165508 w 7467600"/>
              <a:gd name="connsiteY200" fmla="*/ 4035196 h 6858000"/>
              <a:gd name="connsiteX201" fmla="*/ 4068162 w 7467600"/>
              <a:gd name="connsiteY201" fmla="*/ 3953394 h 6858000"/>
              <a:gd name="connsiteX202" fmla="*/ 3981416 w 7467600"/>
              <a:gd name="connsiteY202" fmla="*/ 3880482 h 6858000"/>
              <a:gd name="connsiteX203" fmla="*/ 3800147 w 7467600"/>
              <a:gd name="connsiteY203" fmla="*/ 3749872 h 6858000"/>
              <a:gd name="connsiteX204" fmla="*/ 3655073 w 7467600"/>
              <a:gd name="connsiteY204" fmla="*/ 3650884 h 6858000"/>
              <a:gd name="connsiteX205" fmla="*/ 3670252 w 7467600"/>
              <a:gd name="connsiteY205" fmla="*/ 3622798 h 6858000"/>
              <a:gd name="connsiteX206" fmla="*/ 3817258 w 7467600"/>
              <a:gd name="connsiteY206" fmla="*/ 3723577 h 6858000"/>
              <a:gd name="connsiteX207" fmla="*/ 4000461 w 7467600"/>
              <a:gd name="connsiteY207" fmla="*/ 3855966 h 6858000"/>
              <a:gd name="connsiteX208" fmla="*/ 4088180 w 7467600"/>
              <a:gd name="connsiteY208" fmla="*/ 3929774 h 6858000"/>
              <a:gd name="connsiteX209" fmla="*/ 4184555 w 7467600"/>
              <a:gd name="connsiteY209" fmla="*/ 4010683 h 6858000"/>
              <a:gd name="connsiteX210" fmla="*/ 4399563 w 7467600"/>
              <a:gd name="connsiteY210" fmla="*/ 4158106 h 6858000"/>
              <a:gd name="connsiteX211" fmla="*/ 4684469 w 7467600"/>
              <a:gd name="connsiteY211" fmla="*/ 4364680 h 6858000"/>
              <a:gd name="connsiteX212" fmla="*/ 4690271 w 7467600"/>
              <a:gd name="connsiteY212" fmla="*/ 4370034 h 6858000"/>
              <a:gd name="connsiteX213" fmla="*/ 4136093 w 7467600"/>
              <a:gd name="connsiteY213" fmla="*/ 3858466 h 6858000"/>
              <a:gd name="connsiteX214" fmla="*/ 3670252 w 7467600"/>
              <a:gd name="connsiteY214" fmla="*/ 3622798 h 6858000"/>
              <a:gd name="connsiteX215" fmla="*/ 4440129 w 7467600"/>
              <a:gd name="connsiteY215" fmla="*/ 3448571 h 6858000"/>
              <a:gd name="connsiteX216" fmla="*/ 4856525 w 7467600"/>
              <a:gd name="connsiteY216" fmla="*/ 3915351 h 6858000"/>
              <a:gd name="connsiteX217" fmla="*/ 5059055 w 7467600"/>
              <a:gd name="connsiteY217" fmla="*/ 4108918 h 6858000"/>
              <a:gd name="connsiteX218" fmla="*/ 5290070 w 7467600"/>
              <a:gd name="connsiteY218" fmla="*/ 4263619 h 6858000"/>
              <a:gd name="connsiteX219" fmla="*/ 4834991 w 7467600"/>
              <a:gd name="connsiteY219" fmla="*/ 3830985 h 6858000"/>
              <a:gd name="connsiteX220" fmla="*/ 4440129 w 7467600"/>
              <a:gd name="connsiteY220" fmla="*/ 3448571 h 6858000"/>
              <a:gd name="connsiteX221" fmla="*/ 4441737 w 7467600"/>
              <a:gd name="connsiteY221" fmla="*/ 3399734 h 6858000"/>
              <a:gd name="connsiteX222" fmla="*/ 4431236 w 7467600"/>
              <a:gd name="connsiteY222" fmla="*/ 3400954 h 6858000"/>
              <a:gd name="connsiteX223" fmla="*/ 4557150 w 7467600"/>
              <a:gd name="connsiteY223" fmla="*/ 3510023 h 6858000"/>
              <a:gd name="connsiteX224" fmla="*/ 4856936 w 7467600"/>
              <a:gd name="connsiteY224" fmla="*/ 3809146 h 6858000"/>
              <a:gd name="connsiteX225" fmla="*/ 5111996 w 7467600"/>
              <a:gd name="connsiteY225" fmla="*/ 4065759 h 6858000"/>
              <a:gd name="connsiteX226" fmla="*/ 5388878 w 7467600"/>
              <a:gd name="connsiteY226" fmla="*/ 4300185 h 6858000"/>
              <a:gd name="connsiteX227" fmla="*/ 5425556 w 7467600"/>
              <a:gd name="connsiteY227" fmla="*/ 4308967 h 6858000"/>
              <a:gd name="connsiteX228" fmla="*/ 4943646 w 7467600"/>
              <a:gd name="connsiteY228" fmla="*/ 3822916 h 6858000"/>
              <a:gd name="connsiteX229" fmla="*/ 4594837 w 7467600"/>
              <a:gd name="connsiteY229" fmla="*/ 3532274 h 6858000"/>
              <a:gd name="connsiteX230" fmla="*/ 4441737 w 7467600"/>
              <a:gd name="connsiteY230" fmla="*/ 3399734 h 6858000"/>
              <a:gd name="connsiteX231" fmla="*/ 5425834 w 7467600"/>
              <a:gd name="connsiteY231" fmla="*/ 3162785 h 6858000"/>
              <a:gd name="connsiteX232" fmla="*/ 5401644 w 7467600"/>
              <a:gd name="connsiteY232" fmla="*/ 3617847 h 6858000"/>
              <a:gd name="connsiteX233" fmla="*/ 5467256 w 7467600"/>
              <a:gd name="connsiteY233" fmla="*/ 4175494 h 6858000"/>
              <a:gd name="connsiteX234" fmla="*/ 5448069 w 7467600"/>
              <a:gd name="connsiteY234" fmla="*/ 3567554 h 6858000"/>
              <a:gd name="connsiteX235" fmla="*/ 5425834 w 7467600"/>
              <a:gd name="connsiteY235" fmla="*/ 3162785 h 6858000"/>
              <a:gd name="connsiteX236" fmla="*/ 1318687 w 7467600"/>
              <a:gd name="connsiteY236" fmla="*/ 3113840 h 6858000"/>
              <a:gd name="connsiteX237" fmla="*/ 1066793 w 7467600"/>
              <a:gd name="connsiteY237" fmla="*/ 3212171 h 6858000"/>
              <a:gd name="connsiteX238" fmla="*/ 993319 w 7467600"/>
              <a:gd name="connsiteY238" fmla="*/ 3247648 h 6858000"/>
              <a:gd name="connsiteX239" fmla="*/ 853081 w 7467600"/>
              <a:gd name="connsiteY239" fmla="*/ 3312410 h 6858000"/>
              <a:gd name="connsiteX240" fmla="*/ 805957 w 7467600"/>
              <a:gd name="connsiteY240" fmla="*/ 3330443 h 6858000"/>
              <a:gd name="connsiteX241" fmla="*/ 1318687 w 7467600"/>
              <a:gd name="connsiteY241" fmla="*/ 3113840 h 6858000"/>
              <a:gd name="connsiteX242" fmla="*/ 5453702 w 7467600"/>
              <a:gd name="connsiteY242" fmla="*/ 3090882 h 6858000"/>
              <a:gd name="connsiteX243" fmla="*/ 5480135 w 7467600"/>
              <a:gd name="connsiteY243" fmla="*/ 3565802 h 6858000"/>
              <a:gd name="connsiteX244" fmla="*/ 5499023 w 7467600"/>
              <a:gd name="connsiteY244" fmla="*/ 4166310 h 6858000"/>
              <a:gd name="connsiteX245" fmla="*/ 5547022 w 7467600"/>
              <a:gd name="connsiteY245" fmla="*/ 3607838 h 6858000"/>
              <a:gd name="connsiteX246" fmla="*/ 5515964 w 7467600"/>
              <a:gd name="connsiteY246" fmla="*/ 3378541 h 6858000"/>
              <a:gd name="connsiteX247" fmla="*/ 5453702 w 7467600"/>
              <a:gd name="connsiteY247" fmla="*/ 3090882 h 6858000"/>
              <a:gd name="connsiteX248" fmla="*/ 1238695 w 7467600"/>
              <a:gd name="connsiteY248" fmla="*/ 3076820 h 6858000"/>
              <a:gd name="connsiteX249" fmla="*/ 716371 w 7467600"/>
              <a:gd name="connsiteY249" fmla="*/ 3293249 h 6858000"/>
              <a:gd name="connsiteX250" fmla="*/ 579522 w 7467600"/>
              <a:gd name="connsiteY250" fmla="*/ 3371759 h 6858000"/>
              <a:gd name="connsiteX251" fmla="*/ 600288 w 7467600"/>
              <a:gd name="connsiteY251" fmla="*/ 3365555 h 6858000"/>
              <a:gd name="connsiteX252" fmla="*/ 840692 w 7467600"/>
              <a:gd name="connsiteY252" fmla="*/ 3284921 h 6858000"/>
              <a:gd name="connsiteX253" fmla="*/ 979248 w 7467600"/>
              <a:gd name="connsiteY253" fmla="*/ 3221003 h 6858000"/>
              <a:gd name="connsiteX254" fmla="*/ 1053282 w 7467600"/>
              <a:gd name="connsiteY254" fmla="*/ 3185247 h 6858000"/>
              <a:gd name="connsiteX255" fmla="*/ 1320603 w 7467600"/>
              <a:gd name="connsiteY255" fmla="*/ 3081281 h 6858000"/>
              <a:gd name="connsiteX256" fmla="*/ 1238695 w 7467600"/>
              <a:gd name="connsiteY256" fmla="*/ 3076820 h 6858000"/>
              <a:gd name="connsiteX257" fmla="*/ 5425627 w 7467600"/>
              <a:gd name="connsiteY257" fmla="*/ 2954192 h 6858000"/>
              <a:gd name="connsiteX258" fmla="*/ 5470770 w 7467600"/>
              <a:gd name="connsiteY258" fmla="*/ 3005435 h 6858000"/>
              <a:gd name="connsiteX259" fmla="*/ 5519779 w 7467600"/>
              <a:gd name="connsiteY259" fmla="*/ 4359223 h 6858000"/>
              <a:gd name="connsiteX260" fmla="*/ 5520293 w 7467600"/>
              <a:gd name="connsiteY260" fmla="*/ 4360602 h 6858000"/>
              <a:gd name="connsiteX261" fmla="*/ 5767221 w 7467600"/>
              <a:gd name="connsiteY261" fmla="*/ 4665564 h 6858000"/>
              <a:gd name="connsiteX262" fmla="*/ 6937169 w 7467600"/>
              <a:gd name="connsiteY262" fmla="*/ 4815941 h 6858000"/>
              <a:gd name="connsiteX263" fmla="*/ 6953922 w 7467600"/>
              <a:gd name="connsiteY263" fmla="*/ 4890068 h 6858000"/>
              <a:gd name="connsiteX264" fmla="*/ 6071359 w 7467600"/>
              <a:gd name="connsiteY264" fmla="*/ 4770770 h 6858000"/>
              <a:gd name="connsiteX265" fmla="*/ 6038839 w 7467600"/>
              <a:gd name="connsiteY265" fmla="*/ 4764474 h 6858000"/>
              <a:gd name="connsiteX266" fmla="*/ 6038706 w 7467600"/>
              <a:gd name="connsiteY266" fmla="*/ 4763847 h 6858000"/>
              <a:gd name="connsiteX267" fmla="*/ 6037784 w 7467600"/>
              <a:gd name="connsiteY267" fmla="*/ 4764270 h 6858000"/>
              <a:gd name="connsiteX268" fmla="*/ 6038839 w 7467600"/>
              <a:gd name="connsiteY268" fmla="*/ 4764474 h 6858000"/>
              <a:gd name="connsiteX269" fmla="*/ 6040338 w 7467600"/>
              <a:gd name="connsiteY269" fmla="*/ 4771418 h 6858000"/>
              <a:gd name="connsiteX270" fmla="*/ 6024488 w 7467600"/>
              <a:gd name="connsiteY270" fmla="*/ 4809903 h 6858000"/>
              <a:gd name="connsiteX271" fmla="*/ 5599771 w 7467600"/>
              <a:gd name="connsiteY271" fmla="*/ 5509652 h 6858000"/>
              <a:gd name="connsiteX272" fmla="*/ 5548843 w 7467600"/>
              <a:gd name="connsiteY272" fmla="*/ 5563845 h 6858000"/>
              <a:gd name="connsiteX273" fmla="*/ 5940952 w 7467600"/>
              <a:gd name="connsiteY273" fmla="*/ 6250028 h 6858000"/>
              <a:gd name="connsiteX274" fmla="*/ 6043441 w 7467600"/>
              <a:gd name="connsiteY274" fmla="*/ 6665847 h 6858000"/>
              <a:gd name="connsiteX275" fmla="*/ 6093432 w 7467600"/>
              <a:gd name="connsiteY275" fmla="*/ 6858000 h 6858000"/>
              <a:gd name="connsiteX276" fmla="*/ 6034344 w 7467600"/>
              <a:gd name="connsiteY276" fmla="*/ 6858000 h 6858000"/>
              <a:gd name="connsiteX277" fmla="*/ 6026679 w 7467600"/>
              <a:gd name="connsiteY277" fmla="*/ 6836959 h 6858000"/>
              <a:gd name="connsiteX278" fmla="*/ 5800441 w 7467600"/>
              <a:gd name="connsiteY278" fmla="*/ 6335286 h 6858000"/>
              <a:gd name="connsiteX279" fmla="*/ 5526562 w 7467600"/>
              <a:gd name="connsiteY279" fmla="*/ 5705388 h 6858000"/>
              <a:gd name="connsiteX280" fmla="*/ 5519640 w 7467600"/>
              <a:gd name="connsiteY280" fmla="*/ 5683774 h 6858000"/>
              <a:gd name="connsiteX281" fmla="*/ 5844559 w 7467600"/>
              <a:gd name="connsiteY281" fmla="*/ 6553349 h 6858000"/>
              <a:gd name="connsiteX282" fmla="*/ 5975994 w 7467600"/>
              <a:gd name="connsiteY282" fmla="*/ 6858000 h 6858000"/>
              <a:gd name="connsiteX283" fmla="*/ 5898547 w 7467600"/>
              <a:gd name="connsiteY283" fmla="*/ 6858000 h 6858000"/>
              <a:gd name="connsiteX284" fmla="*/ 5682041 w 7467600"/>
              <a:gd name="connsiteY284" fmla="*/ 6355860 h 6858000"/>
              <a:gd name="connsiteX285" fmla="*/ 5461758 w 7467600"/>
              <a:gd name="connsiteY285" fmla="*/ 5820220 h 6858000"/>
              <a:gd name="connsiteX286" fmla="*/ 5237282 w 7467600"/>
              <a:gd name="connsiteY286" fmla="*/ 6579086 h 6858000"/>
              <a:gd name="connsiteX287" fmla="*/ 5115009 w 7467600"/>
              <a:gd name="connsiteY287" fmla="*/ 6858000 h 6858000"/>
              <a:gd name="connsiteX288" fmla="*/ 5028074 w 7467600"/>
              <a:gd name="connsiteY288" fmla="*/ 6858000 h 6858000"/>
              <a:gd name="connsiteX289" fmla="*/ 5079508 w 7467600"/>
              <a:gd name="connsiteY289" fmla="*/ 6749074 h 6858000"/>
              <a:gd name="connsiteX290" fmla="*/ 5371846 w 7467600"/>
              <a:gd name="connsiteY290" fmla="*/ 5924413 h 6858000"/>
              <a:gd name="connsiteX291" fmla="*/ 5270512 w 7467600"/>
              <a:gd name="connsiteY291" fmla="*/ 6138975 h 6858000"/>
              <a:gd name="connsiteX292" fmla="*/ 5062409 w 7467600"/>
              <a:gd name="connsiteY292" fmla="*/ 6653544 h 6858000"/>
              <a:gd name="connsiteX293" fmla="*/ 5036628 w 7467600"/>
              <a:gd name="connsiteY293" fmla="*/ 6754247 h 6858000"/>
              <a:gd name="connsiteX294" fmla="*/ 5009112 w 7467600"/>
              <a:gd name="connsiteY294" fmla="*/ 6858000 h 6858000"/>
              <a:gd name="connsiteX295" fmla="*/ 4976679 w 7467600"/>
              <a:gd name="connsiteY295" fmla="*/ 6858000 h 6858000"/>
              <a:gd name="connsiteX296" fmla="*/ 5006537 w 7467600"/>
              <a:gd name="connsiteY296" fmla="*/ 6747068 h 6858000"/>
              <a:gd name="connsiteX297" fmla="*/ 5032723 w 7467600"/>
              <a:gd name="connsiteY297" fmla="*/ 6644957 h 6858000"/>
              <a:gd name="connsiteX298" fmla="*/ 5242949 w 7467600"/>
              <a:gd name="connsiteY298" fmla="*/ 6125175 h 6858000"/>
              <a:gd name="connsiteX299" fmla="*/ 5286321 w 7467600"/>
              <a:gd name="connsiteY299" fmla="*/ 6033555 h 6858000"/>
              <a:gd name="connsiteX300" fmla="*/ 5008210 w 7467600"/>
              <a:gd name="connsiteY300" fmla="*/ 6649194 h 6858000"/>
              <a:gd name="connsiteX301" fmla="*/ 4986321 w 7467600"/>
              <a:gd name="connsiteY301" fmla="*/ 6765687 h 6858000"/>
              <a:gd name="connsiteX302" fmla="*/ 4973474 w 7467600"/>
              <a:gd name="connsiteY302" fmla="*/ 6858000 h 6858000"/>
              <a:gd name="connsiteX303" fmla="*/ 4907178 w 7467600"/>
              <a:gd name="connsiteY303" fmla="*/ 6858000 h 6858000"/>
              <a:gd name="connsiteX304" fmla="*/ 4910810 w 7467600"/>
              <a:gd name="connsiteY304" fmla="*/ 6829660 h 6858000"/>
              <a:gd name="connsiteX305" fmla="*/ 4987461 w 7467600"/>
              <a:gd name="connsiteY305" fmla="*/ 6432994 h 6858000"/>
              <a:gd name="connsiteX306" fmla="*/ 5179262 w 7467600"/>
              <a:gd name="connsiteY306" fmla="*/ 6035044 h 6858000"/>
              <a:gd name="connsiteX307" fmla="*/ 4689678 w 7467600"/>
              <a:gd name="connsiteY307" fmla="*/ 6440241 h 6858000"/>
              <a:gd name="connsiteX308" fmla="*/ 4477543 w 7467600"/>
              <a:gd name="connsiteY308" fmla="*/ 6674836 h 6858000"/>
              <a:gd name="connsiteX309" fmla="*/ 4329957 w 7467600"/>
              <a:gd name="connsiteY309" fmla="*/ 6858000 h 6858000"/>
              <a:gd name="connsiteX310" fmla="*/ 4218595 w 7467600"/>
              <a:gd name="connsiteY310" fmla="*/ 6858000 h 6858000"/>
              <a:gd name="connsiteX311" fmla="*/ 4368888 w 7467600"/>
              <a:gd name="connsiteY311" fmla="*/ 6668412 h 6858000"/>
              <a:gd name="connsiteX312" fmla="*/ 4563091 w 7467600"/>
              <a:gd name="connsiteY312" fmla="*/ 6442508 h 6858000"/>
              <a:gd name="connsiteX313" fmla="*/ 5387324 w 7467600"/>
              <a:gd name="connsiteY313" fmla="*/ 5705830 h 6858000"/>
              <a:gd name="connsiteX314" fmla="*/ 5073620 w 7467600"/>
              <a:gd name="connsiteY314" fmla="*/ 5955437 h 6858000"/>
              <a:gd name="connsiteX315" fmla="*/ 4689789 w 7467600"/>
              <a:gd name="connsiteY315" fmla="*/ 6268382 h 6858000"/>
              <a:gd name="connsiteX316" fmla="*/ 4418722 w 7467600"/>
              <a:gd name="connsiteY316" fmla="*/ 6570886 h 6858000"/>
              <a:gd name="connsiteX317" fmla="*/ 4214944 w 7467600"/>
              <a:gd name="connsiteY317" fmla="*/ 6858000 h 6858000"/>
              <a:gd name="connsiteX318" fmla="*/ 4177898 w 7467600"/>
              <a:gd name="connsiteY318" fmla="*/ 6858000 h 6858000"/>
              <a:gd name="connsiteX319" fmla="*/ 4391597 w 7467600"/>
              <a:gd name="connsiteY319" fmla="*/ 6556370 h 6858000"/>
              <a:gd name="connsiteX320" fmla="*/ 4668889 w 7467600"/>
              <a:gd name="connsiteY320" fmla="*/ 6246399 h 6858000"/>
              <a:gd name="connsiteX321" fmla="*/ 5055427 w 7467600"/>
              <a:gd name="connsiteY321" fmla="*/ 5931476 h 6858000"/>
              <a:gd name="connsiteX322" fmla="*/ 5371814 w 7467600"/>
              <a:gd name="connsiteY322" fmla="*/ 5678975 h 6858000"/>
              <a:gd name="connsiteX323" fmla="*/ 4987918 w 7467600"/>
              <a:gd name="connsiteY323" fmla="*/ 5838701 h 6858000"/>
              <a:gd name="connsiteX324" fmla="*/ 4317146 w 7467600"/>
              <a:gd name="connsiteY324" fmla="*/ 6587716 h 6858000"/>
              <a:gd name="connsiteX325" fmla="*/ 4171627 w 7467600"/>
              <a:gd name="connsiteY325" fmla="*/ 6858000 h 6858000"/>
              <a:gd name="connsiteX326" fmla="*/ 4081585 w 7467600"/>
              <a:gd name="connsiteY326" fmla="*/ 6858000 h 6858000"/>
              <a:gd name="connsiteX327" fmla="*/ 4238603 w 7467600"/>
              <a:gd name="connsiteY327" fmla="*/ 6559341 h 6858000"/>
              <a:gd name="connsiteX328" fmla="*/ 4778333 w 7467600"/>
              <a:gd name="connsiteY328" fmla="*/ 5873626 h 6858000"/>
              <a:gd name="connsiteX329" fmla="*/ 5414185 w 7467600"/>
              <a:gd name="connsiteY329" fmla="*/ 5573882 h 6858000"/>
              <a:gd name="connsiteX330" fmla="*/ 5959648 w 7467600"/>
              <a:gd name="connsiteY330" fmla="*/ 4760797 h 6858000"/>
              <a:gd name="connsiteX331" fmla="*/ 5355019 w 7467600"/>
              <a:gd name="connsiteY331" fmla="*/ 4734672 h 6858000"/>
              <a:gd name="connsiteX332" fmla="*/ 5083565 w 7467600"/>
              <a:gd name="connsiteY332" fmla="*/ 5179121 h 6858000"/>
              <a:gd name="connsiteX333" fmla="*/ 4713577 w 7467600"/>
              <a:gd name="connsiteY333" fmla="*/ 5616803 h 6858000"/>
              <a:gd name="connsiteX334" fmla="*/ 3989559 w 7467600"/>
              <a:gd name="connsiteY334" fmla="*/ 6145945 h 6858000"/>
              <a:gd name="connsiteX335" fmla="*/ 3939824 w 7467600"/>
              <a:gd name="connsiteY335" fmla="*/ 6066900 h 6858000"/>
              <a:gd name="connsiteX336" fmla="*/ 4584537 w 7467600"/>
              <a:gd name="connsiteY336" fmla="*/ 5324826 h 6858000"/>
              <a:gd name="connsiteX337" fmla="*/ 5037105 w 7467600"/>
              <a:gd name="connsiteY337" fmla="*/ 5088765 h 6858000"/>
              <a:gd name="connsiteX338" fmla="*/ 5039930 w 7467600"/>
              <a:gd name="connsiteY338" fmla="*/ 5089585 h 6858000"/>
              <a:gd name="connsiteX339" fmla="*/ 5263764 w 7467600"/>
              <a:gd name="connsiteY339" fmla="*/ 4735525 h 6858000"/>
              <a:gd name="connsiteX340" fmla="*/ 4086300 w 7467600"/>
              <a:gd name="connsiteY340" fmla="*/ 4884599 h 6858000"/>
              <a:gd name="connsiteX341" fmla="*/ 4085485 w 7467600"/>
              <a:gd name="connsiteY341" fmla="*/ 4899070 h 6858000"/>
              <a:gd name="connsiteX342" fmla="*/ 3871915 w 7467600"/>
              <a:gd name="connsiteY342" fmla="*/ 5253645 h 6858000"/>
              <a:gd name="connsiteX343" fmla="*/ 3799374 w 7467600"/>
              <a:gd name="connsiteY343" fmla="*/ 5466127 h 6858000"/>
              <a:gd name="connsiteX344" fmla="*/ 3498850 w 7467600"/>
              <a:gd name="connsiteY344" fmla="*/ 6661888 h 6858000"/>
              <a:gd name="connsiteX345" fmla="*/ 3399216 w 7467600"/>
              <a:gd name="connsiteY345" fmla="*/ 6858000 h 6858000"/>
              <a:gd name="connsiteX346" fmla="*/ 3303688 w 7467600"/>
              <a:gd name="connsiteY346" fmla="*/ 6858000 h 6858000"/>
              <a:gd name="connsiteX347" fmla="*/ 3391774 w 7467600"/>
              <a:gd name="connsiteY347" fmla="*/ 6697181 h 6858000"/>
              <a:gd name="connsiteX348" fmla="*/ 3735540 w 7467600"/>
              <a:gd name="connsiteY348" fmla="*/ 5546923 h 6858000"/>
              <a:gd name="connsiteX349" fmla="*/ 3729438 w 7467600"/>
              <a:gd name="connsiteY349" fmla="*/ 5569058 h 6858000"/>
              <a:gd name="connsiteX350" fmla="*/ 3707782 w 7467600"/>
              <a:gd name="connsiteY350" fmla="*/ 5644908 h 6858000"/>
              <a:gd name="connsiteX351" fmla="*/ 3583827 w 7467600"/>
              <a:gd name="connsiteY351" fmla="*/ 6039215 h 6858000"/>
              <a:gd name="connsiteX352" fmla="*/ 3547861 w 7467600"/>
              <a:gd name="connsiteY352" fmla="*/ 6129609 h 6858000"/>
              <a:gd name="connsiteX353" fmla="*/ 3490905 w 7467600"/>
              <a:gd name="connsiteY353" fmla="*/ 6277660 h 6858000"/>
              <a:gd name="connsiteX354" fmla="*/ 3455859 w 7467600"/>
              <a:gd name="connsiteY354" fmla="*/ 6391301 h 6858000"/>
              <a:gd name="connsiteX355" fmla="*/ 3429112 w 7467600"/>
              <a:gd name="connsiteY355" fmla="*/ 6479469 h 6858000"/>
              <a:gd name="connsiteX356" fmla="*/ 3304862 w 7467600"/>
              <a:gd name="connsiteY356" fmla="*/ 6796476 h 6858000"/>
              <a:gd name="connsiteX357" fmla="*/ 3276071 w 7467600"/>
              <a:gd name="connsiteY357" fmla="*/ 6858000 h 6858000"/>
              <a:gd name="connsiteX358" fmla="*/ 3240805 w 7467600"/>
              <a:gd name="connsiteY358" fmla="*/ 6858000 h 6858000"/>
              <a:gd name="connsiteX359" fmla="*/ 3275917 w 7467600"/>
              <a:gd name="connsiteY359" fmla="*/ 6783192 h 6858000"/>
              <a:gd name="connsiteX360" fmla="*/ 3399358 w 7467600"/>
              <a:gd name="connsiteY360" fmla="*/ 6469011 h 6858000"/>
              <a:gd name="connsiteX361" fmla="*/ 3425650 w 7467600"/>
              <a:gd name="connsiteY361" fmla="*/ 6381333 h 6858000"/>
              <a:gd name="connsiteX362" fmla="*/ 3460661 w 7467600"/>
              <a:gd name="connsiteY362" fmla="*/ 6266763 h 6858000"/>
              <a:gd name="connsiteX363" fmla="*/ 3518021 w 7467600"/>
              <a:gd name="connsiteY363" fmla="*/ 6117298 h 6858000"/>
              <a:gd name="connsiteX364" fmla="*/ 3554035 w 7467600"/>
              <a:gd name="connsiteY364" fmla="*/ 6027832 h 6858000"/>
              <a:gd name="connsiteX365" fmla="*/ 3677174 w 7467600"/>
              <a:gd name="connsiteY365" fmla="*/ 5636351 h 6858000"/>
              <a:gd name="connsiteX366" fmla="*/ 3698819 w 7467600"/>
              <a:gd name="connsiteY366" fmla="*/ 5560503 h 6858000"/>
              <a:gd name="connsiteX367" fmla="*/ 3702094 w 7467600"/>
              <a:gd name="connsiteY367" fmla="*/ 5549194 h 6858000"/>
              <a:gd name="connsiteX368" fmla="*/ 3398355 w 7467600"/>
              <a:gd name="connsiteY368" fmla="*/ 6094603 h 6858000"/>
              <a:gd name="connsiteX369" fmla="*/ 3193941 w 7467600"/>
              <a:gd name="connsiteY369" fmla="*/ 6798775 h 6858000"/>
              <a:gd name="connsiteX370" fmla="*/ 3184140 w 7467600"/>
              <a:gd name="connsiteY370" fmla="*/ 6858000 h 6858000"/>
              <a:gd name="connsiteX371" fmla="*/ 3099978 w 7467600"/>
              <a:gd name="connsiteY371" fmla="*/ 6858000 h 6858000"/>
              <a:gd name="connsiteX372" fmla="*/ 3101556 w 7467600"/>
              <a:gd name="connsiteY372" fmla="*/ 6843337 h 6858000"/>
              <a:gd name="connsiteX373" fmla="*/ 3370162 w 7467600"/>
              <a:gd name="connsiteY373" fmla="*/ 5785550 h 6858000"/>
              <a:gd name="connsiteX374" fmla="*/ 3746477 w 7467600"/>
              <a:gd name="connsiteY374" fmla="*/ 5377889 h 6858000"/>
              <a:gd name="connsiteX375" fmla="*/ 3863399 w 7467600"/>
              <a:gd name="connsiteY375" fmla="*/ 5087257 h 6858000"/>
              <a:gd name="connsiteX376" fmla="*/ 3968712 w 7467600"/>
              <a:gd name="connsiteY376" fmla="*/ 4913989 h 6858000"/>
              <a:gd name="connsiteX377" fmla="*/ 2792390 w 7467600"/>
              <a:gd name="connsiteY377" fmla="*/ 5382974 h 6858000"/>
              <a:gd name="connsiteX378" fmla="*/ 2714982 w 7467600"/>
              <a:gd name="connsiteY378" fmla="*/ 5427051 h 6858000"/>
              <a:gd name="connsiteX379" fmla="*/ 2813361 w 7467600"/>
              <a:gd name="connsiteY379" fmla="*/ 6023912 h 6858000"/>
              <a:gd name="connsiteX380" fmla="*/ 2688430 w 7467600"/>
              <a:gd name="connsiteY380" fmla="*/ 6801564 h 6858000"/>
              <a:gd name="connsiteX381" fmla="*/ 2629626 w 7467600"/>
              <a:gd name="connsiteY381" fmla="*/ 6763394 h 6858000"/>
              <a:gd name="connsiteX382" fmla="*/ 2565328 w 7467600"/>
              <a:gd name="connsiteY382" fmla="*/ 5516399 h 6858000"/>
              <a:gd name="connsiteX383" fmla="*/ 1922999 w 7467600"/>
              <a:gd name="connsiteY383" fmla="*/ 5980343 h 6858000"/>
              <a:gd name="connsiteX384" fmla="*/ 1950261 w 7467600"/>
              <a:gd name="connsiteY384" fmla="*/ 6405858 h 6858000"/>
              <a:gd name="connsiteX385" fmla="*/ 2365554 w 7467600"/>
              <a:gd name="connsiteY385" fmla="*/ 6759107 h 6858000"/>
              <a:gd name="connsiteX386" fmla="*/ 2424142 w 7467600"/>
              <a:gd name="connsiteY386" fmla="*/ 6858000 h 6858000"/>
              <a:gd name="connsiteX387" fmla="*/ 2395994 w 7467600"/>
              <a:gd name="connsiteY387" fmla="*/ 6858000 h 6858000"/>
              <a:gd name="connsiteX388" fmla="*/ 2392863 w 7467600"/>
              <a:gd name="connsiteY388" fmla="*/ 6852964 h 6858000"/>
              <a:gd name="connsiteX389" fmla="*/ 2017589 w 7467600"/>
              <a:gd name="connsiteY389" fmla="*/ 6493982 h 6858000"/>
              <a:gd name="connsiteX390" fmla="*/ 2147336 w 7467600"/>
              <a:gd name="connsiteY390" fmla="*/ 6594052 h 6858000"/>
              <a:gd name="connsiteX391" fmla="*/ 2207047 w 7467600"/>
              <a:gd name="connsiteY391" fmla="*/ 6654540 h 6858000"/>
              <a:gd name="connsiteX392" fmla="*/ 2299106 w 7467600"/>
              <a:gd name="connsiteY392" fmla="*/ 6778931 h 6858000"/>
              <a:gd name="connsiteX393" fmla="*/ 2314430 w 7467600"/>
              <a:gd name="connsiteY393" fmla="*/ 6801144 h 6858000"/>
              <a:gd name="connsiteX394" fmla="*/ 2352406 w 7467600"/>
              <a:gd name="connsiteY394" fmla="*/ 6858000 h 6858000"/>
              <a:gd name="connsiteX395" fmla="*/ 2314492 w 7467600"/>
              <a:gd name="connsiteY395" fmla="*/ 6858000 h 6858000"/>
              <a:gd name="connsiteX396" fmla="*/ 2288095 w 7467600"/>
              <a:gd name="connsiteY396" fmla="*/ 6818030 h 6858000"/>
              <a:gd name="connsiteX397" fmla="*/ 2272768 w 7467600"/>
              <a:gd name="connsiteY397" fmla="*/ 6795822 h 6858000"/>
              <a:gd name="connsiteX398" fmla="*/ 2182715 w 7467600"/>
              <a:gd name="connsiteY398" fmla="*/ 6675071 h 6858000"/>
              <a:gd name="connsiteX399" fmla="*/ 2032061 w 7467600"/>
              <a:gd name="connsiteY399" fmla="*/ 6541380 h 6858000"/>
              <a:gd name="connsiteX400" fmla="*/ 2257220 w 7467600"/>
              <a:gd name="connsiteY400" fmla="*/ 6826257 h 6858000"/>
              <a:gd name="connsiteX401" fmla="*/ 2281324 w 7467600"/>
              <a:gd name="connsiteY401" fmla="*/ 6858000 h 6858000"/>
              <a:gd name="connsiteX402" fmla="*/ 2242860 w 7467600"/>
              <a:gd name="connsiteY402" fmla="*/ 6858000 h 6858000"/>
              <a:gd name="connsiteX403" fmla="*/ 2232818 w 7467600"/>
              <a:gd name="connsiteY403" fmla="*/ 6844926 h 6858000"/>
              <a:gd name="connsiteX404" fmla="*/ 1990172 w 7467600"/>
              <a:gd name="connsiteY404" fmla="*/ 6542121 h 6858000"/>
              <a:gd name="connsiteX405" fmla="*/ 2124090 w 7467600"/>
              <a:gd name="connsiteY405" fmla="*/ 6761017 h 6858000"/>
              <a:gd name="connsiteX406" fmla="*/ 2200380 w 7467600"/>
              <a:gd name="connsiteY406" fmla="*/ 6858000 h 6858000"/>
              <a:gd name="connsiteX407" fmla="*/ 2147507 w 7467600"/>
              <a:gd name="connsiteY407" fmla="*/ 6858000 h 6858000"/>
              <a:gd name="connsiteX408" fmla="*/ 2070668 w 7467600"/>
              <a:gd name="connsiteY408" fmla="*/ 6761520 h 6858000"/>
              <a:gd name="connsiteX409" fmla="*/ 1975142 w 7467600"/>
              <a:gd name="connsiteY409" fmla="*/ 6585570 h 6858000"/>
              <a:gd name="connsiteX410" fmla="*/ 2050035 w 7467600"/>
              <a:gd name="connsiteY410" fmla="*/ 6813345 h 6858000"/>
              <a:gd name="connsiteX411" fmla="*/ 2063025 w 7467600"/>
              <a:gd name="connsiteY411" fmla="*/ 6858000 h 6858000"/>
              <a:gd name="connsiteX412" fmla="*/ 2021675 w 7467600"/>
              <a:gd name="connsiteY412" fmla="*/ 6858000 h 6858000"/>
              <a:gd name="connsiteX413" fmla="*/ 2019308 w 7467600"/>
              <a:gd name="connsiteY413" fmla="*/ 6847118 h 6858000"/>
              <a:gd name="connsiteX414" fmla="*/ 1938835 w 7467600"/>
              <a:gd name="connsiteY414" fmla="*/ 6551160 h 6858000"/>
              <a:gd name="connsiteX415" fmla="*/ 1953230 w 7467600"/>
              <a:gd name="connsiteY415" fmla="*/ 6759699 h 6858000"/>
              <a:gd name="connsiteX416" fmla="*/ 1956763 w 7467600"/>
              <a:gd name="connsiteY416" fmla="*/ 6778191 h 6858000"/>
              <a:gd name="connsiteX417" fmla="*/ 1967925 w 7467600"/>
              <a:gd name="connsiteY417" fmla="*/ 6858000 h 6858000"/>
              <a:gd name="connsiteX418" fmla="*/ 1936622 w 7467600"/>
              <a:gd name="connsiteY418" fmla="*/ 6858000 h 6858000"/>
              <a:gd name="connsiteX419" fmla="*/ 1926261 w 7467600"/>
              <a:gd name="connsiteY419" fmla="*/ 6784064 h 6858000"/>
              <a:gd name="connsiteX420" fmla="*/ 1922724 w 7467600"/>
              <a:gd name="connsiteY420" fmla="*/ 6765577 h 6858000"/>
              <a:gd name="connsiteX421" fmla="*/ 1904650 w 7467600"/>
              <a:gd name="connsiteY421" fmla="*/ 6639616 h 6858000"/>
              <a:gd name="connsiteX422" fmla="*/ 1885273 w 7467600"/>
              <a:gd name="connsiteY422" fmla="*/ 6858000 h 6858000"/>
              <a:gd name="connsiteX423" fmla="*/ 1854363 w 7467600"/>
              <a:gd name="connsiteY423" fmla="*/ 6858000 h 6858000"/>
              <a:gd name="connsiteX424" fmla="*/ 1880391 w 7467600"/>
              <a:gd name="connsiteY424" fmla="*/ 6603796 h 6858000"/>
              <a:gd name="connsiteX425" fmla="*/ 1818273 w 7467600"/>
              <a:gd name="connsiteY425" fmla="*/ 6715729 h 6858000"/>
              <a:gd name="connsiteX426" fmla="*/ 1794691 w 7467600"/>
              <a:gd name="connsiteY426" fmla="*/ 6843239 h 6858000"/>
              <a:gd name="connsiteX427" fmla="*/ 1794914 w 7467600"/>
              <a:gd name="connsiteY427" fmla="*/ 6858000 h 6858000"/>
              <a:gd name="connsiteX428" fmla="*/ 1746128 w 7467600"/>
              <a:gd name="connsiteY428" fmla="*/ 6858000 h 6858000"/>
              <a:gd name="connsiteX429" fmla="*/ 1753934 w 7467600"/>
              <a:gd name="connsiteY429" fmla="*/ 6724796 h 6858000"/>
              <a:gd name="connsiteX430" fmla="*/ 1792053 w 7467600"/>
              <a:gd name="connsiteY430" fmla="*/ 6572396 h 6858000"/>
              <a:gd name="connsiteX431" fmla="*/ 1862248 w 7467600"/>
              <a:gd name="connsiteY431" fmla="*/ 6266397 h 6858000"/>
              <a:gd name="connsiteX432" fmla="*/ 1862250 w 7467600"/>
              <a:gd name="connsiteY432" fmla="*/ 6033531 h 6858000"/>
              <a:gd name="connsiteX433" fmla="*/ 1211999 w 7467600"/>
              <a:gd name="connsiteY433" fmla="*/ 6683610 h 6858000"/>
              <a:gd name="connsiteX434" fmla="*/ 1213266 w 7467600"/>
              <a:gd name="connsiteY434" fmla="*/ 6691947 h 6858000"/>
              <a:gd name="connsiteX435" fmla="*/ 1203370 w 7467600"/>
              <a:gd name="connsiteY435" fmla="*/ 6850676 h 6858000"/>
              <a:gd name="connsiteX436" fmla="*/ 1203671 w 7467600"/>
              <a:gd name="connsiteY436" fmla="*/ 6858000 h 6858000"/>
              <a:gd name="connsiteX437" fmla="*/ 1143180 w 7467600"/>
              <a:gd name="connsiteY437" fmla="*/ 6858000 h 6858000"/>
              <a:gd name="connsiteX438" fmla="*/ 1142176 w 7467600"/>
              <a:gd name="connsiteY438" fmla="*/ 6766045 h 6858000"/>
              <a:gd name="connsiteX439" fmla="*/ 1067484 w 7467600"/>
              <a:gd name="connsiteY439" fmla="*/ 6858000 h 6858000"/>
              <a:gd name="connsiteX440" fmla="*/ 953928 w 7467600"/>
              <a:gd name="connsiteY440" fmla="*/ 6858000 h 6858000"/>
              <a:gd name="connsiteX441" fmla="*/ 959715 w 7467600"/>
              <a:gd name="connsiteY441" fmla="*/ 6850185 h 6858000"/>
              <a:gd name="connsiteX442" fmla="*/ 1483788 w 7467600"/>
              <a:gd name="connsiteY442" fmla="*/ 6259174 h 6858000"/>
              <a:gd name="connsiteX443" fmla="*/ 1100671 w 7467600"/>
              <a:gd name="connsiteY443" fmla="*/ 6252137 h 6858000"/>
              <a:gd name="connsiteX444" fmla="*/ 1090144 w 7467600"/>
              <a:gd name="connsiteY444" fmla="*/ 6256748 h 6858000"/>
              <a:gd name="connsiteX445" fmla="*/ 1095872 w 7467600"/>
              <a:gd name="connsiteY445" fmla="*/ 6271892 h 6858000"/>
              <a:gd name="connsiteX446" fmla="*/ 262785 w 7467600"/>
              <a:gd name="connsiteY446" fmla="*/ 6845450 h 6858000"/>
              <a:gd name="connsiteX447" fmla="*/ 209968 w 7467600"/>
              <a:gd name="connsiteY447" fmla="*/ 6770713 h 6858000"/>
              <a:gd name="connsiteX448" fmla="*/ 873460 w 7467600"/>
              <a:gd name="connsiteY448" fmla="*/ 6253768 h 6858000"/>
              <a:gd name="connsiteX449" fmla="*/ 192686 w 7467600"/>
              <a:gd name="connsiteY449" fmla="*/ 5849257 h 6858000"/>
              <a:gd name="connsiteX450" fmla="*/ 4696 w 7467600"/>
              <a:gd name="connsiteY450" fmla="*/ 5697668 h 6858000"/>
              <a:gd name="connsiteX451" fmla="*/ 0 w 7467600"/>
              <a:gd name="connsiteY451" fmla="*/ 5689984 h 6858000"/>
              <a:gd name="connsiteX452" fmla="*/ 0 w 7467600"/>
              <a:gd name="connsiteY452" fmla="*/ 5513472 h 6858000"/>
              <a:gd name="connsiteX453" fmla="*/ 174101 w 7467600"/>
              <a:gd name="connsiteY453" fmla="*/ 5620277 h 6858000"/>
              <a:gd name="connsiteX454" fmla="*/ 891800 w 7467600"/>
              <a:gd name="connsiteY454" fmla="*/ 6036935 h 6858000"/>
              <a:gd name="connsiteX455" fmla="*/ 1072219 w 7467600"/>
              <a:gd name="connsiteY455" fmla="*/ 6169443 h 6858000"/>
              <a:gd name="connsiteX456" fmla="*/ 1074117 w 7467600"/>
              <a:gd name="connsiteY456" fmla="*/ 6170301 h 6858000"/>
              <a:gd name="connsiteX457" fmla="*/ 1083114 w 7467600"/>
              <a:gd name="connsiteY457" fmla="*/ 6174131 h 6858000"/>
              <a:gd name="connsiteX458" fmla="*/ 1543010 w 7467600"/>
              <a:gd name="connsiteY458" fmla="*/ 6191140 h 6858000"/>
              <a:gd name="connsiteX459" fmla="*/ 1551080 w 7467600"/>
              <a:gd name="connsiteY459" fmla="*/ 6195006 h 6858000"/>
              <a:gd name="connsiteX460" fmla="*/ 2345443 w 7467600"/>
              <a:gd name="connsiteY460" fmla="*/ 5549882 h 6858000"/>
              <a:gd name="connsiteX461" fmla="*/ 1721499 w 7467600"/>
              <a:gd name="connsiteY461" fmla="*/ 5599969 h 6858000"/>
              <a:gd name="connsiteX462" fmla="*/ 767716 w 7467600"/>
              <a:gd name="connsiteY462" fmla="*/ 5472768 h 6858000"/>
              <a:gd name="connsiteX463" fmla="*/ 722147 w 7467600"/>
              <a:gd name="connsiteY463" fmla="*/ 5393091 h 6858000"/>
              <a:gd name="connsiteX464" fmla="*/ 1485552 w 7467600"/>
              <a:gd name="connsiteY464" fmla="*/ 5313202 h 6858000"/>
              <a:gd name="connsiteX465" fmla="*/ 2143004 w 7467600"/>
              <a:gd name="connsiteY465" fmla="*/ 5402420 h 6858000"/>
              <a:gd name="connsiteX466" fmla="*/ 1933391 w 7467600"/>
              <a:gd name="connsiteY466" fmla="*/ 5156971 h 6858000"/>
              <a:gd name="connsiteX467" fmla="*/ 1827118 w 7467600"/>
              <a:gd name="connsiteY467" fmla="*/ 4968410 h 6858000"/>
              <a:gd name="connsiteX468" fmla="*/ 1837349 w 7467600"/>
              <a:gd name="connsiteY468" fmla="*/ 4956357 h 6858000"/>
              <a:gd name="connsiteX469" fmla="*/ 2162835 w 7467600"/>
              <a:gd name="connsiteY469" fmla="*/ 5187853 h 6858000"/>
              <a:gd name="connsiteX470" fmla="*/ 2257167 w 7467600"/>
              <a:gd name="connsiteY470" fmla="*/ 5462123 h 6858000"/>
              <a:gd name="connsiteX471" fmla="*/ 2261598 w 7467600"/>
              <a:gd name="connsiteY471" fmla="*/ 5467998 h 6858000"/>
              <a:gd name="connsiteX472" fmla="*/ 2437177 w 7467600"/>
              <a:gd name="connsiteY472" fmla="*/ 5479608 h 6858000"/>
              <a:gd name="connsiteX473" fmla="*/ 2445247 w 7467600"/>
              <a:gd name="connsiteY473" fmla="*/ 5483476 h 6858000"/>
              <a:gd name="connsiteX474" fmla="*/ 2743626 w 7467600"/>
              <a:gd name="connsiteY474" fmla="*/ 5304819 h 6858000"/>
              <a:gd name="connsiteX475" fmla="*/ 3048102 w 7467600"/>
              <a:gd name="connsiteY475" fmla="*/ 5150595 h 6858000"/>
              <a:gd name="connsiteX476" fmla="*/ 1799414 w 7467600"/>
              <a:gd name="connsiteY476" fmla="*/ 4694732 h 6858000"/>
              <a:gd name="connsiteX477" fmla="*/ 1771735 w 7467600"/>
              <a:gd name="connsiteY477" fmla="*/ 4619929 h 6858000"/>
              <a:gd name="connsiteX478" fmla="*/ 3104273 w 7467600"/>
              <a:gd name="connsiteY478" fmla="*/ 5076159 h 6858000"/>
              <a:gd name="connsiteX479" fmla="*/ 3113245 w 7467600"/>
              <a:gd name="connsiteY479" fmla="*/ 5090705 h 6858000"/>
              <a:gd name="connsiteX480" fmla="*/ 3126294 w 7467600"/>
              <a:gd name="connsiteY480" fmla="*/ 5114400 h 6858000"/>
              <a:gd name="connsiteX481" fmla="*/ 3937433 w 7467600"/>
              <a:gd name="connsiteY481" fmla="*/ 4830473 h 6858000"/>
              <a:gd name="connsiteX482" fmla="*/ 3590475 w 7467600"/>
              <a:gd name="connsiteY482" fmla="*/ 4597974 h 6858000"/>
              <a:gd name="connsiteX483" fmla="*/ 3100264 w 7467600"/>
              <a:gd name="connsiteY483" fmla="*/ 4579845 h 6858000"/>
              <a:gd name="connsiteX484" fmla="*/ 2183576 w 7467600"/>
              <a:gd name="connsiteY484" fmla="*/ 4227150 h 6858000"/>
              <a:gd name="connsiteX485" fmla="*/ 2151029 w 7467600"/>
              <a:gd name="connsiteY485" fmla="*/ 4146947 h 6858000"/>
              <a:gd name="connsiteX486" fmla="*/ 3563434 w 7467600"/>
              <a:gd name="connsiteY486" fmla="*/ 4469115 h 6858000"/>
              <a:gd name="connsiteX487" fmla="*/ 3177952 w 7467600"/>
              <a:gd name="connsiteY487" fmla="*/ 3657386 h 6858000"/>
              <a:gd name="connsiteX488" fmla="*/ 3189263 w 7467600"/>
              <a:gd name="connsiteY488" fmla="*/ 3625726 h 6858000"/>
              <a:gd name="connsiteX489" fmla="*/ 3560912 w 7467600"/>
              <a:gd name="connsiteY489" fmla="*/ 4079863 h 6858000"/>
              <a:gd name="connsiteX490" fmla="*/ 3626636 w 7467600"/>
              <a:gd name="connsiteY490" fmla="*/ 4512230 h 6858000"/>
              <a:gd name="connsiteX491" fmla="*/ 3653088 w 7467600"/>
              <a:gd name="connsiteY491" fmla="*/ 4521417 h 6858000"/>
              <a:gd name="connsiteX492" fmla="*/ 3988128 w 7467600"/>
              <a:gd name="connsiteY492" fmla="*/ 4817267 h 6858000"/>
              <a:gd name="connsiteX493" fmla="*/ 4830582 w 7467600"/>
              <a:gd name="connsiteY493" fmla="*/ 4676000 h 6858000"/>
              <a:gd name="connsiteX494" fmla="*/ 4830100 w 7467600"/>
              <a:gd name="connsiteY494" fmla="*/ 4675554 h 6858000"/>
              <a:gd name="connsiteX495" fmla="*/ 4036318 w 7467600"/>
              <a:gd name="connsiteY495" fmla="*/ 4147013 h 6858000"/>
              <a:gd name="connsiteX496" fmla="*/ 3432098 w 7467600"/>
              <a:gd name="connsiteY496" fmla="*/ 3537312 h 6858000"/>
              <a:gd name="connsiteX497" fmla="*/ 3446761 w 7467600"/>
              <a:gd name="connsiteY497" fmla="*/ 3461278 h 6858000"/>
              <a:gd name="connsiteX498" fmla="*/ 4419733 w 7467600"/>
              <a:gd name="connsiteY498" fmla="*/ 3963555 h 6858000"/>
              <a:gd name="connsiteX499" fmla="*/ 4781371 w 7467600"/>
              <a:gd name="connsiteY499" fmla="*/ 4458604 h 6858000"/>
              <a:gd name="connsiteX500" fmla="*/ 4780440 w 7467600"/>
              <a:gd name="connsiteY500" fmla="*/ 4470290 h 6858000"/>
              <a:gd name="connsiteX501" fmla="*/ 4898954 w 7467600"/>
              <a:gd name="connsiteY501" fmla="*/ 4662092 h 6858000"/>
              <a:gd name="connsiteX502" fmla="*/ 4900699 w 7467600"/>
              <a:gd name="connsiteY502" fmla="*/ 4670867 h 6858000"/>
              <a:gd name="connsiteX503" fmla="*/ 5714511 w 7467600"/>
              <a:gd name="connsiteY503" fmla="*/ 4663483 h 6858000"/>
              <a:gd name="connsiteX504" fmla="*/ 5464793 w 7467600"/>
              <a:gd name="connsiteY504" fmla="*/ 4393556 h 6858000"/>
              <a:gd name="connsiteX505" fmla="*/ 5461897 w 7467600"/>
              <a:gd name="connsiteY505" fmla="*/ 4390879 h 6858000"/>
              <a:gd name="connsiteX506" fmla="*/ 4294126 w 7467600"/>
              <a:gd name="connsiteY506" fmla="*/ 3303048 h 6858000"/>
              <a:gd name="connsiteX507" fmla="*/ 4305321 w 7467600"/>
              <a:gd name="connsiteY507" fmla="*/ 3256953 h 6858000"/>
              <a:gd name="connsiteX508" fmla="*/ 4949299 w 7467600"/>
              <a:gd name="connsiteY508" fmla="*/ 3766336 h 6858000"/>
              <a:gd name="connsiteX509" fmla="*/ 5291452 w 7467600"/>
              <a:gd name="connsiteY509" fmla="*/ 4076801 h 6858000"/>
              <a:gd name="connsiteX510" fmla="*/ 5434998 w 7467600"/>
              <a:gd name="connsiteY510" fmla="*/ 4254100 h 6858000"/>
              <a:gd name="connsiteX511" fmla="*/ 5351015 w 7467600"/>
              <a:gd name="connsiteY511" fmla="*/ 3760989 h 6858000"/>
              <a:gd name="connsiteX512" fmla="*/ 5413780 w 7467600"/>
              <a:gd name="connsiteY512" fmla="*/ 2966265 h 6858000"/>
              <a:gd name="connsiteX513" fmla="*/ 5425627 w 7467600"/>
              <a:gd name="connsiteY513" fmla="*/ 2954192 h 6858000"/>
              <a:gd name="connsiteX514" fmla="*/ 6604735 w 7467600"/>
              <a:gd name="connsiteY514" fmla="*/ 2041381 h 6858000"/>
              <a:gd name="connsiteX515" fmla="*/ 7204487 w 7467600"/>
              <a:gd name="connsiteY515" fmla="*/ 2742112 h 6858000"/>
              <a:gd name="connsiteX516" fmla="*/ 7131592 w 7467600"/>
              <a:gd name="connsiteY516" fmla="*/ 2672096 h 6858000"/>
              <a:gd name="connsiteX517" fmla="*/ 6996344 w 7467600"/>
              <a:gd name="connsiteY517" fmla="*/ 2518310 h 6858000"/>
              <a:gd name="connsiteX518" fmla="*/ 6735495 w 7467600"/>
              <a:gd name="connsiteY518" fmla="*/ 2196890 h 6858000"/>
              <a:gd name="connsiteX519" fmla="*/ 6721901 w 7467600"/>
              <a:gd name="connsiteY519" fmla="*/ 2179274 h 6858000"/>
              <a:gd name="connsiteX520" fmla="*/ 6604735 w 7467600"/>
              <a:gd name="connsiteY520" fmla="*/ 2041381 h 6858000"/>
              <a:gd name="connsiteX521" fmla="*/ 6591670 w 7467600"/>
              <a:gd name="connsiteY521" fmla="*/ 1988277 h 6858000"/>
              <a:gd name="connsiteX522" fmla="*/ 6747349 w 7467600"/>
              <a:gd name="connsiteY522" fmla="*/ 2160069 h 6858000"/>
              <a:gd name="connsiteX523" fmla="*/ 6760943 w 7467600"/>
              <a:gd name="connsiteY523" fmla="*/ 2177686 h 6858000"/>
              <a:gd name="connsiteX524" fmla="*/ 7021065 w 7467600"/>
              <a:gd name="connsiteY524" fmla="*/ 2498102 h 6858000"/>
              <a:gd name="connsiteX525" fmla="*/ 7155223 w 7467600"/>
              <a:gd name="connsiteY525" fmla="*/ 2650386 h 6858000"/>
              <a:gd name="connsiteX526" fmla="*/ 7203167 w 7467600"/>
              <a:gd name="connsiteY526" fmla="*/ 2697288 h 6858000"/>
              <a:gd name="connsiteX527" fmla="*/ 6937703 w 7467600"/>
              <a:gd name="connsiteY527" fmla="*/ 2321981 h 6858000"/>
              <a:gd name="connsiteX528" fmla="*/ 6591670 w 7467600"/>
              <a:gd name="connsiteY528" fmla="*/ 1988277 h 6858000"/>
              <a:gd name="connsiteX529" fmla="*/ 5798671 w 7467600"/>
              <a:gd name="connsiteY529" fmla="*/ 1981601 h 6858000"/>
              <a:gd name="connsiteX530" fmla="*/ 5754709 w 7467600"/>
              <a:gd name="connsiteY530" fmla="*/ 2071454 h 6858000"/>
              <a:gd name="connsiteX531" fmla="*/ 5763044 w 7467600"/>
              <a:gd name="connsiteY531" fmla="*/ 2842206 h 6858000"/>
              <a:gd name="connsiteX532" fmla="*/ 5764974 w 7467600"/>
              <a:gd name="connsiteY532" fmla="*/ 2799609 h 6858000"/>
              <a:gd name="connsiteX533" fmla="*/ 5767665 w 7467600"/>
              <a:gd name="connsiteY533" fmla="*/ 2666409 h 6858000"/>
              <a:gd name="connsiteX534" fmla="*/ 5763055 w 7467600"/>
              <a:gd name="connsiteY534" fmla="*/ 2579705 h 6858000"/>
              <a:gd name="connsiteX535" fmla="*/ 5758079 w 7467600"/>
              <a:gd name="connsiteY535" fmla="*/ 2492508 h 6858000"/>
              <a:gd name="connsiteX536" fmla="*/ 5779325 w 7467600"/>
              <a:gd name="connsiteY536" fmla="*/ 2197069 h 6858000"/>
              <a:gd name="connsiteX537" fmla="*/ 5798671 w 7467600"/>
              <a:gd name="connsiteY537" fmla="*/ 1981601 h 6858000"/>
              <a:gd name="connsiteX538" fmla="*/ 5829202 w 7467600"/>
              <a:gd name="connsiteY538" fmla="*/ 1971679 h 6858000"/>
              <a:gd name="connsiteX539" fmla="*/ 5809558 w 7467600"/>
              <a:gd name="connsiteY539" fmla="*/ 2198043 h 6858000"/>
              <a:gd name="connsiteX540" fmla="*/ 5788653 w 7467600"/>
              <a:gd name="connsiteY540" fmla="*/ 2489430 h 6858000"/>
              <a:gd name="connsiteX541" fmla="*/ 5793439 w 7467600"/>
              <a:gd name="connsiteY541" fmla="*/ 2575235 h 6858000"/>
              <a:gd name="connsiteX542" fmla="*/ 5796837 w 7467600"/>
              <a:gd name="connsiteY542" fmla="*/ 2637633 h 6858000"/>
              <a:gd name="connsiteX543" fmla="*/ 5818614 w 7467600"/>
              <a:gd name="connsiteY543" fmla="*/ 2473055 h 6858000"/>
              <a:gd name="connsiteX544" fmla="*/ 5829202 w 7467600"/>
              <a:gd name="connsiteY544" fmla="*/ 1971679 h 6858000"/>
              <a:gd name="connsiteX545" fmla="*/ 5911389 w 7467600"/>
              <a:gd name="connsiteY545" fmla="*/ 1898371 h 6858000"/>
              <a:gd name="connsiteX546" fmla="*/ 6237627 w 7467600"/>
              <a:gd name="connsiteY546" fmla="*/ 2231921 h 6858000"/>
              <a:gd name="connsiteX547" fmla="*/ 5911389 w 7467600"/>
              <a:gd name="connsiteY547" fmla="*/ 1898371 h 6858000"/>
              <a:gd name="connsiteX548" fmla="*/ 6944437 w 7467600"/>
              <a:gd name="connsiteY548" fmla="*/ 1575402 h 6858000"/>
              <a:gd name="connsiteX549" fmla="*/ 6304730 w 7467600"/>
              <a:gd name="connsiteY549" fmla="*/ 1766654 h 6858000"/>
              <a:gd name="connsiteX550" fmla="*/ 6944437 w 7467600"/>
              <a:gd name="connsiteY550" fmla="*/ 1575402 h 6858000"/>
              <a:gd name="connsiteX551" fmla="*/ 7019523 w 7467600"/>
              <a:gd name="connsiteY551" fmla="*/ 1519450 h 6858000"/>
              <a:gd name="connsiteX552" fmla="*/ 6298091 w 7467600"/>
              <a:gd name="connsiteY552" fmla="*/ 1737122 h 6858000"/>
              <a:gd name="connsiteX553" fmla="*/ 7019523 w 7467600"/>
              <a:gd name="connsiteY553" fmla="*/ 1519450 h 6858000"/>
              <a:gd name="connsiteX554" fmla="*/ 2399523 w 7467600"/>
              <a:gd name="connsiteY554" fmla="*/ 1428234 h 6858000"/>
              <a:gd name="connsiteX555" fmla="*/ 2224982 w 7467600"/>
              <a:gd name="connsiteY555" fmla="*/ 1826201 h 6858000"/>
              <a:gd name="connsiteX556" fmla="*/ 2096099 w 7467600"/>
              <a:gd name="connsiteY556" fmla="*/ 2345900 h 6858000"/>
              <a:gd name="connsiteX557" fmla="*/ 2283317 w 7467600"/>
              <a:gd name="connsiteY557" fmla="*/ 1796925 h 6858000"/>
              <a:gd name="connsiteX558" fmla="*/ 2399523 w 7467600"/>
              <a:gd name="connsiteY558" fmla="*/ 1428234 h 6858000"/>
              <a:gd name="connsiteX559" fmla="*/ 2448558 w 7467600"/>
              <a:gd name="connsiteY559" fmla="*/ 1373435 h 6858000"/>
              <a:gd name="connsiteX560" fmla="*/ 2312521 w 7467600"/>
              <a:gd name="connsiteY560" fmla="*/ 1806140 h 6858000"/>
              <a:gd name="connsiteX561" fmla="*/ 2127533 w 7467600"/>
              <a:gd name="connsiteY561" fmla="*/ 2348380 h 6858000"/>
              <a:gd name="connsiteX562" fmla="*/ 2358080 w 7467600"/>
              <a:gd name="connsiteY562" fmla="*/ 1866134 h 6858000"/>
              <a:gd name="connsiteX563" fmla="*/ 2407436 w 7467600"/>
              <a:gd name="connsiteY563" fmla="*/ 1651070 h 6858000"/>
              <a:gd name="connsiteX564" fmla="*/ 2448558 w 7467600"/>
              <a:gd name="connsiteY564" fmla="*/ 1373435 h 6858000"/>
              <a:gd name="connsiteX565" fmla="*/ 278707 w 7467600"/>
              <a:gd name="connsiteY565" fmla="*/ 1352270 h 6858000"/>
              <a:gd name="connsiteX566" fmla="*/ 321570 w 7467600"/>
              <a:gd name="connsiteY566" fmla="*/ 1861610 h 6858000"/>
              <a:gd name="connsiteX567" fmla="*/ 294281 w 7467600"/>
              <a:gd name="connsiteY567" fmla="*/ 1440658 h 6858000"/>
              <a:gd name="connsiteX568" fmla="*/ 278707 w 7467600"/>
              <a:gd name="connsiteY568" fmla="*/ 1352270 h 6858000"/>
              <a:gd name="connsiteX569" fmla="*/ 1423821 w 7467600"/>
              <a:gd name="connsiteY569" fmla="*/ 1351958 h 6858000"/>
              <a:gd name="connsiteX570" fmla="*/ 1638521 w 7467600"/>
              <a:gd name="connsiteY570" fmla="*/ 1908470 h 6858000"/>
              <a:gd name="connsiteX571" fmla="*/ 1754199 w 7467600"/>
              <a:gd name="connsiteY571" fmla="*/ 2149284 h 6858000"/>
              <a:gd name="connsiteX572" fmla="*/ 1908359 w 7467600"/>
              <a:gd name="connsiteY572" fmla="*/ 2364988 h 6858000"/>
              <a:gd name="connsiteX573" fmla="*/ 1647661 w 7467600"/>
              <a:gd name="connsiteY573" fmla="*/ 1825945 h 6858000"/>
              <a:gd name="connsiteX574" fmla="*/ 1423821 w 7467600"/>
              <a:gd name="connsiteY574" fmla="*/ 1351958 h 6858000"/>
              <a:gd name="connsiteX575" fmla="*/ 1431890 w 7467600"/>
              <a:gd name="connsiteY575" fmla="*/ 1306475 h 6858000"/>
              <a:gd name="connsiteX576" fmla="*/ 1507597 w 7467600"/>
              <a:gd name="connsiteY576" fmla="*/ 1446132 h 6858000"/>
              <a:gd name="connsiteX577" fmla="*/ 1674586 w 7467600"/>
              <a:gd name="connsiteY577" fmla="*/ 1813832 h 6858000"/>
              <a:gd name="connsiteX578" fmla="*/ 1815950 w 7467600"/>
              <a:gd name="connsiteY578" fmla="*/ 2128564 h 6858000"/>
              <a:gd name="connsiteX579" fmla="*/ 1984242 w 7467600"/>
              <a:gd name="connsiteY579" fmla="*/ 2430829 h 6858000"/>
              <a:gd name="connsiteX580" fmla="*/ 2014023 w 7467600"/>
              <a:gd name="connsiteY580" fmla="*/ 2450995 h 6858000"/>
              <a:gd name="connsiteX581" fmla="*/ 1747337 w 7467600"/>
              <a:gd name="connsiteY581" fmla="*/ 1855264 h 6858000"/>
              <a:gd name="connsiteX582" fmla="*/ 1533749 w 7467600"/>
              <a:gd name="connsiteY582" fmla="*/ 1478656 h 6858000"/>
              <a:gd name="connsiteX583" fmla="*/ 1431890 w 7467600"/>
              <a:gd name="connsiteY583" fmla="*/ 1306475 h 6858000"/>
              <a:gd name="connsiteX584" fmla="*/ 5052692 w 7467600"/>
              <a:gd name="connsiteY584" fmla="*/ 1292994 h 6858000"/>
              <a:gd name="connsiteX585" fmla="*/ 5200661 w 7467600"/>
              <a:gd name="connsiteY585" fmla="*/ 1635186 h 6858000"/>
              <a:gd name="connsiteX586" fmla="*/ 5297138 w 7467600"/>
              <a:gd name="connsiteY586" fmla="*/ 1906351 h 6858000"/>
              <a:gd name="connsiteX587" fmla="*/ 5052692 w 7467600"/>
              <a:gd name="connsiteY587" fmla="*/ 1292994 h 6858000"/>
              <a:gd name="connsiteX588" fmla="*/ 5009948 w 7467600"/>
              <a:gd name="connsiteY588" fmla="*/ 1273619 h 6858000"/>
              <a:gd name="connsiteX589" fmla="*/ 5121777 w 7467600"/>
              <a:gd name="connsiteY589" fmla="*/ 1654213 h 6858000"/>
              <a:gd name="connsiteX590" fmla="*/ 5293545 w 7467600"/>
              <a:gd name="connsiteY590" fmla="*/ 2072247 h 6858000"/>
              <a:gd name="connsiteX591" fmla="*/ 5294042 w 7467600"/>
              <a:gd name="connsiteY591" fmla="*/ 2065019 h 6858000"/>
              <a:gd name="connsiteX592" fmla="*/ 5171936 w 7467600"/>
              <a:gd name="connsiteY592" fmla="*/ 1647613 h 6858000"/>
              <a:gd name="connsiteX593" fmla="*/ 5009948 w 7467600"/>
              <a:gd name="connsiteY593" fmla="*/ 1273619 h 6858000"/>
              <a:gd name="connsiteX594" fmla="*/ 655236 w 7467600"/>
              <a:gd name="connsiteY594" fmla="*/ 1268632 h 6858000"/>
              <a:gd name="connsiteX595" fmla="*/ 839521 w 7467600"/>
              <a:gd name="connsiteY595" fmla="*/ 1685315 h 6858000"/>
              <a:gd name="connsiteX596" fmla="*/ 1109416 w 7467600"/>
              <a:gd name="connsiteY596" fmla="*/ 2061663 h 6858000"/>
              <a:gd name="connsiteX597" fmla="*/ 1298300 w 7467600"/>
              <a:gd name="connsiteY597" fmla="*/ 2247742 h 6858000"/>
              <a:gd name="connsiteX598" fmla="*/ 1125871 w 7467600"/>
              <a:gd name="connsiteY598" fmla="*/ 1989513 h 6858000"/>
              <a:gd name="connsiteX599" fmla="*/ 981574 w 7467600"/>
              <a:gd name="connsiteY599" fmla="*/ 1783157 h 6858000"/>
              <a:gd name="connsiteX600" fmla="*/ 922198 w 7467600"/>
              <a:gd name="connsiteY600" fmla="*/ 1677437 h 6858000"/>
              <a:gd name="connsiteX601" fmla="*/ 869293 w 7467600"/>
              <a:gd name="connsiteY601" fmla="*/ 1583214 h 6858000"/>
              <a:gd name="connsiteX602" fmla="*/ 751431 w 7467600"/>
              <a:gd name="connsiteY602" fmla="*/ 1405731 h 6858000"/>
              <a:gd name="connsiteX603" fmla="*/ 655236 w 7467600"/>
              <a:gd name="connsiteY603" fmla="*/ 1268632 h 6858000"/>
              <a:gd name="connsiteX604" fmla="*/ 6516292 w 7467600"/>
              <a:gd name="connsiteY604" fmla="*/ 1263064 h 6858000"/>
              <a:gd name="connsiteX605" fmla="*/ 5736320 w 7467600"/>
              <a:gd name="connsiteY605" fmla="*/ 1501803 h 6858000"/>
              <a:gd name="connsiteX606" fmla="*/ 6516292 w 7467600"/>
              <a:gd name="connsiteY606" fmla="*/ 1263064 h 6858000"/>
              <a:gd name="connsiteX607" fmla="*/ 291466 w 7467600"/>
              <a:gd name="connsiteY607" fmla="*/ 1250369 h 6858000"/>
              <a:gd name="connsiteX608" fmla="*/ 323180 w 7467600"/>
              <a:gd name="connsiteY608" fmla="*/ 1435283 h 6858000"/>
              <a:gd name="connsiteX609" fmla="*/ 349381 w 7467600"/>
              <a:gd name="connsiteY609" fmla="*/ 1875041 h 6858000"/>
              <a:gd name="connsiteX610" fmla="*/ 374363 w 7467600"/>
              <a:gd name="connsiteY610" fmla="*/ 1506494 h 6858000"/>
              <a:gd name="connsiteX611" fmla="*/ 302168 w 7467600"/>
              <a:gd name="connsiteY611" fmla="*/ 1274495 h 6858000"/>
              <a:gd name="connsiteX612" fmla="*/ 291466 w 7467600"/>
              <a:gd name="connsiteY612" fmla="*/ 1250369 h 6858000"/>
              <a:gd name="connsiteX613" fmla="*/ 678222 w 7467600"/>
              <a:gd name="connsiteY613" fmla="*/ 1248670 h 6858000"/>
              <a:gd name="connsiteX614" fmla="*/ 775536 w 7467600"/>
              <a:gd name="connsiteY614" fmla="*/ 1388015 h 6858000"/>
              <a:gd name="connsiteX615" fmla="*/ 894529 w 7467600"/>
              <a:gd name="connsiteY615" fmla="*/ 1567739 h 6858000"/>
              <a:gd name="connsiteX616" fmla="*/ 948000 w 7467600"/>
              <a:gd name="connsiteY616" fmla="*/ 1663088 h 6858000"/>
              <a:gd name="connsiteX617" fmla="*/ 1006812 w 7467600"/>
              <a:gd name="connsiteY617" fmla="*/ 1767683 h 6858000"/>
              <a:gd name="connsiteX618" fmla="*/ 1149133 w 7467600"/>
              <a:gd name="connsiteY618" fmla="*/ 1971513 h 6858000"/>
              <a:gd name="connsiteX619" fmla="*/ 1333952 w 7467600"/>
              <a:gd name="connsiteY619" fmla="*/ 2251620 h 6858000"/>
              <a:gd name="connsiteX620" fmla="*/ 1337329 w 7467600"/>
              <a:gd name="connsiteY620" fmla="*/ 2258350 h 6858000"/>
              <a:gd name="connsiteX621" fmla="*/ 1014726 w 7467600"/>
              <a:gd name="connsiteY621" fmla="*/ 1615556 h 6858000"/>
              <a:gd name="connsiteX622" fmla="*/ 678222 w 7467600"/>
              <a:gd name="connsiteY622" fmla="*/ 1248670 h 6858000"/>
              <a:gd name="connsiteX623" fmla="*/ 6691602 w 7467600"/>
              <a:gd name="connsiteY623" fmla="*/ 1140573 h 6858000"/>
              <a:gd name="connsiteX624" fmla="*/ 6571100 w 7467600"/>
              <a:gd name="connsiteY624" fmla="*/ 1183662 h 6858000"/>
              <a:gd name="connsiteX625" fmla="*/ 6241687 w 7467600"/>
              <a:gd name="connsiteY625" fmla="*/ 1257600 h 6858000"/>
              <a:gd name="connsiteX626" fmla="*/ 5693009 w 7467600"/>
              <a:gd name="connsiteY626" fmla="*/ 1478256 h 6858000"/>
              <a:gd name="connsiteX627" fmla="*/ 6548420 w 7467600"/>
              <a:gd name="connsiteY627" fmla="*/ 1214599 h 6858000"/>
              <a:gd name="connsiteX628" fmla="*/ 6605473 w 7467600"/>
              <a:gd name="connsiteY628" fmla="*/ 1184686 h 6858000"/>
              <a:gd name="connsiteX629" fmla="*/ 6691602 w 7467600"/>
              <a:gd name="connsiteY629" fmla="*/ 1140573 h 6858000"/>
              <a:gd name="connsiteX630" fmla="*/ 4002475 w 7467600"/>
              <a:gd name="connsiteY630" fmla="*/ 1037802 h 6858000"/>
              <a:gd name="connsiteX631" fmla="*/ 4000324 w 7467600"/>
              <a:gd name="connsiteY631" fmla="*/ 1039362 h 6858000"/>
              <a:gd name="connsiteX632" fmla="*/ 4002862 w 7467600"/>
              <a:gd name="connsiteY632" fmla="*/ 1042866 h 6858000"/>
              <a:gd name="connsiteX633" fmla="*/ 4002475 w 7467600"/>
              <a:gd name="connsiteY633" fmla="*/ 1037802 h 6858000"/>
              <a:gd name="connsiteX634" fmla="*/ 506322 w 7467600"/>
              <a:gd name="connsiteY634" fmla="*/ 1020997 h 6858000"/>
              <a:gd name="connsiteX635" fmla="*/ 533068 w 7467600"/>
              <a:gd name="connsiteY635" fmla="*/ 1029409 h 6858000"/>
              <a:gd name="connsiteX636" fmla="*/ 1232525 w 7467600"/>
              <a:gd name="connsiteY636" fmla="*/ 1804675 h 6858000"/>
              <a:gd name="connsiteX637" fmla="*/ 1388858 w 7467600"/>
              <a:gd name="connsiteY637" fmla="*/ 2368011 h 6858000"/>
              <a:gd name="connsiteX638" fmla="*/ 1384098 w 7467600"/>
              <a:gd name="connsiteY638" fmla="*/ 2378125 h 6858000"/>
              <a:gd name="connsiteX639" fmla="*/ 1425393 w 7467600"/>
              <a:gd name="connsiteY639" fmla="*/ 2589124 h 6858000"/>
              <a:gd name="connsiteX640" fmla="*/ 1424001 w 7467600"/>
              <a:gd name="connsiteY640" fmla="*/ 2597541 h 6858000"/>
              <a:gd name="connsiteX641" fmla="*/ 2152729 w 7467600"/>
              <a:gd name="connsiteY641" fmla="*/ 2864487 h 6858000"/>
              <a:gd name="connsiteX642" fmla="*/ 2020609 w 7467600"/>
              <a:gd name="connsiteY642" fmla="*/ 2539671 h 6858000"/>
              <a:gd name="connsiteX643" fmla="*/ 2018920 w 7467600"/>
              <a:gd name="connsiteY643" fmla="*/ 2536309 h 6858000"/>
              <a:gd name="connsiteX644" fmla="*/ 1342441 w 7467600"/>
              <a:gd name="connsiteY644" fmla="*/ 1173017 h 6858000"/>
              <a:gd name="connsiteX645" fmla="*/ 1367925 w 7467600"/>
              <a:gd name="connsiteY645" fmla="*/ 1135648 h 6858000"/>
              <a:gd name="connsiteX646" fmla="*/ 1771401 w 7467600"/>
              <a:gd name="connsiteY646" fmla="*/ 1806673 h 6858000"/>
              <a:gd name="connsiteX647" fmla="*/ 1972385 w 7467600"/>
              <a:gd name="connsiteY647" fmla="*/ 2198735 h 6858000"/>
              <a:gd name="connsiteX648" fmla="*/ 2040892 w 7467600"/>
              <a:gd name="connsiteY648" fmla="*/ 2405205 h 6858000"/>
              <a:gd name="connsiteX649" fmla="*/ 2131689 w 7467600"/>
              <a:gd name="connsiteY649" fmla="*/ 1936926 h 6858000"/>
              <a:gd name="connsiteX650" fmla="*/ 2454820 w 7467600"/>
              <a:gd name="connsiteY650" fmla="*/ 1248808 h 6858000"/>
              <a:gd name="connsiteX651" fmla="*/ 2492512 w 7467600"/>
              <a:gd name="connsiteY651" fmla="*/ 1302920 h 6858000"/>
              <a:gd name="connsiteX652" fmla="*/ 2081216 w 7467600"/>
              <a:gd name="connsiteY652" fmla="*/ 2527513 h 6858000"/>
              <a:gd name="connsiteX653" fmla="*/ 2081211 w 7467600"/>
              <a:gd name="connsiteY653" fmla="*/ 2528916 h 6858000"/>
              <a:gd name="connsiteX654" fmla="*/ 2199067 w 7467600"/>
              <a:gd name="connsiteY654" fmla="*/ 2884061 h 6858000"/>
              <a:gd name="connsiteX655" fmla="*/ 3192586 w 7467600"/>
              <a:gd name="connsiteY655" fmla="*/ 3411496 h 6858000"/>
              <a:gd name="connsiteX656" fmla="*/ 3182620 w 7467600"/>
              <a:gd name="connsiteY656" fmla="*/ 3483279 h 6858000"/>
              <a:gd name="connsiteX657" fmla="*/ 2435119 w 7467600"/>
              <a:gd name="connsiteY657" fmla="*/ 3080173 h 6858000"/>
              <a:gd name="connsiteX658" fmla="*/ 2410152 w 7467600"/>
              <a:gd name="connsiteY658" fmla="*/ 3063751 h 6858000"/>
              <a:gd name="connsiteX659" fmla="*/ 2408099 w 7467600"/>
              <a:gd name="connsiteY659" fmla="*/ 3064403 h 6858000"/>
              <a:gd name="connsiteX660" fmla="*/ 2407218 w 7467600"/>
              <a:gd name="connsiteY660" fmla="*/ 3070324 h 6858000"/>
              <a:gd name="connsiteX661" fmla="*/ 2380138 w 7467600"/>
              <a:gd name="connsiteY661" fmla="*/ 3099341 h 6858000"/>
              <a:gd name="connsiteX662" fmla="*/ 1765923 w 7467600"/>
              <a:gd name="connsiteY662" fmla="*/ 3581043 h 6858000"/>
              <a:gd name="connsiteX663" fmla="*/ 1702258 w 7467600"/>
              <a:gd name="connsiteY663" fmla="*/ 3612286 h 6858000"/>
              <a:gd name="connsiteX664" fmla="*/ 1538370 w 7467600"/>
              <a:gd name="connsiteY664" fmla="*/ 3811804 h 6858000"/>
              <a:gd name="connsiteX665" fmla="*/ 542867 w 7467600"/>
              <a:gd name="connsiteY665" fmla="*/ 4944092 h 6858000"/>
              <a:gd name="connsiteX666" fmla="*/ 515800 w 7467600"/>
              <a:gd name="connsiteY666" fmla="*/ 4862180 h 6858000"/>
              <a:gd name="connsiteX667" fmla="*/ 909145 w 7467600"/>
              <a:gd name="connsiteY667" fmla="*/ 4199225 h 6858000"/>
              <a:gd name="connsiteX668" fmla="*/ 1214067 w 7467600"/>
              <a:gd name="connsiteY668" fmla="*/ 3908561 h 6858000"/>
              <a:gd name="connsiteX669" fmla="*/ 640967 w 7467600"/>
              <a:gd name="connsiteY669" fmla="*/ 4105601 h 6858000"/>
              <a:gd name="connsiteX670" fmla="*/ 112563 w 7467600"/>
              <a:gd name="connsiteY670" fmla="*/ 4396952 h 6858000"/>
              <a:gd name="connsiteX671" fmla="*/ 0 w 7467600"/>
              <a:gd name="connsiteY671" fmla="*/ 4466006 h 6858000"/>
              <a:gd name="connsiteX672" fmla="*/ 0 w 7467600"/>
              <a:gd name="connsiteY672" fmla="*/ 4233763 h 6858000"/>
              <a:gd name="connsiteX673" fmla="*/ 36881 w 7467600"/>
              <a:gd name="connsiteY673" fmla="*/ 4200118 h 6858000"/>
              <a:gd name="connsiteX674" fmla="*/ 910534 w 7467600"/>
              <a:gd name="connsiteY674" fmla="*/ 3629753 h 6858000"/>
              <a:gd name="connsiteX675" fmla="*/ 1578717 w 7467600"/>
              <a:gd name="connsiteY675" fmla="*/ 3575982 h 6858000"/>
              <a:gd name="connsiteX676" fmla="*/ 2338780 w 7467600"/>
              <a:gd name="connsiteY676" fmla="*/ 3033725 h 6858000"/>
              <a:gd name="connsiteX677" fmla="*/ 1807991 w 7467600"/>
              <a:gd name="connsiteY677" fmla="*/ 2807184 h 6858000"/>
              <a:gd name="connsiteX678" fmla="*/ 1416358 w 7467600"/>
              <a:gd name="connsiteY678" fmla="*/ 3112571 h 6858000"/>
              <a:gd name="connsiteX679" fmla="*/ 939066 w 7467600"/>
              <a:gd name="connsiteY679" fmla="*/ 3378798 h 6858000"/>
              <a:gd name="connsiteX680" fmla="*/ 115099 w 7467600"/>
              <a:gd name="connsiteY680" fmla="*/ 3607650 h 6858000"/>
              <a:gd name="connsiteX681" fmla="*/ 97284 w 7467600"/>
              <a:gd name="connsiteY681" fmla="*/ 3520393 h 6858000"/>
              <a:gd name="connsiteX682" fmla="*/ 922050 w 7467600"/>
              <a:gd name="connsiteY682" fmla="*/ 3074867 h 6858000"/>
              <a:gd name="connsiteX683" fmla="*/ 1405265 w 7467600"/>
              <a:gd name="connsiteY683" fmla="*/ 3016319 h 6858000"/>
              <a:gd name="connsiteX684" fmla="*/ 1407512 w 7467600"/>
              <a:gd name="connsiteY684" fmla="*/ 3018001 h 6858000"/>
              <a:gd name="connsiteX685" fmla="*/ 1726266 w 7467600"/>
              <a:gd name="connsiteY685" fmla="*/ 2777274 h 6858000"/>
              <a:gd name="connsiteX686" fmla="*/ 625390 w 7467600"/>
              <a:gd name="connsiteY686" fmla="*/ 2514541 h 6858000"/>
              <a:gd name="connsiteX687" fmla="*/ 619799 w 7467600"/>
              <a:gd name="connsiteY687" fmla="*/ 2527180 h 6858000"/>
              <a:gd name="connsiteX688" fmla="*/ 310030 w 7467600"/>
              <a:gd name="connsiteY688" fmla="*/ 2771818 h 6858000"/>
              <a:gd name="connsiteX689" fmla="*/ 173877 w 7467600"/>
              <a:gd name="connsiteY689" fmla="*/ 2937056 h 6858000"/>
              <a:gd name="connsiteX690" fmla="*/ 77889 w 7467600"/>
              <a:gd name="connsiteY690" fmla="*/ 3138440 h 6858000"/>
              <a:gd name="connsiteX691" fmla="*/ 0 w 7467600"/>
              <a:gd name="connsiteY691" fmla="*/ 3271395 h 6858000"/>
              <a:gd name="connsiteX692" fmla="*/ 0 w 7467600"/>
              <a:gd name="connsiteY692" fmla="*/ 3153002 h 6858000"/>
              <a:gd name="connsiteX693" fmla="*/ 2386 w 7467600"/>
              <a:gd name="connsiteY693" fmla="*/ 3149203 h 6858000"/>
              <a:gd name="connsiteX694" fmla="*/ 89753 w 7467600"/>
              <a:gd name="connsiteY694" fmla="*/ 2987702 h 6858000"/>
              <a:gd name="connsiteX695" fmla="*/ 76869 w 7467600"/>
              <a:gd name="connsiteY695" fmla="*/ 3005404 h 6858000"/>
              <a:gd name="connsiteX696" fmla="*/ 32049 w 7467600"/>
              <a:gd name="connsiteY696" fmla="*/ 3065814 h 6858000"/>
              <a:gd name="connsiteX697" fmla="*/ 0 w 7467600"/>
              <a:gd name="connsiteY697" fmla="*/ 3108744 h 6858000"/>
              <a:gd name="connsiteX698" fmla="*/ 0 w 7467600"/>
              <a:gd name="connsiteY698" fmla="*/ 3058059 h 6858000"/>
              <a:gd name="connsiteX699" fmla="*/ 7610 w 7467600"/>
              <a:gd name="connsiteY699" fmla="*/ 3047889 h 6858000"/>
              <a:gd name="connsiteX700" fmla="*/ 52419 w 7467600"/>
              <a:gd name="connsiteY700" fmla="*/ 2987479 h 6858000"/>
              <a:gd name="connsiteX701" fmla="*/ 59142 w 7467600"/>
              <a:gd name="connsiteY701" fmla="*/ 2978488 h 6858000"/>
              <a:gd name="connsiteX702" fmla="*/ 0 w 7467600"/>
              <a:gd name="connsiteY702" fmla="*/ 3015334 h 6858000"/>
              <a:gd name="connsiteX703" fmla="*/ 0 w 7467600"/>
              <a:gd name="connsiteY703" fmla="*/ 2914286 h 6858000"/>
              <a:gd name="connsiteX704" fmla="*/ 36383 w 7467600"/>
              <a:gd name="connsiteY704" fmla="*/ 2901128 h 6858000"/>
              <a:gd name="connsiteX705" fmla="*/ 156329 w 7467600"/>
              <a:gd name="connsiteY705" fmla="*/ 2840533 h 6858000"/>
              <a:gd name="connsiteX706" fmla="*/ 358355 w 7467600"/>
              <a:gd name="connsiteY706" fmla="*/ 2620471 h 6858000"/>
              <a:gd name="connsiteX707" fmla="*/ 510577 w 7467600"/>
              <a:gd name="connsiteY707" fmla="*/ 2501244 h 6858000"/>
              <a:gd name="connsiteX708" fmla="*/ 211967 w 7467600"/>
              <a:gd name="connsiteY708" fmla="*/ 2479171 h 6858000"/>
              <a:gd name="connsiteX709" fmla="*/ 0 w 7467600"/>
              <a:gd name="connsiteY709" fmla="*/ 2476398 h 6858000"/>
              <a:gd name="connsiteX710" fmla="*/ 0 w 7467600"/>
              <a:gd name="connsiteY710" fmla="*/ 2389189 h 6858000"/>
              <a:gd name="connsiteX711" fmla="*/ 103062 w 7467600"/>
              <a:gd name="connsiteY711" fmla="*/ 2389518 h 6858000"/>
              <a:gd name="connsiteX712" fmla="*/ 510734 w 7467600"/>
              <a:gd name="connsiteY712" fmla="*/ 2416201 h 6858000"/>
              <a:gd name="connsiteX713" fmla="*/ 279257 w 7467600"/>
              <a:gd name="connsiteY713" fmla="*/ 2092102 h 6858000"/>
              <a:gd name="connsiteX714" fmla="*/ 65265 w 7467600"/>
              <a:gd name="connsiteY714" fmla="*/ 2006049 h 6858000"/>
              <a:gd name="connsiteX715" fmla="*/ 0 w 7467600"/>
              <a:gd name="connsiteY715" fmla="*/ 1982532 h 6858000"/>
              <a:gd name="connsiteX716" fmla="*/ 0 w 7467600"/>
              <a:gd name="connsiteY716" fmla="*/ 1912789 h 6858000"/>
              <a:gd name="connsiteX717" fmla="*/ 97460 w 7467600"/>
              <a:gd name="connsiteY717" fmla="*/ 1953725 h 6858000"/>
              <a:gd name="connsiteX718" fmla="*/ 221272 w 7467600"/>
              <a:gd name="connsiteY718" fmla="*/ 1980766 h 6858000"/>
              <a:gd name="connsiteX719" fmla="*/ 116765 w 7467600"/>
              <a:gd name="connsiteY719" fmla="*/ 1911033 h 6858000"/>
              <a:gd name="connsiteX720" fmla="*/ 16405 w 7467600"/>
              <a:gd name="connsiteY720" fmla="*/ 1803412 h 6858000"/>
              <a:gd name="connsiteX721" fmla="*/ 0 w 7467600"/>
              <a:gd name="connsiteY721" fmla="*/ 1784777 h 6858000"/>
              <a:gd name="connsiteX722" fmla="*/ 0 w 7467600"/>
              <a:gd name="connsiteY722" fmla="*/ 1740082 h 6858000"/>
              <a:gd name="connsiteX723" fmla="*/ 39394 w 7467600"/>
              <a:gd name="connsiteY723" fmla="*/ 1784856 h 6858000"/>
              <a:gd name="connsiteX724" fmla="*/ 135813 w 7467600"/>
              <a:gd name="connsiteY724" fmla="*/ 1888838 h 6858000"/>
              <a:gd name="connsiteX725" fmla="*/ 242575 w 7467600"/>
              <a:gd name="connsiteY725" fmla="*/ 1958841 h 6858000"/>
              <a:gd name="connsiteX726" fmla="*/ 82197 w 7467600"/>
              <a:gd name="connsiteY726" fmla="*/ 1754826 h 6858000"/>
              <a:gd name="connsiteX727" fmla="*/ 0 w 7467600"/>
              <a:gd name="connsiteY727" fmla="*/ 1679650 h 6858000"/>
              <a:gd name="connsiteX728" fmla="*/ 0 w 7467600"/>
              <a:gd name="connsiteY728" fmla="*/ 1602463 h 6858000"/>
              <a:gd name="connsiteX729" fmla="*/ 84689 w 7467600"/>
              <a:gd name="connsiteY729" fmla="*/ 1677442 h 6858000"/>
              <a:gd name="connsiteX730" fmla="*/ 298437 w 7467600"/>
              <a:gd name="connsiteY730" fmla="*/ 1968019 h 6858000"/>
              <a:gd name="connsiteX731" fmla="*/ 227269 w 7467600"/>
              <a:gd name="connsiteY731" fmla="*/ 1114064 h 6858000"/>
              <a:gd name="connsiteX732" fmla="*/ 248003 w 7467600"/>
              <a:gd name="connsiteY732" fmla="*/ 1089613 h 6858000"/>
              <a:gd name="connsiteX733" fmla="*/ 427020 w 7467600"/>
              <a:gd name="connsiteY733" fmla="*/ 1619803 h 6858000"/>
              <a:gd name="connsiteX734" fmla="*/ 340345 w 7467600"/>
              <a:gd name="connsiteY734" fmla="*/ 2027739 h 6858000"/>
              <a:gd name="connsiteX735" fmla="*/ 360865 w 7467600"/>
              <a:gd name="connsiteY735" fmla="*/ 2044827 h 6858000"/>
              <a:gd name="connsiteX736" fmla="*/ 560414 w 7467600"/>
              <a:gd name="connsiteY736" fmla="*/ 2421457 h 6858000"/>
              <a:gd name="connsiteX737" fmla="*/ 1359703 w 7467600"/>
              <a:gd name="connsiteY737" fmla="*/ 2578554 h 6858000"/>
              <a:gd name="connsiteX738" fmla="*/ 1359422 w 7467600"/>
              <a:gd name="connsiteY738" fmla="*/ 2577994 h 6858000"/>
              <a:gd name="connsiteX739" fmla="*/ 828701 w 7467600"/>
              <a:gd name="connsiteY739" fmla="*/ 1839520 h 6858000"/>
              <a:gd name="connsiteX740" fmla="*/ 494427 w 7467600"/>
              <a:gd name="connsiteY740" fmla="*/ 1092333 h 6858000"/>
              <a:gd name="connsiteX741" fmla="*/ 506322 w 7467600"/>
              <a:gd name="connsiteY741" fmla="*/ 1020997 h 6858000"/>
              <a:gd name="connsiteX742" fmla="*/ 4570198 w 7467600"/>
              <a:gd name="connsiteY742" fmla="*/ 978081 h 6858000"/>
              <a:gd name="connsiteX743" fmla="*/ 4523691 w 7467600"/>
              <a:gd name="connsiteY743" fmla="*/ 1127776 h 6858000"/>
              <a:gd name="connsiteX744" fmla="*/ 4509875 w 7467600"/>
              <a:gd name="connsiteY744" fmla="*/ 1167552 h 6858000"/>
              <a:gd name="connsiteX745" fmla="*/ 4478168 w 7467600"/>
              <a:gd name="connsiteY745" fmla="*/ 1260735 h 6858000"/>
              <a:gd name="connsiteX746" fmla="*/ 4409309 w 7467600"/>
              <a:gd name="connsiteY746" fmla="*/ 1666996 h 6858000"/>
              <a:gd name="connsiteX747" fmla="*/ 4370031 w 7467600"/>
              <a:gd name="connsiteY747" fmla="*/ 1955666 h 6858000"/>
              <a:gd name="connsiteX748" fmla="*/ 4570198 w 7467600"/>
              <a:gd name="connsiteY748" fmla="*/ 978081 h 6858000"/>
              <a:gd name="connsiteX749" fmla="*/ 4557898 w 7467600"/>
              <a:gd name="connsiteY749" fmla="*/ 900011 h 6858000"/>
              <a:gd name="connsiteX750" fmla="*/ 4344840 w 7467600"/>
              <a:gd name="connsiteY750" fmla="*/ 1922038 h 6858000"/>
              <a:gd name="connsiteX751" fmla="*/ 4378710 w 7467600"/>
              <a:gd name="connsiteY751" fmla="*/ 1665516 h 6858000"/>
              <a:gd name="connsiteX752" fmla="*/ 4448798 w 7467600"/>
              <a:gd name="connsiteY752" fmla="*/ 1253024 h 6858000"/>
              <a:gd name="connsiteX753" fmla="*/ 4480315 w 7467600"/>
              <a:gd name="connsiteY753" fmla="*/ 1158454 h 6858000"/>
              <a:gd name="connsiteX754" fmla="*/ 4494133 w 7467600"/>
              <a:gd name="connsiteY754" fmla="*/ 1118676 h 6858000"/>
              <a:gd name="connsiteX755" fmla="*/ 4557898 w 7467600"/>
              <a:gd name="connsiteY755" fmla="*/ 900011 h 6858000"/>
              <a:gd name="connsiteX756" fmla="*/ 5870151 w 7467600"/>
              <a:gd name="connsiteY756" fmla="*/ 898890 h 6858000"/>
              <a:gd name="connsiteX757" fmla="*/ 5861335 w 7467600"/>
              <a:gd name="connsiteY757" fmla="*/ 899177 h 6858000"/>
              <a:gd name="connsiteX758" fmla="*/ 5843702 w 7467600"/>
              <a:gd name="connsiteY758" fmla="*/ 899748 h 6858000"/>
              <a:gd name="connsiteX759" fmla="*/ 5651107 w 7467600"/>
              <a:gd name="connsiteY759" fmla="*/ 920306 h 6858000"/>
              <a:gd name="connsiteX760" fmla="*/ 5459407 w 7467600"/>
              <a:gd name="connsiteY760" fmla="*/ 940975 h 6858000"/>
              <a:gd name="connsiteX761" fmla="*/ 5374846 w 7467600"/>
              <a:gd name="connsiteY761" fmla="*/ 941988 h 6858000"/>
              <a:gd name="connsiteX762" fmla="*/ 5256105 w 7467600"/>
              <a:gd name="connsiteY762" fmla="*/ 945632 h 6858000"/>
              <a:gd name="connsiteX763" fmla="*/ 5107071 w 7467600"/>
              <a:gd name="connsiteY763" fmla="*/ 969720 h 6858000"/>
              <a:gd name="connsiteX764" fmla="*/ 4998681 w 7467600"/>
              <a:gd name="connsiteY764" fmla="*/ 988771 h 6858000"/>
              <a:gd name="connsiteX765" fmla="*/ 5870151 w 7467600"/>
              <a:gd name="connsiteY765" fmla="*/ 898890 h 6858000"/>
              <a:gd name="connsiteX766" fmla="*/ 5504425 w 7467600"/>
              <a:gd name="connsiteY766" fmla="*/ 848067 h 6858000"/>
              <a:gd name="connsiteX767" fmla="*/ 4968849 w 7467600"/>
              <a:gd name="connsiteY767" fmla="*/ 962318 h 6858000"/>
              <a:gd name="connsiteX768" fmla="*/ 5104039 w 7467600"/>
              <a:gd name="connsiteY768" fmla="*/ 940634 h 6858000"/>
              <a:gd name="connsiteX769" fmla="*/ 5256311 w 7467600"/>
              <a:gd name="connsiteY769" fmla="*/ 916490 h 6858000"/>
              <a:gd name="connsiteX770" fmla="*/ 5377381 w 7467600"/>
              <a:gd name="connsiteY770" fmla="*/ 912671 h 6858000"/>
              <a:gd name="connsiteX771" fmla="*/ 5460148 w 7467600"/>
              <a:gd name="connsiteY771" fmla="*/ 911442 h 6858000"/>
              <a:gd name="connsiteX772" fmla="*/ 5648971 w 7467600"/>
              <a:gd name="connsiteY772" fmla="*/ 891331 h 6858000"/>
              <a:gd name="connsiteX773" fmla="*/ 5844807 w 7467600"/>
              <a:gd name="connsiteY773" fmla="*/ 870718 h 6858000"/>
              <a:gd name="connsiteX774" fmla="*/ 5862975 w 7467600"/>
              <a:gd name="connsiteY774" fmla="*/ 869756 h 6858000"/>
              <a:gd name="connsiteX775" fmla="*/ 5920887 w 7467600"/>
              <a:gd name="connsiteY775" fmla="*/ 865929 h 6858000"/>
              <a:gd name="connsiteX776" fmla="*/ 5504425 w 7467600"/>
              <a:gd name="connsiteY776" fmla="*/ 848067 h 6858000"/>
              <a:gd name="connsiteX777" fmla="*/ 3607114 w 7467600"/>
              <a:gd name="connsiteY777" fmla="*/ 467441 h 6858000"/>
              <a:gd name="connsiteX778" fmla="*/ 3296242 w 7467600"/>
              <a:gd name="connsiteY778" fmla="*/ 807991 h 6858000"/>
              <a:gd name="connsiteX779" fmla="*/ 3174674 w 7467600"/>
              <a:gd name="connsiteY779" fmla="*/ 919759 h 6858000"/>
              <a:gd name="connsiteX780" fmla="*/ 3042978 w 7467600"/>
              <a:gd name="connsiteY780" fmla="*/ 1054894 h 6858000"/>
              <a:gd name="connsiteX781" fmla="*/ 2968914 w 7467600"/>
              <a:gd name="connsiteY781" fmla="*/ 1133756 h 6858000"/>
              <a:gd name="connsiteX782" fmla="*/ 3103823 w 7467600"/>
              <a:gd name="connsiteY782" fmla="*/ 1026814 h 6858000"/>
              <a:gd name="connsiteX783" fmla="*/ 3607114 w 7467600"/>
              <a:gd name="connsiteY783" fmla="*/ 467441 h 6858000"/>
              <a:gd name="connsiteX784" fmla="*/ 3744487 w 7467600"/>
              <a:gd name="connsiteY784" fmla="*/ 383136 h 6858000"/>
              <a:gd name="connsiteX785" fmla="*/ 3970213 w 7467600"/>
              <a:gd name="connsiteY785" fmla="*/ 995559 h 6858000"/>
              <a:gd name="connsiteX786" fmla="*/ 3744487 w 7467600"/>
              <a:gd name="connsiteY786" fmla="*/ 383136 h 6858000"/>
              <a:gd name="connsiteX787" fmla="*/ 3624562 w 7467600"/>
              <a:gd name="connsiteY787" fmla="*/ 367041 h 6858000"/>
              <a:gd name="connsiteX788" fmla="*/ 3489712 w 7467600"/>
              <a:gd name="connsiteY788" fmla="*/ 485386 h 6858000"/>
              <a:gd name="connsiteX789" fmla="*/ 3182994 w 7467600"/>
              <a:gd name="connsiteY789" fmla="*/ 828265 h 6858000"/>
              <a:gd name="connsiteX790" fmla="*/ 2892114 w 7467600"/>
              <a:gd name="connsiteY790" fmla="*/ 1172635 h 6858000"/>
              <a:gd name="connsiteX791" fmla="*/ 3021459 w 7467600"/>
              <a:gd name="connsiteY791" fmla="*/ 1035385 h 6858000"/>
              <a:gd name="connsiteX792" fmla="*/ 3153873 w 7467600"/>
              <a:gd name="connsiteY792" fmla="*/ 898971 h 6858000"/>
              <a:gd name="connsiteX793" fmla="*/ 3276511 w 7467600"/>
              <a:gd name="connsiteY793" fmla="*/ 786423 h 6858000"/>
              <a:gd name="connsiteX794" fmla="*/ 3584154 w 7467600"/>
              <a:gd name="connsiteY794" fmla="*/ 448218 h 6858000"/>
              <a:gd name="connsiteX795" fmla="*/ 3624562 w 7467600"/>
              <a:gd name="connsiteY795" fmla="*/ 367041 h 6858000"/>
              <a:gd name="connsiteX796" fmla="*/ 3766672 w 7467600"/>
              <a:gd name="connsiteY796" fmla="*/ 359429 h 6858000"/>
              <a:gd name="connsiteX797" fmla="*/ 3996338 w 7467600"/>
              <a:gd name="connsiteY797" fmla="*/ 968237 h 6858000"/>
              <a:gd name="connsiteX798" fmla="*/ 3766672 w 7467600"/>
              <a:gd name="connsiteY798" fmla="*/ 359429 h 6858000"/>
              <a:gd name="connsiteX799" fmla="*/ 5805386 w 7467600"/>
              <a:gd name="connsiteY799" fmla="*/ 239240 h 6858000"/>
              <a:gd name="connsiteX800" fmla="*/ 5736947 w 7467600"/>
              <a:gd name="connsiteY800" fmla="*/ 261367 h 6858000"/>
              <a:gd name="connsiteX801" fmla="*/ 5427012 w 7467600"/>
              <a:gd name="connsiteY801" fmla="*/ 311272 h 6858000"/>
              <a:gd name="connsiteX802" fmla="*/ 5147818 w 7467600"/>
              <a:gd name="connsiteY802" fmla="*/ 322112 h 6858000"/>
              <a:gd name="connsiteX803" fmla="*/ 5060854 w 7467600"/>
              <a:gd name="connsiteY803" fmla="*/ 311882 h 6858000"/>
              <a:gd name="connsiteX804" fmla="*/ 4945989 w 7467600"/>
              <a:gd name="connsiteY804" fmla="*/ 300516 h 6858000"/>
              <a:gd name="connsiteX805" fmla="*/ 5410479 w 7467600"/>
              <a:gd name="connsiteY805" fmla="*/ 348434 h 6858000"/>
              <a:gd name="connsiteX806" fmla="*/ 5805386 w 7467600"/>
              <a:gd name="connsiteY806" fmla="*/ 239240 h 6858000"/>
              <a:gd name="connsiteX807" fmla="*/ 5905192 w 7467600"/>
              <a:gd name="connsiteY807" fmla="*/ 163079 h 6858000"/>
              <a:gd name="connsiteX808" fmla="*/ 5865655 w 7467600"/>
              <a:gd name="connsiteY808" fmla="*/ 171901 h 6858000"/>
              <a:gd name="connsiteX809" fmla="*/ 5259740 w 7467600"/>
              <a:gd name="connsiteY809" fmla="*/ 257013 h 6858000"/>
              <a:gd name="connsiteX810" fmla="*/ 5208466 w 7467600"/>
              <a:gd name="connsiteY810" fmla="*/ 257550 h 6858000"/>
              <a:gd name="connsiteX811" fmla="*/ 4980204 w 7467600"/>
              <a:gd name="connsiteY811" fmla="*/ 271903 h 6858000"/>
              <a:gd name="connsiteX812" fmla="*/ 5068068 w 7467600"/>
              <a:gd name="connsiteY812" fmla="*/ 282244 h 6858000"/>
              <a:gd name="connsiteX813" fmla="*/ 5153231 w 7467600"/>
              <a:gd name="connsiteY813" fmla="*/ 292240 h 6858000"/>
              <a:gd name="connsiteX814" fmla="*/ 5426491 w 7467600"/>
              <a:gd name="connsiteY814" fmla="*/ 281128 h 6858000"/>
              <a:gd name="connsiteX815" fmla="*/ 5731212 w 7467600"/>
              <a:gd name="connsiteY815" fmla="*/ 231951 h 6858000"/>
              <a:gd name="connsiteX816" fmla="*/ 5905192 w 7467600"/>
              <a:gd name="connsiteY816" fmla="*/ 163079 h 6858000"/>
              <a:gd name="connsiteX817" fmla="*/ 5944437 w 7467600"/>
              <a:gd name="connsiteY817" fmla="*/ 113829 h 6858000"/>
              <a:gd name="connsiteX818" fmla="*/ 5825032 w 7467600"/>
              <a:gd name="connsiteY818" fmla="*/ 146405 h 6858000"/>
              <a:gd name="connsiteX819" fmla="*/ 4955599 w 7467600"/>
              <a:gd name="connsiteY819" fmla="*/ 247008 h 6858000"/>
              <a:gd name="connsiteX820" fmla="*/ 5210104 w 7467600"/>
              <a:gd name="connsiteY820" fmla="*/ 228123 h 6858000"/>
              <a:gd name="connsiteX821" fmla="*/ 5261015 w 7467600"/>
              <a:gd name="connsiteY821" fmla="*/ 227087 h 6858000"/>
              <a:gd name="connsiteX822" fmla="*/ 5861181 w 7467600"/>
              <a:gd name="connsiteY822" fmla="*/ 143093 h 6858000"/>
              <a:gd name="connsiteX823" fmla="*/ 5961252 w 7467600"/>
              <a:gd name="connsiteY823" fmla="*/ 114820 h 6858000"/>
              <a:gd name="connsiteX824" fmla="*/ 5944437 w 7467600"/>
              <a:gd name="connsiteY824" fmla="*/ 113829 h 6858000"/>
              <a:gd name="connsiteX825" fmla="*/ 3882765 w 7467600"/>
              <a:gd name="connsiteY825" fmla="*/ 0 h 6858000"/>
              <a:gd name="connsiteX826" fmla="*/ 3995099 w 7467600"/>
              <a:gd name="connsiteY826" fmla="*/ 0 h 6858000"/>
              <a:gd name="connsiteX827" fmla="*/ 4163818 w 7467600"/>
              <a:gd name="connsiteY827" fmla="*/ 234104 h 6858000"/>
              <a:gd name="connsiteX828" fmla="*/ 4172099 w 7467600"/>
              <a:gd name="connsiteY828" fmla="*/ 234207 h 6858000"/>
              <a:gd name="connsiteX829" fmla="*/ 4784282 w 7467600"/>
              <a:gd name="connsiteY829" fmla="*/ 276561 h 6858000"/>
              <a:gd name="connsiteX830" fmla="*/ 4801687 w 7467600"/>
              <a:gd name="connsiteY830" fmla="*/ 267764 h 6858000"/>
              <a:gd name="connsiteX831" fmla="*/ 6082788 w 7467600"/>
              <a:gd name="connsiteY831" fmla="*/ 64119 h 6858000"/>
              <a:gd name="connsiteX832" fmla="*/ 6099442 w 7467600"/>
              <a:gd name="connsiteY832" fmla="*/ 82568 h 6858000"/>
              <a:gd name="connsiteX833" fmla="*/ 4804137 w 7467600"/>
              <a:gd name="connsiteY833" fmla="*/ 320931 h 6858000"/>
              <a:gd name="connsiteX834" fmla="*/ 4227047 w 7467600"/>
              <a:gd name="connsiteY834" fmla="*/ 313415 h 6858000"/>
              <a:gd name="connsiteX835" fmla="*/ 4346041 w 7467600"/>
              <a:gd name="connsiteY835" fmla="*/ 456086 h 6858000"/>
              <a:gd name="connsiteX836" fmla="*/ 4870967 w 7467600"/>
              <a:gd name="connsiteY836" fmla="*/ 963061 h 6858000"/>
              <a:gd name="connsiteX837" fmla="*/ 4889647 w 7467600"/>
              <a:gd name="connsiteY837" fmla="*/ 957147 h 6858000"/>
              <a:gd name="connsiteX838" fmla="*/ 5422504 w 7467600"/>
              <a:gd name="connsiteY838" fmla="*/ 805191 h 6858000"/>
              <a:gd name="connsiteX839" fmla="*/ 6087656 w 7467600"/>
              <a:gd name="connsiteY839" fmla="*/ 826703 h 6858000"/>
              <a:gd name="connsiteX840" fmla="*/ 6058717 w 7467600"/>
              <a:gd name="connsiteY840" fmla="*/ 865992 h 6858000"/>
              <a:gd name="connsiteX841" fmla="*/ 4974153 w 7467600"/>
              <a:gd name="connsiteY841" fmla="*/ 1045456 h 6858000"/>
              <a:gd name="connsiteX842" fmla="*/ 5627835 w 7467600"/>
              <a:gd name="connsiteY842" fmla="*/ 1472077 h 6858000"/>
              <a:gd name="connsiteX843" fmla="*/ 5629817 w 7467600"/>
              <a:gd name="connsiteY843" fmla="*/ 1471412 h 6858000"/>
              <a:gd name="connsiteX844" fmla="*/ 5634124 w 7467600"/>
              <a:gd name="connsiteY844" fmla="*/ 1470572 h 6858000"/>
              <a:gd name="connsiteX845" fmla="*/ 5755832 w 7467600"/>
              <a:gd name="connsiteY845" fmla="*/ 1383886 h 6858000"/>
              <a:gd name="connsiteX846" fmla="*/ 6014186 w 7467600"/>
              <a:gd name="connsiteY846" fmla="*/ 1279799 h 6858000"/>
              <a:gd name="connsiteX847" fmla="*/ 6901619 w 7467600"/>
              <a:gd name="connsiteY847" fmla="*/ 1047874 h 6858000"/>
              <a:gd name="connsiteX848" fmla="*/ 6931566 w 7467600"/>
              <a:gd name="connsiteY848" fmla="*/ 1062034 h 6858000"/>
              <a:gd name="connsiteX849" fmla="*/ 5790982 w 7467600"/>
              <a:gd name="connsiteY849" fmla="*/ 1561380 h 6858000"/>
              <a:gd name="connsiteX850" fmla="*/ 6188971 w 7467600"/>
              <a:gd name="connsiteY850" fmla="*/ 1755168 h 6858000"/>
              <a:gd name="connsiteX851" fmla="*/ 6202446 w 7467600"/>
              <a:gd name="connsiteY851" fmla="*/ 1752268 h 6858000"/>
              <a:gd name="connsiteX852" fmla="*/ 7179560 w 7467600"/>
              <a:gd name="connsiteY852" fmla="*/ 1467551 h 6858000"/>
              <a:gd name="connsiteX853" fmla="*/ 7158730 w 7467600"/>
              <a:gd name="connsiteY853" fmla="*/ 1507835 h 6858000"/>
              <a:gd name="connsiteX854" fmla="*/ 6326959 w 7467600"/>
              <a:gd name="connsiteY854" fmla="*/ 1817686 h 6858000"/>
              <a:gd name="connsiteX855" fmla="*/ 6537433 w 7467600"/>
              <a:gd name="connsiteY855" fmla="*/ 1907790 h 6858000"/>
              <a:gd name="connsiteX856" fmla="*/ 6550221 w 7467600"/>
              <a:gd name="connsiteY856" fmla="*/ 1910729 h 6858000"/>
              <a:gd name="connsiteX857" fmla="*/ 6964438 w 7467600"/>
              <a:gd name="connsiteY857" fmla="*/ 2209505 h 6858000"/>
              <a:gd name="connsiteX858" fmla="*/ 7367862 w 7467600"/>
              <a:gd name="connsiteY858" fmla="*/ 2806833 h 6858000"/>
              <a:gd name="connsiteX859" fmla="*/ 7364329 w 7467600"/>
              <a:gd name="connsiteY859" fmla="*/ 2826907 h 6858000"/>
              <a:gd name="connsiteX860" fmla="*/ 7290545 w 7467600"/>
              <a:gd name="connsiteY860" fmla="*/ 2850663 h 6858000"/>
              <a:gd name="connsiteX861" fmla="*/ 6472036 w 7467600"/>
              <a:gd name="connsiteY861" fmla="*/ 1959003 h 6858000"/>
              <a:gd name="connsiteX862" fmla="*/ 5792897 w 7467600"/>
              <a:gd name="connsiteY862" fmla="*/ 1647747 h 6858000"/>
              <a:gd name="connsiteX863" fmla="*/ 5842751 w 7467600"/>
              <a:gd name="connsiteY863" fmla="*/ 1816112 h 6858000"/>
              <a:gd name="connsiteX864" fmla="*/ 5847424 w 7467600"/>
              <a:gd name="connsiteY864" fmla="*/ 1815776 h 6858000"/>
              <a:gd name="connsiteX865" fmla="*/ 6399821 w 7467600"/>
              <a:gd name="connsiteY865" fmla="*/ 2344799 h 6858000"/>
              <a:gd name="connsiteX866" fmla="*/ 6323232 w 7467600"/>
              <a:gd name="connsiteY866" fmla="*/ 2389634 h 6858000"/>
              <a:gd name="connsiteX867" fmla="*/ 5942958 w 7467600"/>
              <a:gd name="connsiteY867" fmla="*/ 2077708 h 6858000"/>
              <a:gd name="connsiteX868" fmla="*/ 5921559 w 7467600"/>
              <a:gd name="connsiteY868" fmla="*/ 2378596 h 6858000"/>
              <a:gd name="connsiteX869" fmla="*/ 5817651 w 7467600"/>
              <a:gd name="connsiteY869" fmla="*/ 3023919 h 6858000"/>
              <a:gd name="connsiteX870" fmla="*/ 5729634 w 7467600"/>
              <a:gd name="connsiteY870" fmla="*/ 3051849 h 6858000"/>
              <a:gd name="connsiteX871" fmla="*/ 5611018 w 7467600"/>
              <a:gd name="connsiteY871" fmla="*/ 2316769 h 6858000"/>
              <a:gd name="connsiteX872" fmla="*/ 5687608 w 7467600"/>
              <a:gd name="connsiteY872" fmla="*/ 2039972 h 6858000"/>
              <a:gd name="connsiteX873" fmla="*/ 5657554 w 7467600"/>
              <a:gd name="connsiteY873" fmla="*/ 1576445 h 6858000"/>
              <a:gd name="connsiteX874" fmla="*/ 5150475 w 7467600"/>
              <a:gd name="connsiteY874" fmla="*/ 1274012 h 6858000"/>
              <a:gd name="connsiteX875" fmla="*/ 5349142 w 7467600"/>
              <a:gd name="connsiteY875" fmla="*/ 2204405 h 6858000"/>
              <a:gd name="connsiteX876" fmla="*/ 5262214 w 7467600"/>
              <a:gd name="connsiteY876" fmla="*/ 2233836 h 6858000"/>
              <a:gd name="connsiteX877" fmla="*/ 4981539 w 7467600"/>
              <a:gd name="connsiteY877" fmla="*/ 1542201 h 6858000"/>
              <a:gd name="connsiteX878" fmla="*/ 4958461 w 7467600"/>
              <a:gd name="connsiteY878" fmla="*/ 1136957 h 6858000"/>
              <a:gd name="connsiteX879" fmla="*/ 4655015 w 7467600"/>
              <a:gd name="connsiteY879" fmla="*/ 891426 h 6858000"/>
              <a:gd name="connsiteX880" fmla="*/ 4348002 w 7467600"/>
              <a:gd name="connsiteY880" fmla="*/ 2205895 h 6858000"/>
              <a:gd name="connsiteX881" fmla="*/ 4262250 w 7467600"/>
              <a:gd name="connsiteY881" fmla="*/ 2219972 h 6858000"/>
              <a:gd name="connsiteX882" fmla="*/ 4550611 w 7467600"/>
              <a:gd name="connsiteY882" fmla="*/ 817540 h 6858000"/>
              <a:gd name="connsiteX883" fmla="*/ 4564418 w 7467600"/>
              <a:gd name="connsiteY883" fmla="*/ 808293 h 6858000"/>
              <a:gd name="connsiteX884" fmla="*/ 4266388 w 7467600"/>
              <a:gd name="connsiteY884" fmla="*/ 500083 h 6858000"/>
              <a:gd name="connsiteX885" fmla="*/ 4032842 w 7467600"/>
              <a:gd name="connsiteY885" fmla="*/ 211809 h 6858000"/>
              <a:gd name="connsiteX886" fmla="*/ 3882765 w 7467600"/>
              <a:gd name="connsiteY886" fmla="*/ 0 h 6858000"/>
              <a:gd name="connsiteX887" fmla="*/ 3721337 w 7467600"/>
              <a:gd name="connsiteY887" fmla="*/ 0 h 6858000"/>
              <a:gd name="connsiteX888" fmla="*/ 3797544 w 7467600"/>
              <a:gd name="connsiteY888" fmla="*/ 0 h 6858000"/>
              <a:gd name="connsiteX889" fmla="*/ 3775734 w 7467600"/>
              <a:gd name="connsiteY889" fmla="*/ 95131 h 6858000"/>
              <a:gd name="connsiteX890" fmla="*/ 3724807 w 7467600"/>
              <a:gd name="connsiteY890" fmla="*/ 272257 h 6858000"/>
              <a:gd name="connsiteX891" fmla="*/ 3726844 w 7467600"/>
              <a:gd name="connsiteY891" fmla="*/ 282988 h 6858000"/>
              <a:gd name="connsiteX892" fmla="*/ 3742664 w 7467600"/>
              <a:gd name="connsiteY892" fmla="*/ 279918 h 6858000"/>
              <a:gd name="connsiteX893" fmla="*/ 4103910 w 7467600"/>
              <a:gd name="connsiteY893" fmla="*/ 1161917 h 6858000"/>
              <a:gd name="connsiteX894" fmla="*/ 4020269 w 7467600"/>
              <a:gd name="connsiteY894" fmla="*/ 1200406 h 6858000"/>
              <a:gd name="connsiteX895" fmla="*/ 3674882 w 7467600"/>
              <a:gd name="connsiteY895" fmla="*/ 488524 h 6858000"/>
              <a:gd name="connsiteX896" fmla="*/ 3132682 w 7467600"/>
              <a:gd name="connsiteY896" fmla="*/ 1072284 h 6858000"/>
              <a:gd name="connsiteX897" fmla="*/ 2716346 w 7467600"/>
              <a:gd name="connsiteY897" fmla="*/ 1276376 h 6858000"/>
              <a:gd name="connsiteX898" fmla="*/ 2716772 w 7467600"/>
              <a:gd name="connsiteY898" fmla="*/ 1255462 h 6858000"/>
              <a:gd name="connsiteX899" fmla="*/ 3471096 w 7467600"/>
              <a:gd name="connsiteY899" fmla="*/ 437072 h 6858000"/>
              <a:gd name="connsiteX900" fmla="*/ 3639057 w 7467600"/>
              <a:gd name="connsiteY900" fmla="*/ 286334 h 6858000"/>
              <a:gd name="connsiteX901" fmla="*/ 3640309 w 7467600"/>
              <a:gd name="connsiteY901" fmla="*/ 284664 h 6858000"/>
              <a:gd name="connsiteX902" fmla="*/ 3646022 w 7467600"/>
              <a:gd name="connsiteY902" fmla="*/ 276711 h 6858000"/>
              <a:gd name="connsiteX903" fmla="*/ 3707943 w 7467600"/>
              <a:gd name="connsiteY903" fmla="*/ 65958 h 6858000"/>
              <a:gd name="connsiteX904" fmla="*/ 3721337 w 7467600"/>
              <a:gd name="connsiteY904" fmla="*/ 0 h 6858000"/>
              <a:gd name="connsiteX905" fmla="*/ 2867960 w 7467600"/>
              <a:gd name="connsiteY905" fmla="*/ 0 h 6858000"/>
              <a:gd name="connsiteX906" fmla="*/ 2926351 w 7467600"/>
              <a:gd name="connsiteY906" fmla="*/ 0 h 6858000"/>
              <a:gd name="connsiteX907" fmla="*/ 2902823 w 7467600"/>
              <a:gd name="connsiteY907" fmla="*/ 262929 h 6858000"/>
              <a:gd name="connsiteX908" fmla="*/ 2940663 w 7467600"/>
              <a:gd name="connsiteY908" fmla="*/ 140884 h 6858000"/>
              <a:gd name="connsiteX909" fmla="*/ 2947039 w 7467600"/>
              <a:gd name="connsiteY909" fmla="*/ 122524 h 6858000"/>
              <a:gd name="connsiteX910" fmla="*/ 2984316 w 7467600"/>
              <a:gd name="connsiteY910" fmla="*/ 0 h 6858000"/>
              <a:gd name="connsiteX911" fmla="*/ 3016114 w 7467600"/>
              <a:gd name="connsiteY911" fmla="*/ 0 h 6858000"/>
              <a:gd name="connsiteX912" fmla="*/ 2979949 w 7467600"/>
              <a:gd name="connsiteY912" fmla="*/ 119274 h 6858000"/>
              <a:gd name="connsiteX913" fmla="*/ 3023879 w 7467600"/>
              <a:gd name="connsiteY913" fmla="*/ 0 h 6858000"/>
              <a:gd name="connsiteX914" fmla="*/ 3105400 w 7467600"/>
              <a:gd name="connsiteY914" fmla="*/ 0 h 6858000"/>
              <a:gd name="connsiteX915" fmla="*/ 3094669 w 7467600"/>
              <a:gd name="connsiteY915" fmla="*/ 30308 h 6858000"/>
              <a:gd name="connsiteX916" fmla="*/ 2901945 w 7467600"/>
              <a:gd name="connsiteY916" fmla="*/ 466538 h 6858000"/>
              <a:gd name="connsiteX917" fmla="*/ 2815209 w 7467600"/>
              <a:gd name="connsiteY917" fmla="*/ 497361 h 6858000"/>
              <a:gd name="connsiteX918" fmla="*/ 2844845 w 7467600"/>
              <a:gd name="connsiteY918" fmla="*/ 127638 h 6858000"/>
              <a:gd name="connsiteX919" fmla="*/ 2867960 w 7467600"/>
              <a:gd name="connsiteY919" fmla="*/ 0 h 6858000"/>
              <a:gd name="connsiteX920" fmla="*/ 1057230 w 7467600"/>
              <a:gd name="connsiteY920" fmla="*/ 0 h 6858000"/>
              <a:gd name="connsiteX921" fmla="*/ 1111003 w 7467600"/>
              <a:gd name="connsiteY921" fmla="*/ 0 h 6858000"/>
              <a:gd name="connsiteX922" fmla="*/ 1125553 w 7467600"/>
              <a:gd name="connsiteY922" fmla="*/ 52588 h 6858000"/>
              <a:gd name="connsiteX923" fmla="*/ 1304276 w 7467600"/>
              <a:gd name="connsiteY923" fmla="*/ 476275 h 6858000"/>
              <a:gd name="connsiteX924" fmla="*/ 1492066 w 7467600"/>
              <a:gd name="connsiteY924" fmla="*/ 886333 h 6858000"/>
              <a:gd name="connsiteX925" fmla="*/ 1423698 w 7467600"/>
              <a:gd name="connsiteY925" fmla="*/ 710817 h 6858000"/>
              <a:gd name="connsiteX926" fmla="*/ 1357609 w 7467600"/>
              <a:gd name="connsiteY926" fmla="*/ 532892 h 6858000"/>
              <a:gd name="connsiteX927" fmla="*/ 1309550 w 7467600"/>
              <a:gd name="connsiteY927" fmla="*/ 374031 h 6858000"/>
              <a:gd name="connsiteX928" fmla="*/ 1193673 w 7467600"/>
              <a:gd name="connsiteY928" fmla="*/ 49533 h 6858000"/>
              <a:gd name="connsiteX929" fmla="*/ 1164391 w 7467600"/>
              <a:gd name="connsiteY929" fmla="*/ 0 h 6858000"/>
              <a:gd name="connsiteX930" fmla="*/ 1200666 w 7467600"/>
              <a:gd name="connsiteY930" fmla="*/ 0 h 6858000"/>
              <a:gd name="connsiteX931" fmla="*/ 1223408 w 7467600"/>
              <a:gd name="connsiteY931" fmla="*/ 38996 h 6858000"/>
              <a:gd name="connsiteX932" fmla="*/ 1339635 w 7467600"/>
              <a:gd name="connsiteY932" fmla="*/ 365517 h 6858000"/>
              <a:gd name="connsiteX933" fmla="*/ 1387469 w 7467600"/>
              <a:gd name="connsiteY933" fmla="*/ 523079 h 6858000"/>
              <a:gd name="connsiteX934" fmla="*/ 1452685 w 7467600"/>
              <a:gd name="connsiteY934" fmla="*/ 699806 h 6858000"/>
              <a:gd name="connsiteX935" fmla="*/ 1492092 w 7467600"/>
              <a:gd name="connsiteY935" fmla="*/ 800424 h 6858000"/>
              <a:gd name="connsiteX936" fmla="*/ 1455302 w 7467600"/>
              <a:gd name="connsiteY936" fmla="*/ 632913 h 6858000"/>
              <a:gd name="connsiteX937" fmla="*/ 1222336 w 7467600"/>
              <a:gd name="connsiteY937" fmla="*/ 9480 h 6858000"/>
              <a:gd name="connsiteX938" fmla="*/ 1214634 w 7467600"/>
              <a:gd name="connsiteY938" fmla="*/ 0 h 6858000"/>
              <a:gd name="connsiteX939" fmla="*/ 1289827 w 7467600"/>
              <a:gd name="connsiteY939" fmla="*/ 0 h 6858000"/>
              <a:gd name="connsiteX940" fmla="*/ 1321076 w 7467600"/>
              <a:gd name="connsiteY940" fmla="*/ 59722 h 6858000"/>
              <a:gd name="connsiteX941" fmla="*/ 1512579 w 7467600"/>
              <a:gd name="connsiteY941" fmla="*/ 626441 h 6858000"/>
              <a:gd name="connsiteX942" fmla="*/ 1506076 w 7467600"/>
              <a:gd name="connsiteY942" fmla="*/ 1089289 h 6858000"/>
              <a:gd name="connsiteX943" fmla="*/ 1486346 w 7467600"/>
              <a:gd name="connsiteY943" fmla="*/ 1079919 h 6858000"/>
              <a:gd name="connsiteX944" fmla="*/ 1070511 w 7467600"/>
              <a:gd name="connsiteY944" fmla="*/ 48609 h 6858000"/>
              <a:gd name="connsiteX945" fmla="*/ 1057230 w 7467600"/>
              <a:gd name="connsiteY945" fmla="*/ 0 h 6858000"/>
              <a:gd name="connsiteX946" fmla="*/ 43151 w 7467600"/>
              <a:gd name="connsiteY946" fmla="*/ 0 h 6858000"/>
              <a:gd name="connsiteX947" fmla="*/ 95283 w 7467600"/>
              <a:gd name="connsiteY947" fmla="*/ 0 h 6858000"/>
              <a:gd name="connsiteX948" fmla="*/ 300708 w 7467600"/>
              <a:gd name="connsiteY948" fmla="*/ 154571 h 6858000"/>
              <a:gd name="connsiteX949" fmla="*/ 530414 w 7467600"/>
              <a:gd name="connsiteY949" fmla="*/ 354673 h 6858000"/>
              <a:gd name="connsiteX950" fmla="*/ 333785 w 7467600"/>
              <a:gd name="connsiteY950" fmla="*/ 161564 h 6858000"/>
              <a:gd name="connsiteX951" fmla="*/ 147005 w 7467600"/>
              <a:gd name="connsiteY951" fmla="*/ 0 h 6858000"/>
              <a:gd name="connsiteX952" fmla="*/ 272509 w 7467600"/>
              <a:gd name="connsiteY952" fmla="*/ 0 h 6858000"/>
              <a:gd name="connsiteX953" fmla="*/ 326276 w 7467600"/>
              <a:gd name="connsiteY953" fmla="*/ 45847 h 6858000"/>
              <a:gd name="connsiteX954" fmla="*/ 823759 w 7467600"/>
              <a:gd name="connsiteY954" fmla="*/ 574145 h 6858000"/>
              <a:gd name="connsiteX955" fmla="*/ 811254 w 7467600"/>
              <a:gd name="connsiteY955" fmla="*/ 665546 h 6858000"/>
              <a:gd name="connsiteX956" fmla="*/ 154042 w 7467600"/>
              <a:gd name="connsiteY956" fmla="*/ 261522 h 6858000"/>
              <a:gd name="connsiteX957" fmla="*/ 13550 w 7467600"/>
              <a:gd name="connsiteY957" fmla="*/ 158423 h 6858000"/>
              <a:gd name="connsiteX958" fmla="*/ 0 w 7467600"/>
              <a:gd name="connsiteY958" fmla="*/ 146618 h 6858000"/>
              <a:gd name="connsiteX959" fmla="*/ 0 w 7467600"/>
              <a:gd name="connsiteY959" fmla="*/ 59161 h 6858000"/>
              <a:gd name="connsiteX960" fmla="*/ 45427 w 7467600"/>
              <a:gd name="connsiteY960" fmla="*/ 101078 h 6858000"/>
              <a:gd name="connsiteX961" fmla="*/ 630103 w 7467600"/>
              <a:gd name="connsiteY961" fmla="*/ 485885 h 6858000"/>
              <a:gd name="connsiteX962" fmla="*/ 532040 w 7467600"/>
              <a:gd name="connsiteY962" fmla="*/ 399359 h 6858000"/>
              <a:gd name="connsiteX963" fmla="*/ 517618 w 7467600"/>
              <a:gd name="connsiteY963" fmla="*/ 385726 h 6858000"/>
              <a:gd name="connsiteX964" fmla="*/ 285074 w 7467600"/>
              <a:gd name="connsiteY964" fmla="*/ 182755 h 6858000"/>
              <a:gd name="connsiteX965" fmla="*/ 43151 w 7467600"/>
              <a:gd name="connsiteY965"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254615 w 7472601"/>
              <a:gd name="connsiteY80" fmla="*/ 5911918 h 6858000"/>
              <a:gd name="connsiteX81" fmla="*/ 7312589 w 7472601"/>
              <a:gd name="connsiteY81" fmla="*/ 5982309 h 6858000"/>
              <a:gd name="connsiteX82" fmla="*/ 7448321 w 7472601"/>
              <a:gd name="connsiteY82" fmla="*/ 6190991 h 6858000"/>
              <a:gd name="connsiteX83" fmla="*/ 7467600 w 7472601"/>
              <a:gd name="connsiteY83" fmla="*/ 6221686 h 6858000"/>
              <a:gd name="connsiteX84" fmla="*/ 7467600 w 7472601"/>
              <a:gd name="connsiteY84" fmla="*/ 6334256 h 6858000"/>
              <a:gd name="connsiteX85" fmla="*/ 7454976 w 7472601"/>
              <a:gd name="connsiteY85" fmla="*/ 6318297 h 6858000"/>
              <a:gd name="connsiteX86" fmla="*/ 1456157 w 7472601"/>
              <a:gd name="connsiteY86" fmla="*/ 5371404 h 6858000"/>
              <a:gd name="connsiteX87" fmla="*/ 1244432 w 7472601"/>
              <a:gd name="connsiteY87" fmla="*/ 5385601 h 6858000"/>
              <a:gd name="connsiteX88" fmla="*/ 973990 w 7472601"/>
              <a:gd name="connsiteY88" fmla="*/ 5424940 h 6858000"/>
              <a:gd name="connsiteX89" fmla="*/ 1103809 w 7472601"/>
              <a:gd name="connsiteY89" fmla="*/ 5433720 h 6858000"/>
              <a:gd name="connsiteX90" fmla="*/ 1123454 w 7472601"/>
              <a:gd name="connsiteY90" fmla="*/ 5435727 h 6858000"/>
              <a:gd name="connsiteX91" fmla="*/ 1737017 w 7472601"/>
              <a:gd name="connsiteY91" fmla="*/ 5452183 h 6858000"/>
              <a:gd name="connsiteX92" fmla="*/ 1824397 w 7472601"/>
              <a:gd name="connsiteY92" fmla="*/ 5447757 h 6858000"/>
              <a:gd name="connsiteX93" fmla="*/ 2070059 w 7472601"/>
              <a:gd name="connsiteY93" fmla="*/ 5441660 h 6858000"/>
              <a:gd name="connsiteX94" fmla="*/ 1456157 w 7472601"/>
              <a:gd name="connsiteY94" fmla="*/ 5371404 h 6858000"/>
              <a:gd name="connsiteX95" fmla="*/ 4988186 w 7472601"/>
              <a:gd name="connsiteY95" fmla="*/ 5216467 h 6858000"/>
              <a:gd name="connsiteX96" fmla="*/ 4777334 w 7472601"/>
              <a:gd name="connsiteY96" fmla="*/ 5406072 h 6858000"/>
              <a:gd name="connsiteX97" fmla="*/ 4718341 w 7472601"/>
              <a:gd name="connsiteY97" fmla="*/ 5468043 h 6858000"/>
              <a:gd name="connsiteX98" fmla="*/ 4604655 w 7472601"/>
              <a:gd name="connsiteY98" fmla="*/ 5583434 h 6858000"/>
              <a:gd name="connsiteX99" fmla="*/ 4565074 w 7472601"/>
              <a:gd name="connsiteY99" fmla="*/ 5618550 h 6858000"/>
              <a:gd name="connsiteX100" fmla="*/ 4988186 w 7472601"/>
              <a:gd name="connsiteY100" fmla="*/ 5216467 h 6858000"/>
              <a:gd name="connsiteX101" fmla="*/ 4978032 w 7472601"/>
              <a:gd name="connsiteY101" fmla="*/ 5183809 h 6858000"/>
              <a:gd name="connsiteX102" fmla="*/ 4463413 w 7472601"/>
              <a:gd name="connsiteY102" fmla="*/ 5615162 h 6858000"/>
              <a:gd name="connsiteX103" fmla="*/ 4358134 w 7472601"/>
              <a:gd name="connsiteY103" fmla="*/ 5742791 h 6858000"/>
              <a:gd name="connsiteX104" fmla="*/ 4376219 w 7472601"/>
              <a:gd name="connsiteY104" fmla="*/ 5729027 h 6858000"/>
              <a:gd name="connsiteX105" fmla="*/ 4582340 w 7472601"/>
              <a:gd name="connsiteY105" fmla="*/ 5561037 h 6858000"/>
              <a:gd name="connsiteX106" fmla="*/ 4694684 w 7472601"/>
              <a:gd name="connsiteY106" fmla="*/ 5447098 h 6858000"/>
              <a:gd name="connsiteX107" fmla="*/ 4754123 w 7472601"/>
              <a:gd name="connsiteY107" fmla="*/ 5384643 h 6858000"/>
              <a:gd name="connsiteX108" fmla="*/ 4978032 w 7472601"/>
              <a:gd name="connsiteY108" fmla="*/ 5183809 h 6858000"/>
              <a:gd name="connsiteX109" fmla="*/ 1903353 w 7472601"/>
              <a:gd name="connsiteY109" fmla="*/ 5044827 h 6858000"/>
              <a:gd name="connsiteX110" fmla="*/ 1936931 w 7472601"/>
              <a:gd name="connsiteY110" fmla="*/ 5093954 h 6858000"/>
              <a:gd name="connsiteX111" fmla="*/ 2195868 w 7472601"/>
              <a:gd name="connsiteY111" fmla="*/ 5396574 h 6858000"/>
              <a:gd name="connsiteX112" fmla="*/ 2088852 w 7472601"/>
              <a:gd name="connsiteY112" fmla="*/ 5166123 h 6858000"/>
              <a:gd name="connsiteX113" fmla="*/ 1958241 w 7472601"/>
              <a:gd name="connsiteY113" fmla="*/ 5067955 h 6858000"/>
              <a:gd name="connsiteX114" fmla="*/ 1903353 w 7472601"/>
              <a:gd name="connsiteY114" fmla="*/ 5044827 h 6858000"/>
              <a:gd name="connsiteX115" fmla="*/ 1979378 w 7472601"/>
              <a:gd name="connsiteY115" fmla="*/ 4769504 h 6858000"/>
              <a:gd name="connsiteX116" fmla="*/ 2882120 w 7472601"/>
              <a:gd name="connsiteY116" fmla="*/ 5064547 h 6858000"/>
              <a:gd name="connsiteX117" fmla="*/ 2793103 w 7472601"/>
              <a:gd name="connsiteY117" fmla="*/ 5039699 h 6858000"/>
              <a:gd name="connsiteX118" fmla="*/ 2770041 w 7472601"/>
              <a:gd name="connsiteY118" fmla="*/ 5033634 h 6858000"/>
              <a:gd name="connsiteX119" fmla="*/ 1979378 w 7472601"/>
              <a:gd name="connsiteY119" fmla="*/ 4769504 h 6858000"/>
              <a:gd name="connsiteX120" fmla="*/ 1927410 w 7472601"/>
              <a:gd name="connsiteY120" fmla="*/ 4716164 h 6858000"/>
              <a:gd name="connsiteX121" fmla="*/ 1959587 w 7472601"/>
              <a:gd name="connsiteY121" fmla="*/ 4728849 h 6858000"/>
              <a:gd name="connsiteX122" fmla="*/ 2777707 w 7472601"/>
              <a:gd name="connsiteY122" fmla="*/ 5003991 h 6858000"/>
              <a:gd name="connsiteX123" fmla="*/ 2800768 w 7472601"/>
              <a:gd name="connsiteY123" fmla="*/ 5010056 h 6858000"/>
              <a:gd name="connsiteX124" fmla="*/ 2879408 w 7472601"/>
              <a:gd name="connsiteY124" fmla="*/ 5031590 h 6858000"/>
              <a:gd name="connsiteX125" fmla="*/ 2862295 w 7472601"/>
              <a:gd name="connsiteY125" fmla="*/ 5022958 h 6858000"/>
              <a:gd name="connsiteX126" fmla="*/ 2813343 w 7472601"/>
              <a:gd name="connsiteY126" fmla="*/ 4998369 h 6858000"/>
              <a:gd name="connsiteX127" fmla="*/ 2646245 w 7472601"/>
              <a:gd name="connsiteY127" fmla="*/ 4930999 h 6858000"/>
              <a:gd name="connsiteX128" fmla="*/ 1999243 w 7472601"/>
              <a:gd name="connsiteY128" fmla="*/ 4730524 h 6858000"/>
              <a:gd name="connsiteX129" fmla="*/ 1979527 w 7472601"/>
              <a:gd name="connsiteY129" fmla="*/ 4726651 h 6858000"/>
              <a:gd name="connsiteX130" fmla="*/ 1927410 w 7472601"/>
              <a:gd name="connsiteY130" fmla="*/ 4716164 h 6858000"/>
              <a:gd name="connsiteX131" fmla="*/ 1997014 w 7472601"/>
              <a:gd name="connsiteY131" fmla="*/ 4698007 h 6858000"/>
              <a:gd name="connsiteX132" fmla="*/ 2005458 w 7472601"/>
              <a:gd name="connsiteY132" fmla="*/ 4699540 h 6858000"/>
              <a:gd name="connsiteX133" fmla="*/ 2657186 w 7472601"/>
              <a:gd name="connsiteY133" fmla="*/ 4901687 h 6858000"/>
              <a:gd name="connsiteX134" fmla="*/ 2826662 w 7472601"/>
              <a:gd name="connsiteY134" fmla="*/ 4970362 h 6858000"/>
              <a:gd name="connsiteX135" fmla="*/ 2876100 w 7472601"/>
              <a:gd name="connsiteY135" fmla="*/ 4995397 h 6858000"/>
              <a:gd name="connsiteX136" fmla="*/ 3042600 w 7472601"/>
              <a:gd name="connsiteY136" fmla="*/ 5059532 h 6858000"/>
              <a:gd name="connsiteX137" fmla="*/ 1997014 w 7472601"/>
              <a:gd name="connsiteY137" fmla="*/ 4698007 h 6858000"/>
              <a:gd name="connsiteX138" fmla="*/ 2305292 w 7472601"/>
              <a:gd name="connsiteY138" fmla="*/ 4219492 h 6858000"/>
              <a:gd name="connsiteX139" fmla="*/ 3360922 w 7472601"/>
              <a:gd name="connsiteY139" fmla="*/ 4529373 h 6858000"/>
              <a:gd name="connsiteX140" fmla="*/ 3492420 w 7472601"/>
              <a:gd name="connsiteY140" fmla="*/ 4510145 h 6858000"/>
              <a:gd name="connsiteX141" fmla="*/ 3364086 w 7472601"/>
              <a:gd name="connsiteY141" fmla="*/ 4480340 h 6858000"/>
              <a:gd name="connsiteX142" fmla="*/ 3225818 w 7472601"/>
              <a:gd name="connsiteY142" fmla="*/ 4411822 h 6858000"/>
              <a:gd name="connsiteX143" fmla="*/ 3129696 w 7472601"/>
              <a:gd name="connsiteY143" fmla="*/ 4360704 h 6858000"/>
              <a:gd name="connsiteX144" fmla="*/ 2814545 w 7472601"/>
              <a:gd name="connsiteY144" fmla="*/ 4282955 h 6858000"/>
              <a:gd name="connsiteX145" fmla="*/ 2305292 w 7472601"/>
              <a:gd name="connsiteY145" fmla="*/ 4219492 h 6858000"/>
              <a:gd name="connsiteX146" fmla="*/ 2626982 w 7472601"/>
              <a:gd name="connsiteY146" fmla="*/ 4206450 h 6858000"/>
              <a:gd name="connsiteX147" fmla="*/ 2490617 w 7472601"/>
              <a:gd name="connsiteY147" fmla="*/ 4206951 h 6858000"/>
              <a:gd name="connsiteX148" fmla="*/ 2819869 w 7472601"/>
              <a:gd name="connsiteY148" fmla="*/ 4252936 h 6858000"/>
              <a:gd name="connsiteX149" fmla="*/ 3143018 w 7472601"/>
              <a:gd name="connsiteY149" fmla="*/ 4332698 h 6858000"/>
              <a:gd name="connsiteX150" fmla="*/ 3241520 w 7472601"/>
              <a:gd name="connsiteY150" fmla="*/ 4385112 h 6858000"/>
              <a:gd name="connsiteX151" fmla="*/ 3374575 w 7472601"/>
              <a:gd name="connsiteY151" fmla="*/ 4451517 h 6858000"/>
              <a:gd name="connsiteX152" fmla="*/ 3505221 w 7472601"/>
              <a:gd name="connsiteY152" fmla="*/ 4480757 h 6858000"/>
              <a:gd name="connsiteX153" fmla="*/ 2626982 w 7472601"/>
              <a:gd name="connsiteY153" fmla="*/ 4206450 h 6858000"/>
              <a:gd name="connsiteX154" fmla="*/ 1310106 w 7472601"/>
              <a:gd name="connsiteY154" fmla="*/ 3943217 h 6858000"/>
              <a:gd name="connsiteX155" fmla="*/ 854994 w 7472601"/>
              <a:gd name="connsiteY155" fmla="*/ 4399136 h 6858000"/>
              <a:gd name="connsiteX156" fmla="*/ 742462 w 7472601"/>
              <a:gd name="connsiteY156" fmla="*/ 4594648 h 6858000"/>
              <a:gd name="connsiteX157" fmla="*/ 820602 w 7472601"/>
              <a:gd name="connsiteY157" fmla="*/ 4485915 h 6858000"/>
              <a:gd name="connsiteX158" fmla="*/ 878295 w 7472601"/>
              <a:gd name="connsiteY158" fmla="*/ 4403594 h 6858000"/>
              <a:gd name="connsiteX159" fmla="*/ 1240607 w 7472601"/>
              <a:gd name="connsiteY159" fmla="*/ 4010401 h 6858000"/>
              <a:gd name="connsiteX160" fmla="*/ 1310106 w 7472601"/>
              <a:gd name="connsiteY160" fmla="*/ 3943217 h 6858000"/>
              <a:gd name="connsiteX161" fmla="*/ 1423113 w 7472601"/>
              <a:gd name="connsiteY161" fmla="*/ 3874565 h 6858000"/>
              <a:gd name="connsiteX162" fmla="*/ 1260565 w 7472601"/>
              <a:gd name="connsiteY162" fmla="*/ 4031982 h 6858000"/>
              <a:gd name="connsiteX163" fmla="*/ 901900 w 7472601"/>
              <a:gd name="connsiteY163" fmla="*/ 4421236 h 6858000"/>
              <a:gd name="connsiteX164" fmla="*/ 845044 w 7472601"/>
              <a:gd name="connsiteY164" fmla="*/ 4502436 h 6858000"/>
              <a:gd name="connsiteX165" fmla="*/ 685926 w 7472601"/>
              <a:gd name="connsiteY165" fmla="*/ 4703069 h 6858000"/>
              <a:gd name="connsiteX166" fmla="*/ 684248 w 7472601"/>
              <a:gd name="connsiteY166" fmla="*/ 4706721 h 6858000"/>
              <a:gd name="connsiteX167" fmla="*/ 1423113 w 7472601"/>
              <a:gd name="connsiteY167" fmla="*/ 3874565 h 6858000"/>
              <a:gd name="connsiteX168" fmla="*/ 3316479 w 7472601"/>
              <a:gd name="connsiteY168" fmla="*/ 3872136 h 6858000"/>
              <a:gd name="connsiteX169" fmla="*/ 3546806 w 7472601"/>
              <a:gd name="connsiteY169" fmla="*/ 4356139 h 6858000"/>
              <a:gd name="connsiteX170" fmla="*/ 3364433 w 7472601"/>
              <a:gd name="connsiteY170" fmla="*/ 3953121 h 6858000"/>
              <a:gd name="connsiteX171" fmla="*/ 3316479 w 7472601"/>
              <a:gd name="connsiteY171" fmla="*/ 3872136 h 6858000"/>
              <a:gd name="connsiteX172" fmla="*/ 3291335 w 7472601"/>
              <a:gd name="connsiteY172" fmla="*/ 3767420 h 6858000"/>
              <a:gd name="connsiteX173" fmla="*/ 3390805 w 7472601"/>
              <a:gd name="connsiteY173" fmla="*/ 3937163 h 6858000"/>
              <a:gd name="connsiteX174" fmla="*/ 3579062 w 7472601"/>
              <a:gd name="connsiteY174" fmla="*/ 4359040 h 6858000"/>
              <a:gd name="connsiteX175" fmla="*/ 3467355 w 7472601"/>
              <a:gd name="connsiteY175" fmla="*/ 3988130 h 6858000"/>
              <a:gd name="connsiteX176" fmla="*/ 3310753 w 7472601"/>
              <a:gd name="connsiteY176" fmla="*/ 3787140 h 6858000"/>
              <a:gd name="connsiteX177" fmla="*/ 3291335 w 7472601"/>
              <a:gd name="connsiteY177" fmla="*/ 3767420 h 6858000"/>
              <a:gd name="connsiteX178" fmla="*/ 1635889 w 7472601"/>
              <a:gd name="connsiteY178" fmla="*/ 3709494 h 6858000"/>
              <a:gd name="connsiteX179" fmla="*/ 1634800 w 7472601"/>
              <a:gd name="connsiteY179" fmla="*/ 3731111 h 6858000"/>
              <a:gd name="connsiteX180" fmla="*/ 1635889 w 7472601"/>
              <a:gd name="connsiteY180" fmla="*/ 3709494 h 6858000"/>
              <a:gd name="connsiteX181" fmla="*/ 1510397 w 7472601"/>
              <a:gd name="connsiteY181" fmla="*/ 3684705 h 6858000"/>
              <a:gd name="connsiteX182" fmla="*/ 1146550 w 7472601"/>
              <a:gd name="connsiteY182" fmla="*/ 3802012 h 6858000"/>
              <a:gd name="connsiteX183" fmla="*/ 698834 w 7472601"/>
              <a:gd name="connsiteY183" fmla="*/ 3952272 h 6858000"/>
              <a:gd name="connsiteX184" fmla="*/ 34256 w 7472601"/>
              <a:gd name="connsiteY184" fmla="*/ 4347603 h 6858000"/>
              <a:gd name="connsiteX185" fmla="*/ 527241 w 7472601"/>
              <a:gd name="connsiteY185" fmla="*/ 4065078 h 6858000"/>
              <a:gd name="connsiteX186" fmla="*/ 1510397 w 7472601"/>
              <a:gd name="connsiteY186" fmla="*/ 3684705 h 6858000"/>
              <a:gd name="connsiteX187" fmla="*/ 1313114 w 7472601"/>
              <a:gd name="connsiteY187" fmla="*/ 3655216 h 6858000"/>
              <a:gd name="connsiteX188" fmla="*/ 1109304 w 7472601"/>
              <a:gd name="connsiteY188" fmla="*/ 3669030 h 6858000"/>
              <a:gd name="connsiteX189" fmla="*/ 8129 w 7472601"/>
              <a:gd name="connsiteY189" fmla="*/ 4330519 h 6858000"/>
              <a:gd name="connsiteX190" fmla="*/ 687572 w 7472601"/>
              <a:gd name="connsiteY190" fmla="*/ 3925629 h 6858000"/>
              <a:gd name="connsiteX191" fmla="*/ 1138365 w 7472601"/>
              <a:gd name="connsiteY191" fmla="*/ 3774515 h 6858000"/>
              <a:gd name="connsiteX192" fmla="*/ 1505579 w 7472601"/>
              <a:gd name="connsiteY192" fmla="*/ 3655526 h 6858000"/>
              <a:gd name="connsiteX193" fmla="*/ 1313114 w 7472601"/>
              <a:gd name="connsiteY193" fmla="*/ 3655216 h 6858000"/>
              <a:gd name="connsiteX194" fmla="*/ 3655073 w 7472601"/>
              <a:gd name="connsiteY194" fmla="*/ 3650884 h 6858000"/>
              <a:gd name="connsiteX195" fmla="*/ 3989938 w 7472601"/>
              <a:gd name="connsiteY195" fmla="*/ 3991685 h 6858000"/>
              <a:gd name="connsiteX196" fmla="*/ 4393907 w 7472601"/>
              <a:gd name="connsiteY196" fmla="*/ 4261258 h 6858000"/>
              <a:gd name="connsiteX197" fmla="*/ 4648051 w 7472601"/>
              <a:gd name="connsiteY197" fmla="*/ 4374051 h 6858000"/>
              <a:gd name="connsiteX198" fmla="*/ 4383389 w 7472601"/>
              <a:gd name="connsiteY198" fmla="*/ 4184369 h 6858000"/>
              <a:gd name="connsiteX199" fmla="*/ 4165508 w 7472601"/>
              <a:gd name="connsiteY199" fmla="*/ 4035196 h 6858000"/>
              <a:gd name="connsiteX200" fmla="*/ 4068162 w 7472601"/>
              <a:gd name="connsiteY200" fmla="*/ 3953394 h 6858000"/>
              <a:gd name="connsiteX201" fmla="*/ 3981416 w 7472601"/>
              <a:gd name="connsiteY201" fmla="*/ 3880482 h 6858000"/>
              <a:gd name="connsiteX202" fmla="*/ 3800147 w 7472601"/>
              <a:gd name="connsiteY202" fmla="*/ 3749872 h 6858000"/>
              <a:gd name="connsiteX203" fmla="*/ 3655073 w 7472601"/>
              <a:gd name="connsiteY203" fmla="*/ 3650884 h 6858000"/>
              <a:gd name="connsiteX204" fmla="*/ 3670252 w 7472601"/>
              <a:gd name="connsiteY204" fmla="*/ 3622798 h 6858000"/>
              <a:gd name="connsiteX205" fmla="*/ 3817258 w 7472601"/>
              <a:gd name="connsiteY205" fmla="*/ 3723577 h 6858000"/>
              <a:gd name="connsiteX206" fmla="*/ 4000461 w 7472601"/>
              <a:gd name="connsiteY206" fmla="*/ 3855966 h 6858000"/>
              <a:gd name="connsiteX207" fmla="*/ 4088180 w 7472601"/>
              <a:gd name="connsiteY207" fmla="*/ 3929774 h 6858000"/>
              <a:gd name="connsiteX208" fmla="*/ 4184555 w 7472601"/>
              <a:gd name="connsiteY208" fmla="*/ 4010683 h 6858000"/>
              <a:gd name="connsiteX209" fmla="*/ 4399563 w 7472601"/>
              <a:gd name="connsiteY209" fmla="*/ 4158106 h 6858000"/>
              <a:gd name="connsiteX210" fmla="*/ 4684469 w 7472601"/>
              <a:gd name="connsiteY210" fmla="*/ 4364680 h 6858000"/>
              <a:gd name="connsiteX211" fmla="*/ 4690271 w 7472601"/>
              <a:gd name="connsiteY211" fmla="*/ 4370034 h 6858000"/>
              <a:gd name="connsiteX212" fmla="*/ 4136093 w 7472601"/>
              <a:gd name="connsiteY212" fmla="*/ 3858466 h 6858000"/>
              <a:gd name="connsiteX213" fmla="*/ 3670252 w 7472601"/>
              <a:gd name="connsiteY213" fmla="*/ 3622798 h 6858000"/>
              <a:gd name="connsiteX214" fmla="*/ 4440129 w 7472601"/>
              <a:gd name="connsiteY214" fmla="*/ 3448571 h 6858000"/>
              <a:gd name="connsiteX215" fmla="*/ 4856525 w 7472601"/>
              <a:gd name="connsiteY215" fmla="*/ 3915351 h 6858000"/>
              <a:gd name="connsiteX216" fmla="*/ 5059055 w 7472601"/>
              <a:gd name="connsiteY216" fmla="*/ 4108918 h 6858000"/>
              <a:gd name="connsiteX217" fmla="*/ 5290070 w 7472601"/>
              <a:gd name="connsiteY217" fmla="*/ 4263619 h 6858000"/>
              <a:gd name="connsiteX218" fmla="*/ 4834991 w 7472601"/>
              <a:gd name="connsiteY218" fmla="*/ 3830985 h 6858000"/>
              <a:gd name="connsiteX219" fmla="*/ 4440129 w 7472601"/>
              <a:gd name="connsiteY219" fmla="*/ 3448571 h 6858000"/>
              <a:gd name="connsiteX220" fmla="*/ 4441737 w 7472601"/>
              <a:gd name="connsiteY220" fmla="*/ 3399734 h 6858000"/>
              <a:gd name="connsiteX221" fmla="*/ 4431236 w 7472601"/>
              <a:gd name="connsiteY221" fmla="*/ 3400954 h 6858000"/>
              <a:gd name="connsiteX222" fmla="*/ 4557150 w 7472601"/>
              <a:gd name="connsiteY222" fmla="*/ 3510023 h 6858000"/>
              <a:gd name="connsiteX223" fmla="*/ 4856936 w 7472601"/>
              <a:gd name="connsiteY223" fmla="*/ 3809146 h 6858000"/>
              <a:gd name="connsiteX224" fmla="*/ 5111996 w 7472601"/>
              <a:gd name="connsiteY224" fmla="*/ 4065759 h 6858000"/>
              <a:gd name="connsiteX225" fmla="*/ 5388878 w 7472601"/>
              <a:gd name="connsiteY225" fmla="*/ 4300185 h 6858000"/>
              <a:gd name="connsiteX226" fmla="*/ 5425556 w 7472601"/>
              <a:gd name="connsiteY226" fmla="*/ 4308967 h 6858000"/>
              <a:gd name="connsiteX227" fmla="*/ 4943646 w 7472601"/>
              <a:gd name="connsiteY227" fmla="*/ 3822916 h 6858000"/>
              <a:gd name="connsiteX228" fmla="*/ 4594837 w 7472601"/>
              <a:gd name="connsiteY228" fmla="*/ 3532274 h 6858000"/>
              <a:gd name="connsiteX229" fmla="*/ 4441737 w 7472601"/>
              <a:gd name="connsiteY229" fmla="*/ 3399734 h 6858000"/>
              <a:gd name="connsiteX230" fmla="*/ 5425834 w 7472601"/>
              <a:gd name="connsiteY230" fmla="*/ 3162785 h 6858000"/>
              <a:gd name="connsiteX231" fmla="*/ 5401644 w 7472601"/>
              <a:gd name="connsiteY231" fmla="*/ 3617847 h 6858000"/>
              <a:gd name="connsiteX232" fmla="*/ 5467256 w 7472601"/>
              <a:gd name="connsiteY232" fmla="*/ 4175494 h 6858000"/>
              <a:gd name="connsiteX233" fmla="*/ 5448069 w 7472601"/>
              <a:gd name="connsiteY233" fmla="*/ 3567554 h 6858000"/>
              <a:gd name="connsiteX234" fmla="*/ 5425834 w 7472601"/>
              <a:gd name="connsiteY234" fmla="*/ 3162785 h 6858000"/>
              <a:gd name="connsiteX235" fmla="*/ 1318687 w 7472601"/>
              <a:gd name="connsiteY235" fmla="*/ 3113840 h 6858000"/>
              <a:gd name="connsiteX236" fmla="*/ 1066793 w 7472601"/>
              <a:gd name="connsiteY236" fmla="*/ 3212171 h 6858000"/>
              <a:gd name="connsiteX237" fmla="*/ 993319 w 7472601"/>
              <a:gd name="connsiteY237" fmla="*/ 3247648 h 6858000"/>
              <a:gd name="connsiteX238" fmla="*/ 853081 w 7472601"/>
              <a:gd name="connsiteY238" fmla="*/ 3312410 h 6858000"/>
              <a:gd name="connsiteX239" fmla="*/ 805957 w 7472601"/>
              <a:gd name="connsiteY239" fmla="*/ 3330443 h 6858000"/>
              <a:gd name="connsiteX240" fmla="*/ 1318687 w 7472601"/>
              <a:gd name="connsiteY240" fmla="*/ 3113840 h 6858000"/>
              <a:gd name="connsiteX241" fmla="*/ 5453702 w 7472601"/>
              <a:gd name="connsiteY241" fmla="*/ 3090882 h 6858000"/>
              <a:gd name="connsiteX242" fmla="*/ 5480135 w 7472601"/>
              <a:gd name="connsiteY242" fmla="*/ 3565802 h 6858000"/>
              <a:gd name="connsiteX243" fmla="*/ 5499023 w 7472601"/>
              <a:gd name="connsiteY243" fmla="*/ 4166310 h 6858000"/>
              <a:gd name="connsiteX244" fmla="*/ 5547022 w 7472601"/>
              <a:gd name="connsiteY244" fmla="*/ 3607838 h 6858000"/>
              <a:gd name="connsiteX245" fmla="*/ 5515964 w 7472601"/>
              <a:gd name="connsiteY245" fmla="*/ 3378541 h 6858000"/>
              <a:gd name="connsiteX246" fmla="*/ 5453702 w 7472601"/>
              <a:gd name="connsiteY246" fmla="*/ 3090882 h 6858000"/>
              <a:gd name="connsiteX247" fmla="*/ 1238695 w 7472601"/>
              <a:gd name="connsiteY247" fmla="*/ 3076820 h 6858000"/>
              <a:gd name="connsiteX248" fmla="*/ 716371 w 7472601"/>
              <a:gd name="connsiteY248" fmla="*/ 3293249 h 6858000"/>
              <a:gd name="connsiteX249" fmla="*/ 579522 w 7472601"/>
              <a:gd name="connsiteY249" fmla="*/ 3371759 h 6858000"/>
              <a:gd name="connsiteX250" fmla="*/ 600288 w 7472601"/>
              <a:gd name="connsiteY250" fmla="*/ 3365555 h 6858000"/>
              <a:gd name="connsiteX251" fmla="*/ 840692 w 7472601"/>
              <a:gd name="connsiteY251" fmla="*/ 3284921 h 6858000"/>
              <a:gd name="connsiteX252" fmla="*/ 979248 w 7472601"/>
              <a:gd name="connsiteY252" fmla="*/ 3221003 h 6858000"/>
              <a:gd name="connsiteX253" fmla="*/ 1053282 w 7472601"/>
              <a:gd name="connsiteY253" fmla="*/ 3185247 h 6858000"/>
              <a:gd name="connsiteX254" fmla="*/ 1320603 w 7472601"/>
              <a:gd name="connsiteY254" fmla="*/ 3081281 h 6858000"/>
              <a:gd name="connsiteX255" fmla="*/ 1238695 w 7472601"/>
              <a:gd name="connsiteY255" fmla="*/ 3076820 h 6858000"/>
              <a:gd name="connsiteX256" fmla="*/ 5425627 w 7472601"/>
              <a:gd name="connsiteY256" fmla="*/ 2954192 h 6858000"/>
              <a:gd name="connsiteX257" fmla="*/ 5470770 w 7472601"/>
              <a:gd name="connsiteY257" fmla="*/ 3005435 h 6858000"/>
              <a:gd name="connsiteX258" fmla="*/ 5519779 w 7472601"/>
              <a:gd name="connsiteY258" fmla="*/ 4359223 h 6858000"/>
              <a:gd name="connsiteX259" fmla="*/ 5520293 w 7472601"/>
              <a:gd name="connsiteY259" fmla="*/ 4360602 h 6858000"/>
              <a:gd name="connsiteX260" fmla="*/ 5767221 w 7472601"/>
              <a:gd name="connsiteY260" fmla="*/ 4665564 h 6858000"/>
              <a:gd name="connsiteX261" fmla="*/ 6937169 w 7472601"/>
              <a:gd name="connsiteY261" fmla="*/ 4815941 h 6858000"/>
              <a:gd name="connsiteX262" fmla="*/ 6953922 w 7472601"/>
              <a:gd name="connsiteY262" fmla="*/ 4890068 h 6858000"/>
              <a:gd name="connsiteX263" fmla="*/ 6071359 w 7472601"/>
              <a:gd name="connsiteY263" fmla="*/ 4770770 h 6858000"/>
              <a:gd name="connsiteX264" fmla="*/ 6038839 w 7472601"/>
              <a:gd name="connsiteY264" fmla="*/ 4764474 h 6858000"/>
              <a:gd name="connsiteX265" fmla="*/ 6038706 w 7472601"/>
              <a:gd name="connsiteY265" fmla="*/ 4763847 h 6858000"/>
              <a:gd name="connsiteX266" fmla="*/ 6037784 w 7472601"/>
              <a:gd name="connsiteY266" fmla="*/ 4764270 h 6858000"/>
              <a:gd name="connsiteX267" fmla="*/ 6038839 w 7472601"/>
              <a:gd name="connsiteY267" fmla="*/ 4764474 h 6858000"/>
              <a:gd name="connsiteX268" fmla="*/ 6040338 w 7472601"/>
              <a:gd name="connsiteY268" fmla="*/ 4771418 h 6858000"/>
              <a:gd name="connsiteX269" fmla="*/ 6024488 w 7472601"/>
              <a:gd name="connsiteY269" fmla="*/ 4809903 h 6858000"/>
              <a:gd name="connsiteX270" fmla="*/ 5599771 w 7472601"/>
              <a:gd name="connsiteY270" fmla="*/ 5509652 h 6858000"/>
              <a:gd name="connsiteX271" fmla="*/ 5548843 w 7472601"/>
              <a:gd name="connsiteY271" fmla="*/ 5563845 h 6858000"/>
              <a:gd name="connsiteX272" fmla="*/ 5940952 w 7472601"/>
              <a:gd name="connsiteY272" fmla="*/ 6250028 h 6858000"/>
              <a:gd name="connsiteX273" fmla="*/ 6043441 w 7472601"/>
              <a:gd name="connsiteY273" fmla="*/ 6665847 h 6858000"/>
              <a:gd name="connsiteX274" fmla="*/ 6093432 w 7472601"/>
              <a:gd name="connsiteY274" fmla="*/ 6858000 h 6858000"/>
              <a:gd name="connsiteX275" fmla="*/ 6034344 w 7472601"/>
              <a:gd name="connsiteY275" fmla="*/ 6858000 h 6858000"/>
              <a:gd name="connsiteX276" fmla="*/ 6026679 w 7472601"/>
              <a:gd name="connsiteY276" fmla="*/ 6836959 h 6858000"/>
              <a:gd name="connsiteX277" fmla="*/ 5800441 w 7472601"/>
              <a:gd name="connsiteY277" fmla="*/ 6335286 h 6858000"/>
              <a:gd name="connsiteX278" fmla="*/ 5526562 w 7472601"/>
              <a:gd name="connsiteY278" fmla="*/ 5705388 h 6858000"/>
              <a:gd name="connsiteX279" fmla="*/ 5519640 w 7472601"/>
              <a:gd name="connsiteY279" fmla="*/ 5683774 h 6858000"/>
              <a:gd name="connsiteX280" fmla="*/ 5844559 w 7472601"/>
              <a:gd name="connsiteY280" fmla="*/ 6553349 h 6858000"/>
              <a:gd name="connsiteX281" fmla="*/ 5975994 w 7472601"/>
              <a:gd name="connsiteY281" fmla="*/ 6858000 h 6858000"/>
              <a:gd name="connsiteX282" fmla="*/ 5898547 w 7472601"/>
              <a:gd name="connsiteY282" fmla="*/ 6858000 h 6858000"/>
              <a:gd name="connsiteX283" fmla="*/ 5682041 w 7472601"/>
              <a:gd name="connsiteY283" fmla="*/ 6355860 h 6858000"/>
              <a:gd name="connsiteX284" fmla="*/ 5461758 w 7472601"/>
              <a:gd name="connsiteY284" fmla="*/ 5820220 h 6858000"/>
              <a:gd name="connsiteX285" fmla="*/ 5237282 w 7472601"/>
              <a:gd name="connsiteY285" fmla="*/ 6579086 h 6858000"/>
              <a:gd name="connsiteX286" fmla="*/ 5115009 w 7472601"/>
              <a:gd name="connsiteY286" fmla="*/ 6858000 h 6858000"/>
              <a:gd name="connsiteX287" fmla="*/ 5028074 w 7472601"/>
              <a:gd name="connsiteY287" fmla="*/ 6858000 h 6858000"/>
              <a:gd name="connsiteX288" fmla="*/ 5079508 w 7472601"/>
              <a:gd name="connsiteY288" fmla="*/ 6749074 h 6858000"/>
              <a:gd name="connsiteX289" fmla="*/ 5371846 w 7472601"/>
              <a:gd name="connsiteY289" fmla="*/ 5924413 h 6858000"/>
              <a:gd name="connsiteX290" fmla="*/ 5270512 w 7472601"/>
              <a:gd name="connsiteY290" fmla="*/ 6138975 h 6858000"/>
              <a:gd name="connsiteX291" fmla="*/ 5062409 w 7472601"/>
              <a:gd name="connsiteY291" fmla="*/ 6653544 h 6858000"/>
              <a:gd name="connsiteX292" fmla="*/ 5036628 w 7472601"/>
              <a:gd name="connsiteY292" fmla="*/ 6754247 h 6858000"/>
              <a:gd name="connsiteX293" fmla="*/ 5009112 w 7472601"/>
              <a:gd name="connsiteY293" fmla="*/ 6858000 h 6858000"/>
              <a:gd name="connsiteX294" fmla="*/ 4976679 w 7472601"/>
              <a:gd name="connsiteY294" fmla="*/ 6858000 h 6858000"/>
              <a:gd name="connsiteX295" fmla="*/ 5006537 w 7472601"/>
              <a:gd name="connsiteY295" fmla="*/ 6747068 h 6858000"/>
              <a:gd name="connsiteX296" fmla="*/ 5032723 w 7472601"/>
              <a:gd name="connsiteY296" fmla="*/ 6644957 h 6858000"/>
              <a:gd name="connsiteX297" fmla="*/ 5242949 w 7472601"/>
              <a:gd name="connsiteY297" fmla="*/ 6125175 h 6858000"/>
              <a:gd name="connsiteX298" fmla="*/ 5286321 w 7472601"/>
              <a:gd name="connsiteY298" fmla="*/ 6033555 h 6858000"/>
              <a:gd name="connsiteX299" fmla="*/ 5008210 w 7472601"/>
              <a:gd name="connsiteY299" fmla="*/ 6649194 h 6858000"/>
              <a:gd name="connsiteX300" fmla="*/ 4986321 w 7472601"/>
              <a:gd name="connsiteY300" fmla="*/ 6765687 h 6858000"/>
              <a:gd name="connsiteX301" fmla="*/ 4973474 w 7472601"/>
              <a:gd name="connsiteY301" fmla="*/ 6858000 h 6858000"/>
              <a:gd name="connsiteX302" fmla="*/ 4907178 w 7472601"/>
              <a:gd name="connsiteY302" fmla="*/ 6858000 h 6858000"/>
              <a:gd name="connsiteX303" fmla="*/ 4910810 w 7472601"/>
              <a:gd name="connsiteY303" fmla="*/ 6829660 h 6858000"/>
              <a:gd name="connsiteX304" fmla="*/ 4987461 w 7472601"/>
              <a:gd name="connsiteY304" fmla="*/ 6432994 h 6858000"/>
              <a:gd name="connsiteX305" fmla="*/ 5179262 w 7472601"/>
              <a:gd name="connsiteY305" fmla="*/ 6035044 h 6858000"/>
              <a:gd name="connsiteX306" fmla="*/ 4689678 w 7472601"/>
              <a:gd name="connsiteY306" fmla="*/ 6440241 h 6858000"/>
              <a:gd name="connsiteX307" fmla="*/ 4477543 w 7472601"/>
              <a:gd name="connsiteY307" fmla="*/ 6674836 h 6858000"/>
              <a:gd name="connsiteX308" fmla="*/ 4329957 w 7472601"/>
              <a:gd name="connsiteY308" fmla="*/ 6858000 h 6858000"/>
              <a:gd name="connsiteX309" fmla="*/ 4218595 w 7472601"/>
              <a:gd name="connsiteY309" fmla="*/ 6858000 h 6858000"/>
              <a:gd name="connsiteX310" fmla="*/ 4368888 w 7472601"/>
              <a:gd name="connsiteY310" fmla="*/ 6668412 h 6858000"/>
              <a:gd name="connsiteX311" fmla="*/ 4563091 w 7472601"/>
              <a:gd name="connsiteY311" fmla="*/ 6442508 h 6858000"/>
              <a:gd name="connsiteX312" fmla="*/ 5387324 w 7472601"/>
              <a:gd name="connsiteY312" fmla="*/ 5705830 h 6858000"/>
              <a:gd name="connsiteX313" fmla="*/ 5073620 w 7472601"/>
              <a:gd name="connsiteY313" fmla="*/ 5955437 h 6858000"/>
              <a:gd name="connsiteX314" fmla="*/ 4689789 w 7472601"/>
              <a:gd name="connsiteY314" fmla="*/ 6268382 h 6858000"/>
              <a:gd name="connsiteX315" fmla="*/ 4418722 w 7472601"/>
              <a:gd name="connsiteY315" fmla="*/ 6570886 h 6858000"/>
              <a:gd name="connsiteX316" fmla="*/ 4214944 w 7472601"/>
              <a:gd name="connsiteY316" fmla="*/ 6858000 h 6858000"/>
              <a:gd name="connsiteX317" fmla="*/ 4177898 w 7472601"/>
              <a:gd name="connsiteY317" fmla="*/ 6858000 h 6858000"/>
              <a:gd name="connsiteX318" fmla="*/ 4391597 w 7472601"/>
              <a:gd name="connsiteY318" fmla="*/ 6556370 h 6858000"/>
              <a:gd name="connsiteX319" fmla="*/ 4668889 w 7472601"/>
              <a:gd name="connsiteY319" fmla="*/ 6246399 h 6858000"/>
              <a:gd name="connsiteX320" fmla="*/ 5055427 w 7472601"/>
              <a:gd name="connsiteY320" fmla="*/ 5931476 h 6858000"/>
              <a:gd name="connsiteX321" fmla="*/ 5371814 w 7472601"/>
              <a:gd name="connsiteY321" fmla="*/ 5678975 h 6858000"/>
              <a:gd name="connsiteX322" fmla="*/ 4987918 w 7472601"/>
              <a:gd name="connsiteY322" fmla="*/ 5838701 h 6858000"/>
              <a:gd name="connsiteX323" fmla="*/ 4317146 w 7472601"/>
              <a:gd name="connsiteY323" fmla="*/ 6587716 h 6858000"/>
              <a:gd name="connsiteX324" fmla="*/ 4171627 w 7472601"/>
              <a:gd name="connsiteY324" fmla="*/ 6858000 h 6858000"/>
              <a:gd name="connsiteX325" fmla="*/ 4081585 w 7472601"/>
              <a:gd name="connsiteY325" fmla="*/ 6858000 h 6858000"/>
              <a:gd name="connsiteX326" fmla="*/ 4238603 w 7472601"/>
              <a:gd name="connsiteY326" fmla="*/ 6559341 h 6858000"/>
              <a:gd name="connsiteX327" fmla="*/ 4778333 w 7472601"/>
              <a:gd name="connsiteY327" fmla="*/ 5873626 h 6858000"/>
              <a:gd name="connsiteX328" fmla="*/ 5414185 w 7472601"/>
              <a:gd name="connsiteY328" fmla="*/ 5573882 h 6858000"/>
              <a:gd name="connsiteX329" fmla="*/ 5959648 w 7472601"/>
              <a:gd name="connsiteY329" fmla="*/ 4760797 h 6858000"/>
              <a:gd name="connsiteX330" fmla="*/ 5355019 w 7472601"/>
              <a:gd name="connsiteY330" fmla="*/ 4734672 h 6858000"/>
              <a:gd name="connsiteX331" fmla="*/ 5083565 w 7472601"/>
              <a:gd name="connsiteY331" fmla="*/ 5179121 h 6858000"/>
              <a:gd name="connsiteX332" fmla="*/ 4713577 w 7472601"/>
              <a:gd name="connsiteY332" fmla="*/ 5616803 h 6858000"/>
              <a:gd name="connsiteX333" fmla="*/ 3989559 w 7472601"/>
              <a:gd name="connsiteY333" fmla="*/ 6145945 h 6858000"/>
              <a:gd name="connsiteX334" fmla="*/ 3939824 w 7472601"/>
              <a:gd name="connsiteY334" fmla="*/ 6066900 h 6858000"/>
              <a:gd name="connsiteX335" fmla="*/ 4584537 w 7472601"/>
              <a:gd name="connsiteY335" fmla="*/ 5324826 h 6858000"/>
              <a:gd name="connsiteX336" fmla="*/ 5037105 w 7472601"/>
              <a:gd name="connsiteY336" fmla="*/ 5088765 h 6858000"/>
              <a:gd name="connsiteX337" fmla="*/ 5039930 w 7472601"/>
              <a:gd name="connsiteY337" fmla="*/ 5089585 h 6858000"/>
              <a:gd name="connsiteX338" fmla="*/ 5263764 w 7472601"/>
              <a:gd name="connsiteY338" fmla="*/ 4735525 h 6858000"/>
              <a:gd name="connsiteX339" fmla="*/ 4086300 w 7472601"/>
              <a:gd name="connsiteY339" fmla="*/ 4884599 h 6858000"/>
              <a:gd name="connsiteX340" fmla="*/ 4085485 w 7472601"/>
              <a:gd name="connsiteY340" fmla="*/ 4899070 h 6858000"/>
              <a:gd name="connsiteX341" fmla="*/ 3871915 w 7472601"/>
              <a:gd name="connsiteY341" fmla="*/ 5253645 h 6858000"/>
              <a:gd name="connsiteX342" fmla="*/ 3799374 w 7472601"/>
              <a:gd name="connsiteY342" fmla="*/ 5466127 h 6858000"/>
              <a:gd name="connsiteX343" fmla="*/ 3498850 w 7472601"/>
              <a:gd name="connsiteY343" fmla="*/ 6661888 h 6858000"/>
              <a:gd name="connsiteX344" fmla="*/ 3399216 w 7472601"/>
              <a:gd name="connsiteY344" fmla="*/ 6858000 h 6858000"/>
              <a:gd name="connsiteX345" fmla="*/ 3303688 w 7472601"/>
              <a:gd name="connsiteY345" fmla="*/ 6858000 h 6858000"/>
              <a:gd name="connsiteX346" fmla="*/ 3391774 w 7472601"/>
              <a:gd name="connsiteY346" fmla="*/ 6697181 h 6858000"/>
              <a:gd name="connsiteX347" fmla="*/ 3735540 w 7472601"/>
              <a:gd name="connsiteY347" fmla="*/ 5546923 h 6858000"/>
              <a:gd name="connsiteX348" fmla="*/ 3729438 w 7472601"/>
              <a:gd name="connsiteY348" fmla="*/ 5569058 h 6858000"/>
              <a:gd name="connsiteX349" fmla="*/ 3707782 w 7472601"/>
              <a:gd name="connsiteY349" fmla="*/ 5644908 h 6858000"/>
              <a:gd name="connsiteX350" fmla="*/ 3583827 w 7472601"/>
              <a:gd name="connsiteY350" fmla="*/ 6039215 h 6858000"/>
              <a:gd name="connsiteX351" fmla="*/ 3547861 w 7472601"/>
              <a:gd name="connsiteY351" fmla="*/ 6129609 h 6858000"/>
              <a:gd name="connsiteX352" fmla="*/ 3490905 w 7472601"/>
              <a:gd name="connsiteY352" fmla="*/ 6277660 h 6858000"/>
              <a:gd name="connsiteX353" fmla="*/ 3455859 w 7472601"/>
              <a:gd name="connsiteY353" fmla="*/ 6391301 h 6858000"/>
              <a:gd name="connsiteX354" fmla="*/ 3429112 w 7472601"/>
              <a:gd name="connsiteY354" fmla="*/ 6479469 h 6858000"/>
              <a:gd name="connsiteX355" fmla="*/ 3304862 w 7472601"/>
              <a:gd name="connsiteY355" fmla="*/ 6796476 h 6858000"/>
              <a:gd name="connsiteX356" fmla="*/ 3276071 w 7472601"/>
              <a:gd name="connsiteY356" fmla="*/ 6858000 h 6858000"/>
              <a:gd name="connsiteX357" fmla="*/ 3240805 w 7472601"/>
              <a:gd name="connsiteY357" fmla="*/ 6858000 h 6858000"/>
              <a:gd name="connsiteX358" fmla="*/ 3275917 w 7472601"/>
              <a:gd name="connsiteY358" fmla="*/ 6783192 h 6858000"/>
              <a:gd name="connsiteX359" fmla="*/ 3399358 w 7472601"/>
              <a:gd name="connsiteY359" fmla="*/ 6469011 h 6858000"/>
              <a:gd name="connsiteX360" fmla="*/ 3425650 w 7472601"/>
              <a:gd name="connsiteY360" fmla="*/ 6381333 h 6858000"/>
              <a:gd name="connsiteX361" fmla="*/ 3460661 w 7472601"/>
              <a:gd name="connsiteY361" fmla="*/ 6266763 h 6858000"/>
              <a:gd name="connsiteX362" fmla="*/ 3518021 w 7472601"/>
              <a:gd name="connsiteY362" fmla="*/ 6117298 h 6858000"/>
              <a:gd name="connsiteX363" fmla="*/ 3554035 w 7472601"/>
              <a:gd name="connsiteY363" fmla="*/ 6027832 h 6858000"/>
              <a:gd name="connsiteX364" fmla="*/ 3677174 w 7472601"/>
              <a:gd name="connsiteY364" fmla="*/ 5636351 h 6858000"/>
              <a:gd name="connsiteX365" fmla="*/ 3698819 w 7472601"/>
              <a:gd name="connsiteY365" fmla="*/ 5560503 h 6858000"/>
              <a:gd name="connsiteX366" fmla="*/ 3702094 w 7472601"/>
              <a:gd name="connsiteY366" fmla="*/ 5549194 h 6858000"/>
              <a:gd name="connsiteX367" fmla="*/ 3398355 w 7472601"/>
              <a:gd name="connsiteY367" fmla="*/ 6094603 h 6858000"/>
              <a:gd name="connsiteX368" fmla="*/ 3193941 w 7472601"/>
              <a:gd name="connsiteY368" fmla="*/ 6798775 h 6858000"/>
              <a:gd name="connsiteX369" fmla="*/ 3184140 w 7472601"/>
              <a:gd name="connsiteY369" fmla="*/ 6858000 h 6858000"/>
              <a:gd name="connsiteX370" fmla="*/ 3099978 w 7472601"/>
              <a:gd name="connsiteY370" fmla="*/ 6858000 h 6858000"/>
              <a:gd name="connsiteX371" fmla="*/ 3101556 w 7472601"/>
              <a:gd name="connsiteY371" fmla="*/ 6843337 h 6858000"/>
              <a:gd name="connsiteX372" fmla="*/ 3370162 w 7472601"/>
              <a:gd name="connsiteY372" fmla="*/ 5785550 h 6858000"/>
              <a:gd name="connsiteX373" fmla="*/ 3746477 w 7472601"/>
              <a:gd name="connsiteY373" fmla="*/ 5377889 h 6858000"/>
              <a:gd name="connsiteX374" fmla="*/ 3863399 w 7472601"/>
              <a:gd name="connsiteY374" fmla="*/ 5087257 h 6858000"/>
              <a:gd name="connsiteX375" fmla="*/ 3968712 w 7472601"/>
              <a:gd name="connsiteY375" fmla="*/ 4913989 h 6858000"/>
              <a:gd name="connsiteX376" fmla="*/ 2792390 w 7472601"/>
              <a:gd name="connsiteY376" fmla="*/ 5382974 h 6858000"/>
              <a:gd name="connsiteX377" fmla="*/ 2714982 w 7472601"/>
              <a:gd name="connsiteY377" fmla="*/ 5427051 h 6858000"/>
              <a:gd name="connsiteX378" fmla="*/ 2813361 w 7472601"/>
              <a:gd name="connsiteY378" fmla="*/ 6023912 h 6858000"/>
              <a:gd name="connsiteX379" fmla="*/ 2688430 w 7472601"/>
              <a:gd name="connsiteY379" fmla="*/ 6801564 h 6858000"/>
              <a:gd name="connsiteX380" fmla="*/ 2629626 w 7472601"/>
              <a:gd name="connsiteY380" fmla="*/ 6763394 h 6858000"/>
              <a:gd name="connsiteX381" fmla="*/ 2565328 w 7472601"/>
              <a:gd name="connsiteY381" fmla="*/ 5516399 h 6858000"/>
              <a:gd name="connsiteX382" fmla="*/ 1922999 w 7472601"/>
              <a:gd name="connsiteY382" fmla="*/ 5980343 h 6858000"/>
              <a:gd name="connsiteX383" fmla="*/ 1950261 w 7472601"/>
              <a:gd name="connsiteY383" fmla="*/ 6405858 h 6858000"/>
              <a:gd name="connsiteX384" fmla="*/ 2365554 w 7472601"/>
              <a:gd name="connsiteY384" fmla="*/ 6759107 h 6858000"/>
              <a:gd name="connsiteX385" fmla="*/ 2424142 w 7472601"/>
              <a:gd name="connsiteY385" fmla="*/ 6858000 h 6858000"/>
              <a:gd name="connsiteX386" fmla="*/ 2395994 w 7472601"/>
              <a:gd name="connsiteY386" fmla="*/ 6858000 h 6858000"/>
              <a:gd name="connsiteX387" fmla="*/ 2392863 w 7472601"/>
              <a:gd name="connsiteY387" fmla="*/ 6852964 h 6858000"/>
              <a:gd name="connsiteX388" fmla="*/ 2017589 w 7472601"/>
              <a:gd name="connsiteY388" fmla="*/ 6493982 h 6858000"/>
              <a:gd name="connsiteX389" fmla="*/ 2147336 w 7472601"/>
              <a:gd name="connsiteY389" fmla="*/ 6594052 h 6858000"/>
              <a:gd name="connsiteX390" fmla="*/ 2207047 w 7472601"/>
              <a:gd name="connsiteY390" fmla="*/ 6654540 h 6858000"/>
              <a:gd name="connsiteX391" fmla="*/ 2299106 w 7472601"/>
              <a:gd name="connsiteY391" fmla="*/ 6778931 h 6858000"/>
              <a:gd name="connsiteX392" fmla="*/ 2314430 w 7472601"/>
              <a:gd name="connsiteY392" fmla="*/ 6801144 h 6858000"/>
              <a:gd name="connsiteX393" fmla="*/ 2352406 w 7472601"/>
              <a:gd name="connsiteY393" fmla="*/ 6858000 h 6858000"/>
              <a:gd name="connsiteX394" fmla="*/ 2314492 w 7472601"/>
              <a:gd name="connsiteY394" fmla="*/ 6858000 h 6858000"/>
              <a:gd name="connsiteX395" fmla="*/ 2288095 w 7472601"/>
              <a:gd name="connsiteY395" fmla="*/ 6818030 h 6858000"/>
              <a:gd name="connsiteX396" fmla="*/ 2272768 w 7472601"/>
              <a:gd name="connsiteY396" fmla="*/ 6795822 h 6858000"/>
              <a:gd name="connsiteX397" fmla="*/ 2182715 w 7472601"/>
              <a:gd name="connsiteY397" fmla="*/ 6675071 h 6858000"/>
              <a:gd name="connsiteX398" fmla="*/ 2032061 w 7472601"/>
              <a:gd name="connsiteY398" fmla="*/ 6541380 h 6858000"/>
              <a:gd name="connsiteX399" fmla="*/ 2257220 w 7472601"/>
              <a:gd name="connsiteY399" fmla="*/ 6826257 h 6858000"/>
              <a:gd name="connsiteX400" fmla="*/ 2281324 w 7472601"/>
              <a:gd name="connsiteY400" fmla="*/ 6858000 h 6858000"/>
              <a:gd name="connsiteX401" fmla="*/ 2242860 w 7472601"/>
              <a:gd name="connsiteY401" fmla="*/ 6858000 h 6858000"/>
              <a:gd name="connsiteX402" fmla="*/ 2232818 w 7472601"/>
              <a:gd name="connsiteY402" fmla="*/ 6844926 h 6858000"/>
              <a:gd name="connsiteX403" fmla="*/ 1990172 w 7472601"/>
              <a:gd name="connsiteY403" fmla="*/ 6542121 h 6858000"/>
              <a:gd name="connsiteX404" fmla="*/ 2124090 w 7472601"/>
              <a:gd name="connsiteY404" fmla="*/ 6761017 h 6858000"/>
              <a:gd name="connsiteX405" fmla="*/ 2200380 w 7472601"/>
              <a:gd name="connsiteY405" fmla="*/ 6858000 h 6858000"/>
              <a:gd name="connsiteX406" fmla="*/ 2147507 w 7472601"/>
              <a:gd name="connsiteY406" fmla="*/ 6858000 h 6858000"/>
              <a:gd name="connsiteX407" fmla="*/ 2070668 w 7472601"/>
              <a:gd name="connsiteY407" fmla="*/ 6761520 h 6858000"/>
              <a:gd name="connsiteX408" fmla="*/ 1975142 w 7472601"/>
              <a:gd name="connsiteY408" fmla="*/ 6585570 h 6858000"/>
              <a:gd name="connsiteX409" fmla="*/ 2050035 w 7472601"/>
              <a:gd name="connsiteY409" fmla="*/ 6813345 h 6858000"/>
              <a:gd name="connsiteX410" fmla="*/ 2063025 w 7472601"/>
              <a:gd name="connsiteY410" fmla="*/ 6858000 h 6858000"/>
              <a:gd name="connsiteX411" fmla="*/ 2021675 w 7472601"/>
              <a:gd name="connsiteY411" fmla="*/ 6858000 h 6858000"/>
              <a:gd name="connsiteX412" fmla="*/ 2019308 w 7472601"/>
              <a:gd name="connsiteY412" fmla="*/ 6847118 h 6858000"/>
              <a:gd name="connsiteX413" fmla="*/ 1938835 w 7472601"/>
              <a:gd name="connsiteY413" fmla="*/ 6551160 h 6858000"/>
              <a:gd name="connsiteX414" fmla="*/ 1953230 w 7472601"/>
              <a:gd name="connsiteY414" fmla="*/ 6759699 h 6858000"/>
              <a:gd name="connsiteX415" fmla="*/ 1956763 w 7472601"/>
              <a:gd name="connsiteY415" fmla="*/ 6778191 h 6858000"/>
              <a:gd name="connsiteX416" fmla="*/ 1967925 w 7472601"/>
              <a:gd name="connsiteY416" fmla="*/ 6858000 h 6858000"/>
              <a:gd name="connsiteX417" fmla="*/ 1936622 w 7472601"/>
              <a:gd name="connsiteY417" fmla="*/ 6858000 h 6858000"/>
              <a:gd name="connsiteX418" fmla="*/ 1926261 w 7472601"/>
              <a:gd name="connsiteY418" fmla="*/ 6784064 h 6858000"/>
              <a:gd name="connsiteX419" fmla="*/ 1922724 w 7472601"/>
              <a:gd name="connsiteY419" fmla="*/ 6765577 h 6858000"/>
              <a:gd name="connsiteX420" fmla="*/ 1904650 w 7472601"/>
              <a:gd name="connsiteY420" fmla="*/ 6639616 h 6858000"/>
              <a:gd name="connsiteX421" fmla="*/ 1885273 w 7472601"/>
              <a:gd name="connsiteY421" fmla="*/ 6858000 h 6858000"/>
              <a:gd name="connsiteX422" fmla="*/ 1854363 w 7472601"/>
              <a:gd name="connsiteY422" fmla="*/ 6858000 h 6858000"/>
              <a:gd name="connsiteX423" fmla="*/ 1880391 w 7472601"/>
              <a:gd name="connsiteY423" fmla="*/ 6603796 h 6858000"/>
              <a:gd name="connsiteX424" fmla="*/ 1818273 w 7472601"/>
              <a:gd name="connsiteY424" fmla="*/ 6715729 h 6858000"/>
              <a:gd name="connsiteX425" fmla="*/ 1794691 w 7472601"/>
              <a:gd name="connsiteY425" fmla="*/ 6843239 h 6858000"/>
              <a:gd name="connsiteX426" fmla="*/ 1794914 w 7472601"/>
              <a:gd name="connsiteY426" fmla="*/ 6858000 h 6858000"/>
              <a:gd name="connsiteX427" fmla="*/ 1746128 w 7472601"/>
              <a:gd name="connsiteY427" fmla="*/ 6858000 h 6858000"/>
              <a:gd name="connsiteX428" fmla="*/ 1753934 w 7472601"/>
              <a:gd name="connsiteY428" fmla="*/ 6724796 h 6858000"/>
              <a:gd name="connsiteX429" fmla="*/ 1792053 w 7472601"/>
              <a:gd name="connsiteY429" fmla="*/ 6572396 h 6858000"/>
              <a:gd name="connsiteX430" fmla="*/ 1862248 w 7472601"/>
              <a:gd name="connsiteY430" fmla="*/ 6266397 h 6858000"/>
              <a:gd name="connsiteX431" fmla="*/ 1862250 w 7472601"/>
              <a:gd name="connsiteY431" fmla="*/ 6033531 h 6858000"/>
              <a:gd name="connsiteX432" fmla="*/ 1211999 w 7472601"/>
              <a:gd name="connsiteY432" fmla="*/ 6683610 h 6858000"/>
              <a:gd name="connsiteX433" fmla="*/ 1213266 w 7472601"/>
              <a:gd name="connsiteY433" fmla="*/ 6691947 h 6858000"/>
              <a:gd name="connsiteX434" fmla="*/ 1203370 w 7472601"/>
              <a:gd name="connsiteY434" fmla="*/ 6850676 h 6858000"/>
              <a:gd name="connsiteX435" fmla="*/ 1203671 w 7472601"/>
              <a:gd name="connsiteY435" fmla="*/ 6858000 h 6858000"/>
              <a:gd name="connsiteX436" fmla="*/ 1143180 w 7472601"/>
              <a:gd name="connsiteY436" fmla="*/ 6858000 h 6858000"/>
              <a:gd name="connsiteX437" fmla="*/ 1142176 w 7472601"/>
              <a:gd name="connsiteY437" fmla="*/ 6766045 h 6858000"/>
              <a:gd name="connsiteX438" fmla="*/ 1067484 w 7472601"/>
              <a:gd name="connsiteY438" fmla="*/ 6858000 h 6858000"/>
              <a:gd name="connsiteX439" fmla="*/ 953928 w 7472601"/>
              <a:gd name="connsiteY439" fmla="*/ 6858000 h 6858000"/>
              <a:gd name="connsiteX440" fmla="*/ 959715 w 7472601"/>
              <a:gd name="connsiteY440" fmla="*/ 6850185 h 6858000"/>
              <a:gd name="connsiteX441" fmla="*/ 1483788 w 7472601"/>
              <a:gd name="connsiteY441" fmla="*/ 6259174 h 6858000"/>
              <a:gd name="connsiteX442" fmla="*/ 1100671 w 7472601"/>
              <a:gd name="connsiteY442" fmla="*/ 6252137 h 6858000"/>
              <a:gd name="connsiteX443" fmla="*/ 1090144 w 7472601"/>
              <a:gd name="connsiteY443" fmla="*/ 6256748 h 6858000"/>
              <a:gd name="connsiteX444" fmla="*/ 1095872 w 7472601"/>
              <a:gd name="connsiteY444" fmla="*/ 6271892 h 6858000"/>
              <a:gd name="connsiteX445" fmla="*/ 262785 w 7472601"/>
              <a:gd name="connsiteY445" fmla="*/ 6845450 h 6858000"/>
              <a:gd name="connsiteX446" fmla="*/ 209968 w 7472601"/>
              <a:gd name="connsiteY446" fmla="*/ 6770713 h 6858000"/>
              <a:gd name="connsiteX447" fmla="*/ 873460 w 7472601"/>
              <a:gd name="connsiteY447" fmla="*/ 6253768 h 6858000"/>
              <a:gd name="connsiteX448" fmla="*/ 192686 w 7472601"/>
              <a:gd name="connsiteY448" fmla="*/ 5849257 h 6858000"/>
              <a:gd name="connsiteX449" fmla="*/ 4696 w 7472601"/>
              <a:gd name="connsiteY449" fmla="*/ 5697668 h 6858000"/>
              <a:gd name="connsiteX450" fmla="*/ 0 w 7472601"/>
              <a:gd name="connsiteY450" fmla="*/ 5689984 h 6858000"/>
              <a:gd name="connsiteX451" fmla="*/ 0 w 7472601"/>
              <a:gd name="connsiteY451" fmla="*/ 5513472 h 6858000"/>
              <a:gd name="connsiteX452" fmla="*/ 174101 w 7472601"/>
              <a:gd name="connsiteY452" fmla="*/ 5620277 h 6858000"/>
              <a:gd name="connsiteX453" fmla="*/ 891800 w 7472601"/>
              <a:gd name="connsiteY453" fmla="*/ 6036935 h 6858000"/>
              <a:gd name="connsiteX454" fmla="*/ 1072219 w 7472601"/>
              <a:gd name="connsiteY454" fmla="*/ 6169443 h 6858000"/>
              <a:gd name="connsiteX455" fmla="*/ 1074117 w 7472601"/>
              <a:gd name="connsiteY455" fmla="*/ 6170301 h 6858000"/>
              <a:gd name="connsiteX456" fmla="*/ 1083114 w 7472601"/>
              <a:gd name="connsiteY456" fmla="*/ 6174131 h 6858000"/>
              <a:gd name="connsiteX457" fmla="*/ 1543010 w 7472601"/>
              <a:gd name="connsiteY457" fmla="*/ 6191140 h 6858000"/>
              <a:gd name="connsiteX458" fmla="*/ 1551080 w 7472601"/>
              <a:gd name="connsiteY458" fmla="*/ 6195006 h 6858000"/>
              <a:gd name="connsiteX459" fmla="*/ 2345443 w 7472601"/>
              <a:gd name="connsiteY459" fmla="*/ 5549882 h 6858000"/>
              <a:gd name="connsiteX460" fmla="*/ 1721499 w 7472601"/>
              <a:gd name="connsiteY460" fmla="*/ 5599969 h 6858000"/>
              <a:gd name="connsiteX461" fmla="*/ 767716 w 7472601"/>
              <a:gd name="connsiteY461" fmla="*/ 5472768 h 6858000"/>
              <a:gd name="connsiteX462" fmla="*/ 722147 w 7472601"/>
              <a:gd name="connsiteY462" fmla="*/ 5393091 h 6858000"/>
              <a:gd name="connsiteX463" fmla="*/ 1485552 w 7472601"/>
              <a:gd name="connsiteY463" fmla="*/ 5313202 h 6858000"/>
              <a:gd name="connsiteX464" fmla="*/ 2143004 w 7472601"/>
              <a:gd name="connsiteY464" fmla="*/ 5402420 h 6858000"/>
              <a:gd name="connsiteX465" fmla="*/ 1933391 w 7472601"/>
              <a:gd name="connsiteY465" fmla="*/ 5156971 h 6858000"/>
              <a:gd name="connsiteX466" fmla="*/ 1827118 w 7472601"/>
              <a:gd name="connsiteY466" fmla="*/ 4968410 h 6858000"/>
              <a:gd name="connsiteX467" fmla="*/ 1837349 w 7472601"/>
              <a:gd name="connsiteY467" fmla="*/ 4956357 h 6858000"/>
              <a:gd name="connsiteX468" fmla="*/ 2162835 w 7472601"/>
              <a:gd name="connsiteY468" fmla="*/ 5187853 h 6858000"/>
              <a:gd name="connsiteX469" fmla="*/ 2257167 w 7472601"/>
              <a:gd name="connsiteY469" fmla="*/ 5462123 h 6858000"/>
              <a:gd name="connsiteX470" fmla="*/ 2261598 w 7472601"/>
              <a:gd name="connsiteY470" fmla="*/ 5467998 h 6858000"/>
              <a:gd name="connsiteX471" fmla="*/ 2437177 w 7472601"/>
              <a:gd name="connsiteY471" fmla="*/ 5479608 h 6858000"/>
              <a:gd name="connsiteX472" fmla="*/ 2445247 w 7472601"/>
              <a:gd name="connsiteY472" fmla="*/ 5483476 h 6858000"/>
              <a:gd name="connsiteX473" fmla="*/ 2743626 w 7472601"/>
              <a:gd name="connsiteY473" fmla="*/ 5304819 h 6858000"/>
              <a:gd name="connsiteX474" fmla="*/ 3048102 w 7472601"/>
              <a:gd name="connsiteY474" fmla="*/ 5150595 h 6858000"/>
              <a:gd name="connsiteX475" fmla="*/ 1799414 w 7472601"/>
              <a:gd name="connsiteY475" fmla="*/ 4694732 h 6858000"/>
              <a:gd name="connsiteX476" fmla="*/ 1771735 w 7472601"/>
              <a:gd name="connsiteY476" fmla="*/ 4619929 h 6858000"/>
              <a:gd name="connsiteX477" fmla="*/ 3104273 w 7472601"/>
              <a:gd name="connsiteY477" fmla="*/ 5076159 h 6858000"/>
              <a:gd name="connsiteX478" fmla="*/ 3113245 w 7472601"/>
              <a:gd name="connsiteY478" fmla="*/ 5090705 h 6858000"/>
              <a:gd name="connsiteX479" fmla="*/ 3126294 w 7472601"/>
              <a:gd name="connsiteY479" fmla="*/ 5114400 h 6858000"/>
              <a:gd name="connsiteX480" fmla="*/ 3937433 w 7472601"/>
              <a:gd name="connsiteY480" fmla="*/ 4830473 h 6858000"/>
              <a:gd name="connsiteX481" fmla="*/ 3590475 w 7472601"/>
              <a:gd name="connsiteY481" fmla="*/ 4597974 h 6858000"/>
              <a:gd name="connsiteX482" fmla="*/ 3100264 w 7472601"/>
              <a:gd name="connsiteY482" fmla="*/ 4579845 h 6858000"/>
              <a:gd name="connsiteX483" fmla="*/ 2183576 w 7472601"/>
              <a:gd name="connsiteY483" fmla="*/ 4227150 h 6858000"/>
              <a:gd name="connsiteX484" fmla="*/ 2151029 w 7472601"/>
              <a:gd name="connsiteY484" fmla="*/ 4146947 h 6858000"/>
              <a:gd name="connsiteX485" fmla="*/ 3563434 w 7472601"/>
              <a:gd name="connsiteY485" fmla="*/ 4469115 h 6858000"/>
              <a:gd name="connsiteX486" fmla="*/ 3177952 w 7472601"/>
              <a:gd name="connsiteY486" fmla="*/ 3657386 h 6858000"/>
              <a:gd name="connsiteX487" fmla="*/ 3189263 w 7472601"/>
              <a:gd name="connsiteY487" fmla="*/ 3625726 h 6858000"/>
              <a:gd name="connsiteX488" fmla="*/ 3560912 w 7472601"/>
              <a:gd name="connsiteY488" fmla="*/ 4079863 h 6858000"/>
              <a:gd name="connsiteX489" fmla="*/ 3626636 w 7472601"/>
              <a:gd name="connsiteY489" fmla="*/ 4512230 h 6858000"/>
              <a:gd name="connsiteX490" fmla="*/ 3653088 w 7472601"/>
              <a:gd name="connsiteY490" fmla="*/ 4521417 h 6858000"/>
              <a:gd name="connsiteX491" fmla="*/ 3988128 w 7472601"/>
              <a:gd name="connsiteY491" fmla="*/ 4817267 h 6858000"/>
              <a:gd name="connsiteX492" fmla="*/ 4830582 w 7472601"/>
              <a:gd name="connsiteY492" fmla="*/ 4676000 h 6858000"/>
              <a:gd name="connsiteX493" fmla="*/ 4830100 w 7472601"/>
              <a:gd name="connsiteY493" fmla="*/ 4675554 h 6858000"/>
              <a:gd name="connsiteX494" fmla="*/ 4036318 w 7472601"/>
              <a:gd name="connsiteY494" fmla="*/ 4147013 h 6858000"/>
              <a:gd name="connsiteX495" fmla="*/ 3432098 w 7472601"/>
              <a:gd name="connsiteY495" fmla="*/ 3537312 h 6858000"/>
              <a:gd name="connsiteX496" fmla="*/ 3446761 w 7472601"/>
              <a:gd name="connsiteY496" fmla="*/ 3461278 h 6858000"/>
              <a:gd name="connsiteX497" fmla="*/ 4419733 w 7472601"/>
              <a:gd name="connsiteY497" fmla="*/ 3963555 h 6858000"/>
              <a:gd name="connsiteX498" fmla="*/ 4781371 w 7472601"/>
              <a:gd name="connsiteY498" fmla="*/ 4458604 h 6858000"/>
              <a:gd name="connsiteX499" fmla="*/ 4780440 w 7472601"/>
              <a:gd name="connsiteY499" fmla="*/ 4470290 h 6858000"/>
              <a:gd name="connsiteX500" fmla="*/ 4898954 w 7472601"/>
              <a:gd name="connsiteY500" fmla="*/ 4662092 h 6858000"/>
              <a:gd name="connsiteX501" fmla="*/ 4900699 w 7472601"/>
              <a:gd name="connsiteY501" fmla="*/ 4670867 h 6858000"/>
              <a:gd name="connsiteX502" fmla="*/ 5714511 w 7472601"/>
              <a:gd name="connsiteY502" fmla="*/ 4663483 h 6858000"/>
              <a:gd name="connsiteX503" fmla="*/ 5464793 w 7472601"/>
              <a:gd name="connsiteY503" fmla="*/ 4393556 h 6858000"/>
              <a:gd name="connsiteX504" fmla="*/ 5461897 w 7472601"/>
              <a:gd name="connsiteY504" fmla="*/ 4390879 h 6858000"/>
              <a:gd name="connsiteX505" fmla="*/ 4294126 w 7472601"/>
              <a:gd name="connsiteY505" fmla="*/ 3303048 h 6858000"/>
              <a:gd name="connsiteX506" fmla="*/ 4305321 w 7472601"/>
              <a:gd name="connsiteY506" fmla="*/ 3256953 h 6858000"/>
              <a:gd name="connsiteX507" fmla="*/ 4949299 w 7472601"/>
              <a:gd name="connsiteY507" fmla="*/ 3766336 h 6858000"/>
              <a:gd name="connsiteX508" fmla="*/ 5291452 w 7472601"/>
              <a:gd name="connsiteY508" fmla="*/ 4076801 h 6858000"/>
              <a:gd name="connsiteX509" fmla="*/ 5434998 w 7472601"/>
              <a:gd name="connsiteY509" fmla="*/ 4254100 h 6858000"/>
              <a:gd name="connsiteX510" fmla="*/ 5351015 w 7472601"/>
              <a:gd name="connsiteY510" fmla="*/ 3760989 h 6858000"/>
              <a:gd name="connsiteX511" fmla="*/ 5413780 w 7472601"/>
              <a:gd name="connsiteY511" fmla="*/ 2966265 h 6858000"/>
              <a:gd name="connsiteX512" fmla="*/ 5425627 w 7472601"/>
              <a:gd name="connsiteY512" fmla="*/ 2954192 h 6858000"/>
              <a:gd name="connsiteX513" fmla="*/ 6604735 w 7472601"/>
              <a:gd name="connsiteY513" fmla="*/ 2041381 h 6858000"/>
              <a:gd name="connsiteX514" fmla="*/ 7204487 w 7472601"/>
              <a:gd name="connsiteY514" fmla="*/ 2742112 h 6858000"/>
              <a:gd name="connsiteX515" fmla="*/ 7131592 w 7472601"/>
              <a:gd name="connsiteY515" fmla="*/ 2672096 h 6858000"/>
              <a:gd name="connsiteX516" fmla="*/ 6996344 w 7472601"/>
              <a:gd name="connsiteY516" fmla="*/ 2518310 h 6858000"/>
              <a:gd name="connsiteX517" fmla="*/ 6735495 w 7472601"/>
              <a:gd name="connsiteY517" fmla="*/ 2196890 h 6858000"/>
              <a:gd name="connsiteX518" fmla="*/ 6721901 w 7472601"/>
              <a:gd name="connsiteY518" fmla="*/ 2179274 h 6858000"/>
              <a:gd name="connsiteX519" fmla="*/ 6604735 w 7472601"/>
              <a:gd name="connsiteY519" fmla="*/ 2041381 h 6858000"/>
              <a:gd name="connsiteX520" fmla="*/ 6591670 w 7472601"/>
              <a:gd name="connsiteY520" fmla="*/ 1988277 h 6858000"/>
              <a:gd name="connsiteX521" fmla="*/ 6747349 w 7472601"/>
              <a:gd name="connsiteY521" fmla="*/ 2160069 h 6858000"/>
              <a:gd name="connsiteX522" fmla="*/ 6760943 w 7472601"/>
              <a:gd name="connsiteY522" fmla="*/ 2177686 h 6858000"/>
              <a:gd name="connsiteX523" fmla="*/ 7021065 w 7472601"/>
              <a:gd name="connsiteY523" fmla="*/ 2498102 h 6858000"/>
              <a:gd name="connsiteX524" fmla="*/ 7155223 w 7472601"/>
              <a:gd name="connsiteY524" fmla="*/ 2650386 h 6858000"/>
              <a:gd name="connsiteX525" fmla="*/ 7203167 w 7472601"/>
              <a:gd name="connsiteY525" fmla="*/ 2697288 h 6858000"/>
              <a:gd name="connsiteX526" fmla="*/ 6937703 w 7472601"/>
              <a:gd name="connsiteY526" fmla="*/ 2321981 h 6858000"/>
              <a:gd name="connsiteX527" fmla="*/ 6591670 w 7472601"/>
              <a:gd name="connsiteY527" fmla="*/ 1988277 h 6858000"/>
              <a:gd name="connsiteX528" fmla="*/ 5798671 w 7472601"/>
              <a:gd name="connsiteY528" fmla="*/ 1981601 h 6858000"/>
              <a:gd name="connsiteX529" fmla="*/ 5754709 w 7472601"/>
              <a:gd name="connsiteY529" fmla="*/ 2071454 h 6858000"/>
              <a:gd name="connsiteX530" fmla="*/ 5763044 w 7472601"/>
              <a:gd name="connsiteY530" fmla="*/ 2842206 h 6858000"/>
              <a:gd name="connsiteX531" fmla="*/ 5764974 w 7472601"/>
              <a:gd name="connsiteY531" fmla="*/ 2799609 h 6858000"/>
              <a:gd name="connsiteX532" fmla="*/ 5767665 w 7472601"/>
              <a:gd name="connsiteY532" fmla="*/ 2666409 h 6858000"/>
              <a:gd name="connsiteX533" fmla="*/ 5763055 w 7472601"/>
              <a:gd name="connsiteY533" fmla="*/ 2579705 h 6858000"/>
              <a:gd name="connsiteX534" fmla="*/ 5758079 w 7472601"/>
              <a:gd name="connsiteY534" fmla="*/ 2492508 h 6858000"/>
              <a:gd name="connsiteX535" fmla="*/ 5779325 w 7472601"/>
              <a:gd name="connsiteY535" fmla="*/ 2197069 h 6858000"/>
              <a:gd name="connsiteX536" fmla="*/ 5798671 w 7472601"/>
              <a:gd name="connsiteY536" fmla="*/ 1981601 h 6858000"/>
              <a:gd name="connsiteX537" fmla="*/ 5829202 w 7472601"/>
              <a:gd name="connsiteY537" fmla="*/ 1971679 h 6858000"/>
              <a:gd name="connsiteX538" fmla="*/ 5809558 w 7472601"/>
              <a:gd name="connsiteY538" fmla="*/ 2198043 h 6858000"/>
              <a:gd name="connsiteX539" fmla="*/ 5788653 w 7472601"/>
              <a:gd name="connsiteY539" fmla="*/ 2489430 h 6858000"/>
              <a:gd name="connsiteX540" fmla="*/ 5793439 w 7472601"/>
              <a:gd name="connsiteY540" fmla="*/ 2575235 h 6858000"/>
              <a:gd name="connsiteX541" fmla="*/ 5796837 w 7472601"/>
              <a:gd name="connsiteY541" fmla="*/ 2637633 h 6858000"/>
              <a:gd name="connsiteX542" fmla="*/ 5818614 w 7472601"/>
              <a:gd name="connsiteY542" fmla="*/ 2473055 h 6858000"/>
              <a:gd name="connsiteX543" fmla="*/ 5829202 w 7472601"/>
              <a:gd name="connsiteY543" fmla="*/ 1971679 h 6858000"/>
              <a:gd name="connsiteX544" fmla="*/ 5911389 w 7472601"/>
              <a:gd name="connsiteY544" fmla="*/ 1898371 h 6858000"/>
              <a:gd name="connsiteX545" fmla="*/ 6237627 w 7472601"/>
              <a:gd name="connsiteY545" fmla="*/ 2231921 h 6858000"/>
              <a:gd name="connsiteX546" fmla="*/ 5911389 w 7472601"/>
              <a:gd name="connsiteY546" fmla="*/ 1898371 h 6858000"/>
              <a:gd name="connsiteX547" fmla="*/ 6944437 w 7472601"/>
              <a:gd name="connsiteY547" fmla="*/ 1575402 h 6858000"/>
              <a:gd name="connsiteX548" fmla="*/ 6304730 w 7472601"/>
              <a:gd name="connsiteY548" fmla="*/ 1766654 h 6858000"/>
              <a:gd name="connsiteX549" fmla="*/ 6944437 w 7472601"/>
              <a:gd name="connsiteY549" fmla="*/ 1575402 h 6858000"/>
              <a:gd name="connsiteX550" fmla="*/ 7019523 w 7472601"/>
              <a:gd name="connsiteY550" fmla="*/ 1519450 h 6858000"/>
              <a:gd name="connsiteX551" fmla="*/ 6298091 w 7472601"/>
              <a:gd name="connsiteY551" fmla="*/ 1737122 h 6858000"/>
              <a:gd name="connsiteX552" fmla="*/ 7019523 w 7472601"/>
              <a:gd name="connsiteY552" fmla="*/ 1519450 h 6858000"/>
              <a:gd name="connsiteX553" fmla="*/ 2399523 w 7472601"/>
              <a:gd name="connsiteY553" fmla="*/ 1428234 h 6858000"/>
              <a:gd name="connsiteX554" fmla="*/ 2224982 w 7472601"/>
              <a:gd name="connsiteY554" fmla="*/ 1826201 h 6858000"/>
              <a:gd name="connsiteX555" fmla="*/ 2096099 w 7472601"/>
              <a:gd name="connsiteY555" fmla="*/ 2345900 h 6858000"/>
              <a:gd name="connsiteX556" fmla="*/ 2283317 w 7472601"/>
              <a:gd name="connsiteY556" fmla="*/ 1796925 h 6858000"/>
              <a:gd name="connsiteX557" fmla="*/ 2399523 w 7472601"/>
              <a:gd name="connsiteY557" fmla="*/ 1428234 h 6858000"/>
              <a:gd name="connsiteX558" fmla="*/ 2448558 w 7472601"/>
              <a:gd name="connsiteY558" fmla="*/ 1373435 h 6858000"/>
              <a:gd name="connsiteX559" fmla="*/ 2312521 w 7472601"/>
              <a:gd name="connsiteY559" fmla="*/ 1806140 h 6858000"/>
              <a:gd name="connsiteX560" fmla="*/ 2127533 w 7472601"/>
              <a:gd name="connsiteY560" fmla="*/ 2348380 h 6858000"/>
              <a:gd name="connsiteX561" fmla="*/ 2358080 w 7472601"/>
              <a:gd name="connsiteY561" fmla="*/ 1866134 h 6858000"/>
              <a:gd name="connsiteX562" fmla="*/ 2407436 w 7472601"/>
              <a:gd name="connsiteY562" fmla="*/ 1651070 h 6858000"/>
              <a:gd name="connsiteX563" fmla="*/ 2448558 w 7472601"/>
              <a:gd name="connsiteY563" fmla="*/ 1373435 h 6858000"/>
              <a:gd name="connsiteX564" fmla="*/ 278707 w 7472601"/>
              <a:gd name="connsiteY564" fmla="*/ 1352270 h 6858000"/>
              <a:gd name="connsiteX565" fmla="*/ 321570 w 7472601"/>
              <a:gd name="connsiteY565" fmla="*/ 1861610 h 6858000"/>
              <a:gd name="connsiteX566" fmla="*/ 294281 w 7472601"/>
              <a:gd name="connsiteY566" fmla="*/ 1440658 h 6858000"/>
              <a:gd name="connsiteX567" fmla="*/ 278707 w 7472601"/>
              <a:gd name="connsiteY567" fmla="*/ 1352270 h 6858000"/>
              <a:gd name="connsiteX568" fmla="*/ 1423821 w 7472601"/>
              <a:gd name="connsiteY568" fmla="*/ 1351958 h 6858000"/>
              <a:gd name="connsiteX569" fmla="*/ 1638521 w 7472601"/>
              <a:gd name="connsiteY569" fmla="*/ 1908470 h 6858000"/>
              <a:gd name="connsiteX570" fmla="*/ 1754199 w 7472601"/>
              <a:gd name="connsiteY570" fmla="*/ 2149284 h 6858000"/>
              <a:gd name="connsiteX571" fmla="*/ 1908359 w 7472601"/>
              <a:gd name="connsiteY571" fmla="*/ 2364988 h 6858000"/>
              <a:gd name="connsiteX572" fmla="*/ 1647661 w 7472601"/>
              <a:gd name="connsiteY572" fmla="*/ 1825945 h 6858000"/>
              <a:gd name="connsiteX573" fmla="*/ 1423821 w 7472601"/>
              <a:gd name="connsiteY573" fmla="*/ 1351958 h 6858000"/>
              <a:gd name="connsiteX574" fmla="*/ 1431890 w 7472601"/>
              <a:gd name="connsiteY574" fmla="*/ 1306475 h 6858000"/>
              <a:gd name="connsiteX575" fmla="*/ 1507597 w 7472601"/>
              <a:gd name="connsiteY575" fmla="*/ 1446132 h 6858000"/>
              <a:gd name="connsiteX576" fmla="*/ 1674586 w 7472601"/>
              <a:gd name="connsiteY576" fmla="*/ 1813832 h 6858000"/>
              <a:gd name="connsiteX577" fmla="*/ 1815950 w 7472601"/>
              <a:gd name="connsiteY577" fmla="*/ 2128564 h 6858000"/>
              <a:gd name="connsiteX578" fmla="*/ 1984242 w 7472601"/>
              <a:gd name="connsiteY578" fmla="*/ 2430829 h 6858000"/>
              <a:gd name="connsiteX579" fmla="*/ 2014023 w 7472601"/>
              <a:gd name="connsiteY579" fmla="*/ 2450995 h 6858000"/>
              <a:gd name="connsiteX580" fmla="*/ 1747337 w 7472601"/>
              <a:gd name="connsiteY580" fmla="*/ 1855264 h 6858000"/>
              <a:gd name="connsiteX581" fmla="*/ 1533749 w 7472601"/>
              <a:gd name="connsiteY581" fmla="*/ 1478656 h 6858000"/>
              <a:gd name="connsiteX582" fmla="*/ 1431890 w 7472601"/>
              <a:gd name="connsiteY582" fmla="*/ 1306475 h 6858000"/>
              <a:gd name="connsiteX583" fmla="*/ 5052692 w 7472601"/>
              <a:gd name="connsiteY583" fmla="*/ 1292994 h 6858000"/>
              <a:gd name="connsiteX584" fmla="*/ 5200661 w 7472601"/>
              <a:gd name="connsiteY584" fmla="*/ 1635186 h 6858000"/>
              <a:gd name="connsiteX585" fmla="*/ 5297138 w 7472601"/>
              <a:gd name="connsiteY585" fmla="*/ 1906351 h 6858000"/>
              <a:gd name="connsiteX586" fmla="*/ 5052692 w 7472601"/>
              <a:gd name="connsiteY586" fmla="*/ 1292994 h 6858000"/>
              <a:gd name="connsiteX587" fmla="*/ 5009948 w 7472601"/>
              <a:gd name="connsiteY587" fmla="*/ 1273619 h 6858000"/>
              <a:gd name="connsiteX588" fmla="*/ 5121777 w 7472601"/>
              <a:gd name="connsiteY588" fmla="*/ 1654213 h 6858000"/>
              <a:gd name="connsiteX589" fmla="*/ 5293545 w 7472601"/>
              <a:gd name="connsiteY589" fmla="*/ 2072247 h 6858000"/>
              <a:gd name="connsiteX590" fmla="*/ 5294042 w 7472601"/>
              <a:gd name="connsiteY590" fmla="*/ 2065019 h 6858000"/>
              <a:gd name="connsiteX591" fmla="*/ 5171936 w 7472601"/>
              <a:gd name="connsiteY591" fmla="*/ 1647613 h 6858000"/>
              <a:gd name="connsiteX592" fmla="*/ 5009948 w 7472601"/>
              <a:gd name="connsiteY592" fmla="*/ 1273619 h 6858000"/>
              <a:gd name="connsiteX593" fmla="*/ 655236 w 7472601"/>
              <a:gd name="connsiteY593" fmla="*/ 1268632 h 6858000"/>
              <a:gd name="connsiteX594" fmla="*/ 839521 w 7472601"/>
              <a:gd name="connsiteY594" fmla="*/ 1685315 h 6858000"/>
              <a:gd name="connsiteX595" fmla="*/ 1109416 w 7472601"/>
              <a:gd name="connsiteY595" fmla="*/ 2061663 h 6858000"/>
              <a:gd name="connsiteX596" fmla="*/ 1298300 w 7472601"/>
              <a:gd name="connsiteY596" fmla="*/ 2247742 h 6858000"/>
              <a:gd name="connsiteX597" fmla="*/ 1125871 w 7472601"/>
              <a:gd name="connsiteY597" fmla="*/ 1989513 h 6858000"/>
              <a:gd name="connsiteX598" fmla="*/ 981574 w 7472601"/>
              <a:gd name="connsiteY598" fmla="*/ 1783157 h 6858000"/>
              <a:gd name="connsiteX599" fmla="*/ 922198 w 7472601"/>
              <a:gd name="connsiteY599" fmla="*/ 1677437 h 6858000"/>
              <a:gd name="connsiteX600" fmla="*/ 869293 w 7472601"/>
              <a:gd name="connsiteY600" fmla="*/ 1583214 h 6858000"/>
              <a:gd name="connsiteX601" fmla="*/ 751431 w 7472601"/>
              <a:gd name="connsiteY601" fmla="*/ 1405731 h 6858000"/>
              <a:gd name="connsiteX602" fmla="*/ 655236 w 7472601"/>
              <a:gd name="connsiteY602" fmla="*/ 1268632 h 6858000"/>
              <a:gd name="connsiteX603" fmla="*/ 6516292 w 7472601"/>
              <a:gd name="connsiteY603" fmla="*/ 1263064 h 6858000"/>
              <a:gd name="connsiteX604" fmla="*/ 5736320 w 7472601"/>
              <a:gd name="connsiteY604" fmla="*/ 1501803 h 6858000"/>
              <a:gd name="connsiteX605" fmla="*/ 6516292 w 7472601"/>
              <a:gd name="connsiteY605" fmla="*/ 1263064 h 6858000"/>
              <a:gd name="connsiteX606" fmla="*/ 291466 w 7472601"/>
              <a:gd name="connsiteY606" fmla="*/ 1250369 h 6858000"/>
              <a:gd name="connsiteX607" fmla="*/ 323180 w 7472601"/>
              <a:gd name="connsiteY607" fmla="*/ 1435283 h 6858000"/>
              <a:gd name="connsiteX608" fmla="*/ 349381 w 7472601"/>
              <a:gd name="connsiteY608" fmla="*/ 1875041 h 6858000"/>
              <a:gd name="connsiteX609" fmla="*/ 374363 w 7472601"/>
              <a:gd name="connsiteY609" fmla="*/ 1506494 h 6858000"/>
              <a:gd name="connsiteX610" fmla="*/ 302168 w 7472601"/>
              <a:gd name="connsiteY610" fmla="*/ 1274495 h 6858000"/>
              <a:gd name="connsiteX611" fmla="*/ 291466 w 7472601"/>
              <a:gd name="connsiteY611" fmla="*/ 1250369 h 6858000"/>
              <a:gd name="connsiteX612" fmla="*/ 678222 w 7472601"/>
              <a:gd name="connsiteY612" fmla="*/ 1248670 h 6858000"/>
              <a:gd name="connsiteX613" fmla="*/ 775536 w 7472601"/>
              <a:gd name="connsiteY613" fmla="*/ 1388015 h 6858000"/>
              <a:gd name="connsiteX614" fmla="*/ 894529 w 7472601"/>
              <a:gd name="connsiteY614" fmla="*/ 1567739 h 6858000"/>
              <a:gd name="connsiteX615" fmla="*/ 948000 w 7472601"/>
              <a:gd name="connsiteY615" fmla="*/ 1663088 h 6858000"/>
              <a:gd name="connsiteX616" fmla="*/ 1006812 w 7472601"/>
              <a:gd name="connsiteY616" fmla="*/ 1767683 h 6858000"/>
              <a:gd name="connsiteX617" fmla="*/ 1149133 w 7472601"/>
              <a:gd name="connsiteY617" fmla="*/ 1971513 h 6858000"/>
              <a:gd name="connsiteX618" fmla="*/ 1333952 w 7472601"/>
              <a:gd name="connsiteY618" fmla="*/ 2251620 h 6858000"/>
              <a:gd name="connsiteX619" fmla="*/ 1337329 w 7472601"/>
              <a:gd name="connsiteY619" fmla="*/ 2258350 h 6858000"/>
              <a:gd name="connsiteX620" fmla="*/ 1014726 w 7472601"/>
              <a:gd name="connsiteY620" fmla="*/ 1615556 h 6858000"/>
              <a:gd name="connsiteX621" fmla="*/ 678222 w 7472601"/>
              <a:gd name="connsiteY621" fmla="*/ 1248670 h 6858000"/>
              <a:gd name="connsiteX622" fmla="*/ 6691602 w 7472601"/>
              <a:gd name="connsiteY622" fmla="*/ 1140573 h 6858000"/>
              <a:gd name="connsiteX623" fmla="*/ 6571100 w 7472601"/>
              <a:gd name="connsiteY623" fmla="*/ 1183662 h 6858000"/>
              <a:gd name="connsiteX624" fmla="*/ 6241687 w 7472601"/>
              <a:gd name="connsiteY624" fmla="*/ 1257600 h 6858000"/>
              <a:gd name="connsiteX625" fmla="*/ 5693009 w 7472601"/>
              <a:gd name="connsiteY625" fmla="*/ 1478256 h 6858000"/>
              <a:gd name="connsiteX626" fmla="*/ 6548420 w 7472601"/>
              <a:gd name="connsiteY626" fmla="*/ 1214599 h 6858000"/>
              <a:gd name="connsiteX627" fmla="*/ 6605473 w 7472601"/>
              <a:gd name="connsiteY627" fmla="*/ 1184686 h 6858000"/>
              <a:gd name="connsiteX628" fmla="*/ 6691602 w 7472601"/>
              <a:gd name="connsiteY628" fmla="*/ 1140573 h 6858000"/>
              <a:gd name="connsiteX629" fmla="*/ 4002475 w 7472601"/>
              <a:gd name="connsiteY629" fmla="*/ 1037802 h 6858000"/>
              <a:gd name="connsiteX630" fmla="*/ 4000324 w 7472601"/>
              <a:gd name="connsiteY630" fmla="*/ 1039362 h 6858000"/>
              <a:gd name="connsiteX631" fmla="*/ 4002862 w 7472601"/>
              <a:gd name="connsiteY631" fmla="*/ 1042866 h 6858000"/>
              <a:gd name="connsiteX632" fmla="*/ 4002475 w 7472601"/>
              <a:gd name="connsiteY632" fmla="*/ 1037802 h 6858000"/>
              <a:gd name="connsiteX633" fmla="*/ 506322 w 7472601"/>
              <a:gd name="connsiteY633" fmla="*/ 1020997 h 6858000"/>
              <a:gd name="connsiteX634" fmla="*/ 533068 w 7472601"/>
              <a:gd name="connsiteY634" fmla="*/ 1029409 h 6858000"/>
              <a:gd name="connsiteX635" fmla="*/ 1232525 w 7472601"/>
              <a:gd name="connsiteY635" fmla="*/ 1804675 h 6858000"/>
              <a:gd name="connsiteX636" fmla="*/ 1388858 w 7472601"/>
              <a:gd name="connsiteY636" fmla="*/ 2368011 h 6858000"/>
              <a:gd name="connsiteX637" fmla="*/ 1384098 w 7472601"/>
              <a:gd name="connsiteY637" fmla="*/ 2378125 h 6858000"/>
              <a:gd name="connsiteX638" fmla="*/ 1425393 w 7472601"/>
              <a:gd name="connsiteY638" fmla="*/ 2589124 h 6858000"/>
              <a:gd name="connsiteX639" fmla="*/ 1424001 w 7472601"/>
              <a:gd name="connsiteY639" fmla="*/ 2597541 h 6858000"/>
              <a:gd name="connsiteX640" fmla="*/ 2152729 w 7472601"/>
              <a:gd name="connsiteY640" fmla="*/ 2864487 h 6858000"/>
              <a:gd name="connsiteX641" fmla="*/ 2020609 w 7472601"/>
              <a:gd name="connsiteY641" fmla="*/ 2539671 h 6858000"/>
              <a:gd name="connsiteX642" fmla="*/ 2018920 w 7472601"/>
              <a:gd name="connsiteY642" fmla="*/ 2536309 h 6858000"/>
              <a:gd name="connsiteX643" fmla="*/ 1342441 w 7472601"/>
              <a:gd name="connsiteY643" fmla="*/ 1173017 h 6858000"/>
              <a:gd name="connsiteX644" fmla="*/ 1367925 w 7472601"/>
              <a:gd name="connsiteY644" fmla="*/ 1135648 h 6858000"/>
              <a:gd name="connsiteX645" fmla="*/ 1771401 w 7472601"/>
              <a:gd name="connsiteY645" fmla="*/ 1806673 h 6858000"/>
              <a:gd name="connsiteX646" fmla="*/ 1972385 w 7472601"/>
              <a:gd name="connsiteY646" fmla="*/ 2198735 h 6858000"/>
              <a:gd name="connsiteX647" fmla="*/ 2040892 w 7472601"/>
              <a:gd name="connsiteY647" fmla="*/ 2405205 h 6858000"/>
              <a:gd name="connsiteX648" fmla="*/ 2131689 w 7472601"/>
              <a:gd name="connsiteY648" fmla="*/ 1936926 h 6858000"/>
              <a:gd name="connsiteX649" fmla="*/ 2454820 w 7472601"/>
              <a:gd name="connsiteY649" fmla="*/ 1248808 h 6858000"/>
              <a:gd name="connsiteX650" fmla="*/ 2492512 w 7472601"/>
              <a:gd name="connsiteY650" fmla="*/ 1302920 h 6858000"/>
              <a:gd name="connsiteX651" fmla="*/ 2081216 w 7472601"/>
              <a:gd name="connsiteY651" fmla="*/ 2527513 h 6858000"/>
              <a:gd name="connsiteX652" fmla="*/ 2081211 w 7472601"/>
              <a:gd name="connsiteY652" fmla="*/ 2528916 h 6858000"/>
              <a:gd name="connsiteX653" fmla="*/ 2199067 w 7472601"/>
              <a:gd name="connsiteY653" fmla="*/ 2884061 h 6858000"/>
              <a:gd name="connsiteX654" fmla="*/ 3192586 w 7472601"/>
              <a:gd name="connsiteY654" fmla="*/ 3411496 h 6858000"/>
              <a:gd name="connsiteX655" fmla="*/ 3182620 w 7472601"/>
              <a:gd name="connsiteY655" fmla="*/ 3483279 h 6858000"/>
              <a:gd name="connsiteX656" fmla="*/ 2435119 w 7472601"/>
              <a:gd name="connsiteY656" fmla="*/ 3080173 h 6858000"/>
              <a:gd name="connsiteX657" fmla="*/ 2410152 w 7472601"/>
              <a:gd name="connsiteY657" fmla="*/ 3063751 h 6858000"/>
              <a:gd name="connsiteX658" fmla="*/ 2408099 w 7472601"/>
              <a:gd name="connsiteY658" fmla="*/ 3064403 h 6858000"/>
              <a:gd name="connsiteX659" fmla="*/ 2407218 w 7472601"/>
              <a:gd name="connsiteY659" fmla="*/ 3070324 h 6858000"/>
              <a:gd name="connsiteX660" fmla="*/ 2380138 w 7472601"/>
              <a:gd name="connsiteY660" fmla="*/ 3099341 h 6858000"/>
              <a:gd name="connsiteX661" fmla="*/ 1765923 w 7472601"/>
              <a:gd name="connsiteY661" fmla="*/ 3581043 h 6858000"/>
              <a:gd name="connsiteX662" fmla="*/ 1702258 w 7472601"/>
              <a:gd name="connsiteY662" fmla="*/ 3612286 h 6858000"/>
              <a:gd name="connsiteX663" fmla="*/ 1538370 w 7472601"/>
              <a:gd name="connsiteY663" fmla="*/ 3811804 h 6858000"/>
              <a:gd name="connsiteX664" fmla="*/ 542867 w 7472601"/>
              <a:gd name="connsiteY664" fmla="*/ 4944092 h 6858000"/>
              <a:gd name="connsiteX665" fmla="*/ 515800 w 7472601"/>
              <a:gd name="connsiteY665" fmla="*/ 4862180 h 6858000"/>
              <a:gd name="connsiteX666" fmla="*/ 909145 w 7472601"/>
              <a:gd name="connsiteY666" fmla="*/ 4199225 h 6858000"/>
              <a:gd name="connsiteX667" fmla="*/ 1214067 w 7472601"/>
              <a:gd name="connsiteY667" fmla="*/ 3908561 h 6858000"/>
              <a:gd name="connsiteX668" fmla="*/ 640967 w 7472601"/>
              <a:gd name="connsiteY668" fmla="*/ 4105601 h 6858000"/>
              <a:gd name="connsiteX669" fmla="*/ 112563 w 7472601"/>
              <a:gd name="connsiteY669" fmla="*/ 4396952 h 6858000"/>
              <a:gd name="connsiteX670" fmla="*/ 0 w 7472601"/>
              <a:gd name="connsiteY670" fmla="*/ 4466006 h 6858000"/>
              <a:gd name="connsiteX671" fmla="*/ 0 w 7472601"/>
              <a:gd name="connsiteY671" fmla="*/ 4233763 h 6858000"/>
              <a:gd name="connsiteX672" fmla="*/ 36881 w 7472601"/>
              <a:gd name="connsiteY672" fmla="*/ 4200118 h 6858000"/>
              <a:gd name="connsiteX673" fmla="*/ 910534 w 7472601"/>
              <a:gd name="connsiteY673" fmla="*/ 3629753 h 6858000"/>
              <a:gd name="connsiteX674" fmla="*/ 1578717 w 7472601"/>
              <a:gd name="connsiteY674" fmla="*/ 3575982 h 6858000"/>
              <a:gd name="connsiteX675" fmla="*/ 2338780 w 7472601"/>
              <a:gd name="connsiteY675" fmla="*/ 3033725 h 6858000"/>
              <a:gd name="connsiteX676" fmla="*/ 1807991 w 7472601"/>
              <a:gd name="connsiteY676" fmla="*/ 2807184 h 6858000"/>
              <a:gd name="connsiteX677" fmla="*/ 1416358 w 7472601"/>
              <a:gd name="connsiteY677" fmla="*/ 3112571 h 6858000"/>
              <a:gd name="connsiteX678" fmla="*/ 939066 w 7472601"/>
              <a:gd name="connsiteY678" fmla="*/ 3378798 h 6858000"/>
              <a:gd name="connsiteX679" fmla="*/ 115099 w 7472601"/>
              <a:gd name="connsiteY679" fmla="*/ 3607650 h 6858000"/>
              <a:gd name="connsiteX680" fmla="*/ 97284 w 7472601"/>
              <a:gd name="connsiteY680" fmla="*/ 3520393 h 6858000"/>
              <a:gd name="connsiteX681" fmla="*/ 922050 w 7472601"/>
              <a:gd name="connsiteY681" fmla="*/ 3074867 h 6858000"/>
              <a:gd name="connsiteX682" fmla="*/ 1405265 w 7472601"/>
              <a:gd name="connsiteY682" fmla="*/ 3016319 h 6858000"/>
              <a:gd name="connsiteX683" fmla="*/ 1407512 w 7472601"/>
              <a:gd name="connsiteY683" fmla="*/ 3018001 h 6858000"/>
              <a:gd name="connsiteX684" fmla="*/ 1726266 w 7472601"/>
              <a:gd name="connsiteY684" fmla="*/ 2777274 h 6858000"/>
              <a:gd name="connsiteX685" fmla="*/ 625390 w 7472601"/>
              <a:gd name="connsiteY685" fmla="*/ 2514541 h 6858000"/>
              <a:gd name="connsiteX686" fmla="*/ 619799 w 7472601"/>
              <a:gd name="connsiteY686" fmla="*/ 2527180 h 6858000"/>
              <a:gd name="connsiteX687" fmla="*/ 310030 w 7472601"/>
              <a:gd name="connsiteY687" fmla="*/ 2771818 h 6858000"/>
              <a:gd name="connsiteX688" fmla="*/ 173877 w 7472601"/>
              <a:gd name="connsiteY688" fmla="*/ 2937056 h 6858000"/>
              <a:gd name="connsiteX689" fmla="*/ 77889 w 7472601"/>
              <a:gd name="connsiteY689" fmla="*/ 3138440 h 6858000"/>
              <a:gd name="connsiteX690" fmla="*/ 0 w 7472601"/>
              <a:gd name="connsiteY690" fmla="*/ 3271395 h 6858000"/>
              <a:gd name="connsiteX691" fmla="*/ 0 w 7472601"/>
              <a:gd name="connsiteY691" fmla="*/ 3153002 h 6858000"/>
              <a:gd name="connsiteX692" fmla="*/ 2386 w 7472601"/>
              <a:gd name="connsiteY692" fmla="*/ 3149203 h 6858000"/>
              <a:gd name="connsiteX693" fmla="*/ 89753 w 7472601"/>
              <a:gd name="connsiteY693" fmla="*/ 2987702 h 6858000"/>
              <a:gd name="connsiteX694" fmla="*/ 76869 w 7472601"/>
              <a:gd name="connsiteY694" fmla="*/ 3005404 h 6858000"/>
              <a:gd name="connsiteX695" fmla="*/ 32049 w 7472601"/>
              <a:gd name="connsiteY695" fmla="*/ 3065814 h 6858000"/>
              <a:gd name="connsiteX696" fmla="*/ 0 w 7472601"/>
              <a:gd name="connsiteY696" fmla="*/ 3108744 h 6858000"/>
              <a:gd name="connsiteX697" fmla="*/ 0 w 7472601"/>
              <a:gd name="connsiteY697" fmla="*/ 3058059 h 6858000"/>
              <a:gd name="connsiteX698" fmla="*/ 7610 w 7472601"/>
              <a:gd name="connsiteY698" fmla="*/ 3047889 h 6858000"/>
              <a:gd name="connsiteX699" fmla="*/ 52419 w 7472601"/>
              <a:gd name="connsiteY699" fmla="*/ 2987479 h 6858000"/>
              <a:gd name="connsiteX700" fmla="*/ 59142 w 7472601"/>
              <a:gd name="connsiteY700" fmla="*/ 2978488 h 6858000"/>
              <a:gd name="connsiteX701" fmla="*/ 0 w 7472601"/>
              <a:gd name="connsiteY701" fmla="*/ 3015334 h 6858000"/>
              <a:gd name="connsiteX702" fmla="*/ 0 w 7472601"/>
              <a:gd name="connsiteY702" fmla="*/ 2914286 h 6858000"/>
              <a:gd name="connsiteX703" fmla="*/ 36383 w 7472601"/>
              <a:gd name="connsiteY703" fmla="*/ 2901128 h 6858000"/>
              <a:gd name="connsiteX704" fmla="*/ 156329 w 7472601"/>
              <a:gd name="connsiteY704" fmla="*/ 2840533 h 6858000"/>
              <a:gd name="connsiteX705" fmla="*/ 358355 w 7472601"/>
              <a:gd name="connsiteY705" fmla="*/ 2620471 h 6858000"/>
              <a:gd name="connsiteX706" fmla="*/ 510577 w 7472601"/>
              <a:gd name="connsiteY706" fmla="*/ 2501244 h 6858000"/>
              <a:gd name="connsiteX707" fmla="*/ 211967 w 7472601"/>
              <a:gd name="connsiteY707" fmla="*/ 2479171 h 6858000"/>
              <a:gd name="connsiteX708" fmla="*/ 0 w 7472601"/>
              <a:gd name="connsiteY708" fmla="*/ 2476398 h 6858000"/>
              <a:gd name="connsiteX709" fmla="*/ 0 w 7472601"/>
              <a:gd name="connsiteY709" fmla="*/ 2389189 h 6858000"/>
              <a:gd name="connsiteX710" fmla="*/ 103062 w 7472601"/>
              <a:gd name="connsiteY710" fmla="*/ 2389518 h 6858000"/>
              <a:gd name="connsiteX711" fmla="*/ 510734 w 7472601"/>
              <a:gd name="connsiteY711" fmla="*/ 2416201 h 6858000"/>
              <a:gd name="connsiteX712" fmla="*/ 279257 w 7472601"/>
              <a:gd name="connsiteY712" fmla="*/ 2092102 h 6858000"/>
              <a:gd name="connsiteX713" fmla="*/ 65265 w 7472601"/>
              <a:gd name="connsiteY713" fmla="*/ 2006049 h 6858000"/>
              <a:gd name="connsiteX714" fmla="*/ 0 w 7472601"/>
              <a:gd name="connsiteY714" fmla="*/ 1982532 h 6858000"/>
              <a:gd name="connsiteX715" fmla="*/ 0 w 7472601"/>
              <a:gd name="connsiteY715" fmla="*/ 1912789 h 6858000"/>
              <a:gd name="connsiteX716" fmla="*/ 97460 w 7472601"/>
              <a:gd name="connsiteY716" fmla="*/ 1953725 h 6858000"/>
              <a:gd name="connsiteX717" fmla="*/ 221272 w 7472601"/>
              <a:gd name="connsiteY717" fmla="*/ 1980766 h 6858000"/>
              <a:gd name="connsiteX718" fmla="*/ 116765 w 7472601"/>
              <a:gd name="connsiteY718" fmla="*/ 1911033 h 6858000"/>
              <a:gd name="connsiteX719" fmla="*/ 16405 w 7472601"/>
              <a:gd name="connsiteY719" fmla="*/ 1803412 h 6858000"/>
              <a:gd name="connsiteX720" fmla="*/ 0 w 7472601"/>
              <a:gd name="connsiteY720" fmla="*/ 1784777 h 6858000"/>
              <a:gd name="connsiteX721" fmla="*/ 0 w 7472601"/>
              <a:gd name="connsiteY721" fmla="*/ 1740082 h 6858000"/>
              <a:gd name="connsiteX722" fmla="*/ 39394 w 7472601"/>
              <a:gd name="connsiteY722" fmla="*/ 1784856 h 6858000"/>
              <a:gd name="connsiteX723" fmla="*/ 135813 w 7472601"/>
              <a:gd name="connsiteY723" fmla="*/ 1888838 h 6858000"/>
              <a:gd name="connsiteX724" fmla="*/ 242575 w 7472601"/>
              <a:gd name="connsiteY724" fmla="*/ 1958841 h 6858000"/>
              <a:gd name="connsiteX725" fmla="*/ 82197 w 7472601"/>
              <a:gd name="connsiteY725" fmla="*/ 1754826 h 6858000"/>
              <a:gd name="connsiteX726" fmla="*/ 0 w 7472601"/>
              <a:gd name="connsiteY726" fmla="*/ 1679650 h 6858000"/>
              <a:gd name="connsiteX727" fmla="*/ 0 w 7472601"/>
              <a:gd name="connsiteY727" fmla="*/ 1602463 h 6858000"/>
              <a:gd name="connsiteX728" fmla="*/ 84689 w 7472601"/>
              <a:gd name="connsiteY728" fmla="*/ 1677442 h 6858000"/>
              <a:gd name="connsiteX729" fmla="*/ 298437 w 7472601"/>
              <a:gd name="connsiteY729" fmla="*/ 1968019 h 6858000"/>
              <a:gd name="connsiteX730" fmla="*/ 227269 w 7472601"/>
              <a:gd name="connsiteY730" fmla="*/ 1114064 h 6858000"/>
              <a:gd name="connsiteX731" fmla="*/ 248003 w 7472601"/>
              <a:gd name="connsiteY731" fmla="*/ 1089613 h 6858000"/>
              <a:gd name="connsiteX732" fmla="*/ 427020 w 7472601"/>
              <a:gd name="connsiteY732" fmla="*/ 1619803 h 6858000"/>
              <a:gd name="connsiteX733" fmla="*/ 340345 w 7472601"/>
              <a:gd name="connsiteY733" fmla="*/ 2027739 h 6858000"/>
              <a:gd name="connsiteX734" fmla="*/ 360865 w 7472601"/>
              <a:gd name="connsiteY734" fmla="*/ 2044827 h 6858000"/>
              <a:gd name="connsiteX735" fmla="*/ 560414 w 7472601"/>
              <a:gd name="connsiteY735" fmla="*/ 2421457 h 6858000"/>
              <a:gd name="connsiteX736" fmla="*/ 1359703 w 7472601"/>
              <a:gd name="connsiteY736" fmla="*/ 2578554 h 6858000"/>
              <a:gd name="connsiteX737" fmla="*/ 1359422 w 7472601"/>
              <a:gd name="connsiteY737" fmla="*/ 2577994 h 6858000"/>
              <a:gd name="connsiteX738" fmla="*/ 828701 w 7472601"/>
              <a:gd name="connsiteY738" fmla="*/ 1839520 h 6858000"/>
              <a:gd name="connsiteX739" fmla="*/ 494427 w 7472601"/>
              <a:gd name="connsiteY739" fmla="*/ 1092333 h 6858000"/>
              <a:gd name="connsiteX740" fmla="*/ 506322 w 7472601"/>
              <a:gd name="connsiteY740" fmla="*/ 1020997 h 6858000"/>
              <a:gd name="connsiteX741" fmla="*/ 4570198 w 7472601"/>
              <a:gd name="connsiteY741" fmla="*/ 978081 h 6858000"/>
              <a:gd name="connsiteX742" fmla="*/ 4523691 w 7472601"/>
              <a:gd name="connsiteY742" fmla="*/ 1127776 h 6858000"/>
              <a:gd name="connsiteX743" fmla="*/ 4509875 w 7472601"/>
              <a:gd name="connsiteY743" fmla="*/ 1167552 h 6858000"/>
              <a:gd name="connsiteX744" fmla="*/ 4478168 w 7472601"/>
              <a:gd name="connsiteY744" fmla="*/ 1260735 h 6858000"/>
              <a:gd name="connsiteX745" fmla="*/ 4409309 w 7472601"/>
              <a:gd name="connsiteY745" fmla="*/ 1666996 h 6858000"/>
              <a:gd name="connsiteX746" fmla="*/ 4370031 w 7472601"/>
              <a:gd name="connsiteY746" fmla="*/ 1955666 h 6858000"/>
              <a:gd name="connsiteX747" fmla="*/ 4570198 w 7472601"/>
              <a:gd name="connsiteY747" fmla="*/ 978081 h 6858000"/>
              <a:gd name="connsiteX748" fmla="*/ 4557898 w 7472601"/>
              <a:gd name="connsiteY748" fmla="*/ 900011 h 6858000"/>
              <a:gd name="connsiteX749" fmla="*/ 4344840 w 7472601"/>
              <a:gd name="connsiteY749" fmla="*/ 1922038 h 6858000"/>
              <a:gd name="connsiteX750" fmla="*/ 4378710 w 7472601"/>
              <a:gd name="connsiteY750" fmla="*/ 1665516 h 6858000"/>
              <a:gd name="connsiteX751" fmla="*/ 4448798 w 7472601"/>
              <a:gd name="connsiteY751" fmla="*/ 1253024 h 6858000"/>
              <a:gd name="connsiteX752" fmla="*/ 4480315 w 7472601"/>
              <a:gd name="connsiteY752" fmla="*/ 1158454 h 6858000"/>
              <a:gd name="connsiteX753" fmla="*/ 4494133 w 7472601"/>
              <a:gd name="connsiteY753" fmla="*/ 1118676 h 6858000"/>
              <a:gd name="connsiteX754" fmla="*/ 4557898 w 7472601"/>
              <a:gd name="connsiteY754" fmla="*/ 900011 h 6858000"/>
              <a:gd name="connsiteX755" fmla="*/ 5870151 w 7472601"/>
              <a:gd name="connsiteY755" fmla="*/ 898890 h 6858000"/>
              <a:gd name="connsiteX756" fmla="*/ 5861335 w 7472601"/>
              <a:gd name="connsiteY756" fmla="*/ 899177 h 6858000"/>
              <a:gd name="connsiteX757" fmla="*/ 5843702 w 7472601"/>
              <a:gd name="connsiteY757" fmla="*/ 899748 h 6858000"/>
              <a:gd name="connsiteX758" fmla="*/ 5651107 w 7472601"/>
              <a:gd name="connsiteY758" fmla="*/ 920306 h 6858000"/>
              <a:gd name="connsiteX759" fmla="*/ 5459407 w 7472601"/>
              <a:gd name="connsiteY759" fmla="*/ 940975 h 6858000"/>
              <a:gd name="connsiteX760" fmla="*/ 5374846 w 7472601"/>
              <a:gd name="connsiteY760" fmla="*/ 941988 h 6858000"/>
              <a:gd name="connsiteX761" fmla="*/ 5256105 w 7472601"/>
              <a:gd name="connsiteY761" fmla="*/ 945632 h 6858000"/>
              <a:gd name="connsiteX762" fmla="*/ 5107071 w 7472601"/>
              <a:gd name="connsiteY762" fmla="*/ 969720 h 6858000"/>
              <a:gd name="connsiteX763" fmla="*/ 4998681 w 7472601"/>
              <a:gd name="connsiteY763" fmla="*/ 988771 h 6858000"/>
              <a:gd name="connsiteX764" fmla="*/ 5870151 w 7472601"/>
              <a:gd name="connsiteY764" fmla="*/ 898890 h 6858000"/>
              <a:gd name="connsiteX765" fmla="*/ 5504425 w 7472601"/>
              <a:gd name="connsiteY765" fmla="*/ 848067 h 6858000"/>
              <a:gd name="connsiteX766" fmla="*/ 4968849 w 7472601"/>
              <a:gd name="connsiteY766" fmla="*/ 962318 h 6858000"/>
              <a:gd name="connsiteX767" fmla="*/ 5104039 w 7472601"/>
              <a:gd name="connsiteY767" fmla="*/ 940634 h 6858000"/>
              <a:gd name="connsiteX768" fmla="*/ 5256311 w 7472601"/>
              <a:gd name="connsiteY768" fmla="*/ 916490 h 6858000"/>
              <a:gd name="connsiteX769" fmla="*/ 5377381 w 7472601"/>
              <a:gd name="connsiteY769" fmla="*/ 912671 h 6858000"/>
              <a:gd name="connsiteX770" fmla="*/ 5460148 w 7472601"/>
              <a:gd name="connsiteY770" fmla="*/ 911442 h 6858000"/>
              <a:gd name="connsiteX771" fmla="*/ 5648971 w 7472601"/>
              <a:gd name="connsiteY771" fmla="*/ 891331 h 6858000"/>
              <a:gd name="connsiteX772" fmla="*/ 5844807 w 7472601"/>
              <a:gd name="connsiteY772" fmla="*/ 870718 h 6858000"/>
              <a:gd name="connsiteX773" fmla="*/ 5862975 w 7472601"/>
              <a:gd name="connsiteY773" fmla="*/ 869756 h 6858000"/>
              <a:gd name="connsiteX774" fmla="*/ 5920887 w 7472601"/>
              <a:gd name="connsiteY774" fmla="*/ 865929 h 6858000"/>
              <a:gd name="connsiteX775" fmla="*/ 5504425 w 7472601"/>
              <a:gd name="connsiteY775" fmla="*/ 848067 h 6858000"/>
              <a:gd name="connsiteX776" fmla="*/ 3607114 w 7472601"/>
              <a:gd name="connsiteY776" fmla="*/ 467441 h 6858000"/>
              <a:gd name="connsiteX777" fmla="*/ 3296242 w 7472601"/>
              <a:gd name="connsiteY777" fmla="*/ 807991 h 6858000"/>
              <a:gd name="connsiteX778" fmla="*/ 3174674 w 7472601"/>
              <a:gd name="connsiteY778" fmla="*/ 919759 h 6858000"/>
              <a:gd name="connsiteX779" fmla="*/ 3042978 w 7472601"/>
              <a:gd name="connsiteY779" fmla="*/ 1054894 h 6858000"/>
              <a:gd name="connsiteX780" fmla="*/ 2968914 w 7472601"/>
              <a:gd name="connsiteY780" fmla="*/ 1133756 h 6858000"/>
              <a:gd name="connsiteX781" fmla="*/ 3103823 w 7472601"/>
              <a:gd name="connsiteY781" fmla="*/ 1026814 h 6858000"/>
              <a:gd name="connsiteX782" fmla="*/ 3607114 w 7472601"/>
              <a:gd name="connsiteY782" fmla="*/ 467441 h 6858000"/>
              <a:gd name="connsiteX783" fmla="*/ 3744487 w 7472601"/>
              <a:gd name="connsiteY783" fmla="*/ 383136 h 6858000"/>
              <a:gd name="connsiteX784" fmla="*/ 3970213 w 7472601"/>
              <a:gd name="connsiteY784" fmla="*/ 995559 h 6858000"/>
              <a:gd name="connsiteX785" fmla="*/ 3744487 w 7472601"/>
              <a:gd name="connsiteY785" fmla="*/ 383136 h 6858000"/>
              <a:gd name="connsiteX786" fmla="*/ 3624562 w 7472601"/>
              <a:gd name="connsiteY786" fmla="*/ 367041 h 6858000"/>
              <a:gd name="connsiteX787" fmla="*/ 3489712 w 7472601"/>
              <a:gd name="connsiteY787" fmla="*/ 485386 h 6858000"/>
              <a:gd name="connsiteX788" fmla="*/ 3182994 w 7472601"/>
              <a:gd name="connsiteY788" fmla="*/ 828265 h 6858000"/>
              <a:gd name="connsiteX789" fmla="*/ 2892114 w 7472601"/>
              <a:gd name="connsiteY789" fmla="*/ 1172635 h 6858000"/>
              <a:gd name="connsiteX790" fmla="*/ 3021459 w 7472601"/>
              <a:gd name="connsiteY790" fmla="*/ 1035385 h 6858000"/>
              <a:gd name="connsiteX791" fmla="*/ 3153873 w 7472601"/>
              <a:gd name="connsiteY791" fmla="*/ 898971 h 6858000"/>
              <a:gd name="connsiteX792" fmla="*/ 3276511 w 7472601"/>
              <a:gd name="connsiteY792" fmla="*/ 786423 h 6858000"/>
              <a:gd name="connsiteX793" fmla="*/ 3584154 w 7472601"/>
              <a:gd name="connsiteY793" fmla="*/ 448218 h 6858000"/>
              <a:gd name="connsiteX794" fmla="*/ 3624562 w 7472601"/>
              <a:gd name="connsiteY794" fmla="*/ 367041 h 6858000"/>
              <a:gd name="connsiteX795" fmla="*/ 3766672 w 7472601"/>
              <a:gd name="connsiteY795" fmla="*/ 359429 h 6858000"/>
              <a:gd name="connsiteX796" fmla="*/ 3996338 w 7472601"/>
              <a:gd name="connsiteY796" fmla="*/ 968237 h 6858000"/>
              <a:gd name="connsiteX797" fmla="*/ 3766672 w 7472601"/>
              <a:gd name="connsiteY797" fmla="*/ 359429 h 6858000"/>
              <a:gd name="connsiteX798" fmla="*/ 5805386 w 7472601"/>
              <a:gd name="connsiteY798" fmla="*/ 239240 h 6858000"/>
              <a:gd name="connsiteX799" fmla="*/ 5736947 w 7472601"/>
              <a:gd name="connsiteY799" fmla="*/ 261367 h 6858000"/>
              <a:gd name="connsiteX800" fmla="*/ 5427012 w 7472601"/>
              <a:gd name="connsiteY800" fmla="*/ 311272 h 6858000"/>
              <a:gd name="connsiteX801" fmla="*/ 5147818 w 7472601"/>
              <a:gd name="connsiteY801" fmla="*/ 322112 h 6858000"/>
              <a:gd name="connsiteX802" fmla="*/ 5060854 w 7472601"/>
              <a:gd name="connsiteY802" fmla="*/ 311882 h 6858000"/>
              <a:gd name="connsiteX803" fmla="*/ 4945989 w 7472601"/>
              <a:gd name="connsiteY803" fmla="*/ 300516 h 6858000"/>
              <a:gd name="connsiteX804" fmla="*/ 5410479 w 7472601"/>
              <a:gd name="connsiteY804" fmla="*/ 348434 h 6858000"/>
              <a:gd name="connsiteX805" fmla="*/ 5805386 w 7472601"/>
              <a:gd name="connsiteY805" fmla="*/ 239240 h 6858000"/>
              <a:gd name="connsiteX806" fmla="*/ 5905192 w 7472601"/>
              <a:gd name="connsiteY806" fmla="*/ 163079 h 6858000"/>
              <a:gd name="connsiteX807" fmla="*/ 5865655 w 7472601"/>
              <a:gd name="connsiteY807" fmla="*/ 171901 h 6858000"/>
              <a:gd name="connsiteX808" fmla="*/ 5259740 w 7472601"/>
              <a:gd name="connsiteY808" fmla="*/ 257013 h 6858000"/>
              <a:gd name="connsiteX809" fmla="*/ 5208466 w 7472601"/>
              <a:gd name="connsiteY809" fmla="*/ 257550 h 6858000"/>
              <a:gd name="connsiteX810" fmla="*/ 4980204 w 7472601"/>
              <a:gd name="connsiteY810" fmla="*/ 271903 h 6858000"/>
              <a:gd name="connsiteX811" fmla="*/ 5068068 w 7472601"/>
              <a:gd name="connsiteY811" fmla="*/ 282244 h 6858000"/>
              <a:gd name="connsiteX812" fmla="*/ 5153231 w 7472601"/>
              <a:gd name="connsiteY812" fmla="*/ 292240 h 6858000"/>
              <a:gd name="connsiteX813" fmla="*/ 5426491 w 7472601"/>
              <a:gd name="connsiteY813" fmla="*/ 281128 h 6858000"/>
              <a:gd name="connsiteX814" fmla="*/ 5731212 w 7472601"/>
              <a:gd name="connsiteY814" fmla="*/ 231951 h 6858000"/>
              <a:gd name="connsiteX815" fmla="*/ 5905192 w 7472601"/>
              <a:gd name="connsiteY815" fmla="*/ 163079 h 6858000"/>
              <a:gd name="connsiteX816" fmla="*/ 5944437 w 7472601"/>
              <a:gd name="connsiteY816" fmla="*/ 113829 h 6858000"/>
              <a:gd name="connsiteX817" fmla="*/ 5825032 w 7472601"/>
              <a:gd name="connsiteY817" fmla="*/ 146405 h 6858000"/>
              <a:gd name="connsiteX818" fmla="*/ 4955599 w 7472601"/>
              <a:gd name="connsiteY818" fmla="*/ 247008 h 6858000"/>
              <a:gd name="connsiteX819" fmla="*/ 5210104 w 7472601"/>
              <a:gd name="connsiteY819" fmla="*/ 228123 h 6858000"/>
              <a:gd name="connsiteX820" fmla="*/ 5261015 w 7472601"/>
              <a:gd name="connsiteY820" fmla="*/ 227087 h 6858000"/>
              <a:gd name="connsiteX821" fmla="*/ 5861181 w 7472601"/>
              <a:gd name="connsiteY821" fmla="*/ 143093 h 6858000"/>
              <a:gd name="connsiteX822" fmla="*/ 5961252 w 7472601"/>
              <a:gd name="connsiteY822" fmla="*/ 114820 h 6858000"/>
              <a:gd name="connsiteX823" fmla="*/ 5944437 w 7472601"/>
              <a:gd name="connsiteY823" fmla="*/ 113829 h 6858000"/>
              <a:gd name="connsiteX824" fmla="*/ 3882765 w 7472601"/>
              <a:gd name="connsiteY824" fmla="*/ 0 h 6858000"/>
              <a:gd name="connsiteX825" fmla="*/ 3995099 w 7472601"/>
              <a:gd name="connsiteY825" fmla="*/ 0 h 6858000"/>
              <a:gd name="connsiteX826" fmla="*/ 4163818 w 7472601"/>
              <a:gd name="connsiteY826" fmla="*/ 234104 h 6858000"/>
              <a:gd name="connsiteX827" fmla="*/ 4172099 w 7472601"/>
              <a:gd name="connsiteY827" fmla="*/ 234207 h 6858000"/>
              <a:gd name="connsiteX828" fmla="*/ 4784282 w 7472601"/>
              <a:gd name="connsiteY828" fmla="*/ 276561 h 6858000"/>
              <a:gd name="connsiteX829" fmla="*/ 4801687 w 7472601"/>
              <a:gd name="connsiteY829" fmla="*/ 267764 h 6858000"/>
              <a:gd name="connsiteX830" fmla="*/ 6082788 w 7472601"/>
              <a:gd name="connsiteY830" fmla="*/ 64119 h 6858000"/>
              <a:gd name="connsiteX831" fmla="*/ 6099442 w 7472601"/>
              <a:gd name="connsiteY831" fmla="*/ 82568 h 6858000"/>
              <a:gd name="connsiteX832" fmla="*/ 4804137 w 7472601"/>
              <a:gd name="connsiteY832" fmla="*/ 320931 h 6858000"/>
              <a:gd name="connsiteX833" fmla="*/ 4227047 w 7472601"/>
              <a:gd name="connsiteY833" fmla="*/ 313415 h 6858000"/>
              <a:gd name="connsiteX834" fmla="*/ 4346041 w 7472601"/>
              <a:gd name="connsiteY834" fmla="*/ 456086 h 6858000"/>
              <a:gd name="connsiteX835" fmla="*/ 4870967 w 7472601"/>
              <a:gd name="connsiteY835" fmla="*/ 963061 h 6858000"/>
              <a:gd name="connsiteX836" fmla="*/ 4889647 w 7472601"/>
              <a:gd name="connsiteY836" fmla="*/ 957147 h 6858000"/>
              <a:gd name="connsiteX837" fmla="*/ 5422504 w 7472601"/>
              <a:gd name="connsiteY837" fmla="*/ 805191 h 6858000"/>
              <a:gd name="connsiteX838" fmla="*/ 6087656 w 7472601"/>
              <a:gd name="connsiteY838" fmla="*/ 826703 h 6858000"/>
              <a:gd name="connsiteX839" fmla="*/ 6058717 w 7472601"/>
              <a:gd name="connsiteY839" fmla="*/ 865992 h 6858000"/>
              <a:gd name="connsiteX840" fmla="*/ 4974153 w 7472601"/>
              <a:gd name="connsiteY840" fmla="*/ 1045456 h 6858000"/>
              <a:gd name="connsiteX841" fmla="*/ 5627835 w 7472601"/>
              <a:gd name="connsiteY841" fmla="*/ 1472077 h 6858000"/>
              <a:gd name="connsiteX842" fmla="*/ 5629817 w 7472601"/>
              <a:gd name="connsiteY842" fmla="*/ 1471412 h 6858000"/>
              <a:gd name="connsiteX843" fmla="*/ 5634124 w 7472601"/>
              <a:gd name="connsiteY843" fmla="*/ 1470572 h 6858000"/>
              <a:gd name="connsiteX844" fmla="*/ 5755832 w 7472601"/>
              <a:gd name="connsiteY844" fmla="*/ 1383886 h 6858000"/>
              <a:gd name="connsiteX845" fmla="*/ 6014186 w 7472601"/>
              <a:gd name="connsiteY845" fmla="*/ 1279799 h 6858000"/>
              <a:gd name="connsiteX846" fmla="*/ 6901619 w 7472601"/>
              <a:gd name="connsiteY846" fmla="*/ 1047874 h 6858000"/>
              <a:gd name="connsiteX847" fmla="*/ 6931566 w 7472601"/>
              <a:gd name="connsiteY847" fmla="*/ 1062034 h 6858000"/>
              <a:gd name="connsiteX848" fmla="*/ 5790982 w 7472601"/>
              <a:gd name="connsiteY848" fmla="*/ 1561380 h 6858000"/>
              <a:gd name="connsiteX849" fmla="*/ 6188971 w 7472601"/>
              <a:gd name="connsiteY849" fmla="*/ 1755168 h 6858000"/>
              <a:gd name="connsiteX850" fmla="*/ 6202446 w 7472601"/>
              <a:gd name="connsiteY850" fmla="*/ 1752268 h 6858000"/>
              <a:gd name="connsiteX851" fmla="*/ 7179560 w 7472601"/>
              <a:gd name="connsiteY851" fmla="*/ 1467551 h 6858000"/>
              <a:gd name="connsiteX852" fmla="*/ 7158730 w 7472601"/>
              <a:gd name="connsiteY852" fmla="*/ 1507835 h 6858000"/>
              <a:gd name="connsiteX853" fmla="*/ 6326959 w 7472601"/>
              <a:gd name="connsiteY853" fmla="*/ 1817686 h 6858000"/>
              <a:gd name="connsiteX854" fmla="*/ 6537433 w 7472601"/>
              <a:gd name="connsiteY854" fmla="*/ 1907790 h 6858000"/>
              <a:gd name="connsiteX855" fmla="*/ 6550221 w 7472601"/>
              <a:gd name="connsiteY855" fmla="*/ 1910729 h 6858000"/>
              <a:gd name="connsiteX856" fmla="*/ 6964438 w 7472601"/>
              <a:gd name="connsiteY856" fmla="*/ 2209505 h 6858000"/>
              <a:gd name="connsiteX857" fmla="*/ 7367862 w 7472601"/>
              <a:gd name="connsiteY857" fmla="*/ 2806833 h 6858000"/>
              <a:gd name="connsiteX858" fmla="*/ 7364329 w 7472601"/>
              <a:gd name="connsiteY858" fmla="*/ 2826907 h 6858000"/>
              <a:gd name="connsiteX859" fmla="*/ 7290545 w 7472601"/>
              <a:gd name="connsiteY859" fmla="*/ 2850663 h 6858000"/>
              <a:gd name="connsiteX860" fmla="*/ 6472036 w 7472601"/>
              <a:gd name="connsiteY860" fmla="*/ 1959003 h 6858000"/>
              <a:gd name="connsiteX861" fmla="*/ 5792897 w 7472601"/>
              <a:gd name="connsiteY861" fmla="*/ 1647747 h 6858000"/>
              <a:gd name="connsiteX862" fmla="*/ 5842751 w 7472601"/>
              <a:gd name="connsiteY862" fmla="*/ 1816112 h 6858000"/>
              <a:gd name="connsiteX863" fmla="*/ 5847424 w 7472601"/>
              <a:gd name="connsiteY863" fmla="*/ 1815776 h 6858000"/>
              <a:gd name="connsiteX864" fmla="*/ 6399821 w 7472601"/>
              <a:gd name="connsiteY864" fmla="*/ 2344799 h 6858000"/>
              <a:gd name="connsiteX865" fmla="*/ 6323232 w 7472601"/>
              <a:gd name="connsiteY865" fmla="*/ 2389634 h 6858000"/>
              <a:gd name="connsiteX866" fmla="*/ 5942958 w 7472601"/>
              <a:gd name="connsiteY866" fmla="*/ 2077708 h 6858000"/>
              <a:gd name="connsiteX867" fmla="*/ 5921559 w 7472601"/>
              <a:gd name="connsiteY867" fmla="*/ 2378596 h 6858000"/>
              <a:gd name="connsiteX868" fmla="*/ 5817651 w 7472601"/>
              <a:gd name="connsiteY868" fmla="*/ 3023919 h 6858000"/>
              <a:gd name="connsiteX869" fmla="*/ 5729634 w 7472601"/>
              <a:gd name="connsiteY869" fmla="*/ 3051849 h 6858000"/>
              <a:gd name="connsiteX870" fmla="*/ 5611018 w 7472601"/>
              <a:gd name="connsiteY870" fmla="*/ 2316769 h 6858000"/>
              <a:gd name="connsiteX871" fmla="*/ 5687608 w 7472601"/>
              <a:gd name="connsiteY871" fmla="*/ 2039972 h 6858000"/>
              <a:gd name="connsiteX872" fmla="*/ 5657554 w 7472601"/>
              <a:gd name="connsiteY872" fmla="*/ 1576445 h 6858000"/>
              <a:gd name="connsiteX873" fmla="*/ 5150475 w 7472601"/>
              <a:gd name="connsiteY873" fmla="*/ 1274012 h 6858000"/>
              <a:gd name="connsiteX874" fmla="*/ 5349142 w 7472601"/>
              <a:gd name="connsiteY874" fmla="*/ 2204405 h 6858000"/>
              <a:gd name="connsiteX875" fmla="*/ 5262214 w 7472601"/>
              <a:gd name="connsiteY875" fmla="*/ 2233836 h 6858000"/>
              <a:gd name="connsiteX876" fmla="*/ 4981539 w 7472601"/>
              <a:gd name="connsiteY876" fmla="*/ 1542201 h 6858000"/>
              <a:gd name="connsiteX877" fmla="*/ 4958461 w 7472601"/>
              <a:gd name="connsiteY877" fmla="*/ 1136957 h 6858000"/>
              <a:gd name="connsiteX878" fmla="*/ 4655015 w 7472601"/>
              <a:gd name="connsiteY878" fmla="*/ 891426 h 6858000"/>
              <a:gd name="connsiteX879" fmla="*/ 4348002 w 7472601"/>
              <a:gd name="connsiteY879" fmla="*/ 2205895 h 6858000"/>
              <a:gd name="connsiteX880" fmla="*/ 4262250 w 7472601"/>
              <a:gd name="connsiteY880" fmla="*/ 2219972 h 6858000"/>
              <a:gd name="connsiteX881" fmla="*/ 4550611 w 7472601"/>
              <a:gd name="connsiteY881" fmla="*/ 817540 h 6858000"/>
              <a:gd name="connsiteX882" fmla="*/ 4564418 w 7472601"/>
              <a:gd name="connsiteY882" fmla="*/ 808293 h 6858000"/>
              <a:gd name="connsiteX883" fmla="*/ 4266388 w 7472601"/>
              <a:gd name="connsiteY883" fmla="*/ 500083 h 6858000"/>
              <a:gd name="connsiteX884" fmla="*/ 4032842 w 7472601"/>
              <a:gd name="connsiteY884" fmla="*/ 211809 h 6858000"/>
              <a:gd name="connsiteX885" fmla="*/ 3882765 w 7472601"/>
              <a:gd name="connsiteY885" fmla="*/ 0 h 6858000"/>
              <a:gd name="connsiteX886" fmla="*/ 3721337 w 7472601"/>
              <a:gd name="connsiteY886" fmla="*/ 0 h 6858000"/>
              <a:gd name="connsiteX887" fmla="*/ 3797544 w 7472601"/>
              <a:gd name="connsiteY887" fmla="*/ 0 h 6858000"/>
              <a:gd name="connsiteX888" fmla="*/ 3775734 w 7472601"/>
              <a:gd name="connsiteY888" fmla="*/ 95131 h 6858000"/>
              <a:gd name="connsiteX889" fmla="*/ 3724807 w 7472601"/>
              <a:gd name="connsiteY889" fmla="*/ 272257 h 6858000"/>
              <a:gd name="connsiteX890" fmla="*/ 3726844 w 7472601"/>
              <a:gd name="connsiteY890" fmla="*/ 282988 h 6858000"/>
              <a:gd name="connsiteX891" fmla="*/ 3742664 w 7472601"/>
              <a:gd name="connsiteY891" fmla="*/ 279918 h 6858000"/>
              <a:gd name="connsiteX892" fmla="*/ 4103910 w 7472601"/>
              <a:gd name="connsiteY892" fmla="*/ 1161917 h 6858000"/>
              <a:gd name="connsiteX893" fmla="*/ 4020269 w 7472601"/>
              <a:gd name="connsiteY893" fmla="*/ 1200406 h 6858000"/>
              <a:gd name="connsiteX894" fmla="*/ 3674882 w 7472601"/>
              <a:gd name="connsiteY894" fmla="*/ 488524 h 6858000"/>
              <a:gd name="connsiteX895" fmla="*/ 3132682 w 7472601"/>
              <a:gd name="connsiteY895" fmla="*/ 1072284 h 6858000"/>
              <a:gd name="connsiteX896" fmla="*/ 2716346 w 7472601"/>
              <a:gd name="connsiteY896" fmla="*/ 1276376 h 6858000"/>
              <a:gd name="connsiteX897" fmla="*/ 2716772 w 7472601"/>
              <a:gd name="connsiteY897" fmla="*/ 1255462 h 6858000"/>
              <a:gd name="connsiteX898" fmla="*/ 3471096 w 7472601"/>
              <a:gd name="connsiteY898" fmla="*/ 437072 h 6858000"/>
              <a:gd name="connsiteX899" fmla="*/ 3639057 w 7472601"/>
              <a:gd name="connsiteY899" fmla="*/ 286334 h 6858000"/>
              <a:gd name="connsiteX900" fmla="*/ 3640309 w 7472601"/>
              <a:gd name="connsiteY900" fmla="*/ 284664 h 6858000"/>
              <a:gd name="connsiteX901" fmla="*/ 3646022 w 7472601"/>
              <a:gd name="connsiteY901" fmla="*/ 276711 h 6858000"/>
              <a:gd name="connsiteX902" fmla="*/ 3707943 w 7472601"/>
              <a:gd name="connsiteY902" fmla="*/ 65958 h 6858000"/>
              <a:gd name="connsiteX903" fmla="*/ 3721337 w 7472601"/>
              <a:gd name="connsiteY903" fmla="*/ 0 h 6858000"/>
              <a:gd name="connsiteX904" fmla="*/ 2867960 w 7472601"/>
              <a:gd name="connsiteY904" fmla="*/ 0 h 6858000"/>
              <a:gd name="connsiteX905" fmla="*/ 2926351 w 7472601"/>
              <a:gd name="connsiteY905" fmla="*/ 0 h 6858000"/>
              <a:gd name="connsiteX906" fmla="*/ 2902823 w 7472601"/>
              <a:gd name="connsiteY906" fmla="*/ 262929 h 6858000"/>
              <a:gd name="connsiteX907" fmla="*/ 2940663 w 7472601"/>
              <a:gd name="connsiteY907" fmla="*/ 140884 h 6858000"/>
              <a:gd name="connsiteX908" fmla="*/ 2947039 w 7472601"/>
              <a:gd name="connsiteY908" fmla="*/ 122524 h 6858000"/>
              <a:gd name="connsiteX909" fmla="*/ 2984316 w 7472601"/>
              <a:gd name="connsiteY909" fmla="*/ 0 h 6858000"/>
              <a:gd name="connsiteX910" fmla="*/ 3016114 w 7472601"/>
              <a:gd name="connsiteY910" fmla="*/ 0 h 6858000"/>
              <a:gd name="connsiteX911" fmla="*/ 2979949 w 7472601"/>
              <a:gd name="connsiteY911" fmla="*/ 119274 h 6858000"/>
              <a:gd name="connsiteX912" fmla="*/ 3023879 w 7472601"/>
              <a:gd name="connsiteY912" fmla="*/ 0 h 6858000"/>
              <a:gd name="connsiteX913" fmla="*/ 3105400 w 7472601"/>
              <a:gd name="connsiteY913" fmla="*/ 0 h 6858000"/>
              <a:gd name="connsiteX914" fmla="*/ 3094669 w 7472601"/>
              <a:gd name="connsiteY914" fmla="*/ 30308 h 6858000"/>
              <a:gd name="connsiteX915" fmla="*/ 2901945 w 7472601"/>
              <a:gd name="connsiteY915" fmla="*/ 466538 h 6858000"/>
              <a:gd name="connsiteX916" fmla="*/ 2815209 w 7472601"/>
              <a:gd name="connsiteY916" fmla="*/ 497361 h 6858000"/>
              <a:gd name="connsiteX917" fmla="*/ 2844845 w 7472601"/>
              <a:gd name="connsiteY917" fmla="*/ 127638 h 6858000"/>
              <a:gd name="connsiteX918" fmla="*/ 2867960 w 7472601"/>
              <a:gd name="connsiteY918" fmla="*/ 0 h 6858000"/>
              <a:gd name="connsiteX919" fmla="*/ 1057230 w 7472601"/>
              <a:gd name="connsiteY919" fmla="*/ 0 h 6858000"/>
              <a:gd name="connsiteX920" fmla="*/ 1111003 w 7472601"/>
              <a:gd name="connsiteY920" fmla="*/ 0 h 6858000"/>
              <a:gd name="connsiteX921" fmla="*/ 1125553 w 7472601"/>
              <a:gd name="connsiteY921" fmla="*/ 52588 h 6858000"/>
              <a:gd name="connsiteX922" fmla="*/ 1304276 w 7472601"/>
              <a:gd name="connsiteY922" fmla="*/ 476275 h 6858000"/>
              <a:gd name="connsiteX923" fmla="*/ 1492066 w 7472601"/>
              <a:gd name="connsiteY923" fmla="*/ 886333 h 6858000"/>
              <a:gd name="connsiteX924" fmla="*/ 1423698 w 7472601"/>
              <a:gd name="connsiteY924" fmla="*/ 710817 h 6858000"/>
              <a:gd name="connsiteX925" fmla="*/ 1357609 w 7472601"/>
              <a:gd name="connsiteY925" fmla="*/ 532892 h 6858000"/>
              <a:gd name="connsiteX926" fmla="*/ 1309550 w 7472601"/>
              <a:gd name="connsiteY926" fmla="*/ 374031 h 6858000"/>
              <a:gd name="connsiteX927" fmla="*/ 1193673 w 7472601"/>
              <a:gd name="connsiteY927" fmla="*/ 49533 h 6858000"/>
              <a:gd name="connsiteX928" fmla="*/ 1164391 w 7472601"/>
              <a:gd name="connsiteY928" fmla="*/ 0 h 6858000"/>
              <a:gd name="connsiteX929" fmla="*/ 1200666 w 7472601"/>
              <a:gd name="connsiteY929" fmla="*/ 0 h 6858000"/>
              <a:gd name="connsiteX930" fmla="*/ 1223408 w 7472601"/>
              <a:gd name="connsiteY930" fmla="*/ 38996 h 6858000"/>
              <a:gd name="connsiteX931" fmla="*/ 1339635 w 7472601"/>
              <a:gd name="connsiteY931" fmla="*/ 365517 h 6858000"/>
              <a:gd name="connsiteX932" fmla="*/ 1387469 w 7472601"/>
              <a:gd name="connsiteY932" fmla="*/ 523079 h 6858000"/>
              <a:gd name="connsiteX933" fmla="*/ 1452685 w 7472601"/>
              <a:gd name="connsiteY933" fmla="*/ 699806 h 6858000"/>
              <a:gd name="connsiteX934" fmla="*/ 1492092 w 7472601"/>
              <a:gd name="connsiteY934" fmla="*/ 800424 h 6858000"/>
              <a:gd name="connsiteX935" fmla="*/ 1455302 w 7472601"/>
              <a:gd name="connsiteY935" fmla="*/ 632913 h 6858000"/>
              <a:gd name="connsiteX936" fmla="*/ 1222336 w 7472601"/>
              <a:gd name="connsiteY936" fmla="*/ 9480 h 6858000"/>
              <a:gd name="connsiteX937" fmla="*/ 1214634 w 7472601"/>
              <a:gd name="connsiteY937" fmla="*/ 0 h 6858000"/>
              <a:gd name="connsiteX938" fmla="*/ 1289827 w 7472601"/>
              <a:gd name="connsiteY938" fmla="*/ 0 h 6858000"/>
              <a:gd name="connsiteX939" fmla="*/ 1321076 w 7472601"/>
              <a:gd name="connsiteY939" fmla="*/ 59722 h 6858000"/>
              <a:gd name="connsiteX940" fmla="*/ 1512579 w 7472601"/>
              <a:gd name="connsiteY940" fmla="*/ 626441 h 6858000"/>
              <a:gd name="connsiteX941" fmla="*/ 1506076 w 7472601"/>
              <a:gd name="connsiteY941" fmla="*/ 1089289 h 6858000"/>
              <a:gd name="connsiteX942" fmla="*/ 1486346 w 7472601"/>
              <a:gd name="connsiteY942" fmla="*/ 1079919 h 6858000"/>
              <a:gd name="connsiteX943" fmla="*/ 1070511 w 7472601"/>
              <a:gd name="connsiteY943" fmla="*/ 48609 h 6858000"/>
              <a:gd name="connsiteX944" fmla="*/ 1057230 w 7472601"/>
              <a:gd name="connsiteY944" fmla="*/ 0 h 6858000"/>
              <a:gd name="connsiteX945" fmla="*/ 43151 w 7472601"/>
              <a:gd name="connsiteY945" fmla="*/ 0 h 6858000"/>
              <a:gd name="connsiteX946" fmla="*/ 95283 w 7472601"/>
              <a:gd name="connsiteY946" fmla="*/ 0 h 6858000"/>
              <a:gd name="connsiteX947" fmla="*/ 300708 w 7472601"/>
              <a:gd name="connsiteY947" fmla="*/ 154571 h 6858000"/>
              <a:gd name="connsiteX948" fmla="*/ 530414 w 7472601"/>
              <a:gd name="connsiteY948" fmla="*/ 354673 h 6858000"/>
              <a:gd name="connsiteX949" fmla="*/ 333785 w 7472601"/>
              <a:gd name="connsiteY949" fmla="*/ 161564 h 6858000"/>
              <a:gd name="connsiteX950" fmla="*/ 147005 w 7472601"/>
              <a:gd name="connsiteY950" fmla="*/ 0 h 6858000"/>
              <a:gd name="connsiteX951" fmla="*/ 272509 w 7472601"/>
              <a:gd name="connsiteY951" fmla="*/ 0 h 6858000"/>
              <a:gd name="connsiteX952" fmla="*/ 326276 w 7472601"/>
              <a:gd name="connsiteY952" fmla="*/ 45847 h 6858000"/>
              <a:gd name="connsiteX953" fmla="*/ 823759 w 7472601"/>
              <a:gd name="connsiteY953" fmla="*/ 574145 h 6858000"/>
              <a:gd name="connsiteX954" fmla="*/ 811254 w 7472601"/>
              <a:gd name="connsiteY954" fmla="*/ 665546 h 6858000"/>
              <a:gd name="connsiteX955" fmla="*/ 154042 w 7472601"/>
              <a:gd name="connsiteY955" fmla="*/ 261522 h 6858000"/>
              <a:gd name="connsiteX956" fmla="*/ 13550 w 7472601"/>
              <a:gd name="connsiteY956" fmla="*/ 158423 h 6858000"/>
              <a:gd name="connsiteX957" fmla="*/ 0 w 7472601"/>
              <a:gd name="connsiteY957" fmla="*/ 146618 h 6858000"/>
              <a:gd name="connsiteX958" fmla="*/ 0 w 7472601"/>
              <a:gd name="connsiteY958" fmla="*/ 59161 h 6858000"/>
              <a:gd name="connsiteX959" fmla="*/ 45427 w 7472601"/>
              <a:gd name="connsiteY959" fmla="*/ 101078 h 6858000"/>
              <a:gd name="connsiteX960" fmla="*/ 630103 w 7472601"/>
              <a:gd name="connsiteY960" fmla="*/ 485885 h 6858000"/>
              <a:gd name="connsiteX961" fmla="*/ 532040 w 7472601"/>
              <a:gd name="connsiteY961" fmla="*/ 399359 h 6858000"/>
              <a:gd name="connsiteX962" fmla="*/ 517618 w 7472601"/>
              <a:gd name="connsiteY962" fmla="*/ 385726 h 6858000"/>
              <a:gd name="connsiteX963" fmla="*/ 285074 w 7472601"/>
              <a:gd name="connsiteY963" fmla="*/ 182755 h 6858000"/>
              <a:gd name="connsiteX964" fmla="*/ 43151 w 7472601"/>
              <a:gd name="connsiteY964"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312589 w 7472601"/>
              <a:gd name="connsiteY80" fmla="*/ 5982309 h 6858000"/>
              <a:gd name="connsiteX81" fmla="*/ 7448321 w 7472601"/>
              <a:gd name="connsiteY81" fmla="*/ 6190991 h 6858000"/>
              <a:gd name="connsiteX82" fmla="*/ 7467600 w 7472601"/>
              <a:gd name="connsiteY82" fmla="*/ 6221686 h 6858000"/>
              <a:gd name="connsiteX83" fmla="*/ 7467600 w 7472601"/>
              <a:gd name="connsiteY83" fmla="*/ 6334256 h 6858000"/>
              <a:gd name="connsiteX84" fmla="*/ 7454976 w 7472601"/>
              <a:gd name="connsiteY84" fmla="*/ 6318297 h 6858000"/>
              <a:gd name="connsiteX85" fmla="*/ 1456157 w 7472601"/>
              <a:gd name="connsiteY85" fmla="*/ 5371404 h 6858000"/>
              <a:gd name="connsiteX86" fmla="*/ 1244432 w 7472601"/>
              <a:gd name="connsiteY86" fmla="*/ 5385601 h 6858000"/>
              <a:gd name="connsiteX87" fmla="*/ 973990 w 7472601"/>
              <a:gd name="connsiteY87" fmla="*/ 5424940 h 6858000"/>
              <a:gd name="connsiteX88" fmla="*/ 1103809 w 7472601"/>
              <a:gd name="connsiteY88" fmla="*/ 5433720 h 6858000"/>
              <a:gd name="connsiteX89" fmla="*/ 1123454 w 7472601"/>
              <a:gd name="connsiteY89" fmla="*/ 5435727 h 6858000"/>
              <a:gd name="connsiteX90" fmla="*/ 1737017 w 7472601"/>
              <a:gd name="connsiteY90" fmla="*/ 5452183 h 6858000"/>
              <a:gd name="connsiteX91" fmla="*/ 1824397 w 7472601"/>
              <a:gd name="connsiteY91" fmla="*/ 5447757 h 6858000"/>
              <a:gd name="connsiteX92" fmla="*/ 2070059 w 7472601"/>
              <a:gd name="connsiteY92" fmla="*/ 5441660 h 6858000"/>
              <a:gd name="connsiteX93" fmla="*/ 1456157 w 7472601"/>
              <a:gd name="connsiteY93" fmla="*/ 5371404 h 6858000"/>
              <a:gd name="connsiteX94" fmla="*/ 4988186 w 7472601"/>
              <a:gd name="connsiteY94" fmla="*/ 5216467 h 6858000"/>
              <a:gd name="connsiteX95" fmla="*/ 4777334 w 7472601"/>
              <a:gd name="connsiteY95" fmla="*/ 5406072 h 6858000"/>
              <a:gd name="connsiteX96" fmla="*/ 4718341 w 7472601"/>
              <a:gd name="connsiteY96" fmla="*/ 5468043 h 6858000"/>
              <a:gd name="connsiteX97" fmla="*/ 4604655 w 7472601"/>
              <a:gd name="connsiteY97" fmla="*/ 5583434 h 6858000"/>
              <a:gd name="connsiteX98" fmla="*/ 4565074 w 7472601"/>
              <a:gd name="connsiteY98" fmla="*/ 5618550 h 6858000"/>
              <a:gd name="connsiteX99" fmla="*/ 4988186 w 7472601"/>
              <a:gd name="connsiteY99" fmla="*/ 5216467 h 6858000"/>
              <a:gd name="connsiteX100" fmla="*/ 4978032 w 7472601"/>
              <a:gd name="connsiteY100" fmla="*/ 5183809 h 6858000"/>
              <a:gd name="connsiteX101" fmla="*/ 4463413 w 7472601"/>
              <a:gd name="connsiteY101" fmla="*/ 5615162 h 6858000"/>
              <a:gd name="connsiteX102" fmla="*/ 4358134 w 7472601"/>
              <a:gd name="connsiteY102" fmla="*/ 5742791 h 6858000"/>
              <a:gd name="connsiteX103" fmla="*/ 4376219 w 7472601"/>
              <a:gd name="connsiteY103" fmla="*/ 5729027 h 6858000"/>
              <a:gd name="connsiteX104" fmla="*/ 4582340 w 7472601"/>
              <a:gd name="connsiteY104" fmla="*/ 5561037 h 6858000"/>
              <a:gd name="connsiteX105" fmla="*/ 4694684 w 7472601"/>
              <a:gd name="connsiteY105" fmla="*/ 5447098 h 6858000"/>
              <a:gd name="connsiteX106" fmla="*/ 4754123 w 7472601"/>
              <a:gd name="connsiteY106" fmla="*/ 5384643 h 6858000"/>
              <a:gd name="connsiteX107" fmla="*/ 4978032 w 7472601"/>
              <a:gd name="connsiteY107" fmla="*/ 5183809 h 6858000"/>
              <a:gd name="connsiteX108" fmla="*/ 1903353 w 7472601"/>
              <a:gd name="connsiteY108" fmla="*/ 5044827 h 6858000"/>
              <a:gd name="connsiteX109" fmla="*/ 1936931 w 7472601"/>
              <a:gd name="connsiteY109" fmla="*/ 5093954 h 6858000"/>
              <a:gd name="connsiteX110" fmla="*/ 2195868 w 7472601"/>
              <a:gd name="connsiteY110" fmla="*/ 5396574 h 6858000"/>
              <a:gd name="connsiteX111" fmla="*/ 2088852 w 7472601"/>
              <a:gd name="connsiteY111" fmla="*/ 5166123 h 6858000"/>
              <a:gd name="connsiteX112" fmla="*/ 1958241 w 7472601"/>
              <a:gd name="connsiteY112" fmla="*/ 5067955 h 6858000"/>
              <a:gd name="connsiteX113" fmla="*/ 1903353 w 7472601"/>
              <a:gd name="connsiteY113" fmla="*/ 5044827 h 6858000"/>
              <a:gd name="connsiteX114" fmla="*/ 1979378 w 7472601"/>
              <a:gd name="connsiteY114" fmla="*/ 4769504 h 6858000"/>
              <a:gd name="connsiteX115" fmla="*/ 2882120 w 7472601"/>
              <a:gd name="connsiteY115" fmla="*/ 5064547 h 6858000"/>
              <a:gd name="connsiteX116" fmla="*/ 2793103 w 7472601"/>
              <a:gd name="connsiteY116" fmla="*/ 5039699 h 6858000"/>
              <a:gd name="connsiteX117" fmla="*/ 2770041 w 7472601"/>
              <a:gd name="connsiteY117" fmla="*/ 5033634 h 6858000"/>
              <a:gd name="connsiteX118" fmla="*/ 1979378 w 7472601"/>
              <a:gd name="connsiteY118" fmla="*/ 4769504 h 6858000"/>
              <a:gd name="connsiteX119" fmla="*/ 1927410 w 7472601"/>
              <a:gd name="connsiteY119" fmla="*/ 4716164 h 6858000"/>
              <a:gd name="connsiteX120" fmla="*/ 1959587 w 7472601"/>
              <a:gd name="connsiteY120" fmla="*/ 4728849 h 6858000"/>
              <a:gd name="connsiteX121" fmla="*/ 2777707 w 7472601"/>
              <a:gd name="connsiteY121" fmla="*/ 5003991 h 6858000"/>
              <a:gd name="connsiteX122" fmla="*/ 2800768 w 7472601"/>
              <a:gd name="connsiteY122" fmla="*/ 5010056 h 6858000"/>
              <a:gd name="connsiteX123" fmla="*/ 2879408 w 7472601"/>
              <a:gd name="connsiteY123" fmla="*/ 5031590 h 6858000"/>
              <a:gd name="connsiteX124" fmla="*/ 2862295 w 7472601"/>
              <a:gd name="connsiteY124" fmla="*/ 5022958 h 6858000"/>
              <a:gd name="connsiteX125" fmla="*/ 2813343 w 7472601"/>
              <a:gd name="connsiteY125" fmla="*/ 4998369 h 6858000"/>
              <a:gd name="connsiteX126" fmla="*/ 2646245 w 7472601"/>
              <a:gd name="connsiteY126" fmla="*/ 4930999 h 6858000"/>
              <a:gd name="connsiteX127" fmla="*/ 1999243 w 7472601"/>
              <a:gd name="connsiteY127" fmla="*/ 4730524 h 6858000"/>
              <a:gd name="connsiteX128" fmla="*/ 1979527 w 7472601"/>
              <a:gd name="connsiteY128" fmla="*/ 4726651 h 6858000"/>
              <a:gd name="connsiteX129" fmla="*/ 1927410 w 7472601"/>
              <a:gd name="connsiteY129" fmla="*/ 4716164 h 6858000"/>
              <a:gd name="connsiteX130" fmla="*/ 1997014 w 7472601"/>
              <a:gd name="connsiteY130" fmla="*/ 4698007 h 6858000"/>
              <a:gd name="connsiteX131" fmla="*/ 2005458 w 7472601"/>
              <a:gd name="connsiteY131" fmla="*/ 4699540 h 6858000"/>
              <a:gd name="connsiteX132" fmla="*/ 2657186 w 7472601"/>
              <a:gd name="connsiteY132" fmla="*/ 4901687 h 6858000"/>
              <a:gd name="connsiteX133" fmla="*/ 2826662 w 7472601"/>
              <a:gd name="connsiteY133" fmla="*/ 4970362 h 6858000"/>
              <a:gd name="connsiteX134" fmla="*/ 2876100 w 7472601"/>
              <a:gd name="connsiteY134" fmla="*/ 4995397 h 6858000"/>
              <a:gd name="connsiteX135" fmla="*/ 3042600 w 7472601"/>
              <a:gd name="connsiteY135" fmla="*/ 5059532 h 6858000"/>
              <a:gd name="connsiteX136" fmla="*/ 1997014 w 7472601"/>
              <a:gd name="connsiteY136" fmla="*/ 4698007 h 6858000"/>
              <a:gd name="connsiteX137" fmla="*/ 2305292 w 7472601"/>
              <a:gd name="connsiteY137" fmla="*/ 4219492 h 6858000"/>
              <a:gd name="connsiteX138" fmla="*/ 3360922 w 7472601"/>
              <a:gd name="connsiteY138" fmla="*/ 4529373 h 6858000"/>
              <a:gd name="connsiteX139" fmla="*/ 3492420 w 7472601"/>
              <a:gd name="connsiteY139" fmla="*/ 4510145 h 6858000"/>
              <a:gd name="connsiteX140" fmla="*/ 3364086 w 7472601"/>
              <a:gd name="connsiteY140" fmla="*/ 4480340 h 6858000"/>
              <a:gd name="connsiteX141" fmla="*/ 3225818 w 7472601"/>
              <a:gd name="connsiteY141" fmla="*/ 4411822 h 6858000"/>
              <a:gd name="connsiteX142" fmla="*/ 3129696 w 7472601"/>
              <a:gd name="connsiteY142" fmla="*/ 4360704 h 6858000"/>
              <a:gd name="connsiteX143" fmla="*/ 2814545 w 7472601"/>
              <a:gd name="connsiteY143" fmla="*/ 4282955 h 6858000"/>
              <a:gd name="connsiteX144" fmla="*/ 2305292 w 7472601"/>
              <a:gd name="connsiteY144" fmla="*/ 4219492 h 6858000"/>
              <a:gd name="connsiteX145" fmla="*/ 2626982 w 7472601"/>
              <a:gd name="connsiteY145" fmla="*/ 4206450 h 6858000"/>
              <a:gd name="connsiteX146" fmla="*/ 2490617 w 7472601"/>
              <a:gd name="connsiteY146" fmla="*/ 4206951 h 6858000"/>
              <a:gd name="connsiteX147" fmla="*/ 2819869 w 7472601"/>
              <a:gd name="connsiteY147" fmla="*/ 4252936 h 6858000"/>
              <a:gd name="connsiteX148" fmla="*/ 3143018 w 7472601"/>
              <a:gd name="connsiteY148" fmla="*/ 4332698 h 6858000"/>
              <a:gd name="connsiteX149" fmla="*/ 3241520 w 7472601"/>
              <a:gd name="connsiteY149" fmla="*/ 4385112 h 6858000"/>
              <a:gd name="connsiteX150" fmla="*/ 3374575 w 7472601"/>
              <a:gd name="connsiteY150" fmla="*/ 4451517 h 6858000"/>
              <a:gd name="connsiteX151" fmla="*/ 3505221 w 7472601"/>
              <a:gd name="connsiteY151" fmla="*/ 4480757 h 6858000"/>
              <a:gd name="connsiteX152" fmla="*/ 2626982 w 7472601"/>
              <a:gd name="connsiteY152" fmla="*/ 4206450 h 6858000"/>
              <a:gd name="connsiteX153" fmla="*/ 1310106 w 7472601"/>
              <a:gd name="connsiteY153" fmla="*/ 3943217 h 6858000"/>
              <a:gd name="connsiteX154" fmla="*/ 854994 w 7472601"/>
              <a:gd name="connsiteY154" fmla="*/ 4399136 h 6858000"/>
              <a:gd name="connsiteX155" fmla="*/ 742462 w 7472601"/>
              <a:gd name="connsiteY155" fmla="*/ 4594648 h 6858000"/>
              <a:gd name="connsiteX156" fmla="*/ 820602 w 7472601"/>
              <a:gd name="connsiteY156" fmla="*/ 4485915 h 6858000"/>
              <a:gd name="connsiteX157" fmla="*/ 878295 w 7472601"/>
              <a:gd name="connsiteY157" fmla="*/ 4403594 h 6858000"/>
              <a:gd name="connsiteX158" fmla="*/ 1240607 w 7472601"/>
              <a:gd name="connsiteY158" fmla="*/ 4010401 h 6858000"/>
              <a:gd name="connsiteX159" fmla="*/ 1310106 w 7472601"/>
              <a:gd name="connsiteY159" fmla="*/ 3943217 h 6858000"/>
              <a:gd name="connsiteX160" fmla="*/ 1423113 w 7472601"/>
              <a:gd name="connsiteY160" fmla="*/ 3874565 h 6858000"/>
              <a:gd name="connsiteX161" fmla="*/ 1260565 w 7472601"/>
              <a:gd name="connsiteY161" fmla="*/ 4031982 h 6858000"/>
              <a:gd name="connsiteX162" fmla="*/ 901900 w 7472601"/>
              <a:gd name="connsiteY162" fmla="*/ 4421236 h 6858000"/>
              <a:gd name="connsiteX163" fmla="*/ 845044 w 7472601"/>
              <a:gd name="connsiteY163" fmla="*/ 4502436 h 6858000"/>
              <a:gd name="connsiteX164" fmla="*/ 685926 w 7472601"/>
              <a:gd name="connsiteY164" fmla="*/ 4703069 h 6858000"/>
              <a:gd name="connsiteX165" fmla="*/ 684248 w 7472601"/>
              <a:gd name="connsiteY165" fmla="*/ 4706721 h 6858000"/>
              <a:gd name="connsiteX166" fmla="*/ 1423113 w 7472601"/>
              <a:gd name="connsiteY166" fmla="*/ 3874565 h 6858000"/>
              <a:gd name="connsiteX167" fmla="*/ 3316479 w 7472601"/>
              <a:gd name="connsiteY167" fmla="*/ 3872136 h 6858000"/>
              <a:gd name="connsiteX168" fmla="*/ 3546806 w 7472601"/>
              <a:gd name="connsiteY168" fmla="*/ 4356139 h 6858000"/>
              <a:gd name="connsiteX169" fmla="*/ 3364433 w 7472601"/>
              <a:gd name="connsiteY169" fmla="*/ 3953121 h 6858000"/>
              <a:gd name="connsiteX170" fmla="*/ 3316479 w 7472601"/>
              <a:gd name="connsiteY170" fmla="*/ 3872136 h 6858000"/>
              <a:gd name="connsiteX171" fmla="*/ 3291335 w 7472601"/>
              <a:gd name="connsiteY171" fmla="*/ 3767420 h 6858000"/>
              <a:gd name="connsiteX172" fmla="*/ 3390805 w 7472601"/>
              <a:gd name="connsiteY172" fmla="*/ 3937163 h 6858000"/>
              <a:gd name="connsiteX173" fmla="*/ 3579062 w 7472601"/>
              <a:gd name="connsiteY173" fmla="*/ 4359040 h 6858000"/>
              <a:gd name="connsiteX174" fmla="*/ 3467355 w 7472601"/>
              <a:gd name="connsiteY174" fmla="*/ 3988130 h 6858000"/>
              <a:gd name="connsiteX175" fmla="*/ 3310753 w 7472601"/>
              <a:gd name="connsiteY175" fmla="*/ 3787140 h 6858000"/>
              <a:gd name="connsiteX176" fmla="*/ 3291335 w 7472601"/>
              <a:gd name="connsiteY176" fmla="*/ 3767420 h 6858000"/>
              <a:gd name="connsiteX177" fmla="*/ 1635889 w 7472601"/>
              <a:gd name="connsiteY177" fmla="*/ 3709494 h 6858000"/>
              <a:gd name="connsiteX178" fmla="*/ 1634800 w 7472601"/>
              <a:gd name="connsiteY178" fmla="*/ 3731111 h 6858000"/>
              <a:gd name="connsiteX179" fmla="*/ 1635889 w 7472601"/>
              <a:gd name="connsiteY179" fmla="*/ 3709494 h 6858000"/>
              <a:gd name="connsiteX180" fmla="*/ 1510397 w 7472601"/>
              <a:gd name="connsiteY180" fmla="*/ 3684705 h 6858000"/>
              <a:gd name="connsiteX181" fmla="*/ 1146550 w 7472601"/>
              <a:gd name="connsiteY181" fmla="*/ 3802012 h 6858000"/>
              <a:gd name="connsiteX182" fmla="*/ 698834 w 7472601"/>
              <a:gd name="connsiteY182" fmla="*/ 3952272 h 6858000"/>
              <a:gd name="connsiteX183" fmla="*/ 34256 w 7472601"/>
              <a:gd name="connsiteY183" fmla="*/ 4347603 h 6858000"/>
              <a:gd name="connsiteX184" fmla="*/ 527241 w 7472601"/>
              <a:gd name="connsiteY184" fmla="*/ 4065078 h 6858000"/>
              <a:gd name="connsiteX185" fmla="*/ 1510397 w 7472601"/>
              <a:gd name="connsiteY185" fmla="*/ 3684705 h 6858000"/>
              <a:gd name="connsiteX186" fmla="*/ 1313114 w 7472601"/>
              <a:gd name="connsiteY186" fmla="*/ 3655216 h 6858000"/>
              <a:gd name="connsiteX187" fmla="*/ 1109304 w 7472601"/>
              <a:gd name="connsiteY187" fmla="*/ 3669030 h 6858000"/>
              <a:gd name="connsiteX188" fmla="*/ 8129 w 7472601"/>
              <a:gd name="connsiteY188" fmla="*/ 4330519 h 6858000"/>
              <a:gd name="connsiteX189" fmla="*/ 687572 w 7472601"/>
              <a:gd name="connsiteY189" fmla="*/ 3925629 h 6858000"/>
              <a:gd name="connsiteX190" fmla="*/ 1138365 w 7472601"/>
              <a:gd name="connsiteY190" fmla="*/ 3774515 h 6858000"/>
              <a:gd name="connsiteX191" fmla="*/ 1505579 w 7472601"/>
              <a:gd name="connsiteY191" fmla="*/ 3655526 h 6858000"/>
              <a:gd name="connsiteX192" fmla="*/ 1313114 w 7472601"/>
              <a:gd name="connsiteY192" fmla="*/ 3655216 h 6858000"/>
              <a:gd name="connsiteX193" fmla="*/ 3655073 w 7472601"/>
              <a:gd name="connsiteY193" fmla="*/ 3650884 h 6858000"/>
              <a:gd name="connsiteX194" fmla="*/ 3989938 w 7472601"/>
              <a:gd name="connsiteY194" fmla="*/ 3991685 h 6858000"/>
              <a:gd name="connsiteX195" fmla="*/ 4393907 w 7472601"/>
              <a:gd name="connsiteY195" fmla="*/ 4261258 h 6858000"/>
              <a:gd name="connsiteX196" fmla="*/ 4648051 w 7472601"/>
              <a:gd name="connsiteY196" fmla="*/ 4374051 h 6858000"/>
              <a:gd name="connsiteX197" fmla="*/ 4383389 w 7472601"/>
              <a:gd name="connsiteY197" fmla="*/ 4184369 h 6858000"/>
              <a:gd name="connsiteX198" fmla="*/ 4165508 w 7472601"/>
              <a:gd name="connsiteY198" fmla="*/ 4035196 h 6858000"/>
              <a:gd name="connsiteX199" fmla="*/ 4068162 w 7472601"/>
              <a:gd name="connsiteY199" fmla="*/ 3953394 h 6858000"/>
              <a:gd name="connsiteX200" fmla="*/ 3981416 w 7472601"/>
              <a:gd name="connsiteY200" fmla="*/ 3880482 h 6858000"/>
              <a:gd name="connsiteX201" fmla="*/ 3800147 w 7472601"/>
              <a:gd name="connsiteY201" fmla="*/ 3749872 h 6858000"/>
              <a:gd name="connsiteX202" fmla="*/ 3655073 w 7472601"/>
              <a:gd name="connsiteY202" fmla="*/ 3650884 h 6858000"/>
              <a:gd name="connsiteX203" fmla="*/ 3670252 w 7472601"/>
              <a:gd name="connsiteY203" fmla="*/ 3622798 h 6858000"/>
              <a:gd name="connsiteX204" fmla="*/ 3817258 w 7472601"/>
              <a:gd name="connsiteY204" fmla="*/ 3723577 h 6858000"/>
              <a:gd name="connsiteX205" fmla="*/ 4000461 w 7472601"/>
              <a:gd name="connsiteY205" fmla="*/ 3855966 h 6858000"/>
              <a:gd name="connsiteX206" fmla="*/ 4088180 w 7472601"/>
              <a:gd name="connsiteY206" fmla="*/ 3929774 h 6858000"/>
              <a:gd name="connsiteX207" fmla="*/ 4184555 w 7472601"/>
              <a:gd name="connsiteY207" fmla="*/ 4010683 h 6858000"/>
              <a:gd name="connsiteX208" fmla="*/ 4399563 w 7472601"/>
              <a:gd name="connsiteY208" fmla="*/ 4158106 h 6858000"/>
              <a:gd name="connsiteX209" fmla="*/ 4684469 w 7472601"/>
              <a:gd name="connsiteY209" fmla="*/ 4364680 h 6858000"/>
              <a:gd name="connsiteX210" fmla="*/ 4690271 w 7472601"/>
              <a:gd name="connsiteY210" fmla="*/ 4370034 h 6858000"/>
              <a:gd name="connsiteX211" fmla="*/ 4136093 w 7472601"/>
              <a:gd name="connsiteY211" fmla="*/ 3858466 h 6858000"/>
              <a:gd name="connsiteX212" fmla="*/ 3670252 w 7472601"/>
              <a:gd name="connsiteY212" fmla="*/ 3622798 h 6858000"/>
              <a:gd name="connsiteX213" fmla="*/ 4440129 w 7472601"/>
              <a:gd name="connsiteY213" fmla="*/ 3448571 h 6858000"/>
              <a:gd name="connsiteX214" fmla="*/ 4856525 w 7472601"/>
              <a:gd name="connsiteY214" fmla="*/ 3915351 h 6858000"/>
              <a:gd name="connsiteX215" fmla="*/ 5059055 w 7472601"/>
              <a:gd name="connsiteY215" fmla="*/ 4108918 h 6858000"/>
              <a:gd name="connsiteX216" fmla="*/ 5290070 w 7472601"/>
              <a:gd name="connsiteY216" fmla="*/ 4263619 h 6858000"/>
              <a:gd name="connsiteX217" fmla="*/ 4834991 w 7472601"/>
              <a:gd name="connsiteY217" fmla="*/ 3830985 h 6858000"/>
              <a:gd name="connsiteX218" fmla="*/ 4440129 w 7472601"/>
              <a:gd name="connsiteY218" fmla="*/ 3448571 h 6858000"/>
              <a:gd name="connsiteX219" fmla="*/ 4441737 w 7472601"/>
              <a:gd name="connsiteY219" fmla="*/ 3399734 h 6858000"/>
              <a:gd name="connsiteX220" fmla="*/ 4431236 w 7472601"/>
              <a:gd name="connsiteY220" fmla="*/ 3400954 h 6858000"/>
              <a:gd name="connsiteX221" fmla="*/ 4557150 w 7472601"/>
              <a:gd name="connsiteY221" fmla="*/ 3510023 h 6858000"/>
              <a:gd name="connsiteX222" fmla="*/ 4856936 w 7472601"/>
              <a:gd name="connsiteY222" fmla="*/ 3809146 h 6858000"/>
              <a:gd name="connsiteX223" fmla="*/ 5111996 w 7472601"/>
              <a:gd name="connsiteY223" fmla="*/ 4065759 h 6858000"/>
              <a:gd name="connsiteX224" fmla="*/ 5388878 w 7472601"/>
              <a:gd name="connsiteY224" fmla="*/ 4300185 h 6858000"/>
              <a:gd name="connsiteX225" fmla="*/ 5425556 w 7472601"/>
              <a:gd name="connsiteY225" fmla="*/ 4308967 h 6858000"/>
              <a:gd name="connsiteX226" fmla="*/ 4943646 w 7472601"/>
              <a:gd name="connsiteY226" fmla="*/ 3822916 h 6858000"/>
              <a:gd name="connsiteX227" fmla="*/ 4594837 w 7472601"/>
              <a:gd name="connsiteY227" fmla="*/ 3532274 h 6858000"/>
              <a:gd name="connsiteX228" fmla="*/ 4441737 w 7472601"/>
              <a:gd name="connsiteY228" fmla="*/ 3399734 h 6858000"/>
              <a:gd name="connsiteX229" fmla="*/ 5425834 w 7472601"/>
              <a:gd name="connsiteY229" fmla="*/ 3162785 h 6858000"/>
              <a:gd name="connsiteX230" fmla="*/ 5401644 w 7472601"/>
              <a:gd name="connsiteY230" fmla="*/ 3617847 h 6858000"/>
              <a:gd name="connsiteX231" fmla="*/ 5467256 w 7472601"/>
              <a:gd name="connsiteY231" fmla="*/ 4175494 h 6858000"/>
              <a:gd name="connsiteX232" fmla="*/ 5448069 w 7472601"/>
              <a:gd name="connsiteY232" fmla="*/ 3567554 h 6858000"/>
              <a:gd name="connsiteX233" fmla="*/ 5425834 w 7472601"/>
              <a:gd name="connsiteY233" fmla="*/ 3162785 h 6858000"/>
              <a:gd name="connsiteX234" fmla="*/ 1318687 w 7472601"/>
              <a:gd name="connsiteY234" fmla="*/ 3113840 h 6858000"/>
              <a:gd name="connsiteX235" fmla="*/ 1066793 w 7472601"/>
              <a:gd name="connsiteY235" fmla="*/ 3212171 h 6858000"/>
              <a:gd name="connsiteX236" fmla="*/ 993319 w 7472601"/>
              <a:gd name="connsiteY236" fmla="*/ 3247648 h 6858000"/>
              <a:gd name="connsiteX237" fmla="*/ 853081 w 7472601"/>
              <a:gd name="connsiteY237" fmla="*/ 3312410 h 6858000"/>
              <a:gd name="connsiteX238" fmla="*/ 805957 w 7472601"/>
              <a:gd name="connsiteY238" fmla="*/ 3330443 h 6858000"/>
              <a:gd name="connsiteX239" fmla="*/ 1318687 w 7472601"/>
              <a:gd name="connsiteY239" fmla="*/ 3113840 h 6858000"/>
              <a:gd name="connsiteX240" fmla="*/ 5453702 w 7472601"/>
              <a:gd name="connsiteY240" fmla="*/ 3090882 h 6858000"/>
              <a:gd name="connsiteX241" fmla="*/ 5480135 w 7472601"/>
              <a:gd name="connsiteY241" fmla="*/ 3565802 h 6858000"/>
              <a:gd name="connsiteX242" fmla="*/ 5499023 w 7472601"/>
              <a:gd name="connsiteY242" fmla="*/ 4166310 h 6858000"/>
              <a:gd name="connsiteX243" fmla="*/ 5547022 w 7472601"/>
              <a:gd name="connsiteY243" fmla="*/ 3607838 h 6858000"/>
              <a:gd name="connsiteX244" fmla="*/ 5515964 w 7472601"/>
              <a:gd name="connsiteY244" fmla="*/ 3378541 h 6858000"/>
              <a:gd name="connsiteX245" fmla="*/ 5453702 w 7472601"/>
              <a:gd name="connsiteY245" fmla="*/ 3090882 h 6858000"/>
              <a:gd name="connsiteX246" fmla="*/ 1238695 w 7472601"/>
              <a:gd name="connsiteY246" fmla="*/ 3076820 h 6858000"/>
              <a:gd name="connsiteX247" fmla="*/ 716371 w 7472601"/>
              <a:gd name="connsiteY247" fmla="*/ 3293249 h 6858000"/>
              <a:gd name="connsiteX248" fmla="*/ 579522 w 7472601"/>
              <a:gd name="connsiteY248" fmla="*/ 3371759 h 6858000"/>
              <a:gd name="connsiteX249" fmla="*/ 600288 w 7472601"/>
              <a:gd name="connsiteY249" fmla="*/ 3365555 h 6858000"/>
              <a:gd name="connsiteX250" fmla="*/ 840692 w 7472601"/>
              <a:gd name="connsiteY250" fmla="*/ 3284921 h 6858000"/>
              <a:gd name="connsiteX251" fmla="*/ 979248 w 7472601"/>
              <a:gd name="connsiteY251" fmla="*/ 3221003 h 6858000"/>
              <a:gd name="connsiteX252" fmla="*/ 1053282 w 7472601"/>
              <a:gd name="connsiteY252" fmla="*/ 3185247 h 6858000"/>
              <a:gd name="connsiteX253" fmla="*/ 1320603 w 7472601"/>
              <a:gd name="connsiteY253" fmla="*/ 3081281 h 6858000"/>
              <a:gd name="connsiteX254" fmla="*/ 1238695 w 7472601"/>
              <a:gd name="connsiteY254" fmla="*/ 3076820 h 6858000"/>
              <a:gd name="connsiteX255" fmla="*/ 5425627 w 7472601"/>
              <a:gd name="connsiteY255" fmla="*/ 2954192 h 6858000"/>
              <a:gd name="connsiteX256" fmla="*/ 5470770 w 7472601"/>
              <a:gd name="connsiteY256" fmla="*/ 3005435 h 6858000"/>
              <a:gd name="connsiteX257" fmla="*/ 5519779 w 7472601"/>
              <a:gd name="connsiteY257" fmla="*/ 4359223 h 6858000"/>
              <a:gd name="connsiteX258" fmla="*/ 5520293 w 7472601"/>
              <a:gd name="connsiteY258" fmla="*/ 4360602 h 6858000"/>
              <a:gd name="connsiteX259" fmla="*/ 5767221 w 7472601"/>
              <a:gd name="connsiteY259" fmla="*/ 4665564 h 6858000"/>
              <a:gd name="connsiteX260" fmla="*/ 6937169 w 7472601"/>
              <a:gd name="connsiteY260" fmla="*/ 4815941 h 6858000"/>
              <a:gd name="connsiteX261" fmla="*/ 6953922 w 7472601"/>
              <a:gd name="connsiteY261" fmla="*/ 4890068 h 6858000"/>
              <a:gd name="connsiteX262" fmla="*/ 6071359 w 7472601"/>
              <a:gd name="connsiteY262" fmla="*/ 4770770 h 6858000"/>
              <a:gd name="connsiteX263" fmla="*/ 6038839 w 7472601"/>
              <a:gd name="connsiteY263" fmla="*/ 4764474 h 6858000"/>
              <a:gd name="connsiteX264" fmla="*/ 6038706 w 7472601"/>
              <a:gd name="connsiteY264" fmla="*/ 4763847 h 6858000"/>
              <a:gd name="connsiteX265" fmla="*/ 6037784 w 7472601"/>
              <a:gd name="connsiteY265" fmla="*/ 4764270 h 6858000"/>
              <a:gd name="connsiteX266" fmla="*/ 6038839 w 7472601"/>
              <a:gd name="connsiteY266" fmla="*/ 4764474 h 6858000"/>
              <a:gd name="connsiteX267" fmla="*/ 6040338 w 7472601"/>
              <a:gd name="connsiteY267" fmla="*/ 4771418 h 6858000"/>
              <a:gd name="connsiteX268" fmla="*/ 6024488 w 7472601"/>
              <a:gd name="connsiteY268" fmla="*/ 4809903 h 6858000"/>
              <a:gd name="connsiteX269" fmla="*/ 5599771 w 7472601"/>
              <a:gd name="connsiteY269" fmla="*/ 5509652 h 6858000"/>
              <a:gd name="connsiteX270" fmla="*/ 5548843 w 7472601"/>
              <a:gd name="connsiteY270" fmla="*/ 5563845 h 6858000"/>
              <a:gd name="connsiteX271" fmla="*/ 5940952 w 7472601"/>
              <a:gd name="connsiteY271" fmla="*/ 6250028 h 6858000"/>
              <a:gd name="connsiteX272" fmla="*/ 6043441 w 7472601"/>
              <a:gd name="connsiteY272" fmla="*/ 6665847 h 6858000"/>
              <a:gd name="connsiteX273" fmla="*/ 6093432 w 7472601"/>
              <a:gd name="connsiteY273" fmla="*/ 6858000 h 6858000"/>
              <a:gd name="connsiteX274" fmla="*/ 6034344 w 7472601"/>
              <a:gd name="connsiteY274" fmla="*/ 6858000 h 6858000"/>
              <a:gd name="connsiteX275" fmla="*/ 6026679 w 7472601"/>
              <a:gd name="connsiteY275" fmla="*/ 6836959 h 6858000"/>
              <a:gd name="connsiteX276" fmla="*/ 5800441 w 7472601"/>
              <a:gd name="connsiteY276" fmla="*/ 6335286 h 6858000"/>
              <a:gd name="connsiteX277" fmla="*/ 5526562 w 7472601"/>
              <a:gd name="connsiteY277" fmla="*/ 5705388 h 6858000"/>
              <a:gd name="connsiteX278" fmla="*/ 5519640 w 7472601"/>
              <a:gd name="connsiteY278" fmla="*/ 5683774 h 6858000"/>
              <a:gd name="connsiteX279" fmla="*/ 5844559 w 7472601"/>
              <a:gd name="connsiteY279" fmla="*/ 6553349 h 6858000"/>
              <a:gd name="connsiteX280" fmla="*/ 5975994 w 7472601"/>
              <a:gd name="connsiteY280" fmla="*/ 6858000 h 6858000"/>
              <a:gd name="connsiteX281" fmla="*/ 5898547 w 7472601"/>
              <a:gd name="connsiteY281" fmla="*/ 6858000 h 6858000"/>
              <a:gd name="connsiteX282" fmla="*/ 5682041 w 7472601"/>
              <a:gd name="connsiteY282" fmla="*/ 6355860 h 6858000"/>
              <a:gd name="connsiteX283" fmla="*/ 5461758 w 7472601"/>
              <a:gd name="connsiteY283" fmla="*/ 5820220 h 6858000"/>
              <a:gd name="connsiteX284" fmla="*/ 5237282 w 7472601"/>
              <a:gd name="connsiteY284" fmla="*/ 6579086 h 6858000"/>
              <a:gd name="connsiteX285" fmla="*/ 5115009 w 7472601"/>
              <a:gd name="connsiteY285" fmla="*/ 6858000 h 6858000"/>
              <a:gd name="connsiteX286" fmla="*/ 5028074 w 7472601"/>
              <a:gd name="connsiteY286" fmla="*/ 6858000 h 6858000"/>
              <a:gd name="connsiteX287" fmla="*/ 5079508 w 7472601"/>
              <a:gd name="connsiteY287" fmla="*/ 6749074 h 6858000"/>
              <a:gd name="connsiteX288" fmla="*/ 5371846 w 7472601"/>
              <a:gd name="connsiteY288" fmla="*/ 5924413 h 6858000"/>
              <a:gd name="connsiteX289" fmla="*/ 5270512 w 7472601"/>
              <a:gd name="connsiteY289" fmla="*/ 6138975 h 6858000"/>
              <a:gd name="connsiteX290" fmla="*/ 5062409 w 7472601"/>
              <a:gd name="connsiteY290" fmla="*/ 6653544 h 6858000"/>
              <a:gd name="connsiteX291" fmla="*/ 5036628 w 7472601"/>
              <a:gd name="connsiteY291" fmla="*/ 6754247 h 6858000"/>
              <a:gd name="connsiteX292" fmla="*/ 5009112 w 7472601"/>
              <a:gd name="connsiteY292" fmla="*/ 6858000 h 6858000"/>
              <a:gd name="connsiteX293" fmla="*/ 4976679 w 7472601"/>
              <a:gd name="connsiteY293" fmla="*/ 6858000 h 6858000"/>
              <a:gd name="connsiteX294" fmla="*/ 5006537 w 7472601"/>
              <a:gd name="connsiteY294" fmla="*/ 6747068 h 6858000"/>
              <a:gd name="connsiteX295" fmla="*/ 5032723 w 7472601"/>
              <a:gd name="connsiteY295" fmla="*/ 6644957 h 6858000"/>
              <a:gd name="connsiteX296" fmla="*/ 5242949 w 7472601"/>
              <a:gd name="connsiteY296" fmla="*/ 6125175 h 6858000"/>
              <a:gd name="connsiteX297" fmla="*/ 5286321 w 7472601"/>
              <a:gd name="connsiteY297" fmla="*/ 6033555 h 6858000"/>
              <a:gd name="connsiteX298" fmla="*/ 5008210 w 7472601"/>
              <a:gd name="connsiteY298" fmla="*/ 6649194 h 6858000"/>
              <a:gd name="connsiteX299" fmla="*/ 4986321 w 7472601"/>
              <a:gd name="connsiteY299" fmla="*/ 6765687 h 6858000"/>
              <a:gd name="connsiteX300" fmla="*/ 4973474 w 7472601"/>
              <a:gd name="connsiteY300" fmla="*/ 6858000 h 6858000"/>
              <a:gd name="connsiteX301" fmla="*/ 4907178 w 7472601"/>
              <a:gd name="connsiteY301" fmla="*/ 6858000 h 6858000"/>
              <a:gd name="connsiteX302" fmla="*/ 4910810 w 7472601"/>
              <a:gd name="connsiteY302" fmla="*/ 6829660 h 6858000"/>
              <a:gd name="connsiteX303" fmla="*/ 4987461 w 7472601"/>
              <a:gd name="connsiteY303" fmla="*/ 6432994 h 6858000"/>
              <a:gd name="connsiteX304" fmla="*/ 5179262 w 7472601"/>
              <a:gd name="connsiteY304" fmla="*/ 6035044 h 6858000"/>
              <a:gd name="connsiteX305" fmla="*/ 4689678 w 7472601"/>
              <a:gd name="connsiteY305" fmla="*/ 6440241 h 6858000"/>
              <a:gd name="connsiteX306" fmla="*/ 4477543 w 7472601"/>
              <a:gd name="connsiteY306" fmla="*/ 6674836 h 6858000"/>
              <a:gd name="connsiteX307" fmla="*/ 4329957 w 7472601"/>
              <a:gd name="connsiteY307" fmla="*/ 6858000 h 6858000"/>
              <a:gd name="connsiteX308" fmla="*/ 4218595 w 7472601"/>
              <a:gd name="connsiteY308" fmla="*/ 6858000 h 6858000"/>
              <a:gd name="connsiteX309" fmla="*/ 4368888 w 7472601"/>
              <a:gd name="connsiteY309" fmla="*/ 6668412 h 6858000"/>
              <a:gd name="connsiteX310" fmla="*/ 4563091 w 7472601"/>
              <a:gd name="connsiteY310" fmla="*/ 6442508 h 6858000"/>
              <a:gd name="connsiteX311" fmla="*/ 5387324 w 7472601"/>
              <a:gd name="connsiteY311" fmla="*/ 5705830 h 6858000"/>
              <a:gd name="connsiteX312" fmla="*/ 5073620 w 7472601"/>
              <a:gd name="connsiteY312" fmla="*/ 5955437 h 6858000"/>
              <a:gd name="connsiteX313" fmla="*/ 4689789 w 7472601"/>
              <a:gd name="connsiteY313" fmla="*/ 6268382 h 6858000"/>
              <a:gd name="connsiteX314" fmla="*/ 4418722 w 7472601"/>
              <a:gd name="connsiteY314" fmla="*/ 6570886 h 6858000"/>
              <a:gd name="connsiteX315" fmla="*/ 4214944 w 7472601"/>
              <a:gd name="connsiteY315" fmla="*/ 6858000 h 6858000"/>
              <a:gd name="connsiteX316" fmla="*/ 4177898 w 7472601"/>
              <a:gd name="connsiteY316" fmla="*/ 6858000 h 6858000"/>
              <a:gd name="connsiteX317" fmla="*/ 4391597 w 7472601"/>
              <a:gd name="connsiteY317" fmla="*/ 6556370 h 6858000"/>
              <a:gd name="connsiteX318" fmla="*/ 4668889 w 7472601"/>
              <a:gd name="connsiteY318" fmla="*/ 6246399 h 6858000"/>
              <a:gd name="connsiteX319" fmla="*/ 5055427 w 7472601"/>
              <a:gd name="connsiteY319" fmla="*/ 5931476 h 6858000"/>
              <a:gd name="connsiteX320" fmla="*/ 5371814 w 7472601"/>
              <a:gd name="connsiteY320" fmla="*/ 5678975 h 6858000"/>
              <a:gd name="connsiteX321" fmla="*/ 4987918 w 7472601"/>
              <a:gd name="connsiteY321" fmla="*/ 5838701 h 6858000"/>
              <a:gd name="connsiteX322" fmla="*/ 4317146 w 7472601"/>
              <a:gd name="connsiteY322" fmla="*/ 6587716 h 6858000"/>
              <a:gd name="connsiteX323" fmla="*/ 4171627 w 7472601"/>
              <a:gd name="connsiteY323" fmla="*/ 6858000 h 6858000"/>
              <a:gd name="connsiteX324" fmla="*/ 4081585 w 7472601"/>
              <a:gd name="connsiteY324" fmla="*/ 6858000 h 6858000"/>
              <a:gd name="connsiteX325" fmla="*/ 4238603 w 7472601"/>
              <a:gd name="connsiteY325" fmla="*/ 6559341 h 6858000"/>
              <a:gd name="connsiteX326" fmla="*/ 4778333 w 7472601"/>
              <a:gd name="connsiteY326" fmla="*/ 5873626 h 6858000"/>
              <a:gd name="connsiteX327" fmla="*/ 5414185 w 7472601"/>
              <a:gd name="connsiteY327" fmla="*/ 5573882 h 6858000"/>
              <a:gd name="connsiteX328" fmla="*/ 5959648 w 7472601"/>
              <a:gd name="connsiteY328" fmla="*/ 4760797 h 6858000"/>
              <a:gd name="connsiteX329" fmla="*/ 5355019 w 7472601"/>
              <a:gd name="connsiteY329" fmla="*/ 4734672 h 6858000"/>
              <a:gd name="connsiteX330" fmla="*/ 5083565 w 7472601"/>
              <a:gd name="connsiteY330" fmla="*/ 5179121 h 6858000"/>
              <a:gd name="connsiteX331" fmla="*/ 4713577 w 7472601"/>
              <a:gd name="connsiteY331" fmla="*/ 5616803 h 6858000"/>
              <a:gd name="connsiteX332" fmla="*/ 3989559 w 7472601"/>
              <a:gd name="connsiteY332" fmla="*/ 6145945 h 6858000"/>
              <a:gd name="connsiteX333" fmla="*/ 3939824 w 7472601"/>
              <a:gd name="connsiteY333" fmla="*/ 6066900 h 6858000"/>
              <a:gd name="connsiteX334" fmla="*/ 4584537 w 7472601"/>
              <a:gd name="connsiteY334" fmla="*/ 5324826 h 6858000"/>
              <a:gd name="connsiteX335" fmla="*/ 5037105 w 7472601"/>
              <a:gd name="connsiteY335" fmla="*/ 5088765 h 6858000"/>
              <a:gd name="connsiteX336" fmla="*/ 5039930 w 7472601"/>
              <a:gd name="connsiteY336" fmla="*/ 5089585 h 6858000"/>
              <a:gd name="connsiteX337" fmla="*/ 5263764 w 7472601"/>
              <a:gd name="connsiteY337" fmla="*/ 4735525 h 6858000"/>
              <a:gd name="connsiteX338" fmla="*/ 4086300 w 7472601"/>
              <a:gd name="connsiteY338" fmla="*/ 4884599 h 6858000"/>
              <a:gd name="connsiteX339" fmla="*/ 4085485 w 7472601"/>
              <a:gd name="connsiteY339" fmla="*/ 4899070 h 6858000"/>
              <a:gd name="connsiteX340" fmla="*/ 3871915 w 7472601"/>
              <a:gd name="connsiteY340" fmla="*/ 5253645 h 6858000"/>
              <a:gd name="connsiteX341" fmla="*/ 3799374 w 7472601"/>
              <a:gd name="connsiteY341" fmla="*/ 5466127 h 6858000"/>
              <a:gd name="connsiteX342" fmla="*/ 3498850 w 7472601"/>
              <a:gd name="connsiteY342" fmla="*/ 6661888 h 6858000"/>
              <a:gd name="connsiteX343" fmla="*/ 3399216 w 7472601"/>
              <a:gd name="connsiteY343" fmla="*/ 6858000 h 6858000"/>
              <a:gd name="connsiteX344" fmla="*/ 3303688 w 7472601"/>
              <a:gd name="connsiteY344" fmla="*/ 6858000 h 6858000"/>
              <a:gd name="connsiteX345" fmla="*/ 3391774 w 7472601"/>
              <a:gd name="connsiteY345" fmla="*/ 6697181 h 6858000"/>
              <a:gd name="connsiteX346" fmla="*/ 3735540 w 7472601"/>
              <a:gd name="connsiteY346" fmla="*/ 5546923 h 6858000"/>
              <a:gd name="connsiteX347" fmla="*/ 3729438 w 7472601"/>
              <a:gd name="connsiteY347" fmla="*/ 5569058 h 6858000"/>
              <a:gd name="connsiteX348" fmla="*/ 3707782 w 7472601"/>
              <a:gd name="connsiteY348" fmla="*/ 5644908 h 6858000"/>
              <a:gd name="connsiteX349" fmla="*/ 3583827 w 7472601"/>
              <a:gd name="connsiteY349" fmla="*/ 6039215 h 6858000"/>
              <a:gd name="connsiteX350" fmla="*/ 3547861 w 7472601"/>
              <a:gd name="connsiteY350" fmla="*/ 6129609 h 6858000"/>
              <a:gd name="connsiteX351" fmla="*/ 3490905 w 7472601"/>
              <a:gd name="connsiteY351" fmla="*/ 6277660 h 6858000"/>
              <a:gd name="connsiteX352" fmla="*/ 3455859 w 7472601"/>
              <a:gd name="connsiteY352" fmla="*/ 6391301 h 6858000"/>
              <a:gd name="connsiteX353" fmla="*/ 3429112 w 7472601"/>
              <a:gd name="connsiteY353" fmla="*/ 6479469 h 6858000"/>
              <a:gd name="connsiteX354" fmla="*/ 3304862 w 7472601"/>
              <a:gd name="connsiteY354" fmla="*/ 6796476 h 6858000"/>
              <a:gd name="connsiteX355" fmla="*/ 3276071 w 7472601"/>
              <a:gd name="connsiteY355" fmla="*/ 6858000 h 6858000"/>
              <a:gd name="connsiteX356" fmla="*/ 3240805 w 7472601"/>
              <a:gd name="connsiteY356" fmla="*/ 6858000 h 6858000"/>
              <a:gd name="connsiteX357" fmla="*/ 3275917 w 7472601"/>
              <a:gd name="connsiteY357" fmla="*/ 6783192 h 6858000"/>
              <a:gd name="connsiteX358" fmla="*/ 3399358 w 7472601"/>
              <a:gd name="connsiteY358" fmla="*/ 6469011 h 6858000"/>
              <a:gd name="connsiteX359" fmla="*/ 3425650 w 7472601"/>
              <a:gd name="connsiteY359" fmla="*/ 6381333 h 6858000"/>
              <a:gd name="connsiteX360" fmla="*/ 3460661 w 7472601"/>
              <a:gd name="connsiteY360" fmla="*/ 6266763 h 6858000"/>
              <a:gd name="connsiteX361" fmla="*/ 3518021 w 7472601"/>
              <a:gd name="connsiteY361" fmla="*/ 6117298 h 6858000"/>
              <a:gd name="connsiteX362" fmla="*/ 3554035 w 7472601"/>
              <a:gd name="connsiteY362" fmla="*/ 6027832 h 6858000"/>
              <a:gd name="connsiteX363" fmla="*/ 3677174 w 7472601"/>
              <a:gd name="connsiteY363" fmla="*/ 5636351 h 6858000"/>
              <a:gd name="connsiteX364" fmla="*/ 3698819 w 7472601"/>
              <a:gd name="connsiteY364" fmla="*/ 5560503 h 6858000"/>
              <a:gd name="connsiteX365" fmla="*/ 3702094 w 7472601"/>
              <a:gd name="connsiteY365" fmla="*/ 5549194 h 6858000"/>
              <a:gd name="connsiteX366" fmla="*/ 3398355 w 7472601"/>
              <a:gd name="connsiteY366" fmla="*/ 6094603 h 6858000"/>
              <a:gd name="connsiteX367" fmla="*/ 3193941 w 7472601"/>
              <a:gd name="connsiteY367" fmla="*/ 6798775 h 6858000"/>
              <a:gd name="connsiteX368" fmla="*/ 3184140 w 7472601"/>
              <a:gd name="connsiteY368" fmla="*/ 6858000 h 6858000"/>
              <a:gd name="connsiteX369" fmla="*/ 3099978 w 7472601"/>
              <a:gd name="connsiteY369" fmla="*/ 6858000 h 6858000"/>
              <a:gd name="connsiteX370" fmla="*/ 3101556 w 7472601"/>
              <a:gd name="connsiteY370" fmla="*/ 6843337 h 6858000"/>
              <a:gd name="connsiteX371" fmla="*/ 3370162 w 7472601"/>
              <a:gd name="connsiteY371" fmla="*/ 5785550 h 6858000"/>
              <a:gd name="connsiteX372" fmla="*/ 3746477 w 7472601"/>
              <a:gd name="connsiteY372" fmla="*/ 5377889 h 6858000"/>
              <a:gd name="connsiteX373" fmla="*/ 3863399 w 7472601"/>
              <a:gd name="connsiteY373" fmla="*/ 5087257 h 6858000"/>
              <a:gd name="connsiteX374" fmla="*/ 3968712 w 7472601"/>
              <a:gd name="connsiteY374" fmla="*/ 4913989 h 6858000"/>
              <a:gd name="connsiteX375" fmla="*/ 2792390 w 7472601"/>
              <a:gd name="connsiteY375" fmla="*/ 5382974 h 6858000"/>
              <a:gd name="connsiteX376" fmla="*/ 2714982 w 7472601"/>
              <a:gd name="connsiteY376" fmla="*/ 5427051 h 6858000"/>
              <a:gd name="connsiteX377" fmla="*/ 2813361 w 7472601"/>
              <a:gd name="connsiteY377" fmla="*/ 6023912 h 6858000"/>
              <a:gd name="connsiteX378" fmla="*/ 2688430 w 7472601"/>
              <a:gd name="connsiteY378" fmla="*/ 6801564 h 6858000"/>
              <a:gd name="connsiteX379" fmla="*/ 2629626 w 7472601"/>
              <a:gd name="connsiteY379" fmla="*/ 6763394 h 6858000"/>
              <a:gd name="connsiteX380" fmla="*/ 2565328 w 7472601"/>
              <a:gd name="connsiteY380" fmla="*/ 5516399 h 6858000"/>
              <a:gd name="connsiteX381" fmla="*/ 1922999 w 7472601"/>
              <a:gd name="connsiteY381" fmla="*/ 5980343 h 6858000"/>
              <a:gd name="connsiteX382" fmla="*/ 1950261 w 7472601"/>
              <a:gd name="connsiteY382" fmla="*/ 6405858 h 6858000"/>
              <a:gd name="connsiteX383" fmla="*/ 2365554 w 7472601"/>
              <a:gd name="connsiteY383" fmla="*/ 6759107 h 6858000"/>
              <a:gd name="connsiteX384" fmla="*/ 2424142 w 7472601"/>
              <a:gd name="connsiteY384" fmla="*/ 6858000 h 6858000"/>
              <a:gd name="connsiteX385" fmla="*/ 2395994 w 7472601"/>
              <a:gd name="connsiteY385" fmla="*/ 6858000 h 6858000"/>
              <a:gd name="connsiteX386" fmla="*/ 2392863 w 7472601"/>
              <a:gd name="connsiteY386" fmla="*/ 6852964 h 6858000"/>
              <a:gd name="connsiteX387" fmla="*/ 2017589 w 7472601"/>
              <a:gd name="connsiteY387" fmla="*/ 6493982 h 6858000"/>
              <a:gd name="connsiteX388" fmla="*/ 2147336 w 7472601"/>
              <a:gd name="connsiteY388" fmla="*/ 6594052 h 6858000"/>
              <a:gd name="connsiteX389" fmla="*/ 2207047 w 7472601"/>
              <a:gd name="connsiteY389" fmla="*/ 6654540 h 6858000"/>
              <a:gd name="connsiteX390" fmla="*/ 2299106 w 7472601"/>
              <a:gd name="connsiteY390" fmla="*/ 6778931 h 6858000"/>
              <a:gd name="connsiteX391" fmla="*/ 2314430 w 7472601"/>
              <a:gd name="connsiteY391" fmla="*/ 6801144 h 6858000"/>
              <a:gd name="connsiteX392" fmla="*/ 2352406 w 7472601"/>
              <a:gd name="connsiteY392" fmla="*/ 6858000 h 6858000"/>
              <a:gd name="connsiteX393" fmla="*/ 2314492 w 7472601"/>
              <a:gd name="connsiteY393" fmla="*/ 6858000 h 6858000"/>
              <a:gd name="connsiteX394" fmla="*/ 2288095 w 7472601"/>
              <a:gd name="connsiteY394" fmla="*/ 6818030 h 6858000"/>
              <a:gd name="connsiteX395" fmla="*/ 2272768 w 7472601"/>
              <a:gd name="connsiteY395" fmla="*/ 6795822 h 6858000"/>
              <a:gd name="connsiteX396" fmla="*/ 2182715 w 7472601"/>
              <a:gd name="connsiteY396" fmla="*/ 6675071 h 6858000"/>
              <a:gd name="connsiteX397" fmla="*/ 2032061 w 7472601"/>
              <a:gd name="connsiteY397" fmla="*/ 6541380 h 6858000"/>
              <a:gd name="connsiteX398" fmla="*/ 2257220 w 7472601"/>
              <a:gd name="connsiteY398" fmla="*/ 6826257 h 6858000"/>
              <a:gd name="connsiteX399" fmla="*/ 2281324 w 7472601"/>
              <a:gd name="connsiteY399" fmla="*/ 6858000 h 6858000"/>
              <a:gd name="connsiteX400" fmla="*/ 2242860 w 7472601"/>
              <a:gd name="connsiteY400" fmla="*/ 6858000 h 6858000"/>
              <a:gd name="connsiteX401" fmla="*/ 2232818 w 7472601"/>
              <a:gd name="connsiteY401" fmla="*/ 6844926 h 6858000"/>
              <a:gd name="connsiteX402" fmla="*/ 1990172 w 7472601"/>
              <a:gd name="connsiteY402" fmla="*/ 6542121 h 6858000"/>
              <a:gd name="connsiteX403" fmla="*/ 2124090 w 7472601"/>
              <a:gd name="connsiteY403" fmla="*/ 6761017 h 6858000"/>
              <a:gd name="connsiteX404" fmla="*/ 2200380 w 7472601"/>
              <a:gd name="connsiteY404" fmla="*/ 6858000 h 6858000"/>
              <a:gd name="connsiteX405" fmla="*/ 2147507 w 7472601"/>
              <a:gd name="connsiteY405" fmla="*/ 6858000 h 6858000"/>
              <a:gd name="connsiteX406" fmla="*/ 2070668 w 7472601"/>
              <a:gd name="connsiteY406" fmla="*/ 6761520 h 6858000"/>
              <a:gd name="connsiteX407" fmla="*/ 1975142 w 7472601"/>
              <a:gd name="connsiteY407" fmla="*/ 6585570 h 6858000"/>
              <a:gd name="connsiteX408" fmla="*/ 2050035 w 7472601"/>
              <a:gd name="connsiteY408" fmla="*/ 6813345 h 6858000"/>
              <a:gd name="connsiteX409" fmla="*/ 2063025 w 7472601"/>
              <a:gd name="connsiteY409" fmla="*/ 6858000 h 6858000"/>
              <a:gd name="connsiteX410" fmla="*/ 2021675 w 7472601"/>
              <a:gd name="connsiteY410" fmla="*/ 6858000 h 6858000"/>
              <a:gd name="connsiteX411" fmla="*/ 2019308 w 7472601"/>
              <a:gd name="connsiteY411" fmla="*/ 6847118 h 6858000"/>
              <a:gd name="connsiteX412" fmla="*/ 1938835 w 7472601"/>
              <a:gd name="connsiteY412" fmla="*/ 6551160 h 6858000"/>
              <a:gd name="connsiteX413" fmla="*/ 1953230 w 7472601"/>
              <a:gd name="connsiteY413" fmla="*/ 6759699 h 6858000"/>
              <a:gd name="connsiteX414" fmla="*/ 1956763 w 7472601"/>
              <a:gd name="connsiteY414" fmla="*/ 6778191 h 6858000"/>
              <a:gd name="connsiteX415" fmla="*/ 1967925 w 7472601"/>
              <a:gd name="connsiteY415" fmla="*/ 6858000 h 6858000"/>
              <a:gd name="connsiteX416" fmla="*/ 1936622 w 7472601"/>
              <a:gd name="connsiteY416" fmla="*/ 6858000 h 6858000"/>
              <a:gd name="connsiteX417" fmla="*/ 1926261 w 7472601"/>
              <a:gd name="connsiteY417" fmla="*/ 6784064 h 6858000"/>
              <a:gd name="connsiteX418" fmla="*/ 1922724 w 7472601"/>
              <a:gd name="connsiteY418" fmla="*/ 6765577 h 6858000"/>
              <a:gd name="connsiteX419" fmla="*/ 1904650 w 7472601"/>
              <a:gd name="connsiteY419" fmla="*/ 6639616 h 6858000"/>
              <a:gd name="connsiteX420" fmla="*/ 1885273 w 7472601"/>
              <a:gd name="connsiteY420" fmla="*/ 6858000 h 6858000"/>
              <a:gd name="connsiteX421" fmla="*/ 1854363 w 7472601"/>
              <a:gd name="connsiteY421" fmla="*/ 6858000 h 6858000"/>
              <a:gd name="connsiteX422" fmla="*/ 1880391 w 7472601"/>
              <a:gd name="connsiteY422" fmla="*/ 6603796 h 6858000"/>
              <a:gd name="connsiteX423" fmla="*/ 1818273 w 7472601"/>
              <a:gd name="connsiteY423" fmla="*/ 6715729 h 6858000"/>
              <a:gd name="connsiteX424" fmla="*/ 1794691 w 7472601"/>
              <a:gd name="connsiteY424" fmla="*/ 6843239 h 6858000"/>
              <a:gd name="connsiteX425" fmla="*/ 1794914 w 7472601"/>
              <a:gd name="connsiteY425" fmla="*/ 6858000 h 6858000"/>
              <a:gd name="connsiteX426" fmla="*/ 1746128 w 7472601"/>
              <a:gd name="connsiteY426" fmla="*/ 6858000 h 6858000"/>
              <a:gd name="connsiteX427" fmla="*/ 1753934 w 7472601"/>
              <a:gd name="connsiteY427" fmla="*/ 6724796 h 6858000"/>
              <a:gd name="connsiteX428" fmla="*/ 1792053 w 7472601"/>
              <a:gd name="connsiteY428" fmla="*/ 6572396 h 6858000"/>
              <a:gd name="connsiteX429" fmla="*/ 1862248 w 7472601"/>
              <a:gd name="connsiteY429" fmla="*/ 6266397 h 6858000"/>
              <a:gd name="connsiteX430" fmla="*/ 1862250 w 7472601"/>
              <a:gd name="connsiteY430" fmla="*/ 6033531 h 6858000"/>
              <a:gd name="connsiteX431" fmla="*/ 1211999 w 7472601"/>
              <a:gd name="connsiteY431" fmla="*/ 6683610 h 6858000"/>
              <a:gd name="connsiteX432" fmla="*/ 1213266 w 7472601"/>
              <a:gd name="connsiteY432" fmla="*/ 6691947 h 6858000"/>
              <a:gd name="connsiteX433" fmla="*/ 1203370 w 7472601"/>
              <a:gd name="connsiteY433" fmla="*/ 6850676 h 6858000"/>
              <a:gd name="connsiteX434" fmla="*/ 1203671 w 7472601"/>
              <a:gd name="connsiteY434" fmla="*/ 6858000 h 6858000"/>
              <a:gd name="connsiteX435" fmla="*/ 1143180 w 7472601"/>
              <a:gd name="connsiteY435" fmla="*/ 6858000 h 6858000"/>
              <a:gd name="connsiteX436" fmla="*/ 1142176 w 7472601"/>
              <a:gd name="connsiteY436" fmla="*/ 6766045 h 6858000"/>
              <a:gd name="connsiteX437" fmla="*/ 1067484 w 7472601"/>
              <a:gd name="connsiteY437" fmla="*/ 6858000 h 6858000"/>
              <a:gd name="connsiteX438" fmla="*/ 953928 w 7472601"/>
              <a:gd name="connsiteY438" fmla="*/ 6858000 h 6858000"/>
              <a:gd name="connsiteX439" fmla="*/ 959715 w 7472601"/>
              <a:gd name="connsiteY439" fmla="*/ 6850185 h 6858000"/>
              <a:gd name="connsiteX440" fmla="*/ 1483788 w 7472601"/>
              <a:gd name="connsiteY440" fmla="*/ 6259174 h 6858000"/>
              <a:gd name="connsiteX441" fmla="*/ 1100671 w 7472601"/>
              <a:gd name="connsiteY441" fmla="*/ 6252137 h 6858000"/>
              <a:gd name="connsiteX442" fmla="*/ 1090144 w 7472601"/>
              <a:gd name="connsiteY442" fmla="*/ 6256748 h 6858000"/>
              <a:gd name="connsiteX443" fmla="*/ 1095872 w 7472601"/>
              <a:gd name="connsiteY443" fmla="*/ 6271892 h 6858000"/>
              <a:gd name="connsiteX444" fmla="*/ 262785 w 7472601"/>
              <a:gd name="connsiteY444" fmla="*/ 6845450 h 6858000"/>
              <a:gd name="connsiteX445" fmla="*/ 209968 w 7472601"/>
              <a:gd name="connsiteY445" fmla="*/ 6770713 h 6858000"/>
              <a:gd name="connsiteX446" fmla="*/ 873460 w 7472601"/>
              <a:gd name="connsiteY446" fmla="*/ 6253768 h 6858000"/>
              <a:gd name="connsiteX447" fmla="*/ 192686 w 7472601"/>
              <a:gd name="connsiteY447" fmla="*/ 5849257 h 6858000"/>
              <a:gd name="connsiteX448" fmla="*/ 4696 w 7472601"/>
              <a:gd name="connsiteY448" fmla="*/ 5697668 h 6858000"/>
              <a:gd name="connsiteX449" fmla="*/ 0 w 7472601"/>
              <a:gd name="connsiteY449" fmla="*/ 5689984 h 6858000"/>
              <a:gd name="connsiteX450" fmla="*/ 0 w 7472601"/>
              <a:gd name="connsiteY450" fmla="*/ 5513472 h 6858000"/>
              <a:gd name="connsiteX451" fmla="*/ 174101 w 7472601"/>
              <a:gd name="connsiteY451" fmla="*/ 5620277 h 6858000"/>
              <a:gd name="connsiteX452" fmla="*/ 891800 w 7472601"/>
              <a:gd name="connsiteY452" fmla="*/ 6036935 h 6858000"/>
              <a:gd name="connsiteX453" fmla="*/ 1072219 w 7472601"/>
              <a:gd name="connsiteY453" fmla="*/ 6169443 h 6858000"/>
              <a:gd name="connsiteX454" fmla="*/ 1074117 w 7472601"/>
              <a:gd name="connsiteY454" fmla="*/ 6170301 h 6858000"/>
              <a:gd name="connsiteX455" fmla="*/ 1083114 w 7472601"/>
              <a:gd name="connsiteY455" fmla="*/ 6174131 h 6858000"/>
              <a:gd name="connsiteX456" fmla="*/ 1543010 w 7472601"/>
              <a:gd name="connsiteY456" fmla="*/ 6191140 h 6858000"/>
              <a:gd name="connsiteX457" fmla="*/ 1551080 w 7472601"/>
              <a:gd name="connsiteY457" fmla="*/ 6195006 h 6858000"/>
              <a:gd name="connsiteX458" fmla="*/ 2345443 w 7472601"/>
              <a:gd name="connsiteY458" fmla="*/ 5549882 h 6858000"/>
              <a:gd name="connsiteX459" fmla="*/ 1721499 w 7472601"/>
              <a:gd name="connsiteY459" fmla="*/ 5599969 h 6858000"/>
              <a:gd name="connsiteX460" fmla="*/ 767716 w 7472601"/>
              <a:gd name="connsiteY460" fmla="*/ 5472768 h 6858000"/>
              <a:gd name="connsiteX461" fmla="*/ 722147 w 7472601"/>
              <a:gd name="connsiteY461" fmla="*/ 5393091 h 6858000"/>
              <a:gd name="connsiteX462" fmla="*/ 1485552 w 7472601"/>
              <a:gd name="connsiteY462" fmla="*/ 5313202 h 6858000"/>
              <a:gd name="connsiteX463" fmla="*/ 2143004 w 7472601"/>
              <a:gd name="connsiteY463" fmla="*/ 5402420 h 6858000"/>
              <a:gd name="connsiteX464" fmla="*/ 1933391 w 7472601"/>
              <a:gd name="connsiteY464" fmla="*/ 5156971 h 6858000"/>
              <a:gd name="connsiteX465" fmla="*/ 1827118 w 7472601"/>
              <a:gd name="connsiteY465" fmla="*/ 4968410 h 6858000"/>
              <a:gd name="connsiteX466" fmla="*/ 1837349 w 7472601"/>
              <a:gd name="connsiteY466" fmla="*/ 4956357 h 6858000"/>
              <a:gd name="connsiteX467" fmla="*/ 2162835 w 7472601"/>
              <a:gd name="connsiteY467" fmla="*/ 5187853 h 6858000"/>
              <a:gd name="connsiteX468" fmla="*/ 2257167 w 7472601"/>
              <a:gd name="connsiteY468" fmla="*/ 5462123 h 6858000"/>
              <a:gd name="connsiteX469" fmla="*/ 2261598 w 7472601"/>
              <a:gd name="connsiteY469" fmla="*/ 5467998 h 6858000"/>
              <a:gd name="connsiteX470" fmla="*/ 2437177 w 7472601"/>
              <a:gd name="connsiteY470" fmla="*/ 5479608 h 6858000"/>
              <a:gd name="connsiteX471" fmla="*/ 2445247 w 7472601"/>
              <a:gd name="connsiteY471" fmla="*/ 5483476 h 6858000"/>
              <a:gd name="connsiteX472" fmla="*/ 2743626 w 7472601"/>
              <a:gd name="connsiteY472" fmla="*/ 5304819 h 6858000"/>
              <a:gd name="connsiteX473" fmla="*/ 3048102 w 7472601"/>
              <a:gd name="connsiteY473" fmla="*/ 5150595 h 6858000"/>
              <a:gd name="connsiteX474" fmla="*/ 1799414 w 7472601"/>
              <a:gd name="connsiteY474" fmla="*/ 4694732 h 6858000"/>
              <a:gd name="connsiteX475" fmla="*/ 1771735 w 7472601"/>
              <a:gd name="connsiteY475" fmla="*/ 4619929 h 6858000"/>
              <a:gd name="connsiteX476" fmla="*/ 3104273 w 7472601"/>
              <a:gd name="connsiteY476" fmla="*/ 5076159 h 6858000"/>
              <a:gd name="connsiteX477" fmla="*/ 3113245 w 7472601"/>
              <a:gd name="connsiteY477" fmla="*/ 5090705 h 6858000"/>
              <a:gd name="connsiteX478" fmla="*/ 3126294 w 7472601"/>
              <a:gd name="connsiteY478" fmla="*/ 5114400 h 6858000"/>
              <a:gd name="connsiteX479" fmla="*/ 3937433 w 7472601"/>
              <a:gd name="connsiteY479" fmla="*/ 4830473 h 6858000"/>
              <a:gd name="connsiteX480" fmla="*/ 3590475 w 7472601"/>
              <a:gd name="connsiteY480" fmla="*/ 4597974 h 6858000"/>
              <a:gd name="connsiteX481" fmla="*/ 3100264 w 7472601"/>
              <a:gd name="connsiteY481" fmla="*/ 4579845 h 6858000"/>
              <a:gd name="connsiteX482" fmla="*/ 2183576 w 7472601"/>
              <a:gd name="connsiteY482" fmla="*/ 4227150 h 6858000"/>
              <a:gd name="connsiteX483" fmla="*/ 2151029 w 7472601"/>
              <a:gd name="connsiteY483" fmla="*/ 4146947 h 6858000"/>
              <a:gd name="connsiteX484" fmla="*/ 3563434 w 7472601"/>
              <a:gd name="connsiteY484" fmla="*/ 4469115 h 6858000"/>
              <a:gd name="connsiteX485" fmla="*/ 3177952 w 7472601"/>
              <a:gd name="connsiteY485" fmla="*/ 3657386 h 6858000"/>
              <a:gd name="connsiteX486" fmla="*/ 3189263 w 7472601"/>
              <a:gd name="connsiteY486" fmla="*/ 3625726 h 6858000"/>
              <a:gd name="connsiteX487" fmla="*/ 3560912 w 7472601"/>
              <a:gd name="connsiteY487" fmla="*/ 4079863 h 6858000"/>
              <a:gd name="connsiteX488" fmla="*/ 3626636 w 7472601"/>
              <a:gd name="connsiteY488" fmla="*/ 4512230 h 6858000"/>
              <a:gd name="connsiteX489" fmla="*/ 3653088 w 7472601"/>
              <a:gd name="connsiteY489" fmla="*/ 4521417 h 6858000"/>
              <a:gd name="connsiteX490" fmla="*/ 3988128 w 7472601"/>
              <a:gd name="connsiteY490" fmla="*/ 4817267 h 6858000"/>
              <a:gd name="connsiteX491" fmla="*/ 4830582 w 7472601"/>
              <a:gd name="connsiteY491" fmla="*/ 4676000 h 6858000"/>
              <a:gd name="connsiteX492" fmla="*/ 4830100 w 7472601"/>
              <a:gd name="connsiteY492" fmla="*/ 4675554 h 6858000"/>
              <a:gd name="connsiteX493" fmla="*/ 4036318 w 7472601"/>
              <a:gd name="connsiteY493" fmla="*/ 4147013 h 6858000"/>
              <a:gd name="connsiteX494" fmla="*/ 3432098 w 7472601"/>
              <a:gd name="connsiteY494" fmla="*/ 3537312 h 6858000"/>
              <a:gd name="connsiteX495" fmla="*/ 3446761 w 7472601"/>
              <a:gd name="connsiteY495" fmla="*/ 3461278 h 6858000"/>
              <a:gd name="connsiteX496" fmla="*/ 4419733 w 7472601"/>
              <a:gd name="connsiteY496" fmla="*/ 3963555 h 6858000"/>
              <a:gd name="connsiteX497" fmla="*/ 4781371 w 7472601"/>
              <a:gd name="connsiteY497" fmla="*/ 4458604 h 6858000"/>
              <a:gd name="connsiteX498" fmla="*/ 4780440 w 7472601"/>
              <a:gd name="connsiteY498" fmla="*/ 4470290 h 6858000"/>
              <a:gd name="connsiteX499" fmla="*/ 4898954 w 7472601"/>
              <a:gd name="connsiteY499" fmla="*/ 4662092 h 6858000"/>
              <a:gd name="connsiteX500" fmla="*/ 4900699 w 7472601"/>
              <a:gd name="connsiteY500" fmla="*/ 4670867 h 6858000"/>
              <a:gd name="connsiteX501" fmla="*/ 5714511 w 7472601"/>
              <a:gd name="connsiteY501" fmla="*/ 4663483 h 6858000"/>
              <a:gd name="connsiteX502" fmla="*/ 5464793 w 7472601"/>
              <a:gd name="connsiteY502" fmla="*/ 4393556 h 6858000"/>
              <a:gd name="connsiteX503" fmla="*/ 5461897 w 7472601"/>
              <a:gd name="connsiteY503" fmla="*/ 4390879 h 6858000"/>
              <a:gd name="connsiteX504" fmla="*/ 4294126 w 7472601"/>
              <a:gd name="connsiteY504" fmla="*/ 3303048 h 6858000"/>
              <a:gd name="connsiteX505" fmla="*/ 4305321 w 7472601"/>
              <a:gd name="connsiteY505" fmla="*/ 3256953 h 6858000"/>
              <a:gd name="connsiteX506" fmla="*/ 4949299 w 7472601"/>
              <a:gd name="connsiteY506" fmla="*/ 3766336 h 6858000"/>
              <a:gd name="connsiteX507" fmla="*/ 5291452 w 7472601"/>
              <a:gd name="connsiteY507" fmla="*/ 4076801 h 6858000"/>
              <a:gd name="connsiteX508" fmla="*/ 5434998 w 7472601"/>
              <a:gd name="connsiteY508" fmla="*/ 4254100 h 6858000"/>
              <a:gd name="connsiteX509" fmla="*/ 5351015 w 7472601"/>
              <a:gd name="connsiteY509" fmla="*/ 3760989 h 6858000"/>
              <a:gd name="connsiteX510" fmla="*/ 5413780 w 7472601"/>
              <a:gd name="connsiteY510" fmla="*/ 2966265 h 6858000"/>
              <a:gd name="connsiteX511" fmla="*/ 5425627 w 7472601"/>
              <a:gd name="connsiteY511" fmla="*/ 2954192 h 6858000"/>
              <a:gd name="connsiteX512" fmla="*/ 6604735 w 7472601"/>
              <a:gd name="connsiteY512" fmla="*/ 2041381 h 6858000"/>
              <a:gd name="connsiteX513" fmla="*/ 7204487 w 7472601"/>
              <a:gd name="connsiteY513" fmla="*/ 2742112 h 6858000"/>
              <a:gd name="connsiteX514" fmla="*/ 7131592 w 7472601"/>
              <a:gd name="connsiteY514" fmla="*/ 2672096 h 6858000"/>
              <a:gd name="connsiteX515" fmla="*/ 6996344 w 7472601"/>
              <a:gd name="connsiteY515" fmla="*/ 2518310 h 6858000"/>
              <a:gd name="connsiteX516" fmla="*/ 6735495 w 7472601"/>
              <a:gd name="connsiteY516" fmla="*/ 2196890 h 6858000"/>
              <a:gd name="connsiteX517" fmla="*/ 6721901 w 7472601"/>
              <a:gd name="connsiteY517" fmla="*/ 2179274 h 6858000"/>
              <a:gd name="connsiteX518" fmla="*/ 6604735 w 7472601"/>
              <a:gd name="connsiteY518" fmla="*/ 2041381 h 6858000"/>
              <a:gd name="connsiteX519" fmla="*/ 6591670 w 7472601"/>
              <a:gd name="connsiteY519" fmla="*/ 1988277 h 6858000"/>
              <a:gd name="connsiteX520" fmla="*/ 6747349 w 7472601"/>
              <a:gd name="connsiteY520" fmla="*/ 2160069 h 6858000"/>
              <a:gd name="connsiteX521" fmla="*/ 6760943 w 7472601"/>
              <a:gd name="connsiteY521" fmla="*/ 2177686 h 6858000"/>
              <a:gd name="connsiteX522" fmla="*/ 7021065 w 7472601"/>
              <a:gd name="connsiteY522" fmla="*/ 2498102 h 6858000"/>
              <a:gd name="connsiteX523" fmla="*/ 7155223 w 7472601"/>
              <a:gd name="connsiteY523" fmla="*/ 2650386 h 6858000"/>
              <a:gd name="connsiteX524" fmla="*/ 7203167 w 7472601"/>
              <a:gd name="connsiteY524" fmla="*/ 2697288 h 6858000"/>
              <a:gd name="connsiteX525" fmla="*/ 6937703 w 7472601"/>
              <a:gd name="connsiteY525" fmla="*/ 2321981 h 6858000"/>
              <a:gd name="connsiteX526" fmla="*/ 6591670 w 7472601"/>
              <a:gd name="connsiteY526" fmla="*/ 1988277 h 6858000"/>
              <a:gd name="connsiteX527" fmla="*/ 5798671 w 7472601"/>
              <a:gd name="connsiteY527" fmla="*/ 1981601 h 6858000"/>
              <a:gd name="connsiteX528" fmla="*/ 5754709 w 7472601"/>
              <a:gd name="connsiteY528" fmla="*/ 2071454 h 6858000"/>
              <a:gd name="connsiteX529" fmla="*/ 5763044 w 7472601"/>
              <a:gd name="connsiteY529" fmla="*/ 2842206 h 6858000"/>
              <a:gd name="connsiteX530" fmla="*/ 5764974 w 7472601"/>
              <a:gd name="connsiteY530" fmla="*/ 2799609 h 6858000"/>
              <a:gd name="connsiteX531" fmla="*/ 5767665 w 7472601"/>
              <a:gd name="connsiteY531" fmla="*/ 2666409 h 6858000"/>
              <a:gd name="connsiteX532" fmla="*/ 5763055 w 7472601"/>
              <a:gd name="connsiteY532" fmla="*/ 2579705 h 6858000"/>
              <a:gd name="connsiteX533" fmla="*/ 5758079 w 7472601"/>
              <a:gd name="connsiteY533" fmla="*/ 2492508 h 6858000"/>
              <a:gd name="connsiteX534" fmla="*/ 5779325 w 7472601"/>
              <a:gd name="connsiteY534" fmla="*/ 2197069 h 6858000"/>
              <a:gd name="connsiteX535" fmla="*/ 5798671 w 7472601"/>
              <a:gd name="connsiteY535" fmla="*/ 1981601 h 6858000"/>
              <a:gd name="connsiteX536" fmla="*/ 5829202 w 7472601"/>
              <a:gd name="connsiteY536" fmla="*/ 1971679 h 6858000"/>
              <a:gd name="connsiteX537" fmla="*/ 5809558 w 7472601"/>
              <a:gd name="connsiteY537" fmla="*/ 2198043 h 6858000"/>
              <a:gd name="connsiteX538" fmla="*/ 5788653 w 7472601"/>
              <a:gd name="connsiteY538" fmla="*/ 2489430 h 6858000"/>
              <a:gd name="connsiteX539" fmla="*/ 5793439 w 7472601"/>
              <a:gd name="connsiteY539" fmla="*/ 2575235 h 6858000"/>
              <a:gd name="connsiteX540" fmla="*/ 5796837 w 7472601"/>
              <a:gd name="connsiteY540" fmla="*/ 2637633 h 6858000"/>
              <a:gd name="connsiteX541" fmla="*/ 5818614 w 7472601"/>
              <a:gd name="connsiteY541" fmla="*/ 2473055 h 6858000"/>
              <a:gd name="connsiteX542" fmla="*/ 5829202 w 7472601"/>
              <a:gd name="connsiteY542" fmla="*/ 1971679 h 6858000"/>
              <a:gd name="connsiteX543" fmla="*/ 5911389 w 7472601"/>
              <a:gd name="connsiteY543" fmla="*/ 1898371 h 6858000"/>
              <a:gd name="connsiteX544" fmla="*/ 6237627 w 7472601"/>
              <a:gd name="connsiteY544" fmla="*/ 2231921 h 6858000"/>
              <a:gd name="connsiteX545" fmla="*/ 5911389 w 7472601"/>
              <a:gd name="connsiteY545" fmla="*/ 1898371 h 6858000"/>
              <a:gd name="connsiteX546" fmla="*/ 6944437 w 7472601"/>
              <a:gd name="connsiteY546" fmla="*/ 1575402 h 6858000"/>
              <a:gd name="connsiteX547" fmla="*/ 6304730 w 7472601"/>
              <a:gd name="connsiteY547" fmla="*/ 1766654 h 6858000"/>
              <a:gd name="connsiteX548" fmla="*/ 6944437 w 7472601"/>
              <a:gd name="connsiteY548" fmla="*/ 1575402 h 6858000"/>
              <a:gd name="connsiteX549" fmla="*/ 7019523 w 7472601"/>
              <a:gd name="connsiteY549" fmla="*/ 1519450 h 6858000"/>
              <a:gd name="connsiteX550" fmla="*/ 6298091 w 7472601"/>
              <a:gd name="connsiteY550" fmla="*/ 1737122 h 6858000"/>
              <a:gd name="connsiteX551" fmla="*/ 7019523 w 7472601"/>
              <a:gd name="connsiteY551" fmla="*/ 1519450 h 6858000"/>
              <a:gd name="connsiteX552" fmla="*/ 2399523 w 7472601"/>
              <a:gd name="connsiteY552" fmla="*/ 1428234 h 6858000"/>
              <a:gd name="connsiteX553" fmla="*/ 2224982 w 7472601"/>
              <a:gd name="connsiteY553" fmla="*/ 1826201 h 6858000"/>
              <a:gd name="connsiteX554" fmla="*/ 2096099 w 7472601"/>
              <a:gd name="connsiteY554" fmla="*/ 2345900 h 6858000"/>
              <a:gd name="connsiteX555" fmla="*/ 2283317 w 7472601"/>
              <a:gd name="connsiteY555" fmla="*/ 1796925 h 6858000"/>
              <a:gd name="connsiteX556" fmla="*/ 2399523 w 7472601"/>
              <a:gd name="connsiteY556" fmla="*/ 1428234 h 6858000"/>
              <a:gd name="connsiteX557" fmla="*/ 2448558 w 7472601"/>
              <a:gd name="connsiteY557" fmla="*/ 1373435 h 6858000"/>
              <a:gd name="connsiteX558" fmla="*/ 2312521 w 7472601"/>
              <a:gd name="connsiteY558" fmla="*/ 1806140 h 6858000"/>
              <a:gd name="connsiteX559" fmla="*/ 2127533 w 7472601"/>
              <a:gd name="connsiteY559" fmla="*/ 2348380 h 6858000"/>
              <a:gd name="connsiteX560" fmla="*/ 2358080 w 7472601"/>
              <a:gd name="connsiteY560" fmla="*/ 1866134 h 6858000"/>
              <a:gd name="connsiteX561" fmla="*/ 2407436 w 7472601"/>
              <a:gd name="connsiteY561" fmla="*/ 1651070 h 6858000"/>
              <a:gd name="connsiteX562" fmla="*/ 2448558 w 7472601"/>
              <a:gd name="connsiteY562" fmla="*/ 1373435 h 6858000"/>
              <a:gd name="connsiteX563" fmla="*/ 278707 w 7472601"/>
              <a:gd name="connsiteY563" fmla="*/ 1352270 h 6858000"/>
              <a:gd name="connsiteX564" fmla="*/ 321570 w 7472601"/>
              <a:gd name="connsiteY564" fmla="*/ 1861610 h 6858000"/>
              <a:gd name="connsiteX565" fmla="*/ 294281 w 7472601"/>
              <a:gd name="connsiteY565" fmla="*/ 1440658 h 6858000"/>
              <a:gd name="connsiteX566" fmla="*/ 278707 w 7472601"/>
              <a:gd name="connsiteY566" fmla="*/ 1352270 h 6858000"/>
              <a:gd name="connsiteX567" fmla="*/ 1423821 w 7472601"/>
              <a:gd name="connsiteY567" fmla="*/ 1351958 h 6858000"/>
              <a:gd name="connsiteX568" fmla="*/ 1638521 w 7472601"/>
              <a:gd name="connsiteY568" fmla="*/ 1908470 h 6858000"/>
              <a:gd name="connsiteX569" fmla="*/ 1754199 w 7472601"/>
              <a:gd name="connsiteY569" fmla="*/ 2149284 h 6858000"/>
              <a:gd name="connsiteX570" fmla="*/ 1908359 w 7472601"/>
              <a:gd name="connsiteY570" fmla="*/ 2364988 h 6858000"/>
              <a:gd name="connsiteX571" fmla="*/ 1647661 w 7472601"/>
              <a:gd name="connsiteY571" fmla="*/ 1825945 h 6858000"/>
              <a:gd name="connsiteX572" fmla="*/ 1423821 w 7472601"/>
              <a:gd name="connsiteY572" fmla="*/ 1351958 h 6858000"/>
              <a:gd name="connsiteX573" fmla="*/ 1431890 w 7472601"/>
              <a:gd name="connsiteY573" fmla="*/ 1306475 h 6858000"/>
              <a:gd name="connsiteX574" fmla="*/ 1507597 w 7472601"/>
              <a:gd name="connsiteY574" fmla="*/ 1446132 h 6858000"/>
              <a:gd name="connsiteX575" fmla="*/ 1674586 w 7472601"/>
              <a:gd name="connsiteY575" fmla="*/ 1813832 h 6858000"/>
              <a:gd name="connsiteX576" fmla="*/ 1815950 w 7472601"/>
              <a:gd name="connsiteY576" fmla="*/ 2128564 h 6858000"/>
              <a:gd name="connsiteX577" fmla="*/ 1984242 w 7472601"/>
              <a:gd name="connsiteY577" fmla="*/ 2430829 h 6858000"/>
              <a:gd name="connsiteX578" fmla="*/ 2014023 w 7472601"/>
              <a:gd name="connsiteY578" fmla="*/ 2450995 h 6858000"/>
              <a:gd name="connsiteX579" fmla="*/ 1747337 w 7472601"/>
              <a:gd name="connsiteY579" fmla="*/ 1855264 h 6858000"/>
              <a:gd name="connsiteX580" fmla="*/ 1533749 w 7472601"/>
              <a:gd name="connsiteY580" fmla="*/ 1478656 h 6858000"/>
              <a:gd name="connsiteX581" fmla="*/ 1431890 w 7472601"/>
              <a:gd name="connsiteY581" fmla="*/ 1306475 h 6858000"/>
              <a:gd name="connsiteX582" fmla="*/ 5052692 w 7472601"/>
              <a:gd name="connsiteY582" fmla="*/ 1292994 h 6858000"/>
              <a:gd name="connsiteX583" fmla="*/ 5200661 w 7472601"/>
              <a:gd name="connsiteY583" fmla="*/ 1635186 h 6858000"/>
              <a:gd name="connsiteX584" fmla="*/ 5297138 w 7472601"/>
              <a:gd name="connsiteY584" fmla="*/ 1906351 h 6858000"/>
              <a:gd name="connsiteX585" fmla="*/ 5052692 w 7472601"/>
              <a:gd name="connsiteY585" fmla="*/ 1292994 h 6858000"/>
              <a:gd name="connsiteX586" fmla="*/ 5009948 w 7472601"/>
              <a:gd name="connsiteY586" fmla="*/ 1273619 h 6858000"/>
              <a:gd name="connsiteX587" fmla="*/ 5121777 w 7472601"/>
              <a:gd name="connsiteY587" fmla="*/ 1654213 h 6858000"/>
              <a:gd name="connsiteX588" fmla="*/ 5293545 w 7472601"/>
              <a:gd name="connsiteY588" fmla="*/ 2072247 h 6858000"/>
              <a:gd name="connsiteX589" fmla="*/ 5294042 w 7472601"/>
              <a:gd name="connsiteY589" fmla="*/ 2065019 h 6858000"/>
              <a:gd name="connsiteX590" fmla="*/ 5171936 w 7472601"/>
              <a:gd name="connsiteY590" fmla="*/ 1647613 h 6858000"/>
              <a:gd name="connsiteX591" fmla="*/ 5009948 w 7472601"/>
              <a:gd name="connsiteY591" fmla="*/ 1273619 h 6858000"/>
              <a:gd name="connsiteX592" fmla="*/ 655236 w 7472601"/>
              <a:gd name="connsiteY592" fmla="*/ 1268632 h 6858000"/>
              <a:gd name="connsiteX593" fmla="*/ 839521 w 7472601"/>
              <a:gd name="connsiteY593" fmla="*/ 1685315 h 6858000"/>
              <a:gd name="connsiteX594" fmla="*/ 1109416 w 7472601"/>
              <a:gd name="connsiteY594" fmla="*/ 2061663 h 6858000"/>
              <a:gd name="connsiteX595" fmla="*/ 1298300 w 7472601"/>
              <a:gd name="connsiteY595" fmla="*/ 2247742 h 6858000"/>
              <a:gd name="connsiteX596" fmla="*/ 1125871 w 7472601"/>
              <a:gd name="connsiteY596" fmla="*/ 1989513 h 6858000"/>
              <a:gd name="connsiteX597" fmla="*/ 981574 w 7472601"/>
              <a:gd name="connsiteY597" fmla="*/ 1783157 h 6858000"/>
              <a:gd name="connsiteX598" fmla="*/ 922198 w 7472601"/>
              <a:gd name="connsiteY598" fmla="*/ 1677437 h 6858000"/>
              <a:gd name="connsiteX599" fmla="*/ 869293 w 7472601"/>
              <a:gd name="connsiteY599" fmla="*/ 1583214 h 6858000"/>
              <a:gd name="connsiteX600" fmla="*/ 751431 w 7472601"/>
              <a:gd name="connsiteY600" fmla="*/ 1405731 h 6858000"/>
              <a:gd name="connsiteX601" fmla="*/ 655236 w 7472601"/>
              <a:gd name="connsiteY601" fmla="*/ 1268632 h 6858000"/>
              <a:gd name="connsiteX602" fmla="*/ 6516292 w 7472601"/>
              <a:gd name="connsiteY602" fmla="*/ 1263064 h 6858000"/>
              <a:gd name="connsiteX603" fmla="*/ 5736320 w 7472601"/>
              <a:gd name="connsiteY603" fmla="*/ 1501803 h 6858000"/>
              <a:gd name="connsiteX604" fmla="*/ 6516292 w 7472601"/>
              <a:gd name="connsiteY604" fmla="*/ 1263064 h 6858000"/>
              <a:gd name="connsiteX605" fmla="*/ 291466 w 7472601"/>
              <a:gd name="connsiteY605" fmla="*/ 1250369 h 6858000"/>
              <a:gd name="connsiteX606" fmla="*/ 323180 w 7472601"/>
              <a:gd name="connsiteY606" fmla="*/ 1435283 h 6858000"/>
              <a:gd name="connsiteX607" fmla="*/ 349381 w 7472601"/>
              <a:gd name="connsiteY607" fmla="*/ 1875041 h 6858000"/>
              <a:gd name="connsiteX608" fmla="*/ 374363 w 7472601"/>
              <a:gd name="connsiteY608" fmla="*/ 1506494 h 6858000"/>
              <a:gd name="connsiteX609" fmla="*/ 302168 w 7472601"/>
              <a:gd name="connsiteY609" fmla="*/ 1274495 h 6858000"/>
              <a:gd name="connsiteX610" fmla="*/ 291466 w 7472601"/>
              <a:gd name="connsiteY610" fmla="*/ 1250369 h 6858000"/>
              <a:gd name="connsiteX611" fmla="*/ 678222 w 7472601"/>
              <a:gd name="connsiteY611" fmla="*/ 1248670 h 6858000"/>
              <a:gd name="connsiteX612" fmla="*/ 775536 w 7472601"/>
              <a:gd name="connsiteY612" fmla="*/ 1388015 h 6858000"/>
              <a:gd name="connsiteX613" fmla="*/ 894529 w 7472601"/>
              <a:gd name="connsiteY613" fmla="*/ 1567739 h 6858000"/>
              <a:gd name="connsiteX614" fmla="*/ 948000 w 7472601"/>
              <a:gd name="connsiteY614" fmla="*/ 1663088 h 6858000"/>
              <a:gd name="connsiteX615" fmla="*/ 1006812 w 7472601"/>
              <a:gd name="connsiteY615" fmla="*/ 1767683 h 6858000"/>
              <a:gd name="connsiteX616" fmla="*/ 1149133 w 7472601"/>
              <a:gd name="connsiteY616" fmla="*/ 1971513 h 6858000"/>
              <a:gd name="connsiteX617" fmla="*/ 1333952 w 7472601"/>
              <a:gd name="connsiteY617" fmla="*/ 2251620 h 6858000"/>
              <a:gd name="connsiteX618" fmla="*/ 1337329 w 7472601"/>
              <a:gd name="connsiteY618" fmla="*/ 2258350 h 6858000"/>
              <a:gd name="connsiteX619" fmla="*/ 1014726 w 7472601"/>
              <a:gd name="connsiteY619" fmla="*/ 1615556 h 6858000"/>
              <a:gd name="connsiteX620" fmla="*/ 678222 w 7472601"/>
              <a:gd name="connsiteY620" fmla="*/ 1248670 h 6858000"/>
              <a:gd name="connsiteX621" fmla="*/ 6691602 w 7472601"/>
              <a:gd name="connsiteY621" fmla="*/ 1140573 h 6858000"/>
              <a:gd name="connsiteX622" fmla="*/ 6571100 w 7472601"/>
              <a:gd name="connsiteY622" fmla="*/ 1183662 h 6858000"/>
              <a:gd name="connsiteX623" fmla="*/ 6241687 w 7472601"/>
              <a:gd name="connsiteY623" fmla="*/ 1257600 h 6858000"/>
              <a:gd name="connsiteX624" fmla="*/ 5693009 w 7472601"/>
              <a:gd name="connsiteY624" fmla="*/ 1478256 h 6858000"/>
              <a:gd name="connsiteX625" fmla="*/ 6548420 w 7472601"/>
              <a:gd name="connsiteY625" fmla="*/ 1214599 h 6858000"/>
              <a:gd name="connsiteX626" fmla="*/ 6605473 w 7472601"/>
              <a:gd name="connsiteY626" fmla="*/ 1184686 h 6858000"/>
              <a:gd name="connsiteX627" fmla="*/ 6691602 w 7472601"/>
              <a:gd name="connsiteY627" fmla="*/ 1140573 h 6858000"/>
              <a:gd name="connsiteX628" fmla="*/ 4002475 w 7472601"/>
              <a:gd name="connsiteY628" fmla="*/ 1037802 h 6858000"/>
              <a:gd name="connsiteX629" fmla="*/ 4000324 w 7472601"/>
              <a:gd name="connsiteY629" fmla="*/ 1039362 h 6858000"/>
              <a:gd name="connsiteX630" fmla="*/ 4002862 w 7472601"/>
              <a:gd name="connsiteY630" fmla="*/ 1042866 h 6858000"/>
              <a:gd name="connsiteX631" fmla="*/ 4002475 w 7472601"/>
              <a:gd name="connsiteY631" fmla="*/ 1037802 h 6858000"/>
              <a:gd name="connsiteX632" fmla="*/ 506322 w 7472601"/>
              <a:gd name="connsiteY632" fmla="*/ 1020997 h 6858000"/>
              <a:gd name="connsiteX633" fmla="*/ 533068 w 7472601"/>
              <a:gd name="connsiteY633" fmla="*/ 1029409 h 6858000"/>
              <a:gd name="connsiteX634" fmla="*/ 1232525 w 7472601"/>
              <a:gd name="connsiteY634" fmla="*/ 1804675 h 6858000"/>
              <a:gd name="connsiteX635" fmla="*/ 1388858 w 7472601"/>
              <a:gd name="connsiteY635" fmla="*/ 2368011 h 6858000"/>
              <a:gd name="connsiteX636" fmla="*/ 1384098 w 7472601"/>
              <a:gd name="connsiteY636" fmla="*/ 2378125 h 6858000"/>
              <a:gd name="connsiteX637" fmla="*/ 1425393 w 7472601"/>
              <a:gd name="connsiteY637" fmla="*/ 2589124 h 6858000"/>
              <a:gd name="connsiteX638" fmla="*/ 1424001 w 7472601"/>
              <a:gd name="connsiteY638" fmla="*/ 2597541 h 6858000"/>
              <a:gd name="connsiteX639" fmla="*/ 2152729 w 7472601"/>
              <a:gd name="connsiteY639" fmla="*/ 2864487 h 6858000"/>
              <a:gd name="connsiteX640" fmla="*/ 2020609 w 7472601"/>
              <a:gd name="connsiteY640" fmla="*/ 2539671 h 6858000"/>
              <a:gd name="connsiteX641" fmla="*/ 2018920 w 7472601"/>
              <a:gd name="connsiteY641" fmla="*/ 2536309 h 6858000"/>
              <a:gd name="connsiteX642" fmla="*/ 1342441 w 7472601"/>
              <a:gd name="connsiteY642" fmla="*/ 1173017 h 6858000"/>
              <a:gd name="connsiteX643" fmla="*/ 1367925 w 7472601"/>
              <a:gd name="connsiteY643" fmla="*/ 1135648 h 6858000"/>
              <a:gd name="connsiteX644" fmla="*/ 1771401 w 7472601"/>
              <a:gd name="connsiteY644" fmla="*/ 1806673 h 6858000"/>
              <a:gd name="connsiteX645" fmla="*/ 1972385 w 7472601"/>
              <a:gd name="connsiteY645" fmla="*/ 2198735 h 6858000"/>
              <a:gd name="connsiteX646" fmla="*/ 2040892 w 7472601"/>
              <a:gd name="connsiteY646" fmla="*/ 2405205 h 6858000"/>
              <a:gd name="connsiteX647" fmla="*/ 2131689 w 7472601"/>
              <a:gd name="connsiteY647" fmla="*/ 1936926 h 6858000"/>
              <a:gd name="connsiteX648" fmla="*/ 2454820 w 7472601"/>
              <a:gd name="connsiteY648" fmla="*/ 1248808 h 6858000"/>
              <a:gd name="connsiteX649" fmla="*/ 2492512 w 7472601"/>
              <a:gd name="connsiteY649" fmla="*/ 1302920 h 6858000"/>
              <a:gd name="connsiteX650" fmla="*/ 2081216 w 7472601"/>
              <a:gd name="connsiteY650" fmla="*/ 2527513 h 6858000"/>
              <a:gd name="connsiteX651" fmla="*/ 2081211 w 7472601"/>
              <a:gd name="connsiteY651" fmla="*/ 2528916 h 6858000"/>
              <a:gd name="connsiteX652" fmla="*/ 2199067 w 7472601"/>
              <a:gd name="connsiteY652" fmla="*/ 2884061 h 6858000"/>
              <a:gd name="connsiteX653" fmla="*/ 3192586 w 7472601"/>
              <a:gd name="connsiteY653" fmla="*/ 3411496 h 6858000"/>
              <a:gd name="connsiteX654" fmla="*/ 3182620 w 7472601"/>
              <a:gd name="connsiteY654" fmla="*/ 3483279 h 6858000"/>
              <a:gd name="connsiteX655" fmla="*/ 2435119 w 7472601"/>
              <a:gd name="connsiteY655" fmla="*/ 3080173 h 6858000"/>
              <a:gd name="connsiteX656" fmla="*/ 2410152 w 7472601"/>
              <a:gd name="connsiteY656" fmla="*/ 3063751 h 6858000"/>
              <a:gd name="connsiteX657" fmla="*/ 2408099 w 7472601"/>
              <a:gd name="connsiteY657" fmla="*/ 3064403 h 6858000"/>
              <a:gd name="connsiteX658" fmla="*/ 2407218 w 7472601"/>
              <a:gd name="connsiteY658" fmla="*/ 3070324 h 6858000"/>
              <a:gd name="connsiteX659" fmla="*/ 2380138 w 7472601"/>
              <a:gd name="connsiteY659" fmla="*/ 3099341 h 6858000"/>
              <a:gd name="connsiteX660" fmla="*/ 1765923 w 7472601"/>
              <a:gd name="connsiteY660" fmla="*/ 3581043 h 6858000"/>
              <a:gd name="connsiteX661" fmla="*/ 1702258 w 7472601"/>
              <a:gd name="connsiteY661" fmla="*/ 3612286 h 6858000"/>
              <a:gd name="connsiteX662" fmla="*/ 1538370 w 7472601"/>
              <a:gd name="connsiteY662" fmla="*/ 3811804 h 6858000"/>
              <a:gd name="connsiteX663" fmla="*/ 542867 w 7472601"/>
              <a:gd name="connsiteY663" fmla="*/ 4944092 h 6858000"/>
              <a:gd name="connsiteX664" fmla="*/ 515800 w 7472601"/>
              <a:gd name="connsiteY664" fmla="*/ 4862180 h 6858000"/>
              <a:gd name="connsiteX665" fmla="*/ 909145 w 7472601"/>
              <a:gd name="connsiteY665" fmla="*/ 4199225 h 6858000"/>
              <a:gd name="connsiteX666" fmla="*/ 1214067 w 7472601"/>
              <a:gd name="connsiteY666" fmla="*/ 3908561 h 6858000"/>
              <a:gd name="connsiteX667" fmla="*/ 640967 w 7472601"/>
              <a:gd name="connsiteY667" fmla="*/ 4105601 h 6858000"/>
              <a:gd name="connsiteX668" fmla="*/ 112563 w 7472601"/>
              <a:gd name="connsiteY668" fmla="*/ 4396952 h 6858000"/>
              <a:gd name="connsiteX669" fmla="*/ 0 w 7472601"/>
              <a:gd name="connsiteY669" fmla="*/ 4466006 h 6858000"/>
              <a:gd name="connsiteX670" fmla="*/ 0 w 7472601"/>
              <a:gd name="connsiteY670" fmla="*/ 4233763 h 6858000"/>
              <a:gd name="connsiteX671" fmla="*/ 36881 w 7472601"/>
              <a:gd name="connsiteY671" fmla="*/ 4200118 h 6858000"/>
              <a:gd name="connsiteX672" fmla="*/ 910534 w 7472601"/>
              <a:gd name="connsiteY672" fmla="*/ 3629753 h 6858000"/>
              <a:gd name="connsiteX673" fmla="*/ 1578717 w 7472601"/>
              <a:gd name="connsiteY673" fmla="*/ 3575982 h 6858000"/>
              <a:gd name="connsiteX674" fmla="*/ 2338780 w 7472601"/>
              <a:gd name="connsiteY674" fmla="*/ 3033725 h 6858000"/>
              <a:gd name="connsiteX675" fmla="*/ 1807991 w 7472601"/>
              <a:gd name="connsiteY675" fmla="*/ 2807184 h 6858000"/>
              <a:gd name="connsiteX676" fmla="*/ 1416358 w 7472601"/>
              <a:gd name="connsiteY676" fmla="*/ 3112571 h 6858000"/>
              <a:gd name="connsiteX677" fmla="*/ 939066 w 7472601"/>
              <a:gd name="connsiteY677" fmla="*/ 3378798 h 6858000"/>
              <a:gd name="connsiteX678" fmla="*/ 115099 w 7472601"/>
              <a:gd name="connsiteY678" fmla="*/ 3607650 h 6858000"/>
              <a:gd name="connsiteX679" fmla="*/ 97284 w 7472601"/>
              <a:gd name="connsiteY679" fmla="*/ 3520393 h 6858000"/>
              <a:gd name="connsiteX680" fmla="*/ 922050 w 7472601"/>
              <a:gd name="connsiteY680" fmla="*/ 3074867 h 6858000"/>
              <a:gd name="connsiteX681" fmla="*/ 1405265 w 7472601"/>
              <a:gd name="connsiteY681" fmla="*/ 3016319 h 6858000"/>
              <a:gd name="connsiteX682" fmla="*/ 1407512 w 7472601"/>
              <a:gd name="connsiteY682" fmla="*/ 3018001 h 6858000"/>
              <a:gd name="connsiteX683" fmla="*/ 1726266 w 7472601"/>
              <a:gd name="connsiteY683" fmla="*/ 2777274 h 6858000"/>
              <a:gd name="connsiteX684" fmla="*/ 625390 w 7472601"/>
              <a:gd name="connsiteY684" fmla="*/ 2514541 h 6858000"/>
              <a:gd name="connsiteX685" fmla="*/ 619799 w 7472601"/>
              <a:gd name="connsiteY685" fmla="*/ 2527180 h 6858000"/>
              <a:gd name="connsiteX686" fmla="*/ 310030 w 7472601"/>
              <a:gd name="connsiteY686" fmla="*/ 2771818 h 6858000"/>
              <a:gd name="connsiteX687" fmla="*/ 173877 w 7472601"/>
              <a:gd name="connsiteY687" fmla="*/ 2937056 h 6858000"/>
              <a:gd name="connsiteX688" fmla="*/ 77889 w 7472601"/>
              <a:gd name="connsiteY688" fmla="*/ 3138440 h 6858000"/>
              <a:gd name="connsiteX689" fmla="*/ 0 w 7472601"/>
              <a:gd name="connsiteY689" fmla="*/ 3271395 h 6858000"/>
              <a:gd name="connsiteX690" fmla="*/ 0 w 7472601"/>
              <a:gd name="connsiteY690" fmla="*/ 3153002 h 6858000"/>
              <a:gd name="connsiteX691" fmla="*/ 2386 w 7472601"/>
              <a:gd name="connsiteY691" fmla="*/ 3149203 h 6858000"/>
              <a:gd name="connsiteX692" fmla="*/ 89753 w 7472601"/>
              <a:gd name="connsiteY692" fmla="*/ 2987702 h 6858000"/>
              <a:gd name="connsiteX693" fmla="*/ 76869 w 7472601"/>
              <a:gd name="connsiteY693" fmla="*/ 3005404 h 6858000"/>
              <a:gd name="connsiteX694" fmla="*/ 32049 w 7472601"/>
              <a:gd name="connsiteY694" fmla="*/ 3065814 h 6858000"/>
              <a:gd name="connsiteX695" fmla="*/ 0 w 7472601"/>
              <a:gd name="connsiteY695" fmla="*/ 3108744 h 6858000"/>
              <a:gd name="connsiteX696" fmla="*/ 0 w 7472601"/>
              <a:gd name="connsiteY696" fmla="*/ 3058059 h 6858000"/>
              <a:gd name="connsiteX697" fmla="*/ 7610 w 7472601"/>
              <a:gd name="connsiteY697" fmla="*/ 3047889 h 6858000"/>
              <a:gd name="connsiteX698" fmla="*/ 52419 w 7472601"/>
              <a:gd name="connsiteY698" fmla="*/ 2987479 h 6858000"/>
              <a:gd name="connsiteX699" fmla="*/ 59142 w 7472601"/>
              <a:gd name="connsiteY699" fmla="*/ 2978488 h 6858000"/>
              <a:gd name="connsiteX700" fmla="*/ 0 w 7472601"/>
              <a:gd name="connsiteY700" fmla="*/ 3015334 h 6858000"/>
              <a:gd name="connsiteX701" fmla="*/ 0 w 7472601"/>
              <a:gd name="connsiteY701" fmla="*/ 2914286 h 6858000"/>
              <a:gd name="connsiteX702" fmla="*/ 36383 w 7472601"/>
              <a:gd name="connsiteY702" fmla="*/ 2901128 h 6858000"/>
              <a:gd name="connsiteX703" fmla="*/ 156329 w 7472601"/>
              <a:gd name="connsiteY703" fmla="*/ 2840533 h 6858000"/>
              <a:gd name="connsiteX704" fmla="*/ 358355 w 7472601"/>
              <a:gd name="connsiteY704" fmla="*/ 2620471 h 6858000"/>
              <a:gd name="connsiteX705" fmla="*/ 510577 w 7472601"/>
              <a:gd name="connsiteY705" fmla="*/ 2501244 h 6858000"/>
              <a:gd name="connsiteX706" fmla="*/ 211967 w 7472601"/>
              <a:gd name="connsiteY706" fmla="*/ 2479171 h 6858000"/>
              <a:gd name="connsiteX707" fmla="*/ 0 w 7472601"/>
              <a:gd name="connsiteY707" fmla="*/ 2476398 h 6858000"/>
              <a:gd name="connsiteX708" fmla="*/ 0 w 7472601"/>
              <a:gd name="connsiteY708" fmla="*/ 2389189 h 6858000"/>
              <a:gd name="connsiteX709" fmla="*/ 103062 w 7472601"/>
              <a:gd name="connsiteY709" fmla="*/ 2389518 h 6858000"/>
              <a:gd name="connsiteX710" fmla="*/ 510734 w 7472601"/>
              <a:gd name="connsiteY710" fmla="*/ 2416201 h 6858000"/>
              <a:gd name="connsiteX711" fmla="*/ 279257 w 7472601"/>
              <a:gd name="connsiteY711" fmla="*/ 2092102 h 6858000"/>
              <a:gd name="connsiteX712" fmla="*/ 65265 w 7472601"/>
              <a:gd name="connsiteY712" fmla="*/ 2006049 h 6858000"/>
              <a:gd name="connsiteX713" fmla="*/ 0 w 7472601"/>
              <a:gd name="connsiteY713" fmla="*/ 1982532 h 6858000"/>
              <a:gd name="connsiteX714" fmla="*/ 0 w 7472601"/>
              <a:gd name="connsiteY714" fmla="*/ 1912789 h 6858000"/>
              <a:gd name="connsiteX715" fmla="*/ 97460 w 7472601"/>
              <a:gd name="connsiteY715" fmla="*/ 1953725 h 6858000"/>
              <a:gd name="connsiteX716" fmla="*/ 221272 w 7472601"/>
              <a:gd name="connsiteY716" fmla="*/ 1980766 h 6858000"/>
              <a:gd name="connsiteX717" fmla="*/ 116765 w 7472601"/>
              <a:gd name="connsiteY717" fmla="*/ 1911033 h 6858000"/>
              <a:gd name="connsiteX718" fmla="*/ 16405 w 7472601"/>
              <a:gd name="connsiteY718" fmla="*/ 1803412 h 6858000"/>
              <a:gd name="connsiteX719" fmla="*/ 0 w 7472601"/>
              <a:gd name="connsiteY719" fmla="*/ 1784777 h 6858000"/>
              <a:gd name="connsiteX720" fmla="*/ 0 w 7472601"/>
              <a:gd name="connsiteY720" fmla="*/ 1740082 h 6858000"/>
              <a:gd name="connsiteX721" fmla="*/ 39394 w 7472601"/>
              <a:gd name="connsiteY721" fmla="*/ 1784856 h 6858000"/>
              <a:gd name="connsiteX722" fmla="*/ 135813 w 7472601"/>
              <a:gd name="connsiteY722" fmla="*/ 1888838 h 6858000"/>
              <a:gd name="connsiteX723" fmla="*/ 242575 w 7472601"/>
              <a:gd name="connsiteY723" fmla="*/ 1958841 h 6858000"/>
              <a:gd name="connsiteX724" fmla="*/ 82197 w 7472601"/>
              <a:gd name="connsiteY724" fmla="*/ 1754826 h 6858000"/>
              <a:gd name="connsiteX725" fmla="*/ 0 w 7472601"/>
              <a:gd name="connsiteY725" fmla="*/ 1679650 h 6858000"/>
              <a:gd name="connsiteX726" fmla="*/ 0 w 7472601"/>
              <a:gd name="connsiteY726" fmla="*/ 1602463 h 6858000"/>
              <a:gd name="connsiteX727" fmla="*/ 84689 w 7472601"/>
              <a:gd name="connsiteY727" fmla="*/ 1677442 h 6858000"/>
              <a:gd name="connsiteX728" fmla="*/ 298437 w 7472601"/>
              <a:gd name="connsiteY728" fmla="*/ 1968019 h 6858000"/>
              <a:gd name="connsiteX729" fmla="*/ 227269 w 7472601"/>
              <a:gd name="connsiteY729" fmla="*/ 1114064 h 6858000"/>
              <a:gd name="connsiteX730" fmla="*/ 248003 w 7472601"/>
              <a:gd name="connsiteY730" fmla="*/ 1089613 h 6858000"/>
              <a:gd name="connsiteX731" fmla="*/ 427020 w 7472601"/>
              <a:gd name="connsiteY731" fmla="*/ 1619803 h 6858000"/>
              <a:gd name="connsiteX732" fmla="*/ 340345 w 7472601"/>
              <a:gd name="connsiteY732" fmla="*/ 2027739 h 6858000"/>
              <a:gd name="connsiteX733" fmla="*/ 360865 w 7472601"/>
              <a:gd name="connsiteY733" fmla="*/ 2044827 h 6858000"/>
              <a:gd name="connsiteX734" fmla="*/ 560414 w 7472601"/>
              <a:gd name="connsiteY734" fmla="*/ 2421457 h 6858000"/>
              <a:gd name="connsiteX735" fmla="*/ 1359703 w 7472601"/>
              <a:gd name="connsiteY735" fmla="*/ 2578554 h 6858000"/>
              <a:gd name="connsiteX736" fmla="*/ 1359422 w 7472601"/>
              <a:gd name="connsiteY736" fmla="*/ 2577994 h 6858000"/>
              <a:gd name="connsiteX737" fmla="*/ 828701 w 7472601"/>
              <a:gd name="connsiteY737" fmla="*/ 1839520 h 6858000"/>
              <a:gd name="connsiteX738" fmla="*/ 494427 w 7472601"/>
              <a:gd name="connsiteY738" fmla="*/ 1092333 h 6858000"/>
              <a:gd name="connsiteX739" fmla="*/ 506322 w 7472601"/>
              <a:gd name="connsiteY739" fmla="*/ 1020997 h 6858000"/>
              <a:gd name="connsiteX740" fmla="*/ 4570198 w 7472601"/>
              <a:gd name="connsiteY740" fmla="*/ 978081 h 6858000"/>
              <a:gd name="connsiteX741" fmla="*/ 4523691 w 7472601"/>
              <a:gd name="connsiteY741" fmla="*/ 1127776 h 6858000"/>
              <a:gd name="connsiteX742" fmla="*/ 4509875 w 7472601"/>
              <a:gd name="connsiteY742" fmla="*/ 1167552 h 6858000"/>
              <a:gd name="connsiteX743" fmla="*/ 4478168 w 7472601"/>
              <a:gd name="connsiteY743" fmla="*/ 1260735 h 6858000"/>
              <a:gd name="connsiteX744" fmla="*/ 4409309 w 7472601"/>
              <a:gd name="connsiteY744" fmla="*/ 1666996 h 6858000"/>
              <a:gd name="connsiteX745" fmla="*/ 4370031 w 7472601"/>
              <a:gd name="connsiteY745" fmla="*/ 1955666 h 6858000"/>
              <a:gd name="connsiteX746" fmla="*/ 4570198 w 7472601"/>
              <a:gd name="connsiteY746" fmla="*/ 978081 h 6858000"/>
              <a:gd name="connsiteX747" fmla="*/ 4557898 w 7472601"/>
              <a:gd name="connsiteY747" fmla="*/ 900011 h 6858000"/>
              <a:gd name="connsiteX748" fmla="*/ 4344840 w 7472601"/>
              <a:gd name="connsiteY748" fmla="*/ 1922038 h 6858000"/>
              <a:gd name="connsiteX749" fmla="*/ 4378710 w 7472601"/>
              <a:gd name="connsiteY749" fmla="*/ 1665516 h 6858000"/>
              <a:gd name="connsiteX750" fmla="*/ 4448798 w 7472601"/>
              <a:gd name="connsiteY750" fmla="*/ 1253024 h 6858000"/>
              <a:gd name="connsiteX751" fmla="*/ 4480315 w 7472601"/>
              <a:gd name="connsiteY751" fmla="*/ 1158454 h 6858000"/>
              <a:gd name="connsiteX752" fmla="*/ 4494133 w 7472601"/>
              <a:gd name="connsiteY752" fmla="*/ 1118676 h 6858000"/>
              <a:gd name="connsiteX753" fmla="*/ 4557898 w 7472601"/>
              <a:gd name="connsiteY753" fmla="*/ 900011 h 6858000"/>
              <a:gd name="connsiteX754" fmla="*/ 5870151 w 7472601"/>
              <a:gd name="connsiteY754" fmla="*/ 898890 h 6858000"/>
              <a:gd name="connsiteX755" fmla="*/ 5861335 w 7472601"/>
              <a:gd name="connsiteY755" fmla="*/ 899177 h 6858000"/>
              <a:gd name="connsiteX756" fmla="*/ 5843702 w 7472601"/>
              <a:gd name="connsiteY756" fmla="*/ 899748 h 6858000"/>
              <a:gd name="connsiteX757" fmla="*/ 5651107 w 7472601"/>
              <a:gd name="connsiteY757" fmla="*/ 920306 h 6858000"/>
              <a:gd name="connsiteX758" fmla="*/ 5459407 w 7472601"/>
              <a:gd name="connsiteY758" fmla="*/ 940975 h 6858000"/>
              <a:gd name="connsiteX759" fmla="*/ 5374846 w 7472601"/>
              <a:gd name="connsiteY759" fmla="*/ 941988 h 6858000"/>
              <a:gd name="connsiteX760" fmla="*/ 5256105 w 7472601"/>
              <a:gd name="connsiteY760" fmla="*/ 945632 h 6858000"/>
              <a:gd name="connsiteX761" fmla="*/ 5107071 w 7472601"/>
              <a:gd name="connsiteY761" fmla="*/ 969720 h 6858000"/>
              <a:gd name="connsiteX762" fmla="*/ 4998681 w 7472601"/>
              <a:gd name="connsiteY762" fmla="*/ 988771 h 6858000"/>
              <a:gd name="connsiteX763" fmla="*/ 5870151 w 7472601"/>
              <a:gd name="connsiteY763" fmla="*/ 898890 h 6858000"/>
              <a:gd name="connsiteX764" fmla="*/ 5504425 w 7472601"/>
              <a:gd name="connsiteY764" fmla="*/ 848067 h 6858000"/>
              <a:gd name="connsiteX765" fmla="*/ 4968849 w 7472601"/>
              <a:gd name="connsiteY765" fmla="*/ 962318 h 6858000"/>
              <a:gd name="connsiteX766" fmla="*/ 5104039 w 7472601"/>
              <a:gd name="connsiteY766" fmla="*/ 940634 h 6858000"/>
              <a:gd name="connsiteX767" fmla="*/ 5256311 w 7472601"/>
              <a:gd name="connsiteY767" fmla="*/ 916490 h 6858000"/>
              <a:gd name="connsiteX768" fmla="*/ 5377381 w 7472601"/>
              <a:gd name="connsiteY768" fmla="*/ 912671 h 6858000"/>
              <a:gd name="connsiteX769" fmla="*/ 5460148 w 7472601"/>
              <a:gd name="connsiteY769" fmla="*/ 911442 h 6858000"/>
              <a:gd name="connsiteX770" fmla="*/ 5648971 w 7472601"/>
              <a:gd name="connsiteY770" fmla="*/ 891331 h 6858000"/>
              <a:gd name="connsiteX771" fmla="*/ 5844807 w 7472601"/>
              <a:gd name="connsiteY771" fmla="*/ 870718 h 6858000"/>
              <a:gd name="connsiteX772" fmla="*/ 5862975 w 7472601"/>
              <a:gd name="connsiteY772" fmla="*/ 869756 h 6858000"/>
              <a:gd name="connsiteX773" fmla="*/ 5920887 w 7472601"/>
              <a:gd name="connsiteY773" fmla="*/ 865929 h 6858000"/>
              <a:gd name="connsiteX774" fmla="*/ 5504425 w 7472601"/>
              <a:gd name="connsiteY774" fmla="*/ 848067 h 6858000"/>
              <a:gd name="connsiteX775" fmla="*/ 3607114 w 7472601"/>
              <a:gd name="connsiteY775" fmla="*/ 467441 h 6858000"/>
              <a:gd name="connsiteX776" fmla="*/ 3296242 w 7472601"/>
              <a:gd name="connsiteY776" fmla="*/ 807991 h 6858000"/>
              <a:gd name="connsiteX777" fmla="*/ 3174674 w 7472601"/>
              <a:gd name="connsiteY777" fmla="*/ 919759 h 6858000"/>
              <a:gd name="connsiteX778" fmla="*/ 3042978 w 7472601"/>
              <a:gd name="connsiteY778" fmla="*/ 1054894 h 6858000"/>
              <a:gd name="connsiteX779" fmla="*/ 2968914 w 7472601"/>
              <a:gd name="connsiteY779" fmla="*/ 1133756 h 6858000"/>
              <a:gd name="connsiteX780" fmla="*/ 3103823 w 7472601"/>
              <a:gd name="connsiteY780" fmla="*/ 1026814 h 6858000"/>
              <a:gd name="connsiteX781" fmla="*/ 3607114 w 7472601"/>
              <a:gd name="connsiteY781" fmla="*/ 467441 h 6858000"/>
              <a:gd name="connsiteX782" fmla="*/ 3744487 w 7472601"/>
              <a:gd name="connsiteY782" fmla="*/ 383136 h 6858000"/>
              <a:gd name="connsiteX783" fmla="*/ 3970213 w 7472601"/>
              <a:gd name="connsiteY783" fmla="*/ 995559 h 6858000"/>
              <a:gd name="connsiteX784" fmla="*/ 3744487 w 7472601"/>
              <a:gd name="connsiteY784" fmla="*/ 383136 h 6858000"/>
              <a:gd name="connsiteX785" fmla="*/ 3624562 w 7472601"/>
              <a:gd name="connsiteY785" fmla="*/ 367041 h 6858000"/>
              <a:gd name="connsiteX786" fmla="*/ 3489712 w 7472601"/>
              <a:gd name="connsiteY786" fmla="*/ 485386 h 6858000"/>
              <a:gd name="connsiteX787" fmla="*/ 3182994 w 7472601"/>
              <a:gd name="connsiteY787" fmla="*/ 828265 h 6858000"/>
              <a:gd name="connsiteX788" fmla="*/ 2892114 w 7472601"/>
              <a:gd name="connsiteY788" fmla="*/ 1172635 h 6858000"/>
              <a:gd name="connsiteX789" fmla="*/ 3021459 w 7472601"/>
              <a:gd name="connsiteY789" fmla="*/ 1035385 h 6858000"/>
              <a:gd name="connsiteX790" fmla="*/ 3153873 w 7472601"/>
              <a:gd name="connsiteY790" fmla="*/ 898971 h 6858000"/>
              <a:gd name="connsiteX791" fmla="*/ 3276511 w 7472601"/>
              <a:gd name="connsiteY791" fmla="*/ 786423 h 6858000"/>
              <a:gd name="connsiteX792" fmla="*/ 3584154 w 7472601"/>
              <a:gd name="connsiteY792" fmla="*/ 448218 h 6858000"/>
              <a:gd name="connsiteX793" fmla="*/ 3624562 w 7472601"/>
              <a:gd name="connsiteY793" fmla="*/ 367041 h 6858000"/>
              <a:gd name="connsiteX794" fmla="*/ 3766672 w 7472601"/>
              <a:gd name="connsiteY794" fmla="*/ 359429 h 6858000"/>
              <a:gd name="connsiteX795" fmla="*/ 3996338 w 7472601"/>
              <a:gd name="connsiteY795" fmla="*/ 968237 h 6858000"/>
              <a:gd name="connsiteX796" fmla="*/ 3766672 w 7472601"/>
              <a:gd name="connsiteY796" fmla="*/ 359429 h 6858000"/>
              <a:gd name="connsiteX797" fmla="*/ 5805386 w 7472601"/>
              <a:gd name="connsiteY797" fmla="*/ 239240 h 6858000"/>
              <a:gd name="connsiteX798" fmla="*/ 5736947 w 7472601"/>
              <a:gd name="connsiteY798" fmla="*/ 261367 h 6858000"/>
              <a:gd name="connsiteX799" fmla="*/ 5427012 w 7472601"/>
              <a:gd name="connsiteY799" fmla="*/ 311272 h 6858000"/>
              <a:gd name="connsiteX800" fmla="*/ 5147818 w 7472601"/>
              <a:gd name="connsiteY800" fmla="*/ 322112 h 6858000"/>
              <a:gd name="connsiteX801" fmla="*/ 5060854 w 7472601"/>
              <a:gd name="connsiteY801" fmla="*/ 311882 h 6858000"/>
              <a:gd name="connsiteX802" fmla="*/ 4945989 w 7472601"/>
              <a:gd name="connsiteY802" fmla="*/ 300516 h 6858000"/>
              <a:gd name="connsiteX803" fmla="*/ 5410479 w 7472601"/>
              <a:gd name="connsiteY803" fmla="*/ 348434 h 6858000"/>
              <a:gd name="connsiteX804" fmla="*/ 5805386 w 7472601"/>
              <a:gd name="connsiteY804" fmla="*/ 239240 h 6858000"/>
              <a:gd name="connsiteX805" fmla="*/ 5905192 w 7472601"/>
              <a:gd name="connsiteY805" fmla="*/ 163079 h 6858000"/>
              <a:gd name="connsiteX806" fmla="*/ 5865655 w 7472601"/>
              <a:gd name="connsiteY806" fmla="*/ 171901 h 6858000"/>
              <a:gd name="connsiteX807" fmla="*/ 5259740 w 7472601"/>
              <a:gd name="connsiteY807" fmla="*/ 257013 h 6858000"/>
              <a:gd name="connsiteX808" fmla="*/ 5208466 w 7472601"/>
              <a:gd name="connsiteY808" fmla="*/ 257550 h 6858000"/>
              <a:gd name="connsiteX809" fmla="*/ 4980204 w 7472601"/>
              <a:gd name="connsiteY809" fmla="*/ 271903 h 6858000"/>
              <a:gd name="connsiteX810" fmla="*/ 5068068 w 7472601"/>
              <a:gd name="connsiteY810" fmla="*/ 282244 h 6858000"/>
              <a:gd name="connsiteX811" fmla="*/ 5153231 w 7472601"/>
              <a:gd name="connsiteY811" fmla="*/ 292240 h 6858000"/>
              <a:gd name="connsiteX812" fmla="*/ 5426491 w 7472601"/>
              <a:gd name="connsiteY812" fmla="*/ 281128 h 6858000"/>
              <a:gd name="connsiteX813" fmla="*/ 5731212 w 7472601"/>
              <a:gd name="connsiteY813" fmla="*/ 231951 h 6858000"/>
              <a:gd name="connsiteX814" fmla="*/ 5905192 w 7472601"/>
              <a:gd name="connsiteY814" fmla="*/ 163079 h 6858000"/>
              <a:gd name="connsiteX815" fmla="*/ 5944437 w 7472601"/>
              <a:gd name="connsiteY815" fmla="*/ 113829 h 6858000"/>
              <a:gd name="connsiteX816" fmla="*/ 5825032 w 7472601"/>
              <a:gd name="connsiteY816" fmla="*/ 146405 h 6858000"/>
              <a:gd name="connsiteX817" fmla="*/ 4955599 w 7472601"/>
              <a:gd name="connsiteY817" fmla="*/ 247008 h 6858000"/>
              <a:gd name="connsiteX818" fmla="*/ 5210104 w 7472601"/>
              <a:gd name="connsiteY818" fmla="*/ 228123 h 6858000"/>
              <a:gd name="connsiteX819" fmla="*/ 5261015 w 7472601"/>
              <a:gd name="connsiteY819" fmla="*/ 227087 h 6858000"/>
              <a:gd name="connsiteX820" fmla="*/ 5861181 w 7472601"/>
              <a:gd name="connsiteY820" fmla="*/ 143093 h 6858000"/>
              <a:gd name="connsiteX821" fmla="*/ 5961252 w 7472601"/>
              <a:gd name="connsiteY821" fmla="*/ 114820 h 6858000"/>
              <a:gd name="connsiteX822" fmla="*/ 5944437 w 7472601"/>
              <a:gd name="connsiteY822" fmla="*/ 113829 h 6858000"/>
              <a:gd name="connsiteX823" fmla="*/ 3882765 w 7472601"/>
              <a:gd name="connsiteY823" fmla="*/ 0 h 6858000"/>
              <a:gd name="connsiteX824" fmla="*/ 3995099 w 7472601"/>
              <a:gd name="connsiteY824" fmla="*/ 0 h 6858000"/>
              <a:gd name="connsiteX825" fmla="*/ 4163818 w 7472601"/>
              <a:gd name="connsiteY825" fmla="*/ 234104 h 6858000"/>
              <a:gd name="connsiteX826" fmla="*/ 4172099 w 7472601"/>
              <a:gd name="connsiteY826" fmla="*/ 234207 h 6858000"/>
              <a:gd name="connsiteX827" fmla="*/ 4784282 w 7472601"/>
              <a:gd name="connsiteY827" fmla="*/ 276561 h 6858000"/>
              <a:gd name="connsiteX828" fmla="*/ 4801687 w 7472601"/>
              <a:gd name="connsiteY828" fmla="*/ 267764 h 6858000"/>
              <a:gd name="connsiteX829" fmla="*/ 6082788 w 7472601"/>
              <a:gd name="connsiteY829" fmla="*/ 64119 h 6858000"/>
              <a:gd name="connsiteX830" fmla="*/ 6099442 w 7472601"/>
              <a:gd name="connsiteY830" fmla="*/ 82568 h 6858000"/>
              <a:gd name="connsiteX831" fmla="*/ 4804137 w 7472601"/>
              <a:gd name="connsiteY831" fmla="*/ 320931 h 6858000"/>
              <a:gd name="connsiteX832" fmla="*/ 4227047 w 7472601"/>
              <a:gd name="connsiteY832" fmla="*/ 313415 h 6858000"/>
              <a:gd name="connsiteX833" fmla="*/ 4346041 w 7472601"/>
              <a:gd name="connsiteY833" fmla="*/ 456086 h 6858000"/>
              <a:gd name="connsiteX834" fmla="*/ 4870967 w 7472601"/>
              <a:gd name="connsiteY834" fmla="*/ 963061 h 6858000"/>
              <a:gd name="connsiteX835" fmla="*/ 4889647 w 7472601"/>
              <a:gd name="connsiteY835" fmla="*/ 957147 h 6858000"/>
              <a:gd name="connsiteX836" fmla="*/ 5422504 w 7472601"/>
              <a:gd name="connsiteY836" fmla="*/ 805191 h 6858000"/>
              <a:gd name="connsiteX837" fmla="*/ 6087656 w 7472601"/>
              <a:gd name="connsiteY837" fmla="*/ 826703 h 6858000"/>
              <a:gd name="connsiteX838" fmla="*/ 6058717 w 7472601"/>
              <a:gd name="connsiteY838" fmla="*/ 865992 h 6858000"/>
              <a:gd name="connsiteX839" fmla="*/ 4974153 w 7472601"/>
              <a:gd name="connsiteY839" fmla="*/ 1045456 h 6858000"/>
              <a:gd name="connsiteX840" fmla="*/ 5627835 w 7472601"/>
              <a:gd name="connsiteY840" fmla="*/ 1472077 h 6858000"/>
              <a:gd name="connsiteX841" fmla="*/ 5629817 w 7472601"/>
              <a:gd name="connsiteY841" fmla="*/ 1471412 h 6858000"/>
              <a:gd name="connsiteX842" fmla="*/ 5634124 w 7472601"/>
              <a:gd name="connsiteY842" fmla="*/ 1470572 h 6858000"/>
              <a:gd name="connsiteX843" fmla="*/ 5755832 w 7472601"/>
              <a:gd name="connsiteY843" fmla="*/ 1383886 h 6858000"/>
              <a:gd name="connsiteX844" fmla="*/ 6014186 w 7472601"/>
              <a:gd name="connsiteY844" fmla="*/ 1279799 h 6858000"/>
              <a:gd name="connsiteX845" fmla="*/ 6901619 w 7472601"/>
              <a:gd name="connsiteY845" fmla="*/ 1047874 h 6858000"/>
              <a:gd name="connsiteX846" fmla="*/ 6931566 w 7472601"/>
              <a:gd name="connsiteY846" fmla="*/ 1062034 h 6858000"/>
              <a:gd name="connsiteX847" fmla="*/ 5790982 w 7472601"/>
              <a:gd name="connsiteY847" fmla="*/ 1561380 h 6858000"/>
              <a:gd name="connsiteX848" fmla="*/ 6188971 w 7472601"/>
              <a:gd name="connsiteY848" fmla="*/ 1755168 h 6858000"/>
              <a:gd name="connsiteX849" fmla="*/ 6202446 w 7472601"/>
              <a:gd name="connsiteY849" fmla="*/ 1752268 h 6858000"/>
              <a:gd name="connsiteX850" fmla="*/ 7179560 w 7472601"/>
              <a:gd name="connsiteY850" fmla="*/ 1467551 h 6858000"/>
              <a:gd name="connsiteX851" fmla="*/ 7158730 w 7472601"/>
              <a:gd name="connsiteY851" fmla="*/ 1507835 h 6858000"/>
              <a:gd name="connsiteX852" fmla="*/ 6326959 w 7472601"/>
              <a:gd name="connsiteY852" fmla="*/ 1817686 h 6858000"/>
              <a:gd name="connsiteX853" fmla="*/ 6537433 w 7472601"/>
              <a:gd name="connsiteY853" fmla="*/ 1907790 h 6858000"/>
              <a:gd name="connsiteX854" fmla="*/ 6550221 w 7472601"/>
              <a:gd name="connsiteY854" fmla="*/ 1910729 h 6858000"/>
              <a:gd name="connsiteX855" fmla="*/ 6964438 w 7472601"/>
              <a:gd name="connsiteY855" fmla="*/ 2209505 h 6858000"/>
              <a:gd name="connsiteX856" fmla="*/ 7367862 w 7472601"/>
              <a:gd name="connsiteY856" fmla="*/ 2806833 h 6858000"/>
              <a:gd name="connsiteX857" fmla="*/ 7364329 w 7472601"/>
              <a:gd name="connsiteY857" fmla="*/ 2826907 h 6858000"/>
              <a:gd name="connsiteX858" fmla="*/ 7290545 w 7472601"/>
              <a:gd name="connsiteY858" fmla="*/ 2850663 h 6858000"/>
              <a:gd name="connsiteX859" fmla="*/ 6472036 w 7472601"/>
              <a:gd name="connsiteY859" fmla="*/ 1959003 h 6858000"/>
              <a:gd name="connsiteX860" fmla="*/ 5792897 w 7472601"/>
              <a:gd name="connsiteY860" fmla="*/ 1647747 h 6858000"/>
              <a:gd name="connsiteX861" fmla="*/ 5842751 w 7472601"/>
              <a:gd name="connsiteY861" fmla="*/ 1816112 h 6858000"/>
              <a:gd name="connsiteX862" fmla="*/ 5847424 w 7472601"/>
              <a:gd name="connsiteY862" fmla="*/ 1815776 h 6858000"/>
              <a:gd name="connsiteX863" fmla="*/ 6399821 w 7472601"/>
              <a:gd name="connsiteY863" fmla="*/ 2344799 h 6858000"/>
              <a:gd name="connsiteX864" fmla="*/ 6323232 w 7472601"/>
              <a:gd name="connsiteY864" fmla="*/ 2389634 h 6858000"/>
              <a:gd name="connsiteX865" fmla="*/ 5942958 w 7472601"/>
              <a:gd name="connsiteY865" fmla="*/ 2077708 h 6858000"/>
              <a:gd name="connsiteX866" fmla="*/ 5921559 w 7472601"/>
              <a:gd name="connsiteY866" fmla="*/ 2378596 h 6858000"/>
              <a:gd name="connsiteX867" fmla="*/ 5817651 w 7472601"/>
              <a:gd name="connsiteY867" fmla="*/ 3023919 h 6858000"/>
              <a:gd name="connsiteX868" fmla="*/ 5729634 w 7472601"/>
              <a:gd name="connsiteY868" fmla="*/ 3051849 h 6858000"/>
              <a:gd name="connsiteX869" fmla="*/ 5611018 w 7472601"/>
              <a:gd name="connsiteY869" fmla="*/ 2316769 h 6858000"/>
              <a:gd name="connsiteX870" fmla="*/ 5687608 w 7472601"/>
              <a:gd name="connsiteY870" fmla="*/ 2039972 h 6858000"/>
              <a:gd name="connsiteX871" fmla="*/ 5657554 w 7472601"/>
              <a:gd name="connsiteY871" fmla="*/ 1576445 h 6858000"/>
              <a:gd name="connsiteX872" fmla="*/ 5150475 w 7472601"/>
              <a:gd name="connsiteY872" fmla="*/ 1274012 h 6858000"/>
              <a:gd name="connsiteX873" fmla="*/ 5349142 w 7472601"/>
              <a:gd name="connsiteY873" fmla="*/ 2204405 h 6858000"/>
              <a:gd name="connsiteX874" fmla="*/ 5262214 w 7472601"/>
              <a:gd name="connsiteY874" fmla="*/ 2233836 h 6858000"/>
              <a:gd name="connsiteX875" fmla="*/ 4981539 w 7472601"/>
              <a:gd name="connsiteY875" fmla="*/ 1542201 h 6858000"/>
              <a:gd name="connsiteX876" fmla="*/ 4958461 w 7472601"/>
              <a:gd name="connsiteY876" fmla="*/ 1136957 h 6858000"/>
              <a:gd name="connsiteX877" fmla="*/ 4655015 w 7472601"/>
              <a:gd name="connsiteY877" fmla="*/ 891426 h 6858000"/>
              <a:gd name="connsiteX878" fmla="*/ 4348002 w 7472601"/>
              <a:gd name="connsiteY878" fmla="*/ 2205895 h 6858000"/>
              <a:gd name="connsiteX879" fmla="*/ 4262250 w 7472601"/>
              <a:gd name="connsiteY879" fmla="*/ 2219972 h 6858000"/>
              <a:gd name="connsiteX880" fmla="*/ 4550611 w 7472601"/>
              <a:gd name="connsiteY880" fmla="*/ 817540 h 6858000"/>
              <a:gd name="connsiteX881" fmla="*/ 4564418 w 7472601"/>
              <a:gd name="connsiteY881" fmla="*/ 808293 h 6858000"/>
              <a:gd name="connsiteX882" fmla="*/ 4266388 w 7472601"/>
              <a:gd name="connsiteY882" fmla="*/ 500083 h 6858000"/>
              <a:gd name="connsiteX883" fmla="*/ 4032842 w 7472601"/>
              <a:gd name="connsiteY883" fmla="*/ 211809 h 6858000"/>
              <a:gd name="connsiteX884" fmla="*/ 3882765 w 7472601"/>
              <a:gd name="connsiteY884" fmla="*/ 0 h 6858000"/>
              <a:gd name="connsiteX885" fmla="*/ 3721337 w 7472601"/>
              <a:gd name="connsiteY885" fmla="*/ 0 h 6858000"/>
              <a:gd name="connsiteX886" fmla="*/ 3797544 w 7472601"/>
              <a:gd name="connsiteY886" fmla="*/ 0 h 6858000"/>
              <a:gd name="connsiteX887" fmla="*/ 3775734 w 7472601"/>
              <a:gd name="connsiteY887" fmla="*/ 95131 h 6858000"/>
              <a:gd name="connsiteX888" fmla="*/ 3724807 w 7472601"/>
              <a:gd name="connsiteY888" fmla="*/ 272257 h 6858000"/>
              <a:gd name="connsiteX889" fmla="*/ 3726844 w 7472601"/>
              <a:gd name="connsiteY889" fmla="*/ 282988 h 6858000"/>
              <a:gd name="connsiteX890" fmla="*/ 3742664 w 7472601"/>
              <a:gd name="connsiteY890" fmla="*/ 279918 h 6858000"/>
              <a:gd name="connsiteX891" fmla="*/ 4103910 w 7472601"/>
              <a:gd name="connsiteY891" fmla="*/ 1161917 h 6858000"/>
              <a:gd name="connsiteX892" fmla="*/ 4020269 w 7472601"/>
              <a:gd name="connsiteY892" fmla="*/ 1200406 h 6858000"/>
              <a:gd name="connsiteX893" fmla="*/ 3674882 w 7472601"/>
              <a:gd name="connsiteY893" fmla="*/ 488524 h 6858000"/>
              <a:gd name="connsiteX894" fmla="*/ 3132682 w 7472601"/>
              <a:gd name="connsiteY894" fmla="*/ 1072284 h 6858000"/>
              <a:gd name="connsiteX895" fmla="*/ 2716346 w 7472601"/>
              <a:gd name="connsiteY895" fmla="*/ 1276376 h 6858000"/>
              <a:gd name="connsiteX896" fmla="*/ 2716772 w 7472601"/>
              <a:gd name="connsiteY896" fmla="*/ 1255462 h 6858000"/>
              <a:gd name="connsiteX897" fmla="*/ 3471096 w 7472601"/>
              <a:gd name="connsiteY897" fmla="*/ 437072 h 6858000"/>
              <a:gd name="connsiteX898" fmla="*/ 3639057 w 7472601"/>
              <a:gd name="connsiteY898" fmla="*/ 286334 h 6858000"/>
              <a:gd name="connsiteX899" fmla="*/ 3640309 w 7472601"/>
              <a:gd name="connsiteY899" fmla="*/ 284664 h 6858000"/>
              <a:gd name="connsiteX900" fmla="*/ 3646022 w 7472601"/>
              <a:gd name="connsiteY900" fmla="*/ 276711 h 6858000"/>
              <a:gd name="connsiteX901" fmla="*/ 3707943 w 7472601"/>
              <a:gd name="connsiteY901" fmla="*/ 65958 h 6858000"/>
              <a:gd name="connsiteX902" fmla="*/ 3721337 w 7472601"/>
              <a:gd name="connsiteY902" fmla="*/ 0 h 6858000"/>
              <a:gd name="connsiteX903" fmla="*/ 2867960 w 7472601"/>
              <a:gd name="connsiteY903" fmla="*/ 0 h 6858000"/>
              <a:gd name="connsiteX904" fmla="*/ 2926351 w 7472601"/>
              <a:gd name="connsiteY904" fmla="*/ 0 h 6858000"/>
              <a:gd name="connsiteX905" fmla="*/ 2902823 w 7472601"/>
              <a:gd name="connsiteY905" fmla="*/ 262929 h 6858000"/>
              <a:gd name="connsiteX906" fmla="*/ 2940663 w 7472601"/>
              <a:gd name="connsiteY906" fmla="*/ 140884 h 6858000"/>
              <a:gd name="connsiteX907" fmla="*/ 2947039 w 7472601"/>
              <a:gd name="connsiteY907" fmla="*/ 122524 h 6858000"/>
              <a:gd name="connsiteX908" fmla="*/ 2984316 w 7472601"/>
              <a:gd name="connsiteY908" fmla="*/ 0 h 6858000"/>
              <a:gd name="connsiteX909" fmla="*/ 3016114 w 7472601"/>
              <a:gd name="connsiteY909" fmla="*/ 0 h 6858000"/>
              <a:gd name="connsiteX910" fmla="*/ 2979949 w 7472601"/>
              <a:gd name="connsiteY910" fmla="*/ 119274 h 6858000"/>
              <a:gd name="connsiteX911" fmla="*/ 3023879 w 7472601"/>
              <a:gd name="connsiteY911" fmla="*/ 0 h 6858000"/>
              <a:gd name="connsiteX912" fmla="*/ 3105400 w 7472601"/>
              <a:gd name="connsiteY912" fmla="*/ 0 h 6858000"/>
              <a:gd name="connsiteX913" fmla="*/ 3094669 w 7472601"/>
              <a:gd name="connsiteY913" fmla="*/ 30308 h 6858000"/>
              <a:gd name="connsiteX914" fmla="*/ 2901945 w 7472601"/>
              <a:gd name="connsiteY914" fmla="*/ 466538 h 6858000"/>
              <a:gd name="connsiteX915" fmla="*/ 2815209 w 7472601"/>
              <a:gd name="connsiteY915" fmla="*/ 497361 h 6858000"/>
              <a:gd name="connsiteX916" fmla="*/ 2844845 w 7472601"/>
              <a:gd name="connsiteY916" fmla="*/ 127638 h 6858000"/>
              <a:gd name="connsiteX917" fmla="*/ 2867960 w 7472601"/>
              <a:gd name="connsiteY917" fmla="*/ 0 h 6858000"/>
              <a:gd name="connsiteX918" fmla="*/ 1057230 w 7472601"/>
              <a:gd name="connsiteY918" fmla="*/ 0 h 6858000"/>
              <a:gd name="connsiteX919" fmla="*/ 1111003 w 7472601"/>
              <a:gd name="connsiteY919" fmla="*/ 0 h 6858000"/>
              <a:gd name="connsiteX920" fmla="*/ 1125553 w 7472601"/>
              <a:gd name="connsiteY920" fmla="*/ 52588 h 6858000"/>
              <a:gd name="connsiteX921" fmla="*/ 1304276 w 7472601"/>
              <a:gd name="connsiteY921" fmla="*/ 476275 h 6858000"/>
              <a:gd name="connsiteX922" fmla="*/ 1492066 w 7472601"/>
              <a:gd name="connsiteY922" fmla="*/ 886333 h 6858000"/>
              <a:gd name="connsiteX923" fmla="*/ 1423698 w 7472601"/>
              <a:gd name="connsiteY923" fmla="*/ 710817 h 6858000"/>
              <a:gd name="connsiteX924" fmla="*/ 1357609 w 7472601"/>
              <a:gd name="connsiteY924" fmla="*/ 532892 h 6858000"/>
              <a:gd name="connsiteX925" fmla="*/ 1309550 w 7472601"/>
              <a:gd name="connsiteY925" fmla="*/ 374031 h 6858000"/>
              <a:gd name="connsiteX926" fmla="*/ 1193673 w 7472601"/>
              <a:gd name="connsiteY926" fmla="*/ 49533 h 6858000"/>
              <a:gd name="connsiteX927" fmla="*/ 1164391 w 7472601"/>
              <a:gd name="connsiteY927" fmla="*/ 0 h 6858000"/>
              <a:gd name="connsiteX928" fmla="*/ 1200666 w 7472601"/>
              <a:gd name="connsiteY928" fmla="*/ 0 h 6858000"/>
              <a:gd name="connsiteX929" fmla="*/ 1223408 w 7472601"/>
              <a:gd name="connsiteY929" fmla="*/ 38996 h 6858000"/>
              <a:gd name="connsiteX930" fmla="*/ 1339635 w 7472601"/>
              <a:gd name="connsiteY930" fmla="*/ 365517 h 6858000"/>
              <a:gd name="connsiteX931" fmla="*/ 1387469 w 7472601"/>
              <a:gd name="connsiteY931" fmla="*/ 523079 h 6858000"/>
              <a:gd name="connsiteX932" fmla="*/ 1452685 w 7472601"/>
              <a:gd name="connsiteY932" fmla="*/ 699806 h 6858000"/>
              <a:gd name="connsiteX933" fmla="*/ 1492092 w 7472601"/>
              <a:gd name="connsiteY933" fmla="*/ 800424 h 6858000"/>
              <a:gd name="connsiteX934" fmla="*/ 1455302 w 7472601"/>
              <a:gd name="connsiteY934" fmla="*/ 632913 h 6858000"/>
              <a:gd name="connsiteX935" fmla="*/ 1222336 w 7472601"/>
              <a:gd name="connsiteY935" fmla="*/ 9480 h 6858000"/>
              <a:gd name="connsiteX936" fmla="*/ 1214634 w 7472601"/>
              <a:gd name="connsiteY936" fmla="*/ 0 h 6858000"/>
              <a:gd name="connsiteX937" fmla="*/ 1289827 w 7472601"/>
              <a:gd name="connsiteY937" fmla="*/ 0 h 6858000"/>
              <a:gd name="connsiteX938" fmla="*/ 1321076 w 7472601"/>
              <a:gd name="connsiteY938" fmla="*/ 59722 h 6858000"/>
              <a:gd name="connsiteX939" fmla="*/ 1512579 w 7472601"/>
              <a:gd name="connsiteY939" fmla="*/ 626441 h 6858000"/>
              <a:gd name="connsiteX940" fmla="*/ 1506076 w 7472601"/>
              <a:gd name="connsiteY940" fmla="*/ 1089289 h 6858000"/>
              <a:gd name="connsiteX941" fmla="*/ 1486346 w 7472601"/>
              <a:gd name="connsiteY941" fmla="*/ 1079919 h 6858000"/>
              <a:gd name="connsiteX942" fmla="*/ 1070511 w 7472601"/>
              <a:gd name="connsiteY942" fmla="*/ 48609 h 6858000"/>
              <a:gd name="connsiteX943" fmla="*/ 1057230 w 7472601"/>
              <a:gd name="connsiteY943" fmla="*/ 0 h 6858000"/>
              <a:gd name="connsiteX944" fmla="*/ 43151 w 7472601"/>
              <a:gd name="connsiteY944" fmla="*/ 0 h 6858000"/>
              <a:gd name="connsiteX945" fmla="*/ 95283 w 7472601"/>
              <a:gd name="connsiteY945" fmla="*/ 0 h 6858000"/>
              <a:gd name="connsiteX946" fmla="*/ 300708 w 7472601"/>
              <a:gd name="connsiteY946" fmla="*/ 154571 h 6858000"/>
              <a:gd name="connsiteX947" fmla="*/ 530414 w 7472601"/>
              <a:gd name="connsiteY947" fmla="*/ 354673 h 6858000"/>
              <a:gd name="connsiteX948" fmla="*/ 333785 w 7472601"/>
              <a:gd name="connsiteY948" fmla="*/ 161564 h 6858000"/>
              <a:gd name="connsiteX949" fmla="*/ 147005 w 7472601"/>
              <a:gd name="connsiteY949" fmla="*/ 0 h 6858000"/>
              <a:gd name="connsiteX950" fmla="*/ 272509 w 7472601"/>
              <a:gd name="connsiteY950" fmla="*/ 0 h 6858000"/>
              <a:gd name="connsiteX951" fmla="*/ 326276 w 7472601"/>
              <a:gd name="connsiteY951" fmla="*/ 45847 h 6858000"/>
              <a:gd name="connsiteX952" fmla="*/ 823759 w 7472601"/>
              <a:gd name="connsiteY952" fmla="*/ 574145 h 6858000"/>
              <a:gd name="connsiteX953" fmla="*/ 811254 w 7472601"/>
              <a:gd name="connsiteY953" fmla="*/ 665546 h 6858000"/>
              <a:gd name="connsiteX954" fmla="*/ 154042 w 7472601"/>
              <a:gd name="connsiteY954" fmla="*/ 261522 h 6858000"/>
              <a:gd name="connsiteX955" fmla="*/ 13550 w 7472601"/>
              <a:gd name="connsiteY955" fmla="*/ 158423 h 6858000"/>
              <a:gd name="connsiteX956" fmla="*/ 0 w 7472601"/>
              <a:gd name="connsiteY956" fmla="*/ 146618 h 6858000"/>
              <a:gd name="connsiteX957" fmla="*/ 0 w 7472601"/>
              <a:gd name="connsiteY957" fmla="*/ 59161 h 6858000"/>
              <a:gd name="connsiteX958" fmla="*/ 45427 w 7472601"/>
              <a:gd name="connsiteY958" fmla="*/ 101078 h 6858000"/>
              <a:gd name="connsiteX959" fmla="*/ 630103 w 7472601"/>
              <a:gd name="connsiteY959" fmla="*/ 485885 h 6858000"/>
              <a:gd name="connsiteX960" fmla="*/ 532040 w 7472601"/>
              <a:gd name="connsiteY960" fmla="*/ 399359 h 6858000"/>
              <a:gd name="connsiteX961" fmla="*/ 517618 w 7472601"/>
              <a:gd name="connsiteY961" fmla="*/ 385726 h 6858000"/>
              <a:gd name="connsiteX962" fmla="*/ 285074 w 7472601"/>
              <a:gd name="connsiteY962" fmla="*/ 182755 h 6858000"/>
              <a:gd name="connsiteX963" fmla="*/ 43151 w 7472601"/>
              <a:gd name="connsiteY963"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448321 w 7472601"/>
              <a:gd name="connsiteY80" fmla="*/ 6190991 h 6858000"/>
              <a:gd name="connsiteX81" fmla="*/ 7467600 w 7472601"/>
              <a:gd name="connsiteY81" fmla="*/ 6221686 h 6858000"/>
              <a:gd name="connsiteX82" fmla="*/ 7467600 w 7472601"/>
              <a:gd name="connsiteY82" fmla="*/ 6334256 h 6858000"/>
              <a:gd name="connsiteX83" fmla="*/ 7454976 w 7472601"/>
              <a:gd name="connsiteY83" fmla="*/ 6318297 h 6858000"/>
              <a:gd name="connsiteX84" fmla="*/ 1456157 w 7472601"/>
              <a:gd name="connsiteY84" fmla="*/ 5371404 h 6858000"/>
              <a:gd name="connsiteX85" fmla="*/ 1244432 w 7472601"/>
              <a:gd name="connsiteY85" fmla="*/ 5385601 h 6858000"/>
              <a:gd name="connsiteX86" fmla="*/ 973990 w 7472601"/>
              <a:gd name="connsiteY86" fmla="*/ 5424940 h 6858000"/>
              <a:gd name="connsiteX87" fmla="*/ 1103809 w 7472601"/>
              <a:gd name="connsiteY87" fmla="*/ 5433720 h 6858000"/>
              <a:gd name="connsiteX88" fmla="*/ 1123454 w 7472601"/>
              <a:gd name="connsiteY88" fmla="*/ 5435727 h 6858000"/>
              <a:gd name="connsiteX89" fmla="*/ 1737017 w 7472601"/>
              <a:gd name="connsiteY89" fmla="*/ 5452183 h 6858000"/>
              <a:gd name="connsiteX90" fmla="*/ 1824397 w 7472601"/>
              <a:gd name="connsiteY90" fmla="*/ 5447757 h 6858000"/>
              <a:gd name="connsiteX91" fmla="*/ 2070059 w 7472601"/>
              <a:gd name="connsiteY91" fmla="*/ 5441660 h 6858000"/>
              <a:gd name="connsiteX92" fmla="*/ 1456157 w 7472601"/>
              <a:gd name="connsiteY92" fmla="*/ 5371404 h 6858000"/>
              <a:gd name="connsiteX93" fmla="*/ 4988186 w 7472601"/>
              <a:gd name="connsiteY93" fmla="*/ 5216467 h 6858000"/>
              <a:gd name="connsiteX94" fmla="*/ 4777334 w 7472601"/>
              <a:gd name="connsiteY94" fmla="*/ 5406072 h 6858000"/>
              <a:gd name="connsiteX95" fmla="*/ 4718341 w 7472601"/>
              <a:gd name="connsiteY95" fmla="*/ 5468043 h 6858000"/>
              <a:gd name="connsiteX96" fmla="*/ 4604655 w 7472601"/>
              <a:gd name="connsiteY96" fmla="*/ 5583434 h 6858000"/>
              <a:gd name="connsiteX97" fmla="*/ 4565074 w 7472601"/>
              <a:gd name="connsiteY97" fmla="*/ 5618550 h 6858000"/>
              <a:gd name="connsiteX98" fmla="*/ 4988186 w 7472601"/>
              <a:gd name="connsiteY98" fmla="*/ 5216467 h 6858000"/>
              <a:gd name="connsiteX99" fmla="*/ 4978032 w 7472601"/>
              <a:gd name="connsiteY99" fmla="*/ 5183809 h 6858000"/>
              <a:gd name="connsiteX100" fmla="*/ 4463413 w 7472601"/>
              <a:gd name="connsiteY100" fmla="*/ 5615162 h 6858000"/>
              <a:gd name="connsiteX101" fmla="*/ 4358134 w 7472601"/>
              <a:gd name="connsiteY101" fmla="*/ 5742791 h 6858000"/>
              <a:gd name="connsiteX102" fmla="*/ 4376219 w 7472601"/>
              <a:gd name="connsiteY102" fmla="*/ 5729027 h 6858000"/>
              <a:gd name="connsiteX103" fmla="*/ 4582340 w 7472601"/>
              <a:gd name="connsiteY103" fmla="*/ 5561037 h 6858000"/>
              <a:gd name="connsiteX104" fmla="*/ 4694684 w 7472601"/>
              <a:gd name="connsiteY104" fmla="*/ 5447098 h 6858000"/>
              <a:gd name="connsiteX105" fmla="*/ 4754123 w 7472601"/>
              <a:gd name="connsiteY105" fmla="*/ 5384643 h 6858000"/>
              <a:gd name="connsiteX106" fmla="*/ 4978032 w 7472601"/>
              <a:gd name="connsiteY106" fmla="*/ 5183809 h 6858000"/>
              <a:gd name="connsiteX107" fmla="*/ 1903353 w 7472601"/>
              <a:gd name="connsiteY107" fmla="*/ 5044827 h 6858000"/>
              <a:gd name="connsiteX108" fmla="*/ 1936931 w 7472601"/>
              <a:gd name="connsiteY108" fmla="*/ 5093954 h 6858000"/>
              <a:gd name="connsiteX109" fmla="*/ 2195868 w 7472601"/>
              <a:gd name="connsiteY109" fmla="*/ 5396574 h 6858000"/>
              <a:gd name="connsiteX110" fmla="*/ 2088852 w 7472601"/>
              <a:gd name="connsiteY110" fmla="*/ 5166123 h 6858000"/>
              <a:gd name="connsiteX111" fmla="*/ 1958241 w 7472601"/>
              <a:gd name="connsiteY111" fmla="*/ 5067955 h 6858000"/>
              <a:gd name="connsiteX112" fmla="*/ 1903353 w 7472601"/>
              <a:gd name="connsiteY112" fmla="*/ 5044827 h 6858000"/>
              <a:gd name="connsiteX113" fmla="*/ 1979378 w 7472601"/>
              <a:gd name="connsiteY113" fmla="*/ 4769504 h 6858000"/>
              <a:gd name="connsiteX114" fmla="*/ 2882120 w 7472601"/>
              <a:gd name="connsiteY114" fmla="*/ 5064547 h 6858000"/>
              <a:gd name="connsiteX115" fmla="*/ 2793103 w 7472601"/>
              <a:gd name="connsiteY115" fmla="*/ 5039699 h 6858000"/>
              <a:gd name="connsiteX116" fmla="*/ 2770041 w 7472601"/>
              <a:gd name="connsiteY116" fmla="*/ 5033634 h 6858000"/>
              <a:gd name="connsiteX117" fmla="*/ 1979378 w 7472601"/>
              <a:gd name="connsiteY117" fmla="*/ 4769504 h 6858000"/>
              <a:gd name="connsiteX118" fmla="*/ 1927410 w 7472601"/>
              <a:gd name="connsiteY118" fmla="*/ 4716164 h 6858000"/>
              <a:gd name="connsiteX119" fmla="*/ 1959587 w 7472601"/>
              <a:gd name="connsiteY119" fmla="*/ 4728849 h 6858000"/>
              <a:gd name="connsiteX120" fmla="*/ 2777707 w 7472601"/>
              <a:gd name="connsiteY120" fmla="*/ 5003991 h 6858000"/>
              <a:gd name="connsiteX121" fmla="*/ 2800768 w 7472601"/>
              <a:gd name="connsiteY121" fmla="*/ 5010056 h 6858000"/>
              <a:gd name="connsiteX122" fmla="*/ 2879408 w 7472601"/>
              <a:gd name="connsiteY122" fmla="*/ 5031590 h 6858000"/>
              <a:gd name="connsiteX123" fmla="*/ 2862295 w 7472601"/>
              <a:gd name="connsiteY123" fmla="*/ 5022958 h 6858000"/>
              <a:gd name="connsiteX124" fmla="*/ 2813343 w 7472601"/>
              <a:gd name="connsiteY124" fmla="*/ 4998369 h 6858000"/>
              <a:gd name="connsiteX125" fmla="*/ 2646245 w 7472601"/>
              <a:gd name="connsiteY125" fmla="*/ 4930999 h 6858000"/>
              <a:gd name="connsiteX126" fmla="*/ 1999243 w 7472601"/>
              <a:gd name="connsiteY126" fmla="*/ 4730524 h 6858000"/>
              <a:gd name="connsiteX127" fmla="*/ 1979527 w 7472601"/>
              <a:gd name="connsiteY127" fmla="*/ 4726651 h 6858000"/>
              <a:gd name="connsiteX128" fmla="*/ 1927410 w 7472601"/>
              <a:gd name="connsiteY128" fmla="*/ 4716164 h 6858000"/>
              <a:gd name="connsiteX129" fmla="*/ 1997014 w 7472601"/>
              <a:gd name="connsiteY129" fmla="*/ 4698007 h 6858000"/>
              <a:gd name="connsiteX130" fmla="*/ 2005458 w 7472601"/>
              <a:gd name="connsiteY130" fmla="*/ 4699540 h 6858000"/>
              <a:gd name="connsiteX131" fmla="*/ 2657186 w 7472601"/>
              <a:gd name="connsiteY131" fmla="*/ 4901687 h 6858000"/>
              <a:gd name="connsiteX132" fmla="*/ 2826662 w 7472601"/>
              <a:gd name="connsiteY132" fmla="*/ 4970362 h 6858000"/>
              <a:gd name="connsiteX133" fmla="*/ 2876100 w 7472601"/>
              <a:gd name="connsiteY133" fmla="*/ 4995397 h 6858000"/>
              <a:gd name="connsiteX134" fmla="*/ 3042600 w 7472601"/>
              <a:gd name="connsiteY134" fmla="*/ 5059532 h 6858000"/>
              <a:gd name="connsiteX135" fmla="*/ 1997014 w 7472601"/>
              <a:gd name="connsiteY135" fmla="*/ 4698007 h 6858000"/>
              <a:gd name="connsiteX136" fmla="*/ 2305292 w 7472601"/>
              <a:gd name="connsiteY136" fmla="*/ 4219492 h 6858000"/>
              <a:gd name="connsiteX137" fmla="*/ 3360922 w 7472601"/>
              <a:gd name="connsiteY137" fmla="*/ 4529373 h 6858000"/>
              <a:gd name="connsiteX138" fmla="*/ 3492420 w 7472601"/>
              <a:gd name="connsiteY138" fmla="*/ 4510145 h 6858000"/>
              <a:gd name="connsiteX139" fmla="*/ 3364086 w 7472601"/>
              <a:gd name="connsiteY139" fmla="*/ 4480340 h 6858000"/>
              <a:gd name="connsiteX140" fmla="*/ 3225818 w 7472601"/>
              <a:gd name="connsiteY140" fmla="*/ 4411822 h 6858000"/>
              <a:gd name="connsiteX141" fmla="*/ 3129696 w 7472601"/>
              <a:gd name="connsiteY141" fmla="*/ 4360704 h 6858000"/>
              <a:gd name="connsiteX142" fmla="*/ 2814545 w 7472601"/>
              <a:gd name="connsiteY142" fmla="*/ 4282955 h 6858000"/>
              <a:gd name="connsiteX143" fmla="*/ 2305292 w 7472601"/>
              <a:gd name="connsiteY143" fmla="*/ 4219492 h 6858000"/>
              <a:gd name="connsiteX144" fmla="*/ 2626982 w 7472601"/>
              <a:gd name="connsiteY144" fmla="*/ 4206450 h 6858000"/>
              <a:gd name="connsiteX145" fmla="*/ 2490617 w 7472601"/>
              <a:gd name="connsiteY145" fmla="*/ 4206951 h 6858000"/>
              <a:gd name="connsiteX146" fmla="*/ 2819869 w 7472601"/>
              <a:gd name="connsiteY146" fmla="*/ 4252936 h 6858000"/>
              <a:gd name="connsiteX147" fmla="*/ 3143018 w 7472601"/>
              <a:gd name="connsiteY147" fmla="*/ 4332698 h 6858000"/>
              <a:gd name="connsiteX148" fmla="*/ 3241520 w 7472601"/>
              <a:gd name="connsiteY148" fmla="*/ 4385112 h 6858000"/>
              <a:gd name="connsiteX149" fmla="*/ 3374575 w 7472601"/>
              <a:gd name="connsiteY149" fmla="*/ 4451517 h 6858000"/>
              <a:gd name="connsiteX150" fmla="*/ 3505221 w 7472601"/>
              <a:gd name="connsiteY150" fmla="*/ 4480757 h 6858000"/>
              <a:gd name="connsiteX151" fmla="*/ 2626982 w 7472601"/>
              <a:gd name="connsiteY151" fmla="*/ 4206450 h 6858000"/>
              <a:gd name="connsiteX152" fmla="*/ 1310106 w 7472601"/>
              <a:gd name="connsiteY152" fmla="*/ 3943217 h 6858000"/>
              <a:gd name="connsiteX153" fmla="*/ 854994 w 7472601"/>
              <a:gd name="connsiteY153" fmla="*/ 4399136 h 6858000"/>
              <a:gd name="connsiteX154" fmla="*/ 742462 w 7472601"/>
              <a:gd name="connsiteY154" fmla="*/ 4594648 h 6858000"/>
              <a:gd name="connsiteX155" fmla="*/ 820602 w 7472601"/>
              <a:gd name="connsiteY155" fmla="*/ 4485915 h 6858000"/>
              <a:gd name="connsiteX156" fmla="*/ 878295 w 7472601"/>
              <a:gd name="connsiteY156" fmla="*/ 4403594 h 6858000"/>
              <a:gd name="connsiteX157" fmla="*/ 1240607 w 7472601"/>
              <a:gd name="connsiteY157" fmla="*/ 4010401 h 6858000"/>
              <a:gd name="connsiteX158" fmla="*/ 1310106 w 7472601"/>
              <a:gd name="connsiteY158" fmla="*/ 3943217 h 6858000"/>
              <a:gd name="connsiteX159" fmla="*/ 1423113 w 7472601"/>
              <a:gd name="connsiteY159" fmla="*/ 3874565 h 6858000"/>
              <a:gd name="connsiteX160" fmla="*/ 1260565 w 7472601"/>
              <a:gd name="connsiteY160" fmla="*/ 4031982 h 6858000"/>
              <a:gd name="connsiteX161" fmla="*/ 901900 w 7472601"/>
              <a:gd name="connsiteY161" fmla="*/ 4421236 h 6858000"/>
              <a:gd name="connsiteX162" fmla="*/ 845044 w 7472601"/>
              <a:gd name="connsiteY162" fmla="*/ 4502436 h 6858000"/>
              <a:gd name="connsiteX163" fmla="*/ 685926 w 7472601"/>
              <a:gd name="connsiteY163" fmla="*/ 4703069 h 6858000"/>
              <a:gd name="connsiteX164" fmla="*/ 684248 w 7472601"/>
              <a:gd name="connsiteY164" fmla="*/ 4706721 h 6858000"/>
              <a:gd name="connsiteX165" fmla="*/ 1423113 w 7472601"/>
              <a:gd name="connsiteY165" fmla="*/ 3874565 h 6858000"/>
              <a:gd name="connsiteX166" fmla="*/ 3316479 w 7472601"/>
              <a:gd name="connsiteY166" fmla="*/ 3872136 h 6858000"/>
              <a:gd name="connsiteX167" fmla="*/ 3546806 w 7472601"/>
              <a:gd name="connsiteY167" fmla="*/ 4356139 h 6858000"/>
              <a:gd name="connsiteX168" fmla="*/ 3364433 w 7472601"/>
              <a:gd name="connsiteY168" fmla="*/ 3953121 h 6858000"/>
              <a:gd name="connsiteX169" fmla="*/ 3316479 w 7472601"/>
              <a:gd name="connsiteY169" fmla="*/ 3872136 h 6858000"/>
              <a:gd name="connsiteX170" fmla="*/ 3291335 w 7472601"/>
              <a:gd name="connsiteY170" fmla="*/ 3767420 h 6858000"/>
              <a:gd name="connsiteX171" fmla="*/ 3390805 w 7472601"/>
              <a:gd name="connsiteY171" fmla="*/ 3937163 h 6858000"/>
              <a:gd name="connsiteX172" fmla="*/ 3579062 w 7472601"/>
              <a:gd name="connsiteY172" fmla="*/ 4359040 h 6858000"/>
              <a:gd name="connsiteX173" fmla="*/ 3467355 w 7472601"/>
              <a:gd name="connsiteY173" fmla="*/ 3988130 h 6858000"/>
              <a:gd name="connsiteX174" fmla="*/ 3310753 w 7472601"/>
              <a:gd name="connsiteY174" fmla="*/ 3787140 h 6858000"/>
              <a:gd name="connsiteX175" fmla="*/ 3291335 w 7472601"/>
              <a:gd name="connsiteY175" fmla="*/ 3767420 h 6858000"/>
              <a:gd name="connsiteX176" fmla="*/ 1635889 w 7472601"/>
              <a:gd name="connsiteY176" fmla="*/ 3709494 h 6858000"/>
              <a:gd name="connsiteX177" fmla="*/ 1634800 w 7472601"/>
              <a:gd name="connsiteY177" fmla="*/ 3731111 h 6858000"/>
              <a:gd name="connsiteX178" fmla="*/ 1635889 w 7472601"/>
              <a:gd name="connsiteY178" fmla="*/ 3709494 h 6858000"/>
              <a:gd name="connsiteX179" fmla="*/ 1510397 w 7472601"/>
              <a:gd name="connsiteY179" fmla="*/ 3684705 h 6858000"/>
              <a:gd name="connsiteX180" fmla="*/ 1146550 w 7472601"/>
              <a:gd name="connsiteY180" fmla="*/ 3802012 h 6858000"/>
              <a:gd name="connsiteX181" fmla="*/ 698834 w 7472601"/>
              <a:gd name="connsiteY181" fmla="*/ 3952272 h 6858000"/>
              <a:gd name="connsiteX182" fmla="*/ 34256 w 7472601"/>
              <a:gd name="connsiteY182" fmla="*/ 4347603 h 6858000"/>
              <a:gd name="connsiteX183" fmla="*/ 527241 w 7472601"/>
              <a:gd name="connsiteY183" fmla="*/ 4065078 h 6858000"/>
              <a:gd name="connsiteX184" fmla="*/ 1510397 w 7472601"/>
              <a:gd name="connsiteY184" fmla="*/ 3684705 h 6858000"/>
              <a:gd name="connsiteX185" fmla="*/ 1313114 w 7472601"/>
              <a:gd name="connsiteY185" fmla="*/ 3655216 h 6858000"/>
              <a:gd name="connsiteX186" fmla="*/ 1109304 w 7472601"/>
              <a:gd name="connsiteY186" fmla="*/ 3669030 h 6858000"/>
              <a:gd name="connsiteX187" fmla="*/ 8129 w 7472601"/>
              <a:gd name="connsiteY187" fmla="*/ 4330519 h 6858000"/>
              <a:gd name="connsiteX188" fmla="*/ 687572 w 7472601"/>
              <a:gd name="connsiteY188" fmla="*/ 3925629 h 6858000"/>
              <a:gd name="connsiteX189" fmla="*/ 1138365 w 7472601"/>
              <a:gd name="connsiteY189" fmla="*/ 3774515 h 6858000"/>
              <a:gd name="connsiteX190" fmla="*/ 1505579 w 7472601"/>
              <a:gd name="connsiteY190" fmla="*/ 3655526 h 6858000"/>
              <a:gd name="connsiteX191" fmla="*/ 1313114 w 7472601"/>
              <a:gd name="connsiteY191" fmla="*/ 3655216 h 6858000"/>
              <a:gd name="connsiteX192" fmla="*/ 3655073 w 7472601"/>
              <a:gd name="connsiteY192" fmla="*/ 3650884 h 6858000"/>
              <a:gd name="connsiteX193" fmla="*/ 3989938 w 7472601"/>
              <a:gd name="connsiteY193" fmla="*/ 3991685 h 6858000"/>
              <a:gd name="connsiteX194" fmla="*/ 4393907 w 7472601"/>
              <a:gd name="connsiteY194" fmla="*/ 4261258 h 6858000"/>
              <a:gd name="connsiteX195" fmla="*/ 4648051 w 7472601"/>
              <a:gd name="connsiteY195" fmla="*/ 4374051 h 6858000"/>
              <a:gd name="connsiteX196" fmla="*/ 4383389 w 7472601"/>
              <a:gd name="connsiteY196" fmla="*/ 4184369 h 6858000"/>
              <a:gd name="connsiteX197" fmla="*/ 4165508 w 7472601"/>
              <a:gd name="connsiteY197" fmla="*/ 4035196 h 6858000"/>
              <a:gd name="connsiteX198" fmla="*/ 4068162 w 7472601"/>
              <a:gd name="connsiteY198" fmla="*/ 3953394 h 6858000"/>
              <a:gd name="connsiteX199" fmla="*/ 3981416 w 7472601"/>
              <a:gd name="connsiteY199" fmla="*/ 3880482 h 6858000"/>
              <a:gd name="connsiteX200" fmla="*/ 3800147 w 7472601"/>
              <a:gd name="connsiteY200" fmla="*/ 3749872 h 6858000"/>
              <a:gd name="connsiteX201" fmla="*/ 3655073 w 7472601"/>
              <a:gd name="connsiteY201" fmla="*/ 3650884 h 6858000"/>
              <a:gd name="connsiteX202" fmla="*/ 3670252 w 7472601"/>
              <a:gd name="connsiteY202" fmla="*/ 3622798 h 6858000"/>
              <a:gd name="connsiteX203" fmla="*/ 3817258 w 7472601"/>
              <a:gd name="connsiteY203" fmla="*/ 3723577 h 6858000"/>
              <a:gd name="connsiteX204" fmla="*/ 4000461 w 7472601"/>
              <a:gd name="connsiteY204" fmla="*/ 3855966 h 6858000"/>
              <a:gd name="connsiteX205" fmla="*/ 4088180 w 7472601"/>
              <a:gd name="connsiteY205" fmla="*/ 3929774 h 6858000"/>
              <a:gd name="connsiteX206" fmla="*/ 4184555 w 7472601"/>
              <a:gd name="connsiteY206" fmla="*/ 4010683 h 6858000"/>
              <a:gd name="connsiteX207" fmla="*/ 4399563 w 7472601"/>
              <a:gd name="connsiteY207" fmla="*/ 4158106 h 6858000"/>
              <a:gd name="connsiteX208" fmla="*/ 4684469 w 7472601"/>
              <a:gd name="connsiteY208" fmla="*/ 4364680 h 6858000"/>
              <a:gd name="connsiteX209" fmla="*/ 4690271 w 7472601"/>
              <a:gd name="connsiteY209" fmla="*/ 4370034 h 6858000"/>
              <a:gd name="connsiteX210" fmla="*/ 4136093 w 7472601"/>
              <a:gd name="connsiteY210" fmla="*/ 3858466 h 6858000"/>
              <a:gd name="connsiteX211" fmla="*/ 3670252 w 7472601"/>
              <a:gd name="connsiteY211" fmla="*/ 3622798 h 6858000"/>
              <a:gd name="connsiteX212" fmla="*/ 4440129 w 7472601"/>
              <a:gd name="connsiteY212" fmla="*/ 3448571 h 6858000"/>
              <a:gd name="connsiteX213" fmla="*/ 4856525 w 7472601"/>
              <a:gd name="connsiteY213" fmla="*/ 3915351 h 6858000"/>
              <a:gd name="connsiteX214" fmla="*/ 5059055 w 7472601"/>
              <a:gd name="connsiteY214" fmla="*/ 4108918 h 6858000"/>
              <a:gd name="connsiteX215" fmla="*/ 5290070 w 7472601"/>
              <a:gd name="connsiteY215" fmla="*/ 4263619 h 6858000"/>
              <a:gd name="connsiteX216" fmla="*/ 4834991 w 7472601"/>
              <a:gd name="connsiteY216" fmla="*/ 3830985 h 6858000"/>
              <a:gd name="connsiteX217" fmla="*/ 4440129 w 7472601"/>
              <a:gd name="connsiteY217" fmla="*/ 3448571 h 6858000"/>
              <a:gd name="connsiteX218" fmla="*/ 4441737 w 7472601"/>
              <a:gd name="connsiteY218" fmla="*/ 3399734 h 6858000"/>
              <a:gd name="connsiteX219" fmla="*/ 4431236 w 7472601"/>
              <a:gd name="connsiteY219" fmla="*/ 3400954 h 6858000"/>
              <a:gd name="connsiteX220" fmla="*/ 4557150 w 7472601"/>
              <a:gd name="connsiteY220" fmla="*/ 3510023 h 6858000"/>
              <a:gd name="connsiteX221" fmla="*/ 4856936 w 7472601"/>
              <a:gd name="connsiteY221" fmla="*/ 3809146 h 6858000"/>
              <a:gd name="connsiteX222" fmla="*/ 5111996 w 7472601"/>
              <a:gd name="connsiteY222" fmla="*/ 4065759 h 6858000"/>
              <a:gd name="connsiteX223" fmla="*/ 5388878 w 7472601"/>
              <a:gd name="connsiteY223" fmla="*/ 4300185 h 6858000"/>
              <a:gd name="connsiteX224" fmla="*/ 5425556 w 7472601"/>
              <a:gd name="connsiteY224" fmla="*/ 4308967 h 6858000"/>
              <a:gd name="connsiteX225" fmla="*/ 4943646 w 7472601"/>
              <a:gd name="connsiteY225" fmla="*/ 3822916 h 6858000"/>
              <a:gd name="connsiteX226" fmla="*/ 4594837 w 7472601"/>
              <a:gd name="connsiteY226" fmla="*/ 3532274 h 6858000"/>
              <a:gd name="connsiteX227" fmla="*/ 4441737 w 7472601"/>
              <a:gd name="connsiteY227" fmla="*/ 3399734 h 6858000"/>
              <a:gd name="connsiteX228" fmla="*/ 5425834 w 7472601"/>
              <a:gd name="connsiteY228" fmla="*/ 3162785 h 6858000"/>
              <a:gd name="connsiteX229" fmla="*/ 5401644 w 7472601"/>
              <a:gd name="connsiteY229" fmla="*/ 3617847 h 6858000"/>
              <a:gd name="connsiteX230" fmla="*/ 5467256 w 7472601"/>
              <a:gd name="connsiteY230" fmla="*/ 4175494 h 6858000"/>
              <a:gd name="connsiteX231" fmla="*/ 5448069 w 7472601"/>
              <a:gd name="connsiteY231" fmla="*/ 3567554 h 6858000"/>
              <a:gd name="connsiteX232" fmla="*/ 5425834 w 7472601"/>
              <a:gd name="connsiteY232" fmla="*/ 3162785 h 6858000"/>
              <a:gd name="connsiteX233" fmla="*/ 1318687 w 7472601"/>
              <a:gd name="connsiteY233" fmla="*/ 3113840 h 6858000"/>
              <a:gd name="connsiteX234" fmla="*/ 1066793 w 7472601"/>
              <a:gd name="connsiteY234" fmla="*/ 3212171 h 6858000"/>
              <a:gd name="connsiteX235" fmla="*/ 993319 w 7472601"/>
              <a:gd name="connsiteY235" fmla="*/ 3247648 h 6858000"/>
              <a:gd name="connsiteX236" fmla="*/ 853081 w 7472601"/>
              <a:gd name="connsiteY236" fmla="*/ 3312410 h 6858000"/>
              <a:gd name="connsiteX237" fmla="*/ 805957 w 7472601"/>
              <a:gd name="connsiteY237" fmla="*/ 3330443 h 6858000"/>
              <a:gd name="connsiteX238" fmla="*/ 1318687 w 7472601"/>
              <a:gd name="connsiteY238" fmla="*/ 3113840 h 6858000"/>
              <a:gd name="connsiteX239" fmla="*/ 5453702 w 7472601"/>
              <a:gd name="connsiteY239" fmla="*/ 3090882 h 6858000"/>
              <a:gd name="connsiteX240" fmla="*/ 5480135 w 7472601"/>
              <a:gd name="connsiteY240" fmla="*/ 3565802 h 6858000"/>
              <a:gd name="connsiteX241" fmla="*/ 5499023 w 7472601"/>
              <a:gd name="connsiteY241" fmla="*/ 4166310 h 6858000"/>
              <a:gd name="connsiteX242" fmla="*/ 5547022 w 7472601"/>
              <a:gd name="connsiteY242" fmla="*/ 3607838 h 6858000"/>
              <a:gd name="connsiteX243" fmla="*/ 5515964 w 7472601"/>
              <a:gd name="connsiteY243" fmla="*/ 3378541 h 6858000"/>
              <a:gd name="connsiteX244" fmla="*/ 5453702 w 7472601"/>
              <a:gd name="connsiteY244" fmla="*/ 3090882 h 6858000"/>
              <a:gd name="connsiteX245" fmla="*/ 1238695 w 7472601"/>
              <a:gd name="connsiteY245" fmla="*/ 3076820 h 6858000"/>
              <a:gd name="connsiteX246" fmla="*/ 716371 w 7472601"/>
              <a:gd name="connsiteY246" fmla="*/ 3293249 h 6858000"/>
              <a:gd name="connsiteX247" fmla="*/ 579522 w 7472601"/>
              <a:gd name="connsiteY247" fmla="*/ 3371759 h 6858000"/>
              <a:gd name="connsiteX248" fmla="*/ 600288 w 7472601"/>
              <a:gd name="connsiteY248" fmla="*/ 3365555 h 6858000"/>
              <a:gd name="connsiteX249" fmla="*/ 840692 w 7472601"/>
              <a:gd name="connsiteY249" fmla="*/ 3284921 h 6858000"/>
              <a:gd name="connsiteX250" fmla="*/ 979248 w 7472601"/>
              <a:gd name="connsiteY250" fmla="*/ 3221003 h 6858000"/>
              <a:gd name="connsiteX251" fmla="*/ 1053282 w 7472601"/>
              <a:gd name="connsiteY251" fmla="*/ 3185247 h 6858000"/>
              <a:gd name="connsiteX252" fmla="*/ 1320603 w 7472601"/>
              <a:gd name="connsiteY252" fmla="*/ 3081281 h 6858000"/>
              <a:gd name="connsiteX253" fmla="*/ 1238695 w 7472601"/>
              <a:gd name="connsiteY253" fmla="*/ 3076820 h 6858000"/>
              <a:gd name="connsiteX254" fmla="*/ 5425627 w 7472601"/>
              <a:gd name="connsiteY254" fmla="*/ 2954192 h 6858000"/>
              <a:gd name="connsiteX255" fmla="*/ 5470770 w 7472601"/>
              <a:gd name="connsiteY255" fmla="*/ 3005435 h 6858000"/>
              <a:gd name="connsiteX256" fmla="*/ 5519779 w 7472601"/>
              <a:gd name="connsiteY256" fmla="*/ 4359223 h 6858000"/>
              <a:gd name="connsiteX257" fmla="*/ 5520293 w 7472601"/>
              <a:gd name="connsiteY257" fmla="*/ 4360602 h 6858000"/>
              <a:gd name="connsiteX258" fmla="*/ 5767221 w 7472601"/>
              <a:gd name="connsiteY258" fmla="*/ 4665564 h 6858000"/>
              <a:gd name="connsiteX259" fmla="*/ 6937169 w 7472601"/>
              <a:gd name="connsiteY259" fmla="*/ 4815941 h 6858000"/>
              <a:gd name="connsiteX260" fmla="*/ 6953922 w 7472601"/>
              <a:gd name="connsiteY260" fmla="*/ 4890068 h 6858000"/>
              <a:gd name="connsiteX261" fmla="*/ 6071359 w 7472601"/>
              <a:gd name="connsiteY261" fmla="*/ 4770770 h 6858000"/>
              <a:gd name="connsiteX262" fmla="*/ 6038839 w 7472601"/>
              <a:gd name="connsiteY262" fmla="*/ 4764474 h 6858000"/>
              <a:gd name="connsiteX263" fmla="*/ 6038706 w 7472601"/>
              <a:gd name="connsiteY263" fmla="*/ 4763847 h 6858000"/>
              <a:gd name="connsiteX264" fmla="*/ 6037784 w 7472601"/>
              <a:gd name="connsiteY264" fmla="*/ 4764270 h 6858000"/>
              <a:gd name="connsiteX265" fmla="*/ 6038839 w 7472601"/>
              <a:gd name="connsiteY265" fmla="*/ 4764474 h 6858000"/>
              <a:gd name="connsiteX266" fmla="*/ 6040338 w 7472601"/>
              <a:gd name="connsiteY266" fmla="*/ 4771418 h 6858000"/>
              <a:gd name="connsiteX267" fmla="*/ 6024488 w 7472601"/>
              <a:gd name="connsiteY267" fmla="*/ 4809903 h 6858000"/>
              <a:gd name="connsiteX268" fmla="*/ 5599771 w 7472601"/>
              <a:gd name="connsiteY268" fmla="*/ 5509652 h 6858000"/>
              <a:gd name="connsiteX269" fmla="*/ 5548843 w 7472601"/>
              <a:gd name="connsiteY269" fmla="*/ 5563845 h 6858000"/>
              <a:gd name="connsiteX270" fmla="*/ 5940952 w 7472601"/>
              <a:gd name="connsiteY270" fmla="*/ 6250028 h 6858000"/>
              <a:gd name="connsiteX271" fmla="*/ 6043441 w 7472601"/>
              <a:gd name="connsiteY271" fmla="*/ 6665847 h 6858000"/>
              <a:gd name="connsiteX272" fmla="*/ 6093432 w 7472601"/>
              <a:gd name="connsiteY272" fmla="*/ 6858000 h 6858000"/>
              <a:gd name="connsiteX273" fmla="*/ 6034344 w 7472601"/>
              <a:gd name="connsiteY273" fmla="*/ 6858000 h 6858000"/>
              <a:gd name="connsiteX274" fmla="*/ 6026679 w 7472601"/>
              <a:gd name="connsiteY274" fmla="*/ 6836959 h 6858000"/>
              <a:gd name="connsiteX275" fmla="*/ 5800441 w 7472601"/>
              <a:gd name="connsiteY275" fmla="*/ 6335286 h 6858000"/>
              <a:gd name="connsiteX276" fmla="*/ 5526562 w 7472601"/>
              <a:gd name="connsiteY276" fmla="*/ 5705388 h 6858000"/>
              <a:gd name="connsiteX277" fmla="*/ 5519640 w 7472601"/>
              <a:gd name="connsiteY277" fmla="*/ 5683774 h 6858000"/>
              <a:gd name="connsiteX278" fmla="*/ 5844559 w 7472601"/>
              <a:gd name="connsiteY278" fmla="*/ 6553349 h 6858000"/>
              <a:gd name="connsiteX279" fmla="*/ 5975994 w 7472601"/>
              <a:gd name="connsiteY279" fmla="*/ 6858000 h 6858000"/>
              <a:gd name="connsiteX280" fmla="*/ 5898547 w 7472601"/>
              <a:gd name="connsiteY280" fmla="*/ 6858000 h 6858000"/>
              <a:gd name="connsiteX281" fmla="*/ 5682041 w 7472601"/>
              <a:gd name="connsiteY281" fmla="*/ 6355860 h 6858000"/>
              <a:gd name="connsiteX282" fmla="*/ 5461758 w 7472601"/>
              <a:gd name="connsiteY282" fmla="*/ 5820220 h 6858000"/>
              <a:gd name="connsiteX283" fmla="*/ 5237282 w 7472601"/>
              <a:gd name="connsiteY283" fmla="*/ 6579086 h 6858000"/>
              <a:gd name="connsiteX284" fmla="*/ 5115009 w 7472601"/>
              <a:gd name="connsiteY284" fmla="*/ 6858000 h 6858000"/>
              <a:gd name="connsiteX285" fmla="*/ 5028074 w 7472601"/>
              <a:gd name="connsiteY285" fmla="*/ 6858000 h 6858000"/>
              <a:gd name="connsiteX286" fmla="*/ 5079508 w 7472601"/>
              <a:gd name="connsiteY286" fmla="*/ 6749074 h 6858000"/>
              <a:gd name="connsiteX287" fmla="*/ 5371846 w 7472601"/>
              <a:gd name="connsiteY287" fmla="*/ 5924413 h 6858000"/>
              <a:gd name="connsiteX288" fmla="*/ 5270512 w 7472601"/>
              <a:gd name="connsiteY288" fmla="*/ 6138975 h 6858000"/>
              <a:gd name="connsiteX289" fmla="*/ 5062409 w 7472601"/>
              <a:gd name="connsiteY289" fmla="*/ 6653544 h 6858000"/>
              <a:gd name="connsiteX290" fmla="*/ 5036628 w 7472601"/>
              <a:gd name="connsiteY290" fmla="*/ 6754247 h 6858000"/>
              <a:gd name="connsiteX291" fmla="*/ 5009112 w 7472601"/>
              <a:gd name="connsiteY291" fmla="*/ 6858000 h 6858000"/>
              <a:gd name="connsiteX292" fmla="*/ 4976679 w 7472601"/>
              <a:gd name="connsiteY292" fmla="*/ 6858000 h 6858000"/>
              <a:gd name="connsiteX293" fmla="*/ 5006537 w 7472601"/>
              <a:gd name="connsiteY293" fmla="*/ 6747068 h 6858000"/>
              <a:gd name="connsiteX294" fmla="*/ 5032723 w 7472601"/>
              <a:gd name="connsiteY294" fmla="*/ 6644957 h 6858000"/>
              <a:gd name="connsiteX295" fmla="*/ 5242949 w 7472601"/>
              <a:gd name="connsiteY295" fmla="*/ 6125175 h 6858000"/>
              <a:gd name="connsiteX296" fmla="*/ 5286321 w 7472601"/>
              <a:gd name="connsiteY296" fmla="*/ 6033555 h 6858000"/>
              <a:gd name="connsiteX297" fmla="*/ 5008210 w 7472601"/>
              <a:gd name="connsiteY297" fmla="*/ 6649194 h 6858000"/>
              <a:gd name="connsiteX298" fmla="*/ 4986321 w 7472601"/>
              <a:gd name="connsiteY298" fmla="*/ 6765687 h 6858000"/>
              <a:gd name="connsiteX299" fmla="*/ 4973474 w 7472601"/>
              <a:gd name="connsiteY299" fmla="*/ 6858000 h 6858000"/>
              <a:gd name="connsiteX300" fmla="*/ 4907178 w 7472601"/>
              <a:gd name="connsiteY300" fmla="*/ 6858000 h 6858000"/>
              <a:gd name="connsiteX301" fmla="*/ 4910810 w 7472601"/>
              <a:gd name="connsiteY301" fmla="*/ 6829660 h 6858000"/>
              <a:gd name="connsiteX302" fmla="*/ 4987461 w 7472601"/>
              <a:gd name="connsiteY302" fmla="*/ 6432994 h 6858000"/>
              <a:gd name="connsiteX303" fmla="*/ 5179262 w 7472601"/>
              <a:gd name="connsiteY303" fmla="*/ 6035044 h 6858000"/>
              <a:gd name="connsiteX304" fmla="*/ 4689678 w 7472601"/>
              <a:gd name="connsiteY304" fmla="*/ 6440241 h 6858000"/>
              <a:gd name="connsiteX305" fmla="*/ 4477543 w 7472601"/>
              <a:gd name="connsiteY305" fmla="*/ 6674836 h 6858000"/>
              <a:gd name="connsiteX306" fmla="*/ 4329957 w 7472601"/>
              <a:gd name="connsiteY306" fmla="*/ 6858000 h 6858000"/>
              <a:gd name="connsiteX307" fmla="*/ 4218595 w 7472601"/>
              <a:gd name="connsiteY307" fmla="*/ 6858000 h 6858000"/>
              <a:gd name="connsiteX308" fmla="*/ 4368888 w 7472601"/>
              <a:gd name="connsiteY308" fmla="*/ 6668412 h 6858000"/>
              <a:gd name="connsiteX309" fmla="*/ 4563091 w 7472601"/>
              <a:gd name="connsiteY309" fmla="*/ 6442508 h 6858000"/>
              <a:gd name="connsiteX310" fmla="*/ 5387324 w 7472601"/>
              <a:gd name="connsiteY310" fmla="*/ 5705830 h 6858000"/>
              <a:gd name="connsiteX311" fmla="*/ 5073620 w 7472601"/>
              <a:gd name="connsiteY311" fmla="*/ 5955437 h 6858000"/>
              <a:gd name="connsiteX312" fmla="*/ 4689789 w 7472601"/>
              <a:gd name="connsiteY312" fmla="*/ 6268382 h 6858000"/>
              <a:gd name="connsiteX313" fmla="*/ 4418722 w 7472601"/>
              <a:gd name="connsiteY313" fmla="*/ 6570886 h 6858000"/>
              <a:gd name="connsiteX314" fmla="*/ 4214944 w 7472601"/>
              <a:gd name="connsiteY314" fmla="*/ 6858000 h 6858000"/>
              <a:gd name="connsiteX315" fmla="*/ 4177898 w 7472601"/>
              <a:gd name="connsiteY315" fmla="*/ 6858000 h 6858000"/>
              <a:gd name="connsiteX316" fmla="*/ 4391597 w 7472601"/>
              <a:gd name="connsiteY316" fmla="*/ 6556370 h 6858000"/>
              <a:gd name="connsiteX317" fmla="*/ 4668889 w 7472601"/>
              <a:gd name="connsiteY317" fmla="*/ 6246399 h 6858000"/>
              <a:gd name="connsiteX318" fmla="*/ 5055427 w 7472601"/>
              <a:gd name="connsiteY318" fmla="*/ 5931476 h 6858000"/>
              <a:gd name="connsiteX319" fmla="*/ 5371814 w 7472601"/>
              <a:gd name="connsiteY319" fmla="*/ 5678975 h 6858000"/>
              <a:gd name="connsiteX320" fmla="*/ 4987918 w 7472601"/>
              <a:gd name="connsiteY320" fmla="*/ 5838701 h 6858000"/>
              <a:gd name="connsiteX321" fmla="*/ 4317146 w 7472601"/>
              <a:gd name="connsiteY321" fmla="*/ 6587716 h 6858000"/>
              <a:gd name="connsiteX322" fmla="*/ 4171627 w 7472601"/>
              <a:gd name="connsiteY322" fmla="*/ 6858000 h 6858000"/>
              <a:gd name="connsiteX323" fmla="*/ 4081585 w 7472601"/>
              <a:gd name="connsiteY323" fmla="*/ 6858000 h 6858000"/>
              <a:gd name="connsiteX324" fmla="*/ 4238603 w 7472601"/>
              <a:gd name="connsiteY324" fmla="*/ 6559341 h 6858000"/>
              <a:gd name="connsiteX325" fmla="*/ 4778333 w 7472601"/>
              <a:gd name="connsiteY325" fmla="*/ 5873626 h 6858000"/>
              <a:gd name="connsiteX326" fmla="*/ 5414185 w 7472601"/>
              <a:gd name="connsiteY326" fmla="*/ 5573882 h 6858000"/>
              <a:gd name="connsiteX327" fmla="*/ 5959648 w 7472601"/>
              <a:gd name="connsiteY327" fmla="*/ 4760797 h 6858000"/>
              <a:gd name="connsiteX328" fmla="*/ 5355019 w 7472601"/>
              <a:gd name="connsiteY328" fmla="*/ 4734672 h 6858000"/>
              <a:gd name="connsiteX329" fmla="*/ 5083565 w 7472601"/>
              <a:gd name="connsiteY329" fmla="*/ 5179121 h 6858000"/>
              <a:gd name="connsiteX330" fmla="*/ 4713577 w 7472601"/>
              <a:gd name="connsiteY330" fmla="*/ 5616803 h 6858000"/>
              <a:gd name="connsiteX331" fmla="*/ 3989559 w 7472601"/>
              <a:gd name="connsiteY331" fmla="*/ 6145945 h 6858000"/>
              <a:gd name="connsiteX332" fmla="*/ 3939824 w 7472601"/>
              <a:gd name="connsiteY332" fmla="*/ 6066900 h 6858000"/>
              <a:gd name="connsiteX333" fmla="*/ 4584537 w 7472601"/>
              <a:gd name="connsiteY333" fmla="*/ 5324826 h 6858000"/>
              <a:gd name="connsiteX334" fmla="*/ 5037105 w 7472601"/>
              <a:gd name="connsiteY334" fmla="*/ 5088765 h 6858000"/>
              <a:gd name="connsiteX335" fmla="*/ 5039930 w 7472601"/>
              <a:gd name="connsiteY335" fmla="*/ 5089585 h 6858000"/>
              <a:gd name="connsiteX336" fmla="*/ 5263764 w 7472601"/>
              <a:gd name="connsiteY336" fmla="*/ 4735525 h 6858000"/>
              <a:gd name="connsiteX337" fmla="*/ 4086300 w 7472601"/>
              <a:gd name="connsiteY337" fmla="*/ 4884599 h 6858000"/>
              <a:gd name="connsiteX338" fmla="*/ 4085485 w 7472601"/>
              <a:gd name="connsiteY338" fmla="*/ 4899070 h 6858000"/>
              <a:gd name="connsiteX339" fmla="*/ 3871915 w 7472601"/>
              <a:gd name="connsiteY339" fmla="*/ 5253645 h 6858000"/>
              <a:gd name="connsiteX340" fmla="*/ 3799374 w 7472601"/>
              <a:gd name="connsiteY340" fmla="*/ 5466127 h 6858000"/>
              <a:gd name="connsiteX341" fmla="*/ 3498850 w 7472601"/>
              <a:gd name="connsiteY341" fmla="*/ 6661888 h 6858000"/>
              <a:gd name="connsiteX342" fmla="*/ 3399216 w 7472601"/>
              <a:gd name="connsiteY342" fmla="*/ 6858000 h 6858000"/>
              <a:gd name="connsiteX343" fmla="*/ 3303688 w 7472601"/>
              <a:gd name="connsiteY343" fmla="*/ 6858000 h 6858000"/>
              <a:gd name="connsiteX344" fmla="*/ 3391774 w 7472601"/>
              <a:gd name="connsiteY344" fmla="*/ 6697181 h 6858000"/>
              <a:gd name="connsiteX345" fmla="*/ 3735540 w 7472601"/>
              <a:gd name="connsiteY345" fmla="*/ 5546923 h 6858000"/>
              <a:gd name="connsiteX346" fmla="*/ 3729438 w 7472601"/>
              <a:gd name="connsiteY346" fmla="*/ 5569058 h 6858000"/>
              <a:gd name="connsiteX347" fmla="*/ 3707782 w 7472601"/>
              <a:gd name="connsiteY347" fmla="*/ 5644908 h 6858000"/>
              <a:gd name="connsiteX348" fmla="*/ 3583827 w 7472601"/>
              <a:gd name="connsiteY348" fmla="*/ 6039215 h 6858000"/>
              <a:gd name="connsiteX349" fmla="*/ 3547861 w 7472601"/>
              <a:gd name="connsiteY349" fmla="*/ 6129609 h 6858000"/>
              <a:gd name="connsiteX350" fmla="*/ 3490905 w 7472601"/>
              <a:gd name="connsiteY350" fmla="*/ 6277660 h 6858000"/>
              <a:gd name="connsiteX351" fmla="*/ 3455859 w 7472601"/>
              <a:gd name="connsiteY351" fmla="*/ 6391301 h 6858000"/>
              <a:gd name="connsiteX352" fmla="*/ 3429112 w 7472601"/>
              <a:gd name="connsiteY352" fmla="*/ 6479469 h 6858000"/>
              <a:gd name="connsiteX353" fmla="*/ 3304862 w 7472601"/>
              <a:gd name="connsiteY353" fmla="*/ 6796476 h 6858000"/>
              <a:gd name="connsiteX354" fmla="*/ 3276071 w 7472601"/>
              <a:gd name="connsiteY354" fmla="*/ 6858000 h 6858000"/>
              <a:gd name="connsiteX355" fmla="*/ 3240805 w 7472601"/>
              <a:gd name="connsiteY355" fmla="*/ 6858000 h 6858000"/>
              <a:gd name="connsiteX356" fmla="*/ 3275917 w 7472601"/>
              <a:gd name="connsiteY356" fmla="*/ 6783192 h 6858000"/>
              <a:gd name="connsiteX357" fmla="*/ 3399358 w 7472601"/>
              <a:gd name="connsiteY357" fmla="*/ 6469011 h 6858000"/>
              <a:gd name="connsiteX358" fmla="*/ 3425650 w 7472601"/>
              <a:gd name="connsiteY358" fmla="*/ 6381333 h 6858000"/>
              <a:gd name="connsiteX359" fmla="*/ 3460661 w 7472601"/>
              <a:gd name="connsiteY359" fmla="*/ 6266763 h 6858000"/>
              <a:gd name="connsiteX360" fmla="*/ 3518021 w 7472601"/>
              <a:gd name="connsiteY360" fmla="*/ 6117298 h 6858000"/>
              <a:gd name="connsiteX361" fmla="*/ 3554035 w 7472601"/>
              <a:gd name="connsiteY361" fmla="*/ 6027832 h 6858000"/>
              <a:gd name="connsiteX362" fmla="*/ 3677174 w 7472601"/>
              <a:gd name="connsiteY362" fmla="*/ 5636351 h 6858000"/>
              <a:gd name="connsiteX363" fmla="*/ 3698819 w 7472601"/>
              <a:gd name="connsiteY363" fmla="*/ 5560503 h 6858000"/>
              <a:gd name="connsiteX364" fmla="*/ 3702094 w 7472601"/>
              <a:gd name="connsiteY364" fmla="*/ 5549194 h 6858000"/>
              <a:gd name="connsiteX365" fmla="*/ 3398355 w 7472601"/>
              <a:gd name="connsiteY365" fmla="*/ 6094603 h 6858000"/>
              <a:gd name="connsiteX366" fmla="*/ 3193941 w 7472601"/>
              <a:gd name="connsiteY366" fmla="*/ 6798775 h 6858000"/>
              <a:gd name="connsiteX367" fmla="*/ 3184140 w 7472601"/>
              <a:gd name="connsiteY367" fmla="*/ 6858000 h 6858000"/>
              <a:gd name="connsiteX368" fmla="*/ 3099978 w 7472601"/>
              <a:gd name="connsiteY368" fmla="*/ 6858000 h 6858000"/>
              <a:gd name="connsiteX369" fmla="*/ 3101556 w 7472601"/>
              <a:gd name="connsiteY369" fmla="*/ 6843337 h 6858000"/>
              <a:gd name="connsiteX370" fmla="*/ 3370162 w 7472601"/>
              <a:gd name="connsiteY370" fmla="*/ 5785550 h 6858000"/>
              <a:gd name="connsiteX371" fmla="*/ 3746477 w 7472601"/>
              <a:gd name="connsiteY371" fmla="*/ 5377889 h 6858000"/>
              <a:gd name="connsiteX372" fmla="*/ 3863399 w 7472601"/>
              <a:gd name="connsiteY372" fmla="*/ 5087257 h 6858000"/>
              <a:gd name="connsiteX373" fmla="*/ 3968712 w 7472601"/>
              <a:gd name="connsiteY373" fmla="*/ 4913989 h 6858000"/>
              <a:gd name="connsiteX374" fmla="*/ 2792390 w 7472601"/>
              <a:gd name="connsiteY374" fmla="*/ 5382974 h 6858000"/>
              <a:gd name="connsiteX375" fmla="*/ 2714982 w 7472601"/>
              <a:gd name="connsiteY375" fmla="*/ 5427051 h 6858000"/>
              <a:gd name="connsiteX376" fmla="*/ 2813361 w 7472601"/>
              <a:gd name="connsiteY376" fmla="*/ 6023912 h 6858000"/>
              <a:gd name="connsiteX377" fmla="*/ 2688430 w 7472601"/>
              <a:gd name="connsiteY377" fmla="*/ 6801564 h 6858000"/>
              <a:gd name="connsiteX378" fmla="*/ 2629626 w 7472601"/>
              <a:gd name="connsiteY378" fmla="*/ 6763394 h 6858000"/>
              <a:gd name="connsiteX379" fmla="*/ 2565328 w 7472601"/>
              <a:gd name="connsiteY379" fmla="*/ 5516399 h 6858000"/>
              <a:gd name="connsiteX380" fmla="*/ 1922999 w 7472601"/>
              <a:gd name="connsiteY380" fmla="*/ 5980343 h 6858000"/>
              <a:gd name="connsiteX381" fmla="*/ 1950261 w 7472601"/>
              <a:gd name="connsiteY381" fmla="*/ 6405858 h 6858000"/>
              <a:gd name="connsiteX382" fmla="*/ 2365554 w 7472601"/>
              <a:gd name="connsiteY382" fmla="*/ 6759107 h 6858000"/>
              <a:gd name="connsiteX383" fmla="*/ 2424142 w 7472601"/>
              <a:gd name="connsiteY383" fmla="*/ 6858000 h 6858000"/>
              <a:gd name="connsiteX384" fmla="*/ 2395994 w 7472601"/>
              <a:gd name="connsiteY384" fmla="*/ 6858000 h 6858000"/>
              <a:gd name="connsiteX385" fmla="*/ 2392863 w 7472601"/>
              <a:gd name="connsiteY385" fmla="*/ 6852964 h 6858000"/>
              <a:gd name="connsiteX386" fmla="*/ 2017589 w 7472601"/>
              <a:gd name="connsiteY386" fmla="*/ 6493982 h 6858000"/>
              <a:gd name="connsiteX387" fmla="*/ 2147336 w 7472601"/>
              <a:gd name="connsiteY387" fmla="*/ 6594052 h 6858000"/>
              <a:gd name="connsiteX388" fmla="*/ 2207047 w 7472601"/>
              <a:gd name="connsiteY388" fmla="*/ 6654540 h 6858000"/>
              <a:gd name="connsiteX389" fmla="*/ 2299106 w 7472601"/>
              <a:gd name="connsiteY389" fmla="*/ 6778931 h 6858000"/>
              <a:gd name="connsiteX390" fmla="*/ 2314430 w 7472601"/>
              <a:gd name="connsiteY390" fmla="*/ 6801144 h 6858000"/>
              <a:gd name="connsiteX391" fmla="*/ 2352406 w 7472601"/>
              <a:gd name="connsiteY391" fmla="*/ 6858000 h 6858000"/>
              <a:gd name="connsiteX392" fmla="*/ 2314492 w 7472601"/>
              <a:gd name="connsiteY392" fmla="*/ 6858000 h 6858000"/>
              <a:gd name="connsiteX393" fmla="*/ 2288095 w 7472601"/>
              <a:gd name="connsiteY393" fmla="*/ 6818030 h 6858000"/>
              <a:gd name="connsiteX394" fmla="*/ 2272768 w 7472601"/>
              <a:gd name="connsiteY394" fmla="*/ 6795822 h 6858000"/>
              <a:gd name="connsiteX395" fmla="*/ 2182715 w 7472601"/>
              <a:gd name="connsiteY395" fmla="*/ 6675071 h 6858000"/>
              <a:gd name="connsiteX396" fmla="*/ 2032061 w 7472601"/>
              <a:gd name="connsiteY396" fmla="*/ 6541380 h 6858000"/>
              <a:gd name="connsiteX397" fmla="*/ 2257220 w 7472601"/>
              <a:gd name="connsiteY397" fmla="*/ 6826257 h 6858000"/>
              <a:gd name="connsiteX398" fmla="*/ 2281324 w 7472601"/>
              <a:gd name="connsiteY398" fmla="*/ 6858000 h 6858000"/>
              <a:gd name="connsiteX399" fmla="*/ 2242860 w 7472601"/>
              <a:gd name="connsiteY399" fmla="*/ 6858000 h 6858000"/>
              <a:gd name="connsiteX400" fmla="*/ 2232818 w 7472601"/>
              <a:gd name="connsiteY400" fmla="*/ 6844926 h 6858000"/>
              <a:gd name="connsiteX401" fmla="*/ 1990172 w 7472601"/>
              <a:gd name="connsiteY401" fmla="*/ 6542121 h 6858000"/>
              <a:gd name="connsiteX402" fmla="*/ 2124090 w 7472601"/>
              <a:gd name="connsiteY402" fmla="*/ 6761017 h 6858000"/>
              <a:gd name="connsiteX403" fmla="*/ 2200380 w 7472601"/>
              <a:gd name="connsiteY403" fmla="*/ 6858000 h 6858000"/>
              <a:gd name="connsiteX404" fmla="*/ 2147507 w 7472601"/>
              <a:gd name="connsiteY404" fmla="*/ 6858000 h 6858000"/>
              <a:gd name="connsiteX405" fmla="*/ 2070668 w 7472601"/>
              <a:gd name="connsiteY405" fmla="*/ 6761520 h 6858000"/>
              <a:gd name="connsiteX406" fmla="*/ 1975142 w 7472601"/>
              <a:gd name="connsiteY406" fmla="*/ 6585570 h 6858000"/>
              <a:gd name="connsiteX407" fmla="*/ 2050035 w 7472601"/>
              <a:gd name="connsiteY407" fmla="*/ 6813345 h 6858000"/>
              <a:gd name="connsiteX408" fmla="*/ 2063025 w 7472601"/>
              <a:gd name="connsiteY408" fmla="*/ 6858000 h 6858000"/>
              <a:gd name="connsiteX409" fmla="*/ 2021675 w 7472601"/>
              <a:gd name="connsiteY409" fmla="*/ 6858000 h 6858000"/>
              <a:gd name="connsiteX410" fmla="*/ 2019308 w 7472601"/>
              <a:gd name="connsiteY410" fmla="*/ 6847118 h 6858000"/>
              <a:gd name="connsiteX411" fmla="*/ 1938835 w 7472601"/>
              <a:gd name="connsiteY411" fmla="*/ 6551160 h 6858000"/>
              <a:gd name="connsiteX412" fmla="*/ 1953230 w 7472601"/>
              <a:gd name="connsiteY412" fmla="*/ 6759699 h 6858000"/>
              <a:gd name="connsiteX413" fmla="*/ 1956763 w 7472601"/>
              <a:gd name="connsiteY413" fmla="*/ 6778191 h 6858000"/>
              <a:gd name="connsiteX414" fmla="*/ 1967925 w 7472601"/>
              <a:gd name="connsiteY414" fmla="*/ 6858000 h 6858000"/>
              <a:gd name="connsiteX415" fmla="*/ 1936622 w 7472601"/>
              <a:gd name="connsiteY415" fmla="*/ 6858000 h 6858000"/>
              <a:gd name="connsiteX416" fmla="*/ 1926261 w 7472601"/>
              <a:gd name="connsiteY416" fmla="*/ 6784064 h 6858000"/>
              <a:gd name="connsiteX417" fmla="*/ 1922724 w 7472601"/>
              <a:gd name="connsiteY417" fmla="*/ 6765577 h 6858000"/>
              <a:gd name="connsiteX418" fmla="*/ 1904650 w 7472601"/>
              <a:gd name="connsiteY418" fmla="*/ 6639616 h 6858000"/>
              <a:gd name="connsiteX419" fmla="*/ 1885273 w 7472601"/>
              <a:gd name="connsiteY419" fmla="*/ 6858000 h 6858000"/>
              <a:gd name="connsiteX420" fmla="*/ 1854363 w 7472601"/>
              <a:gd name="connsiteY420" fmla="*/ 6858000 h 6858000"/>
              <a:gd name="connsiteX421" fmla="*/ 1880391 w 7472601"/>
              <a:gd name="connsiteY421" fmla="*/ 6603796 h 6858000"/>
              <a:gd name="connsiteX422" fmla="*/ 1818273 w 7472601"/>
              <a:gd name="connsiteY422" fmla="*/ 6715729 h 6858000"/>
              <a:gd name="connsiteX423" fmla="*/ 1794691 w 7472601"/>
              <a:gd name="connsiteY423" fmla="*/ 6843239 h 6858000"/>
              <a:gd name="connsiteX424" fmla="*/ 1794914 w 7472601"/>
              <a:gd name="connsiteY424" fmla="*/ 6858000 h 6858000"/>
              <a:gd name="connsiteX425" fmla="*/ 1746128 w 7472601"/>
              <a:gd name="connsiteY425" fmla="*/ 6858000 h 6858000"/>
              <a:gd name="connsiteX426" fmla="*/ 1753934 w 7472601"/>
              <a:gd name="connsiteY426" fmla="*/ 6724796 h 6858000"/>
              <a:gd name="connsiteX427" fmla="*/ 1792053 w 7472601"/>
              <a:gd name="connsiteY427" fmla="*/ 6572396 h 6858000"/>
              <a:gd name="connsiteX428" fmla="*/ 1862248 w 7472601"/>
              <a:gd name="connsiteY428" fmla="*/ 6266397 h 6858000"/>
              <a:gd name="connsiteX429" fmla="*/ 1862250 w 7472601"/>
              <a:gd name="connsiteY429" fmla="*/ 6033531 h 6858000"/>
              <a:gd name="connsiteX430" fmla="*/ 1211999 w 7472601"/>
              <a:gd name="connsiteY430" fmla="*/ 6683610 h 6858000"/>
              <a:gd name="connsiteX431" fmla="*/ 1213266 w 7472601"/>
              <a:gd name="connsiteY431" fmla="*/ 6691947 h 6858000"/>
              <a:gd name="connsiteX432" fmla="*/ 1203370 w 7472601"/>
              <a:gd name="connsiteY432" fmla="*/ 6850676 h 6858000"/>
              <a:gd name="connsiteX433" fmla="*/ 1203671 w 7472601"/>
              <a:gd name="connsiteY433" fmla="*/ 6858000 h 6858000"/>
              <a:gd name="connsiteX434" fmla="*/ 1143180 w 7472601"/>
              <a:gd name="connsiteY434" fmla="*/ 6858000 h 6858000"/>
              <a:gd name="connsiteX435" fmla="*/ 1142176 w 7472601"/>
              <a:gd name="connsiteY435" fmla="*/ 6766045 h 6858000"/>
              <a:gd name="connsiteX436" fmla="*/ 1067484 w 7472601"/>
              <a:gd name="connsiteY436" fmla="*/ 6858000 h 6858000"/>
              <a:gd name="connsiteX437" fmla="*/ 953928 w 7472601"/>
              <a:gd name="connsiteY437" fmla="*/ 6858000 h 6858000"/>
              <a:gd name="connsiteX438" fmla="*/ 959715 w 7472601"/>
              <a:gd name="connsiteY438" fmla="*/ 6850185 h 6858000"/>
              <a:gd name="connsiteX439" fmla="*/ 1483788 w 7472601"/>
              <a:gd name="connsiteY439" fmla="*/ 6259174 h 6858000"/>
              <a:gd name="connsiteX440" fmla="*/ 1100671 w 7472601"/>
              <a:gd name="connsiteY440" fmla="*/ 6252137 h 6858000"/>
              <a:gd name="connsiteX441" fmla="*/ 1090144 w 7472601"/>
              <a:gd name="connsiteY441" fmla="*/ 6256748 h 6858000"/>
              <a:gd name="connsiteX442" fmla="*/ 1095872 w 7472601"/>
              <a:gd name="connsiteY442" fmla="*/ 6271892 h 6858000"/>
              <a:gd name="connsiteX443" fmla="*/ 262785 w 7472601"/>
              <a:gd name="connsiteY443" fmla="*/ 6845450 h 6858000"/>
              <a:gd name="connsiteX444" fmla="*/ 209968 w 7472601"/>
              <a:gd name="connsiteY444" fmla="*/ 6770713 h 6858000"/>
              <a:gd name="connsiteX445" fmla="*/ 873460 w 7472601"/>
              <a:gd name="connsiteY445" fmla="*/ 6253768 h 6858000"/>
              <a:gd name="connsiteX446" fmla="*/ 192686 w 7472601"/>
              <a:gd name="connsiteY446" fmla="*/ 5849257 h 6858000"/>
              <a:gd name="connsiteX447" fmla="*/ 4696 w 7472601"/>
              <a:gd name="connsiteY447" fmla="*/ 5697668 h 6858000"/>
              <a:gd name="connsiteX448" fmla="*/ 0 w 7472601"/>
              <a:gd name="connsiteY448" fmla="*/ 5689984 h 6858000"/>
              <a:gd name="connsiteX449" fmla="*/ 0 w 7472601"/>
              <a:gd name="connsiteY449" fmla="*/ 5513472 h 6858000"/>
              <a:gd name="connsiteX450" fmla="*/ 174101 w 7472601"/>
              <a:gd name="connsiteY450" fmla="*/ 5620277 h 6858000"/>
              <a:gd name="connsiteX451" fmla="*/ 891800 w 7472601"/>
              <a:gd name="connsiteY451" fmla="*/ 6036935 h 6858000"/>
              <a:gd name="connsiteX452" fmla="*/ 1072219 w 7472601"/>
              <a:gd name="connsiteY452" fmla="*/ 6169443 h 6858000"/>
              <a:gd name="connsiteX453" fmla="*/ 1074117 w 7472601"/>
              <a:gd name="connsiteY453" fmla="*/ 6170301 h 6858000"/>
              <a:gd name="connsiteX454" fmla="*/ 1083114 w 7472601"/>
              <a:gd name="connsiteY454" fmla="*/ 6174131 h 6858000"/>
              <a:gd name="connsiteX455" fmla="*/ 1543010 w 7472601"/>
              <a:gd name="connsiteY455" fmla="*/ 6191140 h 6858000"/>
              <a:gd name="connsiteX456" fmla="*/ 1551080 w 7472601"/>
              <a:gd name="connsiteY456" fmla="*/ 6195006 h 6858000"/>
              <a:gd name="connsiteX457" fmla="*/ 2345443 w 7472601"/>
              <a:gd name="connsiteY457" fmla="*/ 5549882 h 6858000"/>
              <a:gd name="connsiteX458" fmla="*/ 1721499 w 7472601"/>
              <a:gd name="connsiteY458" fmla="*/ 5599969 h 6858000"/>
              <a:gd name="connsiteX459" fmla="*/ 767716 w 7472601"/>
              <a:gd name="connsiteY459" fmla="*/ 5472768 h 6858000"/>
              <a:gd name="connsiteX460" fmla="*/ 722147 w 7472601"/>
              <a:gd name="connsiteY460" fmla="*/ 5393091 h 6858000"/>
              <a:gd name="connsiteX461" fmla="*/ 1485552 w 7472601"/>
              <a:gd name="connsiteY461" fmla="*/ 5313202 h 6858000"/>
              <a:gd name="connsiteX462" fmla="*/ 2143004 w 7472601"/>
              <a:gd name="connsiteY462" fmla="*/ 5402420 h 6858000"/>
              <a:gd name="connsiteX463" fmla="*/ 1933391 w 7472601"/>
              <a:gd name="connsiteY463" fmla="*/ 5156971 h 6858000"/>
              <a:gd name="connsiteX464" fmla="*/ 1827118 w 7472601"/>
              <a:gd name="connsiteY464" fmla="*/ 4968410 h 6858000"/>
              <a:gd name="connsiteX465" fmla="*/ 1837349 w 7472601"/>
              <a:gd name="connsiteY465" fmla="*/ 4956357 h 6858000"/>
              <a:gd name="connsiteX466" fmla="*/ 2162835 w 7472601"/>
              <a:gd name="connsiteY466" fmla="*/ 5187853 h 6858000"/>
              <a:gd name="connsiteX467" fmla="*/ 2257167 w 7472601"/>
              <a:gd name="connsiteY467" fmla="*/ 5462123 h 6858000"/>
              <a:gd name="connsiteX468" fmla="*/ 2261598 w 7472601"/>
              <a:gd name="connsiteY468" fmla="*/ 5467998 h 6858000"/>
              <a:gd name="connsiteX469" fmla="*/ 2437177 w 7472601"/>
              <a:gd name="connsiteY469" fmla="*/ 5479608 h 6858000"/>
              <a:gd name="connsiteX470" fmla="*/ 2445247 w 7472601"/>
              <a:gd name="connsiteY470" fmla="*/ 5483476 h 6858000"/>
              <a:gd name="connsiteX471" fmla="*/ 2743626 w 7472601"/>
              <a:gd name="connsiteY471" fmla="*/ 5304819 h 6858000"/>
              <a:gd name="connsiteX472" fmla="*/ 3048102 w 7472601"/>
              <a:gd name="connsiteY472" fmla="*/ 5150595 h 6858000"/>
              <a:gd name="connsiteX473" fmla="*/ 1799414 w 7472601"/>
              <a:gd name="connsiteY473" fmla="*/ 4694732 h 6858000"/>
              <a:gd name="connsiteX474" fmla="*/ 1771735 w 7472601"/>
              <a:gd name="connsiteY474" fmla="*/ 4619929 h 6858000"/>
              <a:gd name="connsiteX475" fmla="*/ 3104273 w 7472601"/>
              <a:gd name="connsiteY475" fmla="*/ 5076159 h 6858000"/>
              <a:gd name="connsiteX476" fmla="*/ 3113245 w 7472601"/>
              <a:gd name="connsiteY476" fmla="*/ 5090705 h 6858000"/>
              <a:gd name="connsiteX477" fmla="*/ 3126294 w 7472601"/>
              <a:gd name="connsiteY477" fmla="*/ 5114400 h 6858000"/>
              <a:gd name="connsiteX478" fmla="*/ 3937433 w 7472601"/>
              <a:gd name="connsiteY478" fmla="*/ 4830473 h 6858000"/>
              <a:gd name="connsiteX479" fmla="*/ 3590475 w 7472601"/>
              <a:gd name="connsiteY479" fmla="*/ 4597974 h 6858000"/>
              <a:gd name="connsiteX480" fmla="*/ 3100264 w 7472601"/>
              <a:gd name="connsiteY480" fmla="*/ 4579845 h 6858000"/>
              <a:gd name="connsiteX481" fmla="*/ 2183576 w 7472601"/>
              <a:gd name="connsiteY481" fmla="*/ 4227150 h 6858000"/>
              <a:gd name="connsiteX482" fmla="*/ 2151029 w 7472601"/>
              <a:gd name="connsiteY482" fmla="*/ 4146947 h 6858000"/>
              <a:gd name="connsiteX483" fmla="*/ 3563434 w 7472601"/>
              <a:gd name="connsiteY483" fmla="*/ 4469115 h 6858000"/>
              <a:gd name="connsiteX484" fmla="*/ 3177952 w 7472601"/>
              <a:gd name="connsiteY484" fmla="*/ 3657386 h 6858000"/>
              <a:gd name="connsiteX485" fmla="*/ 3189263 w 7472601"/>
              <a:gd name="connsiteY485" fmla="*/ 3625726 h 6858000"/>
              <a:gd name="connsiteX486" fmla="*/ 3560912 w 7472601"/>
              <a:gd name="connsiteY486" fmla="*/ 4079863 h 6858000"/>
              <a:gd name="connsiteX487" fmla="*/ 3626636 w 7472601"/>
              <a:gd name="connsiteY487" fmla="*/ 4512230 h 6858000"/>
              <a:gd name="connsiteX488" fmla="*/ 3653088 w 7472601"/>
              <a:gd name="connsiteY488" fmla="*/ 4521417 h 6858000"/>
              <a:gd name="connsiteX489" fmla="*/ 3988128 w 7472601"/>
              <a:gd name="connsiteY489" fmla="*/ 4817267 h 6858000"/>
              <a:gd name="connsiteX490" fmla="*/ 4830582 w 7472601"/>
              <a:gd name="connsiteY490" fmla="*/ 4676000 h 6858000"/>
              <a:gd name="connsiteX491" fmla="*/ 4830100 w 7472601"/>
              <a:gd name="connsiteY491" fmla="*/ 4675554 h 6858000"/>
              <a:gd name="connsiteX492" fmla="*/ 4036318 w 7472601"/>
              <a:gd name="connsiteY492" fmla="*/ 4147013 h 6858000"/>
              <a:gd name="connsiteX493" fmla="*/ 3432098 w 7472601"/>
              <a:gd name="connsiteY493" fmla="*/ 3537312 h 6858000"/>
              <a:gd name="connsiteX494" fmla="*/ 3446761 w 7472601"/>
              <a:gd name="connsiteY494" fmla="*/ 3461278 h 6858000"/>
              <a:gd name="connsiteX495" fmla="*/ 4419733 w 7472601"/>
              <a:gd name="connsiteY495" fmla="*/ 3963555 h 6858000"/>
              <a:gd name="connsiteX496" fmla="*/ 4781371 w 7472601"/>
              <a:gd name="connsiteY496" fmla="*/ 4458604 h 6858000"/>
              <a:gd name="connsiteX497" fmla="*/ 4780440 w 7472601"/>
              <a:gd name="connsiteY497" fmla="*/ 4470290 h 6858000"/>
              <a:gd name="connsiteX498" fmla="*/ 4898954 w 7472601"/>
              <a:gd name="connsiteY498" fmla="*/ 4662092 h 6858000"/>
              <a:gd name="connsiteX499" fmla="*/ 4900699 w 7472601"/>
              <a:gd name="connsiteY499" fmla="*/ 4670867 h 6858000"/>
              <a:gd name="connsiteX500" fmla="*/ 5714511 w 7472601"/>
              <a:gd name="connsiteY500" fmla="*/ 4663483 h 6858000"/>
              <a:gd name="connsiteX501" fmla="*/ 5464793 w 7472601"/>
              <a:gd name="connsiteY501" fmla="*/ 4393556 h 6858000"/>
              <a:gd name="connsiteX502" fmla="*/ 5461897 w 7472601"/>
              <a:gd name="connsiteY502" fmla="*/ 4390879 h 6858000"/>
              <a:gd name="connsiteX503" fmla="*/ 4294126 w 7472601"/>
              <a:gd name="connsiteY503" fmla="*/ 3303048 h 6858000"/>
              <a:gd name="connsiteX504" fmla="*/ 4305321 w 7472601"/>
              <a:gd name="connsiteY504" fmla="*/ 3256953 h 6858000"/>
              <a:gd name="connsiteX505" fmla="*/ 4949299 w 7472601"/>
              <a:gd name="connsiteY505" fmla="*/ 3766336 h 6858000"/>
              <a:gd name="connsiteX506" fmla="*/ 5291452 w 7472601"/>
              <a:gd name="connsiteY506" fmla="*/ 4076801 h 6858000"/>
              <a:gd name="connsiteX507" fmla="*/ 5434998 w 7472601"/>
              <a:gd name="connsiteY507" fmla="*/ 4254100 h 6858000"/>
              <a:gd name="connsiteX508" fmla="*/ 5351015 w 7472601"/>
              <a:gd name="connsiteY508" fmla="*/ 3760989 h 6858000"/>
              <a:gd name="connsiteX509" fmla="*/ 5413780 w 7472601"/>
              <a:gd name="connsiteY509" fmla="*/ 2966265 h 6858000"/>
              <a:gd name="connsiteX510" fmla="*/ 5425627 w 7472601"/>
              <a:gd name="connsiteY510" fmla="*/ 2954192 h 6858000"/>
              <a:gd name="connsiteX511" fmla="*/ 6604735 w 7472601"/>
              <a:gd name="connsiteY511" fmla="*/ 2041381 h 6858000"/>
              <a:gd name="connsiteX512" fmla="*/ 7204487 w 7472601"/>
              <a:gd name="connsiteY512" fmla="*/ 2742112 h 6858000"/>
              <a:gd name="connsiteX513" fmla="*/ 7131592 w 7472601"/>
              <a:gd name="connsiteY513" fmla="*/ 2672096 h 6858000"/>
              <a:gd name="connsiteX514" fmla="*/ 6996344 w 7472601"/>
              <a:gd name="connsiteY514" fmla="*/ 2518310 h 6858000"/>
              <a:gd name="connsiteX515" fmla="*/ 6735495 w 7472601"/>
              <a:gd name="connsiteY515" fmla="*/ 2196890 h 6858000"/>
              <a:gd name="connsiteX516" fmla="*/ 6721901 w 7472601"/>
              <a:gd name="connsiteY516" fmla="*/ 2179274 h 6858000"/>
              <a:gd name="connsiteX517" fmla="*/ 6604735 w 7472601"/>
              <a:gd name="connsiteY517" fmla="*/ 2041381 h 6858000"/>
              <a:gd name="connsiteX518" fmla="*/ 6591670 w 7472601"/>
              <a:gd name="connsiteY518" fmla="*/ 1988277 h 6858000"/>
              <a:gd name="connsiteX519" fmla="*/ 6747349 w 7472601"/>
              <a:gd name="connsiteY519" fmla="*/ 2160069 h 6858000"/>
              <a:gd name="connsiteX520" fmla="*/ 6760943 w 7472601"/>
              <a:gd name="connsiteY520" fmla="*/ 2177686 h 6858000"/>
              <a:gd name="connsiteX521" fmla="*/ 7021065 w 7472601"/>
              <a:gd name="connsiteY521" fmla="*/ 2498102 h 6858000"/>
              <a:gd name="connsiteX522" fmla="*/ 7155223 w 7472601"/>
              <a:gd name="connsiteY522" fmla="*/ 2650386 h 6858000"/>
              <a:gd name="connsiteX523" fmla="*/ 7203167 w 7472601"/>
              <a:gd name="connsiteY523" fmla="*/ 2697288 h 6858000"/>
              <a:gd name="connsiteX524" fmla="*/ 6937703 w 7472601"/>
              <a:gd name="connsiteY524" fmla="*/ 2321981 h 6858000"/>
              <a:gd name="connsiteX525" fmla="*/ 6591670 w 7472601"/>
              <a:gd name="connsiteY525" fmla="*/ 1988277 h 6858000"/>
              <a:gd name="connsiteX526" fmla="*/ 5798671 w 7472601"/>
              <a:gd name="connsiteY526" fmla="*/ 1981601 h 6858000"/>
              <a:gd name="connsiteX527" fmla="*/ 5754709 w 7472601"/>
              <a:gd name="connsiteY527" fmla="*/ 2071454 h 6858000"/>
              <a:gd name="connsiteX528" fmla="*/ 5763044 w 7472601"/>
              <a:gd name="connsiteY528" fmla="*/ 2842206 h 6858000"/>
              <a:gd name="connsiteX529" fmla="*/ 5764974 w 7472601"/>
              <a:gd name="connsiteY529" fmla="*/ 2799609 h 6858000"/>
              <a:gd name="connsiteX530" fmla="*/ 5767665 w 7472601"/>
              <a:gd name="connsiteY530" fmla="*/ 2666409 h 6858000"/>
              <a:gd name="connsiteX531" fmla="*/ 5763055 w 7472601"/>
              <a:gd name="connsiteY531" fmla="*/ 2579705 h 6858000"/>
              <a:gd name="connsiteX532" fmla="*/ 5758079 w 7472601"/>
              <a:gd name="connsiteY532" fmla="*/ 2492508 h 6858000"/>
              <a:gd name="connsiteX533" fmla="*/ 5779325 w 7472601"/>
              <a:gd name="connsiteY533" fmla="*/ 2197069 h 6858000"/>
              <a:gd name="connsiteX534" fmla="*/ 5798671 w 7472601"/>
              <a:gd name="connsiteY534" fmla="*/ 1981601 h 6858000"/>
              <a:gd name="connsiteX535" fmla="*/ 5829202 w 7472601"/>
              <a:gd name="connsiteY535" fmla="*/ 1971679 h 6858000"/>
              <a:gd name="connsiteX536" fmla="*/ 5809558 w 7472601"/>
              <a:gd name="connsiteY536" fmla="*/ 2198043 h 6858000"/>
              <a:gd name="connsiteX537" fmla="*/ 5788653 w 7472601"/>
              <a:gd name="connsiteY537" fmla="*/ 2489430 h 6858000"/>
              <a:gd name="connsiteX538" fmla="*/ 5793439 w 7472601"/>
              <a:gd name="connsiteY538" fmla="*/ 2575235 h 6858000"/>
              <a:gd name="connsiteX539" fmla="*/ 5796837 w 7472601"/>
              <a:gd name="connsiteY539" fmla="*/ 2637633 h 6858000"/>
              <a:gd name="connsiteX540" fmla="*/ 5818614 w 7472601"/>
              <a:gd name="connsiteY540" fmla="*/ 2473055 h 6858000"/>
              <a:gd name="connsiteX541" fmla="*/ 5829202 w 7472601"/>
              <a:gd name="connsiteY541" fmla="*/ 1971679 h 6858000"/>
              <a:gd name="connsiteX542" fmla="*/ 5911389 w 7472601"/>
              <a:gd name="connsiteY542" fmla="*/ 1898371 h 6858000"/>
              <a:gd name="connsiteX543" fmla="*/ 6237627 w 7472601"/>
              <a:gd name="connsiteY543" fmla="*/ 2231921 h 6858000"/>
              <a:gd name="connsiteX544" fmla="*/ 5911389 w 7472601"/>
              <a:gd name="connsiteY544" fmla="*/ 1898371 h 6858000"/>
              <a:gd name="connsiteX545" fmla="*/ 6944437 w 7472601"/>
              <a:gd name="connsiteY545" fmla="*/ 1575402 h 6858000"/>
              <a:gd name="connsiteX546" fmla="*/ 6304730 w 7472601"/>
              <a:gd name="connsiteY546" fmla="*/ 1766654 h 6858000"/>
              <a:gd name="connsiteX547" fmla="*/ 6944437 w 7472601"/>
              <a:gd name="connsiteY547" fmla="*/ 1575402 h 6858000"/>
              <a:gd name="connsiteX548" fmla="*/ 7019523 w 7472601"/>
              <a:gd name="connsiteY548" fmla="*/ 1519450 h 6858000"/>
              <a:gd name="connsiteX549" fmla="*/ 6298091 w 7472601"/>
              <a:gd name="connsiteY549" fmla="*/ 1737122 h 6858000"/>
              <a:gd name="connsiteX550" fmla="*/ 7019523 w 7472601"/>
              <a:gd name="connsiteY550" fmla="*/ 1519450 h 6858000"/>
              <a:gd name="connsiteX551" fmla="*/ 2399523 w 7472601"/>
              <a:gd name="connsiteY551" fmla="*/ 1428234 h 6858000"/>
              <a:gd name="connsiteX552" fmla="*/ 2224982 w 7472601"/>
              <a:gd name="connsiteY552" fmla="*/ 1826201 h 6858000"/>
              <a:gd name="connsiteX553" fmla="*/ 2096099 w 7472601"/>
              <a:gd name="connsiteY553" fmla="*/ 2345900 h 6858000"/>
              <a:gd name="connsiteX554" fmla="*/ 2283317 w 7472601"/>
              <a:gd name="connsiteY554" fmla="*/ 1796925 h 6858000"/>
              <a:gd name="connsiteX555" fmla="*/ 2399523 w 7472601"/>
              <a:gd name="connsiteY555" fmla="*/ 1428234 h 6858000"/>
              <a:gd name="connsiteX556" fmla="*/ 2448558 w 7472601"/>
              <a:gd name="connsiteY556" fmla="*/ 1373435 h 6858000"/>
              <a:gd name="connsiteX557" fmla="*/ 2312521 w 7472601"/>
              <a:gd name="connsiteY557" fmla="*/ 1806140 h 6858000"/>
              <a:gd name="connsiteX558" fmla="*/ 2127533 w 7472601"/>
              <a:gd name="connsiteY558" fmla="*/ 2348380 h 6858000"/>
              <a:gd name="connsiteX559" fmla="*/ 2358080 w 7472601"/>
              <a:gd name="connsiteY559" fmla="*/ 1866134 h 6858000"/>
              <a:gd name="connsiteX560" fmla="*/ 2407436 w 7472601"/>
              <a:gd name="connsiteY560" fmla="*/ 1651070 h 6858000"/>
              <a:gd name="connsiteX561" fmla="*/ 2448558 w 7472601"/>
              <a:gd name="connsiteY561" fmla="*/ 1373435 h 6858000"/>
              <a:gd name="connsiteX562" fmla="*/ 278707 w 7472601"/>
              <a:gd name="connsiteY562" fmla="*/ 1352270 h 6858000"/>
              <a:gd name="connsiteX563" fmla="*/ 321570 w 7472601"/>
              <a:gd name="connsiteY563" fmla="*/ 1861610 h 6858000"/>
              <a:gd name="connsiteX564" fmla="*/ 294281 w 7472601"/>
              <a:gd name="connsiteY564" fmla="*/ 1440658 h 6858000"/>
              <a:gd name="connsiteX565" fmla="*/ 278707 w 7472601"/>
              <a:gd name="connsiteY565" fmla="*/ 1352270 h 6858000"/>
              <a:gd name="connsiteX566" fmla="*/ 1423821 w 7472601"/>
              <a:gd name="connsiteY566" fmla="*/ 1351958 h 6858000"/>
              <a:gd name="connsiteX567" fmla="*/ 1638521 w 7472601"/>
              <a:gd name="connsiteY567" fmla="*/ 1908470 h 6858000"/>
              <a:gd name="connsiteX568" fmla="*/ 1754199 w 7472601"/>
              <a:gd name="connsiteY568" fmla="*/ 2149284 h 6858000"/>
              <a:gd name="connsiteX569" fmla="*/ 1908359 w 7472601"/>
              <a:gd name="connsiteY569" fmla="*/ 2364988 h 6858000"/>
              <a:gd name="connsiteX570" fmla="*/ 1647661 w 7472601"/>
              <a:gd name="connsiteY570" fmla="*/ 1825945 h 6858000"/>
              <a:gd name="connsiteX571" fmla="*/ 1423821 w 7472601"/>
              <a:gd name="connsiteY571" fmla="*/ 1351958 h 6858000"/>
              <a:gd name="connsiteX572" fmla="*/ 1431890 w 7472601"/>
              <a:gd name="connsiteY572" fmla="*/ 1306475 h 6858000"/>
              <a:gd name="connsiteX573" fmla="*/ 1507597 w 7472601"/>
              <a:gd name="connsiteY573" fmla="*/ 1446132 h 6858000"/>
              <a:gd name="connsiteX574" fmla="*/ 1674586 w 7472601"/>
              <a:gd name="connsiteY574" fmla="*/ 1813832 h 6858000"/>
              <a:gd name="connsiteX575" fmla="*/ 1815950 w 7472601"/>
              <a:gd name="connsiteY575" fmla="*/ 2128564 h 6858000"/>
              <a:gd name="connsiteX576" fmla="*/ 1984242 w 7472601"/>
              <a:gd name="connsiteY576" fmla="*/ 2430829 h 6858000"/>
              <a:gd name="connsiteX577" fmla="*/ 2014023 w 7472601"/>
              <a:gd name="connsiteY577" fmla="*/ 2450995 h 6858000"/>
              <a:gd name="connsiteX578" fmla="*/ 1747337 w 7472601"/>
              <a:gd name="connsiteY578" fmla="*/ 1855264 h 6858000"/>
              <a:gd name="connsiteX579" fmla="*/ 1533749 w 7472601"/>
              <a:gd name="connsiteY579" fmla="*/ 1478656 h 6858000"/>
              <a:gd name="connsiteX580" fmla="*/ 1431890 w 7472601"/>
              <a:gd name="connsiteY580" fmla="*/ 1306475 h 6858000"/>
              <a:gd name="connsiteX581" fmla="*/ 5052692 w 7472601"/>
              <a:gd name="connsiteY581" fmla="*/ 1292994 h 6858000"/>
              <a:gd name="connsiteX582" fmla="*/ 5200661 w 7472601"/>
              <a:gd name="connsiteY582" fmla="*/ 1635186 h 6858000"/>
              <a:gd name="connsiteX583" fmla="*/ 5297138 w 7472601"/>
              <a:gd name="connsiteY583" fmla="*/ 1906351 h 6858000"/>
              <a:gd name="connsiteX584" fmla="*/ 5052692 w 7472601"/>
              <a:gd name="connsiteY584" fmla="*/ 1292994 h 6858000"/>
              <a:gd name="connsiteX585" fmla="*/ 5009948 w 7472601"/>
              <a:gd name="connsiteY585" fmla="*/ 1273619 h 6858000"/>
              <a:gd name="connsiteX586" fmla="*/ 5121777 w 7472601"/>
              <a:gd name="connsiteY586" fmla="*/ 1654213 h 6858000"/>
              <a:gd name="connsiteX587" fmla="*/ 5293545 w 7472601"/>
              <a:gd name="connsiteY587" fmla="*/ 2072247 h 6858000"/>
              <a:gd name="connsiteX588" fmla="*/ 5294042 w 7472601"/>
              <a:gd name="connsiteY588" fmla="*/ 2065019 h 6858000"/>
              <a:gd name="connsiteX589" fmla="*/ 5171936 w 7472601"/>
              <a:gd name="connsiteY589" fmla="*/ 1647613 h 6858000"/>
              <a:gd name="connsiteX590" fmla="*/ 5009948 w 7472601"/>
              <a:gd name="connsiteY590" fmla="*/ 1273619 h 6858000"/>
              <a:gd name="connsiteX591" fmla="*/ 655236 w 7472601"/>
              <a:gd name="connsiteY591" fmla="*/ 1268632 h 6858000"/>
              <a:gd name="connsiteX592" fmla="*/ 839521 w 7472601"/>
              <a:gd name="connsiteY592" fmla="*/ 1685315 h 6858000"/>
              <a:gd name="connsiteX593" fmla="*/ 1109416 w 7472601"/>
              <a:gd name="connsiteY593" fmla="*/ 2061663 h 6858000"/>
              <a:gd name="connsiteX594" fmla="*/ 1298300 w 7472601"/>
              <a:gd name="connsiteY594" fmla="*/ 2247742 h 6858000"/>
              <a:gd name="connsiteX595" fmla="*/ 1125871 w 7472601"/>
              <a:gd name="connsiteY595" fmla="*/ 1989513 h 6858000"/>
              <a:gd name="connsiteX596" fmla="*/ 981574 w 7472601"/>
              <a:gd name="connsiteY596" fmla="*/ 1783157 h 6858000"/>
              <a:gd name="connsiteX597" fmla="*/ 922198 w 7472601"/>
              <a:gd name="connsiteY597" fmla="*/ 1677437 h 6858000"/>
              <a:gd name="connsiteX598" fmla="*/ 869293 w 7472601"/>
              <a:gd name="connsiteY598" fmla="*/ 1583214 h 6858000"/>
              <a:gd name="connsiteX599" fmla="*/ 751431 w 7472601"/>
              <a:gd name="connsiteY599" fmla="*/ 1405731 h 6858000"/>
              <a:gd name="connsiteX600" fmla="*/ 655236 w 7472601"/>
              <a:gd name="connsiteY600" fmla="*/ 1268632 h 6858000"/>
              <a:gd name="connsiteX601" fmla="*/ 6516292 w 7472601"/>
              <a:gd name="connsiteY601" fmla="*/ 1263064 h 6858000"/>
              <a:gd name="connsiteX602" fmla="*/ 5736320 w 7472601"/>
              <a:gd name="connsiteY602" fmla="*/ 1501803 h 6858000"/>
              <a:gd name="connsiteX603" fmla="*/ 6516292 w 7472601"/>
              <a:gd name="connsiteY603" fmla="*/ 1263064 h 6858000"/>
              <a:gd name="connsiteX604" fmla="*/ 291466 w 7472601"/>
              <a:gd name="connsiteY604" fmla="*/ 1250369 h 6858000"/>
              <a:gd name="connsiteX605" fmla="*/ 323180 w 7472601"/>
              <a:gd name="connsiteY605" fmla="*/ 1435283 h 6858000"/>
              <a:gd name="connsiteX606" fmla="*/ 349381 w 7472601"/>
              <a:gd name="connsiteY606" fmla="*/ 1875041 h 6858000"/>
              <a:gd name="connsiteX607" fmla="*/ 374363 w 7472601"/>
              <a:gd name="connsiteY607" fmla="*/ 1506494 h 6858000"/>
              <a:gd name="connsiteX608" fmla="*/ 302168 w 7472601"/>
              <a:gd name="connsiteY608" fmla="*/ 1274495 h 6858000"/>
              <a:gd name="connsiteX609" fmla="*/ 291466 w 7472601"/>
              <a:gd name="connsiteY609" fmla="*/ 1250369 h 6858000"/>
              <a:gd name="connsiteX610" fmla="*/ 678222 w 7472601"/>
              <a:gd name="connsiteY610" fmla="*/ 1248670 h 6858000"/>
              <a:gd name="connsiteX611" fmla="*/ 775536 w 7472601"/>
              <a:gd name="connsiteY611" fmla="*/ 1388015 h 6858000"/>
              <a:gd name="connsiteX612" fmla="*/ 894529 w 7472601"/>
              <a:gd name="connsiteY612" fmla="*/ 1567739 h 6858000"/>
              <a:gd name="connsiteX613" fmla="*/ 948000 w 7472601"/>
              <a:gd name="connsiteY613" fmla="*/ 1663088 h 6858000"/>
              <a:gd name="connsiteX614" fmla="*/ 1006812 w 7472601"/>
              <a:gd name="connsiteY614" fmla="*/ 1767683 h 6858000"/>
              <a:gd name="connsiteX615" fmla="*/ 1149133 w 7472601"/>
              <a:gd name="connsiteY615" fmla="*/ 1971513 h 6858000"/>
              <a:gd name="connsiteX616" fmla="*/ 1333952 w 7472601"/>
              <a:gd name="connsiteY616" fmla="*/ 2251620 h 6858000"/>
              <a:gd name="connsiteX617" fmla="*/ 1337329 w 7472601"/>
              <a:gd name="connsiteY617" fmla="*/ 2258350 h 6858000"/>
              <a:gd name="connsiteX618" fmla="*/ 1014726 w 7472601"/>
              <a:gd name="connsiteY618" fmla="*/ 1615556 h 6858000"/>
              <a:gd name="connsiteX619" fmla="*/ 678222 w 7472601"/>
              <a:gd name="connsiteY619" fmla="*/ 1248670 h 6858000"/>
              <a:gd name="connsiteX620" fmla="*/ 6691602 w 7472601"/>
              <a:gd name="connsiteY620" fmla="*/ 1140573 h 6858000"/>
              <a:gd name="connsiteX621" fmla="*/ 6571100 w 7472601"/>
              <a:gd name="connsiteY621" fmla="*/ 1183662 h 6858000"/>
              <a:gd name="connsiteX622" fmla="*/ 6241687 w 7472601"/>
              <a:gd name="connsiteY622" fmla="*/ 1257600 h 6858000"/>
              <a:gd name="connsiteX623" fmla="*/ 5693009 w 7472601"/>
              <a:gd name="connsiteY623" fmla="*/ 1478256 h 6858000"/>
              <a:gd name="connsiteX624" fmla="*/ 6548420 w 7472601"/>
              <a:gd name="connsiteY624" fmla="*/ 1214599 h 6858000"/>
              <a:gd name="connsiteX625" fmla="*/ 6605473 w 7472601"/>
              <a:gd name="connsiteY625" fmla="*/ 1184686 h 6858000"/>
              <a:gd name="connsiteX626" fmla="*/ 6691602 w 7472601"/>
              <a:gd name="connsiteY626" fmla="*/ 1140573 h 6858000"/>
              <a:gd name="connsiteX627" fmla="*/ 4002475 w 7472601"/>
              <a:gd name="connsiteY627" fmla="*/ 1037802 h 6858000"/>
              <a:gd name="connsiteX628" fmla="*/ 4000324 w 7472601"/>
              <a:gd name="connsiteY628" fmla="*/ 1039362 h 6858000"/>
              <a:gd name="connsiteX629" fmla="*/ 4002862 w 7472601"/>
              <a:gd name="connsiteY629" fmla="*/ 1042866 h 6858000"/>
              <a:gd name="connsiteX630" fmla="*/ 4002475 w 7472601"/>
              <a:gd name="connsiteY630" fmla="*/ 1037802 h 6858000"/>
              <a:gd name="connsiteX631" fmla="*/ 506322 w 7472601"/>
              <a:gd name="connsiteY631" fmla="*/ 1020997 h 6858000"/>
              <a:gd name="connsiteX632" fmla="*/ 533068 w 7472601"/>
              <a:gd name="connsiteY632" fmla="*/ 1029409 h 6858000"/>
              <a:gd name="connsiteX633" fmla="*/ 1232525 w 7472601"/>
              <a:gd name="connsiteY633" fmla="*/ 1804675 h 6858000"/>
              <a:gd name="connsiteX634" fmla="*/ 1388858 w 7472601"/>
              <a:gd name="connsiteY634" fmla="*/ 2368011 h 6858000"/>
              <a:gd name="connsiteX635" fmla="*/ 1384098 w 7472601"/>
              <a:gd name="connsiteY635" fmla="*/ 2378125 h 6858000"/>
              <a:gd name="connsiteX636" fmla="*/ 1425393 w 7472601"/>
              <a:gd name="connsiteY636" fmla="*/ 2589124 h 6858000"/>
              <a:gd name="connsiteX637" fmla="*/ 1424001 w 7472601"/>
              <a:gd name="connsiteY637" fmla="*/ 2597541 h 6858000"/>
              <a:gd name="connsiteX638" fmla="*/ 2152729 w 7472601"/>
              <a:gd name="connsiteY638" fmla="*/ 2864487 h 6858000"/>
              <a:gd name="connsiteX639" fmla="*/ 2020609 w 7472601"/>
              <a:gd name="connsiteY639" fmla="*/ 2539671 h 6858000"/>
              <a:gd name="connsiteX640" fmla="*/ 2018920 w 7472601"/>
              <a:gd name="connsiteY640" fmla="*/ 2536309 h 6858000"/>
              <a:gd name="connsiteX641" fmla="*/ 1342441 w 7472601"/>
              <a:gd name="connsiteY641" fmla="*/ 1173017 h 6858000"/>
              <a:gd name="connsiteX642" fmla="*/ 1367925 w 7472601"/>
              <a:gd name="connsiteY642" fmla="*/ 1135648 h 6858000"/>
              <a:gd name="connsiteX643" fmla="*/ 1771401 w 7472601"/>
              <a:gd name="connsiteY643" fmla="*/ 1806673 h 6858000"/>
              <a:gd name="connsiteX644" fmla="*/ 1972385 w 7472601"/>
              <a:gd name="connsiteY644" fmla="*/ 2198735 h 6858000"/>
              <a:gd name="connsiteX645" fmla="*/ 2040892 w 7472601"/>
              <a:gd name="connsiteY645" fmla="*/ 2405205 h 6858000"/>
              <a:gd name="connsiteX646" fmla="*/ 2131689 w 7472601"/>
              <a:gd name="connsiteY646" fmla="*/ 1936926 h 6858000"/>
              <a:gd name="connsiteX647" fmla="*/ 2454820 w 7472601"/>
              <a:gd name="connsiteY647" fmla="*/ 1248808 h 6858000"/>
              <a:gd name="connsiteX648" fmla="*/ 2492512 w 7472601"/>
              <a:gd name="connsiteY648" fmla="*/ 1302920 h 6858000"/>
              <a:gd name="connsiteX649" fmla="*/ 2081216 w 7472601"/>
              <a:gd name="connsiteY649" fmla="*/ 2527513 h 6858000"/>
              <a:gd name="connsiteX650" fmla="*/ 2081211 w 7472601"/>
              <a:gd name="connsiteY650" fmla="*/ 2528916 h 6858000"/>
              <a:gd name="connsiteX651" fmla="*/ 2199067 w 7472601"/>
              <a:gd name="connsiteY651" fmla="*/ 2884061 h 6858000"/>
              <a:gd name="connsiteX652" fmla="*/ 3192586 w 7472601"/>
              <a:gd name="connsiteY652" fmla="*/ 3411496 h 6858000"/>
              <a:gd name="connsiteX653" fmla="*/ 3182620 w 7472601"/>
              <a:gd name="connsiteY653" fmla="*/ 3483279 h 6858000"/>
              <a:gd name="connsiteX654" fmla="*/ 2435119 w 7472601"/>
              <a:gd name="connsiteY654" fmla="*/ 3080173 h 6858000"/>
              <a:gd name="connsiteX655" fmla="*/ 2410152 w 7472601"/>
              <a:gd name="connsiteY655" fmla="*/ 3063751 h 6858000"/>
              <a:gd name="connsiteX656" fmla="*/ 2408099 w 7472601"/>
              <a:gd name="connsiteY656" fmla="*/ 3064403 h 6858000"/>
              <a:gd name="connsiteX657" fmla="*/ 2407218 w 7472601"/>
              <a:gd name="connsiteY657" fmla="*/ 3070324 h 6858000"/>
              <a:gd name="connsiteX658" fmla="*/ 2380138 w 7472601"/>
              <a:gd name="connsiteY658" fmla="*/ 3099341 h 6858000"/>
              <a:gd name="connsiteX659" fmla="*/ 1765923 w 7472601"/>
              <a:gd name="connsiteY659" fmla="*/ 3581043 h 6858000"/>
              <a:gd name="connsiteX660" fmla="*/ 1702258 w 7472601"/>
              <a:gd name="connsiteY660" fmla="*/ 3612286 h 6858000"/>
              <a:gd name="connsiteX661" fmla="*/ 1538370 w 7472601"/>
              <a:gd name="connsiteY661" fmla="*/ 3811804 h 6858000"/>
              <a:gd name="connsiteX662" fmla="*/ 542867 w 7472601"/>
              <a:gd name="connsiteY662" fmla="*/ 4944092 h 6858000"/>
              <a:gd name="connsiteX663" fmla="*/ 515800 w 7472601"/>
              <a:gd name="connsiteY663" fmla="*/ 4862180 h 6858000"/>
              <a:gd name="connsiteX664" fmla="*/ 909145 w 7472601"/>
              <a:gd name="connsiteY664" fmla="*/ 4199225 h 6858000"/>
              <a:gd name="connsiteX665" fmla="*/ 1214067 w 7472601"/>
              <a:gd name="connsiteY665" fmla="*/ 3908561 h 6858000"/>
              <a:gd name="connsiteX666" fmla="*/ 640967 w 7472601"/>
              <a:gd name="connsiteY666" fmla="*/ 4105601 h 6858000"/>
              <a:gd name="connsiteX667" fmla="*/ 112563 w 7472601"/>
              <a:gd name="connsiteY667" fmla="*/ 4396952 h 6858000"/>
              <a:gd name="connsiteX668" fmla="*/ 0 w 7472601"/>
              <a:gd name="connsiteY668" fmla="*/ 4466006 h 6858000"/>
              <a:gd name="connsiteX669" fmla="*/ 0 w 7472601"/>
              <a:gd name="connsiteY669" fmla="*/ 4233763 h 6858000"/>
              <a:gd name="connsiteX670" fmla="*/ 36881 w 7472601"/>
              <a:gd name="connsiteY670" fmla="*/ 4200118 h 6858000"/>
              <a:gd name="connsiteX671" fmla="*/ 910534 w 7472601"/>
              <a:gd name="connsiteY671" fmla="*/ 3629753 h 6858000"/>
              <a:gd name="connsiteX672" fmla="*/ 1578717 w 7472601"/>
              <a:gd name="connsiteY672" fmla="*/ 3575982 h 6858000"/>
              <a:gd name="connsiteX673" fmla="*/ 2338780 w 7472601"/>
              <a:gd name="connsiteY673" fmla="*/ 3033725 h 6858000"/>
              <a:gd name="connsiteX674" fmla="*/ 1807991 w 7472601"/>
              <a:gd name="connsiteY674" fmla="*/ 2807184 h 6858000"/>
              <a:gd name="connsiteX675" fmla="*/ 1416358 w 7472601"/>
              <a:gd name="connsiteY675" fmla="*/ 3112571 h 6858000"/>
              <a:gd name="connsiteX676" fmla="*/ 939066 w 7472601"/>
              <a:gd name="connsiteY676" fmla="*/ 3378798 h 6858000"/>
              <a:gd name="connsiteX677" fmla="*/ 115099 w 7472601"/>
              <a:gd name="connsiteY677" fmla="*/ 3607650 h 6858000"/>
              <a:gd name="connsiteX678" fmla="*/ 97284 w 7472601"/>
              <a:gd name="connsiteY678" fmla="*/ 3520393 h 6858000"/>
              <a:gd name="connsiteX679" fmla="*/ 922050 w 7472601"/>
              <a:gd name="connsiteY679" fmla="*/ 3074867 h 6858000"/>
              <a:gd name="connsiteX680" fmla="*/ 1405265 w 7472601"/>
              <a:gd name="connsiteY680" fmla="*/ 3016319 h 6858000"/>
              <a:gd name="connsiteX681" fmla="*/ 1407512 w 7472601"/>
              <a:gd name="connsiteY681" fmla="*/ 3018001 h 6858000"/>
              <a:gd name="connsiteX682" fmla="*/ 1726266 w 7472601"/>
              <a:gd name="connsiteY682" fmla="*/ 2777274 h 6858000"/>
              <a:gd name="connsiteX683" fmla="*/ 625390 w 7472601"/>
              <a:gd name="connsiteY683" fmla="*/ 2514541 h 6858000"/>
              <a:gd name="connsiteX684" fmla="*/ 619799 w 7472601"/>
              <a:gd name="connsiteY684" fmla="*/ 2527180 h 6858000"/>
              <a:gd name="connsiteX685" fmla="*/ 310030 w 7472601"/>
              <a:gd name="connsiteY685" fmla="*/ 2771818 h 6858000"/>
              <a:gd name="connsiteX686" fmla="*/ 173877 w 7472601"/>
              <a:gd name="connsiteY686" fmla="*/ 2937056 h 6858000"/>
              <a:gd name="connsiteX687" fmla="*/ 77889 w 7472601"/>
              <a:gd name="connsiteY687" fmla="*/ 3138440 h 6858000"/>
              <a:gd name="connsiteX688" fmla="*/ 0 w 7472601"/>
              <a:gd name="connsiteY688" fmla="*/ 3271395 h 6858000"/>
              <a:gd name="connsiteX689" fmla="*/ 0 w 7472601"/>
              <a:gd name="connsiteY689" fmla="*/ 3153002 h 6858000"/>
              <a:gd name="connsiteX690" fmla="*/ 2386 w 7472601"/>
              <a:gd name="connsiteY690" fmla="*/ 3149203 h 6858000"/>
              <a:gd name="connsiteX691" fmla="*/ 89753 w 7472601"/>
              <a:gd name="connsiteY691" fmla="*/ 2987702 h 6858000"/>
              <a:gd name="connsiteX692" fmla="*/ 76869 w 7472601"/>
              <a:gd name="connsiteY692" fmla="*/ 3005404 h 6858000"/>
              <a:gd name="connsiteX693" fmla="*/ 32049 w 7472601"/>
              <a:gd name="connsiteY693" fmla="*/ 3065814 h 6858000"/>
              <a:gd name="connsiteX694" fmla="*/ 0 w 7472601"/>
              <a:gd name="connsiteY694" fmla="*/ 3108744 h 6858000"/>
              <a:gd name="connsiteX695" fmla="*/ 0 w 7472601"/>
              <a:gd name="connsiteY695" fmla="*/ 3058059 h 6858000"/>
              <a:gd name="connsiteX696" fmla="*/ 7610 w 7472601"/>
              <a:gd name="connsiteY696" fmla="*/ 3047889 h 6858000"/>
              <a:gd name="connsiteX697" fmla="*/ 52419 w 7472601"/>
              <a:gd name="connsiteY697" fmla="*/ 2987479 h 6858000"/>
              <a:gd name="connsiteX698" fmla="*/ 59142 w 7472601"/>
              <a:gd name="connsiteY698" fmla="*/ 2978488 h 6858000"/>
              <a:gd name="connsiteX699" fmla="*/ 0 w 7472601"/>
              <a:gd name="connsiteY699" fmla="*/ 3015334 h 6858000"/>
              <a:gd name="connsiteX700" fmla="*/ 0 w 7472601"/>
              <a:gd name="connsiteY700" fmla="*/ 2914286 h 6858000"/>
              <a:gd name="connsiteX701" fmla="*/ 36383 w 7472601"/>
              <a:gd name="connsiteY701" fmla="*/ 2901128 h 6858000"/>
              <a:gd name="connsiteX702" fmla="*/ 156329 w 7472601"/>
              <a:gd name="connsiteY702" fmla="*/ 2840533 h 6858000"/>
              <a:gd name="connsiteX703" fmla="*/ 358355 w 7472601"/>
              <a:gd name="connsiteY703" fmla="*/ 2620471 h 6858000"/>
              <a:gd name="connsiteX704" fmla="*/ 510577 w 7472601"/>
              <a:gd name="connsiteY704" fmla="*/ 2501244 h 6858000"/>
              <a:gd name="connsiteX705" fmla="*/ 211967 w 7472601"/>
              <a:gd name="connsiteY705" fmla="*/ 2479171 h 6858000"/>
              <a:gd name="connsiteX706" fmla="*/ 0 w 7472601"/>
              <a:gd name="connsiteY706" fmla="*/ 2476398 h 6858000"/>
              <a:gd name="connsiteX707" fmla="*/ 0 w 7472601"/>
              <a:gd name="connsiteY707" fmla="*/ 2389189 h 6858000"/>
              <a:gd name="connsiteX708" fmla="*/ 103062 w 7472601"/>
              <a:gd name="connsiteY708" fmla="*/ 2389518 h 6858000"/>
              <a:gd name="connsiteX709" fmla="*/ 510734 w 7472601"/>
              <a:gd name="connsiteY709" fmla="*/ 2416201 h 6858000"/>
              <a:gd name="connsiteX710" fmla="*/ 279257 w 7472601"/>
              <a:gd name="connsiteY710" fmla="*/ 2092102 h 6858000"/>
              <a:gd name="connsiteX711" fmla="*/ 65265 w 7472601"/>
              <a:gd name="connsiteY711" fmla="*/ 2006049 h 6858000"/>
              <a:gd name="connsiteX712" fmla="*/ 0 w 7472601"/>
              <a:gd name="connsiteY712" fmla="*/ 1982532 h 6858000"/>
              <a:gd name="connsiteX713" fmla="*/ 0 w 7472601"/>
              <a:gd name="connsiteY713" fmla="*/ 1912789 h 6858000"/>
              <a:gd name="connsiteX714" fmla="*/ 97460 w 7472601"/>
              <a:gd name="connsiteY714" fmla="*/ 1953725 h 6858000"/>
              <a:gd name="connsiteX715" fmla="*/ 221272 w 7472601"/>
              <a:gd name="connsiteY715" fmla="*/ 1980766 h 6858000"/>
              <a:gd name="connsiteX716" fmla="*/ 116765 w 7472601"/>
              <a:gd name="connsiteY716" fmla="*/ 1911033 h 6858000"/>
              <a:gd name="connsiteX717" fmla="*/ 16405 w 7472601"/>
              <a:gd name="connsiteY717" fmla="*/ 1803412 h 6858000"/>
              <a:gd name="connsiteX718" fmla="*/ 0 w 7472601"/>
              <a:gd name="connsiteY718" fmla="*/ 1784777 h 6858000"/>
              <a:gd name="connsiteX719" fmla="*/ 0 w 7472601"/>
              <a:gd name="connsiteY719" fmla="*/ 1740082 h 6858000"/>
              <a:gd name="connsiteX720" fmla="*/ 39394 w 7472601"/>
              <a:gd name="connsiteY720" fmla="*/ 1784856 h 6858000"/>
              <a:gd name="connsiteX721" fmla="*/ 135813 w 7472601"/>
              <a:gd name="connsiteY721" fmla="*/ 1888838 h 6858000"/>
              <a:gd name="connsiteX722" fmla="*/ 242575 w 7472601"/>
              <a:gd name="connsiteY722" fmla="*/ 1958841 h 6858000"/>
              <a:gd name="connsiteX723" fmla="*/ 82197 w 7472601"/>
              <a:gd name="connsiteY723" fmla="*/ 1754826 h 6858000"/>
              <a:gd name="connsiteX724" fmla="*/ 0 w 7472601"/>
              <a:gd name="connsiteY724" fmla="*/ 1679650 h 6858000"/>
              <a:gd name="connsiteX725" fmla="*/ 0 w 7472601"/>
              <a:gd name="connsiteY725" fmla="*/ 1602463 h 6858000"/>
              <a:gd name="connsiteX726" fmla="*/ 84689 w 7472601"/>
              <a:gd name="connsiteY726" fmla="*/ 1677442 h 6858000"/>
              <a:gd name="connsiteX727" fmla="*/ 298437 w 7472601"/>
              <a:gd name="connsiteY727" fmla="*/ 1968019 h 6858000"/>
              <a:gd name="connsiteX728" fmla="*/ 227269 w 7472601"/>
              <a:gd name="connsiteY728" fmla="*/ 1114064 h 6858000"/>
              <a:gd name="connsiteX729" fmla="*/ 248003 w 7472601"/>
              <a:gd name="connsiteY729" fmla="*/ 1089613 h 6858000"/>
              <a:gd name="connsiteX730" fmla="*/ 427020 w 7472601"/>
              <a:gd name="connsiteY730" fmla="*/ 1619803 h 6858000"/>
              <a:gd name="connsiteX731" fmla="*/ 340345 w 7472601"/>
              <a:gd name="connsiteY731" fmla="*/ 2027739 h 6858000"/>
              <a:gd name="connsiteX732" fmla="*/ 360865 w 7472601"/>
              <a:gd name="connsiteY732" fmla="*/ 2044827 h 6858000"/>
              <a:gd name="connsiteX733" fmla="*/ 560414 w 7472601"/>
              <a:gd name="connsiteY733" fmla="*/ 2421457 h 6858000"/>
              <a:gd name="connsiteX734" fmla="*/ 1359703 w 7472601"/>
              <a:gd name="connsiteY734" fmla="*/ 2578554 h 6858000"/>
              <a:gd name="connsiteX735" fmla="*/ 1359422 w 7472601"/>
              <a:gd name="connsiteY735" fmla="*/ 2577994 h 6858000"/>
              <a:gd name="connsiteX736" fmla="*/ 828701 w 7472601"/>
              <a:gd name="connsiteY736" fmla="*/ 1839520 h 6858000"/>
              <a:gd name="connsiteX737" fmla="*/ 494427 w 7472601"/>
              <a:gd name="connsiteY737" fmla="*/ 1092333 h 6858000"/>
              <a:gd name="connsiteX738" fmla="*/ 506322 w 7472601"/>
              <a:gd name="connsiteY738" fmla="*/ 1020997 h 6858000"/>
              <a:gd name="connsiteX739" fmla="*/ 4570198 w 7472601"/>
              <a:gd name="connsiteY739" fmla="*/ 978081 h 6858000"/>
              <a:gd name="connsiteX740" fmla="*/ 4523691 w 7472601"/>
              <a:gd name="connsiteY740" fmla="*/ 1127776 h 6858000"/>
              <a:gd name="connsiteX741" fmla="*/ 4509875 w 7472601"/>
              <a:gd name="connsiteY741" fmla="*/ 1167552 h 6858000"/>
              <a:gd name="connsiteX742" fmla="*/ 4478168 w 7472601"/>
              <a:gd name="connsiteY742" fmla="*/ 1260735 h 6858000"/>
              <a:gd name="connsiteX743" fmla="*/ 4409309 w 7472601"/>
              <a:gd name="connsiteY743" fmla="*/ 1666996 h 6858000"/>
              <a:gd name="connsiteX744" fmla="*/ 4370031 w 7472601"/>
              <a:gd name="connsiteY744" fmla="*/ 1955666 h 6858000"/>
              <a:gd name="connsiteX745" fmla="*/ 4570198 w 7472601"/>
              <a:gd name="connsiteY745" fmla="*/ 978081 h 6858000"/>
              <a:gd name="connsiteX746" fmla="*/ 4557898 w 7472601"/>
              <a:gd name="connsiteY746" fmla="*/ 900011 h 6858000"/>
              <a:gd name="connsiteX747" fmla="*/ 4344840 w 7472601"/>
              <a:gd name="connsiteY747" fmla="*/ 1922038 h 6858000"/>
              <a:gd name="connsiteX748" fmla="*/ 4378710 w 7472601"/>
              <a:gd name="connsiteY748" fmla="*/ 1665516 h 6858000"/>
              <a:gd name="connsiteX749" fmla="*/ 4448798 w 7472601"/>
              <a:gd name="connsiteY749" fmla="*/ 1253024 h 6858000"/>
              <a:gd name="connsiteX750" fmla="*/ 4480315 w 7472601"/>
              <a:gd name="connsiteY750" fmla="*/ 1158454 h 6858000"/>
              <a:gd name="connsiteX751" fmla="*/ 4494133 w 7472601"/>
              <a:gd name="connsiteY751" fmla="*/ 1118676 h 6858000"/>
              <a:gd name="connsiteX752" fmla="*/ 4557898 w 7472601"/>
              <a:gd name="connsiteY752" fmla="*/ 900011 h 6858000"/>
              <a:gd name="connsiteX753" fmla="*/ 5870151 w 7472601"/>
              <a:gd name="connsiteY753" fmla="*/ 898890 h 6858000"/>
              <a:gd name="connsiteX754" fmla="*/ 5861335 w 7472601"/>
              <a:gd name="connsiteY754" fmla="*/ 899177 h 6858000"/>
              <a:gd name="connsiteX755" fmla="*/ 5843702 w 7472601"/>
              <a:gd name="connsiteY755" fmla="*/ 899748 h 6858000"/>
              <a:gd name="connsiteX756" fmla="*/ 5651107 w 7472601"/>
              <a:gd name="connsiteY756" fmla="*/ 920306 h 6858000"/>
              <a:gd name="connsiteX757" fmla="*/ 5459407 w 7472601"/>
              <a:gd name="connsiteY757" fmla="*/ 940975 h 6858000"/>
              <a:gd name="connsiteX758" fmla="*/ 5374846 w 7472601"/>
              <a:gd name="connsiteY758" fmla="*/ 941988 h 6858000"/>
              <a:gd name="connsiteX759" fmla="*/ 5256105 w 7472601"/>
              <a:gd name="connsiteY759" fmla="*/ 945632 h 6858000"/>
              <a:gd name="connsiteX760" fmla="*/ 5107071 w 7472601"/>
              <a:gd name="connsiteY760" fmla="*/ 969720 h 6858000"/>
              <a:gd name="connsiteX761" fmla="*/ 4998681 w 7472601"/>
              <a:gd name="connsiteY761" fmla="*/ 988771 h 6858000"/>
              <a:gd name="connsiteX762" fmla="*/ 5870151 w 7472601"/>
              <a:gd name="connsiteY762" fmla="*/ 898890 h 6858000"/>
              <a:gd name="connsiteX763" fmla="*/ 5504425 w 7472601"/>
              <a:gd name="connsiteY763" fmla="*/ 848067 h 6858000"/>
              <a:gd name="connsiteX764" fmla="*/ 4968849 w 7472601"/>
              <a:gd name="connsiteY764" fmla="*/ 962318 h 6858000"/>
              <a:gd name="connsiteX765" fmla="*/ 5104039 w 7472601"/>
              <a:gd name="connsiteY765" fmla="*/ 940634 h 6858000"/>
              <a:gd name="connsiteX766" fmla="*/ 5256311 w 7472601"/>
              <a:gd name="connsiteY766" fmla="*/ 916490 h 6858000"/>
              <a:gd name="connsiteX767" fmla="*/ 5377381 w 7472601"/>
              <a:gd name="connsiteY767" fmla="*/ 912671 h 6858000"/>
              <a:gd name="connsiteX768" fmla="*/ 5460148 w 7472601"/>
              <a:gd name="connsiteY768" fmla="*/ 911442 h 6858000"/>
              <a:gd name="connsiteX769" fmla="*/ 5648971 w 7472601"/>
              <a:gd name="connsiteY769" fmla="*/ 891331 h 6858000"/>
              <a:gd name="connsiteX770" fmla="*/ 5844807 w 7472601"/>
              <a:gd name="connsiteY770" fmla="*/ 870718 h 6858000"/>
              <a:gd name="connsiteX771" fmla="*/ 5862975 w 7472601"/>
              <a:gd name="connsiteY771" fmla="*/ 869756 h 6858000"/>
              <a:gd name="connsiteX772" fmla="*/ 5920887 w 7472601"/>
              <a:gd name="connsiteY772" fmla="*/ 865929 h 6858000"/>
              <a:gd name="connsiteX773" fmla="*/ 5504425 w 7472601"/>
              <a:gd name="connsiteY773" fmla="*/ 848067 h 6858000"/>
              <a:gd name="connsiteX774" fmla="*/ 3607114 w 7472601"/>
              <a:gd name="connsiteY774" fmla="*/ 467441 h 6858000"/>
              <a:gd name="connsiteX775" fmla="*/ 3296242 w 7472601"/>
              <a:gd name="connsiteY775" fmla="*/ 807991 h 6858000"/>
              <a:gd name="connsiteX776" fmla="*/ 3174674 w 7472601"/>
              <a:gd name="connsiteY776" fmla="*/ 919759 h 6858000"/>
              <a:gd name="connsiteX777" fmla="*/ 3042978 w 7472601"/>
              <a:gd name="connsiteY777" fmla="*/ 1054894 h 6858000"/>
              <a:gd name="connsiteX778" fmla="*/ 2968914 w 7472601"/>
              <a:gd name="connsiteY778" fmla="*/ 1133756 h 6858000"/>
              <a:gd name="connsiteX779" fmla="*/ 3103823 w 7472601"/>
              <a:gd name="connsiteY779" fmla="*/ 1026814 h 6858000"/>
              <a:gd name="connsiteX780" fmla="*/ 3607114 w 7472601"/>
              <a:gd name="connsiteY780" fmla="*/ 467441 h 6858000"/>
              <a:gd name="connsiteX781" fmla="*/ 3744487 w 7472601"/>
              <a:gd name="connsiteY781" fmla="*/ 383136 h 6858000"/>
              <a:gd name="connsiteX782" fmla="*/ 3970213 w 7472601"/>
              <a:gd name="connsiteY782" fmla="*/ 995559 h 6858000"/>
              <a:gd name="connsiteX783" fmla="*/ 3744487 w 7472601"/>
              <a:gd name="connsiteY783" fmla="*/ 383136 h 6858000"/>
              <a:gd name="connsiteX784" fmla="*/ 3624562 w 7472601"/>
              <a:gd name="connsiteY784" fmla="*/ 367041 h 6858000"/>
              <a:gd name="connsiteX785" fmla="*/ 3489712 w 7472601"/>
              <a:gd name="connsiteY785" fmla="*/ 485386 h 6858000"/>
              <a:gd name="connsiteX786" fmla="*/ 3182994 w 7472601"/>
              <a:gd name="connsiteY786" fmla="*/ 828265 h 6858000"/>
              <a:gd name="connsiteX787" fmla="*/ 2892114 w 7472601"/>
              <a:gd name="connsiteY787" fmla="*/ 1172635 h 6858000"/>
              <a:gd name="connsiteX788" fmla="*/ 3021459 w 7472601"/>
              <a:gd name="connsiteY788" fmla="*/ 1035385 h 6858000"/>
              <a:gd name="connsiteX789" fmla="*/ 3153873 w 7472601"/>
              <a:gd name="connsiteY789" fmla="*/ 898971 h 6858000"/>
              <a:gd name="connsiteX790" fmla="*/ 3276511 w 7472601"/>
              <a:gd name="connsiteY790" fmla="*/ 786423 h 6858000"/>
              <a:gd name="connsiteX791" fmla="*/ 3584154 w 7472601"/>
              <a:gd name="connsiteY791" fmla="*/ 448218 h 6858000"/>
              <a:gd name="connsiteX792" fmla="*/ 3624562 w 7472601"/>
              <a:gd name="connsiteY792" fmla="*/ 367041 h 6858000"/>
              <a:gd name="connsiteX793" fmla="*/ 3766672 w 7472601"/>
              <a:gd name="connsiteY793" fmla="*/ 359429 h 6858000"/>
              <a:gd name="connsiteX794" fmla="*/ 3996338 w 7472601"/>
              <a:gd name="connsiteY794" fmla="*/ 968237 h 6858000"/>
              <a:gd name="connsiteX795" fmla="*/ 3766672 w 7472601"/>
              <a:gd name="connsiteY795" fmla="*/ 359429 h 6858000"/>
              <a:gd name="connsiteX796" fmla="*/ 5805386 w 7472601"/>
              <a:gd name="connsiteY796" fmla="*/ 239240 h 6858000"/>
              <a:gd name="connsiteX797" fmla="*/ 5736947 w 7472601"/>
              <a:gd name="connsiteY797" fmla="*/ 261367 h 6858000"/>
              <a:gd name="connsiteX798" fmla="*/ 5427012 w 7472601"/>
              <a:gd name="connsiteY798" fmla="*/ 311272 h 6858000"/>
              <a:gd name="connsiteX799" fmla="*/ 5147818 w 7472601"/>
              <a:gd name="connsiteY799" fmla="*/ 322112 h 6858000"/>
              <a:gd name="connsiteX800" fmla="*/ 5060854 w 7472601"/>
              <a:gd name="connsiteY800" fmla="*/ 311882 h 6858000"/>
              <a:gd name="connsiteX801" fmla="*/ 4945989 w 7472601"/>
              <a:gd name="connsiteY801" fmla="*/ 300516 h 6858000"/>
              <a:gd name="connsiteX802" fmla="*/ 5410479 w 7472601"/>
              <a:gd name="connsiteY802" fmla="*/ 348434 h 6858000"/>
              <a:gd name="connsiteX803" fmla="*/ 5805386 w 7472601"/>
              <a:gd name="connsiteY803" fmla="*/ 239240 h 6858000"/>
              <a:gd name="connsiteX804" fmla="*/ 5905192 w 7472601"/>
              <a:gd name="connsiteY804" fmla="*/ 163079 h 6858000"/>
              <a:gd name="connsiteX805" fmla="*/ 5865655 w 7472601"/>
              <a:gd name="connsiteY805" fmla="*/ 171901 h 6858000"/>
              <a:gd name="connsiteX806" fmla="*/ 5259740 w 7472601"/>
              <a:gd name="connsiteY806" fmla="*/ 257013 h 6858000"/>
              <a:gd name="connsiteX807" fmla="*/ 5208466 w 7472601"/>
              <a:gd name="connsiteY807" fmla="*/ 257550 h 6858000"/>
              <a:gd name="connsiteX808" fmla="*/ 4980204 w 7472601"/>
              <a:gd name="connsiteY808" fmla="*/ 271903 h 6858000"/>
              <a:gd name="connsiteX809" fmla="*/ 5068068 w 7472601"/>
              <a:gd name="connsiteY809" fmla="*/ 282244 h 6858000"/>
              <a:gd name="connsiteX810" fmla="*/ 5153231 w 7472601"/>
              <a:gd name="connsiteY810" fmla="*/ 292240 h 6858000"/>
              <a:gd name="connsiteX811" fmla="*/ 5426491 w 7472601"/>
              <a:gd name="connsiteY811" fmla="*/ 281128 h 6858000"/>
              <a:gd name="connsiteX812" fmla="*/ 5731212 w 7472601"/>
              <a:gd name="connsiteY812" fmla="*/ 231951 h 6858000"/>
              <a:gd name="connsiteX813" fmla="*/ 5905192 w 7472601"/>
              <a:gd name="connsiteY813" fmla="*/ 163079 h 6858000"/>
              <a:gd name="connsiteX814" fmla="*/ 5944437 w 7472601"/>
              <a:gd name="connsiteY814" fmla="*/ 113829 h 6858000"/>
              <a:gd name="connsiteX815" fmla="*/ 5825032 w 7472601"/>
              <a:gd name="connsiteY815" fmla="*/ 146405 h 6858000"/>
              <a:gd name="connsiteX816" fmla="*/ 4955599 w 7472601"/>
              <a:gd name="connsiteY816" fmla="*/ 247008 h 6858000"/>
              <a:gd name="connsiteX817" fmla="*/ 5210104 w 7472601"/>
              <a:gd name="connsiteY817" fmla="*/ 228123 h 6858000"/>
              <a:gd name="connsiteX818" fmla="*/ 5261015 w 7472601"/>
              <a:gd name="connsiteY818" fmla="*/ 227087 h 6858000"/>
              <a:gd name="connsiteX819" fmla="*/ 5861181 w 7472601"/>
              <a:gd name="connsiteY819" fmla="*/ 143093 h 6858000"/>
              <a:gd name="connsiteX820" fmla="*/ 5961252 w 7472601"/>
              <a:gd name="connsiteY820" fmla="*/ 114820 h 6858000"/>
              <a:gd name="connsiteX821" fmla="*/ 5944437 w 7472601"/>
              <a:gd name="connsiteY821" fmla="*/ 113829 h 6858000"/>
              <a:gd name="connsiteX822" fmla="*/ 3882765 w 7472601"/>
              <a:gd name="connsiteY822" fmla="*/ 0 h 6858000"/>
              <a:gd name="connsiteX823" fmla="*/ 3995099 w 7472601"/>
              <a:gd name="connsiteY823" fmla="*/ 0 h 6858000"/>
              <a:gd name="connsiteX824" fmla="*/ 4163818 w 7472601"/>
              <a:gd name="connsiteY824" fmla="*/ 234104 h 6858000"/>
              <a:gd name="connsiteX825" fmla="*/ 4172099 w 7472601"/>
              <a:gd name="connsiteY825" fmla="*/ 234207 h 6858000"/>
              <a:gd name="connsiteX826" fmla="*/ 4784282 w 7472601"/>
              <a:gd name="connsiteY826" fmla="*/ 276561 h 6858000"/>
              <a:gd name="connsiteX827" fmla="*/ 4801687 w 7472601"/>
              <a:gd name="connsiteY827" fmla="*/ 267764 h 6858000"/>
              <a:gd name="connsiteX828" fmla="*/ 6082788 w 7472601"/>
              <a:gd name="connsiteY828" fmla="*/ 64119 h 6858000"/>
              <a:gd name="connsiteX829" fmla="*/ 6099442 w 7472601"/>
              <a:gd name="connsiteY829" fmla="*/ 82568 h 6858000"/>
              <a:gd name="connsiteX830" fmla="*/ 4804137 w 7472601"/>
              <a:gd name="connsiteY830" fmla="*/ 320931 h 6858000"/>
              <a:gd name="connsiteX831" fmla="*/ 4227047 w 7472601"/>
              <a:gd name="connsiteY831" fmla="*/ 313415 h 6858000"/>
              <a:gd name="connsiteX832" fmla="*/ 4346041 w 7472601"/>
              <a:gd name="connsiteY832" fmla="*/ 456086 h 6858000"/>
              <a:gd name="connsiteX833" fmla="*/ 4870967 w 7472601"/>
              <a:gd name="connsiteY833" fmla="*/ 963061 h 6858000"/>
              <a:gd name="connsiteX834" fmla="*/ 4889647 w 7472601"/>
              <a:gd name="connsiteY834" fmla="*/ 957147 h 6858000"/>
              <a:gd name="connsiteX835" fmla="*/ 5422504 w 7472601"/>
              <a:gd name="connsiteY835" fmla="*/ 805191 h 6858000"/>
              <a:gd name="connsiteX836" fmla="*/ 6087656 w 7472601"/>
              <a:gd name="connsiteY836" fmla="*/ 826703 h 6858000"/>
              <a:gd name="connsiteX837" fmla="*/ 6058717 w 7472601"/>
              <a:gd name="connsiteY837" fmla="*/ 865992 h 6858000"/>
              <a:gd name="connsiteX838" fmla="*/ 4974153 w 7472601"/>
              <a:gd name="connsiteY838" fmla="*/ 1045456 h 6858000"/>
              <a:gd name="connsiteX839" fmla="*/ 5627835 w 7472601"/>
              <a:gd name="connsiteY839" fmla="*/ 1472077 h 6858000"/>
              <a:gd name="connsiteX840" fmla="*/ 5629817 w 7472601"/>
              <a:gd name="connsiteY840" fmla="*/ 1471412 h 6858000"/>
              <a:gd name="connsiteX841" fmla="*/ 5634124 w 7472601"/>
              <a:gd name="connsiteY841" fmla="*/ 1470572 h 6858000"/>
              <a:gd name="connsiteX842" fmla="*/ 5755832 w 7472601"/>
              <a:gd name="connsiteY842" fmla="*/ 1383886 h 6858000"/>
              <a:gd name="connsiteX843" fmla="*/ 6014186 w 7472601"/>
              <a:gd name="connsiteY843" fmla="*/ 1279799 h 6858000"/>
              <a:gd name="connsiteX844" fmla="*/ 6901619 w 7472601"/>
              <a:gd name="connsiteY844" fmla="*/ 1047874 h 6858000"/>
              <a:gd name="connsiteX845" fmla="*/ 6931566 w 7472601"/>
              <a:gd name="connsiteY845" fmla="*/ 1062034 h 6858000"/>
              <a:gd name="connsiteX846" fmla="*/ 5790982 w 7472601"/>
              <a:gd name="connsiteY846" fmla="*/ 1561380 h 6858000"/>
              <a:gd name="connsiteX847" fmla="*/ 6188971 w 7472601"/>
              <a:gd name="connsiteY847" fmla="*/ 1755168 h 6858000"/>
              <a:gd name="connsiteX848" fmla="*/ 6202446 w 7472601"/>
              <a:gd name="connsiteY848" fmla="*/ 1752268 h 6858000"/>
              <a:gd name="connsiteX849" fmla="*/ 7179560 w 7472601"/>
              <a:gd name="connsiteY849" fmla="*/ 1467551 h 6858000"/>
              <a:gd name="connsiteX850" fmla="*/ 7158730 w 7472601"/>
              <a:gd name="connsiteY850" fmla="*/ 1507835 h 6858000"/>
              <a:gd name="connsiteX851" fmla="*/ 6326959 w 7472601"/>
              <a:gd name="connsiteY851" fmla="*/ 1817686 h 6858000"/>
              <a:gd name="connsiteX852" fmla="*/ 6537433 w 7472601"/>
              <a:gd name="connsiteY852" fmla="*/ 1907790 h 6858000"/>
              <a:gd name="connsiteX853" fmla="*/ 6550221 w 7472601"/>
              <a:gd name="connsiteY853" fmla="*/ 1910729 h 6858000"/>
              <a:gd name="connsiteX854" fmla="*/ 6964438 w 7472601"/>
              <a:gd name="connsiteY854" fmla="*/ 2209505 h 6858000"/>
              <a:gd name="connsiteX855" fmla="*/ 7367862 w 7472601"/>
              <a:gd name="connsiteY855" fmla="*/ 2806833 h 6858000"/>
              <a:gd name="connsiteX856" fmla="*/ 7364329 w 7472601"/>
              <a:gd name="connsiteY856" fmla="*/ 2826907 h 6858000"/>
              <a:gd name="connsiteX857" fmla="*/ 7290545 w 7472601"/>
              <a:gd name="connsiteY857" fmla="*/ 2850663 h 6858000"/>
              <a:gd name="connsiteX858" fmla="*/ 6472036 w 7472601"/>
              <a:gd name="connsiteY858" fmla="*/ 1959003 h 6858000"/>
              <a:gd name="connsiteX859" fmla="*/ 5792897 w 7472601"/>
              <a:gd name="connsiteY859" fmla="*/ 1647747 h 6858000"/>
              <a:gd name="connsiteX860" fmla="*/ 5842751 w 7472601"/>
              <a:gd name="connsiteY860" fmla="*/ 1816112 h 6858000"/>
              <a:gd name="connsiteX861" fmla="*/ 5847424 w 7472601"/>
              <a:gd name="connsiteY861" fmla="*/ 1815776 h 6858000"/>
              <a:gd name="connsiteX862" fmla="*/ 6399821 w 7472601"/>
              <a:gd name="connsiteY862" fmla="*/ 2344799 h 6858000"/>
              <a:gd name="connsiteX863" fmla="*/ 6323232 w 7472601"/>
              <a:gd name="connsiteY863" fmla="*/ 2389634 h 6858000"/>
              <a:gd name="connsiteX864" fmla="*/ 5942958 w 7472601"/>
              <a:gd name="connsiteY864" fmla="*/ 2077708 h 6858000"/>
              <a:gd name="connsiteX865" fmla="*/ 5921559 w 7472601"/>
              <a:gd name="connsiteY865" fmla="*/ 2378596 h 6858000"/>
              <a:gd name="connsiteX866" fmla="*/ 5817651 w 7472601"/>
              <a:gd name="connsiteY866" fmla="*/ 3023919 h 6858000"/>
              <a:gd name="connsiteX867" fmla="*/ 5729634 w 7472601"/>
              <a:gd name="connsiteY867" fmla="*/ 3051849 h 6858000"/>
              <a:gd name="connsiteX868" fmla="*/ 5611018 w 7472601"/>
              <a:gd name="connsiteY868" fmla="*/ 2316769 h 6858000"/>
              <a:gd name="connsiteX869" fmla="*/ 5687608 w 7472601"/>
              <a:gd name="connsiteY869" fmla="*/ 2039972 h 6858000"/>
              <a:gd name="connsiteX870" fmla="*/ 5657554 w 7472601"/>
              <a:gd name="connsiteY870" fmla="*/ 1576445 h 6858000"/>
              <a:gd name="connsiteX871" fmla="*/ 5150475 w 7472601"/>
              <a:gd name="connsiteY871" fmla="*/ 1274012 h 6858000"/>
              <a:gd name="connsiteX872" fmla="*/ 5349142 w 7472601"/>
              <a:gd name="connsiteY872" fmla="*/ 2204405 h 6858000"/>
              <a:gd name="connsiteX873" fmla="*/ 5262214 w 7472601"/>
              <a:gd name="connsiteY873" fmla="*/ 2233836 h 6858000"/>
              <a:gd name="connsiteX874" fmla="*/ 4981539 w 7472601"/>
              <a:gd name="connsiteY874" fmla="*/ 1542201 h 6858000"/>
              <a:gd name="connsiteX875" fmla="*/ 4958461 w 7472601"/>
              <a:gd name="connsiteY875" fmla="*/ 1136957 h 6858000"/>
              <a:gd name="connsiteX876" fmla="*/ 4655015 w 7472601"/>
              <a:gd name="connsiteY876" fmla="*/ 891426 h 6858000"/>
              <a:gd name="connsiteX877" fmla="*/ 4348002 w 7472601"/>
              <a:gd name="connsiteY877" fmla="*/ 2205895 h 6858000"/>
              <a:gd name="connsiteX878" fmla="*/ 4262250 w 7472601"/>
              <a:gd name="connsiteY878" fmla="*/ 2219972 h 6858000"/>
              <a:gd name="connsiteX879" fmla="*/ 4550611 w 7472601"/>
              <a:gd name="connsiteY879" fmla="*/ 817540 h 6858000"/>
              <a:gd name="connsiteX880" fmla="*/ 4564418 w 7472601"/>
              <a:gd name="connsiteY880" fmla="*/ 808293 h 6858000"/>
              <a:gd name="connsiteX881" fmla="*/ 4266388 w 7472601"/>
              <a:gd name="connsiteY881" fmla="*/ 500083 h 6858000"/>
              <a:gd name="connsiteX882" fmla="*/ 4032842 w 7472601"/>
              <a:gd name="connsiteY882" fmla="*/ 211809 h 6858000"/>
              <a:gd name="connsiteX883" fmla="*/ 3882765 w 7472601"/>
              <a:gd name="connsiteY883" fmla="*/ 0 h 6858000"/>
              <a:gd name="connsiteX884" fmla="*/ 3721337 w 7472601"/>
              <a:gd name="connsiteY884" fmla="*/ 0 h 6858000"/>
              <a:gd name="connsiteX885" fmla="*/ 3797544 w 7472601"/>
              <a:gd name="connsiteY885" fmla="*/ 0 h 6858000"/>
              <a:gd name="connsiteX886" fmla="*/ 3775734 w 7472601"/>
              <a:gd name="connsiteY886" fmla="*/ 95131 h 6858000"/>
              <a:gd name="connsiteX887" fmla="*/ 3724807 w 7472601"/>
              <a:gd name="connsiteY887" fmla="*/ 272257 h 6858000"/>
              <a:gd name="connsiteX888" fmla="*/ 3726844 w 7472601"/>
              <a:gd name="connsiteY888" fmla="*/ 282988 h 6858000"/>
              <a:gd name="connsiteX889" fmla="*/ 3742664 w 7472601"/>
              <a:gd name="connsiteY889" fmla="*/ 279918 h 6858000"/>
              <a:gd name="connsiteX890" fmla="*/ 4103910 w 7472601"/>
              <a:gd name="connsiteY890" fmla="*/ 1161917 h 6858000"/>
              <a:gd name="connsiteX891" fmla="*/ 4020269 w 7472601"/>
              <a:gd name="connsiteY891" fmla="*/ 1200406 h 6858000"/>
              <a:gd name="connsiteX892" fmla="*/ 3674882 w 7472601"/>
              <a:gd name="connsiteY892" fmla="*/ 488524 h 6858000"/>
              <a:gd name="connsiteX893" fmla="*/ 3132682 w 7472601"/>
              <a:gd name="connsiteY893" fmla="*/ 1072284 h 6858000"/>
              <a:gd name="connsiteX894" fmla="*/ 2716346 w 7472601"/>
              <a:gd name="connsiteY894" fmla="*/ 1276376 h 6858000"/>
              <a:gd name="connsiteX895" fmla="*/ 2716772 w 7472601"/>
              <a:gd name="connsiteY895" fmla="*/ 1255462 h 6858000"/>
              <a:gd name="connsiteX896" fmla="*/ 3471096 w 7472601"/>
              <a:gd name="connsiteY896" fmla="*/ 437072 h 6858000"/>
              <a:gd name="connsiteX897" fmla="*/ 3639057 w 7472601"/>
              <a:gd name="connsiteY897" fmla="*/ 286334 h 6858000"/>
              <a:gd name="connsiteX898" fmla="*/ 3640309 w 7472601"/>
              <a:gd name="connsiteY898" fmla="*/ 284664 h 6858000"/>
              <a:gd name="connsiteX899" fmla="*/ 3646022 w 7472601"/>
              <a:gd name="connsiteY899" fmla="*/ 276711 h 6858000"/>
              <a:gd name="connsiteX900" fmla="*/ 3707943 w 7472601"/>
              <a:gd name="connsiteY900" fmla="*/ 65958 h 6858000"/>
              <a:gd name="connsiteX901" fmla="*/ 3721337 w 7472601"/>
              <a:gd name="connsiteY901" fmla="*/ 0 h 6858000"/>
              <a:gd name="connsiteX902" fmla="*/ 2867960 w 7472601"/>
              <a:gd name="connsiteY902" fmla="*/ 0 h 6858000"/>
              <a:gd name="connsiteX903" fmla="*/ 2926351 w 7472601"/>
              <a:gd name="connsiteY903" fmla="*/ 0 h 6858000"/>
              <a:gd name="connsiteX904" fmla="*/ 2902823 w 7472601"/>
              <a:gd name="connsiteY904" fmla="*/ 262929 h 6858000"/>
              <a:gd name="connsiteX905" fmla="*/ 2940663 w 7472601"/>
              <a:gd name="connsiteY905" fmla="*/ 140884 h 6858000"/>
              <a:gd name="connsiteX906" fmla="*/ 2947039 w 7472601"/>
              <a:gd name="connsiteY906" fmla="*/ 122524 h 6858000"/>
              <a:gd name="connsiteX907" fmla="*/ 2984316 w 7472601"/>
              <a:gd name="connsiteY907" fmla="*/ 0 h 6858000"/>
              <a:gd name="connsiteX908" fmla="*/ 3016114 w 7472601"/>
              <a:gd name="connsiteY908" fmla="*/ 0 h 6858000"/>
              <a:gd name="connsiteX909" fmla="*/ 2979949 w 7472601"/>
              <a:gd name="connsiteY909" fmla="*/ 119274 h 6858000"/>
              <a:gd name="connsiteX910" fmla="*/ 3023879 w 7472601"/>
              <a:gd name="connsiteY910" fmla="*/ 0 h 6858000"/>
              <a:gd name="connsiteX911" fmla="*/ 3105400 w 7472601"/>
              <a:gd name="connsiteY911" fmla="*/ 0 h 6858000"/>
              <a:gd name="connsiteX912" fmla="*/ 3094669 w 7472601"/>
              <a:gd name="connsiteY912" fmla="*/ 30308 h 6858000"/>
              <a:gd name="connsiteX913" fmla="*/ 2901945 w 7472601"/>
              <a:gd name="connsiteY913" fmla="*/ 466538 h 6858000"/>
              <a:gd name="connsiteX914" fmla="*/ 2815209 w 7472601"/>
              <a:gd name="connsiteY914" fmla="*/ 497361 h 6858000"/>
              <a:gd name="connsiteX915" fmla="*/ 2844845 w 7472601"/>
              <a:gd name="connsiteY915" fmla="*/ 127638 h 6858000"/>
              <a:gd name="connsiteX916" fmla="*/ 2867960 w 7472601"/>
              <a:gd name="connsiteY916" fmla="*/ 0 h 6858000"/>
              <a:gd name="connsiteX917" fmla="*/ 1057230 w 7472601"/>
              <a:gd name="connsiteY917" fmla="*/ 0 h 6858000"/>
              <a:gd name="connsiteX918" fmla="*/ 1111003 w 7472601"/>
              <a:gd name="connsiteY918" fmla="*/ 0 h 6858000"/>
              <a:gd name="connsiteX919" fmla="*/ 1125553 w 7472601"/>
              <a:gd name="connsiteY919" fmla="*/ 52588 h 6858000"/>
              <a:gd name="connsiteX920" fmla="*/ 1304276 w 7472601"/>
              <a:gd name="connsiteY920" fmla="*/ 476275 h 6858000"/>
              <a:gd name="connsiteX921" fmla="*/ 1492066 w 7472601"/>
              <a:gd name="connsiteY921" fmla="*/ 886333 h 6858000"/>
              <a:gd name="connsiteX922" fmla="*/ 1423698 w 7472601"/>
              <a:gd name="connsiteY922" fmla="*/ 710817 h 6858000"/>
              <a:gd name="connsiteX923" fmla="*/ 1357609 w 7472601"/>
              <a:gd name="connsiteY923" fmla="*/ 532892 h 6858000"/>
              <a:gd name="connsiteX924" fmla="*/ 1309550 w 7472601"/>
              <a:gd name="connsiteY924" fmla="*/ 374031 h 6858000"/>
              <a:gd name="connsiteX925" fmla="*/ 1193673 w 7472601"/>
              <a:gd name="connsiteY925" fmla="*/ 49533 h 6858000"/>
              <a:gd name="connsiteX926" fmla="*/ 1164391 w 7472601"/>
              <a:gd name="connsiteY926" fmla="*/ 0 h 6858000"/>
              <a:gd name="connsiteX927" fmla="*/ 1200666 w 7472601"/>
              <a:gd name="connsiteY927" fmla="*/ 0 h 6858000"/>
              <a:gd name="connsiteX928" fmla="*/ 1223408 w 7472601"/>
              <a:gd name="connsiteY928" fmla="*/ 38996 h 6858000"/>
              <a:gd name="connsiteX929" fmla="*/ 1339635 w 7472601"/>
              <a:gd name="connsiteY929" fmla="*/ 365517 h 6858000"/>
              <a:gd name="connsiteX930" fmla="*/ 1387469 w 7472601"/>
              <a:gd name="connsiteY930" fmla="*/ 523079 h 6858000"/>
              <a:gd name="connsiteX931" fmla="*/ 1452685 w 7472601"/>
              <a:gd name="connsiteY931" fmla="*/ 699806 h 6858000"/>
              <a:gd name="connsiteX932" fmla="*/ 1492092 w 7472601"/>
              <a:gd name="connsiteY932" fmla="*/ 800424 h 6858000"/>
              <a:gd name="connsiteX933" fmla="*/ 1455302 w 7472601"/>
              <a:gd name="connsiteY933" fmla="*/ 632913 h 6858000"/>
              <a:gd name="connsiteX934" fmla="*/ 1222336 w 7472601"/>
              <a:gd name="connsiteY934" fmla="*/ 9480 h 6858000"/>
              <a:gd name="connsiteX935" fmla="*/ 1214634 w 7472601"/>
              <a:gd name="connsiteY935" fmla="*/ 0 h 6858000"/>
              <a:gd name="connsiteX936" fmla="*/ 1289827 w 7472601"/>
              <a:gd name="connsiteY936" fmla="*/ 0 h 6858000"/>
              <a:gd name="connsiteX937" fmla="*/ 1321076 w 7472601"/>
              <a:gd name="connsiteY937" fmla="*/ 59722 h 6858000"/>
              <a:gd name="connsiteX938" fmla="*/ 1512579 w 7472601"/>
              <a:gd name="connsiteY938" fmla="*/ 626441 h 6858000"/>
              <a:gd name="connsiteX939" fmla="*/ 1506076 w 7472601"/>
              <a:gd name="connsiteY939" fmla="*/ 1089289 h 6858000"/>
              <a:gd name="connsiteX940" fmla="*/ 1486346 w 7472601"/>
              <a:gd name="connsiteY940" fmla="*/ 1079919 h 6858000"/>
              <a:gd name="connsiteX941" fmla="*/ 1070511 w 7472601"/>
              <a:gd name="connsiteY941" fmla="*/ 48609 h 6858000"/>
              <a:gd name="connsiteX942" fmla="*/ 1057230 w 7472601"/>
              <a:gd name="connsiteY942" fmla="*/ 0 h 6858000"/>
              <a:gd name="connsiteX943" fmla="*/ 43151 w 7472601"/>
              <a:gd name="connsiteY943" fmla="*/ 0 h 6858000"/>
              <a:gd name="connsiteX944" fmla="*/ 95283 w 7472601"/>
              <a:gd name="connsiteY944" fmla="*/ 0 h 6858000"/>
              <a:gd name="connsiteX945" fmla="*/ 300708 w 7472601"/>
              <a:gd name="connsiteY945" fmla="*/ 154571 h 6858000"/>
              <a:gd name="connsiteX946" fmla="*/ 530414 w 7472601"/>
              <a:gd name="connsiteY946" fmla="*/ 354673 h 6858000"/>
              <a:gd name="connsiteX947" fmla="*/ 333785 w 7472601"/>
              <a:gd name="connsiteY947" fmla="*/ 161564 h 6858000"/>
              <a:gd name="connsiteX948" fmla="*/ 147005 w 7472601"/>
              <a:gd name="connsiteY948" fmla="*/ 0 h 6858000"/>
              <a:gd name="connsiteX949" fmla="*/ 272509 w 7472601"/>
              <a:gd name="connsiteY949" fmla="*/ 0 h 6858000"/>
              <a:gd name="connsiteX950" fmla="*/ 326276 w 7472601"/>
              <a:gd name="connsiteY950" fmla="*/ 45847 h 6858000"/>
              <a:gd name="connsiteX951" fmla="*/ 823759 w 7472601"/>
              <a:gd name="connsiteY951" fmla="*/ 574145 h 6858000"/>
              <a:gd name="connsiteX952" fmla="*/ 811254 w 7472601"/>
              <a:gd name="connsiteY952" fmla="*/ 665546 h 6858000"/>
              <a:gd name="connsiteX953" fmla="*/ 154042 w 7472601"/>
              <a:gd name="connsiteY953" fmla="*/ 261522 h 6858000"/>
              <a:gd name="connsiteX954" fmla="*/ 13550 w 7472601"/>
              <a:gd name="connsiteY954" fmla="*/ 158423 h 6858000"/>
              <a:gd name="connsiteX955" fmla="*/ 0 w 7472601"/>
              <a:gd name="connsiteY955" fmla="*/ 146618 h 6858000"/>
              <a:gd name="connsiteX956" fmla="*/ 0 w 7472601"/>
              <a:gd name="connsiteY956" fmla="*/ 59161 h 6858000"/>
              <a:gd name="connsiteX957" fmla="*/ 45427 w 7472601"/>
              <a:gd name="connsiteY957" fmla="*/ 101078 h 6858000"/>
              <a:gd name="connsiteX958" fmla="*/ 630103 w 7472601"/>
              <a:gd name="connsiteY958" fmla="*/ 485885 h 6858000"/>
              <a:gd name="connsiteX959" fmla="*/ 532040 w 7472601"/>
              <a:gd name="connsiteY959" fmla="*/ 399359 h 6858000"/>
              <a:gd name="connsiteX960" fmla="*/ 517618 w 7472601"/>
              <a:gd name="connsiteY960" fmla="*/ 385726 h 6858000"/>
              <a:gd name="connsiteX961" fmla="*/ 285074 w 7472601"/>
              <a:gd name="connsiteY961" fmla="*/ 182755 h 6858000"/>
              <a:gd name="connsiteX962" fmla="*/ 43151 w 7472601"/>
              <a:gd name="connsiteY962"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48321 w 7472601"/>
              <a:gd name="connsiteY79" fmla="*/ 6190991 h 6858000"/>
              <a:gd name="connsiteX80" fmla="*/ 7467600 w 7472601"/>
              <a:gd name="connsiteY80" fmla="*/ 6221686 h 6858000"/>
              <a:gd name="connsiteX81" fmla="*/ 7467600 w 7472601"/>
              <a:gd name="connsiteY81" fmla="*/ 6334256 h 6858000"/>
              <a:gd name="connsiteX82" fmla="*/ 7454976 w 7472601"/>
              <a:gd name="connsiteY82" fmla="*/ 6318297 h 6858000"/>
              <a:gd name="connsiteX83" fmla="*/ 1456157 w 7472601"/>
              <a:gd name="connsiteY83" fmla="*/ 5371404 h 6858000"/>
              <a:gd name="connsiteX84" fmla="*/ 1244432 w 7472601"/>
              <a:gd name="connsiteY84" fmla="*/ 5385601 h 6858000"/>
              <a:gd name="connsiteX85" fmla="*/ 973990 w 7472601"/>
              <a:gd name="connsiteY85" fmla="*/ 5424940 h 6858000"/>
              <a:gd name="connsiteX86" fmla="*/ 1103809 w 7472601"/>
              <a:gd name="connsiteY86" fmla="*/ 5433720 h 6858000"/>
              <a:gd name="connsiteX87" fmla="*/ 1123454 w 7472601"/>
              <a:gd name="connsiteY87" fmla="*/ 5435727 h 6858000"/>
              <a:gd name="connsiteX88" fmla="*/ 1737017 w 7472601"/>
              <a:gd name="connsiteY88" fmla="*/ 5452183 h 6858000"/>
              <a:gd name="connsiteX89" fmla="*/ 1824397 w 7472601"/>
              <a:gd name="connsiteY89" fmla="*/ 5447757 h 6858000"/>
              <a:gd name="connsiteX90" fmla="*/ 2070059 w 7472601"/>
              <a:gd name="connsiteY90" fmla="*/ 5441660 h 6858000"/>
              <a:gd name="connsiteX91" fmla="*/ 1456157 w 7472601"/>
              <a:gd name="connsiteY91" fmla="*/ 5371404 h 6858000"/>
              <a:gd name="connsiteX92" fmla="*/ 4988186 w 7472601"/>
              <a:gd name="connsiteY92" fmla="*/ 5216467 h 6858000"/>
              <a:gd name="connsiteX93" fmla="*/ 4777334 w 7472601"/>
              <a:gd name="connsiteY93" fmla="*/ 5406072 h 6858000"/>
              <a:gd name="connsiteX94" fmla="*/ 4718341 w 7472601"/>
              <a:gd name="connsiteY94" fmla="*/ 5468043 h 6858000"/>
              <a:gd name="connsiteX95" fmla="*/ 4604655 w 7472601"/>
              <a:gd name="connsiteY95" fmla="*/ 5583434 h 6858000"/>
              <a:gd name="connsiteX96" fmla="*/ 4565074 w 7472601"/>
              <a:gd name="connsiteY96" fmla="*/ 5618550 h 6858000"/>
              <a:gd name="connsiteX97" fmla="*/ 4988186 w 7472601"/>
              <a:gd name="connsiteY97" fmla="*/ 5216467 h 6858000"/>
              <a:gd name="connsiteX98" fmla="*/ 4978032 w 7472601"/>
              <a:gd name="connsiteY98" fmla="*/ 5183809 h 6858000"/>
              <a:gd name="connsiteX99" fmla="*/ 4463413 w 7472601"/>
              <a:gd name="connsiteY99" fmla="*/ 5615162 h 6858000"/>
              <a:gd name="connsiteX100" fmla="*/ 4358134 w 7472601"/>
              <a:gd name="connsiteY100" fmla="*/ 5742791 h 6858000"/>
              <a:gd name="connsiteX101" fmla="*/ 4376219 w 7472601"/>
              <a:gd name="connsiteY101" fmla="*/ 5729027 h 6858000"/>
              <a:gd name="connsiteX102" fmla="*/ 4582340 w 7472601"/>
              <a:gd name="connsiteY102" fmla="*/ 5561037 h 6858000"/>
              <a:gd name="connsiteX103" fmla="*/ 4694684 w 7472601"/>
              <a:gd name="connsiteY103" fmla="*/ 5447098 h 6858000"/>
              <a:gd name="connsiteX104" fmla="*/ 4754123 w 7472601"/>
              <a:gd name="connsiteY104" fmla="*/ 5384643 h 6858000"/>
              <a:gd name="connsiteX105" fmla="*/ 4978032 w 7472601"/>
              <a:gd name="connsiteY105" fmla="*/ 5183809 h 6858000"/>
              <a:gd name="connsiteX106" fmla="*/ 1903353 w 7472601"/>
              <a:gd name="connsiteY106" fmla="*/ 5044827 h 6858000"/>
              <a:gd name="connsiteX107" fmla="*/ 1936931 w 7472601"/>
              <a:gd name="connsiteY107" fmla="*/ 5093954 h 6858000"/>
              <a:gd name="connsiteX108" fmla="*/ 2195868 w 7472601"/>
              <a:gd name="connsiteY108" fmla="*/ 5396574 h 6858000"/>
              <a:gd name="connsiteX109" fmla="*/ 2088852 w 7472601"/>
              <a:gd name="connsiteY109" fmla="*/ 5166123 h 6858000"/>
              <a:gd name="connsiteX110" fmla="*/ 1958241 w 7472601"/>
              <a:gd name="connsiteY110" fmla="*/ 5067955 h 6858000"/>
              <a:gd name="connsiteX111" fmla="*/ 1903353 w 7472601"/>
              <a:gd name="connsiteY111" fmla="*/ 5044827 h 6858000"/>
              <a:gd name="connsiteX112" fmla="*/ 1979378 w 7472601"/>
              <a:gd name="connsiteY112" fmla="*/ 4769504 h 6858000"/>
              <a:gd name="connsiteX113" fmla="*/ 2882120 w 7472601"/>
              <a:gd name="connsiteY113" fmla="*/ 5064547 h 6858000"/>
              <a:gd name="connsiteX114" fmla="*/ 2793103 w 7472601"/>
              <a:gd name="connsiteY114" fmla="*/ 5039699 h 6858000"/>
              <a:gd name="connsiteX115" fmla="*/ 2770041 w 7472601"/>
              <a:gd name="connsiteY115" fmla="*/ 5033634 h 6858000"/>
              <a:gd name="connsiteX116" fmla="*/ 1979378 w 7472601"/>
              <a:gd name="connsiteY116" fmla="*/ 4769504 h 6858000"/>
              <a:gd name="connsiteX117" fmla="*/ 1927410 w 7472601"/>
              <a:gd name="connsiteY117" fmla="*/ 4716164 h 6858000"/>
              <a:gd name="connsiteX118" fmla="*/ 1959587 w 7472601"/>
              <a:gd name="connsiteY118" fmla="*/ 4728849 h 6858000"/>
              <a:gd name="connsiteX119" fmla="*/ 2777707 w 7472601"/>
              <a:gd name="connsiteY119" fmla="*/ 5003991 h 6858000"/>
              <a:gd name="connsiteX120" fmla="*/ 2800768 w 7472601"/>
              <a:gd name="connsiteY120" fmla="*/ 5010056 h 6858000"/>
              <a:gd name="connsiteX121" fmla="*/ 2879408 w 7472601"/>
              <a:gd name="connsiteY121" fmla="*/ 5031590 h 6858000"/>
              <a:gd name="connsiteX122" fmla="*/ 2862295 w 7472601"/>
              <a:gd name="connsiteY122" fmla="*/ 5022958 h 6858000"/>
              <a:gd name="connsiteX123" fmla="*/ 2813343 w 7472601"/>
              <a:gd name="connsiteY123" fmla="*/ 4998369 h 6858000"/>
              <a:gd name="connsiteX124" fmla="*/ 2646245 w 7472601"/>
              <a:gd name="connsiteY124" fmla="*/ 4930999 h 6858000"/>
              <a:gd name="connsiteX125" fmla="*/ 1999243 w 7472601"/>
              <a:gd name="connsiteY125" fmla="*/ 4730524 h 6858000"/>
              <a:gd name="connsiteX126" fmla="*/ 1979527 w 7472601"/>
              <a:gd name="connsiteY126" fmla="*/ 4726651 h 6858000"/>
              <a:gd name="connsiteX127" fmla="*/ 1927410 w 7472601"/>
              <a:gd name="connsiteY127" fmla="*/ 4716164 h 6858000"/>
              <a:gd name="connsiteX128" fmla="*/ 1997014 w 7472601"/>
              <a:gd name="connsiteY128" fmla="*/ 4698007 h 6858000"/>
              <a:gd name="connsiteX129" fmla="*/ 2005458 w 7472601"/>
              <a:gd name="connsiteY129" fmla="*/ 4699540 h 6858000"/>
              <a:gd name="connsiteX130" fmla="*/ 2657186 w 7472601"/>
              <a:gd name="connsiteY130" fmla="*/ 4901687 h 6858000"/>
              <a:gd name="connsiteX131" fmla="*/ 2826662 w 7472601"/>
              <a:gd name="connsiteY131" fmla="*/ 4970362 h 6858000"/>
              <a:gd name="connsiteX132" fmla="*/ 2876100 w 7472601"/>
              <a:gd name="connsiteY132" fmla="*/ 4995397 h 6858000"/>
              <a:gd name="connsiteX133" fmla="*/ 3042600 w 7472601"/>
              <a:gd name="connsiteY133" fmla="*/ 5059532 h 6858000"/>
              <a:gd name="connsiteX134" fmla="*/ 1997014 w 7472601"/>
              <a:gd name="connsiteY134" fmla="*/ 4698007 h 6858000"/>
              <a:gd name="connsiteX135" fmla="*/ 2305292 w 7472601"/>
              <a:gd name="connsiteY135" fmla="*/ 4219492 h 6858000"/>
              <a:gd name="connsiteX136" fmla="*/ 3360922 w 7472601"/>
              <a:gd name="connsiteY136" fmla="*/ 4529373 h 6858000"/>
              <a:gd name="connsiteX137" fmla="*/ 3492420 w 7472601"/>
              <a:gd name="connsiteY137" fmla="*/ 4510145 h 6858000"/>
              <a:gd name="connsiteX138" fmla="*/ 3364086 w 7472601"/>
              <a:gd name="connsiteY138" fmla="*/ 4480340 h 6858000"/>
              <a:gd name="connsiteX139" fmla="*/ 3225818 w 7472601"/>
              <a:gd name="connsiteY139" fmla="*/ 4411822 h 6858000"/>
              <a:gd name="connsiteX140" fmla="*/ 3129696 w 7472601"/>
              <a:gd name="connsiteY140" fmla="*/ 4360704 h 6858000"/>
              <a:gd name="connsiteX141" fmla="*/ 2814545 w 7472601"/>
              <a:gd name="connsiteY141" fmla="*/ 4282955 h 6858000"/>
              <a:gd name="connsiteX142" fmla="*/ 2305292 w 7472601"/>
              <a:gd name="connsiteY142" fmla="*/ 4219492 h 6858000"/>
              <a:gd name="connsiteX143" fmla="*/ 2626982 w 7472601"/>
              <a:gd name="connsiteY143" fmla="*/ 4206450 h 6858000"/>
              <a:gd name="connsiteX144" fmla="*/ 2490617 w 7472601"/>
              <a:gd name="connsiteY144" fmla="*/ 4206951 h 6858000"/>
              <a:gd name="connsiteX145" fmla="*/ 2819869 w 7472601"/>
              <a:gd name="connsiteY145" fmla="*/ 4252936 h 6858000"/>
              <a:gd name="connsiteX146" fmla="*/ 3143018 w 7472601"/>
              <a:gd name="connsiteY146" fmla="*/ 4332698 h 6858000"/>
              <a:gd name="connsiteX147" fmla="*/ 3241520 w 7472601"/>
              <a:gd name="connsiteY147" fmla="*/ 4385112 h 6858000"/>
              <a:gd name="connsiteX148" fmla="*/ 3374575 w 7472601"/>
              <a:gd name="connsiteY148" fmla="*/ 4451517 h 6858000"/>
              <a:gd name="connsiteX149" fmla="*/ 3505221 w 7472601"/>
              <a:gd name="connsiteY149" fmla="*/ 4480757 h 6858000"/>
              <a:gd name="connsiteX150" fmla="*/ 2626982 w 7472601"/>
              <a:gd name="connsiteY150" fmla="*/ 4206450 h 6858000"/>
              <a:gd name="connsiteX151" fmla="*/ 1310106 w 7472601"/>
              <a:gd name="connsiteY151" fmla="*/ 3943217 h 6858000"/>
              <a:gd name="connsiteX152" fmla="*/ 854994 w 7472601"/>
              <a:gd name="connsiteY152" fmla="*/ 4399136 h 6858000"/>
              <a:gd name="connsiteX153" fmla="*/ 742462 w 7472601"/>
              <a:gd name="connsiteY153" fmla="*/ 4594648 h 6858000"/>
              <a:gd name="connsiteX154" fmla="*/ 820602 w 7472601"/>
              <a:gd name="connsiteY154" fmla="*/ 4485915 h 6858000"/>
              <a:gd name="connsiteX155" fmla="*/ 878295 w 7472601"/>
              <a:gd name="connsiteY155" fmla="*/ 4403594 h 6858000"/>
              <a:gd name="connsiteX156" fmla="*/ 1240607 w 7472601"/>
              <a:gd name="connsiteY156" fmla="*/ 4010401 h 6858000"/>
              <a:gd name="connsiteX157" fmla="*/ 1310106 w 7472601"/>
              <a:gd name="connsiteY157" fmla="*/ 3943217 h 6858000"/>
              <a:gd name="connsiteX158" fmla="*/ 1423113 w 7472601"/>
              <a:gd name="connsiteY158" fmla="*/ 3874565 h 6858000"/>
              <a:gd name="connsiteX159" fmla="*/ 1260565 w 7472601"/>
              <a:gd name="connsiteY159" fmla="*/ 4031982 h 6858000"/>
              <a:gd name="connsiteX160" fmla="*/ 901900 w 7472601"/>
              <a:gd name="connsiteY160" fmla="*/ 4421236 h 6858000"/>
              <a:gd name="connsiteX161" fmla="*/ 845044 w 7472601"/>
              <a:gd name="connsiteY161" fmla="*/ 4502436 h 6858000"/>
              <a:gd name="connsiteX162" fmla="*/ 685926 w 7472601"/>
              <a:gd name="connsiteY162" fmla="*/ 4703069 h 6858000"/>
              <a:gd name="connsiteX163" fmla="*/ 684248 w 7472601"/>
              <a:gd name="connsiteY163" fmla="*/ 4706721 h 6858000"/>
              <a:gd name="connsiteX164" fmla="*/ 1423113 w 7472601"/>
              <a:gd name="connsiteY164" fmla="*/ 3874565 h 6858000"/>
              <a:gd name="connsiteX165" fmla="*/ 3316479 w 7472601"/>
              <a:gd name="connsiteY165" fmla="*/ 3872136 h 6858000"/>
              <a:gd name="connsiteX166" fmla="*/ 3546806 w 7472601"/>
              <a:gd name="connsiteY166" fmla="*/ 4356139 h 6858000"/>
              <a:gd name="connsiteX167" fmla="*/ 3364433 w 7472601"/>
              <a:gd name="connsiteY167" fmla="*/ 3953121 h 6858000"/>
              <a:gd name="connsiteX168" fmla="*/ 3316479 w 7472601"/>
              <a:gd name="connsiteY168" fmla="*/ 3872136 h 6858000"/>
              <a:gd name="connsiteX169" fmla="*/ 3291335 w 7472601"/>
              <a:gd name="connsiteY169" fmla="*/ 3767420 h 6858000"/>
              <a:gd name="connsiteX170" fmla="*/ 3390805 w 7472601"/>
              <a:gd name="connsiteY170" fmla="*/ 3937163 h 6858000"/>
              <a:gd name="connsiteX171" fmla="*/ 3579062 w 7472601"/>
              <a:gd name="connsiteY171" fmla="*/ 4359040 h 6858000"/>
              <a:gd name="connsiteX172" fmla="*/ 3467355 w 7472601"/>
              <a:gd name="connsiteY172" fmla="*/ 3988130 h 6858000"/>
              <a:gd name="connsiteX173" fmla="*/ 3310753 w 7472601"/>
              <a:gd name="connsiteY173" fmla="*/ 3787140 h 6858000"/>
              <a:gd name="connsiteX174" fmla="*/ 3291335 w 7472601"/>
              <a:gd name="connsiteY174" fmla="*/ 3767420 h 6858000"/>
              <a:gd name="connsiteX175" fmla="*/ 1635889 w 7472601"/>
              <a:gd name="connsiteY175" fmla="*/ 3709494 h 6858000"/>
              <a:gd name="connsiteX176" fmla="*/ 1634800 w 7472601"/>
              <a:gd name="connsiteY176" fmla="*/ 3731111 h 6858000"/>
              <a:gd name="connsiteX177" fmla="*/ 1635889 w 7472601"/>
              <a:gd name="connsiteY177" fmla="*/ 3709494 h 6858000"/>
              <a:gd name="connsiteX178" fmla="*/ 1510397 w 7472601"/>
              <a:gd name="connsiteY178" fmla="*/ 3684705 h 6858000"/>
              <a:gd name="connsiteX179" fmla="*/ 1146550 w 7472601"/>
              <a:gd name="connsiteY179" fmla="*/ 3802012 h 6858000"/>
              <a:gd name="connsiteX180" fmla="*/ 698834 w 7472601"/>
              <a:gd name="connsiteY180" fmla="*/ 3952272 h 6858000"/>
              <a:gd name="connsiteX181" fmla="*/ 34256 w 7472601"/>
              <a:gd name="connsiteY181" fmla="*/ 4347603 h 6858000"/>
              <a:gd name="connsiteX182" fmla="*/ 527241 w 7472601"/>
              <a:gd name="connsiteY182" fmla="*/ 4065078 h 6858000"/>
              <a:gd name="connsiteX183" fmla="*/ 1510397 w 7472601"/>
              <a:gd name="connsiteY183" fmla="*/ 3684705 h 6858000"/>
              <a:gd name="connsiteX184" fmla="*/ 1313114 w 7472601"/>
              <a:gd name="connsiteY184" fmla="*/ 3655216 h 6858000"/>
              <a:gd name="connsiteX185" fmla="*/ 1109304 w 7472601"/>
              <a:gd name="connsiteY185" fmla="*/ 3669030 h 6858000"/>
              <a:gd name="connsiteX186" fmla="*/ 8129 w 7472601"/>
              <a:gd name="connsiteY186" fmla="*/ 4330519 h 6858000"/>
              <a:gd name="connsiteX187" fmla="*/ 687572 w 7472601"/>
              <a:gd name="connsiteY187" fmla="*/ 3925629 h 6858000"/>
              <a:gd name="connsiteX188" fmla="*/ 1138365 w 7472601"/>
              <a:gd name="connsiteY188" fmla="*/ 3774515 h 6858000"/>
              <a:gd name="connsiteX189" fmla="*/ 1505579 w 7472601"/>
              <a:gd name="connsiteY189" fmla="*/ 3655526 h 6858000"/>
              <a:gd name="connsiteX190" fmla="*/ 1313114 w 7472601"/>
              <a:gd name="connsiteY190" fmla="*/ 3655216 h 6858000"/>
              <a:gd name="connsiteX191" fmla="*/ 3655073 w 7472601"/>
              <a:gd name="connsiteY191" fmla="*/ 3650884 h 6858000"/>
              <a:gd name="connsiteX192" fmla="*/ 3989938 w 7472601"/>
              <a:gd name="connsiteY192" fmla="*/ 3991685 h 6858000"/>
              <a:gd name="connsiteX193" fmla="*/ 4393907 w 7472601"/>
              <a:gd name="connsiteY193" fmla="*/ 4261258 h 6858000"/>
              <a:gd name="connsiteX194" fmla="*/ 4648051 w 7472601"/>
              <a:gd name="connsiteY194" fmla="*/ 4374051 h 6858000"/>
              <a:gd name="connsiteX195" fmla="*/ 4383389 w 7472601"/>
              <a:gd name="connsiteY195" fmla="*/ 4184369 h 6858000"/>
              <a:gd name="connsiteX196" fmla="*/ 4165508 w 7472601"/>
              <a:gd name="connsiteY196" fmla="*/ 4035196 h 6858000"/>
              <a:gd name="connsiteX197" fmla="*/ 4068162 w 7472601"/>
              <a:gd name="connsiteY197" fmla="*/ 3953394 h 6858000"/>
              <a:gd name="connsiteX198" fmla="*/ 3981416 w 7472601"/>
              <a:gd name="connsiteY198" fmla="*/ 3880482 h 6858000"/>
              <a:gd name="connsiteX199" fmla="*/ 3800147 w 7472601"/>
              <a:gd name="connsiteY199" fmla="*/ 3749872 h 6858000"/>
              <a:gd name="connsiteX200" fmla="*/ 3655073 w 7472601"/>
              <a:gd name="connsiteY200" fmla="*/ 3650884 h 6858000"/>
              <a:gd name="connsiteX201" fmla="*/ 3670252 w 7472601"/>
              <a:gd name="connsiteY201" fmla="*/ 3622798 h 6858000"/>
              <a:gd name="connsiteX202" fmla="*/ 3817258 w 7472601"/>
              <a:gd name="connsiteY202" fmla="*/ 3723577 h 6858000"/>
              <a:gd name="connsiteX203" fmla="*/ 4000461 w 7472601"/>
              <a:gd name="connsiteY203" fmla="*/ 3855966 h 6858000"/>
              <a:gd name="connsiteX204" fmla="*/ 4088180 w 7472601"/>
              <a:gd name="connsiteY204" fmla="*/ 3929774 h 6858000"/>
              <a:gd name="connsiteX205" fmla="*/ 4184555 w 7472601"/>
              <a:gd name="connsiteY205" fmla="*/ 4010683 h 6858000"/>
              <a:gd name="connsiteX206" fmla="*/ 4399563 w 7472601"/>
              <a:gd name="connsiteY206" fmla="*/ 4158106 h 6858000"/>
              <a:gd name="connsiteX207" fmla="*/ 4684469 w 7472601"/>
              <a:gd name="connsiteY207" fmla="*/ 4364680 h 6858000"/>
              <a:gd name="connsiteX208" fmla="*/ 4690271 w 7472601"/>
              <a:gd name="connsiteY208" fmla="*/ 4370034 h 6858000"/>
              <a:gd name="connsiteX209" fmla="*/ 4136093 w 7472601"/>
              <a:gd name="connsiteY209" fmla="*/ 3858466 h 6858000"/>
              <a:gd name="connsiteX210" fmla="*/ 3670252 w 7472601"/>
              <a:gd name="connsiteY210" fmla="*/ 3622798 h 6858000"/>
              <a:gd name="connsiteX211" fmla="*/ 4440129 w 7472601"/>
              <a:gd name="connsiteY211" fmla="*/ 3448571 h 6858000"/>
              <a:gd name="connsiteX212" fmla="*/ 4856525 w 7472601"/>
              <a:gd name="connsiteY212" fmla="*/ 3915351 h 6858000"/>
              <a:gd name="connsiteX213" fmla="*/ 5059055 w 7472601"/>
              <a:gd name="connsiteY213" fmla="*/ 4108918 h 6858000"/>
              <a:gd name="connsiteX214" fmla="*/ 5290070 w 7472601"/>
              <a:gd name="connsiteY214" fmla="*/ 4263619 h 6858000"/>
              <a:gd name="connsiteX215" fmla="*/ 4834991 w 7472601"/>
              <a:gd name="connsiteY215" fmla="*/ 3830985 h 6858000"/>
              <a:gd name="connsiteX216" fmla="*/ 4440129 w 7472601"/>
              <a:gd name="connsiteY216" fmla="*/ 3448571 h 6858000"/>
              <a:gd name="connsiteX217" fmla="*/ 4441737 w 7472601"/>
              <a:gd name="connsiteY217" fmla="*/ 3399734 h 6858000"/>
              <a:gd name="connsiteX218" fmla="*/ 4431236 w 7472601"/>
              <a:gd name="connsiteY218" fmla="*/ 3400954 h 6858000"/>
              <a:gd name="connsiteX219" fmla="*/ 4557150 w 7472601"/>
              <a:gd name="connsiteY219" fmla="*/ 3510023 h 6858000"/>
              <a:gd name="connsiteX220" fmla="*/ 4856936 w 7472601"/>
              <a:gd name="connsiteY220" fmla="*/ 3809146 h 6858000"/>
              <a:gd name="connsiteX221" fmla="*/ 5111996 w 7472601"/>
              <a:gd name="connsiteY221" fmla="*/ 4065759 h 6858000"/>
              <a:gd name="connsiteX222" fmla="*/ 5388878 w 7472601"/>
              <a:gd name="connsiteY222" fmla="*/ 4300185 h 6858000"/>
              <a:gd name="connsiteX223" fmla="*/ 5425556 w 7472601"/>
              <a:gd name="connsiteY223" fmla="*/ 4308967 h 6858000"/>
              <a:gd name="connsiteX224" fmla="*/ 4943646 w 7472601"/>
              <a:gd name="connsiteY224" fmla="*/ 3822916 h 6858000"/>
              <a:gd name="connsiteX225" fmla="*/ 4594837 w 7472601"/>
              <a:gd name="connsiteY225" fmla="*/ 3532274 h 6858000"/>
              <a:gd name="connsiteX226" fmla="*/ 4441737 w 7472601"/>
              <a:gd name="connsiteY226" fmla="*/ 3399734 h 6858000"/>
              <a:gd name="connsiteX227" fmla="*/ 5425834 w 7472601"/>
              <a:gd name="connsiteY227" fmla="*/ 3162785 h 6858000"/>
              <a:gd name="connsiteX228" fmla="*/ 5401644 w 7472601"/>
              <a:gd name="connsiteY228" fmla="*/ 3617847 h 6858000"/>
              <a:gd name="connsiteX229" fmla="*/ 5467256 w 7472601"/>
              <a:gd name="connsiteY229" fmla="*/ 4175494 h 6858000"/>
              <a:gd name="connsiteX230" fmla="*/ 5448069 w 7472601"/>
              <a:gd name="connsiteY230" fmla="*/ 3567554 h 6858000"/>
              <a:gd name="connsiteX231" fmla="*/ 5425834 w 7472601"/>
              <a:gd name="connsiteY231" fmla="*/ 3162785 h 6858000"/>
              <a:gd name="connsiteX232" fmla="*/ 1318687 w 7472601"/>
              <a:gd name="connsiteY232" fmla="*/ 3113840 h 6858000"/>
              <a:gd name="connsiteX233" fmla="*/ 1066793 w 7472601"/>
              <a:gd name="connsiteY233" fmla="*/ 3212171 h 6858000"/>
              <a:gd name="connsiteX234" fmla="*/ 993319 w 7472601"/>
              <a:gd name="connsiteY234" fmla="*/ 3247648 h 6858000"/>
              <a:gd name="connsiteX235" fmla="*/ 853081 w 7472601"/>
              <a:gd name="connsiteY235" fmla="*/ 3312410 h 6858000"/>
              <a:gd name="connsiteX236" fmla="*/ 805957 w 7472601"/>
              <a:gd name="connsiteY236" fmla="*/ 3330443 h 6858000"/>
              <a:gd name="connsiteX237" fmla="*/ 1318687 w 7472601"/>
              <a:gd name="connsiteY237" fmla="*/ 3113840 h 6858000"/>
              <a:gd name="connsiteX238" fmla="*/ 5453702 w 7472601"/>
              <a:gd name="connsiteY238" fmla="*/ 3090882 h 6858000"/>
              <a:gd name="connsiteX239" fmla="*/ 5480135 w 7472601"/>
              <a:gd name="connsiteY239" fmla="*/ 3565802 h 6858000"/>
              <a:gd name="connsiteX240" fmla="*/ 5499023 w 7472601"/>
              <a:gd name="connsiteY240" fmla="*/ 4166310 h 6858000"/>
              <a:gd name="connsiteX241" fmla="*/ 5547022 w 7472601"/>
              <a:gd name="connsiteY241" fmla="*/ 3607838 h 6858000"/>
              <a:gd name="connsiteX242" fmla="*/ 5515964 w 7472601"/>
              <a:gd name="connsiteY242" fmla="*/ 3378541 h 6858000"/>
              <a:gd name="connsiteX243" fmla="*/ 5453702 w 7472601"/>
              <a:gd name="connsiteY243" fmla="*/ 3090882 h 6858000"/>
              <a:gd name="connsiteX244" fmla="*/ 1238695 w 7472601"/>
              <a:gd name="connsiteY244" fmla="*/ 3076820 h 6858000"/>
              <a:gd name="connsiteX245" fmla="*/ 716371 w 7472601"/>
              <a:gd name="connsiteY245" fmla="*/ 3293249 h 6858000"/>
              <a:gd name="connsiteX246" fmla="*/ 579522 w 7472601"/>
              <a:gd name="connsiteY246" fmla="*/ 3371759 h 6858000"/>
              <a:gd name="connsiteX247" fmla="*/ 600288 w 7472601"/>
              <a:gd name="connsiteY247" fmla="*/ 3365555 h 6858000"/>
              <a:gd name="connsiteX248" fmla="*/ 840692 w 7472601"/>
              <a:gd name="connsiteY248" fmla="*/ 3284921 h 6858000"/>
              <a:gd name="connsiteX249" fmla="*/ 979248 w 7472601"/>
              <a:gd name="connsiteY249" fmla="*/ 3221003 h 6858000"/>
              <a:gd name="connsiteX250" fmla="*/ 1053282 w 7472601"/>
              <a:gd name="connsiteY250" fmla="*/ 3185247 h 6858000"/>
              <a:gd name="connsiteX251" fmla="*/ 1320603 w 7472601"/>
              <a:gd name="connsiteY251" fmla="*/ 3081281 h 6858000"/>
              <a:gd name="connsiteX252" fmla="*/ 1238695 w 7472601"/>
              <a:gd name="connsiteY252" fmla="*/ 3076820 h 6858000"/>
              <a:gd name="connsiteX253" fmla="*/ 5425627 w 7472601"/>
              <a:gd name="connsiteY253" fmla="*/ 2954192 h 6858000"/>
              <a:gd name="connsiteX254" fmla="*/ 5470770 w 7472601"/>
              <a:gd name="connsiteY254" fmla="*/ 3005435 h 6858000"/>
              <a:gd name="connsiteX255" fmla="*/ 5519779 w 7472601"/>
              <a:gd name="connsiteY255" fmla="*/ 4359223 h 6858000"/>
              <a:gd name="connsiteX256" fmla="*/ 5520293 w 7472601"/>
              <a:gd name="connsiteY256" fmla="*/ 4360602 h 6858000"/>
              <a:gd name="connsiteX257" fmla="*/ 5767221 w 7472601"/>
              <a:gd name="connsiteY257" fmla="*/ 4665564 h 6858000"/>
              <a:gd name="connsiteX258" fmla="*/ 6937169 w 7472601"/>
              <a:gd name="connsiteY258" fmla="*/ 4815941 h 6858000"/>
              <a:gd name="connsiteX259" fmla="*/ 6953922 w 7472601"/>
              <a:gd name="connsiteY259" fmla="*/ 4890068 h 6858000"/>
              <a:gd name="connsiteX260" fmla="*/ 6071359 w 7472601"/>
              <a:gd name="connsiteY260" fmla="*/ 4770770 h 6858000"/>
              <a:gd name="connsiteX261" fmla="*/ 6038839 w 7472601"/>
              <a:gd name="connsiteY261" fmla="*/ 4764474 h 6858000"/>
              <a:gd name="connsiteX262" fmla="*/ 6038706 w 7472601"/>
              <a:gd name="connsiteY262" fmla="*/ 4763847 h 6858000"/>
              <a:gd name="connsiteX263" fmla="*/ 6037784 w 7472601"/>
              <a:gd name="connsiteY263" fmla="*/ 4764270 h 6858000"/>
              <a:gd name="connsiteX264" fmla="*/ 6038839 w 7472601"/>
              <a:gd name="connsiteY264" fmla="*/ 4764474 h 6858000"/>
              <a:gd name="connsiteX265" fmla="*/ 6040338 w 7472601"/>
              <a:gd name="connsiteY265" fmla="*/ 4771418 h 6858000"/>
              <a:gd name="connsiteX266" fmla="*/ 6024488 w 7472601"/>
              <a:gd name="connsiteY266" fmla="*/ 4809903 h 6858000"/>
              <a:gd name="connsiteX267" fmla="*/ 5599771 w 7472601"/>
              <a:gd name="connsiteY267" fmla="*/ 5509652 h 6858000"/>
              <a:gd name="connsiteX268" fmla="*/ 5548843 w 7472601"/>
              <a:gd name="connsiteY268" fmla="*/ 5563845 h 6858000"/>
              <a:gd name="connsiteX269" fmla="*/ 5940952 w 7472601"/>
              <a:gd name="connsiteY269" fmla="*/ 6250028 h 6858000"/>
              <a:gd name="connsiteX270" fmla="*/ 6043441 w 7472601"/>
              <a:gd name="connsiteY270" fmla="*/ 6665847 h 6858000"/>
              <a:gd name="connsiteX271" fmla="*/ 6093432 w 7472601"/>
              <a:gd name="connsiteY271" fmla="*/ 6858000 h 6858000"/>
              <a:gd name="connsiteX272" fmla="*/ 6034344 w 7472601"/>
              <a:gd name="connsiteY272" fmla="*/ 6858000 h 6858000"/>
              <a:gd name="connsiteX273" fmla="*/ 6026679 w 7472601"/>
              <a:gd name="connsiteY273" fmla="*/ 6836959 h 6858000"/>
              <a:gd name="connsiteX274" fmla="*/ 5800441 w 7472601"/>
              <a:gd name="connsiteY274" fmla="*/ 6335286 h 6858000"/>
              <a:gd name="connsiteX275" fmla="*/ 5526562 w 7472601"/>
              <a:gd name="connsiteY275" fmla="*/ 5705388 h 6858000"/>
              <a:gd name="connsiteX276" fmla="*/ 5519640 w 7472601"/>
              <a:gd name="connsiteY276" fmla="*/ 5683774 h 6858000"/>
              <a:gd name="connsiteX277" fmla="*/ 5844559 w 7472601"/>
              <a:gd name="connsiteY277" fmla="*/ 6553349 h 6858000"/>
              <a:gd name="connsiteX278" fmla="*/ 5975994 w 7472601"/>
              <a:gd name="connsiteY278" fmla="*/ 6858000 h 6858000"/>
              <a:gd name="connsiteX279" fmla="*/ 5898547 w 7472601"/>
              <a:gd name="connsiteY279" fmla="*/ 6858000 h 6858000"/>
              <a:gd name="connsiteX280" fmla="*/ 5682041 w 7472601"/>
              <a:gd name="connsiteY280" fmla="*/ 6355860 h 6858000"/>
              <a:gd name="connsiteX281" fmla="*/ 5461758 w 7472601"/>
              <a:gd name="connsiteY281" fmla="*/ 5820220 h 6858000"/>
              <a:gd name="connsiteX282" fmla="*/ 5237282 w 7472601"/>
              <a:gd name="connsiteY282" fmla="*/ 6579086 h 6858000"/>
              <a:gd name="connsiteX283" fmla="*/ 5115009 w 7472601"/>
              <a:gd name="connsiteY283" fmla="*/ 6858000 h 6858000"/>
              <a:gd name="connsiteX284" fmla="*/ 5028074 w 7472601"/>
              <a:gd name="connsiteY284" fmla="*/ 6858000 h 6858000"/>
              <a:gd name="connsiteX285" fmla="*/ 5079508 w 7472601"/>
              <a:gd name="connsiteY285" fmla="*/ 6749074 h 6858000"/>
              <a:gd name="connsiteX286" fmla="*/ 5371846 w 7472601"/>
              <a:gd name="connsiteY286" fmla="*/ 5924413 h 6858000"/>
              <a:gd name="connsiteX287" fmla="*/ 5270512 w 7472601"/>
              <a:gd name="connsiteY287" fmla="*/ 6138975 h 6858000"/>
              <a:gd name="connsiteX288" fmla="*/ 5062409 w 7472601"/>
              <a:gd name="connsiteY288" fmla="*/ 6653544 h 6858000"/>
              <a:gd name="connsiteX289" fmla="*/ 5036628 w 7472601"/>
              <a:gd name="connsiteY289" fmla="*/ 6754247 h 6858000"/>
              <a:gd name="connsiteX290" fmla="*/ 5009112 w 7472601"/>
              <a:gd name="connsiteY290" fmla="*/ 6858000 h 6858000"/>
              <a:gd name="connsiteX291" fmla="*/ 4976679 w 7472601"/>
              <a:gd name="connsiteY291" fmla="*/ 6858000 h 6858000"/>
              <a:gd name="connsiteX292" fmla="*/ 5006537 w 7472601"/>
              <a:gd name="connsiteY292" fmla="*/ 6747068 h 6858000"/>
              <a:gd name="connsiteX293" fmla="*/ 5032723 w 7472601"/>
              <a:gd name="connsiteY293" fmla="*/ 6644957 h 6858000"/>
              <a:gd name="connsiteX294" fmla="*/ 5242949 w 7472601"/>
              <a:gd name="connsiteY294" fmla="*/ 6125175 h 6858000"/>
              <a:gd name="connsiteX295" fmla="*/ 5286321 w 7472601"/>
              <a:gd name="connsiteY295" fmla="*/ 6033555 h 6858000"/>
              <a:gd name="connsiteX296" fmla="*/ 5008210 w 7472601"/>
              <a:gd name="connsiteY296" fmla="*/ 6649194 h 6858000"/>
              <a:gd name="connsiteX297" fmla="*/ 4986321 w 7472601"/>
              <a:gd name="connsiteY297" fmla="*/ 6765687 h 6858000"/>
              <a:gd name="connsiteX298" fmla="*/ 4973474 w 7472601"/>
              <a:gd name="connsiteY298" fmla="*/ 6858000 h 6858000"/>
              <a:gd name="connsiteX299" fmla="*/ 4907178 w 7472601"/>
              <a:gd name="connsiteY299" fmla="*/ 6858000 h 6858000"/>
              <a:gd name="connsiteX300" fmla="*/ 4910810 w 7472601"/>
              <a:gd name="connsiteY300" fmla="*/ 6829660 h 6858000"/>
              <a:gd name="connsiteX301" fmla="*/ 4987461 w 7472601"/>
              <a:gd name="connsiteY301" fmla="*/ 6432994 h 6858000"/>
              <a:gd name="connsiteX302" fmla="*/ 5179262 w 7472601"/>
              <a:gd name="connsiteY302" fmla="*/ 6035044 h 6858000"/>
              <a:gd name="connsiteX303" fmla="*/ 4689678 w 7472601"/>
              <a:gd name="connsiteY303" fmla="*/ 6440241 h 6858000"/>
              <a:gd name="connsiteX304" fmla="*/ 4477543 w 7472601"/>
              <a:gd name="connsiteY304" fmla="*/ 6674836 h 6858000"/>
              <a:gd name="connsiteX305" fmla="*/ 4329957 w 7472601"/>
              <a:gd name="connsiteY305" fmla="*/ 6858000 h 6858000"/>
              <a:gd name="connsiteX306" fmla="*/ 4218595 w 7472601"/>
              <a:gd name="connsiteY306" fmla="*/ 6858000 h 6858000"/>
              <a:gd name="connsiteX307" fmla="*/ 4368888 w 7472601"/>
              <a:gd name="connsiteY307" fmla="*/ 6668412 h 6858000"/>
              <a:gd name="connsiteX308" fmla="*/ 4563091 w 7472601"/>
              <a:gd name="connsiteY308" fmla="*/ 6442508 h 6858000"/>
              <a:gd name="connsiteX309" fmla="*/ 5387324 w 7472601"/>
              <a:gd name="connsiteY309" fmla="*/ 5705830 h 6858000"/>
              <a:gd name="connsiteX310" fmla="*/ 5073620 w 7472601"/>
              <a:gd name="connsiteY310" fmla="*/ 5955437 h 6858000"/>
              <a:gd name="connsiteX311" fmla="*/ 4689789 w 7472601"/>
              <a:gd name="connsiteY311" fmla="*/ 6268382 h 6858000"/>
              <a:gd name="connsiteX312" fmla="*/ 4418722 w 7472601"/>
              <a:gd name="connsiteY312" fmla="*/ 6570886 h 6858000"/>
              <a:gd name="connsiteX313" fmla="*/ 4214944 w 7472601"/>
              <a:gd name="connsiteY313" fmla="*/ 6858000 h 6858000"/>
              <a:gd name="connsiteX314" fmla="*/ 4177898 w 7472601"/>
              <a:gd name="connsiteY314" fmla="*/ 6858000 h 6858000"/>
              <a:gd name="connsiteX315" fmla="*/ 4391597 w 7472601"/>
              <a:gd name="connsiteY315" fmla="*/ 6556370 h 6858000"/>
              <a:gd name="connsiteX316" fmla="*/ 4668889 w 7472601"/>
              <a:gd name="connsiteY316" fmla="*/ 6246399 h 6858000"/>
              <a:gd name="connsiteX317" fmla="*/ 5055427 w 7472601"/>
              <a:gd name="connsiteY317" fmla="*/ 5931476 h 6858000"/>
              <a:gd name="connsiteX318" fmla="*/ 5371814 w 7472601"/>
              <a:gd name="connsiteY318" fmla="*/ 5678975 h 6858000"/>
              <a:gd name="connsiteX319" fmla="*/ 4987918 w 7472601"/>
              <a:gd name="connsiteY319" fmla="*/ 5838701 h 6858000"/>
              <a:gd name="connsiteX320" fmla="*/ 4317146 w 7472601"/>
              <a:gd name="connsiteY320" fmla="*/ 6587716 h 6858000"/>
              <a:gd name="connsiteX321" fmla="*/ 4171627 w 7472601"/>
              <a:gd name="connsiteY321" fmla="*/ 6858000 h 6858000"/>
              <a:gd name="connsiteX322" fmla="*/ 4081585 w 7472601"/>
              <a:gd name="connsiteY322" fmla="*/ 6858000 h 6858000"/>
              <a:gd name="connsiteX323" fmla="*/ 4238603 w 7472601"/>
              <a:gd name="connsiteY323" fmla="*/ 6559341 h 6858000"/>
              <a:gd name="connsiteX324" fmla="*/ 4778333 w 7472601"/>
              <a:gd name="connsiteY324" fmla="*/ 5873626 h 6858000"/>
              <a:gd name="connsiteX325" fmla="*/ 5414185 w 7472601"/>
              <a:gd name="connsiteY325" fmla="*/ 5573882 h 6858000"/>
              <a:gd name="connsiteX326" fmla="*/ 5959648 w 7472601"/>
              <a:gd name="connsiteY326" fmla="*/ 4760797 h 6858000"/>
              <a:gd name="connsiteX327" fmla="*/ 5355019 w 7472601"/>
              <a:gd name="connsiteY327" fmla="*/ 4734672 h 6858000"/>
              <a:gd name="connsiteX328" fmla="*/ 5083565 w 7472601"/>
              <a:gd name="connsiteY328" fmla="*/ 5179121 h 6858000"/>
              <a:gd name="connsiteX329" fmla="*/ 4713577 w 7472601"/>
              <a:gd name="connsiteY329" fmla="*/ 5616803 h 6858000"/>
              <a:gd name="connsiteX330" fmla="*/ 3989559 w 7472601"/>
              <a:gd name="connsiteY330" fmla="*/ 6145945 h 6858000"/>
              <a:gd name="connsiteX331" fmla="*/ 3939824 w 7472601"/>
              <a:gd name="connsiteY331" fmla="*/ 6066900 h 6858000"/>
              <a:gd name="connsiteX332" fmla="*/ 4584537 w 7472601"/>
              <a:gd name="connsiteY332" fmla="*/ 5324826 h 6858000"/>
              <a:gd name="connsiteX333" fmla="*/ 5037105 w 7472601"/>
              <a:gd name="connsiteY333" fmla="*/ 5088765 h 6858000"/>
              <a:gd name="connsiteX334" fmla="*/ 5039930 w 7472601"/>
              <a:gd name="connsiteY334" fmla="*/ 5089585 h 6858000"/>
              <a:gd name="connsiteX335" fmla="*/ 5263764 w 7472601"/>
              <a:gd name="connsiteY335" fmla="*/ 4735525 h 6858000"/>
              <a:gd name="connsiteX336" fmla="*/ 4086300 w 7472601"/>
              <a:gd name="connsiteY336" fmla="*/ 4884599 h 6858000"/>
              <a:gd name="connsiteX337" fmla="*/ 4085485 w 7472601"/>
              <a:gd name="connsiteY337" fmla="*/ 4899070 h 6858000"/>
              <a:gd name="connsiteX338" fmla="*/ 3871915 w 7472601"/>
              <a:gd name="connsiteY338" fmla="*/ 5253645 h 6858000"/>
              <a:gd name="connsiteX339" fmla="*/ 3799374 w 7472601"/>
              <a:gd name="connsiteY339" fmla="*/ 5466127 h 6858000"/>
              <a:gd name="connsiteX340" fmla="*/ 3498850 w 7472601"/>
              <a:gd name="connsiteY340" fmla="*/ 6661888 h 6858000"/>
              <a:gd name="connsiteX341" fmla="*/ 3399216 w 7472601"/>
              <a:gd name="connsiteY341" fmla="*/ 6858000 h 6858000"/>
              <a:gd name="connsiteX342" fmla="*/ 3303688 w 7472601"/>
              <a:gd name="connsiteY342" fmla="*/ 6858000 h 6858000"/>
              <a:gd name="connsiteX343" fmla="*/ 3391774 w 7472601"/>
              <a:gd name="connsiteY343" fmla="*/ 6697181 h 6858000"/>
              <a:gd name="connsiteX344" fmla="*/ 3735540 w 7472601"/>
              <a:gd name="connsiteY344" fmla="*/ 5546923 h 6858000"/>
              <a:gd name="connsiteX345" fmla="*/ 3729438 w 7472601"/>
              <a:gd name="connsiteY345" fmla="*/ 5569058 h 6858000"/>
              <a:gd name="connsiteX346" fmla="*/ 3707782 w 7472601"/>
              <a:gd name="connsiteY346" fmla="*/ 5644908 h 6858000"/>
              <a:gd name="connsiteX347" fmla="*/ 3583827 w 7472601"/>
              <a:gd name="connsiteY347" fmla="*/ 6039215 h 6858000"/>
              <a:gd name="connsiteX348" fmla="*/ 3547861 w 7472601"/>
              <a:gd name="connsiteY348" fmla="*/ 6129609 h 6858000"/>
              <a:gd name="connsiteX349" fmla="*/ 3490905 w 7472601"/>
              <a:gd name="connsiteY349" fmla="*/ 6277660 h 6858000"/>
              <a:gd name="connsiteX350" fmla="*/ 3455859 w 7472601"/>
              <a:gd name="connsiteY350" fmla="*/ 6391301 h 6858000"/>
              <a:gd name="connsiteX351" fmla="*/ 3429112 w 7472601"/>
              <a:gd name="connsiteY351" fmla="*/ 6479469 h 6858000"/>
              <a:gd name="connsiteX352" fmla="*/ 3304862 w 7472601"/>
              <a:gd name="connsiteY352" fmla="*/ 6796476 h 6858000"/>
              <a:gd name="connsiteX353" fmla="*/ 3276071 w 7472601"/>
              <a:gd name="connsiteY353" fmla="*/ 6858000 h 6858000"/>
              <a:gd name="connsiteX354" fmla="*/ 3240805 w 7472601"/>
              <a:gd name="connsiteY354" fmla="*/ 6858000 h 6858000"/>
              <a:gd name="connsiteX355" fmla="*/ 3275917 w 7472601"/>
              <a:gd name="connsiteY355" fmla="*/ 6783192 h 6858000"/>
              <a:gd name="connsiteX356" fmla="*/ 3399358 w 7472601"/>
              <a:gd name="connsiteY356" fmla="*/ 6469011 h 6858000"/>
              <a:gd name="connsiteX357" fmla="*/ 3425650 w 7472601"/>
              <a:gd name="connsiteY357" fmla="*/ 6381333 h 6858000"/>
              <a:gd name="connsiteX358" fmla="*/ 3460661 w 7472601"/>
              <a:gd name="connsiteY358" fmla="*/ 6266763 h 6858000"/>
              <a:gd name="connsiteX359" fmla="*/ 3518021 w 7472601"/>
              <a:gd name="connsiteY359" fmla="*/ 6117298 h 6858000"/>
              <a:gd name="connsiteX360" fmla="*/ 3554035 w 7472601"/>
              <a:gd name="connsiteY360" fmla="*/ 6027832 h 6858000"/>
              <a:gd name="connsiteX361" fmla="*/ 3677174 w 7472601"/>
              <a:gd name="connsiteY361" fmla="*/ 5636351 h 6858000"/>
              <a:gd name="connsiteX362" fmla="*/ 3698819 w 7472601"/>
              <a:gd name="connsiteY362" fmla="*/ 5560503 h 6858000"/>
              <a:gd name="connsiteX363" fmla="*/ 3702094 w 7472601"/>
              <a:gd name="connsiteY363" fmla="*/ 5549194 h 6858000"/>
              <a:gd name="connsiteX364" fmla="*/ 3398355 w 7472601"/>
              <a:gd name="connsiteY364" fmla="*/ 6094603 h 6858000"/>
              <a:gd name="connsiteX365" fmla="*/ 3193941 w 7472601"/>
              <a:gd name="connsiteY365" fmla="*/ 6798775 h 6858000"/>
              <a:gd name="connsiteX366" fmla="*/ 3184140 w 7472601"/>
              <a:gd name="connsiteY366" fmla="*/ 6858000 h 6858000"/>
              <a:gd name="connsiteX367" fmla="*/ 3099978 w 7472601"/>
              <a:gd name="connsiteY367" fmla="*/ 6858000 h 6858000"/>
              <a:gd name="connsiteX368" fmla="*/ 3101556 w 7472601"/>
              <a:gd name="connsiteY368" fmla="*/ 6843337 h 6858000"/>
              <a:gd name="connsiteX369" fmla="*/ 3370162 w 7472601"/>
              <a:gd name="connsiteY369" fmla="*/ 5785550 h 6858000"/>
              <a:gd name="connsiteX370" fmla="*/ 3746477 w 7472601"/>
              <a:gd name="connsiteY370" fmla="*/ 5377889 h 6858000"/>
              <a:gd name="connsiteX371" fmla="*/ 3863399 w 7472601"/>
              <a:gd name="connsiteY371" fmla="*/ 5087257 h 6858000"/>
              <a:gd name="connsiteX372" fmla="*/ 3968712 w 7472601"/>
              <a:gd name="connsiteY372" fmla="*/ 4913989 h 6858000"/>
              <a:gd name="connsiteX373" fmla="*/ 2792390 w 7472601"/>
              <a:gd name="connsiteY373" fmla="*/ 5382974 h 6858000"/>
              <a:gd name="connsiteX374" fmla="*/ 2714982 w 7472601"/>
              <a:gd name="connsiteY374" fmla="*/ 5427051 h 6858000"/>
              <a:gd name="connsiteX375" fmla="*/ 2813361 w 7472601"/>
              <a:gd name="connsiteY375" fmla="*/ 6023912 h 6858000"/>
              <a:gd name="connsiteX376" fmla="*/ 2688430 w 7472601"/>
              <a:gd name="connsiteY376" fmla="*/ 6801564 h 6858000"/>
              <a:gd name="connsiteX377" fmla="*/ 2629626 w 7472601"/>
              <a:gd name="connsiteY377" fmla="*/ 6763394 h 6858000"/>
              <a:gd name="connsiteX378" fmla="*/ 2565328 w 7472601"/>
              <a:gd name="connsiteY378" fmla="*/ 5516399 h 6858000"/>
              <a:gd name="connsiteX379" fmla="*/ 1922999 w 7472601"/>
              <a:gd name="connsiteY379" fmla="*/ 5980343 h 6858000"/>
              <a:gd name="connsiteX380" fmla="*/ 1950261 w 7472601"/>
              <a:gd name="connsiteY380" fmla="*/ 6405858 h 6858000"/>
              <a:gd name="connsiteX381" fmla="*/ 2365554 w 7472601"/>
              <a:gd name="connsiteY381" fmla="*/ 6759107 h 6858000"/>
              <a:gd name="connsiteX382" fmla="*/ 2424142 w 7472601"/>
              <a:gd name="connsiteY382" fmla="*/ 6858000 h 6858000"/>
              <a:gd name="connsiteX383" fmla="*/ 2395994 w 7472601"/>
              <a:gd name="connsiteY383" fmla="*/ 6858000 h 6858000"/>
              <a:gd name="connsiteX384" fmla="*/ 2392863 w 7472601"/>
              <a:gd name="connsiteY384" fmla="*/ 6852964 h 6858000"/>
              <a:gd name="connsiteX385" fmla="*/ 2017589 w 7472601"/>
              <a:gd name="connsiteY385" fmla="*/ 6493982 h 6858000"/>
              <a:gd name="connsiteX386" fmla="*/ 2147336 w 7472601"/>
              <a:gd name="connsiteY386" fmla="*/ 6594052 h 6858000"/>
              <a:gd name="connsiteX387" fmla="*/ 2207047 w 7472601"/>
              <a:gd name="connsiteY387" fmla="*/ 6654540 h 6858000"/>
              <a:gd name="connsiteX388" fmla="*/ 2299106 w 7472601"/>
              <a:gd name="connsiteY388" fmla="*/ 6778931 h 6858000"/>
              <a:gd name="connsiteX389" fmla="*/ 2314430 w 7472601"/>
              <a:gd name="connsiteY389" fmla="*/ 6801144 h 6858000"/>
              <a:gd name="connsiteX390" fmla="*/ 2352406 w 7472601"/>
              <a:gd name="connsiteY390" fmla="*/ 6858000 h 6858000"/>
              <a:gd name="connsiteX391" fmla="*/ 2314492 w 7472601"/>
              <a:gd name="connsiteY391" fmla="*/ 6858000 h 6858000"/>
              <a:gd name="connsiteX392" fmla="*/ 2288095 w 7472601"/>
              <a:gd name="connsiteY392" fmla="*/ 6818030 h 6858000"/>
              <a:gd name="connsiteX393" fmla="*/ 2272768 w 7472601"/>
              <a:gd name="connsiteY393" fmla="*/ 6795822 h 6858000"/>
              <a:gd name="connsiteX394" fmla="*/ 2182715 w 7472601"/>
              <a:gd name="connsiteY394" fmla="*/ 6675071 h 6858000"/>
              <a:gd name="connsiteX395" fmla="*/ 2032061 w 7472601"/>
              <a:gd name="connsiteY395" fmla="*/ 6541380 h 6858000"/>
              <a:gd name="connsiteX396" fmla="*/ 2257220 w 7472601"/>
              <a:gd name="connsiteY396" fmla="*/ 6826257 h 6858000"/>
              <a:gd name="connsiteX397" fmla="*/ 2281324 w 7472601"/>
              <a:gd name="connsiteY397" fmla="*/ 6858000 h 6858000"/>
              <a:gd name="connsiteX398" fmla="*/ 2242860 w 7472601"/>
              <a:gd name="connsiteY398" fmla="*/ 6858000 h 6858000"/>
              <a:gd name="connsiteX399" fmla="*/ 2232818 w 7472601"/>
              <a:gd name="connsiteY399" fmla="*/ 6844926 h 6858000"/>
              <a:gd name="connsiteX400" fmla="*/ 1990172 w 7472601"/>
              <a:gd name="connsiteY400" fmla="*/ 6542121 h 6858000"/>
              <a:gd name="connsiteX401" fmla="*/ 2124090 w 7472601"/>
              <a:gd name="connsiteY401" fmla="*/ 6761017 h 6858000"/>
              <a:gd name="connsiteX402" fmla="*/ 2200380 w 7472601"/>
              <a:gd name="connsiteY402" fmla="*/ 6858000 h 6858000"/>
              <a:gd name="connsiteX403" fmla="*/ 2147507 w 7472601"/>
              <a:gd name="connsiteY403" fmla="*/ 6858000 h 6858000"/>
              <a:gd name="connsiteX404" fmla="*/ 2070668 w 7472601"/>
              <a:gd name="connsiteY404" fmla="*/ 6761520 h 6858000"/>
              <a:gd name="connsiteX405" fmla="*/ 1975142 w 7472601"/>
              <a:gd name="connsiteY405" fmla="*/ 6585570 h 6858000"/>
              <a:gd name="connsiteX406" fmla="*/ 2050035 w 7472601"/>
              <a:gd name="connsiteY406" fmla="*/ 6813345 h 6858000"/>
              <a:gd name="connsiteX407" fmla="*/ 2063025 w 7472601"/>
              <a:gd name="connsiteY407" fmla="*/ 6858000 h 6858000"/>
              <a:gd name="connsiteX408" fmla="*/ 2021675 w 7472601"/>
              <a:gd name="connsiteY408" fmla="*/ 6858000 h 6858000"/>
              <a:gd name="connsiteX409" fmla="*/ 2019308 w 7472601"/>
              <a:gd name="connsiteY409" fmla="*/ 6847118 h 6858000"/>
              <a:gd name="connsiteX410" fmla="*/ 1938835 w 7472601"/>
              <a:gd name="connsiteY410" fmla="*/ 6551160 h 6858000"/>
              <a:gd name="connsiteX411" fmla="*/ 1953230 w 7472601"/>
              <a:gd name="connsiteY411" fmla="*/ 6759699 h 6858000"/>
              <a:gd name="connsiteX412" fmla="*/ 1956763 w 7472601"/>
              <a:gd name="connsiteY412" fmla="*/ 6778191 h 6858000"/>
              <a:gd name="connsiteX413" fmla="*/ 1967925 w 7472601"/>
              <a:gd name="connsiteY413" fmla="*/ 6858000 h 6858000"/>
              <a:gd name="connsiteX414" fmla="*/ 1936622 w 7472601"/>
              <a:gd name="connsiteY414" fmla="*/ 6858000 h 6858000"/>
              <a:gd name="connsiteX415" fmla="*/ 1926261 w 7472601"/>
              <a:gd name="connsiteY415" fmla="*/ 6784064 h 6858000"/>
              <a:gd name="connsiteX416" fmla="*/ 1922724 w 7472601"/>
              <a:gd name="connsiteY416" fmla="*/ 6765577 h 6858000"/>
              <a:gd name="connsiteX417" fmla="*/ 1904650 w 7472601"/>
              <a:gd name="connsiteY417" fmla="*/ 6639616 h 6858000"/>
              <a:gd name="connsiteX418" fmla="*/ 1885273 w 7472601"/>
              <a:gd name="connsiteY418" fmla="*/ 6858000 h 6858000"/>
              <a:gd name="connsiteX419" fmla="*/ 1854363 w 7472601"/>
              <a:gd name="connsiteY419" fmla="*/ 6858000 h 6858000"/>
              <a:gd name="connsiteX420" fmla="*/ 1880391 w 7472601"/>
              <a:gd name="connsiteY420" fmla="*/ 6603796 h 6858000"/>
              <a:gd name="connsiteX421" fmla="*/ 1818273 w 7472601"/>
              <a:gd name="connsiteY421" fmla="*/ 6715729 h 6858000"/>
              <a:gd name="connsiteX422" fmla="*/ 1794691 w 7472601"/>
              <a:gd name="connsiteY422" fmla="*/ 6843239 h 6858000"/>
              <a:gd name="connsiteX423" fmla="*/ 1794914 w 7472601"/>
              <a:gd name="connsiteY423" fmla="*/ 6858000 h 6858000"/>
              <a:gd name="connsiteX424" fmla="*/ 1746128 w 7472601"/>
              <a:gd name="connsiteY424" fmla="*/ 6858000 h 6858000"/>
              <a:gd name="connsiteX425" fmla="*/ 1753934 w 7472601"/>
              <a:gd name="connsiteY425" fmla="*/ 6724796 h 6858000"/>
              <a:gd name="connsiteX426" fmla="*/ 1792053 w 7472601"/>
              <a:gd name="connsiteY426" fmla="*/ 6572396 h 6858000"/>
              <a:gd name="connsiteX427" fmla="*/ 1862248 w 7472601"/>
              <a:gd name="connsiteY427" fmla="*/ 6266397 h 6858000"/>
              <a:gd name="connsiteX428" fmla="*/ 1862250 w 7472601"/>
              <a:gd name="connsiteY428" fmla="*/ 6033531 h 6858000"/>
              <a:gd name="connsiteX429" fmla="*/ 1211999 w 7472601"/>
              <a:gd name="connsiteY429" fmla="*/ 6683610 h 6858000"/>
              <a:gd name="connsiteX430" fmla="*/ 1213266 w 7472601"/>
              <a:gd name="connsiteY430" fmla="*/ 6691947 h 6858000"/>
              <a:gd name="connsiteX431" fmla="*/ 1203370 w 7472601"/>
              <a:gd name="connsiteY431" fmla="*/ 6850676 h 6858000"/>
              <a:gd name="connsiteX432" fmla="*/ 1203671 w 7472601"/>
              <a:gd name="connsiteY432" fmla="*/ 6858000 h 6858000"/>
              <a:gd name="connsiteX433" fmla="*/ 1143180 w 7472601"/>
              <a:gd name="connsiteY433" fmla="*/ 6858000 h 6858000"/>
              <a:gd name="connsiteX434" fmla="*/ 1142176 w 7472601"/>
              <a:gd name="connsiteY434" fmla="*/ 6766045 h 6858000"/>
              <a:gd name="connsiteX435" fmla="*/ 1067484 w 7472601"/>
              <a:gd name="connsiteY435" fmla="*/ 6858000 h 6858000"/>
              <a:gd name="connsiteX436" fmla="*/ 953928 w 7472601"/>
              <a:gd name="connsiteY436" fmla="*/ 6858000 h 6858000"/>
              <a:gd name="connsiteX437" fmla="*/ 959715 w 7472601"/>
              <a:gd name="connsiteY437" fmla="*/ 6850185 h 6858000"/>
              <a:gd name="connsiteX438" fmla="*/ 1483788 w 7472601"/>
              <a:gd name="connsiteY438" fmla="*/ 6259174 h 6858000"/>
              <a:gd name="connsiteX439" fmla="*/ 1100671 w 7472601"/>
              <a:gd name="connsiteY439" fmla="*/ 6252137 h 6858000"/>
              <a:gd name="connsiteX440" fmla="*/ 1090144 w 7472601"/>
              <a:gd name="connsiteY440" fmla="*/ 6256748 h 6858000"/>
              <a:gd name="connsiteX441" fmla="*/ 1095872 w 7472601"/>
              <a:gd name="connsiteY441" fmla="*/ 6271892 h 6858000"/>
              <a:gd name="connsiteX442" fmla="*/ 262785 w 7472601"/>
              <a:gd name="connsiteY442" fmla="*/ 6845450 h 6858000"/>
              <a:gd name="connsiteX443" fmla="*/ 209968 w 7472601"/>
              <a:gd name="connsiteY443" fmla="*/ 6770713 h 6858000"/>
              <a:gd name="connsiteX444" fmla="*/ 873460 w 7472601"/>
              <a:gd name="connsiteY444" fmla="*/ 6253768 h 6858000"/>
              <a:gd name="connsiteX445" fmla="*/ 192686 w 7472601"/>
              <a:gd name="connsiteY445" fmla="*/ 5849257 h 6858000"/>
              <a:gd name="connsiteX446" fmla="*/ 4696 w 7472601"/>
              <a:gd name="connsiteY446" fmla="*/ 5697668 h 6858000"/>
              <a:gd name="connsiteX447" fmla="*/ 0 w 7472601"/>
              <a:gd name="connsiteY447" fmla="*/ 5689984 h 6858000"/>
              <a:gd name="connsiteX448" fmla="*/ 0 w 7472601"/>
              <a:gd name="connsiteY448" fmla="*/ 5513472 h 6858000"/>
              <a:gd name="connsiteX449" fmla="*/ 174101 w 7472601"/>
              <a:gd name="connsiteY449" fmla="*/ 5620277 h 6858000"/>
              <a:gd name="connsiteX450" fmla="*/ 891800 w 7472601"/>
              <a:gd name="connsiteY450" fmla="*/ 6036935 h 6858000"/>
              <a:gd name="connsiteX451" fmla="*/ 1072219 w 7472601"/>
              <a:gd name="connsiteY451" fmla="*/ 6169443 h 6858000"/>
              <a:gd name="connsiteX452" fmla="*/ 1074117 w 7472601"/>
              <a:gd name="connsiteY452" fmla="*/ 6170301 h 6858000"/>
              <a:gd name="connsiteX453" fmla="*/ 1083114 w 7472601"/>
              <a:gd name="connsiteY453" fmla="*/ 6174131 h 6858000"/>
              <a:gd name="connsiteX454" fmla="*/ 1543010 w 7472601"/>
              <a:gd name="connsiteY454" fmla="*/ 6191140 h 6858000"/>
              <a:gd name="connsiteX455" fmla="*/ 1551080 w 7472601"/>
              <a:gd name="connsiteY455" fmla="*/ 6195006 h 6858000"/>
              <a:gd name="connsiteX456" fmla="*/ 2345443 w 7472601"/>
              <a:gd name="connsiteY456" fmla="*/ 5549882 h 6858000"/>
              <a:gd name="connsiteX457" fmla="*/ 1721499 w 7472601"/>
              <a:gd name="connsiteY457" fmla="*/ 5599969 h 6858000"/>
              <a:gd name="connsiteX458" fmla="*/ 767716 w 7472601"/>
              <a:gd name="connsiteY458" fmla="*/ 5472768 h 6858000"/>
              <a:gd name="connsiteX459" fmla="*/ 722147 w 7472601"/>
              <a:gd name="connsiteY459" fmla="*/ 5393091 h 6858000"/>
              <a:gd name="connsiteX460" fmla="*/ 1485552 w 7472601"/>
              <a:gd name="connsiteY460" fmla="*/ 5313202 h 6858000"/>
              <a:gd name="connsiteX461" fmla="*/ 2143004 w 7472601"/>
              <a:gd name="connsiteY461" fmla="*/ 5402420 h 6858000"/>
              <a:gd name="connsiteX462" fmla="*/ 1933391 w 7472601"/>
              <a:gd name="connsiteY462" fmla="*/ 5156971 h 6858000"/>
              <a:gd name="connsiteX463" fmla="*/ 1827118 w 7472601"/>
              <a:gd name="connsiteY463" fmla="*/ 4968410 h 6858000"/>
              <a:gd name="connsiteX464" fmla="*/ 1837349 w 7472601"/>
              <a:gd name="connsiteY464" fmla="*/ 4956357 h 6858000"/>
              <a:gd name="connsiteX465" fmla="*/ 2162835 w 7472601"/>
              <a:gd name="connsiteY465" fmla="*/ 5187853 h 6858000"/>
              <a:gd name="connsiteX466" fmla="*/ 2257167 w 7472601"/>
              <a:gd name="connsiteY466" fmla="*/ 5462123 h 6858000"/>
              <a:gd name="connsiteX467" fmla="*/ 2261598 w 7472601"/>
              <a:gd name="connsiteY467" fmla="*/ 5467998 h 6858000"/>
              <a:gd name="connsiteX468" fmla="*/ 2437177 w 7472601"/>
              <a:gd name="connsiteY468" fmla="*/ 5479608 h 6858000"/>
              <a:gd name="connsiteX469" fmla="*/ 2445247 w 7472601"/>
              <a:gd name="connsiteY469" fmla="*/ 5483476 h 6858000"/>
              <a:gd name="connsiteX470" fmla="*/ 2743626 w 7472601"/>
              <a:gd name="connsiteY470" fmla="*/ 5304819 h 6858000"/>
              <a:gd name="connsiteX471" fmla="*/ 3048102 w 7472601"/>
              <a:gd name="connsiteY471" fmla="*/ 5150595 h 6858000"/>
              <a:gd name="connsiteX472" fmla="*/ 1799414 w 7472601"/>
              <a:gd name="connsiteY472" fmla="*/ 4694732 h 6858000"/>
              <a:gd name="connsiteX473" fmla="*/ 1771735 w 7472601"/>
              <a:gd name="connsiteY473" fmla="*/ 4619929 h 6858000"/>
              <a:gd name="connsiteX474" fmla="*/ 3104273 w 7472601"/>
              <a:gd name="connsiteY474" fmla="*/ 5076159 h 6858000"/>
              <a:gd name="connsiteX475" fmla="*/ 3113245 w 7472601"/>
              <a:gd name="connsiteY475" fmla="*/ 5090705 h 6858000"/>
              <a:gd name="connsiteX476" fmla="*/ 3126294 w 7472601"/>
              <a:gd name="connsiteY476" fmla="*/ 5114400 h 6858000"/>
              <a:gd name="connsiteX477" fmla="*/ 3937433 w 7472601"/>
              <a:gd name="connsiteY477" fmla="*/ 4830473 h 6858000"/>
              <a:gd name="connsiteX478" fmla="*/ 3590475 w 7472601"/>
              <a:gd name="connsiteY478" fmla="*/ 4597974 h 6858000"/>
              <a:gd name="connsiteX479" fmla="*/ 3100264 w 7472601"/>
              <a:gd name="connsiteY479" fmla="*/ 4579845 h 6858000"/>
              <a:gd name="connsiteX480" fmla="*/ 2183576 w 7472601"/>
              <a:gd name="connsiteY480" fmla="*/ 4227150 h 6858000"/>
              <a:gd name="connsiteX481" fmla="*/ 2151029 w 7472601"/>
              <a:gd name="connsiteY481" fmla="*/ 4146947 h 6858000"/>
              <a:gd name="connsiteX482" fmla="*/ 3563434 w 7472601"/>
              <a:gd name="connsiteY482" fmla="*/ 4469115 h 6858000"/>
              <a:gd name="connsiteX483" fmla="*/ 3177952 w 7472601"/>
              <a:gd name="connsiteY483" fmla="*/ 3657386 h 6858000"/>
              <a:gd name="connsiteX484" fmla="*/ 3189263 w 7472601"/>
              <a:gd name="connsiteY484" fmla="*/ 3625726 h 6858000"/>
              <a:gd name="connsiteX485" fmla="*/ 3560912 w 7472601"/>
              <a:gd name="connsiteY485" fmla="*/ 4079863 h 6858000"/>
              <a:gd name="connsiteX486" fmla="*/ 3626636 w 7472601"/>
              <a:gd name="connsiteY486" fmla="*/ 4512230 h 6858000"/>
              <a:gd name="connsiteX487" fmla="*/ 3653088 w 7472601"/>
              <a:gd name="connsiteY487" fmla="*/ 4521417 h 6858000"/>
              <a:gd name="connsiteX488" fmla="*/ 3988128 w 7472601"/>
              <a:gd name="connsiteY488" fmla="*/ 4817267 h 6858000"/>
              <a:gd name="connsiteX489" fmla="*/ 4830582 w 7472601"/>
              <a:gd name="connsiteY489" fmla="*/ 4676000 h 6858000"/>
              <a:gd name="connsiteX490" fmla="*/ 4830100 w 7472601"/>
              <a:gd name="connsiteY490" fmla="*/ 4675554 h 6858000"/>
              <a:gd name="connsiteX491" fmla="*/ 4036318 w 7472601"/>
              <a:gd name="connsiteY491" fmla="*/ 4147013 h 6858000"/>
              <a:gd name="connsiteX492" fmla="*/ 3432098 w 7472601"/>
              <a:gd name="connsiteY492" fmla="*/ 3537312 h 6858000"/>
              <a:gd name="connsiteX493" fmla="*/ 3446761 w 7472601"/>
              <a:gd name="connsiteY493" fmla="*/ 3461278 h 6858000"/>
              <a:gd name="connsiteX494" fmla="*/ 4419733 w 7472601"/>
              <a:gd name="connsiteY494" fmla="*/ 3963555 h 6858000"/>
              <a:gd name="connsiteX495" fmla="*/ 4781371 w 7472601"/>
              <a:gd name="connsiteY495" fmla="*/ 4458604 h 6858000"/>
              <a:gd name="connsiteX496" fmla="*/ 4780440 w 7472601"/>
              <a:gd name="connsiteY496" fmla="*/ 4470290 h 6858000"/>
              <a:gd name="connsiteX497" fmla="*/ 4898954 w 7472601"/>
              <a:gd name="connsiteY497" fmla="*/ 4662092 h 6858000"/>
              <a:gd name="connsiteX498" fmla="*/ 4900699 w 7472601"/>
              <a:gd name="connsiteY498" fmla="*/ 4670867 h 6858000"/>
              <a:gd name="connsiteX499" fmla="*/ 5714511 w 7472601"/>
              <a:gd name="connsiteY499" fmla="*/ 4663483 h 6858000"/>
              <a:gd name="connsiteX500" fmla="*/ 5464793 w 7472601"/>
              <a:gd name="connsiteY500" fmla="*/ 4393556 h 6858000"/>
              <a:gd name="connsiteX501" fmla="*/ 5461897 w 7472601"/>
              <a:gd name="connsiteY501" fmla="*/ 4390879 h 6858000"/>
              <a:gd name="connsiteX502" fmla="*/ 4294126 w 7472601"/>
              <a:gd name="connsiteY502" fmla="*/ 3303048 h 6858000"/>
              <a:gd name="connsiteX503" fmla="*/ 4305321 w 7472601"/>
              <a:gd name="connsiteY503" fmla="*/ 3256953 h 6858000"/>
              <a:gd name="connsiteX504" fmla="*/ 4949299 w 7472601"/>
              <a:gd name="connsiteY504" fmla="*/ 3766336 h 6858000"/>
              <a:gd name="connsiteX505" fmla="*/ 5291452 w 7472601"/>
              <a:gd name="connsiteY505" fmla="*/ 4076801 h 6858000"/>
              <a:gd name="connsiteX506" fmla="*/ 5434998 w 7472601"/>
              <a:gd name="connsiteY506" fmla="*/ 4254100 h 6858000"/>
              <a:gd name="connsiteX507" fmla="*/ 5351015 w 7472601"/>
              <a:gd name="connsiteY507" fmla="*/ 3760989 h 6858000"/>
              <a:gd name="connsiteX508" fmla="*/ 5413780 w 7472601"/>
              <a:gd name="connsiteY508" fmla="*/ 2966265 h 6858000"/>
              <a:gd name="connsiteX509" fmla="*/ 5425627 w 7472601"/>
              <a:gd name="connsiteY509" fmla="*/ 2954192 h 6858000"/>
              <a:gd name="connsiteX510" fmla="*/ 6604735 w 7472601"/>
              <a:gd name="connsiteY510" fmla="*/ 2041381 h 6858000"/>
              <a:gd name="connsiteX511" fmla="*/ 7204487 w 7472601"/>
              <a:gd name="connsiteY511" fmla="*/ 2742112 h 6858000"/>
              <a:gd name="connsiteX512" fmla="*/ 7131592 w 7472601"/>
              <a:gd name="connsiteY512" fmla="*/ 2672096 h 6858000"/>
              <a:gd name="connsiteX513" fmla="*/ 6996344 w 7472601"/>
              <a:gd name="connsiteY513" fmla="*/ 2518310 h 6858000"/>
              <a:gd name="connsiteX514" fmla="*/ 6735495 w 7472601"/>
              <a:gd name="connsiteY514" fmla="*/ 2196890 h 6858000"/>
              <a:gd name="connsiteX515" fmla="*/ 6721901 w 7472601"/>
              <a:gd name="connsiteY515" fmla="*/ 2179274 h 6858000"/>
              <a:gd name="connsiteX516" fmla="*/ 6604735 w 7472601"/>
              <a:gd name="connsiteY516" fmla="*/ 2041381 h 6858000"/>
              <a:gd name="connsiteX517" fmla="*/ 6591670 w 7472601"/>
              <a:gd name="connsiteY517" fmla="*/ 1988277 h 6858000"/>
              <a:gd name="connsiteX518" fmla="*/ 6747349 w 7472601"/>
              <a:gd name="connsiteY518" fmla="*/ 2160069 h 6858000"/>
              <a:gd name="connsiteX519" fmla="*/ 6760943 w 7472601"/>
              <a:gd name="connsiteY519" fmla="*/ 2177686 h 6858000"/>
              <a:gd name="connsiteX520" fmla="*/ 7021065 w 7472601"/>
              <a:gd name="connsiteY520" fmla="*/ 2498102 h 6858000"/>
              <a:gd name="connsiteX521" fmla="*/ 7155223 w 7472601"/>
              <a:gd name="connsiteY521" fmla="*/ 2650386 h 6858000"/>
              <a:gd name="connsiteX522" fmla="*/ 7203167 w 7472601"/>
              <a:gd name="connsiteY522" fmla="*/ 2697288 h 6858000"/>
              <a:gd name="connsiteX523" fmla="*/ 6937703 w 7472601"/>
              <a:gd name="connsiteY523" fmla="*/ 2321981 h 6858000"/>
              <a:gd name="connsiteX524" fmla="*/ 6591670 w 7472601"/>
              <a:gd name="connsiteY524" fmla="*/ 1988277 h 6858000"/>
              <a:gd name="connsiteX525" fmla="*/ 5798671 w 7472601"/>
              <a:gd name="connsiteY525" fmla="*/ 1981601 h 6858000"/>
              <a:gd name="connsiteX526" fmla="*/ 5754709 w 7472601"/>
              <a:gd name="connsiteY526" fmla="*/ 2071454 h 6858000"/>
              <a:gd name="connsiteX527" fmla="*/ 5763044 w 7472601"/>
              <a:gd name="connsiteY527" fmla="*/ 2842206 h 6858000"/>
              <a:gd name="connsiteX528" fmla="*/ 5764974 w 7472601"/>
              <a:gd name="connsiteY528" fmla="*/ 2799609 h 6858000"/>
              <a:gd name="connsiteX529" fmla="*/ 5767665 w 7472601"/>
              <a:gd name="connsiteY529" fmla="*/ 2666409 h 6858000"/>
              <a:gd name="connsiteX530" fmla="*/ 5763055 w 7472601"/>
              <a:gd name="connsiteY530" fmla="*/ 2579705 h 6858000"/>
              <a:gd name="connsiteX531" fmla="*/ 5758079 w 7472601"/>
              <a:gd name="connsiteY531" fmla="*/ 2492508 h 6858000"/>
              <a:gd name="connsiteX532" fmla="*/ 5779325 w 7472601"/>
              <a:gd name="connsiteY532" fmla="*/ 2197069 h 6858000"/>
              <a:gd name="connsiteX533" fmla="*/ 5798671 w 7472601"/>
              <a:gd name="connsiteY533" fmla="*/ 1981601 h 6858000"/>
              <a:gd name="connsiteX534" fmla="*/ 5829202 w 7472601"/>
              <a:gd name="connsiteY534" fmla="*/ 1971679 h 6858000"/>
              <a:gd name="connsiteX535" fmla="*/ 5809558 w 7472601"/>
              <a:gd name="connsiteY535" fmla="*/ 2198043 h 6858000"/>
              <a:gd name="connsiteX536" fmla="*/ 5788653 w 7472601"/>
              <a:gd name="connsiteY536" fmla="*/ 2489430 h 6858000"/>
              <a:gd name="connsiteX537" fmla="*/ 5793439 w 7472601"/>
              <a:gd name="connsiteY537" fmla="*/ 2575235 h 6858000"/>
              <a:gd name="connsiteX538" fmla="*/ 5796837 w 7472601"/>
              <a:gd name="connsiteY538" fmla="*/ 2637633 h 6858000"/>
              <a:gd name="connsiteX539" fmla="*/ 5818614 w 7472601"/>
              <a:gd name="connsiteY539" fmla="*/ 2473055 h 6858000"/>
              <a:gd name="connsiteX540" fmla="*/ 5829202 w 7472601"/>
              <a:gd name="connsiteY540" fmla="*/ 1971679 h 6858000"/>
              <a:gd name="connsiteX541" fmla="*/ 5911389 w 7472601"/>
              <a:gd name="connsiteY541" fmla="*/ 1898371 h 6858000"/>
              <a:gd name="connsiteX542" fmla="*/ 6237627 w 7472601"/>
              <a:gd name="connsiteY542" fmla="*/ 2231921 h 6858000"/>
              <a:gd name="connsiteX543" fmla="*/ 5911389 w 7472601"/>
              <a:gd name="connsiteY543" fmla="*/ 1898371 h 6858000"/>
              <a:gd name="connsiteX544" fmla="*/ 6944437 w 7472601"/>
              <a:gd name="connsiteY544" fmla="*/ 1575402 h 6858000"/>
              <a:gd name="connsiteX545" fmla="*/ 6304730 w 7472601"/>
              <a:gd name="connsiteY545" fmla="*/ 1766654 h 6858000"/>
              <a:gd name="connsiteX546" fmla="*/ 6944437 w 7472601"/>
              <a:gd name="connsiteY546" fmla="*/ 1575402 h 6858000"/>
              <a:gd name="connsiteX547" fmla="*/ 7019523 w 7472601"/>
              <a:gd name="connsiteY547" fmla="*/ 1519450 h 6858000"/>
              <a:gd name="connsiteX548" fmla="*/ 6298091 w 7472601"/>
              <a:gd name="connsiteY548" fmla="*/ 1737122 h 6858000"/>
              <a:gd name="connsiteX549" fmla="*/ 7019523 w 7472601"/>
              <a:gd name="connsiteY549" fmla="*/ 1519450 h 6858000"/>
              <a:gd name="connsiteX550" fmla="*/ 2399523 w 7472601"/>
              <a:gd name="connsiteY550" fmla="*/ 1428234 h 6858000"/>
              <a:gd name="connsiteX551" fmla="*/ 2224982 w 7472601"/>
              <a:gd name="connsiteY551" fmla="*/ 1826201 h 6858000"/>
              <a:gd name="connsiteX552" fmla="*/ 2096099 w 7472601"/>
              <a:gd name="connsiteY552" fmla="*/ 2345900 h 6858000"/>
              <a:gd name="connsiteX553" fmla="*/ 2283317 w 7472601"/>
              <a:gd name="connsiteY553" fmla="*/ 1796925 h 6858000"/>
              <a:gd name="connsiteX554" fmla="*/ 2399523 w 7472601"/>
              <a:gd name="connsiteY554" fmla="*/ 1428234 h 6858000"/>
              <a:gd name="connsiteX555" fmla="*/ 2448558 w 7472601"/>
              <a:gd name="connsiteY555" fmla="*/ 1373435 h 6858000"/>
              <a:gd name="connsiteX556" fmla="*/ 2312521 w 7472601"/>
              <a:gd name="connsiteY556" fmla="*/ 1806140 h 6858000"/>
              <a:gd name="connsiteX557" fmla="*/ 2127533 w 7472601"/>
              <a:gd name="connsiteY557" fmla="*/ 2348380 h 6858000"/>
              <a:gd name="connsiteX558" fmla="*/ 2358080 w 7472601"/>
              <a:gd name="connsiteY558" fmla="*/ 1866134 h 6858000"/>
              <a:gd name="connsiteX559" fmla="*/ 2407436 w 7472601"/>
              <a:gd name="connsiteY559" fmla="*/ 1651070 h 6858000"/>
              <a:gd name="connsiteX560" fmla="*/ 2448558 w 7472601"/>
              <a:gd name="connsiteY560" fmla="*/ 1373435 h 6858000"/>
              <a:gd name="connsiteX561" fmla="*/ 278707 w 7472601"/>
              <a:gd name="connsiteY561" fmla="*/ 1352270 h 6858000"/>
              <a:gd name="connsiteX562" fmla="*/ 321570 w 7472601"/>
              <a:gd name="connsiteY562" fmla="*/ 1861610 h 6858000"/>
              <a:gd name="connsiteX563" fmla="*/ 294281 w 7472601"/>
              <a:gd name="connsiteY563" fmla="*/ 1440658 h 6858000"/>
              <a:gd name="connsiteX564" fmla="*/ 278707 w 7472601"/>
              <a:gd name="connsiteY564" fmla="*/ 1352270 h 6858000"/>
              <a:gd name="connsiteX565" fmla="*/ 1423821 w 7472601"/>
              <a:gd name="connsiteY565" fmla="*/ 1351958 h 6858000"/>
              <a:gd name="connsiteX566" fmla="*/ 1638521 w 7472601"/>
              <a:gd name="connsiteY566" fmla="*/ 1908470 h 6858000"/>
              <a:gd name="connsiteX567" fmla="*/ 1754199 w 7472601"/>
              <a:gd name="connsiteY567" fmla="*/ 2149284 h 6858000"/>
              <a:gd name="connsiteX568" fmla="*/ 1908359 w 7472601"/>
              <a:gd name="connsiteY568" fmla="*/ 2364988 h 6858000"/>
              <a:gd name="connsiteX569" fmla="*/ 1647661 w 7472601"/>
              <a:gd name="connsiteY569" fmla="*/ 1825945 h 6858000"/>
              <a:gd name="connsiteX570" fmla="*/ 1423821 w 7472601"/>
              <a:gd name="connsiteY570" fmla="*/ 1351958 h 6858000"/>
              <a:gd name="connsiteX571" fmla="*/ 1431890 w 7472601"/>
              <a:gd name="connsiteY571" fmla="*/ 1306475 h 6858000"/>
              <a:gd name="connsiteX572" fmla="*/ 1507597 w 7472601"/>
              <a:gd name="connsiteY572" fmla="*/ 1446132 h 6858000"/>
              <a:gd name="connsiteX573" fmla="*/ 1674586 w 7472601"/>
              <a:gd name="connsiteY573" fmla="*/ 1813832 h 6858000"/>
              <a:gd name="connsiteX574" fmla="*/ 1815950 w 7472601"/>
              <a:gd name="connsiteY574" fmla="*/ 2128564 h 6858000"/>
              <a:gd name="connsiteX575" fmla="*/ 1984242 w 7472601"/>
              <a:gd name="connsiteY575" fmla="*/ 2430829 h 6858000"/>
              <a:gd name="connsiteX576" fmla="*/ 2014023 w 7472601"/>
              <a:gd name="connsiteY576" fmla="*/ 2450995 h 6858000"/>
              <a:gd name="connsiteX577" fmla="*/ 1747337 w 7472601"/>
              <a:gd name="connsiteY577" fmla="*/ 1855264 h 6858000"/>
              <a:gd name="connsiteX578" fmla="*/ 1533749 w 7472601"/>
              <a:gd name="connsiteY578" fmla="*/ 1478656 h 6858000"/>
              <a:gd name="connsiteX579" fmla="*/ 1431890 w 7472601"/>
              <a:gd name="connsiteY579" fmla="*/ 1306475 h 6858000"/>
              <a:gd name="connsiteX580" fmla="*/ 5052692 w 7472601"/>
              <a:gd name="connsiteY580" fmla="*/ 1292994 h 6858000"/>
              <a:gd name="connsiteX581" fmla="*/ 5200661 w 7472601"/>
              <a:gd name="connsiteY581" fmla="*/ 1635186 h 6858000"/>
              <a:gd name="connsiteX582" fmla="*/ 5297138 w 7472601"/>
              <a:gd name="connsiteY582" fmla="*/ 1906351 h 6858000"/>
              <a:gd name="connsiteX583" fmla="*/ 5052692 w 7472601"/>
              <a:gd name="connsiteY583" fmla="*/ 1292994 h 6858000"/>
              <a:gd name="connsiteX584" fmla="*/ 5009948 w 7472601"/>
              <a:gd name="connsiteY584" fmla="*/ 1273619 h 6858000"/>
              <a:gd name="connsiteX585" fmla="*/ 5121777 w 7472601"/>
              <a:gd name="connsiteY585" fmla="*/ 1654213 h 6858000"/>
              <a:gd name="connsiteX586" fmla="*/ 5293545 w 7472601"/>
              <a:gd name="connsiteY586" fmla="*/ 2072247 h 6858000"/>
              <a:gd name="connsiteX587" fmla="*/ 5294042 w 7472601"/>
              <a:gd name="connsiteY587" fmla="*/ 2065019 h 6858000"/>
              <a:gd name="connsiteX588" fmla="*/ 5171936 w 7472601"/>
              <a:gd name="connsiteY588" fmla="*/ 1647613 h 6858000"/>
              <a:gd name="connsiteX589" fmla="*/ 5009948 w 7472601"/>
              <a:gd name="connsiteY589" fmla="*/ 1273619 h 6858000"/>
              <a:gd name="connsiteX590" fmla="*/ 655236 w 7472601"/>
              <a:gd name="connsiteY590" fmla="*/ 1268632 h 6858000"/>
              <a:gd name="connsiteX591" fmla="*/ 839521 w 7472601"/>
              <a:gd name="connsiteY591" fmla="*/ 1685315 h 6858000"/>
              <a:gd name="connsiteX592" fmla="*/ 1109416 w 7472601"/>
              <a:gd name="connsiteY592" fmla="*/ 2061663 h 6858000"/>
              <a:gd name="connsiteX593" fmla="*/ 1298300 w 7472601"/>
              <a:gd name="connsiteY593" fmla="*/ 2247742 h 6858000"/>
              <a:gd name="connsiteX594" fmla="*/ 1125871 w 7472601"/>
              <a:gd name="connsiteY594" fmla="*/ 1989513 h 6858000"/>
              <a:gd name="connsiteX595" fmla="*/ 981574 w 7472601"/>
              <a:gd name="connsiteY595" fmla="*/ 1783157 h 6858000"/>
              <a:gd name="connsiteX596" fmla="*/ 922198 w 7472601"/>
              <a:gd name="connsiteY596" fmla="*/ 1677437 h 6858000"/>
              <a:gd name="connsiteX597" fmla="*/ 869293 w 7472601"/>
              <a:gd name="connsiteY597" fmla="*/ 1583214 h 6858000"/>
              <a:gd name="connsiteX598" fmla="*/ 751431 w 7472601"/>
              <a:gd name="connsiteY598" fmla="*/ 1405731 h 6858000"/>
              <a:gd name="connsiteX599" fmla="*/ 655236 w 7472601"/>
              <a:gd name="connsiteY599" fmla="*/ 1268632 h 6858000"/>
              <a:gd name="connsiteX600" fmla="*/ 6516292 w 7472601"/>
              <a:gd name="connsiteY600" fmla="*/ 1263064 h 6858000"/>
              <a:gd name="connsiteX601" fmla="*/ 5736320 w 7472601"/>
              <a:gd name="connsiteY601" fmla="*/ 1501803 h 6858000"/>
              <a:gd name="connsiteX602" fmla="*/ 6516292 w 7472601"/>
              <a:gd name="connsiteY602" fmla="*/ 1263064 h 6858000"/>
              <a:gd name="connsiteX603" fmla="*/ 291466 w 7472601"/>
              <a:gd name="connsiteY603" fmla="*/ 1250369 h 6858000"/>
              <a:gd name="connsiteX604" fmla="*/ 323180 w 7472601"/>
              <a:gd name="connsiteY604" fmla="*/ 1435283 h 6858000"/>
              <a:gd name="connsiteX605" fmla="*/ 349381 w 7472601"/>
              <a:gd name="connsiteY605" fmla="*/ 1875041 h 6858000"/>
              <a:gd name="connsiteX606" fmla="*/ 374363 w 7472601"/>
              <a:gd name="connsiteY606" fmla="*/ 1506494 h 6858000"/>
              <a:gd name="connsiteX607" fmla="*/ 302168 w 7472601"/>
              <a:gd name="connsiteY607" fmla="*/ 1274495 h 6858000"/>
              <a:gd name="connsiteX608" fmla="*/ 291466 w 7472601"/>
              <a:gd name="connsiteY608" fmla="*/ 1250369 h 6858000"/>
              <a:gd name="connsiteX609" fmla="*/ 678222 w 7472601"/>
              <a:gd name="connsiteY609" fmla="*/ 1248670 h 6858000"/>
              <a:gd name="connsiteX610" fmla="*/ 775536 w 7472601"/>
              <a:gd name="connsiteY610" fmla="*/ 1388015 h 6858000"/>
              <a:gd name="connsiteX611" fmla="*/ 894529 w 7472601"/>
              <a:gd name="connsiteY611" fmla="*/ 1567739 h 6858000"/>
              <a:gd name="connsiteX612" fmla="*/ 948000 w 7472601"/>
              <a:gd name="connsiteY612" fmla="*/ 1663088 h 6858000"/>
              <a:gd name="connsiteX613" fmla="*/ 1006812 w 7472601"/>
              <a:gd name="connsiteY613" fmla="*/ 1767683 h 6858000"/>
              <a:gd name="connsiteX614" fmla="*/ 1149133 w 7472601"/>
              <a:gd name="connsiteY614" fmla="*/ 1971513 h 6858000"/>
              <a:gd name="connsiteX615" fmla="*/ 1333952 w 7472601"/>
              <a:gd name="connsiteY615" fmla="*/ 2251620 h 6858000"/>
              <a:gd name="connsiteX616" fmla="*/ 1337329 w 7472601"/>
              <a:gd name="connsiteY616" fmla="*/ 2258350 h 6858000"/>
              <a:gd name="connsiteX617" fmla="*/ 1014726 w 7472601"/>
              <a:gd name="connsiteY617" fmla="*/ 1615556 h 6858000"/>
              <a:gd name="connsiteX618" fmla="*/ 678222 w 7472601"/>
              <a:gd name="connsiteY618" fmla="*/ 1248670 h 6858000"/>
              <a:gd name="connsiteX619" fmla="*/ 6691602 w 7472601"/>
              <a:gd name="connsiteY619" fmla="*/ 1140573 h 6858000"/>
              <a:gd name="connsiteX620" fmla="*/ 6571100 w 7472601"/>
              <a:gd name="connsiteY620" fmla="*/ 1183662 h 6858000"/>
              <a:gd name="connsiteX621" fmla="*/ 6241687 w 7472601"/>
              <a:gd name="connsiteY621" fmla="*/ 1257600 h 6858000"/>
              <a:gd name="connsiteX622" fmla="*/ 5693009 w 7472601"/>
              <a:gd name="connsiteY622" fmla="*/ 1478256 h 6858000"/>
              <a:gd name="connsiteX623" fmla="*/ 6548420 w 7472601"/>
              <a:gd name="connsiteY623" fmla="*/ 1214599 h 6858000"/>
              <a:gd name="connsiteX624" fmla="*/ 6605473 w 7472601"/>
              <a:gd name="connsiteY624" fmla="*/ 1184686 h 6858000"/>
              <a:gd name="connsiteX625" fmla="*/ 6691602 w 7472601"/>
              <a:gd name="connsiteY625" fmla="*/ 1140573 h 6858000"/>
              <a:gd name="connsiteX626" fmla="*/ 4002475 w 7472601"/>
              <a:gd name="connsiteY626" fmla="*/ 1037802 h 6858000"/>
              <a:gd name="connsiteX627" fmla="*/ 4000324 w 7472601"/>
              <a:gd name="connsiteY627" fmla="*/ 1039362 h 6858000"/>
              <a:gd name="connsiteX628" fmla="*/ 4002862 w 7472601"/>
              <a:gd name="connsiteY628" fmla="*/ 1042866 h 6858000"/>
              <a:gd name="connsiteX629" fmla="*/ 4002475 w 7472601"/>
              <a:gd name="connsiteY629" fmla="*/ 1037802 h 6858000"/>
              <a:gd name="connsiteX630" fmla="*/ 506322 w 7472601"/>
              <a:gd name="connsiteY630" fmla="*/ 1020997 h 6858000"/>
              <a:gd name="connsiteX631" fmla="*/ 533068 w 7472601"/>
              <a:gd name="connsiteY631" fmla="*/ 1029409 h 6858000"/>
              <a:gd name="connsiteX632" fmla="*/ 1232525 w 7472601"/>
              <a:gd name="connsiteY632" fmla="*/ 1804675 h 6858000"/>
              <a:gd name="connsiteX633" fmla="*/ 1388858 w 7472601"/>
              <a:gd name="connsiteY633" fmla="*/ 2368011 h 6858000"/>
              <a:gd name="connsiteX634" fmla="*/ 1384098 w 7472601"/>
              <a:gd name="connsiteY634" fmla="*/ 2378125 h 6858000"/>
              <a:gd name="connsiteX635" fmla="*/ 1425393 w 7472601"/>
              <a:gd name="connsiteY635" fmla="*/ 2589124 h 6858000"/>
              <a:gd name="connsiteX636" fmla="*/ 1424001 w 7472601"/>
              <a:gd name="connsiteY636" fmla="*/ 2597541 h 6858000"/>
              <a:gd name="connsiteX637" fmla="*/ 2152729 w 7472601"/>
              <a:gd name="connsiteY637" fmla="*/ 2864487 h 6858000"/>
              <a:gd name="connsiteX638" fmla="*/ 2020609 w 7472601"/>
              <a:gd name="connsiteY638" fmla="*/ 2539671 h 6858000"/>
              <a:gd name="connsiteX639" fmla="*/ 2018920 w 7472601"/>
              <a:gd name="connsiteY639" fmla="*/ 2536309 h 6858000"/>
              <a:gd name="connsiteX640" fmla="*/ 1342441 w 7472601"/>
              <a:gd name="connsiteY640" fmla="*/ 1173017 h 6858000"/>
              <a:gd name="connsiteX641" fmla="*/ 1367925 w 7472601"/>
              <a:gd name="connsiteY641" fmla="*/ 1135648 h 6858000"/>
              <a:gd name="connsiteX642" fmla="*/ 1771401 w 7472601"/>
              <a:gd name="connsiteY642" fmla="*/ 1806673 h 6858000"/>
              <a:gd name="connsiteX643" fmla="*/ 1972385 w 7472601"/>
              <a:gd name="connsiteY643" fmla="*/ 2198735 h 6858000"/>
              <a:gd name="connsiteX644" fmla="*/ 2040892 w 7472601"/>
              <a:gd name="connsiteY644" fmla="*/ 2405205 h 6858000"/>
              <a:gd name="connsiteX645" fmla="*/ 2131689 w 7472601"/>
              <a:gd name="connsiteY645" fmla="*/ 1936926 h 6858000"/>
              <a:gd name="connsiteX646" fmla="*/ 2454820 w 7472601"/>
              <a:gd name="connsiteY646" fmla="*/ 1248808 h 6858000"/>
              <a:gd name="connsiteX647" fmla="*/ 2492512 w 7472601"/>
              <a:gd name="connsiteY647" fmla="*/ 1302920 h 6858000"/>
              <a:gd name="connsiteX648" fmla="*/ 2081216 w 7472601"/>
              <a:gd name="connsiteY648" fmla="*/ 2527513 h 6858000"/>
              <a:gd name="connsiteX649" fmla="*/ 2081211 w 7472601"/>
              <a:gd name="connsiteY649" fmla="*/ 2528916 h 6858000"/>
              <a:gd name="connsiteX650" fmla="*/ 2199067 w 7472601"/>
              <a:gd name="connsiteY650" fmla="*/ 2884061 h 6858000"/>
              <a:gd name="connsiteX651" fmla="*/ 3192586 w 7472601"/>
              <a:gd name="connsiteY651" fmla="*/ 3411496 h 6858000"/>
              <a:gd name="connsiteX652" fmla="*/ 3182620 w 7472601"/>
              <a:gd name="connsiteY652" fmla="*/ 3483279 h 6858000"/>
              <a:gd name="connsiteX653" fmla="*/ 2435119 w 7472601"/>
              <a:gd name="connsiteY653" fmla="*/ 3080173 h 6858000"/>
              <a:gd name="connsiteX654" fmla="*/ 2410152 w 7472601"/>
              <a:gd name="connsiteY654" fmla="*/ 3063751 h 6858000"/>
              <a:gd name="connsiteX655" fmla="*/ 2408099 w 7472601"/>
              <a:gd name="connsiteY655" fmla="*/ 3064403 h 6858000"/>
              <a:gd name="connsiteX656" fmla="*/ 2407218 w 7472601"/>
              <a:gd name="connsiteY656" fmla="*/ 3070324 h 6858000"/>
              <a:gd name="connsiteX657" fmla="*/ 2380138 w 7472601"/>
              <a:gd name="connsiteY657" fmla="*/ 3099341 h 6858000"/>
              <a:gd name="connsiteX658" fmla="*/ 1765923 w 7472601"/>
              <a:gd name="connsiteY658" fmla="*/ 3581043 h 6858000"/>
              <a:gd name="connsiteX659" fmla="*/ 1702258 w 7472601"/>
              <a:gd name="connsiteY659" fmla="*/ 3612286 h 6858000"/>
              <a:gd name="connsiteX660" fmla="*/ 1538370 w 7472601"/>
              <a:gd name="connsiteY660" fmla="*/ 3811804 h 6858000"/>
              <a:gd name="connsiteX661" fmla="*/ 542867 w 7472601"/>
              <a:gd name="connsiteY661" fmla="*/ 4944092 h 6858000"/>
              <a:gd name="connsiteX662" fmla="*/ 515800 w 7472601"/>
              <a:gd name="connsiteY662" fmla="*/ 4862180 h 6858000"/>
              <a:gd name="connsiteX663" fmla="*/ 909145 w 7472601"/>
              <a:gd name="connsiteY663" fmla="*/ 4199225 h 6858000"/>
              <a:gd name="connsiteX664" fmla="*/ 1214067 w 7472601"/>
              <a:gd name="connsiteY664" fmla="*/ 3908561 h 6858000"/>
              <a:gd name="connsiteX665" fmla="*/ 640967 w 7472601"/>
              <a:gd name="connsiteY665" fmla="*/ 4105601 h 6858000"/>
              <a:gd name="connsiteX666" fmla="*/ 112563 w 7472601"/>
              <a:gd name="connsiteY666" fmla="*/ 4396952 h 6858000"/>
              <a:gd name="connsiteX667" fmla="*/ 0 w 7472601"/>
              <a:gd name="connsiteY667" fmla="*/ 4466006 h 6858000"/>
              <a:gd name="connsiteX668" fmla="*/ 0 w 7472601"/>
              <a:gd name="connsiteY668" fmla="*/ 4233763 h 6858000"/>
              <a:gd name="connsiteX669" fmla="*/ 36881 w 7472601"/>
              <a:gd name="connsiteY669" fmla="*/ 4200118 h 6858000"/>
              <a:gd name="connsiteX670" fmla="*/ 910534 w 7472601"/>
              <a:gd name="connsiteY670" fmla="*/ 3629753 h 6858000"/>
              <a:gd name="connsiteX671" fmla="*/ 1578717 w 7472601"/>
              <a:gd name="connsiteY671" fmla="*/ 3575982 h 6858000"/>
              <a:gd name="connsiteX672" fmla="*/ 2338780 w 7472601"/>
              <a:gd name="connsiteY672" fmla="*/ 3033725 h 6858000"/>
              <a:gd name="connsiteX673" fmla="*/ 1807991 w 7472601"/>
              <a:gd name="connsiteY673" fmla="*/ 2807184 h 6858000"/>
              <a:gd name="connsiteX674" fmla="*/ 1416358 w 7472601"/>
              <a:gd name="connsiteY674" fmla="*/ 3112571 h 6858000"/>
              <a:gd name="connsiteX675" fmla="*/ 939066 w 7472601"/>
              <a:gd name="connsiteY675" fmla="*/ 3378798 h 6858000"/>
              <a:gd name="connsiteX676" fmla="*/ 115099 w 7472601"/>
              <a:gd name="connsiteY676" fmla="*/ 3607650 h 6858000"/>
              <a:gd name="connsiteX677" fmla="*/ 97284 w 7472601"/>
              <a:gd name="connsiteY677" fmla="*/ 3520393 h 6858000"/>
              <a:gd name="connsiteX678" fmla="*/ 922050 w 7472601"/>
              <a:gd name="connsiteY678" fmla="*/ 3074867 h 6858000"/>
              <a:gd name="connsiteX679" fmla="*/ 1405265 w 7472601"/>
              <a:gd name="connsiteY679" fmla="*/ 3016319 h 6858000"/>
              <a:gd name="connsiteX680" fmla="*/ 1407512 w 7472601"/>
              <a:gd name="connsiteY680" fmla="*/ 3018001 h 6858000"/>
              <a:gd name="connsiteX681" fmla="*/ 1726266 w 7472601"/>
              <a:gd name="connsiteY681" fmla="*/ 2777274 h 6858000"/>
              <a:gd name="connsiteX682" fmla="*/ 625390 w 7472601"/>
              <a:gd name="connsiteY682" fmla="*/ 2514541 h 6858000"/>
              <a:gd name="connsiteX683" fmla="*/ 619799 w 7472601"/>
              <a:gd name="connsiteY683" fmla="*/ 2527180 h 6858000"/>
              <a:gd name="connsiteX684" fmla="*/ 310030 w 7472601"/>
              <a:gd name="connsiteY684" fmla="*/ 2771818 h 6858000"/>
              <a:gd name="connsiteX685" fmla="*/ 173877 w 7472601"/>
              <a:gd name="connsiteY685" fmla="*/ 2937056 h 6858000"/>
              <a:gd name="connsiteX686" fmla="*/ 77889 w 7472601"/>
              <a:gd name="connsiteY686" fmla="*/ 3138440 h 6858000"/>
              <a:gd name="connsiteX687" fmla="*/ 0 w 7472601"/>
              <a:gd name="connsiteY687" fmla="*/ 3271395 h 6858000"/>
              <a:gd name="connsiteX688" fmla="*/ 0 w 7472601"/>
              <a:gd name="connsiteY688" fmla="*/ 3153002 h 6858000"/>
              <a:gd name="connsiteX689" fmla="*/ 2386 w 7472601"/>
              <a:gd name="connsiteY689" fmla="*/ 3149203 h 6858000"/>
              <a:gd name="connsiteX690" fmla="*/ 89753 w 7472601"/>
              <a:gd name="connsiteY690" fmla="*/ 2987702 h 6858000"/>
              <a:gd name="connsiteX691" fmla="*/ 76869 w 7472601"/>
              <a:gd name="connsiteY691" fmla="*/ 3005404 h 6858000"/>
              <a:gd name="connsiteX692" fmla="*/ 32049 w 7472601"/>
              <a:gd name="connsiteY692" fmla="*/ 3065814 h 6858000"/>
              <a:gd name="connsiteX693" fmla="*/ 0 w 7472601"/>
              <a:gd name="connsiteY693" fmla="*/ 3108744 h 6858000"/>
              <a:gd name="connsiteX694" fmla="*/ 0 w 7472601"/>
              <a:gd name="connsiteY694" fmla="*/ 3058059 h 6858000"/>
              <a:gd name="connsiteX695" fmla="*/ 7610 w 7472601"/>
              <a:gd name="connsiteY695" fmla="*/ 3047889 h 6858000"/>
              <a:gd name="connsiteX696" fmla="*/ 52419 w 7472601"/>
              <a:gd name="connsiteY696" fmla="*/ 2987479 h 6858000"/>
              <a:gd name="connsiteX697" fmla="*/ 59142 w 7472601"/>
              <a:gd name="connsiteY697" fmla="*/ 2978488 h 6858000"/>
              <a:gd name="connsiteX698" fmla="*/ 0 w 7472601"/>
              <a:gd name="connsiteY698" fmla="*/ 3015334 h 6858000"/>
              <a:gd name="connsiteX699" fmla="*/ 0 w 7472601"/>
              <a:gd name="connsiteY699" fmla="*/ 2914286 h 6858000"/>
              <a:gd name="connsiteX700" fmla="*/ 36383 w 7472601"/>
              <a:gd name="connsiteY700" fmla="*/ 2901128 h 6858000"/>
              <a:gd name="connsiteX701" fmla="*/ 156329 w 7472601"/>
              <a:gd name="connsiteY701" fmla="*/ 2840533 h 6858000"/>
              <a:gd name="connsiteX702" fmla="*/ 358355 w 7472601"/>
              <a:gd name="connsiteY702" fmla="*/ 2620471 h 6858000"/>
              <a:gd name="connsiteX703" fmla="*/ 510577 w 7472601"/>
              <a:gd name="connsiteY703" fmla="*/ 2501244 h 6858000"/>
              <a:gd name="connsiteX704" fmla="*/ 211967 w 7472601"/>
              <a:gd name="connsiteY704" fmla="*/ 2479171 h 6858000"/>
              <a:gd name="connsiteX705" fmla="*/ 0 w 7472601"/>
              <a:gd name="connsiteY705" fmla="*/ 2476398 h 6858000"/>
              <a:gd name="connsiteX706" fmla="*/ 0 w 7472601"/>
              <a:gd name="connsiteY706" fmla="*/ 2389189 h 6858000"/>
              <a:gd name="connsiteX707" fmla="*/ 103062 w 7472601"/>
              <a:gd name="connsiteY707" fmla="*/ 2389518 h 6858000"/>
              <a:gd name="connsiteX708" fmla="*/ 510734 w 7472601"/>
              <a:gd name="connsiteY708" fmla="*/ 2416201 h 6858000"/>
              <a:gd name="connsiteX709" fmla="*/ 279257 w 7472601"/>
              <a:gd name="connsiteY709" fmla="*/ 2092102 h 6858000"/>
              <a:gd name="connsiteX710" fmla="*/ 65265 w 7472601"/>
              <a:gd name="connsiteY710" fmla="*/ 2006049 h 6858000"/>
              <a:gd name="connsiteX711" fmla="*/ 0 w 7472601"/>
              <a:gd name="connsiteY711" fmla="*/ 1982532 h 6858000"/>
              <a:gd name="connsiteX712" fmla="*/ 0 w 7472601"/>
              <a:gd name="connsiteY712" fmla="*/ 1912789 h 6858000"/>
              <a:gd name="connsiteX713" fmla="*/ 97460 w 7472601"/>
              <a:gd name="connsiteY713" fmla="*/ 1953725 h 6858000"/>
              <a:gd name="connsiteX714" fmla="*/ 221272 w 7472601"/>
              <a:gd name="connsiteY714" fmla="*/ 1980766 h 6858000"/>
              <a:gd name="connsiteX715" fmla="*/ 116765 w 7472601"/>
              <a:gd name="connsiteY715" fmla="*/ 1911033 h 6858000"/>
              <a:gd name="connsiteX716" fmla="*/ 16405 w 7472601"/>
              <a:gd name="connsiteY716" fmla="*/ 1803412 h 6858000"/>
              <a:gd name="connsiteX717" fmla="*/ 0 w 7472601"/>
              <a:gd name="connsiteY717" fmla="*/ 1784777 h 6858000"/>
              <a:gd name="connsiteX718" fmla="*/ 0 w 7472601"/>
              <a:gd name="connsiteY718" fmla="*/ 1740082 h 6858000"/>
              <a:gd name="connsiteX719" fmla="*/ 39394 w 7472601"/>
              <a:gd name="connsiteY719" fmla="*/ 1784856 h 6858000"/>
              <a:gd name="connsiteX720" fmla="*/ 135813 w 7472601"/>
              <a:gd name="connsiteY720" fmla="*/ 1888838 h 6858000"/>
              <a:gd name="connsiteX721" fmla="*/ 242575 w 7472601"/>
              <a:gd name="connsiteY721" fmla="*/ 1958841 h 6858000"/>
              <a:gd name="connsiteX722" fmla="*/ 82197 w 7472601"/>
              <a:gd name="connsiteY722" fmla="*/ 1754826 h 6858000"/>
              <a:gd name="connsiteX723" fmla="*/ 0 w 7472601"/>
              <a:gd name="connsiteY723" fmla="*/ 1679650 h 6858000"/>
              <a:gd name="connsiteX724" fmla="*/ 0 w 7472601"/>
              <a:gd name="connsiteY724" fmla="*/ 1602463 h 6858000"/>
              <a:gd name="connsiteX725" fmla="*/ 84689 w 7472601"/>
              <a:gd name="connsiteY725" fmla="*/ 1677442 h 6858000"/>
              <a:gd name="connsiteX726" fmla="*/ 298437 w 7472601"/>
              <a:gd name="connsiteY726" fmla="*/ 1968019 h 6858000"/>
              <a:gd name="connsiteX727" fmla="*/ 227269 w 7472601"/>
              <a:gd name="connsiteY727" fmla="*/ 1114064 h 6858000"/>
              <a:gd name="connsiteX728" fmla="*/ 248003 w 7472601"/>
              <a:gd name="connsiteY728" fmla="*/ 1089613 h 6858000"/>
              <a:gd name="connsiteX729" fmla="*/ 427020 w 7472601"/>
              <a:gd name="connsiteY729" fmla="*/ 1619803 h 6858000"/>
              <a:gd name="connsiteX730" fmla="*/ 340345 w 7472601"/>
              <a:gd name="connsiteY730" fmla="*/ 2027739 h 6858000"/>
              <a:gd name="connsiteX731" fmla="*/ 360865 w 7472601"/>
              <a:gd name="connsiteY731" fmla="*/ 2044827 h 6858000"/>
              <a:gd name="connsiteX732" fmla="*/ 560414 w 7472601"/>
              <a:gd name="connsiteY732" fmla="*/ 2421457 h 6858000"/>
              <a:gd name="connsiteX733" fmla="*/ 1359703 w 7472601"/>
              <a:gd name="connsiteY733" fmla="*/ 2578554 h 6858000"/>
              <a:gd name="connsiteX734" fmla="*/ 1359422 w 7472601"/>
              <a:gd name="connsiteY734" fmla="*/ 2577994 h 6858000"/>
              <a:gd name="connsiteX735" fmla="*/ 828701 w 7472601"/>
              <a:gd name="connsiteY735" fmla="*/ 1839520 h 6858000"/>
              <a:gd name="connsiteX736" fmla="*/ 494427 w 7472601"/>
              <a:gd name="connsiteY736" fmla="*/ 1092333 h 6858000"/>
              <a:gd name="connsiteX737" fmla="*/ 506322 w 7472601"/>
              <a:gd name="connsiteY737" fmla="*/ 1020997 h 6858000"/>
              <a:gd name="connsiteX738" fmla="*/ 4570198 w 7472601"/>
              <a:gd name="connsiteY738" fmla="*/ 978081 h 6858000"/>
              <a:gd name="connsiteX739" fmla="*/ 4523691 w 7472601"/>
              <a:gd name="connsiteY739" fmla="*/ 1127776 h 6858000"/>
              <a:gd name="connsiteX740" fmla="*/ 4509875 w 7472601"/>
              <a:gd name="connsiteY740" fmla="*/ 1167552 h 6858000"/>
              <a:gd name="connsiteX741" fmla="*/ 4478168 w 7472601"/>
              <a:gd name="connsiteY741" fmla="*/ 1260735 h 6858000"/>
              <a:gd name="connsiteX742" fmla="*/ 4409309 w 7472601"/>
              <a:gd name="connsiteY742" fmla="*/ 1666996 h 6858000"/>
              <a:gd name="connsiteX743" fmla="*/ 4370031 w 7472601"/>
              <a:gd name="connsiteY743" fmla="*/ 1955666 h 6858000"/>
              <a:gd name="connsiteX744" fmla="*/ 4570198 w 7472601"/>
              <a:gd name="connsiteY744" fmla="*/ 978081 h 6858000"/>
              <a:gd name="connsiteX745" fmla="*/ 4557898 w 7472601"/>
              <a:gd name="connsiteY745" fmla="*/ 900011 h 6858000"/>
              <a:gd name="connsiteX746" fmla="*/ 4344840 w 7472601"/>
              <a:gd name="connsiteY746" fmla="*/ 1922038 h 6858000"/>
              <a:gd name="connsiteX747" fmla="*/ 4378710 w 7472601"/>
              <a:gd name="connsiteY747" fmla="*/ 1665516 h 6858000"/>
              <a:gd name="connsiteX748" fmla="*/ 4448798 w 7472601"/>
              <a:gd name="connsiteY748" fmla="*/ 1253024 h 6858000"/>
              <a:gd name="connsiteX749" fmla="*/ 4480315 w 7472601"/>
              <a:gd name="connsiteY749" fmla="*/ 1158454 h 6858000"/>
              <a:gd name="connsiteX750" fmla="*/ 4494133 w 7472601"/>
              <a:gd name="connsiteY750" fmla="*/ 1118676 h 6858000"/>
              <a:gd name="connsiteX751" fmla="*/ 4557898 w 7472601"/>
              <a:gd name="connsiteY751" fmla="*/ 900011 h 6858000"/>
              <a:gd name="connsiteX752" fmla="*/ 5870151 w 7472601"/>
              <a:gd name="connsiteY752" fmla="*/ 898890 h 6858000"/>
              <a:gd name="connsiteX753" fmla="*/ 5861335 w 7472601"/>
              <a:gd name="connsiteY753" fmla="*/ 899177 h 6858000"/>
              <a:gd name="connsiteX754" fmla="*/ 5843702 w 7472601"/>
              <a:gd name="connsiteY754" fmla="*/ 899748 h 6858000"/>
              <a:gd name="connsiteX755" fmla="*/ 5651107 w 7472601"/>
              <a:gd name="connsiteY755" fmla="*/ 920306 h 6858000"/>
              <a:gd name="connsiteX756" fmla="*/ 5459407 w 7472601"/>
              <a:gd name="connsiteY756" fmla="*/ 940975 h 6858000"/>
              <a:gd name="connsiteX757" fmla="*/ 5374846 w 7472601"/>
              <a:gd name="connsiteY757" fmla="*/ 941988 h 6858000"/>
              <a:gd name="connsiteX758" fmla="*/ 5256105 w 7472601"/>
              <a:gd name="connsiteY758" fmla="*/ 945632 h 6858000"/>
              <a:gd name="connsiteX759" fmla="*/ 5107071 w 7472601"/>
              <a:gd name="connsiteY759" fmla="*/ 969720 h 6858000"/>
              <a:gd name="connsiteX760" fmla="*/ 4998681 w 7472601"/>
              <a:gd name="connsiteY760" fmla="*/ 988771 h 6858000"/>
              <a:gd name="connsiteX761" fmla="*/ 5870151 w 7472601"/>
              <a:gd name="connsiteY761" fmla="*/ 898890 h 6858000"/>
              <a:gd name="connsiteX762" fmla="*/ 5504425 w 7472601"/>
              <a:gd name="connsiteY762" fmla="*/ 848067 h 6858000"/>
              <a:gd name="connsiteX763" fmla="*/ 4968849 w 7472601"/>
              <a:gd name="connsiteY763" fmla="*/ 962318 h 6858000"/>
              <a:gd name="connsiteX764" fmla="*/ 5104039 w 7472601"/>
              <a:gd name="connsiteY764" fmla="*/ 940634 h 6858000"/>
              <a:gd name="connsiteX765" fmla="*/ 5256311 w 7472601"/>
              <a:gd name="connsiteY765" fmla="*/ 916490 h 6858000"/>
              <a:gd name="connsiteX766" fmla="*/ 5377381 w 7472601"/>
              <a:gd name="connsiteY766" fmla="*/ 912671 h 6858000"/>
              <a:gd name="connsiteX767" fmla="*/ 5460148 w 7472601"/>
              <a:gd name="connsiteY767" fmla="*/ 911442 h 6858000"/>
              <a:gd name="connsiteX768" fmla="*/ 5648971 w 7472601"/>
              <a:gd name="connsiteY768" fmla="*/ 891331 h 6858000"/>
              <a:gd name="connsiteX769" fmla="*/ 5844807 w 7472601"/>
              <a:gd name="connsiteY769" fmla="*/ 870718 h 6858000"/>
              <a:gd name="connsiteX770" fmla="*/ 5862975 w 7472601"/>
              <a:gd name="connsiteY770" fmla="*/ 869756 h 6858000"/>
              <a:gd name="connsiteX771" fmla="*/ 5920887 w 7472601"/>
              <a:gd name="connsiteY771" fmla="*/ 865929 h 6858000"/>
              <a:gd name="connsiteX772" fmla="*/ 5504425 w 7472601"/>
              <a:gd name="connsiteY772" fmla="*/ 848067 h 6858000"/>
              <a:gd name="connsiteX773" fmla="*/ 3607114 w 7472601"/>
              <a:gd name="connsiteY773" fmla="*/ 467441 h 6858000"/>
              <a:gd name="connsiteX774" fmla="*/ 3296242 w 7472601"/>
              <a:gd name="connsiteY774" fmla="*/ 807991 h 6858000"/>
              <a:gd name="connsiteX775" fmla="*/ 3174674 w 7472601"/>
              <a:gd name="connsiteY775" fmla="*/ 919759 h 6858000"/>
              <a:gd name="connsiteX776" fmla="*/ 3042978 w 7472601"/>
              <a:gd name="connsiteY776" fmla="*/ 1054894 h 6858000"/>
              <a:gd name="connsiteX777" fmla="*/ 2968914 w 7472601"/>
              <a:gd name="connsiteY777" fmla="*/ 1133756 h 6858000"/>
              <a:gd name="connsiteX778" fmla="*/ 3103823 w 7472601"/>
              <a:gd name="connsiteY778" fmla="*/ 1026814 h 6858000"/>
              <a:gd name="connsiteX779" fmla="*/ 3607114 w 7472601"/>
              <a:gd name="connsiteY779" fmla="*/ 467441 h 6858000"/>
              <a:gd name="connsiteX780" fmla="*/ 3744487 w 7472601"/>
              <a:gd name="connsiteY780" fmla="*/ 383136 h 6858000"/>
              <a:gd name="connsiteX781" fmla="*/ 3970213 w 7472601"/>
              <a:gd name="connsiteY781" fmla="*/ 995559 h 6858000"/>
              <a:gd name="connsiteX782" fmla="*/ 3744487 w 7472601"/>
              <a:gd name="connsiteY782" fmla="*/ 383136 h 6858000"/>
              <a:gd name="connsiteX783" fmla="*/ 3624562 w 7472601"/>
              <a:gd name="connsiteY783" fmla="*/ 367041 h 6858000"/>
              <a:gd name="connsiteX784" fmla="*/ 3489712 w 7472601"/>
              <a:gd name="connsiteY784" fmla="*/ 485386 h 6858000"/>
              <a:gd name="connsiteX785" fmla="*/ 3182994 w 7472601"/>
              <a:gd name="connsiteY785" fmla="*/ 828265 h 6858000"/>
              <a:gd name="connsiteX786" fmla="*/ 2892114 w 7472601"/>
              <a:gd name="connsiteY786" fmla="*/ 1172635 h 6858000"/>
              <a:gd name="connsiteX787" fmla="*/ 3021459 w 7472601"/>
              <a:gd name="connsiteY787" fmla="*/ 1035385 h 6858000"/>
              <a:gd name="connsiteX788" fmla="*/ 3153873 w 7472601"/>
              <a:gd name="connsiteY788" fmla="*/ 898971 h 6858000"/>
              <a:gd name="connsiteX789" fmla="*/ 3276511 w 7472601"/>
              <a:gd name="connsiteY789" fmla="*/ 786423 h 6858000"/>
              <a:gd name="connsiteX790" fmla="*/ 3584154 w 7472601"/>
              <a:gd name="connsiteY790" fmla="*/ 448218 h 6858000"/>
              <a:gd name="connsiteX791" fmla="*/ 3624562 w 7472601"/>
              <a:gd name="connsiteY791" fmla="*/ 367041 h 6858000"/>
              <a:gd name="connsiteX792" fmla="*/ 3766672 w 7472601"/>
              <a:gd name="connsiteY792" fmla="*/ 359429 h 6858000"/>
              <a:gd name="connsiteX793" fmla="*/ 3996338 w 7472601"/>
              <a:gd name="connsiteY793" fmla="*/ 968237 h 6858000"/>
              <a:gd name="connsiteX794" fmla="*/ 3766672 w 7472601"/>
              <a:gd name="connsiteY794" fmla="*/ 359429 h 6858000"/>
              <a:gd name="connsiteX795" fmla="*/ 5805386 w 7472601"/>
              <a:gd name="connsiteY795" fmla="*/ 239240 h 6858000"/>
              <a:gd name="connsiteX796" fmla="*/ 5736947 w 7472601"/>
              <a:gd name="connsiteY796" fmla="*/ 261367 h 6858000"/>
              <a:gd name="connsiteX797" fmla="*/ 5427012 w 7472601"/>
              <a:gd name="connsiteY797" fmla="*/ 311272 h 6858000"/>
              <a:gd name="connsiteX798" fmla="*/ 5147818 w 7472601"/>
              <a:gd name="connsiteY798" fmla="*/ 322112 h 6858000"/>
              <a:gd name="connsiteX799" fmla="*/ 5060854 w 7472601"/>
              <a:gd name="connsiteY799" fmla="*/ 311882 h 6858000"/>
              <a:gd name="connsiteX800" fmla="*/ 4945989 w 7472601"/>
              <a:gd name="connsiteY800" fmla="*/ 300516 h 6858000"/>
              <a:gd name="connsiteX801" fmla="*/ 5410479 w 7472601"/>
              <a:gd name="connsiteY801" fmla="*/ 348434 h 6858000"/>
              <a:gd name="connsiteX802" fmla="*/ 5805386 w 7472601"/>
              <a:gd name="connsiteY802" fmla="*/ 239240 h 6858000"/>
              <a:gd name="connsiteX803" fmla="*/ 5905192 w 7472601"/>
              <a:gd name="connsiteY803" fmla="*/ 163079 h 6858000"/>
              <a:gd name="connsiteX804" fmla="*/ 5865655 w 7472601"/>
              <a:gd name="connsiteY804" fmla="*/ 171901 h 6858000"/>
              <a:gd name="connsiteX805" fmla="*/ 5259740 w 7472601"/>
              <a:gd name="connsiteY805" fmla="*/ 257013 h 6858000"/>
              <a:gd name="connsiteX806" fmla="*/ 5208466 w 7472601"/>
              <a:gd name="connsiteY806" fmla="*/ 257550 h 6858000"/>
              <a:gd name="connsiteX807" fmla="*/ 4980204 w 7472601"/>
              <a:gd name="connsiteY807" fmla="*/ 271903 h 6858000"/>
              <a:gd name="connsiteX808" fmla="*/ 5068068 w 7472601"/>
              <a:gd name="connsiteY808" fmla="*/ 282244 h 6858000"/>
              <a:gd name="connsiteX809" fmla="*/ 5153231 w 7472601"/>
              <a:gd name="connsiteY809" fmla="*/ 292240 h 6858000"/>
              <a:gd name="connsiteX810" fmla="*/ 5426491 w 7472601"/>
              <a:gd name="connsiteY810" fmla="*/ 281128 h 6858000"/>
              <a:gd name="connsiteX811" fmla="*/ 5731212 w 7472601"/>
              <a:gd name="connsiteY811" fmla="*/ 231951 h 6858000"/>
              <a:gd name="connsiteX812" fmla="*/ 5905192 w 7472601"/>
              <a:gd name="connsiteY812" fmla="*/ 163079 h 6858000"/>
              <a:gd name="connsiteX813" fmla="*/ 5944437 w 7472601"/>
              <a:gd name="connsiteY813" fmla="*/ 113829 h 6858000"/>
              <a:gd name="connsiteX814" fmla="*/ 5825032 w 7472601"/>
              <a:gd name="connsiteY814" fmla="*/ 146405 h 6858000"/>
              <a:gd name="connsiteX815" fmla="*/ 4955599 w 7472601"/>
              <a:gd name="connsiteY815" fmla="*/ 247008 h 6858000"/>
              <a:gd name="connsiteX816" fmla="*/ 5210104 w 7472601"/>
              <a:gd name="connsiteY816" fmla="*/ 228123 h 6858000"/>
              <a:gd name="connsiteX817" fmla="*/ 5261015 w 7472601"/>
              <a:gd name="connsiteY817" fmla="*/ 227087 h 6858000"/>
              <a:gd name="connsiteX818" fmla="*/ 5861181 w 7472601"/>
              <a:gd name="connsiteY818" fmla="*/ 143093 h 6858000"/>
              <a:gd name="connsiteX819" fmla="*/ 5961252 w 7472601"/>
              <a:gd name="connsiteY819" fmla="*/ 114820 h 6858000"/>
              <a:gd name="connsiteX820" fmla="*/ 5944437 w 7472601"/>
              <a:gd name="connsiteY820" fmla="*/ 113829 h 6858000"/>
              <a:gd name="connsiteX821" fmla="*/ 3882765 w 7472601"/>
              <a:gd name="connsiteY821" fmla="*/ 0 h 6858000"/>
              <a:gd name="connsiteX822" fmla="*/ 3995099 w 7472601"/>
              <a:gd name="connsiteY822" fmla="*/ 0 h 6858000"/>
              <a:gd name="connsiteX823" fmla="*/ 4163818 w 7472601"/>
              <a:gd name="connsiteY823" fmla="*/ 234104 h 6858000"/>
              <a:gd name="connsiteX824" fmla="*/ 4172099 w 7472601"/>
              <a:gd name="connsiteY824" fmla="*/ 234207 h 6858000"/>
              <a:gd name="connsiteX825" fmla="*/ 4784282 w 7472601"/>
              <a:gd name="connsiteY825" fmla="*/ 276561 h 6858000"/>
              <a:gd name="connsiteX826" fmla="*/ 4801687 w 7472601"/>
              <a:gd name="connsiteY826" fmla="*/ 267764 h 6858000"/>
              <a:gd name="connsiteX827" fmla="*/ 6082788 w 7472601"/>
              <a:gd name="connsiteY827" fmla="*/ 64119 h 6858000"/>
              <a:gd name="connsiteX828" fmla="*/ 6099442 w 7472601"/>
              <a:gd name="connsiteY828" fmla="*/ 82568 h 6858000"/>
              <a:gd name="connsiteX829" fmla="*/ 4804137 w 7472601"/>
              <a:gd name="connsiteY829" fmla="*/ 320931 h 6858000"/>
              <a:gd name="connsiteX830" fmla="*/ 4227047 w 7472601"/>
              <a:gd name="connsiteY830" fmla="*/ 313415 h 6858000"/>
              <a:gd name="connsiteX831" fmla="*/ 4346041 w 7472601"/>
              <a:gd name="connsiteY831" fmla="*/ 456086 h 6858000"/>
              <a:gd name="connsiteX832" fmla="*/ 4870967 w 7472601"/>
              <a:gd name="connsiteY832" fmla="*/ 963061 h 6858000"/>
              <a:gd name="connsiteX833" fmla="*/ 4889647 w 7472601"/>
              <a:gd name="connsiteY833" fmla="*/ 957147 h 6858000"/>
              <a:gd name="connsiteX834" fmla="*/ 5422504 w 7472601"/>
              <a:gd name="connsiteY834" fmla="*/ 805191 h 6858000"/>
              <a:gd name="connsiteX835" fmla="*/ 6087656 w 7472601"/>
              <a:gd name="connsiteY835" fmla="*/ 826703 h 6858000"/>
              <a:gd name="connsiteX836" fmla="*/ 6058717 w 7472601"/>
              <a:gd name="connsiteY836" fmla="*/ 865992 h 6858000"/>
              <a:gd name="connsiteX837" fmla="*/ 4974153 w 7472601"/>
              <a:gd name="connsiteY837" fmla="*/ 1045456 h 6858000"/>
              <a:gd name="connsiteX838" fmla="*/ 5627835 w 7472601"/>
              <a:gd name="connsiteY838" fmla="*/ 1472077 h 6858000"/>
              <a:gd name="connsiteX839" fmla="*/ 5629817 w 7472601"/>
              <a:gd name="connsiteY839" fmla="*/ 1471412 h 6858000"/>
              <a:gd name="connsiteX840" fmla="*/ 5634124 w 7472601"/>
              <a:gd name="connsiteY840" fmla="*/ 1470572 h 6858000"/>
              <a:gd name="connsiteX841" fmla="*/ 5755832 w 7472601"/>
              <a:gd name="connsiteY841" fmla="*/ 1383886 h 6858000"/>
              <a:gd name="connsiteX842" fmla="*/ 6014186 w 7472601"/>
              <a:gd name="connsiteY842" fmla="*/ 1279799 h 6858000"/>
              <a:gd name="connsiteX843" fmla="*/ 6901619 w 7472601"/>
              <a:gd name="connsiteY843" fmla="*/ 1047874 h 6858000"/>
              <a:gd name="connsiteX844" fmla="*/ 6931566 w 7472601"/>
              <a:gd name="connsiteY844" fmla="*/ 1062034 h 6858000"/>
              <a:gd name="connsiteX845" fmla="*/ 5790982 w 7472601"/>
              <a:gd name="connsiteY845" fmla="*/ 1561380 h 6858000"/>
              <a:gd name="connsiteX846" fmla="*/ 6188971 w 7472601"/>
              <a:gd name="connsiteY846" fmla="*/ 1755168 h 6858000"/>
              <a:gd name="connsiteX847" fmla="*/ 6202446 w 7472601"/>
              <a:gd name="connsiteY847" fmla="*/ 1752268 h 6858000"/>
              <a:gd name="connsiteX848" fmla="*/ 7179560 w 7472601"/>
              <a:gd name="connsiteY848" fmla="*/ 1467551 h 6858000"/>
              <a:gd name="connsiteX849" fmla="*/ 7158730 w 7472601"/>
              <a:gd name="connsiteY849" fmla="*/ 1507835 h 6858000"/>
              <a:gd name="connsiteX850" fmla="*/ 6326959 w 7472601"/>
              <a:gd name="connsiteY850" fmla="*/ 1817686 h 6858000"/>
              <a:gd name="connsiteX851" fmla="*/ 6537433 w 7472601"/>
              <a:gd name="connsiteY851" fmla="*/ 1907790 h 6858000"/>
              <a:gd name="connsiteX852" fmla="*/ 6550221 w 7472601"/>
              <a:gd name="connsiteY852" fmla="*/ 1910729 h 6858000"/>
              <a:gd name="connsiteX853" fmla="*/ 6964438 w 7472601"/>
              <a:gd name="connsiteY853" fmla="*/ 2209505 h 6858000"/>
              <a:gd name="connsiteX854" fmla="*/ 7367862 w 7472601"/>
              <a:gd name="connsiteY854" fmla="*/ 2806833 h 6858000"/>
              <a:gd name="connsiteX855" fmla="*/ 7364329 w 7472601"/>
              <a:gd name="connsiteY855" fmla="*/ 2826907 h 6858000"/>
              <a:gd name="connsiteX856" fmla="*/ 7290545 w 7472601"/>
              <a:gd name="connsiteY856" fmla="*/ 2850663 h 6858000"/>
              <a:gd name="connsiteX857" fmla="*/ 6472036 w 7472601"/>
              <a:gd name="connsiteY857" fmla="*/ 1959003 h 6858000"/>
              <a:gd name="connsiteX858" fmla="*/ 5792897 w 7472601"/>
              <a:gd name="connsiteY858" fmla="*/ 1647747 h 6858000"/>
              <a:gd name="connsiteX859" fmla="*/ 5842751 w 7472601"/>
              <a:gd name="connsiteY859" fmla="*/ 1816112 h 6858000"/>
              <a:gd name="connsiteX860" fmla="*/ 5847424 w 7472601"/>
              <a:gd name="connsiteY860" fmla="*/ 1815776 h 6858000"/>
              <a:gd name="connsiteX861" fmla="*/ 6399821 w 7472601"/>
              <a:gd name="connsiteY861" fmla="*/ 2344799 h 6858000"/>
              <a:gd name="connsiteX862" fmla="*/ 6323232 w 7472601"/>
              <a:gd name="connsiteY862" fmla="*/ 2389634 h 6858000"/>
              <a:gd name="connsiteX863" fmla="*/ 5942958 w 7472601"/>
              <a:gd name="connsiteY863" fmla="*/ 2077708 h 6858000"/>
              <a:gd name="connsiteX864" fmla="*/ 5921559 w 7472601"/>
              <a:gd name="connsiteY864" fmla="*/ 2378596 h 6858000"/>
              <a:gd name="connsiteX865" fmla="*/ 5817651 w 7472601"/>
              <a:gd name="connsiteY865" fmla="*/ 3023919 h 6858000"/>
              <a:gd name="connsiteX866" fmla="*/ 5729634 w 7472601"/>
              <a:gd name="connsiteY866" fmla="*/ 3051849 h 6858000"/>
              <a:gd name="connsiteX867" fmla="*/ 5611018 w 7472601"/>
              <a:gd name="connsiteY867" fmla="*/ 2316769 h 6858000"/>
              <a:gd name="connsiteX868" fmla="*/ 5687608 w 7472601"/>
              <a:gd name="connsiteY868" fmla="*/ 2039972 h 6858000"/>
              <a:gd name="connsiteX869" fmla="*/ 5657554 w 7472601"/>
              <a:gd name="connsiteY869" fmla="*/ 1576445 h 6858000"/>
              <a:gd name="connsiteX870" fmla="*/ 5150475 w 7472601"/>
              <a:gd name="connsiteY870" fmla="*/ 1274012 h 6858000"/>
              <a:gd name="connsiteX871" fmla="*/ 5349142 w 7472601"/>
              <a:gd name="connsiteY871" fmla="*/ 2204405 h 6858000"/>
              <a:gd name="connsiteX872" fmla="*/ 5262214 w 7472601"/>
              <a:gd name="connsiteY872" fmla="*/ 2233836 h 6858000"/>
              <a:gd name="connsiteX873" fmla="*/ 4981539 w 7472601"/>
              <a:gd name="connsiteY873" fmla="*/ 1542201 h 6858000"/>
              <a:gd name="connsiteX874" fmla="*/ 4958461 w 7472601"/>
              <a:gd name="connsiteY874" fmla="*/ 1136957 h 6858000"/>
              <a:gd name="connsiteX875" fmla="*/ 4655015 w 7472601"/>
              <a:gd name="connsiteY875" fmla="*/ 891426 h 6858000"/>
              <a:gd name="connsiteX876" fmla="*/ 4348002 w 7472601"/>
              <a:gd name="connsiteY876" fmla="*/ 2205895 h 6858000"/>
              <a:gd name="connsiteX877" fmla="*/ 4262250 w 7472601"/>
              <a:gd name="connsiteY877" fmla="*/ 2219972 h 6858000"/>
              <a:gd name="connsiteX878" fmla="*/ 4550611 w 7472601"/>
              <a:gd name="connsiteY878" fmla="*/ 817540 h 6858000"/>
              <a:gd name="connsiteX879" fmla="*/ 4564418 w 7472601"/>
              <a:gd name="connsiteY879" fmla="*/ 808293 h 6858000"/>
              <a:gd name="connsiteX880" fmla="*/ 4266388 w 7472601"/>
              <a:gd name="connsiteY880" fmla="*/ 500083 h 6858000"/>
              <a:gd name="connsiteX881" fmla="*/ 4032842 w 7472601"/>
              <a:gd name="connsiteY881" fmla="*/ 211809 h 6858000"/>
              <a:gd name="connsiteX882" fmla="*/ 3882765 w 7472601"/>
              <a:gd name="connsiteY882" fmla="*/ 0 h 6858000"/>
              <a:gd name="connsiteX883" fmla="*/ 3721337 w 7472601"/>
              <a:gd name="connsiteY883" fmla="*/ 0 h 6858000"/>
              <a:gd name="connsiteX884" fmla="*/ 3797544 w 7472601"/>
              <a:gd name="connsiteY884" fmla="*/ 0 h 6858000"/>
              <a:gd name="connsiteX885" fmla="*/ 3775734 w 7472601"/>
              <a:gd name="connsiteY885" fmla="*/ 95131 h 6858000"/>
              <a:gd name="connsiteX886" fmla="*/ 3724807 w 7472601"/>
              <a:gd name="connsiteY886" fmla="*/ 272257 h 6858000"/>
              <a:gd name="connsiteX887" fmla="*/ 3726844 w 7472601"/>
              <a:gd name="connsiteY887" fmla="*/ 282988 h 6858000"/>
              <a:gd name="connsiteX888" fmla="*/ 3742664 w 7472601"/>
              <a:gd name="connsiteY888" fmla="*/ 279918 h 6858000"/>
              <a:gd name="connsiteX889" fmla="*/ 4103910 w 7472601"/>
              <a:gd name="connsiteY889" fmla="*/ 1161917 h 6858000"/>
              <a:gd name="connsiteX890" fmla="*/ 4020269 w 7472601"/>
              <a:gd name="connsiteY890" fmla="*/ 1200406 h 6858000"/>
              <a:gd name="connsiteX891" fmla="*/ 3674882 w 7472601"/>
              <a:gd name="connsiteY891" fmla="*/ 488524 h 6858000"/>
              <a:gd name="connsiteX892" fmla="*/ 3132682 w 7472601"/>
              <a:gd name="connsiteY892" fmla="*/ 1072284 h 6858000"/>
              <a:gd name="connsiteX893" fmla="*/ 2716346 w 7472601"/>
              <a:gd name="connsiteY893" fmla="*/ 1276376 h 6858000"/>
              <a:gd name="connsiteX894" fmla="*/ 2716772 w 7472601"/>
              <a:gd name="connsiteY894" fmla="*/ 1255462 h 6858000"/>
              <a:gd name="connsiteX895" fmla="*/ 3471096 w 7472601"/>
              <a:gd name="connsiteY895" fmla="*/ 437072 h 6858000"/>
              <a:gd name="connsiteX896" fmla="*/ 3639057 w 7472601"/>
              <a:gd name="connsiteY896" fmla="*/ 286334 h 6858000"/>
              <a:gd name="connsiteX897" fmla="*/ 3640309 w 7472601"/>
              <a:gd name="connsiteY897" fmla="*/ 284664 h 6858000"/>
              <a:gd name="connsiteX898" fmla="*/ 3646022 w 7472601"/>
              <a:gd name="connsiteY898" fmla="*/ 276711 h 6858000"/>
              <a:gd name="connsiteX899" fmla="*/ 3707943 w 7472601"/>
              <a:gd name="connsiteY899" fmla="*/ 65958 h 6858000"/>
              <a:gd name="connsiteX900" fmla="*/ 3721337 w 7472601"/>
              <a:gd name="connsiteY900" fmla="*/ 0 h 6858000"/>
              <a:gd name="connsiteX901" fmla="*/ 2867960 w 7472601"/>
              <a:gd name="connsiteY901" fmla="*/ 0 h 6858000"/>
              <a:gd name="connsiteX902" fmla="*/ 2926351 w 7472601"/>
              <a:gd name="connsiteY902" fmla="*/ 0 h 6858000"/>
              <a:gd name="connsiteX903" fmla="*/ 2902823 w 7472601"/>
              <a:gd name="connsiteY903" fmla="*/ 262929 h 6858000"/>
              <a:gd name="connsiteX904" fmla="*/ 2940663 w 7472601"/>
              <a:gd name="connsiteY904" fmla="*/ 140884 h 6858000"/>
              <a:gd name="connsiteX905" fmla="*/ 2947039 w 7472601"/>
              <a:gd name="connsiteY905" fmla="*/ 122524 h 6858000"/>
              <a:gd name="connsiteX906" fmla="*/ 2984316 w 7472601"/>
              <a:gd name="connsiteY906" fmla="*/ 0 h 6858000"/>
              <a:gd name="connsiteX907" fmla="*/ 3016114 w 7472601"/>
              <a:gd name="connsiteY907" fmla="*/ 0 h 6858000"/>
              <a:gd name="connsiteX908" fmla="*/ 2979949 w 7472601"/>
              <a:gd name="connsiteY908" fmla="*/ 119274 h 6858000"/>
              <a:gd name="connsiteX909" fmla="*/ 3023879 w 7472601"/>
              <a:gd name="connsiteY909" fmla="*/ 0 h 6858000"/>
              <a:gd name="connsiteX910" fmla="*/ 3105400 w 7472601"/>
              <a:gd name="connsiteY910" fmla="*/ 0 h 6858000"/>
              <a:gd name="connsiteX911" fmla="*/ 3094669 w 7472601"/>
              <a:gd name="connsiteY911" fmla="*/ 30308 h 6858000"/>
              <a:gd name="connsiteX912" fmla="*/ 2901945 w 7472601"/>
              <a:gd name="connsiteY912" fmla="*/ 466538 h 6858000"/>
              <a:gd name="connsiteX913" fmla="*/ 2815209 w 7472601"/>
              <a:gd name="connsiteY913" fmla="*/ 497361 h 6858000"/>
              <a:gd name="connsiteX914" fmla="*/ 2844845 w 7472601"/>
              <a:gd name="connsiteY914" fmla="*/ 127638 h 6858000"/>
              <a:gd name="connsiteX915" fmla="*/ 2867960 w 7472601"/>
              <a:gd name="connsiteY915" fmla="*/ 0 h 6858000"/>
              <a:gd name="connsiteX916" fmla="*/ 1057230 w 7472601"/>
              <a:gd name="connsiteY916" fmla="*/ 0 h 6858000"/>
              <a:gd name="connsiteX917" fmla="*/ 1111003 w 7472601"/>
              <a:gd name="connsiteY917" fmla="*/ 0 h 6858000"/>
              <a:gd name="connsiteX918" fmla="*/ 1125553 w 7472601"/>
              <a:gd name="connsiteY918" fmla="*/ 52588 h 6858000"/>
              <a:gd name="connsiteX919" fmla="*/ 1304276 w 7472601"/>
              <a:gd name="connsiteY919" fmla="*/ 476275 h 6858000"/>
              <a:gd name="connsiteX920" fmla="*/ 1492066 w 7472601"/>
              <a:gd name="connsiteY920" fmla="*/ 886333 h 6858000"/>
              <a:gd name="connsiteX921" fmla="*/ 1423698 w 7472601"/>
              <a:gd name="connsiteY921" fmla="*/ 710817 h 6858000"/>
              <a:gd name="connsiteX922" fmla="*/ 1357609 w 7472601"/>
              <a:gd name="connsiteY922" fmla="*/ 532892 h 6858000"/>
              <a:gd name="connsiteX923" fmla="*/ 1309550 w 7472601"/>
              <a:gd name="connsiteY923" fmla="*/ 374031 h 6858000"/>
              <a:gd name="connsiteX924" fmla="*/ 1193673 w 7472601"/>
              <a:gd name="connsiteY924" fmla="*/ 49533 h 6858000"/>
              <a:gd name="connsiteX925" fmla="*/ 1164391 w 7472601"/>
              <a:gd name="connsiteY925" fmla="*/ 0 h 6858000"/>
              <a:gd name="connsiteX926" fmla="*/ 1200666 w 7472601"/>
              <a:gd name="connsiteY926" fmla="*/ 0 h 6858000"/>
              <a:gd name="connsiteX927" fmla="*/ 1223408 w 7472601"/>
              <a:gd name="connsiteY927" fmla="*/ 38996 h 6858000"/>
              <a:gd name="connsiteX928" fmla="*/ 1339635 w 7472601"/>
              <a:gd name="connsiteY928" fmla="*/ 365517 h 6858000"/>
              <a:gd name="connsiteX929" fmla="*/ 1387469 w 7472601"/>
              <a:gd name="connsiteY929" fmla="*/ 523079 h 6858000"/>
              <a:gd name="connsiteX930" fmla="*/ 1452685 w 7472601"/>
              <a:gd name="connsiteY930" fmla="*/ 699806 h 6858000"/>
              <a:gd name="connsiteX931" fmla="*/ 1492092 w 7472601"/>
              <a:gd name="connsiteY931" fmla="*/ 800424 h 6858000"/>
              <a:gd name="connsiteX932" fmla="*/ 1455302 w 7472601"/>
              <a:gd name="connsiteY932" fmla="*/ 632913 h 6858000"/>
              <a:gd name="connsiteX933" fmla="*/ 1222336 w 7472601"/>
              <a:gd name="connsiteY933" fmla="*/ 9480 h 6858000"/>
              <a:gd name="connsiteX934" fmla="*/ 1214634 w 7472601"/>
              <a:gd name="connsiteY934" fmla="*/ 0 h 6858000"/>
              <a:gd name="connsiteX935" fmla="*/ 1289827 w 7472601"/>
              <a:gd name="connsiteY935" fmla="*/ 0 h 6858000"/>
              <a:gd name="connsiteX936" fmla="*/ 1321076 w 7472601"/>
              <a:gd name="connsiteY936" fmla="*/ 59722 h 6858000"/>
              <a:gd name="connsiteX937" fmla="*/ 1512579 w 7472601"/>
              <a:gd name="connsiteY937" fmla="*/ 626441 h 6858000"/>
              <a:gd name="connsiteX938" fmla="*/ 1506076 w 7472601"/>
              <a:gd name="connsiteY938" fmla="*/ 1089289 h 6858000"/>
              <a:gd name="connsiteX939" fmla="*/ 1486346 w 7472601"/>
              <a:gd name="connsiteY939" fmla="*/ 1079919 h 6858000"/>
              <a:gd name="connsiteX940" fmla="*/ 1070511 w 7472601"/>
              <a:gd name="connsiteY940" fmla="*/ 48609 h 6858000"/>
              <a:gd name="connsiteX941" fmla="*/ 1057230 w 7472601"/>
              <a:gd name="connsiteY941" fmla="*/ 0 h 6858000"/>
              <a:gd name="connsiteX942" fmla="*/ 43151 w 7472601"/>
              <a:gd name="connsiteY942" fmla="*/ 0 h 6858000"/>
              <a:gd name="connsiteX943" fmla="*/ 95283 w 7472601"/>
              <a:gd name="connsiteY943" fmla="*/ 0 h 6858000"/>
              <a:gd name="connsiteX944" fmla="*/ 300708 w 7472601"/>
              <a:gd name="connsiteY944" fmla="*/ 154571 h 6858000"/>
              <a:gd name="connsiteX945" fmla="*/ 530414 w 7472601"/>
              <a:gd name="connsiteY945" fmla="*/ 354673 h 6858000"/>
              <a:gd name="connsiteX946" fmla="*/ 333785 w 7472601"/>
              <a:gd name="connsiteY946" fmla="*/ 161564 h 6858000"/>
              <a:gd name="connsiteX947" fmla="*/ 147005 w 7472601"/>
              <a:gd name="connsiteY947" fmla="*/ 0 h 6858000"/>
              <a:gd name="connsiteX948" fmla="*/ 272509 w 7472601"/>
              <a:gd name="connsiteY948" fmla="*/ 0 h 6858000"/>
              <a:gd name="connsiteX949" fmla="*/ 326276 w 7472601"/>
              <a:gd name="connsiteY949" fmla="*/ 45847 h 6858000"/>
              <a:gd name="connsiteX950" fmla="*/ 823759 w 7472601"/>
              <a:gd name="connsiteY950" fmla="*/ 574145 h 6858000"/>
              <a:gd name="connsiteX951" fmla="*/ 811254 w 7472601"/>
              <a:gd name="connsiteY951" fmla="*/ 665546 h 6858000"/>
              <a:gd name="connsiteX952" fmla="*/ 154042 w 7472601"/>
              <a:gd name="connsiteY952" fmla="*/ 261522 h 6858000"/>
              <a:gd name="connsiteX953" fmla="*/ 13550 w 7472601"/>
              <a:gd name="connsiteY953" fmla="*/ 158423 h 6858000"/>
              <a:gd name="connsiteX954" fmla="*/ 0 w 7472601"/>
              <a:gd name="connsiteY954" fmla="*/ 146618 h 6858000"/>
              <a:gd name="connsiteX955" fmla="*/ 0 w 7472601"/>
              <a:gd name="connsiteY955" fmla="*/ 59161 h 6858000"/>
              <a:gd name="connsiteX956" fmla="*/ 45427 w 7472601"/>
              <a:gd name="connsiteY956" fmla="*/ 101078 h 6858000"/>
              <a:gd name="connsiteX957" fmla="*/ 630103 w 7472601"/>
              <a:gd name="connsiteY957" fmla="*/ 485885 h 6858000"/>
              <a:gd name="connsiteX958" fmla="*/ 532040 w 7472601"/>
              <a:gd name="connsiteY958" fmla="*/ 399359 h 6858000"/>
              <a:gd name="connsiteX959" fmla="*/ 517618 w 7472601"/>
              <a:gd name="connsiteY959" fmla="*/ 385726 h 6858000"/>
              <a:gd name="connsiteX960" fmla="*/ 285074 w 7472601"/>
              <a:gd name="connsiteY960" fmla="*/ 182755 h 6858000"/>
              <a:gd name="connsiteX961" fmla="*/ 43151 w 7472601"/>
              <a:gd name="connsiteY961"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63634 h 6858000"/>
              <a:gd name="connsiteX78" fmla="*/ 7448321 w 7472601"/>
              <a:gd name="connsiteY78" fmla="*/ 6190991 h 6858000"/>
              <a:gd name="connsiteX79" fmla="*/ 7467600 w 7472601"/>
              <a:gd name="connsiteY79" fmla="*/ 6221686 h 6858000"/>
              <a:gd name="connsiteX80" fmla="*/ 7467600 w 7472601"/>
              <a:gd name="connsiteY80" fmla="*/ 6334256 h 6858000"/>
              <a:gd name="connsiteX81" fmla="*/ 7454976 w 7472601"/>
              <a:gd name="connsiteY81" fmla="*/ 6318297 h 6858000"/>
              <a:gd name="connsiteX82" fmla="*/ 1456157 w 7472601"/>
              <a:gd name="connsiteY82" fmla="*/ 5371404 h 6858000"/>
              <a:gd name="connsiteX83" fmla="*/ 1244432 w 7472601"/>
              <a:gd name="connsiteY83" fmla="*/ 5385601 h 6858000"/>
              <a:gd name="connsiteX84" fmla="*/ 973990 w 7472601"/>
              <a:gd name="connsiteY84" fmla="*/ 5424940 h 6858000"/>
              <a:gd name="connsiteX85" fmla="*/ 1103809 w 7472601"/>
              <a:gd name="connsiteY85" fmla="*/ 5433720 h 6858000"/>
              <a:gd name="connsiteX86" fmla="*/ 1123454 w 7472601"/>
              <a:gd name="connsiteY86" fmla="*/ 5435727 h 6858000"/>
              <a:gd name="connsiteX87" fmla="*/ 1737017 w 7472601"/>
              <a:gd name="connsiteY87" fmla="*/ 5452183 h 6858000"/>
              <a:gd name="connsiteX88" fmla="*/ 1824397 w 7472601"/>
              <a:gd name="connsiteY88" fmla="*/ 5447757 h 6858000"/>
              <a:gd name="connsiteX89" fmla="*/ 2070059 w 7472601"/>
              <a:gd name="connsiteY89" fmla="*/ 5441660 h 6858000"/>
              <a:gd name="connsiteX90" fmla="*/ 1456157 w 7472601"/>
              <a:gd name="connsiteY90" fmla="*/ 5371404 h 6858000"/>
              <a:gd name="connsiteX91" fmla="*/ 4988186 w 7472601"/>
              <a:gd name="connsiteY91" fmla="*/ 5216467 h 6858000"/>
              <a:gd name="connsiteX92" fmla="*/ 4777334 w 7472601"/>
              <a:gd name="connsiteY92" fmla="*/ 5406072 h 6858000"/>
              <a:gd name="connsiteX93" fmla="*/ 4718341 w 7472601"/>
              <a:gd name="connsiteY93" fmla="*/ 5468043 h 6858000"/>
              <a:gd name="connsiteX94" fmla="*/ 4604655 w 7472601"/>
              <a:gd name="connsiteY94" fmla="*/ 5583434 h 6858000"/>
              <a:gd name="connsiteX95" fmla="*/ 4565074 w 7472601"/>
              <a:gd name="connsiteY95" fmla="*/ 5618550 h 6858000"/>
              <a:gd name="connsiteX96" fmla="*/ 4988186 w 7472601"/>
              <a:gd name="connsiteY96" fmla="*/ 5216467 h 6858000"/>
              <a:gd name="connsiteX97" fmla="*/ 4978032 w 7472601"/>
              <a:gd name="connsiteY97" fmla="*/ 5183809 h 6858000"/>
              <a:gd name="connsiteX98" fmla="*/ 4463413 w 7472601"/>
              <a:gd name="connsiteY98" fmla="*/ 5615162 h 6858000"/>
              <a:gd name="connsiteX99" fmla="*/ 4358134 w 7472601"/>
              <a:gd name="connsiteY99" fmla="*/ 5742791 h 6858000"/>
              <a:gd name="connsiteX100" fmla="*/ 4376219 w 7472601"/>
              <a:gd name="connsiteY100" fmla="*/ 5729027 h 6858000"/>
              <a:gd name="connsiteX101" fmla="*/ 4582340 w 7472601"/>
              <a:gd name="connsiteY101" fmla="*/ 5561037 h 6858000"/>
              <a:gd name="connsiteX102" fmla="*/ 4694684 w 7472601"/>
              <a:gd name="connsiteY102" fmla="*/ 5447098 h 6858000"/>
              <a:gd name="connsiteX103" fmla="*/ 4754123 w 7472601"/>
              <a:gd name="connsiteY103" fmla="*/ 5384643 h 6858000"/>
              <a:gd name="connsiteX104" fmla="*/ 4978032 w 7472601"/>
              <a:gd name="connsiteY104" fmla="*/ 5183809 h 6858000"/>
              <a:gd name="connsiteX105" fmla="*/ 1903353 w 7472601"/>
              <a:gd name="connsiteY105" fmla="*/ 5044827 h 6858000"/>
              <a:gd name="connsiteX106" fmla="*/ 1936931 w 7472601"/>
              <a:gd name="connsiteY106" fmla="*/ 5093954 h 6858000"/>
              <a:gd name="connsiteX107" fmla="*/ 2195868 w 7472601"/>
              <a:gd name="connsiteY107" fmla="*/ 5396574 h 6858000"/>
              <a:gd name="connsiteX108" fmla="*/ 2088852 w 7472601"/>
              <a:gd name="connsiteY108" fmla="*/ 5166123 h 6858000"/>
              <a:gd name="connsiteX109" fmla="*/ 1958241 w 7472601"/>
              <a:gd name="connsiteY109" fmla="*/ 5067955 h 6858000"/>
              <a:gd name="connsiteX110" fmla="*/ 1903353 w 7472601"/>
              <a:gd name="connsiteY110" fmla="*/ 5044827 h 6858000"/>
              <a:gd name="connsiteX111" fmla="*/ 1979378 w 7472601"/>
              <a:gd name="connsiteY111" fmla="*/ 4769504 h 6858000"/>
              <a:gd name="connsiteX112" fmla="*/ 2882120 w 7472601"/>
              <a:gd name="connsiteY112" fmla="*/ 5064547 h 6858000"/>
              <a:gd name="connsiteX113" fmla="*/ 2793103 w 7472601"/>
              <a:gd name="connsiteY113" fmla="*/ 5039699 h 6858000"/>
              <a:gd name="connsiteX114" fmla="*/ 2770041 w 7472601"/>
              <a:gd name="connsiteY114" fmla="*/ 5033634 h 6858000"/>
              <a:gd name="connsiteX115" fmla="*/ 1979378 w 7472601"/>
              <a:gd name="connsiteY115" fmla="*/ 4769504 h 6858000"/>
              <a:gd name="connsiteX116" fmla="*/ 1927410 w 7472601"/>
              <a:gd name="connsiteY116" fmla="*/ 4716164 h 6858000"/>
              <a:gd name="connsiteX117" fmla="*/ 1959587 w 7472601"/>
              <a:gd name="connsiteY117" fmla="*/ 4728849 h 6858000"/>
              <a:gd name="connsiteX118" fmla="*/ 2777707 w 7472601"/>
              <a:gd name="connsiteY118" fmla="*/ 5003991 h 6858000"/>
              <a:gd name="connsiteX119" fmla="*/ 2800768 w 7472601"/>
              <a:gd name="connsiteY119" fmla="*/ 5010056 h 6858000"/>
              <a:gd name="connsiteX120" fmla="*/ 2879408 w 7472601"/>
              <a:gd name="connsiteY120" fmla="*/ 5031590 h 6858000"/>
              <a:gd name="connsiteX121" fmla="*/ 2862295 w 7472601"/>
              <a:gd name="connsiteY121" fmla="*/ 5022958 h 6858000"/>
              <a:gd name="connsiteX122" fmla="*/ 2813343 w 7472601"/>
              <a:gd name="connsiteY122" fmla="*/ 4998369 h 6858000"/>
              <a:gd name="connsiteX123" fmla="*/ 2646245 w 7472601"/>
              <a:gd name="connsiteY123" fmla="*/ 4930999 h 6858000"/>
              <a:gd name="connsiteX124" fmla="*/ 1999243 w 7472601"/>
              <a:gd name="connsiteY124" fmla="*/ 4730524 h 6858000"/>
              <a:gd name="connsiteX125" fmla="*/ 1979527 w 7472601"/>
              <a:gd name="connsiteY125" fmla="*/ 4726651 h 6858000"/>
              <a:gd name="connsiteX126" fmla="*/ 1927410 w 7472601"/>
              <a:gd name="connsiteY126" fmla="*/ 4716164 h 6858000"/>
              <a:gd name="connsiteX127" fmla="*/ 1997014 w 7472601"/>
              <a:gd name="connsiteY127" fmla="*/ 4698007 h 6858000"/>
              <a:gd name="connsiteX128" fmla="*/ 2005458 w 7472601"/>
              <a:gd name="connsiteY128" fmla="*/ 4699540 h 6858000"/>
              <a:gd name="connsiteX129" fmla="*/ 2657186 w 7472601"/>
              <a:gd name="connsiteY129" fmla="*/ 4901687 h 6858000"/>
              <a:gd name="connsiteX130" fmla="*/ 2826662 w 7472601"/>
              <a:gd name="connsiteY130" fmla="*/ 4970362 h 6858000"/>
              <a:gd name="connsiteX131" fmla="*/ 2876100 w 7472601"/>
              <a:gd name="connsiteY131" fmla="*/ 4995397 h 6858000"/>
              <a:gd name="connsiteX132" fmla="*/ 3042600 w 7472601"/>
              <a:gd name="connsiteY132" fmla="*/ 5059532 h 6858000"/>
              <a:gd name="connsiteX133" fmla="*/ 1997014 w 7472601"/>
              <a:gd name="connsiteY133" fmla="*/ 4698007 h 6858000"/>
              <a:gd name="connsiteX134" fmla="*/ 2305292 w 7472601"/>
              <a:gd name="connsiteY134" fmla="*/ 4219492 h 6858000"/>
              <a:gd name="connsiteX135" fmla="*/ 3360922 w 7472601"/>
              <a:gd name="connsiteY135" fmla="*/ 4529373 h 6858000"/>
              <a:gd name="connsiteX136" fmla="*/ 3492420 w 7472601"/>
              <a:gd name="connsiteY136" fmla="*/ 4510145 h 6858000"/>
              <a:gd name="connsiteX137" fmla="*/ 3364086 w 7472601"/>
              <a:gd name="connsiteY137" fmla="*/ 4480340 h 6858000"/>
              <a:gd name="connsiteX138" fmla="*/ 3225818 w 7472601"/>
              <a:gd name="connsiteY138" fmla="*/ 4411822 h 6858000"/>
              <a:gd name="connsiteX139" fmla="*/ 3129696 w 7472601"/>
              <a:gd name="connsiteY139" fmla="*/ 4360704 h 6858000"/>
              <a:gd name="connsiteX140" fmla="*/ 2814545 w 7472601"/>
              <a:gd name="connsiteY140" fmla="*/ 4282955 h 6858000"/>
              <a:gd name="connsiteX141" fmla="*/ 2305292 w 7472601"/>
              <a:gd name="connsiteY141" fmla="*/ 4219492 h 6858000"/>
              <a:gd name="connsiteX142" fmla="*/ 2626982 w 7472601"/>
              <a:gd name="connsiteY142" fmla="*/ 4206450 h 6858000"/>
              <a:gd name="connsiteX143" fmla="*/ 2490617 w 7472601"/>
              <a:gd name="connsiteY143" fmla="*/ 4206951 h 6858000"/>
              <a:gd name="connsiteX144" fmla="*/ 2819869 w 7472601"/>
              <a:gd name="connsiteY144" fmla="*/ 4252936 h 6858000"/>
              <a:gd name="connsiteX145" fmla="*/ 3143018 w 7472601"/>
              <a:gd name="connsiteY145" fmla="*/ 4332698 h 6858000"/>
              <a:gd name="connsiteX146" fmla="*/ 3241520 w 7472601"/>
              <a:gd name="connsiteY146" fmla="*/ 4385112 h 6858000"/>
              <a:gd name="connsiteX147" fmla="*/ 3374575 w 7472601"/>
              <a:gd name="connsiteY147" fmla="*/ 4451517 h 6858000"/>
              <a:gd name="connsiteX148" fmla="*/ 3505221 w 7472601"/>
              <a:gd name="connsiteY148" fmla="*/ 4480757 h 6858000"/>
              <a:gd name="connsiteX149" fmla="*/ 2626982 w 7472601"/>
              <a:gd name="connsiteY149" fmla="*/ 4206450 h 6858000"/>
              <a:gd name="connsiteX150" fmla="*/ 1310106 w 7472601"/>
              <a:gd name="connsiteY150" fmla="*/ 3943217 h 6858000"/>
              <a:gd name="connsiteX151" fmla="*/ 854994 w 7472601"/>
              <a:gd name="connsiteY151" fmla="*/ 4399136 h 6858000"/>
              <a:gd name="connsiteX152" fmla="*/ 742462 w 7472601"/>
              <a:gd name="connsiteY152" fmla="*/ 4594648 h 6858000"/>
              <a:gd name="connsiteX153" fmla="*/ 820602 w 7472601"/>
              <a:gd name="connsiteY153" fmla="*/ 4485915 h 6858000"/>
              <a:gd name="connsiteX154" fmla="*/ 878295 w 7472601"/>
              <a:gd name="connsiteY154" fmla="*/ 4403594 h 6858000"/>
              <a:gd name="connsiteX155" fmla="*/ 1240607 w 7472601"/>
              <a:gd name="connsiteY155" fmla="*/ 4010401 h 6858000"/>
              <a:gd name="connsiteX156" fmla="*/ 1310106 w 7472601"/>
              <a:gd name="connsiteY156" fmla="*/ 3943217 h 6858000"/>
              <a:gd name="connsiteX157" fmla="*/ 1423113 w 7472601"/>
              <a:gd name="connsiteY157" fmla="*/ 3874565 h 6858000"/>
              <a:gd name="connsiteX158" fmla="*/ 1260565 w 7472601"/>
              <a:gd name="connsiteY158" fmla="*/ 4031982 h 6858000"/>
              <a:gd name="connsiteX159" fmla="*/ 901900 w 7472601"/>
              <a:gd name="connsiteY159" fmla="*/ 4421236 h 6858000"/>
              <a:gd name="connsiteX160" fmla="*/ 845044 w 7472601"/>
              <a:gd name="connsiteY160" fmla="*/ 4502436 h 6858000"/>
              <a:gd name="connsiteX161" fmla="*/ 685926 w 7472601"/>
              <a:gd name="connsiteY161" fmla="*/ 4703069 h 6858000"/>
              <a:gd name="connsiteX162" fmla="*/ 684248 w 7472601"/>
              <a:gd name="connsiteY162" fmla="*/ 4706721 h 6858000"/>
              <a:gd name="connsiteX163" fmla="*/ 1423113 w 7472601"/>
              <a:gd name="connsiteY163" fmla="*/ 3874565 h 6858000"/>
              <a:gd name="connsiteX164" fmla="*/ 3316479 w 7472601"/>
              <a:gd name="connsiteY164" fmla="*/ 3872136 h 6858000"/>
              <a:gd name="connsiteX165" fmla="*/ 3546806 w 7472601"/>
              <a:gd name="connsiteY165" fmla="*/ 4356139 h 6858000"/>
              <a:gd name="connsiteX166" fmla="*/ 3364433 w 7472601"/>
              <a:gd name="connsiteY166" fmla="*/ 3953121 h 6858000"/>
              <a:gd name="connsiteX167" fmla="*/ 3316479 w 7472601"/>
              <a:gd name="connsiteY167" fmla="*/ 3872136 h 6858000"/>
              <a:gd name="connsiteX168" fmla="*/ 3291335 w 7472601"/>
              <a:gd name="connsiteY168" fmla="*/ 3767420 h 6858000"/>
              <a:gd name="connsiteX169" fmla="*/ 3390805 w 7472601"/>
              <a:gd name="connsiteY169" fmla="*/ 3937163 h 6858000"/>
              <a:gd name="connsiteX170" fmla="*/ 3579062 w 7472601"/>
              <a:gd name="connsiteY170" fmla="*/ 4359040 h 6858000"/>
              <a:gd name="connsiteX171" fmla="*/ 3467355 w 7472601"/>
              <a:gd name="connsiteY171" fmla="*/ 3988130 h 6858000"/>
              <a:gd name="connsiteX172" fmla="*/ 3310753 w 7472601"/>
              <a:gd name="connsiteY172" fmla="*/ 3787140 h 6858000"/>
              <a:gd name="connsiteX173" fmla="*/ 3291335 w 7472601"/>
              <a:gd name="connsiteY173" fmla="*/ 3767420 h 6858000"/>
              <a:gd name="connsiteX174" fmla="*/ 1635889 w 7472601"/>
              <a:gd name="connsiteY174" fmla="*/ 3709494 h 6858000"/>
              <a:gd name="connsiteX175" fmla="*/ 1634800 w 7472601"/>
              <a:gd name="connsiteY175" fmla="*/ 3731111 h 6858000"/>
              <a:gd name="connsiteX176" fmla="*/ 1635889 w 7472601"/>
              <a:gd name="connsiteY176" fmla="*/ 3709494 h 6858000"/>
              <a:gd name="connsiteX177" fmla="*/ 1510397 w 7472601"/>
              <a:gd name="connsiteY177" fmla="*/ 3684705 h 6858000"/>
              <a:gd name="connsiteX178" fmla="*/ 1146550 w 7472601"/>
              <a:gd name="connsiteY178" fmla="*/ 3802012 h 6858000"/>
              <a:gd name="connsiteX179" fmla="*/ 698834 w 7472601"/>
              <a:gd name="connsiteY179" fmla="*/ 3952272 h 6858000"/>
              <a:gd name="connsiteX180" fmla="*/ 34256 w 7472601"/>
              <a:gd name="connsiteY180" fmla="*/ 4347603 h 6858000"/>
              <a:gd name="connsiteX181" fmla="*/ 527241 w 7472601"/>
              <a:gd name="connsiteY181" fmla="*/ 4065078 h 6858000"/>
              <a:gd name="connsiteX182" fmla="*/ 1510397 w 7472601"/>
              <a:gd name="connsiteY182" fmla="*/ 3684705 h 6858000"/>
              <a:gd name="connsiteX183" fmla="*/ 1313114 w 7472601"/>
              <a:gd name="connsiteY183" fmla="*/ 3655216 h 6858000"/>
              <a:gd name="connsiteX184" fmla="*/ 1109304 w 7472601"/>
              <a:gd name="connsiteY184" fmla="*/ 3669030 h 6858000"/>
              <a:gd name="connsiteX185" fmla="*/ 8129 w 7472601"/>
              <a:gd name="connsiteY185" fmla="*/ 4330519 h 6858000"/>
              <a:gd name="connsiteX186" fmla="*/ 687572 w 7472601"/>
              <a:gd name="connsiteY186" fmla="*/ 3925629 h 6858000"/>
              <a:gd name="connsiteX187" fmla="*/ 1138365 w 7472601"/>
              <a:gd name="connsiteY187" fmla="*/ 3774515 h 6858000"/>
              <a:gd name="connsiteX188" fmla="*/ 1505579 w 7472601"/>
              <a:gd name="connsiteY188" fmla="*/ 3655526 h 6858000"/>
              <a:gd name="connsiteX189" fmla="*/ 1313114 w 7472601"/>
              <a:gd name="connsiteY189" fmla="*/ 3655216 h 6858000"/>
              <a:gd name="connsiteX190" fmla="*/ 3655073 w 7472601"/>
              <a:gd name="connsiteY190" fmla="*/ 3650884 h 6858000"/>
              <a:gd name="connsiteX191" fmla="*/ 3989938 w 7472601"/>
              <a:gd name="connsiteY191" fmla="*/ 3991685 h 6858000"/>
              <a:gd name="connsiteX192" fmla="*/ 4393907 w 7472601"/>
              <a:gd name="connsiteY192" fmla="*/ 4261258 h 6858000"/>
              <a:gd name="connsiteX193" fmla="*/ 4648051 w 7472601"/>
              <a:gd name="connsiteY193" fmla="*/ 4374051 h 6858000"/>
              <a:gd name="connsiteX194" fmla="*/ 4383389 w 7472601"/>
              <a:gd name="connsiteY194" fmla="*/ 4184369 h 6858000"/>
              <a:gd name="connsiteX195" fmla="*/ 4165508 w 7472601"/>
              <a:gd name="connsiteY195" fmla="*/ 4035196 h 6858000"/>
              <a:gd name="connsiteX196" fmla="*/ 4068162 w 7472601"/>
              <a:gd name="connsiteY196" fmla="*/ 3953394 h 6858000"/>
              <a:gd name="connsiteX197" fmla="*/ 3981416 w 7472601"/>
              <a:gd name="connsiteY197" fmla="*/ 3880482 h 6858000"/>
              <a:gd name="connsiteX198" fmla="*/ 3800147 w 7472601"/>
              <a:gd name="connsiteY198" fmla="*/ 3749872 h 6858000"/>
              <a:gd name="connsiteX199" fmla="*/ 3655073 w 7472601"/>
              <a:gd name="connsiteY199" fmla="*/ 3650884 h 6858000"/>
              <a:gd name="connsiteX200" fmla="*/ 3670252 w 7472601"/>
              <a:gd name="connsiteY200" fmla="*/ 3622798 h 6858000"/>
              <a:gd name="connsiteX201" fmla="*/ 3817258 w 7472601"/>
              <a:gd name="connsiteY201" fmla="*/ 3723577 h 6858000"/>
              <a:gd name="connsiteX202" fmla="*/ 4000461 w 7472601"/>
              <a:gd name="connsiteY202" fmla="*/ 3855966 h 6858000"/>
              <a:gd name="connsiteX203" fmla="*/ 4088180 w 7472601"/>
              <a:gd name="connsiteY203" fmla="*/ 3929774 h 6858000"/>
              <a:gd name="connsiteX204" fmla="*/ 4184555 w 7472601"/>
              <a:gd name="connsiteY204" fmla="*/ 4010683 h 6858000"/>
              <a:gd name="connsiteX205" fmla="*/ 4399563 w 7472601"/>
              <a:gd name="connsiteY205" fmla="*/ 4158106 h 6858000"/>
              <a:gd name="connsiteX206" fmla="*/ 4684469 w 7472601"/>
              <a:gd name="connsiteY206" fmla="*/ 4364680 h 6858000"/>
              <a:gd name="connsiteX207" fmla="*/ 4690271 w 7472601"/>
              <a:gd name="connsiteY207" fmla="*/ 4370034 h 6858000"/>
              <a:gd name="connsiteX208" fmla="*/ 4136093 w 7472601"/>
              <a:gd name="connsiteY208" fmla="*/ 3858466 h 6858000"/>
              <a:gd name="connsiteX209" fmla="*/ 3670252 w 7472601"/>
              <a:gd name="connsiteY209" fmla="*/ 3622798 h 6858000"/>
              <a:gd name="connsiteX210" fmla="*/ 4440129 w 7472601"/>
              <a:gd name="connsiteY210" fmla="*/ 3448571 h 6858000"/>
              <a:gd name="connsiteX211" fmla="*/ 4856525 w 7472601"/>
              <a:gd name="connsiteY211" fmla="*/ 3915351 h 6858000"/>
              <a:gd name="connsiteX212" fmla="*/ 5059055 w 7472601"/>
              <a:gd name="connsiteY212" fmla="*/ 4108918 h 6858000"/>
              <a:gd name="connsiteX213" fmla="*/ 5290070 w 7472601"/>
              <a:gd name="connsiteY213" fmla="*/ 4263619 h 6858000"/>
              <a:gd name="connsiteX214" fmla="*/ 4834991 w 7472601"/>
              <a:gd name="connsiteY214" fmla="*/ 3830985 h 6858000"/>
              <a:gd name="connsiteX215" fmla="*/ 4440129 w 7472601"/>
              <a:gd name="connsiteY215" fmla="*/ 3448571 h 6858000"/>
              <a:gd name="connsiteX216" fmla="*/ 4441737 w 7472601"/>
              <a:gd name="connsiteY216" fmla="*/ 3399734 h 6858000"/>
              <a:gd name="connsiteX217" fmla="*/ 4431236 w 7472601"/>
              <a:gd name="connsiteY217" fmla="*/ 3400954 h 6858000"/>
              <a:gd name="connsiteX218" fmla="*/ 4557150 w 7472601"/>
              <a:gd name="connsiteY218" fmla="*/ 3510023 h 6858000"/>
              <a:gd name="connsiteX219" fmla="*/ 4856936 w 7472601"/>
              <a:gd name="connsiteY219" fmla="*/ 3809146 h 6858000"/>
              <a:gd name="connsiteX220" fmla="*/ 5111996 w 7472601"/>
              <a:gd name="connsiteY220" fmla="*/ 4065759 h 6858000"/>
              <a:gd name="connsiteX221" fmla="*/ 5388878 w 7472601"/>
              <a:gd name="connsiteY221" fmla="*/ 4300185 h 6858000"/>
              <a:gd name="connsiteX222" fmla="*/ 5425556 w 7472601"/>
              <a:gd name="connsiteY222" fmla="*/ 4308967 h 6858000"/>
              <a:gd name="connsiteX223" fmla="*/ 4943646 w 7472601"/>
              <a:gd name="connsiteY223" fmla="*/ 3822916 h 6858000"/>
              <a:gd name="connsiteX224" fmla="*/ 4594837 w 7472601"/>
              <a:gd name="connsiteY224" fmla="*/ 3532274 h 6858000"/>
              <a:gd name="connsiteX225" fmla="*/ 4441737 w 7472601"/>
              <a:gd name="connsiteY225" fmla="*/ 3399734 h 6858000"/>
              <a:gd name="connsiteX226" fmla="*/ 5425834 w 7472601"/>
              <a:gd name="connsiteY226" fmla="*/ 3162785 h 6858000"/>
              <a:gd name="connsiteX227" fmla="*/ 5401644 w 7472601"/>
              <a:gd name="connsiteY227" fmla="*/ 3617847 h 6858000"/>
              <a:gd name="connsiteX228" fmla="*/ 5467256 w 7472601"/>
              <a:gd name="connsiteY228" fmla="*/ 4175494 h 6858000"/>
              <a:gd name="connsiteX229" fmla="*/ 5448069 w 7472601"/>
              <a:gd name="connsiteY229" fmla="*/ 3567554 h 6858000"/>
              <a:gd name="connsiteX230" fmla="*/ 5425834 w 7472601"/>
              <a:gd name="connsiteY230" fmla="*/ 3162785 h 6858000"/>
              <a:gd name="connsiteX231" fmla="*/ 1318687 w 7472601"/>
              <a:gd name="connsiteY231" fmla="*/ 3113840 h 6858000"/>
              <a:gd name="connsiteX232" fmla="*/ 1066793 w 7472601"/>
              <a:gd name="connsiteY232" fmla="*/ 3212171 h 6858000"/>
              <a:gd name="connsiteX233" fmla="*/ 993319 w 7472601"/>
              <a:gd name="connsiteY233" fmla="*/ 3247648 h 6858000"/>
              <a:gd name="connsiteX234" fmla="*/ 853081 w 7472601"/>
              <a:gd name="connsiteY234" fmla="*/ 3312410 h 6858000"/>
              <a:gd name="connsiteX235" fmla="*/ 805957 w 7472601"/>
              <a:gd name="connsiteY235" fmla="*/ 3330443 h 6858000"/>
              <a:gd name="connsiteX236" fmla="*/ 1318687 w 7472601"/>
              <a:gd name="connsiteY236" fmla="*/ 3113840 h 6858000"/>
              <a:gd name="connsiteX237" fmla="*/ 5453702 w 7472601"/>
              <a:gd name="connsiteY237" fmla="*/ 3090882 h 6858000"/>
              <a:gd name="connsiteX238" fmla="*/ 5480135 w 7472601"/>
              <a:gd name="connsiteY238" fmla="*/ 3565802 h 6858000"/>
              <a:gd name="connsiteX239" fmla="*/ 5499023 w 7472601"/>
              <a:gd name="connsiteY239" fmla="*/ 4166310 h 6858000"/>
              <a:gd name="connsiteX240" fmla="*/ 5547022 w 7472601"/>
              <a:gd name="connsiteY240" fmla="*/ 3607838 h 6858000"/>
              <a:gd name="connsiteX241" fmla="*/ 5515964 w 7472601"/>
              <a:gd name="connsiteY241" fmla="*/ 3378541 h 6858000"/>
              <a:gd name="connsiteX242" fmla="*/ 5453702 w 7472601"/>
              <a:gd name="connsiteY242" fmla="*/ 3090882 h 6858000"/>
              <a:gd name="connsiteX243" fmla="*/ 1238695 w 7472601"/>
              <a:gd name="connsiteY243" fmla="*/ 3076820 h 6858000"/>
              <a:gd name="connsiteX244" fmla="*/ 716371 w 7472601"/>
              <a:gd name="connsiteY244" fmla="*/ 3293249 h 6858000"/>
              <a:gd name="connsiteX245" fmla="*/ 579522 w 7472601"/>
              <a:gd name="connsiteY245" fmla="*/ 3371759 h 6858000"/>
              <a:gd name="connsiteX246" fmla="*/ 600288 w 7472601"/>
              <a:gd name="connsiteY246" fmla="*/ 3365555 h 6858000"/>
              <a:gd name="connsiteX247" fmla="*/ 840692 w 7472601"/>
              <a:gd name="connsiteY247" fmla="*/ 3284921 h 6858000"/>
              <a:gd name="connsiteX248" fmla="*/ 979248 w 7472601"/>
              <a:gd name="connsiteY248" fmla="*/ 3221003 h 6858000"/>
              <a:gd name="connsiteX249" fmla="*/ 1053282 w 7472601"/>
              <a:gd name="connsiteY249" fmla="*/ 3185247 h 6858000"/>
              <a:gd name="connsiteX250" fmla="*/ 1320603 w 7472601"/>
              <a:gd name="connsiteY250" fmla="*/ 3081281 h 6858000"/>
              <a:gd name="connsiteX251" fmla="*/ 1238695 w 7472601"/>
              <a:gd name="connsiteY251" fmla="*/ 3076820 h 6858000"/>
              <a:gd name="connsiteX252" fmla="*/ 5425627 w 7472601"/>
              <a:gd name="connsiteY252" fmla="*/ 2954192 h 6858000"/>
              <a:gd name="connsiteX253" fmla="*/ 5470770 w 7472601"/>
              <a:gd name="connsiteY253" fmla="*/ 3005435 h 6858000"/>
              <a:gd name="connsiteX254" fmla="*/ 5519779 w 7472601"/>
              <a:gd name="connsiteY254" fmla="*/ 4359223 h 6858000"/>
              <a:gd name="connsiteX255" fmla="*/ 5520293 w 7472601"/>
              <a:gd name="connsiteY255" fmla="*/ 4360602 h 6858000"/>
              <a:gd name="connsiteX256" fmla="*/ 5767221 w 7472601"/>
              <a:gd name="connsiteY256" fmla="*/ 4665564 h 6858000"/>
              <a:gd name="connsiteX257" fmla="*/ 6937169 w 7472601"/>
              <a:gd name="connsiteY257" fmla="*/ 4815941 h 6858000"/>
              <a:gd name="connsiteX258" fmla="*/ 6953922 w 7472601"/>
              <a:gd name="connsiteY258" fmla="*/ 4890068 h 6858000"/>
              <a:gd name="connsiteX259" fmla="*/ 6071359 w 7472601"/>
              <a:gd name="connsiteY259" fmla="*/ 4770770 h 6858000"/>
              <a:gd name="connsiteX260" fmla="*/ 6038839 w 7472601"/>
              <a:gd name="connsiteY260" fmla="*/ 4764474 h 6858000"/>
              <a:gd name="connsiteX261" fmla="*/ 6038706 w 7472601"/>
              <a:gd name="connsiteY261" fmla="*/ 4763847 h 6858000"/>
              <a:gd name="connsiteX262" fmla="*/ 6037784 w 7472601"/>
              <a:gd name="connsiteY262" fmla="*/ 4764270 h 6858000"/>
              <a:gd name="connsiteX263" fmla="*/ 6038839 w 7472601"/>
              <a:gd name="connsiteY263" fmla="*/ 4764474 h 6858000"/>
              <a:gd name="connsiteX264" fmla="*/ 6040338 w 7472601"/>
              <a:gd name="connsiteY264" fmla="*/ 4771418 h 6858000"/>
              <a:gd name="connsiteX265" fmla="*/ 6024488 w 7472601"/>
              <a:gd name="connsiteY265" fmla="*/ 4809903 h 6858000"/>
              <a:gd name="connsiteX266" fmla="*/ 5599771 w 7472601"/>
              <a:gd name="connsiteY266" fmla="*/ 5509652 h 6858000"/>
              <a:gd name="connsiteX267" fmla="*/ 5548843 w 7472601"/>
              <a:gd name="connsiteY267" fmla="*/ 5563845 h 6858000"/>
              <a:gd name="connsiteX268" fmla="*/ 5940952 w 7472601"/>
              <a:gd name="connsiteY268" fmla="*/ 6250028 h 6858000"/>
              <a:gd name="connsiteX269" fmla="*/ 6043441 w 7472601"/>
              <a:gd name="connsiteY269" fmla="*/ 6665847 h 6858000"/>
              <a:gd name="connsiteX270" fmla="*/ 6093432 w 7472601"/>
              <a:gd name="connsiteY270" fmla="*/ 6858000 h 6858000"/>
              <a:gd name="connsiteX271" fmla="*/ 6034344 w 7472601"/>
              <a:gd name="connsiteY271" fmla="*/ 6858000 h 6858000"/>
              <a:gd name="connsiteX272" fmla="*/ 6026679 w 7472601"/>
              <a:gd name="connsiteY272" fmla="*/ 6836959 h 6858000"/>
              <a:gd name="connsiteX273" fmla="*/ 5800441 w 7472601"/>
              <a:gd name="connsiteY273" fmla="*/ 6335286 h 6858000"/>
              <a:gd name="connsiteX274" fmla="*/ 5526562 w 7472601"/>
              <a:gd name="connsiteY274" fmla="*/ 5705388 h 6858000"/>
              <a:gd name="connsiteX275" fmla="*/ 5519640 w 7472601"/>
              <a:gd name="connsiteY275" fmla="*/ 5683774 h 6858000"/>
              <a:gd name="connsiteX276" fmla="*/ 5844559 w 7472601"/>
              <a:gd name="connsiteY276" fmla="*/ 6553349 h 6858000"/>
              <a:gd name="connsiteX277" fmla="*/ 5975994 w 7472601"/>
              <a:gd name="connsiteY277" fmla="*/ 6858000 h 6858000"/>
              <a:gd name="connsiteX278" fmla="*/ 5898547 w 7472601"/>
              <a:gd name="connsiteY278" fmla="*/ 6858000 h 6858000"/>
              <a:gd name="connsiteX279" fmla="*/ 5682041 w 7472601"/>
              <a:gd name="connsiteY279" fmla="*/ 6355860 h 6858000"/>
              <a:gd name="connsiteX280" fmla="*/ 5461758 w 7472601"/>
              <a:gd name="connsiteY280" fmla="*/ 5820220 h 6858000"/>
              <a:gd name="connsiteX281" fmla="*/ 5237282 w 7472601"/>
              <a:gd name="connsiteY281" fmla="*/ 6579086 h 6858000"/>
              <a:gd name="connsiteX282" fmla="*/ 5115009 w 7472601"/>
              <a:gd name="connsiteY282" fmla="*/ 6858000 h 6858000"/>
              <a:gd name="connsiteX283" fmla="*/ 5028074 w 7472601"/>
              <a:gd name="connsiteY283" fmla="*/ 6858000 h 6858000"/>
              <a:gd name="connsiteX284" fmla="*/ 5079508 w 7472601"/>
              <a:gd name="connsiteY284" fmla="*/ 6749074 h 6858000"/>
              <a:gd name="connsiteX285" fmla="*/ 5371846 w 7472601"/>
              <a:gd name="connsiteY285" fmla="*/ 5924413 h 6858000"/>
              <a:gd name="connsiteX286" fmla="*/ 5270512 w 7472601"/>
              <a:gd name="connsiteY286" fmla="*/ 6138975 h 6858000"/>
              <a:gd name="connsiteX287" fmla="*/ 5062409 w 7472601"/>
              <a:gd name="connsiteY287" fmla="*/ 6653544 h 6858000"/>
              <a:gd name="connsiteX288" fmla="*/ 5036628 w 7472601"/>
              <a:gd name="connsiteY288" fmla="*/ 6754247 h 6858000"/>
              <a:gd name="connsiteX289" fmla="*/ 5009112 w 7472601"/>
              <a:gd name="connsiteY289" fmla="*/ 6858000 h 6858000"/>
              <a:gd name="connsiteX290" fmla="*/ 4976679 w 7472601"/>
              <a:gd name="connsiteY290" fmla="*/ 6858000 h 6858000"/>
              <a:gd name="connsiteX291" fmla="*/ 5006537 w 7472601"/>
              <a:gd name="connsiteY291" fmla="*/ 6747068 h 6858000"/>
              <a:gd name="connsiteX292" fmla="*/ 5032723 w 7472601"/>
              <a:gd name="connsiteY292" fmla="*/ 6644957 h 6858000"/>
              <a:gd name="connsiteX293" fmla="*/ 5242949 w 7472601"/>
              <a:gd name="connsiteY293" fmla="*/ 6125175 h 6858000"/>
              <a:gd name="connsiteX294" fmla="*/ 5286321 w 7472601"/>
              <a:gd name="connsiteY294" fmla="*/ 6033555 h 6858000"/>
              <a:gd name="connsiteX295" fmla="*/ 5008210 w 7472601"/>
              <a:gd name="connsiteY295" fmla="*/ 6649194 h 6858000"/>
              <a:gd name="connsiteX296" fmla="*/ 4986321 w 7472601"/>
              <a:gd name="connsiteY296" fmla="*/ 6765687 h 6858000"/>
              <a:gd name="connsiteX297" fmla="*/ 4973474 w 7472601"/>
              <a:gd name="connsiteY297" fmla="*/ 6858000 h 6858000"/>
              <a:gd name="connsiteX298" fmla="*/ 4907178 w 7472601"/>
              <a:gd name="connsiteY298" fmla="*/ 6858000 h 6858000"/>
              <a:gd name="connsiteX299" fmla="*/ 4910810 w 7472601"/>
              <a:gd name="connsiteY299" fmla="*/ 6829660 h 6858000"/>
              <a:gd name="connsiteX300" fmla="*/ 4987461 w 7472601"/>
              <a:gd name="connsiteY300" fmla="*/ 6432994 h 6858000"/>
              <a:gd name="connsiteX301" fmla="*/ 5179262 w 7472601"/>
              <a:gd name="connsiteY301" fmla="*/ 6035044 h 6858000"/>
              <a:gd name="connsiteX302" fmla="*/ 4689678 w 7472601"/>
              <a:gd name="connsiteY302" fmla="*/ 6440241 h 6858000"/>
              <a:gd name="connsiteX303" fmla="*/ 4477543 w 7472601"/>
              <a:gd name="connsiteY303" fmla="*/ 6674836 h 6858000"/>
              <a:gd name="connsiteX304" fmla="*/ 4329957 w 7472601"/>
              <a:gd name="connsiteY304" fmla="*/ 6858000 h 6858000"/>
              <a:gd name="connsiteX305" fmla="*/ 4218595 w 7472601"/>
              <a:gd name="connsiteY305" fmla="*/ 6858000 h 6858000"/>
              <a:gd name="connsiteX306" fmla="*/ 4368888 w 7472601"/>
              <a:gd name="connsiteY306" fmla="*/ 6668412 h 6858000"/>
              <a:gd name="connsiteX307" fmla="*/ 4563091 w 7472601"/>
              <a:gd name="connsiteY307" fmla="*/ 6442508 h 6858000"/>
              <a:gd name="connsiteX308" fmla="*/ 5387324 w 7472601"/>
              <a:gd name="connsiteY308" fmla="*/ 5705830 h 6858000"/>
              <a:gd name="connsiteX309" fmla="*/ 5073620 w 7472601"/>
              <a:gd name="connsiteY309" fmla="*/ 5955437 h 6858000"/>
              <a:gd name="connsiteX310" fmla="*/ 4689789 w 7472601"/>
              <a:gd name="connsiteY310" fmla="*/ 6268382 h 6858000"/>
              <a:gd name="connsiteX311" fmla="*/ 4418722 w 7472601"/>
              <a:gd name="connsiteY311" fmla="*/ 6570886 h 6858000"/>
              <a:gd name="connsiteX312" fmla="*/ 4214944 w 7472601"/>
              <a:gd name="connsiteY312" fmla="*/ 6858000 h 6858000"/>
              <a:gd name="connsiteX313" fmla="*/ 4177898 w 7472601"/>
              <a:gd name="connsiteY313" fmla="*/ 6858000 h 6858000"/>
              <a:gd name="connsiteX314" fmla="*/ 4391597 w 7472601"/>
              <a:gd name="connsiteY314" fmla="*/ 6556370 h 6858000"/>
              <a:gd name="connsiteX315" fmla="*/ 4668889 w 7472601"/>
              <a:gd name="connsiteY315" fmla="*/ 6246399 h 6858000"/>
              <a:gd name="connsiteX316" fmla="*/ 5055427 w 7472601"/>
              <a:gd name="connsiteY316" fmla="*/ 5931476 h 6858000"/>
              <a:gd name="connsiteX317" fmla="*/ 5371814 w 7472601"/>
              <a:gd name="connsiteY317" fmla="*/ 5678975 h 6858000"/>
              <a:gd name="connsiteX318" fmla="*/ 4987918 w 7472601"/>
              <a:gd name="connsiteY318" fmla="*/ 5838701 h 6858000"/>
              <a:gd name="connsiteX319" fmla="*/ 4317146 w 7472601"/>
              <a:gd name="connsiteY319" fmla="*/ 6587716 h 6858000"/>
              <a:gd name="connsiteX320" fmla="*/ 4171627 w 7472601"/>
              <a:gd name="connsiteY320" fmla="*/ 6858000 h 6858000"/>
              <a:gd name="connsiteX321" fmla="*/ 4081585 w 7472601"/>
              <a:gd name="connsiteY321" fmla="*/ 6858000 h 6858000"/>
              <a:gd name="connsiteX322" fmla="*/ 4238603 w 7472601"/>
              <a:gd name="connsiteY322" fmla="*/ 6559341 h 6858000"/>
              <a:gd name="connsiteX323" fmla="*/ 4778333 w 7472601"/>
              <a:gd name="connsiteY323" fmla="*/ 5873626 h 6858000"/>
              <a:gd name="connsiteX324" fmla="*/ 5414185 w 7472601"/>
              <a:gd name="connsiteY324" fmla="*/ 5573882 h 6858000"/>
              <a:gd name="connsiteX325" fmla="*/ 5959648 w 7472601"/>
              <a:gd name="connsiteY325" fmla="*/ 4760797 h 6858000"/>
              <a:gd name="connsiteX326" fmla="*/ 5355019 w 7472601"/>
              <a:gd name="connsiteY326" fmla="*/ 4734672 h 6858000"/>
              <a:gd name="connsiteX327" fmla="*/ 5083565 w 7472601"/>
              <a:gd name="connsiteY327" fmla="*/ 5179121 h 6858000"/>
              <a:gd name="connsiteX328" fmla="*/ 4713577 w 7472601"/>
              <a:gd name="connsiteY328" fmla="*/ 5616803 h 6858000"/>
              <a:gd name="connsiteX329" fmla="*/ 3989559 w 7472601"/>
              <a:gd name="connsiteY329" fmla="*/ 6145945 h 6858000"/>
              <a:gd name="connsiteX330" fmla="*/ 3939824 w 7472601"/>
              <a:gd name="connsiteY330" fmla="*/ 6066900 h 6858000"/>
              <a:gd name="connsiteX331" fmla="*/ 4584537 w 7472601"/>
              <a:gd name="connsiteY331" fmla="*/ 5324826 h 6858000"/>
              <a:gd name="connsiteX332" fmla="*/ 5037105 w 7472601"/>
              <a:gd name="connsiteY332" fmla="*/ 5088765 h 6858000"/>
              <a:gd name="connsiteX333" fmla="*/ 5039930 w 7472601"/>
              <a:gd name="connsiteY333" fmla="*/ 5089585 h 6858000"/>
              <a:gd name="connsiteX334" fmla="*/ 5263764 w 7472601"/>
              <a:gd name="connsiteY334" fmla="*/ 4735525 h 6858000"/>
              <a:gd name="connsiteX335" fmla="*/ 4086300 w 7472601"/>
              <a:gd name="connsiteY335" fmla="*/ 4884599 h 6858000"/>
              <a:gd name="connsiteX336" fmla="*/ 4085485 w 7472601"/>
              <a:gd name="connsiteY336" fmla="*/ 4899070 h 6858000"/>
              <a:gd name="connsiteX337" fmla="*/ 3871915 w 7472601"/>
              <a:gd name="connsiteY337" fmla="*/ 5253645 h 6858000"/>
              <a:gd name="connsiteX338" fmla="*/ 3799374 w 7472601"/>
              <a:gd name="connsiteY338" fmla="*/ 5466127 h 6858000"/>
              <a:gd name="connsiteX339" fmla="*/ 3498850 w 7472601"/>
              <a:gd name="connsiteY339" fmla="*/ 6661888 h 6858000"/>
              <a:gd name="connsiteX340" fmla="*/ 3399216 w 7472601"/>
              <a:gd name="connsiteY340" fmla="*/ 6858000 h 6858000"/>
              <a:gd name="connsiteX341" fmla="*/ 3303688 w 7472601"/>
              <a:gd name="connsiteY341" fmla="*/ 6858000 h 6858000"/>
              <a:gd name="connsiteX342" fmla="*/ 3391774 w 7472601"/>
              <a:gd name="connsiteY342" fmla="*/ 6697181 h 6858000"/>
              <a:gd name="connsiteX343" fmla="*/ 3735540 w 7472601"/>
              <a:gd name="connsiteY343" fmla="*/ 5546923 h 6858000"/>
              <a:gd name="connsiteX344" fmla="*/ 3729438 w 7472601"/>
              <a:gd name="connsiteY344" fmla="*/ 5569058 h 6858000"/>
              <a:gd name="connsiteX345" fmla="*/ 3707782 w 7472601"/>
              <a:gd name="connsiteY345" fmla="*/ 5644908 h 6858000"/>
              <a:gd name="connsiteX346" fmla="*/ 3583827 w 7472601"/>
              <a:gd name="connsiteY346" fmla="*/ 6039215 h 6858000"/>
              <a:gd name="connsiteX347" fmla="*/ 3547861 w 7472601"/>
              <a:gd name="connsiteY347" fmla="*/ 6129609 h 6858000"/>
              <a:gd name="connsiteX348" fmla="*/ 3490905 w 7472601"/>
              <a:gd name="connsiteY348" fmla="*/ 6277660 h 6858000"/>
              <a:gd name="connsiteX349" fmla="*/ 3455859 w 7472601"/>
              <a:gd name="connsiteY349" fmla="*/ 6391301 h 6858000"/>
              <a:gd name="connsiteX350" fmla="*/ 3429112 w 7472601"/>
              <a:gd name="connsiteY350" fmla="*/ 6479469 h 6858000"/>
              <a:gd name="connsiteX351" fmla="*/ 3304862 w 7472601"/>
              <a:gd name="connsiteY351" fmla="*/ 6796476 h 6858000"/>
              <a:gd name="connsiteX352" fmla="*/ 3276071 w 7472601"/>
              <a:gd name="connsiteY352" fmla="*/ 6858000 h 6858000"/>
              <a:gd name="connsiteX353" fmla="*/ 3240805 w 7472601"/>
              <a:gd name="connsiteY353" fmla="*/ 6858000 h 6858000"/>
              <a:gd name="connsiteX354" fmla="*/ 3275917 w 7472601"/>
              <a:gd name="connsiteY354" fmla="*/ 6783192 h 6858000"/>
              <a:gd name="connsiteX355" fmla="*/ 3399358 w 7472601"/>
              <a:gd name="connsiteY355" fmla="*/ 6469011 h 6858000"/>
              <a:gd name="connsiteX356" fmla="*/ 3425650 w 7472601"/>
              <a:gd name="connsiteY356" fmla="*/ 6381333 h 6858000"/>
              <a:gd name="connsiteX357" fmla="*/ 3460661 w 7472601"/>
              <a:gd name="connsiteY357" fmla="*/ 6266763 h 6858000"/>
              <a:gd name="connsiteX358" fmla="*/ 3518021 w 7472601"/>
              <a:gd name="connsiteY358" fmla="*/ 6117298 h 6858000"/>
              <a:gd name="connsiteX359" fmla="*/ 3554035 w 7472601"/>
              <a:gd name="connsiteY359" fmla="*/ 6027832 h 6858000"/>
              <a:gd name="connsiteX360" fmla="*/ 3677174 w 7472601"/>
              <a:gd name="connsiteY360" fmla="*/ 5636351 h 6858000"/>
              <a:gd name="connsiteX361" fmla="*/ 3698819 w 7472601"/>
              <a:gd name="connsiteY361" fmla="*/ 5560503 h 6858000"/>
              <a:gd name="connsiteX362" fmla="*/ 3702094 w 7472601"/>
              <a:gd name="connsiteY362" fmla="*/ 5549194 h 6858000"/>
              <a:gd name="connsiteX363" fmla="*/ 3398355 w 7472601"/>
              <a:gd name="connsiteY363" fmla="*/ 6094603 h 6858000"/>
              <a:gd name="connsiteX364" fmla="*/ 3193941 w 7472601"/>
              <a:gd name="connsiteY364" fmla="*/ 6798775 h 6858000"/>
              <a:gd name="connsiteX365" fmla="*/ 3184140 w 7472601"/>
              <a:gd name="connsiteY365" fmla="*/ 6858000 h 6858000"/>
              <a:gd name="connsiteX366" fmla="*/ 3099978 w 7472601"/>
              <a:gd name="connsiteY366" fmla="*/ 6858000 h 6858000"/>
              <a:gd name="connsiteX367" fmla="*/ 3101556 w 7472601"/>
              <a:gd name="connsiteY367" fmla="*/ 6843337 h 6858000"/>
              <a:gd name="connsiteX368" fmla="*/ 3370162 w 7472601"/>
              <a:gd name="connsiteY368" fmla="*/ 5785550 h 6858000"/>
              <a:gd name="connsiteX369" fmla="*/ 3746477 w 7472601"/>
              <a:gd name="connsiteY369" fmla="*/ 5377889 h 6858000"/>
              <a:gd name="connsiteX370" fmla="*/ 3863399 w 7472601"/>
              <a:gd name="connsiteY370" fmla="*/ 5087257 h 6858000"/>
              <a:gd name="connsiteX371" fmla="*/ 3968712 w 7472601"/>
              <a:gd name="connsiteY371" fmla="*/ 4913989 h 6858000"/>
              <a:gd name="connsiteX372" fmla="*/ 2792390 w 7472601"/>
              <a:gd name="connsiteY372" fmla="*/ 5382974 h 6858000"/>
              <a:gd name="connsiteX373" fmla="*/ 2714982 w 7472601"/>
              <a:gd name="connsiteY373" fmla="*/ 5427051 h 6858000"/>
              <a:gd name="connsiteX374" fmla="*/ 2813361 w 7472601"/>
              <a:gd name="connsiteY374" fmla="*/ 6023912 h 6858000"/>
              <a:gd name="connsiteX375" fmla="*/ 2688430 w 7472601"/>
              <a:gd name="connsiteY375" fmla="*/ 6801564 h 6858000"/>
              <a:gd name="connsiteX376" fmla="*/ 2629626 w 7472601"/>
              <a:gd name="connsiteY376" fmla="*/ 6763394 h 6858000"/>
              <a:gd name="connsiteX377" fmla="*/ 2565328 w 7472601"/>
              <a:gd name="connsiteY377" fmla="*/ 5516399 h 6858000"/>
              <a:gd name="connsiteX378" fmla="*/ 1922999 w 7472601"/>
              <a:gd name="connsiteY378" fmla="*/ 5980343 h 6858000"/>
              <a:gd name="connsiteX379" fmla="*/ 1950261 w 7472601"/>
              <a:gd name="connsiteY379" fmla="*/ 6405858 h 6858000"/>
              <a:gd name="connsiteX380" fmla="*/ 2365554 w 7472601"/>
              <a:gd name="connsiteY380" fmla="*/ 6759107 h 6858000"/>
              <a:gd name="connsiteX381" fmla="*/ 2424142 w 7472601"/>
              <a:gd name="connsiteY381" fmla="*/ 6858000 h 6858000"/>
              <a:gd name="connsiteX382" fmla="*/ 2395994 w 7472601"/>
              <a:gd name="connsiteY382" fmla="*/ 6858000 h 6858000"/>
              <a:gd name="connsiteX383" fmla="*/ 2392863 w 7472601"/>
              <a:gd name="connsiteY383" fmla="*/ 6852964 h 6858000"/>
              <a:gd name="connsiteX384" fmla="*/ 2017589 w 7472601"/>
              <a:gd name="connsiteY384" fmla="*/ 6493982 h 6858000"/>
              <a:gd name="connsiteX385" fmla="*/ 2147336 w 7472601"/>
              <a:gd name="connsiteY385" fmla="*/ 6594052 h 6858000"/>
              <a:gd name="connsiteX386" fmla="*/ 2207047 w 7472601"/>
              <a:gd name="connsiteY386" fmla="*/ 6654540 h 6858000"/>
              <a:gd name="connsiteX387" fmla="*/ 2299106 w 7472601"/>
              <a:gd name="connsiteY387" fmla="*/ 6778931 h 6858000"/>
              <a:gd name="connsiteX388" fmla="*/ 2314430 w 7472601"/>
              <a:gd name="connsiteY388" fmla="*/ 6801144 h 6858000"/>
              <a:gd name="connsiteX389" fmla="*/ 2352406 w 7472601"/>
              <a:gd name="connsiteY389" fmla="*/ 6858000 h 6858000"/>
              <a:gd name="connsiteX390" fmla="*/ 2314492 w 7472601"/>
              <a:gd name="connsiteY390" fmla="*/ 6858000 h 6858000"/>
              <a:gd name="connsiteX391" fmla="*/ 2288095 w 7472601"/>
              <a:gd name="connsiteY391" fmla="*/ 6818030 h 6858000"/>
              <a:gd name="connsiteX392" fmla="*/ 2272768 w 7472601"/>
              <a:gd name="connsiteY392" fmla="*/ 6795822 h 6858000"/>
              <a:gd name="connsiteX393" fmla="*/ 2182715 w 7472601"/>
              <a:gd name="connsiteY393" fmla="*/ 6675071 h 6858000"/>
              <a:gd name="connsiteX394" fmla="*/ 2032061 w 7472601"/>
              <a:gd name="connsiteY394" fmla="*/ 6541380 h 6858000"/>
              <a:gd name="connsiteX395" fmla="*/ 2257220 w 7472601"/>
              <a:gd name="connsiteY395" fmla="*/ 6826257 h 6858000"/>
              <a:gd name="connsiteX396" fmla="*/ 2281324 w 7472601"/>
              <a:gd name="connsiteY396" fmla="*/ 6858000 h 6858000"/>
              <a:gd name="connsiteX397" fmla="*/ 2242860 w 7472601"/>
              <a:gd name="connsiteY397" fmla="*/ 6858000 h 6858000"/>
              <a:gd name="connsiteX398" fmla="*/ 2232818 w 7472601"/>
              <a:gd name="connsiteY398" fmla="*/ 6844926 h 6858000"/>
              <a:gd name="connsiteX399" fmla="*/ 1990172 w 7472601"/>
              <a:gd name="connsiteY399" fmla="*/ 6542121 h 6858000"/>
              <a:gd name="connsiteX400" fmla="*/ 2124090 w 7472601"/>
              <a:gd name="connsiteY400" fmla="*/ 6761017 h 6858000"/>
              <a:gd name="connsiteX401" fmla="*/ 2200380 w 7472601"/>
              <a:gd name="connsiteY401" fmla="*/ 6858000 h 6858000"/>
              <a:gd name="connsiteX402" fmla="*/ 2147507 w 7472601"/>
              <a:gd name="connsiteY402" fmla="*/ 6858000 h 6858000"/>
              <a:gd name="connsiteX403" fmla="*/ 2070668 w 7472601"/>
              <a:gd name="connsiteY403" fmla="*/ 6761520 h 6858000"/>
              <a:gd name="connsiteX404" fmla="*/ 1975142 w 7472601"/>
              <a:gd name="connsiteY404" fmla="*/ 6585570 h 6858000"/>
              <a:gd name="connsiteX405" fmla="*/ 2050035 w 7472601"/>
              <a:gd name="connsiteY405" fmla="*/ 6813345 h 6858000"/>
              <a:gd name="connsiteX406" fmla="*/ 2063025 w 7472601"/>
              <a:gd name="connsiteY406" fmla="*/ 6858000 h 6858000"/>
              <a:gd name="connsiteX407" fmla="*/ 2021675 w 7472601"/>
              <a:gd name="connsiteY407" fmla="*/ 6858000 h 6858000"/>
              <a:gd name="connsiteX408" fmla="*/ 2019308 w 7472601"/>
              <a:gd name="connsiteY408" fmla="*/ 6847118 h 6858000"/>
              <a:gd name="connsiteX409" fmla="*/ 1938835 w 7472601"/>
              <a:gd name="connsiteY409" fmla="*/ 6551160 h 6858000"/>
              <a:gd name="connsiteX410" fmla="*/ 1953230 w 7472601"/>
              <a:gd name="connsiteY410" fmla="*/ 6759699 h 6858000"/>
              <a:gd name="connsiteX411" fmla="*/ 1956763 w 7472601"/>
              <a:gd name="connsiteY411" fmla="*/ 6778191 h 6858000"/>
              <a:gd name="connsiteX412" fmla="*/ 1967925 w 7472601"/>
              <a:gd name="connsiteY412" fmla="*/ 6858000 h 6858000"/>
              <a:gd name="connsiteX413" fmla="*/ 1936622 w 7472601"/>
              <a:gd name="connsiteY413" fmla="*/ 6858000 h 6858000"/>
              <a:gd name="connsiteX414" fmla="*/ 1926261 w 7472601"/>
              <a:gd name="connsiteY414" fmla="*/ 6784064 h 6858000"/>
              <a:gd name="connsiteX415" fmla="*/ 1922724 w 7472601"/>
              <a:gd name="connsiteY415" fmla="*/ 6765577 h 6858000"/>
              <a:gd name="connsiteX416" fmla="*/ 1904650 w 7472601"/>
              <a:gd name="connsiteY416" fmla="*/ 6639616 h 6858000"/>
              <a:gd name="connsiteX417" fmla="*/ 1885273 w 7472601"/>
              <a:gd name="connsiteY417" fmla="*/ 6858000 h 6858000"/>
              <a:gd name="connsiteX418" fmla="*/ 1854363 w 7472601"/>
              <a:gd name="connsiteY418" fmla="*/ 6858000 h 6858000"/>
              <a:gd name="connsiteX419" fmla="*/ 1880391 w 7472601"/>
              <a:gd name="connsiteY419" fmla="*/ 6603796 h 6858000"/>
              <a:gd name="connsiteX420" fmla="*/ 1818273 w 7472601"/>
              <a:gd name="connsiteY420" fmla="*/ 6715729 h 6858000"/>
              <a:gd name="connsiteX421" fmla="*/ 1794691 w 7472601"/>
              <a:gd name="connsiteY421" fmla="*/ 6843239 h 6858000"/>
              <a:gd name="connsiteX422" fmla="*/ 1794914 w 7472601"/>
              <a:gd name="connsiteY422" fmla="*/ 6858000 h 6858000"/>
              <a:gd name="connsiteX423" fmla="*/ 1746128 w 7472601"/>
              <a:gd name="connsiteY423" fmla="*/ 6858000 h 6858000"/>
              <a:gd name="connsiteX424" fmla="*/ 1753934 w 7472601"/>
              <a:gd name="connsiteY424" fmla="*/ 6724796 h 6858000"/>
              <a:gd name="connsiteX425" fmla="*/ 1792053 w 7472601"/>
              <a:gd name="connsiteY425" fmla="*/ 6572396 h 6858000"/>
              <a:gd name="connsiteX426" fmla="*/ 1862248 w 7472601"/>
              <a:gd name="connsiteY426" fmla="*/ 6266397 h 6858000"/>
              <a:gd name="connsiteX427" fmla="*/ 1862250 w 7472601"/>
              <a:gd name="connsiteY427" fmla="*/ 6033531 h 6858000"/>
              <a:gd name="connsiteX428" fmla="*/ 1211999 w 7472601"/>
              <a:gd name="connsiteY428" fmla="*/ 6683610 h 6858000"/>
              <a:gd name="connsiteX429" fmla="*/ 1213266 w 7472601"/>
              <a:gd name="connsiteY429" fmla="*/ 6691947 h 6858000"/>
              <a:gd name="connsiteX430" fmla="*/ 1203370 w 7472601"/>
              <a:gd name="connsiteY430" fmla="*/ 6850676 h 6858000"/>
              <a:gd name="connsiteX431" fmla="*/ 1203671 w 7472601"/>
              <a:gd name="connsiteY431" fmla="*/ 6858000 h 6858000"/>
              <a:gd name="connsiteX432" fmla="*/ 1143180 w 7472601"/>
              <a:gd name="connsiteY432" fmla="*/ 6858000 h 6858000"/>
              <a:gd name="connsiteX433" fmla="*/ 1142176 w 7472601"/>
              <a:gd name="connsiteY433" fmla="*/ 6766045 h 6858000"/>
              <a:gd name="connsiteX434" fmla="*/ 1067484 w 7472601"/>
              <a:gd name="connsiteY434" fmla="*/ 6858000 h 6858000"/>
              <a:gd name="connsiteX435" fmla="*/ 953928 w 7472601"/>
              <a:gd name="connsiteY435" fmla="*/ 6858000 h 6858000"/>
              <a:gd name="connsiteX436" fmla="*/ 959715 w 7472601"/>
              <a:gd name="connsiteY436" fmla="*/ 6850185 h 6858000"/>
              <a:gd name="connsiteX437" fmla="*/ 1483788 w 7472601"/>
              <a:gd name="connsiteY437" fmla="*/ 6259174 h 6858000"/>
              <a:gd name="connsiteX438" fmla="*/ 1100671 w 7472601"/>
              <a:gd name="connsiteY438" fmla="*/ 6252137 h 6858000"/>
              <a:gd name="connsiteX439" fmla="*/ 1090144 w 7472601"/>
              <a:gd name="connsiteY439" fmla="*/ 6256748 h 6858000"/>
              <a:gd name="connsiteX440" fmla="*/ 1095872 w 7472601"/>
              <a:gd name="connsiteY440" fmla="*/ 6271892 h 6858000"/>
              <a:gd name="connsiteX441" fmla="*/ 262785 w 7472601"/>
              <a:gd name="connsiteY441" fmla="*/ 6845450 h 6858000"/>
              <a:gd name="connsiteX442" fmla="*/ 209968 w 7472601"/>
              <a:gd name="connsiteY442" fmla="*/ 6770713 h 6858000"/>
              <a:gd name="connsiteX443" fmla="*/ 873460 w 7472601"/>
              <a:gd name="connsiteY443" fmla="*/ 6253768 h 6858000"/>
              <a:gd name="connsiteX444" fmla="*/ 192686 w 7472601"/>
              <a:gd name="connsiteY444" fmla="*/ 5849257 h 6858000"/>
              <a:gd name="connsiteX445" fmla="*/ 4696 w 7472601"/>
              <a:gd name="connsiteY445" fmla="*/ 5697668 h 6858000"/>
              <a:gd name="connsiteX446" fmla="*/ 0 w 7472601"/>
              <a:gd name="connsiteY446" fmla="*/ 5689984 h 6858000"/>
              <a:gd name="connsiteX447" fmla="*/ 0 w 7472601"/>
              <a:gd name="connsiteY447" fmla="*/ 5513472 h 6858000"/>
              <a:gd name="connsiteX448" fmla="*/ 174101 w 7472601"/>
              <a:gd name="connsiteY448" fmla="*/ 5620277 h 6858000"/>
              <a:gd name="connsiteX449" fmla="*/ 891800 w 7472601"/>
              <a:gd name="connsiteY449" fmla="*/ 6036935 h 6858000"/>
              <a:gd name="connsiteX450" fmla="*/ 1072219 w 7472601"/>
              <a:gd name="connsiteY450" fmla="*/ 6169443 h 6858000"/>
              <a:gd name="connsiteX451" fmla="*/ 1074117 w 7472601"/>
              <a:gd name="connsiteY451" fmla="*/ 6170301 h 6858000"/>
              <a:gd name="connsiteX452" fmla="*/ 1083114 w 7472601"/>
              <a:gd name="connsiteY452" fmla="*/ 6174131 h 6858000"/>
              <a:gd name="connsiteX453" fmla="*/ 1543010 w 7472601"/>
              <a:gd name="connsiteY453" fmla="*/ 6191140 h 6858000"/>
              <a:gd name="connsiteX454" fmla="*/ 1551080 w 7472601"/>
              <a:gd name="connsiteY454" fmla="*/ 6195006 h 6858000"/>
              <a:gd name="connsiteX455" fmla="*/ 2345443 w 7472601"/>
              <a:gd name="connsiteY455" fmla="*/ 5549882 h 6858000"/>
              <a:gd name="connsiteX456" fmla="*/ 1721499 w 7472601"/>
              <a:gd name="connsiteY456" fmla="*/ 5599969 h 6858000"/>
              <a:gd name="connsiteX457" fmla="*/ 767716 w 7472601"/>
              <a:gd name="connsiteY457" fmla="*/ 5472768 h 6858000"/>
              <a:gd name="connsiteX458" fmla="*/ 722147 w 7472601"/>
              <a:gd name="connsiteY458" fmla="*/ 5393091 h 6858000"/>
              <a:gd name="connsiteX459" fmla="*/ 1485552 w 7472601"/>
              <a:gd name="connsiteY459" fmla="*/ 5313202 h 6858000"/>
              <a:gd name="connsiteX460" fmla="*/ 2143004 w 7472601"/>
              <a:gd name="connsiteY460" fmla="*/ 5402420 h 6858000"/>
              <a:gd name="connsiteX461" fmla="*/ 1933391 w 7472601"/>
              <a:gd name="connsiteY461" fmla="*/ 5156971 h 6858000"/>
              <a:gd name="connsiteX462" fmla="*/ 1827118 w 7472601"/>
              <a:gd name="connsiteY462" fmla="*/ 4968410 h 6858000"/>
              <a:gd name="connsiteX463" fmla="*/ 1837349 w 7472601"/>
              <a:gd name="connsiteY463" fmla="*/ 4956357 h 6858000"/>
              <a:gd name="connsiteX464" fmla="*/ 2162835 w 7472601"/>
              <a:gd name="connsiteY464" fmla="*/ 5187853 h 6858000"/>
              <a:gd name="connsiteX465" fmla="*/ 2257167 w 7472601"/>
              <a:gd name="connsiteY465" fmla="*/ 5462123 h 6858000"/>
              <a:gd name="connsiteX466" fmla="*/ 2261598 w 7472601"/>
              <a:gd name="connsiteY466" fmla="*/ 5467998 h 6858000"/>
              <a:gd name="connsiteX467" fmla="*/ 2437177 w 7472601"/>
              <a:gd name="connsiteY467" fmla="*/ 5479608 h 6858000"/>
              <a:gd name="connsiteX468" fmla="*/ 2445247 w 7472601"/>
              <a:gd name="connsiteY468" fmla="*/ 5483476 h 6858000"/>
              <a:gd name="connsiteX469" fmla="*/ 2743626 w 7472601"/>
              <a:gd name="connsiteY469" fmla="*/ 5304819 h 6858000"/>
              <a:gd name="connsiteX470" fmla="*/ 3048102 w 7472601"/>
              <a:gd name="connsiteY470" fmla="*/ 5150595 h 6858000"/>
              <a:gd name="connsiteX471" fmla="*/ 1799414 w 7472601"/>
              <a:gd name="connsiteY471" fmla="*/ 4694732 h 6858000"/>
              <a:gd name="connsiteX472" fmla="*/ 1771735 w 7472601"/>
              <a:gd name="connsiteY472" fmla="*/ 4619929 h 6858000"/>
              <a:gd name="connsiteX473" fmla="*/ 3104273 w 7472601"/>
              <a:gd name="connsiteY473" fmla="*/ 5076159 h 6858000"/>
              <a:gd name="connsiteX474" fmla="*/ 3113245 w 7472601"/>
              <a:gd name="connsiteY474" fmla="*/ 5090705 h 6858000"/>
              <a:gd name="connsiteX475" fmla="*/ 3126294 w 7472601"/>
              <a:gd name="connsiteY475" fmla="*/ 5114400 h 6858000"/>
              <a:gd name="connsiteX476" fmla="*/ 3937433 w 7472601"/>
              <a:gd name="connsiteY476" fmla="*/ 4830473 h 6858000"/>
              <a:gd name="connsiteX477" fmla="*/ 3590475 w 7472601"/>
              <a:gd name="connsiteY477" fmla="*/ 4597974 h 6858000"/>
              <a:gd name="connsiteX478" fmla="*/ 3100264 w 7472601"/>
              <a:gd name="connsiteY478" fmla="*/ 4579845 h 6858000"/>
              <a:gd name="connsiteX479" fmla="*/ 2183576 w 7472601"/>
              <a:gd name="connsiteY479" fmla="*/ 4227150 h 6858000"/>
              <a:gd name="connsiteX480" fmla="*/ 2151029 w 7472601"/>
              <a:gd name="connsiteY480" fmla="*/ 4146947 h 6858000"/>
              <a:gd name="connsiteX481" fmla="*/ 3563434 w 7472601"/>
              <a:gd name="connsiteY481" fmla="*/ 4469115 h 6858000"/>
              <a:gd name="connsiteX482" fmla="*/ 3177952 w 7472601"/>
              <a:gd name="connsiteY482" fmla="*/ 3657386 h 6858000"/>
              <a:gd name="connsiteX483" fmla="*/ 3189263 w 7472601"/>
              <a:gd name="connsiteY483" fmla="*/ 3625726 h 6858000"/>
              <a:gd name="connsiteX484" fmla="*/ 3560912 w 7472601"/>
              <a:gd name="connsiteY484" fmla="*/ 4079863 h 6858000"/>
              <a:gd name="connsiteX485" fmla="*/ 3626636 w 7472601"/>
              <a:gd name="connsiteY485" fmla="*/ 4512230 h 6858000"/>
              <a:gd name="connsiteX486" fmla="*/ 3653088 w 7472601"/>
              <a:gd name="connsiteY486" fmla="*/ 4521417 h 6858000"/>
              <a:gd name="connsiteX487" fmla="*/ 3988128 w 7472601"/>
              <a:gd name="connsiteY487" fmla="*/ 4817267 h 6858000"/>
              <a:gd name="connsiteX488" fmla="*/ 4830582 w 7472601"/>
              <a:gd name="connsiteY488" fmla="*/ 4676000 h 6858000"/>
              <a:gd name="connsiteX489" fmla="*/ 4830100 w 7472601"/>
              <a:gd name="connsiteY489" fmla="*/ 4675554 h 6858000"/>
              <a:gd name="connsiteX490" fmla="*/ 4036318 w 7472601"/>
              <a:gd name="connsiteY490" fmla="*/ 4147013 h 6858000"/>
              <a:gd name="connsiteX491" fmla="*/ 3432098 w 7472601"/>
              <a:gd name="connsiteY491" fmla="*/ 3537312 h 6858000"/>
              <a:gd name="connsiteX492" fmla="*/ 3446761 w 7472601"/>
              <a:gd name="connsiteY492" fmla="*/ 3461278 h 6858000"/>
              <a:gd name="connsiteX493" fmla="*/ 4419733 w 7472601"/>
              <a:gd name="connsiteY493" fmla="*/ 3963555 h 6858000"/>
              <a:gd name="connsiteX494" fmla="*/ 4781371 w 7472601"/>
              <a:gd name="connsiteY494" fmla="*/ 4458604 h 6858000"/>
              <a:gd name="connsiteX495" fmla="*/ 4780440 w 7472601"/>
              <a:gd name="connsiteY495" fmla="*/ 4470290 h 6858000"/>
              <a:gd name="connsiteX496" fmla="*/ 4898954 w 7472601"/>
              <a:gd name="connsiteY496" fmla="*/ 4662092 h 6858000"/>
              <a:gd name="connsiteX497" fmla="*/ 4900699 w 7472601"/>
              <a:gd name="connsiteY497" fmla="*/ 4670867 h 6858000"/>
              <a:gd name="connsiteX498" fmla="*/ 5714511 w 7472601"/>
              <a:gd name="connsiteY498" fmla="*/ 4663483 h 6858000"/>
              <a:gd name="connsiteX499" fmla="*/ 5464793 w 7472601"/>
              <a:gd name="connsiteY499" fmla="*/ 4393556 h 6858000"/>
              <a:gd name="connsiteX500" fmla="*/ 5461897 w 7472601"/>
              <a:gd name="connsiteY500" fmla="*/ 4390879 h 6858000"/>
              <a:gd name="connsiteX501" fmla="*/ 4294126 w 7472601"/>
              <a:gd name="connsiteY501" fmla="*/ 3303048 h 6858000"/>
              <a:gd name="connsiteX502" fmla="*/ 4305321 w 7472601"/>
              <a:gd name="connsiteY502" fmla="*/ 3256953 h 6858000"/>
              <a:gd name="connsiteX503" fmla="*/ 4949299 w 7472601"/>
              <a:gd name="connsiteY503" fmla="*/ 3766336 h 6858000"/>
              <a:gd name="connsiteX504" fmla="*/ 5291452 w 7472601"/>
              <a:gd name="connsiteY504" fmla="*/ 4076801 h 6858000"/>
              <a:gd name="connsiteX505" fmla="*/ 5434998 w 7472601"/>
              <a:gd name="connsiteY505" fmla="*/ 4254100 h 6858000"/>
              <a:gd name="connsiteX506" fmla="*/ 5351015 w 7472601"/>
              <a:gd name="connsiteY506" fmla="*/ 3760989 h 6858000"/>
              <a:gd name="connsiteX507" fmla="*/ 5413780 w 7472601"/>
              <a:gd name="connsiteY507" fmla="*/ 2966265 h 6858000"/>
              <a:gd name="connsiteX508" fmla="*/ 5425627 w 7472601"/>
              <a:gd name="connsiteY508" fmla="*/ 2954192 h 6858000"/>
              <a:gd name="connsiteX509" fmla="*/ 6604735 w 7472601"/>
              <a:gd name="connsiteY509" fmla="*/ 2041381 h 6858000"/>
              <a:gd name="connsiteX510" fmla="*/ 7204487 w 7472601"/>
              <a:gd name="connsiteY510" fmla="*/ 2742112 h 6858000"/>
              <a:gd name="connsiteX511" fmla="*/ 7131592 w 7472601"/>
              <a:gd name="connsiteY511" fmla="*/ 2672096 h 6858000"/>
              <a:gd name="connsiteX512" fmla="*/ 6996344 w 7472601"/>
              <a:gd name="connsiteY512" fmla="*/ 2518310 h 6858000"/>
              <a:gd name="connsiteX513" fmla="*/ 6735495 w 7472601"/>
              <a:gd name="connsiteY513" fmla="*/ 2196890 h 6858000"/>
              <a:gd name="connsiteX514" fmla="*/ 6721901 w 7472601"/>
              <a:gd name="connsiteY514" fmla="*/ 2179274 h 6858000"/>
              <a:gd name="connsiteX515" fmla="*/ 6604735 w 7472601"/>
              <a:gd name="connsiteY515" fmla="*/ 2041381 h 6858000"/>
              <a:gd name="connsiteX516" fmla="*/ 6591670 w 7472601"/>
              <a:gd name="connsiteY516" fmla="*/ 1988277 h 6858000"/>
              <a:gd name="connsiteX517" fmla="*/ 6747349 w 7472601"/>
              <a:gd name="connsiteY517" fmla="*/ 2160069 h 6858000"/>
              <a:gd name="connsiteX518" fmla="*/ 6760943 w 7472601"/>
              <a:gd name="connsiteY518" fmla="*/ 2177686 h 6858000"/>
              <a:gd name="connsiteX519" fmla="*/ 7021065 w 7472601"/>
              <a:gd name="connsiteY519" fmla="*/ 2498102 h 6858000"/>
              <a:gd name="connsiteX520" fmla="*/ 7155223 w 7472601"/>
              <a:gd name="connsiteY520" fmla="*/ 2650386 h 6858000"/>
              <a:gd name="connsiteX521" fmla="*/ 7203167 w 7472601"/>
              <a:gd name="connsiteY521" fmla="*/ 2697288 h 6858000"/>
              <a:gd name="connsiteX522" fmla="*/ 6937703 w 7472601"/>
              <a:gd name="connsiteY522" fmla="*/ 2321981 h 6858000"/>
              <a:gd name="connsiteX523" fmla="*/ 6591670 w 7472601"/>
              <a:gd name="connsiteY523" fmla="*/ 1988277 h 6858000"/>
              <a:gd name="connsiteX524" fmla="*/ 5798671 w 7472601"/>
              <a:gd name="connsiteY524" fmla="*/ 1981601 h 6858000"/>
              <a:gd name="connsiteX525" fmla="*/ 5754709 w 7472601"/>
              <a:gd name="connsiteY525" fmla="*/ 2071454 h 6858000"/>
              <a:gd name="connsiteX526" fmla="*/ 5763044 w 7472601"/>
              <a:gd name="connsiteY526" fmla="*/ 2842206 h 6858000"/>
              <a:gd name="connsiteX527" fmla="*/ 5764974 w 7472601"/>
              <a:gd name="connsiteY527" fmla="*/ 2799609 h 6858000"/>
              <a:gd name="connsiteX528" fmla="*/ 5767665 w 7472601"/>
              <a:gd name="connsiteY528" fmla="*/ 2666409 h 6858000"/>
              <a:gd name="connsiteX529" fmla="*/ 5763055 w 7472601"/>
              <a:gd name="connsiteY529" fmla="*/ 2579705 h 6858000"/>
              <a:gd name="connsiteX530" fmla="*/ 5758079 w 7472601"/>
              <a:gd name="connsiteY530" fmla="*/ 2492508 h 6858000"/>
              <a:gd name="connsiteX531" fmla="*/ 5779325 w 7472601"/>
              <a:gd name="connsiteY531" fmla="*/ 2197069 h 6858000"/>
              <a:gd name="connsiteX532" fmla="*/ 5798671 w 7472601"/>
              <a:gd name="connsiteY532" fmla="*/ 1981601 h 6858000"/>
              <a:gd name="connsiteX533" fmla="*/ 5829202 w 7472601"/>
              <a:gd name="connsiteY533" fmla="*/ 1971679 h 6858000"/>
              <a:gd name="connsiteX534" fmla="*/ 5809558 w 7472601"/>
              <a:gd name="connsiteY534" fmla="*/ 2198043 h 6858000"/>
              <a:gd name="connsiteX535" fmla="*/ 5788653 w 7472601"/>
              <a:gd name="connsiteY535" fmla="*/ 2489430 h 6858000"/>
              <a:gd name="connsiteX536" fmla="*/ 5793439 w 7472601"/>
              <a:gd name="connsiteY536" fmla="*/ 2575235 h 6858000"/>
              <a:gd name="connsiteX537" fmla="*/ 5796837 w 7472601"/>
              <a:gd name="connsiteY537" fmla="*/ 2637633 h 6858000"/>
              <a:gd name="connsiteX538" fmla="*/ 5818614 w 7472601"/>
              <a:gd name="connsiteY538" fmla="*/ 2473055 h 6858000"/>
              <a:gd name="connsiteX539" fmla="*/ 5829202 w 7472601"/>
              <a:gd name="connsiteY539" fmla="*/ 1971679 h 6858000"/>
              <a:gd name="connsiteX540" fmla="*/ 5911389 w 7472601"/>
              <a:gd name="connsiteY540" fmla="*/ 1898371 h 6858000"/>
              <a:gd name="connsiteX541" fmla="*/ 6237627 w 7472601"/>
              <a:gd name="connsiteY541" fmla="*/ 2231921 h 6858000"/>
              <a:gd name="connsiteX542" fmla="*/ 5911389 w 7472601"/>
              <a:gd name="connsiteY542" fmla="*/ 1898371 h 6858000"/>
              <a:gd name="connsiteX543" fmla="*/ 6944437 w 7472601"/>
              <a:gd name="connsiteY543" fmla="*/ 1575402 h 6858000"/>
              <a:gd name="connsiteX544" fmla="*/ 6304730 w 7472601"/>
              <a:gd name="connsiteY544" fmla="*/ 1766654 h 6858000"/>
              <a:gd name="connsiteX545" fmla="*/ 6944437 w 7472601"/>
              <a:gd name="connsiteY545" fmla="*/ 1575402 h 6858000"/>
              <a:gd name="connsiteX546" fmla="*/ 7019523 w 7472601"/>
              <a:gd name="connsiteY546" fmla="*/ 1519450 h 6858000"/>
              <a:gd name="connsiteX547" fmla="*/ 6298091 w 7472601"/>
              <a:gd name="connsiteY547" fmla="*/ 1737122 h 6858000"/>
              <a:gd name="connsiteX548" fmla="*/ 7019523 w 7472601"/>
              <a:gd name="connsiteY548" fmla="*/ 1519450 h 6858000"/>
              <a:gd name="connsiteX549" fmla="*/ 2399523 w 7472601"/>
              <a:gd name="connsiteY549" fmla="*/ 1428234 h 6858000"/>
              <a:gd name="connsiteX550" fmla="*/ 2224982 w 7472601"/>
              <a:gd name="connsiteY550" fmla="*/ 1826201 h 6858000"/>
              <a:gd name="connsiteX551" fmla="*/ 2096099 w 7472601"/>
              <a:gd name="connsiteY551" fmla="*/ 2345900 h 6858000"/>
              <a:gd name="connsiteX552" fmla="*/ 2283317 w 7472601"/>
              <a:gd name="connsiteY552" fmla="*/ 1796925 h 6858000"/>
              <a:gd name="connsiteX553" fmla="*/ 2399523 w 7472601"/>
              <a:gd name="connsiteY553" fmla="*/ 1428234 h 6858000"/>
              <a:gd name="connsiteX554" fmla="*/ 2448558 w 7472601"/>
              <a:gd name="connsiteY554" fmla="*/ 1373435 h 6858000"/>
              <a:gd name="connsiteX555" fmla="*/ 2312521 w 7472601"/>
              <a:gd name="connsiteY555" fmla="*/ 1806140 h 6858000"/>
              <a:gd name="connsiteX556" fmla="*/ 2127533 w 7472601"/>
              <a:gd name="connsiteY556" fmla="*/ 2348380 h 6858000"/>
              <a:gd name="connsiteX557" fmla="*/ 2358080 w 7472601"/>
              <a:gd name="connsiteY557" fmla="*/ 1866134 h 6858000"/>
              <a:gd name="connsiteX558" fmla="*/ 2407436 w 7472601"/>
              <a:gd name="connsiteY558" fmla="*/ 1651070 h 6858000"/>
              <a:gd name="connsiteX559" fmla="*/ 2448558 w 7472601"/>
              <a:gd name="connsiteY559" fmla="*/ 1373435 h 6858000"/>
              <a:gd name="connsiteX560" fmla="*/ 278707 w 7472601"/>
              <a:gd name="connsiteY560" fmla="*/ 1352270 h 6858000"/>
              <a:gd name="connsiteX561" fmla="*/ 321570 w 7472601"/>
              <a:gd name="connsiteY561" fmla="*/ 1861610 h 6858000"/>
              <a:gd name="connsiteX562" fmla="*/ 294281 w 7472601"/>
              <a:gd name="connsiteY562" fmla="*/ 1440658 h 6858000"/>
              <a:gd name="connsiteX563" fmla="*/ 278707 w 7472601"/>
              <a:gd name="connsiteY563" fmla="*/ 1352270 h 6858000"/>
              <a:gd name="connsiteX564" fmla="*/ 1423821 w 7472601"/>
              <a:gd name="connsiteY564" fmla="*/ 1351958 h 6858000"/>
              <a:gd name="connsiteX565" fmla="*/ 1638521 w 7472601"/>
              <a:gd name="connsiteY565" fmla="*/ 1908470 h 6858000"/>
              <a:gd name="connsiteX566" fmla="*/ 1754199 w 7472601"/>
              <a:gd name="connsiteY566" fmla="*/ 2149284 h 6858000"/>
              <a:gd name="connsiteX567" fmla="*/ 1908359 w 7472601"/>
              <a:gd name="connsiteY567" fmla="*/ 2364988 h 6858000"/>
              <a:gd name="connsiteX568" fmla="*/ 1647661 w 7472601"/>
              <a:gd name="connsiteY568" fmla="*/ 1825945 h 6858000"/>
              <a:gd name="connsiteX569" fmla="*/ 1423821 w 7472601"/>
              <a:gd name="connsiteY569" fmla="*/ 1351958 h 6858000"/>
              <a:gd name="connsiteX570" fmla="*/ 1431890 w 7472601"/>
              <a:gd name="connsiteY570" fmla="*/ 1306475 h 6858000"/>
              <a:gd name="connsiteX571" fmla="*/ 1507597 w 7472601"/>
              <a:gd name="connsiteY571" fmla="*/ 1446132 h 6858000"/>
              <a:gd name="connsiteX572" fmla="*/ 1674586 w 7472601"/>
              <a:gd name="connsiteY572" fmla="*/ 1813832 h 6858000"/>
              <a:gd name="connsiteX573" fmla="*/ 1815950 w 7472601"/>
              <a:gd name="connsiteY573" fmla="*/ 2128564 h 6858000"/>
              <a:gd name="connsiteX574" fmla="*/ 1984242 w 7472601"/>
              <a:gd name="connsiteY574" fmla="*/ 2430829 h 6858000"/>
              <a:gd name="connsiteX575" fmla="*/ 2014023 w 7472601"/>
              <a:gd name="connsiteY575" fmla="*/ 2450995 h 6858000"/>
              <a:gd name="connsiteX576" fmla="*/ 1747337 w 7472601"/>
              <a:gd name="connsiteY576" fmla="*/ 1855264 h 6858000"/>
              <a:gd name="connsiteX577" fmla="*/ 1533749 w 7472601"/>
              <a:gd name="connsiteY577" fmla="*/ 1478656 h 6858000"/>
              <a:gd name="connsiteX578" fmla="*/ 1431890 w 7472601"/>
              <a:gd name="connsiteY578" fmla="*/ 1306475 h 6858000"/>
              <a:gd name="connsiteX579" fmla="*/ 5052692 w 7472601"/>
              <a:gd name="connsiteY579" fmla="*/ 1292994 h 6858000"/>
              <a:gd name="connsiteX580" fmla="*/ 5200661 w 7472601"/>
              <a:gd name="connsiteY580" fmla="*/ 1635186 h 6858000"/>
              <a:gd name="connsiteX581" fmla="*/ 5297138 w 7472601"/>
              <a:gd name="connsiteY581" fmla="*/ 1906351 h 6858000"/>
              <a:gd name="connsiteX582" fmla="*/ 5052692 w 7472601"/>
              <a:gd name="connsiteY582" fmla="*/ 1292994 h 6858000"/>
              <a:gd name="connsiteX583" fmla="*/ 5009948 w 7472601"/>
              <a:gd name="connsiteY583" fmla="*/ 1273619 h 6858000"/>
              <a:gd name="connsiteX584" fmla="*/ 5121777 w 7472601"/>
              <a:gd name="connsiteY584" fmla="*/ 1654213 h 6858000"/>
              <a:gd name="connsiteX585" fmla="*/ 5293545 w 7472601"/>
              <a:gd name="connsiteY585" fmla="*/ 2072247 h 6858000"/>
              <a:gd name="connsiteX586" fmla="*/ 5294042 w 7472601"/>
              <a:gd name="connsiteY586" fmla="*/ 2065019 h 6858000"/>
              <a:gd name="connsiteX587" fmla="*/ 5171936 w 7472601"/>
              <a:gd name="connsiteY587" fmla="*/ 1647613 h 6858000"/>
              <a:gd name="connsiteX588" fmla="*/ 5009948 w 7472601"/>
              <a:gd name="connsiteY588" fmla="*/ 1273619 h 6858000"/>
              <a:gd name="connsiteX589" fmla="*/ 655236 w 7472601"/>
              <a:gd name="connsiteY589" fmla="*/ 1268632 h 6858000"/>
              <a:gd name="connsiteX590" fmla="*/ 839521 w 7472601"/>
              <a:gd name="connsiteY590" fmla="*/ 1685315 h 6858000"/>
              <a:gd name="connsiteX591" fmla="*/ 1109416 w 7472601"/>
              <a:gd name="connsiteY591" fmla="*/ 2061663 h 6858000"/>
              <a:gd name="connsiteX592" fmla="*/ 1298300 w 7472601"/>
              <a:gd name="connsiteY592" fmla="*/ 2247742 h 6858000"/>
              <a:gd name="connsiteX593" fmla="*/ 1125871 w 7472601"/>
              <a:gd name="connsiteY593" fmla="*/ 1989513 h 6858000"/>
              <a:gd name="connsiteX594" fmla="*/ 981574 w 7472601"/>
              <a:gd name="connsiteY594" fmla="*/ 1783157 h 6858000"/>
              <a:gd name="connsiteX595" fmla="*/ 922198 w 7472601"/>
              <a:gd name="connsiteY595" fmla="*/ 1677437 h 6858000"/>
              <a:gd name="connsiteX596" fmla="*/ 869293 w 7472601"/>
              <a:gd name="connsiteY596" fmla="*/ 1583214 h 6858000"/>
              <a:gd name="connsiteX597" fmla="*/ 751431 w 7472601"/>
              <a:gd name="connsiteY597" fmla="*/ 1405731 h 6858000"/>
              <a:gd name="connsiteX598" fmla="*/ 655236 w 7472601"/>
              <a:gd name="connsiteY598" fmla="*/ 1268632 h 6858000"/>
              <a:gd name="connsiteX599" fmla="*/ 6516292 w 7472601"/>
              <a:gd name="connsiteY599" fmla="*/ 1263064 h 6858000"/>
              <a:gd name="connsiteX600" fmla="*/ 5736320 w 7472601"/>
              <a:gd name="connsiteY600" fmla="*/ 1501803 h 6858000"/>
              <a:gd name="connsiteX601" fmla="*/ 6516292 w 7472601"/>
              <a:gd name="connsiteY601" fmla="*/ 1263064 h 6858000"/>
              <a:gd name="connsiteX602" fmla="*/ 291466 w 7472601"/>
              <a:gd name="connsiteY602" fmla="*/ 1250369 h 6858000"/>
              <a:gd name="connsiteX603" fmla="*/ 323180 w 7472601"/>
              <a:gd name="connsiteY603" fmla="*/ 1435283 h 6858000"/>
              <a:gd name="connsiteX604" fmla="*/ 349381 w 7472601"/>
              <a:gd name="connsiteY604" fmla="*/ 1875041 h 6858000"/>
              <a:gd name="connsiteX605" fmla="*/ 374363 w 7472601"/>
              <a:gd name="connsiteY605" fmla="*/ 1506494 h 6858000"/>
              <a:gd name="connsiteX606" fmla="*/ 302168 w 7472601"/>
              <a:gd name="connsiteY606" fmla="*/ 1274495 h 6858000"/>
              <a:gd name="connsiteX607" fmla="*/ 291466 w 7472601"/>
              <a:gd name="connsiteY607" fmla="*/ 1250369 h 6858000"/>
              <a:gd name="connsiteX608" fmla="*/ 678222 w 7472601"/>
              <a:gd name="connsiteY608" fmla="*/ 1248670 h 6858000"/>
              <a:gd name="connsiteX609" fmla="*/ 775536 w 7472601"/>
              <a:gd name="connsiteY609" fmla="*/ 1388015 h 6858000"/>
              <a:gd name="connsiteX610" fmla="*/ 894529 w 7472601"/>
              <a:gd name="connsiteY610" fmla="*/ 1567739 h 6858000"/>
              <a:gd name="connsiteX611" fmla="*/ 948000 w 7472601"/>
              <a:gd name="connsiteY611" fmla="*/ 1663088 h 6858000"/>
              <a:gd name="connsiteX612" fmla="*/ 1006812 w 7472601"/>
              <a:gd name="connsiteY612" fmla="*/ 1767683 h 6858000"/>
              <a:gd name="connsiteX613" fmla="*/ 1149133 w 7472601"/>
              <a:gd name="connsiteY613" fmla="*/ 1971513 h 6858000"/>
              <a:gd name="connsiteX614" fmla="*/ 1333952 w 7472601"/>
              <a:gd name="connsiteY614" fmla="*/ 2251620 h 6858000"/>
              <a:gd name="connsiteX615" fmla="*/ 1337329 w 7472601"/>
              <a:gd name="connsiteY615" fmla="*/ 2258350 h 6858000"/>
              <a:gd name="connsiteX616" fmla="*/ 1014726 w 7472601"/>
              <a:gd name="connsiteY616" fmla="*/ 1615556 h 6858000"/>
              <a:gd name="connsiteX617" fmla="*/ 678222 w 7472601"/>
              <a:gd name="connsiteY617" fmla="*/ 1248670 h 6858000"/>
              <a:gd name="connsiteX618" fmla="*/ 6691602 w 7472601"/>
              <a:gd name="connsiteY618" fmla="*/ 1140573 h 6858000"/>
              <a:gd name="connsiteX619" fmla="*/ 6571100 w 7472601"/>
              <a:gd name="connsiteY619" fmla="*/ 1183662 h 6858000"/>
              <a:gd name="connsiteX620" fmla="*/ 6241687 w 7472601"/>
              <a:gd name="connsiteY620" fmla="*/ 1257600 h 6858000"/>
              <a:gd name="connsiteX621" fmla="*/ 5693009 w 7472601"/>
              <a:gd name="connsiteY621" fmla="*/ 1478256 h 6858000"/>
              <a:gd name="connsiteX622" fmla="*/ 6548420 w 7472601"/>
              <a:gd name="connsiteY622" fmla="*/ 1214599 h 6858000"/>
              <a:gd name="connsiteX623" fmla="*/ 6605473 w 7472601"/>
              <a:gd name="connsiteY623" fmla="*/ 1184686 h 6858000"/>
              <a:gd name="connsiteX624" fmla="*/ 6691602 w 7472601"/>
              <a:gd name="connsiteY624" fmla="*/ 1140573 h 6858000"/>
              <a:gd name="connsiteX625" fmla="*/ 4002475 w 7472601"/>
              <a:gd name="connsiteY625" fmla="*/ 1037802 h 6858000"/>
              <a:gd name="connsiteX626" fmla="*/ 4000324 w 7472601"/>
              <a:gd name="connsiteY626" fmla="*/ 1039362 h 6858000"/>
              <a:gd name="connsiteX627" fmla="*/ 4002862 w 7472601"/>
              <a:gd name="connsiteY627" fmla="*/ 1042866 h 6858000"/>
              <a:gd name="connsiteX628" fmla="*/ 4002475 w 7472601"/>
              <a:gd name="connsiteY628" fmla="*/ 1037802 h 6858000"/>
              <a:gd name="connsiteX629" fmla="*/ 506322 w 7472601"/>
              <a:gd name="connsiteY629" fmla="*/ 1020997 h 6858000"/>
              <a:gd name="connsiteX630" fmla="*/ 533068 w 7472601"/>
              <a:gd name="connsiteY630" fmla="*/ 1029409 h 6858000"/>
              <a:gd name="connsiteX631" fmla="*/ 1232525 w 7472601"/>
              <a:gd name="connsiteY631" fmla="*/ 1804675 h 6858000"/>
              <a:gd name="connsiteX632" fmla="*/ 1388858 w 7472601"/>
              <a:gd name="connsiteY632" fmla="*/ 2368011 h 6858000"/>
              <a:gd name="connsiteX633" fmla="*/ 1384098 w 7472601"/>
              <a:gd name="connsiteY633" fmla="*/ 2378125 h 6858000"/>
              <a:gd name="connsiteX634" fmla="*/ 1425393 w 7472601"/>
              <a:gd name="connsiteY634" fmla="*/ 2589124 h 6858000"/>
              <a:gd name="connsiteX635" fmla="*/ 1424001 w 7472601"/>
              <a:gd name="connsiteY635" fmla="*/ 2597541 h 6858000"/>
              <a:gd name="connsiteX636" fmla="*/ 2152729 w 7472601"/>
              <a:gd name="connsiteY636" fmla="*/ 2864487 h 6858000"/>
              <a:gd name="connsiteX637" fmla="*/ 2020609 w 7472601"/>
              <a:gd name="connsiteY637" fmla="*/ 2539671 h 6858000"/>
              <a:gd name="connsiteX638" fmla="*/ 2018920 w 7472601"/>
              <a:gd name="connsiteY638" fmla="*/ 2536309 h 6858000"/>
              <a:gd name="connsiteX639" fmla="*/ 1342441 w 7472601"/>
              <a:gd name="connsiteY639" fmla="*/ 1173017 h 6858000"/>
              <a:gd name="connsiteX640" fmla="*/ 1367925 w 7472601"/>
              <a:gd name="connsiteY640" fmla="*/ 1135648 h 6858000"/>
              <a:gd name="connsiteX641" fmla="*/ 1771401 w 7472601"/>
              <a:gd name="connsiteY641" fmla="*/ 1806673 h 6858000"/>
              <a:gd name="connsiteX642" fmla="*/ 1972385 w 7472601"/>
              <a:gd name="connsiteY642" fmla="*/ 2198735 h 6858000"/>
              <a:gd name="connsiteX643" fmla="*/ 2040892 w 7472601"/>
              <a:gd name="connsiteY643" fmla="*/ 2405205 h 6858000"/>
              <a:gd name="connsiteX644" fmla="*/ 2131689 w 7472601"/>
              <a:gd name="connsiteY644" fmla="*/ 1936926 h 6858000"/>
              <a:gd name="connsiteX645" fmla="*/ 2454820 w 7472601"/>
              <a:gd name="connsiteY645" fmla="*/ 1248808 h 6858000"/>
              <a:gd name="connsiteX646" fmla="*/ 2492512 w 7472601"/>
              <a:gd name="connsiteY646" fmla="*/ 1302920 h 6858000"/>
              <a:gd name="connsiteX647" fmla="*/ 2081216 w 7472601"/>
              <a:gd name="connsiteY647" fmla="*/ 2527513 h 6858000"/>
              <a:gd name="connsiteX648" fmla="*/ 2081211 w 7472601"/>
              <a:gd name="connsiteY648" fmla="*/ 2528916 h 6858000"/>
              <a:gd name="connsiteX649" fmla="*/ 2199067 w 7472601"/>
              <a:gd name="connsiteY649" fmla="*/ 2884061 h 6858000"/>
              <a:gd name="connsiteX650" fmla="*/ 3192586 w 7472601"/>
              <a:gd name="connsiteY650" fmla="*/ 3411496 h 6858000"/>
              <a:gd name="connsiteX651" fmla="*/ 3182620 w 7472601"/>
              <a:gd name="connsiteY651" fmla="*/ 3483279 h 6858000"/>
              <a:gd name="connsiteX652" fmla="*/ 2435119 w 7472601"/>
              <a:gd name="connsiteY652" fmla="*/ 3080173 h 6858000"/>
              <a:gd name="connsiteX653" fmla="*/ 2410152 w 7472601"/>
              <a:gd name="connsiteY653" fmla="*/ 3063751 h 6858000"/>
              <a:gd name="connsiteX654" fmla="*/ 2408099 w 7472601"/>
              <a:gd name="connsiteY654" fmla="*/ 3064403 h 6858000"/>
              <a:gd name="connsiteX655" fmla="*/ 2407218 w 7472601"/>
              <a:gd name="connsiteY655" fmla="*/ 3070324 h 6858000"/>
              <a:gd name="connsiteX656" fmla="*/ 2380138 w 7472601"/>
              <a:gd name="connsiteY656" fmla="*/ 3099341 h 6858000"/>
              <a:gd name="connsiteX657" fmla="*/ 1765923 w 7472601"/>
              <a:gd name="connsiteY657" fmla="*/ 3581043 h 6858000"/>
              <a:gd name="connsiteX658" fmla="*/ 1702258 w 7472601"/>
              <a:gd name="connsiteY658" fmla="*/ 3612286 h 6858000"/>
              <a:gd name="connsiteX659" fmla="*/ 1538370 w 7472601"/>
              <a:gd name="connsiteY659" fmla="*/ 3811804 h 6858000"/>
              <a:gd name="connsiteX660" fmla="*/ 542867 w 7472601"/>
              <a:gd name="connsiteY660" fmla="*/ 4944092 h 6858000"/>
              <a:gd name="connsiteX661" fmla="*/ 515800 w 7472601"/>
              <a:gd name="connsiteY661" fmla="*/ 4862180 h 6858000"/>
              <a:gd name="connsiteX662" fmla="*/ 909145 w 7472601"/>
              <a:gd name="connsiteY662" fmla="*/ 4199225 h 6858000"/>
              <a:gd name="connsiteX663" fmla="*/ 1214067 w 7472601"/>
              <a:gd name="connsiteY663" fmla="*/ 3908561 h 6858000"/>
              <a:gd name="connsiteX664" fmla="*/ 640967 w 7472601"/>
              <a:gd name="connsiteY664" fmla="*/ 4105601 h 6858000"/>
              <a:gd name="connsiteX665" fmla="*/ 112563 w 7472601"/>
              <a:gd name="connsiteY665" fmla="*/ 4396952 h 6858000"/>
              <a:gd name="connsiteX666" fmla="*/ 0 w 7472601"/>
              <a:gd name="connsiteY666" fmla="*/ 4466006 h 6858000"/>
              <a:gd name="connsiteX667" fmla="*/ 0 w 7472601"/>
              <a:gd name="connsiteY667" fmla="*/ 4233763 h 6858000"/>
              <a:gd name="connsiteX668" fmla="*/ 36881 w 7472601"/>
              <a:gd name="connsiteY668" fmla="*/ 4200118 h 6858000"/>
              <a:gd name="connsiteX669" fmla="*/ 910534 w 7472601"/>
              <a:gd name="connsiteY669" fmla="*/ 3629753 h 6858000"/>
              <a:gd name="connsiteX670" fmla="*/ 1578717 w 7472601"/>
              <a:gd name="connsiteY670" fmla="*/ 3575982 h 6858000"/>
              <a:gd name="connsiteX671" fmla="*/ 2338780 w 7472601"/>
              <a:gd name="connsiteY671" fmla="*/ 3033725 h 6858000"/>
              <a:gd name="connsiteX672" fmla="*/ 1807991 w 7472601"/>
              <a:gd name="connsiteY672" fmla="*/ 2807184 h 6858000"/>
              <a:gd name="connsiteX673" fmla="*/ 1416358 w 7472601"/>
              <a:gd name="connsiteY673" fmla="*/ 3112571 h 6858000"/>
              <a:gd name="connsiteX674" fmla="*/ 939066 w 7472601"/>
              <a:gd name="connsiteY674" fmla="*/ 3378798 h 6858000"/>
              <a:gd name="connsiteX675" fmla="*/ 115099 w 7472601"/>
              <a:gd name="connsiteY675" fmla="*/ 3607650 h 6858000"/>
              <a:gd name="connsiteX676" fmla="*/ 97284 w 7472601"/>
              <a:gd name="connsiteY676" fmla="*/ 3520393 h 6858000"/>
              <a:gd name="connsiteX677" fmla="*/ 922050 w 7472601"/>
              <a:gd name="connsiteY677" fmla="*/ 3074867 h 6858000"/>
              <a:gd name="connsiteX678" fmla="*/ 1405265 w 7472601"/>
              <a:gd name="connsiteY678" fmla="*/ 3016319 h 6858000"/>
              <a:gd name="connsiteX679" fmla="*/ 1407512 w 7472601"/>
              <a:gd name="connsiteY679" fmla="*/ 3018001 h 6858000"/>
              <a:gd name="connsiteX680" fmla="*/ 1726266 w 7472601"/>
              <a:gd name="connsiteY680" fmla="*/ 2777274 h 6858000"/>
              <a:gd name="connsiteX681" fmla="*/ 625390 w 7472601"/>
              <a:gd name="connsiteY681" fmla="*/ 2514541 h 6858000"/>
              <a:gd name="connsiteX682" fmla="*/ 619799 w 7472601"/>
              <a:gd name="connsiteY682" fmla="*/ 2527180 h 6858000"/>
              <a:gd name="connsiteX683" fmla="*/ 310030 w 7472601"/>
              <a:gd name="connsiteY683" fmla="*/ 2771818 h 6858000"/>
              <a:gd name="connsiteX684" fmla="*/ 173877 w 7472601"/>
              <a:gd name="connsiteY684" fmla="*/ 2937056 h 6858000"/>
              <a:gd name="connsiteX685" fmla="*/ 77889 w 7472601"/>
              <a:gd name="connsiteY685" fmla="*/ 3138440 h 6858000"/>
              <a:gd name="connsiteX686" fmla="*/ 0 w 7472601"/>
              <a:gd name="connsiteY686" fmla="*/ 3271395 h 6858000"/>
              <a:gd name="connsiteX687" fmla="*/ 0 w 7472601"/>
              <a:gd name="connsiteY687" fmla="*/ 3153002 h 6858000"/>
              <a:gd name="connsiteX688" fmla="*/ 2386 w 7472601"/>
              <a:gd name="connsiteY688" fmla="*/ 3149203 h 6858000"/>
              <a:gd name="connsiteX689" fmla="*/ 89753 w 7472601"/>
              <a:gd name="connsiteY689" fmla="*/ 2987702 h 6858000"/>
              <a:gd name="connsiteX690" fmla="*/ 76869 w 7472601"/>
              <a:gd name="connsiteY690" fmla="*/ 3005404 h 6858000"/>
              <a:gd name="connsiteX691" fmla="*/ 32049 w 7472601"/>
              <a:gd name="connsiteY691" fmla="*/ 3065814 h 6858000"/>
              <a:gd name="connsiteX692" fmla="*/ 0 w 7472601"/>
              <a:gd name="connsiteY692" fmla="*/ 3108744 h 6858000"/>
              <a:gd name="connsiteX693" fmla="*/ 0 w 7472601"/>
              <a:gd name="connsiteY693" fmla="*/ 3058059 h 6858000"/>
              <a:gd name="connsiteX694" fmla="*/ 7610 w 7472601"/>
              <a:gd name="connsiteY694" fmla="*/ 3047889 h 6858000"/>
              <a:gd name="connsiteX695" fmla="*/ 52419 w 7472601"/>
              <a:gd name="connsiteY695" fmla="*/ 2987479 h 6858000"/>
              <a:gd name="connsiteX696" fmla="*/ 59142 w 7472601"/>
              <a:gd name="connsiteY696" fmla="*/ 2978488 h 6858000"/>
              <a:gd name="connsiteX697" fmla="*/ 0 w 7472601"/>
              <a:gd name="connsiteY697" fmla="*/ 3015334 h 6858000"/>
              <a:gd name="connsiteX698" fmla="*/ 0 w 7472601"/>
              <a:gd name="connsiteY698" fmla="*/ 2914286 h 6858000"/>
              <a:gd name="connsiteX699" fmla="*/ 36383 w 7472601"/>
              <a:gd name="connsiteY699" fmla="*/ 2901128 h 6858000"/>
              <a:gd name="connsiteX700" fmla="*/ 156329 w 7472601"/>
              <a:gd name="connsiteY700" fmla="*/ 2840533 h 6858000"/>
              <a:gd name="connsiteX701" fmla="*/ 358355 w 7472601"/>
              <a:gd name="connsiteY701" fmla="*/ 2620471 h 6858000"/>
              <a:gd name="connsiteX702" fmla="*/ 510577 w 7472601"/>
              <a:gd name="connsiteY702" fmla="*/ 2501244 h 6858000"/>
              <a:gd name="connsiteX703" fmla="*/ 211967 w 7472601"/>
              <a:gd name="connsiteY703" fmla="*/ 2479171 h 6858000"/>
              <a:gd name="connsiteX704" fmla="*/ 0 w 7472601"/>
              <a:gd name="connsiteY704" fmla="*/ 2476398 h 6858000"/>
              <a:gd name="connsiteX705" fmla="*/ 0 w 7472601"/>
              <a:gd name="connsiteY705" fmla="*/ 2389189 h 6858000"/>
              <a:gd name="connsiteX706" fmla="*/ 103062 w 7472601"/>
              <a:gd name="connsiteY706" fmla="*/ 2389518 h 6858000"/>
              <a:gd name="connsiteX707" fmla="*/ 510734 w 7472601"/>
              <a:gd name="connsiteY707" fmla="*/ 2416201 h 6858000"/>
              <a:gd name="connsiteX708" fmla="*/ 279257 w 7472601"/>
              <a:gd name="connsiteY708" fmla="*/ 2092102 h 6858000"/>
              <a:gd name="connsiteX709" fmla="*/ 65265 w 7472601"/>
              <a:gd name="connsiteY709" fmla="*/ 2006049 h 6858000"/>
              <a:gd name="connsiteX710" fmla="*/ 0 w 7472601"/>
              <a:gd name="connsiteY710" fmla="*/ 1982532 h 6858000"/>
              <a:gd name="connsiteX711" fmla="*/ 0 w 7472601"/>
              <a:gd name="connsiteY711" fmla="*/ 1912789 h 6858000"/>
              <a:gd name="connsiteX712" fmla="*/ 97460 w 7472601"/>
              <a:gd name="connsiteY712" fmla="*/ 1953725 h 6858000"/>
              <a:gd name="connsiteX713" fmla="*/ 221272 w 7472601"/>
              <a:gd name="connsiteY713" fmla="*/ 1980766 h 6858000"/>
              <a:gd name="connsiteX714" fmla="*/ 116765 w 7472601"/>
              <a:gd name="connsiteY714" fmla="*/ 1911033 h 6858000"/>
              <a:gd name="connsiteX715" fmla="*/ 16405 w 7472601"/>
              <a:gd name="connsiteY715" fmla="*/ 1803412 h 6858000"/>
              <a:gd name="connsiteX716" fmla="*/ 0 w 7472601"/>
              <a:gd name="connsiteY716" fmla="*/ 1784777 h 6858000"/>
              <a:gd name="connsiteX717" fmla="*/ 0 w 7472601"/>
              <a:gd name="connsiteY717" fmla="*/ 1740082 h 6858000"/>
              <a:gd name="connsiteX718" fmla="*/ 39394 w 7472601"/>
              <a:gd name="connsiteY718" fmla="*/ 1784856 h 6858000"/>
              <a:gd name="connsiteX719" fmla="*/ 135813 w 7472601"/>
              <a:gd name="connsiteY719" fmla="*/ 1888838 h 6858000"/>
              <a:gd name="connsiteX720" fmla="*/ 242575 w 7472601"/>
              <a:gd name="connsiteY720" fmla="*/ 1958841 h 6858000"/>
              <a:gd name="connsiteX721" fmla="*/ 82197 w 7472601"/>
              <a:gd name="connsiteY721" fmla="*/ 1754826 h 6858000"/>
              <a:gd name="connsiteX722" fmla="*/ 0 w 7472601"/>
              <a:gd name="connsiteY722" fmla="*/ 1679650 h 6858000"/>
              <a:gd name="connsiteX723" fmla="*/ 0 w 7472601"/>
              <a:gd name="connsiteY723" fmla="*/ 1602463 h 6858000"/>
              <a:gd name="connsiteX724" fmla="*/ 84689 w 7472601"/>
              <a:gd name="connsiteY724" fmla="*/ 1677442 h 6858000"/>
              <a:gd name="connsiteX725" fmla="*/ 298437 w 7472601"/>
              <a:gd name="connsiteY725" fmla="*/ 1968019 h 6858000"/>
              <a:gd name="connsiteX726" fmla="*/ 227269 w 7472601"/>
              <a:gd name="connsiteY726" fmla="*/ 1114064 h 6858000"/>
              <a:gd name="connsiteX727" fmla="*/ 248003 w 7472601"/>
              <a:gd name="connsiteY727" fmla="*/ 1089613 h 6858000"/>
              <a:gd name="connsiteX728" fmla="*/ 427020 w 7472601"/>
              <a:gd name="connsiteY728" fmla="*/ 1619803 h 6858000"/>
              <a:gd name="connsiteX729" fmla="*/ 340345 w 7472601"/>
              <a:gd name="connsiteY729" fmla="*/ 2027739 h 6858000"/>
              <a:gd name="connsiteX730" fmla="*/ 360865 w 7472601"/>
              <a:gd name="connsiteY730" fmla="*/ 2044827 h 6858000"/>
              <a:gd name="connsiteX731" fmla="*/ 560414 w 7472601"/>
              <a:gd name="connsiteY731" fmla="*/ 2421457 h 6858000"/>
              <a:gd name="connsiteX732" fmla="*/ 1359703 w 7472601"/>
              <a:gd name="connsiteY732" fmla="*/ 2578554 h 6858000"/>
              <a:gd name="connsiteX733" fmla="*/ 1359422 w 7472601"/>
              <a:gd name="connsiteY733" fmla="*/ 2577994 h 6858000"/>
              <a:gd name="connsiteX734" fmla="*/ 828701 w 7472601"/>
              <a:gd name="connsiteY734" fmla="*/ 1839520 h 6858000"/>
              <a:gd name="connsiteX735" fmla="*/ 494427 w 7472601"/>
              <a:gd name="connsiteY735" fmla="*/ 1092333 h 6858000"/>
              <a:gd name="connsiteX736" fmla="*/ 506322 w 7472601"/>
              <a:gd name="connsiteY736" fmla="*/ 1020997 h 6858000"/>
              <a:gd name="connsiteX737" fmla="*/ 4570198 w 7472601"/>
              <a:gd name="connsiteY737" fmla="*/ 978081 h 6858000"/>
              <a:gd name="connsiteX738" fmla="*/ 4523691 w 7472601"/>
              <a:gd name="connsiteY738" fmla="*/ 1127776 h 6858000"/>
              <a:gd name="connsiteX739" fmla="*/ 4509875 w 7472601"/>
              <a:gd name="connsiteY739" fmla="*/ 1167552 h 6858000"/>
              <a:gd name="connsiteX740" fmla="*/ 4478168 w 7472601"/>
              <a:gd name="connsiteY740" fmla="*/ 1260735 h 6858000"/>
              <a:gd name="connsiteX741" fmla="*/ 4409309 w 7472601"/>
              <a:gd name="connsiteY741" fmla="*/ 1666996 h 6858000"/>
              <a:gd name="connsiteX742" fmla="*/ 4370031 w 7472601"/>
              <a:gd name="connsiteY742" fmla="*/ 1955666 h 6858000"/>
              <a:gd name="connsiteX743" fmla="*/ 4570198 w 7472601"/>
              <a:gd name="connsiteY743" fmla="*/ 978081 h 6858000"/>
              <a:gd name="connsiteX744" fmla="*/ 4557898 w 7472601"/>
              <a:gd name="connsiteY744" fmla="*/ 900011 h 6858000"/>
              <a:gd name="connsiteX745" fmla="*/ 4344840 w 7472601"/>
              <a:gd name="connsiteY745" fmla="*/ 1922038 h 6858000"/>
              <a:gd name="connsiteX746" fmla="*/ 4378710 w 7472601"/>
              <a:gd name="connsiteY746" fmla="*/ 1665516 h 6858000"/>
              <a:gd name="connsiteX747" fmla="*/ 4448798 w 7472601"/>
              <a:gd name="connsiteY747" fmla="*/ 1253024 h 6858000"/>
              <a:gd name="connsiteX748" fmla="*/ 4480315 w 7472601"/>
              <a:gd name="connsiteY748" fmla="*/ 1158454 h 6858000"/>
              <a:gd name="connsiteX749" fmla="*/ 4494133 w 7472601"/>
              <a:gd name="connsiteY749" fmla="*/ 1118676 h 6858000"/>
              <a:gd name="connsiteX750" fmla="*/ 4557898 w 7472601"/>
              <a:gd name="connsiteY750" fmla="*/ 900011 h 6858000"/>
              <a:gd name="connsiteX751" fmla="*/ 5870151 w 7472601"/>
              <a:gd name="connsiteY751" fmla="*/ 898890 h 6858000"/>
              <a:gd name="connsiteX752" fmla="*/ 5861335 w 7472601"/>
              <a:gd name="connsiteY752" fmla="*/ 899177 h 6858000"/>
              <a:gd name="connsiteX753" fmla="*/ 5843702 w 7472601"/>
              <a:gd name="connsiteY753" fmla="*/ 899748 h 6858000"/>
              <a:gd name="connsiteX754" fmla="*/ 5651107 w 7472601"/>
              <a:gd name="connsiteY754" fmla="*/ 920306 h 6858000"/>
              <a:gd name="connsiteX755" fmla="*/ 5459407 w 7472601"/>
              <a:gd name="connsiteY755" fmla="*/ 940975 h 6858000"/>
              <a:gd name="connsiteX756" fmla="*/ 5374846 w 7472601"/>
              <a:gd name="connsiteY756" fmla="*/ 941988 h 6858000"/>
              <a:gd name="connsiteX757" fmla="*/ 5256105 w 7472601"/>
              <a:gd name="connsiteY757" fmla="*/ 945632 h 6858000"/>
              <a:gd name="connsiteX758" fmla="*/ 5107071 w 7472601"/>
              <a:gd name="connsiteY758" fmla="*/ 969720 h 6858000"/>
              <a:gd name="connsiteX759" fmla="*/ 4998681 w 7472601"/>
              <a:gd name="connsiteY759" fmla="*/ 988771 h 6858000"/>
              <a:gd name="connsiteX760" fmla="*/ 5870151 w 7472601"/>
              <a:gd name="connsiteY760" fmla="*/ 898890 h 6858000"/>
              <a:gd name="connsiteX761" fmla="*/ 5504425 w 7472601"/>
              <a:gd name="connsiteY761" fmla="*/ 848067 h 6858000"/>
              <a:gd name="connsiteX762" fmla="*/ 4968849 w 7472601"/>
              <a:gd name="connsiteY762" fmla="*/ 962318 h 6858000"/>
              <a:gd name="connsiteX763" fmla="*/ 5104039 w 7472601"/>
              <a:gd name="connsiteY763" fmla="*/ 940634 h 6858000"/>
              <a:gd name="connsiteX764" fmla="*/ 5256311 w 7472601"/>
              <a:gd name="connsiteY764" fmla="*/ 916490 h 6858000"/>
              <a:gd name="connsiteX765" fmla="*/ 5377381 w 7472601"/>
              <a:gd name="connsiteY765" fmla="*/ 912671 h 6858000"/>
              <a:gd name="connsiteX766" fmla="*/ 5460148 w 7472601"/>
              <a:gd name="connsiteY766" fmla="*/ 911442 h 6858000"/>
              <a:gd name="connsiteX767" fmla="*/ 5648971 w 7472601"/>
              <a:gd name="connsiteY767" fmla="*/ 891331 h 6858000"/>
              <a:gd name="connsiteX768" fmla="*/ 5844807 w 7472601"/>
              <a:gd name="connsiteY768" fmla="*/ 870718 h 6858000"/>
              <a:gd name="connsiteX769" fmla="*/ 5862975 w 7472601"/>
              <a:gd name="connsiteY769" fmla="*/ 869756 h 6858000"/>
              <a:gd name="connsiteX770" fmla="*/ 5920887 w 7472601"/>
              <a:gd name="connsiteY770" fmla="*/ 865929 h 6858000"/>
              <a:gd name="connsiteX771" fmla="*/ 5504425 w 7472601"/>
              <a:gd name="connsiteY771" fmla="*/ 848067 h 6858000"/>
              <a:gd name="connsiteX772" fmla="*/ 3607114 w 7472601"/>
              <a:gd name="connsiteY772" fmla="*/ 467441 h 6858000"/>
              <a:gd name="connsiteX773" fmla="*/ 3296242 w 7472601"/>
              <a:gd name="connsiteY773" fmla="*/ 807991 h 6858000"/>
              <a:gd name="connsiteX774" fmla="*/ 3174674 w 7472601"/>
              <a:gd name="connsiteY774" fmla="*/ 919759 h 6858000"/>
              <a:gd name="connsiteX775" fmla="*/ 3042978 w 7472601"/>
              <a:gd name="connsiteY775" fmla="*/ 1054894 h 6858000"/>
              <a:gd name="connsiteX776" fmla="*/ 2968914 w 7472601"/>
              <a:gd name="connsiteY776" fmla="*/ 1133756 h 6858000"/>
              <a:gd name="connsiteX777" fmla="*/ 3103823 w 7472601"/>
              <a:gd name="connsiteY777" fmla="*/ 1026814 h 6858000"/>
              <a:gd name="connsiteX778" fmla="*/ 3607114 w 7472601"/>
              <a:gd name="connsiteY778" fmla="*/ 467441 h 6858000"/>
              <a:gd name="connsiteX779" fmla="*/ 3744487 w 7472601"/>
              <a:gd name="connsiteY779" fmla="*/ 383136 h 6858000"/>
              <a:gd name="connsiteX780" fmla="*/ 3970213 w 7472601"/>
              <a:gd name="connsiteY780" fmla="*/ 995559 h 6858000"/>
              <a:gd name="connsiteX781" fmla="*/ 3744487 w 7472601"/>
              <a:gd name="connsiteY781" fmla="*/ 383136 h 6858000"/>
              <a:gd name="connsiteX782" fmla="*/ 3624562 w 7472601"/>
              <a:gd name="connsiteY782" fmla="*/ 367041 h 6858000"/>
              <a:gd name="connsiteX783" fmla="*/ 3489712 w 7472601"/>
              <a:gd name="connsiteY783" fmla="*/ 485386 h 6858000"/>
              <a:gd name="connsiteX784" fmla="*/ 3182994 w 7472601"/>
              <a:gd name="connsiteY784" fmla="*/ 828265 h 6858000"/>
              <a:gd name="connsiteX785" fmla="*/ 2892114 w 7472601"/>
              <a:gd name="connsiteY785" fmla="*/ 1172635 h 6858000"/>
              <a:gd name="connsiteX786" fmla="*/ 3021459 w 7472601"/>
              <a:gd name="connsiteY786" fmla="*/ 1035385 h 6858000"/>
              <a:gd name="connsiteX787" fmla="*/ 3153873 w 7472601"/>
              <a:gd name="connsiteY787" fmla="*/ 898971 h 6858000"/>
              <a:gd name="connsiteX788" fmla="*/ 3276511 w 7472601"/>
              <a:gd name="connsiteY788" fmla="*/ 786423 h 6858000"/>
              <a:gd name="connsiteX789" fmla="*/ 3584154 w 7472601"/>
              <a:gd name="connsiteY789" fmla="*/ 448218 h 6858000"/>
              <a:gd name="connsiteX790" fmla="*/ 3624562 w 7472601"/>
              <a:gd name="connsiteY790" fmla="*/ 367041 h 6858000"/>
              <a:gd name="connsiteX791" fmla="*/ 3766672 w 7472601"/>
              <a:gd name="connsiteY791" fmla="*/ 359429 h 6858000"/>
              <a:gd name="connsiteX792" fmla="*/ 3996338 w 7472601"/>
              <a:gd name="connsiteY792" fmla="*/ 968237 h 6858000"/>
              <a:gd name="connsiteX793" fmla="*/ 3766672 w 7472601"/>
              <a:gd name="connsiteY793" fmla="*/ 359429 h 6858000"/>
              <a:gd name="connsiteX794" fmla="*/ 5805386 w 7472601"/>
              <a:gd name="connsiteY794" fmla="*/ 239240 h 6858000"/>
              <a:gd name="connsiteX795" fmla="*/ 5736947 w 7472601"/>
              <a:gd name="connsiteY795" fmla="*/ 261367 h 6858000"/>
              <a:gd name="connsiteX796" fmla="*/ 5427012 w 7472601"/>
              <a:gd name="connsiteY796" fmla="*/ 311272 h 6858000"/>
              <a:gd name="connsiteX797" fmla="*/ 5147818 w 7472601"/>
              <a:gd name="connsiteY797" fmla="*/ 322112 h 6858000"/>
              <a:gd name="connsiteX798" fmla="*/ 5060854 w 7472601"/>
              <a:gd name="connsiteY798" fmla="*/ 311882 h 6858000"/>
              <a:gd name="connsiteX799" fmla="*/ 4945989 w 7472601"/>
              <a:gd name="connsiteY799" fmla="*/ 300516 h 6858000"/>
              <a:gd name="connsiteX800" fmla="*/ 5410479 w 7472601"/>
              <a:gd name="connsiteY800" fmla="*/ 348434 h 6858000"/>
              <a:gd name="connsiteX801" fmla="*/ 5805386 w 7472601"/>
              <a:gd name="connsiteY801" fmla="*/ 239240 h 6858000"/>
              <a:gd name="connsiteX802" fmla="*/ 5905192 w 7472601"/>
              <a:gd name="connsiteY802" fmla="*/ 163079 h 6858000"/>
              <a:gd name="connsiteX803" fmla="*/ 5865655 w 7472601"/>
              <a:gd name="connsiteY803" fmla="*/ 171901 h 6858000"/>
              <a:gd name="connsiteX804" fmla="*/ 5259740 w 7472601"/>
              <a:gd name="connsiteY804" fmla="*/ 257013 h 6858000"/>
              <a:gd name="connsiteX805" fmla="*/ 5208466 w 7472601"/>
              <a:gd name="connsiteY805" fmla="*/ 257550 h 6858000"/>
              <a:gd name="connsiteX806" fmla="*/ 4980204 w 7472601"/>
              <a:gd name="connsiteY806" fmla="*/ 271903 h 6858000"/>
              <a:gd name="connsiteX807" fmla="*/ 5068068 w 7472601"/>
              <a:gd name="connsiteY807" fmla="*/ 282244 h 6858000"/>
              <a:gd name="connsiteX808" fmla="*/ 5153231 w 7472601"/>
              <a:gd name="connsiteY808" fmla="*/ 292240 h 6858000"/>
              <a:gd name="connsiteX809" fmla="*/ 5426491 w 7472601"/>
              <a:gd name="connsiteY809" fmla="*/ 281128 h 6858000"/>
              <a:gd name="connsiteX810" fmla="*/ 5731212 w 7472601"/>
              <a:gd name="connsiteY810" fmla="*/ 231951 h 6858000"/>
              <a:gd name="connsiteX811" fmla="*/ 5905192 w 7472601"/>
              <a:gd name="connsiteY811" fmla="*/ 163079 h 6858000"/>
              <a:gd name="connsiteX812" fmla="*/ 5944437 w 7472601"/>
              <a:gd name="connsiteY812" fmla="*/ 113829 h 6858000"/>
              <a:gd name="connsiteX813" fmla="*/ 5825032 w 7472601"/>
              <a:gd name="connsiteY813" fmla="*/ 146405 h 6858000"/>
              <a:gd name="connsiteX814" fmla="*/ 4955599 w 7472601"/>
              <a:gd name="connsiteY814" fmla="*/ 247008 h 6858000"/>
              <a:gd name="connsiteX815" fmla="*/ 5210104 w 7472601"/>
              <a:gd name="connsiteY815" fmla="*/ 228123 h 6858000"/>
              <a:gd name="connsiteX816" fmla="*/ 5261015 w 7472601"/>
              <a:gd name="connsiteY816" fmla="*/ 227087 h 6858000"/>
              <a:gd name="connsiteX817" fmla="*/ 5861181 w 7472601"/>
              <a:gd name="connsiteY817" fmla="*/ 143093 h 6858000"/>
              <a:gd name="connsiteX818" fmla="*/ 5961252 w 7472601"/>
              <a:gd name="connsiteY818" fmla="*/ 114820 h 6858000"/>
              <a:gd name="connsiteX819" fmla="*/ 5944437 w 7472601"/>
              <a:gd name="connsiteY819" fmla="*/ 113829 h 6858000"/>
              <a:gd name="connsiteX820" fmla="*/ 3882765 w 7472601"/>
              <a:gd name="connsiteY820" fmla="*/ 0 h 6858000"/>
              <a:gd name="connsiteX821" fmla="*/ 3995099 w 7472601"/>
              <a:gd name="connsiteY821" fmla="*/ 0 h 6858000"/>
              <a:gd name="connsiteX822" fmla="*/ 4163818 w 7472601"/>
              <a:gd name="connsiteY822" fmla="*/ 234104 h 6858000"/>
              <a:gd name="connsiteX823" fmla="*/ 4172099 w 7472601"/>
              <a:gd name="connsiteY823" fmla="*/ 234207 h 6858000"/>
              <a:gd name="connsiteX824" fmla="*/ 4784282 w 7472601"/>
              <a:gd name="connsiteY824" fmla="*/ 276561 h 6858000"/>
              <a:gd name="connsiteX825" fmla="*/ 4801687 w 7472601"/>
              <a:gd name="connsiteY825" fmla="*/ 267764 h 6858000"/>
              <a:gd name="connsiteX826" fmla="*/ 6082788 w 7472601"/>
              <a:gd name="connsiteY826" fmla="*/ 64119 h 6858000"/>
              <a:gd name="connsiteX827" fmla="*/ 6099442 w 7472601"/>
              <a:gd name="connsiteY827" fmla="*/ 82568 h 6858000"/>
              <a:gd name="connsiteX828" fmla="*/ 4804137 w 7472601"/>
              <a:gd name="connsiteY828" fmla="*/ 320931 h 6858000"/>
              <a:gd name="connsiteX829" fmla="*/ 4227047 w 7472601"/>
              <a:gd name="connsiteY829" fmla="*/ 313415 h 6858000"/>
              <a:gd name="connsiteX830" fmla="*/ 4346041 w 7472601"/>
              <a:gd name="connsiteY830" fmla="*/ 456086 h 6858000"/>
              <a:gd name="connsiteX831" fmla="*/ 4870967 w 7472601"/>
              <a:gd name="connsiteY831" fmla="*/ 963061 h 6858000"/>
              <a:gd name="connsiteX832" fmla="*/ 4889647 w 7472601"/>
              <a:gd name="connsiteY832" fmla="*/ 957147 h 6858000"/>
              <a:gd name="connsiteX833" fmla="*/ 5422504 w 7472601"/>
              <a:gd name="connsiteY833" fmla="*/ 805191 h 6858000"/>
              <a:gd name="connsiteX834" fmla="*/ 6087656 w 7472601"/>
              <a:gd name="connsiteY834" fmla="*/ 826703 h 6858000"/>
              <a:gd name="connsiteX835" fmla="*/ 6058717 w 7472601"/>
              <a:gd name="connsiteY835" fmla="*/ 865992 h 6858000"/>
              <a:gd name="connsiteX836" fmla="*/ 4974153 w 7472601"/>
              <a:gd name="connsiteY836" fmla="*/ 1045456 h 6858000"/>
              <a:gd name="connsiteX837" fmla="*/ 5627835 w 7472601"/>
              <a:gd name="connsiteY837" fmla="*/ 1472077 h 6858000"/>
              <a:gd name="connsiteX838" fmla="*/ 5629817 w 7472601"/>
              <a:gd name="connsiteY838" fmla="*/ 1471412 h 6858000"/>
              <a:gd name="connsiteX839" fmla="*/ 5634124 w 7472601"/>
              <a:gd name="connsiteY839" fmla="*/ 1470572 h 6858000"/>
              <a:gd name="connsiteX840" fmla="*/ 5755832 w 7472601"/>
              <a:gd name="connsiteY840" fmla="*/ 1383886 h 6858000"/>
              <a:gd name="connsiteX841" fmla="*/ 6014186 w 7472601"/>
              <a:gd name="connsiteY841" fmla="*/ 1279799 h 6858000"/>
              <a:gd name="connsiteX842" fmla="*/ 6901619 w 7472601"/>
              <a:gd name="connsiteY842" fmla="*/ 1047874 h 6858000"/>
              <a:gd name="connsiteX843" fmla="*/ 6931566 w 7472601"/>
              <a:gd name="connsiteY843" fmla="*/ 1062034 h 6858000"/>
              <a:gd name="connsiteX844" fmla="*/ 5790982 w 7472601"/>
              <a:gd name="connsiteY844" fmla="*/ 1561380 h 6858000"/>
              <a:gd name="connsiteX845" fmla="*/ 6188971 w 7472601"/>
              <a:gd name="connsiteY845" fmla="*/ 1755168 h 6858000"/>
              <a:gd name="connsiteX846" fmla="*/ 6202446 w 7472601"/>
              <a:gd name="connsiteY846" fmla="*/ 1752268 h 6858000"/>
              <a:gd name="connsiteX847" fmla="*/ 7179560 w 7472601"/>
              <a:gd name="connsiteY847" fmla="*/ 1467551 h 6858000"/>
              <a:gd name="connsiteX848" fmla="*/ 7158730 w 7472601"/>
              <a:gd name="connsiteY848" fmla="*/ 1507835 h 6858000"/>
              <a:gd name="connsiteX849" fmla="*/ 6326959 w 7472601"/>
              <a:gd name="connsiteY849" fmla="*/ 1817686 h 6858000"/>
              <a:gd name="connsiteX850" fmla="*/ 6537433 w 7472601"/>
              <a:gd name="connsiteY850" fmla="*/ 1907790 h 6858000"/>
              <a:gd name="connsiteX851" fmla="*/ 6550221 w 7472601"/>
              <a:gd name="connsiteY851" fmla="*/ 1910729 h 6858000"/>
              <a:gd name="connsiteX852" fmla="*/ 6964438 w 7472601"/>
              <a:gd name="connsiteY852" fmla="*/ 2209505 h 6858000"/>
              <a:gd name="connsiteX853" fmla="*/ 7367862 w 7472601"/>
              <a:gd name="connsiteY853" fmla="*/ 2806833 h 6858000"/>
              <a:gd name="connsiteX854" fmla="*/ 7364329 w 7472601"/>
              <a:gd name="connsiteY854" fmla="*/ 2826907 h 6858000"/>
              <a:gd name="connsiteX855" fmla="*/ 7290545 w 7472601"/>
              <a:gd name="connsiteY855" fmla="*/ 2850663 h 6858000"/>
              <a:gd name="connsiteX856" fmla="*/ 6472036 w 7472601"/>
              <a:gd name="connsiteY856" fmla="*/ 1959003 h 6858000"/>
              <a:gd name="connsiteX857" fmla="*/ 5792897 w 7472601"/>
              <a:gd name="connsiteY857" fmla="*/ 1647747 h 6858000"/>
              <a:gd name="connsiteX858" fmla="*/ 5842751 w 7472601"/>
              <a:gd name="connsiteY858" fmla="*/ 1816112 h 6858000"/>
              <a:gd name="connsiteX859" fmla="*/ 5847424 w 7472601"/>
              <a:gd name="connsiteY859" fmla="*/ 1815776 h 6858000"/>
              <a:gd name="connsiteX860" fmla="*/ 6399821 w 7472601"/>
              <a:gd name="connsiteY860" fmla="*/ 2344799 h 6858000"/>
              <a:gd name="connsiteX861" fmla="*/ 6323232 w 7472601"/>
              <a:gd name="connsiteY861" fmla="*/ 2389634 h 6858000"/>
              <a:gd name="connsiteX862" fmla="*/ 5942958 w 7472601"/>
              <a:gd name="connsiteY862" fmla="*/ 2077708 h 6858000"/>
              <a:gd name="connsiteX863" fmla="*/ 5921559 w 7472601"/>
              <a:gd name="connsiteY863" fmla="*/ 2378596 h 6858000"/>
              <a:gd name="connsiteX864" fmla="*/ 5817651 w 7472601"/>
              <a:gd name="connsiteY864" fmla="*/ 3023919 h 6858000"/>
              <a:gd name="connsiteX865" fmla="*/ 5729634 w 7472601"/>
              <a:gd name="connsiteY865" fmla="*/ 3051849 h 6858000"/>
              <a:gd name="connsiteX866" fmla="*/ 5611018 w 7472601"/>
              <a:gd name="connsiteY866" fmla="*/ 2316769 h 6858000"/>
              <a:gd name="connsiteX867" fmla="*/ 5687608 w 7472601"/>
              <a:gd name="connsiteY867" fmla="*/ 2039972 h 6858000"/>
              <a:gd name="connsiteX868" fmla="*/ 5657554 w 7472601"/>
              <a:gd name="connsiteY868" fmla="*/ 1576445 h 6858000"/>
              <a:gd name="connsiteX869" fmla="*/ 5150475 w 7472601"/>
              <a:gd name="connsiteY869" fmla="*/ 1274012 h 6858000"/>
              <a:gd name="connsiteX870" fmla="*/ 5349142 w 7472601"/>
              <a:gd name="connsiteY870" fmla="*/ 2204405 h 6858000"/>
              <a:gd name="connsiteX871" fmla="*/ 5262214 w 7472601"/>
              <a:gd name="connsiteY871" fmla="*/ 2233836 h 6858000"/>
              <a:gd name="connsiteX872" fmla="*/ 4981539 w 7472601"/>
              <a:gd name="connsiteY872" fmla="*/ 1542201 h 6858000"/>
              <a:gd name="connsiteX873" fmla="*/ 4958461 w 7472601"/>
              <a:gd name="connsiteY873" fmla="*/ 1136957 h 6858000"/>
              <a:gd name="connsiteX874" fmla="*/ 4655015 w 7472601"/>
              <a:gd name="connsiteY874" fmla="*/ 891426 h 6858000"/>
              <a:gd name="connsiteX875" fmla="*/ 4348002 w 7472601"/>
              <a:gd name="connsiteY875" fmla="*/ 2205895 h 6858000"/>
              <a:gd name="connsiteX876" fmla="*/ 4262250 w 7472601"/>
              <a:gd name="connsiteY876" fmla="*/ 2219972 h 6858000"/>
              <a:gd name="connsiteX877" fmla="*/ 4550611 w 7472601"/>
              <a:gd name="connsiteY877" fmla="*/ 817540 h 6858000"/>
              <a:gd name="connsiteX878" fmla="*/ 4564418 w 7472601"/>
              <a:gd name="connsiteY878" fmla="*/ 808293 h 6858000"/>
              <a:gd name="connsiteX879" fmla="*/ 4266388 w 7472601"/>
              <a:gd name="connsiteY879" fmla="*/ 500083 h 6858000"/>
              <a:gd name="connsiteX880" fmla="*/ 4032842 w 7472601"/>
              <a:gd name="connsiteY880" fmla="*/ 211809 h 6858000"/>
              <a:gd name="connsiteX881" fmla="*/ 3882765 w 7472601"/>
              <a:gd name="connsiteY881" fmla="*/ 0 h 6858000"/>
              <a:gd name="connsiteX882" fmla="*/ 3721337 w 7472601"/>
              <a:gd name="connsiteY882" fmla="*/ 0 h 6858000"/>
              <a:gd name="connsiteX883" fmla="*/ 3797544 w 7472601"/>
              <a:gd name="connsiteY883" fmla="*/ 0 h 6858000"/>
              <a:gd name="connsiteX884" fmla="*/ 3775734 w 7472601"/>
              <a:gd name="connsiteY884" fmla="*/ 95131 h 6858000"/>
              <a:gd name="connsiteX885" fmla="*/ 3724807 w 7472601"/>
              <a:gd name="connsiteY885" fmla="*/ 272257 h 6858000"/>
              <a:gd name="connsiteX886" fmla="*/ 3726844 w 7472601"/>
              <a:gd name="connsiteY886" fmla="*/ 282988 h 6858000"/>
              <a:gd name="connsiteX887" fmla="*/ 3742664 w 7472601"/>
              <a:gd name="connsiteY887" fmla="*/ 279918 h 6858000"/>
              <a:gd name="connsiteX888" fmla="*/ 4103910 w 7472601"/>
              <a:gd name="connsiteY888" fmla="*/ 1161917 h 6858000"/>
              <a:gd name="connsiteX889" fmla="*/ 4020269 w 7472601"/>
              <a:gd name="connsiteY889" fmla="*/ 1200406 h 6858000"/>
              <a:gd name="connsiteX890" fmla="*/ 3674882 w 7472601"/>
              <a:gd name="connsiteY890" fmla="*/ 488524 h 6858000"/>
              <a:gd name="connsiteX891" fmla="*/ 3132682 w 7472601"/>
              <a:gd name="connsiteY891" fmla="*/ 1072284 h 6858000"/>
              <a:gd name="connsiteX892" fmla="*/ 2716346 w 7472601"/>
              <a:gd name="connsiteY892" fmla="*/ 1276376 h 6858000"/>
              <a:gd name="connsiteX893" fmla="*/ 2716772 w 7472601"/>
              <a:gd name="connsiteY893" fmla="*/ 1255462 h 6858000"/>
              <a:gd name="connsiteX894" fmla="*/ 3471096 w 7472601"/>
              <a:gd name="connsiteY894" fmla="*/ 437072 h 6858000"/>
              <a:gd name="connsiteX895" fmla="*/ 3639057 w 7472601"/>
              <a:gd name="connsiteY895" fmla="*/ 286334 h 6858000"/>
              <a:gd name="connsiteX896" fmla="*/ 3640309 w 7472601"/>
              <a:gd name="connsiteY896" fmla="*/ 284664 h 6858000"/>
              <a:gd name="connsiteX897" fmla="*/ 3646022 w 7472601"/>
              <a:gd name="connsiteY897" fmla="*/ 276711 h 6858000"/>
              <a:gd name="connsiteX898" fmla="*/ 3707943 w 7472601"/>
              <a:gd name="connsiteY898" fmla="*/ 65958 h 6858000"/>
              <a:gd name="connsiteX899" fmla="*/ 3721337 w 7472601"/>
              <a:gd name="connsiteY899" fmla="*/ 0 h 6858000"/>
              <a:gd name="connsiteX900" fmla="*/ 2867960 w 7472601"/>
              <a:gd name="connsiteY900" fmla="*/ 0 h 6858000"/>
              <a:gd name="connsiteX901" fmla="*/ 2926351 w 7472601"/>
              <a:gd name="connsiteY901" fmla="*/ 0 h 6858000"/>
              <a:gd name="connsiteX902" fmla="*/ 2902823 w 7472601"/>
              <a:gd name="connsiteY902" fmla="*/ 262929 h 6858000"/>
              <a:gd name="connsiteX903" fmla="*/ 2940663 w 7472601"/>
              <a:gd name="connsiteY903" fmla="*/ 140884 h 6858000"/>
              <a:gd name="connsiteX904" fmla="*/ 2947039 w 7472601"/>
              <a:gd name="connsiteY904" fmla="*/ 122524 h 6858000"/>
              <a:gd name="connsiteX905" fmla="*/ 2984316 w 7472601"/>
              <a:gd name="connsiteY905" fmla="*/ 0 h 6858000"/>
              <a:gd name="connsiteX906" fmla="*/ 3016114 w 7472601"/>
              <a:gd name="connsiteY906" fmla="*/ 0 h 6858000"/>
              <a:gd name="connsiteX907" fmla="*/ 2979949 w 7472601"/>
              <a:gd name="connsiteY907" fmla="*/ 119274 h 6858000"/>
              <a:gd name="connsiteX908" fmla="*/ 3023879 w 7472601"/>
              <a:gd name="connsiteY908" fmla="*/ 0 h 6858000"/>
              <a:gd name="connsiteX909" fmla="*/ 3105400 w 7472601"/>
              <a:gd name="connsiteY909" fmla="*/ 0 h 6858000"/>
              <a:gd name="connsiteX910" fmla="*/ 3094669 w 7472601"/>
              <a:gd name="connsiteY910" fmla="*/ 30308 h 6858000"/>
              <a:gd name="connsiteX911" fmla="*/ 2901945 w 7472601"/>
              <a:gd name="connsiteY911" fmla="*/ 466538 h 6858000"/>
              <a:gd name="connsiteX912" fmla="*/ 2815209 w 7472601"/>
              <a:gd name="connsiteY912" fmla="*/ 497361 h 6858000"/>
              <a:gd name="connsiteX913" fmla="*/ 2844845 w 7472601"/>
              <a:gd name="connsiteY913" fmla="*/ 127638 h 6858000"/>
              <a:gd name="connsiteX914" fmla="*/ 2867960 w 7472601"/>
              <a:gd name="connsiteY914" fmla="*/ 0 h 6858000"/>
              <a:gd name="connsiteX915" fmla="*/ 1057230 w 7472601"/>
              <a:gd name="connsiteY915" fmla="*/ 0 h 6858000"/>
              <a:gd name="connsiteX916" fmla="*/ 1111003 w 7472601"/>
              <a:gd name="connsiteY916" fmla="*/ 0 h 6858000"/>
              <a:gd name="connsiteX917" fmla="*/ 1125553 w 7472601"/>
              <a:gd name="connsiteY917" fmla="*/ 52588 h 6858000"/>
              <a:gd name="connsiteX918" fmla="*/ 1304276 w 7472601"/>
              <a:gd name="connsiteY918" fmla="*/ 476275 h 6858000"/>
              <a:gd name="connsiteX919" fmla="*/ 1492066 w 7472601"/>
              <a:gd name="connsiteY919" fmla="*/ 886333 h 6858000"/>
              <a:gd name="connsiteX920" fmla="*/ 1423698 w 7472601"/>
              <a:gd name="connsiteY920" fmla="*/ 710817 h 6858000"/>
              <a:gd name="connsiteX921" fmla="*/ 1357609 w 7472601"/>
              <a:gd name="connsiteY921" fmla="*/ 532892 h 6858000"/>
              <a:gd name="connsiteX922" fmla="*/ 1309550 w 7472601"/>
              <a:gd name="connsiteY922" fmla="*/ 374031 h 6858000"/>
              <a:gd name="connsiteX923" fmla="*/ 1193673 w 7472601"/>
              <a:gd name="connsiteY923" fmla="*/ 49533 h 6858000"/>
              <a:gd name="connsiteX924" fmla="*/ 1164391 w 7472601"/>
              <a:gd name="connsiteY924" fmla="*/ 0 h 6858000"/>
              <a:gd name="connsiteX925" fmla="*/ 1200666 w 7472601"/>
              <a:gd name="connsiteY925" fmla="*/ 0 h 6858000"/>
              <a:gd name="connsiteX926" fmla="*/ 1223408 w 7472601"/>
              <a:gd name="connsiteY926" fmla="*/ 38996 h 6858000"/>
              <a:gd name="connsiteX927" fmla="*/ 1339635 w 7472601"/>
              <a:gd name="connsiteY927" fmla="*/ 365517 h 6858000"/>
              <a:gd name="connsiteX928" fmla="*/ 1387469 w 7472601"/>
              <a:gd name="connsiteY928" fmla="*/ 523079 h 6858000"/>
              <a:gd name="connsiteX929" fmla="*/ 1452685 w 7472601"/>
              <a:gd name="connsiteY929" fmla="*/ 699806 h 6858000"/>
              <a:gd name="connsiteX930" fmla="*/ 1492092 w 7472601"/>
              <a:gd name="connsiteY930" fmla="*/ 800424 h 6858000"/>
              <a:gd name="connsiteX931" fmla="*/ 1455302 w 7472601"/>
              <a:gd name="connsiteY931" fmla="*/ 632913 h 6858000"/>
              <a:gd name="connsiteX932" fmla="*/ 1222336 w 7472601"/>
              <a:gd name="connsiteY932" fmla="*/ 9480 h 6858000"/>
              <a:gd name="connsiteX933" fmla="*/ 1214634 w 7472601"/>
              <a:gd name="connsiteY933" fmla="*/ 0 h 6858000"/>
              <a:gd name="connsiteX934" fmla="*/ 1289827 w 7472601"/>
              <a:gd name="connsiteY934" fmla="*/ 0 h 6858000"/>
              <a:gd name="connsiteX935" fmla="*/ 1321076 w 7472601"/>
              <a:gd name="connsiteY935" fmla="*/ 59722 h 6858000"/>
              <a:gd name="connsiteX936" fmla="*/ 1512579 w 7472601"/>
              <a:gd name="connsiteY936" fmla="*/ 626441 h 6858000"/>
              <a:gd name="connsiteX937" fmla="*/ 1506076 w 7472601"/>
              <a:gd name="connsiteY937" fmla="*/ 1089289 h 6858000"/>
              <a:gd name="connsiteX938" fmla="*/ 1486346 w 7472601"/>
              <a:gd name="connsiteY938" fmla="*/ 1079919 h 6858000"/>
              <a:gd name="connsiteX939" fmla="*/ 1070511 w 7472601"/>
              <a:gd name="connsiteY939" fmla="*/ 48609 h 6858000"/>
              <a:gd name="connsiteX940" fmla="*/ 1057230 w 7472601"/>
              <a:gd name="connsiteY940" fmla="*/ 0 h 6858000"/>
              <a:gd name="connsiteX941" fmla="*/ 43151 w 7472601"/>
              <a:gd name="connsiteY941" fmla="*/ 0 h 6858000"/>
              <a:gd name="connsiteX942" fmla="*/ 95283 w 7472601"/>
              <a:gd name="connsiteY942" fmla="*/ 0 h 6858000"/>
              <a:gd name="connsiteX943" fmla="*/ 300708 w 7472601"/>
              <a:gd name="connsiteY943" fmla="*/ 154571 h 6858000"/>
              <a:gd name="connsiteX944" fmla="*/ 530414 w 7472601"/>
              <a:gd name="connsiteY944" fmla="*/ 354673 h 6858000"/>
              <a:gd name="connsiteX945" fmla="*/ 333785 w 7472601"/>
              <a:gd name="connsiteY945" fmla="*/ 161564 h 6858000"/>
              <a:gd name="connsiteX946" fmla="*/ 147005 w 7472601"/>
              <a:gd name="connsiteY946" fmla="*/ 0 h 6858000"/>
              <a:gd name="connsiteX947" fmla="*/ 272509 w 7472601"/>
              <a:gd name="connsiteY947" fmla="*/ 0 h 6858000"/>
              <a:gd name="connsiteX948" fmla="*/ 326276 w 7472601"/>
              <a:gd name="connsiteY948" fmla="*/ 45847 h 6858000"/>
              <a:gd name="connsiteX949" fmla="*/ 823759 w 7472601"/>
              <a:gd name="connsiteY949" fmla="*/ 574145 h 6858000"/>
              <a:gd name="connsiteX950" fmla="*/ 811254 w 7472601"/>
              <a:gd name="connsiteY950" fmla="*/ 665546 h 6858000"/>
              <a:gd name="connsiteX951" fmla="*/ 154042 w 7472601"/>
              <a:gd name="connsiteY951" fmla="*/ 261522 h 6858000"/>
              <a:gd name="connsiteX952" fmla="*/ 13550 w 7472601"/>
              <a:gd name="connsiteY952" fmla="*/ 158423 h 6858000"/>
              <a:gd name="connsiteX953" fmla="*/ 0 w 7472601"/>
              <a:gd name="connsiteY953" fmla="*/ 146618 h 6858000"/>
              <a:gd name="connsiteX954" fmla="*/ 0 w 7472601"/>
              <a:gd name="connsiteY954" fmla="*/ 59161 h 6858000"/>
              <a:gd name="connsiteX955" fmla="*/ 45427 w 7472601"/>
              <a:gd name="connsiteY955" fmla="*/ 101078 h 6858000"/>
              <a:gd name="connsiteX956" fmla="*/ 630103 w 7472601"/>
              <a:gd name="connsiteY956" fmla="*/ 485885 h 6858000"/>
              <a:gd name="connsiteX957" fmla="*/ 532040 w 7472601"/>
              <a:gd name="connsiteY957" fmla="*/ 399359 h 6858000"/>
              <a:gd name="connsiteX958" fmla="*/ 517618 w 7472601"/>
              <a:gd name="connsiteY958" fmla="*/ 385726 h 6858000"/>
              <a:gd name="connsiteX959" fmla="*/ 285074 w 7472601"/>
              <a:gd name="connsiteY959" fmla="*/ 182755 h 6858000"/>
              <a:gd name="connsiteX960" fmla="*/ 43151 w 7472601"/>
              <a:gd name="connsiteY960"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467600 w 7472601"/>
              <a:gd name="connsiteY76" fmla="*/ 6163634 h 6858000"/>
              <a:gd name="connsiteX77" fmla="*/ 7448321 w 7472601"/>
              <a:gd name="connsiteY77" fmla="*/ 6190991 h 6858000"/>
              <a:gd name="connsiteX78" fmla="*/ 7467600 w 7472601"/>
              <a:gd name="connsiteY78" fmla="*/ 6221686 h 6858000"/>
              <a:gd name="connsiteX79" fmla="*/ 7467600 w 7472601"/>
              <a:gd name="connsiteY79" fmla="*/ 6334256 h 6858000"/>
              <a:gd name="connsiteX80" fmla="*/ 7454976 w 7472601"/>
              <a:gd name="connsiteY80" fmla="*/ 6318297 h 6858000"/>
              <a:gd name="connsiteX81" fmla="*/ 1456157 w 7472601"/>
              <a:gd name="connsiteY81" fmla="*/ 5371404 h 6858000"/>
              <a:gd name="connsiteX82" fmla="*/ 1244432 w 7472601"/>
              <a:gd name="connsiteY82" fmla="*/ 5385601 h 6858000"/>
              <a:gd name="connsiteX83" fmla="*/ 973990 w 7472601"/>
              <a:gd name="connsiteY83" fmla="*/ 5424940 h 6858000"/>
              <a:gd name="connsiteX84" fmla="*/ 1103809 w 7472601"/>
              <a:gd name="connsiteY84" fmla="*/ 5433720 h 6858000"/>
              <a:gd name="connsiteX85" fmla="*/ 1123454 w 7472601"/>
              <a:gd name="connsiteY85" fmla="*/ 5435727 h 6858000"/>
              <a:gd name="connsiteX86" fmla="*/ 1737017 w 7472601"/>
              <a:gd name="connsiteY86" fmla="*/ 5452183 h 6858000"/>
              <a:gd name="connsiteX87" fmla="*/ 1824397 w 7472601"/>
              <a:gd name="connsiteY87" fmla="*/ 5447757 h 6858000"/>
              <a:gd name="connsiteX88" fmla="*/ 2070059 w 7472601"/>
              <a:gd name="connsiteY88" fmla="*/ 5441660 h 6858000"/>
              <a:gd name="connsiteX89" fmla="*/ 1456157 w 7472601"/>
              <a:gd name="connsiteY89" fmla="*/ 5371404 h 6858000"/>
              <a:gd name="connsiteX90" fmla="*/ 4988186 w 7472601"/>
              <a:gd name="connsiteY90" fmla="*/ 5216467 h 6858000"/>
              <a:gd name="connsiteX91" fmla="*/ 4777334 w 7472601"/>
              <a:gd name="connsiteY91" fmla="*/ 5406072 h 6858000"/>
              <a:gd name="connsiteX92" fmla="*/ 4718341 w 7472601"/>
              <a:gd name="connsiteY92" fmla="*/ 5468043 h 6858000"/>
              <a:gd name="connsiteX93" fmla="*/ 4604655 w 7472601"/>
              <a:gd name="connsiteY93" fmla="*/ 5583434 h 6858000"/>
              <a:gd name="connsiteX94" fmla="*/ 4565074 w 7472601"/>
              <a:gd name="connsiteY94" fmla="*/ 5618550 h 6858000"/>
              <a:gd name="connsiteX95" fmla="*/ 4988186 w 7472601"/>
              <a:gd name="connsiteY95" fmla="*/ 5216467 h 6858000"/>
              <a:gd name="connsiteX96" fmla="*/ 4978032 w 7472601"/>
              <a:gd name="connsiteY96" fmla="*/ 5183809 h 6858000"/>
              <a:gd name="connsiteX97" fmla="*/ 4463413 w 7472601"/>
              <a:gd name="connsiteY97" fmla="*/ 5615162 h 6858000"/>
              <a:gd name="connsiteX98" fmla="*/ 4358134 w 7472601"/>
              <a:gd name="connsiteY98" fmla="*/ 5742791 h 6858000"/>
              <a:gd name="connsiteX99" fmla="*/ 4376219 w 7472601"/>
              <a:gd name="connsiteY99" fmla="*/ 5729027 h 6858000"/>
              <a:gd name="connsiteX100" fmla="*/ 4582340 w 7472601"/>
              <a:gd name="connsiteY100" fmla="*/ 5561037 h 6858000"/>
              <a:gd name="connsiteX101" fmla="*/ 4694684 w 7472601"/>
              <a:gd name="connsiteY101" fmla="*/ 5447098 h 6858000"/>
              <a:gd name="connsiteX102" fmla="*/ 4754123 w 7472601"/>
              <a:gd name="connsiteY102" fmla="*/ 5384643 h 6858000"/>
              <a:gd name="connsiteX103" fmla="*/ 4978032 w 7472601"/>
              <a:gd name="connsiteY103" fmla="*/ 5183809 h 6858000"/>
              <a:gd name="connsiteX104" fmla="*/ 1903353 w 7472601"/>
              <a:gd name="connsiteY104" fmla="*/ 5044827 h 6858000"/>
              <a:gd name="connsiteX105" fmla="*/ 1936931 w 7472601"/>
              <a:gd name="connsiteY105" fmla="*/ 5093954 h 6858000"/>
              <a:gd name="connsiteX106" fmla="*/ 2195868 w 7472601"/>
              <a:gd name="connsiteY106" fmla="*/ 5396574 h 6858000"/>
              <a:gd name="connsiteX107" fmla="*/ 2088852 w 7472601"/>
              <a:gd name="connsiteY107" fmla="*/ 5166123 h 6858000"/>
              <a:gd name="connsiteX108" fmla="*/ 1958241 w 7472601"/>
              <a:gd name="connsiteY108" fmla="*/ 5067955 h 6858000"/>
              <a:gd name="connsiteX109" fmla="*/ 1903353 w 7472601"/>
              <a:gd name="connsiteY109" fmla="*/ 5044827 h 6858000"/>
              <a:gd name="connsiteX110" fmla="*/ 1979378 w 7472601"/>
              <a:gd name="connsiteY110" fmla="*/ 4769504 h 6858000"/>
              <a:gd name="connsiteX111" fmla="*/ 2882120 w 7472601"/>
              <a:gd name="connsiteY111" fmla="*/ 5064547 h 6858000"/>
              <a:gd name="connsiteX112" fmla="*/ 2793103 w 7472601"/>
              <a:gd name="connsiteY112" fmla="*/ 5039699 h 6858000"/>
              <a:gd name="connsiteX113" fmla="*/ 2770041 w 7472601"/>
              <a:gd name="connsiteY113" fmla="*/ 5033634 h 6858000"/>
              <a:gd name="connsiteX114" fmla="*/ 1979378 w 7472601"/>
              <a:gd name="connsiteY114" fmla="*/ 4769504 h 6858000"/>
              <a:gd name="connsiteX115" fmla="*/ 1927410 w 7472601"/>
              <a:gd name="connsiteY115" fmla="*/ 4716164 h 6858000"/>
              <a:gd name="connsiteX116" fmla="*/ 1959587 w 7472601"/>
              <a:gd name="connsiteY116" fmla="*/ 4728849 h 6858000"/>
              <a:gd name="connsiteX117" fmla="*/ 2777707 w 7472601"/>
              <a:gd name="connsiteY117" fmla="*/ 5003991 h 6858000"/>
              <a:gd name="connsiteX118" fmla="*/ 2800768 w 7472601"/>
              <a:gd name="connsiteY118" fmla="*/ 5010056 h 6858000"/>
              <a:gd name="connsiteX119" fmla="*/ 2879408 w 7472601"/>
              <a:gd name="connsiteY119" fmla="*/ 5031590 h 6858000"/>
              <a:gd name="connsiteX120" fmla="*/ 2862295 w 7472601"/>
              <a:gd name="connsiteY120" fmla="*/ 5022958 h 6858000"/>
              <a:gd name="connsiteX121" fmla="*/ 2813343 w 7472601"/>
              <a:gd name="connsiteY121" fmla="*/ 4998369 h 6858000"/>
              <a:gd name="connsiteX122" fmla="*/ 2646245 w 7472601"/>
              <a:gd name="connsiteY122" fmla="*/ 4930999 h 6858000"/>
              <a:gd name="connsiteX123" fmla="*/ 1999243 w 7472601"/>
              <a:gd name="connsiteY123" fmla="*/ 4730524 h 6858000"/>
              <a:gd name="connsiteX124" fmla="*/ 1979527 w 7472601"/>
              <a:gd name="connsiteY124" fmla="*/ 4726651 h 6858000"/>
              <a:gd name="connsiteX125" fmla="*/ 1927410 w 7472601"/>
              <a:gd name="connsiteY125" fmla="*/ 4716164 h 6858000"/>
              <a:gd name="connsiteX126" fmla="*/ 1997014 w 7472601"/>
              <a:gd name="connsiteY126" fmla="*/ 4698007 h 6858000"/>
              <a:gd name="connsiteX127" fmla="*/ 2005458 w 7472601"/>
              <a:gd name="connsiteY127" fmla="*/ 4699540 h 6858000"/>
              <a:gd name="connsiteX128" fmla="*/ 2657186 w 7472601"/>
              <a:gd name="connsiteY128" fmla="*/ 4901687 h 6858000"/>
              <a:gd name="connsiteX129" fmla="*/ 2826662 w 7472601"/>
              <a:gd name="connsiteY129" fmla="*/ 4970362 h 6858000"/>
              <a:gd name="connsiteX130" fmla="*/ 2876100 w 7472601"/>
              <a:gd name="connsiteY130" fmla="*/ 4995397 h 6858000"/>
              <a:gd name="connsiteX131" fmla="*/ 3042600 w 7472601"/>
              <a:gd name="connsiteY131" fmla="*/ 5059532 h 6858000"/>
              <a:gd name="connsiteX132" fmla="*/ 1997014 w 7472601"/>
              <a:gd name="connsiteY132" fmla="*/ 4698007 h 6858000"/>
              <a:gd name="connsiteX133" fmla="*/ 2305292 w 7472601"/>
              <a:gd name="connsiteY133" fmla="*/ 4219492 h 6858000"/>
              <a:gd name="connsiteX134" fmla="*/ 3360922 w 7472601"/>
              <a:gd name="connsiteY134" fmla="*/ 4529373 h 6858000"/>
              <a:gd name="connsiteX135" fmla="*/ 3492420 w 7472601"/>
              <a:gd name="connsiteY135" fmla="*/ 4510145 h 6858000"/>
              <a:gd name="connsiteX136" fmla="*/ 3364086 w 7472601"/>
              <a:gd name="connsiteY136" fmla="*/ 4480340 h 6858000"/>
              <a:gd name="connsiteX137" fmla="*/ 3225818 w 7472601"/>
              <a:gd name="connsiteY137" fmla="*/ 4411822 h 6858000"/>
              <a:gd name="connsiteX138" fmla="*/ 3129696 w 7472601"/>
              <a:gd name="connsiteY138" fmla="*/ 4360704 h 6858000"/>
              <a:gd name="connsiteX139" fmla="*/ 2814545 w 7472601"/>
              <a:gd name="connsiteY139" fmla="*/ 4282955 h 6858000"/>
              <a:gd name="connsiteX140" fmla="*/ 2305292 w 7472601"/>
              <a:gd name="connsiteY140" fmla="*/ 4219492 h 6858000"/>
              <a:gd name="connsiteX141" fmla="*/ 2626982 w 7472601"/>
              <a:gd name="connsiteY141" fmla="*/ 4206450 h 6858000"/>
              <a:gd name="connsiteX142" fmla="*/ 2490617 w 7472601"/>
              <a:gd name="connsiteY142" fmla="*/ 4206951 h 6858000"/>
              <a:gd name="connsiteX143" fmla="*/ 2819869 w 7472601"/>
              <a:gd name="connsiteY143" fmla="*/ 4252936 h 6858000"/>
              <a:gd name="connsiteX144" fmla="*/ 3143018 w 7472601"/>
              <a:gd name="connsiteY144" fmla="*/ 4332698 h 6858000"/>
              <a:gd name="connsiteX145" fmla="*/ 3241520 w 7472601"/>
              <a:gd name="connsiteY145" fmla="*/ 4385112 h 6858000"/>
              <a:gd name="connsiteX146" fmla="*/ 3374575 w 7472601"/>
              <a:gd name="connsiteY146" fmla="*/ 4451517 h 6858000"/>
              <a:gd name="connsiteX147" fmla="*/ 3505221 w 7472601"/>
              <a:gd name="connsiteY147" fmla="*/ 4480757 h 6858000"/>
              <a:gd name="connsiteX148" fmla="*/ 2626982 w 7472601"/>
              <a:gd name="connsiteY148" fmla="*/ 4206450 h 6858000"/>
              <a:gd name="connsiteX149" fmla="*/ 1310106 w 7472601"/>
              <a:gd name="connsiteY149" fmla="*/ 3943217 h 6858000"/>
              <a:gd name="connsiteX150" fmla="*/ 854994 w 7472601"/>
              <a:gd name="connsiteY150" fmla="*/ 4399136 h 6858000"/>
              <a:gd name="connsiteX151" fmla="*/ 742462 w 7472601"/>
              <a:gd name="connsiteY151" fmla="*/ 4594648 h 6858000"/>
              <a:gd name="connsiteX152" fmla="*/ 820602 w 7472601"/>
              <a:gd name="connsiteY152" fmla="*/ 4485915 h 6858000"/>
              <a:gd name="connsiteX153" fmla="*/ 878295 w 7472601"/>
              <a:gd name="connsiteY153" fmla="*/ 4403594 h 6858000"/>
              <a:gd name="connsiteX154" fmla="*/ 1240607 w 7472601"/>
              <a:gd name="connsiteY154" fmla="*/ 4010401 h 6858000"/>
              <a:gd name="connsiteX155" fmla="*/ 1310106 w 7472601"/>
              <a:gd name="connsiteY155" fmla="*/ 3943217 h 6858000"/>
              <a:gd name="connsiteX156" fmla="*/ 1423113 w 7472601"/>
              <a:gd name="connsiteY156" fmla="*/ 3874565 h 6858000"/>
              <a:gd name="connsiteX157" fmla="*/ 1260565 w 7472601"/>
              <a:gd name="connsiteY157" fmla="*/ 4031982 h 6858000"/>
              <a:gd name="connsiteX158" fmla="*/ 901900 w 7472601"/>
              <a:gd name="connsiteY158" fmla="*/ 4421236 h 6858000"/>
              <a:gd name="connsiteX159" fmla="*/ 845044 w 7472601"/>
              <a:gd name="connsiteY159" fmla="*/ 4502436 h 6858000"/>
              <a:gd name="connsiteX160" fmla="*/ 685926 w 7472601"/>
              <a:gd name="connsiteY160" fmla="*/ 4703069 h 6858000"/>
              <a:gd name="connsiteX161" fmla="*/ 684248 w 7472601"/>
              <a:gd name="connsiteY161" fmla="*/ 4706721 h 6858000"/>
              <a:gd name="connsiteX162" fmla="*/ 1423113 w 7472601"/>
              <a:gd name="connsiteY162" fmla="*/ 3874565 h 6858000"/>
              <a:gd name="connsiteX163" fmla="*/ 3316479 w 7472601"/>
              <a:gd name="connsiteY163" fmla="*/ 3872136 h 6858000"/>
              <a:gd name="connsiteX164" fmla="*/ 3546806 w 7472601"/>
              <a:gd name="connsiteY164" fmla="*/ 4356139 h 6858000"/>
              <a:gd name="connsiteX165" fmla="*/ 3364433 w 7472601"/>
              <a:gd name="connsiteY165" fmla="*/ 3953121 h 6858000"/>
              <a:gd name="connsiteX166" fmla="*/ 3316479 w 7472601"/>
              <a:gd name="connsiteY166" fmla="*/ 3872136 h 6858000"/>
              <a:gd name="connsiteX167" fmla="*/ 3291335 w 7472601"/>
              <a:gd name="connsiteY167" fmla="*/ 3767420 h 6858000"/>
              <a:gd name="connsiteX168" fmla="*/ 3390805 w 7472601"/>
              <a:gd name="connsiteY168" fmla="*/ 3937163 h 6858000"/>
              <a:gd name="connsiteX169" fmla="*/ 3579062 w 7472601"/>
              <a:gd name="connsiteY169" fmla="*/ 4359040 h 6858000"/>
              <a:gd name="connsiteX170" fmla="*/ 3467355 w 7472601"/>
              <a:gd name="connsiteY170" fmla="*/ 3988130 h 6858000"/>
              <a:gd name="connsiteX171" fmla="*/ 3310753 w 7472601"/>
              <a:gd name="connsiteY171" fmla="*/ 3787140 h 6858000"/>
              <a:gd name="connsiteX172" fmla="*/ 3291335 w 7472601"/>
              <a:gd name="connsiteY172" fmla="*/ 3767420 h 6858000"/>
              <a:gd name="connsiteX173" fmla="*/ 1635889 w 7472601"/>
              <a:gd name="connsiteY173" fmla="*/ 3709494 h 6858000"/>
              <a:gd name="connsiteX174" fmla="*/ 1634800 w 7472601"/>
              <a:gd name="connsiteY174" fmla="*/ 3731111 h 6858000"/>
              <a:gd name="connsiteX175" fmla="*/ 1635889 w 7472601"/>
              <a:gd name="connsiteY175" fmla="*/ 3709494 h 6858000"/>
              <a:gd name="connsiteX176" fmla="*/ 1510397 w 7472601"/>
              <a:gd name="connsiteY176" fmla="*/ 3684705 h 6858000"/>
              <a:gd name="connsiteX177" fmla="*/ 1146550 w 7472601"/>
              <a:gd name="connsiteY177" fmla="*/ 3802012 h 6858000"/>
              <a:gd name="connsiteX178" fmla="*/ 698834 w 7472601"/>
              <a:gd name="connsiteY178" fmla="*/ 3952272 h 6858000"/>
              <a:gd name="connsiteX179" fmla="*/ 34256 w 7472601"/>
              <a:gd name="connsiteY179" fmla="*/ 4347603 h 6858000"/>
              <a:gd name="connsiteX180" fmla="*/ 527241 w 7472601"/>
              <a:gd name="connsiteY180" fmla="*/ 4065078 h 6858000"/>
              <a:gd name="connsiteX181" fmla="*/ 1510397 w 7472601"/>
              <a:gd name="connsiteY181" fmla="*/ 3684705 h 6858000"/>
              <a:gd name="connsiteX182" fmla="*/ 1313114 w 7472601"/>
              <a:gd name="connsiteY182" fmla="*/ 3655216 h 6858000"/>
              <a:gd name="connsiteX183" fmla="*/ 1109304 w 7472601"/>
              <a:gd name="connsiteY183" fmla="*/ 3669030 h 6858000"/>
              <a:gd name="connsiteX184" fmla="*/ 8129 w 7472601"/>
              <a:gd name="connsiteY184" fmla="*/ 4330519 h 6858000"/>
              <a:gd name="connsiteX185" fmla="*/ 687572 w 7472601"/>
              <a:gd name="connsiteY185" fmla="*/ 3925629 h 6858000"/>
              <a:gd name="connsiteX186" fmla="*/ 1138365 w 7472601"/>
              <a:gd name="connsiteY186" fmla="*/ 3774515 h 6858000"/>
              <a:gd name="connsiteX187" fmla="*/ 1505579 w 7472601"/>
              <a:gd name="connsiteY187" fmla="*/ 3655526 h 6858000"/>
              <a:gd name="connsiteX188" fmla="*/ 1313114 w 7472601"/>
              <a:gd name="connsiteY188" fmla="*/ 3655216 h 6858000"/>
              <a:gd name="connsiteX189" fmla="*/ 3655073 w 7472601"/>
              <a:gd name="connsiteY189" fmla="*/ 3650884 h 6858000"/>
              <a:gd name="connsiteX190" fmla="*/ 3989938 w 7472601"/>
              <a:gd name="connsiteY190" fmla="*/ 3991685 h 6858000"/>
              <a:gd name="connsiteX191" fmla="*/ 4393907 w 7472601"/>
              <a:gd name="connsiteY191" fmla="*/ 4261258 h 6858000"/>
              <a:gd name="connsiteX192" fmla="*/ 4648051 w 7472601"/>
              <a:gd name="connsiteY192" fmla="*/ 4374051 h 6858000"/>
              <a:gd name="connsiteX193" fmla="*/ 4383389 w 7472601"/>
              <a:gd name="connsiteY193" fmla="*/ 4184369 h 6858000"/>
              <a:gd name="connsiteX194" fmla="*/ 4165508 w 7472601"/>
              <a:gd name="connsiteY194" fmla="*/ 4035196 h 6858000"/>
              <a:gd name="connsiteX195" fmla="*/ 4068162 w 7472601"/>
              <a:gd name="connsiteY195" fmla="*/ 3953394 h 6858000"/>
              <a:gd name="connsiteX196" fmla="*/ 3981416 w 7472601"/>
              <a:gd name="connsiteY196" fmla="*/ 3880482 h 6858000"/>
              <a:gd name="connsiteX197" fmla="*/ 3800147 w 7472601"/>
              <a:gd name="connsiteY197" fmla="*/ 3749872 h 6858000"/>
              <a:gd name="connsiteX198" fmla="*/ 3655073 w 7472601"/>
              <a:gd name="connsiteY198" fmla="*/ 3650884 h 6858000"/>
              <a:gd name="connsiteX199" fmla="*/ 3670252 w 7472601"/>
              <a:gd name="connsiteY199" fmla="*/ 3622798 h 6858000"/>
              <a:gd name="connsiteX200" fmla="*/ 3817258 w 7472601"/>
              <a:gd name="connsiteY200" fmla="*/ 3723577 h 6858000"/>
              <a:gd name="connsiteX201" fmla="*/ 4000461 w 7472601"/>
              <a:gd name="connsiteY201" fmla="*/ 3855966 h 6858000"/>
              <a:gd name="connsiteX202" fmla="*/ 4088180 w 7472601"/>
              <a:gd name="connsiteY202" fmla="*/ 3929774 h 6858000"/>
              <a:gd name="connsiteX203" fmla="*/ 4184555 w 7472601"/>
              <a:gd name="connsiteY203" fmla="*/ 4010683 h 6858000"/>
              <a:gd name="connsiteX204" fmla="*/ 4399563 w 7472601"/>
              <a:gd name="connsiteY204" fmla="*/ 4158106 h 6858000"/>
              <a:gd name="connsiteX205" fmla="*/ 4684469 w 7472601"/>
              <a:gd name="connsiteY205" fmla="*/ 4364680 h 6858000"/>
              <a:gd name="connsiteX206" fmla="*/ 4690271 w 7472601"/>
              <a:gd name="connsiteY206" fmla="*/ 4370034 h 6858000"/>
              <a:gd name="connsiteX207" fmla="*/ 4136093 w 7472601"/>
              <a:gd name="connsiteY207" fmla="*/ 3858466 h 6858000"/>
              <a:gd name="connsiteX208" fmla="*/ 3670252 w 7472601"/>
              <a:gd name="connsiteY208" fmla="*/ 3622798 h 6858000"/>
              <a:gd name="connsiteX209" fmla="*/ 4440129 w 7472601"/>
              <a:gd name="connsiteY209" fmla="*/ 3448571 h 6858000"/>
              <a:gd name="connsiteX210" fmla="*/ 4856525 w 7472601"/>
              <a:gd name="connsiteY210" fmla="*/ 3915351 h 6858000"/>
              <a:gd name="connsiteX211" fmla="*/ 5059055 w 7472601"/>
              <a:gd name="connsiteY211" fmla="*/ 4108918 h 6858000"/>
              <a:gd name="connsiteX212" fmla="*/ 5290070 w 7472601"/>
              <a:gd name="connsiteY212" fmla="*/ 4263619 h 6858000"/>
              <a:gd name="connsiteX213" fmla="*/ 4834991 w 7472601"/>
              <a:gd name="connsiteY213" fmla="*/ 3830985 h 6858000"/>
              <a:gd name="connsiteX214" fmla="*/ 4440129 w 7472601"/>
              <a:gd name="connsiteY214" fmla="*/ 3448571 h 6858000"/>
              <a:gd name="connsiteX215" fmla="*/ 4441737 w 7472601"/>
              <a:gd name="connsiteY215" fmla="*/ 3399734 h 6858000"/>
              <a:gd name="connsiteX216" fmla="*/ 4431236 w 7472601"/>
              <a:gd name="connsiteY216" fmla="*/ 3400954 h 6858000"/>
              <a:gd name="connsiteX217" fmla="*/ 4557150 w 7472601"/>
              <a:gd name="connsiteY217" fmla="*/ 3510023 h 6858000"/>
              <a:gd name="connsiteX218" fmla="*/ 4856936 w 7472601"/>
              <a:gd name="connsiteY218" fmla="*/ 3809146 h 6858000"/>
              <a:gd name="connsiteX219" fmla="*/ 5111996 w 7472601"/>
              <a:gd name="connsiteY219" fmla="*/ 4065759 h 6858000"/>
              <a:gd name="connsiteX220" fmla="*/ 5388878 w 7472601"/>
              <a:gd name="connsiteY220" fmla="*/ 4300185 h 6858000"/>
              <a:gd name="connsiteX221" fmla="*/ 5425556 w 7472601"/>
              <a:gd name="connsiteY221" fmla="*/ 4308967 h 6858000"/>
              <a:gd name="connsiteX222" fmla="*/ 4943646 w 7472601"/>
              <a:gd name="connsiteY222" fmla="*/ 3822916 h 6858000"/>
              <a:gd name="connsiteX223" fmla="*/ 4594837 w 7472601"/>
              <a:gd name="connsiteY223" fmla="*/ 3532274 h 6858000"/>
              <a:gd name="connsiteX224" fmla="*/ 4441737 w 7472601"/>
              <a:gd name="connsiteY224" fmla="*/ 3399734 h 6858000"/>
              <a:gd name="connsiteX225" fmla="*/ 5425834 w 7472601"/>
              <a:gd name="connsiteY225" fmla="*/ 3162785 h 6858000"/>
              <a:gd name="connsiteX226" fmla="*/ 5401644 w 7472601"/>
              <a:gd name="connsiteY226" fmla="*/ 3617847 h 6858000"/>
              <a:gd name="connsiteX227" fmla="*/ 5467256 w 7472601"/>
              <a:gd name="connsiteY227" fmla="*/ 4175494 h 6858000"/>
              <a:gd name="connsiteX228" fmla="*/ 5448069 w 7472601"/>
              <a:gd name="connsiteY228" fmla="*/ 3567554 h 6858000"/>
              <a:gd name="connsiteX229" fmla="*/ 5425834 w 7472601"/>
              <a:gd name="connsiteY229" fmla="*/ 3162785 h 6858000"/>
              <a:gd name="connsiteX230" fmla="*/ 1318687 w 7472601"/>
              <a:gd name="connsiteY230" fmla="*/ 3113840 h 6858000"/>
              <a:gd name="connsiteX231" fmla="*/ 1066793 w 7472601"/>
              <a:gd name="connsiteY231" fmla="*/ 3212171 h 6858000"/>
              <a:gd name="connsiteX232" fmla="*/ 993319 w 7472601"/>
              <a:gd name="connsiteY232" fmla="*/ 3247648 h 6858000"/>
              <a:gd name="connsiteX233" fmla="*/ 853081 w 7472601"/>
              <a:gd name="connsiteY233" fmla="*/ 3312410 h 6858000"/>
              <a:gd name="connsiteX234" fmla="*/ 805957 w 7472601"/>
              <a:gd name="connsiteY234" fmla="*/ 3330443 h 6858000"/>
              <a:gd name="connsiteX235" fmla="*/ 1318687 w 7472601"/>
              <a:gd name="connsiteY235" fmla="*/ 3113840 h 6858000"/>
              <a:gd name="connsiteX236" fmla="*/ 5453702 w 7472601"/>
              <a:gd name="connsiteY236" fmla="*/ 3090882 h 6858000"/>
              <a:gd name="connsiteX237" fmla="*/ 5480135 w 7472601"/>
              <a:gd name="connsiteY237" fmla="*/ 3565802 h 6858000"/>
              <a:gd name="connsiteX238" fmla="*/ 5499023 w 7472601"/>
              <a:gd name="connsiteY238" fmla="*/ 4166310 h 6858000"/>
              <a:gd name="connsiteX239" fmla="*/ 5547022 w 7472601"/>
              <a:gd name="connsiteY239" fmla="*/ 3607838 h 6858000"/>
              <a:gd name="connsiteX240" fmla="*/ 5515964 w 7472601"/>
              <a:gd name="connsiteY240" fmla="*/ 3378541 h 6858000"/>
              <a:gd name="connsiteX241" fmla="*/ 5453702 w 7472601"/>
              <a:gd name="connsiteY241" fmla="*/ 3090882 h 6858000"/>
              <a:gd name="connsiteX242" fmla="*/ 1238695 w 7472601"/>
              <a:gd name="connsiteY242" fmla="*/ 3076820 h 6858000"/>
              <a:gd name="connsiteX243" fmla="*/ 716371 w 7472601"/>
              <a:gd name="connsiteY243" fmla="*/ 3293249 h 6858000"/>
              <a:gd name="connsiteX244" fmla="*/ 579522 w 7472601"/>
              <a:gd name="connsiteY244" fmla="*/ 3371759 h 6858000"/>
              <a:gd name="connsiteX245" fmla="*/ 600288 w 7472601"/>
              <a:gd name="connsiteY245" fmla="*/ 3365555 h 6858000"/>
              <a:gd name="connsiteX246" fmla="*/ 840692 w 7472601"/>
              <a:gd name="connsiteY246" fmla="*/ 3284921 h 6858000"/>
              <a:gd name="connsiteX247" fmla="*/ 979248 w 7472601"/>
              <a:gd name="connsiteY247" fmla="*/ 3221003 h 6858000"/>
              <a:gd name="connsiteX248" fmla="*/ 1053282 w 7472601"/>
              <a:gd name="connsiteY248" fmla="*/ 3185247 h 6858000"/>
              <a:gd name="connsiteX249" fmla="*/ 1320603 w 7472601"/>
              <a:gd name="connsiteY249" fmla="*/ 3081281 h 6858000"/>
              <a:gd name="connsiteX250" fmla="*/ 1238695 w 7472601"/>
              <a:gd name="connsiteY250" fmla="*/ 3076820 h 6858000"/>
              <a:gd name="connsiteX251" fmla="*/ 5425627 w 7472601"/>
              <a:gd name="connsiteY251" fmla="*/ 2954192 h 6858000"/>
              <a:gd name="connsiteX252" fmla="*/ 5470770 w 7472601"/>
              <a:gd name="connsiteY252" fmla="*/ 3005435 h 6858000"/>
              <a:gd name="connsiteX253" fmla="*/ 5519779 w 7472601"/>
              <a:gd name="connsiteY253" fmla="*/ 4359223 h 6858000"/>
              <a:gd name="connsiteX254" fmla="*/ 5520293 w 7472601"/>
              <a:gd name="connsiteY254" fmla="*/ 4360602 h 6858000"/>
              <a:gd name="connsiteX255" fmla="*/ 5767221 w 7472601"/>
              <a:gd name="connsiteY255" fmla="*/ 4665564 h 6858000"/>
              <a:gd name="connsiteX256" fmla="*/ 6937169 w 7472601"/>
              <a:gd name="connsiteY256" fmla="*/ 4815941 h 6858000"/>
              <a:gd name="connsiteX257" fmla="*/ 6953922 w 7472601"/>
              <a:gd name="connsiteY257" fmla="*/ 4890068 h 6858000"/>
              <a:gd name="connsiteX258" fmla="*/ 6071359 w 7472601"/>
              <a:gd name="connsiteY258" fmla="*/ 4770770 h 6858000"/>
              <a:gd name="connsiteX259" fmla="*/ 6038839 w 7472601"/>
              <a:gd name="connsiteY259" fmla="*/ 4764474 h 6858000"/>
              <a:gd name="connsiteX260" fmla="*/ 6038706 w 7472601"/>
              <a:gd name="connsiteY260" fmla="*/ 4763847 h 6858000"/>
              <a:gd name="connsiteX261" fmla="*/ 6037784 w 7472601"/>
              <a:gd name="connsiteY261" fmla="*/ 4764270 h 6858000"/>
              <a:gd name="connsiteX262" fmla="*/ 6038839 w 7472601"/>
              <a:gd name="connsiteY262" fmla="*/ 4764474 h 6858000"/>
              <a:gd name="connsiteX263" fmla="*/ 6040338 w 7472601"/>
              <a:gd name="connsiteY263" fmla="*/ 4771418 h 6858000"/>
              <a:gd name="connsiteX264" fmla="*/ 6024488 w 7472601"/>
              <a:gd name="connsiteY264" fmla="*/ 4809903 h 6858000"/>
              <a:gd name="connsiteX265" fmla="*/ 5599771 w 7472601"/>
              <a:gd name="connsiteY265" fmla="*/ 5509652 h 6858000"/>
              <a:gd name="connsiteX266" fmla="*/ 5548843 w 7472601"/>
              <a:gd name="connsiteY266" fmla="*/ 5563845 h 6858000"/>
              <a:gd name="connsiteX267" fmla="*/ 5940952 w 7472601"/>
              <a:gd name="connsiteY267" fmla="*/ 6250028 h 6858000"/>
              <a:gd name="connsiteX268" fmla="*/ 6043441 w 7472601"/>
              <a:gd name="connsiteY268" fmla="*/ 6665847 h 6858000"/>
              <a:gd name="connsiteX269" fmla="*/ 6093432 w 7472601"/>
              <a:gd name="connsiteY269" fmla="*/ 6858000 h 6858000"/>
              <a:gd name="connsiteX270" fmla="*/ 6034344 w 7472601"/>
              <a:gd name="connsiteY270" fmla="*/ 6858000 h 6858000"/>
              <a:gd name="connsiteX271" fmla="*/ 6026679 w 7472601"/>
              <a:gd name="connsiteY271" fmla="*/ 6836959 h 6858000"/>
              <a:gd name="connsiteX272" fmla="*/ 5800441 w 7472601"/>
              <a:gd name="connsiteY272" fmla="*/ 6335286 h 6858000"/>
              <a:gd name="connsiteX273" fmla="*/ 5526562 w 7472601"/>
              <a:gd name="connsiteY273" fmla="*/ 5705388 h 6858000"/>
              <a:gd name="connsiteX274" fmla="*/ 5519640 w 7472601"/>
              <a:gd name="connsiteY274" fmla="*/ 5683774 h 6858000"/>
              <a:gd name="connsiteX275" fmla="*/ 5844559 w 7472601"/>
              <a:gd name="connsiteY275" fmla="*/ 6553349 h 6858000"/>
              <a:gd name="connsiteX276" fmla="*/ 5975994 w 7472601"/>
              <a:gd name="connsiteY276" fmla="*/ 6858000 h 6858000"/>
              <a:gd name="connsiteX277" fmla="*/ 5898547 w 7472601"/>
              <a:gd name="connsiteY277" fmla="*/ 6858000 h 6858000"/>
              <a:gd name="connsiteX278" fmla="*/ 5682041 w 7472601"/>
              <a:gd name="connsiteY278" fmla="*/ 6355860 h 6858000"/>
              <a:gd name="connsiteX279" fmla="*/ 5461758 w 7472601"/>
              <a:gd name="connsiteY279" fmla="*/ 5820220 h 6858000"/>
              <a:gd name="connsiteX280" fmla="*/ 5237282 w 7472601"/>
              <a:gd name="connsiteY280" fmla="*/ 6579086 h 6858000"/>
              <a:gd name="connsiteX281" fmla="*/ 5115009 w 7472601"/>
              <a:gd name="connsiteY281" fmla="*/ 6858000 h 6858000"/>
              <a:gd name="connsiteX282" fmla="*/ 5028074 w 7472601"/>
              <a:gd name="connsiteY282" fmla="*/ 6858000 h 6858000"/>
              <a:gd name="connsiteX283" fmla="*/ 5079508 w 7472601"/>
              <a:gd name="connsiteY283" fmla="*/ 6749074 h 6858000"/>
              <a:gd name="connsiteX284" fmla="*/ 5371846 w 7472601"/>
              <a:gd name="connsiteY284" fmla="*/ 5924413 h 6858000"/>
              <a:gd name="connsiteX285" fmla="*/ 5270512 w 7472601"/>
              <a:gd name="connsiteY285" fmla="*/ 6138975 h 6858000"/>
              <a:gd name="connsiteX286" fmla="*/ 5062409 w 7472601"/>
              <a:gd name="connsiteY286" fmla="*/ 6653544 h 6858000"/>
              <a:gd name="connsiteX287" fmla="*/ 5036628 w 7472601"/>
              <a:gd name="connsiteY287" fmla="*/ 6754247 h 6858000"/>
              <a:gd name="connsiteX288" fmla="*/ 5009112 w 7472601"/>
              <a:gd name="connsiteY288" fmla="*/ 6858000 h 6858000"/>
              <a:gd name="connsiteX289" fmla="*/ 4976679 w 7472601"/>
              <a:gd name="connsiteY289" fmla="*/ 6858000 h 6858000"/>
              <a:gd name="connsiteX290" fmla="*/ 5006537 w 7472601"/>
              <a:gd name="connsiteY290" fmla="*/ 6747068 h 6858000"/>
              <a:gd name="connsiteX291" fmla="*/ 5032723 w 7472601"/>
              <a:gd name="connsiteY291" fmla="*/ 6644957 h 6858000"/>
              <a:gd name="connsiteX292" fmla="*/ 5242949 w 7472601"/>
              <a:gd name="connsiteY292" fmla="*/ 6125175 h 6858000"/>
              <a:gd name="connsiteX293" fmla="*/ 5286321 w 7472601"/>
              <a:gd name="connsiteY293" fmla="*/ 6033555 h 6858000"/>
              <a:gd name="connsiteX294" fmla="*/ 5008210 w 7472601"/>
              <a:gd name="connsiteY294" fmla="*/ 6649194 h 6858000"/>
              <a:gd name="connsiteX295" fmla="*/ 4986321 w 7472601"/>
              <a:gd name="connsiteY295" fmla="*/ 6765687 h 6858000"/>
              <a:gd name="connsiteX296" fmla="*/ 4973474 w 7472601"/>
              <a:gd name="connsiteY296" fmla="*/ 6858000 h 6858000"/>
              <a:gd name="connsiteX297" fmla="*/ 4907178 w 7472601"/>
              <a:gd name="connsiteY297" fmla="*/ 6858000 h 6858000"/>
              <a:gd name="connsiteX298" fmla="*/ 4910810 w 7472601"/>
              <a:gd name="connsiteY298" fmla="*/ 6829660 h 6858000"/>
              <a:gd name="connsiteX299" fmla="*/ 4987461 w 7472601"/>
              <a:gd name="connsiteY299" fmla="*/ 6432994 h 6858000"/>
              <a:gd name="connsiteX300" fmla="*/ 5179262 w 7472601"/>
              <a:gd name="connsiteY300" fmla="*/ 6035044 h 6858000"/>
              <a:gd name="connsiteX301" fmla="*/ 4689678 w 7472601"/>
              <a:gd name="connsiteY301" fmla="*/ 6440241 h 6858000"/>
              <a:gd name="connsiteX302" fmla="*/ 4477543 w 7472601"/>
              <a:gd name="connsiteY302" fmla="*/ 6674836 h 6858000"/>
              <a:gd name="connsiteX303" fmla="*/ 4329957 w 7472601"/>
              <a:gd name="connsiteY303" fmla="*/ 6858000 h 6858000"/>
              <a:gd name="connsiteX304" fmla="*/ 4218595 w 7472601"/>
              <a:gd name="connsiteY304" fmla="*/ 6858000 h 6858000"/>
              <a:gd name="connsiteX305" fmla="*/ 4368888 w 7472601"/>
              <a:gd name="connsiteY305" fmla="*/ 6668412 h 6858000"/>
              <a:gd name="connsiteX306" fmla="*/ 4563091 w 7472601"/>
              <a:gd name="connsiteY306" fmla="*/ 6442508 h 6858000"/>
              <a:gd name="connsiteX307" fmla="*/ 5387324 w 7472601"/>
              <a:gd name="connsiteY307" fmla="*/ 5705830 h 6858000"/>
              <a:gd name="connsiteX308" fmla="*/ 5073620 w 7472601"/>
              <a:gd name="connsiteY308" fmla="*/ 5955437 h 6858000"/>
              <a:gd name="connsiteX309" fmla="*/ 4689789 w 7472601"/>
              <a:gd name="connsiteY309" fmla="*/ 6268382 h 6858000"/>
              <a:gd name="connsiteX310" fmla="*/ 4418722 w 7472601"/>
              <a:gd name="connsiteY310" fmla="*/ 6570886 h 6858000"/>
              <a:gd name="connsiteX311" fmla="*/ 4214944 w 7472601"/>
              <a:gd name="connsiteY311" fmla="*/ 6858000 h 6858000"/>
              <a:gd name="connsiteX312" fmla="*/ 4177898 w 7472601"/>
              <a:gd name="connsiteY312" fmla="*/ 6858000 h 6858000"/>
              <a:gd name="connsiteX313" fmla="*/ 4391597 w 7472601"/>
              <a:gd name="connsiteY313" fmla="*/ 6556370 h 6858000"/>
              <a:gd name="connsiteX314" fmla="*/ 4668889 w 7472601"/>
              <a:gd name="connsiteY314" fmla="*/ 6246399 h 6858000"/>
              <a:gd name="connsiteX315" fmla="*/ 5055427 w 7472601"/>
              <a:gd name="connsiteY315" fmla="*/ 5931476 h 6858000"/>
              <a:gd name="connsiteX316" fmla="*/ 5371814 w 7472601"/>
              <a:gd name="connsiteY316" fmla="*/ 5678975 h 6858000"/>
              <a:gd name="connsiteX317" fmla="*/ 4987918 w 7472601"/>
              <a:gd name="connsiteY317" fmla="*/ 5838701 h 6858000"/>
              <a:gd name="connsiteX318" fmla="*/ 4317146 w 7472601"/>
              <a:gd name="connsiteY318" fmla="*/ 6587716 h 6858000"/>
              <a:gd name="connsiteX319" fmla="*/ 4171627 w 7472601"/>
              <a:gd name="connsiteY319" fmla="*/ 6858000 h 6858000"/>
              <a:gd name="connsiteX320" fmla="*/ 4081585 w 7472601"/>
              <a:gd name="connsiteY320" fmla="*/ 6858000 h 6858000"/>
              <a:gd name="connsiteX321" fmla="*/ 4238603 w 7472601"/>
              <a:gd name="connsiteY321" fmla="*/ 6559341 h 6858000"/>
              <a:gd name="connsiteX322" fmla="*/ 4778333 w 7472601"/>
              <a:gd name="connsiteY322" fmla="*/ 5873626 h 6858000"/>
              <a:gd name="connsiteX323" fmla="*/ 5414185 w 7472601"/>
              <a:gd name="connsiteY323" fmla="*/ 5573882 h 6858000"/>
              <a:gd name="connsiteX324" fmla="*/ 5959648 w 7472601"/>
              <a:gd name="connsiteY324" fmla="*/ 4760797 h 6858000"/>
              <a:gd name="connsiteX325" fmla="*/ 5355019 w 7472601"/>
              <a:gd name="connsiteY325" fmla="*/ 4734672 h 6858000"/>
              <a:gd name="connsiteX326" fmla="*/ 5083565 w 7472601"/>
              <a:gd name="connsiteY326" fmla="*/ 5179121 h 6858000"/>
              <a:gd name="connsiteX327" fmla="*/ 4713577 w 7472601"/>
              <a:gd name="connsiteY327" fmla="*/ 5616803 h 6858000"/>
              <a:gd name="connsiteX328" fmla="*/ 3989559 w 7472601"/>
              <a:gd name="connsiteY328" fmla="*/ 6145945 h 6858000"/>
              <a:gd name="connsiteX329" fmla="*/ 3939824 w 7472601"/>
              <a:gd name="connsiteY329" fmla="*/ 6066900 h 6858000"/>
              <a:gd name="connsiteX330" fmla="*/ 4584537 w 7472601"/>
              <a:gd name="connsiteY330" fmla="*/ 5324826 h 6858000"/>
              <a:gd name="connsiteX331" fmla="*/ 5037105 w 7472601"/>
              <a:gd name="connsiteY331" fmla="*/ 5088765 h 6858000"/>
              <a:gd name="connsiteX332" fmla="*/ 5039930 w 7472601"/>
              <a:gd name="connsiteY332" fmla="*/ 5089585 h 6858000"/>
              <a:gd name="connsiteX333" fmla="*/ 5263764 w 7472601"/>
              <a:gd name="connsiteY333" fmla="*/ 4735525 h 6858000"/>
              <a:gd name="connsiteX334" fmla="*/ 4086300 w 7472601"/>
              <a:gd name="connsiteY334" fmla="*/ 4884599 h 6858000"/>
              <a:gd name="connsiteX335" fmla="*/ 4085485 w 7472601"/>
              <a:gd name="connsiteY335" fmla="*/ 4899070 h 6858000"/>
              <a:gd name="connsiteX336" fmla="*/ 3871915 w 7472601"/>
              <a:gd name="connsiteY336" fmla="*/ 5253645 h 6858000"/>
              <a:gd name="connsiteX337" fmla="*/ 3799374 w 7472601"/>
              <a:gd name="connsiteY337" fmla="*/ 5466127 h 6858000"/>
              <a:gd name="connsiteX338" fmla="*/ 3498850 w 7472601"/>
              <a:gd name="connsiteY338" fmla="*/ 6661888 h 6858000"/>
              <a:gd name="connsiteX339" fmla="*/ 3399216 w 7472601"/>
              <a:gd name="connsiteY339" fmla="*/ 6858000 h 6858000"/>
              <a:gd name="connsiteX340" fmla="*/ 3303688 w 7472601"/>
              <a:gd name="connsiteY340" fmla="*/ 6858000 h 6858000"/>
              <a:gd name="connsiteX341" fmla="*/ 3391774 w 7472601"/>
              <a:gd name="connsiteY341" fmla="*/ 6697181 h 6858000"/>
              <a:gd name="connsiteX342" fmla="*/ 3735540 w 7472601"/>
              <a:gd name="connsiteY342" fmla="*/ 5546923 h 6858000"/>
              <a:gd name="connsiteX343" fmla="*/ 3729438 w 7472601"/>
              <a:gd name="connsiteY343" fmla="*/ 5569058 h 6858000"/>
              <a:gd name="connsiteX344" fmla="*/ 3707782 w 7472601"/>
              <a:gd name="connsiteY344" fmla="*/ 5644908 h 6858000"/>
              <a:gd name="connsiteX345" fmla="*/ 3583827 w 7472601"/>
              <a:gd name="connsiteY345" fmla="*/ 6039215 h 6858000"/>
              <a:gd name="connsiteX346" fmla="*/ 3547861 w 7472601"/>
              <a:gd name="connsiteY346" fmla="*/ 6129609 h 6858000"/>
              <a:gd name="connsiteX347" fmla="*/ 3490905 w 7472601"/>
              <a:gd name="connsiteY347" fmla="*/ 6277660 h 6858000"/>
              <a:gd name="connsiteX348" fmla="*/ 3455859 w 7472601"/>
              <a:gd name="connsiteY348" fmla="*/ 6391301 h 6858000"/>
              <a:gd name="connsiteX349" fmla="*/ 3429112 w 7472601"/>
              <a:gd name="connsiteY349" fmla="*/ 6479469 h 6858000"/>
              <a:gd name="connsiteX350" fmla="*/ 3304862 w 7472601"/>
              <a:gd name="connsiteY350" fmla="*/ 6796476 h 6858000"/>
              <a:gd name="connsiteX351" fmla="*/ 3276071 w 7472601"/>
              <a:gd name="connsiteY351" fmla="*/ 6858000 h 6858000"/>
              <a:gd name="connsiteX352" fmla="*/ 3240805 w 7472601"/>
              <a:gd name="connsiteY352" fmla="*/ 6858000 h 6858000"/>
              <a:gd name="connsiteX353" fmla="*/ 3275917 w 7472601"/>
              <a:gd name="connsiteY353" fmla="*/ 6783192 h 6858000"/>
              <a:gd name="connsiteX354" fmla="*/ 3399358 w 7472601"/>
              <a:gd name="connsiteY354" fmla="*/ 6469011 h 6858000"/>
              <a:gd name="connsiteX355" fmla="*/ 3425650 w 7472601"/>
              <a:gd name="connsiteY355" fmla="*/ 6381333 h 6858000"/>
              <a:gd name="connsiteX356" fmla="*/ 3460661 w 7472601"/>
              <a:gd name="connsiteY356" fmla="*/ 6266763 h 6858000"/>
              <a:gd name="connsiteX357" fmla="*/ 3518021 w 7472601"/>
              <a:gd name="connsiteY357" fmla="*/ 6117298 h 6858000"/>
              <a:gd name="connsiteX358" fmla="*/ 3554035 w 7472601"/>
              <a:gd name="connsiteY358" fmla="*/ 6027832 h 6858000"/>
              <a:gd name="connsiteX359" fmla="*/ 3677174 w 7472601"/>
              <a:gd name="connsiteY359" fmla="*/ 5636351 h 6858000"/>
              <a:gd name="connsiteX360" fmla="*/ 3698819 w 7472601"/>
              <a:gd name="connsiteY360" fmla="*/ 5560503 h 6858000"/>
              <a:gd name="connsiteX361" fmla="*/ 3702094 w 7472601"/>
              <a:gd name="connsiteY361" fmla="*/ 5549194 h 6858000"/>
              <a:gd name="connsiteX362" fmla="*/ 3398355 w 7472601"/>
              <a:gd name="connsiteY362" fmla="*/ 6094603 h 6858000"/>
              <a:gd name="connsiteX363" fmla="*/ 3193941 w 7472601"/>
              <a:gd name="connsiteY363" fmla="*/ 6798775 h 6858000"/>
              <a:gd name="connsiteX364" fmla="*/ 3184140 w 7472601"/>
              <a:gd name="connsiteY364" fmla="*/ 6858000 h 6858000"/>
              <a:gd name="connsiteX365" fmla="*/ 3099978 w 7472601"/>
              <a:gd name="connsiteY365" fmla="*/ 6858000 h 6858000"/>
              <a:gd name="connsiteX366" fmla="*/ 3101556 w 7472601"/>
              <a:gd name="connsiteY366" fmla="*/ 6843337 h 6858000"/>
              <a:gd name="connsiteX367" fmla="*/ 3370162 w 7472601"/>
              <a:gd name="connsiteY367" fmla="*/ 5785550 h 6858000"/>
              <a:gd name="connsiteX368" fmla="*/ 3746477 w 7472601"/>
              <a:gd name="connsiteY368" fmla="*/ 5377889 h 6858000"/>
              <a:gd name="connsiteX369" fmla="*/ 3863399 w 7472601"/>
              <a:gd name="connsiteY369" fmla="*/ 5087257 h 6858000"/>
              <a:gd name="connsiteX370" fmla="*/ 3968712 w 7472601"/>
              <a:gd name="connsiteY370" fmla="*/ 4913989 h 6858000"/>
              <a:gd name="connsiteX371" fmla="*/ 2792390 w 7472601"/>
              <a:gd name="connsiteY371" fmla="*/ 5382974 h 6858000"/>
              <a:gd name="connsiteX372" fmla="*/ 2714982 w 7472601"/>
              <a:gd name="connsiteY372" fmla="*/ 5427051 h 6858000"/>
              <a:gd name="connsiteX373" fmla="*/ 2813361 w 7472601"/>
              <a:gd name="connsiteY373" fmla="*/ 6023912 h 6858000"/>
              <a:gd name="connsiteX374" fmla="*/ 2688430 w 7472601"/>
              <a:gd name="connsiteY374" fmla="*/ 6801564 h 6858000"/>
              <a:gd name="connsiteX375" fmla="*/ 2629626 w 7472601"/>
              <a:gd name="connsiteY375" fmla="*/ 6763394 h 6858000"/>
              <a:gd name="connsiteX376" fmla="*/ 2565328 w 7472601"/>
              <a:gd name="connsiteY376" fmla="*/ 5516399 h 6858000"/>
              <a:gd name="connsiteX377" fmla="*/ 1922999 w 7472601"/>
              <a:gd name="connsiteY377" fmla="*/ 5980343 h 6858000"/>
              <a:gd name="connsiteX378" fmla="*/ 1950261 w 7472601"/>
              <a:gd name="connsiteY378" fmla="*/ 6405858 h 6858000"/>
              <a:gd name="connsiteX379" fmla="*/ 2365554 w 7472601"/>
              <a:gd name="connsiteY379" fmla="*/ 6759107 h 6858000"/>
              <a:gd name="connsiteX380" fmla="*/ 2424142 w 7472601"/>
              <a:gd name="connsiteY380" fmla="*/ 6858000 h 6858000"/>
              <a:gd name="connsiteX381" fmla="*/ 2395994 w 7472601"/>
              <a:gd name="connsiteY381" fmla="*/ 6858000 h 6858000"/>
              <a:gd name="connsiteX382" fmla="*/ 2392863 w 7472601"/>
              <a:gd name="connsiteY382" fmla="*/ 6852964 h 6858000"/>
              <a:gd name="connsiteX383" fmla="*/ 2017589 w 7472601"/>
              <a:gd name="connsiteY383" fmla="*/ 6493982 h 6858000"/>
              <a:gd name="connsiteX384" fmla="*/ 2147336 w 7472601"/>
              <a:gd name="connsiteY384" fmla="*/ 6594052 h 6858000"/>
              <a:gd name="connsiteX385" fmla="*/ 2207047 w 7472601"/>
              <a:gd name="connsiteY385" fmla="*/ 6654540 h 6858000"/>
              <a:gd name="connsiteX386" fmla="*/ 2299106 w 7472601"/>
              <a:gd name="connsiteY386" fmla="*/ 6778931 h 6858000"/>
              <a:gd name="connsiteX387" fmla="*/ 2314430 w 7472601"/>
              <a:gd name="connsiteY387" fmla="*/ 6801144 h 6858000"/>
              <a:gd name="connsiteX388" fmla="*/ 2352406 w 7472601"/>
              <a:gd name="connsiteY388" fmla="*/ 6858000 h 6858000"/>
              <a:gd name="connsiteX389" fmla="*/ 2314492 w 7472601"/>
              <a:gd name="connsiteY389" fmla="*/ 6858000 h 6858000"/>
              <a:gd name="connsiteX390" fmla="*/ 2288095 w 7472601"/>
              <a:gd name="connsiteY390" fmla="*/ 6818030 h 6858000"/>
              <a:gd name="connsiteX391" fmla="*/ 2272768 w 7472601"/>
              <a:gd name="connsiteY391" fmla="*/ 6795822 h 6858000"/>
              <a:gd name="connsiteX392" fmla="*/ 2182715 w 7472601"/>
              <a:gd name="connsiteY392" fmla="*/ 6675071 h 6858000"/>
              <a:gd name="connsiteX393" fmla="*/ 2032061 w 7472601"/>
              <a:gd name="connsiteY393" fmla="*/ 6541380 h 6858000"/>
              <a:gd name="connsiteX394" fmla="*/ 2257220 w 7472601"/>
              <a:gd name="connsiteY394" fmla="*/ 6826257 h 6858000"/>
              <a:gd name="connsiteX395" fmla="*/ 2281324 w 7472601"/>
              <a:gd name="connsiteY395" fmla="*/ 6858000 h 6858000"/>
              <a:gd name="connsiteX396" fmla="*/ 2242860 w 7472601"/>
              <a:gd name="connsiteY396" fmla="*/ 6858000 h 6858000"/>
              <a:gd name="connsiteX397" fmla="*/ 2232818 w 7472601"/>
              <a:gd name="connsiteY397" fmla="*/ 6844926 h 6858000"/>
              <a:gd name="connsiteX398" fmla="*/ 1990172 w 7472601"/>
              <a:gd name="connsiteY398" fmla="*/ 6542121 h 6858000"/>
              <a:gd name="connsiteX399" fmla="*/ 2124090 w 7472601"/>
              <a:gd name="connsiteY399" fmla="*/ 6761017 h 6858000"/>
              <a:gd name="connsiteX400" fmla="*/ 2200380 w 7472601"/>
              <a:gd name="connsiteY400" fmla="*/ 6858000 h 6858000"/>
              <a:gd name="connsiteX401" fmla="*/ 2147507 w 7472601"/>
              <a:gd name="connsiteY401" fmla="*/ 6858000 h 6858000"/>
              <a:gd name="connsiteX402" fmla="*/ 2070668 w 7472601"/>
              <a:gd name="connsiteY402" fmla="*/ 6761520 h 6858000"/>
              <a:gd name="connsiteX403" fmla="*/ 1975142 w 7472601"/>
              <a:gd name="connsiteY403" fmla="*/ 6585570 h 6858000"/>
              <a:gd name="connsiteX404" fmla="*/ 2050035 w 7472601"/>
              <a:gd name="connsiteY404" fmla="*/ 6813345 h 6858000"/>
              <a:gd name="connsiteX405" fmla="*/ 2063025 w 7472601"/>
              <a:gd name="connsiteY405" fmla="*/ 6858000 h 6858000"/>
              <a:gd name="connsiteX406" fmla="*/ 2021675 w 7472601"/>
              <a:gd name="connsiteY406" fmla="*/ 6858000 h 6858000"/>
              <a:gd name="connsiteX407" fmla="*/ 2019308 w 7472601"/>
              <a:gd name="connsiteY407" fmla="*/ 6847118 h 6858000"/>
              <a:gd name="connsiteX408" fmla="*/ 1938835 w 7472601"/>
              <a:gd name="connsiteY408" fmla="*/ 6551160 h 6858000"/>
              <a:gd name="connsiteX409" fmla="*/ 1953230 w 7472601"/>
              <a:gd name="connsiteY409" fmla="*/ 6759699 h 6858000"/>
              <a:gd name="connsiteX410" fmla="*/ 1956763 w 7472601"/>
              <a:gd name="connsiteY410" fmla="*/ 6778191 h 6858000"/>
              <a:gd name="connsiteX411" fmla="*/ 1967925 w 7472601"/>
              <a:gd name="connsiteY411" fmla="*/ 6858000 h 6858000"/>
              <a:gd name="connsiteX412" fmla="*/ 1936622 w 7472601"/>
              <a:gd name="connsiteY412" fmla="*/ 6858000 h 6858000"/>
              <a:gd name="connsiteX413" fmla="*/ 1926261 w 7472601"/>
              <a:gd name="connsiteY413" fmla="*/ 6784064 h 6858000"/>
              <a:gd name="connsiteX414" fmla="*/ 1922724 w 7472601"/>
              <a:gd name="connsiteY414" fmla="*/ 6765577 h 6858000"/>
              <a:gd name="connsiteX415" fmla="*/ 1904650 w 7472601"/>
              <a:gd name="connsiteY415" fmla="*/ 6639616 h 6858000"/>
              <a:gd name="connsiteX416" fmla="*/ 1885273 w 7472601"/>
              <a:gd name="connsiteY416" fmla="*/ 6858000 h 6858000"/>
              <a:gd name="connsiteX417" fmla="*/ 1854363 w 7472601"/>
              <a:gd name="connsiteY417" fmla="*/ 6858000 h 6858000"/>
              <a:gd name="connsiteX418" fmla="*/ 1880391 w 7472601"/>
              <a:gd name="connsiteY418" fmla="*/ 6603796 h 6858000"/>
              <a:gd name="connsiteX419" fmla="*/ 1818273 w 7472601"/>
              <a:gd name="connsiteY419" fmla="*/ 6715729 h 6858000"/>
              <a:gd name="connsiteX420" fmla="*/ 1794691 w 7472601"/>
              <a:gd name="connsiteY420" fmla="*/ 6843239 h 6858000"/>
              <a:gd name="connsiteX421" fmla="*/ 1794914 w 7472601"/>
              <a:gd name="connsiteY421" fmla="*/ 6858000 h 6858000"/>
              <a:gd name="connsiteX422" fmla="*/ 1746128 w 7472601"/>
              <a:gd name="connsiteY422" fmla="*/ 6858000 h 6858000"/>
              <a:gd name="connsiteX423" fmla="*/ 1753934 w 7472601"/>
              <a:gd name="connsiteY423" fmla="*/ 6724796 h 6858000"/>
              <a:gd name="connsiteX424" fmla="*/ 1792053 w 7472601"/>
              <a:gd name="connsiteY424" fmla="*/ 6572396 h 6858000"/>
              <a:gd name="connsiteX425" fmla="*/ 1862248 w 7472601"/>
              <a:gd name="connsiteY425" fmla="*/ 6266397 h 6858000"/>
              <a:gd name="connsiteX426" fmla="*/ 1862250 w 7472601"/>
              <a:gd name="connsiteY426" fmla="*/ 6033531 h 6858000"/>
              <a:gd name="connsiteX427" fmla="*/ 1211999 w 7472601"/>
              <a:gd name="connsiteY427" fmla="*/ 6683610 h 6858000"/>
              <a:gd name="connsiteX428" fmla="*/ 1213266 w 7472601"/>
              <a:gd name="connsiteY428" fmla="*/ 6691947 h 6858000"/>
              <a:gd name="connsiteX429" fmla="*/ 1203370 w 7472601"/>
              <a:gd name="connsiteY429" fmla="*/ 6850676 h 6858000"/>
              <a:gd name="connsiteX430" fmla="*/ 1203671 w 7472601"/>
              <a:gd name="connsiteY430" fmla="*/ 6858000 h 6858000"/>
              <a:gd name="connsiteX431" fmla="*/ 1143180 w 7472601"/>
              <a:gd name="connsiteY431" fmla="*/ 6858000 h 6858000"/>
              <a:gd name="connsiteX432" fmla="*/ 1142176 w 7472601"/>
              <a:gd name="connsiteY432" fmla="*/ 6766045 h 6858000"/>
              <a:gd name="connsiteX433" fmla="*/ 1067484 w 7472601"/>
              <a:gd name="connsiteY433" fmla="*/ 6858000 h 6858000"/>
              <a:gd name="connsiteX434" fmla="*/ 953928 w 7472601"/>
              <a:gd name="connsiteY434" fmla="*/ 6858000 h 6858000"/>
              <a:gd name="connsiteX435" fmla="*/ 959715 w 7472601"/>
              <a:gd name="connsiteY435" fmla="*/ 6850185 h 6858000"/>
              <a:gd name="connsiteX436" fmla="*/ 1483788 w 7472601"/>
              <a:gd name="connsiteY436" fmla="*/ 6259174 h 6858000"/>
              <a:gd name="connsiteX437" fmla="*/ 1100671 w 7472601"/>
              <a:gd name="connsiteY437" fmla="*/ 6252137 h 6858000"/>
              <a:gd name="connsiteX438" fmla="*/ 1090144 w 7472601"/>
              <a:gd name="connsiteY438" fmla="*/ 6256748 h 6858000"/>
              <a:gd name="connsiteX439" fmla="*/ 1095872 w 7472601"/>
              <a:gd name="connsiteY439" fmla="*/ 6271892 h 6858000"/>
              <a:gd name="connsiteX440" fmla="*/ 262785 w 7472601"/>
              <a:gd name="connsiteY440" fmla="*/ 6845450 h 6858000"/>
              <a:gd name="connsiteX441" fmla="*/ 209968 w 7472601"/>
              <a:gd name="connsiteY441" fmla="*/ 6770713 h 6858000"/>
              <a:gd name="connsiteX442" fmla="*/ 873460 w 7472601"/>
              <a:gd name="connsiteY442" fmla="*/ 6253768 h 6858000"/>
              <a:gd name="connsiteX443" fmla="*/ 192686 w 7472601"/>
              <a:gd name="connsiteY443" fmla="*/ 5849257 h 6858000"/>
              <a:gd name="connsiteX444" fmla="*/ 4696 w 7472601"/>
              <a:gd name="connsiteY444" fmla="*/ 5697668 h 6858000"/>
              <a:gd name="connsiteX445" fmla="*/ 0 w 7472601"/>
              <a:gd name="connsiteY445" fmla="*/ 5689984 h 6858000"/>
              <a:gd name="connsiteX446" fmla="*/ 0 w 7472601"/>
              <a:gd name="connsiteY446" fmla="*/ 5513472 h 6858000"/>
              <a:gd name="connsiteX447" fmla="*/ 174101 w 7472601"/>
              <a:gd name="connsiteY447" fmla="*/ 5620277 h 6858000"/>
              <a:gd name="connsiteX448" fmla="*/ 891800 w 7472601"/>
              <a:gd name="connsiteY448" fmla="*/ 6036935 h 6858000"/>
              <a:gd name="connsiteX449" fmla="*/ 1072219 w 7472601"/>
              <a:gd name="connsiteY449" fmla="*/ 6169443 h 6858000"/>
              <a:gd name="connsiteX450" fmla="*/ 1074117 w 7472601"/>
              <a:gd name="connsiteY450" fmla="*/ 6170301 h 6858000"/>
              <a:gd name="connsiteX451" fmla="*/ 1083114 w 7472601"/>
              <a:gd name="connsiteY451" fmla="*/ 6174131 h 6858000"/>
              <a:gd name="connsiteX452" fmla="*/ 1543010 w 7472601"/>
              <a:gd name="connsiteY452" fmla="*/ 6191140 h 6858000"/>
              <a:gd name="connsiteX453" fmla="*/ 1551080 w 7472601"/>
              <a:gd name="connsiteY453" fmla="*/ 6195006 h 6858000"/>
              <a:gd name="connsiteX454" fmla="*/ 2345443 w 7472601"/>
              <a:gd name="connsiteY454" fmla="*/ 5549882 h 6858000"/>
              <a:gd name="connsiteX455" fmla="*/ 1721499 w 7472601"/>
              <a:gd name="connsiteY455" fmla="*/ 5599969 h 6858000"/>
              <a:gd name="connsiteX456" fmla="*/ 767716 w 7472601"/>
              <a:gd name="connsiteY456" fmla="*/ 5472768 h 6858000"/>
              <a:gd name="connsiteX457" fmla="*/ 722147 w 7472601"/>
              <a:gd name="connsiteY457" fmla="*/ 5393091 h 6858000"/>
              <a:gd name="connsiteX458" fmla="*/ 1485552 w 7472601"/>
              <a:gd name="connsiteY458" fmla="*/ 5313202 h 6858000"/>
              <a:gd name="connsiteX459" fmla="*/ 2143004 w 7472601"/>
              <a:gd name="connsiteY459" fmla="*/ 5402420 h 6858000"/>
              <a:gd name="connsiteX460" fmla="*/ 1933391 w 7472601"/>
              <a:gd name="connsiteY460" fmla="*/ 5156971 h 6858000"/>
              <a:gd name="connsiteX461" fmla="*/ 1827118 w 7472601"/>
              <a:gd name="connsiteY461" fmla="*/ 4968410 h 6858000"/>
              <a:gd name="connsiteX462" fmla="*/ 1837349 w 7472601"/>
              <a:gd name="connsiteY462" fmla="*/ 4956357 h 6858000"/>
              <a:gd name="connsiteX463" fmla="*/ 2162835 w 7472601"/>
              <a:gd name="connsiteY463" fmla="*/ 5187853 h 6858000"/>
              <a:gd name="connsiteX464" fmla="*/ 2257167 w 7472601"/>
              <a:gd name="connsiteY464" fmla="*/ 5462123 h 6858000"/>
              <a:gd name="connsiteX465" fmla="*/ 2261598 w 7472601"/>
              <a:gd name="connsiteY465" fmla="*/ 5467998 h 6858000"/>
              <a:gd name="connsiteX466" fmla="*/ 2437177 w 7472601"/>
              <a:gd name="connsiteY466" fmla="*/ 5479608 h 6858000"/>
              <a:gd name="connsiteX467" fmla="*/ 2445247 w 7472601"/>
              <a:gd name="connsiteY467" fmla="*/ 5483476 h 6858000"/>
              <a:gd name="connsiteX468" fmla="*/ 2743626 w 7472601"/>
              <a:gd name="connsiteY468" fmla="*/ 5304819 h 6858000"/>
              <a:gd name="connsiteX469" fmla="*/ 3048102 w 7472601"/>
              <a:gd name="connsiteY469" fmla="*/ 5150595 h 6858000"/>
              <a:gd name="connsiteX470" fmla="*/ 1799414 w 7472601"/>
              <a:gd name="connsiteY470" fmla="*/ 4694732 h 6858000"/>
              <a:gd name="connsiteX471" fmla="*/ 1771735 w 7472601"/>
              <a:gd name="connsiteY471" fmla="*/ 4619929 h 6858000"/>
              <a:gd name="connsiteX472" fmla="*/ 3104273 w 7472601"/>
              <a:gd name="connsiteY472" fmla="*/ 5076159 h 6858000"/>
              <a:gd name="connsiteX473" fmla="*/ 3113245 w 7472601"/>
              <a:gd name="connsiteY473" fmla="*/ 5090705 h 6858000"/>
              <a:gd name="connsiteX474" fmla="*/ 3126294 w 7472601"/>
              <a:gd name="connsiteY474" fmla="*/ 5114400 h 6858000"/>
              <a:gd name="connsiteX475" fmla="*/ 3937433 w 7472601"/>
              <a:gd name="connsiteY475" fmla="*/ 4830473 h 6858000"/>
              <a:gd name="connsiteX476" fmla="*/ 3590475 w 7472601"/>
              <a:gd name="connsiteY476" fmla="*/ 4597974 h 6858000"/>
              <a:gd name="connsiteX477" fmla="*/ 3100264 w 7472601"/>
              <a:gd name="connsiteY477" fmla="*/ 4579845 h 6858000"/>
              <a:gd name="connsiteX478" fmla="*/ 2183576 w 7472601"/>
              <a:gd name="connsiteY478" fmla="*/ 4227150 h 6858000"/>
              <a:gd name="connsiteX479" fmla="*/ 2151029 w 7472601"/>
              <a:gd name="connsiteY479" fmla="*/ 4146947 h 6858000"/>
              <a:gd name="connsiteX480" fmla="*/ 3563434 w 7472601"/>
              <a:gd name="connsiteY480" fmla="*/ 4469115 h 6858000"/>
              <a:gd name="connsiteX481" fmla="*/ 3177952 w 7472601"/>
              <a:gd name="connsiteY481" fmla="*/ 3657386 h 6858000"/>
              <a:gd name="connsiteX482" fmla="*/ 3189263 w 7472601"/>
              <a:gd name="connsiteY482" fmla="*/ 3625726 h 6858000"/>
              <a:gd name="connsiteX483" fmla="*/ 3560912 w 7472601"/>
              <a:gd name="connsiteY483" fmla="*/ 4079863 h 6858000"/>
              <a:gd name="connsiteX484" fmla="*/ 3626636 w 7472601"/>
              <a:gd name="connsiteY484" fmla="*/ 4512230 h 6858000"/>
              <a:gd name="connsiteX485" fmla="*/ 3653088 w 7472601"/>
              <a:gd name="connsiteY485" fmla="*/ 4521417 h 6858000"/>
              <a:gd name="connsiteX486" fmla="*/ 3988128 w 7472601"/>
              <a:gd name="connsiteY486" fmla="*/ 4817267 h 6858000"/>
              <a:gd name="connsiteX487" fmla="*/ 4830582 w 7472601"/>
              <a:gd name="connsiteY487" fmla="*/ 4676000 h 6858000"/>
              <a:gd name="connsiteX488" fmla="*/ 4830100 w 7472601"/>
              <a:gd name="connsiteY488" fmla="*/ 4675554 h 6858000"/>
              <a:gd name="connsiteX489" fmla="*/ 4036318 w 7472601"/>
              <a:gd name="connsiteY489" fmla="*/ 4147013 h 6858000"/>
              <a:gd name="connsiteX490" fmla="*/ 3432098 w 7472601"/>
              <a:gd name="connsiteY490" fmla="*/ 3537312 h 6858000"/>
              <a:gd name="connsiteX491" fmla="*/ 3446761 w 7472601"/>
              <a:gd name="connsiteY491" fmla="*/ 3461278 h 6858000"/>
              <a:gd name="connsiteX492" fmla="*/ 4419733 w 7472601"/>
              <a:gd name="connsiteY492" fmla="*/ 3963555 h 6858000"/>
              <a:gd name="connsiteX493" fmla="*/ 4781371 w 7472601"/>
              <a:gd name="connsiteY493" fmla="*/ 4458604 h 6858000"/>
              <a:gd name="connsiteX494" fmla="*/ 4780440 w 7472601"/>
              <a:gd name="connsiteY494" fmla="*/ 4470290 h 6858000"/>
              <a:gd name="connsiteX495" fmla="*/ 4898954 w 7472601"/>
              <a:gd name="connsiteY495" fmla="*/ 4662092 h 6858000"/>
              <a:gd name="connsiteX496" fmla="*/ 4900699 w 7472601"/>
              <a:gd name="connsiteY496" fmla="*/ 4670867 h 6858000"/>
              <a:gd name="connsiteX497" fmla="*/ 5714511 w 7472601"/>
              <a:gd name="connsiteY497" fmla="*/ 4663483 h 6858000"/>
              <a:gd name="connsiteX498" fmla="*/ 5464793 w 7472601"/>
              <a:gd name="connsiteY498" fmla="*/ 4393556 h 6858000"/>
              <a:gd name="connsiteX499" fmla="*/ 5461897 w 7472601"/>
              <a:gd name="connsiteY499" fmla="*/ 4390879 h 6858000"/>
              <a:gd name="connsiteX500" fmla="*/ 4294126 w 7472601"/>
              <a:gd name="connsiteY500" fmla="*/ 3303048 h 6858000"/>
              <a:gd name="connsiteX501" fmla="*/ 4305321 w 7472601"/>
              <a:gd name="connsiteY501" fmla="*/ 3256953 h 6858000"/>
              <a:gd name="connsiteX502" fmla="*/ 4949299 w 7472601"/>
              <a:gd name="connsiteY502" fmla="*/ 3766336 h 6858000"/>
              <a:gd name="connsiteX503" fmla="*/ 5291452 w 7472601"/>
              <a:gd name="connsiteY503" fmla="*/ 4076801 h 6858000"/>
              <a:gd name="connsiteX504" fmla="*/ 5434998 w 7472601"/>
              <a:gd name="connsiteY504" fmla="*/ 4254100 h 6858000"/>
              <a:gd name="connsiteX505" fmla="*/ 5351015 w 7472601"/>
              <a:gd name="connsiteY505" fmla="*/ 3760989 h 6858000"/>
              <a:gd name="connsiteX506" fmla="*/ 5413780 w 7472601"/>
              <a:gd name="connsiteY506" fmla="*/ 2966265 h 6858000"/>
              <a:gd name="connsiteX507" fmla="*/ 5425627 w 7472601"/>
              <a:gd name="connsiteY507" fmla="*/ 2954192 h 6858000"/>
              <a:gd name="connsiteX508" fmla="*/ 6604735 w 7472601"/>
              <a:gd name="connsiteY508" fmla="*/ 2041381 h 6858000"/>
              <a:gd name="connsiteX509" fmla="*/ 7204487 w 7472601"/>
              <a:gd name="connsiteY509" fmla="*/ 2742112 h 6858000"/>
              <a:gd name="connsiteX510" fmla="*/ 7131592 w 7472601"/>
              <a:gd name="connsiteY510" fmla="*/ 2672096 h 6858000"/>
              <a:gd name="connsiteX511" fmla="*/ 6996344 w 7472601"/>
              <a:gd name="connsiteY511" fmla="*/ 2518310 h 6858000"/>
              <a:gd name="connsiteX512" fmla="*/ 6735495 w 7472601"/>
              <a:gd name="connsiteY512" fmla="*/ 2196890 h 6858000"/>
              <a:gd name="connsiteX513" fmla="*/ 6721901 w 7472601"/>
              <a:gd name="connsiteY513" fmla="*/ 2179274 h 6858000"/>
              <a:gd name="connsiteX514" fmla="*/ 6604735 w 7472601"/>
              <a:gd name="connsiteY514" fmla="*/ 2041381 h 6858000"/>
              <a:gd name="connsiteX515" fmla="*/ 6591670 w 7472601"/>
              <a:gd name="connsiteY515" fmla="*/ 1988277 h 6858000"/>
              <a:gd name="connsiteX516" fmla="*/ 6747349 w 7472601"/>
              <a:gd name="connsiteY516" fmla="*/ 2160069 h 6858000"/>
              <a:gd name="connsiteX517" fmla="*/ 6760943 w 7472601"/>
              <a:gd name="connsiteY517" fmla="*/ 2177686 h 6858000"/>
              <a:gd name="connsiteX518" fmla="*/ 7021065 w 7472601"/>
              <a:gd name="connsiteY518" fmla="*/ 2498102 h 6858000"/>
              <a:gd name="connsiteX519" fmla="*/ 7155223 w 7472601"/>
              <a:gd name="connsiteY519" fmla="*/ 2650386 h 6858000"/>
              <a:gd name="connsiteX520" fmla="*/ 7203167 w 7472601"/>
              <a:gd name="connsiteY520" fmla="*/ 2697288 h 6858000"/>
              <a:gd name="connsiteX521" fmla="*/ 6937703 w 7472601"/>
              <a:gd name="connsiteY521" fmla="*/ 2321981 h 6858000"/>
              <a:gd name="connsiteX522" fmla="*/ 6591670 w 7472601"/>
              <a:gd name="connsiteY522" fmla="*/ 1988277 h 6858000"/>
              <a:gd name="connsiteX523" fmla="*/ 5798671 w 7472601"/>
              <a:gd name="connsiteY523" fmla="*/ 1981601 h 6858000"/>
              <a:gd name="connsiteX524" fmla="*/ 5754709 w 7472601"/>
              <a:gd name="connsiteY524" fmla="*/ 2071454 h 6858000"/>
              <a:gd name="connsiteX525" fmla="*/ 5763044 w 7472601"/>
              <a:gd name="connsiteY525" fmla="*/ 2842206 h 6858000"/>
              <a:gd name="connsiteX526" fmla="*/ 5764974 w 7472601"/>
              <a:gd name="connsiteY526" fmla="*/ 2799609 h 6858000"/>
              <a:gd name="connsiteX527" fmla="*/ 5767665 w 7472601"/>
              <a:gd name="connsiteY527" fmla="*/ 2666409 h 6858000"/>
              <a:gd name="connsiteX528" fmla="*/ 5763055 w 7472601"/>
              <a:gd name="connsiteY528" fmla="*/ 2579705 h 6858000"/>
              <a:gd name="connsiteX529" fmla="*/ 5758079 w 7472601"/>
              <a:gd name="connsiteY529" fmla="*/ 2492508 h 6858000"/>
              <a:gd name="connsiteX530" fmla="*/ 5779325 w 7472601"/>
              <a:gd name="connsiteY530" fmla="*/ 2197069 h 6858000"/>
              <a:gd name="connsiteX531" fmla="*/ 5798671 w 7472601"/>
              <a:gd name="connsiteY531" fmla="*/ 1981601 h 6858000"/>
              <a:gd name="connsiteX532" fmla="*/ 5829202 w 7472601"/>
              <a:gd name="connsiteY532" fmla="*/ 1971679 h 6858000"/>
              <a:gd name="connsiteX533" fmla="*/ 5809558 w 7472601"/>
              <a:gd name="connsiteY533" fmla="*/ 2198043 h 6858000"/>
              <a:gd name="connsiteX534" fmla="*/ 5788653 w 7472601"/>
              <a:gd name="connsiteY534" fmla="*/ 2489430 h 6858000"/>
              <a:gd name="connsiteX535" fmla="*/ 5793439 w 7472601"/>
              <a:gd name="connsiteY535" fmla="*/ 2575235 h 6858000"/>
              <a:gd name="connsiteX536" fmla="*/ 5796837 w 7472601"/>
              <a:gd name="connsiteY536" fmla="*/ 2637633 h 6858000"/>
              <a:gd name="connsiteX537" fmla="*/ 5818614 w 7472601"/>
              <a:gd name="connsiteY537" fmla="*/ 2473055 h 6858000"/>
              <a:gd name="connsiteX538" fmla="*/ 5829202 w 7472601"/>
              <a:gd name="connsiteY538" fmla="*/ 1971679 h 6858000"/>
              <a:gd name="connsiteX539" fmla="*/ 5911389 w 7472601"/>
              <a:gd name="connsiteY539" fmla="*/ 1898371 h 6858000"/>
              <a:gd name="connsiteX540" fmla="*/ 6237627 w 7472601"/>
              <a:gd name="connsiteY540" fmla="*/ 2231921 h 6858000"/>
              <a:gd name="connsiteX541" fmla="*/ 5911389 w 7472601"/>
              <a:gd name="connsiteY541" fmla="*/ 1898371 h 6858000"/>
              <a:gd name="connsiteX542" fmla="*/ 6944437 w 7472601"/>
              <a:gd name="connsiteY542" fmla="*/ 1575402 h 6858000"/>
              <a:gd name="connsiteX543" fmla="*/ 6304730 w 7472601"/>
              <a:gd name="connsiteY543" fmla="*/ 1766654 h 6858000"/>
              <a:gd name="connsiteX544" fmla="*/ 6944437 w 7472601"/>
              <a:gd name="connsiteY544" fmla="*/ 1575402 h 6858000"/>
              <a:gd name="connsiteX545" fmla="*/ 7019523 w 7472601"/>
              <a:gd name="connsiteY545" fmla="*/ 1519450 h 6858000"/>
              <a:gd name="connsiteX546" fmla="*/ 6298091 w 7472601"/>
              <a:gd name="connsiteY546" fmla="*/ 1737122 h 6858000"/>
              <a:gd name="connsiteX547" fmla="*/ 7019523 w 7472601"/>
              <a:gd name="connsiteY547" fmla="*/ 1519450 h 6858000"/>
              <a:gd name="connsiteX548" fmla="*/ 2399523 w 7472601"/>
              <a:gd name="connsiteY548" fmla="*/ 1428234 h 6858000"/>
              <a:gd name="connsiteX549" fmla="*/ 2224982 w 7472601"/>
              <a:gd name="connsiteY549" fmla="*/ 1826201 h 6858000"/>
              <a:gd name="connsiteX550" fmla="*/ 2096099 w 7472601"/>
              <a:gd name="connsiteY550" fmla="*/ 2345900 h 6858000"/>
              <a:gd name="connsiteX551" fmla="*/ 2283317 w 7472601"/>
              <a:gd name="connsiteY551" fmla="*/ 1796925 h 6858000"/>
              <a:gd name="connsiteX552" fmla="*/ 2399523 w 7472601"/>
              <a:gd name="connsiteY552" fmla="*/ 1428234 h 6858000"/>
              <a:gd name="connsiteX553" fmla="*/ 2448558 w 7472601"/>
              <a:gd name="connsiteY553" fmla="*/ 1373435 h 6858000"/>
              <a:gd name="connsiteX554" fmla="*/ 2312521 w 7472601"/>
              <a:gd name="connsiteY554" fmla="*/ 1806140 h 6858000"/>
              <a:gd name="connsiteX555" fmla="*/ 2127533 w 7472601"/>
              <a:gd name="connsiteY555" fmla="*/ 2348380 h 6858000"/>
              <a:gd name="connsiteX556" fmla="*/ 2358080 w 7472601"/>
              <a:gd name="connsiteY556" fmla="*/ 1866134 h 6858000"/>
              <a:gd name="connsiteX557" fmla="*/ 2407436 w 7472601"/>
              <a:gd name="connsiteY557" fmla="*/ 1651070 h 6858000"/>
              <a:gd name="connsiteX558" fmla="*/ 2448558 w 7472601"/>
              <a:gd name="connsiteY558" fmla="*/ 1373435 h 6858000"/>
              <a:gd name="connsiteX559" fmla="*/ 278707 w 7472601"/>
              <a:gd name="connsiteY559" fmla="*/ 1352270 h 6858000"/>
              <a:gd name="connsiteX560" fmla="*/ 321570 w 7472601"/>
              <a:gd name="connsiteY560" fmla="*/ 1861610 h 6858000"/>
              <a:gd name="connsiteX561" fmla="*/ 294281 w 7472601"/>
              <a:gd name="connsiteY561" fmla="*/ 1440658 h 6858000"/>
              <a:gd name="connsiteX562" fmla="*/ 278707 w 7472601"/>
              <a:gd name="connsiteY562" fmla="*/ 1352270 h 6858000"/>
              <a:gd name="connsiteX563" fmla="*/ 1423821 w 7472601"/>
              <a:gd name="connsiteY563" fmla="*/ 1351958 h 6858000"/>
              <a:gd name="connsiteX564" fmla="*/ 1638521 w 7472601"/>
              <a:gd name="connsiteY564" fmla="*/ 1908470 h 6858000"/>
              <a:gd name="connsiteX565" fmla="*/ 1754199 w 7472601"/>
              <a:gd name="connsiteY565" fmla="*/ 2149284 h 6858000"/>
              <a:gd name="connsiteX566" fmla="*/ 1908359 w 7472601"/>
              <a:gd name="connsiteY566" fmla="*/ 2364988 h 6858000"/>
              <a:gd name="connsiteX567" fmla="*/ 1647661 w 7472601"/>
              <a:gd name="connsiteY567" fmla="*/ 1825945 h 6858000"/>
              <a:gd name="connsiteX568" fmla="*/ 1423821 w 7472601"/>
              <a:gd name="connsiteY568" fmla="*/ 1351958 h 6858000"/>
              <a:gd name="connsiteX569" fmla="*/ 1431890 w 7472601"/>
              <a:gd name="connsiteY569" fmla="*/ 1306475 h 6858000"/>
              <a:gd name="connsiteX570" fmla="*/ 1507597 w 7472601"/>
              <a:gd name="connsiteY570" fmla="*/ 1446132 h 6858000"/>
              <a:gd name="connsiteX571" fmla="*/ 1674586 w 7472601"/>
              <a:gd name="connsiteY571" fmla="*/ 1813832 h 6858000"/>
              <a:gd name="connsiteX572" fmla="*/ 1815950 w 7472601"/>
              <a:gd name="connsiteY572" fmla="*/ 2128564 h 6858000"/>
              <a:gd name="connsiteX573" fmla="*/ 1984242 w 7472601"/>
              <a:gd name="connsiteY573" fmla="*/ 2430829 h 6858000"/>
              <a:gd name="connsiteX574" fmla="*/ 2014023 w 7472601"/>
              <a:gd name="connsiteY574" fmla="*/ 2450995 h 6858000"/>
              <a:gd name="connsiteX575" fmla="*/ 1747337 w 7472601"/>
              <a:gd name="connsiteY575" fmla="*/ 1855264 h 6858000"/>
              <a:gd name="connsiteX576" fmla="*/ 1533749 w 7472601"/>
              <a:gd name="connsiteY576" fmla="*/ 1478656 h 6858000"/>
              <a:gd name="connsiteX577" fmla="*/ 1431890 w 7472601"/>
              <a:gd name="connsiteY577" fmla="*/ 1306475 h 6858000"/>
              <a:gd name="connsiteX578" fmla="*/ 5052692 w 7472601"/>
              <a:gd name="connsiteY578" fmla="*/ 1292994 h 6858000"/>
              <a:gd name="connsiteX579" fmla="*/ 5200661 w 7472601"/>
              <a:gd name="connsiteY579" fmla="*/ 1635186 h 6858000"/>
              <a:gd name="connsiteX580" fmla="*/ 5297138 w 7472601"/>
              <a:gd name="connsiteY580" fmla="*/ 1906351 h 6858000"/>
              <a:gd name="connsiteX581" fmla="*/ 5052692 w 7472601"/>
              <a:gd name="connsiteY581" fmla="*/ 1292994 h 6858000"/>
              <a:gd name="connsiteX582" fmla="*/ 5009948 w 7472601"/>
              <a:gd name="connsiteY582" fmla="*/ 1273619 h 6858000"/>
              <a:gd name="connsiteX583" fmla="*/ 5121777 w 7472601"/>
              <a:gd name="connsiteY583" fmla="*/ 1654213 h 6858000"/>
              <a:gd name="connsiteX584" fmla="*/ 5293545 w 7472601"/>
              <a:gd name="connsiteY584" fmla="*/ 2072247 h 6858000"/>
              <a:gd name="connsiteX585" fmla="*/ 5294042 w 7472601"/>
              <a:gd name="connsiteY585" fmla="*/ 2065019 h 6858000"/>
              <a:gd name="connsiteX586" fmla="*/ 5171936 w 7472601"/>
              <a:gd name="connsiteY586" fmla="*/ 1647613 h 6858000"/>
              <a:gd name="connsiteX587" fmla="*/ 5009948 w 7472601"/>
              <a:gd name="connsiteY587" fmla="*/ 1273619 h 6858000"/>
              <a:gd name="connsiteX588" fmla="*/ 655236 w 7472601"/>
              <a:gd name="connsiteY588" fmla="*/ 1268632 h 6858000"/>
              <a:gd name="connsiteX589" fmla="*/ 839521 w 7472601"/>
              <a:gd name="connsiteY589" fmla="*/ 1685315 h 6858000"/>
              <a:gd name="connsiteX590" fmla="*/ 1109416 w 7472601"/>
              <a:gd name="connsiteY590" fmla="*/ 2061663 h 6858000"/>
              <a:gd name="connsiteX591" fmla="*/ 1298300 w 7472601"/>
              <a:gd name="connsiteY591" fmla="*/ 2247742 h 6858000"/>
              <a:gd name="connsiteX592" fmla="*/ 1125871 w 7472601"/>
              <a:gd name="connsiteY592" fmla="*/ 1989513 h 6858000"/>
              <a:gd name="connsiteX593" fmla="*/ 981574 w 7472601"/>
              <a:gd name="connsiteY593" fmla="*/ 1783157 h 6858000"/>
              <a:gd name="connsiteX594" fmla="*/ 922198 w 7472601"/>
              <a:gd name="connsiteY594" fmla="*/ 1677437 h 6858000"/>
              <a:gd name="connsiteX595" fmla="*/ 869293 w 7472601"/>
              <a:gd name="connsiteY595" fmla="*/ 1583214 h 6858000"/>
              <a:gd name="connsiteX596" fmla="*/ 751431 w 7472601"/>
              <a:gd name="connsiteY596" fmla="*/ 1405731 h 6858000"/>
              <a:gd name="connsiteX597" fmla="*/ 655236 w 7472601"/>
              <a:gd name="connsiteY597" fmla="*/ 1268632 h 6858000"/>
              <a:gd name="connsiteX598" fmla="*/ 6516292 w 7472601"/>
              <a:gd name="connsiteY598" fmla="*/ 1263064 h 6858000"/>
              <a:gd name="connsiteX599" fmla="*/ 5736320 w 7472601"/>
              <a:gd name="connsiteY599" fmla="*/ 1501803 h 6858000"/>
              <a:gd name="connsiteX600" fmla="*/ 6516292 w 7472601"/>
              <a:gd name="connsiteY600" fmla="*/ 1263064 h 6858000"/>
              <a:gd name="connsiteX601" fmla="*/ 291466 w 7472601"/>
              <a:gd name="connsiteY601" fmla="*/ 1250369 h 6858000"/>
              <a:gd name="connsiteX602" fmla="*/ 323180 w 7472601"/>
              <a:gd name="connsiteY602" fmla="*/ 1435283 h 6858000"/>
              <a:gd name="connsiteX603" fmla="*/ 349381 w 7472601"/>
              <a:gd name="connsiteY603" fmla="*/ 1875041 h 6858000"/>
              <a:gd name="connsiteX604" fmla="*/ 374363 w 7472601"/>
              <a:gd name="connsiteY604" fmla="*/ 1506494 h 6858000"/>
              <a:gd name="connsiteX605" fmla="*/ 302168 w 7472601"/>
              <a:gd name="connsiteY605" fmla="*/ 1274495 h 6858000"/>
              <a:gd name="connsiteX606" fmla="*/ 291466 w 7472601"/>
              <a:gd name="connsiteY606" fmla="*/ 1250369 h 6858000"/>
              <a:gd name="connsiteX607" fmla="*/ 678222 w 7472601"/>
              <a:gd name="connsiteY607" fmla="*/ 1248670 h 6858000"/>
              <a:gd name="connsiteX608" fmla="*/ 775536 w 7472601"/>
              <a:gd name="connsiteY608" fmla="*/ 1388015 h 6858000"/>
              <a:gd name="connsiteX609" fmla="*/ 894529 w 7472601"/>
              <a:gd name="connsiteY609" fmla="*/ 1567739 h 6858000"/>
              <a:gd name="connsiteX610" fmla="*/ 948000 w 7472601"/>
              <a:gd name="connsiteY610" fmla="*/ 1663088 h 6858000"/>
              <a:gd name="connsiteX611" fmla="*/ 1006812 w 7472601"/>
              <a:gd name="connsiteY611" fmla="*/ 1767683 h 6858000"/>
              <a:gd name="connsiteX612" fmla="*/ 1149133 w 7472601"/>
              <a:gd name="connsiteY612" fmla="*/ 1971513 h 6858000"/>
              <a:gd name="connsiteX613" fmla="*/ 1333952 w 7472601"/>
              <a:gd name="connsiteY613" fmla="*/ 2251620 h 6858000"/>
              <a:gd name="connsiteX614" fmla="*/ 1337329 w 7472601"/>
              <a:gd name="connsiteY614" fmla="*/ 2258350 h 6858000"/>
              <a:gd name="connsiteX615" fmla="*/ 1014726 w 7472601"/>
              <a:gd name="connsiteY615" fmla="*/ 1615556 h 6858000"/>
              <a:gd name="connsiteX616" fmla="*/ 678222 w 7472601"/>
              <a:gd name="connsiteY616" fmla="*/ 1248670 h 6858000"/>
              <a:gd name="connsiteX617" fmla="*/ 6691602 w 7472601"/>
              <a:gd name="connsiteY617" fmla="*/ 1140573 h 6858000"/>
              <a:gd name="connsiteX618" fmla="*/ 6571100 w 7472601"/>
              <a:gd name="connsiteY618" fmla="*/ 1183662 h 6858000"/>
              <a:gd name="connsiteX619" fmla="*/ 6241687 w 7472601"/>
              <a:gd name="connsiteY619" fmla="*/ 1257600 h 6858000"/>
              <a:gd name="connsiteX620" fmla="*/ 5693009 w 7472601"/>
              <a:gd name="connsiteY620" fmla="*/ 1478256 h 6858000"/>
              <a:gd name="connsiteX621" fmla="*/ 6548420 w 7472601"/>
              <a:gd name="connsiteY621" fmla="*/ 1214599 h 6858000"/>
              <a:gd name="connsiteX622" fmla="*/ 6605473 w 7472601"/>
              <a:gd name="connsiteY622" fmla="*/ 1184686 h 6858000"/>
              <a:gd name="connsiteX623" fmla="*/ 6691602 w 7472601"/>
              <a:gd name="connsiteY623" fmla="*/ 1140573 h 6858000"/>
              <a:gd name="connsiteX624" fmla="*/ 4002475 w 7472601"/>
              <a:gd name="connsiteY624" fmla="*/ 1037802 h 6858000"/>
              <a:gd name="connsiteX625" fmla="*/ 4000324 w 7472601"/>
              <a:gd name="connsiteY625" fmla="*/ 1039362 h 6858000"/>
              <a:gd name="connsiteX626" fmla="*/ 4002862 w 7472601"/>
              <a:gd name="connsiteY626" fmla="*/ 1042866 h 6858000"/>
              <a:gd name="connsiteX627" fmla="*/ 4002475 w 7472601"/>
              <a:gd name="connsiteY627" fmla="*/ 1037802 h 6858000"/>
              <a:gd name="connsiteX628" fmla="*/ 506322 w 7472601"/>
              <a:gd name="connsiteY628" fmla="*/ 1020997 h 6858000"/>
              <a:gd name="connsiteX629" fmla="*/ 533068 w 7472601"/>
              <a:gd name="connsiteY629" fmla="*/ 1029409 h 6858000"/>
              <a:gd name="connsiteX630" fmla="*/ 1232525 w 7472601"/>
              <a:gd name="connsiteY630" fmla="*/ 1804675 h 6858000"/>
              <a:gd name="connsiteX631" fmla="*/ 1388858 w 7472601"/>
              <a:gd name="connsiteY631" fmla="*/ 2368011 h 6858000"/>
              <a:gd name="connsiteX632" fmla="*/ 1384098 w 7472601"/>
              <a:gd name="connsiteY632" fmla="*/ 2378125 h 6858000"/>
              <a:gd name="connsiteX633" fmla="*/ 1425393 w 7472601"/>
              <a:gd name="connsiteY633" fmla="*/ 2589124 h 6858000"/>
              <a:gd name="connsiteX634" fmla="*/ 1424001 w 7472601"/>
              <a:gd name="connsiteY634" fmla="*/ 2597541 h 6858000"/>
              <a:gd name="connsiteX635" fmla="*/ 2152729 w 7472601"/>
              <a:gd name="connsiteY635" fmla="*/ 2864487 h 6858000"/>
              <a:gd name="connsiteX636" fmla="*/ 2020609 w 7472601"/>
              <a:gd name="connsiteY636" fmla="*/ 2539671 h 6858000"/>
              <a:gd name="connsiteX637" fmla="*/ 2018920 w 7472601"/>
              <a:gd name="connsiteY637" fmla="*/ 2536309 h 6858000"/>
              <a:gd name="connsiteX638" fmla="*/ 1342441 w 7472601"/>
              <a:gd name="connsiteY638" fmla="*/ 1173017 h 6858000"/>
              <a:gd name="connsiteX639" fmla="*/ 1367925 w 7472601"/>
              <a:gd name="connsiteY639" fmla="*/ 1135648 h 6858000"/>
              <a:gd name="connsiteX640" fmla="*/ 1771401 w 7472601"/>
              <a:gd name="connsiteY640" fmla="*/ 1806673 h 6858000"/>
              <a:gd name="connsiteX641" fmla="*/ 1972385 w 7472601"/>
              <a:gd name="connsiteY641" fmla="*/ 2198735 h 6858000"/>
              <a:gd name="connsiteX642" fmla="*/ 2040892 w 7472601"/>
              <a:gd name="connsiteY642" fmla="*/ 2405205 h 6858000"/>
              <a:gd name="connsiteX643" fmla="*/ 2131689 w 7472601"/>
              <a:gd name="connsiteY643" fmla="*/ 1936926 h 6858000"/>
              <a:gd name="connsiteX644" fmla="*/ 2454820 w 7472601"/>
              <a:gd name="connsiteY644" fmla="*/ 1248808 h 6858000"/>
              <a:gd name="connsiteX645" fmla="*/ 2492512 w 7472601"/>
              <a:gd name="connsiteY645" fmla="*/ 1302920 h 6858000"/>
              <a:gd name="connsiteX646" fmla="*/ 2081216 w 7472601"/>
              <a:gd name="connsiteY646" fmla="*/ 2527513 h 6858000"/>
              <a:gd name="connsiteX647" fmla="*/ 2081211 w 7472601"/>
              <a:gd name="connsiteY647" fmla="*/ 2528916 h 6858000"/>
              <a:gd name="connsiteX648" fmla="*/ 2199067 w 7472601"/>
              <a:gd name="connsiteY648" fmla="*/ 2884061 h 6858000"/>
              <a:gd name="connsiteX649" fmla="*/ 3192586 w 7472601"/>
              <a:gd name="connsiteY649" fmla="*/ 3411496 h 6858000"/>
              <a:gd name="connsiteX650" fmla="*/ 3182620 w 7472601"/>
              <a:gd name="connsiteY650" fmla="*/ 3483279 h 6858000"/>
              <a:gd name="connsiteX651" fmla="*/ 2435119 w 7472601"/>
              <a:gd name="connsiteY651" fmla="*/ 3080173 h 6858000"/>
              <a:gd name="connsiteX652" fmla="*/ 2410152 w 7472601"/>
              <a:gd name="connsiteY652" fmla="*/ 3063751 h 6858000"/>
              <a:gd name="connsiteX653" fmla="*/ 2408099 w 7472601"/>
              <a:gd name="connsiteY653" fmla="*/ 3064403 h 6858000"/>
              <a:gd name="connsiteX654" fmla="*/ 2407218 w 7472601"/>
              <a:gd name="connsiteY654" fmla="*/ 3070324 h 6858000"/>
              <a:gd name="connsiteX655" fmla="*/ 2380138 w 7472601"/>
              <a:gd name="connsiteY655" fmla="*/ 3099341 h 6858000"/>
              <a:gd name="connsiteX656" fmla="*/ 1765923 w 7472601"/>
              <a:gd name="connsiteY656" fmla="*/ 3581043 h 6858000"/>
              <a:gd name="connsiteX657" fmla="*/ 1702258 w 7472601"/>
              <a:gd name="connsiteY657" fmla="*/ 3612286 h 6858000"/>
              <a:gd name="connsiteX658" fmla="*/ 1538370 w 7472601"/>
              <a:gd name="connsiteY658" fmla="*/ 3811804 h 6858000"/>
              <a:gd name="connsiteX659" fmla="*/ 542867 w 7472601"/>
              <a:gd name="connsiteY659" fmla="*/ 4944092 h 6858000"/>
              <a:gd name="connsiteX660" fmla="*/ 515800 w 7472601"/>
              <a:gd name="connsiteY660" fmla="*/ 4862180 h 6858000"/>
              <a:gd name="connsiteX661" fmla="*/ 909145 w 7472601"/>
              <a:gd name="connsiteY661" fmla="*/ 4199225 h 6858000"/>
              <a:gd name="connsiteX662" fmla="*/ 1214067 w 7472601"/>
              <a:gd name="connsiteY662" fmla="*/ 3908561 h 6858000"/>
              <a:gd name="connsiteX663" fmla="*/ 640967 w 7472601"/>
              <a:gd name="connsiteY663" fmla="*/ 4105601 h 6858000"/>
              <a:gd name="connsiteX664" fmla="*/ 112563 w 7472601"/>
              <a:gd name="connsiteY664" fmla="*/ 4396952 h 6858000"/>
              <a:gd name="connsiteX665" fmla="*/ 0 w 7472601"/>
              <a:gd name="connsiteY665" fmla="*/ 4466006 h 6858000"/>
              <a:gd name="connsiteX666" fmla="*/ 0 w 7472601"/>
              <a:gd name="connsiteY666" fmla="*/ 4233763 h 6858000"/>
              <a:gd name="connsiteX667" fmla="*/ 36881 w 7472601"/>
              <a:gd name="connsiteY667" fmla="*/ 4200118 h 6858000"/>
              <a:gd name="connsiteX668" fmla="*/ 910534 w 7472601"/>
              <a:gd name="connsiteY668" fmla="*/ 3629753 h 6858000"/>
              <a:gd name="connsiteX669" fmla="*/ 1578717 w 7472601"/>
              <a:gd name="connsiteY669" fmla="*/ 3575982 h 6858000"/>
              <a:gd name="connsiteX670" fmla="*/ 2338780 w 7472601"/>
              <a:gd name="connsiteY670" fmla="*/ 3033725 h 6858000"/>
              <a:gd name="connsiteX671" fmla="*/ 1807991 w 7472601"/>
              <a:gd name="connsiteY671" fmla="*/ 2807184 h 6858000"/>
              <a:gd name="connsiteX672" fmla="*/ 1416358 w 7472601"/>
              <a:gd name="connsiteY672" fmla="*/ 3112571 h 6858000"/>
              <a:gd name="connsiteX673" fmla="*/ 939066 w 7472601"/>
              <a:gd name="connsiteY673" fmla="*/ 3378798 h 6858000"/>
              <a:gd name="connsiteX674" fmla="*/ 115099 w 7472601"/>
              <a:gd name="connsiteY674" fmla="*/ 3607650 h 6858000"/>
              <a:gd name="connsiteX675" fmla="*/ 97284 w 7472601"/>
              <a:gd name="connsiteY675" fmla="*/ 3520393 h 6858000"/>
              <a:gd name="connsiteX676" fmla="*/ 922050 w 7472601"/>
              <a:gd name="connsiteY676" fmla="*/ 3074867 h 6858000"/>
              <a:gd name="connsiteX677" fmla="*/ 1405265 w 7472601"/>
              <a:gd name="connsiteY677" fmla="*/ 3016319 h 6858000"/>
              <a:gd name="connsiteX678" fmla="*/ 1407512 w 7472601"/>
              <a:gd name="connsiteY678" fmla="*/ 3018001 h 6858000"/>
              <a:gd name="connsiteX679" fmla="*/ 1726266 w 7472601"/>
              <a:gd name="connsiteY679" fmla="*/ 2777274 h 6858000"/>
              <a:gd name="connsiteX680" fmla="*/ 625390 w 7472601"/>
              <a:gd name="connsiteY680" fmla="*/ 2514541 h 6858000"/>
              <a:gd name="connsiteX681" fmla="*/ 619799 w 7472601"/>
              <a:gd name="connsiteY681" fmla="*/ 2527180 h 6858000"/>
              <a:gd name="connsiteX682" fmla="*/ 310030 w 7472601"/>
              <a:gd name="connsiteY682" fmla="*/ 2771818 h 6858000"/>
              <a:gd name="connsiteX683" fmla="*/ 173877 w 7472601"/>
              <a:gd name="connsiteY683" fmla="*/ 2937056 h 6858000"/>
              <a:gd name="connsiteX684" fmla="*/ 77889 w 7472601"/>
              <a:gd name="connsiteY684" fmla="*/ 3138440 h 6858000"/>
              <a:gd name="connsiteX685" fmla="*/ 0 w 7472601"/>
              <a:gd name="connsiteY685" fmla="*/ 3271395 h 6858000"/>
              <a:gd name="connsiteX686" fmla="*/ 0 w 7472601"/>
              <a:gd name="connsiteY686" fmla="*/ 3153002 h 6858000"/>
              <a:gd name="connsiteX687" fmla="*/ 2386 w 7472601"/>
              <a:gd name="connsiteY687" fmla="*/ 3149203 h 6858000"/>
              <a:gd name="connsiteX688" fmla="*/ 89753 w 7472601"/>
              <a:gd name="connsiteY688" fmla="*/ 2987702 h 6858000"/>
              <a:gd name="connsiteX689" fmla="*/ 76869 w 7472601"/>
              <a:gd name="connsiteY689" fmla="*/ 3005404 h 6858000"/>
              <a:gd name="connsiteX690" fmla="*/ 32049 w 7472601"/>
              <a:gd name="connsiteY690" fmla="*/ 3065814 h 6858000"/>
              <a:gd name="connsiteX691" fmla="*/ 0 w 7472601"/>
              <a:gd name="connsiteY691" fmla="*/ 3108744 h 6858000"/>
              <a:gd name="connsiteX692" fmla="*/ 0 w 7472601"/>
              <a:gd name="connsiteY692" fmla="*/ 3058059 h 6858000"/>
              <a:gd name="connsiteX693" fmla="*/ 7610 w 7472601"/>
              <a:gd name="connsiteY693" fmla="*/ 3047889 h 6858000"/>
              <a:gd name="connsiteX694" fmla="*/ 52419 w 7472601"/>
              <a:gd name="connsiteY694" fmla="*/ 2987479 h 6858000"/>
              <a:gd name="connsiteX695" fmla="*/ 59142 w 7472601"/>
              <a:gd name="connsiteY695" fmla="*/ 2978488 h 6858000"/>
              <a:gd name="connsiteX696" fmla="*/ 0 w 7472601"/>
              <a:gd name="connsiteY696" fmla="*/ 3015334 h 6858000"/>
              <a:gd name="connsiteX697" fmla="*/ 0 w 7472601"/>
              <a:gd name="connsiteY697" fmla="*/ 2914286 h 6858000"/>
              <a:gd name="connsiteX698" fmla="*/ 36383 w 7472601"/>
              <a:gd name="connsiteY698" fmla="*/ 2901128 h 6858000"/>
              <a:gd name="connsiteX699" fmla="*/ 156329 w 7472601"/>
              <a:gd name="connsiteY699" fmla="*/ 2840533 h 6858000"/>
              <a:gd name="connsiteX700" fmla="*/ 358355 w 7472601"/>
              <a:gd name="connsiteY700" fmla="*/ 2620471 h 6858000"/>
              <a:gd name="connsiteX701" fmla="*/ 510577 w 7472601"/>
              <a:gd name="connsiteY701" fmla="*/ 2501244 h 6858000"/>
              <a:gd name="connsiteX702" fmla="*/ 211967 w 7472601"/>
              <a:gd name="connsiteY702" fmla="*/ 2479171 h 6858000"/>
              <a:gd name="connsiteX703" fmla="*/ 0 w 7472601"/>
              <a:gd name="connsiteY703" fmla="*/ 2476398 h 6858000"/>
              <a:gd name="connsiteX704" fmla="*/ 0 w 7472601"/>
              <a:gd name="connsiteY704" fmla="*/ 2389189 h 6858000"/>
              <a:gd name="connsiteX705" fmla="*/ 103062 w 7472601"/>
              <a:gd name="connsiteY705" fmla="*/ 2389518 h 6858000"/>
              <a:gd name="connsiteX706" fmla="*/ 510734 w 7472601"/>
              <a:gd name="connsiteY706" fmla="*/ 2416201 h 6858000"/>
              <a:gd name="connsiteX707" fmla="*/ 279257 w 7472601"/>
              <a:gd name="connsiteY707" fmla="*/ 2092102 h 6858000"/>
              <a:gd name="connsiteX708" fmla="*/ 65265 w 7472601"/>
              <a:gd name="connsiteY708" fmla="*/ 2006049 h 6858000"/>
              <a:gd name="connsiteX709" fmla="*/ 0 w 7472601"/>
              <a:gd name="connsiteY709" fmla="*/ 1982532 h 6858000"/>
              <a:gd name="connsiteX710" fmla="*/ 0 w 7472601"/>
              <a:gd name="connsiteY710" fmla="*/ 1912789 h 6858000"/>
              <a:gd name="connsiteX711" fmla="*/ 97460 w 7472601"/>
              <a:gd name="connsiteY711" fmla="*/ 1953725 h 6858000"/>
              <a:gd name="connsiteX712" fmla="*/ 221272 w 7472601"/>
              <a:gd name="connsiteY712" fmla="*/ 1980766 h 6858000"/>
              <a:gd name="connsiteX713" fmla="*/ 116765 w 7472601"/>
              <a:gd name="connsiteY713" fmla="*/ 1911033 h 6858000"/>
              <a:gd name="connsiteX714" fmla="*/ 16405 w 7472601"/>
              <a:gd name="connsiteY714" fmla="*/ 1803412 h 6858000"/>
              <a:gd name="connsiteX715" fmla="*/ 0 w 7472601"/>
              <a:gd name="connsiteY715" fmla="*/ 1784777 h 6858000"/>
              <a:gd name="connsiteX716" fmla="*/ 0 w 7472601"/>
              <a:gd name="connsiteY716" fmla="*/ 1740082 h 6858000"/>
              <a:gd name="connsiteX717" fmla="*/ 39394 w 7472601"/>
              <a:gd name="connsiteY717" fmla="*/ 1784856 h 6858000"/>
              <a:gd name="connsiteX718" fmla="*/ 135813 w 7472601"/>
              <a:gd name="connsiteY718" fmla="*/ 1888838 h 6858000"/>
              <a:gd name="connsiteX719" fmla="*/ 242575 w 7472601"/>
              <a:gd name="connsiteY719" fmla="*/ 1958841 h 6858000"/>
              <a:gd name="connsiteX720" fmla="*/ 82197 w 7472601"/>
              <a:gd name="connsiteY720" fmla="*/ 1754826 h 6858000"/>
              <a:gd name="connsiteX721" fmla="*/ 0 w 7472601"/>
              <a:gd name="connsiteY721" fmla="*/ 1679650 h 6858000"/>
              <a:gd name="connsiteX722" fmla="*/ 0 w 7472601"/>
              <a:gd name="connsiteY722" fmla="*/ 1602463 h 6858000"/>
              <a:gd name="connsiteX723" fmla="*/ 84689 w 7472601"/>
              <a:gd name="connsiteY723" fmla="*/ 1677442 h 6858000"/>
              <a:gd name="connsiteX724" fmla="*/ 298437 w 7472601"/>
              <a:gd name="connsiteY724" fmla="*/ 1968019 h 6858000"/>
              <a:gd name="connsiteX725" fmla="*/ 227269 w 7472601"/>
              <a:gd name="connsiteY725" fmla="*/ 1114064 h 6858000"/>
              <a:gd name="connsiteX726" fmla="*/ 248003 w 7472601"/>
              <a:gd name="connsiteY726" fmla="*/ 1089613 h 6858000"/>
              <a:gd name="connsiteX727" fmla="*/ 427020 w 7472601"/>
              <a:gd name="connsiteY727" fmla="*/ 1619803 h 6858000"/>
              <a:gd name="connsiteX728" fmla="*/ 340345 w 7472601"/>
              <a:gd name="connsiteY728" fmla="*/ 2027739 h 6858000"/>
              <a:gd name="connsiteX729" fmla="*/ 360865 w 7472601"/>
              <a:gd name="connsiteY729" fmla="*/ 2044827 h 6858000"/>
              <a:gd name="connsiteX730" fmla="*/ 560414 w 7472601"/>
              <a:gd name="connsiteY730" fmla="*/ 2421457 h 6858000"/>
              <a:gd name="connsiteX731" fmla="*/ 1359703 w 7472601"/>
              <a:gd name="connsiteY731" fmla="*/ 2578554 h 6858000"/>
              <a:gd name="connsiteX732" fmla="*/ 1359422 w 7472601"/>
              <a:gd name="connsiteY732" fmla="*/ 2577994 h 6858000"/>
              <a:gd name="connsiteX733" fmla="*/ 828701 w 7472601"/>
              <a:gd name="connsiteY733" fmla="*/ 1839520 h 6858000"/>
              <a:gd name="connsiteX734" fmla="*/ 494427 w 7472601"/>
              <a:gd name="connsiteY734" fmla="*/ 1092333 h 6858000"/>
              <a:gd name="connsiteX735" fmla="*/ 506322 w 7472601"/>
              <a:gd name="connsiteY735" fmla="*/ 1020997 h 6858000"/>
              <a:gd name="connsiteX736" fmla="*/ 4570198 w 7472601"/>
              <a:gd name="connsiteY736" fmla="*/ 978081 h 6858000"/>
              <a:gd name="connsiteX737" fmla="*/ 4523691 w 7472601"/>
              <a:gd name="connsiteY737" fmla="*/ 1127776 h 6858000"/>
              <a:gd name="connsiteX738" fmla="*/ 4509875 w 7472601"/>
              <a:gd name="connsiteY738" fmla="*/ 1167552 h 6858000"/>
              <a:gd name="connsiteX739" fmla="*/ 4478168 w 7472601"/>
              <a:gd name="connsiteY739" fmla="*/ 1260735 h 6858000"/>
              <a:gd name="connsiteX740" fmla="*/ 4409309 w 7472601"/>
              <a:gd name="connsiteY740" fmla="*/ 1666996 h 6858000"/>
              <a:gd name="connsiteX741" fmla="*/ 4370031 w 7472601"/>
              <a:gd name="connsiteY741" fmla="*/ 1955666 h 6858000"/>
              <a:gd name="connsiteX742" fmla="*/ 4570198 w 7472601"/>
              <a:gd name="connsiteY742" fmla="*/ 978081 h 6858000"/>
              <a:gd name="connsiteX743" fmla="*/ 4557898 w 7472601"/>
              <a:gd name="connsiteY743" fmla="*/ 900011 h 6858000"/>
              <a:gd name="connsiteX744" fmla="*/ 4344840 w 7472601"/>
              <a:gd name="connsiteY744" fmla="*/ 1922038 h 6858000"/>
              <a:gd name="connsiteX745" fmla="*/ 4378710 w 7472601"/>
              <a:gd name="connsiteY745" fmla="*/ 1665516 h 6858000"/>
              <a:gd name="connsiteX746" fmla="*/ 4448798 w 7472601"/>
              <a:gd name="connsiteY746" fmla="*/ 1253024 h 6858000"/>
              <a:gd name="connsiteX747" fmla="*/ 4480315 w 7472601"/>
              <a:gd name="connsiteY747" fmla="*/ 1158454 h 6858000"/>
              <a:gd name="connsiteX748" fmla="*/ 4494133 w 7472601"/>
              <a:gd name="connsiteY748" fmla="*/ 1118676 h 6858000"/>
              <a:gd name="connsiteX749" fmla="*/ 4557898 w 7472601"/>
              <a:gd name="connsiteY749" fmla="*/ 900011 h 6858000"/>
              <a:gd name="connsiteX750" fmla="*/ 5870151 w 7472601"/>
              <a:gd name="connsiteY750" fmla="*/ 898890 h 6858000"/>
              <a:gd name="connsiteX751" fmla="*/ 5861335 w 7472601"/>
              <a:gd name="connsiteY751" fmla="*/ 899177 h 6858000"/>
              <a:gd name="connsiteX752" fmla="*/ 5843702 w 7472601"/>
              <a:gd name="connsiteY752" fmla="*/ 899748 h 6858000"/>
              <a:gd name="connsiteX753" fmla="*/ 5651107 w 7472601"/>
              <a:gd name="connsiteY753" fmla="*/ 920306 h 6858000"/>
              <a:gd name="connsiteX754" fmla="*/ 5459407 w 7472601"/>
              <a:gd name="connsiteY754" fmla="*/ 940975 h 6858000"/>
              <a:gd name="connsiteX755" fmla="*/ 5374846 w 7472601"/>
              <a:gd name="connsiteY755" fmla="*/ 941988 h 6858000"/>
              <a:gd name="connsiteX756" fmla="*/ 5256105 w 7472601"/>
              <a:gd name="connsiteY756" fmla="*/ 945632 h 6858000"/>
              <a:gd name="connsiteX757" fmla="*/ 5107071 w 7472601"/>
              <a:gd name="connsiteY757" fmla="*/ 969720 h 6858000"/>
              <a:gd name="connsiteX758" fmla="*/ 4998681 w 7472601"/>
              <a:gd name="connsiteY758" fmla="*/ 988771 h 6858000"/>
              <a:gd name="connsiteX759" fmla="*/ 5870151 w 7472601"/>
              <a:gd name="connsiteY759" fmla="*/ 898890 h 6858000"/>
              <a:gd name="connsiteX760" fmla="*/ 5504425 w 7472601"/>
              <a:gd name="connsiteY760" fmla="*/ 848067 h 6858000"/>
              <a:gd name="connsiteX761" fmla="*/ 4968849 w 7472601"/>
              <a:gd name="connsiteY761" fmla="*/ 962318 h 6858000"/>
              <a:gd name="connsiteX762" fmla="*/ 5104039 w 7472601"/>
              <a:gd name="connsiteY762" fmla="*/ 940634 h 6858000"/>
              <a:gd name="connsiteX763" fmla="*/ 5256311 w 7472601"/>
              <a:gd name="connsiteY763" fmla="*/ 916490 h 6858000"/>
              <a:gd name="connsiteX764" fmla="*/ 5377381 w 7472601"/>
              <a:gd name="connsiteY764" fmla="*/ 912671 h 6858000"/>
              <a:gd name="connsiteX765" fmla="*/ 5460148 w 7472601"/>
              <a:gd name="connsiteY765" fmla="*/ 911442 h 6858000"/>
              <a:gd name="connsiteX766" fmla="*/ 5648971 w 7472601"/>
              <a:gd name="connsiteY766" fmla="*/ 891331 h 6858000"/>
              <a:gd name="connsiteX767" fmla="*/ 5844807 w 7472601"/>
              <a:gd name="connsiteY767" fmla="*/ 870718 h 6858000"/>
              <a:gd name="connsiteX768" fmla="*/ 5862975 w 7472601"/>
              <a:gd name="connsiteY768" fmla="*/ 869756 h 6858000"/>
              <a:gd name="connsiteX769" fmla="*/ 5920887 w 7472601"/>
              <a:gd name="connsiteY769" fmla="*/ 865929 h 6858000"/>
              <a:gd name="connsiteX770" fmla="*/ 5504425 w 7472601"/>
              <a:gd name="connsiteY770" fmla="*/ 848067 h 6858000"/>
              <a:gd name="connsiteX771" fmla="*/ 3607114 w 7472601"/>
              <a:gd name="connsiteY771" fmla="*/ 467441 h 6858000"/>
              <a:gd name="connsiteX772" fmla="*/ 3296242 w 7472601"/>
              <a:gd name="connsiteY772" fmla="*/ 807991 h 6858000"/>
              <a:gd name="connsiteX773" fmla="*/ 3174674 w 7472601"/>
              <a:gd name="connsiteY773" fmla="*/ 919759 h 6858000"/>
              <a:gd name="connsiteX774" fmla="*/ 3042978 w 7472601"/>
              <a:gd name="connsiteY774" fmla="*/ 1054894 h 6858000"/>
              <a:gd name="connsiteX775" fmla="*/ 2968914 w 7472601"/>
              <a:gd name="connsiteY775" fmla="*/ 1133756 h 6858000"/>
              <a:gd name="connsiteX776" fmla="*/ 3103823 w 7472601"/>
              <a:gd name="connsiteY776" fmla="*/ 1026814 h 6858000"/>
              <a:gd name="connsiteX777" fmla="*/ 3607114 w 7472601"/>
              <a:gd name="connsiteY777" fmla="*/ 467441 h 6858000"/>
              <a:gd name="connsiteX778" fmla="*/ 3744487 w 7472601"/>
              <a:gd name="connsiteY778" fmla="*/ 383136 h 6858000"/>
              <a:gd name="connsiteX779" fmla="*/ 3970213 w 7472601"/>
              <a:gd name="connsiteY779" fmla="*/ 995559 h 6858000"/>
              <a:gd name="connsiteX780" fmla="*/ 3744487 w 7472601"/>
              <a:gd name="connsiteY780" fmla="*/ 383136 h 6858000"/>
              <a:gd name="connsiteX781" fmla="*/ 3624562 w 7472601"/>
              <a:gd name="connsiteY781" fmla="*/ 367041 h 6858000"/>
              <a:gd name="connsiteX782" fmla="*/ 3489712 w 7472601"/>
              <a:gd name="connsiteY782" fmla="*/ 485386 h 6858000"/>
              <a:gd name="connsiteX783" fmla="*/ 3182994 w 7472601"/>
              <a:gd name="connsiteY783" fmla="*/ 828265 h 6858000"/>
              <a:gd name="connsiteX784" fmla="*/ 2892114 w 7472601"/>
              <a:gd name="connsiteY784" fmla="*/ 1172635 h 6858000"/>
              <a:gd name="connsiteX785" fmla="*/ 3021459 w 7472601"/>
              <a:gd name="connsiteY785" fmla="*/ 1035385 h 6858000"/>
              <a:gd name="connsiteX786" fmla="*/ 3153873 w 7472601"/>
              <a:gd name="connsiteY786" fmla="*/ 898971 h 6858000"/>
              <a:gd name="connsiteX787" fmla="*/ 3276511 w 7472601"/>
              <a:gd name="connsiteY787" fmla="*/ 786423 h 6858000"/>
              <a:gd name="connsiteX788" fmla="*/ 3584154 w 7472601"/>
              <a:gd name="connsiteY788" fmla="*/ 448218 h 6858000"/>
              <a:gd name="connsiteX789" fmla="*/ 3624562 w 7472601"/>
              <a:gd name="connsiteY789" fmla="*/ 367041 h 6858000"/>
              <a:gd name="connsiteX790" fmla="*/ 3766672 w 7472601"/>
              <a:gd name="connsiteY790" fmla="*/ 359429 h 6858000"/>
              <a:gd name="connsiteX791" fmla="*/ 3996338 w 7472601"/>
              <a:gd name="connsiteY791" fmla="*/ 968237 h 6858000"/>
              <a:gd name="connsiteX792" fmla="*/ 3766672 w 7472601"/>
              <a:gd name="connsiteY792" fmla="*/ 359429 h 6858000"/>
              <a:gd name="connsiteX793" fmla="*/ 5805386 w 7472601"/>
              <a:gd name="connsiteY793" fmla="*/ 239240 h 6858000"/>
              <a:gd name="connsiteX794" fmla="*/ 5736947 w 7472601"/>
              <a:gd name="connsiteY794" fmla="*/ 261367 h 6858000"/>
              <a:gd name="connsiteX795" fmla="*/ 5427012 w 7472601"/>
              <a:gd name="connsiteY795" fmla="*/ 311272 h 6858000"/>
              <a:gd name="connsiteX796" fmla="*/ 5147818 w 7472601"/>
              <a:gd name="connsiteY796" fmla="*/ 322112 h 6858000"/>
              <a:gd name="connsiteX797" fmla="*/ 5060854 w 7472601"/>
              <a:gd name="connsiteY797" fmla="*/ 311882 h 6858000"/>
              <a:gd name="connsiteX798" fmla="*/ 4945989 w 7472601"/>
              <a:gd name="connsiteY798" fmla="*/ 300516 h 6858000"/>
              <a:gd name="connsiteX799" fmla="*/ 5410479 w 7472601"/>
              <a:gd name="connsiteY799" fmla="*/ 348434 h 6858000"/>
              <a:gd name="connsiteX800" fmla="*/ 5805386 w 7472601"/>
              <a:gd name="connsiteY800" fmla="*/ 239240 h 6858000"/>
              <a:gd name="connsiteX801" fmla="*/ 5905192 w 7472601"/>
              <a:gd name="connsiteY801" fmla="*/ 163079 h 6858000"/>
              <a:gd name="connsiteX802" fmla="*/ 5865655 w 7472601"/>
              <a:gd name="connsiteY802" fmla="*/ 171901 h 6858000"/>
              <a:gd name="connsiteX803" fmla="*/ 5259740 w 7472601"/>
              <a:gd name="connsiteY803" fmla="*/ 257013 h 6858000"/>
              <a:gd name="connsiteX804" fmla="*/ 5208466 w 7472601"/>
              <a:gd name="connsiteY804" fmla="*/ 257550 h 6858000"/>
              <a:gd name="connsiteX805" fmla="*/ 4980204 w 7472601"/>
              <a:gd name="connsiteY805" fmla="*/ 271903 h 6858000"/>
              <a:gd name="connsiteX806" fmla="*/ 5068068 w 7472601"/>
              <a:gd name="connsiteY806" fmla="*/ 282244 h 6858000"/>
              <a:gd name="connsiteX807" fmla="*/ 5153231 w 7472601"/>
              <a:gd name="connsiteY807" fmla="*/ 292240 h 6858000"/>
              <a:gd name="connsiteX808" fmla="*/ 5426491 w 7472601"/>
              <a:gd name="connsiteY808" fmla="*/ 281128 h 6858000"/>
              <a:gd name="connsiteX809" fmla="*/ 5731212 w 7472601"/>
              <a:gd name="connsiteY809" fmla="*/ 231951 h 6858000"/>
              <a:gd name="connsiteX810" fmla="*/ 5905192 w 7472601"/>
              <a:gd name="connsiteY810" fmla="*/ 163079 h 6858000"/>
              <a:gd name="connsiteX811" fmla="*/ 5944437 w 7472601"/>
              <a:gd name="connsiteY811" fmla="*/ 113829 h 6858000"/>
              <a:gd name="connsiteX812" fmla="*/ 5825032 w 7472601"/>
              <a:gd name="connsiteY812" fmla="*/ 146405 h 6858000"/>
              <a:gd name="connsiteX813" fmla="*/ 4955599 w 7472601"/>
              <a:gd name="connsiteY813" fmla="*/ 247008 h 6858000"/>
              <a:gd name="connsiteX814" fmla="*/ 5210104 w 7472601"/>
              <a:gd name="connsiteY814" fmla="*/ 228123 h 6858000"/>
              <a:gd name="connsiteX815" fmla="*/ 5261015 w 7472601"/>
              <a:gd name="connsiteY815" fmla="*/ 227087 h 6858000"/>
              <a:gd name="connsiteX816" fmla="*/ 5861181 w 7472601"/>
              <a:gd name="connsiteY816" fmla="*/ 143093 h 6858000"/>
              <a:gd name="connsiteX817" fmla="*/ 5961252 w 7472601"/>
              <a:gd name="connsiteY817" fmla="*/ 114820 h 6858000"/>
              <a:gd name="connsiteX818" fmla="*/ 5944437 w 7472601"/>
              <a:gd name="connsiteY818" fmla="*/ 113829 h 6858000"/>
              <a:gd name="connsiteX819" fmla="*/ 3882765 w 7472601"/>
              <a:gd name="connsiteY819" fmla="*/ 0 h 6858000"/>
              <a:gd name="connsiteX820" fmla="*/ 3995099 w 7472601"/>
              <a:gd name="connsiteY820" fmla="*/ 0 h 6858000"/>
              <a:gd name="connsiteX821" fmla="*/ 4163818 w 7472601"/>
              <a:gd name="connsiteY821" fmla="*/ 234104 h 6858000"/>
              <a:gd name="connsiteX822" fmla="*/ 4172099 w 7472601"/>
              <a:gd name="connsiteY822" fmla="*/ 234207 h 6858000"/>
              <a:gd name="connsiteX823" fmla="*/ 4784282 w 7472601"/>
              <a:gd name="connsiteY823" fmla="*/ 276561 h 6858000"/>
              <a:gd name="connsiteX824" fmla="*/ 4801687 w 7472601"/>
              <a:gd name="connsiteY824" fmla="*/ 267764 h 6858000"/>
              <a:gd name="connsiteX825" fmla="*/ 6082788 w 7472601"/>
              <a:gd name="connsiteY825" fmla="*/ 64119 h 6858000"/>
              <a:gd name="connsiteX826" fmla="*/ 6099442 w 7472601"/>
              <a:gd name="connsiteY826" fmla="*/ 82568 h 6858000"/>
              <a:gd name="connsiteX827" fmla="*/ 4804137 w 7472601"/>
              <a:gd name="connsiteY827" fmla="*/ 320931 h 6858000"/>
              <a:gd name="connsiteX828" fmla="*/ 4227047 w 7472601"/>
              <a:gd name="connsiteY828" fmla="*/ 313415 h 6858000"/>
              <a:gd name="connsiteX829" fmla="*/ 4346041 w 7472601"/>
              <a:gd name="connsiteY829" fmla="*/ 456086 h 6858000"/>
              <a:gd name="connsiteX830" fmla="*/ 4870967 w 7472601"/>
              <a:gd name="connsiteY830" fmla="*/ 963061 h 6858000"/>
              <a:gd name="connsiteX831" fmla="*/ 4889647 w 7472601"/>
              <a:gd name="connsiteY831" fmla="*/ 957147 h 6858000"/>
              <a:gd name="connsiteX832" fmla="*/ 5422504 w 7472601"/>
              <a:gd name="connsiteY832" fmla="*/ 805191 h 6858000"/>
              <a:gd name="connsiteX833" fmla="*/ 6087656 w 7472601"/>
              <a:gd name="connsiteY833" fmla="*/ 826703 h 6858000"/>
              <a:gd name="connsiteX834" fmla="*/ 6058717 w 7472601"/>
              <a:gd name="connsiteY834" fmla="*/ 865992 h 6858000"/>
              <a:gd name="connsiteX835" fmla="*/ 4974153 w 7472601"/>
              <a:gd name="connsiteY835" fmla="*/ 1045456 h 6858000"/>
              <a:gd name="connsiteX836" fmla="*/ 5627835 w 7472601"/>
              <a:gd name="connsiteY836" fmla="*/ 1472077 h 6858000"/>
              <a:gd name="connsiteX837" fmla="*/ 5629817 w 7472601"/>
              <a:gd name="connsiteY837" fmla="*/ 1471412 h 6858000"/>
              <a:gd name="connsiteX838" fmla="*/ 5634124 w 7472601"/>
              <a:gd name="connsiteY838" fmla="*/ 1470572 h 6858000"/>
              <a:gd name="connsiteX839" fmla="*/ 5755832 w 7472601"/>
              <a:gd name="connsiteY839" fmla="*/ 1383886 h 6858000"/>
              <a:gd name="connsiteX840" fmla="*/ 6014186 w 7472601"/>
              <a:gd name="connsiteY840" fmla="*/ 1279799 h 6858000"/>
              <a:gd name="connsiteX841" fmla="*/ 6901619 w 7472601"/>
              <a:gd name="connsiteY841" fmla="*/ 1047874 h 6858000"/>
              <a:gd name="connsiteX842" fmla="*/ 6931566 w 7472601"/>
              <a:gd name="connsiteY842" fmla="*/ 1062034 h 6858000"/>
              <a:gd name="connsiteX843" fmla="*/ 5790982 w 7472601"/>
              <a:gd name="connsiteY843" fmla="*/ 1561380 h 6858000"/>
              <a:gd name="connsiteX844" fmla="*/ 6188971 w 7472601"/>
              <a:gd name="connsiteY844" fmla="*/ 1755168 h 6858000"/>
              <a:gd name="connsiteX845" fmla="*/ 6202446 w 7472601"/>
              <a:gd name="connsiteY845" fmla="*/ 1752268 h 6858000"/>
              <a:gd name="connsiteX846" fmla="*/ 7179560 w 7472601"/>
              <a:gd name="connsiteY846" fmla="*/ 1467551 h 6858000"/>
              <a:gd name="connsiteX847" fmla="*/ 7158730 w 7472601"/>
              <a:gd name="connsiteY847" fmla="*/ 1507835 h 6858000"/>
              <a:gd name="connsiteX848" fmla="*/ 6326959 w 7472601"/>
              <a:gd name="connsiteY848" fmla="*/ 1817686 h 6858000"/>
              <a:gd name="connsiteX849" fmla="*/ 6537433 w 7472601"/>
              <a:gd name="connsiteY849" fmla="*/ 1907790 h 6858000"/>
              <a:gd name="connsiteX850" fmla="*/ 6550221 w 7472601"/>
              <a:gd name="connsiteY850" fmla="*/ 1910729 h 6858000"/>
              <a:gd name="connsiteX851" fmla="*/ 6964438 w 7472601"/>
              <a:gd name="connsiteY851" fmla="*/ 2209505 h 6858000"/>
              <a:gd name="connsiteX852" fmla="*/ 7367862 w 7472601"/>
              <a:gd name="connsiteY852" fmla="*/ 2806833 h 6858000"/>
              <a:gd name="connsiteX853" fmla="*/ 7364329 w 7472601"/>
              <a:gd name="connsiteY853" fmla="*/ 2826907 h 6858000"/>
              <a:gd name="connsiteX854" fmla="*/ 7290545 w 7472601"/>
              <a:gd name="connsiteY854" fmla="*/ 2850663 h 6858000"/>
              <a:gd name="connsiteX855" fmla="*/ 6472036 w 7472601"/>
              <a:gd name="connsiteY855" fmla="*/ 1959003 h 6858000"/>
              <a:gd name="connsiteX856" fmla="*/ 5792897 w 7472601"/>
              <a:gd name="connsiteY856" fmla="*/ 1647747 h 6858000"/>
              <a:gd name="connsiteX857" fmla="*/ 5842751 w 7472601"/>
              <a:gd name="connsiteY857" fmla="*/ 1816112 h 6858000"/>
              <a:gd name="connsiteX858" fmla="*/ 5847424 w 7472601"/>
              <a:gd name="connsiteY858" fmla="*/ 1815776 h 6858000"/>
              <a:gd name="connsiteX859" fmla="*/ 6399821 w 7472601"/>
              <a:gd name="connsiteY859" fmla="*/ 2344799 h 6858000"/>
              <a:gd name="connsiteX860" fmla="*/ 6323232 w 7472601"/>
              <a:gd name="connsiteY860" fmla="*/ 2389634 h 6858000"/>
              <a:gd name="connsiteX861" fmla="*/ 5942958 w 7472601"/>
              <a:gd name="connsiteY861" fmla="*/ 2077708 h 6858000"/>
              <a:gd name="connsiteX862" fmla="*/ 5921559 w 7472601"/>
              <a:gd name="connsiteY862" fmla="*/ 2378596 h 6858000"/>
              <a:gd name="connsiteX863" fmla="*/ 5817651 w 7472601"/>
              <a:gd name="connsiteY863" fmla="*/ 3023919 h 6858000"/>
              <a:gd name="connsiteX864" fmla="*/ 5729634 w 7472601"/>
              <a:gd name="connsiteY864" fmla="*/ 3051849 h 6858000"/>
              <a:gd name="connsiteX865" fmla="*/ 5611018 w 7472601"/>
              <a:gd name="connsiteY865" fmla="*/ 2316769 h 6858000"/>
              <a:gd name="connsiteX866" fmla="*/ 5687608 w 7472601"/>
              <a:gd name="connsiteY866" fmla="*/ 2039972 h 6858000"/>
              <a:gd name="connsiteX867" fmla="*/ 5657554 w 7472601"/>
              <a:gd name="connsiteY867" fmla="*/ 1576445 h 6858000"/>
              <a:gd name="connsiteX868" fmla="*/ 5150475 w 7472601"/>
              <a:gd name="connsiteY868" fmla="*/ 1274012 h 6858000"/>
              <a:gd name="connsiteX869" fmla="*/ 5349142 w 7472601"/>
              <a:gd name="connsiteY869" fmla="*/ 2204405 h 6858000"/>
              <a:gd name="connsiteX870" fmla="*/ 5262214 w 7472601"/>
              <a:gd name="connsiteY870" fmla="*/ 2233836 h 6858000"/>
              <a:gd name="connsiteX871" fmla="*/ 4981539 w 7472601"/>
              <a:gd name="connsiteY871" fmla="*/ 1542201 h 6858000"/>
              <a:gd name="connsiteX872" fmla="*/ 4958461 w 7472601"/>
              <a:gd name="connsiteY872" fmla="*/ 1136957 h 6858000"/>
              <a:gd name="connsiteX873" fmla="*/ 4655015 w 7472601"/>
              <a:gd name="connsiteY873" fmla="*/ 891426 h 6858000"/>
              <a:gd name="connsiteX874" fmla="*/ 4348002 w 7472601"/>
              <a:gd name="connsiteY874" fmla="*/ 2205895 h 6858000"/>
              <a:gd name="connsiteX875" fmla="*/ 4262250 w 7472601"/>
              <a:gd name="connsiteY875" fmla="*/ 2219972 h 6858000"/>
              <a:gd name="connsiteX876" fmla="*/ 4550611 w 7472601"/>
              <a:gd name="connsiteY876" fmla="*/ 817540 h 6858000"/>
              <a:gd name="connsiteX877" fmla="*/ 4564418 w 7472601"/>
              <a:gd name="connsiteY877" fmla="*/ 808293 h 6858000"/>
              <a:gd name="connsiteX878" fmla="*/ 4266388 w 7472601"/>
              <a:gd name="connsiteY878" fmla="*/ 500083 h 6858000"/>
              <a:gd name="connsiteX879" fmla="*/ 4032842 w 7472601"/>
              <a:gd name="connsiteY879" fmla="*/ 211809 h 6858000"/>
              <a:gd name="connsiteX880" fmla="*/ 3882765 w 7472601"/>
              <a:gd name="connsiteY880" fmla="*/ 0 h 6858000"/>
              <a:gd name="connsiteX881" fmla="*/ 3721337 w 7472601"/>
              <a:gd name="connsiteY881" fmla="*/ 0 h 6858000"/>
              <a:gd name="connsiteX882" fmla="*/ 3797544 w 7472601"/>
              <a:gd name="connsiteY882" fmla="*/ 0 h 6858000"/>
              <a:gd name="connsiteX883" fmla="*/ 3775734 w 7472601"/>
              <a:gd name="connsiteY883" fmla="*/ 95131 h 6858000"/>
              <a:gd name="connsiteX884" fmla="*/ 3724807 w 7472601"/>
              <a:gd name="connsiteY884" fmla="*/ 272257 h 6858000"/>
              <a:gd name="connsiteX885" fmla="*/ 3726844 w 7472601"/>
              <a:gd name="connsiteY885" fmla="*/ 282988 h 6858000"/>
              <a:gd name="connsiteX886" fmla="*/ 3742664 w 7472601"/>
              <a:gd name="connsiteY886" fmla="*/ 279918 h 6858000"/>
              <a:gd name="connsiteX887" fmla="*/ 4103910 w 7472601"/>
              <a:gd name="connsiteY887" fmla="*/ 1161917 h 6858000"/>
              <a:gd name="connsiteX888" fmla="*/ 4020269 w 7472601"/>
              <a:gd name="connsiteY888" fmla="*/ 1200406 h 6858000"/>
              <a:gd name="connsiteX889" fmla="*/ 3674882 w 7472601"/>
              <a:gd name="connsiteY889" fmla="*/ 488524 h 6858000"/>
              <a:gd name="connsiteX890" fmla="*/ 3132682 w 7472601"/>
              <a:gd name="connsiteY890" fmla="*/ 1072284 h 6858000"/>
              <a:gd name="connsiteX891" fmla="*/ 2716346 w 7472601"/>
              <a:gd name="connsiteY891" fmla="*/ 1276376 h 6858000"/>
              <a:gd name="connsiteX892" fmla="*/ 2716772 w 7472601"/>
              <a:gd name="connsiteY892" fmla="*/ 1255462 h 6858000"/>
              <a:gd name="connsiteX893" fmla="*/ 3471096 w 7472601"/>
              <a:gd name="connsiteY893" fmla="*/ 437072 h 6858000"/>
              <a:gd name="connsiteX894" fmla="*/ 3639057 w 7472601"/>
              <a:gd name="connsiteY894" fmla="*/ 286334 h 6858000"/>
              <a:gd name="connsiteX895" fmla="*/ 3640309 w 7472601"/>
              <a:gd name="connsiteY895" fmla="*/ 284664 h 6858000"/>
              <a:gd name="connsiteX896" fmla="*/ 3646022 w 7472601"/>
              <a:gd name="connsiteY896" fmla="*/ 276711 h 6858000"/>
              <a:gd name="connsiteX897" fmla="*/ 3707943 w 7472601"/>
              <a:gd name="connsiteY897" fmla="*/ 65958 h 6858000"/>
              <a:gd name="connsiteX898" fmla="*/ 3721337 w 7472601"/>
              <a:gd name="connsiteY898" fmla="*/ 0 h 6858000"/>
              <a:gd name="connsiteX899" fmla="*/ 2867960 w 7472601"/>
              <a:gd name="connsiteY899" fmla="*/ 0 h 6858000"/>
              <a:gd name="connsiteX900" fmla="*/ 2926351 w 7472601"/>
              <a:gd name="connsiteY900" fmla="*/ 0 h 6858000"/>
              <a:gd name="connsiteX901" fmla="*/ 2902823 w 7472601"/>
              <a:gd name="connsiteY901" fmla="*/ 262929 h 6858000"/>
              <a:gd name="connsiteX902" fmla="*/ 2940663 w 7472601"/>
              <a:gd name="connsiteY902" fmla="*/ 140884 h 6858000"/>
              <a:gd name="connsiteX903" fmla="*/ 2947039 w 7472601"/>
              <a:gd name="connsiteY903" fmla="*/ 122524 h 6858000"/>
              <a:gd name="connsiteX904" fmla="*/ 2984316 w 7472601"/>
              <a:gd name="connsiteY904" fmla="*/ 0 h 6858000"/>
              <a:gd name="connsiteX905" fmla="*/ 3016114 w 7472601"/>
              <a:gd name="connsiteY905" fmla="*/ 0 h 6858000"/>
              <a:gd name="connsiteX906" fmla="*/ 2979949 w 7472601"/>
              <a:gd name="connsiteY906" fmla="*/ 119274 h 6858000"/>
              <a:gd name="connsiteX907" fmla="*/ 3023879 w 7472601"/>
              <a:gd name="connsiteY907" fmla="*/ 0 h 6858000"/>
              <a:gd name="connsiteX908" fmla="*/ 3105400 w 7472601"/>
              <a:gd name="connsiteY908" fmla="*/ 0 h 6858000"/>
              <a:gd name="connsiteX909" fmla="*/ 3094669 w 7472601"/>
              <a:gd name="connsiteY909" fmla="*/ 30308 h 6858000"/>
              <a:gd name="connsiteX910" fmla="*/ 2901945 w 7472601"/>
              <a:gd name="connsiteY910" fmla="*/ 466538 h 6858000"/>
              <a:gd name="connsiteX911" fmla="*/ 2815209 w 7472601"/>
              <a:gd name="connsiteY911" fmla="*/ 497361 h 6858000"/>
              <a:gd name="connsiteX912" fmla="*/ 2844845 w 7472601"/>
              <a:gd name="connsiteY912" fmla="*/ 127638 h 6858000"/>
              <a:gd name="connsiteX913" fmla="*/ 2867960 w 7472601"/>
              <a:gd name="connsiteY913" fmla="*/ 0 h 6858000"/>
              <a:gd name="connsiteX914" fmla="*/ 1057230 w 7472601"/>
              <a:gd name="connsiteY914" fmla="*/ 0 h 6858000"/>
              <a:gd name="connsiteX915" fmla="*/ 1111003 w 7472601"/>
              <a:gd name="connsiteY915" fmla="*/ 0 h 6858000"/>
              <a:gd name="connsiteX916" fmla="*/ 1125553 w 7472601"/>
              <a:gd name="connsiteY916" fmla="*/ 52588 h 6858000"/>
              <a:gd name="connsiteX917" fmla="*/ 1304276 w 7472601"/>
              <a:gd name="connsiteY917" fmla="*/ 476275 h 6858000"/>
              <a:gd name="connsiteX918" fmla="*/ 1492066 w 7472601"/>
              <a:gd name="connsiteY918" fmla="*/ 886333 h 6858000"/>
              <a:gd name="connsiteX919" fmla="*/ 1423698 w 7472601"/>
              <a:gd name="connsiteY919" fmla="*/ 710817 h 6858000"/>
              <a:gd name="connsiteX920" fmla="*/ 1357609 w 7472601"/>
              <a:gd name="connsiteY920" fmla="*/ 532892 h 6858000"/>
              <a:gd name="connsiteX921" fmla="*/ 1309550 w 7472601"/>
              <a:gd name="connsiteY921" fmla="*/ 374031 h 6858000"/>
              <a:gd name="connsiteX922" fmla="*/ 1193673 w 7472601"/>
              <a:gd name="connsiteY922" fmla="*/ 49533 h 6858000"/>
              <a:gd name="connsiteX923" fmla="*/ 1164391 w 7472601"/>
              <a:gd name="connsiteY923" fmla="*/ 0 h 6858000"/>
              <a:gd name="connsiteX924" fmla="*/ 1200666 w 7472601"/>
              <a:gd name="connsiteY924" fmla="*/ 0 h 6858000"/>
              <a:gd name="connsiteX925" fmla="*/ 1223408 w 7472601"/>
              <a:gd name="connsiteY925" fmla="*/ 38996 h 6858000"/>
              <a:gd name="connsiteX926" fmla="*/ 1339635 w 7472601"/>
              <a:gd name="connsiteY926" fmla="*/ 365517 h 6858000"/>
              <a:gd name="connsiteX927" fmla="*/ 1387469 w 7472601"/>
              <a:gd name="connsiteY927" fmla="*/ 523079 h 6858000"/>
              <a:gd name="connsiteX928" fmla="*/ 1452685 w 7472601"/>
              <a:gd name="connsiteY928" fmla="*/ 699806 h 6858000"/>
              <a:gd name="connsiteX929" fmla="*/ 1492092 w 7472601"/>
              <a:gd name="connsiteY929" fmla="*/ 800424 h 6858000"/>
              <a:gd name="connsiteX930" fmla="*/ 1455302 w 7472601"/>
              <a:gd name="connsiteY930" fmla="*/ 632913 h 6858000"/>
              <a:gd name="connsiteX931" fmla="*/ 1222336 w 7472601"/>
              <a:gd name="connsiteY931" fmla="*/ 9480 h 6858000"/>
              <a:gd name="connsiteX932" fmla="*/ 1214634 w 7472601"/>
              <a:gd name="connsiteY932" fmla="*/ 0 h 6858000"/>
              <a:gd name="connsiteX933" fmla="*/ 1289827 w 7472601"/>
              <a:gd name="connsiteY933" fmla="*/ 0 h 6858000"/>
              <a:gd name="connsiteX934" fmla="*/ 1321076 w 7472601"/>
              <a:gd name="connsiteY934" fmla="*/ 59722 h 6858000"/>
              <a:gd name="connsiteX935" fmla="*/ 1512579 w 7472601"/>
              <a:gd name="connsiteY935" fmla="*/ 626441 h 6858000"/>
              <a:gd name="connsiteX936" fmla="*/ 1506076 w 7472601"/>
              <a:gd name="connsiteY936" fmla="*/ 1089289 h 6858000"/>
              <a:gd name="connsiteX937" fmla="*/ 1486346 w 7472601"/>
              <a:gd name="connsiteY937" fmla="*/ 1079919 h 6858000"/>
              <a:gd name="connsiteX938" fmla="*/ 1070511 w 7472601"/>
              <a:gd name="connsiteY938" fmla="*/ 48609 h 6858000"/>
              <a:gd name="connsiteX939" fmla="*/ 1057230 w 7472601"/>
              <a:gd name="connsiteY939" fmla="*/ 0 h 6858000"/>
              <a:gd name="connsiteX940" fmla="*/ 43151 w 7472601"/>
              <a:gd name="connsiteY940" fmla="*/ 0 h 6858000"/>
              <a:gd name="connsiteX941" fmla="*/ 95283 w 7472601"/>
              <a:gd name="connsiteY941" fmla="*/ 0 h 6858000"/>
              <a:gd name="connsiteX942" fmla="*/ 300708 w 7472601"/>
              <a:gd name="connsiteY942" fmla="*/ 154571 h 6858000"/>
              <a:gd name="connsiteX943" fmla="*/ 530414 w 7472601"/>
              <a:gd name="connsiteY943" fmla="*/ 354673 h 6858000"/>
              <a:gd name="connsiteX944" fmla="*/ 333785 w 7472601"/>
              <a:gd name="connsiteY944" fmla="*/ 161564 h 6858000"/>
              <a:gd name="connsiteX945" fmla="*/ 147005 w 7472601"/>
              <a:gd name="connsiteY945" fmla="*/ 0 h 6858000"/>
              <a:gd name="connsiteX946" fmla="*/ 272509 w 7472601"/>
              <a:gd name="connsiteY946" fmla="*/ 0 h 6858000"/>
              <a:gd name="connsiteX947" fmla="*/ 326276 w 7472601"/>
              <a:gd name="connsiteY947" fmla="*/ 45847 h 6858000"/>
              <a:gd name="connsiteX948" fmla="*/ 823759 w 7472601"/>
              <a:gd name="connsiteY948" fmla="*/ 574145 h 6858000"/>
              <a:gd name="connsiteX949" fmla="*/ 811254 w 7472601"/>
              <a:gd name="connsiteY949" fmla="*/ 665546 h 6858000"/>
              <a:gd name="connsiteX950" fmla="*/ 154042 w 7472601"/>
              <a:gd name="connsiteY950" fmla="*/ 261522 h 6858000"/>
              <a:gd name="connsiteX951" fmla="*/ 13550 w 7472601"/>
              <a:gd name="connsiteY951" fmla="*/ 158423 h 6858000"/>
              <a:gd name="connsiteX952" fmla="*/ 0 w 7472601"/>
              <a:gd name="connsiteY952" fmla="*/ 146618 h 6858000"/>
              <a:gd name="connsiteX953" fmla="*/ 0 w 7472601"/>
              <a:gd name="connsiteY953" fmla="*/ 59161 h 6858000"/>
              <a:gd name="connsiteX954" fmla="*/ 45427 w 7472601"/>
              <a:gd name="connsiteY954" fmla="*/ 101078 h 6858000"/>
              <a:gd name="connsiteX955" fmla="*/ 630103 w 7472601"/>
              <a:gd name="connsiteY955" fmla="*/ 485885 h 6858000"/>
              <a:gd name="connsiteX956" fmla="*/ 532040 w 7472601"/>
              <a:gd name="connsiteY956" fmla="*/ 399359 h 6858000"/>
              <a:gd name="connsiteX957" fmla="*/ 517618 w 7472601"/>
              <a:gd name="connsiteY957" fmla="*/ 385726 h 6858000"/>
              <a:gd name="connsiteX958" fmla="*/ 285074 w 7472601"/>
              <a:gd name="connsiteY958" fmla="*/ 182755 h 6858000"/>
              <a:gd name="connsiteX959" fmla="*/ 43151 w 7472601"/>
              <a:gd name="connsiteY959"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221686 h 6858000"/>
              <a:gd name="connsiteX78" fmla="*/ 7467600 w 7467663"/>
              <a:gd name="connsiteY78" fmla="*/ 6334256 h 6858000"/>
              <a:gd name="connsiteX79" fmla="*/ 7454976 w 7467663"/>
              <a:gd name="connsiteY79" fmla="*/ 6318297 h 6858000"/>
              <a:gd name="connsiteX80" fmla="*/ 1456157 w 7467663"/>
              <a:gd name="connsiteY80" fmla="*/ 5371404 h 6858000"/>
              <a:gd name="connsiteX81" fmla="*/ 1244432 w 7467663"/>
              <a:gd name="connsiteY81" fmla="*/ 5385601 h 6858000"/>
              <a:gd name="connsiteX82" fmla="*/ 973990 w 7467663"/>
              <a:gd name="connsiteY82" fmla="*/ 5424940 h 6858000"/>
              <a:gd name="connsiteX83" fmla="*/ 1103809 w 7467663"/>
              <a:gd name="connsiteY83" fmla="*/ 5433720 h 6858000"/>
              <a:gd name="connsiteX84" fmla="*/ 1123454 w 7467663"/>
              <a:gd name="connsiteY84" fmla="*/ 5435727 h 6858000"/>
              <a:gd name="connsiteX85" fmla="*/ 1737017 w 7467663"/>
              <a:gd name="connsiteY85" fmla="*/ 5452183 h 6858000"/>
              <a:gd name="connsiteX86" fmla="*/ 1824397 w 7467663"/>
              <a:gd name="connsiteY86" fmla="*/ 5447757 h 6858000"/>
              <a:gd name="connsiteX87" fmla="*/ 2070059 w 7467663"/>
              <a:gd name="connsiteY87" fmla="*/ 5441660 h 6858000"/>
              <a:gd name="connsiteX88" fmla="*/ 1456157 w 7467663"/>
              <a:gd name="connsiteY88" fmla="*/ 5371404 h 6858000"/>
              <a:gd name="connsiteX89" fmla="*/ 4988186 w 7467663"/>
              <a:gd name="connsiteY89" fmla="*/ 5216467 h 6858000"/>
              <a:gd name="connsiteX90" fmla="*/ 4777334 w 7467663"/>
              <a:gd name="connsiteY90" fmla="*/ 5406072 h 6858000"/>
              <a:gd name="connsiteX91" fmla="*/ 4718341 w 7467663"/>
              <a:gd name="connsiteY91" fmla="*/ 5468043 h 6858000"/>
              <a:gd name="connsiteX92" fmla="*/ 4604655 w 7467663"/>
              <a:gd name="connsiteY92" fmla="*/ 5583434 h 6858000"/>
              <a:gd name="connsiteX93" fmla="*/ 4565074 w 7467663"/>
              <a:gd name="connsiteY93" fmla="*/ 5618550 h 6858000"/>
              <a:gd name="connsiteX94" fmla="*/ 4988186 w 7467663"/>
              <a:gd name="connsiteY94" fmla="*/ 5216467 h 6858000"/>
              <a:gd name="connsiteX95" fmla="*/ 4978032 w 7467663"/>
              <a:gd name="connsiteY95" fmla="*/ 5183809 h 6858000"/>
              <a:gd name="connsiteX96" fmla="*/ 4463413 w 7467663"/>
              <a:gd name="connsiteY96" fmla="*/ 5615162 h 6858000"/>
              <a:gd name="connsiteX97" fmla="*/ 4358134 w 7467663"/>
              <a:gd name="connsiteY97" fmla="*/ 5742791 h 6858000"/>
              <a:gd name="connsiteX98" fmla="*/ 4376219 w 7467663"/>
              <a:gd name="connsiteY98" fmla="*/ 5729027 h 6858000"/>
              <a:gd name="connsiteX99" fmla="*/ 4582340 w 7467663"/>
              <a:gd name="connsiteY99" fmla="*/ 5561037 h 6858000"/>
              <a:gd name="connsiteX100" fmla="*/ 4694684 w 7467663"/>
              <a:gd name="connsiteY100" fmla="*/ 5447098 h 6858000"/>
              <a:gd name="connsiteX101" fmla="*/ 4754123 w 7467663"/>
              <a:gd name="connsiteY101" fmla="*/ 5384643 h 6858000"/>
              <a:gd name="connsiteX102" fmla="*/ 4978032 w 7467663"/>
              <a:gd name="connsiteY102" fmla="*/ 5183809 h 6858000"/>
              <a:gd name="connsiteX103" fmla="*/ 1903353 w 7467663"/>
              <a:gd name="connsiteY103" fmla="*/ 5044827 h 6858000"/>
              <a:gd name="connsiteX104" fmla="*/ 1936931 w 7467663"/>
              <a:gd name="connsiteY104" fmla="*/ 5093954 h 6858000"/>
              <a:gd name="connsiteX105" fmla="*/ 2195868 w 7467663"/>
              <a:gd name="connsiteY105" fmla="*/ 5396574 h 6858000"/>
              <a:gd name="connsiteX106" fmla="*/ 2088852 w 7467663"/>
              <a:gd name="connsiteY106" fmla="*/ 5166123 h 6858000"/>
              <a:gd name="connsiteX107" fmla="*/ 1958241 w 7467663"/>
              <a:gd name="connsiteY107" fmla="*/ 5067955 h 6858000"/>
              <a:gd name="connsiteX108" fmla="*/ 1903353 w 7467663"/>
              <a:gd name="connsiteY108" fmla="*/ 5044827 h 6858000"/>
              <a:gd name="connsiteX109" fmla="*/ 1979378 w 7467663"/>
              <a:gd name="connsiteY109" fmla="*/ 4769504 h 6858000"/>
              <a:gd name="connsiteX110" fmla="*/ 2882120 w 7467663"/>
              <a:gd name="connsiteY110" fmla="*/ 5064547 h 6858000"/>
              <a:gd name="connsiteX111" fmla="*/ 2793103 w 7467663"/>
              <a:gd name="connsiteY111" fmla="*/ 5039699 h 6858000"/>
              <a:gd name="connsiteX112" fmla="*/ 2770041 w 7467663"/>
              <a:gd name="connsiteY112" fmla="*/ 5033634 h 6858000"/>
              <a:gd name="connsiteX113" fmla="*/ 1979378 w 7467663"/>
              <a:gd name="connsiteY113" fmla="*/ 4769504 h 6858000"/>
              <a:gd name="connsiteX114" fmla="*/ 1927410 w 7467663"/>
              <a:gd name="connsiteY114" fmla="*/ 4716164 h 6858000"/>
              <a:gd name="connsiteX115" fmla="*/ 1959587 w 7467663"/>
              <a:gd name="connsiteY115" fmla="*/ 4728849 h 6858000"/>
              <a:gd name="connsiteX116" fmla="*/ 2777707 w 7467663"/>
              <a:gd name="connsiteY116" fmla="*/ 5003991 h 6858000"/>
              <a:gd name="connsiteX117" fmla="*/ 2800768 w 7467663"/>
              <a:gd name="connsiteY117" fmla="*/ 5010056 h 6858000"/>
              <a:gd name="connsiteX118" fmla="*/ 2879408 w 7467663"/>
              <a:gd name="connsiteY118" fmla="*/ 5031590 h 6858000"/>
              <a:gd name="connsiteX119" fmla="*/ 2862295 w 7467663"/>
              <a:gd name="connsiteY119" fmla="*/ 5022958 h 6858000"/>
              <a:gd name="connsiteX120" fmla="*/ 2813343 w 7467663"/>
              <a:gd name="connsiteY120" fmla="*/ 4998369 h 6858000"/>
              <a:gd name="connsiteX121" fmla="*/ 2646245 w 7467663"/>
              <a:gd name="connsiteY121" fmla="*/ 4930999 h 6858000"/>
              <a:gd name="connsiteX122" fmla="*/ 1999243 w 7467663"/>
              <a:gd name="connsiteY122" fmla="*/ 4730524 h 6858000"/>
              <a:gd name="connsiteX123" fmla="*/ 1979527 w 7467663"/>
              <a:gd name="connsiteY123" fmla="*/ 4726651 h 6858000"/>
              <a:gd name="connsiteX124" fmla="*/ 1927410 w 7467663"/>
              <a:gd name="connsiteY124" fmla="*/ 4716164 h 6858000"/>
              <a:gd name="connsiteX125" fmla="*/ 1997014 w 7467663"/>
              <a:gd name="connsiteY125" fmla="*/ 4698007 h 6858000"/>
              <a:gd name="connsiteX126" fmla="*/ 2005458 w 7467663"/>
              <a:gd name="connsiteY126" fmla="*/ 4699540 h 6858000"/>
              <a:gd name="connsiteX127" fmla="*/ 2657186 w 7467663"/>
              <a:gd name="connsiteY127" fmla="*/ 4901687 h 6858000"/>
              <a:gd name="connsiteX128" fmla="*/ 2826662 w 7467663"/>
              <a:gd name="connsiteY128" fmla="*/ 4970362 h 6858000"/>
              <a:gd name="connsiteX129" fmla="*/ 2876100 w 7467663"/>
              <a:gd name="connsiteY129" fmla="*/ 4995397 h 6858000"/>
              <a:gd name="connsiteX130" fmla="*/ 3042600 w 7467663"/>
              <a:gd name="connsiteY130" fmla="*/ 5059532 h 6858000"/>
              <a:gd name="connsiteX131" fmla="*/ 1997014 w 7467663"/>
              <a:gd name="connsiteY131" fmla="*/ 4698007 h 6858000"/>
              <a:gd name="connsiteX132" fmla="*/ 2305292 w 7467663"/>
              <a:gd name="connsiteY132" fmla="*/ 4219492 h 6858000"/>
              <a:gd name="connsiteX133" fmla="*/ 3360922 w 7467663"/>
              <a:gd name="connsiteY133" fmla="*/ 4529373 h 6858000"/>
              <a:gd name="connsiteX134" fmla="*/ 3492420 w 7467663"/>
              <a:gd name="connsiteY134" fmla="*/ 4510145 h 6858000"/>
              <a:gd name="connsiteX135" fmla="*/ 3364086 w 7467663"/>
              <a:gd name="connsiteY135" fmla="*/ 4480340 h 6858000"/>
              <a:gd name="connsiteX136" fmla="*/ 3225818 w 7467663"/>
              <a:gd name="connsiteY136" fmla="*/ 4411822 h 6858000"/>
              <a:gd name="connsiteX137" fmla="*/ 3129696 w 7467663"/>
              <a:gd name="connsiteY137" fmla="*/ 4360704 h 6858000"/>
              <a:gd name="connsiteX138" fmla="*/ 2814545 w 7467663"/>
              <a:gd name="connsiteY138" fmla="*/ 4282955 h 6858000"/>
              <a:gd name="connsiteX139" fmla="*/ 2305292 w 7467663"/>
              <a:gd name="connsiteY139" fmla="*/ 4219492 h 6858000"/>
              <a:gd name="connsiteX140" fmla="*/ 2626982 w 7467663"/>
              <a:gd name="connsiteY140" fmla="*/ 4206450 h 6858000"/>
              <a:gd name="connsiteX141" fmla="*/ 2490617 w 7467663"/>
              <a:gd name="connsiteY141" fmla="*/ 4206951 h 6858000"/>
              <a:gd name="connsiteX142" fmla="*/ 2819869 w 7467663"/>
              <a:gd name="connsiteY142" fmla="*/ 4252936 h 6858000"/>
              <a:gd name="connsiteX143" fmla="*/ 3143018 w 7467663"/>
              <a:gd name="connsiteY143" fmla="*/ 4332698 h 6858000"/>
              <a:gd name="connsiteX144" fmla="*/ 3241520 w 7467663"/>
              <a:gd name="connsiteY144" fmla="*/ 4385112 h 6858000"/>
              <a:gd name="connsiteX145" fmla="*/ 3374575 w 7467663"/>
              <a:gd name="connsiteY145" fmla="*/ 4451517 h 6858000"/>
              <a:gd name="connsiteX146" fmla="*/ 3505221 w 7467663"/>
              <a:gd name="connsiteY146" fmla="*/ 4480757 h 6858000"/>
              <a:gd name="connsiteX147" fmla="*/ 2626982 w 7467663"/>
              <a:gd name="connsiteY147" fmla="*/ 4206450 h 6858000"/>
              <a:gd name="connsiteX148" fmla="*/ 1310106 w 7467663"/>
              <a:gd name="connsiteY148" fmla="*/ 3943217 h 6858000"/>
              <a:gd name="connsiteX149" fmla="*/ 854994 w 7467663"/>
              <a:gd name="connsiteY149" fmla="*/ 4399136 h 6858000"/>
              <a:gd name="connsiteX150" fmla="*/ 742462 w 7467663"/>
              <a:gd name="connsiteY150" fmla="*/ 4594648 h 6858000"/>
              <a:gd name="connsiteX151" fmla="*/ 820602 w 7467663"/>
              <a:gd name="connsiteY151" fmla="*/ 4485915 h 6858000"/>
              <a:gd name="connsiteX152" fmla="*/ 878295 w 7467663"/>
              <a:gd name="connsiteY152" fmla="*/ 4403594 h 6858000"/>
              <a:gd name="connsiteX153" fmla="*/ 1240607 w 7467663"/>
              <a:gd name="connsiteY153" fmla="*/ 4010401 h 6858000"/>
              <a:gd name="connsiteX154" fmla="*/ 1310106 w 7467663"/>
              <a:gd name="connsiteY154" fmla="*/ 3943217 h 6858000"/>
              <a:gd name="connsiteX155" fmla="*/ 1423113 w 7467663"/>
              <a:gd name="connsiteY155" fmla="*/ 3874565 h 6858000"/>
              <a:gd name="connsiteX156" fmla="*/ 1260565 w 7467663"/>
              <a:gd name="connsiteY156" fmla="*/ 4031982 h 6858000"/>
              <a:gd name="connsiteX157" fmla="*/ 901900 w 7467663"/>
              <a:gd name="connsiteY157" fmla="*/ 4421236 h 6858000"/>
              <a:gd name="connsiteX158" fmla="*/ 845044 w 7467663"/>
              <a:gd name="connsiteY158" fmla="*/ 4502436 h 6858000"/>
              <a:gd name="connsiteX159" fmla="*/ 685926 w 7467663"/>
              <a:gd name="connsiteY159" fmla="*/ 4703069 h 6858000"/>
              <a:gd name="connsiteX160" fmla="*/ 684248 w 7467663"/>
              <a:gd name="connsiteY160" fmla="*/ 4706721 h 6858000"/>
              <a:gd name="connsiteX161" fmla="*/ 1423113 w 7467663"/>
              <a:gd name="connsiteY161" fmla="*/ 3874565 h 6858000"/>
              <a:gd name="connsiteX162" fmla="*/ 3316479 w 7467663"/>
              <a:gd name="connsiteY162" fmla="*/ 3872136 h 6858000"/>
              <a:gd name="connsiteX163" fmla="*/ 3546806 w 7467663"/>
              <a:gd name="connsiteY163" fmla="*/ 4356139 h 6858000"/>
              <a:gd name="connsiteX164" fmla="*/ 3364433 w 7467663"/>
              <a:gd name="connsiteY164" fmla="*/ 3953121 h 6858000"/>
              <a:gd name="connsiteX165" fmla="*/ 3316479 w 7467663"/>
              <a:gd name="connsiteY165" fmla="*/ 3872136 h 6858000"/>
              <a:gd name="connsiteX166" fmla="*/ 3291335 w 7467663"/>
              <a:gd name="connsiteY166" fmla="*/ 3767420 h 6858000"/>
              <a:gd name="connsiteX167" fmla="*/ 3390805 w 7467663"/>
              <a:gd name="connsiteY167" fmla="*/ 3937163 h 6858000"/>
              <a:gd name="connsiteX168" fmla="*/ 3579062 w 7467663"/>
              <a:gd name="connsiteY168" fmla="*/ 4359040 h 6858000"/>
              <a:gd name="connsiteX169" fmla="*/ 3467355 w 7467663"/>
              <a:gd name="connsiteY169" fmla="*/ 3988130 h 6858000"/>
              <a:gd name="connsiteX170" fmla="*/ 3310753 w 7467663"/>
              <a:gd name="connsiteY170" fmla="*/ 3787140 h 6858000"/>
              <a:gd name="connsiteX171" fmla="*/ 3291335 w 7467663"/>
              <a:gd name="connsiteY171" fmla="*/ 3767420 h 6858000"/>
              <a:gd name="connsiteX172" fmla="*/ 1635889 w 7467663"/>
              <a:gd name="connsiteY172" fmla="*/ 3709494 h 6858000"/>
              <a:gd name="connsiteX173" fmla="*/ 1634800 w 7467663"/>
              <a:gd name="connsiteY173" fmla="*/ 3731111 h 6858000"/>
              <a:gd name="connsiteX174" fmla="*/ 1635889 w 7467663"/>
              <a:gd name="connsiteY174" fmla="*/ 3709494 h 6858000"/>
              <a:gd name="connsiteX175" fmla="*/ 1510397 w 7467663"/>
              <a:gd name="connsiteY175" fmla="*/ 3684705 h 6858000"/>
              <a:gd name="connsiteX176" fmla="*/ 1146550 w 7467663"/>
              <a:gd name="connsiteY176" fmla="*/ 3802012 h 6858000"/>
              <a:gd name="connsiteX177" fmla="*/ 698834 w 7467663"/>
              <a:gd name="connsiteY177" fmla="*/ 3952272 h 6858000"/>
              <a:gd name="connsiteX178" fmla="*/ 34256 w 7467663"/>
              <a:gd name="connsiteY178" fmla="*/ 4347603 h 6858000"/>
              <a:gd name="connsiteX179" fmla="*/ 527241 w 7467663"/>
              <a:gd name="connsiteY179" fmla="*/ 4065078 h 6858000"/>
              <a:gd name="connsiteX180" fmla="*/ 1510397 w 7467663"/>
              <a:gd name="connsiteY180" fmla="*/ 3684705 h 6858000"/>
              <a:gd name="connsiteX181" fmla="*/ 1313114 w 7467663"/>
              <a:gd name="connsiteY181" fmla="*/ 3655216 h 6858000"/>
              <a:gd name="connsiteX182" fmla="*/ 1109304 w 7467663"/>
              <a:gd name="connsiteY182" fmla="*/ 3669030 h 6858000"/>
              <a:gd name="connsiteX183" fmla="*/ 8129 w 7467663"/>
              <a:gd name="connsiteY183" fmla="*/ 4330519 h 6858000"/>
              <a:gd name="connsiteX184" fmla="*/ 687572 w 7467663"/>
              <a:gd name="connsiteY184" fmla="*/ 3925629 h 6858000"/>
              <a:gd name="connsiteX185" fmla="*/ 1138365 w 7467663"/>
              <a:gd name="connsiteY185" fmla="*/ 3774515 h 6858000"/>
              <a:gd name="connsiteX186" fmla="*/ 1505579 w 7467663"/>
              <a:gd name="connsiteY186" fmla="*/ 3655526 h 6858000"/>
              <a:gd name="connsiteX187" fmla="*/ 1313114 w 7467663"/>
              <a:gd name="connsiteY187" fmla="*/ 3655216 h 6858000"/>
              <a:gd name="connsiteX188" fmla="*/ 3655073 w 7467663"/>
              <a:gd name="connsiteY188" fmla="*/ 3650884 h 6858000"/>
              <a:gd name="connsiteX189" fmla="*/ 3989938 w 7467663"/>
              <a:gd name="connsiteY189" fmla="*/ 3991685 h 6858000"/>
              <a:gd name="connsiteX190" fmla="*/ 4393907 w 7467663"/>
              <a:gd name="connsiteY190" fmla="*/ 4261258 h 6858000"/>
              <a:gd name="connsiteX191" fmla="*/ 4648051 w 7467663"/>
              <a:gd name="connsiteY191" fmla="*/ 4374051 h 6858000"/>
              <a:gd name="connsiteX192" fmla="*/ 4383389 w 7467663"/>
              <a:gd name="connsiteY192" fmla="*/ 4184369 h 6858000"/>
              <a:gd name="connsiteX193" fmla="*/ 4165508 w 7467663"/>
              <a:gd name="connsiteY193" fmla="*/ 4035196 h 6858000"/>
              <a:gd name="connsiteX194" fmla="*/ 4068162 w 7467663"/>
              <a:gd name="connsiteY194" fmla="*/ 3953394 h 6858000"/>
              <a:gd name="connsiteX195" fmla="*/ 3981416 w 7467663"/>
              <a:gd name="connsiteY195" fmla="*/ 3880482 h 6858000"/>
              <a:gd name="connsiteX196" fmla="*/ 3800147 w 7467663"/>
              <a:gd name="connsiteY196" fmla="*/ 3749872 h 6858000"/>
              <a:gd name="connsiteX197" fmla="*/ 3655073 w 7467663"/>
              <a:gd name="connsiteY197" fmla="*/ 3650884 h 6858000"/>
              <a:gd name="connsiteX198" fmla="*/ 3670252 w 7467663"/>
              <a:gd name="connsiteY198" fmla="*/ 3622798 h 6858000"/>
              <a:gd name="connsiteX199" fmla="*/ 3817258 w 7467663"/>
              <a:gd name="connsiteY199" fmla="*/ 3723577 h 6858000"/>
              <a:gd name="connsiteX200" fmla="*/ 4000461 w 7467663"/>
              <a:gd name="connsiteY200" fmla="*/ 3855966 h 6858000"/>
              <a:gd name="connsiteX201" fmla="*/ 4088180 w 7467663"/>
              <a:gd name="connsiteY201" fmla="*/ 3929774 h 6858000"/>
              <a:gd name="connsiteX202" fmla="*/ 4184555 w 7467663"/>
              <a:gd name="connsiteY202" fmla="*/ 4010683 h 6858000"/>
              <a:gd name="connsiteX203" fmla="*/ 4399563 w 7467663"/>
              <a:gd name="connsiteY203" fmla="*/ 4158106 h 6858000"/>
              <a:gd name="connsiteX204" fmla="*/ 4684469 w 7467663"/>
              <a:gd name="connsiteY204" fmla="*/ 4364680 h 6858000"/>
              <a:gd name="connsiteX205" fmla="*/ 4690271 w 7467663"/>
              <a:gd name="connsiteY205" fmla="*/ 4370034 h 6858000"/>
              <a:gd name="connsiteX206" fmla="*/ 4136093 w 7467663"/>
              <a:gd name="connsiteY206" fmla="*/ 3858466 h 6858000"/>
              <a:gd name="connsiteX207" fmla="*/ 3670252 w 7467663"/>
              <a:gd name="connsiteY207" fmla="*/ 3622798 h 6858000"/>
              <a:gd name="connsiteX208" fmla="*/ 4440129 w 7467663"/>
              <a:gd name="connsiteY208" fmla="*/ 3448571 h 6858000"/>
              <a:gd name="connsiteX209" fmla="*/ 4856525 w 7467663"/>
              <a:gd name="connsiteY209" fmla="*/ 3915351 h 6858000"/>
              <a:gd name="connsiteX210" fmla="*/ 5059055 w 7467663"/>
              <a:gd name="connsiteY210" fmla="*/ 4108918 h 6858000"/>
              <a:gd name="connsiteX211" fmla="*/ 5290070 w 7467663"/>
              <a:gd name="connsiteY211" fmla="*/ 4263619 h 6858000"/>
              <a:gd name="connsiteX212" fmla="*/ 4834991 w 7467663"/>
              <a:gd name="connsiteY212" fmla="*/ 3830985 h 6858000"/>
              <a:gd name="connsiteX213" fmla="*/ 4440129 w 7467663"/>
              <a:gd name="connsiteY213" fmla="*/ 3448571 h 6858000"/>
              <a:gd name="connsiteX214" fmla="*/ 4441737 w 7467663"/>
              <a:gd name="connsiteY214" fmla="*/ 3399734 h 6858000"/>
              <a:gd name="connsiteX215" fmla="*/ 4431236 w 7467663"/>
              <a:gd name="connsiteY215" fmla="*/ 3400954 h 6858000"/>
              <a:gd name="connsiteX216" fmla="*/ 4557150 w 7467663"/>
              <a:gd name="connsiteY216" fmla="*/ 3510023 h 6858000"/>
              <a:gd name="connsiteX217" fmla="*/ 4856936 w 7467663"/>
              <a:gd name="connsiteY217" fmla="*/ 3809146 h 6858000"/>
              <a:gd name="connsiteX218" fmla="*/ 5111996 w 7467663"/>
              <a:gd name="connsiteY218" fmla="*/ 4065759 h 6858000"/>
              <a:gd name="connsiteX219" fmla="*/ 5388878 w 7467663"/>
              <a:gd name="connsiteY219" fmla="*/ 4300185 h 6858000"/>
              <a:gd name="connsiteX220" fmla="*/ 5425556 w 7467663"/>
              <a:gd name="connsiteY220" fmla="*/ 4308967 h 6858000"/>
              <a:gd name="connsiteX221" fmla="*/ 4943646 w 7467663"/>
              <a:gd name="connsiteY221" fmla="*/ 3822916 h 6858000"/>
              <a:gd name="connsiteX222" fmla="*/ 4594837 w 7467663"/>
              <a:gd name="connsiteY222" fmla="*/ 3532274 h 6858000"/>
              <a:gd name="connsiteX223" fmla="*/ 4441737 w 7467663"/>
              <a:gd name="connsiteY223" fmla="*/ 3399734 h 6858000"/>
              <a:gd name="connsiteX224" fmla="*/ 5425834 w 7467663"/>
              <a:gd name="connsiteY224" fmla="*/ 3162785 h 6858000"/>
              <a:gd name="connsiteX225" fmla="*/ 5401644 w 7467663"/>
              <a:gd name="connsiteY225" fmla="*/ 3617847 h 6858000"/>
              <a:gd name="connsiteX226" fmla="*/ 5467256 w 7467663"/>
              <a:gd name="connsiteY226" fmla="*/ 4175494 h 6858000"/>
              <a:gd name="connsiteX227" fmla="*/ 5448069 w 7467663"/>
              <a:gd name="connsiteY227" fmla="*/ 3567554 h 6858000"/>
              <a:gd name="connsiteX228" fmla="*/ 5425834 w 7467663"/>
              <a:gd name="connsiteY228" fmla="*/ 3162785 h 6858000"/>
              <a:gd name="connsiteX229" fmla="*/ 1318687 w 7467663"/>
              <a:gd name="connsiteY229" fmla="*/ 3113840 h 6858000"/>
              <a:gd name="connsiteX230" fmla="*/ 1066793 w 7467663"/>
              <a:gd name="connsiteY230" fmla="*/ 3212171 h 6858000"/>
              <a:gd name="connsiteX231" fmla="*/ 993319 w 7467663"/>
              <a:gd name="connsiteY231" fmla="*/ 3247648 h 6858000"/>
              <a:gd name="connsiteX232" fmla="*/ 853081 w 7467663"/>
              <a:gd name="connsiteY232" fmla="*/ 3312410 h 6858000"/>
              <a:gd name="connsiteX233" fmla="*/ 805957 w 7467663"/>
              <a:gd name="connsiteY233" fmla="*/ 3330443 h 6858000"/>
              <a:gd name="connsiteX234" fmla="*/ 1318687 w 7467663"/>
              <a:gd name="connsiteY234" fmla="*/ 3113840 h 6858000"/>
              <a:gd name="connsiteX235" fmla="*/ 5453702 w 7467663"/>
              <a:gd name="connsiteY235" fmla="*/ 3090882 h 6858000"/>
              <a:gd name="connsiteX236" fmla="*/ 5480135 w 7467663"/>
              <a:gd name="connsiteY236" fmla="*/ 3565802 h 6858000"/>
              <a:gd name="connsiteX237" fmla="*/ 5499023 w 7467663"/>
              <a:gd name="connsiteY237" fmla="*/ 4166310 h 6858000"/>
              <a:gd name="connsiteX238" fmla="*/ 5547022 w 7467663"/>
              <a:gd name="connsiteY238" fmla="*/ 3607838 h 6858000"/>
              <a:gd name="connsiteX239" fmla="*/ 5515964 w 7467663"/>
              <a:gd name="connsiteY239" fmla="*/ 3378541 h 6858000"/>
              <a:gd name="connsiteX240" fmla="*/ 5453702 w 7467663"/>
              <a:gd name="connsiteY240" fmla="*/ 3090882 h 6858000"/>
              <a:gd name="connsiteX241" fmla="*/ 1238695 w 7467663"/>
              <a:gd name="connsiteY241" fmla="*/ 3076820 h 6858000"/>
              <a:gd name="connsiteX242" fmla="*/ 716371 w 7467663"/>
              <a:gd name="connsiteY242" fmla="*/ 3293249 h 6858000"/>
              <a:gd name="connsiteX243" fmla="*/ 579522 w 7467663"/>
              <a:gd name="connsiteY243" fmla="*/ 3371759 h 6858000"/>
              <a:gd name="connsiteX244" fmla="*/ 600288 w 7467663"/>
              <a:gd name="connsiteY244" fmla="*/ 3365555 h 6858000"/>
              <a:gd name="connsiteX245" fmla="*/ 840692 w 7467663"/>
              <a:gd name="connsiteY245" fmla="*/ 3284921 h 6858000"/>
              <a:gd name="connsiteX246" fmla="*/ 979248 w 7467663"/>
              <a:gd name="connsiteY246" fmla="*/ 3221003 h 6858000"/>
              <a:gd name="connsiteX247" fmla="*/ 1053282 w 7467663"/>
              <a:gd name="connsiteY247" fmla="*/ 3185247 h 6858000"/>
              <a:gd name="connsiteX248" fmla="*/ 1320603 w 7467663"/>
              <a:gd name="connsiteY248" fmla="*/ 3081281 h 6858000"/>
              <a:gd name="connsiteX249" fmla="*/ 1238695 w 7467663"/>
              <a:gd name="connsiteY249" fmla="*/ 3076820 h 6858000"/>
              <a:gd name="connsiteX250" fmla="*/ 5425627 w 7467663"/>
              <a:gd name="connsiteY250" fmla="*/ 2954192 h 6858000"/>
              <a:gd name="connsiteX251" fmla="*/ 5470770 w 7467663"/>
              <a:gd name="connsiteY251" fmla="*/ 3005435 h 6858000"/>
              <a:gd name="connsiteX252" fmla="*/ 5519779 w 7467663"/>
              <a:gd name="connsiteY252" fmla="*/ 4359223 h 6858000"/>
              <a:gd name="connsiteX253" fmla="*/ 5520293 w 7467663"/>
              <a:gd name="connsiteY253" fmla="*/ 4360602 h 6858000"/>
              <a:gd name="connsiteX254" fmla="*/ 5767221 w 7467663"/>
              <a:gd name="connsiteY254" fmla="*/ 4665564 h 6858000"/>
              <a:gd name="connsiteX255" fmla="*/ 6937169 w 7467663"/>
              <a:gd name="connsiteY255" fmla="*/ 4815941 h 6858000"/>
              <a:gd name="connsiteX256" fmla="*/ 6953922 w 7467663"/>
              <a:gd name="connsiteY256" fmla="*/ 4890068 h 6858000"/>
              <a:gd name="connsiteX257" fmla="*/ 6071359 w 7467663"/>
              <a:gd name="connsiteY257" fmla="*/ 4770770 h 6858000"/>
              <a:gd name="connsiteX258" fmla="*/ 6038839 w 7467663"/>
              <a:gd name="connsiteY258" fmla="*/ 4764474 h 6858000"/>
              <a:gd name="connsiteX259" fmla="*/ 6038706 w 7467663"/>
              <a:gd name="connsiteY259" fmla="*/ 4763847 h 6858000"/>
              <a:gd name="connsiteX260" fmla="*/ 6037784 w 7467663"/>
              <a:gd name="connsiteY260" fmla="*/ 4764270 h 6858000"/>
              <a:gd name="connsiteX261" fmla="*/ 6038839 w 7467663"/>
              <a:gd name="connsiteY261" fmla="*/ 4764474 h 6858000"/>
              <a:gd name="connsiteX262" fmla="*/ 6040338 w 7467663"/>
              <a:gd name="connsiteY262" fmla="*/ 4771418 h 6858000"/>
              <a:gd name="connsiteX263" fmla="*/ 6024488 w 7467663"/>
              <a:gd name="connsiteY263" fmla="*/ 4809903 h 6858000"/>
              <a:gd name="connsiteX264" fmla="*/ 5599771 w 7467663"/>
              <a:gd name="connsiteY264" fmla="*/ 5509652 h 6858000"/>
              <a:gd name="connsiteX265" fmla="*/ 5548843 w 7467663"/>
              <a:gd name="connsiteY265" fmla="*/ 5563845 h 6858000"/>
              <a:gd name="connsiteX266" fmla="*/ 5940952 w 7467663"/>
              <a:gd name="connsiteY266" fmla="*/ 6250028 h 6858000"/>
              <a:gd name="connsiteX267" fmla="*/ 6043441 w 7467663"/>
              <a:gd name="connsiteY267" fmla="*/ 6665847 h 6858000"/>
              <a:gd name="connsiteX268" fmla="*/ 6093432 w 7467663"/>
              <a:gd name="connsiteY268" fmla="*/ 6858000 h 6858000"/>
              <a:gd name="connsiteX269" fmla="*/ 6034344 w 7467663"/>
              <a:gd name="connsiteY269" fmla="*/ 6858000 h 6858000"/>
              <a:gd name="connsiteX270" fmla="*/ 6026679 w 7467663"/>
              <a:gd name="connsiteY270" fmla="*/ 6836959 h 6858000"/>
              <a:gd name="connsiteX271" fmla="*/ 5800441 w 7467663"/>
              <a:gd name="connsiteY271" fmla="*/ 6335286 h 6858000"/>
              <a:gd name="connsiteX272" fmla="*/ 5526562 w 7467663"/>
              <a:gd name="connsiteY272" fmla="*/ 5705388 h 6858000"/>
              <a:gd name="connsiteX273" fmla="*/ 5519640 w 7467663"/>
              <a:gd name="connsiteY273" fmla="*/ 5683774 h 6858000"/>
              <a:gd name="connsiteX274" fmla="*/ 5844559 w 7467663"/>
              <a:gd name="connsiteY274" fmla="*/ 6553349 h 6858000"/>
              <a:gd name="connsiteX275" fmla="*/ 5975994 w 7467663"/>
              <a:gd name="connsiteY275" fmla="*/ 6858000 h 6858000"/>
              <a:gd name="connsiteX276" fmla="*/ 5898547 w 7467663"/>
              <a:gd name="connsiteY276" fmla="*/ 6858000 h 6858000"/>
              <a:gd name="connsiteX277" fmla="*/ 5682041 w 7467663"/>
              <a:gd name="connsiteY277" fmla="*/ 6355860 h 6858000"/>
              <a:gd name="connsiteX278" fmla="*/ 5461758 w 7467663"/>
              <a:gd name="connsiteY278" fmla="*/ 5820220 h 6858000"/>
              <a:gd name="connsiteX279" fmla="*/ 5237282 w 7467663"/>
              <a:gd name="connsiteY279" fmla="*/ 6579086 h 6858000"/>
              <a:gd name="connsiteX280" fmla="*/ 5115009 w 7467663"/>
              <a:gd name="connsiteY280" fmla="*/ 6858000 h 6858000"/>
              <a:gd name="connsiteX281" fmla="*/ 5028074 w 7467663"/>
              <a:gd name="connsiteY281" fmla="*/ 6858000 h 6858000"/>
              <a:gd name="connsiteX282" fmla="*/ 5079508 w 7467663"/>
              <a:gd name="connsiteY282" fmla="*/ 6749074 h 6858000"/>
              <a:gd name="connsiteX283" fmla="*/ 5371846 w 7467663"/>
              <a:gd name="connsiteY283" fmla="*/ 5924413 h 6858000"/>
              <a:gd name="connsiteX284" fmla="*/ 5270512 w 7467663"/>
              <a:gd name="connsiteY284" fmla="*/ 6138975 h 6858000"/>
              <a:gd name="connsiteX285" fmla="*/ 5062409 w 7467663"/>
              <a:gd name="connsiteY285" fmla="*/ 6653544 h 6858000"/>
              <a:gd name="connsiteX286" fmla="*/ 5036628 w 7467663"/>
              <a:gd name="connsiteY286" fmla="*/ 6754247 h 6858000"/>
              <a:gd name="connsiteX287" fmla="*/ 5009112 w 7467663"/>
              <a:gd name="connsiteY287" fmla="*/ 6858000 h 6858000"/>
              <a:gd name="connsiteX288" fmla="*/ 4976679 w 7467663"/>
              <a:gd name="connsiteY288" fmla="*/ 6858000 h 6858000"/>
              <a:gd name="connsiteX289" fmla="*/ 5006537 w 7467663"/>
              <a:gd name="connsiteY289" fmla="*/ 6747068 h 6858000"/>
              <a:gd name="connsiteX290" fmla="*/ 5032723 w 7467663"/>
              <a:gd name="connsiteY290" fmla="*/ 6644957 h 6858000"/>
              <a:gd name="connsiteX291" fmla="*/ 5242949 w 7467663"/>
              <a:gd name="connsiteY291" fmla="*/ 6125175 h 6858000"/>
              <a:gd name="connsiteX292" fmla="*/ 5286321 w 7467663"/>
              <a:gd name="connsiteY292" fmla="*/ 6033555 h 6858000"/>
              <a:gd name="connsiteX293" fmla="*/ 5008210 w 7467663"/>
              <a:gd name="connsiteY293" fmla="*/ 6649194 h 6858000"/>
              <a:gd name="connsiteX294" fmla="*/ 4986321 w 7467663"/>
              <a:gd name="connsiteY294" fmla="*/ 6765687 h 6858000"/>
              <a:gd name="connsiteX295" fmla="*/ 4973474 w 7467663"/>
              <a:gd name="connsiteY295" fmla="*/ 6858000 h 6858000"/>
              <a:gd name="connsiteX296" fmla="*/ 4907178 w 7467663"/>
              <a:gd name="connsiteY296" fmla="*/ 6858000 h 6858000"/>
              <a:gd name="connsiteX297" fmla="*/ 4910810 w 7467663"/>
              <a:gd name="connsiteY297" fmla="*/ 6829660 h 6858000"/>
              <a:gd name="connsiteX298" fmla="*/ 4987461 w 7467663"/>
              <a:gd name="connsiteY298" fmla="*/ 6432994 h 6858000"/>
              <a:gd name="connsiteX299" fmla="*/ 5179262 w 7467663"/>
              <a:gd name="connsiteY299" fmla="*/ 6035044 h 6858000"/>
              <a:gd name="connsiteX300" fmla="*/ 4689678 w 7467663"/>
              <a:gd name="connsiteY300" fmla="*/ 6440241 h 6858000"/>
              <a:gd name="connsiteX301" fmla="*/ 4477543 w 7467663"/>
              <a:gd name="connsiteY301" fmla="*/ 6674836 h 6858000"/>
              <a:gd name="connsiteX302" fmla="*/ 4329957 w 7467663"/>
              <a:gd name="connsiteY302" fmla="*/ 6858000 h 6858000"/>
              <a:gd name="connsiteX303" fmla="*/ 4218595 w 7467663"/>
              <a:gd name="connsiteY303" fmla="*/ 6858000 h 6858000"/>
              <a:gd name="connsiteX304" fmla="*/ 4368888 w 7467663"/>
              <a:gd name="connsiteY304" fmla="*/ 6668412 h 6858000"/>
              <a:gd name="connsiteX305" fmla="*/ 4563091 w 7467663"/>
              <a:gd name="connsiteY305" fmla="*/ 6442508 h 6858000"/>
              <a:gd name="connsiteX306" fmla="*/ 5387324 w 7467663"/>
              <a:gd name="connsiteY306" fmla="*/ 5705830 h 6858000"/>
              <a:gd name="connsiteX307" fmla="*/ 5073620 w 7467663"/>
              <a:gd name="connsiteY307" fmla="*/ 5955437 h 6858000"/>
              <a:gd name="connsiteX308" fmla="*/ 4689789 w 7467663"/>
              <a:gd name="connsiteY308" fmla="*/ 6268382 h 6858000"/>
              <a:gd name="connsiteX309" fmla="*/ 4418722 w 7467663"/>
              <a:gd name="connsiteY309" fmla="*/ 6570886 h 6858000"/>
              <a:gd name="connsiteX310" fmla="*/ 4214944 w 7467663"/>
              <a:gd name="connsiteY310" fmla="*/ 6858000 h 6858000"/>
              <a:gd name="connsiteX311" fmla="*/ 4177898 w 7467663"/>
              <a:gd name="connsiteY311" fmla="*/ 6858000 h 6858000"/>
              <a:gd name="connsiteX312" fmla="*/ 4391597 w 7467663"/>
              <a:gd name="connsiteY312" fmla="*/ 6556370 h 6858000"/>
              <a:gd name="connsiteX313" fmla="*/ 4668889 w 7467663"/>
              <a:gd name="connsiteY313" fmla="*/ 6246399 h 6858000"/>
              <a:gd name="connsiteX314" fmla="*/ 5055427 w 7467663"/>
              <a:gd name="connsiteY314" fmla="*/ 5931476 h 6858000"/>
              <a:gd name="connsiteX315" fmla="*/ 5371814 w 7467663"/>
              <a:gd name="connsiteY315" fmla="*/ 5678975 h 6858000"/>
              <a:gd name="connsiteX316" fmla="*/ 4987918 w 7467663"/>
              <a:gd name="connsiteY316" fmla="*/ 5838701 h 6858000"/>
              <a:gd name="connsiteX317" fmla="*/ 4317146 w 7467663"/>
              <a:gd name="connsiteY317" fmla="*/ 6587716 h 6858000"/>
              <a:gd name="connsiteX318" fmla="*/ 4171627 w 7467663"/>
              <a:gd name="connsiteY318" fmla="*/ 6858000 h 6858000"/>
              <a:gd name="connsiteX319" fmla="*/ 4081585 w 7467663"/>
              <a:gd name="connsiteY319" fmla="*/ 6858000 h 6858000"/>
              <a:gd name="connsiteX320" fmla="*/ 4238603 w 7467663"/>
              <a:gd name="connsiteY320" fmla="*/ 6559341 h 6858000"/>
              <a:gd name="connsiteX321" fmla="*/ 4778333 w 7467663"/>
              <a:gd name="connsiteY321" fmla="*/ 5873626 h 6858000"/>
              <a:gd name="connsiteX322" fmla="*/ 5414185 w 7467663"/>
              <a:gd name="connsiteY322" fmla="*/ 5573882 h 6858000"/>
              <a:gd name="connsiteX323" fmla="*/ 5959648 w 7467663"/>
              <a:gd name="connsiteY323" fmla="*/ 4760797 h 6858000"/>
              <a:gd name="connsiteX324" fmla="*/ 5355019 w 7467663"/>
              <a:gd name="connsiteY324" fmla="*/ 4734672 h 6858000"/>
              <a:gd name="connsiteX325" fmla="*/ 5083565 w 7467663"/>
              <a:gd name="connsiteY325" fmla="*/ 5179121 h 6858000"/>
              <a:gd name="connsiteX326" fmla="*/ 4713577 w 7467663"/>
              <a:gd name="connsiteY326" fmla="*/ 5616803 h 6858000"/>
              <a:gd name="connsiteX327" fmla="*/ 3989559 w 7467663"/>
              <a:gd name="connsiteY327" fmla="*/ 6145945 h 6858000"/>
              <a:gd name="connsiteX328" fmla="*/ 3939824 w 7467663"/>
              <a:gd name="connsiteY328" fmla="*/ 6066900 h 6858000"/>
              <a:gd name="connsiteX329" fmla="*/ 4584537 w 7467663"/>
              <a:gd name="connsiteY329" fmla="*/ 5324826 h 6858000"/>
              <a:gd name="connsiteX330" fmla="*/ 5037105 w 7467663"/>
              <a:gd name="connsiteY330" fmla="*/ 5088765 h 6858000"/>
              <a:gd name="connsiteX331" fmla="*/ 5039930 w 7467663"/>
              <a:gd name="connsiteY331" fmla="*/ 5089585 h 6858000"/>
              <a:gd name="connsiteX332" fmla="*/ 5263764 w 7467663"/>
              <a:gd name="connsiteY332" fmla="*/ 4735525 h 6858000"/>
              <a:gd name="connsiteX333" fmla="*/ 4086300 w 7467663"/>
              <a:gd name="connsiteY333" fmla="*/ 4884599 h 6858000"/>
              <a:gd name="connsiteX334" fmla="*/ 4085485 w 7467663"/>
              <a:gd name="connsiteY334" fmla="*/ 4899070 h 6858000"/>
              <a:gd name="connsiteX335" fmla="*/ 3871915 w 7467663"/>
              <a:gd name="connsiteY335" fmla="*/ 5253645 h 6858000"/>
              <a:gd name="connsiteX336" fmla="*/ 3799374 w 7467663"/>
              <a:gd name="connsiteY336" fmla="*/ 5466127 h 6858000"/>
              <a:gd name="connsiteX337" fmla="*/ 3498850 w 7467663"/>
              <a:gd name="connsiteY337" fmla="*/ 6661888 h 6858000"/>
              <a:gd name="connsiteX338" fmla="*/ 3399216 w 7467663"/>
              <a:gd name="connsiteY338" fmla="*/ 6858000 h 6858000"/>
              <a:gd name="connsiteX339" fmla="*/ 3303688 w 7467663"/>
              <a:gd name="connsiteY339" fmla="*/ 6858000 h 6858000"/>
              <a:gd name="connsiteX340" fmla="*/ 3391774 w 7467663"/>
              <a:gd name="connsiteY340" fmla="*/ 6697181 h 6858000"/>
              <a:gd name="connsiteX341" fmla="*/ 3735540 w 7467663"/>
              <a:gd name="connsiteY341" fmla="*/ 5546923 h 6858000"/>
              <a:gd name="connsiteX342" fmla="*/ 3729438 w 7467663"/>
              <a:gd name="connsiteY342" fmla="*/ 5569058 h 6858000"/>
              <a:gd name="connsiteX343" fmla="*/ 3707782 w 7467663"/>
              <a:gd name="connsiteY343" fmla="*/ 5644908 h 6858000"/>
              <a:gd name="connsiteX344" fmla="*/ 3583827 w 7467663"/>
              <a:gd name="connsiteY344" fmla="*/ 6039215 h 6858000"/>
              <a:gd name="connsiteX345" fmla="*/ 3547861 w 7467663"/>
              <a:gd name="connsiteY345" fmla="*/ 6129609 h 6858000"/>
              <a:gd name="connsiteX346" fmla="*/ 3490905 w 7467663"/>
              <a:gd name="connsiteY346" fmla="*/ 6277660 h 6858000"/>
              <a:gd name="connsiteX347" fmla="*/ 3455859 w 7467663"/>
              <a:gd name="connsiteY347" fmla="*/ 6391301 h 6858000"/>
              <a:gd name="connsiteX348" fmla="*/ 3429112 w 7467663"/>
              <a:gd name="connsiteY348" fmla="*/ 6479469 h 6858000"/>
              <a:gd name="connsiteX349" fmla="*/ 3304862 w 7467663"/>
              <a:gd name="connsiteY349" fmla="*/ 6796476 h 6858000"/>
              <a:gd name="connsiteX350" fmla="*/ 3276071 w 7467663"/>
              <a:gd name="connsiteY350" fmla="*/ 6858000 h 6858000"/>
              <a:gd name="connsiteX351" fmla="*/ 3240805 w 7467663"/>
              <a:gd name="connsiteY351" fmla="*/ 6858000 h 6858000"/>
              <a:gd name="connsiteX352" fmla="*/ 3275917 w 7467663"/>
              <a:gd name="connsiteY352" fmla="*/ 6783192 h 6858000"/>
              <a:gd name="connsiteX353" fmla="*/ 3399358 w 7467663"/>
              <a:gd name="connsiteY353" fmla="*/ 6469011 h 6858000"/>
              <a:gd name="connsiteX354" fmla="*/ 3425650 w 7467663"/>
              <a:gd name="connsiteY354" fmla="*/ 6381333 h 6858000"/>
              <a:gd name="connsiteX355" fmla="*/ 3460661 w 7467663"/>
              <a:gd name="connsiteY355" fmla="*/ 6266763 h 6858000"/>
              <a:gd name="connsiteX356" fmla="*/ 3518021 w 7467663"/>
              <a:gd name="connsiteY356" fmla="*/ 6117298 h 6858000"/>
              <a:gd name="connsiteX357" fmla="*/ 3554035 w 7467663"/>
              <a:gd name="connsiteY357" fmla="*/ 6027832 h 6858000"/>
              <a:gd name="connsiteX358" fmla="*/ 3677174 w 7467663"/>
              <a:gd name="connsiteY358" fmla="*/ 5636351 h 6858000"/>
              <a:gd name="connsiteX359" fmla="*/ 3698819 w 7467663"/>
              <a:gd name="connsiteY359" fmla="*/ 5560503 h 6858000"/>
              <a:gd name="connsiteX360" fmla="*/ 3702094 w 7467663"/>
              <a:gd name="connsiteY360" fmla="*/ 5549194 h 6858000"/>
              <a:gd name="connsiteX361" fmla="*/ 3398355 w 7467663"/>
              <a:gd name="connsiteY361" fmla="*/ 6094603 h 6858000"/>
              <a:gd name="connsiteX362" fmla="*/ 3193941 w 7467663"/>
              <a:gd name="connsiteY362" fmla="*/ 6798775 h 6858000"/>
              <a:gd name="connsiteX363" fmla="*/ 3184140 w 7467663"/>
              <a:gd name="connsiteY363" fmla="*/ 6858000 h 6858000"/>
              <a:gd name="connsiteX364" fmla="*/ 3099978 w 7467663"/>
              <a:gd name="connsiteY364" fmla="*/ 6858000 h 6858000"/>
              <a:gd name="connsiteX365" fmla="*/ 3101556 w 7467663"/>
              <a:gd name="connsiteY365" fmla="*/ 6843337 h 6858000"/>
              <a:gd name="connsiteX366" fmla="*/ 3370162 w 7467663"/>
              <a:gd name="connsiteY366" fmla="*/ 5785550 h 6858000"/>
              <a:gd name="connsiteX367" fmla="*/ 3746477 w 7467663"/>
              <a:gd name="connsiteY367" fmla="*/ 5377889 h 6858000"/>
              <a:gd name="connsiteX368" fmla="*/ 3863399 w 7467663"/>
              <a:gd name="connsiteY368" fmla="*/ 5087257 h 6858000"/>
              <a:gd name="connsiteX369" fmla="*/ 3968712 w 7467663"/>
              <a:gd name="connsiteY369" fmla="*/ 4913989 h 6858000"/>
              <a:gd name="connsiteX370" fmla="*/ 2792390 w 7467663"/>
              <a:gd name="connsiteY370" fmla="*/ 5382974 h 6858000"/>
              <a:gd name="connsiteX371" fmla="*/ 2714982 w 7467663"/>
              <a:gd name="connsiteY371" fmla="*/ 5427051 h 6858000"/>
              <a:gd name="connsiteX372" fmla="*/ 2813361 w 7467663"/>
              <a:gd name="connsiteY372" fmla="*/ 6023912 h 6858000"/>
              <a:gd name="connsiteX373" fmla="*/ 2688430 w 7467663"/>
              <a:gd name="connsiteY373" fmla="*/ 6801564 h 6858000"/>
              <a:gd name="connsiteX374" fmla="*/ 2629626 w 7467663"/>
              <a:gd name="connsiteY374" fmla="*/ 6763394 h 6858000"/>
              <a:gd name="connsiteX375" fmla="*/ 2565328 w 7467663"/>
              <a:gd name="connsiteY375" fmla="*/ 5516399 h 6858000"/>
              <a:gd name="connsiteX376" fmla="*/ 1922999 w 7467663"/>
              <a:gd name="connsiteY376" fmla="*/ 5980343 h 6858000"/>
              <a:gd name="connsiteX377" fmla="*/ 1950261 w 7467663"/>
              <a:gd name="connsiteY377" fmla="*/ 6405858 h 6858000"/>
              <a:gd name="connsiteX378" fmla="*/ 2365554 w 7467663"/>
              <a:gd name="connsiteY378" fmla="*/ 6759107 h 6858000"/>
              <a:gd name="connsiteX379" fmla="*/ 2424142 w 7467663"/>
              <a:gd name="connsiteY379" fmla="*/ 6858000 h 6858000"/>
              <a:gd name="connsiteX380" fmla="*/ 2395994 w 7467663"/>
              <a:gd name="connsiteY380" fmla="*/ 6858000 h 6858000"/>
              <a:gd name="connsiteX381" fmla="*/ 2392863 w 7467663"/>
              <a:gd name="connsiteY381" fmla="*/ 6852964 h 6858000"/>
              <a:gd name="connsiteX382" fmla="*/ 2017589 w 7467663"/>
              <a:gd name="connsiteY382" fmla="*/ 6493982 h 6858000"/>
              <a:gd name="connsiteX383" fmla="*/ 2147336 w 7467663"/>
              <a:gd name="connsiteY383" fmla="*/ 6594052 h 6858000"/>
              <a:gd name="connsiteX384" fmla="*/ 2207047 w 7467663"/>
              <a:gd name="connsiteY384" fmla="*/ 6654540 h 6858000"/>
              <a:gd name="connsiteX385" fmla="*/ 2299106 w 7467663"/>
              <a:gd name="connsiteY385" fmla="*/ 6778931 h 6858000"/>
              <a:gd name="connsiteX386" fmla="*/ 2314430 w 7467663"/>
              <a:gd name="connsiteY386" fmla="*/ 6801144 h 6858000"/>
              <a:gd name="connsiteX387" fmla="*/ 2352406 w 7467663"/>
              <a:gd name="connsiteY387" fmla="*/ 6858000 h 6858000"/>
              <a:gd name="connsiteX388" fmla="*/ 2314492 w 7467663"/>
              <a:gd name="connsiteY388" fmla="*/ 6858000 h 6858000"/>
              <a:gd name="connsiteX389" fmla="*/ 2288095 w 7467663"/>
              <a:gd name="connsiteY389" fmla="*/ 6818030 h 6858000"/>
              <a:gd name="connsiteX390" fmla="*/ 2272768 w 7467663"/>
              <a:gd name="connsiteY390" fmla="*/ 6795822 h 6858000"/>
              <a:gd name="connsiteX391" fmla="*/ 2182715 w 7467663"/>
              <a:gd name="connsiteY391" fmla="*/ 6675071 h 6858000"/>
              <a:gd name="connsiteX392" fmla="*/ 2032061 w 7467663"/>
              <a:gd name="connsiteY392" fmla="*/ 6541380 h 6858000"/>
              <a:gd name="connsiteX393" fmla="*/ 2257220 w 7467663"/>
              <a:gd name="connsiteY393" fmla="*/ 6826257 h 6858000"/>
              <a:gd name="connsiteX394" fmla="*/ 2281324 w 7467663"/>
              <a:gd name="connsiteY394" fmla="*/ 6858000 h 6858000"/>
              <a:gd name="connsiteX395" fmla="*/ 2242860 w 7467663"/>
              <a:gd name="connsiteY395" fmla="*/ 6858000 h 6858000"/>
              <a:gd name="connsiteX396" fmla="*/ 2232818 w 7467663"/>
              <a:gd name="connsiteY396" fmla="*/ 6844926 h 6858000"/>
              <a:gd name="connsiteX397" fmla="*/ 1990172 w 7467663"/>
              <a:gd name="connsiteY397" fmla="*/ 6542121 h 6858000"/>
              <a:gd name="connsiteX398" fmla="*/ 2124090 w 7467663"/>
              <a:gd name="connsiteY398" fmla="*/ 6761017 h 6858000"/>
              <a:gd name="connsiteX399" fmla="*/ 2200380 w 7467663"/>
              <a:gd name="connsiteY399" fmla="*/ 6858000 h 6858000"/>
              <a:gd name="connsiteX400" fmla="*/ 2147507 w 7467663"/>
              <a:gd name="connsiteY400" fmla="*/ 6858000 h 6858000"/>
              <a:gd name="connsiteX401" fmla="*/ 2070668 w 7467663"/>
              <a:gd name="connsiteY401" fmla="*/ 6761520 h 6858000"/>
              <a:gd name="connsiteX402" fmla="*/ 1975142 w 7467663"/>
              <a:gd name="connsiteY402" fmla="*/ 6585570 h 6858000"/>
              <a:gd name="connsiteX403" fmla="*/ 2050035 w 7467663"/>
              <a:gd name="connsiteY403" fmla="*/ 6813345 h 6858000"/>
              <a:gd name="connsiteX404" fmla="*/ 2063025 w 7467663"/>
              <a:gd name="connsiteY404" fmla="*/ 6858000 h 6858000"/>
              <a:gd name="connsiteX405" fmla="*/ 2021675 w 7467663"/>
              <a:gd name="connsiteY405" fmla="*/ 6858000 h 6858000"/>
              <a:gd name="connsiteX406" fmla="*/ 2019308 w 7467663"/>
              <a:gd name="connsiteY406" fmla="*/ 6847118 h 6858000"/>
              <a:gd name="connsiteX407" fmla="*/ 1938835 w 7467663"/>
              <a:gd name="connsiteY407" fmla="*/ 6551160 h 6858000"/>
              <a:gd name="connsiteX408" fmla="*/ 1953230 w 7467663"/>
              <a:gd name="connsiteY408" fmla="*/ 6759699 h 6858000"/>
              <a:gd name="connsiteX409" fmla="*/ 1956763 w 7467663"/>
              <a:gd name="connsiteY409" fmla="*/ 6778191 h 6858000"/>
              <a:gd name="connsiteX410" fmla="*/ 1967925 w 7467663"/>
              <a:gd name="connsiteY410" fmla="*/ 6858000 h 6858000"/>
              <a:gd name="connsiteX411" fmla="*/ 1936622 w 7467663"/>
              <a:gd name="connsiteY411" fmla="*/ 6858000 h 6858000"/>
              <a:gd name="connsiteX412" fmla="*/ 1926261 w 7467663"/>
              <a:gd name="connsiteY412" fmla="*/ 6784064 h 6858000"/>
              <a:gd name="connsiteX413" fmla="*/ 1922724 w 7467663"/>
              <a:gd name="connsiteY413" fmla="*/ 6765577 h 6858000"/>
              <a:gd name="connsiteX414" fmla="*/ 1904650 w 7467663"/>
              <a:gd name="connsiteY414" fmla="*/ 6639616 h 6858000"/>
              <a:gd name="connsiteX415" fmla="*/ 1885273 w 7467663"/>
              <a:gd name="connsiteY415" fmla="*/ 6858000 h 6858000"/>
              <a:gd name="connsiteX416" fmla="*/ 1854363 w 7467663"/>
              <a:gd name="connsiteY416" fmla="*/ 6858000 h 6858000"/>
              <a:gd name="connsiteX417" fmla="*/ 1880391 w 7467663"/>
              <a:gd name="connsiteY417" fmla="*/ 6603796 h 6858000"/>
              <a:gd name="connsiteX418" fmla="*/ 1818273 w 7467663"/>
              <a:gd name="connsiteY418" fmla="*/ 6715729 h 6858000"/>
              <a:gd name="connsiteX419" fmla="*/ 1794691 w 7467663"/>
              <a:gd name="connsiteY419" fmla="*/ 6843239 h 6858000"/>
              <a:gd name="connsiteX420" fmla="*/ 1794914 w 7467663"/>
              <a:gd name="connsiteY420" fmla="*/ 6858000 h 6858000"/>
              <a:gd name="connsiteX421" fmla="*/ 1746128 w 7467663"/>
              <a:gd name="connsiteY421" fmla="*/ 6858000 h 6858000"/>
              <a:gd name="connsiteX422" fmla="*/ 1753934 w 7467663"/>
              <a:gd name="connsiteY422" fmla="*/ 6724796 h 6858000"/>
              <a:gd name="connsiteX423" fmla="*/ 1792053 w 7467663"/>
              <a:gd name="connsiteY423" fmla="*/ 6572396 h 6858000"/>
              <a:gd name="connsiteX424" fmla="*/ 1862248 w 7467663"/>
              <a:gd name="connsiteY424" fmla="*/ 6266397 h 6858000"/>
              <a:gd name="connsiteX425" fmla="*/ 1862250 w 7467663"/>
              <a:gd name="connsiteY425" fmla="*/ 6033531 h 6858000"/>
              <a:gd name="connsiteX426" fmla="*/ 1211999 w 7467663"/>
              <a:gd name="connsiteY426" fmla="*/ 6683610 h 6858000"/>
              <a:gd name="connsiteX427" fmla="*/ 1213266 w 7467663"/>
              <a:gd name="connsiteY427" fmla="*/ 6691947 h 6858000"/>
              <a:gd name="connsiteX428" fmla="*/ 1203370 w 7467663"/>
              <a:gd name="connsiteY428" fmla="*/ 6850676 h 6858000"/>
              <a:gd name="connsiteX429" fmla="*/ 1203671 w 7467663"/>
              <a:gd name="connsiteY429" fmla="*/ 6858000 h 6858000"/>
              <a:gd name="connsiteX430" fmla="*/ 1143180 w 7467663"/>
              <a:gd name="connsiteY430" fmla="*/ 6858000 h 6858000"/>
              <a:gd name="connsiteX431" fmla="*/ 1142176 w 7467663"/>
              <a:gd name="connsiteY431" fmla="*/ 6766045 h 6858000"/>
              <a:gd name="connsiteX432" fmla="*/ 1067484 w 7467663"/>
              <a:gd name="connsiteY432" fmla="*/ 6858000 h 6858000"/>
              <a:gd name="connsiteX433" fmla="*/ 953928 w 7467663"/>
              <a:gd name="connsiteY433" fmla="*/ 6858000 h 6858000"/>
              <a:gd name="connsiteX434" fmla="*/ 959715 w 7467663"/>
              <a:gd name="connsiteY434" fmla="*/ 6850185 h 6858000"/>
              <a:gd name="connsiteX435" fmla="*/ 1483788 w 7467663"/>
              <a:gd name="connsiteY435" fmla="*/ 6259174 h 6858000"/>
              <a:gd name="connsiteX436" fmla="*/ 1100671 w 7467663"/>
              <a:gd name="connsiteY436" fmla="*/ 6252137 h 6858000"/>
              <a:gd name="connsiteX437" fmla="*/ 1090144 w 7467663"/>
              <a:gd name="connsiteY437" fmla="*/ 6256748 h 6858000"/>
              <a:gd name="connsiteX438" fmla="*/ 1095872 w 7467663"/>
              <a:gd name="connsiteY438" fmla="*/ 6271892 h 6858000"/>
              <a:gd name="connsiteX439" fmla="*/ 262785 w 7467663"/>
              <a:gd name="connsiteY439" fmla="*/ 6845450 h 6858000"/>
              <a:gd name="connsiteX440" fmla="*/ 209968 w 7467663"/>
              <a:gd name="connsiteY440" fmla="*/ 6770713 h 6858000"/>
              <a:gd name="connsiteX441" fmla="*/ 873460 w 7467663"/>
              <a:gd name="connsiteY441" fmla="*/ 6253768 h 6858000"/>
              <a:gd name="connsiteX442" fmla="*/ 192686 w 7467663"/>
              <a:gd name="connsiteY442" fmla="*/ 5849257 h 6858000"/>
              <a:gd name="connsiteX443" fmla="*/ 4696 w 7467663"/>
              <a:gd name="connsiteY443" fmla="*/ 5697668 h 6858000"/>
              <a:gd name="connsiteX444" fmla="*/ 0 w 7467663"/>
              <a:gd name="connsiteY444" fmla="*/ 5689984 h 6858000"/>
              <a:gd name="connsiteX445" fmla="*/ 0 w 7467663"/>
              <a:gd name="connsiteY445" fmla="*/ 5513472 h 6858000"/>
              <a:gd name="connsiteX446" fmla="*/ 174101 w 7467663"/>
              <a:gd name="connsiteY446" fmla="*/ 5620277 h 6858000"/>
              <a:gd name="connsiteX447" fmla="*/ 891800 w 7467663"/>
              <a:gd name="connsiteY447" fmla="*/ 6036935 h 6858000"/>
              <a:gd name="connsiteX448" fmla="*/ 1072219 w 7467663"/>
              <a:gd name="connsiteY448" fmla="*/ 6169443 h 6858000"/>
              <a:gd name="connsiteX449" fmla="*/ 1074117 w 7467663"/>
              <a:gd name="connsiteY449" fmla="*/ 6170301 h 6858000"/>
              <a:gd name="connsiteX450" fmla="*/ 1083114 w 7467663"/>
              <a:gd name="connsiteY450" fmla="*/ 6174131 h 6858000"/>
              <a:gd name="connsiteX451" fmla="*/ 1543010 w 7467663"/>
              <a:gd name="connsiteY451" fmla="*/ 6191140 h 6858000"/>
              <a:gd name="connsiteX452" fmla="*/ 1551080 w 7467663"/>
              <a:gd name="connsiteY452" fmla="*/ 6195006 h 6858000"/>
              <a:gd name="connsiteX453" fmla="*/ 2345443 w 7467663"/>
              <a:gd name="connsiteY453" fmla="*/ 5549882 h 6858000"/>
              <a:gd name="connsiteX454" fmla="*/ 1721499 w 7467663"/>
              <a:gd name="connsiteY454" fmla="*/ 5599969 h 6858000"/>
              <a:gd name="connsiteX455" fmla="*/ 767716 w 7467663"/>
              <a:gd name="connsiteY455" fmla="*/ 5472768 h 6858000"/>
              <a:gd name="connsiteX456" fmla="*/ 722147 w 7467663"/>
              <a:gd name="connsiteY456" fmla="*/ 5393091 h 6858000"/>
              <a:gd name="connsiteX457" fmla="*/ 1485552 w 7467663"/>
              <a:gd name="connsiteY457" fmla="*/ 5313202 h 6858000"/>
              <a:gd name="connsiteX458" fmla="*/ 2143004 w 7467663"/>
              <a:gd name="connsiteY458" fmla="*/ 5402420 h 6858000"/>
              <a:gd name="connsiteX459" fmla="*/ 1933391 w 7467663"/>
              <a:gd name="connsiteY459" fmla="*/ 5156971 h 6858000"/>
              <a:gd name="connsiteX460" fmla="*/ 1827118 w 7467663"/>
              <a:gd name="connsiteY460" fmla="*/ 4968410 h 6858000"/>
              <a:gd name="connsiteX461" fmla="*/ 1837349 w 7467663"/>
              <a:gd name="connsiteY461" fmla="*/ 4956357 h 6858000"/>
              <a:gd name="connsiteX462" fmla="*/ 2162835 w 7467663"/>
              <a:gd name="connsiteY462" fmla="*/ 5187853 h 6858000"/>
              <a:gd name="connsiteX463" fmla="*/ 2257167 w 7467663"/>
              <a:gd name="connsiteY463" fmla="*/ 5462123 h 6858000"/>
              <a:gd name="connsiteX464" fmla="*/ 2261598 w 7467663"/>
              <a:gd name="connsiteY464" fmla="*/ 5467998 h 6858000"/>
              <a:gd name="connsiteX465" fmla="*/ 2437177 w 7467663"/>
              <a:gd name="connsiteY465" fmla="*/ 5479608 h 6858000"/>
              <a:gd name="connsiteX466" fmla="*/ 2445247 w 7467663"/>
              <a:gd name="connsiteY466" fmla="*/ 5483476 h 6858000"/>
              <a:gd name="connsiteX467" fmla="*/ 2743626 w 7467663"/>
              <a:gd name="connsiteY467" fmla="*/ 5304819 h 6858000"/>
              <a:gd name="connsiteX468" fmla="*/ 3048102 w 7467663"/>
              <a:gd name="connsiteY468" fmla="*/ 5150595 h 6858000"/>
              <a:gd name="connsiteX469" fmla="*/ 1799414 w 7467663"/>
              <a:gd name="connsiteY469" fmla="*/ 4694732 h 6858000"/>
              <a:gd name="connsiteX470" fmla="*/ 1771735 w 7467663"/>
              <a:gd name="connsiteY470" fmla="*/ 4619929 h 6858000"/>
              <a:gd name="connsiteX471" fmla="*/ 3104273 w 7467663"/>
              <a:gd name="connsiteY471" fmla="*/ 5076159 h 6858000"/>
              <a:gd name="connsiteX472" fmla="*/ 3113245 w 7467663"/>
              <a:gd name="connsiteY472" fmla="*/ 5090705 h 6858000"/>
              <a:gd name="connsiteX473" fmla="*/ 3126294 w 7467663"/>
              <a:gd name="connsiteY473" fmla="*/ 5114400 h 6858000"/>
              <a:gd name="connsiteX474" fmla="*/ 3937433 w 7467663"/>
              <a:gd name="connsiteY474" fmla="*/ 4830473 h 6858000"/>
              <a:gd name="connsiteX475" fmla="*/ 3590475 w 7467663"/>
              <a:gd name="connsiteY475" fmla="*/ 4597974 h 6858000"/>
              <a:gd name="connsiteX476" fmla="*/ 3100264 w 7467663"/>
              <a:gd name="connsiteY476" fmla="*/ 4579845 h 6858000"/>
              <a:gd name="connsiteX477" fmla="*/ 2183576 w 7467663"/>
              <a:gd name="connsiteY477" fmla="*/ 4227150 h 6858000"/>
              <a:gd name="connsiteX478" fmla="*/ 2151029 w 7467663"/>
              <a:gd name="connsiteY478" fmla="*/ 4146947 h 6858000"/>
              <a:gd name="connsiteX479" fmla="*/ 3563434 w 7467663"/>
              <a:gd name="connsiteY479" fmla="*/ 4469115 h 6858000"/>
              <a:gd name="connsiteX480" fmla="*/ 3177952 w 7467663"/>
              <a:gd name="connsiteY480" fmla="*/ 3657386 h 6858000"/>
              <a:gd name="connsiteX481" fmla="*/ 3189263 w 7467663"/>
              <a:gd name="connsiteY481" fmla="*/ 3625726 h 6858000"/>
              <a:gd name="connsiteX482" fmla="*/ 3560912 w 7467663"/>
              <a:gd name="connsiteY482" fmla="*/ 4079863 h 6858000"/>
              <a:gd name="connsiteX483" fmla="*/ 3626636 w 7467663"/>
              <a:gd name="connsiteY483" fmla="*/ 4512230 h 6858000"/>
              <a:gd name="connsiteX484" fmla="*/ 3653088 w 7467663"/>
              <a:gd name="connsiteY484" fmla="*/ 4521417 h 6858000"/>
              <a:gd name="connsiteX485" fmla="*/ 3988128 w 7467663"/>
              <a:gd name="connsiteY485" fmla="*/ 4817267 h 6858000"/>
              <a:gd name="connsiteX486" fmla="*/ 4830582 w 7467663"/>
              <a:gd name="connsiteY486" fmla="*/ 4676000 h 6858000"/>
              <a:gd name="connsiteX487" fmla="*/ 4830100 w 7467663"/>
              <a:gd name="connsiteY487" fmla="*/ 4675554 h 6858000"/>
              <a:gd name="connsiteX488" fmla="*/ 4036318 w 7467663"/>
              <a:gd name="connsiteY488" fmla="*/ 4147013 h 6858000"/>
              <a:gd name="connsiteX489" fmla="*/ 3432098 w 7467663"/>
              <a:gd name="connsiteY489" fmla="*/ 3537312 h 6858000"/>
              <a:gd name="connsiteX490" fmla="*/ 3446761 w 7467663"/>
              <a:gd name="connsiteY490" fmla="*/ 3461278 h 6858000"/>
              <a:gd name="connsiteX491" fmla="*/ 4419733 w 7467663"/>
              <a:gd name="connsiteY491" fmla="*/ 3963555 h 6858000"/>
              <a:gd name="connsiteX492" fmla="*/ 4781371 w 7467663"/>
              <a:gd name="connsiteY492" fmla="*/ 4458604 h 6858000"/>
              <a:gd name="connsiteX493" fmla="*/ 4780440 w 7467663"/>
              <a:gd name="connsiteY493" fmla="*/ 4470290 h 6858000"/>
              <a:gd name="connsiteX494" fmla="*/ 4898954 w 7467663"/>
              <a:gd name="connsiteY494" fmla="*/ 4662092 h 6858000"/>
              <a:gd name="connsiteX495" fmla="*/ 4900699 w 7467663"/>
              <a:gd name="connsiteY495" fmla="*/ 4670867 h 6858000"/>
              <a:gd name="connsiteX496" fmla="*/ 5714511 w 7467663"/>
              <a:gd name="connsiteY496" fmla="*/ 4663483 h 6858000"/>
              <a:gd name="connsiteX497" fmla="*/ 5464793 w 7467663"/>
              <a:gd name="connsiteY497" fmla="*/ 4393556 h 6858000"/>
              <a:gd name="connsiteX498" fmla="*/ 5461897 w 7467663"/>
              <a:gd name="connsiteY498" fmla="*/ 4390879 h 6858000"/>
              <a:gd name="connsiteX499" fmla="*/ 4294126 w 7467663"/>
              <a:gd name="connsiteY499" fmla="*/ 3303048 h 6858000"/>
              <a:gd name="connsiteX500" fmla="*/ 4305321 w 7467663"/>
              <a:gd name="connsiteY500" fmla="*/ 3256953 h 6858000"/>
              <a:gd name="connsiteX501" fmla="*/ 4949299 w 7467663"/>
              <a:gd name="connsiteY501" fmla="*/ 3766336 h 6858000"/>
              <a:gd name="connsiteX502" fmla="*/ 5291452 w 7467663"/>
              <a:gd name="connsiteY502" fmla="*/ 4076801 h 6858000"/>
              <a:gd name="connsiteX503" fmla="*/ 5434998 w 7467663"/>
              <a:gd name="connsiteY503" fmla="*/ 4254100 h 6858000"/>
              <a:gd name="connsiteX504" fmla="*/ 5351015 w 7467663"/>
              <a:gd name="connsiteY504" fmla="*/ 3760989 h 6858000"/>
              <a:gd name="connsiteX505" fmla="*/ 5413780 w 7467663"/>
              <a:gd name="connsiteY505" fmla="*/ 2966265 h 6858000"/>
              <a:gd name="connsiteX506" fmla="*/ 5425627 w 7467663"/>
              <a:gd name="connsiteY506" fmla="*/ 2954192 h 6858000"/>
              <a:gd name="connsiteX507" fmla="*/ 6604735 w 7467663"/>
              <a:gd name="connsiteY507" fmla="*/ 2041381 h 6858000"/>
              <a:gd name="connsiteX508" fmla="*/ 7204487 w 7467663"/>
              <a:gd name="connsiteY508" fmla="*/ 2742112 h 6858000"/>
              <a:gd name="connsiteX509" fmla="*/ 7131592 w 7467663"/>
              <a:gd name="connsiteY509" fmla="*/ 2672096 h 6858000"/>
              <a:gd name="connsiteX510" fmla="*/ 6996344 w 7467663"/>
              <a:gd name="connsiteY510" fmla="*/ 2518310 h 6858000"/>
              <a:gd name="connsiteX511" fmla="*/ 6735495 w 7467663"/>
              <a:gd name="connsiteY511" fmla="*/ 2196890 h 6858000"/>
              <a:gd name="connsiteX512" fmla="*/ 6721901 w 7467663"/>
              <a:gd name="connsiteY512" fmla="*/ 2179274 h 6858000"/>
              <a:gd name="connsiteX513" fmla="*/ 6604735 w 7467663"/>
              <a:gd name="connsiteY513" fmla="*/ 2041381 h 6858000"/>
              <a:gd name="connsiteX514" fmla="*/ 6591670 w 7467663"/>
              <a:gd name="connsiteY514" fmla="*/ 1988277 h 6858000"/>
              <a:gd name="connsiteX515" fmla="*/ 6747349 w 7467663"/>
              <a:gd name="connsiteY515" fmla="*/ 2160069 h 6858000"/>
              <a:gd name="connsiteX516" fmla="*/ 6760943 w 7467663"/>
              <a:gd name="connsiteY516" fmla="*/ 2177686 h 6858000"/>
              <a:gd name="connsiteX517" fmla="*/ 7021065 w 7467663"/>
              <a:gd name="connsiteY517" fmla="*/ 2498102 h 6858000"/>
              <a:gd name="connsiteX518" fmla="*/ 7155223 w 7467663"/>
              <a:gd name="connsiteY518" fmla="*/ 2650386 h 6858000"/>
              <a:gd name="connsiteX519" fmla="*/ 7203167 w 7467663"/>
              <a:gd name="connsiteY519" fmla="*/ 2697288 h 6858000"/>
              <a:gd name="connsiteX520" fmla="*/ 6937703 w 7467663"/>
              <a:gd name="connsiteY520" fmla="*/ 2321981 h 6858000"/>
              <a:gd name="connsiteX521" fmla="*/ 6591670 w 7467663"/>
              <a:gd name="connsiteY521" fmla="*/ 1988277 h 6858000"/>
              <a:gd name="connsiteX522" fmla="*/ 5798671 w 7467663"/>
              <a:gd name="connsiteY522" fmla="*/ 1981601 h 6858000"/>
              <a:gd name="connsiteX523" fmla="*/ 5754709 w 7467663"/>
              <a:gd name="connsiteY523" fmla="*/ 2071454 h 6858000"/>
              <a:gd name="connsiteX524" fmla="*/ 5763044 w 7467663"/>
              <a:gd name="connsiteY524" fmla="*/ 2842206 h 6858000"/>
              <a:gd name="connsiteX525" fmla="*/ 5764974 w 7467663"/>
              <a:gd name="connsiteY525" fmla="*/ 2799609 h 6858000"/>
              <a:gd name="connsiteX526" fmla="*/ 5767665 w 7467663"/>
              <a:gd name="connsiteY526" fmla="*/ 2666409 h 6858000"/>
              <a:gd name="connsiteX527" fmla="*/ 5763055 w 7467663"/>
              <a:gd name="connsiteY527" fmla="*/ 2579705 h 6858000"/>
              <a:gd name="connsiteX528" fmla="*/ 5758079 w 7467663"/>
              <a:gd name="connsiteY528" fmla="*/ 2492508 h 6858000"/>
              <a:gd name="connsiteX529" fmla="*/ 5779325 w 7467663"/>
              <a:gd name="connsiteY529" fmla="*/ 2197069 h 6858000"/>
              <a:gd name="connsiteX530" fmla="*/ 5798671 w 7467663"/>
              <a:gd name="connsiteY530" fmla="*/ 1981601 h 6858000"/>
              <a:gd name="connsiteX531" fmla="*/ 5829202 w 7467663"/>
              <a:gd name="connsiteY531" fmla="*/ 1971679 h 6858000"/>
              <a:gd name="connsiteX532" fmla="*/ 5809558 w 7467663"/>
              <a:gd name="connsiteY532" fmla="*/ 2198043 h 6858000"/>
              <a:gd name="connsiteX533" fmla="*/ 5788653 w 7467663"/>
              <a:gd name="connsiteY533" fmla="*/ 2489430 h 6858000"/>
              <a:gd name="connsiteX534" fmla="*/ 5793439 w 7467663"/>
              <a:gd name="connsiteY534" fmla="*/ 2575235 h 6858000"/>
              <a:gd name="connsiteX535" fmla="*/ 5796837 w 7467663"/>
              <a:gd name="connsiteY535" fmla="*/ 2637633 h 6858000"/>
              <a:gd name="connsiteX536" fmla="*/ 5818614 w 7467663"/>
              <a:gd name="connsiteY536" fmla="*/ 2473055 h 6858000"/>
              <a:gd name="connsiteX537" fmla="*/ 5829202 w 7467663"/>
              <a:gd name="connsiteY537" fmla="*/ 1971679 h 6858000"/>
              <a:gd name="connsiteX538" fmla="*/ 5911389 w 7467663"/>
              <a:gd name="connsiteY538" fmla="*/ 1898371 h 6858000"/>
              <a:gd name="connsiteX539" fmla="*/ 6237627 w 7467663"/>
              <a:gd name="connsiteY539" fmla="*/ 2231921 h 6858000"/>
              <a:gd name="connsiteX540" fmla="*/ 5911389 w 7467663"/>
              <a:gd name="connsiteY540" fmla="*/ 1898371 h 6858000"/>
              <a:gd name="connsiteX541" fmla="*/ 6944437 w 7467663"/>
              <a:gd name="connsiteY541" fmla="*/ 1575402 h 6858000"/>
              <a:gd name="connsiteX542" fmla="*/ 6304730 w 7467663"/>
              <a:gd name="connsiteY542" fmla="*/ 1766654 h 6858000"/>
              <a:gd name="connsiteX543" fmla="*/ 6944437 w 7467663"/>
              <a:gd name="connsiteY543" fmla="*/ 1575402 h 6858000"/>
              <a:gd name="connsiteX544" fmla="*/ 7019523 w 7467663"/>
              <a:gd name="connsiteY544" fmla="*/ 1519450 h 6858000"/>
              <a:gd name="connsiteX545" fmla="*/ 6298091 w 7467663"/>
              <a:gd name="connsiteY545" fmla="*/ 1737122 h 6858000"/>
              <a:gd name="connsiteX546" fmla="*/ 7019523 w 7467663"/>
              <a:gd name="connsiteY546" fmla="*/ 1519450 h 6858000"/>
              <a:gd name="connsiteX547" fmla="*/ 2399523 w 7467663"/>
              <a:gd name="connsiteY547" fmla="*/ 1428234 h 6858000"/>
              <a:gd name="connsiteX548" fmla="*/ 2224982 w 7467663"/>
              <a:gd name="connsiteY548" fmla="*/ 1826201 h 6858000"/>
              <a:gd name="connsiteX549" fmla="*/ 2096099 w 7467663"/>
              <a:gd name="connsiteY549" fmla="*/ 2345900 h 6858000"/>
              <a:gd name="connsiteX550" fmla="*/ 2283317 w 7467663"/>
              <a:gd name="connsiteY550" fmla="*/ 1796925 h 6858000"/>
              <a:gd name="connsiteX551" fmla="*/ 2399523 w 7467663"/>
              <a:gd name="connsiteY551" fmla="*/ 1428234 h 6858000"/>
              <a:gd name="connsiteX552" fmla="*/ 2448558 w 7467663"/>
              <a:gd name="connsiteY552" fmla="*/ 1373435 h 6858000"/>
              <a:gd name="connsiteX553" fmla="*/ 2312521 w 7467663"/>
              <a:gd name="connsiteY553" fmla="*/ 1806140 h 6858000"/>
              <a:gd name="connsiteX554" fmla="*/ 2127533 w 7467663"/>
              <a:gd name="connsiteY554" fmla="*/ 2348380 h 6858000"/>
              <a:gd name="connsiteX555" fmla="*/ 2358080 w 7467663"/>
              <a:gd name="connsiteY555" fmla="*/ 1866134 h 6858000"/>
              <a:gd name="connsiteX556" fmla="*/ 2407436 w 7467663"/>
              <a:gd name="connsiteY556" fmla="*/ 1651070 h 6858000"/>
              <a:gd name="connsiteX557" fmla="*/ 2448558 w 7467663"/>
              <a:gd name="connsiteY557" fmla="*/ 1373435 h 6858000"/>
              <a:gd name="connsiteX558" fmla="*/ 278707 w 7467663"/>
              <a:gd name="connsiteY558" fmla="*/ 1352270 h 6858000"/>
              <a:gd name="connsiteX559" fmla="*/ 321570 w 7467663"/>
              <a:gd name="connsiteY559" fmla="*/ 1861610 h 6858000"/>
              <a:gd name="connsiteX560" fmla="*/ 294281 w 7467663"/>
              <a:gd name="connsiteY560" fmla="*/ 1440658 h 6858000"/>
              <a:gd name="connsiteX561" fmla="*/ 278707 w 7467663"/>
              <a:gd name="connsiteY561" fmla="*/ 1352270 h 6858000"/>
              <a:gd name="connsiteX562" fmla="*/ 1423821 w 7467663"/>
              <a:gd name="connsiteY562" fmla="*/ 1351958 h 6858000"/>
              <a:gd name="connsiteX563" fmla="*/ 1638521 w 7467663"/>
              <a:gd name="connsiteY563" fmla="*/ 1908470 h 6858000"/>
              <a:gd name="connsiteX564" fmla="*/ 1754199 w 7467663"/>
              <a:gd name="connsiteY564" fmla="*/ 2149284 h 6858000"/>
              <a:gd name="connsiteX565" fmla="*/ 1908359 w 7467663"/>
              <a:gd name="connsiteY565" fmla="*/ 2364988 h 6858000"/>
              <a:gd name="connsiteX566" fmla="*/ 1647661 w 7467663"/>
              <a:gd name="connsiteY566" fmla="*/ 1825945 h 6858000"/>
              <a:gd name="connsiteX567" fmla="*/ 1423821 w 7467663"/>
              <a:gd name="connsiteY567" fmla="*/ 1351958 h 6858000"/>
              <a:gd name="connsiteX568" fmla="*/ 1431890 w 7467663"/>
              <a:gd name="connsiteY568" fmla="*/ 1306475 h 6858000"/>
              <a:gd name="connsiteX569" fmla="*/ 1507597 w 7467663"/>
              <a:gd name="connsiteY569" fmla="*/ 1446132 h 6858000"/>
              <a:gd name="connsiteX570" fmla="*/ 1674586 w 7467663"/>
              <a:gd name="connsiteY570" fmla="*/ 1813832 h 6858000"/>
              <a:gd name="connsiteX571" fmla="*/ 1815950 w 7467663"/>
              <a:gd name="connsiteY571" fmla="*/ 2128564 h 6858000"/>
              <a:gd name="connsiteX572" fmla="*/ 1984242 w 7467663"/>
              <a:gd name="connsiteY572" fmla="*/ 2430829 h 6858000"/>
              <a:gd name="connsiteX573" fmla="*/ 2014023 w 7467663"/>
              <a:gd name="connsiteY573" fmla="*/ 2450995 h 6858000"/>
              <a:gd name="connsiteX574" fmla="*/ 1747337 w 7467663"/>
              <a:gd name="connsiteY574" fmla="*/ 1855264 h 6858000"/>
              <a:gd name="connsiteX575" fmla="*/ 1533749 w 7467663"/>
              <a:gd name="connsiteY575" fmla="*/ 1478656 h 6858000"/>
              <a:gd name="connsiteX576" fmla="*/ 1431890 w 7467663"/>
              <a:gd name="connsiteY576" fmla="*/ 1306475 h 6858000"/>
              <a:gd name="connsiteX577" fmla="*/ 5052692 w 7467663"/>
              <a:gd name="connsiteY577" fmla="*/ 1292994 h 6858000"/>
              <a:gd name="connsiteX578" fmla="*/ 5200661 w 7467663"/>
              <a:gd name="connsiteY578" fmla="*/ 1635186 h 6858000"/>
              <a:gd name="connsiteX579" fmla="*/ 5297138 w 7467663"/>
              <a:gd name="connsiteY579" fmla="*/ 1906351 h 6858000"/>
              <a:gd name="connsiteX580" fmla="*/ 5052692 w 7467663"/>
              <a:gd name="connsiteY580" fmla="*/ 1292994 h 6858000"/>
              <a:gd name="connsiteX581" fmla="*/ 5009948 w 7467663"/>
              <a:gd name="connsiteY581" fmla="*/ 1273619 h 6858000"/>
              <a:gd name="connsiteX582" fmla="*/ 5121777 w 7467663"/>
              <a:gd name="connsiteY582" fmla="*/ 1654213 h 6858000"/>
              <a:gd name="connsiteX583" fmla="*/ 5293545 w 7467663"/>
              <a:gd name="connsiteY583" fmla="*/ 2072247 h 6858000"/>
              <a:gd name="connsiteX584" fmla="*/ 5294042 w 7467663"/>
              <a:gd name="connsiteY584" fmla="*/ 2065019 h 6858000"/>
              <a:gd name="connsiteX585" fmla="*/ 5171936 w 7467663"/>
              <a:gd name="connsiteY585" fmla="*/ 1647613 h 6858000"/>
              <a:gd name="connsiteX586" fmla="*/ 5009948 w 7467663"/>
              <a:gd name="connsiteY586" fmla="*/ 1273619 h 6858000"/>
              <a:gd name="connsiteX587" fmla="*/ 655236 w 7467663"/>
              <a:gd name="connsiteY587" fmla="*/ 1268632 h 6858000"/>
              <a:gd name="connsiteX588" fmla="*/ 839521 w 7467663"/>
              <a:gd name="connsiteY588" fmla="*/ 1685315 h 6858000"/>
              <a:gd name="connsiteX589" fmla="*/ 1109416 w 7467663"/>
              <a:gd name="connsiteY589" fmla="*/ 2061663 h 6858000"/>
              <a:gd name="connsiteX590" fmla="*/ 1298300 w 7467663"/>
              <a:gd name="connsiteY590" fmla="*/ 2247742 h 6858000"/>
              <a:gd name="connsiteX591" fmla="*/ 1125871 w 7467663"/>
              <a:gd name="connsiteY591" fmla="*/ 1989513 h 6858000"/>
              <a:gd name="connsiteX592" fmla="*/ 981574 w 7467663"/>
              <a:gd name="connsiteY592" fmla="*/ 1783157 h 6858000"/>
              <a:gd name="connsiteX593" fmla="*/ 922198 w 7467663"/>
              <a:gd name="connsiteY593" fmla="*/ 1677437 h 6858000"/>
              <a:gd name="connsiteX594" fmla="*/ 869293 w 7467663"/>
              <a:gd name="connsiteY594" fmla="*/ 1583214 h 6858000"/>
              <a:gd name="connsiteX595" fmla="*/ 751431 w 7467663"/>
              <a:gd name="connsiteY595" fmla="*/ 1405731 h 6858000"/>
              <a:gd name="connsiteX596" fmla="*/ 655236 w 7467663"/>
              <a:gd name="connsiteY596" fmla="*/ 1268632 h 6858000"/>
              <a:gd name="connsiteX597" fmla="*/ 6516292 w 7467663"/>
              <a:gd name="connsiteY597" fmla="*/ 1263064 h 6858000"/>
              <a:gd name="connsiteX598" fmla="*/ 5736320 w 7467663"/>
              <a:gd name="connsiteY598" fmla="*/ 1501803 h 6858000"/>
              <a:gd name="connsiteX599" fmla="*/ 6516292 w 7467663"/>
              <a:gd name="connsiteY599" fmla="*/ 1263064 h 6858000"/>
              <a:gd name="connsiteX600" fmla="*/ 291466 w 7467663"/>
              <a:gd name="connsiteY600" fmla="*/ 1250369 h 6858000"/>
              <a:gd name="connsiteX601" fmla="*/ 323180 w 7467663"/>
              <a:gd name="connsiteY601" fmla="*/ 1435283 h 6858000"/>
              <a:gd name="connsiteX602" fmla="*/ 349381 w 7467663"/>
              <a:gd name="connsiteY602" fmla="*/ 1875041 h 6858000"/>
              <a:gd name="connsiteX603" fmla="*/ 374363 w 7467663"/>
              <a:gd name="connsiteY603" fmla="*/ 1506494 h 6858000"/>
              <a:gd name="connsiteX604" fmla="*/ 302168 w 7467663"/>
              <a:gd name="connsiteY604" fmla="*/ 1274495 h 6858000"/>
              <a:gd name="connsiteX605" fmla="*/ 291466 w 7467663"/>
              <a:gd name="connsiteY605" fmla="*/ 1250369 h 6858000"/>
              <a:gd name="connsiteX606" fmla="*/ 678222 w 7467663"/>
              <a:gd name="connsiteY606" fmla="*/ 1248670 h 6858000"/>
              <a:gd name="connsiteX607" fmla="*/ 775536 w 7467663"/>
              <a:gd name="connsiteY607" fmla="*/ 1388015 h 6858000"/>
              <a:gd name="connsiteX608" fmla="*/ 894529 w 7467663"/>
              <a:gd name="connsiteY608" fmla="*/ 1567739 h 6858000"/>
              <a:gd name="connsiteX609" fmla="*/ 948000 w 7467663"/>
              <a:gd name="connsiteY609" fmla="*/ 1663088 h 6858000"/>
              <a:gd name="connsiteX610" fmla="*/ 1006812 w 7467663"/>
              <a:gd name="connsiteY610" fmla="*/ 1767683 h 6858000"/>
              <a:gd name="connsiteX611" fmla="*/ 1149133 w 7467663"/>
              <a:gd name="connsiteY611" fmla="*/ 1971513 h 6858000"/>
              <a:gd name="connsiteX612" fmla="*/ 1333952 w 7467663"/>
              <a:gd name="connsiteY612" fmla="*/ 2251620 h 6858000"/>
              <a:gd name="connsiteX613" fmla="*/ 1337329 w 7467663"/>
              <a:gd name="connsiteY613" fmla="*/ 2258350 h 6858000"/>
              <a:gd name="connsiteX614" fmla="*/ 1014726 w 7467663"/>
              <a:gd name="connsiteY614" fmla="*/ 1615556 h 6858000"/>
              <a:gd name="connsiteX615" fmla="*/ 678222 w 7467663"/>
              <a:gd name="connsiteY615" fmla="*/ 1248670 h 6858000"/>
              <a:gd name="connsiteX616" fmla="*/ 6691602 w 7467663"/>
              <a:gd name="connsiteY616" fmla="*/ 1140573 h 6858000"/>
              <a:gd name="connsiteX617" fmla="*/ 6571100 w 7467663"/>
              <a:gd name="connsiteY617" fmla="*/ 1183662 h 6858000"/>
              <a:gd name="connsiteX618" fmla="*/ 6241687 w 7467663"/>
              <a:gd name="connsiteY618" fmla="*/ 1257600 h 6858000"/>
              <a:gd name="connsiteX619" fmla="*/ 5693009 w 7467663"/>
              <a:gd name="connsiteY619" fmla="*/ 1478256 h 6858000"/>
              <a:gd name="connsiteX620" fmla="*/ 6548420 w 7467663"/>
              <a:gd name="connsiteY620" fmla="*/ 1214599 h 6858000"/>
              <a:gd name="connsiteX621" fmla="*/ 6605473 w 7467663"/>
              <a:gd name="connsiteY621" fmla="*/ 1184686 h 6858000"/>
              <a:gd name="connsiteX622" fmla="*/ 6691602 w 7467663"/>
              <a:gd name="connsiteY622" fmla="*/ 1140573 h 6858000"/>
              <a:gd name="connsiteX623" fmla="*/ 4002475 w 7467663"/>
              <a:gd name="connsiteY623" fmla="*/ 1037802 h 6858000"/>
              <a:gd name="connsiteX624" fmla="*/ 4000324 w 7467663"/>
              <a:gd name="connsiteY624" fmla="*/ 1039362 h 6858000"/>
              <a:gd name="connsiteX625" fmla="*/ 4002862 w 7467663"/>
              <a:gd name="connsiteY625" fmla="*/ 1042866 h 6858000"/>
              <a:gd name="connsiteX626" fmla="*/ 4002475 w 7467663"/>
              <a:gd name="connsiteY626" fmla="*/ 1037802 h 6858000"/>
              <a:gd name="connsiteX627" fmla="*/ 506322 w 7467663"/>
              <a:gd name="connsiteY627" fmla="*/ 1020997 h 6858000"/>
              <a:gd name="connsiteX628" fmla="*/ 533068 w 7467663"/>
              <a:gd name="connsiteY628" fmla="*/ 1029409 h 6858000"/>
              <a:gd name="connsiteX629" fmla="*/ 1232525 w 7467663"/>
              <a:gd name="connsiteY629" fmla="*/ 1804675 h 6858000"/>
              <a:gd name="connsiteX630" fmla="*/ 1388858 w 7467663"/>
              <a:gd name="connsiteY630" fmla="*/ 2368011 h 6858000"/>
              <a:gd name="connsiteX631" fmla="*/ 1384098 w 7467663"/>
              <a:gd name="connsiteY631" fmla="*/ 2378125 h 6858000"/>
              <a:gd name="connsiteX632" fmla="*/ 1425393 w 7467663"/>
              <a:gd name="connsiteY632" fmla="*/ 2589124 h 6858000"/>
              <a:gd name="connsiteX633" fmla="*/ 1424001 w 7467663"/>
              <a:gd name="connsiteY633" fmla="*/ 2597541 h 6858000"/>
              <a:gd name="connsiteX634" fmla="*/ 2152729 w 7467663"/>
              <a:gd name="connsiteY634" fmla="*/ 2864487 h 6858000"/>
              <a:gd name="connsiteX635" fmla="*/ 2020609 w 7467663"/>
              <a:gd name="connsiteY635" fmla="*/ 2539671 h 6858000"/>
              <a:gd name="connsiteX636" fmla="*/ 2018920 w 7467663"/>
              <a:gd name="connsiteY636" fmla="*/ 2536309 h 6858000"/>
              <a:gd name="connsiteX637" fmla="*/ 1342441 w 7467663"/>
              <a:gd name="connsiteY637" fmla="*/ 1173017 h 6858000"/>
              <a:gd name="connsiteX638" fmla="*/ 1367925 w 7467663"/>
              <a:gd name="connsiteY638" fmla="*/ 1135648 h 6858000"/>
              <a:gd name="connsiteX639" fmla="*/ 1771401 w 7467663"/>
              <a:gd name="connsiteY639" fmla="*/ 1806673 h 6858000"/>
              <a:gd name="connsiteX640" fmla="*/ 1972385 w 7467663"/>
              <a:gd name="connsiteY640" fmla="*/ 2198735 h 6858000"/>
              <a:gd name="connsiteX641" fmla="*/ 2040892 w 7467663"/>
              <a:gd name="connsiteY641" fmla="*/ 2405205 h 6858000"/>
              <a:gd name="connsiteX642" fmla="*/ 2131689 w 7467663"/>
              <a:gd name="connsiteY642" fmla="*/ 1936926 h 6858000"/>
              <a:gd name="connsiteX643" fmla="*/ 2454820 w 7467663"/>
              <a:gd name="connsiteY643" fmla="*/ 1248808 h 6858000"/>
              <a:gd name="connsiteX644" fmla="*/ 2492512 w 7467663"/>
              <a:gd name="connsiteY644" fmla="*/ 1302920 h 6858000"/>
              <a:gd name="connsiteX645" fmla="*/ 2081216 w 7467663"/>
              <a:gd name="connsiteY645" fmla="*/ 2527513 h 6858000"/>
              <a:gd name="connsiteX646" fmla="*/ 2081211 w 7467663"/>
              <a:gd name="connsiteY646" fmla="*/ 2528916 h 6858000"/>
              <a:gd name="connsiteX647" fmla="*/ 2199067 w 7467663"/>
              <a:gd name="connsiteY647" fmla="*/ 2884061 h 6858000"/>
              <a:gd name="connsiteX648" fmla="*/ 3192586 w 7467663"/>
              <a:gd name="connsiteY648" fmla="*/ 3411496 h 6858000"/>
              <a:gd name="connsiteX649" fmla="*/ 3182620 w 7467663"/>
              <a:gd name="connsiteY649" fmla="*/ 3483279 h 6858000"/>
              <a:gd name="connsiteX650" fmla="*/ 2435119 w 7467663"/>
              <a:gd name="connsiteY650" fmla="*/ 3080173 h 6858000"/>
              <a:gd name="connsiteX651" fmla="*/ 2410152 w 7467663"/>
              <a:gd name="connsiteY651" fmla="*/ 3063751 h 6858000"/>
              <a:gd name="connsiteX652" fmla="*/ 2408099 w 7467663"/>
              <a:gd name="connsiteY652" fmla="*/ 3064403 h 6858000"/>
              <a:gd name="connsiteX653" fmla="*/ 2407218 w 7467663"/>
              <a:gd name="connsiteY653" fmla="*/ 3070324 h 6858000"/>
              <a:gd name="connsiteX654" fmla="*/ 2380138 w 7467663"/>
              <a:gd name="connsiteY654" fmla="*/ 3099341 h 6858000"/>
              <a:gd name="connsiteX655" fmla="*/ 1765923 w 7467663"/>
              <a:gd name="connsiteY655" fmla="*/ 3581043 h 6858000"/>
              <a:gd name="connsiteX656" fmla="*/ 1702258 w 7467663"/>
              <a:gd name="connsiteY656" fmla="*/ 3612286 h 6858000"/>
              <a:gd name="connsiteX657" fmla="*/ 1538370 w 7467663"/>
              <a:gd name="connsiteY657" fmla="*/ 3811804 h 6858000"/>
              <a:gd name="connsiteX658" fmla="*/ 542867 w 7467663"/>
              <a:gd name="connsiteY658" fmla="*/ 4944092 h 6858000"/>
              <a:gd name="connsiteX659" fmla="*/ 515800 w 7467663"/>
              <a:gd name="connsiteY659" fmla="*/ 4862180 h 6858000"/>
              <a:gd name="connsiteX660" fmla="*/ 909145 w 7467663"/>
              <a:gd name="connsiteY660" fmla="*/ 4199225 h 6858000"/>
              <a:gd name="connsiteX661" fmla="*/ 1214067 w 7467663"/>
              <a:gd name="connsiteY661" fmla="*/ 3908561 h 6858000"/>
              <a:gd name="connsiteX662" fmla="*/ 640967 w 7467663"/>
              <a:gd name="connsiteY662" fmla="*/ 4105601 h 6858000"/>
              <a:gd name="connsiteX663" fmla="*/ 112563 w 7467663"/>
              <a:gd name="connsiteY663" fmla="*/ 4396952 h 6858000"/>
              <a:gd name="connsiteX664" fmla="*/ 0 w 7467663"/>
              <a:gd name="connsiteY664" fmla="*/ 4466006 h 6858000"/>
              <a:gd name="connsiteX665" fmla="*/ 0 w 7467663"/>
              <a:gd name="connsiteY665" fmla="*/ 4233763 h 6858000"/>
              <a:gd name="connsiteX666" fmla="*/ 36881 w 7467663"/>
              <a:gd name="connsiteY666" fmla="*/ 4200118 h 6858000"/>
              <a:gd name="connsiteX667" fmla="*/ 910534 w 7467663"/>
              <a:gd name="connsiteY667" fmla="*/ 3629753 h 6858000"/>
              <a:gd name="connsiteX668" fmla="*/ 1578717 w 7467663"/>
              <a:gd name="connsiteY668" fmla="*/ 3575982 h 6858000"/>
              <a:gd name="connsiteX669" fmla="*/ 2338780 w 7467663"/>
              <a:gd name="connsiteY669" fmla="*/ 3033725 h 6858000"/>
              <a:gd name="connsiteX670" fmla="*/ 1807991 w 7467663"/>
              <a:gd name="connsiteY670" fmla="*/ 2807184 h 6858000"/>
              <a:gd name="connsiteX671" fmla="*/ 1416358 w 7467663"/>
              <a:gd name="connsiteY671" fmla="*/ 3112571 h 6858000"/>
              <a:gd name="connsiteX672" fmla="*/ 939066 w 7467663"/>
              <a:gd name="connsiteY672" fmla="*/ 3378798 h 6858000"/>
              <a:gd name="connsiteX673" fmla="*/ 115099 w 7467663"/>
              <a:gd name="connsiteY673" fmla="*/ 3607650 h 6858000"/>
              <a:gd name="connsiteX674" fmla="*/ 97284 w 7467663"/>
              <a:gd name="connsiteY674" fmla="*/ 3520393 h 6858000"/>
              <a:gd name="connsiteX675" fmla="*/ 922050 w 7467663"/>
              <a:gd name="connsiteY675" fmla="*/ 3074867 h 6858000"/>
              <a:gd name="connsiteX676" fmla="*/ 1405265 w 7467663"/>
              <a:gd name="connsiteY676" fmla="*/ 3016319 h 6858000"/>
              <a:gd name="connsiteX677" fmla="*/ 1407512 w 7467663"/>
              <a:gd name="connsiteY677" fmla="*/ 3018001 h 6858000"/>
              <a:gd name="connsiteX678" fmla="*/ 1726266 w 7467663"/>
              <a:gd name="connsiteY678" fmla="*/ 2777274 h 6858000"/>
              <a:gd name="connsiteX679" fmla="*/ 625390 w 7467663"/>
              <a:gd name="connsiteY679" fmla="*/ 2514541 h 6858000"/>
              <a:gd name="connsiteX680" fmla="*/ 619799 w 7467663"/>
              <a:gd name="connsiteY680" fmla="*/ 2527180 h 6858000"/>
              <a:gd name="connsiteX681" fmla="*/ 310030 w 7467663"/>
              <a:gd name="connsiteY681" fmla="*/ 2771818 h 6858000"/>
              <a:gd name="connsiteX682" fmla="*/ 173877 w 7467663"/>
              <a:gd name="connsiteY682" fmla="*/ 2937056 h 6858000"/>
              <a:gd name="connsiteX683" fmla="*/ 77889 w 7467663"/>
              <a:gd name="connsiteY683" fmla="*/ 3138440 h 6858000"/>
              <a:gd name="connsiteX684" fmla="*/ 0 w 7467663"/>
              <a:gd name="connsiteY684" fmla="*/ 3271395 h 6858000"/>
              <a:gd name="connsiteX685" fmla="*/ 0 w 7467663"/>
              <a:gd name="connsiteY685" fmla="*/ 3153002 h 6858000"/>
              <a:gd name="connsiteX686" fmla="*/ 2386 w 7467663"/>
              <a:gd name="connsiteY686" fmla="*/ 3149203 h 6858000"/>
              <a:gd name="connsiteX687" fmla="*/ 89753 w 7467663"/>
              <a:gd name="connsiteY687" fmla="*/ 2987702 h 6858000"/>
              <a:gd name="connsiteX688" fmla="*/ 76869 w 7467663"/>
              <a:gd name="connsiteY688" fmla="*/ 3005404 h 6858000"/>
              <a:gd name="connsiteX689" fmla="*/ 32049 w 7467663"/>
              <a:gd name="connsiteY689" fmla="*/ 3065814 h 6858000"/>
              <a:gd name="connsiteX690" fmla="*/ 0 w 7467663"/>
              <a:gd name="connsiteY690" fmla="*/ 3108744 h 6858000"/>
              <a:gd name="connsiteX691" fmla="*/ 0 w 7467663"/>
              <a:gd name="connsiteY691" fmla="*/ 3058059 h 6858000"/>
              <a:gd name="connsiteX692" fmla="*/ 7610 w 7467663"/>
              <a:gd name="connsiteY692" fmla="*/ 3047889 h 6858000"/>
              <a:gd name="connsiteX693" fmla="*/ 52419 w 7467663"/>
              <a:gd name="connsiteY693" fmla="*/ 2987479 h 6858000"/>
              <a:gd name="connsiteX694" fmla="*/ 59142 w 7467663"/>
              <a:gd name="connsiteY694" fmla="*/ 2978488 h 6858000"/>
              <a:gd name="connsiteX695" fmla="*/ 0 w 7467663"/>
              <a:gd name="connsiteY695" fmla="*/ 3015334 h 6858000"/>
              <a:gd name="connsiteX696" fmla="*/ 0 w 7467663"/>
              <a:gd name="connsiteY696" fmla="*/ 2914286 h 6858000"/>
              <a:gd name="connsiteX697" fmla="*/ 36383 w 7467663"/>
              <a:gd name="connsiteY697" fmla="*/ 2901128 h 6858000"/>
              <a:gd name="connsiteX698" fmla="*/ 156329 w 7467663"/>
              <a:gd name="connsiteY698" fmla="*/ 2840533 h 6858000"/>
              <a:gd name="connsiteX699" fmla="*/ 358355 w 7467663"/>
              <a:gd name="connsiteY699" fmla="*/ 2620471 h 6858000"/>
              <a:gd name="connsiteX700" fmla="*/ 510577 w 7467663"/>
              <a:gd name="connsiteY700" fmla="*/ 2501244 h 6858000"/>
              <a:gd name="connsiteX701" fmla="*/ 211967 w 7467663"/>
              <a:gd name="connsiteY701" fmla="*/ 2479171 h 6858000"/>
              <a:gd name="connsiteX702" fmla="*/ 0 w 7467663"/>
              <a:gd name="connsiteY702" fmla="*/ 2476398 h 6858000"/>
              <a:gd name="connsiteX703" fmla="*/ 0 w 7467663"/>
              <a:gd name="connsiteY703" fmla="*/ 2389189 h 6858000"/>
              <a:gd name="connsiteX704" fmla="*/ 103062 w 7467663"/>
              <a:gd name="connsiteY704" fmla="*/ 2389518 h 6858000"/>
              <a:gd name="connsiteX705" fmla="*/ 510734 w 7467663"/>
              <a:gd name="connsiteY705" fmla="*/ 2416201 h 6858000"/>
              <a:gd name="connsiteX706" fmla="*/ 279257 w 7467663"/>
              <a:gd name="connsiteY706" fmla="*/ 2092102 h 6858000"/>
              <a:gd name="connsiteX707" fmla="*/ 65265 w 7467663"/>
              <a:gd name="connsiteY707" fmla="*/ 2006049 h 6858000"/>
              <a:gd name="connsiteX708" fmla="*/ 0 w 7467663"/>
              <a:gd name="connsiteY708" fmla="*/ 1982532 h 6858000"/>
              <a:gd name="connsiteX709" fmla="*/ 0 w 7467663"/>
              <a:gd name="connsiteY709" fmla="*/ 1912789 h 6858000"/>
              <a:gd name="connsiteX710" fmla="*/ 97460 w 7467663"/>
              <a:gd name="connsiteY710" fmla="*/ 1953725 h 6858000"/>
              <a:gd name="connsiteX711" fmla="*/ 221272 w 7467663"/>
              <a:gd name="connsiteY711" fmla="*/ 1980766 h 6858000"/>
              <a:gd name="connsiteX712" fmla="*/ 116765 w 7467663"/>
              <a:gd name="connsiteY712" fmla="*/ 1911033 h 6858000"/>
              <a:gd name="connsiteX713" fmla="*/ 16405 w 7467663"/>
              <a:gd name="connsiteY713" fmla="*/ 1803412 h 6858000"/>
              <a:gd name="connsiteX714" fmla="*/ 0 w 7467663"/>
              <a:gd name="connsiteY714" fmla="*/ 1784777 h 6858000"/>
              <a:gd name="connsiteX715" fmla="*/ 0 w 7467663"/>
              <a:gd name="connsiteY715" fmla="*/ 1740082 h 6858000"/>
              <a:gd name="connsiteX716" fmla="*/ 39394 w 7467663"/>
              <a:gd name="connsiteY716" fmla="*/ 1784856 h 6858000"/>
              <a:gd name="connsiteX717" fmla="*/ 135813 w 7467663"/>
              <a:gd name="connsiteY717" fmla="*/ 1888838 h 6858000"/>
              <a:gd name="connsiteX718" fmla="*/ 242575 w 7467663"/>
              <a:gd name="connsiteY718" fmla="*/ 1958841 h 6858000"/>
              <a:gd name="connsiteX719" fmla="*/ 82197 w 7467663"/>
              <a:gd name="connsiteY719" fmla="*/ 1754826 h 6858000"/>
              <a:gd name="connsiteX720" fmla="*/ 0 w 7467663"/>
              <a:gd name="connsiteY720" fmla="*/ 1679650 h 6858000"/>
              <a:gd name="connsiteX721" fmla="*/ 0 w 7467663"/>
              <a:gd name="connsiteY721" fmla="*/ 1602463 h 6858000"/>
              <a:gd name="connsiteX722" fmla="*/ 84689 w 7467663"/>
              <a:gd name="connsiteY722" fmla="*/ 1677442 h 6858000"/>
              <a:gd name="connsiteX723" fmla="*/ 298437 w 7467663"/>
              <a:gd name="connsiteY723" fmla="*/ 1968019 h 6858000"/>
              <a:gd name="connsiteX724" fmla="*/ 227269 w 7467663"/>
              <a:gd name="connsiteY724" fmla="*/ 1114064 h 6858000"/>
              <a:gd name="connsiteX725" fmla="*/ 248003 w 7467663"/>
              <a:gd name="connsiteY725" fmla="*/ 1089613 h 6858000"/>
              <a:gd name="connsiteX726" fmla="*/ 427020 w 7467663"/>
              <a:gd name="connsiteY726" fmla="*/ 1619803 h 6858000"/>
              <a:gd name="connsiteX727" fmla="*/ 340345 w 7467663"/>
              <a:gd name="connsiteY727" fmla="*/ 2027739 h 6858000"/>
              <a:gd name="connsiteX728" fmla="*/ 360865 w 7467663"/>
              <a:gd name="connsiteY728" fmla="*/ 2044827 h 6858000"/>
              <a:gd name="connsiteX729" fmla="*/ 560414 w 7467663"/>
              <a:gd name="connsiteY729" fmla="*/ 2421457 h 6858000"/>
              <a:gd name="connsiteX730" fmla="*/ 1359703 w 7467663"/>
              <a:gd name="connsiteY730" fmla="*/ 2578554 h 6858000"/>
              <a:gd name="connsiteX731" fmla="*/ 1359422 w 7467663"/>
              <a:gd name="connsiteY731" fmla="*/ 2577994 h 6858000"/>
              <a:gd name="connsiteX732" fmla="*/ 828701 w 7467663"/>
              <a:gd name="connsiteY732" fmla="*/ 1839520 h 6858000"/>
              <a:gd name="connsiteX733" fmla="*/ 494427 w 7467663"/>
              <a:gd name="connsiteY733" fmla="*/ 1092333 h 6858000"/>
              <a:gd name="connsiteX734" fmla="*/ 506322 w 7467663"/>
              <a:gd name="connsiteY734" fmla="*/ 1020997 h 6858000"/>
              <a:gd name="connsiteX735" fmla="*/ 4570198 w 7467663"/>
              <a:gd name="connsiteY735" fmla="*/ 978081 h 6858000"/>
              <a:gd name="connsiteX736" fmla="*/ 4523691 w 7467663"/>
              <a:gd name="connsiteY736" fmla="*/ 1127776 h 6858000"/>
              <a:gd name="connsiteX737" fmla="*/ 4509875 w 7467663"/>
              <a:gd name="connsiteY737" fmla="*/ 1167552 h 6858000"/>
              <a:gd name="connsiteX738" fmla="*/ 4478168 w 7467663"/>
              <a:gd name="connsiteY738" fmla="*/ 1260735 h 6858000"/>
              <a:gd name="connsiteX739" fmla="*/ 4409309 w 7467663"/>
              <a:gd name="connsiteY739" fmla="*/ 1666996 h 6858000"/>
              <a:gd name="connsiteX740" fmla="*/ 4370031 w 7467663"/>
              <a:gd name="connsiteY740" fmla="*/ 1955666 h 6858000"/>
              <a:gd name="connsiteX741" fmla="*/ 4570198 w 7467663"/>
              <a:gd name="connsiteY741" fmla="*/ 978081 h 6858000"/>
              <a:gd name="connsiteX742" fmla="*/ 4557898 w 7467663"/>
              <a:gd name="connsiteY742" fmla="*/ 900011 h 6858000"/>
              <a:gd name="connsiteX743" fmla="*/ 4344840 w 7467663"/>
              <a:gd name="connsiteY743" fmla="*/ 1922038 h 6858000"/>
              <a:gd name="connsiteX744" fmla="*/ 4378710 w 7467663"/>
              <a:gd name="connsiteY744" fmla="*/ 1665516 h 6858000"/>
              <a:gd name="connsiteX745" fmla="*/ 4448798 w 7467663"/>
              <a:gd name="connsiteY745" fmla="*/ 1253024 h 6858000"/>
              <a:gd name="connsiteX746" fmla="*/ 4480315 w 7467663"/>
              <a:gd name="connsiteY746" fmla="*/ 1158454 h 6858000"/>
              <a:gd name="connsiteX747" fmla="*/ 4494133 w 7467663"/>
              <a:gd name="connsiteY747" fmla="*/ 1118676 h 6858000"/>
              <a:gd name="connsiteX748" fmla="*/ 4557898 w 7467663"/>
              <a:gd name="connsiteY748" fmla="*/ 900011 h 6858000"/>
              <a:gd name="connsiteX749" fmla="*/ 5870151 w 7467663"/>
              <a:gd name="connsiteY749" fmla="*/ 898890 h 6858000"/>
              <a:gd name="connsiteX750" fmla="*/ 5861335 w 7467663"/>
              <a:gd name="connsiteY750" fmla="*/ 899177 h 6858000"/>
              <a:gd name="connsiteX751" fmla="*/ 5843702 w 7467663"/>
              <a:gd name="connsiteY751" fmla="*/ 899748 h 6858000"/>
              <a:gd name="connsiteX752" fmla="*/ 5651107 w 7467663"/>
              <a:gd name="connsiteY752" fmla="*/ 920306 h 6858000"/>
              <a:gd name="connsiteX753" fmla="*/ 5459407 w 7467663"/>
              <a:gd name="connsiteY753" fmla="*/ 940975 h 6858000"/>
              <a:gd name="connsiteX754" fmla="*/ 5374846 w 7467663"/>
              <a:gd name="connsiteY754" fmla="*/ 941988 h 6858000"/>
              <a:gd name="connsiteX755" fmla="*/ 5256105 w 7467663"/>
              <a:gd name="connsiteY755" fmla="*/ 945632 h 6858000"/>
              <a:gd name="connsiteX756" fmla="*/ 5107071 w 7467663"/>
              <a:gd name="connsiteY756" fmla="*/ 969720 h 6858000"/>
              <a:gd name="connsiteX757" fmla="*/ 4998681 w 7467663"/>
              <a:gd name="connsiteY757" fmla="*/ 988771 h 6858000"/>
              <a:gd name="connsiteX758" fmla="*/ 5870151 w 7467663"/>
              <a:gd name="connsiteY758" fmla="*/ 898890 h 6858000"/>
              <a:gd name="connsiteX759" fmla="*/ 5504425 w 7467663"/>
              <a:gd name="connsiteY759" fmla="*/ 848067 h 6858000"/>
              <a:gd name="connsiteX760" fmla="*/ 4968849 w 7467663"/>
              <a:gd name="connsiteY760" fmla="*/ 962318 h 6858000"/>
              <a:gd name="connsiteX761" fmla="*/ 5104039 w 7467663"/>
              <a:gd name="connsiteY761" fmla="*/ 940634 h 6858000"/>
              <a:gd name="connsiteX762" fmla="*/ 5256311 w 7467663"/>
              <a:gd name="connsiteY762" fmla="*/ 916490 h 6858000"/>
              <a:gd name="connsiteX763" fmla="*/ 5377381 w 7467663"/>
              <a:gd name="connsiteY763" fmla="*/ 912671 h 6858000"/>
              <a:gd name="connsiteX764" fmla="*/ 5460148 w 7467663"/>
              <a:gd name="connsiteY764" fmla="*/ 911442 h 6858000"/>
              <a:gd name="connsiteX765" fmla="*/ 5648971 w 7467663"/>
              <a:gd name="connsiteY765" fmla="*/ 891331 h 6858000"/>
              <a:gd name="connsiteX766" fmla="*/ 5844807 w 7467663"/>
              <a:gd name="connsiteY766" fmla="*/ 870718 h 6858000"/>
              <a:gd name="connsiteX767" fmla="*/ 5862975 w 7467663"/>
              <a:gd name="connsiteY767" fmla="*/ 869756 h 6858000"/>
              <a:gd name="connsiteX768" fmla="*/ 5920887 w 7467663"/>
              <a:gd name="connsiteY768" fmla="*/ 865929 h 6858000"/>
              <a:gd name="connsiteX769" fmla="*/ 5504425 w 7467663"/>
              <a:gd name="connsiteY769" fmla="*/ 848067 h 6858000"/>
              <a:gd name="connsiteX770" fmla="*/ 3607114 w 7467663"/>
              <a:gd name="connsiteY770" fmla="*/ 467441 h 6858000"/>
              <a:gd name="connsiteX771" fmla="*/ 3296242 w 7467663"/>
              <a:gd name="connsiteY771" fmla="*/ 807991 h 6858000"/>
              <a:gd name="connsiteX772" fmla="*/ 3174674 w 7467663"/>
              <a:gd name="connsiteY772" fmla="*/ 919759 h 6858000"/>
              <a:gd name="connsiteX773" fmla="*/ 3042978 w 7467663"/>
              <a:gd name="connsiteY773" fmla="*/ 1054894 h 6858000"/>
              <a:gd name="connsiteX774" fmla="*/ 2968914 w 7467663"/>
              <a:gd name="connsiteY774" fmla="*/ 1133756 h 6858000"/>
              <a:gd name="connsiteX775" fmla="*/ 3103823 w 7467663"/>
              <a:gd name="connsiteY775" fmla="*/ 1026814 h 6858000"/>
              <a:gd name="connsiteX776" fmla="*/ 3607114 w 7467663"/>
              <a:gd name="connsiteY776" fmla="*/ 467441 h 6858000"/>
              <a:gd name="connsiteX777" fmla="*/ 3744487 w 7467663"/>
              <a:gd name="connsiteY777" fmla="*/ 383136 h 6858000"/>
              <a:gd name="connsiteX778" fmla="*/ 3970213 w 7467663"/>
              <a:gd name="connsiteY778" fmla="*/ 995559 h 6858000"/>
              <a:gd name="connsiteX779" fmla="*/ 3744487 w 7467663"/>
              <a:gd name="connsiteY779" fmla="*/ 383136 h 6858000"/>
              <a:gd name="connsiteX780" fmla="*/ 3624562 w 7467663"/>
              <a:gd name="connsiteY780" fmla="*/ 367041 h 6858000"/>
              <a:gd name="connsiteX781" fmla="*/ 3489712 w 7467663"/>
              <a:gd name="connsiteY781" fmla="*/ 485386 h 6858000"/>
              <a:gd name="connsiteX782" fmla="*/ 3182994 w 7467663"/>
              <a:gd name="connsiteY782" fmla="*/ 828265 h 6858000"/>
              <a:gd name="connsiteX783" fmla="*/ 2892114 w 7467663"/>
              <a:gd name="connsiteY783" fmla="*/ 1172635 h 6858000"/>
              <a:gd name="connsiteX784" fmla="*/ 3021459 w 7467663"/>
              <a:gd name="connsiteY784" fmla="*/ 1035385 h 6858000"/>
              <a:gd name="connsiteX785" fmla="*/ 3153873 w 7467663"/>
              <a:gd name="connsiteY785" fmla="*/ 898971 h 6858000"/>
              <a:gd name="connsiteX786" fmla="*/ 3276511 w 7467663"/>
              <a:gd name="connsiteY786" fmla="*/ 786423 h 6858000"/>
              <a:gd name="connsiteX787" fmla="*/ 3584154 w 7467663"/>
              <a:gd name="connsiteY787" fmla="*/ 448218 h 6858000"/>
              <a:gd name="connsiteX788" fmla="*/ 3624562 w 7467663"/>
              <a:gd name="connsiteY788" fmla="*/ 367041 h 6858000"/>
              <a:gd name="connsiteX789" fmla="*/ 3766672 w 7467663"/>
              <a:gd name="connsiteY789" fmla="*/ 359429 h 6858000"/>
              <a:gd name="connsiteX790" fmla="*/ 3996338 w 7467663"/>
              <a:gd name="connsiteY790" fmla="*/ 968237 h 6858000"/>
              <a:gd name="connsiteX791" fmla="*/ 3766672 w 7467663"/>
              <a:gd name="connsiteY791" fmla="*/ 359429 h 6858000"/>
              <a:gd name="connsiteX792" fmla="*/ 5805386 w 7467663"/>
              <a:gd name="connsiteY792" fmla="*/ 239240 h 6858000"/>
              <a:gd name="connsiteX793" fmla="*/ 5736947 w 7467663"/>
              <a:gd name="connsiteY793" fmla="*/ 261367 h 6858000"/>
              <a:gd name="connsiteX794" fmla="*/ 5427012 w 7467663"/>
              <a:gd name="connsiteY794" fmla="*/ 311272 h 6858000"/>
              <a:gd name="connsiteX795" fmla="*/ 5147818 w 7467663"/>
              <a:gd name="connsiteY795" fmla="*/ 322112 h 6858000"/>
              <a:gd name="connsiteX796" fmla="*/ 5060854 w 7467663"/>
              <a:gd name="connsiteY796" fmla="*/ 311882 h 6858000"/>
              <a:gd name="connsiteX797" fmla="*/ 4945989 w 7467663"/>
              <a:gd name="connsiteY797" fmla="*/ 300516 h 6858000"/>
              <a:gd name="connsiteX798" fmla="*/ 5410479 w 7467663"/>
              <a:gd name="connsiteY798" fmla="*/ 348434 h 6858000"/>
              <a:gd name="connsiteX799" fmla="*/ 5805386 w 7467663"/>
              <a:gd name="connsiteY799" fmla="*/ 239240 h 6858000"/>
              <a:gd name="connsiteX800" fmla="*/ 5905192 w 7467663"/>
              <a:gd name="connsiteY800" fmla="*/ 163079 h 6858000"/>
              <a:gd name="connsiteX801" fmla="*/ 5865655 w 7467663"/>
              <a:gd name="connsiteY801" fmla="*/ 171901 h 6858000"/>
              <a:gd name="connsiteX802" fmla="*/ 5259740 w 7467663"/>
              <a:gd name="connsiteY802" fmla="*/ 257013 h 6858000"/>
              <a:gd name="connsiteX803" fmla="*/ 5208466 w 7467663"/>
              <a:gd name="connsiteY803" fmla="*/ 257550 h 6858000"/>
              <a:gd name="connsiteX804" fmla="*/ 4980204 w 7467663"/>
              <a:gd name="connsiteY804" fmla="*/ 271903 h 6858000"/>
              <a:gd name="connsiteX805" fmla="*/ 5068068 w 7467663"/>
              <a:gd name="connsiteY805" fmla="*/ 282244 h 6858000"/>
              <a:gd name="connsiteX806" fmla="*/ 5153231 w 7467663"/>
              <a:gd name="connsiteY806" fmla="*/ 292240 h 6858000"/>
              <a:gd name="connsiteX807" fmla="*/ 5426491 w 7467663"/>
              <a:gd name="connsiteY807" fmla="*/ 281128 h 6858000"/>
              <a:gd name="connsiteX808" fmla="*/ 5731212 w 7467663"/>
              <a:gd name="connsiteY808" fmla="*/ 231951 h 6858000"/>
              <a:gd name="connsiteX809" fmla="*/ 5905192 w 7467663"/>
              <a:gd name="connsiteY809" fmla="*/ 163079 h 6858000"/>
              <a:gd name="connsiteX810" fmla="*/ 5944437 w 7467663"/>
              <a:gd name="connsiteY810" fmla="*/ 113829 h 6858000"/>
              <a:gd name="connsiteX811" fmla="*/ 5825032 w 7467663"/>
              <a:gd name="connsiteY811" fmla="*/ 146405 h 6858000"/>
              <a:gd name="connsiteX812" fmla="*/ 4955599 w 7467663"/>
              <a:gd name="connsiteY812" fmla="*/ 247008 h 6858000"/>
              <a:gd name="connsiteX813" fmla="*/ 5210104 w 7467663"/>
              <a:gd name="connsiteY813" fmla="*/ 228123 h 6858000"/>
              <a:gd name="connsiteX814" fmla="*/ 5261015 w 7467663"/>
              <a:gd name="connsiteY814" fmla="*/ 227087 h 6858000"/>
              <a:gd name="connsiteX815" fmla="*/ 5861181 w 7467663"/>
              <a:gd name="connsiteY815" fmla="*/ 143093 h 6858000"/>
              <a:gd name="connsiteX816" fmla="*/ 5961252 w 7467663"/>
              <a:gd name="connsiteY816" fmla="*/ 114820 h 6858000"/>
              <a:gd name="connsiteX817" fmla="*/ 5944437 w 7467663"/>
              <a:gd name="connsiteY817" fmla="*/ 113829 h 6858000"/>
              <a:gd name="connsiteX818" fmla="*/ 3882765 w 7467663"/>
              <a:gd name="connsiteY818" fmla="*/ 0 h 6858000"/>
              <a:gd name="connsiteX819" fmla="*/ 3995099 w 7467663"/>
              <a:gd name="connsiteY819" fmla="*/ 0 h 6858000"/>
              <a:gd name="connsiteX820" fmla="*/ 4163818 w 7467663"/>
              <a:gd name="connsiteY820" fmla="*/ 234104 h 6858000"/>
              <a:gd name="connsiteX821" fmla="*/ 4172099 w 7467663"/>
              <a:gd name="connsiteY821" fmla="*/ 234207 h 6858000"/>
              <a:gd name="connsiteX822" fmla="*/ 4784282 w 7467663"/>
              <a:gd name="connsiteY822" fmla="*/ 276561 h 6858000"/>
              <a:gd name="connsiteX823" fmla="*/ 4801687 w 7467663"/>
              <a:gd name="connsiteY823" fmla="*/ 267764 h 6858000"/>
              <a:gd name="connsiteX824" fmla="*/ 6082788 w 7467663"/>
              <a:gd name="connsiteY824" fmla="*/ 64119 h 6858000"/>
              <a:gd name="connsiteX825" fmla="*/ 6099442 w 7467663"/>
              <a:gd name="connsiteY825" fmla="*/ 82568 h 6858000"/>
              <a:gd name="connsiteX826" fmla="*/ 4804137 w 7467663"/>
              <a:gd name="connsiteY826" fmla="*/ 320931 h 6858000"/>
              <a:gd name="connsiteX827" fmla="*/ 4227047 w 7467663"/>
              <a:gd name="connsiteY827" fmla="*/ 313415 h 6858000"/>
              <a:gd name="connsiteX828" fmla="*/ 4346041 w 7467663"/>
              <a:gd name="connsiteY828" fmla="*/ 456086 h 6858000"/>
              <a:gd name="connsiteX829" fmla="*/ 4870967 w 7467663"/>
              <a:gd name="connsiteY829" fmla="*/ 963061 h 6858000"/>
              <a:gd name="connsiteX830" fmla="*/ 4889647 w 7467663"/>
              <a:gd name="connsiteY830" fmla="*/ 957147 h 6858000"/>
              <a:gd name="connsiteX831" fmla="*/ 5422504 w 7467663"/>
              <a:gd name="connsiteY831" fmla="*/ 805191 h 6858000"/>
              <a:gd name="connsiteX832" fmla="*/ 6087656 w 7467663"/>
              <a:gd name="connsiteY832" fmla="*/ 826703 h 6858000"/>
              <a:gd name="connsiteX833" fmla="*/ 6058717 w 7467663"/>
              <a:gd name="connsiteY833" fmla="*/ 865992 h 6858000"/>
              <a:gd name="connsiteX834" fmla="*/ 4974153 w 7467663"/>
              <a:gd name="connsiteY834" fmla="*/ 1045456 h 6858000"/>
              <a:gd name="connsiteX835" fmla="*/ 5627835 w 7467663"/>
              <a:gd name="connsiteY835" fmla="*/ 1472077 h 6858000"/>
              <a:gd name="connsiteX836" fmla="*/ 5629817 w 7467663"/>
              <a:gd name="connsiteY836" fmla="*/ 1471412 h 6858000"/>
              <a:gd name="connsiteX837" fmla="*/ 5634124 w 7467663"/>
              <a:gd name="connsiteY837" fmla="*/ 1470572 h 6858000"/>
              <a:gd name="connsiteX838" fmla="*/ 5755832 w 7467663"/>
              <a:gd name="connsiteY838" fmla="*/ 1383886 h 6858000"/>
              <a:gd name="connsiteX839" fmla="*/ 6014186 w 7467663"/>
              <a:gd name="connsiteY839" fmla="*/ 1279799 h 6858000"/>
              <a:gd name="connsiteX840" fmla="*/ 6901619 w 7467663"/>
              <a:gd name="connsiteY840" fmla="*/ 1047874 h 6858000"/>
              <a:gd name="connsiteX841" fmla="*/ 6931566 w 7467663"/>
              <a:gd name="connsiteY841" fmla="*/ 1062034 h 6858000"/>
              <a:gd name="connsiteX842" fmla="*/ 5790982 w 7467663"/>
              <a:gd name="connsiteY842" fmla="*/ 1561380 h 6858000"/>
              <a:gd name="connsiteX843" fmla="*/ 6188971 w 7467663"/>
              <a:gd name="connsiteY843" fmla="*/ 1755168 h 6858000"/>
              <a:gd name="connsiteX844" fmla="*/ 6202446 w 7467663"/>
              <a:gd name="connsiteY844" fmla="*/ 1752268 h 6858000"/>
              <a:gd name="connsiteX845" fmla="*/ 7179560 w 7467663"/>
              <a:gd name="connsiteY845" fmla="*/ 1467551 h 6858000"/>
              <a:gd name="connsiteX846" fmla="*/ 7158730 w 7467663"/>
              <a:gd name="connsiteY846" fmla="*/ 1507835 h 6858000"/>
              <a:gd name="connsiteX847" fmla="*/ 6326959 w 7467663"/>
              <a:gd name="connsiteY847" fmla="*/ 1817686 h 6858000"/>
              <a:gd name="connsiteX848" fmla="*/ 6537433 w 7467663"/>
              <a:gd name="connsiteY848" fmla="*/ 1907790 h 6858000"/>
              <a:gd name="connsiteX849" fmla="*/ 6550221 w 7467663"/>
              <a:gd name="connsiteY849" fmla="*/ 1910729 h 6858000"/>
              <a:gd name="connsiteX850" fmla="*/ 6964438 w 7467663"/>
              <a:gd name="connsiteY850" fmla="*/ 2209505 h 6858000"/>
              <a:gd name="connsiteX851" fmla="*/ 7367862 w 7467663"/>
              <a:gd name="connsiteY851" fmla="*/ 2806833 h 6858000"/>
              <a:gd name="connsiteX852" fmla="*/ 7364329 w 7467663"/>
              <a:gd name="connsiteY852" fmla="*/ 2826907 h 6858000"/>
              <a:gd name="connsiteX853" fmla="*/ 7290545 w 7467663"/>
              <a:gd name="connsiteY853" fmla="*/ 2850663 h 6858000"/>
              <a:gd name="connsiteX854" fmla="*/ 6472036 w 7467663"/>
              <a:gd name="connsiteY854" fmla="*/ 1959003 h 6858000"/>
              <a:gd name="connsiteX855" fmla="*/ 5792897 w 7467663"/>
              <a:gd name="connsiteY855" fmla="*/ 1647747 h 6858000"/>
              <a:gd name="connsiteX856" fmla="*/ 5842751 w 7467663"/>
              <a:gd name="connsiteY856" fmla="*/ 1816112 h 6858000"/>
              <a:gd name="connsiteX857" fmla="*/ 5847424 w 7467663"/>
              <a:gd name="connsiteY857" fmla="*/ 1815776 h 6858000"/>
              <a:gd name="connsiteX858" fmla="*/ 6399821 w 7467663"/>
              <a:gd name="connsiteY858" fmla="*/ 2344799 h 6858000"/>
              <a:gd name="connsiteX859" fmla="*/ 6323232 w 7467663"/>
              <a:gd name="connsiteY859" fmla="*/ 2389634 h 6858000"/>
              <a:gd name="connsiteX860" fmla="*/ 5942958 w 7467663"/>
              <a:gd name="connsiteY860" fmla="*/ 2077708 h 6858000"/>
              <a:gd name="connsiteX861" fmla="*/ 5921559 w 7467663"/>
              <a:gd name="connsiteY861" fmla="*/ 2378596 h 6858000"/>
              <a:gd name="connsiteX862" fmla="*/ 5817651 w 7467663"/>
              <a:gd name="connsiteY862" fmla="*/ 3023919 h 6858000"/>
              <a:gd name="connsiteX863" fmla="*/ 5729634 w 7467663"/>
              <a:gd name="connsiteY863" fmla="*/ 3051849 h 6858000"/>
              <a:gd name="connsiteX864" fmla="*/ 5611018 w 7467663"/>
              <a:gd name="connsiteY864" fmla="*/ 2316769 h 6858000"/>
              <a:gd name="connsiteX865" fmla="*/ 5687608 w 7467663"/>
              <a:gd name="connsiteY865" fmla="*/ 2039972 h 6858000"/>
              <a:gd name="connsiteX866" fmla="*/ 5657554 w 7467663"/>
              <a:gd name="connsiteY866" fmla="*/ 1576445 h 6858000"/>
              <a:gd name="connsiteX867" fmla="*/ 5150475 w 7467663"/>
              <a:gd name="connsiteY867" fmla="*/ 1274012 h 6858000"/>
              <a:gd name="connsiteX868" fmla="*/ 5349142 w 7467663"/>
              <a:gd name="connsiteY868" fmla="*/ 2204405 h 6858000"/>
              <a:gd name="connsiteX869" fmla="*/ 5262214 w 7467663"/>
              <a:gd name="connsiteY869" fmla="*/ 2233836 h 6858000"/>
              <a:gd name="connsiteX870" fmla="*/ 4981539 w 7467663"/>
              <a:gd name="connsiteY870" fmla="*/ 1542201 h 6858000"/>
              <a:gd name="connsiteX871" fmla="*/ 4958461 w 7467663"/>
              <a:gd name="connsiteY871" fmla="*/ 1136957 h 6858000"/>
              <a:gd name="connsiteX872" fmla="*/ 4655015 w 7467663"/>
              <a:gd name="connsiteY872" fmla="*/ 891426 h 6858000"/>
              <a:gd name="connsiteX873" fmla="*/ 4348002 w 7467663"/>
              <a:gd name="connsiteY873" fmla="*/ 2205895 h 6858000"/>
              <a:gd name="connsiteX874" fmla="*/ 4262250 w 7467663"/>
              <a:gd name="connsiteY874" fmla="*/ 2219972 h 6858000"/>
              <a:gd name="connsiteX875" fmla="*/ 4550611 w 7467663"/>
              <a:gd name="connsiteY875" fmla="*/ 817540 h 6858000"/>
              <a:gd name="connsiteX876" fmla="*/ 4564418 w 7467663"/>
              <a:gd name="connsiteY876" fmla="*/ 808293 h 6858000"/>
              <a:gd name="connsiteX877" fmla="*/ 4266388 w 7467663"/>
              <a:gd name="connsiteY877" fmla="*/ 500083 h 6858000"/>
              <a:gd name="connsiteX878" fmla="*/ 4032842 w 7467663"/>
              <a:gd name="connsiteY878" fmla="*/ 211809 h 6858000"/>
              <a:gd name="connsiteX879" fmla="*/ 3882765 w 7467663"/>
              <a:gd name="connsiteY879" fmla="*/ 0 h 6858000"/>
              <a:gd name="connsiteX880" fmla="*/ 3721337 w 7467663"/>
              <a:gd name="connsiteY880" fmla="*/ 0 h 6858000"/>
              <a:gd name="connsiteX881" fmla="*/ 3797544 w 7467663"/>
              <a:gd name="connsiteY881" fmla="*/ 0 h 6858000"/>
              <a:gd name="connsiteX882" fmla="*/ 3775734 w 7467663"/>
              <a:gd name="connsiteY882" fmla="*/ 95131 h 6858000"/>
              <a:gd name="connsiteX883" fmla="*/ 3724807 w 7467663"/>
              <a:gd name="connsiteY883" fmla="*/ 272257 h 6858000"/>
              <a:gd name="connsiteX884" fmla="*/ 3726844 w 7467663"/>
              <a:gd name="connsiteY884" fmla="*/ 282988 h 6858000"/>
              <a:gd name="connsiteX885" fmla="*/ 3742664 w 7467663"/>
              <a:gd name="connsiteY885" fmla="*/ 279918 h 6858000"/>
              <a:gd name="connsiteX886" fmla="*/ 4103910 w 7467663"/>
              <a:gd name="connsiteY886" fmla="*/ 1161917 h 6858000"/>
              <a:gd name="connsiteX887" fmla="*/ 4020269 w 7467663"/>
              <a:gd name="connsiteY887" fmla="*/ 1200406 h 6858000"/>
              <a:gd name="connsiteX888" fmla="*/ 3674882 w 7467663"/>
              <a:gd name="connsiteY888" fmla="*/ 488524 h 6858000"/>
              <a:gd name="connsiteX889" fmla="*/ 3132682 w 7467663"/>
              <a:gd name="connsiteY889" fmla="*/ 1072284 h 6858000"/>
              <a:gd name="connsiteX890" fmla="*/ 2716346 w 7467663"/>
              <a:gd name="connsiteY890" fmla="*/ 1276376 h 6858000"/>
              <a:gd name="connsiteX891" fmla="*/ 2716772 w 7467663"/>
              <a:gd name="connsiteY891" fmla="*/ 1255462 h 6858000"/>
              <a:gd name="connsiteX892" fmla="*/ 3471096 w 7467663"/>
              <a:gd name="connsiteY892" fmla="*/ 437072 h 6858000"/>
              <a:gd name="connsiteX893" fmla="*/ 3639057 w 7467663"/>
              <a:gd name="connsiteY893" fmla="*/ 286334 h 6858000"/>
              <a:gd name="connsiteX894" fmla="*/ 3640309 w 7467663"/>
              <a:gd name="connsiteY894" fmla="*/ 284664 h 6858000"/>
              <a:gd name="connsiteX895" fmla="*/ 3646022 w 7467663"/>
              <a:gd name="connsiteY895" fmla="*/ 276711 h 6858000"/>
              <a:gd name="connsiteX896" fmla="*/ 3707943 w 7467663"/>
              <a:gd name="connsiteY896" fmla="*/ 65958 h 6858000"/>
              <a:gd name="connsiteX897" fmla="*/ 3721337 w 7467663"/>
              <a:gd name="connsiteY897" fmla="*/ 0 h 6858000"/>
              <a:gd name="connsiteX898" fmla="*/ 2867960 w 7467663"/>
              <a:gd name="connsiteY898" fmla="*/ 0 h 6858000"/>
              <a:gd name="connsiteX899" fmla="*/ 2926351 w 7467663"/>
              <a:gd name="connsiteY899" fmla="*/ 0 h 6858000"/>
              <a:gd name="connsiteX900" fmla="*/ 2902823 w 7467663"/>
              <a:gd name="connsiteY900" fmla="*/ 262929 h 6858000"/>
              <a:gd name="connsiteX901" fmla="*/ 2940663 w 7467663"/>
              <a:gd name="connsiteY901" fmla="*/ 140884 h 6858000"/>
              <a:gd name="connsiteX902" fmla="*/ 2947039 w 7467663"/>
              <a:gd name="connsiteY902" fmla="*/ 122524 h 6858000"/>
              <a:gd name="connsiteX903" fmla="*/ 2984316 w 7467663"/>
              <a:gd name="connsiteY903" fmla="*/ 0 h 6858000"/>
              <a:gd name="connsiteX904" fmla="*/ 3016114 w 7467663"/>
              <a:gd name="connsiteY904" fmla="*/ 0 h 6858000"/>
              <a:gd name="connsiteX905" fmla="*/ 2979949 w 7467663"/>
              <a:gd name="connsiteY905" fmla="*/ 119274 h 6858000"/>
              <a:gd name="connsiteX906" fmla="*/ 3023879 w 7467663"/>
              <a:gd name="connsiteY906" fmla="*/ 0 h 6858000"/>
              <a:gd name="connsiteX907" fmla="*/ 3105400 w 7467663"/>
              <a:gd name="connsiteY907" fmla="*/ 0 h 6858000"/>
              <a:gd name="connsiteX908" fmla="*/ 3094669 w 7467663"/>
              <a:gd name="connsiteY908" fmla="*/ 30308 h 6858000"/>
              <a:gd name="connsiteX909" fmla="*/ 2901945 w 7467663"/>
              <a:gd name="connsiteY909" fmla="*/ 466538 h 6858000"/>
              <a:gd name="connsiteX910" fmla="*/ 2815209 w 7467663"/>
              <a:gd name="connsiteY910" fmla="*/ 497361 h 6858000"/>
              <a:gd name="connsiteX911" fmla="*/ 2844845 w 7467663"/>
              <a:gd name="connsiteY911" fmla="*/ 127638 h 6858000"/>
              <a:gd name="connsiteX912" fmla="*/ 2867960 w 7467663"/>
              <a:gd name="connsiteY912" fmla="*/ 0 h 6858000"/>
              <a:gd name="connsiteX913" fmla="*/ 1057230 w 7467663"/>
              <a:gd name="connsiteY913" fmla="*/ 0 h 6858000"/>
              <a:gd name="connsiteX914" fmla="*/ 1111003 w 7467663"/>
              <a:gd name="connsiteY914" fmla="*/ 0 h 6858000"/>
              <a:gd name="connsiteX915" fmla="*/ 1125553 w 7467663"/>
              <a:gd name="connsiteY915" fmla="*/ 52588 h 6858000"/>
              <a:gd name="connsiteX916" fmla="*/ 1304276 w 7467663"/>
              <a:gd name="connsiteY916" fmla="*/ 476275 h 6858000"/>
              <a:gd name="connsiteX917" fmla="*/ 1492066 w 7467663"/>
              <a:gd name="connsiteY917" fmla="*/ 886333 h 6858000"/>
              <a:gd name="connsiteX918" fmla="*/ 1423698 w 7467663"/>
              <a:gd name="connsiteY918" fmla="*/ 710817 h 6858000"/>
              <a:gd name="connsiteX919" fmla="*/ 1357609 w 7467663"/>
              <a:gd name="connsiteY919" fmla="*/ 532892 h 6858000"/>
              <a:gd name="connsiteX920" fmla="*/ 1309550 w 7467663"/>
              <a:gd name="connsiteY920" fmla="*/ 374031 h 6858000"/>
              <a:gd name="connsiteX921" fmla="*/ 1193673 w 7467663"/>
              <a:gd name="connsiteY921" fmla="*/ 49533 h 6858000"/>
              <a:gd name="connsiteX922" fmla="*/ 1164391 w 7467663"/>
              <a:gd name="connsiteY922" fmla="*/ 0 h 6858000"/>
              <a:gd name="connsiteX923" fmla="*/ 1200666 w 7467663"/>
              <a:gd name="connsiteY923" fmla="*/ 0 h 6858000"/>
              <a:gd name="connsiteX924" fmla="*/ 1223408 w 7467663"/>
              <a:gd name="connsiteY924" fmla="*/ 38996 h 6858000"/>
              <a:gd name="connsiteX925" fmla="*/ 1339635 w 7467663"/>
              <a:gd name="connsiteY925" fmla="*/ 365517 h 6858000"/>
              <a:gd name="connsiteX926" fmla="*/ 1387469 w 7467663"/>
              <a:gd name="connsiteY926" fmla="*/ 523079 h 6858000"/>
              <a:gd name="connsiteX927" fmla="*/ 1452685 w 7467663"/>
              <a:gd name="connsiteY927" fmla="*/ 699806 h 6858000"/>
              <a:gd name="connsiteX928" fmla="*/ 1492092 w 7467663"/>
              <a:gd name="connsiteY928" fmla="*/ 800424 h 6858000"/>
              <a:gd name="connsiteX929" fmla="*/ 1455302 w 7467663"/>
              <a:gd name="connsiteY929" fmla="*/ 632913 h 6858000"/>
              <a:gd name="connsiteX930" fmla="*/ 1222336 w 7467663"/>
              <a:gd name="connsiteY930" fmla="*/ 9480 h 6858000"/>
              <a:gd name="connsiteX931" fmla="*/ 1214634 w 7467663"/>
              <a:gd name="connsiteY931" fmla="*/ 0 h 6858000"/>
              <a:gd name="connsiteX932" fmla="*/ 1289827 w 7467663"/>
              <a:gd name="connsiteY932" fmla="*/ 0 h 6858000"/>
              <a:gd name="connsiteX933" fmla="*/ 1321076 w 7467663"/>
              <a:gd name="connsiteY933" fmla="*/ 59722 h 6858000"/>
              <a:gd name="connsiteX934" fmla="*/ 1512579 w 7467663"/>
              <a:gd name="connsiteY934" fmla="*/ 626441 h 6858000"/>
              <a:gd name="connsiteX935" fmla="*/ 1506076 w 7467663"/>
              <a:gd name="connsiteY935" fmla="*/ 1089289 h 6858000"/>
              <a:gd name="connsiteX936" fmla="*/ 1486346 w 7467663"/>
              <a:gd name="connsiteY936" fmla="*/ 1079919 h 6858000"/>
              <a:gd name="connsiteX937" fmla="*/ 1070511 w 7467663"/>
              <a:gd name="connsiteY937" fmla="*/ 48609 h 6858000"/>
              <a:gd name="connsiteX938" fmla="*/ 1057230 w 7467663"/>
              <a:gd name="connsiteY938" fmla="*/ 0 h 6858000"/>
              <a:gd name="connsiteX939" fmla="*/ 43151 w 7467663"/>
              <a:gd name="connsiteY939" fmla="*/ 0 h 6858000"/>
              <a:gd name="connsiteX940" fmla="*/ 95283 w 7467663"/>
              <a:gd name="connsiteY940" fmla="*/ 0 h 6858000"/>
              <a:gd name="connsiteX941" fmla="*/ 300708 w 7467663"/>
              <a:gd name="connsiteY941" fmla="*/ 154571 h 6858000"/>
              <a:gd name="connsiteX942" fmla="*/ 530414 w 7467663"/>
              <a:gd name="connsiteY942" fmla="*/ 354673 h 6858000"/>
              <a:gd name="connsiteX943" fmla="*/ 333785 w 7467663"/>
              <a:gd name="connsiteY943" fmla="*/ 161564 h 6858000"/>
              <a:gd name="connsiteX944" fmla="*/ 147005 w 7467663"/>
              <a:gd name="connsiteY944" fmla="*/ 0 h 6858000"/>
              <a:gd name="connsiteX945" fmla="*/ 272509 w 7467663"/>
              <a:gd name="connsiteY945" fmla="*/ 0 h 6858000"/>
              <a:gd name="connsiteX946" fmla="*/ 326276 w 7467663"/>
              <a:gd name="connsiteY946" fmla="*/ 45847 h 6858000"/>
              <a:gd name="connsiteX947" fmla="*/ 823759 w 7467663"/>
              <a:gd name="connsiteY947" fmla="*/ 574145 h 6858000"/>
              <a:gd name="connsiteX948" fmla="*/ 811254 w 7467663"/>
              <a:gd name="connsiteY948" fmla="*/ 665546 h 6858000"/>
              <a:gd name="connsiteX949" fmla="*/ 154042 w 7467663"/>
              <a:gd name="connsiteY949" fmla="*/ 261522 h 6858000"/>
              <a:gd name="connsiteX950" fmla="*/ 13550 w 7467663"/>
              <a:gd name="connsiteY950" fmla="*/ 158423 h 6858000"/>
              <a:gd name="connsiteX951" fmla="*/ 0 w 7467663"/>
              <a:gd name="connsiteY951" fmla="*/ 146618 h 6858000"/>
              <a:gd name="connsiteX952" fmla="*/ 0 w 7467663"/>
              <a:gd name="connsiteY952" fmla="*/ 59161 h 6858000"/>
              <a:gd name="connsiteX953" fmla="*/ 45427 w 7467663"/>
              <a:gd name="connsiteY953" fmla="*/ 101078 h 6858000"/>
              <a:gd name="connsiteX954" fmla="*/ 630103 w 7467663"/>
              <a:gd name="connsiteY954" fmla="*/ 485885 h 6858000"/>
              <a:gd name="connsiteX955" fmla="*/ 532040 w 7467663"/>
              <a:gd name="connsiteY955" fmla="*/ 399359 h 6858000"/>
              <a:gd name="connsiteX956" fmla="*/ 517618 w 7467663"/>
              <a:gd name="connsiteY956" fmla="*/ 385726 h 6858000"/>
              <a:gd name="connsiteX957" fmla="*/ 285074 w 7467663"/>
              <a:gd name="connsiteY957" fmla="*/ 182755 h 6858000"/>
              <a:gd name="connsiteX958" fmla="*/ 43151 w 7467663"/>
              <a:gd name="connsiteY958"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334256 h 6858000"/>
              <a:gd name="connsiteX78" fmla="*/ 7454976 w 7467663"/>
              <a:gd name="connsiteY78" fmla="*/ 6318297 h 6858000"/>
              <a:gd name="connsiteX79" fmla="*/ 1456157 w 7467663"/>
              <a:gd name="connsiteY79" fmla="*/ 5371404 h 6858000"/>
              <a:gd name="connsiteX80" fmla="*/ 1244432 w 7467663"/>
              <a:gd name="connsiteY80" fmla="*/ 5385601 h 6858000"/>
              <a:gd name="connsiteX81" fmla="*/ 973990 w 7467663"/>
              <a:gd name="connsiteY81" fmla="*/ 5424940 h 6858000"/>
              <a:gd name="connsiteX82" fmla="*/ 1103809 w 7467663"/>
              <a:gd name="connsiteY82" fmla="*/ 5433720 h 6858000"/>
              <a:gd name="connsiteX83" fmla="*/ 1123454 w 7467663"/>
              <a:gd name="connsiteY83" fmla="*/ 5435727 h 6858000"/>
              <a:gd name="connsiteX84" fmla="*/ 1737017 w 7467663"/>
              <a:gd name="connsiteY84" fmla="*/ 5452183 h 6858000"/>
              <a:gd name="connsiteX85" fmla="*/ 1824397 w 7467663"/>
              <a:gd name="connsiteY85" fmla="*/ 5447757 h 6858000"/>
              <a:gd name="connsiteX86" fmla="*/ 2070059 w 7467663"/>
              <a:gd name="connsiteY86" fmla="*/ 5441660 h 6858000"/>
              <a:gd name="connsiteX87" fmla="*/ 1456157 w 7467663"/>
              <a:gd name="connsiteY87" fmla="*/ 5371404 h 6858000"/>
              <a:gd name="connsiteX88" fmla="*/ 4988186 w 7467663"/>
              <a:gd name="connsiteY88" fmla="*/ 5216467 h 6858000"/>
              <a:gd name="connsiteX89" fmla="*/ 4777334 w 7467663"/>
              <a:gd name="connsiteY89" fmla="*/ 5406072 h 6858000"/>
              <a:gd name="connsiteX90" fmla="*/ 4718341 w 7467663"/>
              <a:gd name="connsiteY90" fmla="*/ 5468043 h 6858000"/>
              <a:gd name="connsiteX91" fmla="*/ 4604655 w 7467663"/>
              <a:gd name="connsiteY91" fmla="*/ 5583434 h 6858000"/>
              <a:gd name="connsiteX92" fmla="*/ 4565074 w 7467663"/>
              <a:gd name="connsiteY92" fmla="*/ 5618550 h 6858000"/>
              <a:gd name="connsiteX93" fmla="*/ 4988186 w 7467663"/>
              <a:gd name="connsiteY93" fmla="*/ 5216467 h 6858000"/>
              <a:gd name="connsiteX94" fmla="*/ 4978032 w 7467663"/>
              <a:gd name="connsiteY94" fmla="*/ 5183809 h 6858000"/>
              <a:gd name="connsiteX95" fmla="*/ 4463413 w 7467663"/>
              <a:gd name="connsiteY95" fmla="*/ 5615162 h 6858000"/>
              <a:gd name="connsiteX96" fmla="*/ 4358134 w 7467663"/>
              <a:gd name="connsiteY96" fmla="*/ 5742791 h 6858000"/>
              <a:gd name="connsiteX97" fmla="*/ 4376219 w 7467663"/>
              <a:gd name="connsiteY97" fmla="*/ 5729027 h 6858000"/>
              <a:gd name="connsiteX98" fmla="*/ 4582340 w 7467663"/>
              <a:gd name="connsiteY98" fmla="*/ 5561037 h 6858000"/>
              <a:gd name="connsiteX99" fmla="*/ 4694684 w 7467663"/>
              <a:gd name="connsiteY99" fmla="*/ 5447098 h 6858000"/>
              <a:gd name="connsiteX100" fmla="*/ 4754123 w 7467663"/>
              <a:gd name="connsiteY100" fmla="*/ 5384643 h 6858000"/>
              <a:gd name="connsiteX101" fmla="*/ 4978032 w 7467663"/>
              <a:gd name="connsiteY101" fmla="*/ 5183809 h 6858000"/>
              <a:gd name="connsiteX102" fmla="*/ 1903353 w 7467663"/>
              <a:gd name="connsiteY102" fmla="*/ 5044827 h 6858000"/>
              <a:gd name="connsiteX103" fmla="*/ 1936931 w 7467663"/>
              <a:gd name="connsiteY103" fmla="*/ 5093954 h 6858000"/>
              <a:gd name="connsiteX104" fmla="*/ 2195868 w 7467663"/>
              <a:gd name="connsiteY104" fmla="*/ 5396574 h 6858000"/>
              <a:gd name="connsiteX105" fmla="*/ 2088852 w 7467663"/>
              <a:gd name="connsiteY105" fmla="*/ 5166123 h 6858000"/>
              <a:gd name="connsiteX106" fmla="*/ 1958241 w 7467663"/>
              <a:gd name="connsiteY106" fmla="*/ 5067955 h 6858000"/>
              <a:gd name="connsiteX107" fmla="*/ 1903353 w 7467663"/>
              <a:gd name="connsiteY107" fmla="*/ 5044827 h 6858000"/>
              <a:gd name="connsiteX108" fmla="*/ 1979378 w 7467663"/>
              <a:gd name="connsiteY108" fmla="*/ 4769504 h 6858000"/>
              <a:gd name="connsiteX109" fmla="*/ 2882120 w 7467663"/>
              <a:gd name="connsiteY109" fmla="*/ 5064547 h 6858000"/>
              <a:gd name="connsiteX110" fmla="*/ 2793103 w 7467663"/>
              <a:gd name="connsiteY110" fmla="*/ 5039699 h 6858000"/>
              <a:gd name="connsiteX111" fmla="*/ 2770041 w 7467663"/>
              <a:gd name="connsiteY111" fmla="*/ 5033634 h 6858000"/>
              <a:gd name="connsiteX112" fmla="*/ 1979378 w 7467663"/>
              <a:gd name="connsiteY112" fmla="*/ 4769504 h 6858000"/>
              <a:gd name="connsiteX113" fmla="*/ 1927410 w 7467663"/>
              <a:gd name="connsiteY113" fmla="*/ 4716164 h 6858000"/>
              <a:gd name="connsiteX114" fmla="*/ 1959587 w 7467663"/>
              <a:gd name="connsiteY114" fmla="*/ 4728849 h 6858000"/>
              <a:gd name="connsiteX115" fmla="*/ 2777707 w 7467663"/>
              <a:gd name="connsiteY115" fmla="*/ 5003991 h 6858000"/>
              <a:gd name="connsiteX116" fmla="*/ 2800768 w 7467663"/>
              <a:gd name="connsiteY116" fmla="*/ 5010056 h 6858000"/>
              <a:gd name="connsiteX117" fmla="*/ 2879408 w 7467663"/>
              <a:gd name="connsiteY117" fmla="*/ 5031590 h 6858000"/>
              <a:gd name="connsiteX118" fmla="*/ 2862295 w 7467663"/>
              <a:gd name="connsiteY118" fmla="*/ 5022958 h 6858000"/>
              <a:gd name="connsiteX119" fmla="*/ 2813343 w 7467663"/>
              <a:gd name="connsiteY119" fmla="*/ 4998369 h 6858000"/>
              <a:gd name="connsiteX120" fmla="*/ 2646245 w 7467663"/>
              <a:gd name="connsiteY120" fmla="*/ 4930999 h 6858000"/>
              <a:gd name="connsiteX121" fmla="*/ 1999243 w 7467663"/>
              <a:gd name="connsiteY121" fmla="*/ 4730524 h 6858000"/>
              <a:gd name="connsiteX122" fmla="*/ 1979527 w 7467663"/>
              <a:gd name="connsiteY122" fmla="*/ 4726651 h 6858000"/>
              <a:gd name="connsiteX123" fmla="*/ 1927410 w 7467663"/>
              <a:gd name="connsiteY123" fmla="*/ 4716164 h 6858000"/>
              <a:gd name="connsiteX124" fmla="*/ 1997014 w 7467663"/>
              <a:gd name="connsiteY124" fmla="*/ 4698007 h 6858000"/>
              <a:gd name="connsiteX125" fmla="*/ 2005458 w 7467663"/>
              <a:gd name="connsiteY125" fmla="*/ 4699540 h 6858000"/>
              <a:gd name="connsiteX126" fmla="*/ 2657186 w 7467663"/>
              <a:gd name="connsiteY126" fmla="*/ 4901687 h 6858000"/>
              <a:gd name="connsiteX127" fmla="*/ 2826662 w 7467663"/>
              <a:gd name="connsiteY127" fmla="*/ 4970362 h 6858000"/>
              <a:gd name="connsiteX128" fmla="*/ 2876100 w 7467663"/>
              <a:gd name="connsiteY128" fmla="*/ 4995397 h 6858000"/>
              <a:gd name="connsiteX129" fmla="*/ 3042600 w 7467663"/>
              <a:gd name="connsiteY129" fmla="*/ 5059532 h 6858000"/>
              <a:gd name="connsiteX130" fmla="*/ 1997014 w 7467663"/>
              <a:gd name="connsiteY130" fmla="*/ 4698007 h 6858000"/>
              <a:gd name="connsiteX131" fmla="*/ 2305292 w 7467663"/>
              <a:gd name="connsiteY131" fmla="*/ 4219492 h 6858000"/>
              <a:gd name="connsiteX132" fmla="*/ 3360922 w 7467663"/>
              <a:gd name="connsiteY132" fmla="*/ 4529373 h 6858000"/>
              <a:gd name="connsiteX133" fmla="*/ 3492420 w 7467663"/>
              <a:gd name="connsiteY133" fmla="*/ 4510145 h 6858000"/>
              <a:gd name="connsiteX134" fmla="*/ 3364086 w 7467663"/>
              <a:gd name="connsiteY134" fmla="*/ 4480340 h 6858000"/>
              <a:gd name="connsiteX135" fmla="*/ 3225818 w 7467663"/>
              <a:gd name="connsiteY135" fmla="*/ 4411822 h 6858000"/>
              <a:gd name="connsiteX136" fmla="*/ 3129696 w 7467663"/>
              <a:gd name="connsiteY136" fmla="*/ 4360704 h 6858000"/>
              <a:gd name="connsiteX137" fmla="*/ 2814545 w 7467663"/>
              <a:gd name="connsiteY137" fmla="*/ 4282955 h 6858000"/>
              <a:gd name="connsiteX138" fmla="*/ 2305292 w 7467663"/>
              <a:gd name="connsiteY138" fmla="*/ 4219492 h 6858000"/>
              <a:gd name="connsiteX139" fmla="*/ 2626982 w 7467663"/>
              <a:gd name="connsiteY139" fmla="*/ 4206450 h 6858000"/>
              <a:gd name="connsiteX140" fmla="*/ 2490617 w 7467663"/>
              <a:gd name="connsiteY140" fmla="*/ 4206951 h 6858000"/>
              <a:gd name="connsiteX141" fmla="*/ 2819869 w 7467663"/>
              <a:gd name="connsiteY141" fmla="*/ 4252936 h 6858000"/>
              <a:gd name="connsiteX142" fmla="*/ 3143018 w 7467663"/>
              <a:gd name="connsiteY142" fmla="*/ 4332698 h 6858000"/>
              <a:gd name="connsiteX143" fmla="*/ 3241520 w 7467663"/>
              <a:gd name="connsiteY143" fmla="*/ 4385112 h 6858000"/>
              <a:gd name="connsiteX144" fmla="*/ 3374575 w 7467663"/>
              <a:gd name="connsiteY144" fmla="*/ 4451517 h 6858000"/>
              <a:gd name="connsiteX145" fmla="*/ 3505221 w 7467663"/>
              <a:gd name="connsiteY145" fmla="*/ 4480757 h 6858000"/>
              <a:gd name="connsiteX146" fmla="*/ 2626982 w 7467663"/>
              <a:gd name="connsiteY146" fmla="*/ 4206450 h 6858000"/>
              <a:gd name="connsiteX147" fmla="*/ 1310106 w 7467663"/>
              <a:gd name="connsiteY147" fmla="*/ 3943217 h 6858000"/>
              <a:gd name="connsiteX148" fmla="*/ 854994 w 7467663"/>
              <a:gd name="connsiteY148" fmla="*/ 4399136 h 6858000"/>
              <a:gd name="connsiteX149" fmla="*/ 742462 w 7467663"/>
              <a:gd name="connsiteY149" fmla="*/ 4594648 h 6858000"/>
              <a:gd name="connsiteX150" fmla="*/ 820602 w 7467663"/>
              <a:gd name="connsiteY150" fmla="*/ 4485915 h 6858000"/>
              <a:gd name="connsiteX151" fmla="*/ 878295 w 7467663"/>
              <a:gd name="connsiteY151" fmla="*/ 4403594 h 6858000"/>
              <a:gd name="connsiteX152" fmla="*/ 1240607 w 7467663"/>
              <a:gd name="connsiteY152" fmla="*/ 4010401 h 6858000"/>
              <a:gd name="connsiteX153" fmla="*/ 1310106 w 7467663"/>
              <a:gd name="connsiteY153" fmla="*/ 3943217 h 6858000"/>
              <a:gd name="connsiteX154" fmla="*/ 1423113 w 7467663"/>
              <a:gd name="connsiteY154" fmla="*/ 3874565 h 6858000"/>
              <a:gd name="connsiteX155" fmla="*/ 1260565 w 7467663"/>
              <a:gd name="connsiteY155" fmla="*/ 4031982 h 6858000"/>
              <a:gd name="connsiteX156" fmla="*/ 901900 w 7467663"/>
              <a:gd name="connsiteY156" fmla="*/ 4421236 h 6858000"/>
              <a:gd name="connsiteX157" fmla="*/ 845044 w 7467663"/>
              <a:gd name="connsiteY157" fmla="*/ 4502436 h 6858000"/>
              <a:gd name="connsiteX158" fmla="*/ 685926 w 7467663"/>
              <a:gd name="connsiteY158" fmla="*/ 4703069 h 6858000"/>
              <a:gd name="connsiteX159" fmla="*/ 684248 w 7467663"/>
              <a:gd name="connsiteY159" fmla="*/ 4706721 h 6858000"/>
              <a:gd name="connsiteX160" fmla="*/ 1423113 w 7467663"/>
              <a:gd name="connsiteY160" fmla="*/ 3874565 h 6858000"/>
              <a:gd name="connsiteX161" fmla="*/ 3316479 w 7467663"/>
              <a:gd name="connsiteY161" fmla="*/ 3872136 h 6858000"/>
              <a:gd name="connsiteX162" fmla="*/ 3546806 w 7467663"/>
              <a:gd name="connsiteY162" fmla="*/ 4356139 h 6858000"/>
              <a:gd name="connsiteX163" fmla="*/ 3364433 w 7467663"/>
              <a:gd name="connsiteY163" fmla="*/ 3953121 h 6858000"/>
              <a:gd name="connsiteX164" fmla="*/ 3316479 w 7467663"/>
              <a:gd name="connsiteY164" fmla="*/ 3872136 h 6858000"/>
              <a:gd name="connsiteX165" fmla="*/ 3291335 w 7467663"/>
              <a:gd name="connsiteY165" fmla="*/ 3767420 h 6858000"/>
              <a:gd name="connsiteX166" fmla="*/ 3390805 w 7467663"/>
              <a:gd name="connsiteY166" fmla="*/ 3937163 h 6858000"/>
              <a:gd name="connsiteX167" fmla="*/ 3579062 w 7467663"/>
              <a:gd name="connsiteY167" fmla="*/ 4359040 h 6858000"/>
              <a:gd name="connsiteX168" fmla="*/ 3467355 w 7467663"/>
              <a:gd name="connsiteY168" fmla="*/ 3988130 h 6858000"/>
              <a:gd name="connsiteX169" fmla="*/ 3310753 w 7467663"/>
              <a:gd name="connsiteY169" fmla="*/ 3787140 h 6858000"/>
              <a:gd name="connsiteX170" fmla="*/ 3291335 w 7467663"/>
              <a:gd name="connsiteY170" fmla="*/ 3767420 h 6858000"/>
              <a:gd name="connsiteX171" fmla="*/ 1635889 w 7467663"/>
              <a:gd name="connsiteY171" fmla="*/ 3709494 h 6858000"/>
              <a:gd name="connsiteX172" fmla="*/ 1634800 w 7467663"/>
              <a:gd name="connsiteY172" fmla="*/ 3731111 h 6858000"/>
              <a:gd name="connsiteX173" fmla="*/ 1635889 w 7467663"/>
              <a:gd name="connsiteY173" fmla="*/ 3709494 h 6858000"/>
              <a:gd name="connsiteX174" fmla="*/ 1510397 w 7467663"/>
              <a:gd name="connsiteY174" fmla="*/ 3684705 h 6858000"/>
              <a:gd name="connsiteX175" fmla="*/ 1146550 w 7467663"/>
              <a:gd name="connsiteY175" fmla="*/ 3802012 h 6858000"/>
              <a:gd name="connsiteX176" fmla="*/ 698834 w 7467663"/>
              <a:gd name="connsiteY176" fmla="*/ 3952272 h 6858000"/>
              <a:gd name="connsiteX177" fmla="*/ 34256 w 7467663"/>
              <a:gd name="connsiteY177" fmla="*/ 4347603 h 6858000"/>
              <a:gd name="connsiteX178" fmla="*/ 527241 w 7467663"/>
              <a:gd name="connsiteY178" fmla="*/ 4065078 h 6858000"/>
              <a:gd name="connsiteX179" fmla="*/ 1510397 w 7467663"/>
              <a:gd name="connsiteY179" fmla="*/ 3684705 h 6858000"/>
              <a:gd name="connsiteX180" fmla="*/ 1313114 w 7467663"/>
              <a:gd name="connsiteY180" fmla="*/ 3655216 h 6858000"/>
              <a:gd name="connsiteX181" fmla="*/ 1109304 w 7467663"/>
              <a:gd name="connsiteY181" fmla="*/ 3669030 h 6858000"/>
              <a:gd name="connsiteX182" fmla="*/ 8129 w 7467663"/>
              <a:gd name="connsiteY182" fmla="*/ 4330519 h 6858000"/>
              <a:gd name="connsiteX183" fmla="*/ 687572 w 7467663"/>
              <a:gd name="connsiteY183" fmla="*/ 3925629 h 6858000"/>
              <a:gd name="connsiteX184" fmla="*/ 1138365 w 7467663"/>
              <a:gd name="connsiteY184" fmla="*/ 3774515 h 6858000"/>
              <a:gd name="connsiteX185" fmla="*/ 1505579 w 7467663"/>
              <a:gd name="connsiteY185" fmla="*/ 3655526 h 6858000"/>
              <a:gd name="connsiteX186" fmla="*/ 1313114 w 7467663"/>
              <a:gd name="connsiteY186" fmla="*/ 3655216 h 6858000"/>
              <a:gd name="connsiteX187" fmla="*/ 3655073 w 7467663"/>
              <a:gd name="connsiteY187" fmla="*/ 3650884 h 6858000"/>
              <a:gd name="connsiteX188" fmla="*/ 3989938 w 7467663"/>
              <a:gd name="connsiteY188" fmla="*/ 3991685 h 6858000"/>
              <a:gd name="connsiteX189" fmla="*/ 4393907 w 7467663"/>
              <a:gd name="connsiteY189" fmla="*/ 4261258 h 6858000"/>
              <a:gd name="connsiteX190" fmla="*/ 4648051 w 7467663"/>
              <a:gd name="connsiteY190" fmla="*/ 4374051 h 6858000"/>
              <a:gd name="connsiteX191" fmla="*/ 4383389 w 7467663"/>
              <a:gd name="connsiteY191" fmla="*/ 4184369 h 6858000"/>
              <a:gd name="connsiteX192" fmla="*/ 4165508 w 7467663"/>
              <a:gd name="connsiteY192" fmla="*/ 4035196 h 6858000"/>
              <a:gd name="connsiteX193" fmla="*/ 4068162 w 7467663"/>
              <a:gd name="connsiteY193" fmla="*/ 3953394 h 6858000"/>
              <a:gd name="connsiteX194" fmla="*/ 3981416 w 7467663"/>
              <a:gd name="connsiteY194" fmla="*/ 3880482 h 6858000"/>
              <a:gd name="connsiteX195" fmla="*/ 3800147 w 7467663"/>
              <a:gd name="connsiteY195" fmla="*/ 3749872 h 6858000"/>
              <a:gd name="connsiteX196" fmla="*/ 3655073 w 7467663"/>
              <a:gd name="connsiteY196" fmla="*/ 3650884 h 6858000"/>
              <a:gd name="connsiteX197" fmla="*/ 3670252 w 7467663"/>
              <a:gd name="connsiteY197" fmla="*/ 3622798 h 6858000"/>
              <a:gd name="connsiteX198" fmla="*/ 3817258 w 7467663"/>
              <a:gd name="connsiteY198" fmla="*/ 3723577 h 6858000"/>
              <a:gd name="connsiteX199" fmla="*/ 4000461 w 7467663"/>
              <a:gd name="connsiteY199" fmla="*/ 3855966 h 6858000"/>
              <a:gd name="connsiteX200" fmla="*/ 4088180 w 7467663"/>
              <a:gd name="connsiteY200" fmla="*/ 3929774 h 6858000"/>
              <a:gd name="connsiteX201" fmla="*/ 4184555 w 7467663"/>
              <a:gd name="connsiteY201" fmla="*/ 4010683 h 6858000"/>
              <a:gd name="connsiteX202" fmla="*/ 4399563 w 7467663"/>
              <a:gd name="connsiteY202" fmla="*/ 4158106 h 6858000"/>
              <a:gd name="connsiteX203" fmla="*/ 4684469 w 7467663"/>
              <a:gd name="connsiteY203" fmla="*/ 4364680 h 6858000"/>
              <a:gd name="connsiteX204" fmla="*/ 4690271 w 7467663"/>
              <a:gd name="connsiteY204" fmla="*/ 4370034 h 6858000"/>
              <a:gd name="connsiteX205" fmla="*/ 4136093 w 7467663"/>
              <a:gd name="connsiteY205" fmla="*/ 3858466 h 6858000"/>
              <a:gd name="connsiteX206" fmla="*/ 3670252 w 7467663"/>
              <a:gd name="connsiteY206" fmla="*/ 3622798 h 6858000"/>
              <a:gd name="connsiteX207" fmla="*/ 4440129 w 7467663"/>
              <a:gd name="connsiteY207" fmla="*/ 3448571 h 6858000"/>
              <a:gd name="connsiteX208" fmla="*/ 4856525 w 7467663"/>
              <a:gd name="connsiteY208" fmla="*/ 3915351 h 6858000"/>
              <a:gd name="connsiteX209" fmla="*/ 5059055 w 7467663"/>
              <a:gd name="connsiteY209" fmla="*/ 4108918 h 6858000"/>
              <a:gd name="connsiteX210" fmla="*/ 5290070 w 7467663"/>
              <a:gd name="connsiteY210" fmla="*/ 4263619 h 6858000"/>
              <a:gd name="connsiteX211" fmla="*/ 4834991 w 7467663"/>
              <a:gd name="connsiteY211" fmla="*/ 3830985 h 6858000"/>
              <a:gd name="connsiteX212" fmla="*/ 4440129 w 7467663"/>
              <a:gd name="connsiteY212" fmla="*/ 3448571 h 6858000"/>
              <a:gd name="connsiteX213" fmla="*/ 4441737 w 7467663"/>
              <a:gd name="connsiteY213" fmla="*/ 3399734 h 6858000"/>
              <a:gd name="connsiteX214" fmla="*/ 4431236 w 7467663"/>
              <a:gd name="connsiteY214" fmla="*/ 3400954 h 6858000"/>
              <a:gd name="connsiteX215" fmla="*/ 4557150 w 7467663"/>
              <a:gd name="connsiteY215" fmla="*/ 3510023 h 6858000"/>
              <a:gd name="connsiteX216" fmla="*/ 4856936 w 7467663"/>
              <a:gd name="connsiteY216" fmla="*/ 3809146 h 6858000"/>
              <a:gd name="connsiteX217" fmla="*/ 5111996 w 7467663"/>
              <a:gd name="connsiteY217" fmla="*/ 4065759 h 6858000"/>
              <a:gd name="connsiteX218" fmla="*/ 5388878 w 7467663"/>
              <a:gd name="connsiteY218" fmla="*/ 4300185 h 6858000"/>
              <a:gd name="connsiteX219" fmla="*/ 5425556 w 7467663"/>
              <a:gd name="connsiteY219" fmla="*/ 4308967 h 6858000"/>
              <a:gd name="connsiteX220" fmla="*/ 4943646 w 7467663"/>
              <a:gd name="connsiteY220" fmla="*/ 3822916 h 6858000"/>
              <a:gd name="connsiteX221" fmla="*/ 4594837 w 7467663"/>
              <a:gd name="connsiteY221" fmla="*/ 3532274 h 6858000"/>
              <a:gd name="connsiteX222" fmla="*/ 4441737 w 7467663"/>
              <a:gd name="connsiteY222" fmla="*/ 3399734 h 6858000"/>
              <a:gd name="connsiteX223" fmla="*/ 5425834 w 7467663"/>
              <a:gd name="connsiteY223" fmla="*/ 3162785 h 6858000"/>
              <a:gd name="connsiteX224" fmla="*/ 5401644 w 7467663"/>
              <a:gd name="connsiteY224" fmla="*/ 3617847 h 6858000"/>
              <a:gd name="connsiteX225" fmla="*/ 5467256 w 7467663"/>
              <a:gd name="connsiteY225" fmla="*/ 4175494 h 6858000"/>
              <a:gd name="connsiteX226" fmla="*/ 5448069 w 7467663"/>
              <a:gd name="connsiteY226" fmla="*/ 3567554 h 6858000"/>
              <a:gd name="connsiteX227" fmla="*/ 5425834 w 7467663"/>
              <a:gd name="connsiteY227" fmla="*/ 3162785 h 6858000"/>
              <a:gd name="connsiteX228" fmla="*/ 1318687 w 7467663"/>
              <a:gd name="connsiteY228" fmla="*/ 3113840 h 6858000"/>
              <a:gd name="connsiteX229" fmla="*/ 1066793 w 7467663"/>
              <a:gd name="connsiteY229" fmla="*/ 3212171 h 6858000"/>
              <a:gd name="connsiteX230" fmla="*/ 993319 w 7467663"/>
              <a:gd name="connsiteY230" fmla="*/ 3247648 h 6858000"/>
              <a:gd name="connsiteX231" fmla="*/ 853081 w 7467663"/>
              <a:gd name="connsiteY231" fmla="*/ 3312410 h 6858000"/>
              <a:gd name="connsiteX232" fmla="*/ 805957 w 7467663"/>
              <a:gd name="connsiteY232" fmla="*/ 3330443 h 6858000"/>
              <a:gd name="connsiteX233" fmla="*/ 1318687 w 7467663"/>
              <a:gd name="connsiteY233" fmla="*/ 3113840 h 6858000"/>
              <a:gd name="connsiteX234" fmla="*/ 5453702 w 7467663"/>
              <a:gd name="connsiteY234" fmla="*/ 3090882 h 6858000"/>
              <a:gd name="connsiteX235" fmla="*/ 5480135 w 7467663"/>
              <a:gd name="connsiteY235" fmla="*/ 3565802 h 6858000"/>
              <a:gd name="connsiteX236" fmla="*/ 5499023 w 7467663"/>
              <a:gd name="connsiteY236" fmla="*/ 4166310 h 6858000"/>
              <a:gd name="connsiteX237" fmla="*/ 5547022 w 7467663"/>
              <a:gd name="connsiteY237" fmla="*/ 3607838 h 6858000"/>
              <a:gd name="connsiteX238" fmla="*/ 5515964 w 7467663"/>
              <a:gd name="connsiteY238" fmla="*/ 3378541 h 6858000"/>
              <a:gd name="connsiteX239" fmla="*/ 5453702 w 7467663"/>
              <a:gd name="connsiteY239" fmla="*/ 3090882 h 6858000"/>
              <a:gd name="connsiteX240" fmla="*/ 1238695 w 7467663"/>
              <a:gd name="connsiteY240" fmla="*/ 3076820 h 6858000"/>
              <a:gd name="connsiteX241" fmla="*/ 716371 w 7467663"/>
              <a:gd name="connsiteY241" fmla="*/ 3293249 h 6858000"/>
              <a:gd name="connsiteX242" fmla="*/ 579522 w 7467663"/>
              <a:gd name="connsiteY242" fmla="*/ 3371759 h 6858000"/>
              <a:gd name="connsiteX243" fmla="*/ 600288 w 7467663"/>
              <a:gd name="connsiteY243" fmla="*/ 3365555 h 6858000"/>
              <a:gd name="connsiteX244" fmla="*/ 840692 w 7467663"/>
              <a:gd name="connsiteY244" fmla="*/ 3284921 h 6858000"/>
              <a:gd name="connsiteX245" fmla="*/ 979248 w 7467663"/>
              <a:gd name="connsiteY245" fmla="*/ 3221003 h 6858000"/>
              <a:gd name="connsiteX246" fmla="*/ 1053282 w 7467663"/>
              <a:gd name="connsiteY246" fmla="*/ 3185247 h 6858000"/>
              <a:gd name="connsiteX247" fmla="*/ 1320603 w 7467663"/>
              <a:gd name="connsiteY247" fmla="*/ 3081281 h 6858000"/>
              <a:gd name="connsiteX248" fmla="*/ 1238695 w 7467663"/>
              <a:gd name="connsiteY248" fmla="*/ 3076820 h 6858000"/>
              <a:gd name="connsiteX249" fmla="*/ 5425627 w 7467663"/>
              <a:gd name="connsiteY249" fmla="*/ 2954192 h 6858000"/>
              <a:gd name="connsiteX250" fmla="*/ 5470770 w 7467663"/>
              <a:gd name="connsiteY250" fmla="*/ 3005435 h 6858000"/>
              <a:gd name="connsiteX251" fmla="*/ 5519779 w 7467663"/>
              <a:gd name="connsiteY251" fmla="*/ 4359223 h 6858000"/>
              <a:gd name="connsiteX252" fmla="*/ 5520293 w 7467663"/>
              <a:gd name="connsiteY252" fmla="*/ 4360602 h 6858000"/>
              <a:gd name="connsiteX253" fmla="*/ 5767221 w 7467663"/>
              <a:gd name="connsiteY253" fmla="*/ 4665564 h 6858000"/>
              <a:gd name="connsiteX254" fmla="*/ 6937169 w 7467663"/>
              <a:gd name="connsiteY254" fmla="*/ 4815941 h 6858000"/>
              <a:gd name="connsiteX255" fmla="*/ 6953922 w 7467663"/>
              <a:gd name="connsiteY255" fmla="*/ 4890068 h 6858000"/>
              <a:gd name="connsiteX256" fmla="*/ 6071359 w 7467663"/>
              <a:gd name="connsiteY256" fmla="*/ 4770770 h 6858000"/>
              <a:gd name="connsiteX257" fmla="*/ 6038839 w 7467663"/>
              <a:gd name="connsiteY257" fmla="*/ 4764474 h 6858000"/>
              <a:gd name="connsiteX258" fmla="*/ 6038706 w 7467663"/>
              <a:gd name="connsiteY258" fmla="*/ 4763847 h 6858000"/>
              <a:gd name="connsiteX259" fmla="*/ 6037784 w 7467663"/>
              <a:gd name="connsiteY259" fmla="*/ 4764270 h 6858000"/>
              <a:gd name="connsiteX260" fmla="*/ 6038839 w 7467663"/>
              <a:gd name="connsiteY260" fmla="*/ 4764474 h 6858000"/>
              <a:gd name="connsiteX261" fmla="*/ 6040338 w 7467663"/>
              <a:gd name="connsiteY261" fmla="*/ 4771418 h 6858000"/>
              <a:gd name="connsiteX262" fmla="*/ 6024488 w 7467663"/>
              <a:gd name="connsiteY262" fmla="*/ 4809903 h 6858000"/>
              <a:gd name="connsiteX263" fmla="*/ 5599771 w 7467663"/>
              <a:gd name="connsiteY263" fmla="*/ 5509652 h 6858000"/>
              <a:gd name="connsiteX264" fmla="*/ 5548843 w 7467663"/>
              <a:gd name="connsiteY264" fmla="*/ 5563845 h 6858000"/>
              <a:gd name="connsiteX265" fmla="*/ 5940952 w 7467663"/>
              <a:gd name="connsiteY265" fmla="*/ 6250028 h 6858000"/>
              <a:gd name="connsiteX266" fmla="*/ 6043441 w 7467663"/>
              <a:gd name="connsiteY266" fmla="*/ 6665847 h 6858000"/>
              <a:gd name="connsiteX267" fmla="*/ 6093432 w 7467663"/>
              <a:gd name="connsiteY267" fmla="*/ 6858000 h 6858000"/>
              <a:gd name="connsiteX268" fmla="*/ 6034344 w 7467663"/>
              <a:gd name="connsiteY268" fmla="*/ 6858000 h 6858000"/>
              <a:gd name="connsiteX269" fmla="*/ 6026679 w 7467663"/>
              <a:gd name="connsiteY269" fmla="*/ 6836959 h 6858000"/>
              <a:gd name="connsiteX270" fmla="*/ 5800441 w 7467663"/>
              <a:gd name="connsiteY270" fmla="*/ 6335286 h 6858000"/>
              <a:gd name="connsiteX271" fmla="*/ 5526562 w 7467663"/>
              <a:gd name="connsiteY271" fmla="*/ 5705388 h 6858000"/>
              <a:gd name="connsiteX272" fmla="*/ 5519640 w 7467663"/>
              <a:gd name="connsiteY272" fmla="*/ 5683774 h 6858000"/>
              <a:gd name="connsiteX273" fmla="*/ 5844559 w 7467663"/>
              <a:gd name="connsiteY273" fmla="*/ 6553349 h 6858000"/>
              <a:gd name="connsiteX274" fmla="*/ 5975994 w 7467663"/>
              <a:gd name="connsiteY274" fmla="*/ 6858000 h 6858000"/>
              <a:gd name="connsiteX275" fmla="*/ 5898547 w 7467663"/>
              <a:gd name="connsiteY275" fmla="*/ 6858000 h 6858000"/>
              <a:gd name="connsiteX276" fmla="*/ 5682041 w 7467663"/>
              <a:gd name="connsiteY276" fmla="*/ 6355860 h 6858000"/>
              <a:gd name="connsiteX277" fmla="*/ 5461758 w 7467663"/>
              <a:gd name="connsiteY277" fmla="*/ 5820220 h 6858000"/>
              <a:gd name="connsiteX278" fmla="*/ 5237282 w 7467663"/>
              <a:gd name="connsiteY278" fmla="*/ 6579086 h 6858000"/>
              <a:gd name="connsiteX279" fmla="*/ 5115009 w 7467663"/>
              <a:gd name="connsiteY279" fmla="*/ 6858000 h 6858000"/>
              <a:gd name="connsiteX280" fmla="*/ 5028074 w 7467663"/>
              <a:gd name="connsiteY280" fmla="*/ 6858000 h 6858000"/>
              <a:gd name="connsiteX281" fmla="*/ 5079508 w 7467663"/>
              <a:gd name="connsiteY281" fmla="*/ 6749074 h 6858000"/>
              <a:gd name="connsiteX282" fmla="*/ 5371846 w 7467663"/>
              <a:gd name="connsiteY282" fmla="*/ 5924413 h 6858000"/>
              <a:gd name="connsiteX283" fmla="*/ 5270512 w 7467663"/>
              <a:gd name="connsiteY283" fmla="*/ 6138975 h 6858000"/>
              <a:gd name="connsiteX284" fmla="*/ 5062409 w 7467663"/>
              <a:gd name="connsiteY284" fmla="*/ 6653544 h 6858000"/>
              <a:gd name="connsiteX285" fmla="*/ 5036628 w 7467663"/>
              <a:gd name="connsiteY285" fmla="*/ 6754247 h 6858000"/>
              <a:gd name="connsiteX286" fmla="*/ 5009112 w 7467663"/>
              <a:gd name="connsiteY286" fmla="*/ 6858000 h 6858000"/>
              <a:gd name="connsiteX287" fmla="*/ 4976679 w 7467663"/>
              <a:gd name="connsiteY287" fmla="*/ 6858000 h 6858000"/>
              <a:gd name="connsiteX288" fmla="*/ 5006537 w 7467663"/>
              <a:gd name="connsiteY288" fmla="*/ 6747068 h 6858000"/>
              <a:gd name="connsiteX289" fmla="*/ 5032723 w 7467663"/>
              <a:gd name="connsiteY289" fmla="*/ 6644957 h 6858000"/>
              <a:gd name="connsiteX290" fmla="*/ 5242949 w 7467663"/>
              <a:gd name="connsiteY290" fmla="*/ 6125175 h 6858000"/>
              <a:gd name="connsiteX291" fmla="*/ 5286321 w 7467663"/>
              <a:gd name="connsiteY291" fmla="*/ 6033555 h 6858000"/>
              <a:gd name="connsiteX292" fmla="*/ 5008210 w 7467663"/>
              <a:gd name="connsiteY292" fmla="*/ 6649194 h 6858000"/>
              <a:gd name="connsiteX293" fmla="*/ 4986321 w 7467663"/>
              <a:gd name="connsiteY293" fmla="*/ 6765687 h 6858000"/>
              <a:gd name="connsiteX294" fmla="*/ 4973474 w 7467663"/>
              <a:gd name="connsiteY294" fmla="*/ 6858000 h 6858000"/>
              <a:gd name="connsiteX295" fmla="*/ 4907178 w 7467663"/>
              <a:gd name="connsiteY295" fmla="*/ 6858000 h 6858000"/>
              <a:gd name="connsiteX296" fmla="*/ 4910810 w 7467663"/>
              <a:gd name="connsiteY296" fmla="*/ 6829660 h 6858000"/>
              <a:gd name="connsiteX297" fmla="*/ 4987461 w 7467663"/>
              <a:gd name="connsiteY297" fmla="*/ 6432994 h 6858000"/>
              <a:gd name="connsiteX298" fmla="*/ 5179262 w 7467663"/>
              <a:gd name="connsiteY298" fmla="*/ 6035044 h 6858000"/>
              <a:gd name="connsiteX299" fmla="*/ 4689678 w 7467663"/>
              <a:gd name="connsiteY299" fmla="*/ 6440241 h 6858000"/>
              <a:gd name="connsiteX300" fmla="*/ 4477543 w 7467663"/>
              <a:gd name="connsiteY300" fmla="*/ 6674836 h 6858000"/>
              <a:gd name="connsiteX301" fmla="*/ 4329957 w 7467663"/>
              <a:gd name="connsiteY301" fmla="*/ 6858000 h 6858000"/>
              <a:gd name="connsiteX302" fmla="*/ 4218595 w 7467663"/>
              <a:gd name="connsiteY302" fmla="*/ 6858000 h 6858000"/>
              <a:gd name="connsiteX303" fmla="*/ 4368888 w 7467663"/>
              <a:gd name="connsiteY303" fmla="*/ 6668412 h 6858000"/>
              <a:gd name="connsiteX304" fmla="*/ 4563091 w 7467663"/>
              <a:gd name="connsiteY304" fmla="*/ 6442508 h 6858000"/>
              <a:gd name="connsiteX305" fmla="*/ 5387324 w 7467663"/>
              <a:gd name="connsiteY305" fmla="*/ 5705830 h 6858000"/>
              <a:gd name="connsiteX306" fmla="*/ 5073620 w 7467663"/>
              <a:gd name="connsiteY306" fmla="*/ 5955437 h 6858000"/>
              <a:gd name="connsiteX307" fmla="*/ 4689789 w 7467663"/>
              <a:gd name="connsiteY307" fmla="*/ 6268382 h 6858000"/>
              <a:gd name="connsiteX308" fmla="*/ 4418722 w 7467663"/>
              <a:gd name="connsiteY308" fmla="*/ 6570886 h 6858000"/>
              <a:gd name="connsiteX309" fmla="*/ 4214944 w 7467663"/>
              <a:gd name="connsiteY309" fmla="*/ 6858000 h 6858000"/>
              <a:gd name="connsiteX310" fmla="*/ 4177898 w 7467663"/>
              <a:gd name="connsiteY310" fmla="*/ 6858000 h 6858000"/>
              <a:gd name="connsiteX311" fmla="*/ 4391597 w 7467663"/>
              <a:gd name="connsiteY311" fmla="*/ 6556370 h 6858000"/>
              <a:gd name="connsiteX312" fmla="*/ 4668889 w 7467663"/>
              <a:gd name="connsiteY312" fmla="*/ 6246399 h 6858000"/>
              <a:gd name="connsiteX313" fmla="*/ 5055427 w 7467663"/>
              <a:gd name="connsiteY313" fmla="*/ 5931476 h 6858000"/>
              <a:gd name="connsiteX314" fmla="*/ 5371814 w 7467663"/>
              <a:gd name="connsiteY314" fmla="*/ 5678975 h 6858000"/>
              <a:gd name="connsiteX315" fmla="*/ 4987918 w 7467663"/>
              <a:gd name="connsiteY315" fmla="*/ 5838701 h 6858000"/>
              <a:gd name="connsiteX316" fmla="*/ 4317146 w 7467663"/>
              <a:gd name="connsiteY316" fmla="*/ 6587716 h 6858000"/>
              <a:gd name="connsiteX317" fmla="*/ 4171627 w 7467663"/>
              <a:gd name="connsiteY317" fmla="*/ 6858000 h 6858000"/>
              <a:gd name="connsiteX318" fmla="*/ 4081585 w 7467663"/>
              <a:gd name="connsiteY318" fmla="*/ 6858000 h 6858000"/>
              <a:gd name="connsiteX319" fmla="*/ 4238603 w 7467663"/>
              <a:gd name="connsiteY319" fmla="*/ 6559341 h 6858000"/>
              <a:gd name="connsiteX320" fmla="*/ 4778333 w 7467663"/>
              <a:gd name="connsiteY320" fmla="*/ 5873626 h 6858000"/>
              <a:gd name="connsiteX321" fmla="*/ 5414185 w 7467663"/>
              <a:gd name="connsiteY321" fmla="*/ 5573882 h 6858000"/>
              <a:gd name="connsiteX322" fmla="*/ 5959648 w 7467663"/>
              <a:gd name="connsiteY322" fmla="*/ 4760797 h 6858000"/>
              <a:gd name="connsiteX323" fmla="*/ 5355019 w 7467663"/>
              <a:gd name="connsiteY323" fmla="*/ 4734672 h 6858000"/>
              <a:gd name="connsiteX324" fmla="*/ 5083565 w 7467663"/>
              <a:gd name="connsiteY324" fmla="*/ 5179121 h 6858000"/>
              <a:gd name="connsiteX325" fmla="*/ 4713577 w 7467663"/>
              <a:gd name="connsiteY325" fmla="*/ 5616803 h 6858000"/>
              <a:gd name="connsiteX326" fmla="*/ 3989559 w 7467663"/>
              <a:gd name="connsiteY326" fmla="*/ 6145945 h 6858000"/>
              <a:gd name="connsiteX327" fmla="*/ 3939824 w 7467663"/>
              <a:gd name="connsiteY327" fmla="*/ 6066900 h 6858000"/>
              <a:gd name="connsiteX328" fmla="*/ 4584537 w 7467663"/>
              <a:gd name="connsiteY328" fmla="*/ 5324826 h 6858000"/>
              <a:gd name="connsiteX329" fmla="*/ 5037105 w 7467663"/>
              <a:gd name="connsiteY329" fmla="*/ 5088765 h 6858000"/>
              <a:gd name="connsiteX330" fmla="*/ 5039930 w 7467663"/>
              <a:gd name="connsiteY330" fmla="*/ 5089585 h 6858000"/>
              <a:gd name="connsiteX331" fmla="*/ 5263764 w 7467663"/>
              <a:gd name="connsiteY331" fmla="*/ 4735525 h 6858000"/>
              <a:gd name="connsiteX332" fmla="*/ 4086300 w 7467663"/>
              <a:gd name="connsiteY332" fmla="*/ 4884599 h 6858000"/>
              <a:gd name="connsiteX333" fmla="*/ 4085485 w 7467663"/>
              <a:gd name="connsiteY333" fmla="*/ 4899070 h 6858000"/>
              <a:gd name="connsiteX334" fmla="*/ 3871915 w 7467663"/>
              <a:gd name="connsiteY334" fmla="*/ 5253645 h 6858000"/>
              <a:gd name="connsiteX335" fmla="*/ 3799374 w 7467663"/>
              <a:gd name="connsiteY335" fmla="*/ 5466127 h 6858000"/>
              <a:gd name="connsiteX336" fmla="*/ 3498850 w 7467663"/>
              <a:gd name="connsiteY336" fmla="*/ 6661888 h 6858000"/>
              <a:gd name="connsiteX337" fmla="*/ 3399216 w 7467663"/>
              <a:gd name="connsiteY337" fmla="*/ 6858000 h 6858000"/>
              <a:gd name="connsiteX338" fmla="*/ 3303688 w 7467663"/>
              <a:gd name="connsiteY338" fmla="*/ 6858000 h 6858000"/>
              <a:gd name="connsiteX339" fmla="*/ 3391774 w 7467663"/>
              <a:gd name="connsiteY339" fmla="*/ 6697181 h 6858000"/>
              <a:gd name="connsiteX340" fmla="*/ 3735540 w 7467663"/>
              <a:gd name="connsiteY340" fmla="*/ 5546923 h 6858000"/>
              <a:gd name="connsiteX341" fmla="*/ 3729438 w 7467663"/>
              <a:gd name="connsiteY341" fmla="*/ 5569058 h 6858000"/>
              <a:gd name="connsiteX342" fmla="*/ 3707782 w 7467663"/>
              <a:gd name="connsiteY342" fmla="*/ 5644908 h 6858000"/>
              <a:gd name="connsiteX343" fmla="*/ 3583827 w 7467663"/>
              <a:gd name="connsiteY343" fmla="*/ 6039215 h 6858000"/>
              <a:gd name="connsiteX344" fmla="*/ 3547861 w 7467663"/>
              <a:gd name="connsiteY344" fmla="*/ 6129609 h 6858000"/>
              <a:gd name="connsiteX345" fmla="*/ 3490905 w 7467663"/>
              <a:gd name="connsiteY345" fmla="*/ 6277660 h 6858000"/>
              <a:gd name="connsiteX346" fmla="*/ 3455859 w 7467663"/>
              <a:gd name="connsiteY346" fmla="*/ 6391301 h 6858000"/>
              <a:gd name="connsiteX347" fmla="*/ 3429112 w 7467663"/>
              <a:gd name="connsiteY347" fmla="*/ 6479469 h 6858000"/>
              <a:gd name="connsiteX348" fmla="*/ 3304862 w 7467663"/>
              <a:gd name="connsiteY348" fmla="*/ 6796476 h 6858000"/>
              <a:gd name="connsiteX349" fmla="*/ 3276071 w 7467663"/>
              <a:gd name="connsiteY349" fmla="*/ 6858000 h 6858000"/>
              <a:gd name="connsiteX350" fmla="*/ 3240805 w 7467663"/>
              <a:gd name="connsiteY350" fmla="*/ 6858000 h 6858000"/>
              <a:gd name="connsiteX351" fmla="*/ 3275917 w 7467663"/>
              <a:gd name="connsiteY351" fmla="*/ 6783192 h 6858000"/>
              <a:gd name="connsiteX352" fmla="*/ 3399358 w 7467663"/>
              <a:gd name="connsiteY352" fmla="*/ 6469011 h 6858000"/>
              <a:gd name="connsiteX353" fmla="*/ 3425650 w 7467663"/>
              <a:gd name="connsiteY353" fmla="*/ 6381333 h 6858000"/>
              <a:gd name="connsiteX354" fmla="*/ 3460661 w 7467663"/>
              <a:gd name="connsiteY354" fmla="*/ 6266763 h 6858000"/>
              <a:gd name="connsiteX355" fmla="*/ 3518021 w 7467663"/>
              <a:gd name="connsiteY355" fmla="*/ 6117298 h 6858000"/>
              <a:gd name="connsiteX356" fmla="*/ 3554035 w 7467663"/>
              <a:gd name="connsiteY356" fmla="*/ 6027832 h 6858000"/>
              <a:gd name="connsiteX357" fmla="*/ 3677174 w 7467663"/>
              <a:gd name="connsiteY357" fmla="*/ 5636351 h 6858000"/>
              <a:gd name="connsiteX358" fmla="*/ 3698819 w 7467663"/>
              <a:gd name="connsiteY358" fmla="*/ 5560503 h 6858000"/>
              <a:gd name="connsiteX359" fmla="*/ 3702094 w 7467663"/>
              <a:gd name="connsiteY359" fmla="*/ 5549194 h 6858000"/>
              <a:gd name="connsiteX360" fmla="*/ 3398355 w 7467663"/>
              <a:gd name="connsiteY360" fmla="*/ 6094603 h 6858000"/>
              <a:gd name="connsiteX361" fmla="*/ 3193941 w 7467663"/>
              <a:gd name="connsiteY361" fmla="*/ 6798775 h 6858000"/>
              <a:gd name="connsiteX362" fmla="*/ 3184140 w 7467663"/>
              <a:gd name="connsiteY362" fmla="*/ 6858000 h 6858000"/>
              <a:gd name="connsiteX363" fmla="*/ 3099978 w 7467663"/>
              <a:gd name="connsiteY363" fmla="*/ 6858000 h 6858000"/>
              <a:gd name="connsiteX364" fmla="*/ 3101556 w 7467663"/>
              <a:gd name="connsiteY364" fmla="*/ 6843337 h 6858000"/>
              <a:gd name="connsiteX365" fmla="*/ 3370162 w 7467663"/>
              <a:gd name="connsiteY365" fmla="*/ 5785550 h 6858000"/>
              <a:gd name="connsiteX366" fmla="*/ 3746477 w 7467663"/>
              <a:gd name="connsiteY366" fmla="*/ 5377889 h 6858000"/>
              <a:gd name="connsiteX367" fmla="*/ 3863399 w 7467663"/>
              <a:gd name="connsiteY367" fmla="*/ 5087257 h 6858000"/>
              <a:gd name="connsiteX368" fmla="*/ 3968712 w 7467663"/>
              <a:gd name="connsiteY368" fmla="*/ 4913989 h 6858000"/>
              <a:gd name="connsiteX369" fmla="*/ 2792390 w 7467663"/>
              <a:gd name="connsiteY369" fmla="*/ 5382974 h 6858000"/>
              <a:gd name="connsiteX370" fmla="*/ 2714982 w 7467663"/>
              <a:gd name="connsiteY370" fmla="*/ 5427051 h 6858000"/>
              <a:gd name="connsiteX371" fmla="*/ 2813361 w 7467663"/>
              <a:gd name="connsiteY371" fmla="*/ 6023912 h 6858000"/>
              <a:gd name="connsiteX372" fmla="*/ 2688430 w 7467663"/>
              <a:gd name="connsiteY372" fmla="*/ 6801564 h 6858000"/>
              <a:gd name="connsiteX373" fmla="*/ 2629626 w 7467663"/>
              <a:gd name="connsiteY373" fmla="*/ 6763394 h 6858000"/>
              <a:gd name="connsiteX374" fmla="*/ 2565328 w 7467663"/>
              <a:gd name="connsiteY374" fmla="*/ 5516399 h 6858000"/>
              <a:gd name="connsiteX375" fmla="*/ 1922999 w 7467663"/>
              <a:gd name="connsiteY375" fmla="*/ 5980343 h 6858000"/>
              <a:gd name="connsiteX376" fmla="*/ 1950261 w 7467663"/>
              <a:gd name="connsiteY376" fmla="*/ 6405858 h 6858000"/>
              <a:gd name="connsiteX377" fmla="*/ 2365554 w 7467663"/>
              <a:gd name="connsiteY377" fmla="*/ 6759107 h 6858000"/>
              <a:gd name="connsiteX378" fmla="*/ 2424142 w 7467663"/>
              <a:gd name="connsiteY378" fmla="*/ 6858000 h 6858000"/>
              <a:gd name="connsiteX379" fmla="*/ 2395994 w 7467663"/>
              <a:gd name="connsiteY379" fmla="*/ 6858000 h 6858000"/>
              <a:gd name="connsiteX380" fmla="*/ 2392863 w 7467663"/>
              <a:gd name="connsiteY380" fmla="*/ 6852964 h 6858000"/>
              <a:gd name="connsiteX381" fmla="*/ 2017589 w 7467663"/>
              <a:gd name="connsiteY381" fmla="*/ 6493982 h 6858000"/>
              <a:gd name="connsiteX382" fmla="*/ 2147336 w 7467663"/>
              <a:gd name="connsiteY382" fmla="*/ 6594052 h 6858000"/>
              <a:gd name="connsiteX383" fmla="*/ 2207047 w 7467663"/>
              <a:gd name="connsiteY383" fmla="*/ 6654540 h 6858000"/>
              <a:gd name="connsiteX384" fmla="*/ 2299106 w 7467663"/>
              <a:gd name="connsiteY384" fmla="*/ 6778931 h 6858000"/>
              <a:gd name="connsiteX385" fmla="*/ 2314430 w 7467663"/>
              <a:gd name="connsiteY385" fmla="*/ 6801144 h 6858000"/>
              <a:gd name="connsiteX386" fmla="*/ 2352406 w 7467663"/>
              <a:gd name="connsiteY386" fmla="*/ 6858000 h 6858000"/>
              <a:gd name="connsiteX387" fmla="*/ 2314492 w 7467663"/>
              <a:gd name="connsiteY387" fmla="*/ 6858000 h 6858000"/>
              <a:gd name="connsiteX388" fmla="*/ 2288095 w 7467663"/>
              <a:gd name="connsiteY388" fmla="*/ 6818030 h 6858000"/>
              <a:gd name="connsiteX389" fmla="*/ 2272768 w 7467663"/>
              <a:gd name="connsiteY389" fmla="*/ 6795822 h 6858000"/>
              <a:gd name="connsiteX390" fmla="*/ 2182715 w 7467663"/>
              <a:gd name="connsiteY390" fmla="*/ 6675071 h 6858000"/>
              <a:gd name="connsiteX391" fmla="*/ 2032061 w 7467663"/>
              <a:gd name="connsiteY391" fmla="*/ 6541380 h 6858000"/>
              <a:gd name="connsiteX392" fmla="*/ 2257220 w 7467663"/>
              <a:gd name="connsiteY392" fmla="*/ 6826257 h 6858000"/>
              <a:gd name="connsiteX393" fmla="*/ 2281324 w 7467663"/>
              <a:gd name="connsiteY393" fmla="*/ 6858000 h 6858000"/>
              <a:gd name="connsiteX394" fmla="*/ 2242860 w 7467663"/>
              <a:gd name="connsiteY394" fmla="*/ 6858000 h 6858000"/>
              <a:gd name="connsiteX395" fmla="*/ 2232818 w 7467663"/>
              <a:gd name="connsiteY395" fmla="*/ 6844926 h 6858000"/>
              <a:gd name="connsiteX396" fmla="*/ 1990172 w 7467663"/>
              <a:gd name="connsiteY396" fmla="*/ 6542121 h 6858000"/>
              <a:gd name="connsiteX397" fmla="*/ 2124090 w 7467663"/>
              <a:gd name="connsiteY397" fmla="*/ 6761017 h 6858000"/>
              <a:gd name="connsiteX398" fmla="*/ 2200380 w 7467663"/>
              <a:gd name="connsiteY398" fmla="*/ 6858000 h 6858000"/>
              <a:gd name="connsiteX399" fmla="*/ 2147507 w 7467663"/>
              <a:gd name="connsiteY399" fmla="*/ 6858000 h 6858000"/>
              <a:gd name="connsiteX400" fmla="*/ 2070668 w 7467663"/>
              <a:gd name="connsiteY400" fmla="*/ 6761520 h 6858000"/>
              <a:gd name="connsiteX401" fmla="*/ 1975142 w 7467663"/>
              <a:gd name="connsiteY401" fmla="*/ 6585570 h 6858000"/>
              <a:gd name="connsiteX402" fmla="*/ 2050035 w 7467663"/>
              <a:gd name="connsiteY402" fmla="*/ 6813345 h 6858000"/>
              <a:gd name="connsiteX403" fmla="*/ 2063025 w 7467663"/>
              <a:gd name="connsiteY403" fmla="*/ 6858000 h 6858000"/>
              <a:gd name="connsiteX404" fmla="*/ 2021675 w 7467663"/>
              <a:gd name="connsiteY404" fmla="*/ 6858000 h 6858000"/>
              <a:gd name="connsiteX405" fmla="*/ 2019308 w 7467663"/>
              <a:gd name="connsiteY405" fmla="*/ 6847118 h 6858000"/>
              <a:gd name="connsiteX406" fmla="*/ 1938835 w 7467663"/>
              <a:gd name="connsiteY406" fmla="*/ 6551160 h 6858000"/>
              <a:gd name="connsiteX407" fmla="*/ 1953230 w 7467663"/>
              <a:gd name="connsiteY407" fmla="*/ 6759699 h 6858000"/>
              <a:gd name="connsiteX408" fmla="*/ 1956763 w 7467663"/>
              <a:gd name="connsiteY408" fmla="*/ 6778191 h 6858000"/>
              <a:gd name="connsiteX409" fmla="*/ 1967925 w 7467663"/>
              <a:gd name="connsiteY409" fmla="*/ 6858000 h 6858000"/>
              <a:gd name="connsiteX410" fmla="*/ 1936622 w 7467663"/>
              <a:gd name="connsiteY410" fmla="*/ 6858000 h 6858000"/>
              <a:gd name="connsiteX411" fmla="*/ 1926261 w 7467663"/>
              <a:gd name="connsiteY411" fmla="*/ 6784064 h 6858000"/>
              <a:gd name="connsiteX412" fmla="*/ 1922724 w 7467663"/>
              <a:gd name="connsiteY412" fmla="*/ 6765577 h 6858000"/>
              <a:gd name="connsiteX413" fmla="*/ 1904650 w 7467663"/>
              <a:gd name="connsiteY413" fmla="*/ 6639616 h 6858000"/>
              <a:gd name="connsiteX414" fmla="*/ 1885273 w 7467663"/>
              <a:gd name="connsiteY414" fmla="*/ 6858000 h 6858000"/>
              <a:gd name="connsiteX415" fmla="*/ 1854363 w 7467663"/>
              <a:gd name="connsiteY415" fmla="*/ 6858000 h 6858000"/>
              <a:gd name="connsiteX416" fmla="*/ 1880391 w 7467663"/>
              <a:gd name="connsiteY416" fmla="*/ 6603796 h 6858000"/>
              <a:gd name="connsiteX417" fmla="*/ 1818273 w 7467663"/>
              <a:gd name="connsiteY417" fmla="*/ 6715729 h 6858000"/>
              <a:gd name="connsiteX418" fmla="*/ 1794691 w 7467663"/>
              <a:gd name="connsiteY418" fmla="*/ 6843239 h 6858000"/>
              <a:gd name="connsiteX419" fmla="*/ 1794914 w 7467663"/>
              <a:gd name="connsiteY419" fmla="*/ 6858000 h 6858000"/>
              <a:gd name="connsiteX420" fmla="*/ 1746128 w 7467663"/>
              <a:gd name="connsiteY420" fmla="*/ 6858000 h 6858000"/>
              <a:gd name="connsiteX421" fmla="*/ 1753934 w 7467663"/>
              <a:gd name="connsiteY421" fmla="*/ 6724796 h 6858000"/>
              <a:gd name="connsiteX422" fmla="*/ 1792053 w 7467663"/>
              <a:gd name="connsiteY422" fmla="*/ 6572396 h 6858000"/>
              <a:gd name="connsiteX423" fmla="*/ 1862248 w 7467663"/>
              <a:gd name="connsiteY423" fmla="*/ 6266397 h 6858000"/>
              <a:gd name="connsiteX424" fmla="*/ 1862250 w 7467663"/>
              <a:gd name="connsiteY424" fmla="*/ 6033531 h 6858000"/>
              <a:gd name="connsiteX425" fmla="*/ 1211999 w 7467663"/>
              <a:gd name="connsiteY425" fmla="*/ 6683610 h 6858000"/>
              <a:gd name="connsiteX426" fmla="*/ 1213266 w 7467663"/>
              <a:gd name="connsiteY426" fmla="*/ 6691947 h 6858000"/>
              <a:gd name="connsiteX427" fmla="*/ 1203370 w 7467663"/>
              <a:gd name="connsiteY427" fmla="*/ 6850676 h 6858000"/>
              <a:gd name="connsiteX428" fmla="*/ 1203671 w 7467663"/>
              <a:gd name="connsiteY428" fmla="*/ 6858000 h 6858000"/>
              <a:gd name="connsiteX429" fmla="*/ 1143180 w 7467663"/>
              <a:gd name="connsiteY429" fmla="*/ 6858000 h 6858000"/>
              <a:gd name="connsiteX430" fmla="*/ 1142176 w 7467663"/>
              <a:gd name="connsiteY430" fmla="*/ 6766045 h 6858000"/>
              <a:gd name="connsiteX431" fmla="*/ 1067484 w 7467663"/>
              <a:gd name="connsiteY431" fmla="*/ 6858000 h 6858000"/>
              <a:gd name="connsiteX432" fmla="*/ 953928 w 7467663"/>
              <a:gd name="connsiteY432" fmla="*/ 6858000 h 6858000"/>
              <a:gd name="connsiteX433" fmla="*/ 959715 w 7467663"/>
              <a:gd name="connsiteY433" fmla="*/ 6850185 h 6858000"/>
              <a:gd name="connsiteX434" fmla="*/ 1483788 w 7467663"/>
              <a:gd name="connsiteY434" fmla="*/ 6259174 h 6858000"/>
              <a:gd name="connsiteX435" fmla="*/ 1100671 w 7467663"/>
              <a:gd name="connsiteY435" fmla="*/ 6252137 h 6858000"/>
              <a:gd name="connsiteX436" fmla="*/ 1090144 w 7467663"/>
              <a:gd name="connsiteY436" fmla="*/ 6256748 h 6858000"/>
              <a:gd name="connsiteX437" fmla="*/ 1095872 w 7467663"/>
              <a:gd name="connsiteY437" fmla="*/ 6271892 h 6858000"/>
              <a:gd name="connsiteX438" fmla="*/ 262785 w 7467663"/>
              <a:gd name="connsiteY438" fmla="*/ 6845450 h 6858000"/>
              <a:gd name="connsiteX439" fmla="*/ 209968 w 7467663"/>
              <a:gd name="connsiteY439" fmla="*/ 6770713 h 6858000"/>
              <a:gd name="connsiteX440" fmla="*/ 873460 w 7467663"/>
              <a:gd name="connsiteY440" fmla="*/ 6253768 h 6858000"/>
              <a:gd name="connsiteX441" fmla="*/ 192686 w 7467663"/>
              <a:gd name="connsiteY441" fmla="*/ 5849257 h 6858000"/>
              <a:gd name="connsiteX442" fmla="*/ 4696 w 7467663"/>
              <a:gd name="connsiteY442" fmla="*/ 5697668 h 6858000"/>
              <a:gd name="connsiteX443" fmla="*/ 0 w 7467663"/>
              <a:gd name="connsiteY443" fmla="*/ 5689984 h 6858000"/>
              <a:gd name="connsiteX444" fmla="*/ 0 w 7467663"/>
              <a:gd name="connsiteY444" fmla="*/ 5513472 h 6858000"/>
              <a:gd name="connsiteX445" fmla="*/ 174101 w 7467663"/>
              <a:gd name="connsiteY445" fmla="*/ 5620277 h 6858000"/>
              <a:gd name="connsiteX446" fmla="*/ 891800 w 7467663"/>
              <a:gd name="connsiteY446" fmla="*/ 6036935 h 6858000"/>
              <a:gd name="connsiteX447" fmla="*/ 1072219 w 7467663"/>
              <a:gd name="connsiteY447" fmla="*/ 6169443 h 6858000"/>
              <a:gd name="connsiteX448" fmla="*/ 1074117 w 7467663"/>
              <a:gd name="connsiteY448" fmla="*/ 6170301 h 6858000"/>
              <a:gd name="connsiteX449" fmla="*/ 1083114 w 7467663"/>
              <a:gd name="connsiteY449" fmla="*/ 6174131 h 6858000"/>
              <a:gd name="connsiteX450" fmla="*/ 1543010 w 7467663"/>
              <a:gd name="connsiteY450" fmla="*/ 6191140 h 6858000"/>
              <a:gd name="connsiteX451" fmla="*/ 1551080 w 7467663"/>
              <a:gd name="connsiteY451" fmla="*/ 6195006 h 6858000"/>
              <a:gd name="connsiteX452" fmla="*/ 2345443 w 7467663"/>
              <a:gd name="connsiteY452" fmla="*/ 5549882 h 6858000"/>
              <a:gd name="connsiteX453" fmla="*/ 1721499 w 7467663"/>
              <a:gd name="connsiteY453" fmla="*/ 5599969 h 6858000"/>
              <a:gd name="connsiteX454" fmla="*/ 767716 w 7467663"/>
              <a:gd name="connsiteY454" fmla="*/ 5472768 h 6858000"/>
              <a:gd name="connsiteX455" fmla="*/ 722147 w 7467663"/>
              <a:gd name="connsiteY455" fmla="*/ 5393091 h 6858000"/>
              <a:gd name="connsiteX456" fmla="*/ 1485552 w 7467663"/>
              <a:gd name="connsiteY456" fmla="*/ 5313202 h 6858000"/>
              <a:gd name="connsiteX457" fmla="*/ 2143004 w 7467663"/>
              <a:gd name="connsiteY457" fmla="*/ 5402420 h 6858000"/>
              <a:gd name="connsiteX458" fmla="*/ 1933391 w 7467663"/>
              <a:gd name="connsiteY458" fmla="*/ 5156971 h 6858000"/>
              <a:gd name="connsiteX459" fmla="*/ 1827118 w 7467663"/>
              <a:gd name="connsiteY459" fmla="*/ 4968410 h 6858000"/>
              <a:gd name="connsiteX460" fmla="*/ 1837349 w 7467663"/>
              <a:gd name="connsiteY460" fmla="*/ 4956357 h 6858000"/>
              <a:gd name="connsiteX461" fmla="*/ 2162835 w 7467663"/>
              <a:gd name="connsiteY461" fmla="*/ 5187853 h 6858000"/>
              <a:gd name="connsiteX462" fmla="*/ 2257167 w 7467663"/>
              <a:gd name="connsiteY462" fmla="*/ 5462123 h 6858000"/>
              <a:gd name="connsiteX463" fmla="*/ 2261598 w 7467663"/>
              <a:gd name="connsiteY463" fmla="*/ 5467998 h 6858000"/>
              <a:gd name="connsiteX464" fmla="*/ 2437177 w 7467663"/>
              <a:gd name="connsiteY464" fmla="*/ 5479608 h 6858000"/>
              <a:gd name="connsiteX465" fmla="*/ 2445247 w 7467663"/>
              <a:gd name="connsiteY465" fmla="*/ 5483476 h 6858000"/>
              <a:gd name="connsiteX466" fmla="*/ 2743626 w 7467663"/>
              <a:gd name="connsiteY466" fmla="*/ 5304819 h 6858000"/>
              <a:gd name="connsiteX467" fmla="*/ 3048102 w 7467663"/>
              <a:gd name="connsiteY467" fmla="*/ 5150595 h 6858000"/>
              <a:gd name="connsiteX468" fmla="*/ 1799414 w 7467663"/>
              <a:gd name="connsiteY468" fmla="*/ 4694732 h 6858000"/>
              <a:gd name="connsiteX469" fmla="*/ 1771735 w 7467663"/>
              <a:gd name="connsiteY469" fmla="*/ 4619929 h 6858000"/>
              <a:gd name="connsiteX470" fmla="*/ 3104273 w 7467663"/>
              <a:gd name="connsiteY470" fmla="*/ 5076159 h 6858000"/>
              <a:gd name="connsiteX471" fmla="*/ 3113245 w 7467663"/>
              <a:gd name="connsiteY471" fmla="*/ 5090705 h 6858000"/>
              <a:gd name="connsiteX472" fmla="*/ 3126294 w 7467663"/>
              <a:gd name="connsiteY472" fmla="*/ 5114400 h 6858000"/>
              <a:gd name="connsiteX473" fmla="*/ 3937433 w 7467663"/>
              <a:gd name="connsiteY473" fmla="*/ 4830473 h 6858000"/>
              <a:gd name="connsiteX474" fmla="*/ 3590475 w 7467663"/>
              <a:gd name="connsiteY474" fmla="*/ 4597974 h 6858000"/>
              <a:gd name="connsiteX475" fmla="*/ 3100264 w 7467663"/>
              <a:gd name="connsiteY475" fmla="*/ 4579845 h 6858000"/>
              <a:gd name="connsiteX476" fmla="*/ 2183576 w 7467663"/>
              <a:gd name="connsiteY476" fmla="*/ 4227150 h 6858000"/>
              <a:gd name="connsiteX477" fmla="*/ 2151029 w 7467663"/>
              <a:gd name="connsiteY477" fmla="*/ 4146947 h 6858000"/>
              <a:gd name="connsiteX478" fmla="*/ 3563434 w 7467663"/>
              <a:gd name="connsiteY478" fmla="*/ 4469115 h 6858000"/>
              <a:gd name="connsiteX479" fmla="*/ 3177952 w 7467663"/>
              <a:gd name="connsiteY479" fmla="*/ 3657386 h 6858000"/>
              <a:gd name="connsiteX480" fmla="*/ 3189263 w 7467663"/>
              <a:gd name="connsiteY480" fmla="*/ 3625726 h 6858000"/>
              <a:gd name="connsiteX481" fmla="*/ 3560912 w 7467663"/>
              <a:gd name="connsiteY481" fmla="*/ 4079863 h 6858000"/>
              <a:gd name="connsiteX482" fmla="*/ 3626636 w 7467663"/>
              <a:gd name="connsiteY482" fmla="*/ 4512230 h 6858000"/>
              <a:gd name="connsiteX483" fmla="*/ 3653088 w 7467663"/>
              <a:gd name="connsiteY483" fmla="*/ 4521417 h 6858000"/>
              <a:gd name="connsiteX484" fmla="*/ 3988128 w 7467663"/>
              <a:gd name="connsiteY484" fmla="*/ 4817267 h 6858000"/>
              <a:gd name="connsiteX485" fmla="*/ 4830582 w 7467663"/>
              <a:gd name="connsiteY485" fmla="*/ 4676000 h 6858000"/>
              <a:gd name="connsiteX486" fmla="*/ 4830100 w 7467663"/>
              <a:gd name="connsiteY486" fmla="*/ 4675554 h 6858000"/>
              <a:gd name="connsiteX487" fmla="*/ 4036318 w 7467663"/>
              <a:gd name="connsiteY487" fmla="*/ 4147013 h 6858000"/>
              <a:gd name="connsiteX488" fmla="*/ 3432098 w 7467663"/>
              <a:gd name="connsiteY488" fmla="*/ 3537312 h 6858000"/>
              <a:gd name="connsiteX489" fmla="*/ 3446761 w 7467663"/>
              <a:gd name="connsiteY489" fmla="*/ 3461278 h 6858000"/>
              <a:gd name="connsiteX490" fmla="*/ 4419733 w 7467663"/>
              <a:gd name="connsiteY490" fmla="*/ 3963555 h 6858000"/>
              <a:gd name="connsiteX491" fmla="*/ 4781371 w 7467663"/>
              <a:gd name="connsiteY491" fmla="*/ 4458604 h 6858000"/>
              <a:gd name="connsiteX492" fmla="*/ 4780440 w 7467663"/>
              <a:gd name="connsiteY492" fmla="*/ 4470290 h 6858000"/>
              <a:gd name="connsiteX493" fmla="*/ 4898954 w 7467663"/>
              <a:gd name="connsiteY493" fmla="*/ 4662092 h 6858000"/>
              <a:gd name="connsiteX494" fmla="*/ 4900699 w 7467663"/>
              <a:gd name="connsiteY494" fmla="*/ 4670867 h 6858000"/>
              <a:gd name="connsiteX495" fmla="*/ 5714511 w 7467663"/>
              <a:gd name="connsiteY495" fmla="*/ 4663483 h 6858000"/>
              <a:gd name="connsiteX496" fmla="*/ 5464793 w 7467663"/>
              <a:gd name="connsiteY496" fmla="*/ 4393556 h 6858000"/>
              <a:gd name="connsiteX497" fmla="*/ 5461897 w 7467663"/>
              <a:gd name="connsiteY497" fmla="*/ 4390879 h 6858000"/>
              <a:gd name="connsiteX498" fmla="*/ 4294126 w 7467663"/>
              <a:gd name="connsiteY498" fmla="*/ 3303048 h 6858000"/>
              <a:gd name="connsiteX499" fmla="*/ 4305321 w 7467663"/>
              <a:gd name="connsiteY499" fmla="*/ 3256953 h 6858000"/>
              <a:gd name="connsiteX500" fmla="*/ 4949299 w 7467663"/>
              <a:gd name="connsiteY500" fmla="*/ 3766336 h 6858000"/>
              <a:gd name="connsiteX501" fmla="*/ 5291452 w 7467663"/>
              <a:gd name="connsiteY501" fmla="*/ 4076801 h 6858000"/>
              <a:gd name="connsiteX502" fmla="*/ 5434998 w 7467663"/>
              <a:gd name="connsiteY502" fmla="*/ 4254100 h 6858000"/>
              <a:gd name="connsiteX503" fmla="*/ 5351015 w 7467663"/>
              <a:gd name="connsiteY503" fmla="*/ 3760989 h 6858000"/>
              <a:gd name="connsiteX504" fmla="*/ 5413780 w 7467663"/>
              <a:gd name="connsiteY504" fmla="*/ 2966265 h 6858000"/>
              <a:gd name="connsiteX505" fmla="*/ 5425627 w 7467663"/>
              <a:gd name="connsiteY505" fmla="*/ 2954192 h 6858000"/>
              <a:gd name="connsiteX506" fmla="*/ 6604735 w 7467663"/>
              <a:gd name="connsiteY506" fmla="*/ 2041381 h 6858000"/>
              <a:gd name="connsiteX507" fmla="*/ 7204487 w 7467663"/>
              <a:gd name="connsiteY507" fmla="*/ 2742112 h 6858000"/>
              <a:gd name="connsiteX508" fmla="*/ 7131592 w 7467663"/>
              <a:gd name="connsiteY508" fmla="*/ 2672096 h 6858000"/>
              <a:gd name="connsiteX509" fmla="*/ 6996344 w 7467663"/>
              <a:gd name="connsiteY509" fmla="*/ 2518310 h 6858000"/>
              <a:gd name="connsiteX510" fmla="*/ 6735495 w 7467663"/>
              <a:gd name="connsiteY510" fmla="*/ 2196890 h 6858000"/>
              <a:gd name="connsiteX511" fmla="*/ 6721901 w 7467663"/>
              <a:gd name="connsiteY511" fmla="*/ 2179274 h 6858000"/>
              <a:gd name="connsiteX512" fmla="*/ 6604735 w 7467663"/>
              <a:gd name="connsiteY512" fmla="*/ 2041381 h 6858000"/>
              <a:gd name="connsiteX513" fmla="*/ 6591670 w 7467663"/>
              <a:gd name="connsiteY513" fmla="*/ 1988277 h 6858000"/>
              <a:gd name="connsiteX514" fmla="*/ 6747349 w 7467663"/>
              <a:gd name="connsiteY514" fmla="*/ 2160069 h 6858000"/>
              <a:gd name="connsiteX515" fmla="*/ 6760943 w 7467663"/>
              <a:gd name="connsiteY515" fmla="*/ 2177686 h 6858000"/>
              <a:gd name="connsiteX516" fmla="*/ 7021065 w 7467663"/>
              <a:gd name="connsiteY516" fmla="*/ 2498102 h 6858000"/>
              <a:gd name="connsiteX517" fmla="*/ 7155223 w 7467663"/>
              <a:gd name="connsiteY517" fmla="*/ 2650386 h 6858000"/>
              <a:gd name="connsiteX518" fmla="*/ 7203167 w 7467663"/>
              <a:gd name="connsiteY518" fmla="*/ 2697288 h 6858000"/>
              <a:gd name="connsiteX519" fmla="*/ 6937703 w 7467663"/>
              <a:gd name="connsiteY519" fmla="*/ 2321981 h 6858000"/>
              <a:gd name="connsiteX520" fmla="*/ 6591670 w 7467663"/>
              <a:gd name="connsiteY520" fmla="*/ 1988277 h 6858000"/>
              <a:gd name="connsiteX521" fmla="*/ 5798671 w 7467663"/>
              <a:gd name="connsiteY521" fmla="*/ 1981601 h 6858000"/>
              <a:gd name="connsiteX522" fmla="*/ 5754709 w 7467663"/>
              <a:gd name="connsiteY522" fmla="*/ 2071454 h 6858000"/>
              <a:gd name="connsiteX523" fmla="*/ 5763044 w 7467663"/>
              <a:gd name="connsiteY523" fmla="*/ 2842206 h 6858000"/>
              <a:gd name="connsiteX524" fmla="*/ 5764974 w 7467663"/>
              <a:gd name="connsiteY524" fmla="*/ 2799609 h 6858000"/>
              <a:gd name="connsiteX525" fmla="*/ 5767665 w 7467663"/>
              <a:gd name="connsiteY525" fmla="*/ 2666409 h 6858000"/>
              <a:gd name="connsiteX526" fmla="*/ 5763055 w 7467663"/>
              <a:gd name="connsiteY526" fmla="*/ 2579705 h 6858000"/>
              <a:gd name="connsiteX527" fmla="*/ 5758079 w 7467663"/>
              <a:gd name="connsiteY527" fmla="*/ 2492508 h 6858000"/>
              <a:gd name="connsiteX528" fmla="*/ 5779325 w 7467663"/>
              <a:gd name="connsiteY528" fmla="*/ 2197069 h 6858000"/>
              <a:gd name="connsiteX529" fmla="*/ 5798671 w 7467663"/>
              <a:gd name="connsiteY529" fmla="*/ 1981601 h 6858000"/>
              <a:gd name="connsiteX530" fmla="*/ 5829202 w 7467663"/>
              <a:gd name="connsiteY530" fmla="*/ 1971679 h 6858000"/>
              <a:gd name="connsiteX531" fmla="*/ 5809558 w 7467663"/>
              <a:gd name="connsiteY531" fmla="*/ 2198043 h 6858000"/>
              <a:gd name="connsiteX532" fmla="*/ 5788653 w 7467663"/>
              <a:gd name="connsiteY532" fmla="*/ 2489430 h 6858000"/>
              <a:gd name="connsiteX533" fmla="*/ 5793439 w 7467663"/>
              <a:gd name="connsiteY533" fmla="*/ 2575235 h 6858000"/>
              <a:gd name="connsiteX534" fmla="*/ 5796837 w 7467663"/>
              <a:gd name="connsiteY534" fmla="*/ 2637633 h 6858000"/>
              <a:gd name="connsiteX535" fmla="*/ 5818614 w 7467663"/>
              <a:gd name="connsiteY535" fmla="*/ 2473055 h 6858000"/>
              <a:gd name="connsiteX536" fmla="*/ 5829202 w 7467663"/>
              <a:gd name="connsiteY536" fmla="*/ 1971679 h 6858000"/>
              <a:gd name="connsiteX537" fmla="*/ 5911389 w 7467663"/>
              <a:gd name="connsiteY537" fmla="*/ 1898371 h 6858000"/>
              <a:gd name="connsiteX538" fmla="*/ 6237627 w 7467663"/>
              <a:gd name="connsiteY538" fmla="*/ 2231921 h 6858000"/>
              <a:gd name="connsiteX539" fmla="*/ 5911389 w 7467663"/>
              <a:gd name="connsiteY539" fmla="*/ 1898371 h 6858000"/>
              <a:gd name="connsiteX540" fmla="*/ 6944437 w 7467663"/>
              <a:gd name="connsiteY540" fmla="*/ 1575402 h 6858000"/>
              <a:gd name="connsiteX541" fmla="*/ 6304730 w 7467663"/>
              <a:gd name="connsiteY541" fmla="*/ 1766654 h 6858000"/>
              <a:gd name="connsiteX542" fmla="*/ 6944437 w 7467663"/>
              <a:gd name="connsiteY542" fmla="*/ 1575402 h 6858000"/>
              <a:gd name="connsiteX543" fmla="*/ 7019523 w 7467663"/>
              <a:gd name="connsiteY543" fmla="*/ 1519450 h 6858000"/>
              <a:gd name="connsiteX544" fmla="*/ 6298091 w 7467663"/>
              <a:gd name="connsiteY544" fmla="*/ 1737122 h 6858000"/>
              <a:gd name="connsiteX545" fmla="*/ 7019523 w 7467663"/>
              <a:gd name="connsiteY545" fmla="*/ 1519450 h 6858000"/>
              <a:gd name="connsiteX546" fmla="*/ 2399523 w 7467663"/>
              <a:gd name="connsiteY546" fmla="*/ 1428234 h 6858000"/>
              <a:gd name="connsiteX547" fmla="*/ 2224982 w 7467663"/>
              <a:gd name="connsiteY547" fmla="*/ 1826201 h 6858000"/>
              <a:gd name="connsiteX548" fmla="*/ 2096099 w 7467663"/>
              <a:gd name="connsiteY548" fmla="*/ 2345900 h 6858000"/>
              <a:gd name="connsiteX549" fmla="*/ 2283317 w 7467663"/>
              <a:gd name="connsiteY549" fmla="*/ 1796925 h 6858000"/>
              <a:gd name="connsiteX550" fmla="*/ 2399523 w 7467663"/>
              <a:gd name="connsiteY550" fmla="*/ 1428234 h 6858000"/>
              <a:gd name="connsiteX551" fmla="*/ 2448558 w 7467663"/>
              <a:gd name="connsiteY551" fmla="*/ 1373435 h 6858000"/>
              <a:gd name="connsiteX552" fmla="*/ 2312521 w 7467663"/>
              <a:gd name="connsiteY552" fmla="*/ 1806140 h 6858000"/>
              <a:gd name="connsiteX553" fmla="*/ 2127533 w 7467663"/>
              <a:gd name="connsiteY553" fmla="*/ 2348380 h 6858000"/>
              <a:gd name="connsiteX554" fmla="*/ 2358080 w 7467663"/>
              <a:gd name="connsiteY554" fmla="*/ 1866134 h 6858000"/>
              <a:gd name="connsiteX555" fmla="*/ 2407436 w 7467663"/>
              <a:gd name="connsiteY555" fmla="*/ 1651070 h 6858000"/>
              <a:gd name="connsiteX556" fmla="*/ 2448558 w 7467663"/>
              <a:gd name="connsiteY556" fmla="*/ 1373435 h 6858000"/>
              <a:gd name="connsiteX557" fmla="*/ 278707 w 7467663"/>
              <a:gd name="connsiteY557" fmla="*/ 1352270 h 6858000"/>
              <a:gd name="connsiteX558" fmla="*/ 321570 w 7467663"/>
              <a:gd name="connsiteY558" fmla="*/ 1861610 h 6858000"/>
              <a:gd name="connsiteX559" fmla="*/ 294281 w 7467663"/>
              <a:gd name="connsiteY559" fmla="*/ 1440658 h 6858000"/>
              <a:gd name="connsiteX560" fmla="*/ 278707 w 7467663"/>
              <a:gd name="connsiteY560" fmla="*/ 1352270 h 6858000"/>
              <a:gd name="connsiteX561" fmla="*/ 1423821 w 7467663"/>
              <a:gd name="connsiteY561" fmla="*/ 1351958 h 6858000"/>
              <a:gd name="connsiteX562" fmla="*/ 1638521 w 7467663"/>
              <a:gd name="connsiteY562" fmla="*/ 1908470 h 6858000"/>
              <a:gd name="connsiteX563" fmla="*/ 1754199 w 7467663"/>
              <a:gd name="connsiteY563" fmla="*/ 2149284 h 6858000"/>
              <a:gd name="connsiteX564" fmla="*/ 1908359 w 7467663"/>
              <a:gd name="connsiteY564" fmla="*/ 2364988 h 6858000"/>
              <a:gd name="connsiteX565" fmla="*/ 1647661 w 7467663"/>
              <a:gd name="connsiteY565" fmla="*/ 1825945 h 6858000"/>
              <a:gd name="connsiteX566" fmla="*/ 1423821 w 7467663"/>
              <a:gd name="connsiteY566" fmla="*/ 1351958 h 6858000"/>
              <a:gd name="connsiteX567" fmla="*/ 1431890 w 7467663"/>
              <a:gd name="connsiteY567" fmla="*/ 1306475 h 6858000"/>
              <a:gd name="connsiteX568" fmla="*/ 1507597 w 7467663"/>
              <a:gd name="connsiteY568" fmla="*/ 1446132 h 6858000"/>
              <a:gd name="connsiteX569" fmla="*/ 1674586 w 7467663"/>
              <a:gd name="connsiteY569" fmla="*/ 1813832 h 6858000"/>
              <a:gd name="connsiteX570" fmla="*/ 1815950 w 7467663"/>
              <a:gd name="connsiteY570" fmla="*/ 2128564 h 6858000"/>
              <a:gd name="connsiteX571" fmla="*/ 1984242 w 7467663"/>
              <a:gd name="connsiteY571" fmla="*/ 2430829 h 6858000"/>
              <a:gd name="connsiteX572" fmla="*/ 2014023 w 7467663"/>
              <a:gd name="connsiteY572" fmla="*/ 2450995 h 6858000"/>
              <a:gd name="connsiteX573" fmla="*/ 1747337 w 7467663"/>
              <a:gd name="connsiteY573" fmla="*/ 1855264 h 6858000"/>
              <a:gd name="connsiteX574" fmla="*/ 1533749 w 7467663"/>
              <a:gd name="connsiteY574" fmla="*/ 1478656 h 6858000"/>
              <a:gd name="connsiteX575" fmla="*/ 1431890 w 7467663"/>
              <a:gd name="connsiteY575" fmla="*/ 1306475 h 6858000"/>
              <a:gd name="connsiteX576" fmla="*/ 5052692 w 7467663"/>
              <a:gd name="connsiteY576" fmla="*/ 1292994 h 6858000"/>
              <a:gd name="connsiteX577" fmla="*/ 5200661 w 7467663"/>
              <a:gd name="connsiteY577" fmla="*/ 1635186 h 6858000"/>
              <a:gd name="connsiteX578" fmla="*/ 5297138 w 7467663"/>
              <a:gd name="connsiteY578" fmla="*/ 1906351 h 6858000"/>
              <a:gd name="connsiteX579" fmla="*/ 5052692 w 7467663"/>
              <a:gd name="connsiteY579" fmla="*/ 1292994 h 6858000"/>
              <a:gd name="connsiteX580" fmla="*/ 5009948 w 7467663"/>
              <a:gd name="connsiteY580" fmla="*/ 1273619 h 6858000"/>
              <a:gd name="connsiteX581" fmla="*/ 5121777 w 7467663"/>
              <a:gd name="connsiteY581" fmla="*/ 1654213 h 6858000"/>
              <a:gd name="connsiteX582" fmla="*/ 5293545 w 7467663"/>
              <a:gd name="connsiteY582" fmla="*/ 2072247 h 6858000"/>
              <a:gd name="connsiteX583" fmla="*/ 5294042 w 7467663"/>
              <a:gd name="connsiteY583" fmla="*/ 2065019 h 6858000"/>
              <a:gd name="connsiteX584" fmla="*/ 5171936 w 7467663"/>
              <a:gd name="connsiteY584" fmla="*/ 1647613 h 6858000"/>
              <a:gd name="connsiteX585" fmla="*/ 5009948 w 7467663"/>
              <a:gd name="connsiteY585" fmla="*/ 1273619 h 6858000"/>
              <a:gd name="connsiteX586" fmla="*/ 655236 w 7467663"/>
              <a:gd name="connsiteY586" fmla="*/ 1268632 h 6858000"/>
              <a:gd name="connsiteX587" fmla="*/ 839521 w 7467663"/>
              <a:gd name="connsiteY587" fmla="*/ 1685315 h 6858000"/>
              <a:gd name="connsiteX588" fmla="*/ 1109416 w 7467663"/>
              <a:gd name="connsiteY588" fmla="*/ 2061663 h 6858000"/>
              <a:gd name="connsiteX589" fmla="*/ 1298300 w 7467663"/>
              <a:gd name="connsiteY589" fmla="*/ 2247742 h 6858000"/>
              <a:gd name="connsiteX590" fmla="*/ 1125871 w 7467663"/>
              <a:gd name="connsiteY590" fmla="*/ 1989513 h 6858000"/>
              <a:gd name="connsiteX591" fmla="*/ 981574 w 7467663"/>
              <a:gd name="connsiteY591" fmla="*/ 1783157 h 6858000"/>
              <a:gd name="connsiteX592" fmla="*/ 922198 w 7467663"/>
              <a:gd name="connsiteY592" fmla="*/ 1677437 h 6858000"/>
              <a:gd name="connsiteX593" fmla="*/ 869293 w 7467663"/>
              <a:gd name="connsiteY593" fmla="*/ 1583214 h 6858000"/>
              <a:gd name="connsiteX594" fmla="*/ 751431 w 7467663"/>
              <a:gd name="connsiteY594" fmla="*/ 1405731 h 6858000"/>
              <a:gd name="connsiteX595" fmla="*/ 655236 w 7467663"/>
              <a:gd name="connsiteY595" fmla="*/ 1268632 h 6858000"/>
              <a:gd name="connsiteX596" fmla="*/ 6516292 w 7467663"/>
              <a:gd name="connsiteY596" fmla="*/ 1263064 h 6858000"/>
              <a:gd name="connsiteX597" fmla="*/ 5736320 w 7467663"/>
              <a:gd name="connsiteY597" fmla="*/ 1501803 h 6858000"/>
              <a:gd name="connsiteX598" fmla="*/ 6516292 w 7467663"/>
              <a:gd name="connsiteY598" fmla="*/ 1263064 h 6858000"/>
              <a:gd name="connsiteX599" fmla="*/ 291466 w 7467663"/>
              <a:gd name="connsiteY599" fmla="*/ 1250369 h 6858000"/>
              <a:gd name="connsiteX600" fmla="*/ 323180 w 7467663"/>
              <a:gd name="connsiteY600" fmla="*/ 1435283 h 6858000"/>
              <a:gd name="connsiteX601" fmla="*/ 349381 w 7467663"/>
              <a:gd name="connsiteY601" fmla="*/ 1875041 h 6858000"/>
              <a:gd name="connsiteX602" fmla="*/ 374363 w 7467663"/>
              <a:gd name="connsiteY602" fmla="*/ 1506494 h 6858000"/>
              <a:gd name="connsiteX603" fmla="*/ 302168 w 7467663"/>
              <a:gd name="connsiteY603" fmla="*/ 1274495 h 6858000"/>
              <a:gd name="connsiteX604" fmla="*/ 291466 w 7467663"/>
              <a:gd name="connsiteY604" fmla="*/ 1250369 h 6858000"/>
              <a:gd name="connsiteX605" fmla="*/ 678222 w 7467663"/>
              <a:gd name="connsiteY605" fmla="*/ 1248670 h 6858000"/>
              <a:gd name="connsiteX606" fmla="*/ 775536 w 7467663"/>
              <a:gd name="connsiteY606" fmla="*/ 1388015 h 6858000"/>
              <a:gd name="connsiteX607" fmla="*/ 894529 w 7467663"/>
              <a:gd name="connsiteY607" fmla="*/ 1567739 h 6858000"/>
              <a:gd name="connsiteX608" fmla="*/ 948000 w 7467663"/>
              <a:gd name="connsiteY608" fmla="*/ 1663088 h 6858000"/>
              <a:gd name="connsiteX609" fmla="*/ 1006812 w 7467663"/>
              <a:gd name="connsiteY609" fmla="*/ 1767683 h 6858000"/>
              <a:gd name="connsiteX610" fmla="*/ 1149133 w 7467663"/>
              <a:gd name="connsiteY610" fmla="*/ 1971513 h 6858000"/>
              <a:gd name="connsiteX611" fmla="*/ 1333952 w 7467663"/>
              <a:gd name="connsiteY611" fmla="*/ 2251620 h 6858000"/>
              <a:gd name="connsiteX612" fmla="*/ 1337329 w 7467663"/>
              <a:gd name="connsiteY612" fmla="*/ 2258350 h 6858000"/>
              <a:gd name="connsiteX613" fmla="*/ 1014726 w 7467663"/>
              <a:gd name="connsiteY613" fmla="*/ 1615556 h 6858000"/>
              <a:gd name="connsiteX614" fmla="*/ 678222 w 7467663"/>
              <a:gd name="connsiteY614" fmla="*/ 1248670 h 6858000"/>
              <a:gd name="connsiteX615" fmla="*/ 6691602 w 7467663"/>
              <a:gd name="connsiteY615" fmla="*/ 1140573 h 6858000"/>
              <a:gd name="connsiteX616" fmla="*/ 6571100 w 7467663"/>
              <a:gd name="connsiteY616" fmla="*/ 1183662 h 6858000"/>
              <a:gd name="connsiteX617" fmla="*/ 6241687 w 7467663"/>
              <a:gd name="connsiteY617" fmla="*/ 1257600 h 6858000"/>
              <a:gd name="connsiteX618" fmla="*/ 5693009 w 7467663"/>
              <a:gd name="connsiteY618" fmla="*/ 1478256 h 6858000"/>
              <a:gd name="connsiteX619" fmla="*/ 6548420 w 7467663"/>
              <a:gd name="connsiteY619" fmla="*/ 1214599 h 6858000"/>
              <a:gd name="connsiteX620" fmla="*/ 6605473 w 7467663"/>
              <a:gd name="connsiteY620" fmla="*/ 1184686 h 6858000"/>
              <a:gd name="connsiteX621" fmla="*/ 6691602 w 7467663"/>
              <a:gd name="connsiteY621" fmla="*/ 1140573 h 6858000"/>
              <a:gd name="connsiteX622" fmla="*/ 4002475 w 7467663"/>
              <a:gd name="connsiteY622" fmla="*/ 1037802 h 6858000"/>
              <a:gd name="connsiteX623" fmla="*/ 4000324 w 7467663"/>
              <a:gd name="connsiteY623" fmla="*/ 1039362 h 6858000"/>
              <a:gd name="connsiteX624" fmla="*/ 4002862 w 7467663"/>
              <a:gd name="connsiteY624" fmla="*/ 1042866 h 6858000"/>
              <a:gd name="connsiteX625" fmla="*/ 4002475 w 7467663"/>
              <a:gd name="connsiteY625" fmla="*/ 1037802 h 6858000"/>
              <a:gd name="connsiteX626" fmla="*/ 506322 w 7467663"/>
              <a:gd name="connsiteY626" fmla="*/ 1020997 h 6858000"/>
              <a:gd name="connsiteX627" fmla="*/ 533068 w 7467663"/>
              <a:gd name="connsiteY627" fmla="*/ 1029409 h 6858000"/>
              <a:gd name="connsiteX628" fmla="*/ 1232525 w 7467663"/>
              <a:gd name="connsiteY628" fmla="*/ 1804675 h 6858000"/>
              <a:gd name="connsiteX629" fmla="*/ 1388858 w 7467663"/>
              <a:gd name="connsiteY629" fmla="*/ 2368011 h 6858000"/>
              <a:gd name="connsiteX630" fmla="*/ 1384098 w 7467663"/>
              <a:gd name="connsiteY630" fmla="*/ 2378125 h 6858000"/>
              <a:gd name="connsiteX631" fmla="*/ 1425393 w 7467663"/>
              <a:gd name="connsiteY631" fmla="*/ 2589124 h 6858000"/>
              <a:gd name="connsiteX632" fmla="*/ 1424001 w 7467663"/>
              <a:gd name="connsiteY632" fmla="*/ 2597541 h 6858000"/>
              <a:gd name="connsiteX633" fmla="*/ 2152729 w 7467663"/>
              <a:gd name="connsiteY633" fmla="*/ 2864487 h 6858000"/>
              <a:gd name="connsiteX634" fmla="*/ 2020609 w 7467663"/>
              <a:gd name="connsiteY634" fmla="*/ 2539671 h 6858000"/>
              <a:gd name="connsiteX635" fmla="*/ 2018920 w 7467663"/>
              <a:gd name="connsiteY635" fmla="*/ 2536309 h 6858000"/>
              <a:gd name="connsiteX636" fmla="*/ 1342441 w 7467663"/>
              <a:gd name="connsiteY636" fmla="*/ 1173017 h 6858000"/>
              <a:gd name="connsiteX637" fmla="*/ 1367925 w 7467663"/>
              <a:gd name="connsiteY637" fmla="*/ 1135648 h 6858000"/>
              <a:gd name="connsiteX638" fmla="*/ 1771401 w 7467663"/>
              <a:gd name="connsiteY638" fmla="*/ 1806673 h 6858000"/>
              <a:gd name="connsiteX639" fmla="*/ 1972385 w 7467663"/>
              <a:gd name="connsiteY639" fmla="*/ 2198735 h 6858000"/>
              <a:gd name="connsiteX640" fmla="*/ 2040892 w 7467663"/>
              <a:gd name="connsiteY640" fmla="*/ 2405205 h 6858000"/>
              <a:gd name="connsiteX641" fmla="*/ 2131689 w 7467663"/>
              <a:gd name="connsiteY641" fmla="*/ 1936926 h 6858000"/>
              <a:gd name="connsiteX642" fmla="*/ 2454820 w 7467663"/>
              <a:gd name="connsiteY642" fmla="*/ 1248808 h 6858000"/>
              <a:gd name="connsiteX643" fmla="*/ 2492512 w 7467663"/>
              <a:gd name="connsiteY643" fmla="*/ 1302920 h 6858000"/>
              <a:gd name="connsiteX644" fmla="*/ 2081216 w 7467663"/>
              <a:gd name="connsiteY644" fmla="*/ 2527513 h 6858000"/>
              <a:gd name="connsiteX645" fmla="*/ 2081211 w 7467663"/>
              <a:gd name="connsiteY645" fmla="*/ 2528916 h 6858000"/>
              <a:gd name="connsiteX646" fmla="*/ 2199067 w 7467663"/>
              <a:gd name="connsiteY646" fmla="*/ 2884061 h 6858000"/>
              <a:gd name="connsiteX647" fmla="*/ 3192586 w 7467663"/>
              <a:gd name="connsiteY647" fmla="*/ 3411496 h 6858000"/>
              <a:gd name="connsiteX648" fmla="*/ 3182620 w 7467663"/>
              <a:gd name="connsiteY648" fmla="*/ 3483279 h 6858000"/>
              <a:gd name="connsiteX649" fmla="*/ 2435119 w 7467663"/>
              <a:gd name="connsiteY649" fmla="*/ 3080173 h 6858000"/>
              <a:gd name="connsiteX650" fmla="*/ 2410152 w 7467663"/>
              <a:gd name="connsiteY650" fmla="*/ 3063751 h 6858000"/>
              <a:gd name="connsiteX651" fmla="*/ 2408099 w 7467663"/>
              <a:gd name="connsiteY651" fmla="*/ 3064403 h 6858000"/>
              <a:gd name="connsiteX652" fmla="*/ 2407218 w 7467663"/>
              <a:gd name="connsiteY652" fmla="*/ 3070324 h 6858000"/>
              <a:gd name="connsiteX653" fmla="*/ 2380138 w 7467663"/>
              <a:gd name="connsiteY653" fmla="*/ 3099341 h 6858000"/>
              <a:gd name="connsiteX654" fmla="*/ 1765923 w 7467663"/>
              <a:gd name="connsiteY654" fmla="*/ 3581043 h 6858000"/>
              <a:gd name="connsiteX655" fmla="*/ 1702258 w 7467663"/>
              <a:gd name="connsiteY655" fmla="*/ 3612286 h 6858000"/>
              <a:gd name="connsiteX656" fmla="*/ 1538370 w 7467663"/>
              <a:gd name="connsiteY656" fmla="*/ 3811804 h 6858000"/>
              <a:gd name="connsiteX657" fmla="*/ 542867 w 7467663"/>
              <a:gd name="connsiteY657" fmla="*/ 4944092 h 6858000"/>
              <a:gd name="connsiteX658" fmla="*/ 515800 w 7467663"/>
              <a:gd name="connsiteY658" fmla="*/ 4862180 h 6858000"/>
              <a:gd name="connsiteX659" fmla="*/ 909145 w 7467663"/>
              <a:gd name="connsiteY659" fmla="*/ 4199225 h 6858000"/>
              <a:gd name="connsiteX660" fmla="*/ 1214067 w 7467663"/>
              <a:gd name="connsiteY660" fmla="*/ 3908561 h 6858000"/>
              <a:gd name="connsiteX661" fmla="*/ 640967 w 7467663"/>
              <a:gd name="connsiteY661" fmla="*/ 4105601 h 6858000"/>
              <a:gd name="connsiteX662" fmla="*/ 112563 w 7467663"/>
              <a:gd name="connsiteY662" fmla="*/ 4396952 h 6858000"/>
              <a:gd name="connsiteX663" fmla="*/ 0 w 7467663"/>
              <a:gd name="connsiteY663" fmla="*/ 4466006 h 6858000"/>
              <a:gd name="connsiteX664" fmla="*/ 0 w 7467663"/>
              <a:gd name="connsiteY664" fmla="*/ 4233763 h 6858000"/>
              <a:gd name="connsiteX665" fmla="*/ 36881 w 7467663"/>
              <a:gd name="connsiteY665" fmla="*/ 4200118 h 6858000"/>
              <a:gd name="connsiteX666" fmla="*/ 910534 w 7467663"/>
              <a:gd name="connsiteY666" fmla="*/ 3629753 h 6858000"/>
              <a:gd name="connsiteX667" fmla="*/ 1578717 w 7467663"/>
              <a:gd name="connsiteY667" fmla="*/ 3575982 h 6858000"/>
              <a:gd name="connsiteX668" fmla="*/ 2338780 w 7467663"/>
              <a:gd name="connsiteY668" fmla="*/ 3033725 h 6858000"/>
              <a:gd name="connsiteX669" fmla="*/ 1807991 w 7467663"/>
              <a:gd name="connsiteY669" fmla="*/ 2807184 h 6858000"/>
              <a:gd name="connsiteX670" fmla="*/ 1416358 w 7467663"/>
              <a:gd name="connsiteY670" fmla="*/ 3112571 h 6858000"/>
              <a:gd name="connsiteX671" fmla="*/ 939066 w 7467663"/>
              <a:gd name="connsiteY671" fmla="*/ 3378798 h 6858000"/>
              <a:gd name="connsiteX672" fmla="*/ 115099 w 7467663"/>
              <a:gd name="connsiteY672" fmla="*/ 3607650 h 6858000"/>
              <a:gd name="connsiteX673" fmla="*/ 97284 w 7467663"/>
              <a:gd name="connsiteY673" fmla="*/ 3520393 h 6858000"/>
              <a:gd name="connsiteX674" fmla="*/ 922050 w 7467663"/>
              <a:gd name="connsiteY674" fmla="*/ 3074867 h 6858000"/>
              <a:gd name="connsiteX675" fmla="*/ 1405265 w 7467663"/>
              <a:gd name="connsiteY675" fmla="*/ 3016319 h 6858000"/>
              <a:gd name="connsiteX676" fmla="*/ 1407512 w 7467663"/>
              <a:gd name="connsiteY676" fmla="*/ 3018001 h 6858000"/>
              <a:gd name="connsiteX677" fmla="*/ 1726266 w 7467663"/>
              <a:gd name="connsiteY677" fmla="*/ 2777274 h 6858000"/>
              <a:gd name="connsiteX678" fmla="*/ 625390 w 7467663"/>
              <a:gd name="connsiteY678" fmla="*/ 2514541 h 6858000"/>
              <a:gd name="connsiteX679" fmla="*/ 619799 w 7467663"/>
              <a:gd name="connsiteY679" fmla="*/ 2527180 h 6858000"/>
              <a:gd name="connsiteX680" fmla="*/ 310030 w 7467663"/>
              <a:gd name="connsiteY680" fmla="*/ 2771818 h 6858000"/>
              <a:gd name="connsiteX681" fmla="*/ 173877 w 7467663"/>
              <a:gd name="connsiteY681" fmla="*/ 2937056 h 6858000"/>
              <a:gd name="connsiteX682" fmla="*/ 77889 w 7467663"/>
              <a:gd name="connsiteY682" fmla="*/ 3138440 h 6858000"/>
              <a:gd name="connsiteX683" fmla="*/ 0 w 7467663"/>
              <a:gd name="connsiteY683" fmla="*/ 3271395 h 6858000"/>
              <a:gd name="connsiteX684" fmla="*/ 0 w 7467663"/>
              <a:gd name="connsiteY684" fmla="*/ 3153002 h 6858000"/>
              <a:gd name="connsiteX685" fmla="*/ 2386 w 7467663"/>
              <a:gd name="connsiteY685" fmla="*/ 3149203 h 6858000"/>
              <a:gd name="connsiteX686" fmla="*/ 89753 w 7467663"/>
              <a:gd name="connsiteY686" fmla="*/ 2987702 h 6858000"/>
              <a:gd name="connsiteX687" fmla="*/ 76869 w 7467663"/>
              <a:gd name="connsiteY687" fmla="*/ 3005404 h 6858000"/>
              <a:gd name="connsiteX688" fmla="*/ 32049 w 7467663"/>
              <a:gd name="connsiteY688" fmla="*/ 3065814 h 6858000"/>
              <a:gd name="connsiteX689" fmla="*/ 0 w 7467663"/>
              <a:gd name="connsiteY689" fmla="*/ 3108744 h 6858000"/>
              <a:gd name="connsiteX690" fmla="*/ 0 w 7467663"/>
              <a:gd name="connsiteY690" fmla="*/ 3058059 h 6858000"/>
              <a:gd name="connsiteX691" fmla="*/ 7610 w 7467663"/>
              <a:gd name="connsiteY691" fmla="*/ 3047889 h 6858000"/>
              <a:gd name="connsiteX692" fmla="*/ 52419 w 7467663"/>
              <a:gd name="connsiteY692" fmla="*/ 2987479 h 6858000"/>
              <a:gd name="connsiteX693" fmla="*/ 59142 w 7467663"/>
              <a:gd name="connsiteY693" fmla="*/ 2978488 h 6858000"/>
              <a:gd name="connsiteX694" fmla="*/ 0 w 7467663"/>
              <a:gd name="connsiteY694" fmla="*/ 3015334 h 6858000"/>
              <a:gd name="connsiteX695" fmla="*/ 0 w 7467663"/>
              <a:gd name="connsiteY695" fmla="*/ 2914286 h 6858000"/>
              <a:gd name="connsiteX696" fmla="*/ 36383 w 7467663"/>
              <a:gd name="connsiteY696" fmla="*/ 2901128 h 6858000"/>
              <a:gd name="connsiteX697" fmla="*/ 156329 w 7467663"/>
              <a:gd name="connsiteY697" fmla="*/ 2840533 h 6858000"/>
              <a:gd name="connsiteX698" fmla="*/ 358355 w 7467663"/>
              <a:gd name="connsiteY698" fmla="*/ 2620471 h 6858000"/>
              <a:gd name="connsiteX699" fmla="*/ 510577 w 7467663"/>
              <a:gd name="connsiteY699" fmla="*/ 2501244 h 6858000"/>
              <a:gd name="connsiteX700" fmla="*/ 211967 w 7467663"/>
              <a:gd name="connsiteY700" fmla="*/ 2479171 h 6858000"/>
              <a:gd name="connsiteX701" fmla="*/ 0 w 7467663"/>
              <a:gd name="connsiteY701" fmla="*/ 2476398 h 6858000"/>
              <a:gd name="connsiteX702" fmla="*/ 0 w 7467663"/>
              <a:gd name="connsiteY702" fmla="*/ 2389189 h 6858000"/>
              <a:gd name="connsiteX703" fmla="*/ 103062 w 7467663"/>
              <a:gd name="connsiteY703" fmla="*/ 2389518 h 6858000"/>
              <a:gd name="connsiteX704" fmla="*/ 510734 w 7467663"/>
              <a:gd name="connsiteY704" fmla="*/ 2416201 h 6858000"/>
              <a:gd name="connsiteX705" fmla="*/ 279257 w 7467663"/>
              <a:gd name="connsiteY705" fmla="*/ 2092102 h 6858000"/>
              <a:gd name="connsiteX706" fmla="*/ 65265 w 7467663"/>
              <a:gd name="connsiteY706" fmla="*/ 2006049 h 6858000"/>
              <a:gd name="connsiteX707" fmla="*/ 0 w 7467663"/>
              <a:gd name="connsiteY707" fmla="*/ 1982532 h 6858000"/>
              <a:gd name="connsiteX708" fmla="*/ 0 w 7467663"/>
              <a:gd name="connsiteY708" fmla="*/ 1912789 h 6858000"/>
              <a:gd name="connsiteX709" fmla="*/ 97460 w 7467663"/>
              <a:gd name="connsiteY709" fmla="*/ 1953725 h 6858000"/>
              <a:gd name="connsiteX710" fmla="*/ 221272 w 7467663"/>
              <a:gd name="connsiteY710" fmla="*/ 1980766 h 6858000"/>
              <a:gd name="connsiteX711" fmla="*/ 116765 w 7467663"/>
              <a:gd name="connsiteY711" fmla="*/ 1911033 h 6858000"/>
              <a:gd name="connsiteX712" fmla="*/ 16405 w 7467663"/>
              <a:gd name="connsiteY712" fmla="*/ 1803412 h 6858000"/>
              <a:gd name="connsiteX713" fmla="*/ 0 w 7467663"/>
              <a:gd name="connsiteY713" fmla="*/ 1784777 h 6858000"/>
              <a:gd name="connsiteX714" fmla="*/ 0 w 7467663"/>
              <a:gd name="connsiteY714" fmla="*/ 1740082 h 6858000"/>
              <a:gd name="connsiteX715" fmla="*/ 39394 w 7467663"/>
              <a:gd name="connsiteY715" fmla="*/ 1784856 h 6858000"/>
              <a:gd name="connsiteX716" fmla="*/ 135813 w 7467663"/>
              <a:gd name="connsiteY716" fmla="*/ 1888838 h 6858000"/>
              <a:gd name="connsiteX717" fmla="*/ 242575 w 7467663"/>
              <a:gd name="connsiteY717" fmla="*/ 1958841 h 6858000"/>
              <a:gd name="connsiteX718" fmla="*/ 82197 w 7467663"/>
              <a:gd name="connsiteY718" fmla="*/ 1754826 h 6858000"/>
              <a:gd name="connsiteX719" fmla="*/ 0 w 7467663"/>
              <a:gd name="connsiteY719" fmla="*/ 1679650 h 6858000"/>
              <a:gd name="connsiteX720" fmla="*/ 0 w 7467663"/>
              <a:gd name="connsiteY720" fmla="*/ 1602463 h 6858000"/>
              <a:gd name="connsiteX721" fmla="*/ 84689 w 7467663"/>
              <a:gd name="connsiteY721" fmla="*/ 1677442 h 6858000"/>
              <a:gd name="connsiteX722" fmla="*/ 298437 w 7467663"/>
              <a:gd name="connsiteY722" fmla="*/ 1968019 h 6858000"/>
              <a:gd name="connsiteX723" fmla="*/ 227269 w 7467663"/>
              <a:gd name="connsiteY723" fmla="*/ 1114064 h 6858000"/>
              <a:gd name="connsiteX724" fmla="*/ 248003 w 7467663"/>
              <a:gd name="connsiteY724" fmla="*/ 1089613 h 6858000"/>
              <a:gd name="connsiteX725" fmla="*/ 427020 w 7467663"/>
              <a:gd name="connsiteY725" fmla="*/ 1619803 h 6858000"/>
              <a:gd name="connsiteX726" fmla="*/ 340345 w 7467663"/>
              <a:gd name="connsiteY726" fmla="*/ 2027739 h 6858000"/>
              <a:gd name="connsiteX727" fmla="*/ 360865 w 7467663"/>
              <a:gd name="connsiteY727" fmla="*/ 2044827 h 6858000"/>
              <a:gd name="connsiteX728" fmla="*/ 560414 w 7467663"/>
              <a:gd name="connsiteY728" fmla="*/ 2421457 h 6858000"/>
              <a:gd name="connsiteX729" fmla="*/ 1359703 w 7467663"/>
              <a:gd name="connsiteY729" fmla="*/ 2578554 h 6858000"/>
              <a:gd name="connsiteX730" fmla="*/ 1359422 w 7467663"/>
              <a:gd name="connsiteY730" fmla="*/ 2577994 h 6858000"/>
              <a:gd name="connsiteX731" fmla="*/ 828701 w 7467663"/>
              <a:gd name="connsiteY731" fmla="*/ 1839520 h 6858000"/>
              <a:gd name="connsiteX732" fmla="*/ 494427 w 7467663"/>
              <a:gd name="connsiteY732" fmla="*/ 1092333 h 6858000"/>
              <a:gd name="connsiteX733" fmla="*/ 506322 w 7467663"/>
              <a:gd name="connsiteY733" fmla="*/ 1020997 h 6858000"/>
              <a:gd name="connsiteX734" fmla="*/ 4570198 w 7467663"/>
              <a:gd name="connsiteY734" fmla="*/ 978081 h 6858000"/>
              <a:gd name="connsiteX735" fmla="*/ 4523691 w 7467663"/>
              <a:gd name="connsiteY735" fmla="*/ 1127776 h 6858000"/>
              <a:gd name="connsiteX736" fmla="*/ 4509875 w 7467663"/>
              <a:gd name="connsiteY736" fmla="*/ 1167552 h 6858000"/>
              <a:gd name="connsiteX737" fmla="*/ 4478168 w 7467663"/>
              <a:gd name="connsiteY737" fmla="*/ 1260735 h 6858000"/>
              <a:gd name="connsiteX738" fmla="*/ 4409309 w 7467663"/>
              <a:gd name="connsiteY738" fmla="*/ 1666996 h 6858000"/>
              <a:gd name="connsiteX739" fmla="*/ 4370031 w 7467663"/>
              <a:gd name="connsiteY739" fmla="*/ 1955666 h 6858000"/>
              <a:gd name="connsiteX740" fmla="*/ 4570198 w 7467663"/>
              <a:gd name="connsiteY740" fmla="*/ 978081 h 6858000"/>
              <a:gd name="connsiteX741" fmla="*/ 4557898 w 7467663"/>
              <a:gd name="connsiteY741" fmla="*/ 900011 h 6858000"/>
              <a:gd name="connsiteX742" fmla="*/ 4344840 w 7467663"/>
              <a:gd name="connsiteY742" fmla="*/ 1922038 h 6858000"/>
              <a:gd name="connsiteX743" fmla="*/ 4378710 w 7467663"/>
              <a:gd name="connsiteY743" fmla="*/ 1665516 h 6858000"/>
              <a:gd name="connsiteX744" fmla="*/ 4448798 w 7467663"/>
              <a:gd name="connsiteY744" fmla="*/ 1253024 h 6858000"/>
              <a:gd name="connsiteX745" fmla="*/ 4480315 w 7467663"/>
              <a:gd name="connsiteY745" fmla="*/ 1158454 h 6858000"/>
              <a:gd name="connsiteX746" fmla="*/ 4494133 w 7467663"/>
              <a:gd name="connsiteY746" fmla="*/ 1118676 h 6858000"/>
              <a:gd name="connsiteX747" fmla="*/ 4557898 w 7467663"/>
              <a:gd name="connsiteY747" fmla="*/ 900011 h 6858000"/>
              <a:gd name="connsiteX748" fmla="*/ 5870151 w 7467663"/>
              <a:gd name="connsiteY748" fmla="*/ 898890 h 6858000"/>
              <a:gd name="connsiteX749" fmla="*/ 5861335 w 7467663"/>
              <a:gd name="connsiteY749" fmla="*/ 899177 h 6858000"/>
              <a:gd name="connsiteX750" fmla="*/ 5843702 w 7467663"/>
              <a:gd name="connsiteY750" fmla="*/ 899748 h 6858000"/>
              <a:gd name="connsiteX751" fmla="*/ 5651107 w 7467663"/>
              <a:gd name="connsiteY751" fmla="*/ 920306 h 6858000"/>
              <a:gd name="connsiteX752" fmla="*/ 5459407 w 7467663"/>
              <a:gd name="connsiteY752" fmla="*/ 940975 h 6858000"/>
              <a:gd name="connsiteX753" fmla="*/ 5374846 w 7467663"/>
              <a:gd name="connsiteY753" fmla="*/ 941988 h 6858000"/>
              <a:gd name="connsiteX754" fmla="*/ 5256105 w 7467663"/>
              <a:gd name="connsiteY754" fmla="*/ 945632 h 6858000"/>
              <a:gd name="connsiteX755" fmla="*/ 5107071 w 7467663"/>
              <a:gd name="connsiteY755" fmla="*/ 969720 h 6858000"/>
              <a:gd name="connsiteX756" fmla="*/ 4998681 w 7467663"/>
              <a:gd name="connsiteY756" fmla="*/ 988771 h 6858000"/>
              <a:gd name="connsiteX757" fmla="*/ 5870151 w 7467663"/>
              <a:gd name="connsiteY757" fmla="*/ 898890 h 6858000"/>
              <a:gd name="connsiteX758" fmla="*/ 5504425 w 7467663"/>
              <a:gd name="connsiteY758" fmla="*/ 848067 h 6858000"/>
              <a:gd name="connsiteX759" fmla="*/ 4968849 w 7467663"/>
              <a:gd name="connsiteY759" fmla="*/ 962318 h 6858000"/>
              <a:gd name="connsiteX760" fmla="*/ 5104039 w 7467663"/>
              <a:gd name="connsiteY760" fmla="*/ 940634 h 6858000"/>
              <a:gd name="connsiteX761" fmla="*/ 5256311 w 7467663"/>
              <a:gd name="connsiteY761" fmla="*/ 916490 h 6858000"/>
              <a:gd name="connsiteX762" fmla="*/ 5377381 w 7467663"/>
              <a:gd name="connsiteY762" fmla="*/ 912671 h 6858000"/>
              <a:gd name="connsiteX763" fmla="*/ 5460148 w 7467663"/>
              <a:gd name="connsiteY763" fmla="*/ 911442 h 6858000"/>
              <a:gd name="connsiteX764" fmla="*/ 5648971 w 7467663"/>
              <a:gd name="connsiteY764" fmla="*/ 891331 h 6858000"/>
              <a:gd name="connsiteX765" fmla="*/ 5844807 w 7467663"/>
              <a:gd name="connsiteY765" fmla="*/ 870718 h 6858000"/>
              <a:gd name="connsiteX766" fmla="*/ 5862975 w 7467663"/>
              <a:gd name="connsiteY766" fmla="*/ 869756 h 6858000"/>
              <a:gd name="connsiteX767" fmla="*/ 5920887 w 7467663"/>
              <a:gd name="connsiteY767" fmla="*/ 865929 h 6858000"/>
              <a:gd name="connsiteX768" fmla="*/ 5504425 w 7467663"/>
              <a:gd name="connsiteY768" fmla="*/ 848067 h 6858000"/>
              <a:gd name="connsiteX769" fmla="*/ 3607114 w 7467663"/>
              <a:gd name="connsiteY769" fmla="*/ 467441 h 6858000"/>
              <a:gd name="connsiteX770" fmla="*/ 3296242 w 7467663"/>
              <a:gd name="connsiteY770" fmla="*/ 807991 h 6858000"/>
              <a:gd name="connsiteX771" fmla="*/ 3174674 w 7467663"/>
              <a:gd name="connsiteY771" fmla="*/ 919759 h 6858000"/>
              <a:gd name="connsiteX772" fmla="*/ 3042978 w 7467663"/>
              <a:gd name="connsiteY772" fmla="*/ 1054894 h 6858000"/>
              <a:gd name="connsiteX773" fmla="*/ 2968914 w 7467663"/>
              <a:gd name="connsiteY773" fmla="*/ 1133756 h 6858000"/>
              <a:gd name="connsiteX774" fmla="*/ 3103823 w 7467663"/>
              <a:gd name="connsiteY774" fmla="*/ 1026814 h 6858000"/>
              <a:gd name="connsiteX775" fmla="*/ 3607114 w 7467663"/>
              <a:gd name="connsiteY775" fmla="*/ 467441 h 6858000"/>
              <a:gd name="connsiteX776" fmla="*/ 3744487 w 7467663"/>
              <a:gd name="connsiteY776" fmla="*/ 383136 h 6858000"/>
              <a:gd name="connsiteX777" fmla="*/ 3970213 w 7467663"/>
              <a:gd name="connsiteY777" fmla="*/ 995559 h 6858000"/>
              <a:gd name="connsiteX778" fmla="*/ 3744487 w 7467663"/>
              <a:gd name="connsiteY778" fmla="*/ 383136 h 6858000"/>
              <a:gd name="connsiteX779" fmla="*/ 3624562 w 7467663"/>
              <a:gd name="connsiteY779" fmla="*/ 367041 h 6858000"/>
              <a:gd name="connsiteX780" fmla="*/ 3489712 w 7467663"/>
              <a:gd name="connsiteY780" fmla="*/ 485386 h 6858000"/>
              <a:gd name="connsiteX781" fmla="*/ 3182994 w 7467663"/>
              <a:gd name="connsiteY781" fmla="*/ 828265 h 6858000"/>
              <a:gd name="connsiteX782" fmla="*/ 2892114 w 7467663"/>
              <a:gd name="connsiteY782" fmla="*/ 1172635 h 6858000"/>
              <a:gd name="connsiteX783" fmla="*/ 3021459 w 7467663"/>
              <a:gd name="connsiteY783" fmla="*/ 1035385 h 6858000"/>
              <a:gd name="connsiteX784" fmla="*/ 3153873 w 7467663"/>
              <a:gd name="connsiteY784" fmla="*/ 898971 h 6858000"/>
              <a:gd name="connsiteX785" fmla="*/ 3276511 w 7467663"/>
              <a:gd name="connsiteY785" fmla="*/ 786423 h 6858000"/>
              <a:gd name="connsiteX786" fmla="*/ 3584154 w 7467663"/>
              <a:gd name="connsiteY786" fmla="*/ 448218 h 6858000"/>
              <a:gd name="connsiteX787" fmla="*/ 3624562 w 7467663"/>
              <a:gd name="connsiteY787" fmla="*/ 367041 h 6858000"/>
              <a:gd name="connsiteX788" fmla="*/ 3766672 w 7467663"/>
              <a:gd name="connsiteY788" fmla="*/ 359429 h 6858000"/>
              <a:gd name="connsiteX789" fmla="*/ 3996338 w 7467663"/>
              <a:gd name="connsiteY789" fmla="*/ 968237 h 6858000"/>
              <a:gd name="connsiteX790" fmla="*/ 3766672 w 7467663"/>
              <a:gd name="connsiteY790" fmla="*/ 359429 h 6858000"/>
              <a:gd name="connsiteX791" fmla="*/ 5805386 w 7467663"/>
              <a:gd name="connsiteY791" fmla="*/ 239240 h 6858000"/>
              <a:gd name="connsiteX792" fmla="*/ 5736947 w 7467663"/>
              <a:gd name="connsiteY792" fmla="*/ 261367 h 6858000"/>
              <a:gd name="connsiteX793" fmla="*/ 5427012 w 7467663"/>
              <a:gd name="connsiteY793" fmla="*/ 311272 h 6858000"/>
              <a:gd name="connsiteX794" fmla="*/ 5147818 w 7467663"/>
              <a:gd name="connsiteY794" fmla="*/ 322112 h 6858000"/>
              <a:gd name="connsiteX795" fmla="*/ 5060854 w 7467663"/>
              <a:gd name="connsiteY795" fmla="*/ 311882 h 6858000"/>
              <a:gd name="connsiteX796" fmla="*/ 4945989 w 7467663"/>
              <a:gd name="connsiteY796" fmla="*/ 300516 h 6858000"/>
              <a:gd name="connsiteX797" fmla="*/ 5410479 w 7467663"/>
              <a:gd name="connsiteY797" fmla="*/ 348434 h 6858000"/>
              <a:gd name="connsiteX798" fmla="*/ 5805386 w 7467663"/>
              <a:gd name="connsiteY798" fmla="*/ 239240 h 6858000"/>
              <a:gd name="connsiteX799" fmla="*/ 5905192 w 7467663"/>
              <a:gd name="connsiteY799" fmla="*/ 163079 h 6858000"/>
              <a:gd name="connsiteX800" fmla="*/ 5865655 w 7467663"/>
              <a:gd name="connsiteY800" fmla="*/ 171901 h 6858000"/>
              <a:gd name="connsiteX801" fmla="*/ 5259740 w 7467663"/>
              <a:gd name="connsiteY801" fmla="*/ 257013 h 6858000"/>
              <a:gd name="connsiteX802" fmla="*/ 5208466 w 7467663"/>
              <a:gd name="connsiteY802" fmla="*/ 257550 h 6858000"/>
              <a:gd name="connsiteX803" fmla="*/ 4980204 w 7467663"/>
              <a:gd name="connsiteY803" fmla="*/ 271903 h 6858000"/>
              <a:gd name="connsiteX804" fmla="*/ 5068068 w 7467663"/>
              <a:gd name="connsiteY804" fmla="*/ 282244 h 6858000"/>
              <a:gd name="connsiteX805" fmla="*/ 5153231 w 7467663"/>
              <a:gd name="connsiteY805" fmla="*/ 292240 h 6858000"/>
              <a:gd name="connsiteX806" fmla="*/ 5426491 w 7467663"/>
              <a:gd name="connsiteY806" fmla="*/ 281128 h 6858000"/>
              <a:gd name="connsiteX807" fmla="*/ 5731212 w 7467663"/>
              <a:gd name="connsiteY807" fmla="*/ 231951 h 6858000"/>
              <a:gd name="connsiteX808" fmla="*/ 5905192 w 7467663"/>
              <a:gd name="connsiteY808" fmla="*/ 163079 h 6858000"/>
              <a:gd name="connsiteX809" fmla="*/ 5944437 w 7467663"/>
              <a:gd name="connsiteY809" fmla="*/ 113829 h 6858000"/>
              <a:gd name="connsiteX810" fmla="*/ 5825032 w 7467663"/>
              <a:gd name="connsiteY810" fmla="*/ 146405 h 6858000"/>
              <a:gd name="connsiteX811" fmla="*/ 4955599 w 7467663"/>
              <a:gd name="connsiteY811" fmla="*/ 247008 h 6858000"/>
              <a:gd name="connsiteX812" fmla="*/ 5210104 w 7467663"/>
              <a:gd name="connsiteY812" fmla="*/ 228123 h 6858000"/>
              <a:gd name="connsiteX813" fmla="*/ 5261015 w 7467663"/>
              <a:gd name="connsiteY813" fmla="*/ 227087 h 6858000"/>
              <a:gd name="connsiteX814" fmla="*/ 5861181 w 7467663"/>
              <a:gd name="connsiteY814" fmla="*/ 143093 h 6858000"/>
              <a:gd name="connsiteX815" fmla="*/ 5961252 w 7467663"/>
              <a:gd name="connsiteY815" fmla="*/ 114820 h 6858000"/>
              <a:gd name="connsiteX816" fmla="*/ 5944437 w 7467663"/>
              <a:gd name="connsiteY816" fmla="*/ 113829 h 6858000"/>
              <a:gd name="connsiteX817" fmla="*/ 3882765 w 7467663"/>
              <a:gd name="connsiteY817" fmla="*/ 0 h 6858000"/>
              <a:gd name="connsiteX818" fmla="*/ 3995099 w 7467663"/>
              <a:gd name="connsiteY818" fmla="*/ 0 h 6858000"/>
              <a:gd name="connsiteX819" fmla="*/ 4163818 w 7467663"/>
              <a:gd name="connsiteY819" fmla="*/ 234104 h 6858000"/>
              <a:gd name="connsiteX820" fmla="*/ 4172099 w 7467663"/>
              <a:gd name="connsiteY820" fmla="*/ 234207 h 6858000"/>
              <a:gd name="connsiteX821" fmla="*/ 4784282 w 7467663"/>
              <a:gd name="connsiteY821" fmla="*/ 276561 h 6858000"/>
              <a:gd name="connsiteX822" fmla="*/ 4801687 w 7467663"/>
              <a:gd name="connsiteY822" fmla="*/ 267764 h 6858000"/>
              <a:gd name="connsiteX823" fmla="*/ 6082788 w 7467663"/>
              <a:gd name="connsiteY823" fmla="*/ 64119 h 6858000"/>
              <a:gd name="connsiteX824" fmla="*/ 6099442 w 7467663"/>
              <a:gd name="connsiteY824" fmla="*/ 82568 h 6858000"/>
              <a:gd name="connsiteX825" fmla="*/ 4804137 w 7467663"/>
              <a:gd name="connsiteY825" fmla="*/ 320931 h 6858000"/>
              <a:gd name="connsiteX826" fmla="*/ 4227047 w 7467663"/>
              <a:gd name="connsiteY826" fmla="*/ 313415 h 6858000"/>
              <a:gd name="connsiteX827" fmla="*/ 4346041 w 7467663"/>
              <a:gd name="connsiteY827" fmla="*/ 456086 h 6858000"/>
              <a:gd name="connsiteX828" fmla="*/ 4870967 w 7467663"/>
              <a:gd name="connsiteY828" fmla="*/ 963061 h 6858000"/>
              <a:gd name="connsiteX829" fmla="*/ 4889647 w 7467663"/>
              <a:gd name="connsiteY829" fmla="*/ 957147 h 6858000"/>
              <a:gd name="connsiteX830" fmla="*/ 5422504 w 7467663"/>
              <a:gd name="connsiteY830" fmla="*/ 805191 h 6858000"/>
              <a:gd name="connsiteX831" fmla="*/ 6087656 w 7467663"/>
              <a:gd name="connsiteY831" fmla="*/ 826703 h 6858000"/>
              <a:gd name="connsiteX832" fmla="*/ 6058717 w 7467663"/>
              <a:gd name="connsiteY832" fmla="*/ 865992 h 6858000"/>
              <a:gd name="connsiteX833" fmla="*/ 4974153 w 7467663"/>
              <a:gd name="connsiteY833" fmla="*/ 1045456 h 6858000"/>
              <a:gd name="connsiteX834" fmla="*/ 5627835 w 7467663"/>
              <a:gd name="connsiteY834" fmla="*/ 1472077 h 6858000"/>
              <a:gd name="connsiteX835" fmla="*/ 5629817 w 7467663"/>
              <a:gd name="connsiteY835" fmla="*/ 1471412 h 6858000"/>
              <a:gd name="connsiteX836" fmla="*/ 5634124 w 7467663"/>
              <a:gd name="connsiteY836" fmla="*/ 1470572 h 6858000"/>
              <a:gd name="connsiteX837" fmla="*/ 5755832 w 7467663"/>
              <a:gd name="connsiteY837" fmla="*/ 1383886 h 6858000"/>
              <a:gd name="connsiteX838" fmla="*/ 6014186 w 7467663"/>
              <a:gd name="connsiteY838" fmla="*/ 1279799 h 6858000"/>
              <a:gd name="connsiteX839" fmla="*/ 6901619 w 7467663"/>
              <a:gd name="connsiteY839" fmla="*/ 1047874 h 6858000"/>
              <a:gd name="connsiteX840" fmla="*/ 6931566 w 7467663"/>
              <a:gd name="connsiteY840" fmla="*/ 1062034 h 6858000"/>
              <a:gd name="connsiteX841" fmla="*/ 5790982 w 7467663"/>
              <a:gd name="connsiteY841" fmla="*/ 1561380 h 6858000"/>
              <a:gd name="connsiteX842" fmla="*/ 6188971 w 7467663"/>
              <a:gd name="connsiteY842" fmla="*/ 1755168 h 6858000"/>
              <a:gd name="connsiteX843" fmla="*/ 6202446 w 7467663"/>
              <a:gd name="connsiteY843" fmla="*/ 1752268 h 6858000"/>
              <a:gd name="connsiteX844" fmla="*/ 7179560 w 7467663"/>
              <a:gd name="connsiteY844" fmla="*/ 1467551 h 6858000"/>
              <a:gd name="connsiteX845" fmla="*/ 7158730 w 7467663"/>
              <a:gd name="connsiteY845" fmla="*/ 1507835 h 6858000"/>
              <a:gd name="connsiteX846" fmla="*/ 6326959 w 7467663"/>
              <a:gd name="connsiteY846" fmla="*/ 1817686 h 6858000"/>
              <a:gd name="connsiteX847" fmla="*/ 6537433 w 7467663"/>
              <a:gd name="connsiteY847" fmla="*/ 1907790 h 6858000"/>
              <a:gd name="connsiteX848" fmla="*/ 6550221 w 7467663"/>
              <a:gd name="connsiteY848" fmla="*/ 1910729 h 6858000"/>
              <a:gd name="connsiteX849" fmla="*/ 6964438 w 7467663"/>
              <a:gd name="connsiteY849" fmla="*/ 2209505 h 6858000"/>
              <a:gd name="connsiteX850" fmla="*/ 7367862 w 7467663"/>
              <a:gd name="connsiteY850" fmla="*/ 2806833 h 6858000"/>
              <a:gd name="connsiteX851" fmla="*/ 7364329 w 7467663"/>
              <a:gd name="connsiteY851" fmla="*/ 2826907 h 6858000"/>
              <a:gd name="connsiteX852" fmla="*/ 7290545 w 7467663"/>
              <a:gd name="connsiteY852" fmla="*/ 2850663 h 6858000"/>
              <a:gd name="connsiteX853" fmla="*/ 6472036 w 7467663"/>
              <a:gd name="connsiteY853" fmla="*/ 1959003 h 6858000"/>
              <a:gd name="connsiteX854" fmla="*/ 5792897 w 7467663"/>
              <a:gd name="connsiteY854" fmla="*/ 1647747 h 6858000"/>
              <a:gd name="connsiteX855" fmla="*/ 5842751 w 7467663"/>
              <a:gd name="connsiteY855" fmla="*/ 1816112 h 6858000"/>
              <a:gd name="connsiteX856" fmla="*/ 5847424 w 7467663"/>
              <a:gd name="connsiteY856" fmla="*/ 1815776 h 6858000"/>
              <a:gd name="connsiteX857" fmla="*/ 6399821 w 7467663"/>
              <a:gd name="connsiteY857" fmla="*/ 2344799 h 6858000"/>
              <a:gd name="connsiteX858" fmla="*/ 6323232 w 7467663"/>
              <a:gd name="connsiteY858" fmla="*/ 2389634 h 6858000"/>
              <a:gd name="connsiteX859" fmla="*/ 5942958 w 7467663"/>
              <a:gd name="connsiteY859" fmla="*/ 2077708 h 6858000"/>
              <a:gd name="connsiteX860" fmla="*/ 5921559 w 7467663"/>
              <a:gd name="connsiteY860" fmla="*/ 2378596 h 6858000"/>
              <a:gd name="connsiteX861" fmla="*/ 5817651 w 7467663"/>
              <a:gd name="connsiteY861" fmla="*/ 3023919 h 6858000"/>
              <a:gd name="connsiteX862" fmla="*/ 5729634 w 7467663"/>
              <a:gd name="connsiteY862" fmla="*/ 3051849 h 6858000"/>
              <a:gd name="connsiteX863" fmla="*/ 5611018 w 7467663"/>
              <a:gd name="connsiteY863" fmla="*/ 2316769 h 6858000"/>
              <a:gd name="connsiteX864" fmla="*/ 5687608 w 7467663"/>
              <a:gd name="connsiteY864" fmla="*/ 2039972 h 6858000"/>
              <a:gd name="connsiteX865" fmla="*/ 5657554 w 7467663"/>
              <a:gd name="connsiteY865" fmla="*/ 1576445 h 6858000"/>
              <a:gd name="connsiteX866" fmla="*/ 5150475 w 7467663"/>
              <a:gd name="connsiteY866" fmla="*/ 1274012 h 6858000"/>
              <a:gd name="connsiteX867" fmla="*/ 5349142 w 7467663"/>
              <a:gd name="connsiteY867" fmla="*/ 2204405 h 6858000"/>
              <a:gd name="connsiteX868" fmla="*/ 5262214 w 7467663"/>
              <a:gd name="connsiteY868" fmla="*/ 2233836 h 6858000"/>
              <a:gd name="connsiteX869" fmla="*/ 4981539 w 7467663"/>
              <a:gd name="connsiteY869" fmla="*/ 1542201 h 6858000"/>
              <a:gd name="connsiteX870" fmla="*/ 4958461 w 7467663"/>
              <a:gd name="connsiteY870" fmla="*/ 1136957 h 6858000"/>
              <a:gd name="connsiteX871" fmla="*/ 4655015 w 7467663"/>
              <a:gd name="connsiteY871" fmla="*/ 891426 h 6858000"/>
              <a:gd name="connsiteX872" fmla="*/ 4348002 w 7467663"/>
              <a:gd name="connsiteY872" fmla="*/ 2205895 h 6858000"/>
              <a:gd name="connsiteX873" fmla="*/ 4262250 w 7467663"/>
              <a:gd name="connsiteY873" fmla="*/ 2219972 h 6858000"/>
              <a:gd name="connsiteX874" fmla="*/ 4550611 w 7467663"/>
              <a:gd name="connsiteY874" fmla="*/ 817540 h 6858000"/>
              <a:gd name="connsiteX875" fmla="*/ 4564418 w 7467663"/>
              <a:gd name="connsiteY875" fmla="*/ 808293 h 6858000"/>
              <a:gd name="connsiteX876" fmla="*/ 4266388 w 7467663"/>
              <a:gd name="connsiteY876" fmla="*/ 500083 h 6858000"/>
              <a:gd name="connsiteX877" fmla="*/ 4032842 w 7467663"/>
              <a:gd name="connsiteY877" fmla="*/ 211809 h 6858000"/>
              <a:gd name="connsiteX878" fmla="*/ 3882765 w 7467663"/>
              <a:gd name="connsiteY878" fmla="*/ 0 h 6858000"/>
              <a:gd name="connsiteX879" fmla="*/ 3721337 w 7467663"/>
              <a:gd name="connsiteY879" fmla="*/ 0 h 6858000"/>
              <a:gd name="connsiteX880" fmla="*/ 3797544 w 7467663"/>
              <a:gd name="connsiteY880" fmla="*/ 0 h 6858000"/>
              <a:gd name="connsiteX881" fmla="*/ 3775734 w 7467663"/>
              <a:gd name="connsiteY881" fmla="*/ 95131 h 6858000"/>
              <a:gd name="connsiteX882" fmla="*/ 3724807 w 7467663"/>
              <a:gd name="connsiteY882" fmla="*/ 272257 h 6858000"/>
              <a:gd name="connsiteX883" fmla="*/ 3726844 w 7467663"/>
              <a:gd name="connsiteY883" fmla="*/ 282988 h 6858000"/>
              <a:gd name="connsiteX884" fmla="*/ 3742664 w 7467663"/>
              <a:gd name="connsiteY884" fmla="*/ 279918 h 6858000"/>
              <a:gd name="connsiteX885" fmla="*/ 4103910 w 7467663"/>
              <a:gd name="connsiteY885" fmla="*/ 1161917 h 6858000"/>
              <a:gd name="connsiteX886" fmla="*/ 4020269 w 7467663"/>
              <a:gd name="connsiteY886" fmla="*/ 1200406 h 6858000"/>
              <a:gd name="connsiteX887" fmla="*/ 3674882 w 7467663"/>
              <a:gd name="connsiteY887" fmla="*/ 488524 h 6858000"/>
              <a:gd name="connsiteX888" fmla="*/ 3132682 w 7467663"/>
              <a:gd name="connsiteY888" fmla="*/ 1072284 h 6858000"/>
              <a:gd name="connsiteX889" fmla="*/ 2716346 w 7467663"/>
              <a:gd name="connsiteY889" fmla="*/ 1276376 h 6858000"/>
              <a:gd name="connsiteX890" fmla="*/ 2716772 w 7467663"/>
              <a:gd name="connsiteY890" fmla="*/ 1255462 h 6858000"/>
              <a:gd name="connsiteX891" fmla="*/ 3471096 w 7467663"/>
              <a:gd name="connsiteY891" fmla="*/ 437072 h 6858000"/>
              <a:gd name="connsiteX892" fmla="*/ 3639057 w 7467663"/>
              <a:gd name="connsiteY892" fmla="*/ 286334 h 6858000"/>
              <a:gd name="connsiteX893" fmla="*/ 3640309 w 7467663"/>
              <a:gd name="connsiteY893" fmla="*/ 284664 h 6858000"/>
              <a:gd name="connsiteX894" fmla="*/ 3646022 w 7467663"/>
              <a:gd name="connsiteY894" fmla="*/ 276711 h 6858000"/>
              <a:gd name="connsiteX895" fmla="*/ 3707943 w 7467663"/>
              <a:gd name="connsiteY895" fmla="*/ 65958 h 6858000"/>
              <a:gd name="connsiteX896" fmla="*/ 3721337 w 7467663"/>
              <a:gd name="connsiteY896" fmla="*/ 0 h 6858000"/>
              <a:gd name="connsiteX897" fmla="*/ 2867960 w 7467663"/>
              <a:gd name="connsiteY897" fmla="*/ 0 h 6858000"/>
              <a:gd name="connsiteX898" fmla="*/ 2926351 w 7467663"/>
              <a:gd name="connsiteY898" fmla="*/ 0 h 6858000"/>
              <a:gd name="connsiteX899" fmla="*/ 2902823 w 7467663"/>
              <a:gd name="connsiteY899" fmla="*/ 262929 h 6858000"/>
              <a:gd name="connsiteX900" fmla="*/ 2940663 w 7467663"/>
              <a:gd name="connsiteY900" fmla="*/ 140884 h 6858000"/>
              <a:gd name="connsiteX901" fmla="*/ 2947039 w 7467663"/>
              <a:gd name="connsiteY901" fmla="*/ 122524 h 6858000"/>
              <a:gd name="connsiteX902" fmla="*/ 2984316 w 7467663"/>
              <a:gd name="connsiteY902" fmla="*/ 0 h 6858000"/>
              <a:gd name="connsiteX903" fmla="*/ 3016114 w 7467663"/>
              <a:gd name="connsiteY903" fmla="*/ 0 h 6858000"/>
              <a:gd name="connsiteX904" fmla="*/ 2979949 w 7467663"/>
              <a:gd name="connsiteY904" fmla="*/ 119274 h 6858000"/>
              <a:gd name="connsiteX905" fmla="*/ 3023879 w 7467663"/>
              <a:gd name="connsiteY905" fmla="*/ 0 h 6858000"/>
              <a:gd name="connsiteX906" fmla="*/ 3105400 w 7467663"/>
              <a:gd name="connsiteY906" fmla="*/ 0 h 6858000"/>
              <a:gd name="connsiteX907" fmla="*/ 3094669 w 7467663"/>
              <a:gd name="connsiteY907" fmla="*/ 30308 h 6858000"/>
              <a:gd name="connsiteX908" fmla="*/ 2901945 w 7467663"/>
              <a:gd name="connsiteY908" fmla="*/ 466538 h 6858000"/>
              <a:gd name="connsiteX909" fmla="*/ 2815209 w 7467663"/>
              <a:gd name="connsiteY909" fmla="*/ 497361 h 6858000"/>
              <a:gd name="connsiteX910" fmla="*/ 2844845 w 7467663"/>
              <a:gd name="connsiteY910" fmla="*/ 127638 h 6858000"/>
              <a:gd name="connsiteX911" fmla="*/ 2867960 w 7467663"/>
              <a:gd name="connsiteY911" fmla="*/ 0 h 6858000"/>
              <a:gd name="connsiteX912" fmla="*/ 1057230 w 7467663"/>
              <a:gd name="connsiteY912" fmla="*/ 0 h 6858000"/>
              <a:gd name="connsiteX913" fmla="*/ 1111003 w 7467663"/>
              <a:gd name="connsiteY913" fmla="*/ 0 h 6858000"/>
              <a:gd name="connsiteX914" fmla="*/ 1125553 w 7467663"/>
              <a:gd name="connsiteY914" fmla="*/ 52588 h 6858000"/>
              <a:gd name="connsiteX915" fmla="*/ 1304276 w 7467663"/>
              <a:gd name="connsiteY915" fmla="*/ 476275 h 6858000"/>
              <a:gd name="connsiteX916" fmla="*/ 1492066 w 7467663"/>
              <a:gd name="connsiteY916" fmla="*/ 886333 h 6858000"/>
              <a:gd name="connsiteX917" fmla="*/ 1423698 w 7467663"/>
              <a:gd name="connsiteY917" fmla="*/ 710817 h 6858000"/>
              <a:gd name="connsiteX918" fmla="*/ 1357609 w 7467663"/>
              <a:gd name="connsiteY918" fmla="*/ 532892 h 6858000"/>
              <a:gd name="connsiteX919" fmla="*/ 1309550 w 7467663"/>
              <a:gd name="connsiteY919" fmla="*/ 374031 h 6858000"/>
              <a:gd name="connsiteX920" fmla="*/ 1193673 w 7467663"/>
              <a:gd name="connsiteY920" fmla="*/ 49533 h 6858000"/>
              <a:gd name="connsiteX921" fmla="*/ 1164391 w 7467663"/>
              <a:gd name="connsiteY921" fmla="*/ 0 h 6858000"/>
              <a:gd name="connsiteX922" fmla="*/ 1200666 w 7467663"/>
              <a:gd name="connsiteY922" fmla="*/ 0 h 6858000"/>
              <a:gd name="connsiteX923" fmla="*/ 1223408 w 7467663"/>
              <a:gd name="connsiteY923" fmla="*/ 38996 h 6858000"/>
              <a:gd name="connsiteX924" fmla="*/ 1339635 w 7467663"/>
              <a:gd name="connsiteY924" fmla="*/ 365517 h 6858000"/>
              <a:gd name="connsiteX925" fmla="*/ 1387469 w 7467663"/>
              <a:gd name="connsiteY925" fmla="*/ 523079 h 6858000"/>
              <a:gd name="connsiteX926" fmla="*/ 1452685 w 7467663"/>
              <a:gd name="connsiteY926" fmla="*/ 699806 h 6858000"/>
              <a:gd name="connsiteX927" fmla="*/ 1492092 w 7467663"/>
              <a:gd name="connsiteY927" fmla="*/ 800424 h 6858000"/>
              <a:gd name="connsiteX928" fmla="*/ 1455302 w 7467663"/>
              <a:gd name="connsiteY928" fmla="*/ 632913 h 6858000"/>
              <a:gd name="connsiteX929" fmla="*/ 1222336 w 7467663"/>
              <a:gd name="connsiteY929" fmla="*/ 9480 h 6858000"/>
              <a:gd name="connsiteX930" fmla="*/ 1214634 w 7467663"/>
              <a:gd name="connsiteY930" fmla="*/ 0 h 6858000"/>
              <a:gd name="connsiteX931" fmla="*/ 1289827 w 7467663"/>
              <a:gd name="connsiteY931" fmla="*/ 0 h 6858000"/>
              <a:gd name="connsiteX932" fmla="*/ 1321076 w 7467663"/>
              <a:gd name="connsiteY932" fmla="*/ 59722 h 6858000"/>
              <a:gd name="connsiteX933" fmla="*/ 1512579 w 7467663"/>
              <a:gd name="connsiteY933" fmla="*/ 626441 h 6858000"/>
              <a:gd name="connsiteX934" fmla="*/ 1506076 w 7467663"/>
              <a:gd name="connsiteY934" fmla="*/ 1089289 h 6858000"/>
              <a:gd name="connsiteX935" fmla="*/ 1486346 w 7467663"/>
              <a:gd name="connsiteY935" fmla="*/ 1079919 h 6858000"/>
              <a:gd name="connsiteX936" fmla="*/ 1070511 w 7467663"/>
              <a:gd name="connsiteY936" fmla="*/ 48609 h 6858000"/>
              <a:gd name="connsiteX937" fmla="*/ 1057230 w 7467663"/>
              <a:gd name="connsiteY937" fmla="*/ 0 h 6858000"/>
              <a:gd name="connsiteX938" fmla="*/ 43151 w 7467663"/>
              <a:gd name="connsiteY938" fmla="*/ 0 h 6858000"/>
              <a:gd name="connsiteX939" fmla="*/ 95283 w 7467663"/>
              <a:gd name="connsiteY939" fmla="*/ 0 h 6858000"/>
              <a:gd name="connsiteX940" fmla="*/ 300708 w 7467663"/>
              <a:gd name="connsiteY940" fmla="*/ 154571 h 6858000"/>
              <a:gd name="connsiteX941" fmla="*/ 530414 w 7467663"/>
              <a:gd name="connsiteY941" fmla="*/ 354673 h 6858000"/>
              <a:gd name="connsiteX942" fmla="*/ 333785 w 7467663"/>
              <a:gd name="connsiteY942" fmla="*/ 161564 h 6858000"/>
              <a:gd name="connsiteX943" fmla="*/ 147005 w 7467663"/>
              <a:gd name="connsiteY943" fmla="*/ 0 h 6858000"/>
              <a:gd name="connsiteX944" fmla="*/ 272509 w 7467663"/>
              <a:gd name="connsiteY944" fmla="*/ 0 h 6858000"/>
              <a:gd name="connsiteX945" fmla="*/ 326276 w 7467663"/>
              <a:gd name="connsiteY945" fmla="*/ 45847 h 6858000"/>
              <a:gd name="connsiteX946" fmla="*/ 823759 w 7467663"/>
              <a:gd name="connsiteY946" fmla="*/ 574145 h 6858000"/>
              <a:gd name="connsiteX947" fmla="*/ 811254 w 7467663"/>
              <a:gd name="connsiteY947" fmla="*/ 665546 h 6858000"/>
              <a:gd name="connsiteX948" fmla="*/ 154042 w 7467663"/>
              <a:gd name="connsiteY948" fmla="*/ 261522 h 6858000"/>
              <a:gd name="connsiteX949" fmla="*/ 13550 w 7467663"/>
              <a:gd name="connsiteY949" fmla="*/ 158423 h 6858000"/>
              <a:gd name="connsiteX950" fmla="*/ 0 w 7467663"/>
              <a:gd name="connsiteY950" fmla="*/ 146618 h 6858000"/>
              <a:gd name="connsiteX951" fmla="*/ 0 w 7467663"/>
              <a:gd name="connsiteY951" fmla="*/ 59161 h 6858000"/>
              <a:gd name="connsiteX952" fmla="*/ 45427 w 7467663"/>
              <a:gd name="connsiteY952" fmla="*/ 101078 h 6858000"/>
              <a:gd name="connsiteX953" fmla="*/ 630103 w 7467663"/>
              <a:gd name="connsiteY953" fmla="*/ 485885 h 6858000"/>
              <a:gd name="connsiteX954" fmla="*/ 532040 w 7467663"/>
              <a:gd name="connsiteY954" fmla="*/ 399359 h 6858000"/>
              <a:gd name="connsiteX955" fmla="*/ 517618 w 7467663"/>
              <a:gd name="connsiteY955" fmla="*/ 385726 h 6858000"/>
              <a:gd name="connsiteX956" fmla="*/ 285074 w 7467663"/>
              <a:gd name="connsiteY956" fmla="*/ 182755 h 6858000"/>
              <a:gd name="connsiteX957" fmla="*/ 43151 w 7467663"/>
              <a:gd name="connsiteY957"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67600 w 7467663"/>
              <a:gd name="connsiteY76" fmla="*/ 6334256 h 6858000"/>
              <a:gd name="connsiteX77" fmla="*/ 7454976 w 7467663"/>
              <a:gd name="connsiteY77" fmla="*/ 6318297 h 6858000"/>
              <a:gd name="connsiteX78" fmla="*/ 1456157 w 7467663"/>
              <a:gd name="connsiteY78" fmla="*/ 5371404 h 6858000"/>
              <a:gd name="connsiteX79" fmla="*/ 1244432 w 7467663"/>
              <a:gd name="connsiteY79" fmla="*/ 5385601 h 6858000"/>
              <a:gd name="connsiteX80" fmla="*/ 973990 w 7467663"/>
              <a:gd name="connsiteY80" fmla="*/ 5424940 h 6858000"/>
              <a:gd name="connsiteX81" fmla="*/ 1103809 w 7467663"/>
              <a:gd name="connsiteY81" fmla="*/ 5433720 h 6858000"/>
              <a:gd name="connsiteX82" fmla="*/ 1123454 w 7467663"/>
              <a:gd name="connsiteY82" fmla="*/ 5435727 h 6858000"/>
              <a:gd name="connsiteX83" fmla="*/ 1737017 w 7467663"/>
              <a:gd name="connsiteY83" fmla="*/ 5452183 h 6858000"/>
              <a:gd name="connsiteX84" fmla="*/ 1824397 w 7467663"/>
              <a:gd name="connsiteY84" fmla="*/ 5447757 h 6858000"/>
              <a:gd name="connsiteX85" fmla="*/ 2070059 w 7467663"/>
              <a:gd name="connsiteY85" fmla="*/ 5441660 h 6858000"/>
              <a:gd name="connsiteX86" fmla="*/ 1456157 w 7467663"/>
              <a:gd name="connsiteY86" fmla="*/ 5371404 h 6858000"/>
              <a:gd name="connsiteX87" fmla="*/ 4988186 w 7467663"/>
              <a:gd name="connsiteY87" fmla="*/ 5216467 h 6858000"/>
              <a:gd name="connsiteX88" fmla="*/ 4777334 w 7467663"/>
              <a:gd name="connsiteY88" fmla="*/ 5406072 h 6858000"/>
              <a:gd name="connsiteX89" fmla="*/ 4718341 w 7467663"/>
              <a:gd name="connsiteY89" fmla="*/ 5468043 h 6858000"/>
              <a:gd name="connsiteX90" fmla="*/ 4604655 w 7467663"/>
              <a:gd name="connsiteY90" fmla="*/ 5583434 h 6858000"/>
              <a:gd name="connsiteX91" fmla="*/ 4565074 w 7467663"/>
              <a:gd name="connsiteY91" fmla="*/ 5618550 h 6858000"/>
              <a:gd name="connsiteX92" fmla="*/ 4988186 w 7467663"/>
              <a:gd name="connsiteY92" fmla="*/ 5216467 h 6858000"/>
              <a:gd name="connsiteX93" fmla="*/ 4978032 w 7467663"/>
              <a:gd name="connsiteY93" fmla="*/ 5183809 h 6858000"/>
              <a:gd name="connsiteX94" fmla="*/ 4463413 w 7467663"/>
              <a:gd name="connsiteY94" fmla="*/ 5615162 h 6858000"/>
              <a:gd name="connsiteX95" fmla="*/ 4358134 w 7467663"/>
              <a:gd name="connsiteY95" fmla="*/ 5742791 h 6858000"/>
              <a:gd name="connsiteX96" fmla="*/ 4376219 w 7467663"/>
              <a:gd name="connsiteY96" fmla="*/ 5729027 h 6858000"/>
              <a:gd name="connsiteX97" fmla="*/ 4582340 w 7467663"/>
              <a:gd name="connsiteY97" fmla="*/ 5561037 h 6858000"/>
              <a:gd name="connsiteX98" fmla="*/ 4694684 w 7467663"/>
              <a:gd name="connsiteY98" fmla="*/ 5447098 h 6858000"/>
              <a:gd name="connsiteX99" fmla="*/ 4754123 w 7467663"/>
              <a:gd name="connsiteY99" fmla="*/ 5384643 h 6858000"/>
              <a:gd name="connsiteX100" fmla="*/ 4978032 w 7467663"/>
              <a:gd name="connsiteY100" fmla="*/ 5183809 h 6858000"/>
              <a:gd name="connsiteX101" fmla="*/ 1903353 w 7467663"/>
              <a:gd name="connsiteY101" fmla="*/ 5044827 h 6858000"/>
              <a:gd name="connsiteX102" fmla="*/ 1936931 w 7467663"/>
              <a:gd name="connsiteY102" fmla="*/ 5093954 h 6858000"/>
              <a:gd name="connsiteX103" fmla="*/ 2195868 w 7467663"/>
              <a:gd name="connsiteY103" fmla="*/ 5396574 h 6858000"/>
              <a:gd name="connsiteX104" fmla="*/ 2088852 w 7467663"/>
              <a:gd name="connsiteY104" fmla="*/ 5166123 h 6858000"/>
              <a:gd name="connsiteX105" fmla="*/ 1958241 w 7467663"/>
              <a:gd name="connsiteY105" fmla="*/ 5067955 h 6858000"/>
              <a:gd name="connsiteX106" fmla="*/ 1903353 w 7467663"/>
              <a:gd name="connsiteY106" fmla="*/ 5044827 h 6858000"/>
              <a:gd name="connsiteX107" fmla="*/ 1979378 w 7467663"/>
              <a:gd name="connsiteY107" fmla="*/ 4769504 h 6858000"/>
              <a:gd name="connsiteX108" fmla="*/ 2882120 w 7467663"/>
              <a:gd name="connsiteY108" fmla="*/ 5064547 h 6858000"/>
              <a:gd name="connsiteX109" fmla="*/ 2793103 w 7467663"/>
              <a:gd name="connsiteY109" fmla="*/ 5039699 h 6858000"/>
              <a:gd name="connsiteX110" fmla="*/ 2770041 w 7467663"/>
              <a:gd name="connsiteY110" fmla="*/ 5033634 h 6858000"/>
              <a:gd name="connsiteX111" fmla="*/ 1979378 w 7467663"/>
              <a:gd name="connsiteY111" fmla="*/ 4769504 h 6858000"/>
              <a:gd name="connsiteX112" fmla="*/ 1927410 w 7467663"/>
              <a:gd name="connsiteY112" fmla="*/ 4716164 h 6858000"/>
              <a:gd name="connsiteX113" fmla="*/ 1959587 w 7467663"/>
              <a:gd name="connsiteY113" fmla="*/ 4728849 h 6858000"/>
              <a:gd name="connsiteX114" fmla="*/ 2777707 w 7467663"/>
              <a:gd name="connsiteY114" fmla="*/ 5003991 h 6858000"/>
              <a:gd name="connsiteX115" fmla="*/ 2800768 w 7467663"/>
              <a:gd name="connsiteY115" fmla="*/ 5010056 h 6858000"/>
              <a:gd name="connsiteX116" fmla="*/ 2879408 w 7467663"/>
              <a:gd name="connsiteY116" fmla="*/ 5031590 h 6858000"/>
              <a:gd name="connsiteX117" fmla="*/ 2862295 w 7467663"/>
              <a:gd name="connsiteY117" fmla="*/ 5022958 h 6858000"/>
              <a:gd name="connsiteX118" fmla="*/ 2813343 w 7467663"/>
              <a:gd name="connsiteY118" fmla="*/ 4998369 h 6858000"/>
              <a:gd name="connsiteX119" fmla="*/ 2646245 w 7467663"/>
              <a:gd name="connsiteY119" fmla="*/ 4930999 h 6858000"/>
              <a:gd name="connsiteX120" fmla="*/ 1999243 w 7467663"/>
              <a:gd name="connsiteY120" fmla="*/ 4730524 h 6858000"/>
              <a:gd name="connsiteX121" fmla="*/ 1979527 w 7467663"/>
              <a:gd name="connsiteY121" fmla="*/ 4726651 h 6858000"/>
              <a:gd name="connsiteX122" fmla="*/ 1927410 w 7467663"/>
              <a:gd name="connsiteY122" fmla="*/ 4716164 h 6858000"/>
              <a:gd name="connsiteX123" fmla="*/ 1997014 w 7467663"/>
              <a:gd name="connsiteY123" fmla="*/ 4698007 h 6858000"/>
              <a:gd name="connsiteX124" fmla="*/ 2005458 w 7467663"/>
              <a:gd name="connsiteY124" fmla="*/ 4699540 h 6858000"/>
              <a:gd name="connsiteX125" fmla="*/ 2657186 w 7467663"/>
              <a:gd name="connsiteY125" fmla="*/ 4901687 h 6858000"/>
              <a:gd name="connsiteX126" fmla="*/ 2826662 w 7467663"/>
              <a:gd name="connsiteY126" fmla="*/ 4970362 h 6858000"/>
              <a:gd name="connsiteX127" fmla="*/ 2876100 w 7467663"/>
              <a:gd name="connsiteY127" fmla="*/ 4995397 h 6858000"/>
              <a:gd name="connsiteX128" fmla="*/ 3042600 w 7467663"/>
              <a:gd name="connsiteY128" fmla="*/ 5059532 h 6858000"/>
              <a:gd name="connsiteX129" fmla="*/ 1997014 w 7467663"/>
              <a:gd name="connsiteY129" fmla="*/ 4698007 h 6858000"/>
              <a:gd name="connsiteX130" fmla="*/ 2305292 w 7467663"/>
              <a:gd name="connsiteY130" fmla="*/ 4219492 h 6858000"/>
              <a:gd name="connsiteX131" fmla="*/ 3360922 w 7467663"/>
              <a:gd name="connsiteY131" fmla="*/ 4529373 h 6858000"/>
              <a:gd name="connsiteX132" fmla="*/ 3492420 w 7467663"/>
              <a:gd name="connsiteY132" fmla="*/ 4510145 h 6858000"/>
              <a:gd name="connsiteX133" fmla="*/ 3364086 w 7467663"/>
              <a:gd name="connsiteY133" fmla="*/ 4480340 h 6858000"/>
              <a:gd name="connsiteX134" fmla="*/ 3225818 w 7467663"/>
              <a:gd name="connsiteY134" fmla="*/ 4411822 h 6858000"/>
              <a:gd name="connsiteX135" fmla="*/ 3129696 w 7467663"/>
              <a:gd name="connsiteY135" fmla="*/ 4360704 h 6858000"/>
              <a:gd name="connsiteX136" fmla="*/ 2814545 w 7467663"/>
              <a:gd name="connsiteY136" fmla="*/ 4282955 h 6858000"/>
              <a:gd name="connsiteX137" fmla="*/ 2305292 w 7467663"/>
              <a:gd name="connsiteY137" fmla="*/ 4219492 h 6858000"/>
              <a:gd name="connsiteX138" fmla="*/ 2626982 w 7467663"/>
              <a:gd name="connsiteY138" fmla="*/ 4206450 h 6858000"/>
              <a:gd name="connsiteX139" fmla="*/ 2490617 w 7467663"/>
              <a:gd name="connsiteY139" fmla="*/ 4206951 h 6858000"/>
              <a:gd name="connsiteX140" fmla="*/ 2819869 w 7467663"/>
              <a:gd name="connsiteY140" fmla="*/ 4252936 h 6858000"/>
              <a:gd name="connsiteX141" fmla="*/ 3143018 w 7467663"/>
              <a:gd name="connsiteY141" fmla="*/ 4332698 h 6858000"/>
              <a:gd name="connsiteX142" fmla="*/ 3241520 w 7467663"/>
              <a:gd name="connsiteY142" fmla="*/ 4385112 h 6858000"/>
              <a:gd name="connsiteX143" fmla="*/ 3374575 w 7467663"/>
              <a:gd name="connsiteY143" fmla="*/ 4451517 h 6858000"/>
              <a:gd name="connsiteX144" fmla="*/ 3505221 w 7467663"/>
              <a:gd name="connsiteY144" fmla="*/ 4480757 h 6858000"/>
              <a:gd name="connsiteX145" fmla="*/ 2626982 w 7467663"/>
              <a:gd name="connsiteY145" fmla="*/ 4206450 h 6858000"/>
              <a:gd name="connsiteX146" fmla="*/ 1310106 w 7467663"/>
              <a:gd name="connsiteY146" fmla="*/ 3943217 h 6858000"/>
              <a:gd name="connsiteX147" fmla="*/ 854994 w 7467663"/>
              <a:gd name="connsiteY147" fmla="*/ 4399136 h 6858000"/>
              <a:gd name="connsiteX148" fmla="*/ 742462 w 7467663"/>
              <a:gd name="connsiteY148" fmla="*/ 4594648 h 6858000"/>
              <a:gd name="connsiteX149" fmla="*/ 820602 w 7467663"/>
              <a:gd name="connsiteY149" fmla="*/ 4485915 h 6858000"/>
              <a:gd name="connsiteX150" fmla="*/ 878295 w 7467663"/>
              <a:gd name="connsiteY150" fmla="*/ 4403594 h 6858000"/>
              <a:gd name="connsiteX151" fmla="*/ 1240607 w 7467663"/>
              <a:gd name="connsiteY151" fmla="*/ 4010401 h 6858000"/>
              <a:gd name="connsiteX152" fmla="*/ 1310106 w 7467663"/>
              <a:gd name="connsiteY152" fmla="*/ 3943217 h 6858000"/>
              <a:gd name="connsiteX153" fmla="*/ 1423113 w 7467663"/>
              <a:gd name="connsiteY153" fmla="*/ 3874565 h 6858000"/>
              <a:gd name="connsiteX154" fmla="*/ 1260565 w 7467663"/>
              <a:gd name="connsiteY154" fmla="*/ 4031982 h 6858000"/>
              <a:gd name="connsiteX155" fmla="*/ 901900 w 7467663"/>
              <a:gd name="connsiteY155" fmla="*/ 4421236 h 6858000"/>
              <a:gd name="connsiteX156" fmla="*/ 845044 w 7467663"/>
              <a:gd name="connsiteY156" fmla="*/ 4502436 h 6858000"/>
              <a:gd name="connsiteX157" fmla="*/ 685926 w 7467663"/>
              <a:gd name="connsiteY157" fmla="*/ 4703069 h 6858000"/>
              <a:gd name="connsiteX158" fmla="*/ 684248 w 7467663"/>
              <a:gd name="connsiteY158" fmla="*/ 4706721 h 6858000"/>
              <a:gd name="connsiteX159" fmla="*/ 1423113 w 7467663"/>
              <a:gd name="connsiteY159" fmla="*/ 3874565 h 6858000"/>
              <a:gd name="connsiteX160" fmla="*/ 3316479 w 7467663"/>
              <a:gd name="connsiteY160" fmla="*/ 3872136 h 6858000"/>
              <a:gd name="connsiteX161" fmla="*/ 3546806 w 7467663"/>
              <a:gd name="connsiteY161" fmla="*/ 4356139 h 6858000"/>
              <a:gd name="connsiteX162" fmla="*/ 3364433 w 7467663"/>
              <a:gd name="connsiteY162" fmla="*/ 3953121 h 6858000"/>
              <a:gd name="connsiteX163" fmla="*/ 3316479 w 7467663"/>
              <a:gd name="connsiteY163" fmla="*/ 3872136 h 6858000"/>
              <a:gd name="connsiteX164" fmla="*/ 3291335 w 7467663"/>
              <a:gd name="connsiteY164" fmla="*/ 3767420 h 6858000"/>
              <a:gd name="connsiteX165" fmla="*/ 3390805 w 7467663"/>
              <a:gd name="connsiteY165" fmla="*/ 3937163 h 6858000"/>
              <a:gd name="connsiteX166" fmla="*/ 3579062 w 7467663"/>
              <a:gd name="connsiteY166" fmla="*/ 4359040 h 6858000"/>
              <a:gd name="connsiteX167" fmla="*/ 3467355 w 7467663"/>
              <a:gd name="connsiteY167" fmla="*/ 3988130 h 6858000"/>
              <a:gd name="connsiteX168" fmla="*/ 3310753 w 7467663"/>
              <a:gd name="connsiteY168" fmla="*/ 3787140 h 6858000"/>
              <a:gd name="connsiteX169" fmla="*/ 3291335 w 7467663"/>
              <a:gd name="connsiteY169" fmla="*/ 3767420 h 6858000"/>
              <a:gd name="connsiteX170" fmla="*/ 1635889 w 7467663"/>
              <a:gd name="connsiteY170" fmla="*/ 3709494 h 6858000"/>
              <a:gd name="connsiteX171" fmla="*/ 1634800 w 7467663"/>
              <a:gd name="connsiteY171" fmla="*/ 3731111 h 6858000"/>
              <a:gd name="connsiteX172" fmla="*/ 1635889 w 7467663"/>
              <a:gd name="connsiteY172" fmla="*/ 3709494 h 6858000"/>
              <a:gd name="connsiteX173" fmla="*/ 1510397 w 7467663"/>
              <a:gd name="connsiteY173" fmla="*/ 3684705 h 6858000"/>
              <a:gd name="connsiteX174" fmla="*/ 1146550 w 7467663"/>
              <a:gd name="connsiteY174" fmla="*/ 3802012 h 6858000"/>
              <a:gd name="connsiteX175" fmla="*/ 698834 w 7467663"/>
              <a:gd name="connsiteY175" fmla="*/ 3952272 h 6858000"/>
              <a:gd name="connsiteX176" fmla="*/ 34256 w 7467663"/>
              <a:gd name="connsiteY176" fmla="*/ 4347603 h 6858000"/>
              <a:gd name="connsiteX177" fmla="*/ 527241 w 7467663"/>
              <a:gd name="connsiteY177" fmla="*/ 4065078 h 6858000"/>
              <a:gd name="connsiteX178" fmla="*/ 1510397 w 7467663"/>
              <a:gd name="connsiteY178" fmla="*/ 3684705 h 6858000"/>
              <a:gd name="connsiteX179" fmla="*/ 1313114 w 7467663"/>
              <a:gd name="connsiteY179" fmla="*/ 3655216 h 6858000"/>
              <a:gd name="connsiteX180" fmla="*/ 1109304 w 7467663"/>
              <a:gd name="connsiteY180" fmla="*/ 3669030 h 6858000"/>
              <a:gd name="connsiteX181" fmla="*/ 8129 w 7467663"/>
              <a:gd name="connsiteY181" fmla="*/ 4330519 h 6858000"/>
              <a:gd name="connsiteX182" fmla="*/ 687572 w 7467663"/>
              <a:gd name="connsiteY182" fmla="*/ 3925629 h 6858000"/>
              <a:gd name="connsiteX183" fmla="*/ 1138365 w 7467663"/>
              <a:gd name="connsiteY183" fmla="*/ 3774515 h 6858000"/>
              <a:gd name="connsiteX184" fmla="*/ 1505579 w 7467663"/>
              <a:gd name="connsiteY184" fmla="*/ 3655526 h 6858000"/>
              <a:gd name="connsiteX185" fmla="*/ 1313114 w 7467663"/>
              <a:gd name="connsiteY185" fmla="*/ 3655216 h 6858000"/>
              <a:gd name="connsiteX186" fmla="*/ 3655073 w 7467663"/>
              <a:gd name="connsiteY186" fmla="*/ 3650884 h 6858000"/>
              <a:gd name="connsiteX187" fmla="*/ 3989938 w 7467663"/>
              <a:gd name="connsiteY187" fmla="*/ 3991685 h 6858000"/>
              <a:gd name="connsiteX188" fmla="*/ 4393907 w 7467663"/>
              <a:gd name="connsiteY188" fmla="*/ 4261258 h 6858000"/>
              <a:gd name="connsiteX189" fmla="*/ 4648051 w 7467663"/>
              <a:gd name="connsiteY189" fmla="*/ 4374051 h 6858000"/>
              <a:gd name="connsiteX190" fmla="*/ 4383389 w 7467663"/>
              <a:gd name="connsiteY190" fmla="*/ 4184369 h 6858000"/>
              <a:gd name="connsiteX191" fmla="*/ 4165508 w 7467663"/>
              <a:gd name="connsiteY191" fmla="*/ 4035196 h 6858000"/>
              <a:gd name="connsiteX192" fmla="*/ 4068162 w 7467663"/>
              <a:gd name="connsiteY192" fmla="*/ 3953394 h 6858000"/>
              <a:gd name="connsiteX193" fmla="*/ 3981416 w 7467663"/>
              <a:gd name="connsiteY193" fmla="*/ 3880482 h 6858000"/>
              <a:gd name="connsiteX194" fmla="*/ 3800147 w 7467663"/>
              <a:gd name="connsiteY194" fmla="*/ 3749872 h 6858000"/>
              <a:gd name="connsiteX195" fmla="*/ 3655073 w 7467663"/>
              <a:gd name="connsiteY195" fmla="*/ 3650884 h 6858000"/>
              <a:gd name="connsiteX196" fmla="*/ 3670252 w 7467663"/>
              <a:gd name="connsiteY196" fmla="*/ 3622798 h 6858000"/>
              <a:gd name="connsiteX197" fmla="*/ 3817258 w 7467663"/>
              <a:gd name="connsiteY197" fmla="*/ 3723577 h 6858000"/>
              <a:gd name="connsiteX198" fmla="*/ 4000461 w 7467663"/>
              <a:gd name="connsiteY198" fmla="*/ 3855966 h 6858000"/>
              <a:gd name="connsiteX199" fmla="*/ 4088180 w 7467663"/>
              <a:gd name="connsiteY199" fmla="*/ 3929774 h 6858000"/>
              <a:gd name="connsiteX200" fmla="*/ 4184555 w 7467663"/>
              <a:gd name="connsiteY200" fmla="*/ 4010683 h 6858000"/>
              <a:gd name="connsiteX201" fmla="*/ 4399563 w 7467663"/>
              <a:gd name="connsiteY201" fmla="*/ 4158106 h 6858000"/>
              <a:gd name="connsiteX202" fmla="*/ 4684469 w 7467663"/>
              <a:gd name="connsiteY202" fmla="*/ 4364680 h 6858000"/>
              <a:gd name="connsiteX203" fmla="*/ 4690271 w 7467663"/>
              <a:gd name="connsiteY203" fmla="*/ 4370034 h 6858000"/>
              <a:gd name="connsiteX204" fmla="*/ 4136093 w 7467663"/>
              <a:gd name="connsiteY204" fmla="*/ 3858466 h 6858000"/>
              <a:gd name="connsiteX205" fmla="*/ 3670252 w 7467663"/>
              <a:gd name="connsiteY205" fmla="*/ 3622798 h 6858000"/>
              <a:gd name="connsiteX206" fmla="*/ 4440129 w 7467663"/>
              <a:gd name="connsiteY206" fmla="*/ 3448571 h 6858000"/>
              <a:gd name="connsiteX207" fmla="*/ 4856525 w 7467663"/>
              <a:gd name="connsiteY207" fmla="*/ 3915351 h 6858000"/>
              <a:gd name="connsiteX208" fmla="*/ 5059055 w 7467663"/>
              <a:gd name="connsiteY208" fmla="*/ 4108918 h 6858000"/>
              <a:gd name="connsiteX209" fmla="*/ 5290070 w 7467663"/>
              <a:gd name="connsiteY209" fmla="*/ 4263619 h 6858000"/>
              <a:gd name="connsiteX210" fmla="*/ 4834991 w 7467663"/>
              <a:gd name="connsiteY210" fmla="*/ 3830985 h 6858000"/>
              <a:gd name="connsiteX211" fmla="*/ 4440129 w 7467663"/>
              <a:gd name="connsiteY211" fmla="*/ 3448571 h 6858000"/>
              <a:gd name="connsiteX212" fmla="*/ 4441737 w 7467663"/>
              <a:gd name="connsiteY212" fmla="*/ 3399734 h 6858000"/>
              <a:gd name="connsiteX213" fmla="*/ 4431236 w 7467663"/>
              <a:gd name="connsiteY213" fmla="*/ 3400954 h 6858000"/>
              <a:gd name="connsiteX214" fmla="*/ 4557150 w 7467663"/>
              <a:gd name="connsiteY214" fmla="*/ 3510023 h 6858000"/>
              <a:gd name="connsiteX215" fmla="*/ 4856936 w 7467663"/>
              <a:gd name="connsiteY215" fmla="*/ 3809146 h 6858000"/>
              <a:gd name="connsiteX216" fmla="*/ 5111996 w 7467663"/>
              <a:gd name="connsiteY216" fmla="*/ 4065759 h 6858000"/>
              <a:gd name="connsiteX217" fmla="*/ 5388878 w 7467663"/>
              <a:gd name="connsiteY217" fmla="*/ 4300185 h 6858000"/>
              <a:gd name="connsiteX218" fmla="*/ 5425556 w 7467663"/>
              <a:gd name="connsiteY218" fmla="*/ 4308967 h 6858000"/>
              <a:gd name="connsiteX219" fmla="*/ 4943646 w 7467663"/>
              <a:gd name="connsiteY219" fmla="*/ 3822916 h 6858000"/>
              <a:gd name="connsiteX220" fmla="*/ 4594837 w 7467663"/>
              <a:gd name="connsiteY220" fmla="*/ 3532274 h 6858000"/>
              <a:gd name="connsiteX221" fmla="*/ 4441737 w 7467663"/>
              <a:gd name="connsiteY221" fmla="*/ 3399734 h 6858000"/>
              <a:gd name="connsiteX222" fmla="*/ 5425834 w 7467663"/>
              <a:gd name="connsiteY222" fmla="*/ 3162785 h 6858000"/>
              <a:gd name="connsiteX223" fmla="*/ 5401644 w 7467663"/>
              <a:gd name="connsiteY223" fmla="*/ 3617847 h 6858000"/>
              <a:gd name="connsiteX224" fmla="*/ 5467256 w 7467663"/>
              <a:gd name="connsiteY224" fmla="*/ 4175494 h 6858000"/>
              <a:gd name="connsiteX225" fmla="*/ 5448069 w 7467663"/>
              <a:gd name="connsiteY225" fmla="*/ 3567554 h 6858000"/>
              <a:gd name="connsiteX226" fmla="*/ 5425834 w 7467663"/>
              <a:gd name="connsiteY226" fmla="*/ 3162785 h 6858000"/>
              <a:gd name="connsiteX227" fmla="*/ 1318687 w 7467663"/>
              <a:gd name="connsiteY227" fmla="*/ 3113840 h 6858000"/>
              <a:gd name="connsiteX228" fmla="*/ 1066793 w 7467663"/>
              <a:gd name="connsiteY228" fmla="*/ 3212171 h 6858000"/>
              <a:gd name="connsiteX229" fmla="*/ 993319 w 7467663"/>
              <a:gd name="connsiteY229" fmla="*/ 3247648 h 6858000"/>
              <a:gd name="connsiteX230" fmla="*/ 853081 w 7467663"/>
              <a:gd name="connsiteY230" fmla="*/ 3312410 h 6858000"/>
              <a:gd name="connsiteX231" fmla="*/ 805957 w 7467663"/>
              <a:gd name="connsiteY231" fmla="*/ 3330443 h 6858000"/>
              <a:gd name="connsiteX232" fmla="*/ 1318687 w 7467663"/>
              <a:gd name="connsiteY232" fmla="*/ 3113840 h 6858000"/>
              <a:gd name="connsiteX233" fmla="*/ 5453702 w 7467663"/>
              <a:gd name="connsiteY233" fmla="*/ 3090882 h 6858000"/>
              <a:gd name="connsiteX234" fmla="*/ 5480135 w 7467663"/>
              <a:gd name="connsiteY234" fmla="*/ 3565802 h 6858000"/>
              <a:gd name="connsiteX235" fmla="*/ 5499023 w 7467663"/>
              <a:gd name="connsiteY235" fmla="*/ 4166310 h 6858000"/>
              <a:gd name="connsiteX236" fmla="*/ 5547022 w 7467663"/>
              <a:gd name="connsiteY236" fmla="*/ 3607838 h 6858000"/>
              <a:gd name="connsiteX237" fmla="*/ 5515964 w 7467663"/>
              <a:gd name="connsiteY237" fmla="*/ 3378541 h 6858000"/>
              <a:gd name="connsiteX238" fmla="*/ 5453702 w 7467663"/>
              <a:gd name="connsiteY238" fmla="*/ 3090882 h 6858000"/>
              <a:gd name="connsiteX239" fmla="*/ 1238695 w 7467663"/>
              <a:gd name="connsiteY239" fmla="*/ 3076820 h 6858000"/>
              <a:gd name="connsiteX240" fmla="*/ 716371 w 7467663"/>
              <a:gd name="connsiteY240" fmla="*/ 3293249 h 6858000"/>
              <a:gd name="connsiteX241" fmla="*/ 579522 w 7467663"/>
              <a:gd name="connsiteY241" fmla="*/ 3371759 h 6858000"/>
              <a:gd name="connsiteX242" fmla="*/ 600288 w 7467663"/>
              <a:gd name="connsiteY242" fmla="*/ 3365555 h 6858000"/>
              <a:gd name="connsiteX243" fmla="*/ 840692 w 7467663"/>
              <a:gd name="connsiteY243" fmla="*/ 3284921 h 6858000"/>
              <a:gd name="connsiteX244" fmla="*/ 979248 w 7467663"/>
              <a:gd name="connsiteY244" fmla="*/ 3221003 h 6858000"/>
              <a:gd name="connsiteX245" fmla="*/ 1053282 w 7467663"/>
              <a:gd name="connsiteY245" fmla="*/ 3185247 h 6858000"/>
              <a:gd name="connsiteX246" fmla="*/ 1320603 w 7467663"/>
              <a:gd name="connsiteY246" fmla="*/ 3081281 h 6858000"/>
              <a:gd name="connsiteX247" fmla="*/ 1238695 w 7467663"/>
              <a:gd name="connsiteY247" fmla="*/ 3076820 h 6858000"/>
              <a:gd name="connsiteX248" fmla="*/ 5425627 w 7467663"/>
              <a:gd name="connsiteY248" fmla="*/ 2954192 h 6858000"/>
              <a:gd name="connsiteX249" fmla="*/ 5470770 w 7467663"/>
              <a:gd name="connsiteY249" fmla="*/ 3005435 h 6858000"/>
              <a:gd name="connsiteX250" fmla="*/ 5519779 w 7467663"/>
              <a:gd name="connsiteY250" fmla="*/ 4359223 h 6858000"/>
              <a:gd name="connsiteX251" fmla="*/ 5520293 w 7467663"/>
              <a:gd name="connsiteY251" fmla="*/ 4360602 h 6858000"/>
              <a:gd name="connsiteX252" fmla="*/ 5767221 w 7467663"/>
              <a:gd name="connsiteY252" fmla="*/ 4665564 h 6858000"/>
              <a:gd name="connsiteX253" fmla="*/ 6937169 w 7467663"/>
              <a:gd name="connsiteY253" fmla="*/ 4815941 h 6858000"/>
              <a:gd name="connsiteX254" fmla="*/ 6953922 w 7467663"/>
              <a:gd name="connsiteY254" fmla="*/ 4890068 h 6858000"/>
              <a:gd name="connsiteX255" fmla="*/ 6071359 w 7467663"/>
              <a:gd name="connsiteY255" fmla="*/ 4770770 h 6858000"/>
              <a:gd name="connsiteX256" fmla="*/ 6038839 w 7467663"/>
              <a:gd name="connsiteY256" fmla="*/ 4764474 h 6858000"/>
              <a:gd name="connsiteX257" fmla="*/ 6038706 w 7467663"/>
              <a:gd name="connsiteY257" fmla="*/ 4763847 h 6858000"/>
              <a:gd name="connsiteX258" fmla="*/ 6037784 w 7467663"/>
              <a:gd name="connsiteY258" fmla="*/ 4764270 h 6858000"/>
              <a:gd name="connsiteX259" fmla="*/ 6038839 w 7467663"/>
              <a:gd name="connsiteY259" fmla="*/ 4764474 h 6858000"/>
              <a:gd name="connsiteX260" fmla="*/ 6040338 w 7467663"/>
              <a:gd name="connsiteY260" fmla="*/ 4771418 h 6858000"/>
              <a:gd name="connsiteX261" fmla="*/ 6024488 w 7467663"/>
              <a:gd name="connsiteY261" fmla="*/ 4809903 h 6858000"/>
              <a:gd name="connsiteX262" fmla="*/ 5599771 w 7467663"/>
              <a:gd name="connsiteY262" fmla="*/ 5509652 h 6858000"/>
              <a:gd name="connsiteX263" fmla="*/ 5548843 w 7467663"/>
              <a:gd name="connsiteY263" fmla="*/ 5563845 h 6858000"/>
              <a:gd name="connsiteX264" fmla="*/ 5940952 w 7467663"/>
              <a:gd name="connsiteY264" fmla="*/ 6250028 h 6858000"/>
              <a:gd name="connsiteX265" fmla="*/ 6043441 w 7467663"/>
              <a:gd name="connsiteY265" fmla="*/ 6665847 h 6858000"/>
              <a:gd name="connsiteX266" fmla="*/ 6093432 w 7467663"/>
              <a:gd name="connsiteY266" fmla="*/ 6858000 h 6858000"/>
              <a:gd name="connsiteX267" fmla="*/ 6034344 w 7467663"/>
              <a:gd name="connsiteY267" fmla="*/ 6858000 h 6858000"/>
              <a:gd name="connsiteX268" fmla="*/ 6026679 w 7467663"/>
              <a:gd name="connsiteY268" fmla="*/ 6836959 h 6858000"/>
              <a:gd name="connsiteX269" fmla="*/ 5800441 w 7467663"/>
              <a:gd name="connsiteY269" fmla="*/ 6335286 h 6858000"/>
              <a:gd name="connsiteX270" fmla="*/ 5526562 w 7467663"/>
              <a:gd name="connsiteY270" fmla="*/ 5705388 h 6858000"/>
              <a:gd name="connsiteX271" fmla="*/ 5519640 w 7467663"/>
              <a:gd name="connsiteY271" fmla="*/ 5683774 h 6858000"/>
              <a:gd name="connsiteX272" fmla="*/ 5844559 w 7467663"/>
              <a:gd name="connsiteY272" fmla="*/ 6553349 h 6858000"/>
              <a:gd name="connsiteX273" fmla="*/ 5975994 w 7467663"/>
              <a:gd name="connsiteY273" fmla="*/ 6858000 h 6858000"/>
              <a:gd name="connsiteX274" fmla="*/ 5898547 w 7467663"/>
              <a:gd name="connsiteY274" fmla="*/ 6858000 h 6858000"/>
              <a:gd name="connsiteX275" fmla="*/ 5682041 w 7467663"/>
              <a:gd name="connsiteY275" fmla="*/ 6355860 h 6858000"/>
              <a:gd name="connsiteX276" fmla="*/ 5461758 w 7467663"/>
              <a:gd name="connsiteY276" fmla="*/ 5820220 h 6858000"/>
              <a:gd name="connsiteX277" fmla="*/ 5237282 w 7467663"/>
              <a:gd name="connsiteY277" fmla="*/ 6579086 h 6858000"/>
              <a:gd name="connsiteX278" fmla="*/ 5115009 w 7467663"/>
              <a:gd name="connsiteY278" fmla="*/ 6858000 h 6858000"/>
              <a:gd name="connsiteX279" fmla="*/ 5028074 w 7467663"/>
              <a:gd name="connsiteY279" fmla="*/ 6858000 h 6858000"/>
              <a:gd name="connsiteX280" fmla="*/ 5079508 w 7467663"/>
              <a:gd name="connsiteY280" fmla="*/ 6749074 h 6858000"/>
              <a:gd name="connsiteX281" fmla="*/ 5371846 w 7467663"/>
              <a:gd name="connsiteY281" fmla="*/ 5924413 h 6858000"/>
              <a:gd name="connsiteX282" fmla="*/ 5270512 w 7467663"/>
              <a:gd name="connsiteY282" fmla="*/ 6138975 h 6858000"/>
              <a:gd name="connsiteX283" fmla="*/ 5062409 w 7467663"/>
              <a:gd name="connsiteY283" fmla="*/ 6653544 h 6858000"/>
              <a:gd name="connsiteX284" fmla="*/ 5036628 w 7467663"/>
              <a:gd name="connsiteY284" fmla="*/ 6754247 h 6858000"/>
              <a:gd name="connsiteX285" fmla="*/ 5009112 w 7467663"/>
              <a:gd name="connsiteY285" fmla="*/ 6858000 h 6858000"/>
              <a:gd name="connsiteX286" fmla="*/ 4976679 w 7467663"/>
              <a:gd name="connsiteY286" fmla="*/ 6858000 h 6858000"/>
              <a:gd name="connsiteX287" fmla="*/ 5006537 w 7467663"/>
              <a:gd name="connsiteY287" fmla="*/ 6747068 h 6858000"/>
              <a:gd name="connsiteX288" fmla="*/ 5032723 w 7467663"/>
              <a:gd name="connsiteY288" fmla="*/ 6644957 h 6858000"/>
              <a:gd name="connsiteX289" fmla="*/ 5242949 w 7467663"/>
              <a:gd name="connsiteY289" fmla="*/ 6125175 h 6858000"/>
              <a:gd name="connsiteX290" fmla="*/ 5286321 w 7467663"/>
              <a:gd name="connsiteY290" fmla="*/ 6033555 h 6858000"/>
              <a:gd name="connsiteX291" fmla="*/ 5008210 w 7467663"/>
              <a:gd name="connsiteY291" fmla="*/ 6649194 h 6858000"/>
              <a:gd name="connsiteX292" fmla="*/ 4986321 w 7467663"/>
              <a:gd name="connsiteY292" fmla="*/ 6765687 h 6858000"/>
              <a:gd name="connsiteX293" fmla="*/ 4973474 w 7467663"/>
              <a:gd name="connsiteY293" fmla="*/ 6858000 h 6858000"/>
              <a:gd name="connsiteX294" fmla="*/ 4907178 w 7467663"/>
              <a:gd name="connsiteY294" fmla="*/ 6858000 h 6858000"/>
              <a:gd name="connsiteX295" fmla="*/ 4910810 w 7467663"/>
              <a:gd name="connsiteY295" fmla="*/ 6829660 h 6858000"/>
              <a:gd name="connsiteX296" fmla="*/ 4987461 w 7467663"/>
              <a:gd name="connsiteY296" fmla="*/ 6432994 h 6858000"/>
              <a:gd name="connsiteX297" fmla="*/ 5179262 w 7467663"/>
              <a:gd name="connsiteY297" fmla="*/ 6035044 h 6858000"/>
              <a:gd name="connsiteX298" fmla="*/ 4689678 w 7467663"/>
              <a:gd name="connsiteY298" fmla="*/ 6440241 h 6858000"/>
              <a:gd name="connsiteX299" fmla="*/ 4477543 w 7467663"/>
              <a:gd name="connsiteY299" fmla="*/ 6674836 h 6858000"/>
              <a:gd name="connsiteX300" fmla="*/ 4329957 w 7467663"/>
              <a:gd name="connsiteY300" fmla="*/ 6858000 h 6858000"/>
              <a:gd name="connsiteX301" fmla="*/ 4218595 w 7467663"/>
              <a:gd name="connsiteY301" fmla="*/ 6858000 h 6858000"/>
              <a:gd name="connsiteX302" fmla="*/ 4368888 w 7467663"/>
              <a:gd name="connsiteY302" fmla="*/ 6668412 h 6858000"/>
              <a:gd name="connsiteX303" fmla="*/ 4563091 w 7467663"/>
              <a:gd name="connsiteY303" fmla="*/ 6442508 h 6858000"/>
              <a:gd name="connsiteX304" fmla="*/ 5387324 w 7467663"/>
              <a:gd name="connsiteY304" fmla="*/ 5705830 h 6858000"/>
              <a:gd name="connsiteX305" fmla="*/ 5073620 w 7467663"/>
              <a:gd name="connsiteY305" fmla="*/ 5955437 h 6858000"/>
              <a:gd name="connsiteX306" fmla="*/ 4689789 w 7467663"/>
              <a:gd name="connsiteY306" fmla="*/ 6268382 h 6858000"/>
              <a:gd name="connsiteX307" fmla="*/ 4418722 w 7467663"/>
              <a:gd name="connsiteY307" fmla="*/ 6570886 h 6858000"/>
              <a:gd name="connsiteX308" fmla="*/ 4214944 w 7467663"/>
              <a:gd name="connsiteY308" fmla="*/ 6858000 h 6858000"/>
              <a:gd name="connsiteX309" fmla="*/ 4177898 w 7467663"/>
              <a:gd name="connsiteY309" fmla="*/ 6858000 h 6858000"/>
              <a:gd name="connsiteX310" fmla="*/ 4391597 w 7467663"/>
              <a:gd name="connsiteY310" fmla="*/ 6556370 h 6858000"/>
              <a:gd name="connsiteX311" fmla="*/ 4668889 w 7467663"/>
              <a:gd name="connsiteY311" fmla="*/ 6246399 h 6858000"/>
              <a:gd name="connsiteX312" fmla="*/ 5055427 w 7467663"/>
              <a:gd name="connsiteY312" fmla="*/ 5931476 h 6858000"/>
              <a:gd name="connsiteX313" fmla="*/ 5371814 w 7467663"/>
              <a:gd name="connsiteY313" fmla="*/ 5678975 h 6858000"/>
              <a:gd name="connsiteX314" fmla="*/ 4987918 w 7467663"/>
              <a:gd name="connsiteY314" fmla="*/ 5838701 h 6858000"/>
              <a:gd name="connsiteX315" fmla="*/ 4317146 w 7467663"/>
              <a:gd name="connsiteY315" fmla="*/ 6587716 h 6858000"/>
              <a:gd name="connsiteX316" fmla="*/ 4171627 w 7467663"/>
              <a:gd name="connsiteY316" fmla="*/ 6858000 h 6858000"/>
              <a:gd name="connsiteX317" fmla="*/ 4081585 w 7467663"/>
              <a:gd name="connsiteY317" fmla="*/ 6858000 h 6858000"/>
              <a:gd name="connsiteX318" fmla="*/ 4238603 w 7467663"/>
              <a:gd name="connsiteY318" fmla="*/ 6559341 h 6858000"/>
              <a:gd name="connsiteX319" fmla="*/ 4778333 w 7467663"/>
              <a:gd name="connsiteY319" fmla="*/ 5873626 h 6858000"/>
              <a:gd name="connsiteX320" fmla="*/ 5414185 w 7467663"/>
              <a:gd name="connsiteY320" fmla="*/ 5573882 h 6858000"/>
              <a:gd name="connsiteX321" fmla="*/ 5959648 w 7467663"/>
              <a:gd name="connsiteY321" fmla="*/ 4760797 h 6858000"/>
              <a:gd name="connsiteX322" fmla="*/ 5355019 w 7467663"/>
              <a:gd name="connsiteY322" fmla="*/ 4734672 h 6858000"/>
              <a:gd name="connsiteX323" fmla="*/ 5083565 w 7467663"/>
              <a:gd name="connsiteY323" fmla="*/ 5179121 h 6858000"/>
              <a:gd name="connsiteX324" fmla="*/ 4713577 w 7467663"/>
              <a:gd name="connsiteY324" fmla="*/ 5616803 h 6858000"/>
              <a:gd name="connsiteX325" fmla="*/ 3989559 w 7467663"/>
              <a:gd name="connsiteY325" fmla="*/ 6145945 h 6858000"/>
              <a:gd name="connsiteX326" fmla="*/ 3939824 w 7467663"/>
              <a:gd name="connsiteY326" fmla="*/ 6066900 h 6858000"/>
              <a:gd name="connsiteX327" fmla="*/ 4584537 w 7467663"/>
              <a:gd name="connsiteY327" fmla="*/ 5324826 h 6858000"/>
              <a:gd name="connsiteX328" fmla="*/ 5037105 w 7467663"/>
              <a:gd name="connsiteY328" fmla="*/ 5088765 h 6858000"/>
              <a:gd name="connsiteX329" fmla="*/ 5039930 w 7467663"/>
              <a:gd name="connsiteY329" fmla="*/ 5089585 h 6858000"/>
              <a:gd name="connsiteX330" fmla="*/ 5263764 w 7467663"/>
              <a:gd name="connsiteY330" fmla="*/ 4735525 h 6858000"/>
              <a:gd name="connsiteX331" fmla="*/ 4086300 w 7467663"/>
              <a:gd name="connsiteY331" fmla="*/ 4884599 h 6858000"/>
              <a:gd name="connsiteX332" fmla="*/ 4085485 w 7467663"/>
              <a:gd name="connsiteY332" fmla="*/ 4899070 h 6858000"/>
              <a:gd name="connsiteX333" fmla="*/ 3871915 w 7467663"/>
              <a:gd name="connsiteY333" fmla="*/ 5253645 h 6858000"/>
              <a:gd name="connsiteX334" fmla="*/ 3799374 w 7467663"/>
              <a:gd name="connsiteY334" fmla="*/ 5466127 h 6858000"/>
              <a:gd name="connsiteX335" fmla="*/ 3498850 w 7467663"/>
              <a:gd name="connsiteY335" fmla="*/ 6661888 h 6858000"/>
              <a:gd name="connsiteX336" fmla="*/ 3399216 w 7467663"/>
              <a:gd name="connsiteY336" fmla="*/ 6858000 h 6858000"/>
              <a:gd name="connsiteX337" fmla="*/ 3303688 w 7467663"/>
              <a:gd name="connsiteY337" fmla="*/ 6858000 h 6858000"/>
              <a:gd name="connsiteX338" fmla="*/ 3391774 w 7467663"/>
              <a:gd name="connsiteY338" fmla="*/ 6697181 h 6858000"/>
              <a:gd name="connsiteX339" fmla="*/ 3735540 w 7467663"/>
              <a:gd name="connsiteY339" fmla="*/ 5546923 h 6858000"/>
              <a:gd name="connsiteX340" fmla="*/ 3729438 w 7467663"/>
              <a:gd name="connsiteY340" fmla="*/ 5569058 h 6858000"/>
              <a:gd name="connsiteX341" fmla="*/ 3707782 w 7467663"/>
              <a:gd name="connsiteY341" fmla="*/ 5644908 h 6858000"/>
              <a:gd name="connsiteX342" fmla="*/ 3583827 w 7467663"/>
              <a:gd name="connsiteY342" fmla="*/ 6039215 h 6858000"/>
              <a:gd name="connsiteX343" fmla="*/ 3547861 w 7467663"/>
              <a:gd name="connsiteY343" fmla="*/ 6129609 h 6858000"/>
              <a:gd name="connsiteX344" fmla="*/ 3490905 w 7467663"/>
              <a:gd name="connsiteY344" fmla="*/ 6277660 h 6858000"/>
              <a:gd name="connsiteX345" fmla="*/ 3455859 w 7467663"/>
              <a:gd name="connsiteY345" fmla="*/ 6391301 h 6858000"/>
              <a:gd name="connsiteX346" fmla="*/ 3429112 w 7467663"/>
              <a:gd name="connsiteY346" fmla="*/ 6479469 h 6858000"/>
              <a:gd name="connsiteX347" fmla="*/ 3304862 w 7467663"/>
              <a:gd name="connsiteY347" fmla="*/ 6796476 h 6858000"/>
              <a:gd name="connsiteX348" fmla="*/ 3276071 w 7467663"/>
              <a:gd name="connsiteY348" fmla="*/ 6858000 h 6858000"/>
              <a:gd name="connsiteX349" fmla="*/ 3240805 w 7467663"/>
              <a:gd name="connsiteY349" fmla="*/ 6858000 h 6858000"/>
              <a:gd name="connsiteX350" fmla="*/ 3275917 w 7467663"/>
              <a:gd name="connsiteY350" fmla="*/ 6783192 h 6858000"/>
              <a:gd name="connsiteX351" fmla="*/ 3399358 w 7467663"/>
              <a:gd name="connsiteY351" fmla="*/ 6469011 h 6858000"/>
              <a:gd name="connsiteX352" fmla="*/ 3425650 w 7467663"/>
              <a:gd name="connsiteY352" fmla="*/ 6381333 h 6858000"/>
              <a:gd name="connsiteX353" fmla="*/ 3460661 w 7467663"/>
              <a:gd name="connsiteY353" fmla="*/ 6266763 h 6858000"/>
              <a:gd name="connsiteX354" fmla="*/ 3518021 w 7467663"/>
              <a:gd name="connsiteY354" fmla="*/ 6117298 h 6858000"/>
              <a:gd name="connsiteX355" fmla="*/ 3554035 w 7467663"/>
              <a:gd name="connsiteY355" fmla="*/ 6027832 h 6858000"/>
              <a:gd name="connsiteX356" fmla="*/ 3677174 w 7467663"/>
              <a:gd name="connsiteY356" fmla="*/ 5636351 h 6858000"/>
              <a:gd name="connsiteX357" fmla="*/ 3698819 w 7467663"/>
              <a:gd name="connsiteY357" fmla="*/ 5560503 h 6858000"/>
              <a:gd name="connsiteX358" fmla="*/ 3702094 w 7467663"/>
              <a:gd name="connsiteY358" fmla="*/ 5549194 h 6858000"/>
              <a:gd name="connsiteX359" fmla="*/ 3398355 w 7467663"/>
              <a:gd name="connsiteY359" fmla="*/ 6094603 h 6858000"/>
              <a:gd name="connsiteX360" fmla="*/ 3193941 w 7467663"/>
              <a:gd name="connsiteY360" fmla="*/ 6798775 h 6858000"/>
              <a:gd name="connsiteX361" fmla="*/ 3184140 w 7467663"/>
              <a:gd name="connsiteY361" fmla="*/ 6858000 h 6858000"/>
              <a:gd name="connsiteX362" fmla="*/ 3099978 w 7467663"/>
              <a:gd name="connsiteY362" fmla="*/ 6858000 h 6858000"/>
              <a:gd name="connsiteX363" fmla="*/ 3101556 w 7467663"/>
              <a:gd name="connsiteY363" fmla="*/ 6843337 h 6858000"/>
              <a:gd name="connsiteX364" fmla="*/ 3370162 w 7467663"/>
              <a:gd name="connsiteY364" fmla="*/ 5785550 h 6858000"/>
              <a:gd name="connsiteX365" fmla="*/ 3746477 w 7467663"/>
              <a:gd name="connsiteY365" fmla="*/ 5377889 h 6858000"/>
              <a:gd name="connsiteX366" fmla="*/ 3863399 w 7467663"/>
              <a:gd name="connsiteY366" fmla="*/ 5087257 h 6858000"/>
              <a:gd name="connsiteX367" fmla="*/ 3968712 w 7467663"/>
              <a:gd name="connsiteY367" fmla="*/ 4913989 h 6858000"/>
              <a:gd name="connsiteX368" fmla="*/ 2792390 w 7467663"/>
              <a:gd name="connsiteY368" fmla="*/ 5382974 h 6858000"/>
              <a:gd name="connsiteX369" fmla="*/ 2714982 w 7467663"/>
              <a:gd name="connsiteY369" fmla="*/ 5427051 h 6858000"/>
              <a:gd name="connsiteX370" fmla="*/ 2813361 w 7467663"/>
              <a:gd name="connsiteY370" fmla="*/ 6023912 h 6858000"/>
              <a:gd name="connsiteX371" fmla="*/ 2688430 w 7467663"/>
              <a:gd name="connsiteY371" fmla="*/ 6801564 h 6858000"/>
              <a:gd name="connsiteX372" fmla="*/ 2629626 w 7467663"/>
              <a:gd name="connsiteY372" fmla="*/ 6763394 h 6858000"/>
              <a:gd name="connsiteX373" fmla="*/ 2565328 w 7467663"/>
              <a:gd name="connsiteY373" fmla="*/ 5516399 h 6858000"/>
              <a:gd name="connsiteX374" fmla="*/ 1922999 w 7467663"/>
              <a:gd name="connsiteY374" fmla="*/ 5980343 h 6858000"/>
              <a:gd name="connsiteX375" fmla="*/ 1950261 w 7467663"/>
              <a:gd name="connsiteY375" fmla="*/ 6405858 h 6858000"/>
              <a:gd name="connsiteX376" fmla="*/ 2365554 w 7467663"/>
              <a:gd name="connsiteY376" fmla="*/ 6759107 h 6858000"/>
              <a:gd name="connsiteX377" fmla="*/ 2424142 w 7467663"/>
              <a:gd name="connsiteY377" fmla="*/ 6858000 h 6858000"/>
              <a:gd name="connsiteX378" fmla="*/ 2395994 w 7467663"/>
              <a:gd name="connsiteY378" fmla="*/ 6858000 h 6858000"/>
              <a:gd name="connsiteX379" fmla="*/ 2392863 w 7467663"/>
              <a:gd name="connsiteY379" fmla="*/ 6852964 h 6858000"/>
              <a:gd name="connsiteX380" fmla="*/ 2017589 w 7467663"/>
              <a:gd name="connsiteY380" fmla="*/ 6493982 h 6858000"/>
              <a:gd name="connsiteX381" fmla="*/ 2147336 w 7467663"/>
              <a:gd name="connsiteY381" fmla="*/ 6594052 h 6858000"/>
              <a:gd name="connsiteX382" fmla="*/ 2207047 w 7467663"/>
              <a:gd name="connsiteY382" fmla="*/ 6654540 h 6858000"/>
              <a:gd name="connsiteX383" fmla="*/ 2299106 w 7467663"/>
              <a:gd name="connsiteY383" fmla="*/ 6778931 h 6858000"/>
              <a:gd name="connsiteX384" fmla="*/ 2314430 w 7467663"/>
              <a:gd name="connsiteY384" fmla="*/ 6801144 h 6858000"/>
              <a:gd name="connsiteX385" fmla="*/ 2352406 w 7467663"/>
              <a:gd name="connsiteY385" fmla="*/ 6858000 h 6858000"/>
              <a:gd name="connsiteX386" fmla="*/ 2314492 w 7467663"/>
              <a:gd name="connsiteY386" fmla="*/ 6858000 h 6858000"/>
              <a:gd name="connsiteX387" fmla="*/ 2288095 w 7467663"/>
              <a:gd name="connsiteY387" fmla="*/ 6818030 h 6858000"/>
              <a:gd name="connsiteX388" fmla="*/ 2272768 w 7467663"/>
              <a:gd name="connsiteY388" fmla="*/ 6795822 h 6858000"/>
              <a:gd name="connsiteX389" fmla="*/ 2182715 w 7467663"/>
              <a:gd name="connsiteY389" fmla="*/ 6675071 h 6858000"/>
              <a:gd name="connsiteX390" fmla="*/ 2032061 w 7467663"/>
              <a:gd name="connsiteY390" fmla="*/ 6541380 h 6858000"/>
              <a:gd name="connsiteX391" fmla="*/ 2257220 w 7467663"/>
              <a:gd name="connsiteY391" fmla="*/ 6826257 h 6858000"/>
              <a:gd name="connsiteX392" fmla="*/ 2281324 w 7467663"/>
              <a:gd name="connsiteY392" fmla="*/ 6858000 h 6858000"/>
              <a:gd name="connsiteX393" fmla="*/ 2242860 w 7467663"/>
              <a:gd name="connsiteY393" fmla="*/ 6858000 h 6858000"/>
              <a:gd name="connsiteX394" fmla="*/ 2232818 w 7467663"/>
              <a:gd name="connsiteY394" fmla="*/ 6844926 h 6858000"/>
              <a:gd name="connsiteX395" fmla="*/ 1990172 w 7467663"/>
              <a:gd name="connsiteY395" fmla="*/ 6542121 h 6858000"/>
              <a:gd name="connsiteX396" fmla="*/ 2124090 w 7467663"/>
              <a:gd name="connsiteY396" fmla="*/ 6761017 h 6858000"/>
              <a:gd name="connsiteX397" fmla="*/ 2200380 w 7467663"/>
              <a:gd name="connsiteY397" fmla="*/ 6858000 h 6858000"/>
              <a:gd name="connsiteX398" fmla="*/ 2147507 w 7467663"/>
              <a:gd name="connsiteY398" fmla="*/ 6858000 h 6858000"/>
              <a:gd name="connsiteX399" fmla="*/ 2070668 w 7467663"/>
              <a:gd name="connsiteY399" fmla="*/ 6761520 h 6858000"/>
              <a:gd name="connsiteX400" fmla="*/ 1975142 w 7467663"/>
              <a:gd name="connsiteY400" fmla="*/ 6585570 h 6858000"/>
              <a:gd name="connsiteX401" fmla="*/ 2050035 w 7467663"/>
              <a:gd name="connsiteY401" fmla="*/ 6813345 h 6858000"/>
              <a:gd name="connsiteX402" fmla="*/ 2063025 w 7467663"/>
              <a:gd name="connsiteY402" fmla="*/ 6858000 h 6858000"/>
              <a:gd name="connsiteX403" fmla="*/ 2021675 w 7467663"/>
              <a:gd name="connsiteY403" fmla="*/ 6858000 h 6858000"/>
              <a:gd name="connsiteX404" fmla="*/ 2019308 w 7467663"/>
              <a:gd name="connsiteY404" fmla="*/ 6847118 h 6858000"/>
              <a:gd name="connsiteX405" fmla="*/ 1938835 w 7467663"/>
              <a:gd name="connsiteY405" fmla="*/ 6551160 h 6858000"/>
              <a:gd name="connsiteX406" fmla="*/ 1953230 w 7467663"/>
              <a:gd name="connsiteY406" fmla="*/ 6759699 h 6858000"/>
              <a:gd name="connsiteX407" fmla="*/ 1956763 w 7467663"/>
              <a:gd name="connsiteY407" fmla="*/ 6778191 h 6858000"/>
              <a:gd name="connsiteX408" fmla="*/ 1967925 w 7467663"/>
              <a:gd name="connsiteY408" fmla="*/ 6858000 h 6858000"/>
              <a:gd name="connsiteX409" fmla="*/ 1936622 w 7467663"/>
              <a:gd name="connsiteY409" fmla="*/ 6858000 h 6858000"/>
              <a:gd name="connsiteX410" fmla="*/ 1926261 w 7467663"/>
              <a:gd name="connsiteY410" fmla="*/ 6784064 h 6858000"/>
              <a:gd name="connsiteX411" fmla="*/ 1922724 w 7467663"/>
              <a:gd name="connsiteY411" fmla="*/ 6765577 h 6858000"/>
              <a:gd name="connsiteX412" fmla="*/ 1904650 w 7467663"/>
              <a:gd name="connsiteY412" fmla="*/ 6639616 h 6858000"/>
              <a:gd name="connsiteX413" fmla="*/ 1885273 w 7467663"/>
              <a:gd name="connsiteY413" fmla="*/ 6858000 h 6858000"/>
              <a:gd name="connsiteX414" fmla="*/ 1854363 w 7467663"/>
              <a:gd name="connsiteY414" fmla="*/ 6858000 h 6858000"/>
              <a:gd name="connsiteX415" fmla="*/ 1880391 w 7467663"/>
              <a:gd name="connsiteY415" fmla="*/ 6603796 h 6858000"/>
              <a:gd name="connsiteX416" fmla="*/ 1818273 w 7467663"/>
              <a:gd name="connsiteY416" fmla="*/ 6715729 h 6858000"/>
              <a:gd name="connsiteX417" fmla="*/ 1794691 w 7467663"/>
              <a:gd name="connsiteY417" fmla="*/ 6843239 h 6858000"/>
              <a:gd name="connsiteX418" fmla="*/ 1794914 w 7467663"/>
              <a:gd name="connsiteY418" fmla="*/ 6858000 h 6858000"/>
              <a:gd name="connsiteX419" fmla="*/ 1746128 w 7467663"/>
              <a:gd name="connsiteY419" fmla="*/ 6858000 h 6858000"/>
              <a:gd name="connsiteX420" fmla="*/ 1753934 w 7467663"/>
              <a:gd name="connsiteY420" fmla="*/ 6724796 h 6858000"/>
              <a:gd name="connsiteX421" fmla="*/ 1792053 w 7467663"/>
              <a:gd name="connsiteY421" fmla="*/ 6572396 h 6858000"/>
              <a:gd name="connsiteX422" fmla="*/ 1862248 w 7467663"/>
              <a:gd name="connsiteY422" fmla="*/ 6266397 h 6858000"/>
              <a:gd name="connsiteX423" fmla="*/ 1862250 w 7467663"/>
              <a:gd name="connsiteY423" fmla="*/ 6033531 h 6858000"/>
              <a:gd name="connsiteX424" fmla="*/ 1211999 w 7467663"/>
              <a:gd name="connsiteY424" fmla="*/ 6683610 h 6858000"/>
              <a:gd name="connsiteX425" fmla="*/ 1213266 w 7467663"/>
              <a:gd name="connsiteY425" fmla="*/ 6691947 h 6858000"/>
              <a:gd name="connsiteX426" fmla="*/ 1203370 w 7467663"/>
              <a:gd name="connsiteY426" fmla="*/ 6850676 h 6858000"/>
              <a:gd name="connsiteX427" fmla="*/ 1203671 w 7467663"/>
              <a:gd name="connsiteY427" fmla="*/ 6858000 h 6858000"/>
              <a:gd name="connsiteX428" fmla="*/ 1143180 w 7467663"/>
              <a:gd name="connsiteY428" fmla="*/ 6858000 h 6858000"/>
              <a:gd name="connsiteX429" fmla="*/ 1142176 w 7467663"/>
              <a:gd name="connsiteY429" fmla="*/ 6766045 h 6858000"/>
              <a:gd name="connsiteX430" fmla="*/ 1067484 w 7467663"/>
              <a:gd name="connsiteY430" fmla="*/ 6858000 h 6858000"/>
              <a:gd name="connsiteX431" fmla="*/ 953928 w 7467663"/>
              <a:gd name="connsiteY431" fmla="*/ 6858000 h 6858000"/>
              <a:gd name="connsiteX432" fmla="*/ 959715 w 7467663"/>
              <a:gd name="connsiteY432" fmla="*/ 6850185 h 6858000"/>
              <a:gd name="connsiteX433" fmla="*/ 1483788 w 7467663"/>
              <a:gd name="connsiteY433" fmla="*/ 6259174 h 6858000"/>
              <a:gd name="connsiteX434" fmla="*/ 1100671 w 7467663"/>
              <a:gd name="connsiteY434" fmla="*/ 6252137 h 6858000"/>
              <a:gd name="connsiteX435" fmla="*/ 1090144 w 7467663"/>
              <a:gd name="connsiteY435" fmla="*/ 6256748 h 6858000"/>
              <a:gd name="connsiteX436" fmla="*/ 1095872 w 7467663"/>
              <a:gd name="connsiteY436" fmla="*/ 6271892 h 6858000"/>
              <a:gd name="connsiteX437" fmla="*/ 262785 w 7467663"/>
              <a:gd name="connsiteY437" fmla="*/ 6845450 h 6858000"/>
              <a:gd name="connsiteX438" fmla="*/ 209968 w 7467663"/>
              <a:gd name="connsiteY438" fmla="*/ 6770713 h 6858000"/>
              <a:gd name="connsiteX439" fmla="*/ 873460 w 7467663"/>
              <a:gd name="connsiteY439" fmla="*/ 6253768 h 6858000"/>
              <a:gd name="connsiteX440" fmla="*/ 192686 w 7467663"/>
              <a:gd name="connsiteY440" fmla="*/ 5849257 h 6858000"/>
              <a:gd name="connsiteX441" fmla="*/ 4696 w 7467663"/>
              <a:gd name="connsiteY441" fmla="*/ 5697668 h 6858000"/>
              <a:gd name="connsiteX442" fmla="*/ 0 w 7467663"/>
              <a:gd name="connsiteY442" fmla="*/ 5689984 h 6858000"/>
              <a:gd name="connsiteX443" fmla="*/ 0 w 7467663"/>
              <a:gd name="connsiteY443" fmla="*/ 5513472 h 6858000"/>
              <a:gd name="connsiteX444" fmla="*/ 174101 w 7467663"/>
              <a:gd name="connsiteY444" fmla="*/ 5620277 h 6858000"/>
              <a:gd name="connsiteX445" fmla="*/ 891800 w 7467663"/>
              <a:gd name="connsiteY445" fmla="*/ 6036935 h 6858000"/>
              <a:gd name="connsiteX446" fmla="*/ 1072219 w 7467663"/>
              <a:gd name="connsiteY446" fmla="*/ 6169443 h 6858000"/>
              <a:gd name="connsiteX447" fmla="*/ 1074117 w 7467663"/>
              <a:gd name="connsiteY447" fmla="*/ 6170301 h 6858000"/>
              <a:gd name="connsiteX448" fmla="*/ 1083114 w 7467663"/>
              <a:gd name="connsiteY448" fmla="*/ 6174131 h 6858000"/>
              <a:gd name="connsiteX449" fmla="*/ 1543010 w 7467663"/>
              <a:gd name="connsiteY449" fmla="*/ 6191140 h 6858000"/>
              <a:gd name="connsiteX450" fmla="*/ 1551080 w 7467663"/>
              <a:gd name="connsiteY450" fmla="*/ 6195006 h 6858000"/>
              <a:gd name="connsiteX451" fmla="*/ 2345443 w 7467663"/>
              <a:gd name="connsiteY451" fmla="*/ 5549882 h 6858000"/>
              <a:gd name="connsiteX452" fmla="*/ 1721499 w 7467663"/>
              <a:gd name="connsiteY452" fmla="*/ 5599969 h 6858000"/>
              <a:gd name="connsiteX453" fmla="*/ 767716 w 7467663"/>
              <a:gd name="connsiteY453" fmla="*/ 5472768 h 6858000"/>
              <a:gd name="connsiteX454" fmla="*/ 722147 w 7467663"/>
              <a:gd name="connsiteY454" fmla="*/ 5393091 h 6858000"/>
              <a:gd name="connsiteX455" fmla="*/ 1485552 w 7467663"/>
              <a:gd name="connsiteY455" fmla="*/ 5313202 h 6858000"/>
              <a:gd name="connsiteX456" fmla="*/ 2143004 w 7467663"/>
              <a:gd name="connsiteY456" fmla="*/ 5402420 h 6858000"/>
              <a:gd name="connsiteX457" fmla="*/ 1933391 w 7467663"/>
              <a:gd name="connsiteY457" fmla="*/ 5156971 h 6858000"/>
              <a:gd name="connsiteX458" fmla="*/ 1827118 w 7467663"/>
              <a:gd name="connsiteY458" fmla="*/ 4968410 h 6858000"/>
              <a:gd name="connsiteX459" fmla="*/ 1837349 w 7467663"/>
              <a:gd name="connsiteY459" fmla="*/ 4956357 h 6858000"/>
              <a:gd name="connsiteX460" fmla="*/ 2162835 w 7467663"/>
              <a:gd name="connsiteY460" fmla="*/ 5187853 h 6858000"/>
              <a:gd name="connsiteX461" fmla="*/ 2257167 w 7467663"/>
              <a:gd name="connsiteY461" fmla="*/ 5462123 h 6858000"/>
              <a:gd name="connsiteX462" fmla="*/ 2261598 w 7467663"/>
              <a:gd name="connsiteY462" fmla="*/ 5467998 h 6858000"/>
              <a:gd name="connsiteX463" fmla="*/ 2437177 w 7467663"/>
              <a:gd name="connsiteY463" fmla="*/ 5479608 h 6858000"/>
              <a:gd name="connsiteX464" fmla="*/ 2445247 w 7467663"/>
              <a:gd name="connsiteY464" fmla="*/ 5483476 h 6858000"/>
              <a:gd name="connsiteX465" fmla="*/ 2743626 w 7467663"/>
              <a:gd name="connsiteY465" fmla="*/ 5304819 h 6858000"/>
              <a:gd name="connsiteX466" fmla="*/ 3048102 w 7467663"/>
              <a:gd name="connsiteY466" fmla="*/ 5150595 h 6858000"/>
              <a:gd name="connsiteX467" fmla="*/ 1799414 w 7467663"/>
              <a:gd name="connsiteY467" fmla="*/ 4694732 h 6858000"/>
              <a:gd name="connsiteX468" fmla="*/ 1771735 w 7467663"/>
              <a:gd name="connsiteY468" fmla="*/ 4619929 h 6858000"/>
              <a:gd name="connsiteX469" fmla="*/ 3104273 w 7467663"/>
              <a:gd name="connsiteY469" fmla="*/ 5076159 h 6858000"/>
              <a:gd name="connsiteX470" fmla="*/ 3113245 w 7467663"/>
              <a:gd name="connsiteY470" fmla="*/ 5090705 h 6858000"/>
              <a:gd name="connsiteX471" fmla="*/ 3126294 w 7467663"/>
              <a:gd name="connsiteY471" fmla="*/ 5114400 h 6858000"/>
              <a:gd name="connsiteX472" fmla="*/ 3937433 w 7467663"/>
              <a:gd name="connsiteY472" fmla="*/ 4830473 h 6858000"/>
              <a:gd name="connsiteX473" fmla="*/ 3590475 w 7467663"/>
              <a:gd name="connsiteY473" fmla="*/ 4597974 h 6858000"/>
              <a:gd name="connsiteX474" fmla="*/ 3100264 w 7467663"/>
              <a:gd name="connsiteY474" fmla="*/ 4579845 h 6858000"/>
              <a:gd name="connsiteX475" fmla="*/ 2183576 w 7467663"/>
              <a:gd name="connsiteY475" fmla="*/ 4227150 h 6858000"/>
              <a:gd name="connsiteX476" fmla="*/ 2151029 w 7467663"/>
              <a:gd name="connsiteY476" fmla="*/ 4146947 h 6858000"/>
              <a:gd name="connsiteX477" fmla="*/ 3563434 w 7467663"/>
              <a:gd name="connsiteY477" fmla="*/ 4469115 h 6858000"/>
              <a:gd name="connsiteX478" fmla="*/ 3177952 w 7467663"/>
              <a:gd name="connsiteY478" fmla="*/ 3657386 h 6858000"/>
              <a:gd name="connsiteX479" fmla="*/ 3189263 w 7467663"/>
              <a:gd name="connsiteY479" fmla="*/ 3625726 h 6858000"/>
              <a:gd name="connsiteX480" fmla="*/ 3560912 w 7467663"/>
              <a:gd name="connsiteY480" fmla="*/ 4079863 h 6858000"/>
              <a:gd name="connsiteX481" fmla="*/ 3626636 w 7467663"/>
              <a:gd name="connsiteY481" fmla="*/ 4512230 h 6858000"/>
              <a:gd name="connsiteX482" fmla="*/ 3653088 w 7467663"/>
              <a:gd name="connsiteY482" fmla="*/ 4521417 h 6858000"/>
              <a:gd name="connsiteX483" fmla="*/ 3988128 w 7467663"/>
              <a:gd name="connsiteY483" fmla="*/ 4817267 h 6858000"/>
              <a:gd name="connsiteX484" fmla="*/ 4830582 w 7467663"/>
              <a:gd name="connsiteY484" fmla="*/ 4676000 h 6858000"/>
              <a:gd name="connsiteX485" fmla="*/ 4830100 w 7467663"/>
              <a:gd name="connsiteY485" fmla="*/ 4675554 h 6858000"/>
              <a:gd name="connsiteX486" fmla="*/ 4036318 w 7467663"/>
              <a:gd name="connsiteY486" fmla="*/ 4147013 h 6858000"/>
              <a:gd name="connsiteX487" fmla="*/ 3432098 w 7467663"/>
              <a:gd name="connsiteY487" fmla="*/ 3537312 h 6858000"/>
              <a:gd name="connsiteX488" fmla="*/ 3446761 w 7467663"/>
              <a:gd name="connsiteY488" fmla="*/ 3461278 h 6858000"/>
              <a:gd name="connsiteX489" fmla="*/ 4419733 w 7467663"/>
              <a:gd name="connsiteY489" fmla="*/ 3963555 h 6858000"/>
              <a:gd name="connsiteX490" fmla="*/ 4781371 w 7467663"/>
              <a:gd name="connsiteY490" fmla="*/ 4458604 h 6858000"/>
              <a:gd name="connsiteX491" fmla="*/ 4780440 w 7467663"/>
              <a:gd name="connsiteY491" fmla="*/ 4470290 h 6858000"/>
              <a:gd name="connsiteX492" fmla="*/ 4898954 w 7467663"/>
              <a:gd name="connsiteY492" fmla="*/ 4662092 h 6858000"/>
              <a:gd name="connsiteX493" fmla="*/ 4900699 w 7467663"/>
              <a:gd name="connsiteY493" fmla="*/ 4670867 h 6858000"/>
              <a:gd name="connsiteX494" fmla="*/ 5714511 w 7467663"/>
              <a:gd name="connsiteY494" fmla="*/ 4663483 h 6858000"/>
              <a:gd name="connsiteX495" fmla="*/ 5464793 w 7467663"/>
              <a:gd name="connsiteY495" fmla="*/ 4393556 h 6858000"/>
              <a:gd name="connsiteX496" fmla="*/ 5461897 w 7467663"/>
              <a:gd name="connsiteY496" fmla="*/ 4390879 h 6858000"/>
              <a:gd name="connsiteX497" fmla="*/ 4294126 w 7467663"/>
              <a:gd name="connsiteY497" fmla="*/ 3303048 h 6858000"/>
              <a:gd name="connsiteX498" fmla="*/ 4305321 w 7467663"/>
              <a:gd name="connsiteY498" fmla="*/ 3256953 h 6858000"/>
              <a:gd name="connsiteX499" fmla="*/ 4949299 w 7467663"/>
              <a:gd name="connsiteY499" fmla="*/ 3766336 h 6858000"/>
              <a:gd name="connsiteX500" fmla="*/ 5291452 w 7467663"/>
              <a:gd name="connsiteY500" fmla="*/ 4076801 h 6858000"/>
              <a:gd name="connsiteX501" fmla="*/ 5434998 w 7467663"/>
              <a:gd name="connsiteY501" fmla="*/ 4254100 h 6858000"/>
              <a:gd name="connsiteX502" fmla="*/ 5351015 w 7467663"/>
              <a:gd name="connsiteY502" fmla="*/ 3760989 h 6858000"/>
              <a:gd name="connsiteX503" fmla="*/ 5413780 w 7467663"/>
              <a:gd name="connsiteY503" fmla="*/ 2966265 h 6858000"/>
              <a:gd name="connsiteX504" fmla="*/ 5425627 w 7467663"/>
              <a:gd name="connsiteY504" fmla="*/ 2954192 h 6858000"/>
              <a:gd name="connsiteX505" fmla="*/ 6604735 w 7467663"/>
              <a:gd name="connsiteY505" fmla="*/ 2041381 h 6858000"/>
              <a:gd name="connsiteX506" fmla="*/ 7204487 w 7467663"/>
              <a:gd name="connsiteY506" fmla="*/ 2742112 h 6858000"/>
              <a:gd name="connsiteX507" fmla="*/ 7131592 w 7467663"/>
              <a:gd name="connsiteY507" fmla="*/ 2672096 h 6858000"/>
              <a:gd name="connsiteX508" fmla="*/ 6996344 w 7467663"/>
              <a:gd name="connsiteY508" fmla="*/ 2518310 h 6858000"/>
              <a:gd name="connsiteX509" fmla="*/ 6735495 w 7467663"/>
              <a:gd name="connsiteY509" fmla="*/ 2196890 h 6858000"/>
              <a:gd name="connsiteX510" fmla="*/ 6721901 w 7467663"/>
              <a:gd name="connsiteY510" fmla="*/ 2179274 h 6858000"/>
              <a:gd name="connsiteX511" fmla="*/ 6604735 w 7467663"/>
              <a:gd name="connsiteY511" fmla="*/ 2041381 h 6858000"/>
              <a:gd name="connsiteX512" fmla="*/ 6591670 w 7467663"/>
              <a:gd name="connsiteY512" fmla="*/ 1988277 h 6858000"/>
              <a:gd name="connsiteX513" fmla="*/ 6747349 w 7467663"/>
              <a:gd name="connsiteY513" fmla="*/ 2160069 h 6858000"/>
              <a:gd name="connsiteX514" fmla="*/ 6760943 w 7467663"/>
              <a:gd name="connsiteY514" fmla="*/ 2177686 h 6858000"/>
              <a:gd name="connsiteX515" fmla="*/ 7021065 w 7467663"/>
              <a:gd name="connsiteY515" fmla="*/ 2498102 h 6858000"/>
              <a:gd name="connsiteX516" fmla="*/ 7155223 w 7467663"/>
              <a:gd name="connsiteY516" fmla="*/ 2650386 h 6858000"/>
              <a:gd name="connsiteX517" fmla="*/ 7203167 w 7467663"/>
              <a:gd name="connsiteY517" fmla="*/ 2697288 h 6858000"/>
              <a:gd name="connsiteX518" fmla="*/ 6937703 w 7467663"/>
              <a:gd name="connsiteY518" fmla="*/ 2321981 h 6858000"/>
              <a:gd name="connsiteX519" fmla="*/ 6591670 w 7467663"/>
              <a:gd name="connsiteY519" fmla="*/ 1988277 h 6858000"/>
              <a:gd name="connsiteX520" fmla="*/ 5798671 w 7467663"/>
              <a:gd name="connsiteY520" fmla="*/ 1981601 h 6858000"/>
              <a:gd name="connsiteX521" fmla="*/ 5754709 w 7467663"/>
              <a:gd name="connsiteY521" fmla="*/ 2071454 h 6858000"/>
              <a:gd name="connsiteX522" fmla="*/ 5763044 w 7467663"/>
              <a:gd name="connsiteY522" fmla="*/ 2842206 h 6858000"/>
              <a:gd name="connsiteX523" fmla="*/ 5764974 w 7467663"/>
              <a:gd name="connsiteY523" fmla="*/ 2799609 h 6858000"/>
              <a:gd name="connsiteX524" fmla="*/ 5767665 w 7467663"/>
              <a:gd name="connsiteY524" fmla="*/ 2666409 h 6858000"/>
              <a:gd name="connsiteX525" fmla="*/ 5763055 w 7467663"/>
              <a:gd name="connsiteY525" fmla="*/ 2579705 h 6858000"/>
              <a:gd name="connsiteX526" fmla="*/ 5758079 w 7467663"/>
              <a:gd name="connsiteY526" fmla="*/ 2492508 h 6858000"/>
              <a:gd name="connsiteX527" fmla="*/ 5779325 w 7467663"/>
              <a:gd name="connsiteY527" fmla="*/ 2197069 h 6858000"/>
              <a:gd name="connsiteX528" fmla="*/ 5798671 w 7467663"/>
              <a:gd name="connsiteY528" fmla="*/ 1981601 h 6858000"/>
              <a:gd name="connsiteX529" fmla="*/ 5829202 w 7467663"/>
              <a:gd name="connsiteY529" fmla="*/ 1971679 h 6858000"/>
              <a:gd name="connsiteX530" fmla="*/ 5809558 w 7467663"/>
              <a:gd name="connsiteY530" fmla="*/ 2198043 h 6858000"/>
              <a:gd name="connsiteX531" fmla="*/ 5788653 w 7467663"/>
              <a:gd name="connsiteY531" fmla="*/ 2489430 h 6858000"/>
              <a:gd name="connsiteX532" fmla="*/ 5793439 w 7467663"/>
              <a:gd name="connsiteY532" fmla="*/ 2575235 h 6858000"/>
              <a:gd name="connsiteX533" fmla="*/ 5796837 w 7467663"/>
              <a:gd name="connsiteY533" fmla="*/ 2637633 h 6858000"/>
              <a:gd name="connsiteX534" fmla="*/ 5818614 w 7467663"/>
              <a:gd name="connsiteY534" fmla="*/ 2473055 h 6858000"/>
              <a:gd name="connsiteX535" fmla="*/ 5829202 w 7467663"/>
              <a:gd name="connsiteY535" fmla="*/ 1971679 h 6858000"/>
              <a:gd name="connsiteX536" fmla="*/ 5911389 w 7467663"/>
              <a:gd name="connsiteY536" fmla="*/ 1898371 h 6858000"/>
              <a:gd name="connsiteX537" fmla="*/ 6237627 w 7467663"/>
              <a:gd name="connsiteY537" fmla="*/ 2231921 h 6858000"/>
              <a:gd name="connsiteX538" fmla="*/ 5911389 w 7467663"/>
              <a:gd name="connsiteY538" fmla="*/ 1898371 h 6858000"/>
              <a:gd name="connsiteX539" fmla="*/ 6944437 w 7467663"/>
              <a:gd name="connsiteY539" fmla="*/ 1575402 h 6858000"/>
              <a:gd name="connsiteX540" fmla="*/ 6304730 w 7467663"/>
              <a:gd name="connsiteY540" fmla="*/ 1766654 h 6858000"/>
              <a:gd name="connsiteX541" fmla="*/ 6944437 w 7467663"/>
              <a:gd name="connsiteY541" fmla="*/ 1575402 h 6858000"/>
              <a:gd name="connsiteX542" fmla="*/ 7019523 w 7467663"/>
              <a:gd name="connsiteY542" fmla="*/ 1519450 h 6858000"/>
              <a:gd name="connsiteX543" fmla="*/ 6298091 w 7467663"/>
              <a:gd name="connsiteY543" fmla="*/ 1737122 h 6858000"/>
              <a:gd name="connsiteX544" fmla="*/ 7019523 w 7467663"/>
              <a:gd name="connsiteY544" fmla="*/ 1519450 h 6858000"/>
              <a:gd name="connsiteX545" fmla="*/ 2399523 w 7467663"/>
              <a:gd name="connsiteY545" fmla="*/ 1428234 h 6858000"/>
              <a:gd name="connsiteX546" fmla="*/ 2224982 w 7467663"/>
              <a:gd name="connsiteY546" fmla="*/ 1826201 h 6858000"/>
              <a:gd name="connsiteX547" fmla="*/ 2096099 w 7467663"/>
              <a:gd name="connsiteY547" fmla="*/ 2345900 h 6858000"/>
              <a:gd name="connsiteX548" fmla="*/ 2283317 w 7467663"/>
              <a:gd name="connsiteY548" fmla="*/ 1796925 h 6858000"/>
              <a:gd name="connsiteX549" fmla="*/ 2399523 w 7467663"/>
              <a:gd name="connsiteY549" fmla="*/ 1428234 h 6858000"/>
              <a:gd name="connsiteX550" fmla="*/ 2448558 w 7467663"/>
              <a:gd name="connsiteY550" fmla="*/ 1373435 h 6858000"/>
              <a:gd name="connsiteX551" fmla="*/ 2312521 w 7467663"/>
              <a:gd name="connsiteY551" fmla="*/ 1806140 h 6858000"/>
              <a:gd name="connsiteX552" fmla="*/ 2127533 w 7467663"/>
              <a:gd name="connsiteY552" fmla="*/ 2348380 h 6858000"/>
              <a:gd name="connsiteX553" fmla="*/ 2358080 w 7467663"/>
              <a:gd name="connsiteY553" fmla="*/ 1866134 h 6858000"/>
              <a:gd name="connsiteX554" fmla="*/ 2407436 w 7467663"/>
              <a:gd name="connsiteY554" fmla="*/ 1651070 h 6858000"/>
              <a:gd name="connsiteX555" fmla="*/ 2448558 w 7467663"/>
              <a:gd name="connsiteY555" fmla="*/ 1373435 h 6858000"/>
              <a:gd name="connsiteX556" fmla="*/ 278707 w 7467663"/>
              <a:gd name="connsiteY556" fmla="*/ 1352270 h 6858000"/>
              <a:gd name="connsiteX557" fmla="*/ 321570 w 7467663"/>
              <a:gd name="connsiteY557" fmla="*/ 1861610 h 6858000"/>
              <a:gd name="connsiteX558" fmla="*/ 294281 w 7467663"/>
              <a:gd name="connsiteY558" fmla="*/ 1440658 h 6858000"/>
              <a:gd name="connsiteX559" fmla="*/ 278707 w 7467663"/>
              <a:gd name="connsiteY559" fmla="*/ 1352270 h 6858000"/>
              <a:gd name="connsiteX560" fmla="*/ 1423821 w 7467663"/>
              <a:gd name="connsiteY560" fmla="*/ 1351958 h 6858000"/>
              <a:gd name="connsiteX561" fmla="*/ 1638521 w 7467663"/>
              <a:gd name="connsiteY561" fmla="*/ 1908470 h 6858000"/>
              <a:gd name="connsiteX562" fmla="*/ 1754199 w 7467663"/>
              <a:gd name="connsiteY562" fmla="*/ 2149284 h 6858000"/>
              <a:gd name="connsiteX563" fmla="*/ 1908359 w 7467663"/>
              <a:gd name="connsiteY563" fmla="*/ 2364988 h 6858000"/>
              <a:gd name="connsiteX564" fmla="*/ 1647661 w 7467663"/>
              <a:gd name="connsiteY564" fmla="*/ 1825945 h 6858000"/>
              <a:gd name="connsiteX565" fmla="*/ 1423821 w 7467663"/>
              <a:gd name="connsiteY565" fmla="*/ 1351958 h 6858000"/>
              <a:gd name="connsiteX566" fmla="*/ 1431890 w 7467663"/>
              <a:gd name="connsiteY566" fmla="*/ 1306475 h 6858000"/>
              <a:gd name="connsiteX567" fmla="*/ 1507597 w 7467663"/>
              <a:gd name="connsiteY567" fmla="*/ 1446132 h 6858000"/>
              <a:gd name="connsiteX568" fmla="*/ 1674586 w 7467663"/>
              <a:gd name="connsiteY568" fmla="*/ 1813832 h 6858000"/>
              <a:gd name="connsiteX569" fmla="*/ 1815950 w 7467663"/>
              <a:gd name="connsiteY569" fmla="*/ 2128564 h 6858000"/>
              <a:gd name="connsiteX570" fmla="*/ 1984242 w 7467663"/>
              <a:gd name="connsiteY570" fmla="*/ 2430829 h 6858000"/>
              <a:gd name="connsiteX571" fmla="*/ 2014023 w 7467663"/>
              <a:gd name="connsiteY571" fmla="*/ 2450995 h 6858000"/>
              <a:gd name="connsiteX572" fmla="*/ 1747337 w 7467663"/>
              <a:gd name="connsiteY572" fmla="*/ 1855264 h 6858000"/>
              <a:gd name="connsiteX573" fmla="*/ 1533749 w 7467663"/>
              <a:gd name="connsiteY573" fmla="*/ 1478656 h 6858000"/>
              <a:gd name="connsiteX574" fmla="*/ 1431890 w 7467663"/>
              <a:gd name="connsiteY574" fmla="*/ 1306475 h 6858000"/>
              <a:gd name="connsiteX575" fmla="*/ 5052692 w 7467663"/>
              <a:gd name="connsiteY575" fmla="*/ 1292994 h 6858000"/>
              <a:gd name="connsiteX576" fmla="*/ 5200661 w 7467663"/>
              <a:gd name="connsiteY576" fmla="*/ 1635186 h 6858000"/>
              <a:gd name="connsiteX577" fmla="*/ 5297138 w 7467663"/>
              <a:gd name="connsiteY577" fmla="*/ 1906351 h 6858000"/>
              <a:gd name="connsiteX578" fmla="*/ 5052692 w 7467663"/>
              <a:gd name="connsiteY578" fmla="*/ 1292994 h 6858000"/>
              <a:gd name="connsiteX579" fmla="*/ 5009948 w 7467663"/>
              <a:gd name="connsiteY579" fmla="*/ 1273619 h 6858000"/>
              <a:gd name="connsiteX580" fmla="*/ 5121777 w 7467663"/>
              <a:gd name="connsiteY580" fmla="*/ 1654213 h 6858000"/>
              <a:gd name="connsiteX581" fmla="*/ 5293545 w 7467663"/>
              <a:gd name="connsiteY581" fmla="*/ 2072247 h 6858000"/>
              <a:gd name="connsiteX582" fmla="*/ 5294042 w 7467663"/>
              <a:gd name="connsiteY582" fmla="*/ 2065019 h 6858000"/>
              <a:gd name="connsiteX583" fmla="*/ 5171936 w 7467663"/>
              <a:gd name="connsiteY583" fmla="*/ 1647613 h 6858000"/>
              <a:gd name="connsiteX584" fmla="*/ 5009948 w 7467663"/>
              <a:gd name="connsiteY584" fmla="*/ 1273619 h 6858000"/>
              <a:gd name="connsiteX585" fmla="*/ 655236 w 7467663"/>
              <a:gd name="connsiteY585" fmla="*/ 1268632 h 6858000"/>
              <a:gd name="connsiteX586" fmla="*/ 839521 w 7467663"/>
              <a:gd name="connsiteY586" fmla="*/ 1685315 h 6858000"/>
              <a:gd name="connsiteX587" fmla="*/ 1109416 w 7467663"/>
              <a:gd name="connsiteY587" fmla="*/ 2061663 h 6858000"/>
              <a:gd name="connsiteX588" fmla="*/ 1298300 w 7467663"/>
              <a:gd name="connsiteY588" fmla="*/ 2247742 h 6858000"/>
              <a:gd name="connsiteX589" fmla="*/ 1125871 w 7467663"/>
              <a:gd name="connsiteY589" fmla="*/ 1989513 h 6858000"/>
              <a:gd name="connsiteX590" fmla="*/ 981574 w 7467663"/>
              <a:gd name="connsiteY590" fmla="*/ 1783157 h 6858000"/>
              <a:gd name="connsiteX591" fmla="*/ 922198 w 7467663"/>
              <a:gd name="connsiteY591" fmla="*/ 1677437 h 6858000"/>
              <a:gd name="connsiteX592" fmla="*/ 869293 w 7467663"/>
              <a:gd name="connsiteY592" fmla="*/ 1583214 h 6858000"/>
              <a:gd name="connsiteX593" fmla="*/ 751431 w 7467663"/>
              <a:gd name="connsiteY593" fmla="*/ 1405731 h 6858000"/>
              <a:gd name="connsiteX594" fmla="*/ 655236 w 7467663"/>
              <a:gd name="connsiteY594" fmla="*/ 1268632 h 6858000"/>
              <a:gd name="connsiteX595" fmla="*/ 6516292 w 7467663"/>
              <a:gd name="connsiteY595" fmla="*/ 1263064 h 6858000"/>
              <a:gd name="connsiteX596" fmla="*/ 5736320 w 7467663"/>
              <a:gd name="connsiteY596" fmla="*/ 1501803 h 6858000"/>
              <a:gd name="connsiteX597" fmla="*/ 6516292 w 7467663"/>
              <a:gd name="connsiteY597" fmla="*/ 1263064 h 6858000"/>
              <a:gd name="connsiteX598" fmla="*/ 291466 w 7467663"/>
              <a:gd name="connsiteY598" fmla="*/ 1250369 h 6858000"/>
              <a:gd name="connsiteX599" fmla="*/ 323180 w 7467663"/>
              <a:gd name="connsiteY599" fmla="*/ 1435283 h 6858000"/>
              <a:gd name="connsiteX600" fmla="*/ 349381 w 7467663"/>
              <a:gd name="connsiteY600" fmla="*/ 1875041 h 6858000"/>
              <a:gd name="connsiteX601" fmla="*/ 374363 w 7467663"/>
              <a:gd name="connsiteY601" fmla="*/ 1506494 h 6858000"/>
              <a:gd name="connsiteX602" fmla="*/ 302168 w 7467663"/>
              <a:gd name="connsiteY602" fmla="*/ 1274495 h 6858000"/>
              <a:gd name="connsiteX603" fmla="*/ 291466 w 7467663"/>
              <a:gd name="connsiteY603" fmla="*/ 1250369 h 6858000"/>
              <a:gd name="connsiteX604" fmla="*/ 678222 w 7467663"/>
              <a:gd name="connsiteY604" fmla="*/ 1248670 h 6858000"/>
              <a:gd name="connsiteX605" fmla="*/ 775536 w 7467663"/>
              <a:gd name="connsiteY605" fmla="*/ 1388015 h 6858000"/>
              <a:gd name="connsiteX606" fmla="*/ 894529 w 7467663"/>
              <a:gd name="connsiteY606" fmla="*/ 1567739 h 6858000"/>
              <a:gd name="connsiteX607" fmla="*/ 948000 w 7467663"/>
              <a:gd name="connsiteY607" fmla="*/ 1663088 h 6858000"/>
              <a:gd name="connsiteX608" fmla="*/ 1006812 w 7467663"/>
              <a:gd name="connsiteY608" fmla="*/ 1767683 h 6858000"/>
              <a:gd name="connsiteX609" fmla="*/ 1149133 w 7467663"/>
              <a:gd name="connsiteY609" fmla="*/ 1971513 h 6858000"/>
              <a:gd name="connsiteX610" fmla="*/ 1333952 w 7467663"/>
              <a:gd name="connsiteY610" fmla="*/ 2251620 h 6858000"/>
              <a:gd name="connsiteX611" fmla="*/ 1337329 w 7467663"/>
              <a:gd name="connsiteY611" fmla="*/ 2258350 h 6858000"/>
              <a:gd name="connsiteX612" fmla="*/ 1014726 w 7467663"/>
              <a:gd name="connsiteY612" fmla="*/ 1615556 h 6858000"/>
              <a:gd name="connsiteX613" fmla="*/ 678222 w 7467663"/>
              <a:gd name="connsiteY613" fmla="*/ 1248670 h 6858000"/>
              <a:gd name="connsiteX614" fmla="*/ 6691602 w 7467663"/>
              <a:gd name="connsiteY614" fmla="*/ 1140573 h 6858000"/>
              <a:gd name="connsiteX615" fmla="*/ 6571100 w 7467663"/>
              <a:gd name="connsiteY615" fmla="*/ 1183662 h 6858000"/>
              <a:gd name="connsiteX616" fmla="*/ 6241687 w 7467663"/>
              <a:gd name="connsiteY616" fmla="*/ 1257600 h 6858000"/>
              <a:gd name="connsiteX617" fmla="*/ 5693009 w 7467663"/>
              <a:gd name="connsiteY617" fmla="*/ 1478256 h 6858000"/>
              <a:gd name="connsiteX618" fmla="*/ 6548420 w 7467663"/>
              <a:gd name="connsiteY618" fmla="*/ 1214599 h 6858000"/>
              <a:gd name="connsiteX619" fmla="*/ 6605473 w 7467663"/>
              <a:gd name="connsiteY619" fmla="*/ 1184686 h 6858000"/>
              <a:gd name="connsiteX620" fmla="*/ 6691602 w 7467663"/>
              <a:gd name="connsiteY620" fmla="*/ 1140573 h 6858000"/>
              <a:gd name="connsiteX621" fmla="*/ 4002475 w 7467663"/>
              <a:gd name="connsiteY621" fmla="*/ 1037802 h 6858000"/>
              <a:gd name="connsiteX622" fmla="*/ 4000324 w 7467663"/>
              <a:gd name="connsiteY622" fmla="*/ 1039362 h 6858000"/>
              <a:gd name="connsiteX623" fmla="*/ 4002862 w 7467663"/>
              <a:gd name="connsiteY623" fmla="*/ 1042866 h 6858000"/>
              <a:gd name="connsiteX624" fmla="*/ 4002475 w 7467663"/>
              <a:gd name="connsiteY624" fmla="*/ 1037802 h 6858000"/>
              <a:gd name="connsiteX625" fmla="*/ 506322 w 7467663"/>
              <a:gd name="connsiteY625" fmla="*/ 1020997 h 6858000"/>
              <a:gd name="connsiteX626" fmla="*/ 533068 w 7467663"/>
              <a:gd name="connsiteY626" fmla="*/ 1029409 h 6858000"/>
              <a:gd name="connsiteX627" fmla="*/ 1232525 w 7467663"/>
              <a:gd name="connsiteY627" fmla="*/ 1804675 h 6858000"/>
              <a:gd name="connsiteX628" fmla="*/ 1388858 w 7467663"/>
              <a:gd name="connsiteY628" fmla="*/ 2368011 h 6858000"/>
              <a:gd name="connsiteX629" fmla="*/ 1384098 w 7467663"/>
              <a:gd name="connsiteY629" fmla="*/ 2378125 h 6858000"/>
              <a:gd name="connsiteX630" fmla="*/ 1425393 w 7467663"/>
              <a:gd name="connsiteY630" fmla="*/ 2589124 h 6858000"/>
              <a:gd name="connsiteX631" fmla="*/ 1424001 w 7467663"/>
              <a:gd name="connsiteY631" fmla="*/ 2597541 h 6858000"/>
              <a:gd name="connsiteX632" fmla="*/ 2152729 w 7467663"/>
              <a:gd name="connsiteY632" fmla="*/ 2864487 h 6858000"/>
              <a:gd name="connsiteX633" fmla="*/ 2020609 w 7467663"/>
              <a:gd name="connsiteY633" fmla="*/ 2539671 h 6858000"/>
              <a:gd name="connsiteX634" fmla="*/ 2018920 w 7467663"/>
              <a:gd name="connsiteY634" fmla="*/ 2536309 h 6858000"/>
              <a:gd name="connsiteX635" fmla="*/ 1342441 w 7467663"/>
              <a:gd name="connsiteY635" fmla="*/ 1173017 h 6858000"/>
              <a:gd name="connsiteX636" fmla="*/ 1367925 w 7467663"/>
              <a:gd name="connsiteY636" fmla="*/ 1135648 h 6858000"/>
              <a:gd name="connsiteX637" fmla="*/ 1771401 w 7467663"/>
              <a:gd name="connsiteY637" fmla="*/ 1806673 h 6858000"/>
              <a:gd name="connsiteX638" fmla="*/ 1972385 w 7467663"/>
              <a:gd name="connsiteY638" fmla="*/ 2198735 h 6858000"/>
              <a:gd name="connsiteX639" fmla="*/ 2040892 w 7467663"/>
              <a:gd name="connsiteY639" fmla="*/ 2405205 h 6858000"/>
              <a:gd name="connsiteX640" fmla="*/ 2131689 w 7467663"/>
              <a:gd name="connsiteY640" fmla="*/ 1936926 h 6858000"/>
              <a:gd name="connsiteX641" fmla="*/ 2454820 w 7467663"/>
              <a:gd name="connsiteY641" fmla="*/ 1248808 h 6858000"/>
              <a:gd name="connsiteX642" fmla="*/ 2492512 w 7467663"/>
              <a:gd name="connsiteY642" fmla="*/ 1302920 h 6858000"/>
              <a:gd name="connsiteX643" fmla="*/ 2081216 w 7467663"/>
              <a:gd name="connsiteY643" fmla="*/ 2527513 h 6858000"/>
              <a:gd name="connsiteX644" fmla="*/ 2081211 w 7467663"/>
              <a:gd name="connsiteY644" fmla="*/ 2528916 h 6858000"/>
              <a:gd name="connsiteX645" fmla="*/ 2199067 w 7467663"/>
              <a:gd name="connsiteY645" fmla="*/ 2884061 h 6858000"/>
              <a:gd name="connsiteX646" fmla="*/ 3192586 w 7467663"/>
              <a:gd name="connsiteY646" fmla="*/ 3411496 h 6858000"/>
              <a:gd name="connsiteX647" fmla="*/ 3182620 w 7467663"/>
              <a:gd name="connsiteY647" fmla="*/ 3483279 h 6858000"/>
              <a:gd name="connsiteX648" fmla="*/ 2435119 w 7467663"/>
              <a:gd name="connsiteY648" fmla="*/ 3080173 h 6858000"/>
              <a:gd name="connsiteX649" fmla="*/ 2410152 w 7467663"/>
              <a:gd name="connsiteY649" fmla="*/ 3063751 h 6858000"/>
              <a:gd name="connsiteX650" fmla="*/ 2408099 w 7467663"/>
              <a:gd name="connsiteY650" fmla="*/ 3064403 h 6858000"/>
              <a:gd name="connsiteX651" fmla="*/ 2407218 w 7467663"/>
              <a:gd name="connsiteY651" fmla="*/ 3070324 h 6858000"/>
              <a:gd name="connsiteX652" fmla="*/ 2380138 w 7467663"/>
              <a:gd name="connsiteY652" fmla="*/ 3099341 h 6858000"/>
              <a:gd name="connsiteX653" fmla="*/ 1765923 w 7467663"/>
              <a:gd name="connsiteY653" fmla="*/ 3581043 h 6858000"/>
              <a:gd name="connsiteX654" fmla="*/ 1702258 w 7467663"/>
              <a:gd name="connsiteY654" fmla="*/ 3612286 h 6858000"/>
              <a:gd name="connsiteX655" fmla="*/ 1538370 w 7467663"/>
              <a:gd name="connsiteY655" fmla="*/ 3811804 h 6858000"/>
              <a:gd name="connsiteX656" fmla="*/ 542867 w 7467663"/>
              <a:gd name="connsiteY656" fmla="*/ 4944092 h 6858000"/>
              <a:gd name="connsiteX657" fmla="*/ 515800 w 7467663"/>
              <a:gd name="connsiteY657" fmla="*/ 4862180 h 6858000"/>
              <a:gd name="connsiteX658" fmla="*/ 909145 w 7467663"/>
              <a:gd name="connsiteY658" fmla="*/ 4199225 h 6858000"/>
              <a:gd name="connsiteX659" fmla="*/ 1214067 w 7467663"/>
              <a:gd name="connsiteY659" fmla="*/ 3908561 h 6858000"/>
              <a:gd name="connsiteX660" fmla="*/ 640967 w 7467663"/>
              <a:gd name="connsiteY660" fmla="*/ 4105601 h 6858000"/>
              <a:gd name="connsiteX661" fmla="*/ 112563 w 7467663"/>
              <a:gd name="connsiteY661" fmla="*/ 4396952 h 6858000"/>
              <a:gd name="connsiteX662" fmla="*/ 0 w 7467663"/>
              <a:gd name="connsiteY662" fmla="*/ 4466006 h 6858000"/>
              <a:gd name="connsiteX663" fmla="*/ 0 w 7467663"/>
              <a:gd name="connsiteY663" fmla="*/ 4233763 h 6858000"/>
              <a:gd name="connsiteX664" fmla="*/ 36881 w 7467663"/>
              <a:gd name="connsiteY664" fmla="*/ 4200118 h 6858000"/>
              <a:gd name="connsiteX665" fmla="*/ 910534 w 7467663"/>
              <a:gd name="connsiteY665" fmla="*/ 3629753 h 6858000"/>
              <a:gd name="connsiteX666" fmla="*/ 1578717 w 7467663"/>
              <a:gd name="connsiteY666" fmla="*/ 3575982 h 6858000"/>
              <a:gd name="connsiteX667" fmla="*/ 2338780 w 7467663"/>
              <a:gd name="connsiteY667" fmla="*/ 3033725 h 6858000"/>
              <a:gd name="connsiteX668" fmla="*/ 1807991 w 7467663"/>
              <a:gd name="connsiteY668" fmla="*/ 2807184 h 6858000"/>
              <a:gd name="connsiteX669" fmla="*/ 1416358 w 7467663"/>
              <a:gd name="connsiteY669" fmla="*/ 3112571 h 6858000"/>
              <a:gd name="connsiteX670" fmla="*/ 939066 w 7467663"/>
              <a:gd name="connsiteY670" fmla="*/ 3378798 h 6858000"/>
              <a:gd name="connsiteX671" fmla="*/ 115099 w 7467663"/>
              <a:gd name="connsiteY671" fmla="*/ 3607650 h 6858000"/>
              <a:gd name="connsiteX672" fmla="*/ 97284 w 7467663"/>
              <a:gd name="connsiteY672" fmla="*/ 3520393 h 6858000"/>
              <a:gd name="connsiteX673" fmla="*/ 922050 w 7467663"/>
              <a:gd name="connsiteY673" fmla="*/ 3074867 h 6858000"/>
              <a:gd name="connsiteX674" fmla="*/ 1405265 w 7467663"/>
              <a:gd name="connsiteY674" fmla="*/ 3016319 h 6858000"/>
              <a:gd name="connsiteX675" fmla="*/ 1407512 w 7467663"/>
              <a:gd name="connsiteY675" fmla="*/ 3018001 h 6858000"/>
              <a:gd name="connsiteX676" fmla="*/ 1726266 w 7467663"/>
              <a:gd name="connsiteY676" fmla="*/ 2777274 h 6858000"/>
              <a:gd name="connsiteX677" fmla="*/ 625390 w 7467663"/>
              <a:gd name="connsiteY677" fmla="*/ 2514541 h 6858000"/>
              <a:gd name="connsiteX678" fmla="*/ 619799 w 7467663"/>
              <a:gd name="connsiteY678" fmla="*/ 2527180 h 6858000"/>
              <a:gd name="connsiteX679" fmla="*/ 310030 w 7467663"/>
              <a:gd name="connsiteY679" fmla="*/ 2771818 h 6858000"/>
              <a:gd name="connsiteX680" fmla="*/ 173877 w 7467663"/>
              <a:gd name="connsiteY680" fmla="*/ 2937056 h 6858000"/>
              <a:gd name="connsiteX681" fmla="*/ 77889 w 7467663"/>
              <a:gd name="connsiteY681" fmla="*/ 3138440 h 6858000"/>
              <a:gd name="connsiteX682" fmla="*/ 0 w 7467663"/>
              <a:gd name="connsiteY682" fmla="*/ 3271395 h 6858000"/>
              <a:gd name="connsiteX683" fmla="*/ 0 w 7467663"/>
              <a:gd name="connsiteY683" fmla="*/ 3153002 h 6858000"/>
              <a:gd name="connsiteX684" fmla="*/ 2386 w 7467663"/>
              <a:gd name="connsiteY684" fmla="*/ 3149203 h 6858000"/>
              <a:gd name="connsiteX685" fmla="*/ 89753 w 7467663"/>
              <a:gd name="connsiteY685" fmla="*/ 2987702 h 6858000"/>
              <a:gd name="connsiteX686" fmla="*/ 76869 w 7467663"/>
              <a:gd name="connsiteY686" fmla="*/ 3005404 h 6858000"/>
              <a:gd name="connsiteX687" fmla="*/ 32049 w 7467663"/>
              <a:gd name="connsiteY687" fmla="*/ 3065814 h 6858000"/>
              <a:gd name="connsiteX688" fmla="*/ 0 w 7467663"/>
              <a:gd name="connsiteY688" fmla="*/ 3108744 h 6858000"/>
              <a:gd name="connsiteX689" fmla="*/ 0 w 7467663"/>
              <a:gd name="connsiteY689" fmla="*/ 3058059 h 6858000"/>
              <a:gd name="connsiteX690" fmla="*/ 7610 w 7467663"/>
              <a:gd name="connsiteY690" fmla="*/ 3047889 h 6858000"/>
              <a:gd name="connsiteX691" fmla="*/ 52419 w 7467663"/>
              <a:gd name="connsiteY691" fmla="*/ 2987479 h 6858000"/>
              <a:gd name="connsiteX692" fmla="*/ 59142 w 7467663"/>
              <a:gd name="connsiteY692" fmla="*/ 2978488 h 6858000"/>
              <a:gd name="connsiteX693" fmla="*/ 0 w 7467663"/>
              <a:gd name="connsiteY693" fmla="*/ 3015334 h 6858000"/>
              <a:gd name="connsiteX694" fmla="*/ 0 w 7467663"/>
              <a:gd name="connsiteY694" fmla="*/ 2914286 h 6858000"/>
              <a:gd name="connsiteX695" fmla="*/ 36383 w 7467663"/>
              <a:gd name="connsiteY695" fmla="*/ 2901128 h 6858000"/>
              <a:gd name="connsiteX696" fmla="*/ 156329 w 7467663"/>
              <a:gd name="connsiteY696" fmla="*/ 2840533 h 6858000"/>
              <a:gd name="connsiteX697" fmla="*/ 358355 w 7467663"/>
              <a:gd name="connsiteY697" fmla="*/ 2620471 h 6858000"/>
              <a:gd name="connsiteX698" fmla="*/ 510577 w 7467663"/>
              <a:gd name="connsiteY698" fmla="*/ 2501244 h 6858000"/>
              <a:gd name="connsiteX699" fmla="*/ 211967 w 7467663"/>
              <a:gd name="connsiteY699" fmla="*/ 2479171 h 6858000"/>
              <a:gd name="connsiteX700" fmla="*/ 0 w 7467663"/>
              <a:gd name="connsiteY700" fmla="*/ 2476398 h 6858000"/>
              <a:gd name="connsiteX701" fmla="*/ 0 w 7467663"/>
              <a:gd name="connsiteY701" fmla="*/ 2389189 h 6858000"/>
              <a:gd name="connsiteX702" fmla="*/ 103062 w 7467663"/>
              <a:gd name="connsiteY702" fmla="*/ 2389518 h 6858000"/>
              <a:gd name="connsiteX703" fmla="*/ 510734 w 7467663"/>
              <a:gd name="connsiteY703" fmla="*/ 2416201 h 6858000"/>
              <a:gd name="connsiteX704" fmla="*/ 279257 w 7467663"/>
              <a:gd name="connsiteY704" fmla="*/ 2092102 h 6858000"/>
              <a:gd name="connsiteX705" fmla="*/ 65265 w 7467663"/>
              <a:gd name="connsiteY705" fmla="*/ 2006049 h 6858000"/>
              <a:gd name="connsiteX706" fmla="*/ 0 w 7467663"/>
              <a:gd name="connsiteY706" fmla="*/ 1982532 h 6858000"/>
              <a:gd name="connsiteX707" fmla="*/ 0 w 7467663"/>
              <a:gd name="connsiteY707" fmla="*/ 1912789 h 6858000"/>
              <a:gd name="connsiteX708" fmla="*/ 97460 w 7467663"/>
              <a:gd name="connsiteY708" fmla="*/ 1953725 h 6858000"/>
              <a:gd name="connsiteX709" fmla="*/ 221272 w 7467663"/>
              <a:gd name="connsiteY709" fmla="*/ 1980766 h 6858000"/>
              <a:gd name="connsiteX710" fmla="*/ 116765 w 7467663"/>
              <a:gd name="connsiteY710" fmla="*/ 1911033 h 6858000"/>
              <a:gd name="connsiteX711" fmla="*/ 16405 w 7467663"/>
              <a:gd name="connsiteY711" fmla="*/ 1803412 h 6858000"/>
              <a:gd name="connsiteX712" fmla="*/ 0 w 7467663"/>
              <a:gd name="connsiteY712" fmla="*/ 1784777 h 6858000"/>
              <a:gd name="connsiteX713" fmla="*/ 0 w 7467663"/>
              <a:gd name="connsiteY713" fmla="*/ 1740082 h 6858000"/>
              <a:gd name="connsiteX714" fmla="*/ 39394 w 7467663"/>
              <a:gd name="connsiteY714" fmla="*/ 1784856 h 6858000"/>
              <a:gd name="connsiteX715" fmla="*/ 135813 w 7467663"/>
              <a:gd name="connsiteY715" fmla="*/ 1888838 h 6858000"/>
              <a:gd name="connsiteX716" fmla="*/ 242575 w 7467663"/>
              <a:gd name="connsiteY716" fmla="*/ 1958841 h 6858000"/>
              <a:gd name="connsiteX717" fmla="*/ 82197 w 7467663"/>
              <a:gd name="connsiteY717" fmla="*/ 1754826 h 6858000"/>
              <a:gd name="connsiteX718" fmla="*/ 0 w 7467663"/>
              <a:gd name="connsiteY718" fmla="*/ 1679650 h 6858000"/>
              <a:gd name="connsiteX719" fmla="*/ 0 w 7467663"/>
              <a:gd name="connsiteY719" fmla="*/ 1602463 h 6858000"/>
              <a:gd name="connsiteX720" fmla="*/ 84689 w 7467663"/>
              <a:gd name="connsiteY720" fmla="*/ 1677442 h 6858000"/>
              <a:gd name="connsiteX721" fmla="*/ 298437 w 7467663"/>
              <a:gd name="connsiteY721" fmla="*/ 1968019 h 6858000"/>
              <a:gd name="connsiteX722" fmla="*/ 227269 w 7467663"/>
              <a:gd name="connsiteY722" fmla="*/ 1114064 h 6858000"/>
              <a:gd name="connsiteX723" fmla="*/ 248003 w 7467663"/>
              <a:gd name="connsiteY723" fmla="*/ 1089613 h 6858000"/>
              <a:gd name="connsiteX724" fmla="*/ 427020 w 7467663"/>
              <a:gd name="connsiteY724" fmla="*/ 1619803 h 6858000"/>
              <a:gd name="connsiteX725" fmla="*/ 340345 w 7467663"/>
              <a:gd name="connsiteY725" fmla="*/ 2027739 h 6858000"/>
              <a:gd name="connsiteX726" fmla="*/ 360865 w 7467663"/>
              <a:gd name="connsiteY726" fmla="*/ 2044827 h 6858000"/>
              <a:gd name="connsiteX727" fmla="*/ 560414 w 7467663"/>
              <a:gd name="connsiteY727" fmla="*/ 2421457 h 6858000"/>
              <a:gd name="connsiteX728" fmla="*/ 1359703 w 7467663"/>
              <a:gd name="connsiteY728" fmla="*/ 2578554 h 6858000"/>
              <a:gd name="connsiteX729" fmla="*/ 1359422 w 7467663"/>
              <a:gd name="connsiteY729" fmla="*/ 2577994 h 6858000"/>
              <a:gd name="connsiteX730" fmla="*/ 828701 w 7467663"/>
              <a:gd name="connsiteY730" fmla="*/ 1839520 h 6858000"/>
              <a:gd name="connsiteX731" fmla="*/ 494427 w 7467663"/>
              <a:gd name="connsiteY731" fmla="*/ 1092333 h 6858000"/>
              <a:gd name="connsiteX732" fmla="*/ 506322 w 7467663"/>
              <a:gd name="connsiteY732" fmla="*/ 1020997 h 6858000"/>
              <a:gd name="connsiteX733" fmla="*/ 4570198 w 7467663"/>
              <a:gd name="connsiteY733" fmla="*/ 978081 h 6858000"/>
              <a:gd name="connsiteX734" fmla="*/ 4523691 w 7467663"/>
              <a:gd name="connsiteY734" fmla="*/ 1127776 h 6858000"/>
              <a:gd name="connsiteX735" fmla="*/ 4509875 w 7467663"/>
              <a:gd name="connsiteY735" fmla="*/ 1167552 h 6858000"/>
              <a:gd name="connsiteX736" fmla="*/ 4478168 w 7467663"/>
              <a:gd name="connsiteY736" fmla="*/ 1260735 h 6858000"/>
              <a:gd name="connsiteX737" fmla="*/ 4409309 w 7467663"/>
              <a:gd name="connsiteY737" fmla="*/ 1666996 h 6858000"/>
              <a:gd name="connsiteX738" fmla="*/ 4370031 w 7467663"/>
              <a:gd name="connsiteY738" fmla="*/ 1955666 h 6858000"/>
              <a:gd name="connsiteX739" fmla="*/ 4570198 w 7467663"/>
              <a:gd name="connsiteY739" fmla="*/ 978081 h 6858000"/>
              <a:gd name="connsiteX740" fmla="*/ 4557898 w 7467663"/>
              <a:gd name="connsiteY740" fmla="*/ 900011 h 6858000"/>
              <a:gd name="connsiteX741" fmla="*/ 4344840 w 7467663"/>
              <a:gd name="connsiteY741" fmla="*/ 1922038 h 6858000"/>
              <a:gd name="connsiteX742" fmla="*/ 4378710 w 7467663"/>
              <a:gd name="connsiteY742" fmla="*/ 1665516 h 6858000"/>
              <a:gd name="connsiteX743" fmla="*/ 4448798 w 7467663"/>
              <a:gd name="connsiteY743" fmla="*/ 1253024 h 6858000"/>
              <a:gd name="connsiteX744" fmla="*/ 4480315 w 7467663"/>
              <a:gd name="connsiteY744" fmla="*/ 1158454 h 6858000"/>
              <a:gd name="connsiteX745" fmla="*/ 4494133 w 7467663"/>
              <a:gd name="connsiteY745" fmla="*/ 1118676 h 6858000"/>
              <a:gd name="connsiteX746" fmla="*/ 4557898 w 7467663"/>
              <a:gd name="connsiteY746" fmla="*/ 900011 h 6858000"/>
              <a:gd name="connsiteX747" fmla="*/ 5870151 w 7467663"/>
              <a:gd name="connsiteY747" fmla="*/ 898890 h 6858000"/>
              <a:gd name="connsiteX748" fmla="*/ 5861335 w 7467663"/>
              <a:gd name="connsiteY748" fmla="*/ 899177 h 6858000"/>
              <a:gd name="connsiteX749" fmla="*/ 5843702 w 7467663"/>
              <a:gd name="connsiteY749" fmla="*/ 899748 h 6858000"/>
              <a:gd name="connsiteX750" fmla="*/ 5651107 w 7467663"/>
              <a:gd name="connsiteY750" fmla="*/ 920306 h 6858000"/>
              <a:gd name="connsiteX751" fmla="*/ 5459407 w 7467663"/>
              <a:gd name="connsiteY751" fmla="*/ 940975 h 6858000"/>
              <a:gd name="connsiteX752" fmla="*/ 5374846 w 7467663"/>
              <a:gd name="connsiteY752" fmla="*/ 941988 h 6858000"/>
              <a:gd name="connsiteX753" fmla="*/ 5256105 w 7467663"/>
              <a:gd name="connsiteY753" fmla="*/ 945632 h 6858000"/>
              <a:gd name="connsiteX754" fmla="*/ 5107071 w 7467663"/>
              <a:gd name="connsiteY754" fmla="*/ 969720 h 6858000"/>
              <a:gd name="connsiteX755" fmla="*/ 4998681 w 7467663"/>
              <a:gd name="connsiteY755" fmla="*/ 988771 h 6858000"/>
              <a:gd name="connsiteX756" fmla="*/ 5870151 w 7467663"/>
              <a:gd name="connsiteY756" fmla="*/ 898890 h 6858000"/>
              <a:gd name="connsiteX757" fmla="*/ 5504425 w 7467663"/>
              <a:gd name="connsiteY757" fmla="*/ 848067 h 6858000"/>
              <a:gd name="connsiteX758" fmla="*/ 4968849 w 7467663"/>
              <a:gd name="connsiteY758" fmla="*/ 962318 h 6858000"/>
              <a:gd name="connsiteX759" fmla="*/ 5104039 w 7467663"/>
              <a:gd name="connsiteY759" fmla="*/ 940634 h 6858000"/>
              <a:gd name="connsiteX760" fmla="*/ 5256311 w 7467663"/>
              <a:gd name="connsiteY760" fmla="*/ 916490 h 6858000"/>
              <a:gd name="connsiteX761" fmla="*/ 5377381 w 7467663"/>
              <a:gd name="connsiteY761" fmla="*/ 912671 h 6858000"/>
              <a:gd name="connsiteX762" fmla="*/ 5460148 w 7467663"/>
              <a:gd name="connsiteY762" fmla="*/ 911442 h 6858000"/>
              <a:gd name="connsiteX763" fmla="*/ 5648971 w 7467663"/>
              <a:gd name="connsiteY763" fmla="*/ 891331 h 6858000"/>
              <a:gd name="connsiteX764" fmla="*/ 5844807 w 7467663"/>
              <a:gd name="connsiteY764" fmla="*/ 870718 h 6858000"/>
              <a:gd name="connsiteX765" fmla="*/ 5862975 w 7467663"/>
              <a:gd name="connsiteY765" fmla="*/ 869756 h 6858000"/>
              <a:gd name="connsiteX766" fmla="*/ 5920887 w 7467663"/>
              <a:gd name="connsiteY766" fmla="*/ 865929 h 6858000"/>
              <a:gd name="connsiteX767" fmla="*/ 5504425 w 7467663"/>
              <a:gd name="connsiteY767" fmla="*/ 848067 h 6858000"/>
              <a:gd name="connsiteX768" fmla="*/ 3607114 w 7467663"/>
              <a:gd name="connsiteY768" fmla="*/ 467441 h 6858000"/>
              <a:gd name="connsiteX769" fmla="*/ 3296242 w 7467663"/>
              <a:gd name="connsiteY769" fmla="*/ 807991 h 6858000"/>
              <a:gd name="connsiteX770" fmla="*/ 3174674 w 7467663"/>
              <a:gd name="connsiteY770" fmla="*/ 919759 h 6858000"/>
              <a:gd name="connsiteX771" fmla="*/ 3042978 w 7467663"/>
              <a:gd name="connsiteY771" fmla="*/ 1054894 h 6858000"/>
              <a:gd name="connsiteX772" fmla="*/ 2968914 w 7467663"/>
              <a:gd name="connsiteY772" fmla="*/ 1133756 h 6858000"/>
              <a:gd name="connsiteX773" fmla="*/ 3103823 w 7467663"/>
              <a:gd name="connsiteY773" fmla="*/ 1026814 h 6858000"/>
              <a:gd name="connsiteX774" fmla="*/ 3607114 w 7467663"/>
              <a:gd name="connsiteY774" fmla="*/ 467441 h 6858000"/>
              <a:gd name="connsiteX775" fmla="*/ 3744487 w 7467663"/>
              <a:gd name="connsiteY775" fmla="*/ 383136 h 6858000"/>
              <a:gd name="connsiteX776" fmla="*/ 3970213 w 7467663"/>
              <a:gd name="connsiteY776" fmla="*/ 995559 h 6858000"/>
              <a:gd name="connsiteX777" fmla="*/ 3744487 w 7467663"/>
              <a:gd name="connsiteY777" fmla="*/ 383136 h 6858000"/>
              <a:gd name="connsiteX778" fmla="*/ 3624562 w 7467663"/>
              <a:gd name="connsiteY778" fmla="*/ 367041 h 6858000"/>
              <a:gd name="connsiteX779" fmla="*/ 3489712 w 7467663"/>
              <a:gd name="connsiteY779" fmla="*/ 485386 h 6858000"/>
              <a:gd name="connsiteX780" fmla="*/ 3182994 w 7467663"/>
              <a:gd name="connsiteY780" fmla="*/ 828265 h 6858000"/>
              <a:gd name="connsiteX781" fmla="*/ 2892114 w 7467663"/>
              <a:gd name="connsiteY781" fmla="*/ 1172635 h 6858000"/>
              <a:gd name="connsiteX782" fmla="*/ 3021459 w 7467663"/>
              <a:gd name="connsiteY782" fmla="*/ 1035385 h 6858000"/>
              <a:gd name="connsiteX783" fmla="*/ 3153873 w 7467663"/>
              <a:gd name="connsiteY783" fmla="*/ 898971 h 6858000"/>
              <a:gd name="connsiteX784" fmla="*/ 3276511 w 7467663"/>
              <a:gd name="connsiteY784" fmla="*/ 786423 h 6858000"/>
              <a:gd name="connsiteX785" fmla="*/ 3584154 w 7467663"/>
              <a:gd name="connsiteY785" fmla="*/ 448218 h 6858000"/>
              <a:gd name="connsiteX786" fmla="*/ 3624562 w 7467663"/>
              <a:gd name="connsiteY786" fmla="*/ 367041 h 6858000"/>
              <a:gd name="connsiteX787" fmla="*/ 3766672 w 7467663"/>
              <a:gd name="connsiteY787" fmla="*/ 359429 h 6858000"/>
              <a:gd name="connsiteX788" fmla="*/ 3996338 w 7467663"/>
              <a:gd name="connsiteY788" fmla="*/ 968237 h 6858000"/>
              <a:gd name="connsiteX789" fmla="*/ 3766672 w 7467663"/>
              <a:gd name="connsiteY789" fmla="*/ 359429 h 6858000"/>
              <a:gd name="connsiteX790" fmla="*/ 5805386 w 7467663"/>
              <a:gd name="connsiteY790" fmla="*/ 239240 h 6858000"/>
              <a:gd name="connsiteX791" fmla="*/ 5736947 w 7467663"/>
              <a:gd name="connsiteY791" fmla="*/ 261367 h 6858000"/>
              <a:gd name="connsiteX792" fmla="*/ 5427012 w 7467663"/>
              <a:gd name="connsiteY792" fmla="*/ 311272 h 6858000"/>
              <a:gd name="connsiteX793" fmla="*/ 5147818 w 7467663"/>
              <a:gd name="connsiteY793" fmla="*/ 322112 h 6858000"/>
              <a:gd name="connsiteX794" fmla="*/ 5060854 w 7467663"/>
              <a:gd name="connsiteY794" fmla="*/ 311882 h 6858000"/>
              <a:gd name="connsiteX795" fmla="*/ 4945989 w 7467663"/>
              <a:gd name="connsiteY795" fmla="*/ 300516 h 6858000"/>
              <a:gd name="connsiteX796" fmla="*/ 5410479 w 7467663"/>
              <a:gd name="connsiteY796" fmla="*/ 348434 h 6858000"/>
              <a:gd name="connsiteX797" fmla="*/ 5805386 w 7467663"/>
              <a:gd name="connsiteY797" fmla="*/ 239240 h 6858000"/>
              <a:gd name="connsiteX798" fmla="*/ 5905192 w 7467663"/>
              <a:gd name="connsiteY798" fmla="*/ 163079 h 6858000"/>
              <a:gd name="connsiteX799" fmla="*/ 5865655 w 7467663"/>
              <a:gd name="connsiteY799" fmla="*/ 171901 h 6858000"/>
              <a:gd name="connsiteX800" fmla="*/ 5259740 w 7467663"/>
              <a:gd name="connsiteY800" fmla="*/ 257013 h 6858000"/>
              <a:gd name="connsiteX801" fmla="*/ 5208466 w 7467663"/>
              <a:gd name="connsiteY801" fmla="*/ 257550 h 6858000"/>
              <a:gd name="connsiteX802" fmla="*/ 4980204 w 7467663"/>
              <a:gd name="connsiteY802" fmla="*/ 271903 h 6858000"/>
              <a:gd name="connsiteX803" fmla="*/ 5068068 w 7467663"/>
              <a:gd name="connsiteY803" fmla="*/ 282244 h 6858000"/>
              <a:gd name="connsiteX804" fmla="*/ 5153231 w 7467663"/>
              <a:gd name="connsiteY804" fmla="*/ 292240 h 6858000"/>
              <a:gd name="connsiteX805" fmla="*/ 5426491 w 7467663"/>
              <a:gd name="connsiteY805" fmla="*/ 281128 h 6858000"/>
              <a:gd name="connsiteX806" fmla="*/ 5731212 w 7467663"/>
              <a:gd name="connsiteY806" fmla="*/ 231951 h 6858000"/>
              <a:gd name="connsiteX807" fmla="*/ 5905192 w 7467663"/>
              <a:gd name="connsiteY807" fmla="*/ 163079 h 6858000"/>
              <a:gd name="connsiteX808" fmla="*/ 5944437 w 7467663"/>
              <a:gd name="connsiteY808" fmla="*/ 113829 h 6858000"/>
              <a:gd name="connsiteX809" fmla="*/ 5825032 w 7467663"/>
              <a:gd name="connsiteY809" fmla="*/ 146405 h 6858000"/>
              <a:gd name="connsiteX810" fmla="*/ 4955599 w 7467663"/>
              <a:gd name="connsiteY810" fmla="*/ 247008 h 6858000"/>
              <a:gd name="connsiteX811" fmla="*/ 5210104 w 7467663"/>
              <a:gd name="connsiteY811" fmla="*/ 228123 h 6858000"/>
              <a:gd name="connsiteX812" fmla="*/ 5261015 w 7467663"/>
              <a:gd name="connsiteY812" fmla="*/ 227087 h 6858000"/>
              <a:gd name="connsiteX813" fmla="*/ 5861181 w 7467663"/>
              <a:gd name="connsiteY813" fmla="*/ 143093 h 6858000"/>
              <a:gd name="connsiteX814" fmla="*/ 5961252 w 7467663"/>
              <a:gd name="connsiteY814" fmla="*/ 114820 h 6858000"/>
              <a:gd name="connsiteX815" fmla="*/ 5944437 w 7467663"/>
              <a:gd name="connsiteY815" fmla="*/ 113829 h 6858000"/>
              <a:gd name="connsiteX816" fmla="*/ 3882765 w 7467663"/>
              <a:gd name="connsiteY816" fmla="*/ 0 h 6858000"/>
              <a:gd name="connsiteX817" fmla="*/ 3995099 w 7467663"/>
              <a:gd name="connsiteY817" fmla="*/ 0 h 6858000"/>
              <a:gd name="connsiteX818" fmla="*/ 4163818 w 7467663"/>
              <a:gd name="connsiteY818" fmla="*/ 234104 h 6858000"/>
              <a:gd name="connsiteX819" fmla="*/ 4172099 w 7467663"/>
              <a:gd name="connsiteY819" fmla="*/ 234207 h 6858000"/>
              <a:gd name="connsiteX820" fmla="*/ 4784282 w 7467663"/>
              <a:gd name="connsiteY820" fmla="*/ 276561 h 6858000"/>
              <a:gd name="connsiteX821" fmla="*/ 4801687 w 7467663"/>
              <a:gd name="connsiteY821" fmla="*/ 267764 h 6858000"/>
              <a:gd name="connsiteX822" fmla="*/ 6082788 w 7467663"/>
              <a:gd name="connsiteY822" fmla="*/ 64119 h 6858000"/>
              <a:gd name="connsiteX823" fmla="*/ 6099442 w 7467663"/>
              <a:gd name="connsiteY823" fmla="*/ 82568 h 6858000"/>
              <a:gd name="connsiteX824" fmla="*/ 4804137 w 7467663"/>
              <a:gd name="connsiteY824" fmla="*/ 320931 h 6858000"/>
              <a:gd name="connsiteX825" fmla="*/ 4227047 w 7467663"/>
              <a:gd name="connsiteY825" fmla="*/ 313415 h 6858000"/>
              <a:gd name="connsiteX826" fmla="*/ 4346041 w 7467663"/>
              <a:gd name="connsiteY826" fmla="*/ 456086 h 6858000"/>
              <a:gd name="connsiteX827" fmla="*/ 4870967 w 7467663"/>
              <a:gd name="connsiteY827" fmla="*/ 963061 h 6858000"/>
              <a:gd name="connsiteX828" fmla="*/ 4889647 w 7467663"/>
              <a:gd name="connsiteY828" fmla="*/ 957147 h 6858000"/>
              <a:gd name="connsiteX829" fmla="*/ 5422504 w 7467663"/>
              <a:gd name="connsiteY829" fmla="*/ 805191 h 6858000"/>
              <a:gd name="connsiteX830" fmla="*/ 6087656 w 7467663"/>
              <a:gd name="connsiteY830" fmla="*/ 826703 h 6858000"/>
              <a:gd name="connsiteX831" fmla="*/ 6058717 w 7467663"/>
              <a:gd name="connsiteY831" fmla="*/ 865992 h 6858000"/>
              <a:gd name="connsiteX832" fmla="*/ 4974153 w 7467663"/>
              <a:gd name="connsiteY832" fmla="*/ 1045456 h 6858000"/>
              <a:gd name="connsiteX833" fmla="*/ 5627835 w 7467663"/>
              <a:gd name="connsiteY833" fmla="*/ 1472077 h 6858000"/>
              <a:gd name="connsiteX834" fmla="*/ 5629817 w 7467663"/>
              <a:gd name="connsiteY834" fmla="*/ 1471412 h 6858000"/>
              <a:gd name="connsiteX835" fmla="*/ 5634124 w 7467663"/>
              <a:gd name="connsiteY835" fmla="*/ 1470572 h 6858000"/>
              <a:gd name="connsiteX836" fmla="*/ 5755832 w 7467663"/>
              <a:gd name="connsiteY836" fmla="*/ 1383886 h 6858000"/>
              <a:gd name="connsiteX837" fmla="*/ 6014186 w 7467663"/>
              <a:gd name="connsiteY837" fmla="*/ 1279799 h 6858000"/>
              <a:gd name="connsiteX838" fmla="*/ 6901619 w 7467663"/>
              <a:gd name="connsiteY838" fmla="*/ 1047874 h 6858000"/>
              <a:gd name="connsiteX839" fmla="*/ 6931566 w 7467663"/>
              <a:gd name="connsiteY839" fmla="*/ 1062034 h 6858000"/>
              <a:gd name="connsiteX840" fmla="*/ 5790982 w 7467663"/>
              <a:gd name="connsiteY840" fmla="*/ 1561380 h 6858000"/>
              <a:gd name="connsiteX841" fmla="*/ 6188971 w 7467663"/>
              <a:gd name="connsiteY841" fmla="*/ 1755168 h 6858000"/>
              <a:gd name="connsiteX842" fmla="*/ 6202446 w 7467663"/>
              <a:gd name="connsiteY842" fmla="*/ 1752268 h 6858000"/>
              <a:gd name="connsiteX843" fmla="*/ 7179560 w 7467663"/>
              <a:gd name="connsiteY843" fmla="*/ 1467551 h 6858000"/>
              <a:gd name="connsiteX844" fmla="*/ 7158730 w 7467663"/>
              <a:gd name="connsiteY844" fmla="*/ 1507835 h 6858000"/>
              <a:gd name="connsiteX845" fmla="*/ 6326959 w 7467663"/>
              <a:gd name="connsiteY845" fmla="*/ 1817686 h 6858000"/>
              <a:gd name="connsiteX846" fmla="*/ 6537433 w 7467663"/>
              <a:gd name="connsiteY846" fmla="*/ 1907790 h 6858000"/>
              <a:gd name="connsiteX847" fmla="*/ 6550221 w 7467663"/>
              <a:gd name="connsiteY847" fmla="*/ 1910729 h 6858000"/>
              <a:gd name="connsiteX848" fmla="*/ 6964438 w 7467663"/>
              <a:gd name="connsiteY848" fmla="*/ 2209505 h 6858000"/>
              <a:gd name="connsiteX849" fmla="*/ 7367862 w 7467663"/>
              <a:gd name="connsiteY849" fmla="*/ 2806833 h 6858000"/>
              <a:gd name="connsiteX850" fmla="*/ 7364329 w 7467663"/>
              <a:gd name="connsiteY850" fmla="*/ 2826907 h 6858000"/>
              <a:gd name="connsiteX851" fmla="*/ 7290545 w 7467663"/>
              <a:gd name="connsiteY851" fmla="*/ 2850663 h 6858000"/>
              <a:gd name="connsiteX852" fmla="*/ 6472036 w 7467663"/>
              <a:gd name="connsiteY852" fmla="*/ 1959003 h 6858000"/>
              <a:gd name="connsiteX853" fmla="*/ 5792897 w 7467663"/>
              <a:gd name="connsiteY853" fmla="*/ 1647747 h 6858000"/>
              <a:gd name="connsiteX854" fmla="*/ 5842751 w 7467663"/>
              <a:gd name="connsiteY854" fmla="*/ 1816112 h 6858000"/>
              <a:gd name="connsiteX855" fmla="*/ 5847424 w 7467663"/>
              <a:gd name="connsiteY855" fmla="*/ 1815776 h 6858000"/>
              <a:gd name="connsiteX856" fmla="*/ 6399821 w 7467663"/>
              <a:gd name="connsiteY856" fmla="*/ 2344799 h 6858000"/>
              <a:gd name="connsiteX857" fmla="*/ 6323232 w 7467663"/>
              <a:gd name="connsiteY857" fmla="*/ 2389634 h 6858000"/>
              <a:gd name="connsiteX858" fmla="*/ 5942958 w 7467663"/>
              <a:gd name="connsiteY858" fmla="*/ 2077708 h 6858000"/>
              <a:gd name="connsiteX859" fmla="*/ 5921559 w 7467663"/>
              <a:gd name="connsiteY859" fmla="*/ 2378596 h 6858000"/>
              <a:gd name="connsiteX860" fmla="*/ 5817651 w 7467663"/>
              <a:gd name="connsiteY860" fmla="*/ 3023919 h 6858000"/>
              <a:gd name="connsiteX861" fmla="*/ 5729634 w 7467663"/>
              <a:gd name="connsiteY861" fmla="*/ 3051849 h 6858000"/>
              <a:gd name="connsiteX862" fmla="*/ 5611018 w 7467663"/>
              <a:gd name="connsiteY862" fmla="*/ 2316769 h 6858000"/>
              <a:gd name="connsiteX863" fmla="*/ 5687608 w 7467663"/>
              <a:gd name="connsiteY863" fmla="*/ 2039972 h 6858000"/>
              <a:gd name="connsiteX864" fmla="*/ 5657554 w 7467663"/>
              <a:gd name="connsiteY864" fmla="*/ 1576445 h 6858000"/>
              <a:gd name="connsiteX865" fmla="*/ 5150475 w 7467663"/>
              <a:gd name="connsiteY865" fmla="*/ 1274012 h 6858000"/>
              <a:gd name="connsiteX866" fmla="*/ 5349142 w 7467663"/>
              <a:gd name="connsiteY866" fmla="*/ 2204405 h 6858000"/>
              <a:gd name="connsiteX867" fmla="*/ 5262214 w 7467663"/>
              <a:gd name="connsiteY867" fmla="*/ 2233836 h 6858000"/>
              <a:gd name="connsiteX868" fmla="*/ 4981539 w 7467663"/>
              <a:gd name="connsiteY868" fmla="*/ 1542201 h 6858000"/>
              <a:gd name="connsiteX869" fmla="*/ 4958461 w 7467663"/>
              <a:gd name="connsiteY869" fmla="*/ 1136957 h 6858000"/>
              <a:gd name="connsiteX870" fmla="*/ 4655015 w 7467663"/>
              <a:gd name="connsiteY870" fmla="*/ 891426 h 6858000"/>
              <a:gd name="connsiteX871" fmla="*/ 4348002 w 7467663"/>
              <a:gd name="connsiteY871" fmla="*/ 2205895 h 6858000"/>
              <a:gd name="connsiteX872" fmla="*/ 4262250 w 7467663"/>
              <a:gd name="connsiteY872" fmla="*/ 2219972 h 6858000"/>
              <a:gd name="connsiteX873" fmla="*/ 4550611 w 7467663"/>
              <a:gd name="connsiteY873" fmla="*/ 817540 h 6858000"/>
              <a:gd name="connsiteX874" fmla="*/ 4564418 w 7467663"/>
              <a:gd name="connsiteY874" fmla="*/ 808293 h 6858000"/>
              <a:gd name="connsiteX875" fmla="*/ 4266388 w 7467663"/>
              <a:gd name="connsiteY875" fmla="*/ 500083 h 6858000"/>
              <a:gd name="connsiteX876" fmla="*/ 4032842 w 7467663"/>
              <a:gd name="connsiteY876" fmla="*/ 211809 h 6858000"/>
              <a:gd name="connsiteX877" fmla="*/ 3882765 w 7467663"/>
              <a:gd name="connsiteY877" fmla="*/ 0 h 6858000"/>
              <a:gd name="connsiteX878" fmla="*/ 3721337 w 7467663"/>
              <a:gd name="connsiteY878" fmla="*/ 0 h 6858000"/>
              <a:gd name="connsiteX879" fmla="*/ 3797544 w 7467663"/>
              <a:gd name="connsiteY879" fmla="*/ 0 h 6858000"/>
              <a:gd name="connsiteX880" fmla="*/ 3775734 w 7467663"/>
              <a:gd name="connsiteY880" fmla="*/ 95131 h 6858000"/>
              <a:gd name="connsiteX881" fmla="*/ 3724807 w 7467663"/>
              <a:gd name="connsiteY881" fmla="*/ 272257 h 6858000"/>
              <a:gd name="connsiteX882" fmla="*/ 3726844 w 7467663"/>
              <a:gd name="connsiteY882" fmla="*/ 282988 h 6858000"/>
              <a:gd name="connsiteX883" fmla="*/ 3742664 w 7467663"/>
              <a:gd name="connsiteY883" fmla="*/ 279918 h 6858000"/>
              <a:gd name="connsiteX884" fmla="*/ 4103910 w 7467663"/>
              <a:gd name="connsiteY884" fmla="*/ 1161917 h 6858000"/>
              <a:gd name="connsiteX885" fmla="*/ 4020269 w 7467663"/>
              <a:gd name="connsiteY885" fmla="*/ 1200406 h 6858000"/>
              <a:gd name="connsiteX886" fmla="*/ 3674882 w 7467663"/>
              <a:gd name="connsiteY886" fmla="*/ 488524 h 6858000"/>
              <a:gd name="connsiteX887" fmla="*/ 3132682 w 7467663"/>
              <a:gd name="connsiteY887" fmla="*/ 1072284 h 6858000"/>
              <a:gd name="connsiteX888" fmla="*/ 2716346 w 7467663"/>
              <a:gd name="connsiteY888" fmla="*/ 1276376 h 6858000"/>
              <a:gd name="connsiteX889" fmla="*/ 2716772 w 7467663"/>
              <a:gd name="connsiteY889" fmla="*/ 1255462 h 6858000"/>
              <a:gd name="connsiteX890" fmla="*/ 3471096 w 7467663"/>
              <a:gd name="connsiteY890" fmla="*/ 437072 h 6858000"/>
              <a:gd name="connsiteX891" fmla="*/ 3639057 w 7467663"/>
              <a:gd name="connsiteY891" fmla="*/ 286334 h 6858000"/>
              <a:gd name="connsiteX892" fmla="*/ 3640309 w 7467663"/>
              <a:gd name="connsiteY892" fmla="*/ 284664 h 6858000"/>
              <a:gd name="connsiteX893" fmla="*/ 3646022 w 7467663"/>
              <a:gd name="connsiteY893" fmla="*/ 276711 h 6858000"/>
              <a:gd name="connsiteX894" fmla="*/ 3707943 w 7467663"/>
              <a:gd name="connsiteY894" fmla="*/ 65958 h 6858000"/>
              <a:gd name="connsiteX895" fmla="*/ 3721337 w 7467663"/>
              <a:gd name="connsiteY895" fmla="*/ 0 h 6858000"/>
              <a:gd name="connsiteX896" fmla="*/ 2867960 w 7467663"/>
              <a:gd name="connsiteY896" fmla="*/ 0 h 6858000"/>
              <a:gd name="connsiteX897" fmla="*/ 2926351 w 7467663"/>
              <a:gd name="connsiteY897" fmla="*/ 0 h 6858000"/>
              <a:gd name="connsiteX898" fmla="*/ 2902823 w 7467663"/>
              <a:gd name="connsiteY898" fmla="*/ 262929 h 6858000"/>
              <a:gd name="connsiteX899" fmla="*/ 2940663 w 7467663"/>
              <a:gd name="connsiteY899" fmla="*/ 140884 h 6858000"/>
              <a:gd name="connsiteX900" fmla="*/ 2947039 w 7467663"/>
              <a:gd name="connsiteY900" fmla="*/ 122524 h 6858000"/>
              <a:gd name="connsiteX901" fmla="*/ 2984316 w 7467663"/>
              <a:gd name="connsiteY901" fmla="*/ 0 h 6858000"/>
              <a:gd name="connsiteX902" fmla="*/ 3016114 w 7467663"/>
              <a:gd name="connsiteY902" fmla="*/ 0 h 6858000"/>
              <a:gd name="connsiteX903" fmla="*/ 2979949 w 7467663"/>
              <a:gd name="connsiteY903" fmla="*/ 119274 h 6858000"/>
              <a:gd name="connsiteX904" fmla="*/ 3023879 w 7467663"/>
              <a:gd name="connsiteY904" fmla="*/ 0 h 6858000"/>
              <a:gd name="connsiteX905" fmla="*/ 3105400 w 7467663"/>
              <a:gd name="connsiteY905" fmla="*/ 0 h 6858000"/>
              <a:gd name="connsiteX906" fmla="*/ 3094669 w 7467663"/>
              <a:gd name="connsiteY906" fmla="*/ 30308 h 6858000"/>
              <a:gd name="connsiteX907" fmla="*/ 2901945 w 7467663"/>
              <a:gd name="connsiteY907" fmla="*/ 466538 h 6858000"/>
              <a:gd name="connsiteX908" fmla="*/ 2815209 w 7467663"/>
              <a:gd name="connsiteY908" fmla="*/ 497361 h 6858000"/>
              <a:gd name="connsiteX909" fmla="*/ 2844845 w 7467663"/>
              <a:gd name="connsiteY909" fmla="*/ 127638 h 6858000"/>
              <a:gd name="connsiteX910" fmla="*/ 2867960 w 7467663"/>
              <a:gd name="connsiteY910" fmla="*/ 0 h 6858000"/>
              <a:gd name="connsiteX911" fmla="*/ 1057230 w 7467663"/>
              <a:gd name="connsiteY911" fmla="*/ 0 h 6858000"/>
              <a:gd name="connsiteX912" fmla="*/ 1111003 w 7467663"/>
              <a:gd name="connsiteY912" fmla="*/ 0 h 6858000"/>
              <a:gd name="connsiteX913" fmla="*/ 1125553 w 7467663"/>
              <a:gd name="connsiteY913" fmla="*/ 52588 h 6858000"/>
              <a:gd name="connsiteX914" fmla="*/ 1304276 w 7467663"/>
              <a:gd name="connsiteY914" fmla="*/ 476275 h 6858000"/>
              <a:gd name="connsiteX915" fmla="*/ 1492066 w 7467663"/>
              <a:gd name="connsiteY915" fmla="*/ 886333 h 6858000"/>
              <a:gd name="connsiteX916" fmla="*/ 1423698 w 7467663"/>
              <a:gd name="connsiteY916" fmla="*/ 710817 h 6858000"/>
              <a:gd name="connsiteX917" fmla="*/ 1357609 w 7467663"/>
              <a:gd name="connsiteY917" fmla="*/ 532892 h 6858000"/>
              <a:gd name="connsiteX918" fmla="*/ 1309550 w 7467663"/>
              <a:gd name="connsiteY918" fmla="*/ 374031 h 6858000"/>
              <a:gd name="connsiteX919" fmla="*/ 1193673 w 7467663"/>
              <a:gd name="connsiteY919" fmla="*/ 49533 h 6858000"/>
              <a:gd name="connsiteX920" fmla="*/ 1164391 w 7467663"/>
              <a:gd name="connsiteY920" fmla="*/ 0 h 6858000"/>
              <a:gd name="connsiteX921" fmla="*/ 1200666 w 7467663"/>
              <a:gd name="connsiteY921" fmla="*/ 0 h 6858000"/>
              <a:gd name="connsiteX922" fmla="*/ 1223408 w 7467663"/>
              <a:gd name="connsiteY922" fmla="*/ 38996 h 6858000"/>
              <a:gd name="connsiteX923" fmla="*/ 1339635 w 7467663"/>
              <a:gd name="connsiteY923" fmla="*/ 365517 h 6858000"/>
              <a:gd name="connsiteX924" fmla="*/ 1387469 w 7467663"/>
              <a:gd name="connsiteY924" fmla="*/ 523079 h 6858000"/>
              <a:gd name="connsiteX925" fmla="*/ 1452685 w 7467663"/>
              <a:gd name="connsiteY925" fmla="*/ 699806 h 6858000"/>
              <a:gd name="connsiteX926" fmla="*/ 1492092 w 7467663"/>
              <a:gd name="connsiteY926" fmla="*/ 800424 h 6858000"/>
              <a:gd name="connsiteX927" fmla="*/ 1455302 w 7467663"/>
              <a:gd name="connsiteY927" fmla="*/ 632913 h 6858000"/>
              <a:gd name="connsiteX928" fmla="*/ 1222336 w 7467663"/>
              <a:gd name="connsiteY928" fmla="*/ 9480 h 6858000"/>
              <a:gd name="connsiteX929" fmla="*/ 1214634 w 7467663"/>
              <a:gd name="connsiteY929" fmla="*/ 0 h 6858000"/>
              <a:gd name="connsiteX930" fmla="*/ 1289827 w 7467663"/>
              <a:gd name="connsiteY930" fmla="*/ 0 h 6858000"/>
              <a:gd name="connsiteX931" fmla="*/ 1321076 w 7467663"/>
              <a:gd name="connsiteY931" fmla="*/ 59722 h 6858000"/>
              <a:gd name="connsiteX932" fmla="*/ 1512579 w 7467663"/>
              <a:gd name="connsiteY932" fmla="*/ 626441 h 6858000"/>
              <a:gd name="connsiteX933" fmla="*/ 1506076 w 7467663"/>
              <a:gd name="connsiteY933" fmla="*/ 1089289 h 6858000"/>
              <a:gd name="connsiteX934" fmla="*/ 1486346 w 7467663"/>
              <a:gd name="connsiteY934" fmla="*/ 1079919 h 6858000"/>
              <a:gd name="connsiteX935" fmla="*/ 1070511 w 7467663"/>
              <a:gd name="connsiteY935" fmla="*/ 48609 h 6858000"/>
              <a:gd name="connsiteX936" fmla="*/ 1057230 w 7467663"/>
              <a:gd name="connsiteY936" fmla="*/ 0 h 6858000"/>
              <a:gd name="connsiteX937" fmla="*/ 43151 w 7467663"/>
              <a:gd name="connsiteY937" fmla="*/ 0 h 6858000"/>
              <a:gd name="connsiteX938" fmla="*/ 95283 w 7467663"/>
              <a:gd name="connsiteY938" fmla="*/ 0 h 6858000"/>
              <a:gd name="connsiteX939" fmla="*/ 300708 w 7467663"/>
              <a:gd name="connsiteY939" fmla="*/ 154571 h 6858000"/>
              <a:gd name="connsiteX940" fmla="*/ 530414 w 7467663"/>
              <a:gd name="connsiteY940" fmla="*/ 354673 h 6858000"/>
              <a:gd name="connsiteX941" fmla="*/ 333785 w 7467663"/>
              <a:gd name="connsiteY941" fmla="*/ 161564 h 6858000"/>
              <a:gd name="connsiteX942" fmla="*/ 147005 w 7467663"/>
              <a:gd name="connsiteY942" fmla="*/ 0 h 6858000"/>
              <a:gd name="connsiteX943" fmla="*/ 272509 w 7467663"/>
              <a:gd name="connsiteY943" fmla="*/ 0 h 6858000"/>
              <a:gd name="connsiteX944" fmla="*/ 326276 w 7467663"/>
              <a:gd name="connsiteY944" fmla="*/ 45847 h 6858000"/>
              <a:gd name="connsiteX945" fmla="*/ 823759 w 7467663"/>
              <a:gd name="connsiteY945" fmla="*/ 574145 h 6858000"/>
              <a:gd name="connsiteX946" fmla="*/ 811254 w 7467663"/>
              <a:gd name="connsiteY946" fmla="*/ 665546 h 6858000"/>
              <a:gd name="connsiteX947" fmla="*/ 154042 w 7467663"/>
              <a:gd name="connsiteY947" fmla="*/ 261522 h 6858000"/>
              <a:gd name="connsiteX948" fmla="*/ 13550 w 7467663"/>
              <a:gd name="connsiteY948" fmla="*/ 158423 h 6858000"/>
              <a:gd name="connsiteX949" fmla="*/ 0 w 7467663"/>
              <a:gd name="connsiteY949" fmla="*/ 146618 h 6858000"/>
              <a:gd name="connsiteX950" fmla="*/ 0 w 7467663"/>
              <a:gd name="connsiteY950" fmla="*/ 59161 h 6858000"/>
              <a:gd name="connsiteX951" fmla="*/ 45427 w 7467663"/>
              <a:gd name="connsiteY951" fmla="*/ 101078 h 6858000"/>
              <a:gd name="connsiteX952" fmla="*/ 630103 w 7467663"/>
              <a:gd name="connsiteY952" fmla="*/ 485885 h 6858000"/>
              <a:gd name="connsiteX953" fmla="*/ 532040 w 7467663"/>
              <a:gd name="connsiteY953" fmla="*/ 399359 h 6858000"/>
              <a:gd name="connsiteX954" fmla="*/ 517618 w 7467663"/>
              <a:gd name="connsiteY954" fmla="*/ 385726 h 6858000"/>
              <a:gd name="connsiteX955" fmla="*/ 285074 w 7467663"/>
              <a:gd name="connsiteY955" fmla="*/ 182755 h 6858000"/>
              <a:gd name="connsiteX956" fmla="*/ 43151 w 7467663"/>
              <a:gd name="connsiteY95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467600 w 7467600"/>
              <a:gd name="connsiteY75" fmla="*/ 6334256 h 6858000"/>
              <a:gd name="connsiteX76" fmla="*/ 7454976 w 7467600"/>
              <a:gd name="connsiteY76" fmla="*/ 6318297 h 6858000"/>
              <a:gd name="connsiteX77" fmla="*/ 1456157 w 7467600"/>
              <a:gd name="connsiteY77" fmla="*/ 5371404 h 6858000"/>
              <a:gd name="connsiteX78" fmla="*/ 1244432 w 7467600"/>
              <a:gd name="connsiteY78" fmla="*/ 5385601 h 6858000"/>
              <a:gd name="connsiteX79" fmla="*/ 973990 w 7467600"/>
              <a:gd name="connsiteY79" fmla="*/ 5424940 h 6858000"/>
              <a:gd name="connsiteX80" fmla="*/ 1103809 w 7467600"/>
              <a:gd name="connsiteY80" fmla="*/ 5433720 h 6858000"/>
              <a:gd name="connsiteX81" fmla="*/ 1123454 w 7467600"/>
              <a:gd name="connsiteY81" fmla="*/ 5435727 h 6858000"/>
              <a:gd name="connsiteX82" fmla="*/ 1737017 w 7467600"/>
              <a:gd name="connsiteY82" fmla="*/ 5452183 h 6858000"/>
              <a:gd name="connsiteX83" fmla="*/ 1824397 w 7467600"/>
              <a:gd name="connsiteY83" fmla="*/ 5447757 h 6858000"/>
              <a:gd name="connsiteX84" fmla="*/ 2070059 w 7467600"/>
              <a:gd name="connsiteY84" fmla="*/ 5441660 h 6858000"/>
              <a:gd name="connsiteX85" fmla="*/ 1456157 w 7467600"/>
              <a:gd name="connsiteY85" fmla="*/ 5371404 h 6858000"/>
              <a:gd name="connsiteX86" fmla="*/ 4988186 w 7467600"/>
              <a:gd name="connsiteY86" fmla="*/ 5216467 h 6858000"/>
              <a:gd name="connsiteX87" fmla="*/ 4777334 w 7467600"/>
              <a:gd name="connsiteY87" fmla="*/ 5406072 h 6858000"/>
              <a:gd name="connsiteX88" fmla="*/ 4718341 w 7467600"/>
              <a:gd name="connsiteY88" fmla="*/ 5468043 h 6858000"/>
              <a:gd name="connsiteX89" fmla="*/ 4604655 w 7467600"/>
              <a:gd name="connsiteY89" fmla="*/ 5583434 h 6858000"/>
              <a:gd name="connsiteX90" fmla="*/ 4565074 w 7467600"/>
              <a:gd name="connsiteY90" fmla="*/ 5618550 h 6858000"/>
              <a:gd name="connsiteX91" fmla="*/ 4988186 w 7467600"/>
              <a:gd name="connsiteY91" fmla="*/ 5216467 h 6858000"/>
              <a:gd name="connsiteX92" fmla="*/ 4978032 w 7467600"/>
              <a:gd name="connsiteY92" fmla="*/ 5183809 h 6858000"/>
              <a:gd name="connsiteX93" fmla="*/ 4463413 w 7467600"/>
              <a:gd name="connsiteY93" fmla="*/ 5615162 h 6858000"/>
              <a:gd name="connsiteX94" fmla="*/ 4358134 w 7467600"/>
              <a:gd name="connsiteY94" fmla="*/ 5742791 h 6858000"/>
              <a:gd name="connsiteX95" fmla="*/ 4376219 w 7467600"/>
              <a:gd name="connsiteY95" fmla="*/ 5729027 h 6858000"/>
              <a:gd name="connsiteX96" fmla="*/ 4582340 w 7467600"/>
              <a:gd name="connsiteY96" fmla="*/ 5561037 h 6858000"/>
              <a:gd name="connsiteX97" fmla="*/ 4694684 w 7467600"/>
              <a:gd name="connsiteY97" fmla="*/ 5447098 h 6858000"/>
              <a:gd name="connsiteX98" fmla="*/ 4754123 w 7467600"/>
              <a:gd name="connsiteY98" fmla="*/ 5384643 h 6858000"/>
              <a:gd name="connsiteX99" fmla="*/ 4978032 w 7467600"/>
              <a:gd name="connsiteY99" fmla="*/ 5183809 h 6858000"/>
              <a:gd name="connsiteX100" fmla="*/ 1903353 w 7467600"/>
              <a:gd name="connsiteY100" fmla="*/ 5044827 h 6858000"/>
              <a:gd name="connsiteX101" fmla="*/ 1936931 w 7467600"/>
              <a:gd name="connsiteY101" fmla="*/ 5093954 h 6858000"/>
              <a:gd name="connsiteX102" fmla="*/ 2195868 w 7467600"/>
              <a:gd name="connsiteY102" fmla="*/ 5396574 h 6858000"/>
              <a:gd name="connsiteX103" fmla="*/ 2088852 w 7467600"/>
              <a:gd name="connsiteY103" fmla="*/ 5166123 h 6858000"/>
              <a:gd name="connsiteX104" fmla="*/ 1958241 w 7467600"/>
              <a:gd name="connsiteY104" fmla="*/ 5067955 h 6858000"/>
              <a:gd name="connsiteX105" fmla="*/ 1903353 w 7467600"/>
              <a:gd name="connsiteY105" fmla="*/ 5044827 h 6858000"/>
              <a:gd name="connsiteX106" fmla="*/ 1979378 w 7467600"/>
              <a:gd name="connsiteY106" fmla="*/ 4769504 h 6858000"/>
              <a:gd name="connsiteX107" fmla="*/ 2882120 w 7467600"/>
              <a:gd name="connsiteY107" fmla="*/ 5064547 h 6858000"/>
              <a:gd name="connsiteX108" fmla="*/ 2793103 w 7467600"/>
              <a:gd name="connsiteY108" fmla="*/ 5039699 h 6858000"/>
              <a:gd name="connsiteX109" fmla="*/ 2770041 w 7467600"/>
              <a:gd name="connsiteY109" fmla="*/ 5033634 h 6858000"/>
              <a:gd name="connsiteX110" fmla="*/ 1979378 w 7467600"/>
              <a:gd name="connsiteY110" fmla="*/ 4769504 h 6858000"/>
              <a:gd name="connsiteX111" fmla="*/ 1927410 w 7467600"/>
              <a:gd name="connsiteY111" fmla="*/ 4716164 h 6858000"/>
              <a:gd name="connsiteX112" fmla="*/ 1959587 w 7467600"/>
              <a:gd name="connsiteY112" fmla="*/ 4728849 h 6858000"/>
              <a:gd name="connsiteX113" fmla="*/ 2777707 w 7467600"/>
              <a:gd name="connsiteY113" fmla="*/ 5003991 h 6858000"/>
              <a:gd name="connsiteX114" fmla="*/ 2800768 w 7467600"/>
              <a:gd name="connsiteY114" fmla="*/ 5010056 h 6858000"/>
              <a:gd name="connsiteX115" fmla="*/ 2879408 w 7467600"/>
              <a:gd name="connsiteY115" fmla="*/ 5031590 h 6858000"/>
              <a:gd name="connsiteX116" fmla="*/ 2862295 w 7467600"/>
              <a:gd name="connsiteY116" fmla="*/ 5022958 h 6858000"/>
              <a:gd name="connsiteX117" fmla="*/ 2813343 w 7467600"/>
              <a:gd name="connsiteY117" fmla="*/ 4998369 h 6858000"/>
              <a:gd name="connsiteX118" fmla="*/ 2646245 w 7467600"/>
              <a:gd name="connsiteY118" fmla="*/ 4930999 h 6858000"/>
              <a:gd name="connsiteX119" fmla="*/ 1999243 w 7467600"/>
              <a:gd name="connsiteY119" fmla="*/ 4730524 h 6858000"/>
              <a:gd name="connsiteX120" fmla="*/ 1979527 w 7467600"/>
              <a:gd name="connsiteY120" fmla="*/ 4726651 h 6858000"/>
              <a:gd name="connsiteX121" fmla="*/ 1927410 w 7467600"/>
              <a:gd name="connsiteY121" fmla="*/ 4716164 h 6858000"/>
              <a:gd name="connsiteX122" fmla="*/ 1997014 w 7467600"/>
              <a:gd name="connsiteY122" fmla="*/ 4698007 h 6858000"/>
              <a:gd name="connsiteX123" fmla="*/ 2005458 w 7467600"/>
              <a:gd name="connsiteY123" fmla="*/ 4699540 h 6858000"/>
              <a:gd name="connsiteX124" fmla="*/ 2657186 w 7467600"/>
              <a:gd name="connsiteY124" fmla="*/ 4901687 h 6858000"/>
              <a:gd name="connsiteX125" fmla="*/ 2826662 w 7467600"/>
              <a:gd name="connsiteY125" fmla="*/ 4970362 h 6858000"/>
              <a:gd name="connsiteX126" fmla="*/ 2876100 w 7467600"/>
              <a:gd name="connsiteY126" fmla="*/ 4995397 h 6858000"/>
              <a:gd name="connsiteX127" fmla="*/ 3042600 w 7467600"/>
              <a:gd name="connsiteY127" fmla="*/ 5059532 h 6858000"/>
              <a:gd name="connsiteX128" fmla="*/ 1997014 w 7467600"/>
              <a:gd name="connsiteY128" fmla="*/ 4698007 h 6858000"/>
              <a:gd name="connsiteX129" fmla="*/ 2305292 w 7467600"/>
              <a:gd name="connsiteY129" fmla="*/ 4219492 h 6858000"/>
              <a:gd name="connsiteX130" fmla="*/ 3360922 w 7467600"/>
              <a:gd name="connsiteY130" fmla="*/ 4529373 h 6858000"/>
              <a:gd name="connsiteX131" fmla="*/ 3492420 w 7467600"/>
              <a:gd name="connsiteY131" fmla="*/ 4510145 h 6858000"/>
              <a:gd name="connsiteX132" fmla="*/ 3364086 w 7467600"/>
              <a:gd name="connsiteY132" fmla="*/ 4480340 h 6858000"/>
              <a:gd name="connsiteX133" fmla="*/ 3225818 w 7467600"/>
              <a:gd name="connsiteY133" fmla="*/ 4411822 h 6858000"/>
              <a:gd name="connsiteX134" fmla="*/ 3129696 w 7467600"/>
              <a:gd name="connsiteY134" fmla="*/ 4360704 h 6858000"/>
              <a:gd name="connsiteX135" fmla="*/ 2814545 w 7467600"/>
              <a:gd name="connsiteY135" fmla="*/ 4282955 h 6858000"/>
              <a:gd name="connsiteX136" fmla="*/ 2305292 w 7467600"/>
              <a:gd name="connsiteY136" fmla="*/ 4219492 h 6858000"/>
              <a:gd name="connsiteX137" fmla="*/ 2626982 w 7467600"/>
              <a:gd name="connsiteY137" fmla="*/ 4206450 h 6858000"/>
              <a:gd name="connsiteX138" fmla="*/ 2490617 w 7467600"/>
              <a:gd name="connsiteY138" fmla="*/ 4206951 h 6858000"/>
              <a:gd name="connsiteX139" fmla="*/ 2819869 w 7467600"/>
              <a:gd name="connsiteY139" fmla="*/ 4252936 h 6858000"/>
              <a:gd name="connsiteX140" fmla="*/ 3143018 w 7467600"/>
              <a:gd name="connsiteY140" fmla="*/ 4332698 h 6858000"/>
              <a:gd name="connsiteX141" fmla="*/ 3241520 w 7467600"/>
              <a:gd name="connsiteY141" fmla="*/ 4385112 h 6858000"/>
              <a:gd name="connsiteX142" fmla="*/ 3374575 w 7467600"/>
              <a:gd name="connsiteY142" fmla="*/ 4451517 h 6858000"/>
              <a:gd name="connsiteX143" fmla="*/ 3505221 w 7467600"/>
              <a:gd name="connsiteY143" fmla="*/ 4480757 h 6858000"/>
              <a:gd name="connsiteX144" fmla="*/ 2626982 w 7467600"/>
              <a:gd name="connsiteY144" fmla="*/ 4206450 h 6858000"/>
              <a:gd name="connsiteX145" fmla="*/ 1310106 w 7467600"/>
              <a:gd name="connsiteY145" fmla="*/ 3943217 h 6858000"/>
              <a:gd name="connsiteX146" fmla="*/ 854994 w 7467600"/>
              <a:gd name="connsiteY146" fmla="*/ 4399136 h 6858000"/>
              <a:gd name="connsiteX147" fmla="*/ 742462 w 7467600"/>
              <a:gd name="connsiteY147" fmla="*/ 4594648 h 6858000"/>
              <a:gd name="connsiteX148" fmla="*/ 820602 w 7467600"/>
              <a:gd name="connsiteY148" fmla="*/ 4485915 h 6858000"/>
              <a:gd name="connsiteX149" fmla="*/ 878295 w 7467600"/>
              <a:gd name="connsiteY149" fmla="*/ 4403594 h 6858000"/>
              <a:gd name="connsiteX150" fmla="*/ 1240607 w 7467600"/>
              <a:gd name="connsiteY150" fmla="*/ 4010401 h 6858000"/>
              <a:gd name="connsiteX151" fmla="*/ 1310106 w 7467600"/>
              <a:gd name="connsiteY151" fmla="*/ 3943217 h 6858000"/>
              <a:gd name="connsiteX152" fmla="*/ 1423113 w 7467600"/>
              <a:gd name="connsiteY152" fmla="*/ 3874565 h 6858000"/>
              <a:gd name="connsiteX153" fmla="*/ 1260565 w 7467600"/>
              <a:gd name="connsiteY153" fmla="*/ 4031982 h 6858000"/>
              <a:gd name="connsiteX154" fmla="*/ 901900 w 7467600"/>
              <a:gd name="connsiteY154" fmla="*/ 4421236 h 6858000"/>
              <a:gd name="connsiteX155" fmla="*/ 845044 w 7467600"/>
              <a:gd name="connsiteY155" fmla="*/ 4502436 h 6858000"/>
              <a:gd name="connsiteX156" fmla="*/ 685926 w 7467600"/>
              <a:gd name="connsiteY156" fmla="*/ 4703069 h 6858000"/>
              <a:gd name="connsiteX157" fmla="*/ 684248 w 7467600"/>
              <a:gd name="connsiteY157" fmla="*/ 4706721 h 6858000"/>
              <a:gd name="connsiteX158" fmla="*/ 1423113 w 7467600"/>
              <a:gd name="connsiteY158" fmla="*/ 3874565 h 6858000"/>
              <a:gd name="connsiteX159" fmla="*/ 3316479 w 7467600"/>
              <a:gd name="connsiteY159" fmla="*/ 3872136 h 6858000"/>
              <a:gd name="connsiteX160" fmla="*/ 3546806 w 7467600"/>
              <a:gd name="connsiteY160" fmla="*/ 4356139 h 6858000"/>
              <a:gd name="connsiteX161" fmla="*/ 3364433 w 7467600"/>
              <a:gd name="connsiteY161" fmla="*/ 3953121 h 6858000"/>
              <a:gd name="connsiteX162" fmla="*/ 3316479 w 7467600"/>
              <a:gd name="connsiteY162" fmla="*/ 3872136 h 6858000"/>
              <a:gd name="connsiteX163" fmla="*/ 3291335 w 7467600"/>
              <a:gd name="connsiteY163" fmla="*/ 3767420 h 6858000"/>
              <a:gd name="connsiteX164" fmla="*/ 3390805 w 7467600"/>
              <a:gd name="connsiteY164" fmla="*/ 3937163 h 6858000"/>
              <a:gd name="connsiteX165" fmla="*/ 3579062 w 7467600"/>
              <a:gd name="connsiteY165" fmla="*/ 4359040 h 6858000"/>
              <a:gd name="connsiteX166" fmla="*/ 3467355 w 7467600"/>
              <a:gd name="connsiteY166" fmla="*/ 3988130 h 6858000"/>
              <a:gd name="connsiteX167" fmla="*/ 3310753 w 7467600"/>
              <a:gd name="connsiteY167" fmla="*/ 3787140 h 6858000"/>
              <a:gd name="connsiteX168" fmla="*/ 3291335 w 7467600"/>
              <a:gd name="connsiteY168" fmla="*/ 3767420 h 6858000"/>
              <a:gd name="connsiteX169" fmla="*/ 1635889 w 7467600"/>
              <a:gd name="connsiteY169" fmla="*/ 3709494 h 6858000"/>
              <a:gd name="connsiteX170" fmla="*/ 1634800 w 7467600"/>
              <a:gd name="connsiteY170" fmla="*/ 3731111 h 6858000"/>
              <a:gd name="connsiteX171" fmla="*/ 1635889 w 7467600"/>
              <a:gd name="connsiteY171" fmla="*/ 3709494 h 6858000"/>
              <a:gd name="connsiteX172" fmla="*/ 1510397 w 7467600"/>
              <a:gd name="connsiteY172" fmla="*/ 3684705 h 6858000"/>
              <a:gd name="connsiteX173" fmla="*/ 1146550 w 7467600"/>
              <a:gd name="connsiteY173" fmla="*/ 3802012 h 6858000"/>
              <a:gd name="connsiteX174" fmla="*/ 698834 w 7467600"/>
              <a:gd name="connsiteY174" fmla="*/ 3952272 h 6858000"/>
              <a:gd name="connsiteX175" fmla="*/ 34256 w 7467600"/>
              <a:gd name="connsiteY175" fmla="*/ 4347603 h 6858000"/>
              <a:gd name="connsiteX176" fmla="*/ 527241 w 7467600"/>
              <a:gd name="connsiteY176" fmla="*/ 4065078 h 6858000"/>
              <a:gd name="connsiteX177" fmla="*/ 1510397 w 7467600"/>
              <a:gd name="connsiteY177" fmla="*/ 3684705 h 6858000"/>
              <a:gd name="connsiteX178" fmla="*/ 1313114 w 7467600"/>
              <a:gd name="connsiteY178" fmla="*/ 3655216 h 6858000"/>
              <a:gd name="connsiteX179" fmla="*/ 1109304 w 7467600"/>
              <a:gd name="connsiteY179" fmla="*/ 3669030 h 6858000"/>
              <a:gd name="connsiteX180" fmla="*/ 8129 w 7467600"/>
              <a:gd name="connsiteY180" fmla="*/ 4330519 h 6858000"/>
              <a:gd name="connsiteX181" fmla="*/ 687572 w 7467600"/>
              <a:gd name="connsiteY181" fmla="*/ 3925629 h 6858000"/>
              <a:gd name="connsiteX182" fmla="*/ 1138365 w 7467600"/>
              <a:gd name="connsiteY182" fmla="*/ 3774515 h 6858000"/>
              <a:gd name="connsiteX183" fmla="*/ 1505579 w 7467600"/>
              <a:gd name="connsiteY183" fmla="*/ 3655526 h 6858000"/>
              <a:gd name="connsiteX184" fmla="*/ 1313114 w 7467600"/>
              <a:gd name="connsiteY184" fmla="*/ 3655216 h 6858000"/>
              <a:gd name="connsiteX185" fmla="*/ 3655073 w 7467600"/>
              <a:gd name="connsiteY185" fmla="*/ 3650884 h 6858000"/>
              <a:gd name="connsiteX186" fmla="*/ 3989938 w 7467600"/>
              <a:gd name="connsiteY186" fmla="*/ 3991685 h 6858000"/>
              <a:gd name="connsiteX187" fmla="*/ 4393907 w 7467600"/>
              <a:gd name="connsiteY187" fmla="*/ 4261258 h 6858000"/>
              <a:gd name="connsiteX188" fmla="*/ 4648051 w 7467600"/>
              <a:gd name="connsiteY188" fmla="*/ 4374051 h 6858000"/>
              <a:gd name="connsiteX189" fmla="*/ 4383389 w 7467600"/>
              <a:gd name="connsiteY189" fmla="*/ 4184369 h 6858000"/>
              <a:gd name="connsiteX190" fmla="*/ 4165508 w 7467600"/>
              <a:gd name="connsiteY190" fmla="*/ 4035196 h 6858000"/>
              <a:gd name="connsiteX191" fmla="*/ 4068162 w 7467600"/>
              <a:gd name="connsiteY191" fmla="*/ 3953394 h 6858000"/>
              <a:gd name="connsiteX192" fmla="*/ 3981416 w 7467600"/>
              <a:gd name="connsiteY192" fmla="*/ 3880482 h 6858000"/>
              <a:gd name="connsiteX193" fmla="*/ 3800147 w 7467600"/>
              <a:gd name="connsiteY193" fmla="*/ 3749872 h 6858000"/>
              <a:gd name="connsiteX194" fmla="*/ 3655073 w 7467600"/>
              <a:gd name="connsiteY194" fmla="*/ 3650884 h 6858000"/>
              <a:gd name="connsiteX195" fmla="*/ 3670252 w 7467600"/>
              <a:gd name="connsiteY195" fmla="*/ 3622798 h 6858000"/>
              <a:gd name="connsiteX196" fmla="*/ 3817258 w 7467600"/>
              <a:gd name="connsiteY196" fmla="*/ 3723577 h 6858000"/>
              <a:gd name="connsiteX197" fmla="*/ 4000461 w 7467600"/>
              <a:gd name="connsiteY197" fmla="*/ 3855966 h 6858000"/>
              <a:gd name="connsiteX198" fmla="*/ 4088180 w 7467600"/>
              <a:gd name="connsiteY198" fmla="*/ 3929774 h 6858000"/>
              <a:gd name="connsiteX199" fmla="*/ 4184555 w 7467600"/>
              <a:gd name="connsiteY199" fmla="*/ 4010683 h 6858000"/>
              <a:gd name="connsiteX200" fmla="*/ 4399563 w 7467600"/>
              <a:gd name="connsiteY200" fmla="*/ 4158106 h 6858000"/>
              <a:gd name="connsiteX201" fmla="*/ 4684469 w 7467600"/>
              <a:gd name="connsiteY201" fmla="*/ 4364680 h 6858000"/>
              <a:gd name="connsiteX202" fmla="*/ 4690271 w 7467600"/>
              <a:gd name="connsiteY202" fmla="*/ 4370034 h 6858000"/>
              <a:gd name="connsiteX203" fmla="*/ 4136093 w 7467600"/>
              <a:gd name="connsiteY203" fmla="*/ 3858466 h 6858000"/>
              <a:gd name="connsiteX204" fmla="*/ 3670252 w 7467600"/>
              <a:gd name="connsiteY204" fmla="*/ 3622798 h 6858000"/>
              <a:gd name="connsiteX205" fmla="*/ 4440129 w 7467600"/>
              <a:gd name="connsiteY205" fmla="*/ 3448571 h 6858000"/>
              <a:gd name="connsiteX206" fmla="*/ 4856525 w 7467600"/>
              <a:gd name="connsiteY206" fmla="*/ 3915351 h 6858000"/>
              <a:gd name="connsiteX207" fmla="*/ 5059055 w 7467600"/>
              <a:gd name="connsiteY207" fmla="*/ 4108918 h 6858000"/>
              <a:gd name="connsiteX208" fmla="*/ 5290070 w 7467600"/>
              <a:gd name="connsiteY208" fmla="*/ 4263619 h 6858000"/>
              <a:gd name="connsiteX209" fmla="*/ 4834991 w 7467600"/>
              <a:gd name="connsiteY209" fmla="*/ 3830985 h 6858000"/>
              <a:gd name="connsiteX210" fmla="*/ 4440129 w 7467600"/>
              <a:gd name="connsiteY210" fmla="*/ 3448571 h 6858000"/>
              <a:gd name="connsiteX211" fmla="*/ 4441737 w 7467600"/>
              <a:gd name="connsiteY211" fmla="*/ 3399734 h 6858000"/>
              <a:gd name="connsiteX212" fmla="*/ 4431236 w 7467600"/>
              <a:gd name="connsiteY212" fmla="*/ 3400954 h 6858000"/>
              <a:gd name="connsiteX213" fmla="*/ 4557150 w 7467600"/>
              <a:gd name="connsiteY213" fmla="*/ 3510023 h 6858000"/>
              <a:gd name="connsiteX214" fmla="*/ 4856936 w 7467600"/>
              <a:gd name="connsiteY214" fmla="*/ 3809146 h 6858000"/>
              <a:gd name="connsiteX215" fmla="*/ 5111996 w 7467600"/>
              <a:gd name="connsiteY215" fmla="*/ 4065759 h 6858000"/>
              <a:gd name="connsiteX216" fmla="*/ 5388878 w 7467600"/>
              <a:gd name="connsiteY216" fmla="*/ 4300185 h 6858000"/>
              <a:gd name="connsiteX217" fmla="*/ 5425556 w 7467600"/>
              <a:gd name="connsiteY217" fmla="*/ 4308967 h 6858000"/>
              <a:gd name="connsiteX218" fmla="*/ 4943646 w 7467600"/>
              <a:gd name="connsiteY218" fmla="*/ 3822916 h 6858000"/>
              <a:gd name="connsiteX219" fmla="*/ 4594837 w 7467600"/>
              <a:gd name="connsiteY219" fmla="*/ 3532274 h 6858000"/>
              <a:gd name="connsiteX220" fmla="*/ 4441737 w 7467600"/>
              <a:gd name="connsiteY220" fmla="*/ 3399734 h 6858000"/>
              <a:gd name="connsiteX221" fmla="*/ 5425834 w 7467600"/>
              <a:gd name="connsiteY221" fmla="*/ 3162785 h 6858000"/>
              <a:gd name="connsiteX222" fmla="*/ 5401644 w 7467600"/>
              <a:gd name="connsiteY222" fmla="*/ 3617847 h 6858000"/>
              <a:gd name="connsiteX223" fmla="*/ 5467256 w 7467600"/>
              <a:gd name="connsiteY223" fmla="*/ 4175494 h 6858000"/>
              <a:gd name="connsiteX224" fmla="*/ 5448069 w 7467600"/>
              <a:gd name="connsiteY224" fmla="*/ 3567554 h 6858000"/>
              <a:gd name="connsiteX225" fmla="*/ 5425834 w 7467600"/>
              <a:gd name="connsiteY225" fmla="*/ 3162785 h 6858000"/>
              <a:gd name="connsiteX226" fmla="*/ 1318687 w 7467600"/>
              <a:gd name="connsiteY226" fmla="*/ 3113840 h 6858000"/>
              <a:gd name="connsiteX227" fmla="*/ 1066793 w 7467600"/>
              <a:gd name="connsiteY227" fmla="*/ 3212171 h 6858000"/>
              <a:gd name="connsiteX228" fmla="*/ 993319 w 7467600"/>
              <a:gd name="connsiteY228" fmla="*/ 3247648 h 6858000"/>
              <a:gd name="connsiteX229" fmla="*/ 853081 w 7467600"/>
              <a:gd name="connsiteY229" fmla="*/ 3312410 h 6858000"/>
              <a:gd name="connsiteX230" fmla="*/ 805957 w 7467600"/>
              <a:gd name="connsiteY230" fmla="*/ 3330443 h 6858000"/>
              <a:gd name="connsiteX231" fmla="*/ 1318687 w 7467600"/>
              <a:gd name="connsiteY231" fmla="*/ 3113840 h 6858000"/>
              <a:gd name="connsiteX232" fmla="*/ 5453702 w 7467600"/>
              <a:gd name="connsiteY232" fmla="*/ 3090882 h 6858000"/>
              <a:gd name="connsiteX233" fmla="*/ 5480135 w 7467600"/>
              <a:gd name="connsiteY233" fmla="*/ 3565802 h 6858000"/>
              <a:gd name="connsiteX234" fmla="*/ 5499023 w 7467600"/>
              <a:gd name="connsiteY234" fmla="*/ 4166310 h 6858000"/>
              <a:gd name="connsiteX235" fmla="*/ 5547022 w 7467600"/>
              <a:gd name="connsiteY235" fmla="*/ 3607838 h 6858000"/>
              <a:gd name="connsiteX236" fmla="*/ 5515964 w 7467600"/>
              <a:gd name="connsiteY236" fmla="*/ 3378541 h 6858000"/>
              <a:gd name="connsiteX237" fmla="*/ 5453702 w 7467600"/>
              <a:gd name="connsiteY237" fmla="*/ 3090882 h 6858000"/>
              <a:gd name="connsiteX238" fmla="*/ 1238695 w 7467600"/>
              <a:gd name="connsiteY238" fmla="*/ 3076820 h 6858000"/>
              <a:gd name="connsiteX239" fmla="*/ 716371 w 7467600"/>
              <a:gd name="connsiteY239" fmla="*/ 3293249 h 6858000"/>
              <a:gd name="connsiteX240" fmla="*/ 579522 w 7467600"/>
              <a:gd name="connsiteY240" fmla="*/ 3371759 h 6858000"/>
              <a:gd name="connsiteX241" fmla="*/ 600288 w 7467600"/>
              <a:gd name="connsiteY241" fmla="*/ 3365555 h 6858000"/>
              <a:gd name="connsiteX242" fmla="*/ 840692 w 7467600"/>
              <a:gd name="connsiteY242" fmla="*/ 3284921 h 6858000"/>
              <a:gd name="connsiteX243" fmla="*/ 979248 w 7467600"/>
              <a:gd name="connsiteY243" fmla="*/ 3221003 h 6858000"/>
              <a:gd name="connsiteX244" fmla="*/ 1053282 w 7467600"/>
              <a:gd name="connsiteY244" fmla="*/ 3185247 h 6858000"/>
              <a:gd name="connsiteX245" fmla="*/ 1320603 w 7467600"/>
              <a:gd name="connsiteY245" fmla="*/ 3081281 h 6858000"/>
              <a:gd name="connsiteX246" fmla="*/ 1238695 w 7467600"/>
              <a:gd name="connsiteY246" fmla="*/ 3076820 h 6858000"/>
              <a:gd name="connsiteX247" fmla="*/ 5425627 w 7467600"/>
              <a:gd name="connsiteY247" fmla="*/ 2954192 h 6858000"/>
              <a:gd name="connsiteX248" fmla="*/ 5470770 w 7467600"/>
              <a:gd name="connsiteY248" fmla="*/ 3005435 h 6858000"/>
              <a:gd name="connsiteX249" fmla="*/ 5519779 w 7467600"/>
              <a:gd name="connsiteY249" fmla="*/ 4359223 h 6858000"/>
              <a:gd name="connsiteX250" fmla="*/ 5520293 w 7467600"/>
              <a:gd name="connsiteY250" fmla="*/ 4360602 h 6858000"/>
              <a:gd name="connsiteX251" fmla="*/ 5767221 w 7467600"/>
              <a:gd name="connsiteY251" fmla="*/ 4665564 h 6858000"/>
              <a:gd name="connsiteX252" fmla="*/ 6937169 w 7467600"/>
              <a:gd name="connsiteY252" fmla="*/ 4815941 h 6858000"/>
              <a:gd name="connsiteX253" fmla="*/ 6953922 w 7467600"/>
              <a:gd name="connsiteY253" fmla="*/ 4890068 h 6858000"/>
              <a:gd name="connsiteX254" fmla="*/ 6071359 w 7467600"/>
              <a:gd name="connsiteY254" fmla="*/ 4770770 h 6858000"/>
              <a:gd name="connsiteX255" fmla="*/ 6038839 w 7467600"/>
              <a:gd name="connsiteY255" fmla="*/ 4764474 h 6858000"/>
              <a:gd name="connsiteX256" fmla="*/ 6038706 w 7467600"/>
              <a:gd name="connsiteY256" fmla="*/ 4763847 h 6858000"/>
              <a:gd name="connsiteX257" fmla="*/ 6037784 w 7467600"/>
              <a:gd name="connsiteY257" fmla="*/ 4764270 h 6858000"/>
              <a:gd name="connsiteX258" fmla="*/ 6038839 w 7467600"/>
              <a:gd name="connsiteY258" fmla="*/ 4764474 h 6858000"/>
              <a:gd name="connsiteX259" fmla="*/ 6040338 w 7467600"/>
              <a:gd name="connsiteY259" fmla="*/ 4771418 h 6858000"/>
              <a:gd name="connsiteX260" fmla="*/ 6024488 w 7467600"/>
              <a:gd name="connsiteY260" fmla="*/ 4809903 h 6858000"/>
              <a:gd name="connsiteX261" fmla="*/ 5599771 w 7467600"/>
              <a:gd name="connsiteY261" fmla="*/ 5509652 h 6858000"/>
              <a:gd name="connsiteX262" fmla="*/ 5548843 w 7467600"/>
              <a:gd name="connsiteY262" fmla="*/ 5563845 h 6858000"/>
              <a:gd name="connsiteX263" fmla="*/ 5940952 w 7467600"/>
              <a:gd name="connsiteY263" fmla="*/ 6250028 h 6858000"/>
              <a:gd name="connsiteX264" fmla="*/ 6043441 w 7467600"/>
              <a:gd name="connsiteY264" fmla="*/ 6665847 h 6858000"/>
              <a:gd name="connsiteX265" fmla="*/ 6093432 w 7467600"/>
              <a:gd name="connsiteY265" fmla="*/ 6858000 h 6858000"/>
              <a:gd name="connsiteX266" fmla="*/ 6034344 w 7467600"/>
              <a:gd name="connsiteY266" fmla="*/ 6858000 h 6858000"/>
              <a:gd name="connsiteX267" fmla="*/ 6026679 w 7467600"/>
              <a:gd name="connsiteY267" fmla="*/ 6836959 h 6858000"/>
              <a:gd name="connsiteX268" fmla="*/ 5800441 w 7467600"/>
              <a:gd name="connsiteY268" fmla="*/ 6335286 h 6858000"/>
              <a:gd name="connsiteX269" fmla="*/ 5526562 w 7467600"/>
              <a:gd name="connsiteY269" fmla="*/ 5705388 h 6858000"/>
              <a:gd name="connsiteX270" fmla="*/ 5519640 w 7467600"/>
              <a:gd name="connsiteY270" fmla="*/ 5683774 h 6858000"/>
              <a:gd name="connsiteX271" fmla="*/ 5844559 w 7467600"/>
              <a:gd name="connsiteY271" fmla="*/ 6553349 h 6858000"/>
              <a:gd name="connsiteX272" fmla="*/ 5975994 w 7467600"/>
              <a:gd name="connsiteY272" fmla="*/ 6858000 h 6858000"/>
              <a:gd name="connsiteX273" fmla="*/ 5898547 w 7467600"/>
              <a:gd name="connsiteY273" fmla="*/ 6858000 h 6858000"/>
              <a:gd name="connsiteX274" fmla="*/ 5682041 w 7467600"/>
              <a:gd name="connsiteY274" fmla="*/ 6355860 h 6858000"/>
              <a:gd name="connsiteX275" fmla="*/ 5461758 w 7467600"/>
              <a:gd name="connsiteY275" fmla="*/ 5820220 h 6858000"/>
              <a:gd name="connsiteX276" fmla="*/ 5237282 w 7467600"/>
              <a:gd name="connsiteY276" fmla="*/ 6579086 h 6858000"/>
              <a:gd name="connsiteX277" fmla="*/ 5115009 w 7467600"/>
              <a:gd name="connsiteY277" fmla="*/ 6858000 h 6858000"/>
              <a:gd name="connsiteX278" fmla="*/ 5028074 w 7467600"/>
              <a:gd name="connsiteY278" fmla="*/ 6858000 h 6858000"/>
              <a:gd name="connsiteX279" fmla="*/ 5079508 w 7467600"/>
              <a:gd name="connsiteY279" fmla="*/ 6749074 h 6858000"/>
              <a:gd name="connsiteX280" fmla="*/ 5371846 w 7467600"/>
              <a:gd name="connsiteY280" fmla="*/ 5924413 h 6858000"/>
              <a:gd name="connsiteX281" fmla="*/ 5270512 w 7467600"/>
              <a:gd name="connsiteY281" fmla="*/ 6138975 h 6858000"/>
              <a:gd name="connsiteX282" fmla="*/ 5062409 w 7467600"/>
              <a:gd name="connsiteY282" fmla="*/ 6653544 h 6858000"/>
              <a:gd name="connsiteX283" fmla="*/ 5036628 w 7467600"/>
              <a:gd name="connsiteY283" fmla="*/ 6754247 h 6858000"/>
              <a:gd name="connsiteX284" fmla="*/ 5009112 w 7467600"/>
              <a:gd name="connsiteY284" fmla="*/ 6858000 h 6858000"/>
              <a:gd name="connsiteX285" fmla="*/ 4976679 w 7467600"/>
              <a:gd name="connsiteY285" fmla="*/ 6858000 h 6858000"/>
              <a:gd name="connsiteX286" fmla="*/ 5006537 w 7467600"/>
              <a:gd name="connsiteY286" fmla="*/ 6747068 h 6858000"/>
              <a:gd name="connsiteX287" fmla="*/ 5032723 w 7467600"/>
              <a:gd name="connsiteY287" fmla="*/ 6644957 h 6858000"/>
              <a:gd name="connsiteX288" fmla="*/ 5242949 w 7467600"/>
              <a:gd name="connsiteY288" fmla="*/ 6125175 h 6858000"/>
              <a:gd name="connsiteX289" fmla="*/ 5286321 w 7467600"/>
              <a:gd name="connsiteY289" fmla="*/ 6033555 h 6858000"/>
              <a:gd name="connsiteX290" fmla="*/ 5008210 w 7467600"/>
              <a:gd name="connsiteY290" fmla="*/ 6649194 h 6858000"/>
              <a:gd name="connsiteX291" fmla="*/ 4986321 w 7467600"/>
              <a:gd name="connsiteY291" fmla="*/ 6765687 h 6858000"/>
              <a:gd name="connsiteX292" fmla="*/ 4973474 w 7467600"/>
              <a:gd name="connsiteY292" fmla="*/ 6858000 h 6858000"/>
              <a:gd name="connsiteX293" fmla="*/ 4907178 w 7467600"/>
              <a:gd name="connsiteY293" fmla="*/ 6858000 h 6858000"/>
              <a:gd name="connsiteX294" fmla="*/ 4910810 w 7467600"/>
              <a:gd name="connsiteY294" fmla="*/ 6829660 h 6858000"/>
              <a:gd name="connsiteX295" fmla="*/ 4987461 w 7467600"/>
              <a:gd name="connsiteY295" fmla="*/ 6432994 h 6858000"/>
              <a:gd name="connsiteX296" fmla="*/ 5179262 w 7467600"/>
              <a:gd name="connsiteY296" fmla="*/ 6035044 h 6858000"/>
              <a:gd name="connsiteX297" fmla="*/ 4689678 w 7467600"/>
              <a:gd name="connsiteY297" fmla="*/ 6440241 h 6858000"/>
              <a:gd name="connsiteX298" fmla="*/ 4477543 w 7467600"/>
              <a:gd name="connsiteY298" fmla="*/ 6674836 h 6858000"/>
              <a:gd name="connsiteX299" fmla="*/ 4329957 w 7467600"/>
              <a:gd name="connsiteY299" fmla="*/ 6858000 h 6858000"/>
              <a:gd name="connsiteX300" fmla="*/ 4218595 w 7467600"/>
              <a:gd name="connsiteY300" fmla="*/ 6858000 h 6858000"/>
              <a:gd name="connsiteX301" fmla="*/ 4368888 w 7467600"/>
              <a:gd name="connsiteY301" fmla="*/ 6668412 h 6858000"/>
              <a:gd name="connsiteX302" fmla="*/ 4563091 w 7467600"/>
              <a:gd name="connsiteY302" fmla="*/ 6442508 h 6858000"/>
              <a:gd name="connsiteX303" fmla="*/ 5387324 w 7467600"/>
              <a:gd name="connsiteY303" fmla="*/ 5705830 h 6858000"/>
              <a:gd name="connsiteX304" fmla="*/ 5073620 w 7467600"/>
              <a:gd name="connsiteY304" fmla="*/ 5955437 h 6858000"/>
              <a:gd name="connsiteX305" fmla="*/ 4689789 w 7467600"/>
              <a:gd name="connsiteY305" fmla="*/ 6268382 h 6858000"/>
              <a:gd name="connsiteX306" fmla="*/ 4418722 w 7467600"/>
              <a:gd name="connsiteY306" fmla="*/ 6570886 h 6858000"/>
              <a:gd name="connsiteX307" fmla="*/ 4214944 w 7467600"/>
              <a:gd name="connsiteY307" fmla="*/ 6858000 h 6858000"/>
              <a:gd name="connsiteX308" fmla="*/ 4177898 w 7467600"/>
              <a:gd name="connsiteY308" fmla="*/ 6858000 h 6858000"/>
              <a:gd name="connsiteX309" fmla="*/ 4391597 w 7467600"/>
              <a:gd name="connsiteY309" fmla="*/ 6556370 h 6858000"/>
              <a:gd name="connsiteX310" fmla="*/ 4668889 w 7467600"/>
              <a:gd name="connsiteY310" fmla="*/ 6246399 h 6858000"/>
              <a:gd name="connsiteX311" fmla="*/ 5055427 w 7467600"/>
              <a:gd name="connsiteY311" fmla="*/ 5931476 h 6858000"/>
              <a:gd name="connsiteX312" fmla="*/ 5371814 w 7467600"/>
              <a:gd name="connsiteY312" fmla="*/ 5678975 h 6858000"/>
              <a:gd name="connsiteX313" fmla="*/ 4987918 w 7467600"/>
              <a:gd name="connsiteY313" fmla="*/ 5838701 h 6858000"/>
              <a:gd name="connsiteX314" fmla="*/ 4317146 w 7467600"/>
              <a:gd name="connsiteY314" fmla="*/ 6587716 h 6858000"/>
              <a:gd name="connsiteX315" fmla="*/ 4171627 w 7467600"/>
              <a:gd name="connsiteY315" fmla="*/ 6858000 h 6858000"/>
              <a:gd name="connsiteX316" fmla="*/ 4081585 w 7467600"/>
              <a:gd name="connsiteY316" fmla="*/ 6858000 h 6858000"/>
              <a:gd name="connsiteX317" fmla="*/ 4238603 w 7467600"/>
              <a:gd name="connsiteY317" fmla="*/ 6559341 h 6858000"/>
              <a:gd name="connsiteX318" fmla="*/ 4778333 w 7467600"/>
              <a:gd name="connsiteY318" fmla="*/ 5873626 h 6858000"/>
              <a:gd name="connsiteX319" fmla="*/ 5414185 w 7467600"/>
              <a:gd name="connsiteY319" fmla="*/ 5573882 h 6858000"/>
              <a:gd name="connsiteX320" fmla="*/ 5959648 w 7467600"/>
              <a:gd name="connsiteY320" fmla="*/ 4760797 h 6858000"/>
              <a:gd name="connsiteX321" fmla="*/ 5355019 w 7467600"/>
              <a:gd name="connsiteY321" fmla="*/ 4734672 h 6858000"/>
              <a:gd name="connsiteX322" fmla="*/ 5083565 w 7467600"/>
              <a:gd name="connsiteY322" fmla="*/ 5179121 h 6858000"/>
              <a:gd name="connsiteX323" fmla="*/ 4713577 w 7467600"/>
              <a:gd name="connsiteY323" fmla="*/ 5616803 h 6858000"/>
              <a:gd name="connsiteX324" fmla="*/ 3989559 w 7467600"/>
              <a:gd name="connsiteY324" fmla="*/ 6145945 h 6858000"/>
              <a:gd name="connsiteX325" fmla="*/ 3939824 w 7467600"/>
              <a:gd name="connsiteY325" fmla="*/ 6066900 h 6858000"/>
              <a:gd name="connsiteX326" fmla="*/ 4584537 w 7467600"/>
              <a:gd name="connsiteY326" fmla="*/ 5324826 h 6858000"/>
              <a:gd name="connsiteX327" fmla="*/ 5037105 w 7467600"/>
              <a:gd name="connsiteY327" fmla="*/ 5088765 h 6858000"/>
              <a:gd name="connsiteX328" fmla="*/ 5039930 w 7467600"/>
              <a:gd name="connsiteY328" fmla="*/ 5089585 h 6858000"/>
              <a:gd name="connsiteX329" fmla="*/ 5263764 w 7467600"/>
              <a:gd name="connsiteY329" fmla="*/ 4735525 h 6858000"/>
              <a:gd name="connsiteX330" fmla="*/ 4086300 w 7467600"/>
              <a:gd name="connsiteY330" fmla="*/ 4884599 h 6858000"/>
              <a:gd name="connsiteX331" fmla="*/ 4085485 w 7467600"/>
              <a:gd name="connsiteY331" fmla="*/ 4899070 h 6858000"/>
              <a:gd name="connsiteX332" fmla="*/ 3871915 w 7467600"/>
              <a:gd name="connsiteY332" fmla="*/ 5253645 h 6858000"/>
              <a:gd name="connsiteX333" fmla="*/ 3799374 w 7467600"/>
              <a:gd name="connsiteY333" fmla="*/ 5466127 h 6858000"/>
              <a:gd name="connsiteX334" fmla="*/ 3498850 w 7467600"/>
              <a:gd name="connsiteY334" fmla="*/ 6661888 h 6858000"/>
              <a:gd name="connsiteX335" fmla="*/ 3399216 w 7467600"/>
              <a:gd name="connsiteY335" fmla="*/ 6858000 h 6858000"/>
              <a:gd name="connsiteX336" fmla="*/ 3303688 w 7467600"/>
              <a:gd name="connsiteY336" fmla="*/ 6858000 h 6858000"/>
              <a:gd name="connsiteX337" fmla="*/ 3391774 w 7467600"/>
              <a:gd name="connsiteY337" fmla="*/ 6697181 h 6858000"/>
              <a:gd name="connsiteX338" fmla="*/ 3735540 w 7467600"/>
              <a:gd name="connsiteY338" fmla="*/ 5546923 h 6858000"/>
              <a:gd name="connsiteX339" fmla="*/ 3729438 w 7467600"/>
              <a:gd name="connsiteY339" fmla="*/ 5569058 h 6858000"/>
              <a:gd name="connsiteX340" fmla="*/ 3707782 w 7467600"/>
              <a:gd name="connsiteY340" fmla="*/ 5644908 h 6858000"/>
              <a:gd name="connsiteX341" fmla="*/ 3583827 w 7467600"/>
              <a:gd name="connsiteY341" fmla="*/ 6039215 h 6858000"/>
              <a:gd name="connsiteX342" fmla="*/ 3547861 w 7467600"/>
              <a:gd name="connsiteY342" fmla="*/ 6129609 h 6858000"/>
              <a:gd name="connsiteX343" fmla="*/ 3490905 w 7467600"/>
              <a:gd name="connsiteY343" fmla="*/ 6277660 h 6858000"/>
              <a:gd name="connsiteX344" fmla="*/ 3455859 w 7467600"/>
              <a:gd name="connsiteY344" fmla="*/ 6391301 h 6858000"/>
              <a:gd name="connsiteX345" fmla="*/ 3429112 w 7467600"/>
              <a:gd name="connsiteY345" fmla="*/ 6479469 h 6858000"/>
              <a:gd name="connsiteX346" fmla="*/ 3304862 w 7467600"/>
              <a:gd name="connsiteY346" fmla="*/ 6796476 h 6858000"/>
              <a:gd name="connsiteX347" fmla="*/ 3276071 w 7467600"/>
              <a:gd name="connsiteY347" fmla="*/ 6858000 h 6858000"/>
              <a:gd name="connsiteX348" fmla="*/ 3240805 w 7467600"/>
              <a:gd name="connsiteY348" fmla="*/ 6858000 h 6858000"/>
              <a:gd name="connsiteX349" fmla="*/ 3275917 w 7467600"/>
              <a:gd name="connsiteY349" fmla="*/ 6783192 h 6858000"/>
              <a:gd name="connsiteX350" fmla="*/ 3399358 w 7467600"/>
              <a:gd name="connsiteY350" fmla="*/ 6469011 h 6858000"/>
              <a:gd name="connsiteX351" fmla="*/ 3425650 w 7467600"/>
              <a:gd name="connsiteY351" fmla="*/ 6381333 h 6858000"/>
              <a:gd name="connsiteX352" fmla="*/ 3460661 w 7467600"/>
              <a:gd name="connsiteY352" fmla="*/ 6266763 h 6858000"/>
              <a:gd name="connsiteX353" fmla="*/ 3518021 w 7467600"/>
              <a:gd name="connsiteY353" fmla="*/ 6117298 h 6858000"/>
              <a:gd name="connsiteX354" fmla="*/ 3554035 w 7467600"/>
              <a:gd name="connsiteY354" fmla="*/ 6027832 h 6858000"/>
              <a:gd name="connsiteX355" fmla="*/ 3677174 w 7467600"/>
              <a:gd name="connsiteY355" fmla="*/ 5636351 h 6858000"/>
              <a:gd name="connsiteX356" fmla="*/ 3698819 w 7467600"/>
              <a:gd name="connsiteY356" fmla="*/ 5560503 h 6858000"/>
              <a:gd name="connsiteX357" fmla="*/ 3702094 w 7467600"/>
              <a:gd name="connsiteY357" fmla="*/ 5549194 h 6858000"/>
              <a:gd name="connsiteX358" fmla="*/ 3398355 w 7467600"/>
              <a:gd name="connsiteY358" fmla="*/ 6094603 h 6858000"/>
              <a:gd name="connsiteX359" fmla="*/ 3193941 w 7467600"/>
              <a:gd name="connsiteY359" fmla="*/ 6798775 h 6858000"/>
              <a:gd name="connsiteX360" fmla="*/ 3184140 w 7467600"/>
              <a:gd name="connsiteY360" fmla="*/ 6858000 h 6858000"/>
              <a:gd name="connsiteX361" fmla="*/ 3099978 w 7467600"/>
              <a:gd name="connsiteY361" fmla="*/ 6858000 h 6858000"/>
              <a:gd name="connsiteX362" fmla="*/ 3101556 w 7467600"/>
              <a:gd name="connsiteY362" fmla="*/ 6843337 h 6858000"/>
              <a:gd name="connsiteX363" fmla="*/ 3370162 w 7467600"/>
              <a:gd name="connsiteY363" fmla="*/ 5785550 h 6858000"/>
              <a:gd name="connsiteX364" fmla="*/ 3746477 w 7467600"/>
              <a:gd name="connsiteY364" fmla="*/ 5377889 h 6858000"/>
              <a:gd name="connsiteX365" fmla="*/ 3863399 w 7467600"/>
              <a:gd name="connsiteY365" fmla="*/ 5087257 h 6858000"/>
              <a:gd name="connsiteX366" fmla="*/ 3968712 w 7467600"/>
              <a:gd name="connsiteY366" fmla="*/ 4913989 h 6858000"/>
              <a:gd name="connsiteX367" fmla="*/ 2792390 w 7467600"/>
              <a:gd name="connsiteY367" fmla="*/ 5382974 h 6858000"/>
              <a:gd name="connsiteX368" fmla="*/ 2714982 w 7467600"/>
              <a:gd name="connsiteY368" fmla="*/ 5427051 h 6858000"/>
              <a:gd name="connsiteX369" fmla="*/ 2813361 w 7467600"/>
              <a:gd name="connsiteY369" fmla="*/ 6023912 h 6858000"/>
              <a:gd name="connsiteX370" fmla="*/ 2688430 w 7467600"/>
              <a:gd name="connsiteY370" fmla="*/ 6801564 h 6858000"/>
              <a:gd name="connsiteX371" fmla="*/ 2629626 w 7467600"/>
              <a:gd name="connsiteY371" fmla="*/ 6763394 h 6858000"/>
              <a:gd name="connsiteX372" fmla="*/ 2565328 w 7467600"/>
              <a:gd name="connsiteY372" fmla="*/ 5516399 h 6858000"/>
              <a:gd name="connsiteX373" fmla="*/ 1922999 w 7467600"/>
              <a:gd name="connsiteY373" fmla="*/ 5980343 h 6858000"/>
              <a:gd name="connsiteX374" fmla="*/ 1950261 w 7467600"/>
              <a:gd name="connsiteY374" fmla="*/ 6405858 h 6858000"/>
              <a:gd name="connsiteX375" fmla="*/ 2365554 w 7467600"/>
              <a:gd name="connsiteY375" fmla="*/ 6759107 h 6858000"/>
              <a:gd name="connsiteX376" fmla="*/ 2424142 w 7467600"/>
              <a:gd name="connsiteY376" fmla="*/ 6858000 h 6858000"/>
              <a:gd name="connsiteX377" fmla="*/ 2395994 w 7467600"/>
              <a:gd name="connsiteY377" fmla="*/ 6858000 h 6858000"/>
              <a:gd name="connsiteX378" fmla="*/ 2392863 w 7467600"/>
              <a:gd name="connsiteY378" fmla="*/ 6852964 h 6858000"/>
              <a:gd name="connsiteX379" fmla="*/ 2017589 w 7467600"/>
              <a:gd name="connsiteY379" fmla="*/ 6493982 h 6858000"/>
              <a:gd name="connsiteX380" fmla="*/ 2147336 w 7467600"/>
              <a:gd name="connsiteY380" fmla="*/ 6594052 h 6858000"/>
              <a:gd name="connsiteX381" fmla="*/ 2207047 w 7467600"/>
              <a:gd name="connsiteY381" fmla="*/ 6654540 h 6858000"/>
              <a:gd name="connsiteX382" fmla="*/ 2299106 w 7467600"/>
              <a:gd name="connsiteY382" fmla="*/ 6778931 h 6858000"/>
              <a:gd name="connsiteX383" fmla="*/ 2314430 w 7467600"/>
              <a:gd name="connsiteY383" fmla="*/ 6801144 h 6858000"/>
              <a:gd name="connsiteX384" fmla="*/ 2352406 w 7467600"/>
              <a:gd name="connsiteY384" fmla="*/ 6858000 h 6858000"/>
              <a:gd name="connsiteX385" fmla="*/ 2314492 w 7467600"/>
              <a:gd name="connsiteY385" fmla="*/ 6858000 h 6858000"/>
              <a:gd name="connsiteX386" fmla="*/ 2288095 w 7467600"/>
              <a:gd name="connsiteY386" fmla="*/ 6818030 h 6858000"/>
              <a:gd name="connsiteX387" fmla="*/ 2272768 w 7467600"/>
              <a:gd name="connsiteY387" fmla="*/ 6795822 h 6858000"/>
              <a:gd name="connsiteX388" fmla="*/ 2182715 w 7467600"/>
              <a:gd name="connsiteY388" fmla="*/ 6675071 h 6858000"/>
              <a:gd name="connsiteX389" fmla="*/ 2032061 w 7467600"/>
              <a:gd name="connsiteY389" fmla="*/ 6541380 h 6858000"/>
              <a:gd name="connsiteX390" fmla="*/ 2257220 w 7467600"/>
              <a:gd name="connsiteY390" fmla="*/ 6826257 h 6858000"/>
              <a:gd name="connsiteX391" fmla="*/ 2281324 w 7467600"/>
              <a:gd name="connsiteY391" fmla="*/ 6858000 h 6858000"/>
              <a:gd name="connsiteX392" fmla="*/ 2242860 w 7467600"/>
              <a:gd name="connsiteY392" fmla="*/ 6858000 h 6858000"/>
              <a:gd name="connsiteX393" fmla="*/ 2232818 w 7467600"/>
              <a:gd name="connsiteY393" fmla="*/ 6844926 h 6858000"/>
              <a:gd name="connsiteX394" fmla="*/ 1990172 w 7467600"/>
              <a:gd name="connsiteY394" fmla="*/ 6542121 h 6858000"/>
              <a:gd name="connsiteX395" fmla="*/ 2124090 w 7467600"/>
              <a:gd name="connsiteY395" fmla="*/ 6761017 h 6858000"/>
              <a:gd name="connsiteX396" fmla="*/ 2200380 w 7467600"/>
              <a:gd name="connsiteY396" fmla="*/ 6858000 h 6858000"/>
              <a:gd name="connsiteX397" fmla="*/ 2147507 w 7467600"/>
              <a:gd name="connsiteY397" fmla="*/ 6858000 h 6858000"/>
              <a:gd name="connsiteX398" fmla="*/ 2070668 w 7467600"/>
              <a:gd name="connsiteY398" fmla="*/ 6761520 h 6858000"/>
              <a:gd name="connsiteX399" fmla="*/ 1975142 w 7467600"/>
              <a:gd name="connsiteY399" fmla="*/ 6585570 h 6858000"/>
              <a:gd name="connsiteX400" fmla="*/ 2050035 w 7467600"/>
              <a:gd name="connsiteY400" fmla="*/ 6813345 h 6858000"/>
              <a:gd name="connsiteX401" fmla="*/ 2063025 w 7467600"/>
              <a:gd name="connsiteY401" fmla="*/ 6858000 h 6858000"/>
              <a:gd name="connsiteX402" fmla="*/ 2021675 w 7467600"/>
              <a:gd name="connsiteY402" fmla="*/ 6858000 h 6858000"/>
              <a:gd name="connsiteX403" fmla="*/ 2019308 w 7467600"/>
              <a:gd name="connsiteY403" fmla="*/ 6847118 h 6858000"/>
              <a:gd name="connsiteX404" fmla="*/ 1938835 w 7467600"/>
              <a:gd name="connsiteY404" fmla="*/ 6551160 h 6858000"/>
              <a:gd name="connsiteX405" fmla="*/ 1953230 w 7467600"/>
              <a:gd name="connsiteY405" fmla="*/ 6759699 h 6858000"/>
              <a:gd name="connsiteX406" fmla="*/ 1956763 w 7467600"/>
              <a:gd name="connsiteY406" fmla="*/ 6778191 h 6858000"/>
              <a:gd name="connsiteX407" fmla="*/ 1967925 w 7467600"/>
              <a:gd name="connsiteY407" fmla="*/ 6858000 h 6858000"/>
              <a:gd name="connsiteX408" fmla="*/ 1936622 w 7467600"/>
              <a:gd name="connsiteY408" fmla="*/ 6858000 h 6858000"/>
              <a:gd name="connsiteX409" fmla="*/ 1926261 w 7467600"/>
              <a:gd name="connsiteY409" fmla="*/ 6784064 h 6858000"/>
              <a:gd name="connsiteX410" fmla="*/ 1922724 w 7467600"/>
              <a:gd name="connsiteY410" fmla="*/ 6765577 h 6858000"/>
              <a:gd name="connsiteX411" fmla="*/ 1904650 w 7467600"/>
              <a:gd name="connsiteY411" fmla="*/ 6639616 h 6858000"/>
              <a:gd name="connsiteX412" fmla="*/ 1885273 w 7467600"/>
              <a:gd name="connsiteY412" fmla="*/ 6858000 h 6858000"/>
              <a:gd name="connsiteX413" fmla="*/ 1854363 w 7467600"/>
              <a:gd name="connsiteY413" fmla="*/ 6858000 h 6858000"/>
              <a:gd name="connsiteX414" fmla="*/ 1880391 w 7467600"/>
              <a:gd name="connsiteY414" fmla="*/ 6603796 h 6858000"/>
              <a:gd name="connsiteX415" fmla="*/ 1818273 w 7467600"/>
              <a:gd name="connsiteY415" fmla="*/ 6715729 h 6858000"/>
              <a:gd name="connsiteX416" fmla="*/ 1794691 w 7467600"/>
              <a:gd name="connsiteY416" fmla="*/ 6843239 h 6858000"/>
              <a:gd name="connsiteX417" fmla="*/ 1794914 w 7467600"/>
              <a:gd name="connsiteY417" fmla="*/ 6858000 h 6858000"/>
              <a:gd name="connsiteX418" fmla="*/ 1746128 w 7467600"/>
              <a:gd name="connsiteY418" fmla="*/ 6858000 h 6858000"/>
              <a:gd name="connsiteX419" fmla="*/ 1753934 w 7467600"/>
              <a:gd name="connsiteY419" fmla="*/ 6724796 h 6858000"/>
              <a:gd name="connsiteX420" fmla="*/ 1792053 w 7467600"/>
              <a:gd name="connsiteY420" fmla="*/ 6572396 h 6858000"/>
              <a:gd name="connsiteX421" fmla="*/ 1862248 w 7467600"/>
              <a:gd name="connsiteY421" fmla="*/ 6266397 h 6858000"/>
              <a:gd name="connsiteX422" fmla="*/ 1862250 w 7467600"/>
              <a:gd name="connsiteY422" fmla="*/ 6033531 h 6858000"/>
              <a:gd name="connsiteX423" fmla="*/ 1211999 w 7467600"/>
              <a:gd name="connsiteY423" fmla="*/ 6683610 h 6858000"/>
              <a:gd name="connsiteX424" fmla="*/ 1213266 w 7467600"/>
              <a:gd name="connsiteY424" fmla="*/ 6691947 h 6858000"/>
              <a:gd name="connsiteX425" fmla="*/ 1203370 w 7467600"/>
              <a:gd name="connsiteY425" fmla="*/ 6850676 h 6858000"/>
              <a:gd name="connsiteX426" fmla="*/ 1203671 w 7467600"/>
              <a:gd name="connsiteY426" fmla="*/ 6858000 h 6858000"/>
              <a:gd name="connsiteX427" fmla="*/ 1143180 w 7467600"/>
              <a:gd name="connsiteY427" fmla="*/ 6858000 h 6858000"/>
              <a:gd name="connsiteX428" fmla="*/ 1142176 w 7467600"/>
              <a:gd name="connsiteY428" fmla="*/ 6766045 h 6858000"/>
              <a:gd name="connsiteX429" fmla="*/ 1067484 w 7467600"/>
              <a:gd name="connsiteY429" fmla="*/ 6858000 h 6858000"/>
              <a:gd name="connsiteX430" fmla="*/ 953928 w 7467600"/>
              <a:gd name="connsiteY430" fmla="*/ 6858000 h 6858000"/>
              <a:gd name="connsiteX431" fmla="*/ 959715 w 7467600"/>
              <a:gd name="connsiteY431" fmla="*/ 6850185 h 6858000"/>
              <a:gd name="connsiteX432" fmla="*/ 1483788 w 7467600"/>
              <a:gd name="connsiteY432" fmla="*/ 6259174 h 6858000"/>
              <a:gd name="connsiteX433" fmla="*/ 1100671 w 7467600"/>
              <a:gd name="connsiteY433" fmla="*/ 6252137 h 6858000"/>
              <a:gd name="connsiteX434" fmla="*/ 1090144 w 7467600"/>
              <a:gd name="connsiteY434" fmla="*/ 6256748 h 6858000"/>
              <a:gd name="connsiteX435" fmla="*/ 1095872 w 7467600"/>
              <a:gd name="connsiteY435" fmla="*/ 6271892 h 6858000"/>
              <a:gd name="connsiteX436" fmla="*/ 262785 w 7467600"/>
              <a:gd name="connsiteY436" fmla="*/ 6845450 h 6858000"/>
              <a:gd name="connsiteX437" fmla="*/ 209968 w 7467600"/>
              <a:gd name="connsiteY437" fmla="*/ 6770713 h 6858000"/>
              <a:gd name="connsiteX438" fmla="*/ 873460 w 7467600"/>
              <a:gd name="connsiteY438" fmla="*/ 6253768 h 6858000"/>
              <a:gd name="connsiteX439" fmla="*/ 192686 w 7467600"/>
              <a:gd name="connsiteY439" fmla="*/ 5849257 h 6858000"/>
              <a:gd name="connsiteX440" fmla="*/ 4696 w 7467600"/>
              <a:gd name="connsiteY440" fmla="*/ 5697668 h 6858000"/>
              <a:gd name="connsiteX441" fmla="*/ 0 w 7467600"/>
              <a:gd name="connsiteY441" fmla="*/ 5689984 h 6858000"/>
              <a:gd name="connsiteX442" fmla="*/ 0 w 7467600"/>
              <a:gd name="connsiteY442" fmla="*/ 5513472 h 6858000"/>
              <a:gd name="connsiteX443" fmla="*/ 174101 w 7467600"/>
              <a:gd name="connsiteY443" fmla="*/ 5620277 h 6858000"/>
              <a:gd name="connsiteX444" fmla="*/ 891800 w 7467600"/>
              <a:gd name="connsiteY444" fmla="*/ 6036935 h 6858000"/>
              <a:gd name="connsiteX445" fmla="*/ 1072219 w 7467600"/>
              <a:gd name="connsiteY445" fmla="*/ 6169443 h 6858000"/>
              <a:gd name="connsiteX446" fmla="*/ 1074117 w 7467600"/>
              <a:gd name="connsiteY446" fmla="*/ 6170301 h 6858000"/>
              <a:gd name="connsiteX447" fmla="*/ 1083114 w 7467600"/>
              <a:gd name="connsiteY447" fmla="*/ 6174131 h 6858000"/>
              <a:gd name="connsiteX448" fmla="*/ 1543010 w 7467600"/>
              <a:gd name="connsiteY448" fmla="*/ 6191140 h 6858000"/>
              <a:gd name="connsiteX449" fmla="*/ 1551080 w 7467600"/>
              <a:gd name="connsiteY449" fmla="*/ 6195006 h 6858000"/>
              <a:gd name="connsiteX450" fmla="*/ 2345443 w 7467600"/>
              <a:gd name="connsiteY450" fmla="*/ 5549882 h 6858000"/>
              <a:gd name="connsiteX451" fmla="*/ 1721499 w 7467600"/>
              <a:gd name="connsiteY451" fmla="*/ 5599969 h 6858000"/>
              <a:gd name="connsiteX452" fmla="*/ 767716 w 7467600"/>
              <a:gd name="connsiteY452" fmla="*/ 5472768 h 6858000"/>
              <a:gd name="connsiteX453" fmla="*/ 722147 w 7467600"/>
              <a:gd name="connsiteY453" fmla="*/ 5393091 h 6858000"/>
              <a:gd name="connsiteX454" fmla="*/ 1485552 w 7467600"/>
              <a:gd name="connsiteY454" fmla="*/ 5313202 h 6858000"/>
              <a:gd name="connsiteX455" fmla="*/ 2143004 w 7467600"/>
              <a:gd name="connsiteY455" fmla="*/ 5402420 h 6858000"/>
              <a:gd name="connsiteX456" fmla="*/ 1933391 w 7467600"/>
              <a:gd name="connsiteY456" fmla="*/ 5156971 h 6858000"/>
              <a:gd name="connsiteX457" fmla="*/ 1827118 w 7467600"/>
              <a:gd name="connsiteY457" fmla="*/ 4968410 h 6858000"/>
              <a:gd name="connsiteX458" fmla="*/ 1837349 w 7467600"/>
              <a:gd name="connsiteY458" fmla="*/ 4956357 h 6858000"/>
              <a:gd name="connsiteX459" fmla="*/ 2162835 w 7467600"/>
              <a:gd name="connsiteY459" fmla="*/ 5187853 h 6858000"/>
              <a:gd name="connsiteX460" fmla="*/ 2257167 w 7467600"/>
              <a:gd name="connsiteY460" fmla="*/ 5462123 h 6858000"/>
              <a:gd name="connsiteX461" fmla="*/ 2261598 w 7467600"/>
              <a:gd name="connsiteY461" fmla="*/ 5467998 h 6858000"/>
              <a:gd name="connsiteX462" fmla="*/ 2437177 w 7467600"/>
              <a:gd name="connsiteY462" fmla="*/ 5479608 h 6858000"/>
              <a:gd name="connsiteX463" fmla="*/ 2445247 w 7467600"/>
              <a:gd name="connsiteY463" fmla="*/ 5483476 h 6858000"/>
              <a:gd name="connsiteX464" fmla="*/ 2743626 w 7467600"/>
              <a:gd name="connsiteY464" fmla="*/ 5304819 h 6858000"/>
              <a:gd name="connsiteX465" fmla="*/ 3048102 w 7467600"/>
              <a:gd name="connsiteY465" fmla="*/ 5150595 h 6858000"/>
              <a:gd name="connsiteX466" fmla="*/ 1799414 w 7467600"/>
              <a:gd name="connsiteY466" fmla="*/ 4694732 h 6858000"/>
              <a:gd name="connsiteX467" fmla="*/ 1771735 w 7467600"/>
              <a:gd name="connsiteY467" fmla="*/ 4619929 h 6858000"/>
              <a:gd name="connsiteX468" fmla="*/ 3104273 w 7467600"/>
              <a:gd name="connsiteY468" fmla="*/ 5076159 h 6858000"/>
              <a:gd name="connsiteX469" fmla="*/ 3113245 w 7467600"/>
              <a:gd name="connsiteY469" fmla="*/ 5090705 h 6858000"/>
              <a:gd name="connsiteX470" fmla="*/ 3126294 w 7467600"/>
              <a:gd name="connsiteY470" fmla="*/ 5114400 h 6858000"/>
              <a:gd name="connsiteX471" fmla="*/ 3937433 w 7467600"/>
              <a:gd name="connsiteY471" fmla="*/ 4830473 h 6858000"/>
              <a:gd name="connsiteX472" fmla="*/ 3590475 w 7467600"/>
              <a:gd name="connsiteY472" fmla="*/ 4597974 h 6858000"/>
              <a:gd name="connsiteX473" fmla="*/ 3100264 w 7467600"/>
              <a:gd name="connsiteY473" fmla="*/ 4579845 h 6858000"/>
              <a:gd name="connsiteX474" fmla="*/ 2183576 w 7467600"/>
              <a:gd name="connsiteY474" fmla="*/ 4227150 h 6858000"/>
              <a:gd name="connsiteX475" fmla="*/ 2151029 w 7467600"/>
              <a:gd name="connsiteY475" fmla="*/ 4146947 h 6858000"/>
              <a:gd name="connsiteX476" fmla="*/ 3563434 w 7467600"/>
              <a:gd name="connsiteY476" fmla="*/ 4469115 h 6858000"/>
              <a:gd name="connsiteX477" fmla="*/ 3177952 w 7467600"/>
              <a:gd name="connsiteY477" fmla="*/ 3657386 h 6858000"/>
              <a:gd name="connsiteX478" fmla="*/ 3189263 w 7467600"/>
              <a:gd name="connsiteY478" fmla="*/ 3625726 h 6858000"/>
              <a:gd name="connsiteX479" fmla="*/ 3560912 w 7467600"/>
              <a:gd name="connsiteY479" fmla="*/ 4079863 h 6858000"/>
              <a:gd name="connsiteX480" fmla="*/ 3626636 w 7467600"/>
              <a:gd name="connsiteY480" fmla="*/ 4512230 h 6858000"/>
              <a:gd name="connsiteX481" fmla="*/ 3653088 w 7467600"/>
              <a:gd name="connsiteY481" fmla="*/ 4521417 h 6858000"/>
              <a:gd name="connsiteX482" fmla="*/ 3988128 w 7467600"/>
              <a:gd name="connsiteY482" fmla="*/ 4817267 h 6858000"/>
              <a:gd name="connsiteX483" fmla="*/ 4830582 w 7467600"/>
              <a:gd name="connsiteY483" fmla="*/ 4676000 h 6858000"/>
              <a:gd name="connsiteX484" fmla="*/ 4830100 w 7467600"/>
              <a:gd name="connsiteY484" fmla="*/ 4675554 h 6858000"/>
              <a:gd name="connsiteX485" fmla="*/ 4036318 w 7467600"/>
              <a:gd name="connsiteY485" fmla="*/ 4147013 h 6858000"/>
              <a:gd name="connsiteX486" fmla="*/ 3432098 w 7467600"/>
              <a:gd name="connsiteY486" fmla="*/ 3537312 h 6858000"/>
              <a:gd name="connsiteX487" fmla="*/ 3446761 w 7467600"/>
              <a:gd name="connsiteY487" fmla="*/ 3461278 h 6858000"/>
              <a:gd name="connsiteX488" fmla="*/ 4419733 w 7467600"/>
              <a:gd name="connsiteY488" fmla="*/ 3963555 h 6858000"/>
              <a:gd name="connsiteX489" fmla="*/ 4781371 w 7467600"/>
              <a:gd name="connsiteY489" fmla="*/ 4458604 h 6858000"/>
              <a:gd name="connsiteX490" fmla="*/ 4780440 w 7467600"/>
              <a:gd name="connsiteY490" fmla="*/ 4470290 h 6858000"/>
              <a:gd name="connsiteX491" fmla="*/ 4898954 w 7467600"/>
              <a:gd name="connsiteY491" fmla="*/ 4662092 h 6858000"/>
              <a:gd name="connsiteX492" fmla="*/ 4900699 w 7467600"/>
              <a:gd name="connsiteY492" fmla="*/ 4670867 h 6858000"/>
              <a:gd name="connsiteX493" fmla="*/ 5714511 w 7467600"/>
              <a:gd name="connsiteY493" fmla="*/ 4663483 h 6858000"/>
              <a:gd name="connsiteX494" fmla="*/ 5464793 w 7467600"/>
              <a:gd name="connsiteY494" fmla="*/ 4393556 h 6858000"/>
              <a:gd name="connsiteX495" fmla="*/ 5461897 w 7467600"/>
              <a:gd name="connsiteY495" fmla="*/ 4390879 h 6858000"/>
              <a:gd name="connsiteX496" fmla="*/ 4294126 w 7467600"/>
              <a:gd name="connsiteY496" fmla="*/ 3303048 h 6858000"/>
              <a:gd name="connsiteX497" fmla="*/ 4305321 w 7467600"/>
              <a:gd name="connsiteY497" fmla="*/ 3256953 h 6858000"/>
              <a:gd name="connsiteX498" fmla="*/ 4949299 w 7467600"/>
              <a:gd name="connsiteY498" fmla="*/ 3766336 h 6858000"/>
              <a:gd name="connsiteX499" fmla="*/ 5291452 w 7467600"/>
              <a:gd name="connsiteY499" fmla="*/ 4076801 h 6858000"/>
              <a:gd name="connsiteX500" fmla="*/ 5434998 w 7467600"/>
              <a:gd name="connsiteY500" fmla="*/ 4254100 h 6858000"/>
              <a:gd name="connsiteX501" fmla="*/ 5351015 w 7467600"/>
              <a:gd name="connsiteY501" fmla="*/ 3760989 h 6858000"/>
              <a:gd name="connsiteX502" fmla="*/ 5413780 w 7467600"/>
              <a:gd name="connsiteY502" fmla="*/ 2966265 h 6858000"/>
              <a:gd name="connsiteX503" fmla="*/ 5425627 w 7467600"/>
              <a:gd name="connsiteY503" fmla="*/ 2954192 h 6858000"/>
              <a:gd name="connsiteX504" fmla="*/ 6604735 w 7467600"/>
              <a:gd name="connsiteY504" fmla="*/ 2041381 h 6858000"/>
              <a:gd name="connsiteX505" fmla="*/ 7204487 w 7467600"/>
              <a:gd name="connsiteY505" fmla="*/ 2742112 h 6858000"/>
              <a:gd name="connsiteX506" fmla="*/ 7131592 w 7467600"/>
              <a:gd name="connsiteY506" fmla="*/ 2672096 h 6858000"/>
              <a:gd name="connsiteX507" fmla="*/ 6996344 w 7467600"/>
              <a:gd name="connsiteY507" fmla="*/ 2518310 h 6858000"/>
              <a:gd name="connsiteX508" fmla="*/ 6735495 w 7467600"/>
              <a:gd name="connsiteY508" fmla="*/ 2196890 h 6858000"/>
              <a:gd name="connsiteX509" fmla="*/ 6721901 w 7467600"/>
              <a:gd name="connsiteY509" fmla="*/ 2179274 h 6858000"/>
              <a:gd name="connsiteX510" fmla="*/ 6604735 w 7467600"/>
              <a:gd name="connsiteY510" fmla="*/ 2041381 h 6858000"/>
              <a:gd name="connsiteX511" fmla="*/ 6591670 w 7467600"/>
              <a:gd name="connsiteY511" fmla="*/ 1988277 h 6858000"/>
              <a:gd name="connsiteX512" fmla="*/ 6747349 w 7467600"/>
              <a:gd name="connsiteY512" fmla="*/ 2160069 h 6858000"/>
              <a:gd name="connsiteX513" fmla="*/ 6760943 w 7467600"/>
              <a:gd name="connsiteY513" fmla="*/ 2177686 h 6858000"/>
              <a:gd name="connsiteX514" fmla="*/ 7021065 w 7467600"/>
              <a:gd name="connsiteY514" fmla="*/ 2498102 h 6858000"/>
              <a:gd name="connsiteX515" fmla="*/ 7155223 w 7467600"/>
              <a:gd name="connsiteY515" fmla="*/ 2650386 h 6858000"/>
              <a:gd name="connsiteX516" fmla="*/ 7203167 w 7467600"/>
              <a:gd name="connsiteY516" fmla="*/ 2697288 h 6858000"/>
              <a:gd name="connsiteX517" fmla="*/ 6937703 w 7467600"/>
              <a:gd name="connsiteY517" fmla="*/ 2321981 h 6858000"/>
              <a:gd name="connsiteX518" fmla="*/ 6591670 w 7467600"/>
              <a:gd name="connsiteY518" fmla="*/ 1988277 h 6858000"/>
              <a:gd name="connsiteX519" fmla="*/ 5798671 w 7467600"/>
              <a:gd name="connsiteY519" fmla="*/ 1981601 h 6858000"/>
              <a:gd name="connsiteX520" fmla="*/ 5754709 w 7467600"/>
              <a:gd name="connsiteY520" fmla="*/ 2071454 h 6858000"/>
              <a:gd name="connsiteX521" fmla="*/ 5763044 w 7467600"/>
              <a:gd name="connsiteY521" fmla="*/ 2842206 h 6858000"/>
              <a:gd name="connsiteX522" fmla="*/ 5764974 w 7467600"/>
              <a:gd name="connsiteY522" fmla="*/ 2799609 h 6858000"/>
              <a:gd name="connsiteX523" fmla="*/ 5767665 w 7467600"/>
              <a:gd name="connsiteY523" fmla="*/ 2666409 h 6858000"/>
              <a:gd name="connsiteX524" fmla="*/ 5763055 w 7467600"/>
              <a:gd name="connsiteY524" fmla="*/ 2579705 h 6858000"/>
              <a:gd name="connsiteX525" fmla="*/ 5758079 w 7467600"/>
              <a:gd name="connsiteY525" fmla="*/ 2492508 h 6858000"/>
              <a:gd name="connsiteX526" fmla="*/ 5779325 w 7467600"/>
              <a:gd name="connsiteY526" fmla="*/ 2197069 h 6858000"/>
              <a:gd name="connsiteX527" fmla="*/ 5798671 w 7467600"/>
              <a:gd name="connsiteY527" fmla="*/ 1981601 h 6858000"/>
              <a:gd name="connsiteX528" fmla="*/ 5829202 w 7467600"/>
              <a:gd name="connsiteY528" fmla="*/ 1971679 h 6858000"/>
              <a:gd name="connsiteX529" fmla="*/ 5809558 w 7467600"/>
              <a:gd name="connsiteY529" fmla="*/ 2198043 h 6858000"/>
              <a:gd name="connsiteX530" fmla="*/ 5788653 w 7467600"/>
              <a:gd name="connsiteY530" fmla="*/ 2489430 h 6858000"/>
              <a:gd name="connsiteX531" fmla="*/ 5793439 w 7467600"/>
              <a:gd name="connsiteY531" fmla="*/ 2575235 h 6858000"/>
              <a:gd name="connsiteX532" fmla="*/ 5796837 w 7467600"/>
              <a:gd name="connsiteY532" fmla="*/ 2637633 h 6858000"/>
              <a:gd name="connsiteX533" fmla="*/ 5818614 w 7467600"/>
              <a:gd name="connsiteY533" fmla="*/ 2473055 h 6858000"/>
              <a:gd name="connsiteX534" fmla="*/ 5829202 w 7467600"/>
              <a:gd name="connsiteY534" fmla="*/ 1971679 h 6858000"/>
              <a:gd name="connsiteX535" fmla="*/ 5911389 w 7467600"/>
              <a:gd name="connsiteY535" fmla="*/ 1898371 h 6858000"/>
              <a:gd name="connsiteX536" fmla="*/ 6237627 w 7467600"/>
              <a:gd name="connsiteY536" fmla="*/ 2231921 h 6858000"/>
              <a:gd name="connsiteX537" fmla="*/ 5911389 w 7467600"/>
              <a:gd name="connsiteY537" fmla="*/ 1898371 h 6858000"/>
              <a:gd name="connsiteX538" fmla="*/ 6944437 w 7467600"/>
              <a:gd name="connsiteY538" fmla="*/ 1575402 h 6858000"/>
              <a:gd name="connsiteX539" fmla="*/ 6304730 w 7467600"/>
              <a:gd name="connsiteY539" fmla="*/ 1766654 h 6858000"/>
              <a:gd name="connsiteX540" fmla="*/ 6944437 w 7467600"/>
              <a:gd name="connsiteY540" fmla="*/ 1575402 h 6858000"/>
              <a:gd name="connsiteX541" fmla="*/ 7019523 w 7467600"/>
              <a:gd name="connsiteY541" fmla="*/ 1519450 h 6858000"/>
              <a:gd name="connsiteX542" fmla="*/ 6298091 w 7467600"/>
              <a:gd name="connsiteY542" fmla="*/ 1737122 h 6858000"/>
              <a:gd name="connsiteX543" fmla="*/ 7019523 w 7467600"/>
              <a:gd name="connsiteY543" fmla="*/ 1519450 h 6858000"/>
              <a:gd name="connsiteX544" fmla="*/ 2399523 w 7467600"/>
              <a:gd name="connsiteY544" fmla="*/ 1428234 h 6858000"/>
              <a:gd name="connsiteX545" fmla="*/ 2224982 w 7467600"/>
              <a:gd name="connsiteY545" fmla="*/ 1826201 h 6858000"/>
              <a:gd name="connsiteX546" fmla="*/ 2096099 w 7467600"/>
              <a:gd name="connsiteY546" fmla="*/ 2345900 h 6858000"/>
              <a:gd name="connsiteX547" fmla="*/ 2283317 w 7467600"/>
              <a:gd name="connsiteY547" fmla="*/ 1796925 h 6858000"/>
              <a:gd name="connsiteX548" fmla="*/ 2399523 w 7467600"/>
              <a:gd name="connsiteY548" fmla="*/ 1428234 h 6858000"/>
              <a:gd name="connsiteX549" fmla="*/ 2448558 w 7467600"/>
              <a:gd name="connsiteY549" fmla="*/ 1373435 h 6858000"/>
              <a:gd name="connsiteX550" fmla="*/ 2312521 w 7467600"/>
              <a:gd name="connsiteY550" fmla="*/ 1806140 h 6858000"/>
              <a:gd name="connsiteX551" fmla="*/ 2127533 w 7467600"/>
              <a:gd name="connsiteY551" fmla="*/ 2348380 h 6858000"/>
              <a:gd name="connsiteX552" fmla="*/ 2358080 w 7467600"/>
              <a:gd name="connsiteY552" fmla="*/ 1866134 h 6858000"/>
              <a:gd name="connsiteX553" fmla="*/ 2407436 w 7467600"/>
              <a:gd name="connsiteY553" fmla="*/ 1651070 h 6858000"/>
              <a:gd name="connsiteX554" fmla="*/ 2448558 w 7467600"/>
              <a:gd name="connsiteY554" fmla="*/ 1373435 h 6858000"/>
              <a:gd name="connsiteX555" fmla="*/ 278707 w 7467600"/>
              <a:gd name="connsiteY555" fmla="*/ 1352270 h 6858000"/>
              <a:gd name="connsiteX556" fmla="*/ 321570 w 7467600"/>
              <a:gd name="connsiteY556" fmla="*/ 1861610 h 6858000"/>
              <a:gd name="connsiteX557" fmla="*/ 294281 w 7467600"/>
              <a:gd name="connsiteY557" fmla="*/ 1440658 h 6858000"/>
              <a:gd name="connsiteX558" fmla="*/ 278707 w 7467600"/>
              <a:gd name="connsiteY558" fmla="*/ 1352270 h 6858000"/>
              <a:gd name="connsiteX559" fmla="*/ 1423821 w 7467600"/>
              <a:gd name="connsiteY559" fmla="*/ 1351958 h 6858000"/>
              <a:gd name="connsiteX560" fmla="*/ 1638521 w 7467600"/>
              <a:gd name="connsiteY560" fmla="*/ 1908470 h 6858000"/>
              <a:gd name="connsiteX561" fmla="*/ 1754199 w 7467600"/>
              <a:gd name="connsiteY561" fmla="*/ 2149284 h 6858000"/>
              <a:gd name="connsiteX562" fmla="*/ 1908359 w 7467600"/>
              <a:gd name="connsiteY562" fmla="*/ 2364988 h 6858000"/>
              <a:gd name="connsiteX563" fmla="*/ 1647661 w 7467600"/>
              <a:gd name="connsiteY563" fmla="*/ 1825945 h 6858000"/>
              <a:gd name="connsiteX564" fmla="*/ 1423821 w 7467600"/>
              <a:gd name="connsiteY564" fmla="*/ 1351958 h 6858000"/>
              <a:gd name="connsiteX565" fmla="*/ 1431890 w 7467600"/>
              <a:gd name="connsiteY565" fmla="*/ 1306475 h 6858000"/>
              <a:gd name="connsiteX566" fmla="*/ 1507597 w 7467600"/>
              <a:gd name="connsiteY566" fmla="*/ 1446132 h 6858000"/>
              <a:gd name="connsiteX567" fmla="*/ 1674586 w 7467600"/>
              <a:gd name="connsiteY567" fmla="*/ 1813832 h 6858000"/>
              <a:gd name="connsiteX568" fmla="*/ 1815950 w 7467600"/>
              <a:gd name="connsiteY568" fmla="*/ 2128564 h 6858000"/>
              <a:gd name="connsiteX569" fmla="*/ 1984242 w 7467600"/>
              <a:gd name="connsiteY569" fmla="*/ 2430829 h 6858000"/>
              <a:gd name="connsiteX570" fmla="*/ 2014023 w 7467600"/>
              <a:gd name="connsiteY570" fmla="*/ 2450995 h 6858000"/>
              <a:gd name="connsiteX571" fmla="*/ 1747337 w 7467600"/>
              <a:gd name="connsiteY571" fmla="*/ 1855264 h 6858000"/>
              <a:gd name="connsiteX572" fmla="*/ 1533749 w 7467600"/>
              <a:gd name="connsiteY572" fmla="*/ 1478656 h 6858000"/>
              <a:gd name="connsiteX573" fmla="*/ 1431890 w 7467600"/>
              <a:gd name="connsiteY573" fmla="*/ 1306475 h 6858000"/>
              <a:gd name="connsiteX574" fmla="*/ 5052692 w 7467600"/>
              <a:gd name="connsiteY574" fmla="*/ 1292994 h 6858000"/>
              <a:gd name="connsiteX575" fmla="*/ 5200661 w 7467600"/>
              <a:gd name="connsiteY575" fmla="*/ 1635186 h 6858000"/>
              <a:gd name="connsiteX576" fmla="*/ 5297138 w 7467600"/>
              <a:gd name="connsiteY576" fmla="*/ 1906351 h 6858000"/>
              <a:gd name="connsiteX577" fmla="*/ 5052692 w 7467600"/>
              <a:gd name="connsiteY577" fmla="*/ 1292994 h 6858000"/>
              <a:gd name="connsiteX578" fmla="*/ 5009948 w 7467600"/>
              <a:gd name="connsiteY578" fmla="*/ 1273619 h 6858000"/>
              <a:gd name="connsiteX579" fmla="*/ 5121777 w 7467600"/>
              <a:gd name="connsiteY579" fmla="*/ 1654213 h 6858000"/>
              <a:gd name="connsiteX580" fmla="*/ 5293545 w 7467600"/>
              <a:gd name="connsiteY580" fmla="*/ 2072247 h 6858000"/>
              <a:gd name="connsiteX581" fmla="*/ 5294042 w 7467600"/>
              <a:gd name="connsiteY581" fmla="*/ 2065019 h 6858000"/>
              <a:gd name="connsiteX582" fmla="*/ 5171936 w 7467600"/>
              <a:gd name="connsiteY582" fmla="*/ 1647613 h 6858000"/>
              <a:gd name="connsiteX583" fmla="*/ 5009948 w 7467600"/>
              <a:gd name="connsiteY583" fmla="*/ 1273619 h 6858000"/>
              <a:gd name="connsiteX584" fmla="*/ 655236 w 7467600"/>
              <a:gd name="connsiteY584" fmla="*/ 1268632 h 6858000"/>
              <a:gd name="connsiteX585" fmla="*/ 839521 w 7467600"/>
              <a:gd name="connsiteY585" fmla="*/ 1685315 h 6858000"/>
              <a:gd name="connsiteX586" fmla="*/ 1109416 w 7467600"/>
              <a:gd name="connsiteY586" fmla="*/ 2061663 h 6858000"/>
              <a:gd name="connsiteX587" fmla="*/ 1298300 w 7467600"/>
              <a:gd name="connsiteY587" fmla="*/ 2247742 h 6858000"/>
              <a:gd name="connsiteX588" fmla="*/ 1125871 w 7467600"/>
              <a:gd name="connsiteY588" fmla="*/ 1989513 h 6858000"/>
              <a:gd name="connsiteX589" fmla="*/ 981574 w 7467600"/>
              <a:gd name="connsiteY589" fmla="*/ 1783157 h 6858000"/>
              <a:gd name="connsiteX590" fmla="*/ 922198 w 7467600"/>
              <a:gd name="connsiteY590" fmla="*/ 1677437 h 6858000"/>
              <a:gd name="connsiteX591" fmla="*/ 869293 w 7467600"/>
              <a:gd name="connsiteY591" fmla="*/ 1583214 h 6858000"/>
              <a:gd name="connsiteX592" fmla="*/ 751431 w 7467600"/>
              <a:gd name="connsiteY592" fmla="*/ 1405731 h 6858000"/>
              <a:gd name="connsiteX593" fmla="*/ 655236 w 7467600"/>
              <a:gd name="connsiteY593" fmla="*/ 1268632 h 6858000"/>
              <a:gd name="connsiteX594" fmla="*/ 6516292 w 7467600"/>
              <a:gd name="connsiteY594" fmla="*/ 1263064 h 6858000"/>
              <a:gd name="connsiteX595" fmla="*/ 5736320 w 7467600"/>
              <a:gd name="connsiteY595" fmla="*/ 1501803 h 6858000"/>
              <a:gd name="connsiteX596" fmla="*/ 6516292 w 7467600"/>
              <a:gd name="connsiteY596" fmla="*/ 1263064 h 6858000"/>
              <a:gd name="connsiteX597" fmla="*/ 291466 w 7467600"/>
              <a:gd name="connsiteY597" fmla="*/ 1250369 h 6858000"/>
              <a:gd name="connsiteX598" fmla="*/ 323180 w 7467600"/>
              <a:gd name="connsiteY598" fmla="*/ 1435283 h 6858000"/>
              <a:gd name="connsiteX599" fmla="*/ 349381 w 7467600"/>
              <a:gd name="connsiteY599" fmla="*/ 1875041 h 6858000"/>
              <a:gd name="connsiteX600" fmla="*/ 374363 w 7467600"/>
              <a:gd name="connsiteY600" fmla="*/ 1506494 h 6858000"/>
              <a:gd name="connsiteX601" fmla="*/ 302168 w 7467600"/>
              <a:gd name="connsiteY601" fmla="*/ 1274495 h 6858000"/>
              <a:gd name="connsiteX602" fmla="*/ 291466 w 7467600"/>
              <a:gd name="connsiteY602" fmla="*/ 1250369 h 6858000"/>
              <a:gd name="connsiteX603" fmla="*/ 678222 w 7467600"/>
              <a:gd name="connsiteY603" fmla="*/ 1248670 h 6858000"/>
              <a:gd name="connsiteX604" fmla="*/ 775536 w 7467600"/>
              <a:gd name="connsiteY604" fmla="*/ 1388015 h 6858000"/>
              <a:gd name="connsiteX605" fmla="*/ 894529 w 7467600"/>
              <a:gd name="connsiteY605" fmla="*/ 1567739 h 6858000"/>
              <a:gd name="connsiteX606" fmla="*/ 948000 w 7467600"/>
              <a:gd name="connsiteY606" fmla="*/ 1663088 h 6858000"/>
              <a:gd name="connsiteX607" fmla="*/ 1006812 w 7467600"/>
              <a:gd name="connsiteY607" fmla="*/ 1767683 h 6858000"/>
              <a:gd name="connsiteX608" fmla="*/ 1149133 w 7467600"/>
              <a:gd name="connsiteY608" fmla="*/ 1971513 h 6858000"/>
              <a:gd name="connsiteX609" fmla="*/ 1333952 w 7467600"/>
              <a:gd name="connsiteY609" fmla="*/ 2251620 h 6858000"/>
              <a:gd name="connsiteX610" fmla="*/ 1337329 w 7467600"/>
              <a:gd name="connsiteY610" fmla="*/ 2258350 h 6858000"/>
              <a:gd name="connsiteX611" fmla="*/ 1014726 w 7467600"/>
              <a:gd name="connsiteY611" fmla="*/ 1615556 h 6858000"/>
              <a:gd name="connsiteX612" fmla="*/ 678222 w 7467600"/>
              <a:gd name="connsiteY612" fmla="*/ 1248670 h 6858000"/>
              <a:gd name="connsiteX613" fmla="*/ 6691602 w 7467600"/>
              <a:gd name="connsiteY613" fmla="*/ 1140573 h 6858000"/>
              <a:gd name="connsiteX614" fmla="*/ 6571100 w 7467600"/>
              <a:gd name="connsiteY614" fmla="*/ 1183662 h 6858000"/>
              <a:gd name="connsiteX615" fmla="*/ 6241687 w 7467600"/>
              <a:gd name="connsiteY615" fmla="*/ 1257600 h 6858000"/>
              <a:gd name="connsiteX616" fmla="*/ 5693009 w 7467600"/>
              <a:gd name="connsiteY616" fmla="*/ 1478256 h 6858000"/>
              <a:gd name="connsiteX617" fmla="*/ 6548420 w 7467600"/>
              <a:gd name="connsiteY617" fmla="*/ 1214599 h 6858000"/>
              <a:gd name="connsiteX618" fmla="*/ 6605473 w 7467600"/>
              <a:gd name="connsiteY618" fmla="*/ 1184686 h 6858000"/>
              <a:gd name="connsiteX619" fmla="*/ 6691602 w 7467600"/>
              <a:gd name="connsiteY619" fmla="*/ 1140573 h 6858000"/>
              <a:gd name="connsiteX620" fmla="*/ 4002475 w 7467600"/>
              <a:gd name="connsiteY620" fmla="*/ 1037802 h 6858000"/>
              <a:gd name="connsiteX621" fmla="*/ 4000324 w 7467600"/>
              <a:gd name="connsiteY621" fmla="*/ 1039362 h 6858000"/>
              <a:gd name="connsiteX622" fmla="*/ 4002862 w 7467600"/>
              <a:gd name="connsiteY622" fmla="*/ 1042866 h 6858000"/>
              <a:gd name="connsiteX623" fmla="*/ 4002475 w 7467600"/>
              <a:gd name="connsiteY623" fmla="*/ 1037802 h 6858000"/>
              <a:gd name="connsiteX624" fmla="*/ 506322 w 7467600"/>
              <a:gd name="connsiteY624" fmla="*/ 1020997 h 6858000"/>
              <a:gd name="connsiteX625" fmla="*/ 533068 w 7467600"/>
              <a:gd name="connsiteY625" fmla="*/ 1029409 h 6858000"/>
              <a:gd name="connsiteX626" fmla="*/ 1232525 w 7467600"/>
              <a:gd name="connsiteY626" fmla="*/ 1804675 h 6858000"/>
              <a:gd name="connsiteX627" fmla="*/ 1388858 w 7467600"/>
              <a:gd name="connsiteY627" fmla="*/ 2368011 h 6858000"/>
              <a:gd name="connsiteX628" fmla="*/ 1384098 w 7467600"/>
              <a:gd name="connsiteY628" fmla="*/ 2378125 h 6858000"/>
              <a:gd name="connsiteX629" fmla="*/ 1425393 w 7467600"/>
              <a:gd name="connsiteY629" fmla="*/ 2589124 h 6858000"/>
              <a:gd name="connsiteX630" fmla="*/ 1424001 w 7467600"/>
              <a:gd name="connsiteY630" fmla="*/ 2597541 h 6858000"/>
              <a:gd name="connsiteX631" fmla="*/ 2152729 w 7467600"/>
              <a:gd name="connsiteY631" fmla="*/ 2864487 h 6858000"/>
              <a:gd name="connsiteX632" fmla="*/ 2020609 w 7467600"/>
              <a:gd name="connsiteY632" fmla="*/ 2539671 h 6858000"/>
              <a:gd name="connsiteX633" fmla="*/ 2018920 w 7467600"/>
              <a:gd name="connsiteY633" fmla="*/ 2536309 h 6858000"/>
              <a:gd name="connsiteX634" fmla="*/ 1342441 w 7467600"/>
              <a:gd name="connsiteY634" fmla="*/ 1173017 h 6858000"/>
              <a:gd name="connsiteX635" fmla="*/ 1367925 w 7467600"/>
              <a:gd name="connsiteY635" fmla="*/ 1135648 h 6858000"/>
              <a:gd name="connsiteX636" fmla="*/ 1771401 w 7467600"/>
              <a:gd name="connsiteY636" fmla="*/ 1806673 h 6858000"/>
              <a:gd name="connsiteX637" fmla="*/ 1972385 w 7467600"/>
              <a:gd name="connsiteY637" fmla="*/ 2198735 h 6858000"/>
              <a:gd name="connsiteX638" fmla="*/ 2040892 w 7467600"/>
              <a:gd name="connsiteY638" fmla="*/ 2405205 h 6858000"/>
              <a:gd name="connsiteX639" fmla="*/ 2131689 w 7467600"/>
              <a:gd name="connsiteY639" fmla="*/ 1936926 h 6858000"/>
              <a:gd name="connsiteX640" fmla="*/ 2454820 w 7467600"/>
              <a:gd name="connsiteY640" fmla="*/ 1248808 h 6858000"/>
              <a:gd name="connsiteX641" fmla="*/ 2492512 w 7467600"/>
              <a:gd name="connsiteY641" fmla="*/ 1302920 h 6858000"/>
              <a:gd name="connsiteX642" fmla="*/ 2081216 w 7467600"/>
              <a:gd name="connsiteY642" fmla="*/ 2527513 h 6858000"/>
              <a:gd name="connsiteX643" fmla="*/ 2081211 w 7467600"/>
              <a:gd name="connsiteY643" fmla="*/ 2528916 h 6858000"/>
              <a:gd name="connsiteX644" fmla="*/ 2199067 w 7467600"/>
              <a:gd name="connsiteY644" fmla="*/ 2884061 h 6858000"/>
              <a:gd name="connsiteX645" fmla="*/ 3192586 w 7467600"/>
              <a:gd name="connsiteY645" fmla="*/ 3411496 h 6858000"/>
              <a:gd name="connsiteX646" fmla="*/ 3182620 w 7467600"/>
              <a:gd name="connsiteY646" fmla="*/ 3483279 h 6858000"/>
              <a:gd name="connsiteX647" fmla="*/ 2435119 w 7467600"/>
              <a:gd name="connsiteY647" fmla="*/ 3080173 h 6858000"/>
              <a:gd name="connsiteX648" fmla="*/ 2410152 w 7467600"/>
              <a:gd name="connsiteY648" fmla="*/ 3063751 h 6858000"/>
              <a:gd name="connsiteX649" fmla="*/ 2408099 w 7467600"/>
              <a:gd name="connsiteY649" fmla="*/ 3064403 h 6858000"/>
              <a:gd name="connsiteX650" fmla="*/ 2407218 w 7467600"/>
              <a:gd name="connsiteY650" fmla="*/ 3070324 h 6858000"/>
              <a:gd name="connsiteX651" fmla="*/ 2380138 w 7467600"/>
              <a:gd name="connsiteY651" fmla="*/ 3099341 h 6858000"/>
              <a:gd name="connsiteX652" fmla="*/ 1765923 w 7467600"/>
              <a:gd name="connsiteY652" fmla="*/ 3581043 h 6858000"/>
              <a:gd name="connsiteX653" fmla="*/ 1702258 w 7467600"/>
              <a:gd name="connsiteY653" fmla="*/ 3612286 h 6858000"/>
              <a:gd name="connsiteX654" fmla="*/ 1538370 w 7467600"/>
              <a:gd name="connsiteY654" fmla="*/ 3811804 h 6858000"/>
              <a:gd name="connsiteX655" fmla="*/ 542867 w 7467600"/>
              <a:gd name="connsiteY655" fmla="*/ 4944092 h 6858000"/>
              <a:gd name="connsiteX656" fmla="*/ 515800 w 7467600"/>
              <a:gd name="connsiteY656" fmla="*/ 4862180 h 6858000"/>
              <a:gd name="connsiteX657" fmla="*/ 909145 w 7467600"/>
              <a:gd name="connsiteY657" fmla="*/ 4199225 h 6858000"/>
              <a:gd name="connsiteX658" fmla="*/ 1214067 w 7467600"/>
              <a:gd name="connsiteY658" fmla="*/ 3908561 h 6858000"/>
              <a:gd name="connsiteX659" fmla="*/ 640967 w 7467600"/>
              <a:gd name="connsiteY659" fmla="*/ 4105601 h 6858000"/>
              <a:gd name="connsiteX660" fmla="*/ 112563 w 7467600"/>
              <a:gd name="connsiteY660" fmla="*/ 4396952 h 6858000"/>
              <a:gd name="connsiteX661" fmla="*/ 0 w 7467600"/>
              <a:gd name="connsiteY661" fmla="*/ 4466006 h 6858000"/>
              <a:gd name="connsiteX662" fmla="*/ 0 w 7467600"/>
              <a:gd name="connsiteY662" fmla="*/ 4233763 h 6858000"/>
              <a:gd name="connsiteX663" fmla="*/ 36881 w 7467600"/>
              <a:gd name="connsiteY663" fmla="*/ 4200118 h 6858000"/>
              <a:gd name="connsiteX664" fmla="*/ 910534 w 7467600"/>
              <a:gd name="connsiteY664" fmla="*/ 3629753 h 6858000"/>
              <a:gd name="connsiteX665" fmla="*/ 1578717 w 7467600"/>
              <a:gd name="connsiteY665" fmla="*/ 3575982 h 6858000"/>
              <a:gd name="connsiteX666" fmla="*/ 2338780 w 7467600"/>
              <a:gd name="connsiteY666" fmla="*/ 3033725 h 6858000"/>
              <a:gd name="connsiteX667" fmla="*/ 1807991 w 7467600"/>
              <a:gd name="connsiteY667" fmla="*/ 2807184 h 6858000"/>
              <a:gd name="connsiteX668" fmla="*/ 1416358 w 7467600"/>
              <a:gd name="connsiteY668" fmla="*/ 3112571 h 6858000"/>
              <a:gd name="connsiteX669" fmla="*/ 939066 w 7467600"/>
              <a:gd name="connsiteY669" fmla="*/ 3378798 h 6858000"/>
              <a:gd name="connsiteX670" fmla="*/ 115099 w 7467600"/>
              <a:gd name="connsiteY670" fmla="*/ 3607650 h 6858000"/>
              <a:gd name="connsiteX671" fmla="*/ 97284 w 7467600"/>
              <a:gd name="connsiteY671" fmla="*/ 3520393 h 6858000"/>
              <a:gd name="connsiteX672" fmla="*/ 922050 w 7467600"/>
              <a:gd name="connsiteY672" fmla="*/ 3074867 h 6858000"/>
              <a:gd name="connsiteX673" fmla="*/ 1405265 w 7467600"/>
              <a:gd name="connsiteY673" fmla="*/ 3016319 h 6858000"/>
              <a:gd name="connsiteX674" fmla="*/ 1407512 w 7467600"/>
              <a:gd name="connsiteY674" fmla="*/ 3018001 h 6858000"/>
              <a:gd name="connsiteX675" fmla="*/ 1726266 w 7467600"/>
              <a:gd name="connsiteY675" fmla="*/ 2777274 h 6858000"/>
              <a:gd name="connsiteX676" fmla="*/ 625390 w 7467600"/>
              <a:gd name="connsiteY676" fmla="*/ 2514541 h 6858000"/>
              <a:gd name="connsiteX677" fmla="*/ 619799 w 7467600"/>
              <a:gd name="connsiteY677" fmla="*/ 2527180 h 6858000"/>
              <a:gd name="connsiteX678" fmla="*/ 310030 w 7467600"/>
              <a:gd name="connsiteY678" fmla="*/ 2771818 h 6858000"/>
              <a:gd name="connsiteX679" fmla="*/ 173877 w 7467600"/>
              <a:gd name="connsiteY679" fmla="*/ 2937056 h 6858000"/>
              <a:gd name="connsiteX680" fmla="*/ 77889 w 7467600"/>
              <a:gd name="connsiteY680" fmla="*/ 3138440 h 6858000"/>
              <a:gd name="connsiteX681" fmla="*/ 0 w 7467600"/>
              <a:gd name="connsiteY681" fmla="*/ 3271395 h 6858000"/>
              <a:gd name="connsiteX682" fmla="*/ 0 w 7467600"/>
              <a:gd name="connsiteY682" fmla="*/ 3153002 h 6858000"/>
              <a:gd name="connsiteX683" fmla="*/ 2386 w 7467600"/>
              <a:gd name="connsiteY683" fmla="*/ 3149203 h 6858000"/>
              <a:gd name="connsiteX684" fmla="*/ 89753 w 7467600"/>
              <a:gd name="connsiteY684" fmla="*/ 2987702 h 6858000"/>
              <a:gd name="connsiteX685" fmla="*/ 76869 w 7467600"/>
              <a:gd name="connsiteY685" fmla="*/ 3005404 h 6858000"/>
              <a:gd name="connsiteX686" fmla="*/ 32049 w 7467600"/>
              <a:gd name="connsiteY686" fmla="*/ 3065814 h 6858000"/>
              <a:gd name="connsiteX687" fmla="*/ 0 w 7467600"/>
              <a:gd name="connsiteY687" fmla="*/ 3108744 h 6858000"/>
              <a:gd name="connsiteX688" fmla="*/ 0 w 7467600"/>
              <a:gd name="connsiteY688" fmla="*/ 3058059 h 6858000"/>
              <a:gd name="connsiteX689" fmla="*/ 7610 w 7467600"/>
              <a:gd name="connsiteY689" fmla="*/ 3047889 h 6858000"/>
              <a:gd name="connsiteX690" fmla="*/ 52419 w 7467600"/>
              <a:gd name="connsiteY690" fmla="*/ 2987479 h 6858000"/>
              <a:gd name="connsiteX691" fmla="*/ 59142 w 7467600"/>
              <a:gd name="connsiteY691" fmla="*/ 2978488 h 6858000"/>
              <a:gd name="connsiteX692" fmla="*/ 0 w 7467600"/>
              <a:gd name="connsiteY692" fmla="*/ 3015334 h 6858000"/>
              <a:gd name="connsiteX693" fmla="*/ 0 w 7467600"/>
              <a:gd name="connsiteY693" fmla="*/ 2914286 h 6858000"/>
              <a:gd name="connsiteX694" fmla="*/ 36383 w 7467600"/>
              <a:gd name="connsiteY694" fmla="*/ 2901128 h 6858000"/>
              <a:gd name="connsiteX695" fmla="*/ 156329 w 7467600"/>
              <a:gd name="connsiteY695" fmla="*/ 2840533 h 6858000"/>
              <a:gd name="connsiteX696" fmla="*/ 358355 w 7467600"/>
              <a:gd name="connsiteY696" fmla="*/ 2620471 h 6858000"/>
              <a:gd name="connsiteX697" fmla="*/ 510577 w 7467600"/>
              <a:gd name="connsiteY697" fmla="*/ 2501244 h 6858000"/>
              <a:gd name="connsiteX698" fmla="*/ 211967 w 7467600"/>
              <a:gd name="connsiteY698" fmla="*/ 2479171 h 6858000"/>
              <a:gd name="connsiteX699" fmla="*/ 0 w 7467600"/>
              <a:gd name="connsiteY699" fmla="*/ 2476398 h 6858000"/>
              <a:gd name="connsiteX700" fmla="*/ 0 w 7467600"/>
              <a:gd name="connsiteY700" fmla="*/ 2389189 h 6858000"/>
              <a:gd name="connsiteX701" fmla="*/ 103062 w 7467600"/>
              <a:gd name="connsiteY701" fmla="*/ 2389518 h 6858000"/>
              <a:gd name="connsiteX702" fmla="*/ 510734 w 7467600"/>
              <a:gd name="connsiteY702" fmla="*/ 2416201 h 6858000"/>
              <a:gd name="connsiteX703" fmla="*/ 279257 w 7467600"/>
              <a:gd name="connsiteY703" fmla="*/ 2092102 h 6858000"/>
              <a:gd name="connsiteX704" fmla="*/ 65265 w 7467600"/>
              <a:gd name="connsiteY704" fmla="*/ 2006049 h 6858000"/>
              <a:gd name="connsiteX705" fmla="*/ 0 w 7467600"/>
              <a:gd name="connsiteY705" fmla="*/ 1982532 h 6858000"/>
              <a:gd name="connsiteX706" fmla="*/ 0 w 7467600"/>
              <a:gd name="connsiteY706" fmla="*/ 1912789 h 6858000"/>
              <a:gd name="connsiteX707" fmla="*/ 97460 w 7467600"/>
              <a:gd name="connsiteY707" fmla="*/ 1953725 h 6858000"/>
              <a:gd name="connsiteX708" fmla="*/ 221272 w 7467600"/>
              <a:gd name="connsiteY708" fmla="*/ 1980766 h 6858000"/>
              <a:gd name="connsiteX709" fmla="*/ 116765 w 7467600"/>
              <a:gd name="connsiteY709" fmla="*/ 1911033 h 6858000"/>
              <a:gd name="connsiteX710" fmla="*/ 16405 w 7467600"/>
              <a:gd name="connsiteY710" fmla="*/ 1803412 h 6858000"/>
              <a:gd name="connsiteX711" fmla="*/ 0 w 7467600"/>
              <a:gd name="connsiteY711" fmla="*/ 1784777 h 6858000"/>
              <a:gd name="connsiteX712" fmla="*/ 0 w 7467600"/>
              <a:gd name="connsiteY712" fmla="*/ 1740082 h 6858000"/>
              <a:gd name="connsiteX713" fmla="*/ 39394 w 7467600"/>
              <a:gd name="connsiteY713" fmla="*/ 1784856 h 6858000"/>
              <a:gd name="connsiteX714" fmla="*/ 135813 w 7467600"/>
              <a:gd name="connsiteY714" fmla="*/ 1888838 h 6858000"/>
              <a:gd name="connsiteX715" fmla="*/ 242575 w 7467600"/>
              <a:gd name="connsiteY715" fmla="*/ 1958841 h 6858000"/>
              <a:gd name="connsiteX716" fmla="*/ 82197 w 7467600"/>
              <a:gd name="connsiteY716" fmla="*/ 1754826 h 6858000"/>
              <a:gd name="connsiteX717" fmla="*/ 0 w 7467600"/>
              <a:gd name="connsiteY717" fmla="*/ 1679650 h 6858000"/>
              <a:gd name="connsiteX718" fmla="*/ 0 w 7467600"/>
              <a:gd name="connsiteY718" fmla="*/ 1602463 h 6858000"/>
              <a:gd name="connsiteX719" fmla="*/ 84689 w 7467600"/>
              <a:gd name="connsiteY719" fmla="*/ 1677442 h 6858000"/>
              <a:gd name="connsiteX720" fmla="*/ 298437 w 7467600"/>
              <a:gd name="connsiteY720" fmla="*/ 1968019 h 6858000"/>
              <a:gd name="connsiteX721" fmla="*/ 227269 w 7467600"/>
              <a:gd name="connsiteY721" fmla="*/ 1114064 h 6858000"/>
              <a:gd name="connsiteX722" fmla="*/ 248003 w 7467600"/>
              <a:gd name="connsiteY722" fmla="*/ 1089613 h 6858000"/>
              <a:gd name="connsiteX723" fmla="*/ 427020 w 7467600"/>
              <a:gd name="connsiteY723" fmla="*/ 1619803 h 6858000"/>
              <a:gd name="connsiteX724" fmla="*/ 340345 w 7467600"/>
              <a:gd name="connsiteY724" fmla="*/ 2027739 h 6858000"/>
              <a:gd name="connsiteX725" fmla="*/ 360865 w 7467600"/>
              <a:gd name="connsiteY725" fmla="*/ 2044827 h 6858000"/>
              <a:gd name="connsiteX726" fmla="*/ 560414 w 7467600"/>
              <a:gd name="connsiteY726" fmla="*/ 2421457 h 6858000"/>
              <a:gd name="connsiteX727" fmla="*/ 1359703 w 7467600"/>
              <a:gd name="connsiteY727" fmla="*/ 2578554 h 6858000"/>
              <a:gd name="connsiteX728" fmla="*/ 1359422 w 7467600"/>
              <a:gd name="connsiteY728" fmla="*/ 2577994 h 6858000"/>
              <a:gd name="connsiteX729" fmla="*/ 828701 w 7467600"/>
              <a:gd name="connsiteY729" fmla="*/ 1839520 h 6858000"/>
              <a:gd name="connsiteX730" fmla="*/ 494427 w 7467600"/>
              <a:gd name="connsiteY730" fmla="*/ 1092333 h 6858000"/>
              <a:gd name="connsiteX731" fmla="*/ 506322 w 7467600"/>
              <a:gd name="connsiteY731" fmla="*/ 1020997 h 6858000"/>
              <a:gd name="connsiteX732" fmla="*/ 4570198 w 7467600"/>
              <a:gd name="connsiteY732" fmla="*/ 978081 h 6858000"/>
              <a:gd name="connsiteX733" fmla="*/ 4523691 w 7467600"/>
              <a:gd name="connsiteY733" fmla="*/ 1127776 h 6858000"/>
              <a:gd name="connsiteX734" fmla="*/ 4509875 w 7467600"/>
              <a:gd name="connsiteY734" fmla="*/ 1167552 h 6858000"/>
              <a:gd name="connsiteX735" fmla="*/ 4478168 w 7467600"/>
              <a:gd name="connsiteY735" fmla="*/ 1260735 h 6858000"/>
              <a:gd name="connsiteX736" fmla="*/ 4409309 w 7467600"/>
              <a:gd name="connsiteY736" fmla="*/ 1666996 h 6858000"/>
              <a:gd name="connsiteX737" fmla="*/ 4370031 w 7467600"/>
              <a:gd name="connsiteY737" fmla="*/ 1955666 h 6858000"/>
              <a:gd name="connsiteX738" fmla="*/ 4570198 w 7467600"/>
              <a:gd name="connsiteY738" fmla="*/ 978081 h 6858000"/>
              <a:gd name="connsiteX739" fmla="*/ 4557898 w 7467600"/>
              <a:gd name="connsiteY739" fmla="*/ 900011 h 6858000"/>
              <a:gd name="connsiteX740" fmla="*/ 4344840 w 7467600"/>
              <a:gd name="connsiteY740" fmla="*/ 1922038 h 6858000"/>
              <a:gd name="connsiteX741" fmla="*/ 4378710 w 7467600"/>
              <a:gd name="connsiteY741" fmla="*/ 1665516 h 6858000"/>
              <a:gd name="connsiteX742" fmla="*/ 4448798 w 7467600"/>
              <a:gd name="connsiteY742" fmla="*/ 1253024 h 6858000"/>
              <a:gd name="connsiteX743" fmla="*/ 4480315 w 7467600"/>
              <a:gd name="connsiteY743" fmla="*/ 1158454 h 6858000"/>
              <a:gd name="connsiteX744" fmla="*/ 4494133 w 7467600"/>
              <a:gd name="connsiteY744" fmla="*/ 1118676 h 6858000"/>
              <a:gd name="connsiteX745" fmla="*/ 4557898 w 7467600"/>
              <a:gd name="connsiteY745" fmla="*/ 900011 h 6858000"/>
              <a:gd name="connsiteX746" fmla="*/ 5870151 w 7467600"/>
              <a:gd name="connsiteY746" fmla="*/ 898890 h 6858000"/>
              <a:gd name="connsiteX747" fmla="*/ 5861335 w 7467600"/>
              <a:gd name="connsiteY747" fmla="*/ 899177 h 6858000"/>
              <a:gd name="connsiteX748" fmla="*/ 5843702 w 7467600"/>
              <a:gd name="connsiteY748" fmla="*/ 899748 h 6858000"/>
              <a:gd name="connsiteX749" fmla="*/ 5651107 w 7467600"/>
              <a:gd name="connsiteY749" fmla="*/ 920306 h 6858000"/>
              <a:gd name="connsiteX750" fmla="*/ 5459407 w 7467600"/>
              <a:gd name="connsiteY750" fmla="*/ 940975 h 6858000"/>
              <a:gd name="connsiteX751" fmla="*/ 5374846 w 7467600"/>
              <a:gd name="connsiteY751" fmla="*/ 941988 h 6858000"/>
              <a:gd name="connsiteX752" fmla="*/ 5256105 w 7467600"/>
              <a:gd name="connsiteY752" fmla="*/ 945632 h 6858000"/>
              <a:gd name="connsiteX753" fmla="*/ 5107071 w 7467600"/>
              <a:gd name="connsiteY753" fmla="*/ 969720 h 6858000"/>
              <a:gd name="connsiteX754" fmla="*/ 4998681 w 7467600"/>
              <a:gd name="connsiteY754" fmla="*/ 988771 h 6858000"/>
              <a:gd name="connsiteX755" fmla="*/ 5870151 w 7467600"/>
              <a:gd name="connsiteY755" fmla="*/ 898890 h 6858000"/>
              <a:gd name="connsiteX756" fmla="*/ 5504425 w 7467600"/>
              <a:gd name="connsiteY756" fmla="*/ 848067 h 6858000"/>
              <a:gd name="connsiteX757" fmla="*/ 4968849 w 7467600"/>
              <a:gd name="connsiteY757" fmla="*/ 962318 h 6858000"/>
              <a:gd name="connsiteX758" fmla="*/ 5104039 w 7467600"/>
              <a:gd name="connsiteY758" fmla="*/ 940634 h 6858000"/>
              <a:gd name="connsiteX759" fmla="*/ 5256311 w 7467600"/>
              <a:gd name="connsiteY759" fmla="*/ 916490 h 6858000"/>
              <a:gd name="connsiteX760" fmla="*/ 5377381 w 7467600"/>
              <a:gd name="connsiteY760" fmla="*/ 912671 h 6858000"/>
              <a:gd name="connsiteX761" fmla="*/ 5460148 w 7467600"/>
              <a:gd name="connsiteY761" fmla="*/ 911442 h 6858000"/>
              <a:gd name="connsiteX762" fmla="*/ 5648971 w 7467600"/>
              <a:gd name="connsiteY762" fmla="*/ 891331 h 6858000"/>
              <a:gd name="connsiteX763" fmla="*/ 5844807 w 7467600"/>
              <a:gd name="connsiteY763" fmla="*/ 870718 h 6858000"/>
              <a:gd name="connsiteX764" fmla="*/ 5862975 w 7467600"/>
              <a:gd name="connsiteY764" fmla="*/ 869756 h 6858000"/>
              <a:gd name="connsiteX765" fmla="*/ 5920887 w 7467600"/>
              <a:gd name="connsiteY765" fmla="*/ 865929 h 6858000"/>
              <a:gd name="connsiteX766" fmla="*/ 5504425 w 7467600"/>
              <a:gd name="connsiteY766" fmla="*/ 848067 h 6858000"/>
              <a:gd name="connsiteX767" fmla="*/ 3607114 w 7467600"/>
              <a:gd name="connsiteY767" fmla="*/ 467441 h 6858000"/>
              <a:gd name="connsiteX768" fmla="*/ 3296242 w 7467600"/>
              <a:gd name="connsiteY768" fmla="*/ 807991 h 6858000"/>
              <a:gd name="connsiteX769" fmla="*/ 3174674 w 7467600"/>
              <a:gd name="connsiteY769" fmla="*/ 919759 h 6858000"/>
              <a:gd name="connsiteX770" fmla="*/ 3042978 w 7467600"/>
              <a:gd name="connsiteY770" fmla="*/ 1054894 h 6858000"/>
              <a:gd name="connsiteX771" fmla="*/ 2968914 w 7467600"/>
              <a:gd name="connsiteY771" fmla="*/ 1133756 h 6858000"/>
              <a:gd name="connsiteX772" fmla="*/ 3103823 w 7467600"/>
              <a:gd name="connsiteY772" fmla="*/ 1026814 h 6858000"/>
              <a:gd name="connsiteX773" fmla="*/ 3607114 w 7467600"/>
              <a:gd name="connsiteY773" fmla="*/ 467441 h 6858000"/>
              <a:gd name="connsiteX774" fmla="*/ 3744487 w 7467600"/>
              <a:gd name="connsiteY774" fmla="*/ 383136 h 6858000"/>
              <a:gd name="connsiteX775" fmla="*/ 3970213 w 7467600"/>
              <a:gd name="connsiteY775" fmla="*/ 995559 h 6858000"/>
              <a:gd name="connsiteX776" fmla="*/ 3744487 w 7467600"/>
              <a:gd name="connsiteY776" fmla="*/ 383136 h 6858000"/>
              <a:gd name="connsiteX777" fmla="*/ 3624562 w 7467600"/>
              <a:gd name="connsiteY777" fmla="*/ 367041 h 6858000"/>
              <a:gd name="connsiteX778" fmla="*/ 3489712 w 7467600"/>
              <a:gd name="connsiteY778" fmla="*/ 485386 h 6858000"/>
              <a:gd name="connsiteX779" fmla="*/ 3182994 w 7467600"/>
              <a:gd name="connsiteY779" fmla="*/ 828265 h 6858000"/>
              <a:gd name="connsiteX780" fmla="*/ 2892114 w 7467600"/>
              <a:gd name="connsiteY780" fmla="*/ 1172635 h 6858000"/>
              <a:gd name="connsiteX781" fmla="*/ 3021459 w 7467600"/>
              <a:gd name="connsiteY781" fmla="*/ 1035385 h 6858000"/>
              <a:gd name="connsiteX782" fmla="*/ 3153873 w 7467600"/>
              <a:gd name="connsiteY782" fmla="*/ 898971 h 6858000"/>
              <a:gd name="connsiteX783" fmla="*/ 3276511 w 7467600"/>
              <a:gd name="connsiteY783" fmla="*/ 786423 h 6858000"/>
              <a:gd name="connsiteX784" fmla="*/ 3584154 w 7467600"/>
              <a:gd name="connsiteY784" fmla="*/ 448218 h 6858000"/>
              <a:gd name="connsiteX785" fmla="*/ 3624562 w 7467600"/>
              <a:gd name="connsiteY785" fmla="*/ 367041 h 6858000"/>
              <a:gd name="connsiteX786" fmla="*/ 3766672 w 7467600"/>
              <a:gd name="connsiteY786" fmla="*/ 359429 h 6858000"/>
              <a:gd name="connsiteX787" fmla="*/ 3996338 w 7467600"/>
              <a:gd name="connsiteY787" fmla="*/ 968237 h 6858000"/>
              <a:gd name="connsiteX788" fmla="*/ 3766672 w 7467600"/>
              <a:gd name="connsiteY788" fmla="*/ 359429 h 6858000"/>
              <a:gd name="connsiteX789" fmla="*/ 5805386 w 7467600"/>
              <a:gd name="connsiteY789" fmla="*/ 239240 h 6858000"/>
              <a:gd name="connsiteX790" fmla="*/ 5736947 w 7467600"/>
              <a:gd name="connsiteY790" fmla="*/ 261367 h 6858000"/>
              <a:gd name="connsiteX791" fmla="*/ 5427012 w 7467600"/>
              <a:gd name="connsiteY791" fmla="*/ 311272 h 6858000"/>
              <a:gd name="connsiteX792" fmla="*/ 5147818 w 7467600"/>
              <a:gd name="connsiteY792" fmla="*/ 322112 h 6858000"/>
              <a:gd name="connsiteX793" fmla="*/ 5060854 w 7467600"/>
              <a:gd name="connsiteY793" fmla="*/ 311882 h 6858000"/>
              <a:gd name="connsiteX794" fmla="*/ 4945989 w 7467600"/>
              <a:gd name="connsiteY794" fmla="*/ 300516 h 6858000"/>
              <a:gd name="connsiteX795" fmla="*/ 5410479 w 7467600"/>
              <a:gd name="connsiteY795" fmla="*/ 348434 h 6858000"/>
              <a:gd name="connsiteX796" fmla="*/ 5805386 w 7467600"/>
              <a:gd name="connsiteY796" fmla="*/ 239240 h 6858000"/>
              <a:gd name="connsiteX797" fmla="*/ 5905192 w 7467600"/>
              <a:gd name="connsiteY797" fmla="*/ 163079 h 6858000"/>
              <a:gd name="connsiteX798" fmla="*/ 5865655 w 7467600"/>
              <a:gd name="connsiteY798" fmla="*/ 171901 h 6858000"/>
              <a:gd name="connsiteX799" fmla="*/ 5259740 w 7467600"/>
              <a:gd name="connsiteY799" fmla="*/ 257013 h 6858000"/>
              <a:gd name="connsiteX800" fmla="*/ 5208466 w 7467600"/>
              <a:gd name="connsiteY800" fmla="*/ 257550 h 6858000"/>
              <a:gd name="connsiteX801" fmla="*/ 4980204 w 7467600"/>
              <a:gd name="connsiteY801" fmla="*/ 271903 h 6858000"/>
              <a:gd name="connsiteX802" fmla="*/ 5068068 w 7467600"/>
              <a:gd name="connsiteY802" fmla="*/ 282244 h 6858000"/>
              <a:gd name="connsiteX803" fmla="*/ 5153231 w 7467600"/>
              <a:gd name="connsiteY803" fmla="*/ 292240 h 6858000"/>
              <a:gd name="connsiteX804" fmla="*/ 5426491 w 7467600"/>
              <a:gd name="connsiteY804" fmla="*/ 281128 h 6858000"/>
              <a:gd name="connsiteX805" fmla="*/ 5731212 w 7467600"/>
              <a:gd name="connsiteY805" fmla="*/ 231951 h 6858000"/>
              <a:gd name="connsiteX806" fmla="*/ 5905192 w 7467600"/>
              <a:gd name="connsiteY806" fmla="*/ 163079 h 6858000"/>
              <a:gd name="connsiteX807" fmla="*/ 5944437 w 7467600"/>
              <a:gd name="connsiteY807" fmla="*/ 113829 h 6858000"/>
              <a:gd name="connsiteX808" fmla="*/ 5825032 w 7467600"/>
              <a:gd name="connsiteY808" fmla="*/ 146405 h 6858000"/>
              <a:gd name="connsiteX809" fmla="*/ 4955599 w 7467600"/>
              <a:gd name="connsiteY809" fmla="*/ 247008 h 6858000"/>
              <a:gd name="connsiteX810" fmla="*/ 5210104 w 7467600"/>
              <a:gd name="connsiteY810" fmla="*/ 228123 h 6858000"/>
              <a:gd name="connsiteX811" fmla="*/ 5261015 w 7467600"/>
              <a:gd name="connsiteY811" fmla="*/ 227087 h 6858000"/>
              <a:gd name="connsiteX812" fmla="*/ 5861181 w 7467600"/>
              <a:gd name="connsiteY812" fmla="*/ 143093 h 6858000"/>
              <a:gd name="connsiteX813" fmla="*/ 5961252 w 7467600"/>
              <a:gd name="connsiteY813" fmla="*/ 114820 h 6858000"/>
              <a:gd name="connsiteX814" fmla="*/ 5944437 w 7467600"/>
              <a:gd name="connsiteY814" fmla="*/ 113829 h 6858000"/>
              <a:gd name="connsiteX815" fmla="*/ 3882765 w 7467600"/>
              <a:gd name="connsiteY815" fmla="*/ 0 h 6858000"/>
              <a:gd name="connsiteX816" fmla="*/ 3995099 w 7467600"/>
              <a:gd name="connsiteY816" fmla="*/ 0 h 6858000"/>
              <a:gd name="connsiteX817" fmla="*/ 4163818 w 7467600"/>
              <a:gd name="connsiteY817" fmla="*/ 234104 h 6858000"/>
              <a:gd name="connsiteX818" fmla="*/ 4172099 w 7467600"/>
              <a:gd name="connsiteY818" fmla="*/ 234207 h 6858000"/>
              <a:gd name="connsiteX819" fmla="*/ 4784282 w 7467600"/>
              <a:gd name="connsiteY819" fmla="*/ 276561 h 6858000"/>
              <a:gd name="connsiteX820" fmla="*/ 4801687 w 7467600"/>
              <a:gd name="connsiteY820" fmla="*/ 267764 h 6858000"/>
              <a:gd name="connsiteX821" fmla="*/ 6082788 w 7467600"/>
              <a:gd name="connsiteY821" fmla="*/ 64119 h 6858000"/>
              <a:gd name="connsiteX822" fmla="*/ 6099442 w 7467600"/>
              <a:gd name="connsiteY822" fmla="*/ 82568 h 6858000"/>
              <a:gd name="connsiteX823" fmla="*/ 4804137 w 7467600"/>
              <a:gd name="connsiteY823" fmla="*/ 320931 h 6858000"/>
              <a:gd name="connsiteX824" fmla="*/ 4227047 w 7467600"/>
              <a:gd name="connsiteY824" fmla="*/ 313415 h 6858000"/>
              <a:gd name="connsiteX825" fmla="*/ 4346041 w 7467600"/>
              <a:gd name="connsiteY825" fmla="*/ 456086 h 6858000"/>
              <a:gd name="connsiteX826" fmla="*/ 4870967 w 7467600"/>
              <a:gd name="connsiteY826" fmla="*/ 963061 h 6858000"/>
              <a:gd name="connsiteX827" fmla="*/ 4889647 w 7467600"/>
              <a:gd name="connsiteY827" fmla="*/ 957147 h 6858000"/>
              <a:gd name="connsiteX828" fmla="*/ 5422504 w 7467600"/>
              <a:gd name="connsiteY828" fmla="*/ 805191 h 6858000"/>
              <a:gd name="connsiteX829" fmla="*/ 6087656 w 7467600"/>
              <a:gd name="connsiteY829" fmla="*/ 826703 h 6858000"/>
              <a:gd name="connsiteX830" fmla="*/ 6058717 w 7467600"/>
              <a:gd name="connsiteY830" fmla="*/ 865992 h 6858000"/>
              <a:gd name="connsiteX831" fmla="*/ 4974153 w 7467600"/>
              <a:gd name="connsiteY831" fmla="*/ 1045456 h 6858000"/>
              <a:gd name="connsiteX832" fmla="*/ 5627835 w 7467600"/>
              <a:gd name="connsiteY832" fmla="*/ 1472077 h 6858000"/>
              <a:gd name="connsiteX833" fmla="*/ 5629817 w 7467600"/>
              <a:gd name="connsiteY833" fmla="*/ 1471412 h 6858000"/>
              <a:gd name="connsiteX834" fmla="*/ 5634124 w 7467600"/>
              <a:gd name="connsiteY834" fmla="*/ 1470572 h 6858000"/>
              <a:gd name="connsiteX835" fmla="*/ 5755832 w 7467600"/>
              <a:gd name="connsiteY835" fmla="*/ 1383886 h 6858000"/>
              <a:gd name="connsiteX836" fmla="*/ 6014186 w 7467600"/>
              <a:gd name="connsiteY836" fmla="*/ 1279799 h 6858000"/>
              <a:gd name="connsiteX837" fmla="*/ 6901619 w 7467600"/>
              <a:gd name="connsiteY837" fmla="*/ 1047874 h 6858000"/>
              <a:gd name="connsiteX838" fmla="*/ 6931566 w 7467600"/>
              <a:gd name="connsiteY838" fmla="*/ 1062034 h 6858000"/>
              <a:gd name="connsiteX839" fmla="*/ 5790982 w 7467600"/>
              <a:gd name="connsiteY839" fmla="*/ 1561380 h 6858000"/>
              <a:gd name="connsiteX840" fmla="*/ 6188971 w 7467600"/>
              <a:gd name="connsiteY840" fmla="*/ 1755168 h 6858000"/>
              <a:gd name="connsiteX841" fmla="*/ 6202446 w 7467600"/>
              <a:gd name="connsiteY841" fmla="*/ 1752268 h 6858000"/>
              <a:gd name="connsiteX842" fmla="*/ 7179560 w 7467600"/>
              <a:gd name="connsiteY842" fmla="*/ 1467551 h 6858000"/>
              <a:gd name="connsiteX843" fmla="*/ 7158730 w 7467600"/>
              <a:gd name="connsiteY843" fmla="*/ 1507835 h 6858000"/>
              <a:gd name="connsiteX844" fmla="*/ 6326959 w 7467600"/>
              <a:gd name="connsiteY844" fmla="*/ 1817686 h 6858000"/>
              <a:gd name="connsiteX845" fmla="*/ 6537433 w 7467600"/>
              <a:gd name="connsiteY845" fmla="*/ 1907790 h 6858000"/>
              <a:gd name="connsiteX846" fmla="*/ 6550221 w 7467600"/>
              <a:gd name="connsiteY846" fmla="*/ 1910729 h 6858000"/>
              <a:gd name="connsiteX847" fmla="*/ 6964438 w 7467600"/>
              <a:gd name="connsiteY847" fmla="*/ 2209505 h 6858000"/>
              <a:gd name="connsiteX848" fmla="*/ 7367862 w 7467600"/>
              <a:gd name="connsiteY848" fmla="*/ 2806833 h 6858000"/>
              <a:gd name="connsiteX849" fmla="*/ 7364329 w 7467600"/>
              <a:gd name="connsiteY849" fmla="*/ 2826907 h 6858000"/>
              <a:gd name="connsiteX850" fmla="*/ 7290545 w 7467600"/>
              <a:gd name="connsiteY850" fmla="*/ 2850663 h 6858000"/>
              <a:gd name="connsiteX851" fmla="*/ 6472036 w 7467600"/>
              <a:gd name="connsiteY851" fmla="*/ 1959003 h 6858000"/>
              <a:gd name="connsiteX852" fmla="*/ 5792897 w 7467600"/>
              <a:gd name="connsiteY852" fmla="*/ 1647747 h 6858000"/>
              <a:gd name="connsiteX853" fmla="*/ 5842751 w 7467600"/>
              <a:gd name="connsiteY853" fmla="*/ 1816112 h 6858000"/>
              <a:gd name="connsiteX854" fmla="*/ 5847424 w 7467600"/>
              <a:gd name="connsiteY854" fmla="*/ 1815776 h 6858000"/>
              <a:gd name="connsiteX855" fmla="*/ 6399821 w 7467600"/>
              <a:gd name="connsiteY855" fmla="*/ 2344799 h 6858000"/>
              <a:gd name="connsiteX856" fmla="*/ 6323232 w 7467600"/>
              <a:gd name="connsiteY856" fmla="*/ 2389634 h 6858000"/>
              <a:gd name="connsiteX857" fmla="*/ 5942958 w 7467600"/>
              <a:gd name="connsiteY857" fmla="*/ 2077708 h 6858000"/>
              <a:gd name="connsiteX858" fmla="*/ 5921559 w 7467600"/>
              <a:gd name="connsiteY858" fmla="*/ 2378596 h 6858000"/>
              <a:gd name="connsiteX859" fmla="*/ 5817651 w 7467600"/>
              <a:gd name="connsiteY859" fmla="*/ 3023919 h 6858000"/>
              <a:gd name="connsiteX860" fmla="*/ 5729634 w 7467600"/>
              <a:gd name="connsiteY860" fmla="*/ 3051849 h 6858000"/>
              <a:gd name="connsiteX861" fmla="*/ 5611018 w 7467600"/>
              <a:gd name="connsiteY861" fmla="*/ 2316769 h 6858000"/>
              <a:gd name="connsiteX862" fmla="*/ 5687608 w 7467600"/>
              <a:gd name="connsiteY862" fmla="*/ 2039972 h 6858000"/>
              <a:gd name="connsiteX863" fmla="*/ 5657554 w 7467600"/>
              <a:gd name="connsiteY863" fmla="*/ 1576445 h 6858000"/>
              <a:gd name="connsiteX864" fmla="*/ 5150475 w 7467600"/>
              <a:gd name="connsiteY864" fmla="*/ 1274012 h 6858000"/>
              <a:gd name="connsiteX865" fmla="*/ 5349142 w 7467600"/>
              <a:gd name="connsiteY865" fmla="*/ 2204405 h 6858000"/>
              <a:gd name="connsiteX866" fmla="*/ 5262214 w 7467600"/>
              <a:gd name="connsiteY866" fmla="*/ 2233836 h 6858000"/>
              <a:gd name="connsiteX867" fmla="*/ 4981539 w 7467600"/>
              <a:gd name="connsiteY867" fmla="*/ 1542201 h 6858000"/>
              <a:gd name="connsiteX868" fmla="*/ 4958461 w 7467600"/>
              <a:gd name="connsiteY868" fmla="*/ 1136957 h 6858000"/>
              <a:gd name="connsiteX869" fmla="*/ 4655015 w 7467600"/>
              <a:gd name="connsiteY869" fmla="*/ 891426 h 6858000"/>
              <a:gd name="connsiteX870" fmla="*/ 4348002 w 7467600"/>
              <a:gd name="connsiteY870" fmla="*/ 2205895 h 6858000"/>
              <a:gd name="connsiteX871" fmla="*/ 4262250 w 7467600"/>
              <a:gd name="connsiteY871" fmla="*/ 2219972 h 6858000"/>
              <a:gd name="connsiteX872" fmla="*/ 4550611 w 7467600"/>
              <a:gd name="connsiteY872" fmla="*/ 817540 h 6858000"/>
              <a:gd name="connsiteX873" fmla="*/ 4564418 w 7467600"/>
              <a:gd name="connsiteY873" fmla="*/ 808293 h 6858000"/>
              <a:gd name="connsiteX874" fmla="*/ 4266388 w 7467600"/>
              <a:gd name="connsiteY874" fmla="*/ 500083 h 6858000"/>
              <a:gd name="connsiteX875" fmla="*/ 4032842 w 7467600"/>
              <a:gd name="connsiteY875" fmla="*/ 211809 h 6858000"/>
              <a:gd name="connsiteX876" fmla="*/ 3882765 w 7467600"/>
              <a:gd name="connsiteY876" fmla="*/ 0 h 6858000"/>
              <a:gd name="connsiteX877" fmla="*/ 3721337 w 7467600"/>
              <a:gd name="connsiteY877" fmla="*/ 0 h 6858000"/>
              <a:gd name="connsiteX878" fmla="*/ 3797544 w 7467600"/>
              <a:gd name="connsiteY878" fmla="*/ 0 h 6858000"/>
              <a:gd name="connsiteX879" fmla="*/ 3775734 w 7467600"/>
              <a:gd name="connsiteY879" fmla="*/ 95131 h 6858000"/>
              <a:gd name="connsiteX880" fmla="*/ 3724807 w 7467600"/>
              <a:gd name="connsiteY880" fmla="*/ 272257 h 6858000"/>
              <a:gd name="connsiteX881" fmla="*/ 3726844 w 7467600"/>
              <a:gd name="connsiteY881" fmla="*/ 282988 h 6858000"/>
              <a:gd name="connsiteX882" fmla="*/ 3742664 w 7467600"/>
              <a:gd name="connsiteY882" fmla="*/ 279918 h 6858000"/>
              <a:gd name="connsiteX883" fmla="*/ 4103910 w 7467600"/>
              <a:gd name="connsiteY883" fmla="*/ 1161917 h 6858000"/>
              <a:gd name="connsiteX884" fmla="*/ 4020269 w 7467600"/>
              <a:gd name="connsiteY884" fmla="*/ 1200406 h 6858000"/>
              <a:gd name="connsiteX885" fmla="*/ 3674882 w 7467600"/>
              <a:gd name="connsiteY885" fmla="*/ 488524 h 6858000"/>
              <a:gd name="connsiteX886" fmla="*/ 3132682 w 7467600"/>
              <a:gd name="connsiteY886" fmla="*/ 1072284 h 6858000"/>
              <a:gd name="connsiteX887" fmla="*/ 2716346 w 7467600"/>
              <a:gd name="connsiteY887" fmla="*/ 1276376 h 6858000"/>
              <a:gd name="connsiteX888" fmla="*/ 2716772 w 7467600"/>
              <a:gd name="connsiteY888" fmla="*/ 1255462 h 6858000"/>
              <a:gd name="connsiteX889" fmla="*/ 3471096 w 7467600"/>
              <a:gd name="connsiteY889" fmla="*/ 437072 h 6858000"/>
              <a:gd name="connsiteX890" fmla="*/ 3639057 w 7467600"/>
              <a:gd name="connsiteY890" fmla="*/ 286334 h 6858000"/>
              <a:gd name="connsiteX891" fmla="*/ 3640309 w 7467600"/>
              <a:gd name="connsiteY891" fmla="*/ 284664 h 6858000"/>
              <a:gd name="connsiteX892" fmla="*/ 3646022 w 7467600"/>
              <a:gd name="connsiteY892" fmla="*/ 276711 h 6858000"/>
              <a:gd name="connsiteX893" fmla="*/ 3707943 w 7467600"/>
              <a:gd name="connsiteY893" fmla="*/ 65958 h 6858000"/>
              <a:gd name="connsiteX894" fmla="*/ 3721337 w 7467600"/>
              <a:gd name="connsiteY894" fmla="*/ 0 h 6858000"/>
              <a:gd name="connsiteX895" fmla="*/ 2867960 w 7467600"/>
              <a:gd name="connsiteY895" fmla="*/ 0 h 6858000"/>
              <a:gd name="connsiteX896" fmla="*/ 2926351 w 7467600"/>
              <a:gd name="connsiteY896" fmla="*/ 0 h 6858000"/>
              <a:gd name="connsiteX897" fmla="*/ 2902823 w 7467600"/>
              <a:gd name="connsiteY897" fmla="*/ 262929 h 6858000"/>
              <a:gd name="connsiteX898" fmla="*/ 2940663 w 7467600"/>
              <a:gd name="connsiteY898" fmla="*/ 140884 h 6858000"/>
              <a:gd name="connsiteX899" fmla="*/ 2947039 w 7467600"/>
              <a:gd name="connsiteY899" fmla="*/ 122524 h 6858000"/>
              <a:gd name="connsiteX900" fmla="*/ 2984316 w 7467600"/>
              <a:gd name="connsiteY900" fmla="*/ 0 h 6858000"/>
              <a:gd name="connsiteX901" fmla="*/ 3016114 w 7467600"/>
              <a:gd name="connsiteY901" fmla="*/ 0 h 6858000"/>
              <a:gd name="connsiteX902" fmla="*/ 2979949 w 7467600"/>
              <a:gd name="connsiteY902" fmla="*/ 119274 h 6858000"/>
              <a:gd name="connsiteX903" fmla="*/ 3023879 w 7467600"/>
              <a:gd name="connsiteY903" fmla="*/ 0 h 6858000"/>
              <a:gd name="connsiteX904" fmla="*/ 3105400 w 7467600"/>
              <a:gd name="connsiteY904" fmla="*/ 0 h 6858000"/>
              <a:gd name="connsiteX905" fmla="*/ 3094669 w 7467600"/>
              <a:gd name="connsiteY905" fmla="*/ 30308 h 6858000"/>
              <a:gd name="connsiteX906" fmla="*/ 2901945 w 7467600"/>
              <a:gd name="connsiteY906" fmla="*/ 466538 h 6858000"/>
              <a:gd name="connsiteX907" fmla="*/ 2815209 w 7467600"/>
              <a:gd name="connsiteY907" fmla="*/ 497361 h 6858000"/>
              <a:gd name="connsiteX908" fmla="*/ 2844845 w 7467600"/>
              <a:gd name="connsiteY908" fmla="*/ 127638 h 6858000"/>
              <a:gd name="connsiteX909" fmla="*/ 2867960 w 7467600"/>
              <a:gd name="connsiteY909" fmla="*/ 0 h 6858000"/>
              <a:gd name="connsiteX910" fmla="*/ 1057230 w 7467600"/>
              <a:gd name="connsiteY910" fmla="*/ 0 h 6858000"/>
              <a:gd name="connsiteX911" fmla="*/ 1111003 w 7467600"/>
              <a:gd name="connsiteY911" fmla="*/ 0 h 6858000"/>
              <a:gd name="connsiteX912" fmla="*/ 1125553 w 7467600"/>
              <a:gd name="connsiteY912" fmla="*/ 52588 h 6858000"/>
              <a:gd name="connsiteX913" fmla="*/ 1304276 w 7467600"/>
              <a:gd name="connsiteY913" fmla="*/ 476275 h 6858000"/>
              <a:gd name="connsiteX914" fmla="*/ 1492066 w 7467600"/>
              <a:gd name="connsiteY914" fmla="*/ 886333 h 6858000"/>
              <a:gd name="connsiteX915" fmla="*/ 1423698 w 7467600"/>
              <a:gd name="connsiteY915" fmla="*/ 710817 h 6858000"/>
              <a:gd name="connsiteX916" fmla="*/ 1357609 w 7467600"/>
              <a:gd name="connsiteY916" fmla="*/ 532892 h 6858000"/>
              <a:gd name="connsiteX917" fmla="*/ 1309550 w 7467600"/>
              <a:gd name="connsiteY917" fmla="*/ 374031 h 6858000"/>
              <a:gd name="connsiteX918" fmla="*/ 1193673 w 7467600"/>
              <a:gd name="connsiteY918" fmla="*/ 49533 h 6858000"/>
              <a:gd name="connsiteX919" fmla="*/ 1164391 w 7467600"/>
              <a:gd name="connsiteY919" fmla="*/ 0 h 6858000"/>
              <a:gd name="connsiteX920" fmla="*/ 1200666 w 7467600"/>
              <a:gd name="connsiteY920" fmla="*/ 0 h 6858000"/>
              <a:gd name="connsiteX921" fmla="*/ 1223408 w 7467600"/>
              <a:gd name="connsiteY921" fmla="*/ 38996 h 6858000"/>
              <a:gd name="connsiteX922" fmla="*/ 1339635 w 7467600"/>
              <a:gd name="connsiteY922" fmla="*/ 365517 h 6858000"/>
              <a:gd name="connsiteX923" fmla="*/ 1387469 w 7467600"/>
              <a:gd name="connsiteY923" fmla="*/ 523079 h 6858000"/>
              <a:gd name="connsiteX924" fmla="*/ 1452685 w 7467600"/>
              <a:gd name="connsiteY924" fmla="*/ 699806 h 6858000"/>
              <a:gd name="connsiteX925" fmla="*/ 1492092 w 7467600"/>
              <a:gd name="connsiteY925" fmla="*/ 800424 h 6858000"/>
              <a:gd name="connsiteX926" fmla="*/ 1455302 w 7467600"/>
              <a:gd name="connsiteY926" fmla="*/ 632913 h 6858000"/>
              <a:gd name="connsiteX927" fmla="*/ 1222336 w 7467600"/>
              <a:gd name="connsiteY927" fmla="*/ 9480 h 6858000"/>
              <a:gd name="connsiteX928" fmla="*/ 1214634 w 7467600"/>
              <a:gd name="connsiteY928" fmla="*/ 0 h 6858000"/>
              <a:gd name="connsiteX929" fmla="*/ 1289827 w 7467600"/>
              <a:gd name="connsiteY929" fmla="*/ 0 h 6858000"/>
              <a:gd name="connsiteX930" fmla="*/ 1321076 w 7467600"/>
              <a:gd name="connsiteY930" fmla="*/ 59722 h 6858000"/>
              <a:gd name="connsiteX931" fmla="*/ 1512579 w 7467600"/>
              <a:gd name="connsiteY931" fmla="*/ 626441 h 6858000"/>
              <a:gd name="connsiteX932" fmla="*/ 1506076 w 7467600"/>
              <a:gd name="connsiteY932" fmla="*/ 1089289 h 6858000"/>
              <a:gd name="connsiteX933" fmla="*/ 1486346 w 7467600"/>
              <a:gd name="connsiteY933" fmla="*/ 1079919 h 6858000"/>
              <a:gd name="connsiteX934" fmla="*/ 1070511 w 7467600"/>
              <a:gd name="connsiteY934" fmla="*/ 48609 h 6858000"/>
              <a:gd name="connsiteX935" fmla="*/ 1057230 w 7467600"/>
              <a:gd name="connsiteY935" fmla="*/ 0 h 6858000"/>
              <a:gd name="connsiteX936" fmla="*/ 43151 w 7467600"/>
              <a:gd name="connsiteY936" fmla="*/ 0 h 6858000"/>
              <a:gd name="connsiteX937" fmla="*/ 95283 w 7467600"/>
              <a:gd name="connsiteY937" fmla="*/ 0 h 6858000"/>
              <a:gd name="connsiteX938" fmla="*/ 300708 w 7467600"/>
              <a:gd name="connsiteY938" fmla="*/ 154571 h 6858000"/>
              <a:gd name="connsiteX939" fmla="*/ 530414 w 7467600"/>
              <a:gd name="connsiteY939" fmla="*/ 354673 h 6858000"/>
              <a:gd name="connsiteX940" fmla="*/ 333785 w 7467600"/>
              <a:gd name="connsiteY940" fmla="*/ 161564 h 6858000"/>
              <a:gd name="connsiteX941" fmla="*/ 147005 w 7467600"/>
              <a:gd name="connsiteY941" fmla="*/ 0 h 6858000"/>
              <a:gd name="connsiteX942" fmla="*/ 272509 w 7467600"/>
              <a:gd name="connsiteY942" fmla="*/ 0 h 6858000"/>
              <a:gd name="connsiteX943" fmla="*/ 326276 w 7467600"/>
              <a:gd name="connsiteY943" fmla="*/ 45847 h 6858000"/>
              <a:gd name="connsiteX944" fmla="*/ 823759 w 7467600"/>
              <a:gd name="connsiteY944" fmla="*/ 574145 h 6858000"/>
              <a:gd name="connsiteX945" fmla="*/ 811254 w 7467600"/>
              <a:gd name="connsiteY945" fmla="*/ 665546 h 6858000"/>
              <a:gd name="connsiteX946" fmla="*/ 154042 w 7467600"/>
              <a:gd name="connsiteY946" fmla="*/ 261522 h 6858000"/>
              <a:gd name="connsiteX947" fmla="*/ 13550 w 7467600"/>
              <a:gd name="connsiteY947" fmla="*/ 158423 h 6858000"/>
              <a:gd name="connsiteX948" fmla="*/ 0 w 7467600"/>
              <a:gd name="connsiteY948" fmla="*/ 146618 h 6858000"/>
              <a:gd name="connsiteX949" fmla="*/ 0 w 7467600"/>
              <a:gd name="connsiteY949" fmla="*/ 59161 h 6858000"/>
              <a:gd name="connsiteX950" fmla="*/ 45427 w 7467600"/>
              <a:gd name="connsiteY950" fmla="*/ 101078 h 6858000"/>
              <a:gd name="connsiteX951" fmla="*/ 630103 w 7467600"/>
              <a:gd name="connsiteY951" fmla="*/ 485885 h 6858000"/>
              <a:gd name="connsiteX952" fmla="*/ 532040 w 7467600"/>
              <a:gd name="connsiteY952" fmla="*/ 399359 h 6858000"/>
              <a:gd name="connsiteX953" fmla="*/ 517618 w 7467600"/>
              <a:gd name="connsiteY953" fmla="*/ 385726 h 6858000"/>
              <a:gd name="connsiteX954" fmla="*/ 285074 w 7467600"/>
              <a:gd name="connsiteY954" fmla="*/ 182755 h 6858000"/>
              <a:gd name="connsiteX955" fmla="*/ 43151 w 7467600"/>
              <a:gd name="connsiteY95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1456157 w 7467600"/>
              <a:gd name="connsiteY74" fmla="*/ 5371404 h 6858000"/>
              <a:gd name="connsiteX75" fmla="*/ 1244432 w 7467600"/>
              <a:gd name="connsiteY75" fmla="*/ 5385601 h 6858000"/>
              <a:gd name="connsiteX76" fmla="*/ 973990 w 7467600"/>
              <a:gd name="connsiteY76" fmla="*/ 5424940 h 6858000"/>
              <a:gd name="connsiteX77" fmla="*/ 1103809 w 7467600"/>
              <a:gd name="connsiteY77" fmla="*/ 5433720 h 6858000"/>
              <a:gd name="connsiteX78" fmla="*/ 1123454 w 7467600"/>
              <a:gd name="connsiteY78" fmla="*/ 5435727 h 6858000"/>
              <a:gd name="connsiteX79" fmla="*/ 1737017 w 7467600"/>
              <a:gd name="connsiteY79" fmla="*/ 5452183 h 6858000"/>
              <a:gd name="connsiteX80" fmla="*/ 1824397 w 7467600"/>
              <a:gd name="connsiteY80" fmla="*/ 5447757 h 6858000"/>
              <a:gd name="connsiteX81" fmla="*/ 2070059 w 7467600"/>
              <a:gd name="connsiteY81" fmla="*/ 5441660 h 6858000"/>
              <a:gd name="connsiteX82" fmla="*/ 1456157 w 7467600"/>
              <a:gd name="connsiteY82" fmla="*/ 5371404 h 6858000"/>
              <a:gd name="connsiteX83" fmla="*/ 4988186 w 7467600"/>
              <a:gd name="connsiteY83" fmla="*/ 5216467 h 6858000"/>
              <a:gd name="connsiteX84" fmla="*/ 4777334 w 7467600"/>
              <a:gd name="connsiteY84" fmla="*/ 5406072 h 6858000"/>
              <a:gd name="connsiteX85" fmla="*/ 4718341 w 7467600"/>
              <a:gd name="connsiteY85" fmla="*/ 5468043 h 6858000"/>
              <a:gd name="connsiteX86" fmla="*/ 4604655 w 7467600"/>
              <a:gd name="connsiteY86" fmla="*/ 5583434 h 6858000"/>
              <a:gd name="connsiteX87" fmla="*/ 4565074 w 7467600"/>
              <a:gd name="connsiteY87" fmla="*/ 5618550 h 6858000"/>
              <a:gd name="connsiteX88" fmla="*/ 4988186 w 7467600"/>
              <a:gd name="connsiteY88" fmla="*/ 5216467 h 6858000"/>
              <a:gd name="connsiteX89" fmla="*/ 4978032 w 7467600"/>
              <a:gd name="connsiteY89" fmla="*/ 5183809 h 6858000"/>
              <a:gd name="connsiteX90" fmla="*/ 4463413 w 7467600"/>
              <a:gd name="connsiteY90" fmla="*/ 5615162 h 6858000"/>
              <a:gd name="connsiteX91" fmla="*/ 4358134 w 7467600"/>
              <a:gd name="connsiteY91" fmla="*/ 5742791 h 6858000"/>
              <a:gd name="connsiteX92" fmla="*/ 4376219 w 7467600"/>
              <a:gd name="connsiteY92" fmla="*/ 5729027 h 6858000"/>
              <a:gd name="connsiteX93" fmla="*/ 4582340 w 7467600"/>
              <a:gd name="connsiteY93" fmla="*/ 5561037 h 6858000"/>
              <a:gd name="connsiteX94" fmla="*/ 4694684 w 7467600"/>
              <a:gd name="connsiteY94" fmla="*/ 5447098 h 6858000"/>
              <a:gd name="connsiteX95" fmla="*/ 4754123 w 7467600"/>
              <a:gd name="connsiteY95" fmla="*/ 5384643 h 6858000"/>
              <a:gd name="connsiteX96" fmla="*/ 4978032 w 7467600"/>
              <a:gd name="connsiteY96" fmla="*/ 5183809 h 6858000"/>
              <a:gd name="connsiteX97" fmla="*/ 1903353 w 7467600"/>
              <a:gd name="connsiteY97" fmla="*/ 5044827 h 6858000"/>
              <a:gd name="connsiteX98" fmla="*/ 1936931 w 7467600"/>
              <a:gd name="connsiteY98" fmla="*/ 5093954 h 6858000"/>
              <a:gd name="connsiteX99" fmla="*/ 2195868 w 7467600"/>
              <a:gd name="connsiteY99" fmla="*/ 5396574 h 6858000"/>
              <a:gd name="connsiteX100" fmla="*/ 2088852 w 7467600"/>
              <a:gd name="connsiteY100" fmla="*/ 5166123 h 6858000"/>
              <a:gd name="connsiteX101" fmla="*/ 1958241 w 7467600"/>
              <a:gd name="connsiteY101" fmla="*/ 5067955 h 6858000"/>
              <a:gd name="connsiteX102" fmla="*/ 1903353 w 7467600"/>
              <a:gd name="connsiteY102" fmla="*/ 5044827 h 6858000"/>
              <a:gd name="connsiteX103" fmla="*/ 1979378 w 7467600"/>
              <a:gd name="connsiteY103" fmla="*/ 4769504 h 6858000"/>
              <a:gd name="connsiteX104" fmla="*/ 2882120 w 7467600"/>
              <a:gd name="connsiteY104" fmla="*/ 5064547 h 6858000"/>
              <a:gd name="connsiteX105" fmla="*/ 2793103 w 7467600"/>
              <a:gd name="connsiteY105" fmla="*/ 5039699 h 6858000"/>
              <a:gd name="connsiteX106" fmla="*/ 2770041 w 7467600"/>
              <a:gd name="connsiteY106" fmla="*/ 5033634 h 6858000"/>
              <a:gd name="connsiteX107" fmla="*/ 1979378 w 7467600"/>
              <a:gd name="connsiteY107" fmla="*/ 4769504 h 6858000"/>
              <a:gd name="connsiteX108" fmla="*/ 1927410 w 7467600"/>
              <a:gd name="connsiteY108" fmla="*/ 4716164 h 6858000"/>
              <a:gd name="connsiteX109" fmla="*/ 1959587 w 7467600"/>
              <a:gd name="connsiteY109" fmla="*/ 4728849 h 6858000"/>
              <a:gd name="connsiteX110" fmla="*/ 2777707 w 7467600"/>
              <a:gd name="connsiteY110" fmla="*/ 5003991 h 6858000"/>
              <a:gd name="connsiteX111" fmla="*/ 2800768 w 7467600"/>
              <a:gd name="connsiteY111" fmla="*/ 5010056 h 6858000"/>
              <a:gd name="connsiteX112" fmla="*/ 2879408 w 7467600"/>
              <a:gd name="connsiteY112" fmla="*/ 5031590 h 6858000"/>
              <a:gd name="connsiteX113" fmla="*/ 2862295 w 7467600"/>
              <a:gd name="connsiteY113" fmla="*/ 5022958 h 6858000"/>
              <a:gd name="connsiteX114" fmla="*/ 2813343 w 7467600"/>
              <a:gd name="connsiteY114" fmla="*/ 4998369 h 6858000"/>
              <a:gd name="connsiteX115" fmla="*/ 2646245 w 7467600"/>
              <a:gd name="connsiteY115" fmla="*/ 4930999 h 6858000"/>
              <a:gd name="connsiteX116" fmla="*/ 1999243 w 7467600"/>
              <a:gd name="connsiteY116" fmla="*/ 4730524 h 6858000"/>
              <a:gd name="connsiteX117" fmla="*/ 1979527 w 7467600"/>
              <a:gd name="connsiteY117" fmla="*/ 4726651 h 6858000"/>
              <a:gd name="connsiteX118" fmla="*/ 1927410 w 7467600"/>
              <a:gd name="connsiteY118" fmla="*/ 4716164 h 6858000"/>
              <a:gd name="connsiteX119" fmla="*/ 1997014 w 7467600"/>
              <a:gd name="connsiteY119" fmla="*/ 4698007 h 6858000"/>
              <a:gd name="connsiteX120" fmla="*/ 2005458 w 7467600"/>
              <a:gd name="connsiteY120" fmla="*/ 4699540 h 6858000"/>
              <a:gd name="connsiteX121" fmla="*/ 2657186 w 7467600"/>
              <a:gd name="connsiteY121" fmla="*/ 4901687 h 6858000"/>
              <a:gd name="connsiteX122" fmla="*/ 2826662 w 7467600"/>
              <a:gd name="connsiteY122" fmla="*/ 4970362 h 6858000"/>
              <a:gd name="connsiteX123" fmla="*/ 2876100 w 7467600"/>
              <a:gd name="connsiteY123" fmla="*/ 4995397 h 6858000"/>
              <a:gd name="connsiteX124" fmla="*/ 3042600 w 7467600"/>
              <a:gd name="connsiteY124" fmla="*/ 5059532 h 6858000"/>
              <a:gd name="connsiteX125" fmla="*/ 1997014 w 7467600"/>
              <a:gd name="connsiteY125" fmla="*/ 4698007 h 6858000"/>
              <a:gd name="connsiteX126" fmla="*/ 2305292 w 7467600"/>
              <a:gd name="connsiteY126" fmla="*/ 4219492 h 6858000"/>
              <a:gd name="connsiteX127" fmla="*/ 3360922 w 7467600"/>
              <a:gd name="connsiteY127" fmla="*/ 4529373 h 6858000"/>
              <a:gd name="connsiteX128" fmla="*/ 3492420 w 7467600"/>
              <a:gd name="connsiteY128" fmla="*/ 4510145 h 6858000"/>
              <a:gd name="connsiteX129" fmla="*/ 3364086 w 7467600"/>
              <a:gd name="connsiteY129" fmla="*/ 4480340 h 6858000"/>
              <a:gd name="connsiteX130" fmla="*/ 3225818 w 7467600"/>
              <a:gd name="connsiteY130" fmla="*/ 4411822 h 6858000"/>
              <a:gd name="connsiteX131" fmla="*/ 3129696 w 7467600"/>
              <a:gd name="connsiteY131" fmla="*/ 4360704 h 6858000"/>
              <a:gd name="connsiteX132" fmla="*/ 2814545 w 7467600"/>
              <a:gd name="connsiteY132" fmla="*/ 4282955 h 6858000"/>
              <a:gd name="connsiteX133" fmla="*/ 2305292 w 7467600"/>
              <a:gd name="connsiteY133" fmla="*/ 4219492 h 6858000"/>
              <a:gd name="connsiteX134" fmla="*/ 2626982 w 7467600"/>
              <a:gd name="connsiteY134" fmla="*/ 4206450 h 6858000"/>
              <a:gd name="connsiteX135" fmla="*/ 2490617 w 7467600"/>
              <a:gd name="connsiteY135" fmla="*/ 4206951 h 6858000"/>
              <a:gd name="connsiteX136" fmla="*/ 2819869 w 7467600"/>
              <a:gd name="connsiteY136" fmla="*/ 4252936 h 6858000"/>
              <a:gd name="connsiteX137" fmla="*/ 3143018 w 7467600"/>
              <a:gd name="connsiteY137" fmla="*/ 4332698 h 6858000"/>
              <a:gd name="connsiteX138" fmla="*/ 3241520 w 7467600"/>
              <a:gd name="connsiteY138" fmla="*/ 4385112 h 6858000"/>
              <a:gd name="connsiteX139" fmla="*/ 3374575 w 7467600"/>
              <a:gd name="connsiteY139" fmla="*/ 4451517 h 6858000"/>
              <a:gd name="connsiteX140" fmla="*/ 3505221 w 7467600"/>
              <a:gd name="connsiteY140" fmla="*/ 4480757 h 6858000"/>
              <a:gd name="connsiteX141" fmla="*/ 2626982 w 7467600"/>
              <a:gd name="connsiteY141" fmla="*/ 4206450 h 6858000"/>
              <a:gd name="connsiteX142" fmla="*/ 1310106 w 7467600"/>
              <a:gd name="connsiteY142" fmla="*/ 3943217 h 6858000"/>
              <a:gd name="connsiteX143" fmla="*/ 854994 w 7467600"/>
              <a:gd name="connsiteY143" fmla="*/ 4399136 h 6858000"/>
              <a:gd name="connsiteX144" fmla="*/ 742462 w 7467600"/>
              <a:gd name="connsiteY144" fmla="*/ 4594648 h 6858000"/>
              <a:gd name="connsiteX145" fmla="*/ 820602 w 7467600"/>
              <a:gd name="connsiteY145" fmla="*/ 4485915 h 6858000"/>
              <a:gd name="connsiteX146" fmla="*/ 878295 w 7467600"/>
              <a:gd name="connsiteY146" fmla="*/ 4403594 h 6858000"/>
              <a:gd name="connsiteX147" fmla="*/ 1240607 w 7467600"/>
              <a:gd name="connsiteY147" fmla="*/ 4010401 h 6858000"/>
              <a:gd name="connsiteX148" fmla="*/ 1310106 w 7467600"/>
              <a:gd name="connsiteY148" fmla="*/ 3943217 h 6858000"/>
              <a:gd name="connsiteX149" fmla="*/ 1423113 w 7467600"/>
              <a:gd name="connsiteY149" fmla="*/ 3874565 h 6858000"/>
              <a:gd name="connsiteX150" fmla="*/ 1260565 w 7467600"/>
              <a:gd name="connsiteY150" fmla="*/ 4031982 h 6858000"/>
              <a:gd name="connsiteX151" fmla="*/ 901900 w 7467600"/>
              <a:gd name="connsiteY151" fmla="*/ 4421236 h 6858000"/>
              <a:gd name="connsiteX152" fmla="*/ 845044 w 7467600"/>
              <a:gd name="connsiteY152" fmla="*/ 4502436 h 6858000"/>
              <a:gd name="connsiteX153" fmla="*/ 685926 w 7467600"/>
              <a:gd name="connsiteY153" fmla="*/ 4703069 h 6858000"/>
              <a:gd name="connsiteX154" fmla="*/ 684248 w 7467600"/>
              <a:gd name="connsiteY154" fmla="*/ 4706721 h 6858000"/>
              <a:gd name="connsiteX155" fmla="*/ 1423113 w 7467600"/>
              <a:gd name="connsiteY155" fmla="*/ 3874565 h 6858000"/>
              <a:gd name="connsiteX156" fmla="*/ 3316479 w 7467600"/>
              <a:gd name="connsiteY156" fmla="*/ 3872136 h 6858000"/>
              <a:gd name="connsiteX157" fmla="*/ 3546806 w 7467600"/>
              <a:gd name="connsiteY157" fmla="*/ 4356139 h 6858000"/>
              <a:gd name="connsiteX158" fmla="*/ 3364433 w 7467600"/>
              <a:gd name="connsiteY158" fmla="*/ 3953121 h 6858000"/>
              <a:gd name="connsiteX159" fmla="*/ 3316479 w 7467600"/>
              <a:gd name="connsiteY159" fmla="*/ 3872136 h 6858000"/>
              <a:gd name="connsiteX160" fmla="*/ 3291335 w 7467600"/>
              <a:gd name="connsiteY160" fmla="*/ 3767420 h 6858000"/>
              <a:gd name="connsiteX161" fmla="*/ 3390805 w 7467600"/>
              <a:gd name="connsiteY161" fmla="*/ 3937163 h 6858000"/>
              <a:gd name="connsiteX162" fmla="*/ 3579062 w 7467600"/>
              <a:gd name="connsiteY162" fmla="*/ 4359040 h 6858000"/>
              <a:gd name="connsiteX163" fmla="*/ 3467355 w 7467600"/>
              <a:gd name="connsiteY163" fmla="*/ 3988130 h 6858000"/>
              <a:gd name="connsiteX164" fmla="*/ 3310753 w 7467600"/>
              <a:gd name="connsiteY164" fmla="*/ 3787140 h 6858000"/>
              <a:gd name="connsiteX165" fmla="*/ 3291335 w 7467600"/>
              <a:gd name="connsiteY165" fmla="*/ 3767420 h 6858000"/>
              <a:gd name="connsiteX166" fmla="*/ 1635889 w 7467600"/>
              <a:gd name="connsiteY166" fmla="*/ 3709494 h 6858000"/>
              <a:gd name="connsiteX167" fmla="*/ 1634800 w 7467600"/>
              <a:gd name="connsiteY167" fmla="*/ 3731111 h 6858000"/>
              <a:gd name="connsiteX168" fmla="*/ 1635889 w 7467600"/>
              <a:gd name="connsiteY168" fmla="*/ 3709494 h 6858000"/>
              <a:gd name="connsiteX169" fmla="*/ 1510397 w 7467600"/>
              <a:gd name="connsiteY169" fmla="*/ 3684705 h 6858000"/>
              <a:gd name="connsiteX170" fmla="*/ 1146550 w 7467600"/>
              <a:gd name="connsiteY170" fmla="*/ 3802012 h 6858000"/>
              <a:gd name="connsiteX171" fmla="*/ 698834 w 7467600"/>
              <a:gd name="connsiteY171" fmla="*/ 3952272 h 6858000"/>
              <a:gd name="connsiteX172" fmla="*/ 34256 w 7467600"/>
              <a:gd name="connsiteY172" fmla="*/ 4347603 h 6858000"/>
              <a:gd name="connsiteX173" fmla="*/ 527241 w 7467600"/>
              <a:gd name="connsiteY173" fmla="*/ 4065078 h 6858000"/>
              <a:gd name="connsiteX174" fmla="*/ 1510397 w 7467600"/>
              <a:gd name="connsiteY174" fmla="*/ 3684705 h 6858000"/>
              <a:gd name="connsiteX175" fmla="*/ 1313114 w 7467600"/>
              <a:gd name="connsiteY175" fmla="*/ 3655216 h 6858000"/>
              <a:gd name="connsiteX176" fmla="*/ 1109304 w 7467600"/>
              <a:gd name="connsiteY176" fmla="*/ 3669030 h 6858000"/>
              <a:gd name="connsiteX177" fmla="*/ 8129 w 7467600"/>
              <a:gd name="connsiteY177" fmla="*/ 4330519 h 6858000"/>
              <a:gd name="connsiteX178" fmla="*/ 687572 w 7467600"/>
              <a:gd name="connsiteY178" fmla="*/ 3925629 h 6858000"/>
              <a:gd name="connsiteX179" fmla="*/ 1138365 w 7467600"/>
              <a:gd name="connsiteY179" fmla="*/ 3774515 h 6858000"/>
              <a:gd name="connsiteX180" fmla="*/ 1505579 w 7467600"/>
              <a:gd name="connsiteY180" fmla="*/ 3655526 h 6858000"/>
              <a:gd name="connsiteX181" fmla="*/ 1313114 w 7467600"/>
              <a:gd name="connsiteY181" fmla="*/ 3655216 h 6858000"/>
              <a:gd name="connsiteX182" fmla="*/ 3655073 w 7467600"/>
              <a:gd name="connsiteY182" fmla="*/ 3650884 h 6858000"/>
              <a:gd name="connsiteX183" fmla="*/ 3989938 w 7467600"/>
              <a:gd name="connsiteY183" fmla="*/ 3991685 h 6858000"/>
              <a:gd name="connsiteX184" fmla="*/ 4393907 w 7467600"/>
              <a:gd name="connsiteY184" fmla="*/ 4261258 h 6858000"/>
              <a:gd name="connsiteX185" fmla="*/ 4648051 w 7467600"/>
              <a:gd name="connsiteY185" fmla="*/ 4374051 h 6858000"/>
              <a:gd name="connsiteX186" fmla="*/ 4383389 w 7467600"/>
              <a:gd name="connsiteY186" fmla="*/ 4184369 h 6858000"/>
              <a:gd name="connsiteX187" fmla="*/ 4165508 w 7467600"/>
              <a:gd name="connsiteY187" fmla="*/ 4035196 h 6858000"/>
              <a:gd name="connsiteX188" fmla="*/ 4068162 w 7467600"/>
              <a:gd name="connsiteY188" fmla="*/ 3953394 h 6858000"/>
              <a:gd name="connsiteX189" fmla="*/ 3981416 w 7467600"/>
              <a:gd name="connsiteY189" fmla="*/ 3880482 h 6858000"/>
              <a:gd name="connsiteX190" fmla="*/ 3800147 w 7467600"/>
              <a:gd name="connsiteY190" fmla="*/ 3749872 h 6858000"/>
              <a:gd name="connsiteX191" fmla="*/ 3655073 w 7467600"/>
              <a:gd name="connsiteY191" fmla="*/ 3650884 h 6858000"/>
              <a:gd name="connsiteX192" fmla="*/ 3670252 w 7467600"/>
              <a:gd name="connsiteY192" fmla="*/ 3622798 h 6858000"/>
              <a:gd name="connsiteX193" fmla="*/ 3817258 w 7467600"/>
              <a:gd name="connsiteY193" fmla="*/ 3723577 h 6858000"/>
              <a:gd name="connsiteX194" fmla="*/ 4000461 w 7467600"/>
              <a:gd name="connsiteY194" fmla="*/ 3855966 h 6858000"/>
              <a:gd name="connsiteX195" fmla="*/ 4088180 w 7467600"/>
              <a:gd name="connsiteY195" fmla="*/ 3929774 h 6858000"/>
              <a:gd name="connsiteX196" fmla="*/ 4184555 w 7467600"/>
              <a:gd name="connsiteY196" fmla="*/ 4010683 h 6858000"/>
              <a:gd name="connsiteX197" fmla="*/ 4399563 w 7467600"/>
              <a:gd name="connsiteY197" fmla="*/ 4158106 h 6858000"/>
              <a:gd name="connsiteX198" fmla="*/ 4684469 w 7467600"/>
              <a:gd name="connsiteY198" fmla="*/ 4364680 h 6858000"/>
              <a:gd name="connsiteX199" fmla="*/ 4690271 w 7467600"/>
              <a:gd name="connsiteY199" fmla="*/ 4370034 h 6858000"/>
              <a:gd name="connsiteX200" fmla="*/ 4136093 w 7467600"/>
              <a:gd name="connsiteY200" fmla="*/ 3858466 h 6858000"/>
              <a:gd name="connsiteX201" fmla="*/ 3670252 w 7467600"/>
              <a:gd name="connsiteY201" fmla="*/ 3622798 h 6858000"/>
              <a:gd name="connsiteX202" fmla="*/ 4440129 w 7467600"/>
              <a:gd name="connsiteY202" fmla="*/ 3448571 h 6858000"/>
              <a:gd name="connsiteX203" fmla="*/ 4856525 w 7467600"/>
              <a:gd name="connsiteY203" fmla="*/ 3915351 h 6858000"/>
              <a:gd name="connsiteX204" fmla="*/ 5059055 w 7467600"/>
              <a:gd name="connsiteY204" fmla="*/ 4108918 h 6858000"/>
              <a:gd name="connsiteX205" fmla="*/ 5290070 w 7467600"/>
              <a:gd name="connsiteY205" fmla="*/ 4263619 h 6858000"/>
              <a:gd name="connsiteX206" fmla="*/ 4834991 w 7467600"/>
              <a:gd name="connsiteY206" fmla="*/ 3830985 h 6858000"/>
              <a:gd name="connsiteX207" fmla="*/ 4440129 w 7467600"/>
              <a:gd name="connsiteY207" fmla="*/ 3448571 h 6858000"/>
              <a:gd name="connsiteX208" fmla="*/ 4441737 w 7467600"/>
              <a:gd name="connsiteY208" fmla="*/ 3399734 h 6858000"/>
              <a:gd name="connsiteX209" fmla="*/ 4431236 w 7467600"/>
              <a:gd name="connsiteY209" fmla="*/ 3400954 h 6858000"/>
              <a:gd name="connsiteX210" fmla="*/ 4557150 w 7467600"/>
              <a:gd name="connsiteY210" fmla="*/ 3510023 h 6858000"/>
              <a:gd name="connsiteX211" fmla="*/ 4856936 w 7467600"/>
              <a:gd name="connsiteY211" fmla="*/ 3809146 h 6858000"/>
              <a:gd name="connsiteX212" fmla="*/ 5111996 w 7467600"/>
              <a:gd name="connsiteY212" fmla="*/ 4065759 h 6858000"/>
              <a:gd name="connsiteX213" fmla="*/ 5388878 w 7467600"/>
              <a:gd name="connsiteY213" fmla="*/ 4300185 h 6858000"/>
              <a:gd name="connsiteX214" fmla="*/ 5425556 w 7467600"/>
              <a:gd name="connsiteY214" fmla="*/ 4308967 h 6858000"/>
              <a:gd name="connsiteX215" fmla="*/ 4943646 w 7467600"/>
              <a:gd name="connsiteY215" fmla="*/ 3822916 h 6858000"/>
              <a:gd name="connsiteX216" fmla="*/ 4594837 w 7467600"/>
              <a:gd name="connsiteY216" fmla="*/ 3532274 h 6858000"/>
              <a:gd name="connsiteX217" fmla="*/ 4441737 w 7467600"/>
              <a:gd name="connsiteY217" fmla="*/ 3399734 h 6858000"/>
              <a:gd name="connsiteX218" fmla="*/ 5425834 w 7467600"/>
              <a:gd name="connsiteY218" fmla="*/ 3162785 h 6858000"/>
              <a:gd name="connsiteX219" fmla="*/ 5401644 w 7467600"/>
              <a:gd name="connsiteY219" fmla="*/ 3617847 h 6858000"/>
              <a:gd name="connsiteX220" fmla="*/ 5467256 w 7467600"/>
              <a:gd name="connsiteY220" fmla="*/ 4175494 h 6858000"/>
              <a:gd name="connsiteX221" fmla="*/ 5448069 w 7467600"/>
              <a:gd name="connsiteY221" fmla="*/ 3567554 h 6858000"/>
              <a:gd name="connsiteX222" fmla="*/ 5425834 w 7467600"/>
              <a:gd name="connsiteY222" fmla="*/ 3162785 h 6858000"/>
              <a:gd name="connsiteX223" fmla="*/ 1318687 w 7467600"/>
              <a:gd name="connsiteY223" fmla="*/ 3113840 h 6858000"/>
              <a:gd name="connsiteX224" fmla="*/ 1066793 w 7467600"/>
              <a:gd name="connsiteY224" fmla="*/ 3212171 h 6858000"/>
              <a:gd name="connsiteX225" fmla="*/ 993319 w 7467600"/>
              <a:gd name="connsiteY225" fmla="*/ 3247648 h 6858000"/>
              <a:gd name="connsiteX226" fmla="*/ 853081 w 7467600"/>
              <a:gd name="connsiteY226" fmla="*/ 3312410 h 6858000"/>
              <a:gd name="connsiteX227" fmla="*/ 805957 w 7467600"/>
              <a:gd name="connsiteY227" fmla="*/ 3330443 h 6858000"/>
              <a:gd name="connsiteX228" fmla="*/ 1318687 w 7467600"/>
              <a:gd name="connsiteY228" fmla="*/ 3113840 h 6858000"/>
              <a:gd name="connsiteX229" fmla="*/ 5453702 w 7467600"/>
              <a:gd name="connsiteY229" fmla="*/ 3090882 h 6858000"/>
              <a:gd name="connsiteX230" fmla="*/ 5480135 w 7467600"/>
              <a:gd name="connsiteY230" fmla="*/ 3565802 h 6858000"/>
              <a:gd name="connsiteX231" fmla="*/ 5499023 w 7467600"/>
              <a:gd name="connsiteY231" fmla="*/ 4166310 h 6858000"/>
              <a:gd name="connsiteX232" fmla="*/ 5547022 w 7467600"/>
              <a:gd name="connsiteY232" fmla="*/ 3607838 h 6858000"/>
              <a:gd name="connsiteX233" fmla="*/ 5515964 w 7467600"/>
              <a:gd name="connsiteY233" fmla="*/ 3378541 h 6858000"/>
              <a:gd name="connsiteX234" fmla="*/ 5453702 w 7467600"/>
              <a:gd name="connsiteY234" fmla="*/ 3090882 h 6858000"/>
              <a:gd name="connsiteX235" fmla="*/ 1238695 w 7467600"/>
              <a:gd name="connsiteY235" fmla="*/ 3076820 h 6858000"/>
              <a:gd name="connsiteX236" fmla="*/ 716371 w 7467600"/>
              <a:gd name="connsiteY236" fmla="*/ 3293249 h 6858000"/>
              <a:gd name="connsiteX237" fmla="*/ 579522 w 7467600"/>
              <a:gd name="connsiteY237" fmla="*/ 3371759 h 6858000"/>
              <a:gd name="connsiteX238" fmla="*/ 600288 w 7467600"/>
              <a:gd name="connsiteY238" fmla="*/ 3365555 h 6858000"/>
              <a:gd name="connsiteX239" fmla="*/ 840692 w 7467600"/>
              <a:gd name="connsiteY239" fmla="*/ 3284921 h 6858000"/>
              <a:gd name="connsiteX240" fmla="*/ 979248 w 7467600"/>
              <a:gd name="connsiteY240" fmla="*/ 3221003 h 6858000"/>
              <a:gd name="connsiteX241" fmla="*/ 1053282 w 7467600"/>
              <a:gd name="connsiteY241" fmla="*/ 3185247 h 6858000"/>
              <a:gd name="connsiteX242" fmla="*/ 1320603 w 7467600"/>
              <a:gd name="connsiteY242" fmla="*/ 3081281 h 6858000"/>
              <a:gd name="connsiteX243" fmla="*/ 1238695 w 7467600"/>
              <a:gd name="connsiteY243" fmla="*/ 3076820 h 6858000"/>
              <a:gd name="connsiteX244" fmla="*/ 5425627 w 7467600"/>
              <a:gd name="connsiteY244" fmla="*/ 2954192 h 6858000"/>
              <a:gd name="connsiteX245" fmla="*/ 5470770 w 7467600"/>
              <a:gd name="connsiteY245" fmla="*/ 3005435 h 6858000"/>
              <a:gd name="connsiteX246" fmla="*/ 5519779 w 7467600"/>
              <a:gd name="connsiteY246" fmla="*/ 4359223 h 6858000"/>
              <a:gd name="connsiteX247" fmla="*/ 5520293 w 7467600"/>
              <a:gd name="connsiteY247" fmla="*/ 4360602 h 6858000"/>
              <a:gd name="connsiteX248" fmla="*/ 5767221 w 7467600"/>
              <a:gd name="connsiteY248" fmla="*/ 4665564 h 6858000"/>
              <a:gd name="connsiteX249" fmla="*/ 6937169 w 7467600"/>
              <a:gd name="connsiteY249" fmla="*/ 4815941 h 6858000"/>
              <a:gd name="connsiteX250" fmla="*/ 6953922 w 7467600"/>
              <a:gd name="connsiteY250" fmla="*/ 4890068 h 6858000"/>
              <a:gd name="connsiteX251" fmla="*/ 6071359 w 7467600"/>
              <a:gd name="connsiteY251" fmla="*/ 4770770 h 6858000"/>
              <a:gd name="connsiteX252" fmla="*/ 6038839 w 7467600"/>
              <a:gd name="connsiteY252" fmla="*/ 4764474 h 6858000"/>
              <a:gd name="connsiteX253" fmla="*/ 6038706 w 7467600"/>
              <a:gd name="connsiteY253" fmla="*/ 4763847 h 6858000"/>
              <a:gd name="connsiteX254" fmla="*/ 6037784 w 7467600"/>
              <a:gd name="connsiteY254" fmla="*/ 4764270 h 6858000"/>
              <a:gd name="connsiteX255" fmla="*/ 6038839 w 7467600"/>
              <a:gd name="connsiteY255" fmla="*/ 4764474 h 6858000"/>
              <a:gd name="connsiteX256" fmla="*/ 6040338 w 7467600"/>
              <a:gd name="connsiteY256" fmla="*/ 4771418 h 6858000"/>
              <a:gd name="connsiteX257" fmla="*/ 6024488 w 7467600"/>
              <a:gd name="connsiteY257" fmla="*/ 4809903 h 6858000"/>
              <a:gd name="connsiteX258" fmla="*/ 5599771 w 7467600"/>
              <a:gd name="connsiteY258" fmla="*/ 5509652 h 6858000"/>
              <a:gd name="connsiteX259" fmla="*/ 5548843 w 7467600"/>
              <a:gd name="connsiteY259" fmla="*/ 5563845 h 6858000"/>
              <a:gd name="connsiteX260" fmla="*/ 5940952 w 7467600"/>
              <a:gd name="connsiteY260" fmla="*/ 6250028 h 6858000"/>
              <a:gd name="connsiteX261" fmla="*/ 6043441 w 7467600"/>
              <a:gd name="connsiteY261" fmla="*/ 6665847 h 6858000"/>
              <a:gd name="connsiteX262" fmla="*/ 6093432 w 7467600"/>
              <a:gd name="connsiteY262" fmla="*/ 6858000 h 6858000"/>
              <a:gd name="connsiteX263" fmla="*/ 6034344 w 7467600"/>
              <a:gd name="connsiteY263" fmla="*/ 6858000 h 6858000"/>
              <a:gd name="connsiteX264" fmla="*/ 6026679 w 7467600"/>
              <a:gd name="connsiteY264" fmla="*/ 6836959 h 6858000"/>
              <a:gd name="connsiteX265" fmla="*/ 5800441 w 7467600"/>
              <a:gd name="connsiteY265" fmla="*/ 6335286 h 6858000"/>
              <a:gd name="connsiteX266" fmla="*/ 5526562 w 7467600"/>
              <a:gd name="connsiteY266" fmla="*/ 5705388 h 6858000"/>
              <a:gd name="connsiteX267" fmla="*/ 5519640 w 7467600"/>
              <a:gd name="connsiteY267" fmla="*/ 5683774 h 6858000"/>
              <a:gd name="connsiteX268" fmla="*/ 5844559 w 7467600"/>
              <a:gd name="connsiteY268" fmla="*/ 6553349 h 6858000"/>
              <a:gd name="connsiteX269" fmla="*/ 5975994 w 7467600"/>
              <a:gd name="connsiteY269" fmla="*/ 6858000 h 6858000"/>
              <a:gd name="connsiteX270" fmla="*/ 5898547 w 7467600"/>
              <a:gd name="connsiteY270" fmla="*/ 6858000 h 6858000"/>
              <a:gd name="connsiteX271" fmla="*/ 5682041 w 7467600"/>
              <a:gd name="connsiteY271" fmla="*/ 6355860 h 6858000"/>
              <a:gd name="connsiteX272" fmla="*/ 5461758 w 7467600"/>
              <a:gd name="connsiteY272" fmla="*/ 5820220 h 6858000"/>
              <a:gd name="connsiteX273" fmla="*/ 5237282 w 7467600"/>
              <a:gd name="connsiteY273" fmla="*/ 6579086 h 6858000"/>
              <a:gd name="connsiteX274" fmla="*/ 5115009 w 7467600"/>
              <a:gd name="connsiteY274" fmla="*/ 6858000 h 6858000"/>
              <a:gd name="connsiteX275" fmla="*/ 5028074 w 7467600"/>
              <a:gd name="connsiteY275" fmla="*/ 6858000 h 6858000"/>
              <a:gd name="connsiteX276" fmla="*/ 5079508 w 7467600"/>
              <a:gd name="connsiteY276" fmla="*/ 6749074 h 6858000"/>
              <a:gd name="connsiteX277" fmla="*/ 5371846 w 7467600"/>
              <a:gd name="connsiteY277" fmla="*/ 5924413 h 6858000"/>
              <a:gd name="connsiteX278" fmla="*/ 5270512 w 7467600"/>
              <a:gd name="connsiteY278" fmla="*/ 6138975 h 6858000"/>
              <a:gd name="connsiteX279" fmla="*/ 5062409 w 7467600"/>
              <a:gd name="connsiteY279" fmla="*/ 6653544 h 6858000"/>
              <a:gd name="connsiteX280" fmla="*/ 5036628 w 7467600"/>
              <a:gd name="connsiteY280" fmla="*/ 6754247 h 6858000"/>
              <a:gd name="connsiteX281" fmla="*/ 5009112 w 7467600"/>
              <a:gd name="connsiteY281" fmla="*/ 6858000 h 6858000"/>
              <a:gd name="connsiteX282" fmla="*/ 4976679 w 7467600"/>
              <a:gd name="connsiteY282" fmla="*/ 6858000 h 6858000"/>
              <a:gd name="connsiteX283" fmla="*/ 5006537 w 7467600"/>
              <a:gd name="connsiteY283" fmla="*/ 6747068 h 6858000"/>
              <a:gd name="connsiteX284" fmla="*/ 5032723 w 7467600"/>
              <a:gd name="connsiteY284" fmla="*/ 6644957 h 6858000"/>
              <a:gd name="connsiteX285" fmla="*/ 5242949 w 7467600"/>
              <a:gd name="connsiteY285" fmla="*/ 6125175 h 6858000"/>
              <a:gd name="connsiteX286" fmla="*/ 5286321 w 7467600"/>
              <a:gd name="connsiteY286" fmla="*/ 6033555 h 6858000"/>
              <a:gd name="connsiteX287" fmla="*/ 5008210 w 7467600"/>
              <a:gd name="connsiteY287" fmla="*/ 6649194 h 6858000"/>
              <a:gd name="connsiteX288" fmla="*/ 4986321 w 7467600"/>
              <a:gd name="connsiteY288" fmla="*/ 6765687 h 6858000"/>
              <a:gd name="connsiteX289" fmla="*/ 4973474 w 7467600"/>
              <a:gd name="connsiteY289" fmla="*/ 6858000 h 6858000"/>
              <a:gd name="connsiteX290" fmla="*/ 4907178 w 7467600"/>
              <a:gd name="connsiteY290" fmla="*/ 6858000 h 6858000"/>
              <a:gd name="connsiteX291" fmla="*/ 4910810 w 7467600"/>
              <a:gd name="connsiteY291" fmla="*/ 6829660 h 6858000"/>
              <a:gd name="connsiteX292" fmla="*/ 4987461 w 7467600"/>
              <a:gd name="connsiteY292" fmla="*/ 6432994 h 6858000"/>
              <a:gd name="connsiteX293" fmla="*/ 5179262 w 7467600"/>
              <a:gd name="connsiteY293" fmla="*/ 6035044 h 6858000"/>
              <a:gd name="connsiteX294" fmla="*/ 4689678 w 7467600"/>
              <a:gd name="connsiteY294" fmla="*/ 6440241 h 6858000"/>
              <a:gd name="connsiteX295" fmla="*/ 4477543 w 7467600"/>
              <a:gd name="connsiteY295" fmla="*/ 6674836 h 6858000"/>
              <a:gd name="connsiteX296" fmla="*/ 4329957 w 7467600"/>
              <a:gd name="connsiteY296" fmla="*/ 6858000 h 6858000"/>
              <a:gd name="connsiteX297" fmla="*/ 4218595 w 7467600"/>
              <a:gd name="connsiteY297" fmla="*/ 6858000 h 6858000"/>
              <a:gd name="connsiteX298" fmla="*/ 4368888 w 7467600"/>
              <a:gd name="connsiteY298" fmla="*/ 6668412 h 6858000"/>
              <a:gd name="connsiteX299" fmla="*/ 4563091 w 7467600"/>
              <a:gd name="connsiteY299" fmla="*/ 6442508 h 6858000"/>
              <a:gd name="connsiteX300" fmla="*/ 5387324 w 7467600"/>
              <a:gd name="connsiteY300" fmla="*/ 5705830 h 6858000"/>
              <a:gd name="connsiteX301" fmla="*/ 5073620 w 7467600"/>
              <a:gd name="connsiteY301" fmla="*/ 5955437 h 6858000"/>
              <a:gd name="connsiteX302" fmla="*/ 4689789 w 7467600"/>
              <a:gd name="connsiteY302" fmla="*/ 6268382 h 6858000"/>
              <a:gd name="connsiteX303" fmla="*/ 4418722 w 7467600"/>
              <a:gd name="connsiteY303" fmla="*/ 6570886 h 6858000"/>
              <a:gd name="connsiteX304" fmla="*/ 4214944 w 7467600"/>
              <a:gd name="connsiteY304" fmla="*/ 6858000 h 6858000"/>
              <a:gd name="connsiteX305" fmla="*/ 4177898 w 7467600"/>
              <a:gd name="connsiteY305" fmla="*/ 6858000 h 6858000"/>
              <a:gd name="connsiteX306" fmla="*/ 4391597 w 7467600"/>
              <a:gd name="connsiteY306" fmla="*/ 6556370 h 6858000"/>
              <a:gd name="connsiteX307" fmla="*/ 4668889 w 7467600"/>
              <a:gd name="connsiteY307" fmla="*/ 6246399 h 6858000"/>
              <a:gd name="connsiteX308" fmla="*/ 5055427 w 7467600"/>
              <a:gd name="connsiteY308" fmla="*/ 5931476 h 6858000"/>
              <a:gd name="connsiteX309" fmla="*/ 5371814 w 7467600"/>
              <a:gd name="connsiteY309" fmla="*/ 5678975 h 6858000"/>
              <a:gd name="connsiteX310" fmla="*/ 4987918 w 7467600"/>
              <a:gd name="connsiteY310" fmla="*/ 5838701 h 6858000"/>
              <a:gd name="connsiteX311" fmla="*/ 4317146 w 7467600"/>
              <a:gd name="connsiteY311" fmla="*/ 6587716 h 6858000"/>
              <a:gd name="connsiteX312" fmla="*/ 4171627 w 7467600"/>
              <a:gd name="connsiteY312" fmla="*/ 6858000 h 6858000"/>
              <a:gd name="connsiteX313" fmla="*/ 4081585 w 7467600"/>
              <a:gd name="connsiteY313" fmla="*/ 6858000 h 6858000"/>
              <a:gd name="connsiteX314" fmla="*/ 4238603 w 7467600"/>
              <a:gd name="connsiteY314" fmla="*/ 6559341 h 6858000"/>
              <a:gd name="connsiteX315" fmla="*/ 4778333 w 7467600"/>
              <a:gd name="connsiteY315" fmla="*/ 5873626 h 6858000"/>
              <a:gd name="connsiteX316" fmla="*/ 5414185 w 7467600"/>
              <a:gd name="connsiteY316" fmla="*/ 5573882 h 6858000"/>
              <a:gd name="connsiteX317" fmla="*/ 5959648 w 7467600"/>
              <a:gd name="connsiteY317" fmla="*/ 4760797 h 6858000"/>
              <a:gd name="connsiteX318" fmla="*/ 5355019 w 7467600"/>
              <a:gd name="connsiteY318" fmla="*/ 4734672 h 6858000"/>
              <a:gd name="connsiteX319" fmla="*/ 5083565 w 7467600"/>
              <a:gd name="connsiteY319" fmla="*/ 5179121 h 6858000"/>
              <a:gd name="connsiteX320" fmla="*/ 4713577 w 7467600"/>
              <a:gd name="connsiteY320" fmla="*/ 5616803 h 6858000"/>
              <a:gd name="connsiteX321" fmla="*/ 3989559 w 7467600"/>
              <a:gd name="connsiteY321" fmla="*/ 6145945 h 6858000"/>
              <a:gd name="connsiteX322" fmla="*/ 3939824 w 7467600"/>
              <a:gd name="connsiteY322" fmla="*/ 6066900 h 6858000"/>
              <a:gd name="connsiteX323" fmla="*/ 4584537 w 7467600"/>
              <a:gd name="connsiteY323" fmla="*/ 5324826 h 6858000"/>
              <a:gd name="connsiteX324" fmla="*/ 5037105 w 7467600"/>
              <a:gd name="connsiteY324" fmla="*/ 5088765 h 6858000"/>
              <a:gd name="connsiteX325" fmla="*/ 5039930 w 7467600"/>
              <a:gd name="connsiteY325" fmla="*/ 5089585 h 6858000"/>
              <a:gd name="connsiteX326" fmla="*/ 5263764 w 7467600"/>
              <a:gd name="connsiteY326" fmla="*/ 4735525 h 6858000"/>
              <a:gd name="connsiteX327" fmla="*/ 4086300 w 7467600"/>
              <a:gd name="connsiteY327" fmla="*/ 4884599 h 6858000"/>
              <a:gd name="connsiteX328" fmla="*/ 4085485 w 7467600"/>
              <a:gd name="connsiteY328" fmla="*/ 4899070 h 6858000"/>
              <a:gd name="connsiteX329" fmla="*/ 3871915 w 7467600"/>
              <a:gd name="connsiteY329" fmla="*/ 5253645 h 6858000"/>
              <a:gd name="connsiteX330" fmla="*/ 3799374 w 7467600"/>
              <a:gd name="connsiteY330" fmla="*/ 5466127 h 6858000"/>
              <a:gd name="connsiteX331" fmla="*/ 3498850 w 7467600"/>
              <a:gd name="connsiteY331" fmla="*/ 6661888 h 6858000"/>
              <a:gd name="connsiteX332" fmla="*/ 3399216 w 7467600"/>
              <a:gd name="connsiteY332" fmla="*/ 6858000 h 6858000"/>
              <a:gd name="connsiteX333" fmla="*/ 3303688 w 7467600"/>
              <a:gd name="connsiteY333" fmla="*/ 6858000 h 6858000"/>
              <a:gd name="connsiteX334" fmla="*/ 3391774 w 7467600"/>
              <a:gd name="connsiteY334" fmla="*/ 6697181 h 6858000"/>
              <a:gd name="connsiteX335" fmla="*/ 3735540 w 7467600"/>
              <a:gd name="connsiteY335" fmla="*/ 5546923 h 6858000"/>
              <a:gd name="connsiteX336" fmla="*/ 3729438 w 7467600"/>
              <a:gd name="connsiteY336" fmla="*/ 5569058 h 6858000"/>
              <a:gd name="connsiteX337" fmla="*/ 3707782 w 7467600"/>
              <a:gd name="connsiteY337" fmla="*/ 5644908 h 6858000"/>
              <a:gd name="connsiteX338" fmla="*/ 3583827 w 7467600"/>
              <a:gd name="connsiteY338" fmla="*/ 6039215 h 6858000"/>
              <a:gd name="connsiteX339" fmla="*/ 3547861 w 7467600"/>
              <a:gd name="connsiteY339" fmla="*/ 6129609 h 6858000"/>
              <a:gd name="connsiteX340" fmla="*/ 3490905 w 7467600"/>
              <a:gd name="connsiteY340" fmla="*/ 6277660 h 6858000"/>
              <a:gd name="connsiteX341" fmla="*/ 3455859 w 7467600"/>
              <a:gd name="connsiteY341" fmla="*/ 6391301 h 6858000"/>
              <a:gd name="connsiteX342" fmla="*/ 3429112 w 7467600"/>
              <a:gd name="connsiteY342" fmla="*/ 6479469 h 6858000"/>
              <a:gd name="connsiteX343" fmla="*/ 3304862 w 7467600"/>
              <a:gd name="connsiteY343" fmla="*/ 6796476 h 6858000"/>
              <a:gd name="connsiteX344" fmla="*/ 3276071 w 7467600"/>
              <a:gd name="connsiteY344" fmla="*/ 6858000 h 6858000"/>
              <a:gd name="connsiteX345" fmla="*/ 3240805 w 7467600"/>
              <a:gd name="connsiteY345" fmla="*/ 6858000 h 6858000"/>
              <a:gd name="connsiteX346" fmla="*/ 3275917 w 7467600"/>
              <a:gd name="connsiteY346" fmla="*/ 6783192 h 6858000"/>
              <a:gd name="connsiteX347" fmla="*/ 3399358 w 7467600"/>
              <a:gd name="connsiteY347" fmla="*/ 6469011 h 6858000"/>
              <a:gd name="connsiteX348" fmla="*/ 3425650 w 7467600"/>
              <a:gd name="connsiteY348" fmla="*/ 6381333 h 6858000"/>
              <a:gd name="connsiteX349" fmla="*/ 3460661 w 7467600"/>
              <a:gd name="connsiteY349" fmla="*/ 6266763 h 6858000"/>
              <a:gd name="connsiteX350" fmla="*/ 3518021 w 7467600"/>
              <a:gd name="connsiteY350" fmla="*/ 6117298 h 6858000"/>
              <a:gd name="connsiteX351" fmla="*/ 3554035 w 7467600"/>
              <a:gd name="connsiteY351" fmla="*/ 6027832 h 6858000"/>
              <a:gd name="connsiteX352" fmla="*/ 3677174 w 7467600"/>
              <a:gd name="connsiteY352" fmla="*/ 5636351 h 6858000"/>
              <a:gd name="connsiteX353" fmla="*/ 3698819 w 7467600"/>
              <a:gd name="connsiteY353" fmla="*/ 5560503 h 6858000"/>
              <a:gd name="connsiteX354" fmla="*/ 3702094 w 7467600"/>
              <a:gd name="connsiteY354" fmla="*/ 5549194 h 6858000"/>
              <a:gd name="connsiteX355" fmla="*/ 3398355 w 7467600"/>
              <a:gd name="connsiteY355" fmla="*/ 6094603 h 6858000"/>
              <a:gd name="connsiteX356" fmla="*/ 3193941 w 7467600"/>
              <a:gd name="connsiteY356" fmla="*/ 6798775 h 6858000"/>
              <a:gd name="connsiteX357" fmla="*/ 3184140 w 7467600"/>
              <a:gd name="connsiteY357" fmla="*/ 6858000 h 6858000"/>
              <a:gd name="connsiteX358" fmla="*/ 3099978 w 7467600"/>
              <a:gd name="connsiteY358" fmla="*/ 6858000 h 6858000"/>
              <a:gd name="connsiteX359" fmla="*/ 3101556 w 7467600"/>
              <a:gd name="connsiteY359" fmla="*/ 6843337 h 6858000"/>
              <a:gd name="connsiteX360" fmla="*/ 3370162 w 7467600"/>
              <a:gd name="connsiteY360" fmla="*/ 5785550 h 6858000"/>
              <a:gd name="connsiteX361" fmla="*/ 3746477 w 7467600"/>
              <a:gd name="connsiteY361" fmla="*/ 5377889 h 6858000"/>
              <a:gd name="connsiteX362" fmla="*/ 3863399 w 7467600"/>
              <a:gd name="connsiteY362" fmla="*/ 5087257 h 6858000"/>
              <a:gd name="connsiteX363" fmla="*/ 3968712 w 7467600"/>
              <a:gd name="connsiteY363" fmla="*/ 4913989 h 6858000"/>
              <a:gd name="connsiteX364" fmla="*/ 2792390 w 7467600"/>
              <a:gd name="connsiteY364" fmla="*/ 5382974 h 6858000"/>
              <a:gd name="connsiteX365" fmla="*/ 2714982 w 7467600"/>
              <a:gd name="connsiteY365" fmla="*/ 5427051 h 6858000"/>
              <a:gd name="connsiteX366" fmla="*/ 2813361 w 7467600"/>
              <a:gd name="connsiteY366" fmla="*/ 6023912 h 6858000"/>
              <a:gd name="connsiteX367" fmla="*/ 2688430 w 7467600"/>
              <a:gd name="connsiteY367" fmla="*/ 6801564 h 6858000"/>
              <a:gd name="connsiteX368" fmla="*/ 2629626 w 7467600"/>
              <a:gd name="connsiteY368" fmla="*/ 6763394 h 6858000"/>
              <a:gd name="connsiteX369" fmla="*/ 2565328 w 7467600"/>
              <a:gd name="connsiteY369" fmla="*/ 5516399 h 6858000"/>
              <a:gd name="connsiteX370" fmla="*/ 1922999 w 7467600"/>
              <a:gd name="connsiteY370" fmla="*/ 5980343 h 6858000"/>
              <a:gd name="connsiteX371" fmla="*/ 1950261 w 7467600"/>
              <a:gd name="connsiteY371" fmla="*/ 6405858 h 6858000"/>
              <a:gd name="connsiteX372" fmla="*/ 2365554 w 7467600"/>
              <a:gd name="connsiteY372" fmla="*/ 6759107 h 6858000"/>
              <a:gd name="connsiteX373" fmla="*/ 2424142 w 7467600"/>
              <a:gd name="connsiteY373" fmla="*/ 6858000 h 6858000"/>
              <a:gd name="connsiteX374" fmla="*/ 2395994 w 7467600"/>
              <a:gd name="connsiteY374" fmla="*/ 6858000 h 6858000"/>
              <a:gd name="connsiteX375" fmla="*/ 2392863 w 7467600"/>
              <a:gd name="connsiteY375" fmla="*/ 6852964 h 6858000"/>
              <a:gd name="connsiteX376" fmla="*/ 2017589 w 7467600"/>
              <a:gd name="connsiteY376" fmla="*/ 6493982 h 6858000"/>
              <a:gd name="connsiteX377" fmla="*/ 2147336 w 7467600"/>
              <a:gd name="connsiteY377" fmla="*/ 6594052 h 6858000"/>
              <a:gd name="connsiteX378" fmla="*/ 2207047 w 7467600"/>
              <a:gd name="connsiteY378" fmla="*/ 6654540 h 6858000"/>
              <a:gd name="connsiteX379" fmla="*/ 2299106 w 7467600"/>
              <a:gd name="connsiteY379" fmla="*/ 6778931 h 6858000"/>
              <a:gd name="connsiteX380" fmla="*/ 2314430 w 7467600"/>
              <a:gd name="connsiteY380" fmla="*/ 6801144 h 6858000"/>
              <a:gd name="connsiteX381" fmla="*/ 2352406 w 7467600"/>
              <a:gd name="connsiteY381" fmla="*/ 6858000 h 6858000"/>
              <a:gd name="connsiteX382" fmla="*/ 2314492 w 7467600"/>
              <a:gd name="connsiteY382" fmla="*/ 6858000 h 6858000"/>
              <a:gd name="connsiteX383" fmla="*/ 2288095 w 7467600"/>
              <a:gd name="connsiteY383" fmla="*/ 6818030 h 6858000"/>
              <a:gd name="connsiteX384" fmla="*/ 2272768 w 7467600"/>
              <a:gd name="connsiteY384" fmla="*/ 6795822 h 6858000"/>
              <a:gd name="connsiteX385" fmla="*/ 2182715 w 7467600"/>
              <a:gd name="connsiteY385" fmla="*/ 6675071 h 6858000"/>
              <a:gd name="connsiteX386" fmla="*/ 2032061 w 7467600"/>
              <a:gd name="connsiteY386" fmla="*/ 6541380 h 6858000"/>
              <a:gd name="connsiteX387" fmla="*/ 2257220 w 7467600"/>
              <a:gd name="connsiteY387" fmla="*/ 6826257 h 6858000"/>
              <a:gd name="connsiteX388" fmla="*/ 2281324 w 7467600"/>
              <a:gd name="connsiteY388" fmla="*/ 6858000 h 6858000"/>
              <a:gd name="connsiteX389" fmla="*/ 2242860 w 7467600"/>
              <a:gd name="connsiteY389" fmla="*/ 6858000 h 6858000"/>
              <a:gd name="connsiteX390" fmla="*/ 2232818 w 7467600"/>
              <a:gd name="connsiteY390" fmla="*/ 6844926 h 6858000"/>
              <a:gd name="connsiteX391" fmla="*/ 1990172 w 7467600"/>
              <a:gd name="connsiteY391" fmla="*/ 6542121 h 6858000"/>
              <a:gd name="connsiteX392" fmla="*/ 2124090 w 7467600"/>
              <a:gd name="connsiteY392" fmla="*/ 6761017 h 6858000"/>
              <a:gd name="connsiteX393" fmla="*/ 2200380 w 7467600"/>
              <a:gd name="connsiteY393" fmla="*/ 6858000 h 6858000"/>
              <a:gd name="connsiteX394" fmla="*/ 2147507 w 7467600"/>
              <a:gd name="connsiteY394" fmla="*/ 6858000 h 6858000"/>
              <a:gd name="connsiteX395" fmla="*/ 2070668 w 7467600"/>
              <a:gd name="connsiteY395" fmla="*/ 6761520 h 6858000"/>
              <a:gd name="connsiteX396" fmla="*/ 1975142 w 7467600"/>
              <a:gd name="connsiteY396" fmla="*/ 6585570 h 6858000"/>
              <a:gd name="connsiteX397" fmla="*/ 2050035 w 7467600"/>
              <a:gd name="connsiteY397" fmla="*/ 6813345 h 6858000"/>
              <a:gd name="connsiteX398" fmla="*/ 2063025 w 7467600"/>
              <a:gd name="connsiteY398" fmla="*/ 6858000 h 6858000"/>
              <a:gd name="connsiteX399" fmla="*/ 2021675 w 7467600"/>
              <a:gd name="connsiteY399" fmla="*/ 6858000 h 6858000"/>
              <a:gd name="connsiteX400" fmla="*/ 2019308 w 7467600"/>
              <a:gd name="connsiteY400" fmla="*/ 6847118 h 6858000"/>
              <a:gd name="connsiteX401" fmla="*/ 1938835 w 7467600"/>
              <a:gd name="connsiteY401" fmla="*/ 6551160 h 6858000"/>
              <a:gd name="connsiteX402" fmla="*/ 1953230 w 7467600"/>
              <a:gd name="connsiteY402" fmla="*/ 6759699 h 6858000"/>
              <a:gd name="connsiteX403" fmla="*/ 1956763 w 7467600"/>
              <a:gd name="connsiteY403" fmla="*/ 6778191 h 6858000"/>
              <a:gd name="connsiteX404" fmla="*/ 1967925 w 7467600"/>
              <a:gd name="connsiteY404" fmla="*/ 6858000 h 6858000"/>
              <a:gd name="connsiteX405" fmla="*/ 1936622 w 7467600"/>
              <a:gd name="connsiteY405" fmla="*/ 6858000 h 6858000"/>
              <a:gd name="connsiteX406" fmla="*/ 1926261 w 7467600"/>
              <a:gd name="connsiteY406" fmla="*/ 6784064 h 6858000"/>
              <a:gd name="connsiteX407" fmla="*/ 1922724 w 7467600"/>
              <a:gd name="connsiteY407" fmla="*/ 6765577 h 6858000"/>
              <a:gd name="connsiteX408" fmla="*/ 1904650 w 7467600"/>
              <a:gd name="connsiteY408" fmla="*/ 6639616 h 6858000"/>
              <a:gd name="connsiteX409" fmla="*/ 1885273 w 7467600"/>
              <a:gd name="connsiteY409" fmla="*/ 6858000 h 6858000"/>
              <a:gd name="connsiteX410" fmla="*/ 1854363 w 7467600"/>
              <a:gd name="connsiteY410" fmla="*/ 6858000 h 6858000"/>
              <a:gd name="connsiteX411" fmla="*/ 1880391 w 7467600"/>
              <a:gd name="connsiteY411" fmla="*/ 6603796 h 6858000"/>
              <a:gd name="connsiteX412" fmla="*/ 1818273 w 7467600"/>
              <a:gd name="connsiteY412" fmla="*/ 6715729 h 6858000"/>
              <a:gd name="connsiteX413" fmla="*/ 1794691 w 7467600"/>
              <a:gd name="connsiteY413" fmla="*/ 6843239 h 6858000"/>
              <a:gd name="connsiteX414" fmla="*/ 1794914 w 7467600"/>
              <a:gd name="connsiteY414" fmla="*/ 6858000 h 6858000"/>
              <a:gd name="connsiteX415" fmla="*/ 1746128 w 7467600"/>
              <a:gd name="connsiteY415" fmla="*/ 6858000 h 6858000"/>
              <a:gd name="connsiteX416" fmla="*/ 1753934 w 7467600"/>
              <a:gd name="connsiteY416" fmla="*/ 6724796 h 6858000"/>
              <a:gd name="connsiteX417" fmla="*/ 1792053 w 7467600"/>
              <a:gd name="connsiteY417" fmla="*/ 6572396 h 6858000"/>
              <a:gd name="connsiteX418" fmla="*/ 1862248 w 7467600"/>
              <a:gd name="connsiteY418" fmla="*/ 6266397 h 6858000"/>
              <a:gd name="connsiteX419" fmla="*/ 1862250 w 7467600"/>
              <a:gd name="connsiteY419" fmla="*/ 6033531 h 6858000"/>
              <a:gd name="connsiteX420" fmla="*/ 1211999 w 7467600"/>
              <a:gd name="connsiteY420" fmla="*/ 6683610 h 6858000"/>
              <a:gd name="connsiteX421" fmla="*/ 1213266 w 7467600"/>
              <a:gd name="connsiteY421" fmla="*/ 6691947 h 6858000"/>
              <a:gd name="connsiteX422" fmla="*/ 1203370 w 7467600"/>
              <a:gd name="connsiteY422" fmla="*/ 6850676 h 6858000"/>
              <a:gd name="connsiteX423" fmla="*/ 1203671 w 7467600"/>
              <a:gd name="connsiteY423" fmla="*/ 6858000 h 6858000"/>
              <a:gd name="connsiteX424" fmla="*/ 1143180 w 7467600"/>
              <a:gd name="connsiteY424" fmla="*/ 6858000 h 6858000"/>
              <a:gd name="connsiteX425" fmla="*/ 1142176 w 7467600"/>
              <a:gd name="connsiteY425" fmla="*/ 6766045 h 6858000"/>
              <a:gd name="connsiteX426" fmla="*/ 1067484 w 7467600"/>
              <a:gd name="connsiteY426" fmla="*/ 6858000 h 6858000"/>
              <a:gd name="connsiteX427" fmla="*/ 953928 w 7467600"/>
              <a:gd name="connsiteY427" fmla="*/ 6858000 h 6858000"/>
              <a:gd name="connsiteX428" fmla="*/ 959715 w 7467600"/>
              <a:gd name="connsiteY428" fmla="*/ 6850185 h 6858000"/>
              <a:gd name="connsiteX429" fmla="*/ 1483788 w 7467600"/>
              <a:gd name="connsiteY429" fmla="*/ 6259174 h 6858000"/>
              <a:gd name="connsiteX430" fmla="*/ 1100671 w 7467600"/>
              <a:gd name="connsiteY430" fmla="*/ 6252137 h 6858000"/>
              <a:gd name="connsiteX431" fmla="*/ 1090144 w 7467600"/>
              <a:gd name="connsiteY431" fmla="*/ 6256748 h 6858000"/>
              <a:gd name="connsiteX432" fmla="*/ 1095872 w 7467600"/>
              <a:gd name="connsiteY432" fmla="*/ 6271892 h 6858000"/>
              <a:gd name="connsiteX433" fmla="*/ 262785 w 7467600"/>
              <a:gd name="connsiteY433" fmla="*/ 6845450 h 6858000"/>
              <a:gd name="connsiteX434" fmla="*/ 209968 w 7467600"/>
              <a:gd name="connsiteY434" fmla="*/ 6770713 h 6858000"/>
              <a:gd name="connsiteX435" fmla="*/ 873460 w 7467600"/>
              <a:gd name="connsiteY435" fmla="*/ 6253768 h 6858000"/>
              <a:gd name="connsiteX436" fmla="*/ 192686 w 7467600"/>
              <a:gd name="connsiteY436" fmla="*/ 5849257 h 6858000"/>
              <a:gd name="connsiteX437" fmla="*/ 4696 w 7467600"/>
              <a:gd name="connsiteY437" fmla="*/ 5697668 h 6858000"/>
              <a:gd name="connsiteX438" fmla="*/ 0 w 7467600"/>
              <a:gd name="connsiteY438" fmla="*/ 5689984 h 6858000"/>
              <a:gd name="connsiteX439" fmla="*/ 0 w 7467600"/>
              <a:gd name="connsiteY439" fmla="*/ 5513472 h 6858000"/>
              <a:gd name="connsiteX440" fmla="*/ 174101 w 7467600"/>
              <a:gd name="connsiteY440" fmla="*/ 5620277 h 6858000"/>
              <a:gd name="connsiteX441" fmla="*/ 891800 w 7467600"/>
              <a:gd name="connsiteY441" fmla="*/ 6036935 h 6858000"/>
              <a:gd name="connsiteX442" fmla="*/ 1072219 w 7467600"/>
              <a:gd name="connsiteY442" fmla="*/ 6169443 h 6858000"/>
              <a:gd name="connsiteX443" fmla="*/ 1074117 w 7467600"/>
              <a:gd name="connsiteY443" fmla="*/ 6170301 h 6858000"/>
              <a:gd name="connsiteX444" fmla="*/ 1083114 w 7467600"/>
              <a:gd name="connsiteY444" fmla="*/ 6174131 h 6858000"/>
              <a:gd name="connsiteX445" fmla="*/ 1543010 w 7467600"/>
              <a:gd name="connsiteY445" fmla="*/ 6191140 h 6858000"/>
              <a:gd name="connsiteX446" fmla="*/ 1551080 w 7467600"/>
              <a:gd name="connsiteY446" fmla="*/ 6195006 h 6858000"/>
              <a:gd name="connsiteX447" fmla="*/ 2345443 w 7467600"/>
              <a:gd name="connsiteY447" fmla="*/ 5549882 h 6858000"/>
              <a:gd name="connsiteX448" fmla="*/ 1721499 w 7467600"/>
              <a:gd name="connsiteY448" fmla="*/ 5599969 h 6858000"/>
              <a:gd name="connsiteX449" fmla="*/ 767716 w 7467600"/>
              <a:gd name="connsiteY449" fmla="*/ 5472768 h 6858000"/>
              <a:gd name="connsiteX450" fmla="*/ 722147 w 7467600"/>
              <a:gd name="connsiteY450" fmla="*/ 5393091 h 6858000"/>
              <a:gd name="connsiteX451" fmla="*/ 1485552 w 7467600"/>
              <a:gd name="connsiteY451" fmla="*/ 5313202 h 6858000"/>
              <a:gd name="connsiteX452" fmla="*/ 2143004 w 7467600"/>
              <a:gd name="connsiteY452" fmla="*/ 5402420 h 6858000"/>
              <a:gd name="connsiteX453" fmla="*/ 1933391 w 7467600"/>
              <a:gd name="connsiteY453" fmla="*/ 5156971 h 6858000"/>
              <a:gd name="connsiteX454" fmla="*/ 1827118 w 7467600"/>
              <a:gd name="connsiteY454" fmla="*/ 4968410 h 6858000"/>
              <a:gd name="connsiteX455" fmla="*/ 1837349 w 7467600"/>
              <a:gd name="connsiteY455" fmla="*/ 4956357 h 6858000"/>
              <a:gd name="connsiteX456" fmla="*/ 2162835 w 7467600"/>
              <a:gd name="connsiteY456" fmla="*/ 5187853 h 6858000"/>
              <a:gd name="connsiteX457" fmla="*/ 2257167 w 7467600"/>
              <a:gd name="connsiteY457" fmla="*/ 5462123 h 6858000"/>
              <a:gd name="connsiteX458" fmla="*/ 2261598 w 7467600"/>
              <a:gd name="connsiteY458" fmla="*/ 5467998 h 6858000"/>
              <a:gd name="connsiteX459" fmla="*/ 2437177 w 7467600"/>
              <a:gd name="connsiteY459" fmla="*/ 5479608 h 6858000"/>
              <a:gd name="connsiteX460" fmla="*/ 2445247 w 7467600"/>
              <a:gd name="connsiteY460" fmla="*/ 5483476 h 6858000"/>
              <a:gd name="connsiteX461" fmla="*/ 2743626 w 7467600"/>
              <a:gd name="connsiteY461" fmla="*/ 5304819 h 6858000"/>
              <a:gd name="connsiteX462" fmla="*/ 3048102 w 7467600"/>
              <a:gd name="connsiteY462" fmla="*/ 5150595 h 6858000"/>
              <a:gd name="connsiteX463" fmla="*/ 1799414 w 7467600"/>
              <a:gd name="connsiteY463" fmla="*/ 4694732 h 6858000"/>
              <a:gd name="connsiteX464" fmla="*/ 1771735 w 7467600"/>
              <a:gd name="connsiteY464" fmla="*/ 4619929 h 6858000"/>
              <a:gd name="connsiteX465" fmla="*/ 3104273 w 7467600"/>
              <a:gd name="connsiteY465" fmla="*/ 5076159 h 6858000"/>
              <a:gd name="connsiteX466" fmla="*/ 3113245 w 7467600"/>
              <a:gd name="connsiteY466" fmla="*/ 5090705 h 6858000"/>
              <a:gd name="connsiteX467" fmla="*/ 3126294 w 7467600"/>
              <a:gd name="connsiteY467" fmla="*/ 5114400 h 6858000"/>
              <a:gd name="connsiteX468" fmla="*/ 3937433 w 7467600"/>
              <a:gd name="connsiteY468" fmla="*/ 4830473 h 6858000"/>
              <a:gd name="connsiteX469" fmla="*/ 3590475 w 7467600"/>
              <a:gd name="connsiteY469" fmla="*/ 4597974 h 6858000"/>
              <a:gd name="connsiteX470" fmla="*/ 3100264 w 7467600"/>
              <a:gd name="connsiteY470" fmla="*/ 4579845 h 6858000"/>
              <a:gd name="connsiteX471" fmla="*/ 2183576 w 7467600"/>
              <a:gd name="connsiteY471" fmla="*/ 4227150 h 6858000"/>
              <a:gd name="connsiteX472" fmla="*/ 2151029 w 7467600"/>
              <a:gd name="connsiteY472" fmla="*/ 4146947 h 6858000"/>
              <a:gd name="connsiteX473" fmla="*/ 3563434 w 7467600"/>
              <a:gd name="connsiteY473" fmla="*/ 4469115 h 6858000"/>
              <a:gd name="connsiteX474" fmla="*/ 3177952 w 7467600"/>
              <a:gd name="connsiteY474" fmla="*/ 3657386 h 6858000"/>
              <a:gd name="connsiteX475" fmla="*/ 3189263 w 7467600"/>
              <a:gd name="connsiteY475" fmla="*/ 3625726 h 6858000"/>
              <a:gd name="connsiteX476" fmla="*/ 3560912 w 7467600"/>
              <a:gd name="connsiteY476" fmla="*/ 4079863 h 6858000"/>
              <a:gd name="connsiteX477" fmla="*/ 3626636 w 7467600"/>
              <a:gd name="connsiteY477" fmla="*/ 4512230 h 6858000"/>
              <a:gd name="connsiteX478" fmla="*/ 3653088 w 7467600"/>
              <a:gd name="connsiteY478" fmla="*/ 4521417 h 6858000"/>
              <a:gd name="connsiteX479" fmla="*/ 3988128 w 7467600"/>
              <a:gd name="connsiteY479" fmla="*/ 4817267 h 6858000"/>
              <a:gd name="connsiteX480" fmla="*/ 4830582 w 7467600"/>
              <a:gd name="connsiteY480" fmla="*/ 4676000 h 6858000"/>
              <a:gd name="connsiteX481" fmla="*/ 4830100 w 7467600"/>
              <a:gd name="connsiteY481" fmla="*/ 4675554 h 6858000"/>
              <a:gd name="connsiteX482" fmla="*/ 4036318 w 7467600"/>
              <a:gd name="connsiteY482" fmla="*/ 4147013 h 6858000"/>
              <a:gd name="connsiteX483" fmla="*/ 3432098 w 7467600"/>
              <a:gd name="connsiteY483" fmla="*/ 3537312 h 6858000"/>
              <a:gd name="connsiteX484" fmla="*/ 3446761 w 7467600"/>
              <a:gd name="connsiteY484" fmla="*/ 3461278 h 6858000"/>
              <a:gd name="connsiteX485" fmla="*/ 4419733 w 7467600"/>
              <a:gd name="connsiteY485" fmla="*/ 3963555 h 6858000"/>
              <a:gd name="connsiteX486" fmla="*/ 4781371 w 7467600"/>
              <a:gd name="connsiteY486" fmla="*/ 4458604 h 6858000"/>
              <a:gd name="connsiteX487" fmla="*/ 4780440 w 7467600"/>
              <a:gd name="connsiteY487" fmla="*/ 4470290 h 6858000"/>
              <a:gd name="connsiteX488" fmla="*/ 4898954 w 7467600"/>
              <a:gd name="connsiteY488" fmla="*/ 4662092 h 6858000"/>
              <a:gd name="connsiteX489" fmla="*/ 4900699 w 7467600"/>
              <a:gd name="connsiteY489" fmla="*/ 4670867 h 6858000"/>
              <a:gd name="connsiteX490" fmla="*/ 5714511 w 7467600"/>
              <a:gd name="connsiteY490" fmla="*/ 4663483 h 6858000"/>
              <a:gd name="connsiteX491" fmla="*/ 5464793 w 7467600"/>
              <a:gd name="connsiteY491" fmla="*/ 4393556 h 6858000"/>
              <a:gd name="connsiteX492" fmla="*/ 5461897 w 7467600"/>
              <a:gd name="connsiteY492" fmla="*/ 4390879 h 6858000"/>
              <a:gd name="connsiteX493" fmla="*/ 4294126 w 7467600"/>
              <a:gd name="connsiteY493" fmla="*/ 3303048 h 6858000"/>
              <a:gd name="connsiteX494" fmla="*/ 4305321 w 7467600"/>
              <a:gd name="connsiteY494" fmla="*/ 3256953 h 6858000"/>
              <a:gd name="connsiteX495" fmla="*/ 4949299 w 7467600"/>
              <a:gd name="connsiteY495" fmla="*/ 3766336 h 6858000"/>
              <a:gd name="connsiteX496" fmla="*/ 5291452 w 7467600"/>
              <a:gd name="connsiteY496" fmla="*/ 4076801 h 6858000"/>
              <a:gd name="connsiteX497" fmla="*/ 5434998 w 7467600"/>
              <a:gd name="connsiteY497" fmla="*/ 4254100 h 6858000"/>
              <a:gd name="connsiteX498" fmla="*/ 5351015 w 7467600"/>
              <a:gd name="connsiteY498" fmla="*/ 3760989 h 6858000"/>
              <a:gd name="connsiteX499" fmla="*/ 5413780 w 7467600"/>
              <a:gd name="connsiteY499" fmla="*/ 2966265 h 6858000"/>
              <a:gd name="connsiteX500" fmla="*/ 5425627 w 7467600"/>
              <a:gd name="connsiteY500" fmla="*/ 2954192 h 6858000"/>
              <a:gd name="connsiteX501" fmla="*/ 6604735 w 7467600"/>
              <a:gd name="connsiteY501" fmla="*/ 2041381 h 6858000"/>
              <a:gd name="connsiteX502" fmla="*/ 7204487 w 7467600"/>
              <a:gd name="connsiteY502" fmla="*/ 2742112 h 6858000"/>
              <a:gd name="connsiteX503" fmla="*/ 7131592 w 7467600"/>
              <a:gd name="connsiteY503" fmla="*/ 2672096 h 6858000"/>
              <a:gd name="connsiteX504" fmla="*/ 6996344 w 7467600"/>
              <a:gd name="connsiteY504" fmla="*/ 2518310 h 6858000"/>
              <a:gd name="connsiteX505" fmla="*/ 6735495 w 7467600"/>
              <a:gd name="connsiteY505" fmla="*/ 2196890 h 6858000"/>
              <a:gd name="connsiteX506" fmla="*/ 6721901 w 7467600"/>
              <a:gd name="connsiteY506" fmla="*/ 2179274 h 6858000"/>
              <a:gd name="connsiteX507" fmla="*/ 6604735 w 7467600"/>
              <a:gd name="connsiteY507" fmla="*/ 2041381 h 6858000"/>
              <a:gd name="connsiteX508" fmla="*/ 6591670 w 7467600"/>
              <a:gd name="connsiteY508" fmla="*/ 1988277 h 6858000"/>
              <a:gd name="connsiteX509" fmla="*/ 6747349 w 7467600"/>
              <a:gd name="connsiteY509" fmla="*/ 2160069 h 6858000"/>
              <a:gd name="connsiteX510" fmla="*/ 6760943 w 7467600"/>
              <a:gd name="connsiteY510" fmla="*/ 2177686 h 6858000"/>
              <a:gd name="connsiteX511" fmla="*/ 7021065 w 7467600"/>
              <a:gd name="connsiteY511" fmla="*/ 2498102 h 6858000"/>
              <a:gd name="connsiteX512" fmla="*/ 7155223 w 7467600"/>
              <a:gd name="connsiteY512" fmla="*/ 2650386 h 6858000"/>
              <a:gd name="connsiteX513" fmla="*/ 7203167 w 7467600"/>
              <a:gd name="connsiteY513" fmla="*/ 2697288 h 6858000"/>
              <a:gd name="connsiteX514" fmla="*/ 6937703 w 7467600"/>
              <a:gd name="connsiteY514" fmla="*/ 2321981 h 6858000"/>
              <a:gd name="connsiteX515" fmla="*/ 6591670 w 7467600"/>
              <a:gd name="connsiteY515" fmla="*/ 1988277 h 6858000"/>
              <a:gd name="connsiteX516" fmla="*/ 5798671 w 7467600"/>
              <a:gd name="connsiteY516" fmla="*/ 1981601 h 6858000"/>
              <a:gd name="connsiteX517" fmla="*/ 5754709 w 7467600"/>
              <a:gd name="connsiteY517" fmla="*/ 2071454 h 6858000"/>
              <a:gd name="connsiteX518" fmla="*/ 5763044 w 7467600"/>
              <a:gd name="connsiteY518" fmla="*/ 2842206 h 6858000"/>
              <a:gd name="connsiteX519" fmla="*/ 5764974 w 7467600"/>
              <a:gd name="connsiteY519" fmla="*/ 2799609 h 6858000"/>
              <a:gd name="connsiteX520" fmla="*/ 5767665 w 7467600"/>
              <a:gd name="connsiteY520" fmla="*/ 2666409 h 6858000"/>
              <a:gd name="connsiteX521" fmla="*/ 5763055 w 7467600"/>
              <a:gd name="connsiteY521" fmla="*/ 2579705 h 6858000"/>
              <a:gd name="connsiteX522" fmla="*/ 5758079 w 7467600"/>
              <a:gd name="connsiteY522" fmla="*/ 2492508 h 6858000"/>
              <a:gd name="connsiteX523" fmla="*/ 5779325 w 7467600"/>
              <a:gd name="connsiteY523" fmla="*/ 2197069 h 6858000"/>
              <a:gd name="connsiteX524" fmla="*/ 5798671 w 7467600"/>
              <a:gd name="connsiteY524" fmla="*/ 1981601 h 6858000"/>
              <a:gd name="connsiteX525" fmla="*/ 5829202 w 7467600"/>
              <a:gd name="connsiteY525" fmla="*/ 1971679 h 6858000"/>
              <a:gd name="connsiteX526" fmla="*/ 5809558 w 7467600"/>
              <a:gd name="connsiteY526" fmla="*/ 2198043 h 6858000"/>
              <a:gd name="connsiteX527" fmla="*/ 5788653 w 7467600"/>
              <a:gd name="connsiteY527" fmla="*/ 2489430 h 6858000"/>
              <a:gd name="connsiteX528" fmla="*/ 5793439 w 7467600"/>
              <a:gd name="connsiteY528" fmla="*/ 2575235 h 6858000"/>
              <a:gd name="connsiteX529" fmla="*/ 5796837 w 7467600"/>
              <a:gd name="connsiteY529" fmla="*/ 2637633 h 6858000"/>
              <a:gd name="connsiteX530" fmla="*/ 5818614 w 7467600"/>
              <a:gd name="connsiteY530" fmla="*/ 2473055 h 6858000"/>
              <a:gd name="connsiteX531" fmla="*/ 5829202 w 7467600"/>
              <a:gd name="connsiteY531" fmla="*/ 1971679 h 6858000"/>
              <a:gd name="connsiteX532" fmla="*/ 5911389 w 7467600"/>
              <a:gd name="connsiteY532" fmla="*/ 1898371 h 6858000"/>
              <a:gd name="connsiteX533" fmla="*/ 6237627 w 7467600"/>
              <a:gd name="connsiteY533" fmla="*/ 2231921 h 6858000"/>
              <a:gd name="connsiteX534" fmla="*/ 5911389 w 7467600"/>
              <a:gd name="connsiteY534" fmla="*/ 1898371 h 6858000"/>
              <a:gd name="connsiteX535" fmla="*/ 6944437 w 7467600"/>
              <a:gd name="connsiteY535" fmla="*/ 1575402 h 6858000"/>
              <a:gd name="connsiteX536" fmla="*/ 6304730 w 7467600"/>
              <a:gd name="connsiteY536" fmla="*/ 1766654 h 6858000"/>
              <a:gd name="connsiteX537" fmla="*/ 6944437 w 7467600"/>
              <a:gd name="connsiteY537" fmla="*/ 1575402 h 6858000"/>
              <a:gd name="connsiteX538" fmla="*/ 7019523 w 7467600"/>
              <a:gd name="connsiteY538" fmla="*/ 1519450 h 6858000"/>
              <a:gd name="connsiteX539" fmla="*/ 6298091 w 7467600"/>
              <a:gd name="connsiteY539" fmla="*/ 1737122 h 6858000"/>
              <a:gd name="connsiteX540" fmla="*/ 7019523 w 7467600"/>
              <a:gd name="connsiteY540" fmla="*/ 1519450 h 6858000"/>
              <a:gd name="connsiteX541" fmla="*/ 2399523 w 7467600"/>
              <a:gd name="connsiteY541" fmla="*/ 1428234 h 6858000"/>
              <a:gd name="connsiteX542" fmla="*/ 2224982 w 7467600"/>
              <a:gd name="connsiteY542" fmla="*/ 1826201 h 6858000"/>
              <a:gd name="connsiteX543" fmla="*/ 2096099 w 7467600"/>
              <a:gd name="connsiteY543" fmla="*/ 2345900 h 6858000"/>
              <a:gd name="connsiteX544" fmla="*/ 2283317 w 7467600"/>
              <a:gd name="connsiteY544" fmla="*/ 1796925 h 6858000"/>
              <a:gd name="connsiteX545" fmla="*/ 2399523 w 7467600"/>
              <a:gd name="connsiteY545" fmla="*/ 1428234 h 6858000"/>
              <a:gd name="connsiteX546" fmla="*/ 2448558 w 7467600"/>
              <a:gd name="connsiteY546" fmla="*/ 1373435 h 6858000"/>
              <a:gd name="connsiteX547" fmla="*/ 2312521 w 7467600"/>
              <a:gd name="connsiteY547" fmla="*/ 1806140 h 6858000"/>
              <a:gd name="connsiteX548" fmla="*/ 2127533 w 7467600"/>
              <a:gd name="connsiteY548" fmla="*/ 2348380 h 6858000"/>
              <a:gd name="connsiteX549" fmla="*/ 2358080 w 7467600"/>
              <a:gd name="connsiteY549" fmla="*/ 1866134 h 6858000"/>
              <a:gd name="connsiteX550" fmla="*/ 2407436 w 7467600"/>
              <a:gd name="connsiteY550" fmla="*/ 1651070 h 6858000"/>
              <a:gd name="connsiteX551" fmla="*/ 2448558 w 7467600"/>
              <a:gd name="connsiteY551" fmla="*/ 1373435 h 6858000"/>
              <a:gd name="connsiteX552" fmla="*/ 278707 w 7467600"/>
              <a:gd name="connsiteY552" fmla="*/ 1352270 h 6858000"/>
              <a:gd name="connsiteX553" fmla="*/ 321570 w 7467600"/>
              <a:gd name="connsiteY553" fmla="*/ 1861610 h 6858000"/>
              <a:gd name="connsiteX554" fmla="*/ 294281 w 7467600"/>
              <a:gd name="connsiteY554" fmla="*/ 1440658 h 6858000"/>
              <a:gd name="connsiteX555" fmla="*/ 278707 w 7467600"/>
              <a:gd name="connsiteY555" fmla="*/ 1352270 h 6858000"/>
              <a:gd name="connsiteX556" fmla="*/ 1423821 w 7467600"/>
              <a:gd name="connsiteY556" fmla="*/ 1351958 h 6858000"/>
              <a:gd name="connsiteX557" fmla="*/ 1638521 w 7467600"/>
              <a:gd name="connsiteY557" fmla="*/ 1908470 h 6858000"/>
              <a:gd name="connsiteX558" fmla="*/ 1754199 w 7467600"/>
              <a:gd name="connsiteY558" fmla="*/ 2149284 h 6858000"/>
              <a:gd name="connsiteX559" fmla="*/ 1908359 w 7467600"/>
              <a:gd name="connsiteY559" fmla="*/ 2364988 h 6858000"/>
              <a:gd name="connsiteX560" fmla="*/ 1647661 w 7467600"/>
              <a:gd name="connsiteY560" fmla="*/ 1825945 h 6858000"/>
              <a:gd name="connsiteX561" fmla="*/ 1423821 w 7467600"/>
              <a:gd name="connsiteY561" fmla="*/ 1351958 h 6858000"/>
              <a:gd name="connsiteX562" fmla="*/ 1431890 w 7467600"/>
              <a:gd name="connsiteY562" fmla="*/ 1306475 h 6858000"/>
              <a:gd name="connsiteX563" fmla="*/ 1507597 w 7467600"/>
              <a:gd name="connsiteY563" fmla="*/ 1446132 h 6858000"/>
              <a:gd name="connsiteX564" fmla="*/ 1674586 w 7467600"/>
              <a:gd name="connsiteY564" fmla="*/ 1813832 h 6858000"/>
              <a:gd name="connsiteX565" fmla="*/ 1815950 w 7467600"/>
              <a:gd name="connsiteY565" fmla="*/ 2128564 h 6858000"/>
              <a:gd name="connsiteX566" fmla="*/ 1984242 w 7467600"/>
              <a:gd name="connsiteY566" fmla="*/ 2430829 h 6858000"/>
              <a:gd name="connsiteX567" fmla="*/ 2014023 w 7467600"/>
              <a:gd name="connsiteY567" fmla="*/ 2450995 h 6858000"/>
              <a:gd name="connsiteX568" fmla="*/ 1747337 w 7467600"/>
              <a:gd name="connsiteY568" fmla="*/ 1855264 h 6858000"/>
              <a:gd name="connsiteX569" fmla="*/ 1533749 w 7467600"/>
              <a:gd name="connsiteY569" fmla="*/ 1478656 h 6858000"/>
              <a:gd name="connsiteX570" fmla="*/ 1431890 w 7467600"/>
              <a:gd name="connsiteY570" fmla="*/ 1306475 h 6858000"/>
              <a:gd name="connsiteX571" fmla="*/ 5052692 w 7467600"/>
              <a:gd name="connsiteY571" fmla="*/ 1292994 h 6858000"/>
              <a:gd name="connsiteX572" fmla="*/ 5200661 w 7467600"/>
              <a:gd name="connsiteY572" fmla="*/ 1635186 h 6858000"/>
              <a:gd name="connsiteX573" fmla="*/ 5297138 w 7467600"/>
              <a:gd name="connsiteY573" fmla="*/ 1906351 h 6858000"/>
              <a:gd name="connsiteX574" fmla="*/ 5052692 w 7467600"/>
              <a:gd name="connsiteY574" fmla="*/ 1292994 h 6858000"/>
              <a:gd name="connsiteX575" fmla="*/ 5009948 w 7467600"/>
              <a:gd name="connsiteY575" fmla="*/ 1273619 h 6858000"/>
              <a:gd name="connsiteX576" fmla="*/ 5121777 w 7467600"/>
              <a:gd name="connsiteY576" fmla="*/ 1654213 h 6858000"/>
              <a:gd name="connsiteX577" fmla="*/ 5293545 w 7467600"/>
              <a:gd name="connsiteY577" fmla="*/ 2072247 h 6858000"/>
              <a:gd name="connsiteX578" fmla="*/ 5294042 w 7467600"/>
              <a:gd name="connsiteY578" fmla="*/ 2065019 h 6858000"/>
              <a:gd name="connsiteX579" fmla="*/ 5171936 w 7467600"/>
              <a:gd name="connsiteY579" fmla="*/ 1647613 h 6858000"/>
              <a:gd name="connsiteX580" fmla="*/ 5009948 w 7467600"/>
              <a:gd name="connsiteY580" fmla="*/ 1273619 h 6858000"/>
              <a:gd name="connsiteX581" fmla="*/ 655236 w 7467600"/>
              <a:gd name="connsiteY581" fmla="*/ 1268632 h 6858000"/>
              <a:gd name="connsiteX582" fmla="*/ 839521 w 7467600"/>
              <a:gd name="connsiteY582" fmla="*/ 1685315 h 6858000"/>
              <a:gd name="connsiteX583" fmla="*/ 1109416 w 7467600"/>
              <a:gd name="connsiteY583" fmla="*/ 2061663 h 6858000"/>
              <a:gd name="connsiteX584" fmla="*/ 1298300 w 7467600"/>
              <a:gd name="connsiteY584" fmla="*/ 2247742 h 6858000"/>
              <a:gd name="connsiteX585" fmla="*/ 1125871 w 7467600"/>
              <a:gd name="connsiteY585" fmla="*/ 1989513 h 6858000"/>
              <a:gd name="connsiteX586" fmla="*/ 981574 w 7467600"/>
              <a:gd name="connsiteY586" fmla="*/ 1783157 h 6858000"/>
              <a:gd name="connsiteX587" fmla="*/ 922198 w 7467600"/>
              <a:gd name="connsiteY587" fmla="*/ 1677437 h 6858000"/>
              <a:gd name="connsiteX588" fmla="*/ 869293 w 7467600"/>
              <a:gd name="connsiteY588" fmla="*/ 1583214 h 6858000"/>
              <a:gd name="connsiteX589" fmla="*/ 751431 w 7467600"/>
              <a:gd name="connsiteY589" fmla="*/ 1405731 h 6858000"/>
              <a:gd name="connsiteX590" fmla="*/ 655236 w 7467600"/>
              <a:gd name="connsiteY590" fmla="*/ 1268632 h 6858000"/>
              <a:gd name="connsiteX591" fmla="*/ 6516292 w 7467600"/>
              <a:gd name="connsiteY591" fmla="*/ 1263064 h 6858000"/>
              <a:gd name="connsiteX592" fmla="*/ 5736320 w 7467600"/>
              <a:gd name="connsiteY592" fmla="*/ 1501803 h 6858000"/>
              <a:gd name="connsiteX593" fmla="*/ 6516292 w 7467600"/>
              <a:gd name="connsiteY593" fmla="*/ 1263064 h 6858000"/>
              <a:gd name="connsiteX594" fmla="*/ 291466 w 7467600"/>
              <a:gd name="connsiteY594" fmla="*/ 1250369 h 6858000"/>
              <a:gd name="connsiteX595" fmla="*/ 323180 w 7467600"/>
              <a:gd name="connsiteY595" fmla="*/ 1435283 h 6858000"/>
              <a:gd name="connsiteX596" fmla="*/ 349381 w 7467600"/>
              <a:gd name="connsiteY596" fmla="*/ 1875041 h 6858000"/>
              <a:gd name="connsiteX597" fmla="*/ 374363 w 7467600"/>
              <a:gd name="connsiteY597" fmla="*/ 1506494 h 6858000"/>
              <a:gd name="connsiteX598" fmla="*/ 302168 w 7467600"/>
              <a:gd name="connsiteY598" fmla="*/ 1274495 h 6858000"/>
              <a:gd name="connsiteX599" fmla="*/ 291466 w 7467600"/>
              <a:gd name="connsiteY599" fmla="*/ 1250369 h 6858000"/>
              <a:gd name="connsiteX600" fmla="*/ 678222 w 7467600"/>
              <a:gd name="connsiteY600" fmla="*/ 1248670 h 6858000"/>
              <a:gd name="connsiteX601" fmla="*/ 775536 w 7467600"/>
              <a:gd name="connsiteY601" fmla="*/ 1388015 h 6858000"/>
              <a:gd name="connsiteX602" fmla="*/ 894529 w 7467600"/>
              <a:gd name="connsiteY602" fmla="*/ 1567739 h 6858000"/>
              <a:gd name="connsiteX603" fmla="*/ 948000 w 7467600"/>
              <a:gd name="connsiteY603" fmla="*/ 1663088 h 6858000"/>
              <a:gd name="connsiteX604" fmla="*/ 1006812 w 7467600"/>
              <a:gd name="connsiteY604" fmla="*/ 1767683 h 6858000"/>
              <a:gd name="connsiteX605" fmla="*/ 1149133 w 7467600"/>
              <a:gd name="connsiteY605" fmla="*/ 1971513 h 6858000"/>
              <a:gd name="connsiteX606" fmla="*/ 1333952 w 7467600"/>
              <a:gd name="connsiteY606" fmla="*/ 2251620 h 6858000"/>
              <a:gd name="connsiteX607" fmla="*/ 1337329 w 7467600"/>
              <a:gd name="connsiteY607" fmla="*/ 2258350 h 6858000"/>
              <a:gd name="connsiteX608" fmla="*/ 1014726 w 7467600"/>
              <a:gd name="connsiteY608" fmla="*/ 1615556 h 6858000"/>
              <a:gd name="connsiteX609" fmla="*/ 678222 w 7467600"/>
              <a:gd name="connsiteY609" fmla="*/ 1248670 h 6858000"/>
              <a:gd name="connsiteX610" fmla="*/ 6691602 w 7467600"/>
              <a:gd name="connsiteY610" fmla="*/ 1140573 h 6858000"/>
              <a:gd name="connsiteX611" fmla="*/ 6571100 w 7467600"/>
              <a:gd name="connsiteY611" fmla="*/ 1183662 h 6858000"/>
              <a:gd name="connsiteX612" fmla="*/ 6241687 w 7467600"/>
              <a:gd name="connsiteY612" fmla="*/ 1257600 h 6858000"/>
              <a:gd name="connsiteX613" fmla="*/ 5693009 w 7467600"/>
              <a:gd name="connsiteY613" fmla="*/ 1478256 h 6858000"/>
              <a:gd name="connsiteX614" fmla="*/ 6548420 w 7467600"/>
              <a:gd name="connsiteY614" fmla="*/ 1214599 h 6858000"/>
              <a:gd name="connsiteX615" fmla="*/ 6605473 w 7467600"/>
              <a:gd name="connsiteY615" fmla="*/ 1184686 h 6858000"/>
              <a:gd name="connsiteX616" fmla="*/ 6691602 w 7467600"/>
              <a:gd name="connsiteY616" fmla="*/ 1140573 h 6858000"/>
              <a:gd name="connsiteX617" fmla="*/ 4002475 w 7467600"/>
              <a:gd name="connsiteY617" fmla="*/ 1037802 h 6858000"/>
              <a:gd name="connsiteX618" fmla="*/ 4000324 w 7467600"/>
              <a:gd name="connsiteY618" fmla="*/ 1039362 h 6858000"/>
              <a:gd name="connsiteX619" fmla="*/ 4002862 w 7467600"/>
              <a:gd name="connsiteY619" fmla="*/ 1042866 h 6858000"/>
              <a:gd name="connsiteX620" fmla="*/ 4002475 w 7467600"/>
              <a:gd name="connsiteY620" fmla="*/ 1037802 h 6858000"/>
              <a:gd name="connsiteX621" fmla="*/ 506322 w 7467600"/>
              <a:gd name="connsiteY621" fmla="*/ 1020997 h 6858000"/>
              <a:gd name="connsiteX622" fmla="*/ 533068 w 7467600"/>
              <a:gd name="connsiteY622" fmla="*/ 1029409 h 6858000"/>
              <a:gd name="connsiteX623" fmla="*/ 1232525 w 7467600"/>
              <a:gd name="connsiteY623" fmla="*/ 1804675 h 6858000"/>
              <a:gd name="connsiteX624" fmla="*/ 1388858 w 7467600"/>
              <a:gd name="connsiteY624" fmla="*/ 2368011 h 6858000"/>
              <a:gd name="connsiteX625" fmla="*/ 1384098 w 7467600"/>
              <a:gd name="connsiteY625" fmla="*/ 2378125 h 6858000"/>
              <a:gd name="connsiteX626" fmla="*/ 1425393 w 7467600"/>
              <a:gd name="connsiteY626" fmla="*/ 2589124 h 6858000"/>
              <a:gd name="connsiteX627" fmla="*/ 1424001 w 7467600"/>
              <a:gd name="connsiteY627" fmla="*/ 2597541 h 6858000"/>
              <a:gd name="connsiteX628" fmla="*/ 2152729 w 7467600"/>
              <a:gd name="connsiteY628" fmla="*/ 2864487 h 6858000"/>
              <a:gd name="connsiteX629" fmla="*/ 2020609 w 7467600"/>
              <a:gd name="connsiteY629" fmla="*/ 2539671 h 6858000"/>
              <a:gd name="connsiteX630" fmla="*/ 2018920 w 7467600"/>
              <a:gd name="connsiteY630" fmla="*/ 2536309 h 6858000"/>
              <a:gd name="connsiteX631" fmla="*/ 1342441 w 7467600"/>
              <a:gd name="connsiteY631" fmla="*/ 1173017 h 6858000"/>
              <a:gd name="connsiteX632" fmla="*/ 1367925 w 7467600"/>
              <a:gd name="connsiteY632" fmla="*/ 1135648 h 6858000"/>
              <a:gd name="connsiteX633" fmla="*/ 1771401 w 7467600"/>
              <a:gd name="connsiteY633" fmla="*/ 1806673 h 6858000"/>
              <a:gd name="connsiteX634" fmla="*/ 1972385 w 7467600"/>
              <a:gd name="connsiteY634" fmla="*/ 2198735 h 6858000"/>
              <a:gd name="connsiteX635" fmla="*/ 2040892 w 7467600"/>
              <a:gd name="connsiteY635" fmla="*/ 2405205 h 6858000"/>
              <a:gd name="connsiteX636" fmla="*/ 2131689 w 7467600"/>
              <a:gd name="connsiteY636" fmla="*/ 1936926 h 6858000"/>
              <a:gd name="connsiteX637" fmla="*/ 2454820 w 7467600"/>
              <a:gd name="connsiteY637" fmla="*/ 1248808 h 6858000"/>
              <a:gd name="connsiteX638" fmla="*/ 2492512 w 7467600"/>
              <a:gd name="connsiteY638" fmla="*/ 1302920 h 6858000"/>
              <a:gd name="connsiteX639" fmla="*/ 2081216 w 7467600"/>
              <a:gd name="connsiteY639" fmla="*/ 2527513 h 6858000"/>
              <a:gd name="connsiteX640" fmla="*/ 2081211 w 7467600"/>
              <a:gd name="connsiteY640" fmla="*/ 2528916 h 6858000"/>
              <a:gd name="connsiteX641" fmla="*/ 2199067 w 7467600"/>
              <a:gd name="connsiteY641" fmla="*/ 2884061 h 6858000"/>
              <a:gd name="connsiteX642" fmla="*/ 3192586 w 7467600"/>
              <a:gd name="connsiteY642" fmla="*/ 3411496 h 6858000"/>
              <a:gd name="connsiteX643" fmla="*/ 3182620 w 7467600"/>
              <a:gd name="connsiteY643" fmla="*/ 3483279 h 6858000"/>
              <a:gd name="connsiteX644" fmla="*/ 2435119 w 7467600"/>
              <a:gd name="connsiteY644" fmla="*/ 3080173 h 6858000"/>
              <a:gd name="connsiteX645" fmla="*/ 2410152 w 7467600"/>
              <a:gd name="connsiteY645" fmla="*/ 3063751 h 6858000"/>
              <a:gd name="connsiteX646" fmla="*/ 2408099 w 7467600"/>
              <a:gd name="connsiteY646" fmla="*/ 3064403 h 6858000"/>
              <a:gd name="connsiteX647" fmla="*/ 2407218 w 7467600"/>
              <a:gd name="connsiteY647" fmla="*/ 3070324 h 6858000"/>
              <a:gd name="connsiteX648" fmla="*/ 2380138 w 7467600"/>
              <a:gd name="connsiteY648" fmla="*/ 3099341 h 6858000"/>
              <a:gd name="connsiteX649" fmla="*/ 1765923 w 7467600"/>
              <a:gd name="connsiteY649" fmla="*/ 3581043 h 6858000"/>
              <a:gd name="connsiteX650" fmla="*/ 1702258 w 7467600"/>
              <a:gd name="connsiteY650" fmla="*/ 3612286 h 6858000"/>
              <a:gd name="connsiteX651" fmla="*/ 1538370 w 7467600"/>
              <a:gd name="connsiteY651" fmla="*/ 3811804 h 6858000"/>
              <a:gd name="connsiteX652" fmla="*/ 542867 w 7467600"/>
              <a:gd name="connsiteY652" fmla="*/ 4944092 h 6858000"/>
              <a:gd name="connsiteX653" fmla="*/ 515800 w 7467600"/>
              <a:gd name="connsiteY653" fmla="*/ 4862180 h 6858000"/>
              <a:gd name="connsiteX654" fmla="*/ 909145 w 7467600"/>
              <a:gd name="connsiteY654" fmla="*/ 4199225 h 6858000"/>
              <a:gd name="connsiteX655" fmla="*/ 1214067 w 7467600"/>
              <a:gd name="connsiteY655" fmla="*/ 3908561 h 6858000"/>
              <a:gd name="connsiteX656" fmla="*/ 640967 w 7467600"/>
              <a:gd name="connsiteY656" fmla="*/ 4105601 h 6858000"/>
              <a:gd name="connsiteX657" fmla="*/ 112563 w 7467600"/>
              <a:gd name="connsiteY657" fmla="*/ 4396952 h 6858000"/>
              <a:gd name="connsiteX658" fmla="*/ 0 w 7467600"/>
              <a:gd name="connsiteY658" fmla="*/ 4466006 h 6858000"/>
              <a:gd name="connsiteX659" fmla="*/ 0 w 7467600"/>
              <a:gd name="connsiteY659" fmla="*/ 4233763 h 6858000"/>
              <a:gd name="connsiteX660" fmla="*/ 36881 w 7467600"/>
              <a:gd name="connsiteY660" fmla="*/ 4200118 h 6858000"/>
              <a:gd name="connsiteX661" fmla="*/ 910534 w 7467600"/>
              <a:gd name="connsiteY661" fmla="*/ 3629753 h 6858000"/>
              <a:gd name="connsiteX662" fmla="*/ 1578717 w 7467600"/>
              <a:gd name="connsiteY662" fmla="*/ 3575982 h 6858000"/>
              <a:gd name="connsiteX663" fmla="*/ 2338780 w 7467600"/>
              <a:gd name="connsiteY663" fmla="*/ 3033725 h 6858000"/>
              <a:gd name="connsiteX664" fmla="*/ 1807991 w 7467600"/>
              <a:gd name="connsiteY664" fmla="*/ 2807184 h 6858000"/>
              <a:gd name="connsiteX665" fmla="*/ 1416358 w 7467600"/>
              <a:gd name="connsiteY665" fmla="*/ 3112571 h 6858000"/>
              <a:gd name="connsiteX666" fmla="*/ 939066 w 7467600"/>
              <a:gd name="connsiteY666" fmla="*/ 3378798 h 6858000"/>
              <a:gd name="connsiteX667" fmla="*/ 115099 w 7467600"/>
              <a:gd name="connsiteY667" fmla="*/ 3607650 h 6858000"/>
              <a:gd name="connsiteX668" fmla="*/ 97284 w 7467600"/>
              <a:gd name="connsiteY668" fmla="*/ 3520393 h 6858000"/>
              <a:gd name="connsiteX669" fmla="*/ 922050 w 7467600"/>
              <a:gd name="connsiteY669" fmla="*/ 3074867 h 6858000"/>
              <a:gd name="connsiteX670" fmla="*/ 1405265 w 7467600"/>
              <a:gd name="connsiteY670" fmla="*/ 3016319 h 6858000"/>
              <a:gd name="connsiteX671" fmla="*/ 1407512 w 7467600"/>
              <a:gd name="connsiteY671" fmla="*/ 3018001 h 6858000"/>
              <a:gd name="connsiteX672" fmla="*/ 1726266 w 7467600"/>
              <a:gd name="connsiteY672" fmla="*/ 2777274 h 6858000"/>
              <a:gd name="connsiteX673" fmla="*/ 625390 w 7467600"/>
              <a:gd name="connsiteY673" fmla="*/ 2514541 h 6858000"/>
              <a:gd name="connsiteX674" fmla="*/ 619799 w 7467600"/>
              <a:gd name="connsiteY674" fmla="*/ 2527180 h 6858000"/>
              <a:gd name="connsiteX675" fmla="*/ 310030 w 7467600"/>
              <a:gd name="connsiteY675" fmla="*/ 2771818 h 6858000"/>
              <a:gd name="connsiteX676" fmla="*/ 173877 w 7467600"/>
              <a:gd name="connsiteY676" fmla="*/ 2937056 h 6858000"/>
              <a:gd name="connsiteX677" fmla="*/ 77889 w 7467600"/>
              <a:gd name="connsiteY677" fmla="*/ 3138440 h 6858000"/>
              <a:gd name="connsiteX678" fmla="*/ 0 w 7467600"/>
              <a:gd name="connsiteY678" fmla="*/ 3271395 h 6858000"/>
              <a:gd name="connsiteX679" fmla="*/ 0 w 7467600"/>
              <a:gd name="connsiteY679" fmla="*/ 3153002 h 6858000"/>
              <a:gd name="connsiteX680" fmla="*/ 2386 w 7467600"/>
              <a:gd name="connsiteY680" fmla="*/ 3149203 h 6858000"/>
              <a:gd name="connsiteX681" fmla="*/ 89753 w 7467600"/>
              <a:gd name="connsiteY681" fmla="*/ 2987702 h 6858000"/>
              <a:gd name="connsiteX682" fmla="*/ 76869 w 7467600"/>
              <a:gd name="connsiteY682" fmla="*/ 3005404 h 6858000"/>
              <a:gd name="connsiteX683" fmla="*/ 32049 w 7467600"/>
              <a:gd name="connsiteY683" fmla="*/ 3065814 h 6858000"/>
              <a:gd name="connsiteX684" fmla="*/ 0 w 7467600"/>
              <a:gd name="connsiteY684" fmla="*/ 3108744 h 6858000"/>
              <a:gd name="connsiteX685" fmla="*/ 0 w 7467600"/>
              <a:gd name="connsiteY685" fmla="*/ 3058059 h 6858000"/>
              <a:gd name="connsiteX686" fmla="*/ 7610 w 7467600"/>
              <a:gd name="connsiteY686" fmla="*/ 3047889 h 6858000"/>
              <a:gd name="connsiteX687" fmla="*/ 52419 w 7467600"/>
              <a:gd name="connsiteY687" fmla="*/ 2987479 h 6858000"/>
              <a:gd name="connsiteX688" fmla="*/ 59142 w 7467600"/>
              <a:gd name="connsiteY688" fmla="*/ 2978488 h 6858000"/>
              <a:gd name="connsiteX689" fmla="*/ 0 w 7467600"/>
              <a:gd name="connsiteY689" fmla="*/ 3015334 h 6858000"/>
              <a:gd name="connsiteX690" fmla="*/ 0 w 7467600"/>
              <a:gd name="connsiteY690" fmla="*/ 2914286 h 6858000"/>
              <a:gd name="connsiteX691" fmla="*/ 36383 w 7467600"/>
              <a:gd name="connsiteY691" fmla="*/ 2901128 h 6858000"/>
              <a:gd name="connsiteX692" fmla="*/ 156329 w 7467600"/>
              <a:gd name="connsiteY692" fmla="*/ 2840533 h 6858000"/>
              <a:gd name="connsiteX693" fmla="*/ 358355 w 7467600"/>
              <a:gd name="connsiteY693" fmla="*/ 2620471 h 6858000"/>
              <a:gd name="connsiteX694" fmla="*/ 510577 w 7467600"/>
              <a:gd name="connsiteY694" fmla="*/ 2501244 h 6858000"/>
              <a:gd name="connsiteX695" fmla="*/ 211967 w 7467600"/>
              <a:gd name="connsiteY695" fmla="*/ 2479171 h 6858000"/>
              <a:gd name="connsiteX696" fmla="*/ 0 w 7467600"/>
              <a:gd name="connsiteY696" fmla="*/ 2476398 h 6858000"/>
              <a:gd name="connsiteX697" fmla="*/ 0 w 7467600"/>
              <a:gd name="connsiteY697" fmla="*/ 2389189 h 6858000"/>
              <a:gd name="connsiteX698" fmla="*/ 103062 w 7467600"/>
              <a:gd name="connsiteY698" fmla="*/ 2389518 h 6858000"/>
              <a:gd name="connsiteX699" fmla="*/ 510734 w 7467600"/>
              <a:gd name="connsiteY699" fmla="*/ 2416201 h 6858000"/>
              <a:gd name="connsiteX700" fmla="*/ 279257 w 7467600"/>
              <a:gd name="connsiteY700" fmla="*/ 2092102 h 6858000"/>
              <a:gd name="connsiteX701" fmla="*/ 65265 w 7467600"/>
              <a:gd name="connsiteY701" fmla="*/ 2006049 h 6858000"/>
              <a:gd name="connsiteX702" fmla="*/ 0 w 7467600"/>
              <a:gd name="connsiteY702" fmla="*/ 1982532 h 6858000"/>
              <a:gd name="connsiteX703" fmla="*/ 0 w 7467600"/>
              <a:gd name="connsiteY703" fmla="*/ 1912789 h 6858000"/>
              <a:gd name="connsiteX704" fmla="*/ 97460 w 7467600"/>
              <a:gd name="connsiteY704" fmla="*/ 1953725 h 6858000"/>
              <a:gd name="connsiteX705" fmla="*/ 221272 w 7467600"/>
              <a:gd name="connsiteY705" fmla="*/ 1980766 h 6858000"/>
              <a:gd name="connsiteX706" fmla="*/ 116765 w 7467600"/>
              <a:gd name="connsiteY706" fmla="*/ 1911033 h 6858000"/>
              <a:gd name="connsiteX707" fmla="*/ 16405 w 7467600"/>
              <a:gd name="connsiteY707" fmla="*/ 1803412 h 6858000"/>
              <a:gd name="connsiteX708" fmla="*/ 0 w 7467600"/>
              <a:gd name="connsiteY708" fmla="*/ 1784777 h 6858000"/>
              <a:gd name="connsiteX709" fmla="*/ 0 w 7467600"/>
              <a:gd name="connsiteY709" fmla="*/ 1740082 h 6858000"/>
              <a:gd name="connsiteX710" fmla="*/ 39394 w 7467600"/>
              <a:gd name="connsiteY710" fmla="*/ 1784856 h 6858000"/>
              <a:gd name="connsiteX711" fmla="*/ 135813 w 7467600"/>
              <a:gd name="connsiteY711" fmla="*/ 1888838 h 6858000"/>
              <a:gd name="connsiteX712" fmla="*/ 242575 w 7467600"/>
              <a:gd name="connsiteY712" fmla="*/ 1958841 h 6858000"/>
              <a:gd name="connsiteX713" fmla="*/ 82197 w 7467600"/>
              <a:gd name="connsiteY713" fmla="*/ 1754826 h 6858000"/>
              <a:gd name="connsiteX714" fmla="*/ 0 w 7467600"/>
              <a:gd name="connsiteY714" fmla="*/ 1679650 h 6858000"/>
              <a:gd name="connsiteX715" fmla="*/ 0 w 7467600"/>
              <a:gd name="connsiteY715" fmla="*/ 1602463 h 6858000"/>
              <a:gd name="connsiteX716" fmla="*/ 84689 w 7467600"/>
              <a:gd name="connsiteY716" fmla="*/ 1677442 h 6858000"/>
              <a:gd name="connsiteX717" fmla="*/ 298437 w 7467600"/>
              <a:gd name="connsiteY717" fmla="*/ 1968019 h 6858000"/>
              <a:gd name="connsiteX718" fmla="*/ 227269 w 7467600"/>
              <a:gd name="connsiteY718" fmla="*/ 1114064 h 6858000"/>
              <a:gd name="connsiteX719" fmla="*/ 248003 w 7467600"/>
              <a:gd name="connsiteY719" fmla="*/ 1089613 h 6858000"/>
              <a:gd name="connsiteX720" fmla="*/ 427020 w 7467600"/>
              <a:gd name="connsiteY720" fmla="*/ 1619803 h 6858000"/>
              <a:gd name="connsiteX721" fmla="*/ 340345 w 7467600"/>
              <a:gd name="connsiteY721" fmla="*/ 2027739 h 6858000"/>
              <a:gd name="connsiteX722" fmla="*/ 360865 w 7467600"/>
              <a:gd name="connsiteY722" fmla="*/ 2044827 h 6858000"/>
              <a:gd name="connsiteX723" fmla="*/ 560414 w 7467600"/>
              <a:gd name="connsiteY723" fmla="*/ 2421457 h 6858000"/>
              <a:gd name="connsiteX724" fmla="*/ 1359703 w 7467600"/>
              <a:gd name="connsiteY724" fmla="*/ 2578554 h 6858000"/>
              <a:gd name="connsiteX725" fmla="*/ 1359422 w 7467600"/>
              <a:gd name="connsiteY725" fmla="*/ 2577994 h 6858000"/>
              <a:gd name="connsiteX726" fmla="*/ 828701 w 7467600"/>
              <a:gd name="connsiteY726" fmla="*/ 1839520 h 6858000"/>
              <a:gd name="connsiteX727" fmla="*/ 494427 w 7467600"/>
              <a:gd name="connsiteY727" fmla="*/ 1092333 h 6858000"/>
              <a:gd name="connsiteX728" fmla="*/ 506322 w 7467600"/>
              <a:gd name="connsiteY728" fmla="*/ 1020997 h 6858000"/>
              <a:gd name="connsiteX729" fmla="*/ 4570198 w 7467600"/>
              <a:gd name="connsiteY729" fmla="*/ 978081 h 6858000"/>
              <a:gd name="connsiteX730" fmla="*/ 4523691 w 7467600"/>
              <a:gd name="connsiteY730" fmla="*/ 1127776 h 6858000"/>
              <a:gd name="connsiteX731" fmla="*/ 4509875 w 7467600"/>
              <a:gd name="connsiteY731" fmla="*/ 1167552 h 6858000"/>
              <a:gd name="connsiteX732" fmla="*/ 4478168 w 7467600"/>
              <a:gd name="connsiteY732" fmla="*/ 1260735 h 6858000"/>
              <a:gd name="connsiteX733" fmla="*/ 4409309 w 7467600"/>
              <a:gd name="connsiteY733" fmla="*/ 1666996 h 6858000"/>
              <a:gd name="connsiteX734" fmla="*/ 4370031 w 7467600"/>
              <a:gd name="connsiteY734" fmla="*/ 1955666 h 6858000"/>
              <a:gd name="connsiteX735" fmla="*/ 4570198 w 7467600"/>
              <a:gd name="connsiteY735" fmla="*/ 978081 h 6858000"/>
              <a:gd name="connsiteX736" fmla="*/ 4557898 w 7467600"/>
              <a:gd name="connsiteY736" fmla="*/ 900011 h 6858000"/>
              <a:gd name="connsiteX737" fmla="*/ 4344840 w 7467600"/>
              <a:gd name="connsiteY737" fmla="*/ 1922038 h 6858000"/>
              <a:gd name="connsiteX738" fmla="*/ 4378710 w 7467600"/>
              <a:gd name="connsiteY738" fmla="*/ 1665516 h 6858000"/>
              <a:gd name="connsiteX739" fmla="*/ 4448798 w 7467600"/>
              <a:gd name="connsiteY739" fmla="*/ 1253024 h 6858000"/>
              <a:gd name="connsiteX740" fmla="*/ 4480315 w 7467600"/>
              <a:gd name="connsiteY740" fmla="*/ 1158454 h 6858000"/>
              <a:gd name="connsiteX741" fmla="*/ 4494133 w 7467600"/>
              <a:gd name="connsiteY741" fmla="*/ 1118676 h 6858000"/>
              <a:gd name="connsiteX742" fmla="*/ 4557898 w 7467600"/>
              <a:gd name="connsiteY742" fmla="*/ 900011 h 6858000"/>
              <a:gd name="connsiteX743" fmla="*/ 5870151 w 7467600"/>
              <a:gd name="connsiteY743" fmla="*/ 898890 h 6858000"/>
              <a:gd name="connsiteX744" fmla="*/ 5861335 w 7467600"/>
              <a:gd name="connsiteY744" fmla="*/ 899177 h 6858000"/>
              <a:gd name="connsiteX745" fmla="*/ 5843702 w 7467600"/>
              <a:gd name="connsiteY745" fmla="*/ 899748 h 6858000"/>
              <a:gd name="connsiteX746" fmla="*/ 5651107 w 7467600"/>
              <a:gd name="connsiteY746" fmla="*/ 920306 h 6858000"/>
              <a:gd name="connsiteX747" fmla="*/ 5459407 w 7467600"/>
              <a:gd name="connsiteY747" fmla="*/ 940975 h 6858000"/>
              <a:gd name="connsiteX748" fmla="*/ 5374846 w 7467600"/>
              <a:gd name="connsiteY748" fmla="*/ 941988 h 6858000"/>
              <a:gd name="connsiteX749" fmla="*/ 5256105 w 7467600"/>
              <a:gd name="connsiteY749" fmla="*/ 945632 h 6858000"/>
              <a:gd name="connsiteX750" fmla="*/ 5107071 w 7467600"/>
              <a:gd name="connsiteY750" fmla="*/ 969720 h 6858000"/>
              <a:gd name="connsiteX751" fmla="*/ 4998681 w 7467600"/>
              <a:gd name="connsiteY751" fmla="*/ 988771 h 6858000"/>
              <a:gd name="connsiteX752" fmla="*/ 5870151 w 7467600"/>
              <a:gd name="connsiteY752" fmla="*/ 898890 h 6858000"/>
              <a:gd name="connsiteX753" fmla="*/ 5504425 w 7467600"/>
              <a:gd name="connsiteY753" fmla="*/ 848067 h 6858000"/>
              <a:gd name="connsiteX754" fmla="*/ 4968849 w 7467600"/>
              <a:gd name="connsiteY754" fmla="*/ 962318 h 6858000"/>
              <a:gd name="connsiteX755" fmla="*/ 5104039 w 7467600"/>
              <a:gd name="connsiteY755" fmla="*/ 940634 h 6858000"/>
              <a:gd name="connsiteX756" fmla="*/ 5256311 w 7467600"/>
              <a:gd name="connsiteY756" fmla="*/ 916490 h 6858000"/>
              <a:gd name="connsiteX757" fmla="*/ 5377381 w 7467600"/>
              <a:gd name="connsiteY757" fmla="*/ 912671 h 6858000"/>
              <a:gd name="connsiteX758" fmla="*/ 5460148 w 7467600"/>
              <a:gd name="connsiteY758" fmla="*/ 911442 h 6858000"/>
              <a:gd name="connsiteX759" fmla="*/ 5648971 w 7467600"/>
              <a:gd name="connsiteY759" fmla="*/ 891331 h 6858000"/>
              <a:gd name="connsiteX760" fmla="*/ 5844807 w 7467600"/>
              <a:gd name="connsiteY760" fmla="*/ 870718 h 6858000"/>
              <a:gd name="connsiteX761" fmla="*/ 5862975 w 7467600"/>
              <a:gd name="connsiteY761" fmla="*/ 869756 h 6858000"/>
              <a:gd name="connsiteX762" fmla="*/ 5920887 w 7467600"/>
              <a:gd name="connsiteY762" fmla="*/ 865929 h 6858000"/>
              <a:gd name="connsiteX763" fmla="*/ 5504425 w 7467600"/>
              <a:gd name="connsiteY763" fmla="*/ 848067 h 6858000"/>
              <a:gd name="connsiteX764" fmla="*/ 3607114 w 7467600"/>
              <a:gd name="connsiteY764" fmla="*/ 467441 h 6858000"/>
              <a:gd name="connsiteX765" fmla="*/ 3296242 w 7467600"/>
              <a:gd name="connsiteY765" fmla="*/ 807991 h 6858000"/>
              <a:gd name="connsiteX766" fmla="*/ 3174674 w 7467600"/>
              <a:gd name="connsiteY766" fmla="*/ 919759 h 6858000"/>
              <a:gd name="connsiteX767" fmla="*/ 3042978 w 7467600"/>
              <a:gd name="connsiteY767" fmla="*/ 1054894 h 6858000"/>
              <a:gd name="connsiteX768" fmla="*/ 2968914 w 7467600"/>
              <a:gd name="connsiteY768" fmla="*/ 1133756 h 6858000"/>
              <a:gd name="connsiteX769" fmla="*/ 3103823 w 7467600"/>
              <a:gd name="connsiteY769" fmla="*/ 1026814 h 6858000"/>
              <a:gd name="connsiteX770" fmla="*/ 3607114 w 7467600"/>
              <a:gd name="connsiteY770" fmla="*/ 467441 h 6858000"/>
              <a:gd name="connsiteX771" fmla="*/ 3744487 w 7467600"/>
              <a:gd name="connsiteY771" fmla="*/ 383136 h 6858000"/>
              <a:gd name="connsiteX772" fmla="*/ 3970213 w 7467600"/>
              <a:gd name="connsiteY772" fmla="*/ 995559 h 6858000"/>
              <a:gd name="connsiteX773" fmla="*/ 3744487 w 7467600"/>
              <a:gd name="connsiteY773" fmla="*/ 383136 h 6858000"/>
              <a:gd name="connsiteX774" fmla="*/ 3624562 w 7467600"/>
              <a:gd name="connsiteY774" fmla="*/ 367041 h 6858000"/>
              <a:gd name="connsiteX775" fmla="*/ 3489712 w 7467600"/>
              <a:gd name="connsiteY775" fmla="*/ 485386 h 6858000"/>
              <a:gd name="connsiteX776" fmla="*/ 3182994 w 7467600"/>
              <a:gd name="connsiteY776" fmla="*/ 828265 h 6858000"/>
              <a:gd name="connsiteX777" fmla="*/ 2892114 w 7467600"/>
              <a:gd name="connsiteY777" fmla="*/ 1172635 h 6858000"/>
              <a:gd name="connsiteX778" fmla="*/ 3021459 w 7467600"/>
              <a:gd name="connsiteY778" fmla="*/ 1035385 h 6858000"/>
              <a:gd name="connsiteX779" fmla="*/ 3153873 w 7467600"/>
              <a:gd name="connsiteY779" fmla="*/ 898971 h 6858000"/>
              <a:gd name="connsiteX780" fmla="*/ 3276511 w 7467600"/>
              <a:gd name="connsiteY780" fmla="*/ 786423 h 6858000"/>
              <a:gd name="connsiteX781" fmla="*/ 3584154 w 7467600"/>
              <a:gd name="connsiteY781" fmla="*/ 448218 h 6858000"/>
              <a:gd name="connsiteX782" fmla="*/ 3624562 w 7467600"/>
              <a:gd name="connsiteY782" fmla="*/ 367041 h 6858000"/>
              <a:gd name="connsiteX783" fmla="*/ 3766672 w 7467600"/>
              <a:gd name="connsiteY783" fmla="*/ 359429 h 6858000"/>
              <a:gd name="connsiteX784" fmla="*/ 3996338 w 7467600"/>
              <a:gd name="connsiteY784" fmla="*/ 968237 h 6858000"/>
              <a:gd name="connsiteX785" fmla="*/ 3766672 w 7467600"/>
              <a:gd name="connsiteY785" fmla="*/ 359429 h 6858000"/>
              <a:gd name="connsiteX786" fmla="*/ 5805386 w 7467600"/>
              <a:gd name="connsiteY786" fmla="*/ 239240 h 6858000"/>
              <a:gd name="connsiteX787" fmla="*/ 5736947 w 7467600"/>
              <a:gd name="connsiteY787" fmla="*/ 261367 h 6858000"/>
              <a:gd name="connsiteX788" fmla="*/ 5427012 w 7467600"/>
              <a:gd name="connsiteY788" fmla="*/ 311272 h 6858000"/>
              <a:gd name="connsiteX789" fmla="*/ 5147818 w 7467600"/>
              <a:gd name="connsiteY789" fmla="*/ 322112 h 6858000"/>
              <a:gd name="connsiteX790" fmla="*/ 5060854 w 7467600"/>
              <a:gd name="connsiteY790" fmla="*/ 311882 h 6858000"/>
              <a:gd name="connsiteX791" fmla="*/ 4945989 w 7467600"/>
              <a:gd name="connsiteY791" fmla="*/ 300516 h 6858000"/>
              <a:gd name="connsiteX792" fmla="*/ 5410479 w 7467600"/>
              <a:gd name="connsiteY792" fmla="*/ 348434 h 6858000"/>
              <a:gd name="connsiteX793" fmla="*/ 5805386 w 7467600"/>
              <a:gd name="connsiteY793" fmla="*/ 239240 h 6858000"/>
              <a:gd name="connsiteX794" fmla="*/ 5905192 w 7467600"/>
              <a:gd name="connsiteY794" fmla="*/ 163079 h 6858000"/>
              <a:gd name="connsiteX795" fmla="*/ 5865655 w 7467600"/>
              <a:gd name="connsiteY795" fmla="*/ 171901 h 6858000"/>
              <a:gd name="connsiteX796" fmla="*/ 5259740 w 7467600"/>
              <a:gd name="connsiteY796" fmla="*/ 257013 h 6858000"/>
              <a:gd name="connsiteX797" fmla="*/ 5208466 w 7467600"/>
              <a:gd name="connsiteY797" fmla="*/ 257550 h 6858000"/>
              <a:gd name="connsiteX798" fmla="*/ 4980204 w 7467600"/>
              <a:gd name="connsiteY798" fmla="*/ 271903 h 6858000"/>
              <a:gd name="connsiteX799" fmla="*/ 5068068 w 7467600"/>
              <a:gd name="connsiteY799" fmla="*/ 282244 h 6858000"/>
              <a:gd name="connsiteX800" fmla="*/ 5153231 w 7467600"/>
              <a:gd name="connsiteY800" fmla="*/ 292240 h 6858000"/>
              <a:gd name="connsiteX801" fmla="*/ 5426491 w 7467600"/>
              <a:gd name="connsiteY801" fmla="*/ 281128 h 6858000"/>
              <a:gd name="connsiteX802" fmla="*/ 5731212 w 7467600"/>
              <a:gd name="connsiteY802" fmla="*/ 231951 h 6858000"/>
              <a:gd name="connsiteX803" fmla="*/ 5905192 w 7467600"/>
              <a:gd name="connsiteY803" fmla="*/ 163079 h 6858000"/>
              <a:gd name="connsiteX804" fmla="*/ 5944437 w 7467600"/>
              <a:gd name="connsiteY804" fmla="*/ 113829 h 6858000"/>
              <a:gd name="connsiteX805" fmla="*/ 5825032 w 7467600"/>
              <a:gd name="connsiteY805" fmla="*/ 146405 h 6858000"/>
              <a:gd name="connsiteX806" fmla="*/ 4955599 w 7467600"/>
              <a:gd name="connsiteY806" fmla="*/ 247008 h 6858000"/>
              <a:gd name="connsiteX807" fmla="*/ 5210104 w 7467600"/>
              <a:gd name="connsiteY807" fmla="*/ 228123 h 6858000"/>
              <a:gd name="connsiteX808" fmla="*/ 5261015 w 7467600"/>
              <a:gd name="connsiteY808" fmla="*/ 227087 h 6858000"/>
              <a:gd name="connsiteX809" fmla="*/ 5861181 w 7467600"/>
              <a:gd name="connsiteY809" fmla="*/ 143093 h 6858000"/>
              <a:gd name="connsiteX810" fmla="*/ 5961252 w 7467600"/>
              <a:gd name="connsiteY810" fmla="*/ 114820 h 6858000"/>
              <a:gd name="connsiteX811" fmla="*/ 5944437 w 7467600"/>
              <a:gd name="connsiteY811" fmla="*/ 113829 h 6858000"/>
              <a:gd name="connsiteX812" fmla="*/ 3882765 w 7467600"/>
              <a:gd name="connsiteY812" fmla="*/ 0 h 6858000"/>
              <a:gd name="connsiteX813" fmla="*/ 3995099 w 7467600"/>
              <a:gd name="connsiteY813" fmla="*/ 0 h 6858000"/>
              <a:gd name="connsiteX814" fmla="*/ 4163818 w 7467600"/>
              <a:gd name="connsiteY814" fmla="*/ 234104 h 6858000"/>
              <a:gd name="connsiteX815" fmla="*/ 4172099 w 7467600"/>
              <a:gd name="connsiteY815" fmla="*/ 234207 h 6858000"/>
              <a:gd name="connsiteX816" fmla="*/ 4784282 w 7467600"/>
              <a:gd name="connsiteY816" fmla="*/ 276561 h 6858000"/>
              <a:gd name="connsiteX817" fmla="*/ 4801687 w 7467600"/>
              <a:gd name="connsiteY817" fmla="*/ 267764 h 6858000"/>
              <a:gd name="connsiteX818" fmla="*/ 6082788 w 7467600"/>
              <a:gd name="connsiteY818" fmla="*/ 64119 h 6858000"/>
              <a:gd name="connsiteX819" fmla="*/ 6099442 w 7467600"/>
              <a:gd name="connsiteY819" fmla="*/ 82568 h 6858000"/>
              <a:gd name="connsiteX820" fmla="*/ 4804137 w 7467600"/>
              <a:gd name="connsiteY820" fmla="*/ 320931 h 6858000"/>
              <a:gd name="connsiteX821" fmla="*/ 4227047 w 7467600"/>
              <a:gd name="connsiteY821" fmla="*/ 313415 h 6858000"/>
              <a:gd name="connsiteX822" fmla="*/ 4346041 w 7467600"/>
              <a:gd name="connsiteY822" fmla="*/ 456086 h 6858000"/>
              <a:gd name="connsiteX823" fmla="*/ 4870967 w 7467600"/>
              <a:gd name="connsiteY823" fmla="*/ 963061 h 6858000"/>
              <a:gd name="connsiteX824" fmla="*/ 4889647 w 7467600"/>
              <a:gd name="connsiteY824" fmla="*/ 957147 h 6858000"/>
              <a:gd name="connsiteX825" fmla="*/ 5422504 w 7467600"/>
              <a:gd name="connsiteY825" fmla="*/ 805191 h 6858000"/>
              <a:gd name="connsiteX826" fmla="*/ 6087656 w 7467600"/>
              <a:gd name="connsiteY826" fmla="*/ 826703 h 6858000"/>
              <a:gd name="connsiteX827" fmla="*/ 6058717 w 7467600"/>
              <a:gd name="connsiteY827" fmla="*/ 865992 h 6858000"/>
              <a:gd name="connsiteX828" fmla="*/ 4974153 w 7467600"/>
              <a:gd name="connsiteY828" fmla="*/ 1045456 h 6858000"/>
              <a:gd name="connsiteX829" fmla="*/ 5627835 w 7467600"/>
              <a:gd name="connsiteY829" fmla="*/ 1472077 h 6858000"/>
              <a:gd name="connsiteX830" fmla="*/ 5629817 w 7467600"/>
              <a:gd name="connsiteY830" fmla="*/ 1471412 h 6858000"/>
              <a:gd name="connsiteX831" fmla="*/ 5634124 w 7467600"/>
              <a:gd name="connsiteY831" fmla="*/ 1470572 h 6858000"/>
              <a:gd name="connsiteX832" fmla="*/ 5755832 w 7467600"/>
              <a:gd name="connsiteY832" fmla="*/ 1383886 h 6858000"/>
              <a:gd name="connsiteX833" fmla="*/ 6014186 w 7467600"/>
              <a:gd name="connsiteY833" fmla="*/ 1279799 h 6858000"/>
              <a:gd name="connsiteX834" fmla="*/ 6901619 w 7467600"/>
              <a:gd name="connsiteY834" fmla="*/ 1047874 h 6858000"/>
              <a:gd name="connsiteX835" fmla="*/ 6931566 w 7467600"/>
              <a:gd name="connsiteY835" fmla="*/ 1062034 h 6858000"/>
              <a:gd name="connsiteX836" fmla="*/ 5790982 w 7467600"/>
              <a:gd name="connsiteY836" fmla="*/ 1561380 h 6858000"/>
              <a:gd name="connsiteX837" fmla="*/ 6188971 w 7467600"/>
              <a:gd name="connsiteY837" fmla="*/ 1755168 h 6858000"/>
              <a:gd name="connsiteX838" fmla="*/ 6202446 w 7467600"/>
              <a:gd name="connsiteY838" fmla="*/ 1752268 h 6858000"/>
              <a:gd name="connsiteX839" fmla="*/ 7179560 w 7467600"/>
              <a:gd name="connsiteY839" fmla="*/ 1467551 h 6858000"/>
              <a:gd name="connsiteX840" fmla="*/ 7158730 w 7467600"/>
              <a:gd name="connsiteY840" fmla="*/ 1507835 h 6858000"/>
              <a:gd name="connsiteX841" fmla="*/ 6326959 w 7467600"/>
              <a:gd name="connsiteY841" fmla="*/ 1817686 h 6858000"/>
              <a:gd name="connsiteX842" fmla="*/ 6537433 w 7467600"/>
              <a:gd name="connsiteY842" fmla="*/ 1907790 h 6858000"/>
              <a:gd name="connsiteX843" fmla="*/ 6550221 w 7467600"/>
              <a:gd name="connsiteY843" fmla="*/ 1910729 h 6858000"/>
              <a:gd name="connsiteX844" fmla="*/ 6964438 w 7467600"/>
              <a:gd name="connsiteY844" fmla="*/ 2209505 h 6858000"/>
              <a:gd name="connsiteX845" fmla="*/ 7367862 w 7467600"/>
              <a:gd name="connsiteY845" fmla="*/ 2806833 h 6858000"/>
              <a:gd name="connsiteX846" fmla="*/ 7364329 w 7467600"/>
              <a:gd name="connsiteY846" fmla="*/ 2826907 h 6858000"/>
              <a:gd name="connsiteX847" fmla="*/ 7290545 w 7467600"/>
              <a:gd name="connsiteY847" fmla="*/ 2850663 h 6858000"/>
              <a:gd name="connsiteX848" fmla="*/ 6472036 w 7467600"/>
              <a:gd name="connsiteY848" fmla="*/ 1959003 h 6858000"/>
              <a:gd name="connsiteX849" fmla="*/ 5792897 w 7467600"/>
              <a:gd name="connsiteY849" fmla="*/ 1647747 h 6858000"/>
              <a:gd name="connsiteX850" fmla="*/ 5842751 w 7467600"/>
              <a:gd name="connsiteY850" fmla="*/ 1816112 h 6858000"/>
              <a:gd name="connsiteX851" fmla="*/ 5847424 w 7467600"/>
              <a:gd name="connsiteY851" fmla="*/ 1815776 h 6858000"/>
              <a:gd name="connsiteX852" fmla="*/ 6399821 w 7467600"/>
              <a:gd name="connsiteY852" fmla="*/ 2344799 h 6858000"/>
              <a:gd name="connsiteX853" fmla="*/ 6323232 w 7467600"/>
              <a:gd name="connsiteY853" fmla="*/ 2389634 h 6858000"/>
              <a:gd name="connsiteX854" fmla="*/ 5942958 w 7467600"/>
              <a:gd name="connsiteY854" fmla="*/ 2077708 h 6858000"/>
              <a:gd name="connsiteX855" fmla="*/ 5921559 w 7467600"/>
              <a:gd name="connsiteY855" fmla="*/ 2378596 h 6858000"/>
              <a:gd name="connsiteX856" fmla="*/ 5817651 w 7467600"/>
              <a:gd name="connsiteY856" fmla="*/ 3023919 h 6858000"/>
              <a:gd name="connsiteX857" fmla="*/ 5729634 w 7467600"/>
              <a:gd name="connsiteY857" fmla="*/ 3051849 h 6858000"/>
              <a:gd name="connsiteX858" fmla="*/ 5611018 w 7467600"/>
              <a:gd name="connsiteY858" fmla="*/ 2316769 h 6858000"/>
              <a:gd name="connsiteX859" fmla="*/ 5687608 w 7467600"/>
              <a:gd name="connsiteY859" fmla="*/ 2039972 h 6858000"/>
              <a:gd name="connsiteX860" fmla="*/ 5657554 w 7467600"/>
              <a:gd name="connsiteY860" fmla="*/ 1576445 h 6858000"/>
              <a:gd name="connsiteX861" fmla="*/ 5150475 w 7467600"/>
              <a:gd name="connsiteY861" fmla="*/ 1274012 h 6858000"/>
              <a:gd name="connsiteX862" fmla="*/ 5349142 w 7467600"/>
              <a:gd name="connsiteY862" fmla="*/ 2204405 h 6858000"/>
              <a:gd name="connsiteX863" fmla="*/ 5262214 w 7467600"/>
              <a:gd name="connsiteY863" fmla="*/ 2233836 h 6858000"/>
              <a:gd name="connsiteX864" fmla="*/ 4981539 w 7467600"/>
              <a:gd name="connsiteY864" fmla="*/ 1542201 h 6858000"/>
              <a:gd name="connsiteX865" fmla="*/ 4958461 w 7467600"/>
              <a:gd name="connsiteY865" fmla="*/ 1136957 h 6858000"/>
              <a:gd name="connsiteX866" fmla="*/ 4655015 w 7467600"/>
              <a:gd name="connsiteY866" fmla="*/ 891426 h 6858000"/>
              <a:gd name="connsiteX867" fmla="*/ 4348002 w 7467600"/>
              <a:gd name="connsiteY867" fmla="*/ 2205895 h 6858000"/>
              <a:gd name="connsiteX868" fmla="*/ 4262250 w 7467600"/>
              <a:gd name="connsiteY868" fmla="*/ 2219972 h 6858000"/>
              <a:gd name="connsiteX869" fmla="*/ 4550611 w 7467600"/>
              <a:gd name="connsiteY869" fmla="*/ 817540 h 6858000"/>
              <a:gd name="connsiteX870" fmla="*/ 4564418 w 7467600"/>
              <a:gd name="connsiteY870" fmla="*/ 808293 h 6858000"/>
              <a:gd name="connsiteX871" fmla="*/ 4266388 w 7467600"/>
              <a:gd name="connsiteY871" fmla="*/ 500083 h 6858000"/>
              <a:gd name="connsiteX872" fmla="*/ 4032842 w 7467600"/>
              <a:gd name="connsiteY872" fmla="*/ 211809 h 6858000"/>
              <a:gd name="connsiteX873" fmla="*/ 3882765 w 7467600"/>
              <a:gd name="connsiteY873" fmla="*/ 0 h 6858000"/>
              <a:gd name="connsiteX874" fmla="*/ 3721337 w 7467600"/>
              <a:gd name="connsiteY874" fmla="*/ 0 h 6858000"/>
              <a:gd name="connsiteX875" fmla="*/ 3797544 w 7467600"/>
              <a:gd name="connsiteY875" fmla="*/ 0 h 6858000"/>
              <a:gd name="connsiteX876" fmla="*/ 3775734 w 7467600"/>
              <a:gd name="connsiteY876" fmla="*/ 95131 h 6858000"/>
              <a:gd name="connsiteX877" fmla="*/ 3724807 w 7467600"/>
              <a:gd name="connsiteY877" fmla="*/ 272257 h 6858000"/>
              <a:gd name="connsiteX878" fmla="*/ 3726844 w 7467600"/>
              <a:gd name="connsiteY878" fmla="*/ 282988 h 6858000"/>
              <a:gd name="connsiteX879" fmla="*/ 3742664 w 7467600"/>
              <a:gd name="connsiteY879" fmla="*/ 279918 h 6858000"/>
              <a:gd name="connsiteX880" fmla="*/ 4103910 w 7467600"/>
              <a:gd name="connsiteY880" fmla="*/ 1161917 h 6858000"/>
              <a:gd name="connsiteX881" fmla="*/ 4020269 w 7467600"/>
              <a:gd name="connsiteY881" fmla="*/ 1200406 h 6858000"/>
              <a:gd name="connsiteX882" fmla="*/ 3674882 w 7467600"/>
              <a:gd name="connsiteY882" fmla="*/ 488524 h 6858000"/>
              <a:gd name="connsiteX883" fmla="*/ 3132682 w 7467600"/>
              <a:gd name="connsiteY883" fmla="*/ 1072284 h 6858000"/>
              <a:gd name="connsiteX884" fmla="*/ 2716346 w 7467600"/>
              <a:gd name="connsiteY884" fmla="*/ 1276376 h 6858000"/>
              <a:gd name="connsiteX885" fmla="*/ 2716772 w 7467600"/>
              <a:gd name="connsiteY885" fmla="*/ 1255462 h 6858000"/>
              <a:gd name="connsiteX886" fmla="*/ 3471096 w 7467600"/>
              <a:gd name="connsiteY886" fmla="*/ 437072 h 6858000"/>
              <a:gd name="connsiteX887" fmla="*/ 3639057 w 7467600"/>
              <a:gd name="connsiteY887" fmla="*/ 286334 h 6858000"/>
              <a:gd name="connsiteX888" fmla="*/ 3640309 w 7467600"/>
              <a:gd name="connsiteY888" fmla="*/ 284664 h 6858000"/>
              <a:gd name="connsiteX889" fmla="*/ 3646022 w 7467600"/>
              <a:gd name="connsiteY889" fmla="*/ 276711 h 6858000"/>
              <a:gd name="connsiteX890" fmla="*/ 3707943 w 7467600"/>
              <a:gd name="connsiteY890" fmla="*/ 65958 h 6858000"/>
              <a:gd name="connsiteX891" fmla="*/ 3721337 w 7467600"/>
              <a:gd name="connsiteY891" fmla="*/ 0 h 6858000"/>
              <a:gd name="connsiteX892" fmla="*/ 2867960 w 7467600"/>
              <a:gd name="connsiteY892" fmla="*/ 0 h 6858000"/>
              <a:gd name="connsiteX893" fmla="*/ 2926351 w 7467600"/>
              <a:gd name="connsiteY893" fmla="*/ 0 h 6858000"/>
              <a:gd name="connsiteX894" fmla="*/ 2902823 w 7467600"/>
              <a:gd name="connsiteY894" fmla="*/ 262929 h 6858000"/>
              <a:gd name="connsiteX895" fmla="*/ 2940663 w 7467600"/>
              <a:gd name="connsiteY895" fmla="*/ 140884 h 6858000"/>
              <a:gd name="connsiteX896" fmla="*/ 2947039 w 7467600"/>
              <a:gd name="connsiteY896" fmla="*/ 122524 h 6858000"/>
              <a:gd name="connsiteX897" fmla="*/ 2984316 w 7467600"/>
              <a:gd name="connsiteY897" fmla="*/ 0 h 6858000"/>
              <a:gd name="connsiteX898" fmla="*/ 3016114 w 7467600"/>
              <a:gd name="connsiteY898" fmla="*/ 0 h 6858000"/>
              <a:gd name="connsiteX899" fmla="*/ 2979949 w 7467600"/>
              <a:gd name="connsiteY899" fmla="*/ 119274 h 6858000"/>
              <a:gd name="connsiteX900" fmla="*/ 3023879 w 7467600"/>
              <a:gd name="connsiteY900" fmla="*/ 0 h 6858000"/>
              <a:gd name="connsiteX901" fmla="*/ 3105400 w 7467600"/>
              <a:gd name="connsiteY901" fmla="*/ 0 h 6858000"/>
              <a:gd name="connsiteX902" fmla="*/ 3094669 w 7467600"/>
              <a:gd name="connsiteY902" fmla="*/ 30308 h 6858000"/>
              <a:gd name="connsiteX903" fmla="*/ 2901945 w 7467600"/>
              <a:gd name="connsiteY903" fmla="*/ 466538 h 6858000"/>
              <a:gd name="connsiteX904" fmla="*/ 2815209 w 7467600"/>
              <a:gd name="connsiteY904" fmla="*/ 497361 h 6858000"/>
              <a:gd name="connsiteX905" fmla="*/ 2844845 w 7467600"/>
              <a:gd name="connsiteY905" fmla="*/ 127638 h 6858000"/>
              <a:gd name="connsiteX906" fmla="*/ 2867960 w 7467600"/>
              <a:gd name="connsiteY906" fmla="*/ 0 h 6858000"/>
              <a:gd name="connsiteX907" fmla="*/ 1057230 w 7467600"/>
              <a:gd name="connsiteY907" fmla="*/ 0 h 6858000"/>
              <a:gd name="connsiteX908" fmla="*/ 1111003 w 7467600"/>
              <a:gd name="connsiteY908" fmla="*/ 0 h 6858000"/>
              <a:gd name="connsiteX909" fmla="*/ 1125553 w 7467600"/>
              <a:gd name="connsiteY909" fmla="*/ 52588 h 6858000"/>
              <a:gd name="connsiteX910" fmla="*/ 1304276 w 7467600"/>
              <a:gd name="connsiteY910" fmla="*/ 476275 h 6858000"/>
              <a:gd name="connsiteX911" fmla="*/ 1492066 w 7467600"/>
              <a:gd name="connsiteY911" fmla="*/ 886333 h 6858000"/>
              <a:gd name="connsiteX912" fmla="*/ 1423698 w 7467600"/>
              <a:gd name="connsiteY912" fmla="*/ 710817 h 6858000"/>
              <a:gd name="connsiteX913" fmla="*/ 1357609 w 7467600"/>
              <a:gd name="connsiteY913" fmla="*/ 532892 h 6858000"/>
              <a:gd name="connsiteX914" fmla="*/ 1309550 w 7467600"/>
              <a:gd name="connsiteY914" fmla="*/ 374031 h 6858000"/>
              <a:gd name="connsiteX915" fmla="*/ 1193673 w 7467600"/>
              <a:gd name="connsiteY915" fmla="*/ 49533 h 6858000"/>
              <a:gd name="connsiteX916" fmla="*/ 1164391 w 7467600"/>
              <a:gd name="connsiteY916" fmla="*/ 0 h 6858000"/>
              <a:gd name="connsiteX917" fmla="*/ 1200666 w 7467600"/>
              <a:gd name="connsiteY917" fmla="*/ 0 h 6858000"/>
              <a:gd name="connsiteX918" fmla="*/ 1223408 w 7467600"/>
              <a:gd name="connsiteY918" fmla="*/ 38996 h 6858000"/>
              <a:gd name="connsiteX919" fmla="*/ 1339635 w 7467600"/>
              <a:gd name="connsiteY919" fmla="*/ 365517 h 6858000"/>
              <a:gd name="connsiteX920" fmla="*/ 1387469 w 7467600"/>
              <a:gd name="connsiteY920" fmla="*/ 523079 h 6858000"/>
              <a:gd name="connsiteX921" fmla="*/ 1452685 w 7467600"/>
              <a:gd name="connsiteY921" fmla="*/ 699806 h 6858000"/>
              <a:gd name="connsiteX922" fmla="*/ 1492092 w 7467600"/>
              <a:gd name="connsiteY922" fmla="*/ 800424 h 6858000"/>
              <a:gd name="connsiteX923" fmla="*/ 1455302 w 7467600"/>
              <a:gd name="connsiteY923" fmla="*/ 632913 h 6858000"/>
              <a:gd name="connsiteX924" fmla="*/ 1222336 w 7467600"/>
              <a:gd name="connsiteY924" fmla="*/ 9480 h 6858000"/>
              <a:gd name="connsiteX925" fmla="*/ 1214634 w 7467600"/>
              <a:gd name="connsiteY925" fmla="*/ 0 h 6858000"/>
              <a:gd name="connsiteX926" fmla="*/ 1289827 w 7467600"/>
              <a:gd name="connsiteY926" fmla="*/ 0 h 6858000"/>
              <a:gd name="connsiteX927" fmla="*/ 1321076 w 7467600"/>
              <a:gd name="connsiteY927" fmla="*/ 59722 h 6858000"/>
              <a:gd name="connsiteX928" fmla="*/ 1512579 w 7467600"/>
              <a:gd name="connsiteY928" fmla="*/ 626441 h 6858000"/>
              <a:gd name="connsiteX929" fmla="*/ 1506076 w 7467600"/>
              <a:gd name="connsiteY929" fmla="*/ 1089289 h 6858000"/>
              <a:gd name="connsiteX930" fmla="*/ 1486346 w 7467600"/>
              <a:gd name="connsiteY930" fmla="*/ 1079919 h 6858000"/>
              <a:gd name="connsiteX931" fmla="*/ 1070511 w 7467600"/>
              <a:gd name="connsiteY931" fmla="*/ 48609 h 6858000"/>
              <a:gd name="connsiteX932" fmla="*/ 1057230 w 7467600"/>
              <a:gd name="connsiteY932" fmla="*/ 0 h 6858000"/>
              <a:gd name="connsiteX933" fmla="*/ 43151 w 7467600"/>
              <a:gd name="connsiteY933" fmla="*/ 0 h 6858000"/>
              <a:gd name="connsiteX934" fmla="*/ 95283 w 7467600"/>
              <a:gd name="connsiteY934" fmla="*/ 0 h 6858000"/>
              <a:gd name="connsiteX935" fmla="*/ 300708 w 7467600"/>
              <a:gd name="connsiteY935" fmla="*/ 154571 h 6858000"/>
              <a:gd name="connsiteX936" fmla="*/ 530414 w 7467600"/>
              <a:gd name="connsiteY936" fmla="*/ 354673 h 6858000"/>
              <a:gd name="connsiteX937" fmla="*/ 333785 w 7467600"/>
              <a:gd name="connsiteY937" fmla="*/ 161564 h 6858000"/>
              <a:gd name="connsiteX938" fmla="*/ 147005 w 7467600"/>
              <a:gd name="connsiteY938" fmla="*/ 0 h 6858000"/>
              <a:gd name="connsiteX939" fmla="*/ 272509 w 7467600"/>
              <a:gd name="connsiteY939" fmla="*/ 0 h 6858000"/>
              <a:gd name="connsiteX940" fmla="*/ 326276 w 7467600"/>
              <a:gd name="connsiteY940" fmla="*/ 45847 h 6858000"/>
              <a:gd name="connsiteX941" fmla="*/ 823759 w 7467600"/>
              <a:gd name="connsiteY941" fmla="*/ 574145 h 6858000"/>
              <a:gd name="connsiteX942" fmla="*/ 811254 w 7467600"/>
              <a:gd name="connsiteY942" fmla="*/ 665546 h 6858000"/>
              <a:gd name="connsiteX943" fmla="*/ 154042 w 7467600"/>
              <a:gd name="connsiteY943" fmla="*/ 261522 h 6858000"/>
              <a:gd name="connsiteX944" fmla="*/ 13550 w 7467600"/>
              <a:gd name="connsiteY944" fmla="*/ 158423 h 6858000"/>
              <a:gd name="connsiteX945" fmla="*/ 0 w 7467600"/>
              <a:gd name="connsiteY945" fmla="*/ 146618 h 6858000"/>
              <a:gd name="connsiteX946" fmla="*/ 0 w 7467600"/>
              <a:gd name="connsiteY946" fmla="*/ 59161 h 6858000"/>
              <a:gd name="connsiteX947" fmla="*/ 45427 w 7467600"/>
              <a:gd name="connsiteY947" fmla="*/ 101078 h 6858000"/>
              <a:gd name="connsiteX948" fmla="*/ 630103 w 7467600"/>
              <a:gd name="connsiteY948" fmla="*/ 485885 h 6858000"/>
              <a:gd name="connsiteX949" fmla="*/ 532040 w 7467600"/>
              <a:gd name="connsiteY949" fmla="*/ 399359 h 6858000"/>
              <a:gd name="connsiteX950" fmla="*/ 517618 w 7467600"/>
              <a:gd name="connsiteY950" fmla="*/ 385726 h 6858000"/>
              <a:gd name="connsiteX951" fmla="*/ 285074 w 7467600"/>
              <a:gd name="connsiteY951" fmla="*/ 182755 h 6858000"/>
              <a:gd name="connsiteX952" fmla="*/ 43151 w 7467600"/>
              <a:gd name="connsiteY95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1019354 w 7467600"/>
              <a:gd name="connsiteY20" fmla="*/ 6315006 h 6858000"/>
              <a:gd name="connsiteX21" fmla="*/ 441046 w 7467600"/>
              <a:gd name="connsiteY21" fmla="*/ 6691153 h 6858000"/>
              <a:gd name="connsiteX22" fmla="*/ 1019354 w 7467600"/>
              <a:gd name="connsiteY22" fmla="*/ 6315006 h 6858000"/>
              <a:gd name="connsiteX23" fmla="*/ 991680 w 7467600"/>
              <a:gd name="connsiteY23" fmla="*/ 6298413 h 6858000"/>
              <a:gd name="connsiteX24" fmla="*/ 409060 w 7467600"/>
              <a:gd name="connsiteY24" fmla="*/ 6671470 h 6858000"/>
              <a:gd name="connsiteX25" fmla="*/ 991680 w 7467600"/>
              <a:gd name="connsiteY25" fmla="*/ 6298413 h 6858000"/>
              <a:gd name="connsiteX26" fmla="*/ 103333 w 7467600"/>
              <a:gd name="connsiteY26" fmla="*/ 5699602 h 6858000"/>
              <a:gd name="connsiteX27" fmla="*/ 233938 w 7467600"/>
              <a:gd name="connsiteY27" fmla="*/ 5809416 h 6858000"/>
              <a:gd name="connsiteX28" fmla="*/ 883580 w 7467600"/>
              <a:gd name="connsiteY28" fmla="*/ 6180710 h 6858000"/>
              <a:gd name="connsiteX29" fmla="*/ 487337 w 7467600"/>
              <a:gd name="connsiteY29" fmla="*/ 5950182 h 6858000"/>
              <a:gd name="connsiteX30" fmla="*/ 354051 w 7467600"/>
              <a:gd name="connsiteY30" fmla="*/ 5854912 h 6858000"/>
              <a:gd name="connsiteX31" fmla="*/ 195436 w 7467600"/>
              <a:gd name="connsiteY31" fmla="*/ 5755068 h 6858000"/>
              <a:gd name="connsiteX32" fmla="*/ 103333 w 7467600"/>
              <a:gd name="connsiteY32" fmla="*/ 5699602 h 6858000"/>
              <a:gd name="connsiteX33" fmla="*/ 5539432 w 7467600"/>
              <a:gd name="connsiteY33" fmla="*/ 5642928 h 6858000"/>
              <a:gd name="connsiteX34" fmla="*/ 5555462 w 7467600"/>
              <a:gd name="connsiteY34" fmla="*/ 5694454 h 6858000"/>
              <a:gd name="connsiteX35" fmla="*/ 5828270 w 7467600"/>
              <a:gd name="connsiteY35" fmla="*/ 6320663 h 6858000"/>
              <a:gd name="connsiteX36" fmla="*/ 5947416 w 7467600"/>
              <a:gd name="connsiteY36" fmla="*/ 6574846 h 6858000"/>
              <a:gd name="connsiteX37" fmla="*/ 5539432 w 7467600"/>
              <a:gd name="connsiteY37" fmla="*/ 5642928 h 6858000"/>
              <a:gd name="connsiteX38" fmla="*/ 51253 w 7467600"/>
              <a:gd name="connsiteY38" fmla="*/ 5631825 h 6858000"/>
              <a:gd name="connsiteX39" fmla="*/ 211622 w 7467600"/>
              <a:gd name="connsiteY39" fmla="*/ 5728803 h 6858000"/>
              <a:gd name="connsiteX40" fmla="*/ 371652 w 7467600"/>
              <a:gd name="connsiteY40" fmla="*/ 5829062 h 6858000"/>
              <a:gd name="connsiteX41" fmla="*/ 505903 w 7467600"/>
              <a:gd name="connsiteY41" fmla="*/ 5925221 h 6858000"/>
              <a:gd name="connsiteX42" fmla="*/ 899240 w 7467600"/>
              <a:gd name="connsiteY42" fmla="*/ 6153068 h 6858000"/>
              <a:gd name="connsiteX43" fmla="*/ 988114 w 7467600"/>
              <a:gd name="connsiteY43" fmla="*/ 6174204 h 6858000"/>
              <a:gd name="connsiteX44" fmla="*/ 845971 w 7467600"/>
              <a:gd name="connsiteY44" fmla="*/ 6067177 h 6858000"/>
              <a:gd name="connsiteX45" fmla="*/ 448057 w 7467600"/>
              <a:gd name="connsiteY45" fmla="*/ 5841376 h 6858000"/>
              <a:gd name="connsiteX46" fmla="*/ 51253 w 7467600"/>
              <a:gd name="connsiteY46" fmla="*/ 5631825 h 6858000"/>
              <a:gd name="connsiteX47" fmla="*/ 2606687 w 7467600"/>
              <a:gd name="connsiteY47" fmla="*/ 5630718 h 6858000"/>
              <a:gd name="connsiteX48" fmla="*/ 2645658 w 7467600"/>
              <a:gd name="connsiteY48" fmla="*/ 6640259 h 6858000"/>
              <a:gd name="connsiteX49" fmla="*/ 2606687 w 7467600"/>
              <a:gd name="connsiteY49" fmla="*/ 5630718 h 6858000"/>
              <a:gd name="connsiteX50" fmla="*/ 3642057 w 7467600"/>
              <a:gd name="connsiteY50" fmla="*/ 5573487 h 6858000"/>
              <a:gd name="connsiteX51" fmla="*/ 3632981 w 7467600"/>
              <a:gd name="connsiteY51" fmla="*/ 5579437 h 6858000"/>
              <a:gd name="connsiteX52" fmla="*/ 3382436 w 7467600"/>
              <a:gd name="connsiteY52" fmla="*/ 5952726 h 6858000"/>
              <a:gd name="connsiteX53" fmla="*/ 3191929 w 7467600"/>
              <a:gd name="connsiteY53" fmla="*/ 6662669 h 6858000"/>
              <a:gd name="connsiteX54" fmla="*/ 3369898 w 7467600"/>
              <a:gd name="connsiteY54" fmla="*/ 6081771 h 6858000"/>
              <a:gd name="connsiteX55" fmla="*/ 3642057 w 7467600"/>
              <a:gd name="connsiteY55" fmla="*/ 5573487 h 6858000"/>
              <a:gd name="connsiteX56" fmla="*/ 2650666 w 7467600"/>
              <a:gd name="connsiteY56" fmla="*/ 5530686 h 6858000"/>
              <a:gd name="connsiteX57" fmla="*/ 2650249 w 7467600"/>
              <a:gd name="connsiteY57" fmla="*/ 5532101 h 6858000"/>
              <a:gd name="connsiteX58" fmla="*/ 2663808 w 7467600"/>
              <a:gd name="connsiteY58" fmla="*/ 6535215 h 6858000"/>
              <a:gd name="connsiteX59" fmla="*/ 2665418 w 7467600"/>
              <a:gd name="connsiteY59" fmla="*/ 6132756 h 6858000"/>
              <a:gd name="connsiteX60" fmla="*/ 2650666 w 7467600"/>
              <a:gd name="connsiteY60" fmla="*/ 5530686 h 6858000"/>
              <a:gd name="connsiteX61" fmla="*/ 2680277 w 7467600"/>
              <a:gd name="connsiteY61" fmla="*/ 5479204 h 6858000"/>
              <a:gd name="connsiteX62" fmla="*/ 2678972 w 7467600"/>
              <a:gd name="connsiteY62" fmla="*/ 5481582 h 6858000"/>
              <a:gd name="connsiteX63" fmla="*/ 2696666 w 7467600"/>
              <a:gd name="connsiteY63" fmla="*/ 6133836 h 6858000"/>
              <a:gd name="connsiteX64" fmla="*/ 2695769 w 7467600"/>
              <a:gd name="connsiteY64" fmla="*/ 6390955 h 6858000"/>
              <a:gd name="connsiteX65" fmla="*/ 2739893 w 7467600"/>
              <a:gd name="connsiteY65" fmla="*/ 6108357 h 6858000"/>
              <a:gd name="connsiteX66" fmla="*/ 2680277 w 7467600"/>
              <a:gd name="connsiteY66" fmla="*/ 5479204 h 6858000"/>
              <a:gd name="connsiteX67" fmla="*/ 1132195 w 7467600"/>
              <a:gd name="connsiteY67" fmla="*/ 5467980 h 6858000"/>
              <a:gd name="connsiteX68" fmla="*/ 1679056 w 7467600"/>
              <a:gd name="connsiteY68" fmla="*/ 5516907 h 6858000"/>
              <a:gd name="connsiteX69" fmla="*/ 2128648 w 7467600"/>
              <a:gd name="connsiteY69" fmla="*/ 5474249 h 6858000"/>
              <a:gd name="connsiteX70" fmla="*/ 1825619 w 7467600"/>
              <a:gd name="connsiteY70" fmla="*/ 5478447 h 6858000"/>
              <a:gd name="connsiteX71" fmla="*/ 1737798 w 7467600"/>
              <a:gd name="connsiteY71" fmla="*/ 5483353 h 6858000"/>
              <a:gd name="connsiteX72" fmla="*/ 1132195 w 7467600"/>
              <a:gd name="connsiteY72" fmla="*/ 5467980 h 6858000"/>
              <a:gd name="connsiteX73" fmla="*/ 1456157 w 7467600"/>
              <a:gd name="connsiteY73" fmla="*/ 5371404 h 6858000"/>
              <a:gd name="connsiteX74" fmla="*/ 1244432 w 7467600"/>
              <a:gd name="connsiteY74" fmla="*/ 5385601 h 6858000"/>
              <a:gd name="connsiteX75" fmla="*/ 973990 w 7467600"/>
              <a:gd name="connsiteY75" fmla="*/ 5424940 h 6858000"/>
              <a:gd name="connsiteX76" fmla="*/ 1103809 w 7467600"/>
              <a:gd name="connsiteY76" fmla="*/ 5433720 h 6858000"/>
              <a:gd name="connsiteX77" fmla="*/ 1123454 w 7467600"/>
              <a:gd name="connsiteY77" fmla="*/ 5435727 h 6858000"/>
              <a:gd name="connsiteX78" fmla="*/ 1737017 w 7467600"/>
              <a:gd name="connsiteY78" fmla="*/ 5452183 h 6858000"/>
              <a:gd name="connsiteX79" fmla="*/ 1824397 w 7467600"/>
              <a:gd name="connsiteY79" fmla="*/ 5447757 h 6858000"/>
              <a:gd name="connsiteX80" fmla="*/ 2070059 w 7467600"/>
              <a:gd name="connsiteY80" fmla="*/ 5441660 h 6858000"/>
              <a:gd name="connsiteX81" fmla="*/ 1456157 w 7467600"/>
              <a:gd name="connsiteY81" fmla="*/ 5371404 h 6858000"/>
              <a:gd name="connsiteX82" fmla="*/ 4988186 w 7467600"/>
              <a:gd name="connsiteY82" fmla="*/ 5216467 h 6858000"/>
              <a:gd name="connsiteX83" fmla="*/ 4777334 w 7467600"/>
              <a:gd name="connsiteY83" fmla="*/ 5406072 h 6858000"/>
              <a:gd name="connsiteX84" fmla="*/ 4718341 w 7467600"/>
              <a:gd name="connsiteY84" fmla="*/ 5468043 h 6858000"/>
              <a:gd name="connsiteX85" fmla="*/ 4604655 w 7467600"/>
              <a:gd name="connsiteY85" fmla="*/ 5583434 h 6858000"/>
              <a:gd name="connsiteX86" fmla="*/ 4565074 w 7467600"/>
              <a:gd name="connsiteY86" fmla="*/ 5618550 h 6858000"/>
              <a:gd name="connsiteX87" fmla="*/ 4988186 w 7467600"/>
              <a:gd name="connsiteY87" fmla="*/ 5216467 h 6858000"/>
              <a:gd name="connsiteX88" fmla="*/ 4978032 w 7467600"/>
              <a:gd name="connsiteY88" fmla="*/ 5183809 h 6858000"/>
              <a:gd name="connsiteX89" fmla="*/ 4463413 w 7467600"/>
              <a:gd name="connsiteY89" fmla="*/ 5615162 h 6858000"/>
              <a:gd name="connsiteX90" fmla="*/ 4358134 w 7467600"/>
              <a:gd name="connsiteY90" fmla="*/ 5742791 h 6858000"/>
              <a:gd name="connsiteX91" fmla="*/ 4376219 w 7467600"/>
              <a:gd name="connsiteY91" fmla="*/ 5729027 h 6858000"/>
              <a:gd name="connsiteX92" fmla="*/ 4582340 w 7467600"/>
              <a:gd name="connsiteY92" fmla="*/ 5561037 h 6858000"/>
              <a:gd name="connsiteX93" fmla="*/ 4694684 w 7467600"/>
              <a:gd name="connsiteY93" fmla="*/ 5447098 h 6858000"/>
              <a:gd name="connsiteX94" fmla="*/ 4754123 w 7467600"/>
              <a:gd name="connsiteY94" fmla="*/ 5384643 h 6858000"/>
              <a:gd name="connsiteX95" fmla="*/ 4978032 w 7467600"/>
              <a:gd name="connsiteY95" fmla="*/ 5183809 h 6858000"/>
              <a:gd name="connsiteX96" fmla="*/ 1903353 w 7467600"/>
              <a:gd name="connsiteY96" fmla="*/ 5044827 h 6858000"/>
              <a:gd name="connsiteX97" fmla="*/ 1936931 w 7467600"/>
              <a:gd name="connsiteY97" fmla="*/ 5093954 h 6858000"/>
              <a:gd name="connsiteX98" fmla="*/ 2195868 w 7467600"/>
              <a:gd name="connsiteY98" fmla="*/ 5396574 h 6858000"/>
              <a:gd name="connsiteX99" fmla="*/ 2088852 w 7467600"/>
              <a:gd name="connsiteY99" fmla="*/ 5166123 h 6858000"/>
              <a:gd name="connsiteX100" fmla="*/ 1958241 w 7467600"/>
              <a:gd name="connsiteY100" fmla="*/ 5067955 h 6858000"/>
              <a:gd name="connsiteX101" fmla="*/ 1903353 w 7467600"/>
              <a:gd name="connsiteY101" fmla="*/ 5044827 h 6858000"/>
              <a:gd name="connsiteX102" fmla="*/ 1979378 w 7467600"/>
              <a:gd name="connsiteY102" fmla="*/ 4769504 h 6858000"/>
              <a:gd name="connsiteX103" fmla="*/ 2882120 w 7467600"/>
              <a:gd name="connsiteY103" fmla="*/ 5064547 h 6858000"/>
              <a:gd name="connsiteX104" fmla="*/ 2793103 w 7467600"/>
              <a:gd name="connsiteY104" fmla="*/ 5039699 h 6858000"/>
              <a:gd name="connsiteX105" fmla="*/ 2770041 w 7467600"/>
              <a:gd name="connsiteY105" fmla="*/ 5033634 h 6858000"/>
              <a:gd name="connsiteX106" fmla="*/ 1979378 w 7467600"/>
              <a:gd name="connsiteY106" fmla="*/ 4769504 h 6858000"/>
              <a:gd name="connsiteX107" fmla="*/ 1927410 w 7467600"/>
              <a:gd name="connsiteY107" fmla="*/ 4716164 h 6858000"/>
              <a:gd name="connsiteX108" fmla="*/ 1959587 w 7467600"/>
              <a:gd name="connsiteY108" fmla="*/ 4728849 h 6858000"/>
              <a:gd name="connsiteX109" fmla="*/ 2777707 w 7467600"/>
              <a:gd name="connsiteY109" fmla="*/ 5003991 h 6858000"/>
              <a:gd name="connsiteX110" fmla="*/ 2800768 w 7467600"/>
              <a:gd name="connsiteY110" fmla="*/ 5010056 h 6858000"/>
              <a:gd name="connsiteX111" fmla="*/ 2879408 w 7467600"/>
              <a:gd name="connsiteY111" fmla="*/ 5031590 h 6858000"/>
              <a:gd name="connsiteX112" fmla="*/ 2862295 w 7467600"/>
              <a:gd name="connsiteY112" fmla="*/ 5022958 h 6858000"/>
              <a:gd name="connsiteX113" fmla="*/ 2813343 w 7467600"/>
              <a:gd name="connsiteY113" fmla="*/ 4998369 h 6858000"/>
              <a:gd name="connsiteX114" fmla="*/ 2646245 w 7467600"/>
              <a:gd name="connsiteY114" fmla="*/ 4930999 h 6858000"/>
              <a:gd name="connsiteX115" fmla="*/ 1999243 w 7467600"/>
              <a:gd name="connsiteY115" fmla="*/ 4730524 h 6858000"/>
              <a:gd name="connsiteX116" fmla="*/ 1979527 w 7467600"/>
              <a:gd name="connsiteY116" fmla="*/ 4726651 h 6858000"/>
              <a:gd name="connsiteX117" fmla="*/ 1927410 w 7467600"/>
              <a:gd name="connsiteY117" fmla="*/ 4716164 h 6858000"/>
              <a:gd name="connsiteX118" fmla="*/ 1997014 w 7467600"/>
              <a:gd name="connsiteY118" fmla="*/ 4698007 h 6858000"/>
              <a:gd name="connsiteX119" fmla="*/ 2005458 w 7467600"/>
              <a:gd name="connsiteY119" fmla="*/ 4699540 h 6858000"/>
              <a:gd name="connsiteX120" fmla="*/ 2657186 w 7467600"/>
              <a:gd name="connsiteY120" fmla="*/ 4901687 h 6858000"/>
              <a:gd name="connsiteX121" fmla="*/ 2826662 w 7467600"/>
              <a:gd name="connsiteY121" fmla="*/ 4970362 h 6858000"/>
              <a:gd name="connsiteX122" fmla="*/ 2876100 w 7467600"/>
              <a:gd name="connsiteY122" fmla="*/ 4995397 h 6858000"/>
              <a:gd name="connsiteX123" fmla="*/ 3042600 w 7467600"/>
              <a:gd name="connsiteY123" fmla="*/ 5059532 h 6858000"/>
              <a:gd name="connsiteX124" fmla="*/ 1997014 w 7467600"/>
              <a:gd name="connsiteY124" fmla="*/ 4698007 h 6858000"/>
              <a:gd name="connsiteX125" fmla="*/ 2305292 w 7467600"/>
              <a:gd name="connsiteY125" fmla="*/ 4219492 h 6858000"/>
              <a:gd name="connsiteX126" fmla="*/ 3360922 w 7467600"/>
              <a:gd name="connsiteY126" fmla="*/ 4529373 h 6858000"/>
              <a:gd name="connsiteX127" fmla="*/ 3492420 w 7467600"/>
              <a:gd name="connsiteY127" fmla="*/ 4510145 h 6858000"/>
              <a:gd name="connsiteX128" fmla="*/ 3364086 w 7467600"/>
              <a:gd name="connsiteY128" fmla="*/ 4480340 h 6858000"/>
              <a:gd name="connsiteX129" fmla="*/ 3225818 w 7467600"/>
              <a:gd name="connsiteY129" fmla="*/ 4411822 h 6858000"/>
              <a:gd name="connsiteX130" fmla="*/ 3129696 w 7467600"/>
              <a:gd name="connsiteY130" fmla="*/ 4360704 h 6858000"/>
              <a:gd name="connsiteX131" fmla="*/ 2814545 w 7467600"/>
              <a:gd name="connsiteY131" fmla="*/ 4282955 h 6858000"/>
              <a:gd name="connsiteX132" fmla="*/ 2305292 w 7467600"/>
              <a:gd name="connsiteY132" fmla="*/ 4219492 h 6858000"/>
              <a:gd name="connsiteX133" fmla="*/ 2626982 w 7467600"/>
              <a:gd name="connsiteY133" fmla="*/ 4206450 h 6858000"/>
              <a:gd name="connsiteX134" fmla="*/ 2490617 w 7467600"/>
              <a:gd name="connsiteY134" fmla="*/ 4206951 h 6858000"/>
              <a:gd name="connsiteX135" fmla="*/ 2819869 w 7467600"/>
              <a:gd name="connsiteY135" fmla="*/ 4252936 h 6858000"/>
              <a:gd name="connsiteX136" fmla="*/ 3143018 w 7467600"/>
              <a:gd name="connsiteY136" fmla="*/ 4332698 h 6858000"/>
              <a:gd name="connsiteX137" fmla="*/ 3241520 w 7467600"/>
              <a:gd name="connsiteY137" fmla="*/ 4385112 h 6858000"/>
              <a:gd name="connsiteX138" fmla="*/ 3374575 w 7467600"/>
              <a:gd name="connsiteY138" fmla="*/ 4451517 h 6858000"/>
              <a:gd name="connsiteX139" fmla="*/ 3505221 w 7467600"/>
              <a:gd name="connsiteY139" fmla="*/ 4480757 h 6858000"/>
              <a:gd name="connsiteX140" fmla="*/ 2626982 w 7467600"/>
              <a:gd name="connsiteY140" fmla="*/ 4206450 h 6858000"/>
              <a:gd name="connsiteX141" fmla="*/ 1310106 w 7467600"/>
              <a:gd name="connsiteY141" fmla="*/ 3943217 h 6858000"/>
              <a:gd name="connsiteX142" fmla="*/ 854994 w 7467600"/>
              <a:gd name="connsiteY142" fmla="*/ 4399136 h 6858000"/>
              <a:gd name="connsiteX143" fmla="*/ 742462 w 7467600"/>
              <a:gd name="connsiteY143" fmla="*/ 4594648 h 6858000"/>
              <a:gd name="connsiteX144" fmla="*/ 820602 w 7467600"/>
              <a:gd name="connsiteY144" fmla="*/ 4485915 h 6858000"/>
              <a:gd name="connsiteX145" fmla="*/ 878295 w 7467600"/>
              <a:gd name="connsiteY145" fmla="*/ 4403594 h 6858000"/>
              <a:gd name="connsiteX146" fmla="*/ 1240607 w 7467600"/>
              <a:gd name="connsiteY146" fmla="*/ 4010401 h 6858000"/>
              <a:gd name="connsiteX147" fmla="*/ 1310106 w 7467600"/>
              <a:gd name="connsiteY147" fmla="*/ 3943217 h 6858000"/>
              <a:gd name="connsiteX148" fmla="*/ 1423113 w 7467600"/>
              <a:gd name="connsiteY148" fmla="*/ 3874565 h 6858000"/>
              <a:gd name="connsiteX149" fmla="*/ 1260565 w 7467600"/>
              <a:gd name="connsiteY149" fmla="*/ 4031982 h 6858000"/>
              <a:gd name="connsiteX150" fmla="*/ 901900 w 7467600"/>
              <a:gd name="connsiteY150" fmla="*/ 4421236 h 6858000"/>
              <a:gd name="connsiteX151" fmla="*/ 845044 w 7467600"/>
              <a:gd name="connsiteY151" fmla="*/ 4502436 h 6858000"/>
              <a:gd name="connsiteX152" fmla="*/ 685926 w 7467600"/>
              <a:gd name="connsiteY152" fmla="*/ 4703069 h 6858000"/>
              <a:gd name="connsiteX153" fmla="*/ 684248 w 7467600"/>
              <a:gd name="connsiteY153" fmla="*/ 4706721 h 6858000"/>
              <a:gd name="connsiteX154" fmla="*/ 1423113 w 7467600"/>
              <a:gd name="connsiteY154" fmla="*/ 3874565 h 6858000"/>
              <a:gd name="connsiteX155" fmla="*/ 3316479 w 7467600"/>
              <a:gd name="connsiteY155" fmla="*/ 3872136 h 6858000"/>
              <a:gd name="connsiteX156" fmla="*/ 3546806 w 7467600"/>
              <a:gd name="connsiteY156" fmla="*/ 4356139 h 6858000"/>
              <a:gd name="connsiteX157" fmla="*/ 3364433 w 7467600"/>
              <a:gd name="connsiteY157" fmla="*/ 3953121 h 6858000"/>
              <a:gd name="connsiteX158" fmla="*/ 3316479 w 7467600"/>
              <a:gd name="connsiteY158" fmla="*/ 3872136 h 6858000"/>
              <a:gd name="connsiteX159" fmla="*/ 3291335 w 7467600"/>
              <a:gd name="connsiteY159" fmla="*/ 3767420 h 6858000"/>
              <a:gd name="connsiteX160" fmla="*/ 3390805 w 7467600"/>
              <a:gd name="connsiteY160" fmla="*/ 3937163 h 6858000"/>
              <a:gd name="connsiteX161" fmla="*/ 3579062 w 7467600"/>
              <a:gd name="connsiteY161" fmla="*/ 4359040 h 6858000"/>
              <a:gd name="connsiteX162" fmla="*/ 3467355 w 7467600"/>
              <a:gd name="connsiteY162" fmla="*/ 3988130 h 6858000"/>
              <a:gd name="connsiteX163" fmla="*/ 3310753 w 7467600"/>
              <a:gd name="connsiteY163" fmla="*/ 3787140 h 6858000"/>
              <a:gd name="connsiteX164" fmla="*/ 3291335 w 7467600"/>
              <a:gd name="connsiteY164" fmla="*/ 3767420 h 6858000"/>
              <a:gd name="connsiteX165" fmla="*/ 1635889 w 7467600"/>
              <a:gd name="connsiteY165" fmla="*/ 3709494 h 6858000"/>
              <a:gd name="connsiteX166" fmla="*/ 1634800 w 7467600"/>
              <a:gd name="connsiteY166" fmla="*/ 3731111 h 6858000"/>
              <a:gd name="connsiteX167" fmla="*/ 1635889 w 7467600"/>
              <a:gd name="connsiteY167" fmla="*/ 3709494 h 6858000"/>
              <a:gd name="connsiteX168" fmla="*/ 1510397 w 7467600"/>
              <a:gd name="connsiteY168" fmla="*/ 3684705 h 6858000"/>
              <a:gd name="connsiteX169" fmla="*/ 1146550 w 7467600"/>
              <a:gd name="connsiteY169" fmla="*/ 3802012 h 6858000"/>
              <a:gd name="connsiteX170" fmla="*/ 698834 w 7467600"/>
              <a:gd name="connsiteY170" fmla="*/ 3952272 h 6858000"/>
              <a:gd name="connsiteX171" fmla="*/ 34256 w 7467600"/>
              <a:gd name="connsiteY171" fmla="*/ 4347603 h 6858000"/>
              <a:gd name="connsiteX172" fmla="*/ 527241 w 7467600"/>
              <a:gd name="connsiteY172" fmla="*/ 4065078 h 6858000"/>
              <a:gd name="connsiteX173" fmla="*/ 1510397 w 7467600"/>
              <a:gd name="connsiteY173" fmla="*/ 3684705 h 6858000"/>
              <a:gd name="connsiteX174" fmla="*/ 1313114 w 7467600"/>
              <a:gd name="connsiteY174" fmla="*/ 3655216 h 6858000"/>
              <a:gd name="connsiteX175" fmla="*/ 1109304 w 7467600"/>
              <a:gd name="connsiteY175" fmla="*/ 3669030 h 6858000"/>
              <a:gd name="connsiteX176" fmla="*/ 8129 w 7467600"/>
              <a:gd name="connsiteY176" fmla="*/ 4330519 h 6858000"/>
              <a:gd name="connsiteX177" fmla="*/ 687572 w 7467600"/>
              <a:gd name="connsiteY177" fmla="*/ 3925629 h 6858000"/>
              <a:gd name="connsiteX178" fmla="*/ 1138365 w 7467600"/>
              <a:gd name="connsiteY178" fmla="*/ 3774515 h 6858000"/>
              <a:gd name="connsiteX179" fmla="*/ 1505579 w 7467600"/>
              <a:gd name="connsiteY179" fmla="*/ 3655526 h 6858000"/>
              <a:gd name="connsiteX180" fmla="*/ 1313114 w 7467600"/>
              <a:gd name="connsiteY180" fmla="*/ 3655216 h 6858000"/>
              <a:gd name="connsiteX181" fmla="*/ 3655073 w 7467600"/>
              <a:gd name="connsiteY181" fmla="*/ 3650884 h 6858000"/>
              <a:gd name="connsiteX182" fmla="*/ 3989938 w 7467600"/>
              <a:gd name="connsiteY182" fmla="*/ 3991685 h 6858000"/>
              <a:gd name="connsiteX183" fmla="*/ 4393907 w 7467600"/>
              <a:gd name="connsiteY183" fmla="*/ 4261258 h 6858000"/>
              <a:gd name="connsiteX184" fmla="*/ 4648051 w 7467600"/>
              <a:gd name="connsiteY184" fmla="*/ 4374051 h 6858000"/>
              <a:gd name="connsiteX185" fmla="*/ 4383389 w 7467600"/>
              <a:gd name="connsiteY185" fmla="*/ 4184369 h 6858000"/>
              <a:gd name="connsiteX186" fmla="*/ 4165508 w 7467600"/>
              <a:gd name="connsiteY186" fmla="*/ 4035196 h 6858000"/>
              <a:gd name="connsiteX187" fmla="*/ 4068162 w 7467600"/>
              <a:gd name="connsiteY187" fmla="*/ 3953394 h 6858000"/>
              <a:gd name="connsiteX188" fmla="*/ 3981416 w 7467600"/>
              <a:gd name="connsiteY188" fmla="*/ 3880482 h 6858000"/>
              <a:gd name="connsiteX189" fmla="*/ 3800147 w 7467600"/>
              <a:gd name="connsiteY189" fmla="*/ 3749872 h 6858000"/>
              <a:gd name="connsiteX190" fmla="*/ 3655073 w 7467600"/>
              <a:gd name="connsiteY190" fmla="*/ 3650884 h 6858000"/>
              <a:gd name="connsiteX191" fmla="*/ 3670252 w 7467600"/>
              <a:gd name="connsiteY191" fmla="*/ 3622798 h 6858000"/>
              <a:gd name="connsiteX192" fmla="*/ 3817258 w 7467600"/>
              <a:gd name="connsiteY192" fmla="*/ 3723577 h 6858000"/>
              <a:gd name="connsiteX193" fmla="*/ 4000461 w 7467600"/>
              <a:gd name="connsiteY193" fmla="*/ 3855966 h 6858000"/>
              <a:gd name="connsiteX194" fmla="*/ 4088180 w 7467600"/>
              <a:gd name="connsiteY194" fmla="*/ 3929774 h 6858000"/>
              <a:gd name="connsiteX195" fmla="*/ 4184555 w 7467600"/>
              <a:gd name="connsiteY195" fmla="*/ 4010683 h 6858000"/>
              <a:gd name="connsiteX196" fmla="*/ 4399563 w 7467600"/>
              <a:gd name="connsiteY196" fmla="*/ 4158106 h 6858000"/>
              <a:gd name="connsiteX197" fmla="*/ 4684469 w 7467600"/>
              <a:gd name="connsiteY197" fmla="*/ 4364680 h 6858000"/>
              <a:gd name="connsiteX198" fmla="*/ 4690271 w 7467600"/>
              <a:gd name="connsiteY198" fmla="*/ 4370034 h 6858000"/>
              <a:gd name="connsiteX199" fmla="*/ 4136093 w 7467600"/>
              <a:gd name="connsiteY199" fmla="*/ 3858466 h 6858000"/>
              <a:gd name="connsiteX200" fmla="*/ 3670252 w 7467600"/>
              <a:gd name="connsiteY200" fmla="*/ 3622798 h 6858000"/>
              <a:gd name="connsiteX201" fmla="*/ 4440129 w 7467600"/>
              <a:gd name="connsiteY201" fmla="*/ 3448571 h 6858000"/>
              <a:gd name="connsiteX202" fmla="*/ 4856525 w 7467600"/>
              <a:gd name="connsiteY202" fmla="*/ 3915351 h 6858000"/>
              <a:gd name="connsiteX203" fmla="*/ 5059055 w 7467600"/>
              <a:gd name="connsiteY203" fmla="*/ 4108918 h 6858000"/>
              <a:gd name="connsiteX204" fmla="*/ 5290070 w 7467600"/>
              <a:gd name="connsiteY204" fmla="*/ 4263619 h 6858000"/>
              <a:gd name="connsiteX205" fmla="*/ 4834991 w 7467600"/>
              <a:gd name="connsiteY205" fmla="*/ 3830985 h 6858000"/>
              <a:gd name="connsiteX206" fmla="*/ 4440129 w 7467600"/>
              <a:gd name="connsiteY206" fmla="*/ 3448571 h 6858000"/>
              <a:gd name="connsiteX207" fmla="*/ 4441737 w 7467600"/>
              <a:gd name="connsiteY207" fmla="*/ 3399734 h 6858000"/>
              <a:gd name="connsiteX208" fmla="*/ 4431236 w 7467600"/>
              <a:gd name="connsiteY208" fmla="*/ 3400954 h 6858000"/>
              <a:gd name="connsiteX209" fmla="*/ 4557150 w 7467600"/>
              <a:gd name="connsiteY209" fmla="*/ 3510023 h 6858000"/>
              <a:gd name="connsiteX210" fmla="*/ 4856936 w 7467600"/>
              <a:gd name="connsiteY210" fmla="*/ 3809146 h 6858000"/>
              <a:gd name="connsiteX211" fmla="*/ 5111996 w 7467600"/>
              <a:gd name="connsiteY211" fmla="*/ 4065759 h 6858000"/>
              <a:gd name="connsiteX212" fmla="*/ 5388878 w 7467600"/>
              <a:gd name="connsiteY212" fmla="*/ 4300185 h 6858000"/>
              <a:gd name="connsiteX213" fmla="*/ 5425556 w 7467600"/>
              <a:gd name="connsiteY213" fmla="*/ 4308967 h 6858000"/>
              <a:gd name="connsiteX214" fmla="*/ 4943646 w 7467600"/>
              <a:gd name="connsiteY214" fmla="*/ 3822916 h 6858000"/>
              <a:gd name="connsiteX215" fmla="*/ 4594837 w 7467600"/>
              <a:gd name="connsiteY215" fmla="*/ 3532274 h 6858000"/>
              <a:gd name="connsiteX216" fmla="*/ 4441737 w 7467600"/>
              <a:gd name="connsiteY216" fmla="*/ 3399734 h 6858000"/>
              <a:gd name="connsiteX217" fmla="*/ 5425834 w 7467600"/>
              <a:gd name="connsiteY217" fmla="*/ 3162785 h 6858000"/>
              <a:gd name="connsiteX218" fmla="*/ 5401644 w 7467600"/>
              <a:gd name="connsiteY218" fmla="*/ 3617847 h 6858000"/>
              <a:gd name="connsiteX219" fmla="*/ 5467256 w 7467600"/>
              <a:gd name="connsiteY219" fmla="*/ 4175494 h 6858000"/>
              <a:gd name="connsiteX220" fmla="*/ 5448069 w 7467600"/>
              <a:gd name="connsiteY220" fmla="*/ 3567554 h 6858000"/>
              <a:gd name="connsiteX221" fmla="*/ 5425834 w 7467600"/>
              <a:gd name="connsiteY221" fmla="*/ 3162785 h 6858000"/>
              <a:gd name="connsiteX222" fmla="*/ 1318687 w 7467600"/>
              <a:gd name="connsiteY222" fmla="*/ 3113840 h 6858000"/>
              <a:gd name="connsiteX223" fmla="*/ 1066793 w 7467600"/>
              <a:gd name="connsiteY223" fmla="*/ 3212171 h 6858000"/>
              <a:gd name="connsiteX224" fmla="*/ 993319 w 7467600"/>
              <a:gd name="connsiteY224" fmla="*/ 3247648 h 6858000"/>
              <a:gd name="connsiteX225" fmla="*/ 853081 w 7467600"/>
              <a:gd name="connsiteY225" fmla="*/ 3312410 h 6858000"/>
              <a:gd name="connsiteX226" fmla="*/ 805957 w 7467600"/>
              <a:gd name="connsiteY226" fmla="*/ 3330443 h 6858000"/>
              <a:gd name="connsiteX227" fmla="*/ 1318687 w 7467600"/>
              <a:gd name="connsiteY227" fmla="*/ 3113840 h 6858000"/>
              <a:gd name="connsiteX228" fmla="*/ 5453702 w 7467600"/>
              <a:gd name="connsiteY228" fmla="*/ 3090882 h 6858000"/>
              <a:gd name="connsiteX229" fmla="*/ 5480135 w 7467600"/>
              <a:gd name="connsiteY229" fmla="*/ 3565802 h 6858000"/>
              <a:gd name="connsiteX230" fmla="*/ 5499023 w 7467600"/>
              <a:gd name="connsiteY230" fmla="*/ 4166310 h 6858000"/>
              <a:gd name="connsiteX231" fmla="*/ 5547022 w 7467600"/>
              <a:gd name="connsiteY231" fmla="*/ 3607838 h 6858000"/>
              <a:gd name="connsiteX232" fmla="*/ 5515964 w 7467600"/>
              <a:gd name="connsiteY232" fmla="*/ 3378541 h 6858000"/>
              <a:gd name="connsiteX233" fmla="*/ 5453702 w 7467600"/>
              <a:gd name="connsiteY233" fmla="*/ 3090882 h 6858000"/>
              <a:gd name="connsiteX234" fmla="*/ 1238695 w 7467600"/>
              <a:gd name="connsiteY234" fmla="*/ 3076820 h 6858000"/>
              <a:gd name="connsiteX235" fmla="*/ 716371 w 7467600"/>
              <a:gd name="connsiteY235" fmla="*/ 3293249 h 6858000"/>
              <a:gd name="connsiteX236" fmla="*/ 579522 w 7467600"/>
              <a:gd name="connsiteY236" fmla="*/ 3371759 h 6858000"/>
              <a:gd name="connsiteX237" fmla="*/ 600288 w 7467600"/>
              <a:gd name="connsiteY237" fmla="*/ 3365555 h 6858000"/>
              <a:gd name="connsiteX238" fmla="*/ 840692 w 7467600"/>
              <a:gd name="connsiteY238" fmla="*/ 3284921 h 6858000"/>
              <a:gd name="connsiteX239" fmla="*/ 979248 w 7467600"/>
              <a:gd name="connsiteY239" fmla="*/ 3221003 h 6858000"/>
              <a:gd name="connsiteX240" fmla="*/ 1053282 w 7467600"/>
              <a:gd name="connsiteY240" fmla="*/ 3185247 h 6858000"/>
              <a:gd name="connsiteX241" fmla="*/ 1320603 w 7467600"/>
              <a:gd name="connsiteY241" fmla="*/ 3081281 h 6858000"/>
              <a:gd name="connsiteX242" fmla="*/ 1238695 w 7467600"/>
              <a:gd name="connsiteY242" fmla="*/ 3076820 h 6858000"/>
              <a:gd name="connsiteX243" fmla="*/ 5425627 w 7467600"/>
              <a:gd name="connsiteY243" fmla="*/ 2954192 h 6858000"/>
              <a:gd name="connsiteX244" fmla="*/ 5470770 w 7467600"/>
              <a:gd name="connsiteY244" fmla="*/ 3005435 h 6858000"/>
              <a:gd name="connsiteX245" fmla="*/ 5519779 w 7467600"/>
              <a:gd name="connsiteY245" fmla="*/ 4359223 h 6858000"/>
              <a:gd name="connsiteX246" fmla="*/ 5520293 w 7467600"/>
              <a:gd name="connsiteY246" fmla="*/ 4360602 h 6858000"/>
              <a:gd name="connsiteX247" fmla="*/ 5767221 w 7467600"/>
              <a:gd name="connsiteY247" fmla="*/ 4665564 h 6858000"/>
              <a:gd name="connsiteX248" fmla="*/ 6937169 w 7467600"/>
              <a:gd name="connsiteY248" fmla="*/ 4815941 h 6858000"/>
              <a:gd name="connsiteX249" fmla="*/ 6953922 w 7467600"/>
              <a:gd name="connsiteY249" fmla="*/ 4890068 h 6858000"/>
              <a:gd name="connsiteX250" fmla="*/ 6071359 w 7467600"/>
              <a:gd name="connsiteY250" fmla="*/ 4770770 h 6858000"/>
              <a:gd name="connsiteX251" fmla="*/ 6038839 w 7467600"/>
              <a:gd name="connsiteY251" fmla="*/ 4764474 h 6858000"/>
              <a:gd name="connsiteX252" fmla="*/ 6038706 w 7467600"/>
              <a:gd name="connsiteY252" fmla="*/ 4763847 h 6858000"/>
              <a:gd name="connsiteX253" fmla="*/ 6037784 w 7467600"/>
              <a:gd name="connsiteY253" fmla="*/ 4764270 h 6858000"/>
              <a:gd name="connsiteX254" fmla="*/ 6038839 w 7467600"/>
              <a:gd name="connsiteY254" fmla="*/ 4764474 h 6858000"/>
              <a:gd name="connsiteX255" fmla="*/ 6040338 w 7467600"/>
              <a:gd name="connsiteY255" fmla="*/ 4771418 h 6858000"/>
              <a:gd name="connsiteX256" fmla="*/ 6024488 w 7467600"/>
              <a:gd name="connsiteY256" fmla="*/ 4809903 h 6858000"/>
              <a:gd name="connsiteX257" fmla="*/ 5599771 w 7467600"/>
              <a:gd name="connsiteY257" fmla="*/ 5509652 h 6858000"/>
              <a:gd name="connsiteX258" fmla="*/ 5548843 w 7467600"/>
              <a:gd name="connsiteY258" fmla="*/ 5563845 h 6858000"/>
              <a:gd name="connsiteX259" fmla="*/ 5940952 w 7467600"/>
              <a:gd name="connsiteY259" fmla="*/ 6250028 h 6858000"/>
              <a:gd name="connsiteX260" fmla="*/ 6043441 w 7467600"/>
              <a:gd name="connsiteY260" fmla="*/ 6665847 h 6858000"/>
              <a:gd name="connsiteX261" fmla="*/ 6093432 w 7467600"/>
              <a:gd name="connsiteY261" fmla="*/ 6858000 h 6858000"/>
              <a:gd name="connsiteX262" fmla="*/ 6034344 w 7467600"/>
              <a:gd name="connsiteY262" fmla="*/ 6858000 h 6858000"/>
              <a:gd name="connsiteX263" fmla="*/ 6026679 w 7467600"/>
              <a:gd name="connsiteY263" fmla="*/ 6836959 h 6858000"/>
              <a:gd name="connsiteX264" fmla="*/ 5800441 w 7467600"/>
              <a:gd name="connsiteY264" fmla="*/ 6335286 h 6858000"/>
              <a:gd name="connsiteX265" fmla="*/ 5526562 w 7467600"/>
              <a:gd name="connsiteY265" fmla="*/ 5705388 h 6858000"/>
              <a:gd name="connsiteX266" fmla="*/ 5519640 w 7467600"/>
              <a:gd name="connsiteY266" fmla="*/ 5683774 h 6858000"/>
              <a:gd name="connsiteX267" fmla="*/ 5844559 w 7467600"/>
              <a:gd name="connsiteY267" fmla="*/ 6553349 h 6858000"/>
              <a:gd name="connsiteX268" fmla="*/ 5975994 w 7467600"/>
              <a:gd name="connsiteY268" fmla="*/ 6858000 h 6858000"/>
              <a:gd name="connsiteX269" fmla="*/ 5898547 w 7467600"/>
              <a:gd name="connsiteY269" fmla="*/ 6858000 h 6858000"/>
              <a:gd name="connsiteX270" fmla="*/ 5682041 w 7467600"/>
              <a:gd name="connsiteY270" fmla="*/ 6355860 h 6858000"/>
              <a:gd name="connsiteX271" fmla="*/ 5461758 w 7467600"/>
              <a:gd name="connsiteY271" fmla="*/ 5820220 h 6858000"/>
              <a:gd name="connsiteX272" fmla="*/ 5237282 w 7467600"/>
              <a:gd name="connsiteY272" fmla="*/ 6579086 h 6858000"/>
              <a:gd name="connsiteX273" fmla="*/ 5115009 w 7467600"/>
              <a:gd name="connsiteY273" fmla="*/ 6858000 h 6858000"/>
              <a:gd name="connsiteX274" fmla="*/ 5028074 w 7467600"/>
              <a:gd name="connsiteY274" fmla="*/ 6858000 h 6858000"/>
              <a:gd name="connsiteX275" fmla="*/ 5079508 w 7467600"/>
              <a:gd name="connsiteY275" fmla="*/ 6749074 h 6858000"/>
              <a:gd name="connsiteX276" fmla="*/ 5371846 w 7467600"/>
              <a:gd name="connsiteY276" fmla="*/ 5924413 h 6858000"/>
              <a:gd name="connsiteX277" fmla="*/ 5270512 w 7467600"/>
              <a:gd name="connsiteY277" fmla="*/ 6138975 h 6858000"/>
              <a:gd name="connsiteX278" fmla="*/ 5062409 w 7467600"/>
              <a:gd name="connsiteY278" fmla="*/ 6653544 h 6858000"/>
              <a:gd name="connsiteX279" fmla="*/ 5036628 w 7467600"/>
              <a:gd name="connsiteY279" fmla="*/ 6754247 h 6858000"/>
              <a:gd name="connsiteX280" fmla="*/ 5009112 w 7467600"/>
              <a:gd name="connsiteY280" fmla="*/ 6858000 h 6858000"/>
              <a:gd name="connsiteX281" fmla="*/ 4976679 w 7467600"/>
              <a:gd name="connsiteY281" fmla="*/ 6858000 h 6858000"/>
              <a:gd name="connsiteX282" fmla="*/ 5006537 w 7467600"/>
              <a:gd name="connsiteY282" fmla="*/ 6747068 h 6858000"/>
              <a:gd name="connsiteX283" fmla="*/ 5032723 w 7467600"/>
              <a:gd name="connsiteY283" fmla="*/ 6644957 h 6858000"/>
              <a:gd name="connsiteX284" fmla="*/ 5242949 w 7467600"/>
              <a:gd name="connsiteY284" fmla="*/ 6125175 h 6858000"/>
              <a:gd name="connsiteX285" fmla="*/ 5286321 w 7467600"/>
              <a:gd name="connsiteY285" fmla="*/ 6033555 h 6858000"/>
              <a:gd name="connsiteX286" fmla="*/ 5008210 w 7467600"/>
              <a:gd name="connsiteY286" fmla="*/ 6649194 h 6858000"/>
              <a:gd name="connsiteX287" fmla="*/ 4986321 w 7467600"/>
              <a:gd name="connsiteY287" fmla="*/ 6765687 h 6858000"/>
              <a:gd name="connsiteX288" fmla="*/ 4973474 w 7467600"/>
              <a:gd name="connsiteY288" fmla="*/ 6858000 h 6858000"/>
              <a:gd name="connsiteX289" fmla="*/ 4907178 w 7467600"/>
              <a:gd name="connsiteY289" fmla="*/ 6858000 h 6858000"/>
              <a:gd name="connsiteX290" fmla="*/ 4910810 w 7467600"/>
              <a:gd name="connsiteY290" fmla="*/ 6829660 h 6858000"/>
              <a:gd name="connsiteX291" fmla="*/ 4987461 w 7467600"/>
              <a:gd name="connsiteY291" fmla="*/ 6432994 h 6858000"/>
              <a:gd name="connsiteX292" fmla="*/ 5179262 w 7467600"/>
              <a:gd name="connsiteY292" fmla="*/ 6035044 h 6858000"/>
              <a:gd name="connsiteX293" fmla="*/ 4689678 w 7467600"/>
              <a:gd name="connsiteY293" fmla="*/ 6440241 h 6858000"/>
              <a:gd name="connsiteX294" fmla="*/ 4477543 w 7467600"/>
              <a:gd name="connsiteY294" fmla="*/ 6674836 h 6858000"/>
              <a:gd name="connsiteX295" fmla="*/ 4329957 w 7467600"/>
              <a:gd name="connsiteY295" fmla="*/ 6858000 h 6858000"/>
              <a:gd name="connsiteX296" fmla="*/ 4218595 w 7467600"/>
              <a:gd name="connsiteY296" fmla="*/ 6858000 h 6858000"/>
              <a:gd name="connsiteX297" fmla="*/ 4368888 w 7467600"/>
              <a:gd name="connsiteY297" fmla="*/ 6668412 h 6858000"/>
              <a:gd name="connsiteX298" fmla="*/ 4563091 w 7467600"/>
              <a:gd name="connsiteY298" fmla="*/ 6442508 h 6858000"/>
              <a:gd name="connsiteX299" fmla="*/ 5387324 w 7467600"/>
              <a:gd name="connsiteY299" fmla="*/ 5705830 h 6858000"/>
              <a:gd name="connsiteX300" fmla="*/ 5073620 w 7467600"/>
              <a:gd name="connsiteY300" fmla="*/ 5955437 h 6858000"/>
              <a:gd name="connsiteX301" fmla="*/ 4689789 w 7467600"/>
              <a:gd name="connsiteY301" fmla="*/ 6268382 h 6858000"/>
              <a:gd name="connsiteX302" fmla="*/ 4418722 w 7467600"/>
              <a:gd name="connsiteY302" fmla="*/ 6570886 h 6858000"/>
              <a:gd name="connsiteX303" fmla="*/ 4214944 w 7467600"/>
              <a:gd name="connsiteY303" fmla="*/ 6858000 h 6858000"/>
              <a:gd name="connsiteX304" fmla="*/ 4177898 w 7467600"/>
              <a:gd name="connsiteY304" fmla="*/ 6858000 h 6858000"/>
              <a:gd name="connsiteX305" fmla="*/ 4391597 w 7467600"/>
              <a:gd name="connsiteY305" fmla="*/ 6556370 h 6858000"/>
              <a:gd name="connsiteX306" fmla="*/ 4668889 w 7467600"/>
              <a:gd name="connsiteY306" fmla="*/ 6246399 h 6858000"/>
              <a:gd name="connsiteX307" fmla="*/ 5055427 w 7467600"/>
              <a:gd name="connsiteY307" fmla="*/ 5931476 h 6858000"/>
              <a:gd name="connsiteX308" fmla="*/ 5371814 w 7467600"/>
              <a:gd name="connsiteY308" fmla="*/ 5678975 h 6858000"/>
              <a:gd name="connsiteX309" fmla="*/ 4987918 w 7467600"/>
              <a:gd name="connsiteY309" fmla="*/ 5838701 h 6858000"/>
              <a:gd name="connsiteX310" fmla="*/ 4317146 w 7467600"/>
              <a:gd name="connsiteY310" fmla="*/ 6587716 h 6858000"/>
              <a:gd name="connsiteX311" fmla="*/ 4171627 w 7467600"/>
              <a:gd name="connsiteY311" fmla="*/ 6858000 h 6858000"/>
              <a:gd name="connsiteX312" fmla="*/ 4081585 w 7467600"/>
              <a:gd name="connsiteY312" fmla="*/ 6858000 h 6858000"/>
              <a:gd name="connsiteX313" fmla="*/ 4238603 w 7467600"/>
              <a:gd name="connsiteY313" fmla="*/ 6559341 h 6858000"/>
              <a:gd name="connsiteX314" fmla="*/ 4778333 w 7467600"/>
              <a:gd name="connsiteY314" fmla="*/ 5873626 h 6858000"/>
              <a:gd name="connsiteX315" fmla="*/ 5414185 w 7467600"/>
              <a:gd name="connsiteY315" fmla="*/ 5573882 h 6858000"/>
              <a:gd name="connsiteX316" fmla="*/ 5959648 w 7467600"/>
              <a:gd name="connsiteY316" fmla="*/ 4760797 h 6858000"/>
              <a:gd name="connsiteX317" fmla="*/ 5355019 w 7467600"/>
              <a:gd name="connsiteY317" fmla="*/ 4734672 h 6858000"/>
              <a:gd name="connsiteX318" fmla="*/ 5083565 w 7467600"/>
              <a:gd name="connsiteY318" fmla="*/ 5179121 h 6858000"/>
              <a:gd name="connsiteX319" fmla="*/ 4713577 w 7467600"/>
              <a:gd name="connsiteY319" fmla="*/ 5616803 h 6858000"/>
              <a:gd name="connsiteX320" fmla="*/ 3989559 w 7467600"/>
              <a:gd name="connsiteY320" fmla="*/ 6145945 h 6858000"/>
              <a:gd name="connsiteX321" fmla="*/ 3939824 w 7467600"/>
              <a:gd name="connsiteY321" fmla="*/ 6066900 h 6858000"/>
              <a:gd name="connsiteX322" fmla="*/ 4584537 w 7467600"/>
              <a:gd name="connsiteY322" fmla="*/ 5324826 h 6858000"/>
              <a:gd name="connsiteX323" fmla="*/ 5037105 w 7467600"/>
              <a:gd name="connsiteY323" fmla="*/ 5088765 h 6858000"/>
              <a:gd name="connsiteX324" fmla="*/ 5039930 w 7467600"/>
              <a:gd name="connsiteY324" fmla="*/ 5089585 h 6858000"/>
              <a:gd name="connsiteX325" fmla="*/ 5263764 w 7467600"/>
              <a:gd name="connsiteY325" fmla="*/ 4735525 h 6858000"/>
              <a:gd name="connsiteX326" fmla="*/ 4086300 w 7467600"/>
              <a:gd name="connsiteY326" fmla="*/ 4884599 h 6858000"/>
              <a:gd name="connsiteX327" fmla="*/ 4085485 w 7467600"/>
              <a:gd name="connsiteY327" fmla="*/ 4899070 h 6858000"/>
              <a:gd name="connsiteX328" fmla="*/ 3871915 w 7467600"/>
              <a:gd name="connsiteY328" fmla="*/ 5253645 h 6858000"/>
              <a:gd name="connsiteX329" fmla="*/ 3799374 w 7467600"/>
              <a:gd name="connsiteY329" fmla="*/ 5466127 h 6858000"/>
              <a:gd name="connsiteX330" fmla="*/ 3498850 w 7467600"/>
              <a:gd name="connsiteY330" fmla="*/ 6661888 h 6858000"/>
              <a:gd name="connsiteX331" fmla="*/ 3399216 w 7467600"/>
              <a:gd name="connsiteY331" fmla="*/ 6858000 h 6858000"/>
              <a:gd name="connsiteX332" fmla="*/ 3303688 w 7467600"/>
              <a:gd name="connsiteY332" fmla="*/ 6858000 h 6858000"/>
              <a:gd name="connsiteX333" fmla="*/ 3391774 w 7467600"/>
              <a:gd name="connsiteY333" fmla="*/ 6697181 h 6858000"/>
              <a:gd name="connsiteX334" fmla="*/ 3735540 w 7467600"/>
              <a:gd name="connsiteY334" fmla="*/ 5546923 h 6858000"/>
              <a:gd name="connsiteX335" fmla="*/ 3729438 w 7467600"/>
              <a:gd name="connsiteY335" fmla="*/ 5569058 h 6858000"/>
              <a:gd name="connsiteX336" fmla="*/ 3707782 w 7467600"/>
              <a:gd name="connsiteY336" fmla="*/ 5644908 h 6858000"/>
              <a:gd name="connsiteX337" fmla="*/ 3583827 w 7467600"/>
              <a:gd name="connsiteY337" fmla="*/ 6039215 h 6858000"/>
              <a:gd name="connsiteX338" fmla="*/ 3547861 w 7467600"/>
              <a:gd name="connsiteY338" fmla="*/ 6129609 h 6858000"/>
              <a:gd name="connsiteX339" fmla="*/ 3490905 w 7467600"/>
              <a:gd name="connsiteY339" fmla="*/ 6277660 h 6858000"/>
              <a:gd name="connsiteX340" fmla="*/ 3455859 w 7467600"/>
              <a:gd name="connsiteY340" fmla="*/ 6391301 h 6858000"/>
              <a:gd name="connsiteX341" fmla="*/ 3429112 w 7467600"/>
              <a:gd name="connsiteY341" fmla="*/ 6479469 h 6858000"/>
              <a:gd name="connsiteX342" fmla="*/ 3304862 w 7467600"/>
              <a:gd name="connsiteY342" fmla="*/ 6796476 h 6858000"/>
              <a:gd name="connsiteX343" fmla="*/ 3276071 w 7467600"/>
              <a:gd name="connsiteY343" fmla="*/ 6858000 h 6858000"/>
              <a:gd name="connsiteX344" fmla="*/ 3240805 w 7467600"/>
              <a:gd name="connsiteY344" fmla="*/ 6858000 h 6858000"/>
              <a:gd name="connsiteX345" fmla="*/ 3275917 w 7467600"/>
              <a:gd name="connsiteY345" fmla="*/ 6783192 h 6858000"/>
              <a:gd name="connsiteX346" fmla="*/ 3399358 w 7467600"/>
              <a:gd name="connsiteY346" fmla="*/ 6469011 h 6858000"/>
              <a:gd name="connsiteX347" fmla="*/ 3425650 w 7467600"/>
              <a:gd name="connsiteY347" fmla="*/ 6381333 h 6858000"/>
              <a:gd name="connsiteX348" fmla="*/ 3460661 w 7467600"/>
              <a:gd name="connsiteY348" fmla="*/ 6266763 h 6858000"/>
              <a:gd name="connsiteX349" fmla="*/ 3518021 w 7467600"/>
              <a:gd name="connsiteY349" fmla="*/ 6117298 h 6858000"/>
              <a:gd name="connsiteX350" fmla="*/ 3554035 w 7467600"/>
              <a:gd name="connsiteY350" fmla="*/ 6027832 h 6858000"/>
              <a:gd name="connsiteX351" fmla="*/ 3677174 w 7467600"/>
              <a:gd name="connsiteY351" fmla="*/ 5636351 h 6858000"/>
              <a:gd name="connsiteX352" fmla="*/ 3698819 w 7467600"/>
              <a:gd name="connsiteY352" fmla="*/ 5560503 h 6858000"/>
              <a:gd name="connsiteX353" fmla="*/ 3702094 w 7467600"/>
              <a:gd name="connsiteY353" fmla="*/ 5549194 h 6858000"/>
              <a:gd name="connsiteX354" fmla="*/ 3398355 w 7467600"/>
              <a:gd name="connsiteY354" fmla="*/ 6094603 h 6858000"/>
              <a:gd name="connsiteX355" fmla="*/ 3193941 w 7467600"/>
              <a:gd name="connsiteY355" fmla="*/ 6798775 h 6858000"/>
              <a:gd name="connsiteX356" fmla="*/ 3184140 w 7467600"/>
              <a:gd name="connsiteY356" fmla="*/ 6858000 h 6858000"/>
              <a:gd name="connsiteX357" fmla="*/ 3099978 w 7467600"/>
              <a:gd name="connsiteY357" fmla="*/ 6858000 h 6858000"/>
              <a:gd name="connsiteX358" fmla="*/ 3101556 w 7467600"/>
              <a:gd name="connsiteY358" fmla="*/ 6843337 h 6858000"/>
              <a:gd name="connsiteX359" fmla="*/ 3370162 w 7467600"/>
              <a:gd name="connsiteY359" fmla="*/ 5785550 h 6858000"/>
              <a:gd name="connsiteX360" fmla="*/ 3746477 w 7467600"/>
              <a:gd name="connsiteY360" fmla="*/ 5377889 h 6858000"/>
              <a:gd name="connsiteX361" fmla="*/ 3863399 w 7467600"/>
              <a:gd name="connsiteY361" fmla="*/ 5087257 h 6858000"/>
              <a:gd name="connsiteX362" fmla="*/ 3968712 w 7467600"/>
              <a:gd name="connsiteY362" fmla="*/ 4913989 h 6858000"/>
              <a:gd name="connsiteX363" fmla="*/ 2792390 w 7467600"/>
              <a:gd name="connsiteY363" fmla="*/ 5382974 h 6858000"/>
              <a:gd name="connsiteX364" fmla="*/ 2714982 w 7467600"/>
              <a:gd name="connsiteY364" fmla="*/ 5427051 h 6858000"/>
              <a:gd name="connsiteX365" fmla="*/ 2813361 w 7467600"/>
              <a:gd name="connsiteY365" fmla="*/ 6023912 h 6858000"/>
              <a:gd name="connsiteX366" fmla="*/ 2688430 w 7467600"/>
              <a:gd name="connsiteY366" fmla="*/ 6801564 h 6858000"/>
              <a:gd name="connsiteX367" fmla="*/ 2629626 w 7467600"/>
              <a:gd name="connsiteY367" fmla="*/ 6763394 h 6858000"/>
              <a:gd name="connsiteX368" fmla="*/ 2565328 w 7467600"/>
              <a:gd name="connsiteY368" fmla="*/ 5516399 h 6858000"/>
              <a:gd name="connsiteX369" fmla="*/ 1922999 w 7467600"/>
              <a:gd name="connsiteY369" fmla="*/ 5980343 h 6858000"/>
              <a:gd name="connsiteX370" fmla="*/ 1950261 w 7467600"/>
              <a:gd name="connsiteY370" fmla="*/ 6405858 h 6858000"/>
              <a:gd name="connsiteX371" fmla="*/ 2365554 w 7467600"/>
              <a:gd name="connsiteY371" fmla="*/ 6759107 h 6858000"/>
              <a:gd name="connsiteX372" fmla="*/ 2424142 w 7467600"/>
              <a:gd name="connsiteY372" fmla="*/ 6858000 h 6858000"/>
              <a:gd name="connsiteX373" fmla="*/ 2395994 w 7467600"/>
              <a:gd name="connsiteY373" fmla="*/ 6858000 h 6858000"/>
              <a:gd name="connsiteX374" fmla="*/ 2392863 w 7467600"/>
              <a:gd name="connsiteY374" fmla="*/ 6852964 h 6858000"/>
              <a:gd name="connsiteX375" fmla="*/ 2017589 w 7467600"/>
              <a:gd name="connsiteY375" fmla="*/ 6493982 h 6858000"/>
              <a:gd name="connsiteX376" fmla="*/ 2147336 w 7467600"/>
              <a:gd name="connsiteY376" fmla="*/ 6594052 h 6858000"/>
              <a:gd name="connsiteX377" fmla="*/ 2207047 w 7467600"/>
              <a:gd name="connsiteY377" fmla="*/ 6654540 h 6858000"/>
              <a:gd name="connsiteX378" fmla="*/ 2299106 w 7467600"/>
              <a:gd name="connsiteY378" fmla="*/ 6778931 h 6858000"/>
              <a:gd name="connsiteX379" fmla="*/ 2314430 w 7467600"/>
              <a:gd name="connsiteY379" fmla="*/ 6801144 h 6858000"/>
              <a:gd name="connsiteX380" fmla="*/ 2352406 w 7467600"/>
              <a:gd name="connsiteY380" fmla="*/ 6858000 h 6858000"/>
              <a:gd name="connsiteX381" fmla="*/ 2314492 w 7467600"/>
              <a:gd name="connsiteY381" fmla="*/ 6858000 h 6858000"/>
              <a:gd name="connsiteX382" fmla="*/ 2288095 w 7467600"/>
              <a:gd name="connsiteY382" fmla="*/ 6818030 h 6858000"/>
              <a:gd name="connsiteX383" fmla="*/ 2272768 w 7467600"/>
              <a:gd name="connsiteY383" fmla="*/ 6795822 h 6858000"/>
              <a:gd name="connsiteX384" fmla="*/ 2182715 w 7467600"/>
              <a:gd name="connsiteY384" fmla="*/ 6675071 h 6858000"/>
              <a:gd name="connsiteX385" fmla="*/ 2032061 w 7467600"/>
              <a:gd name="connsiteY385" fmla="*/ 6541380 h 6858000"/>
              <a:gd name="connsiteX386" fmla="*/ 2257220 w 7467600"/>
              <a:gd name="connsiteY386" fmla="*/ 6826257 h 6858000"/>
              <a:gd name="connsiteX387" fmla="*/ 2281324 w 7467600"/>
              <a:gd name="connsiteY387" fmla="*/ 6858000 h 6858000"/>
              <a:gd name="connsiteX388" fmla="*/ 2242860 w 7467600"/>
              <a:gd name="connsiteY388" fmla="*/ 6858000 h 6858000"/>
              <a:gd name="connsiteX389" fmla="*/ 2232818 w 7467600"/>
              <a:gd name="connsiteY389" fmla="*/ 6844926 h 6858000"/>
              <a:gd name="connsiteX390" fmla="*/ 1990172 w 7467600"/>
              <a:gd name="connsiteY390" fmla="*/ 6542121 h 6858000"/>
              <a:gd name="connsiteX391" fmla="*/ 2124090 w 7467600"/>
              <a:gd name="connsiteY391" fmla="*/ 6761017 h 6858000"/>
              <a:gd name="connsiteX392" fmla="*/ 2200380 w 7467600"/>
              <a:gd name="connsiteY392" fmla="*/ 6858000 h 6858000"/>
              <a:gd name="connsiteX393" fmla="*/ 2147507 w 7467600"/>
              <a:gd name="connsiteY393" fmla="*/ 6858000 h 6858000"/>
              <a:gd name="connsiteX394" fmla="*/ 2070668 w 7467600"/>
              <a:gd name="connsiteY394" fmla="*/ 6761520 h 6858000"/>
              <a:gd name="connsiteX395" fmla="*/ 1975142 w 7467600"/>
              <a:gd name="connsiteY395" fmla="*/ 6585570 h 6858000"/>
              <a:gd name="connsiteX396" fmla="*/ 2050035 w 7467600"/>
              <a:gd name="connsiteY396" fmla="*/ 6813345 h 6858000"/>
              <a:gd name="connsiteX397" fmla="*/ 2063025 w 7467600"/>
              <a:gd name="connsiteY397" fmla="*/ 6858000 h 6858000"/>
              <a:gd name="connsiteX398" fmla="*/ 2021675 w 7467600"/>
              <a:gd name="connsiteY398" fmla="*/ 6858000 h 6858000"/>
              <a:gd name="connsiteX399" fmla="*/ 2019308 w 7467600"/>
              <a:gd name="connsiteY399" fmla="*/ 6847118 h 6858000"/>
              <a:gd name="connsiteX400" fmla="*/ 1938835 w 7467600"/>
              <a:gd name="connsiteY400" fmla="*/ 6551160 h 6858000"/>
              <a:gd name="connsiteX401" fmla="*/ 1953230 w 7467600"/>
              <a:gd name="connsiteY401" fmla="*/ 6759699 h 6858000"/>
              <a:gd name="connsiteX402" fmla="*/ 1956763 w 7467600"/>
              <a:gd name="connsiteY402" fmla="*/ 6778191 h 6858000"/>
              <a:gd name="connsiteX403" fmla="*/ 1967925 w 7467600"/>
              <a:gd name="connsiteY403" fmla="*/ 6858000 h 6858000"/>
              <a:gd name="connsiteX404" fmla="*/ 1936622 w 7467600"/>
              <a:gd name="connsiteY404" fmla="*/ 6858000 h 6858000"/>
              <a:gd name="connsiteX405" fmla="*/ 1926261 w 7467600"/>
              <a:gd name="connsiteY405" fmla="*/ 6784064 h 6858000"/>
              <a:gd name="connsiteX406" fmla="*/ 1922724 w 7467600"/>
              <a:gd name="connsiteY406" fmla="*/ 6765577 h 6858000"/>
              <a:gd name="connsiteX407" fmla="*/ 1904650 w 7467600"/>
              <a:gd name="connsiteY407" fmla="*/ 6639616 h 6858000"/>
              <a:gd name="connsiteX408" fmla="*/ 1885273 w 7467600"/>
              <a:gd name="connsiteY408" fmla="*/ 6858000 h 6858000"/>
              <a:gd name="connsiteX409" fmla="*/ 1854363 w 7467600"/>
              <a:gd name="connsiteY409" fmla="*/ 6858000 h 6858000"/>
              <a:gd name="connsiteX410" fmla="*/ 1880391 w 7467600"/>
              <a:gd name="connsiteY410" fmla="*/ 6603796 h 6858000"/>
              <a:gd name="connsiteX411" fmla="*/ 1818273 w 7467600"/>
              <a:gd name="connsiteY411" fmla="*/ 6715729 h 6858000"/>
              <a:gd name="connsiteX412" fmla="*/ 1794691 w 7467600"/>
              <a:gd name="connsiteY412" fmla="*/ 6843239 h 6858000"/>
              <a:gd name="connsiteX413" fmla="*/ 1794914 w 7467600"/>
              <a:gd name="connsiteY413" fmla="*/ 6858000 h 6858000"/>
              <a:gd name="connsiteX414" fmla="*/ 1746128 w 7467600"/>
              <a:gd name="connsiteY414" fmla="*/ 6858000 h 6858000"/>
              <a:gd name="connsiteX415" fmla="*/ 1753934 w 7467600"/>
              <a:gd name="connsiteY415" fmla="*/ 6724796 h 6858000"/>
              <a:gd name="connsiteX416" fmla="*/ 1792053 w 7467600"/>
              <a:gd name="connsiteY416" fmla="*/ 6572396 h 6858000"/>
              <a:gd name="connsiteX417" fmla="*/ 1862248 w 7467600"/>
              <a:gd name="connsiteY417" fmla="*/ 6266397 h 6858000"/>
              <a:gd name="connsiteX418" fmla="*/ 1862250 w 7467600"/>
              <a:gd name="connsiteY418" fmla="*/ 6033531 h 6858000"/>
              <a:gd name="connsiteX419" fmla="*/ 1211999 w 7467600"/>
              <a:gd name="connsiteY419" fmla="*/ 6683610 h 6858000"/>
              <a:gd name="connsiteX420" fmla="*/ 1213266 w 7467600"/>
              <a:gd name="connsiteY420" fmla="*/ 6691947 h 6858000"/>
              <a:gd name="connsiteX421" fmla="*/ 1203370 w 7467600"/>
              <a:gd name="connsiteY421" fmla="*/ 6850676 h 6858000"/>
              <a:gd name="connsiteX422" fmla="*/ 1203671 w 7467600"/>
              <a:gd name="connsiteY422" fmla="*/ 6858000 h 6858000"/>
              <a:gd name="connsiteX423" fmla="*/ 1143180 w 7467600"/>
              <a:gd name="connsiteY423" fmla="*/ 6858000 h 6858000"/>
              <a:gd name="connsiteX424" fmla="*/ 1142176 w 7467600"/>
              <a:gd name="connsiteY424" fmla="*/ 6766045 h 6858000"/>
              <a:gd name="connsiteX425" fmla="*/ 1067484 w 7467600"/>
              <a:gd name="connsiteY425" fmla="*/ 6858000 h 6858000"/>
              <a:gd name="connsiteX426" fmla="*/ 953928 w 7467600"/>
              <a:gd name="connsiteY426" fmla="*/ 6858000 h 6858000"/>
              <a:gd name="connsiteX427" fmla="*/ 959715 w 7467600"/>
              <a:gd name="connsiteY427" fmla="*/ 6850185 h 6858000"/>
              <a:gd name="connsiteX428" fmla="*/ 1483788 w 7467600"/>
              <a:gd name="connsiteY428" fmla="*/ 6259174 h 6858000"/>
              <a:gd name="connsiteX429" fmla="*/ 1100671 w 7467600"/>
              <a:gd name="connsiteY429" fmla="*/ 6252137 h 6858000"/>
              <a:gd name="connsiteX430" fmla="*/ 1090144 w 7467600"/>
              <a:gd name="connsiteY430" fmla="*/ 6256748 h 6858000"/>
              <a:gd name="connsiteX431" fmla="*/ 1095872 w 7467600"/>
              <a:gd name="connsiteY431" fmla="*/ 6271892 h 6858000"/>
              <a:gd name="connsiteX432" fmla="*/ 262785 w 7467600"/>
              <a:gd name="connsiteY432" fmla="*/ 6845450 h 6858000"/>
              <a:gd name="connsiteX433" fmla="*/ 209968 w 7467600"/>
              <a:gd name="connsiteY433" fmla="*/ 6770713 h 6858000"/>
              <a:gd name="connsiteX434" fmla="*/ 873460 w 7467600"/>
              <a:gd name="connsiteY434" fmla="*/ 6253768 h 6858000"/>
              <a:gd name="connsiteX435" fmla="*/ 192686 w 7467600"/>
              <a:gd name="connsiteY435" fmla="*/ 5849257 h 6858000"/>
              <a:gd name="connsiteX436" fmla="*/ 4696 w 7467600"/>
              <a:gd name="connsiteY436" fmla="*/ 5697668 h 6858000"/>
              <a:gd name="connsiteX437" fmla="*/ 0 w 7467600"/>
              <a:gd name="connsiteY437" fmla="*/ 5689984 h 6858000"/>
              <a:gd name="connsiteX438" fmla="*/ 0 w 7467600"/>
              <a:gd name="connsiteY438" fmla="*/ 5513472 h 6858000"/>
              <a:gd name="connsiteX439" fmla="*/ 174101 w 7467600"/>
              <a:gd name="connsiteY439" fmla="*/ 5620277 h 6858000"/>
              <a:gd name="connsiteX440" fmla="*/ 891800 w 7467600"/>
              <a:gd name="connsiteY440" fmla="*/ 6036935 h 6858000"/>
              <a:gd name="connsiteX441" fmla="*/ 1072219 w 7467600"/>
              <a:gd name="connsiteY441" fmla="*/ 6169443 h 6858000"/>
              <a:gd name="connsiteX442" fmla="*/ 1074117 w 7467600"/>
              <a:gd name="connsiteY442" fmla="*/ 6170301 h 6858000"/>
              <a:gd name="connsiteX443" fmla="*/ 1083114 w 7467600"/>
              <a:gd name="connsiteY443" fmla="*/ 6174131 h 6858000"/>
              <a:gd name="connsiteX444" fmla="*/ 1543010 w 7467600"/>
              <a:gd name="connsiteY444" fmla="*/ 6191140 h 6858000"/>
              <a:gd name="connsiteX445" fmla="*/ 1551080 w 7467600"/>
              <a:gd name="connsiteY445" fmla="*/ 6195006 h 6858000"/>
              <a:gd name="connsiteX446" fmla="*/ 2345443 w 7467600"/>
              <a:gd name="connsiteY446" fmla="*/ 5549882 h 6858000"/>
              <a:gd name="connsiteX447" fmla="*/ 1721499 w 7467600"/>
              <a:gd name="connsiteY447" fmla="*/ 5599969 h 6858000"/>
              <a:gd name="connsiteX448" fmla="*/ 767716 w 7467600"/>
              <a:gd name="connsiteY448" fmla="*/ 5472768 h 6858000"/>
              <a:gd name="connsiteX449" fmla="*/ 722147 w 7467600"/>
              <a:gd name="connsiteY449" fmla="*/ 5393091 h 6858000"/>
              <a:gd name="connsiteX450" fmla="*/ 1485552 w 7467600"/>
              <a:gd name="connsiteY450" fmla="*/ 5313202 h 6858000"/>
              <a:gd name="connsiteX451" fmla="*/ 2143004 w 7467600"/>
              <a:gd name="connsiteY451" fmla="*/ 5402420 h 6858000"/>
              <a:gd name="connsiteX452" fmla="*/ 1933391 w 7467600"/>
              <a:gd name="connsiteY452" fmla="*/ 5156971 h 6858000"/>
              <a:gd name="connsiteX453" fmla="*/ 1827118 w 7467600"/>
              <a:gd name="connsiteY453" fmla="*/ 4968410 h 6858000"/>
              <a:gd name="connsiteX454" fmla="*/ 1837349 w 7467600"/>
              <a:gd name="connsiteY454" fmla="*/ 4956357 h 6858000"/>
              <a:gd name="connsiteX455" fmla="*/ 2162835 w 7467600"/>
              <a:gd name="connsiteY455" fmla="*/ 5187853 h 6858000"/>
              <a:gd name="connsiteX456" fmla="*/ 2257167 w 7467600"/>
              <a:gd name="connsiteY456" fmla="*/ 5462123 h 6858000"/>
              <a:gd name="connsiteX457" fmla="*/ 2261598 w 7467600"/>
              <a:gd name="connsiteY457" fmla="*/ 5467998 h 6858000"/>
              <a:gd name="connsiteX458" fmla="*/ 2437177 w 7467600"/>
              <a:gd name="connsiteY458" fmla="*/ 5479608 h 6858000"/>
              <a:gd name="connsiteX459" fmla="*/ 2445247 w 7467600"/>
              <a:gd name="connsiteY459" fmla="*/ 5483476 h 6858000"/>
              <a:gd name="connsiteX460" fmla="*/ 2743626 w 7467600"/>
              <a:gd name="connsiteY460" fmla="*/ 5304819 h 6858000"/>
              <a:gd name="connsiteX461" fmla="*/ 3048102 w 7467600"/>
              <a:gd name="connsiteY461" fmla="*/ 5150595 h 6858000"/>
              <a:gd name="connsiteX462" fmla="*/ 1799414 w 7467600"/>
              <a:gd name="connsiteY462" fmla="*/ 4694732 h 6858000"/>
              <a:gd name="connsiteX463" fmla="*/ 1771735 w 7467600"/>
              <a:gd name="connsiteY463" fmla="*/ 4619929 h 6858000"/>
              <a:gd name="connsiteX464" fmla="*/ 3104273 w 7467600"/>
              <a:gd name="connsiteY464" fmla="*/ 5076159 h 6858000"/>
              <a:gd name="connsiteX465" fmla="*/ 3113245 w 7467600"/>
              <a:gd name="connsiteY465" fmla="*/ 5090705 h 6858000"/>
              <a:gd name="connsiteX466" fmla="*/ 3126294 w 7467600"/>
              <a:gd name="connsiteY466" fmla="*/ 5114400 h 6858000"/>
              <a:gd name="connsiteX467" fmla="*/ 3937433 w 7467600"/>
              <a:gd name="connsiteY467" fmla="*/ 4830473 h 6858000"/>
              <a:gd name="connsiteX468" fmla="*/ 3590475 w 7467600"/>
              <a:gd name="connsiteY468" fmla="*/ 4597974 h 6858000"/>
              <a:gd name="connsiteX469" fmla="*/ 3100264 w 7467600"/>
              <a:gd name="connsiteY469" fmla="*/ 4579845 h 6858000"/>
              <a:gd name="connsiteX470" fmla="*/ 2183576 w 7467600"/>
              <a:gd name="connsiteY470" fmla="*/ 4227150 h 6858000"/>
              <a:gd name="connsiteX471" fmla="*/ 2151029 w 7467600"/>
              <a:gd name="connsiteY471" fmla="*/ 4146947 h 6858000"/>
              <a:gd name="connsiteX472" fmla="*/ 3563434 w 7467600"/>
              <a:gd name="connsiteY472" fmla="*/ 4469115 h 6858000"/>
              <a:gd name="connsiteX473" fmla="*/ 3177952 w 7467600"/>
              <a:gd name="connsiteY473" fmla="*/ 3657386 h 6858000"/>
              <a:gd name="connsiteX474" fmla="*/ 3189263 w 7467600"/>
              <a:gd name="connsiteY474" fmla="*/ 3625726 h 6858000"/>
              <a:gd name="connsiteX475" fmla="*/ 3560912 w 7467600"/>
              <a:gd name="connsiteY475" fmla="*/ 4079863 h 6858000"/>
              <a:gd name="connsiteX476" fmla="*/ 3626636 w 7467600"/>
              <a:gd name="connsiteY476" fmla="*/ 4512230 h 6858000"/>
              <a:gd name="connsiteX477" fmla="*/ 3653088 w 7467600"/>
              <a:gd name="connsiteY477" fmla="*/ 4521417 h 6858000"/>
              <a:gd name="connsiteX478" fmla="*/ 3988128 w 7467600"/>
              <a:gd name="connsiteY478" fmla="*/ 4817267 h 6858000"/>
              <a:gd name="connsiteX479" fmla="*/ 4830582 w 7467600"/>
              <a:gd name="connsiteY479" fmla="*/ 4676000 h 6858000"/>
              <a:gd name="connsiteX480" fmla="*/ 4830100 w 7467600"/>
              <a:gd name="connsiteY480" fmla="*/ 4675554 h 6858000"/>
              <a:gd name="connsiteX481" fmla="*/ 4036318 w 7467600"/>
              <a:gd name="connsiteY481" fmla="*/ 4147013 h 6858000"/>
              <a:gd name="connsiteX482" fmla="*/ 3432098 w 7467600"/>
              <a:gd name="connsiteY482" fmla="*/ 3537312 h 6858000"/>
              <a:gd name="connsiteX483" fmla="*/ 3446761 w 7467600"/>
              <a:gd name="connsiteY483" fmla="*/ 3461278 h 6858000"/>
              <a:gd name="connsiteX484" fmla="*/ 4419733 w 7467600"/>
              <a:gd name="connsiteY484" fmla="*/ 3963555 h 6858000"/>
              <a:gd name="connsiteX485" fmla="*/ 4781371 w 7467600"/>
              <a:gd name="connsiteY485" fmla="*/ 4458604 h 6858000"/>
              <a:gd name="connsiteX486" fmla="*/ 4780440 w 7467600"/>
              <a:gd name="connsiteY486" fmla="*/ 4470290 h 6858000"/>
              <a:gd name="connsiteX487" fmla="*/ 4898954 w 7467600"/>
              <a:gd name="connsiteY487" fmla="*/ 4662092 h 6858000"/>
              <a:gd name="connsiteX488" fmla="*/ 4900699 w 7467600"/>
              <a:gd name="connsiteY488" fmla="*/ 4670867 h 6858000"/>
              <a:gd name="connsiteX489" fmla="*/ 5714511 w 7467600"/>
              <a:gd name="connsiteY489" fmla="*/ 4663483 h 6858000"/>
              <a:gd name="connsiteX490" fmla="*/ 5464793 w 7467600"/>
              <a:gd name="connsiteY490" fmla="*/ 4393556 h 6858000"/>
              <a:gd name="connsiteX491" fmla="*/ 5461897 w 7467600"/>
              <a:gd name="connsiteY491" fmla="*/ 4390879 h 6858000"/>
              <a:gd name="connsiteX492" fmla="*/ 4294126 w 7467600"/>
              <a:gd name="connsiteY492" fmla="*/ 3303048 h 6858000"/>
              <a:gd name="connsiteX493" fmla="*/ 4305321 w 7467600"/>
              <a:gd name="connsiteY493" fmla="*/ 3256953 h 6858000"/>
              <a:gd name="connsiteX494" fmla="*/ 4949299 w 7467600"/>
              <a:gd name="connsiteY494" fmla="*/ 3766336 h 6858000"/>
              <a:gd name="connsiteX495" fmla="*/ 5291452 w 7467600"/>
              <a:gd name="connsiteY495" fmla="*/ 4076801 h 6858000"/>
              <a:gd name="connsiteX496" fmla="*/ 5434998 w 7467600"/>
              <a:gd name="connsiteY496" fmla="*/ 4254100 h 6858000"/>
              <a:gd name="connsiteX497" fmla="*/ 5351015 w 7467600"/>
              <a:gd name="connsiteY497" fmla="*/ 3760989 h 6858000"/>
              <a:gd name="connsiteX498" fmla="*/ 5413780 w 7467600"/>
              <a:gd name="connsiteY498" fmla="*/ 2966265 h 6858000"/>
              <a:gd name="connsiteX499" fmla="*/ 5425627 w 7467600"/>
              <a:gd name="connsiteY499" fmla="*/ 2954192 h 6858000"/>
              <a:gd name="connsiteX500" fmla="*/ 6604735 w 7467600"/>
              <a:gd name="connsiteY500" fmla="*/ 2041381 h 6858000"/>
              <a:gd name="connsiteX501" fmla="*/ 7204487 w 7467600"/>
              <a:gd name="connsiteY501" fmla="*/ 2742112 h 6858000"/>
              <a:gd name="connsiteX502" fmla="*/ 7131592 w 7467600"/>
              <a:gd name="connsiteY502" fmla="*/ 2672096 h 6858000"/>
              <a:gd name="connsiteX503" fmla="*/ 6996344 w 7467600"/>
              <a:gd name="connsiteY503" fmla="*/ 2518310 h 6858000"/>
              <a:gd name="connsiteX504" fmla="*/ 6735495 w 7467600"/>
              <a:gd name="connsiteY504" fmla="*/ 2196890 h 6858000"/>
              <a:gd name="connsiteX505" fmla="*/ 6721901 w 7467600"/>
              <a:gd name="connsiteY505" fmla="*/ 2179274 h 6858000"/>
              <a:gd name="connsiteX506" fmla="*/ 6604735 w 7467600"/>
              <a:gd name="connsiteY506" fmla="*/ 2041381 h 6858000"/>
              <a:gd name="connsiteX507" fmla="*/ 6591670 w 7467600"/>
              <a:gd name="connsiteY507" fmla="*/ 1988277 h 6858000"/>
              <a:gd name="connsiteX508" fmla="*/ 6747349 w 7467600"/>
              <a:gd name="connsiteY508" fmla="*/ 2160069 h 6858000"/>
              <a:gd name="connsiteX509" fmla="*/ 6760943 w 7467600"/>
              <a:gd name="connsiteY509" fmla="*/ 2177686 h 6858000"/>
              <a:gd name="connsiteX510" fmla="*/ 7021065 w 7467600"/>
              <a:gd name="connsiteY510" fmla="*/ 2498102 h 6858000"/>
              <a:gd name="connsiteX511" fmla="*/ 7155223 w 7467600"/>
              <a:gd name="connsiteY511" fmla="*/ 2650386 h 6858000"/>
              <a:gd name="connsiteX512" fmla="*/ 7203167 w 7467600"/>
              <a:gd name="connsiteY512" fmla="*/ 2697288 h 6858000"/>
              <a:gd name="connsiteX513" fmla="*/ 6937703 w 7467600"/>
              <a:gd name="connsiteY513" fmla="*/ 2321981 h 6858000"/>
              <a:gd name="connsiteX514" fmla="*/ 6591670 w 7467600"/>
              <a:gd name="connsiteY514" fmla="*/ 1988277 h 6858000"/>
              <a:gd name="connsiteX515" fmla="*/ 5798671 w 7467600"/>
              <a:gd name="connsiteY515" fmla="*/ 1981601 h 6858000"/>
              <a:gd name="connsiteX516" fmla="*/ 5754709 w 7467600"/>
              <a:gd name="connsiteY516" fmla="*/ 2071454 h 6858000"/>
              <a:gd name="connsiteX517" fmla="*/ 5763044 w 7467600"/>
              <a:gd name="connsiteY517" fmla="*/ 2842206 h 6858000"/>
              <a:gd name="connsiteX518" fmla="*/ 5764974 w 7467600"/>
              <a:gd name="connsiteY518" fmla="*/ 2799609 h 6858000"/>
              <a:gd name="connsiteX519" fmla="*/ 5767665 w 7467600"/>
              <a:gd name="connsiteY519" fmla="*/ 2666409 h 6858000"/>
              <a:gd name="connsiteX520" fmla="*/ 5763055 w 7467600"/>
              <a:gd name="connsiteY520" fmla="*/ 2579705 h 6858000"/>
              <a:gd name="connsiteX521" fmla="*/ 5758079 w 7467600"/>
              <a:gd name="connsiteY521" fmla="*/ 2492508 h 6858000"/>
              <a:gd name="connsiteX522" fmla="*/ 5779325 w 7467600"/>
              <a:gd name="connsiteY522" fmla="*/ 2197069 h 6858000"/>
              <a:gd name="connsiteX523" fmla="*/ 5798671 w 7467600"/>
              <a:gd name="connsiteY523" fmla="*/ 1981601 h 6858000"/>
              <a:gd name="connsiteX524" fmla="*/ 5829202 w 7467600"/>
              <a:gd name="connsiteY524" fmla="*/ 1971679 h 6858000"/>
              <a:gd name="connsiteX525" fmla="*/ 5809558 w 7467600"/>
              <a:gd name="connsiteY525" fmla="*/ 2198043 h 6858000"/>
              <a:gd name="connsiteX526" fmla="*/ 5788653 w 7467600"/>
              <a:gd name="connsiteY526" fmla="*/ 2489430 h 6858000"/>
              <a:gd name="connsiteX527" fmla="*/ 5793439 w 7467600"/>
              <a:gd name="connsiteY527" fmla="*/ 2575235 h 6858000"/>
              <a:gd name="connsiteX528" fmla="*/ 5796837 w 7467600"/>
              <a:gd name="connsiteY528" fmla="*/ 2637633 h 6858000"/>
              <a:gd name="connsiteX529" fmla="*/ 5818614 w 7467600"/>
              <a:gd name="connsiteY529" fmla="*/ 2473055 h 6858000"/>
              <a:gd name="connsiteX530" fmla="*/ 5829202 w 7467600"/>
              <a:gd name="connsiteY530" fmla="*/ 1971679 h 6858000"/>
              <a:gd name="connsiteX531" fmla="*/ 5911389 w 7467600"/>
              <a:gd name="connsiteY531" fmla="*/ 1898371 h 6858000"/>
              <a:gd name="connsiteX532" fmla="*/ 6237627 w 7467600"/>
              <a:gd name="connsiteY532" fmla="*/ 2231921 h 6858000"/>
              <a:gd name="connsiteX533" fmla="*/ 5911389 w 7467600"/>
              <a:gd name="connsiteY533" fmla="*/ 1898371 h 6858000"/>
              <a:gd name="connsiteX534" fmla="*/ 6944437 w 7467600"/>
              <a:gd name="connsiteY534" fmla="*/ 1575402 h 6858000"/>
              <a:gd name="connsiteX535" fmla="*/ 6304730 w 7467600"/>
              <a:gd name="connsiteY535" fmla="*/ 1766654 h 6858000"/>
              <a:gd name="connsiteX536" fmla="*/ 6944437 w 7467600"/>
              <a:gd name="connsiteY536" fmla="*/ 1575402 h 6858000"/>
              <a:gd name="connsiteX537" fmla="*/ 7019523 w 7467600"/>
              <a:gd name="connsiteY537" fmla="*/ 1519450 h 6858000"/>
              <a:gd name="connsiteX538" fmla="*/ 6298091 w 7467600"/>
              <a:gd name="connsiteY538" fmla="*/ 1737122 h 6858000"/>
              <a:gd name="connsiteX539" fmla="*/ 7019523 w 7467600"/>
              <a:gd name="connsiteY539" fmla="*/ 1519450 h 6858000"/>
              <a:gd name="connsiteX540" fmla="*/ 2399523 w 7467600"/>
              <a:gd name="connsiteY540" fmla="*/ 1428234 h 6858000"/>
              <a:gd name="connsiteX541" fmla="*/ 2224982 w 7467600"/>
              <a:gd name="connsiteY541" fmla="*/ 1826201 h 6858000"/>
              <a:gd name="connsiteX542" fmla="*/ 2096099 w 7467600"/>
              <a:gd name="connsiteY542" fmla="*/ 2345900 h 6858000"/>
              <a:gd name="connsiteX543" fmla="*/ 2283317 w 7467600"/>
              <a:gd name="connsiteY543" fmla="*/ 1796925 h 6858000"/>
              <a:gd name="connsiteX544" fmla="*/ 2399523 w 7467600"/>
              <a:gd name="connsiteY544" fmla="*/ 1428234 h 6858000"/>
              <a:gd name="connsiteX545" fmla="*/ 2448558 w 7467600"/>
              <a:gd name="connsiteY545" fmla="*/ 1373435 h 6858000"/>
              <a:gd name="connsiteX546" fmla="*/ 2312521 w 7467600"/>
              <a:gd name="connsiteY546" fmla="*/ 1806140 h 6858000"/>
              <a:gd name="connsiteX547" fmla="*/ 2127533 w 7467600"/>
              <a:gd name="connsiteY547" fmla="*/ 2348380 h 6858000"/>
              <a:gd name="connsiteX548" fmla="*/ 2358080 w 7467600"/>
              <a:gd name="connsiteY548" fmla="*/ 1866134 h 6858000"/>
              <a:gd name="connsiteX549" fmla="*/ 2407436 w 7467600"/>
              <a:gd name="connsiteY549" fmla="*/ 1651070 h 6858000"/>
              <a:gd name="connsiteX550" fmla="*/ 2448558 w 7467600"/>
              <a:gd name="connsiteY550" fmla="*/ 1373435 h 6858000"/>
              <a:gd name="connsiteX551" fmla="*/ 278707 w 7467600"/>
              <a:gd name="connsiteY551" fmla="*/ 1352270 h 6858000"/>
              <a:gd name="connsiteX552" fmla="*/ 321570 w 7467600"/>
              <a:gd name="connsiteY552" fmla="*/ 1861610 h 6858000"/>
              <a:gd name="connsiteX553" fmla="*/ 294281 w 7467600"/>
              <a:gd name="connsiteY553" fmla="*/ 1440658 h 6858000"/>
              <a:gd name="connsiteX554" fmla="*/ 278707 w 7467600"/>
              <a:gd name="connsiteY554" fmla="*/ 1352270 h 6858000"/>
              <a:gd name="connsiteX555" fmla="*/ 1423821 w 7467600"/>
              <a:gd name="connsiteY555" fmla="*/ 1351958 h 6858000"/>
              <a:gd name="connsiteX556" fmla="*/ 1638521 w 7467600"/>
              <a:gd name="connsiteY556" fmla="*/ 1908470 h 6858000"/>
              <a:gd name="connsiteX557" fmla="*/ 1754199 w 7467600"/>
              <a:gd name="connsiteY557" fmla="*/ 2149284 h 6858000"/>
              <a:gd name="connsiteX558" fmla="*/ 1908359 w 7467600"/>
              <a:gd name="connsiteY558" fmla="*/ 2364988 h 6858000"/>
              <a:gd name="connsiteX559" fmla="*/ 1647661 w 7467600"/>
              <a:gd name="connsiteY559" fmla="*/ 1825945 h 6858000"/>
              <a:gd name="connsiteX560" fmla="*/ 1423821 w 7467600"/>
              <a:gd name="connsiteY560" fmla="*/ 1351958 h 6858000"/>
              <a:gd name="connsiteX561" fmla="*/ 1431890 w 7467600"/>
              <a:gd name="connsiteY561" fmla="*/ 1306475 h 6858000"/>
              <a:gd name="connsiteX562" fmla="*/ 1507597 w 7467600"/>
              <a:gd name="connsiteY562" fmla="*/ 1446132 h 6858000"/>
              <a:gd name="connsiteX563" fmla="*/ 1674586 w 7467600"/>
              <a:gd name="connsiteY563" fmla="*/ 1813832 h 6858000"/>
              <a:gd name="connsiteX564" fmla="*/ 1815950 w 7467600"/>
              <a:gd name="connsiteY564" fmla="*/ 2128564 h 6858000"/>
              <a:gd name="connsiteX565" fmla="*/ 1984242 w 7467600"/>
              <a:gd name="connsiteY565" fmla="*/ 2430829 h 6858000"/>
              <a:gd name="connsiteX566" fmla="*/ 2014023 w 7467600"/>
              <a:gd name="connsiteY566" fmla="*/ 2450995 h 6858000"/>
              <a:gd name="connsiteX567" fmla="*/ 1747337 w 7467600"/>
              <a:gd name="connsiteY567" fmla="*/ 1855264 h 6858000"/>
              <a:gd name="connsiteX568" fmla="*/ 1533749 w 7467600"/>
              <a:gd name="connsiteY568" fmla="*/ 1478656 h 6858000"/>
              <a:gd name="connsiteX569" fmla="*/ 1431890 w 7467600"/>
              <a:gd name="connsiteY569" fmla="*/ 1306475 h 6858000"/>
              <a:gd name="connsiteX570" fmla="*/ 5052692 w 7467600"/>
              <a:gd name="connsiteY570" fmla="*/ 1292994 h 6858000"/>
              <a:gd name="connsiteX571" fmla="*/ 5200661 w 7467600"/>
              <a:gd name="connsiteY571" fmla="*/ 1635186 h 6858000"/>
              <a:gd name="connsiteX572" fmla="*/ 5297138 w 7467600"/>
              <a:gd name="connsiteY572" fmla="*/ 1906351 h 6858000"/>
              <a:gd name="connsiteX573" fmla="*/ 5052692 w 7467600"/>
              <a:gd name="connsiteY573" fmla="*/ 1292994 h 6858000"/>
              <a:gd name="connsiteX574" fmla="*/ 5009948 w 7467600"/>
              <a:gd name="connsiteY574" fmla="*/ 1273619 h 6858000"/>
              <a:gd name="connsiteX575" fmla="*/ 5121777 w 7467600"/>
              <a:gd name="connsiteY575" fmla="*/ 1654213 h 6858000"/>
              <a:gd name="connsiteX576" fmla="*/ 5293545 w 7467600"/>
              <a:gd name="connsiteY576" fmla="*/ 2072247 h 6858000"/>
              <a:gd name="connsiteX577" fmla="*/ 5294042 w 7467600"/>
              <a:gd name="connsiteY577" fmla="*/ 2065019 h 6858000"/>
              <a:gd name="connsiteX578" fmla="*/ 5171936 w 7467600"/>
              <a:gd name="connsiteY578" fmla="*/ 1647613 h 6858000"/>
              <a:gd name="connsiteX579" fmla="*/ 5009948 w 7467600"/>
              <a:gd name="connsiteY579" fmla="*/ 1273619 h 6858000"/>
              <a:gd name="connsiteX580" fmla="*/ 655236 w 7467600"/>
              <a:gd name="connsiteY580" fmla="*/ 1268632 h 6858000"/>
              <a:gd name="connsiteX581" fmla="*/ 839521 w 7467600"/>
              <a:gd name="connsiteY581" fmla="*/ 1685315 h 6858000"/>
              <a:gd name="connsiteX582" fmla="*/ 1109416 w 7467600"/>
              <a:gd name="connsiteY582" fmla="*/ 2061663 h 6858000"/>
              <a:gd name="connsiteX583" fmla="*/ 1298300 w 7467600"/>
              <a:gd name="connsiteY583" fmla="*/ 2247742 h 6858000"/>
              <a:gd name="connsiteX584" fmla="*/ 1125871 w 7467600"/>
              <a:gd name="connsiteY584" fmla="*/ 1989513 h 6858000"/>
              <a:gd name="connsiteX585" fmla="*/ 981574 w 7467600"/>
              <a:gd name="connsiteY585" fmla="*/ 1783157 h 6858000"/>
              <a:gd name="connsiteX586" fmla="*/ 922198 w 7467600"/>
              <a:gd name="connsiteY586" fmla="*/ 1677437 h 6858000"/>
              <a:gd name="connsiteX587" fmla="*/ 869293 w 7467600"/>
              <a:gd name="connsiteY587" fmla="*/ 1583214 h 6858000"/>
              <a:gd name="connsiteX588" fmla="*/ 751431 w 7467600"/>
              <a:gd name="connsiteY588" fmla="*/ 1405731 h 6858000"/>
              <a:gd name="connsiteX589" fmla="*/ 655236 w 7467600"/>
              <a:gd name="connsiteY589" fmla="*/ 1268632 h 6858000"/>
              <a:gd name="connsiteX590" fmla="*/ 6516292 w 7467600"/>
              <a:gd name="connsiteY590" fmla="*/ 1263064 h 6858000"/>
              <a:gd name="connsiteX591" fmla="*/ 5736320 w 7467600"/>
              <a:gd name="connsiteY591" fmla="*/ 1501803 h 6858000"/>
              <a:gd name="connsiteX592" fmla="*/ 6516292 w 7467600"/>
              <a:gd name="connsiteY592" fmla="*/ 1263064 h 6858000"/>
              <a:gd name="connsiteX593" fmla="*/ 291466 w 7467600"/>
              <a:gd name="connsiteY593" fmla="*/ 1250369 h 6858000"/>
              <a:gd name="connsiteX594" fmla="*/ 323180 w 7467600"/>
              <a:gd name="connsiteY594" fmla="*/ 1435283 h 6858000"/>
              <a:gd name="connsiteX595" fmla="*/ 349381 w 7467600"/>
              <a:gd name="connsiteY595" fmla="*/ 1875041 h 6858000"/>
              <a:gd name="connsiteX596" fmla="*/ 374363 w 7467600"/>
              <a:gd name="connsiteY596" fmla="*/ 1506494 h 6858000"/>
              <a:gd name="connsiteX597" fmla="*/ 302168 w 7467600"/>
              <a:gd name="connsiteY597" fmla="*/ 1274495 h 6858000"/>
              <a:gd name="connsiteX598" fmla="*/ 291466 w 7467600"/>
              <a:gd name="connsiteY598" fmla="*/ 1250369 h 6858000"/>
              <a:gd name="connsiteX599" fmla="*/ 678222 w 7467600"/>
              <a:gd name="connsiteY599" fmla="*/ 1248670 h 6858000"/>
              <a:gd name="connsiteX600" fmla="*/ 775536 w 7467600"/>
              <a:gd name="connsiteY600" fmla="*/ 1388015 h 6858000"/>
              <a:gd name="connsiteX601" fmla="*/ 894529 w 7467600"/>
              <a:gd name="connsiteY601" fmla="*/ 1567739 h 6858000"/>
              <a:gd name="connsiteX602" fmla="*/ 948000 w 7467600"/>
              <a:gd name="connsiteY602" fmla="*/ 1663088 h 6858000"/>
              <a:gd name="connsiteX603" fmla="*/ 1006812 w 7467600"/>
              <a:gd name="connsiteY603" fmla="*/ 1767683 h 6858000"/>
              <a:gd name="connsiteX604" fmla="*/ 1149133 w 7467600"/>
              <a:gd name="connsiteY604" fmla="*/ 1971513 h 6858000"/>
              <a:gd name="connsiteX605" fmla="*/ 1333952 w 7467600"/>
              <a:gd name="connsiteY605" fmla="*/ 2251620 h 6858000"/>
              <a:gd name="connsiteX606" fmla="*/ 1337329 w 7467600"/>
              <a:gd name="connsiteY606" fmla="*/ 2258350 h 6858000"/>
              <a:gd name="connsiteX607" fmla="*/ 1014726 w 7467600"/>
              <a:gd name="connsiteY607" fmla="*/ 1615556 h 6858000"/>
              <a:gd name="connsiteX608" fmla="*/ 678222 w 7467600"/>
              <a:gd name="connsiteY608" fmla="*/ 1248670 h 6858000"/>
              <a:gd name="connsiteX609" fmla="*/ 6691602 w 7467600"/>
              <a:gd name="connsiteY609" fmla="*/ 1140573 h 6858000"/>
              <a:gd name="connsiteX610" fmla="*/ 6571100 w 7467600"/>
              <a:gd name="connsiteY610" fmla="*/ 1183662 h 6858000"/>
              <a:gd name="connsiteX611" fmla="*/ 6241687 w 7467600"/>
              <a:gd name="connsiteY611" fmla="*/ 1257600 h 6858000"/>
              <a:gd name="connsiteX612" fmla="*/ 5693009 w 7467600"/>
              <a:gd name="connsiteY612" fmla="*/ 1478256 h 6858000"/>
              <a:gd name="connsiteX613" fmla="*/ 6548420 w 7467600"/>
              <a:gd name="connsiteY613" fmla="*/ 1214599 h 6858000"/>
              <a:gd name="connsiteX614" fmla="*/ 6605473 w 7467600"/>
              <a:gd name="connsiteY614" fmla="*/ 1184686 h 6858000"/>
              <a:gd name="connsiteX615" fmla="*/ 6691602 w 7467600"/>
              <a:gd name="connsiteY615" fmla="*/ 1140573 h 6858000"/>
              <a:gd name="connsiteX616" fmla="*/ 4002475 w 7467600"/>
              <a:gd name="connsiteY616" fmla="*/ 1037802 h 6858000"/>
              <a:gd name="connsiteX617" fmla="*/ 4000324 w 7467600"/>
              <a:gd name="connsiteY617" fmla="*/ 1039362 h 6858000"/>
              <a:gd name="connsiteX618" fmla="*/ 4002862 w 7467600"/>
              <a:gd name="connsiteY618" fmla="*/ 1042866 h 6858000"/>
              <a:gd name="connsiteX619" fmla="*/ 4002475 w 7467600"/>
              <a:gd name="connsiteY619" fmla="*/ 1037802 h 6858000"/>
              <a:gd name="connsiteX620" fmla="*/ 506322 w 7467600"/>
              <a:gd name="connsiteY620" fmla="*/ 1020997 h 6858000"/>
              <a:gd name="connsiteX621" fmla="*/ 533068 w 7467600"/>
              <a:gd name="connsiteY621" fmla="*/ 1029409 h 6858000"/>
              <a:gd name="connsiteX622" fmla="*/ 1232525 w 7467600"/>
              <a:gd name="connsiteY622" fmla="*/ 1804675 h 6858000"/>
              <a:gd name="connsiteX623" fmla="*/ 1388858 w 7467600"/>
              <a:gd name="connsiteY623" fmla="*/ 2368011 h 6858000"/>
              <a:gd name="connsiteX624" fmla="*/ 1384098 w 7467600"/>
              <a:gd name="connsiteY624" fmla="*/ 2378125 h 6858000"/>
              <a:gd name="connsiteX625" fmla="*/ 1425393 w 7467600"/>
              <a:gd name="connsiteY625" fmla="*/ 2589124 h 6858000"/>
              <a:gd name="connsiteX626" fmla="*/ 1424001 w 7467600"/>
              <a:gd name="connsiteY626" fmla="*/ 2597541 h 6858000"/>
              <a:gd name="connsiteX627" fmla="*/ 2152729 w 7467600"/>
              <a:gd name="connsiteY627" fmla="*/ 2864487 h 6858000"/>
              <a:gd name="connsiteX628" fmla="*/ 2020609 w 7467600"/>
              <a:gd name="connsiteY628" fmla="*/ 2539671 h 6858000"/>
              <a:gd name="connsiteX629" fmla="*/ 2018920 w 7467600"/>
              <a:gd name="connsiteY629" fmla="*/ 2536309 h 6858000"/>
              <a:gd name="connsiteX630" fmla="*/ 1342441 w 7467600"/>
              <a:gd name="connsiteY630" fmla="*/ 1173017 h 6858000"/>
              <a:gd name="connsiteX631" fmla="*/ 1367925 w 7467600"/>
              <a:gd name="connsiteY631" fmla="*/ 1135648 h 6858000"/>
              <a:gd name="connsiteX632" fmla="*/ 1771401 w 7467600"/>
              <a:gd name="connsiteY632" fmla="*/ 1806673 h 6858000"/>
              <a:gd name="connsiteX633" fmla="*/ 1972385 w 7467600"/>
              <a:gd name="connsiteY633" fmla="*/ 2198735 h 6858000"/>
              <a:gd name="connsiteX634" fmla="*/ 2040892 w 7467600"/>
              <a:gd name="connsiteY634" fmla="*/ 2405205 h 6858000"/>
              <a:gd name="connsiteX635" fmla="*/ 2131689 w 7467600"/>
              <a:gd name="connsiteY635" fmla="*/ 1936926 h 6858000"/>
              <a:gd name="connsiteX636" fmla="*/ 2454820 w 7467600"/>
              <a:gd name="connsiteY636" fmla="*/ 1248808 h 6858000"/>
              <a:gd name="connsiteX637" fmla="*/ 2492512 w 7467600"/>
              <a:gd name="connsiteY637" fmla="*/ 1302920 h 6858000"/>
              <a:gd name="connsiteX638" fmla="*/ 2081216 w 7467600"/>
              <a:gd name="connsiteY638" fmla="*/ 2527513 h 6858000"/>
              <a:gd name="connsiteX639" fmla="*/ 2081211 w 7467600"/>
              <a:gd name="connsiteY639" fmla="*/ 2528916 h 6858000"/>
              <a:gd name="connsiteX640" fmla="*/ 2199067 w 7467600"/>
              <a:gd name="connsiteY640" fmla="*/ 2884061 h 6858000"/>
              <a:gd name="connsiteX641" fmla="*/ 3192586 w 7467600"/>
              <a:gd name="connsiteY641" fmla="*/ 3411496 h 6858000"/>
              <a:gd name="connsiteX642" fmla="*/ 3182620 w 7467600"/>
              <a:gd name="connsiteY642" fmla="*/ 3483279 h 6858000"/>
              <a:gd name="connsiteX643" fmla="*/ 2435119 w 7467600"/>
              <a:gd name="connsiteY643" fmla="*/ 3080173 h 6858000"/>
              <a:gd name="connsiteX644" fmla="*/ 2410152 w 7467600"/>
              <a:gd name="connsiteY644" fmla="*/ 3063751 h 6858000"/>
              <a:gd name="connsiteX645" fmla="*/ 2408099 w 7467600"/>
              <a:gd name="connsiteY645" fmla="*/ 3064403 h 6858000"/>
              <a:gd name="connsiteX646" fmla="*/ 2407218 w 7467600"/>
              <a:gd name="connsiteY646" fmla="*/ 3070324 h 6858000"/>
              <a:gd name="connsiteX647" fmla="*/ 2380138 w 7467600"/>
              <a:gd name="connsiteY647" fmla="*/ 3099341 h 6858000"/>
              <a:gd name="connsiteX648" fmla="*/ 1765923 w 7467600"/>
              <a:gd name="connsiteY648" fmla="*/ 3581043 h 6858000"/>
              <a:gd name="connsiteX649" fmla="*/ 1702258 w 7467600"/>
              <a:gd name="connsiteY649" fmla="*/ 3612286 h 6858000"/>
              <a:gd name="connsiteX650" fmla="*/ 1538370 w 7467600"/>
              <a:gd name="connsiteY650" fmla="*/ 3811804 h 6858000"/>
              <a:gd name="connsiteX651" fmla="*/ 542867 w 7467600"/>
              <a:gd name="connsiteY651" fmla="*/ 4944092 h 6858000"/>
              <a:gd name="connsiteX652" fmla="*/ 515800 w 7467600"/>
              <a:gd name="connsiteY652" fmla="*/ 4862180 h 6858000"/>
              <a:gd name="connsiteX653" fmla="*/ 909145 w 7467600"/>
              <a:gd name="connsiteY653" fmla="*/ 4199225 h 6858000"/>
              <a:gd name="connsiteX654" fmla="*/ 1214067 w 7467600"/>
              <a:gd name="connsiteY654" fmla="*/ 3908561 h 6858000"/>
              <a:gd name="connsiteX655" fmla="*/ 640967 w 7467600"/>
              <a:gd name="connsiteY655" fmla="*/ 4105601 h 6858000"/>
              <a:gd name="connsiteX656" fmla="*/ 112563 w 7467600"/>
              <a:gd name="connsiteY656" fmla="*/ 4396952 h 6858000"/>
              <a:gd name="connsiteX657" fmla="*/ 0 w 7467600"/>
              <a:gd name="connsiteY657" fmla="*/ 4466006 h 6858000"/>
              <a:gd name="connsiteX658" fmla="*/ 0 w 7467600"/>
              <a:gd name="connsiteY658" fmla="*/ 4233763 h 6858000"/>
              <a:gd name="connsiteX659" fmla="*/ 36881 w 7467600"/>
              <a:gd name="connsiteY659" fmla="*/ 4200118 h 6858000"/>
              <a:gd name="connsiteX660" fmla="*/ 910534 w 7467600"/>
              <a:gd name="connsiteY660" fmla="*/ 3629753 h 6858000"/>
              <a:gd name="connsiteX661" fmla="*/ 1578717 w 7467600"/>
              <a:gd name="connsiteY661" fmla="*/ 3575982 h 6858000"/>
              <a:gd name="connsiteX662" fmla="*/ 2338780 w 7467600"/>
              <a:gd name="connsiteY662" fmla="*/ 3033725 h 6858000"/>
              <a:gd name="connsiteX663" fmla="*/ 1807991 w 7467600"/>
              <a:gd name="connsiteY663" fmla="*/ 2807184 h 6858000"/>
              <a:gd name="connsiteX664" fmla="*/ 1416358 w 7467600"/>
              <a:gd name="connsiteY664" fmla="*/ 3112571 h 6858000"/>
              <a:gd name="connsiteX665" fmla="*/ 939066 w 7467600"/>
              <a:gd name="connsiteY665" fmla="*/ 3378798 h 6858000"/>
              <a:gd name="connsiteX666" fmla="*/ 115099 w 7467600"/>
              <a:gd name="connsiteY666" fmla="*/ 3607650 h 6858000"/>
              <a:gd name="connsiteX667" fmla="*/ 97284 w 7467600"/>
              <a:gd name="connsiteY667" fmla="*/ 3520393 h 6858000"/>
              <a:gd name="connsiteX668" fmla="*/ 922050 w 7467600"/>
              <a:gd name="connsiteY668" fmla="*/ 3074867 h 6858000"/>
              <a:gd name="connsiteX669" fmla="*/ 1405265 w 7467600"/>
              <a:gd name="connsiteY669" fmla="*/ 3016319 h 6858000"/>
              <a:gd name="connsiteX670" fmla="*/ 1407512 w 7467600"/>
              <a:gd name="connsiteY670" fmla="*/ 3018001 h 6858000"/>
              <a:gd name="connsiteX671" fmla="*/ 1726266 w 7467600"/>
              <a:gd name="connsiteY671" fmla="*/ 2777274 h 6858000"/>
              <a:gd name="connsiteX672" fmla="*/ 625390 w 7467600"/>
              <a:gd name="connsiteY672" fmla="*/ 2514541 h 6858000"/>
              <a:gd name="connsiteX673" fmla="*/ 619799 w 7467600"/>
              <a:gd name="connsiteY673" fmla="*/ 2527180 h 6858000"/>
              <a:gd name="connsiteX674" fmla="*/ 310030 w 7467600"/>
              <a:gd name="connsiteY674" fmla="*/ 2771818 h 6858000"/>
              <a:gd name="connsiteX675" fmla="*/ 173877 w 7467600"/>
              <a:gd name="connsiteY675" fmla="*/ 2937056 h 6858000"/>
              <a:gd name="connsiteX676" fmla="*/ 77889 w 7467600"/>
              <a:gd name="connsiteY676" fmla="*/ 3138440 h 6858000"/>
              <a:gd name="connsiteX677" fmla="*/ 0 w 7467600"/>
              <a:gd name="connsiteY677" fmla="*/ 3271395 h 6858000"/>
              <a:gd name="connsiteX678" fmla="*/ 0 w 7467600"/>
              <a:gd name="connsiteY678" fmla="*/ 3153002 h 6858000"/>
              <a:gd name="connsiteX679" fmla="*/ 2386 w 7467600"/>
              <a:gd name="connsiteY679" fmla="*/ 3149203 h 6858000"/>
              <a:gd name="connsiteX680" fmla="*/ 89753 w 7467600"/>
              <a:gd name="connsiteY680" fmla="*/ 2987702 h 6858000"/>
              <a:gd name="connsiteX681" fmla="*/ 76869 w 7467600"/>
              <a:gd name="connsiteY681" fmla="*/ 3005404 h 6858000"/>
              <a:gd name="connsiteX682" fmla="*/ 32049 w 7467600"/>
              <a:gd name="connsiteY682" fmla="*/ 3065814 h 6858000"/>
              <a:gd name="connsiteX683" fmla="*/ 0 w 7467600"/>
              <a:gd name="connsiteY683" fmla="*/ 3108744 h 6858000"/>
              <a:gd name="connsiteX684" fmla="*/ 0 w 7467600"/>
              <a:gd name="connsiteY684" fmla="*/ 3058059 h 6858000"/>
              <a:gd name="connsiteX685" fmla="*/ 7610 w 7467600"/>
              <a:gd name="connsiteY685" fmla="*/ 3047889 h 6858000"/>
              <a:gd name="connsiteX686" fmla="*/ 52419 w 7467600"/>
              <a:gd name="connsiteY686" fmla="*/ 2987479 h 6858000"/>
              <a:gd name="connsiteX687" fmla="*/ 59142 w 7467600"/>
              <a:gd name="connsiteY687" fmla="*/ 2978488 h 6858000"/>
              <a:gd name="connsiteX688" fmla="*/ 0 w 7467600"/>
              <a:gd name="connsiteY688" fmla="*/ 3015334 h 6858000"/>
              <a:gd name="connsiteX689" fmla="*/ 0 w 7467600"/>
              <a:gd name="connsiteY689" fmla="*/ 2914286 h 6858000"/>
              <a:gd name="connsiteX690" fmla="*/ 36383 w 7467600"/>
              <a:gd name="connsiteY690" fmla="*/ 2901128 h 6858000"/>
              <a:gd name="connsiteX691" fmla="*/ 156329 w 7467600"/>
              <a:gd name="connsiteY691" fmla="*/ 2840533 h 6858000"/>
              <a:gd name="connsiteX692" fmla="*/ 358355 w 7467600"/>
              <a:gd name="connsiteY692" fmla="*/ 2620471 h 6858000"/>
              <a:gd name="connsiteX693" fmla="*/ 510577 w 7467600"/>
              <a:gd name="connsiteY693" fmla="*/ 2501244 h 6858000"/>
              <a:gd name="connsiteX694" fmla="*/ 211967 w 7467600"/>
              <a:gd name="connsiteY694" fmla="*/ 2479171 h 6858000"/>
              <a:gd name="connsiteX695" fmla="*/ 0 w 7467600"/>
              <a:gd name="connsiteY695" fmla="*/ 2476398 h 6858000"/>
              <a:gd name="connsiteX696" fmla="*/ 0 w 7467600"/>
              <a:gd name="connsiteY696" fmla="*/ 2389189 h 6858000"/>
              <a:gd name="connsiteX697" fmla="*/ 103062 w 7467600"/>
              <a:gd name="connsiteY697" fmla="*/ 2389518 h 6858000"/>
              <a:gd name="connsiteX698" fmla="*/ 510734 w 7467600"/>
              <a:gd name="connsiteY698" fmla="*/ 2416201 h 6858000"/>
              <a:gd name="connsiteX699" fmla="*/ 279257 w 7467600"/>
              <a:gd name="connsiteY699" fmla="*/ 2092102 h 6858000"/>
              <a:gd name="connsiteX700" fmla="*/ 65265 w 7467600"/>
              <a:gd name="connsiteY700" fmla="*/ 2006049 h 6858000"/>
              <a:gd name="connsiteX701" fmla="*/ 0 w 7467600"/>
              <a:gd name="connsiteY701" fmla="*/ 1982532 h 6858000"/>
              <a:gd name="connsiteX702" fmla="*/ 0 w 7467600"/>
              <a:gd name="connsiteY702" fmla="*/ 1912789 h 6858000"/>
              <a:gd name="connsiteX703" fmla="*/ 97460 w 7467600"/>
              <a:gd name="connsiteY703" fmla="*/ 1953725 h 6858000"/>
              <a:gd name="connsiteX704" fmla="*/ 221272 w 7467600"/>
              <a:gd name="connsiteY704" fmla="*/ 1980766 h 6858000"/>
              <a:gd name="connsiteX705" fmla="*/ 116765 w 7467600"/>
              <a:gd name="connsiteY705" fmla="*/ 1911033 h 6858000"/>
              <a:gd name="connsiteX706" fmla="*/ 16405 w 7467600"/>
              <a:gd name="connsiteY706" fmla="*/ 1803412 h 6858000"/>
              <a:gd name="connsiteX707" fmla="*/ 0 w 7467600"/>
              <a:gd name="connsiteY707" fmla="*/ 1784777 h 6858000"/>
              <a:gd name="connsiteX708" fmla="*/ 0 w 7467600"/>
              <a:gd name="connsiteY708" fmla="*/ 1740082 h 6858000"/>
              <a:gd name="connsiteX709" fmla="*/ 39394 w 7467600"/>
              <a:gd name="connsiteY709" fmla="*/ 1784856 h 6858000"/>
              <a:gd name="connsiteX710" fmla="*/ 135813 w 7467600"/>
              <a:gd name="connsiteY710" fmla="*/ 1888838 h 6858000"/>
              <a:gd name="connsiteX711" fmla="*/ 242575 w 7467600"/>
              <a:gd name="connsiteY711" fmla="*/ 1958841 h 6858000"/>
              <a:gd name="connsiteX712" fmla="*/ 82197 w 7467600"/>
              <a:gd name="connsiteY712" fmla="*/ 1754826 h 6858000"/>
              <a:gd name="connsiteX713" fmla="*/ 0 w 7467600"/>
              <a:gd name="connsiteY713" fmla="*/ 1679650 h 6858000"/>
              <a:gd name="connsiteX714" fmla="*/ 0 w 7467600"/>
              <a:gd name="connsiteY714" fmla="*/ 1602463 h 6858000"/>
              <a:gd name="connsiteX715" fmla="*/ 84689 w 7467600"/>
              <a:gd name="connsiteY715" fmla="*/ 1677442 h 6858000"/>
              <a:gd name="connsiteX716" fmla="*/ 298437 w 7467600"/>
              <a:gd name="connsiteY716" fmla="*/ 1968019 h 6858000"/>
              <a:gd name="connsiteX717" fmla="*/ 227269 w 7467600"/>
              <a:gd name="connsiteY717" fmla="*/ 1114064 h 6858000"/>
              <a:gd name="connsiteX718" fmla="*/ 248003 w 7467600"/>
              <a:gd name="connsiteY718" fmla="*/ 1089613 h 6858000"/>
              <a:gd name="connsiteX719" fmla="*/ 427020 w 7467600"/>
              <a:gd name="connsiteY719" fmla="*/ 1619803 h 6858000"/>
              <a:gd name="connsiteX720" fmla="*/ 340345 w 7467600"/>
              <a:gd name="connsiteY720" fmla="*/ 2027739 h 6858000"/>
              <a:gd name="connsiteX721" fmla="*/ 360865 w 7467600"/>
              <a:gd name="connsiteY721" fmla="*/ 2044827 h 6858000"/>
              <a:gd name="connsiteX722" fmla="*/ 560414 w 7467600"/>
              <a:gd name="connsiteY722" fmla="*/ 2421457 h 6858000"/>
              <a:gd name="connsiteX723" fmla="*/ 1359703 w 7467600"/>
              <a:gd name="connsiteY723" fmla="*/ 2578554 h 6858000"/>
              <a:gd name="connsiteX724" fmla="*/ 1359422 w 7467600"/>
              <a:gd name="connsiteY724" fmla="*/ 2577994 h 6858000"/>
              <a:gd name="connsiteX725" fmla="*/ 828701 w 7467600"/>
              <a:gd name="connsiteY725" fmla="*/ 1839520 h 6858000"/>
              <a:gd name="connsiteX726" fmla="*/ 494427 w 7467600"/>
              <a:gd name="connsiteY726" fmla="*/ 1092333 h 6858000"/>
              <a:gd name="connsiteX727" fmla="*/ 506322 w 7467600"/>
              <a:gd name="connsiteY727" fmla="*/ 1020997 h 6858000"/>
              <a:gd name="connsiteX728" fmla="*/ 4570198 w 7467600"/>
              <a:gd name="connsiteY728" fmla="*/ 978081 h 6858000"/>
              <a:gd name="connsiteX729" fmla="*/ 4523691 w 7467600"/>
              <a:gd name="connsiteY729" fmla="*/ 1127776 h 6858000"/>
              <a:gd name="connsiteX730" fmla="*/ 4509875 w 7467600"/>
              <a:gd name="connsiteY730" fmla="*/ 1167552 h 6858000"/>
              <a:gd name="connsiteX731" fmla="*/ 4478168 w 7467600"/>
              <a:gd name="connsiteY731" fmla="*/ 1260735 h 6858000"/>
              <a:gd name="connsiteX732" fmla="*/ 4409309 w 7467600"/>
              <a:gd name="connsiteY732" fmla="*/ 1666996 h 6858000"/>
              <a:gd name="connsiteX733" fmla="*/ 4370031 w 7467600"/>
              <a:gd name="connsiteY733" fmla="*/ 1955666 h 6858000"/>
              <a:gd name="connsiteX734" fmla="*/ 4570198 w 7467600"/>
              <a:gd name="connsiteY734" fmla="*/ 978081 h 6858000"/>
              <a:gd name="connsiteX735" fmla="*/ 4557898 w 7467600"/>
              <a:gd name="connsiteY735" fmla="*/ 900011 h 6858000"/>
              <a:gd name="connsiteX736" fmla="*/ 4344840 w 7467600"/>
              <a:gd name="connsiteY736" fmla="*/ 1922038 h 6858000"/>
              <a:gd name="connsiteX737" fmla="*/ 4378710 w 7467600"/>
              <a:gd name="connsiteY737" fmla="*/ 1665516 h 6858000"/>
              <a:gd name="connsiteX738" fmla="*/ 4448798 w 7467600"/>
              <a:gd name="connsiteY738" fmla="*/ 1253024 h 6858000"/>
              <a:gd name="connsiteX739" fmla="*/ 4480315 w 7467600"/>
              <a:gd name="connsiteY739" fmla="*/ 1158454 h 6858000"/>
              <a:gd name="connsiteX740" fmla="*/ 4494133 w 7467600"/>
              <a:gd name="connsiteY740" fmla="*/ 1118676 h 6858000"/>
              <a:gd name="connsiteX741" fmla="*/ 4557898 w 7467600"/>
              <a:gd name="connsiteY741" fmla="*/ 900011 h 6858000"/>
              <a:gd name="connsiteX742" fmla="*/ 5870151 w 7467600"/>
              <a:gd name="connsiteY742" fmla="*/ 898890 h 6858000"/>
              <a:gd name="connsiteX743" fmla="*/ 5861335 w 7467600"/>
              <a:gd name="connsiteY743" fmla="*/ 899177 h 6858000"/>
              <a:gd name="connsiteX744" fmla="*/ 5843702 w 7467600"/>
              <a:gd name="connsiteY744" fmla="*/ 899748 h 6858000"/>
              <a:gd name="connsiteX745" fmla="*/ 5651107 w 7467600"/>
              <a:gd name="connsiteY745" fmla="*/ 920306 h 6858000"/>
              <a:gd name="connsiteX746" fmla="*/ 5459407 w 7467600"/>
              <a:gd name="connsiteY746" fmla="*/ 940975 h 6858000"/>
              <a:gd name="connsiteX747" fmla="*/ 5374846 w 7467600"/>
              <a:gd name="connsiteY747" fmla="*/ 941988 h 6858000"/>
              <a:gd name="connsiteX748" fmla="*/ 5256105 w 7467600"/>
              <a:gd name="connsiteY748" fmla="*/ 945632 h 6858000"/>
              <a:gd name="connsiteX749" fmla="*/ 5107071 w 7467600"/>
              <a:gd name="connsiteY749" fmla="*/ 969720 h 6858000"/>
              <a:gd name="connsiteX750" fmla="*/ 4998681 w 7467600"/>
              <a:gd name="connsiteY750" fmla="*/ 988771 h 6858000"/>
              <a:gd name="connsiteX751" fmla="*/ 5870151 w 7467600"/>
              <a:gd name="connsiteY751" fmla="*/ 898890 h 6858000"/>
              <a:gd name="connsiteX752" fmla="*/ 5504425 w 7467600"/>
              <a:gd name="connsiteY752" fmla="*/ 848067 h 6858000"/>
              <a:gd name="connsiteX753" fmla="*/ 4968849 w 7467600"/>
              <a:gd name="connsiteY753" fmla="*/ 962318 h 6858000"/>
              <a:gd name="connsiteX754" fmla="*/ 5104039 w 7467600"/>
              <a:gd name="connsiteY754" fmla="*/ 940634 h 6858000"/>
              <a:gd name="connsiteX755" fmla="*/ 5256311 w 7467600"/>
              <a:gd name="connsiteY755" fmla="*/ 916490 h 6858000"/>
              <a:gd name="connsiteX756" fmla="*/ 5377381 w 7467600"/>
              <a:gd name="connsiteY756" fmla="*/ 912671 h 6858000"/>
              <a:gd name="connsiteX757" fmla="*/ 5460148 w 7467600"/>
              <a:gd name="connsiteY757" fmla="*/ 911442 h 6858000"/>
              <a:gd name="connsiteX758" fmla="*/ 5648971 w 7467600"/>
              <a:gd name="connsiteY758" fmla="*/ 891331 h 6858000"/>
              <a:gd name="connsiteX759" fmla="*/ 5844807 w 7467600"/>
              <a:gd name="connsiteY759" fmla="*/ 870718 h 6858000"/>
              <a:gd name="connsiteX760" fmla="*/ 5862975 w 7467600"/>
              <a:gd name="connsiteY760" fmla="*/ 869756 h 6858000"/>
              <a:gd name="connsiteX761" fmla="*/ 5920887 w 7467600"/>
              <a:gd name="connsiteY761" fmla="*/ 865929 h 6858000"/>
              <a:gd name="connsiteX762" fmla="*/ 5504425 w 7467600"/>
              <a:gd name="connsiteY762" fmla="*/ 848067 h 6858000"/>
              <a:gd name="connsiteX763" fmla="*/ 3607114 w 7467600"/>
              <a:gd name="connsiteY763" fmla="*/ 467441 h 6858000"/>
              <a:gd name="connsiteX764" fmla="*/ 3296242 w 7467600"/>
              <a:gd name="connsiteY764" fmla="*/ 807991 h 6858000"/>
              <a:gd name="connsiteX765" fmla="*/ 3174674 w 7467600"/>
              <a:gd name="connsiteY765" fmla="*/ 919759 h 6858000"/>
              <a:gd name="connsiteX766" fmla="*/ 3042978 w 7467600"/>
              <a:gd name="connsiteY766" fmla="*/ 1054894 h 6858000"/>
              <a:gd name="connsiteX767" fmla="*/ 2968914 w 7467600"/>
              <a:gd name="connsiteY767" fmla="*/ 1133756 h 6858000"/>
              <a:gd name="connsiteX768" fmla="*/ 3103823 w 7467600"/>
              <a:gd name="connsiteY768" fmla="*/ 1026814 h 6858000"/>
              <a:gd name="connsiteX769" fmla="*/ 3607114 w 7467600"/>
              <a:gd name="connsiteY769" fmla="*/ 467441 h 6858000"/>
              <a:gd name="connsiteX770" fmla="*/ 3744487 w 7467600"/>
              <a:gd name="connsiteY770" fmla="*/ 383136 h 6858000"/>
              <a:gd name="connsiteX771" fmla="*/ 3970213 w 7467600"/>
              <a:gd name="connsiteY771" fmla="*/ 995559 h 6858000"/>
              <a:gd name="connsiteX772" fmla="*/ 3744487 w 7467600"/>
              <a:gd name="connsiteY772" fmla="*/ 383136 h 6858000"/>
              <a:gd name="connsiteX773" fmla="*/ 3624562 w 7467600"/>
              <a:gd name="connsiteY773" fmla="*/ 367041 h 6858000"/>
              <a:gd name="connsiteX774" fmla="*/ 3489712 w 7467600"/>
              <a:gd name="connsiteY774" fmla="*/ 485386 h 6858000"/>
              <a:gd name="connsiteX775" fmla="*/ 3182994 w 7467600"/>
              <a:gd name="connsiteY775" fmla="*/ 828265 h 6858000"/>
              <a:gd name="connsiteX776" fmla="*/ 2892114 w 7467600"/>
              <a:gd name="connsiteY776" fmla="*/ 1172635 h 6858000"/>
              <a:gd name="connsiteX777" fmla="*/ 3021459 w 7467600"/>
              <a:gd name="connsiteY777" fmla="*/ 1035385 h 6858000"/>
              <a:gd name="connsiteX778" fmla="*/ 3153873 w 7467600"/>
              <a:gd name="connsiteY778" fmla="*/ 898971 h 6858000"/>
              <a:gd name="connsiteX779" fmla="*/ 3276511 w 7467600"/>
              <a:gd name="connsiteY779" fmla="*/ 786423 h 6858000"/>
              <a:gd name="connsiteX780" fmla="*/ 3584154 w 7467600"/>
              <a:gd name="connsiteY780" fmla="*/ 448218 h 6858000"/>
              <a:gd name="connsiteX781" fmla="*/ 3624562 w 7467600"/>
              <a:gd name="connsiteY781" fmla="*/ 367041 h 6858000"/>
              <a:gd name="connsiteX782" fmla="*/ 3766672 w 7467600"/>
              <a:gd name="connsiteY782" fmla="*/ 359429 h 6858000"/>
              <a:gd name="connsiteX783" fmla="*/ 3996338 w 7467600"/>
              <a:gd name="connsiteY783" fmla="*/ 968237 h 6858000"/>
              <a:gd name="connsiteX784" fmla="*/ 3766672 w 7467600"/>
              <a:gd name="connsiteY784" fmla="*/ 359429 h 6858000"/>
              <a:gd name="connsiteX785" fmla="*/ 5805386 w 7467600"/>
              <a:gd name="connsiteY785" fmla="*/ 239240 h 6858000"/>
              <a:gd name="connsiteX786" fmla="*/ 5736947 w 7467600"/>
              <a:gd name="connsiteY786" fmla="*/ 261367 h 6858000"/>
              <a:gd name="connsiteX787" fmla="*/ 5427012 w 7467600"/>
              <a:gd name="connsiteY787" fmla="*/ 311272 h 6858000"/>
              <a:gd name="connsiteX788" fmla="*/ 5147818 w 7467600"/>
              <a:gd name="connsiteY788" fmla="*/ 322112 h 6858000"/>
              <a:gd name="connsiteX789" fmla="*/ 5060854 w 7467600"/>
              <a:gd name="connsiteY789" fmla="*/ 311882 h 6858000"/>
              <a:gd name="connsiteX790" fmla="*/ 4945989 w 7467600"/>
              <a:gd name="connsiteY790" fmla="*/ 300516 h 6858000"/>
              <a:gd name="connsiteX791" fmla="*/ 5410479 w 7467600"/>
              <a:gd name="connsiteY791" fmla="*/ 348434 h 6858000"/>
              <a:gd name="connsiteX792" fmla="*/ 5805386 w 7467600"/>
              <a:gd name="connsiteY792" fmla="*/ 239240 h 6858000"/>
              <a:gd name="connsiteX793" fmla="*/ 5905192 w 7467600"/>
              <a:gd name="connsiteY793" fmla="*/ 163079 h 6858000"/>
              <a:gd name="connsiteX794" fmla="*/ 5865655 w 7467600"/>
              <a:gd name="connsiteY794" fmla="*/ 171901 h 6858000"/>
              <a:gd name="connsiteX795" fmla="*/ 5259740 w 7467600"/>
              <a:gd name="connsiteY795" fmla="*/ 257013 h 6858000"/>
              <a:gd name="connsiteX796" fmla="*/ 5208466 w 7467600"/>
              <a:gd name="connsiteY796" fmla="*/ 257550 h 6858000"/>
              <a:gd name="connsiteX797" fmla="*/ 4980204 w 7467600"/>
              <a:gd name="connsiteY797" fmla="*/ 271903 h 6858000"/>
              <a:gd name="connsiteX798" fmla="*/ 5068068 w 7467600"/>
              <a:gd name="connsiteY798" fmla="*/ 282244 h 6858000"/>
              <a:gd name="connsiteX799" fmla="*/ 5153231 w 7467600"/>
              <a:gd name="connsiteY799" fmla="*/ 292240 h 6858000"/>
              <a:gd name="connsiteX800" fmla="*/ 5426491 w 7467600"/>
              <a:gd name="connsiteY800" fmla="*/ 281128 h 6858000"/>
              <a:gd name="connsiteX801" fmla="*/ 5731212 w 7467600"/>
              <a:gd name="connsiteY801" fmla="*/ 231951 h 6858000"/>
              <a:gd name="connsiteX802" fmla="*/ 5905192 w 7467600"/>
              <a:gd name="connsiteY802" fmla="*/ 163079 h 6858000"/>
              <a:gd name="connsiteX803" fmla="*/ 5944437 w 7467600"/>
              <a:gd name="connsiteY803" fmla="*/ 113829 h 6858000"/>
              <a:gd name="connsiteX804" fmla="*/ 5825032 w 7467600"/>
              <a:gd name="connsiteY804" fmla="*/ 146405 h 6858000"/>
              <a:gd name="connsiteX805" fmla="*/ 4955599 w 7467600"/>
              <a:gd name="connsiteY805" fmla="*/ 247008 h 6858000"/>
              <a:gd name="connsiteX806" fmla="*/ 5210104 w 7467600"/>
              <a:gd name="connsiteY806" fmla="*/ 228123 h 6858000"/>
              <a:gd name="connsiteX807" fmla="*/ 5261015 w 7467600"/>
              <a:gd name="connsiteY807" fmla="*/ 227087 h 6858000"/>
              <a:gd name="connsiteX808" fmla="*/ 5861181 w 7467600"/>
              <a:gd name="connsiteY808" fmla="*/ 143093 h 6858000"/>
              <a:gd name="connsiteX809" fmla="*/ 5961252 w 7467600"/>
              <a:gd name="connsiteY809" fmla="*/ 114820 h 6858000"/>
              <a:gd name="connsiteX810" fmla="*/ 5944437 w 7467600"/>
              <a:gd name="connsiteY810" fmla="*/ 113829 h 6858000"/>
              <a:gd name="connsiteX811" fmla="*/ 3882765 w 7467600"/>
              <a:gd name="connsiteY811" fmla="*/ 0 h 6858000"/>
              <a:gd name="connsiteX812" fmla="*/ 3995099 w 7467600"/>
              <a:gd name="connsiteY812" fmla="*/ 0 h 6858000"/>
              <a:gd name="connsiteX813" fmla="*/ 4163818 w 7467600"/>
              <a:gd name="connsiteY813" fmla="*/ 234104 h 6858000"/>
              <a:gd name="connsiteX814" fmla="*/ 4172099 w 7467600"/>
              <a:gd name="connsiteY814" fmla="*/ 234207 h 6858000"/>
              <a:gd name="connsiteX815" fmla="*/ 4784282 w 7467600"/>
              <a:gd name="connsiteY815" fmla="*/ 276561 h 6858000"/>
              <a:gd name="connsiteX816" fmla="*/ 4801687 w 7467600"/>
              <a:gd name="connsiteY816" fmla="*/ 267764 h 6858000"/>
              <a:gd name="connsiteX817" fmla="*/ 6082788 w 7467600"/>
              <a:gd name="connsiteY817" fmla="*/ 64119 h 6858000"/>
              <a:gd name="connsiteX818" fmla="*/ 6099442 w 7467600"/>
              <a:gd name="connsiteY818" fmla="*/ 82568 h 6858000"/>
              <a:gd name="connsiteX819" fmla="*/ 4804137 w 7467600"/>
              <a:gd name="connsiteY819" fmla="*/ 320931 h 6858000"/>
              <a:gd name="connsiteX820" fmla="*/ 4227047 w 7467600"/>
              <a:gd name="connsiteY820" fmla="*/ 313415 h 6858000"/>
              <a:gd name="connsiteX821" fmla="*/ 4346041 w 7467600"/>
              <a:gd name="connsiteY821" fmla="*/ 456086 h 6858000"/>
              <a:gd name="connsiteX822" fmla="*/ 4870967 w 7467600"/>
              <a:gd name="connsiteY822" fmla="*/ 963061 h 6858000"/>
              <a:gd name="connsiteX823" fmla="*/ 4889647 w 7467600"/>
              <a:gd name="connsiteY823" fmla="*/ 957147 h 6858000"/>
              <a:gd name="connsiteX824" fmla="*/ 5422504 w 7467600"/>
              <a:gd name="connsiteY824" fmla="*/ 805191 h 6858000"/>
              <a:gd name="connsiteX825" fmla="*/ 6087656 w 7467600"/>
              <a:gd name="connsiteY825" fmla="*/ 826703 h 6858000"/>
              <a:gd name="connsiteX826" fmla="*/ 6058717 w 7467600"/>
              <a:gd name="connsiteY826" fmla="*/ 865992 h 6858000"/>
              <a:gd name="connsiteX827" fmla="*/ 4974153 w 7467600"/>
              <a:gd name="connsiteY827" fmla="*/ 1045456 h 6858000"/>
              <a:gd name="connsiteX828" fmla="*/ 5627835 w 7467600"/>
              <a:gd name="connsiteY828" fmla="*/ 1472077 h 6858000"/>
              <a:gd name="connsiteX829" fmla="*/ 5629817 w 7467600"/>
              <a:gd name="connsiteY829" fmla="*/ 1471412 h 6858000"/>
              <a:gd name="connsiteX830" fmla="*/ 5634124 w 7467600"/>
              <a:gd name="connsiteY830" fmla="*/ 1470572 h 6858000"/>
              <a:gd name="connsiteX831" fmla="*/ 5755832 w 7467600"/>
              <a:gd name="connsiteY831" fmla="*/ 1383886 h 6858000"/>
              <a:gd name="connsiteX832" fmla="*/ 6014186 w 7467600"/>
              <a:gd name="connsiteY832" fmla="*/ 1279799 h 6858000"/>
              <a:gd name="connsiteX833" fmla="*/ 6901619 w 7467600"/>
              <a:gd name="connsiteY833" fmla="*/ 1047874 h 6858000"/>
              <a:gd name="connsiteX834" fmla="*/ 6931566 w 7467600"/>
              <a:gd name="connsiteY834" fmla="*/ 1062034 h 6858000"/>
              <a:gd name="connsiteX835" fmla="*/ 5790982 w 7467600"/>
              <a:gd name="connsiteY835" fmla="*/ 1561380 h 6858000"/>
              <a:gd name="connsiteX836" fmla="*/ 6188971 w 7467600"/>
              <a:gd name="connsiteY836" fmla="*/ 1755168 h 6858000"/>
              <a:gd name="connsiteX837" fmla="*/ 6202446 w 7467600"/>
              <a:gd name="connsiteY837" fmla="*/ 1752268 h 6858000"/>
              <a:gd name="connsiteX838" fmla="*/ 7179560 w 7467600"/>
              <a:gd name="connsiteY838" fmla="*/ 1467551 h 6858000"/>
              <a:gd name="connsiteX839" fmla="*/ 7158730 w 7467600"/>
              <a:gd name="connsiteY839" fmla="*/ 1507835 h 6858000"/>
              <a:gd name="connsiteX840" fmla="*/ 6326959 w 7467600"/>
              <a:gd name="connsiteY840" fmla="*/ 1817686 h 6858000"/>
              <a:gd name="connsiteX841" fmla="*/ 6537433 w 7467600"/>
              <a:gd name="connsiteY841" fmla="*/ 1907790 h 6858000"/>
              <a:gd name="connsiteX842" fmla="*/ 6550221 w 7467600"/>
              <a:gd name="connsiteY842" fmla="*/ 1910729 h 6858000"/>
              <a:gd name="connsiteX843" fmla="*/ 6964438 w 7467600"/>
              <a:gd name="connsiteY843" fmla="*/ 2209505 h 6858000"/>
              <a:gd name="connsiteX844" fmla="*/ 7367862 w 7467600"/>
              <a:gd name="connsiteY844" fmla="*/ 2806833 h 6858000"/>
              <a:gd name="connsiteX845" fmla="*/ 7364329 w 7467600"/>
              <a:gd name="connsiteY845" fmla="*/ 2826907 h 6858000"/>
              <a:gd name="connsiteX846" fmla="*/ 7290545 w 7467600"/>
              <a:gd name="connsiteY846" fmla="*/ 2850663 h 6858000"/>
              <a:gd name="connsiteX847" fmla="*/ 6472036 w 7467600"/>
              <a:gd name="connsiteY847" fmla="*/ 1959003 h 6858000"/>
              <a:gd name="connsiteX848" fmla="*/ 5792897 w 7467600"/>
              <a:gd name="connsiteY848" fmla="*/ 1647747 h 6858000"/>
              <a:gd name="connsiteX849" fmla="*/ 5842751 w 7467600"/>
              <a:gd name="connsiteY849" fmla="*/ 1816112 h 6858000"/>
              <a:gd name="connsiteX850" fmla="*/ 5847424 w 7467600"/>
              <a:gd name="connsiteY850" fmla="*/ 1815776 h 6858000"/>
              <a:gd name="connsiteX851" fmla="*/ 6399821 w 7467600"/>
              <a:gd name="connsiteY851" fmla="*/ 2344799 h 6858000"/>
              <a:gd name="connsiteX852" fmla="*/ 6323232 w 7467600"/>
              <a:gd name="connsiteY852" fmla="*/ 2389634 h 6858000"/>
              <a:gd name="connsiteX853" fmla="*/ 5942958 w 7467600"/>
              <a:gd name="connsiteY853" fmla="*/ 2077708 h 6858000"/>
              <a:gd name="connsiteX854" fmla="*/ 5921559 w 7467600"/>
              <a:gd name="connsiteY854" fmla="*/ 2378596 h 6858000"/>
              <a:gd name="connsiteX855" fmla="*/ 5817651 w 7467600"/>
              <a:gd name="connsiteY855" fmla="*/ 3023919 h 6858000"/>
              <a:gd name="connsiteX856" fmla="*/ 5729634 w 7467600"/>
              <a:gd name="connsiteY856" fmla="*/ 3051849 h 6858000"/>
              <a:gd name="connsiteX857" fmla="*/ 5611018 w 7467600"/>
              <a:gd name="connsiteY857" fmla="*/ 2316769 h 6858000"/>
              <a:gd name="connsiteX858" fmla="*/ 5687608 w 7467600"/>
              <a:gd name="connsiteY858" fmla="*/ 2039972 h 6858000"/>
              <a:gd name="connsiteX859" fmla="*/ 5657554 w 7467600"/>
              <a:gd name="connsiteY859" fmla="*/ 1576445 h 6858000"/>
              <a:gd name="connsiteX860" fmla="*/ 5150475 w 7467600"/>
              <a:gd name="connsiteY860" fmla="*/ 1274012 h 6858000"/>
              <a:gd name="connsiteX861" fmla="*/ 5349142 w 7467600"/>
              <a:gd name="connsiteY861" fmla="*/ 2204405 h 6858000"/>
              <a:gd name="connsiteX862" fmla="*/ 5262214 w 7467600"/>
              <a:gd name="connsiteY862" fmla="*/ 2233836 h 6858000"/>
              <a:gd name="connsiteX863" fmla="*/ 4981539 w 7467600"/>
              <a:gd name="connsiteY863" fmla="*/ 1542201 h 6858000"/>
              <a:gd name="connsiteX864" fmla="*/ 4958461 w 7467600"/>
              <a:gd name="connsiteY864" fmla="*/ 1136957 h 6858000"/>
              <a:gd name="connsiteX865" fmla="*/ 4655015 w 7467600"/>
              <a:gd name="connsiteY865" fmla="*/ 891426 h 6858000"/>
              <a:gd name="connsiteX866" fmla="*/ 4348002 w 7467600"/>
              <a:gd name="connsiteY866" fmla="*/ 2205895 h 6858000"/>
              <a:gd name="connsiteX867" fmla="*/ 4262250 w 7467600"/>
              <a:gd name="connsiteY867" fmla="*/ 2219972 h 6858000"/>
              <a:gd name="connsiteX868" fmla="*/ 4550611 w 7467600"/>
              <a:gd name="connsiteY868" fmla="*/ 817540 h 6858000"/>
              <a:gd name="connsiteX869" fmla="*/ 4564418 w 7467600"/>
              <a:gd name="connsiteY869" fmla="*/ 808293 h 6858000"/>
              <a:gd name="connsiteX870" fmla="*/ 4266388 w 7467600"/>
              <a:gd name="connsiteY870" fmla="*/ 500083 h 6858000"/>
              <a:gd name="connsiteX871" fmla="*/ 4032842 w 7467600"/>
              <a:gd name="connsiteY871" fmla="*/ 211809 h 6858000"/>
              <a:gd name="connsiteX872" fmla="*/ 3882765 w 7467600"/>
              <a:gd name="connsiteY872" fmla="*/ 0 h 6858000"/>
              <a:gd name="connsiteX873" fmla="*/ 3721337 w 7467600"/>
              <a:gd name="connsiteY873" fmla="*/ 0 h 6858000"/>
              <a:gd name="connsiteX874" fmla="*/ 3797544 w 7467600"/>
              <a:gd name="connsiteY874" fmla="*/ 0 h 6858000"/>
              <a:gd name="connsiteX875" fmla="*/ 3775734 w 7467600"/>
              <a:gd name="connsiteY875" fmla="*/ 95131 h 6858000"/>
              <a:gd name="connsiteX876" fmla="*/ 3724807 w 7467600"/>
              <a:gd name="connsiteY876" fmla="*/ 272257 h 6858000"/>
              <a:gd name="connsiteX877" fmla="*/ 3726844 w 7467600"/>
              <a:gd name="connsiteY877" fmla="*/ 282988 h 6858000"/>
              <a:gd name="connsiteX878" fmla="*/ 3742664 w 7467600"/>
              <a:gd name="connsiteY878" fmla="*/ 279918 h 6858000"/>
              <a:gd name="connsiteX879" fmla="*/ 4103910 w 7467600"/>
              <a:gd name="connsiteY879" fmla="*/ 1161917 h 6858000"/>
              <a:gd name="connsiteX880" fmla="*/ 4020269 w 7467600"/>
              <a:gd name="connsiteY880" fmla="*/ 1200406 h 6858000"/>
              <a:gd name="connsiteX881" fmla="*/ 3674882 w 7467600"/>
              <a:gd name="connsiteY881" fmla="*/ 488524 h 6858000"/>
              <a:gd name="connsiteX882" fmla="*/ 3132682 w 7467600"/>
              <a:gd name="connsiteY882" fmla="*/ 1072284 h 6858000"/>
              <a:gd name="connsiteX883" fmla="*/ 2716346 w 7467600"/>
              <a:gd name="connsiteY883" fmla="*/ 1276376 h 6858000"/>
              <a:gd name="connsiteX884" fmla="*/ 2716772 w 7467600"/>
              <a:gd name="connsiteY884" fmla="*/ 1255462 h 6858000"/>
              <a:gd name="connsiteX885" fmla="*/ 3471096 w 7467600"/>
              <a:gd name="connsiteY885" fmla="*/ 437072 h 6858000"/>
              <a:gd name="connsiteX886" fmla="*/ 3639057 w 7467600"/>
              <a:gd name="connsiteY886" fmla="*/ 286334 h 6858000"/>
              <a:gd name="connsiteX887" fmla="*/ 3640309 w 7467600"/>
              <a:gd name="connsiteY887" fmla="*/ 284664 h 6858000"/>
              <a:gd name="connsiteX888" fmla="*/ 3646022 w 7467600"/>
              <a:gd name="connsiteY888" fmla="*/ 276711 h 6858000"/>
              <a:gd name="connsiteX889" fmla="*/ 3707943 w 7467600"/>
              <a:gd name="connsiteY889" fmla="*/ 65958 h 6858000"/>
              <a:gd name="connsiteX890" fmla="*/ 3721337 w 7467600"/>
              <a:gd name="connsiteY890" fmla="*/ 0 h 6858000"/>
              <a:gd name="connsiteX891" fmla="*/ 2867960 w 7467600"/>
              <a:gd name="connsiteY891" fmla="*/ 0 h 6858000"/>
              <a:gd name="connsiteX892" fmla="*/ 2926351 w 7467600"/>
              <a:gd name="connsiteY892" fmla="*/ 0 h 6858000"/>
              <a:gd name="connsiteX893" fmla="*/ 2902823 w 7467600"/>
              <a:gd name="connsiteY893" fmla="*/ 262929 h 6858000"/>
              <a:gd name="connsiteX894" fmla="*/ 2940663 w 7467600"/>
              <a:gd name="connsiteY894" fmla="*/ 140884 h 6858000"/>
              <a:gd name="connsiteX895" fmla="*/ 2947039 w 7467600"/>
              <a:gd name="connsiteY895" fmla="*/ 122524 h 6858000"/>
              <a:gd name="connsiteX896" fmla="*/ 2984316 w 7467600"/>
              <a:gd name="connsiteY896" fmla="*/ 0 h 6858000"/>
              <a:gd name="connsiteX897" fmla="*/ 3016114 w 7467600"/>
              <a:gd name="connsiteY897" fmla="*/ 0 h 6858000"/>
              <a:gd name="connsiteX898" fmla="*/ 2979949 w 7467600"/>
              <a:gd name="connsiteY898" fmla="*/ 119274 h 6858000"/>
              <a:gd name="connsiteX899" fmla="*/ 3023879 w 7467600"/>
              <a:gd name="connsiteY899" fmla="*/ 0 h 6858000"/>
              <a:gd name="connsiteX900" fmla="*/ 3105400 w 7467600"/>
              <a:gd name="connsiteY900" fmla="*/ 0 h 6858000"/>
              <a:gd name="connsiteX901" fmla="*/ 3094669 w 7467600"/>
              <a:gd name="connsiteY901" fmla="*/ 30308 h 6858000"/>
              <a:gd name="connsiteX902" fmla="*/ 2901945 w 7467600"/>
              <a:gd name="connsiteY902" fmla="*/ 466538 h 6858000"/>
              <a:gd name="connsiteX903" fmla="*/ 2815209 w 7467600"/>
              <a:gd name="connsiteY903" fmla="*/ 497361 h 6858000"/>
              <a:gd name="connsiteX904" fmla="*/ 2844845 w 7467600"/>
              <a:gd name="connsiteY904" fmla="*/ 127638 h 6858000"/>
              <a:gd name="connsiteX905" fmla="*/ 2867960 w 7467600"/>
              <a:gd name="connsiteY905" fmla="*/ 0 h 6858000"/>
              <a:gd name="connsiteX906" fmla="*/ 1057230 w 7467600"/>
              <a:gd name="connsiteY906" fmla="*/ 0 h 6858000"/>
              <a:gd name="connsiteX907" fmla="*/ 1111003 w 7467600"/>
              <a:gd name="connsiteY907" fmla="*/ 0 h 6858000"/>
              <a:gd name="connsiteX908" fmla="*/ 1125553 w 7467600"/>
              <a:gd name="connsiteY908" fmla="*/ 52588 h 6858000"/>
              <a:gd name="connsiteX909" fmla="*/ 1304276 w 7467600"/>
              <a:gd name="connsiteY909" fmla="*/ 476275 h 6858000"/>
              <a:gd name="connsiteX910" fmla="*/ 1492066 w 7467600"/>
              <a:gd name="connsiteY910" fmla="*/ 886333 h 6858000"/>
              <a:gd name="connsiteX911" fmla="*/ 1423698 w 7467600"/>
              <a:gd name="connsiteY911" fmla="*/ 710817 h 6858000"/>
              <a:gd name="connsiteX912" fmla="*/ 1357609 w 7467600"/>
              <a:gd name="connsiteY912" fmla="*/ 532892 h 6858000"/>
              <a:gd name="connsiteX913" fmla="*/ 1309550 w 7467600"/>
              <a:gd name="connsiteY913" fmla="*/ 374031 h 6858000"/>
              <a:gd name="connsiteX914" fmla="*/ 1193673 w 7467600"/>
              <a:gd name="connsiteY914" fmla="*/ 49533 h 6858000"/>
              <a:gd name="connsiteX915" fmla="*/ 1164391 w 7467600"/>
              <a:gd name="connsiteY915" fmla="*/ 0 h 6858000"/>
              <a:gd name="connsiteX916" fmla="*/ 1200666 w 7467600"/>
              <a:gd name="connsiteY916" fmla="*/ 0 h 6858000"/>
              <a:gd name="connsiteX917" fmla="*/ 1223408 w 7467600"/>
              <a:gd name="connsiteY917" fmla="*/ 38996 h 6858000"/>
              <a:gd name="connsiteX918" fmla="*/ 1339635 w 7467600"/>
              <a:gd name="connsiteY918" fmla="*/ 365517 h 6858000"/>
              <a:gd name="connsiteX919" fmla="*/ 1387469 w 7467600"/>
              <a:gd name="connsiteY919" fmla="*/ 523079 h 6858000"/>
              <a:gd name="connsiteX920" fmla="*/ 1452685 w 7467600"/>
              <a:gd name="connsiteY920" fmla="*/ 699806 h 6858000"/>
              <a:gd name="connsiteX921" fmla="*/ 1492092 w 7467600"/>
              <a:gd name="connsiteY921" fmla="*/ 800424 h 6858000"/>
              <a:gd name="connsiteX922" fmla="*/ 1455302 w 7467600"/>
              <a:gd name="connsiteY922" fmla="*/ 632913 h 6858000"/>
              <a:gd name="connsiteX923" fmla="*/ 1222336 w 7467600"/>
              <a:gd name="connsiteY923" fmla="*/ 9480 h 6858000"/>
              <a:gd name="connsiteX924" fmla="*/ 1214634 w 7467600"/>
              <a:gd name="connsiteY924" fmla="*/ 0 h 6858000"/>
              <a:gd name="connsiteX925" fmla="*/ 1289827 w 7467600"/>
              <a:gd name="connsiteY925" fmla="*/ 0 h 6858000"/>
              <a:gd name="connsiteX926" fmla="*/ 1321076 w 7467600"/>
              <a:gd name="connsiteY926" fmla="*/ 59722 h 6858000"/>
              <a:gd name="connsiteX927" fmla="*/ 1512579 w 7467600"/>
              <a:gd name="connsiteY927" fmla="*/ 626441 h 6858000"/>
              <a:gd name="connsiteX928" fmla="*/ 1506076 w 7467600"/>
              <a:gd name="connsiteY928" fmla="*/ 1089289 h 6858000"/>
              <a:gd name="connsiteX929" fmla="*/ 1486346 w 7467600"/>
              <a:gd name="connsiteY929" fmla="*/ 1079919 h 6858000"/>
              <a:gd name="connsiteX930" fmla="*/ 1070511 w 7467600"/>
              <a:gd name="connsiteY930" fmla="*/ 48609 h 6858000"/>
              <a:gd name="connsiteX931" fmla="*/ 1057230 w 7467600"/>
              <a:gd name="connsiteY931" fmla="*/ 0 h 6858000"/>
              <a:gd name="connsiteX932" fmla="*/ 43151 w 7467600"/>
              <a:gd name="connsiteY932" fmla="*/ 0 h 6858000"/>
              <a:gd name="connsiteX933" fmla="*/ 95283 w 7467600"/>
              <a:gd name="connsiteY933" fmla="*/ 0 h 6858000"/>
              <a:gd name="connsiteX934" fmla="*/ 300708 w 7467600"/>
              <a:gd name="connsiteY934" fmla="*/ 154571 h 6858000"/>
              <a:gd name="connsiteX935" fmla="*/ 530414 w 7467600"/>
              <a:gd name="connsiteY935" fmla="*/ 354673 h 6858000"/>
              <a:gd name="connsiteX936" fmla="*/ 333785 w 7467600"/>
              <a:gd name="connsiteY936" fmla="*/ 161564 h 6858000"/>
              <a:gd name="connsiteX937" fmla="*/ 147005 w 7467600"/>
              <a:gd name="connsiteY937" fmla="*/ 0 h 6858000"/>
              <a:gd name="connsiteX938" fmla="*/ 272509 w 7467600"/>
              <a:gd name="connsiteY938" fmla="*/ 0 h 6858000"/>
              <a:gd name="connsiteX939" fmla="*/ 326276 w 7467600"/>
              <a:gd name="connsiteY939" fmla="*/ 45847 h 6858000"/>
              <a:gd name="connsiteX940" fmla="*/ 823759 w 7467600"/>
              <a:gd name="connsiteY940" fmla="*/ 574145 h 6858000"/>
              <a:gd name="connsiteX941" fmla="*/ 811254 w 7467600"/>
              <a:gd name="connsiteY941" fmla="*/ 665546 h 6858000"/>
              <a:gd name="connsiteX942" fmla="*/ 154042 w 7467600"/>
              <a:gd name="connsiteY942" fmla="*/ 261522 h 6858000"/>
              <a:gd name="connsiteX943" fmla="*/ 13550 w 7467600"/>
              <a:gd name="connsiteY943" fmla="*/ 158423 h 6858000"/>
              <a:gd name="connsiteX944" fmla="*/ 0 w 7467600"/>
              <a:gd name="connsiteY944" fmla="*/ 146618 h 6858000"/>
              <a:gd name="connsiteX945" fmla="*/ 0 w 7467600"/>
              <a:gd name="connsiteY945" fmla="*/ 59161 h 6858000"/>
              <a:gd name="connsiteX946" fmla="*/ 45427 w 7467600"/>
              <a:gd name="connsiteY946" fmla="*/ 101078 h 6858000"/>
              <a:gd name="connsiteX947" fmla="*/ 630103 w 7467600"/>
              <a:gd name="connsiteY947" fmla="*/ 485885 h 6858000"/>
              <a:gd name="connsiteX948" fmla="*/ 532040 w 7467600"/>
              <a:gd name="connsiteY948" fmla="*/ 399359 h 6858000"/>
              <a:gd name="connsiteX949" fmla="*/ 517618 w 7467600"/>
              <a:gd name="connsiteY949" fmla="*/ 385726 h 6858000"/>
              <a:gd name="connsiteX950" fmla="*/ 285074 w 7467600"/>
              <a:gd name="connsiteY950" fmla="*/ 182755 h 6858000"/>
              <a:gd name="connsiteX951" fmla="*/ 43151 w 7467600"/>
              <a:gd name="connsiteY95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7410696 w 7467600"/>
              <a:gd name="connsiteY18" fmla="*/ 6803861 h 6858000"/>
              <a:gd name="connsiteX19" fmla="*/ 1019354 w 7467600"/>
              <a:gd name="connsiteY19" fmla="*/ 6315006 h 6858000"/>
              <a:gd name="connsiteX20" fmla="*/ 441046 w 7467600"/>
              <a:gd name="connsiteY20" fmla="*/ 6691153 h 6858000"/>
              <a:gd name="connsiteX21" fmla="*/ 1019354 w 7467600"/>
              <a:gd name="connsiteY21" fmla="*/ 6315006 h 6858000"/>
              <a:gd name="connsiteX22" fmla="*/ 991680 w 7467600"/>
              <a:gd name="connsiteY22" fmla="*/ 6298413 h 6858000"/>
              <a:gd name="connsiteX23" fmla="*/ 409060 w 7467600"/>
              <a:gd name="connsiteY23" fmla="*/ 6671470 h 6858000"/>
              <a:gd name="connsiteX24" fmla="*/ 991680 w 7467600"/>
              <a:gd name="connsiteY24" fmla="*/ 6298413 h 6858000"/>
              <a:gd name="connsiteX25" fmla="*/ 103333 w 7467600"/>
              <a:gd name="connsiteY25" fmla="*/ 5699602 h 6858000"/>
              <a:gd name="connsiteX26" fmla="*/ 233938 w 7467600"/>
              <a:gd name="connsiteY26" fmla="*/ 5809416 h 6858000"/>
              <a:gd name="connsiteX27" fmla="*/ 883580 w 7467600"/>
              <a:gd name="connsiteY27" fmla="*/ 6180710 h 6858000"/>
              <a:gd name="connsiteX28" fmla="*/ 487337 w 7467600"/>
              <a:gd name="connsiteY28" fmla="*/ 5950182 h 6858000"/>
              <a:gd name="connsiteX29" fmla="*/ 354051 w 7467600"/>
              <a:gd name="connsiteY29" fmla="*/ 5854912 h 6858000"/>
              <a:gd name="connsiteX30" fmla="*/ 195436 w 7467600"/>
              <a:gd name="connsiteY30" fmla="*/ 5755068 h 6858000"/>
              <a:gd name="connsiteX31" fmla="*/ 103333 w 7467600"/>
              <a:gd name="connsiteY31" fmla="*/ 5699602 h 6858000"/>
              <a:gd name="connsiteX32" fmla="*/ 5539432 w 7467600"/>
              <a:gd name="connsiteY32" fmla="*/ 5642928 h 6858000"/>
              <a:gd name="connsiteX33" fmla="*/ 5555462 w 7467600"/>
              <a:gd name="connsiteY33" fmla="*/ 5694454 h 6858000"/>
              <a:gd name="connsiteX34" fmla="*/ 5828270 w 7467600"/>
              <a:gd name="connsiteY34" fmla="*/ 6320663 h 6858000"/>
              <a:gd name="connsiteX35" fmla="*/ 5947416 w 7467600"/>
              <a:gd name="connsiteY35" fmla="*/ 6574846 h 6858000"/>
              <a:gd name="connsiteX36" fmla="*/ 5539432 w 7467600"/>
              <a:gd name="connsiteY36" fmla="*/ 5642928 h 6858000"/>
              <a:gd name="connsiteX37" fmla="*/ 51253 w 7467600"/>
              <a:gd name="connsiteY37" fmla="*/ 5631825 h 6858000"/>
              <a:gd name="connsiteX38" fmla="*/ 211622 w 7467600"/>
              <a:gd name="connsiteY38" fmla="*/ 5728803 h 6858000"/>
              <a:gd name="connsiteX39" fmla="*/ 371652 w 7467600"/>
              <a:gd name="connsiteY39" fmla="*/ 5829062 h 6858000"/>
              <a:gd name="connsiteX40" fmla="*/ 505903 w 7467600"/>
              <a:gd name="connsiteY40" fmla="*/ 5925221 h 6858000"/>
              <a:gd name="connsiteX41" fmla="*/ 899240 w 7467600"/>
              <a:gd name="connsiteY41" fmla="*/ 6153068 h 6858000"/>
              <a:gd name="connsiteX42" fmla="*/ 988114 w 7467600"/>
              <a:gd name="connsiteY42" fmla="*/ 6174204 h 6858000"/>
              <a:gd name="connsiteX43" fmla="*/ 845971 w 7467600"/>
              <a:gd name="connsiteY43" fmla="*/ 6067177 h 6858000"/>
              <a:gd name="connsiteX44" fmla="*/ 448057 w 7467600"/>
              <a:gd name="connsiteY44" fmla="*/ 5841376 h 6858000"/>
              <a:gd name="connsiteX45" fmla="*/ 51253 w 7467600"/>
              <a:gd name="connsiteY45" fmla="*/ 5631825 h 6858000"/>
              <a:gd name="connsiteX46" fmla="*/ 2606687 w 7467600"/>
              <a:gd name="connsiteY46" fmla="*/ 5630718 h 6858000"/>
              <a:gd name="connsiteX47" fmla="*/ 2645658 w 7467600"/>
              <a:gd name="connsiteY47" fmla="*/ 6640259 h 6858000"/>
              <a:gd name="connsiteX48" fmla="*/ 2606687 w 7467600"/>
              <a:gd name="connsiteY48" fmla="*/ 5630718 h 6858000"/>
              <a:gd name="connsiteX49" fmla="*/ 3642057 w 7467600"/>
              <a:gd name="connsiteY49" fmla="*/ 5573487 h 6858000"/>
              <a:gd name="connsiteX50" fmla="*/ 3632981 w 7467600"/>
              <a:gd name="connsiteY50" fmla="*/ 5579437 h 6858000"/>
              <a:gd name="connsiteX51" fmla="*/ 3382436 w 7467600"/>
              <a:gd name="connsiteY51" fmla="*/ 5952726 h 6858000"/>
              <a:gd name="connsiteX52" fmla="*/ 3191929 w 7467600"/>
              <a:gd name="connsiteY52" fmla="*/ 6662669 h 6858000"/>
              <a:gd name="connsiteX53" fmla="*/ 3369898 w 7467600"/>
              <a:gd name="connsiteY53" fmla="*/ 6081771 h 6858000"/>
              <a:gd name="connsiteX54" fmla="*/ 3642057 w 7467600"/>
              <a:gd name="connsiteY54" fmla="*/ 5573487 h 6858000"/>
              <a:gd name="connsiteX55" fmla="*/ 2650666 w 7467600"/>
              <a:gd name="connsiteY55" fmla="*/ 5530686 h 6858000"/>
              <a:gd name="connsiteX56" fmla="*/ 2650249 w 7467600"/>
              <a:gd name="connsiteY56" fmla="*/ 5532101 h 6858000"/>
              <a:gd name="connsiteX57" fmla="*/ 2663808 w 7467600"/>
              <a:gd name="connsiteY57" fmla="*/ 6535215 h 6858000"/>
              <a:gd name="connsiteX58" fmla="*/ 2665418 w 7467600"/>
              <a:gd name="connsiteY58" fmla="*/ 6132756 h 6858000"/>
              <a:gd name="connsiteX59" fmla="*/ 2650666 w 7467600"/>
              <a:gd name="connsiteY59" fmla="*/ 5530686 h 6858000"/>
              <a:gd name="connsiteX60" fmla="*/ 2680277 w 7467600"/>
              <a:gd name="connsiteY60" fmla="*/ 5479204 h 6858000"/>
              <a:gd name="connsiteX61" fmla="*/ 2678972 w 7467600"/>
              <a:gd name="connsiteY61" fmla="*/ 5481582 h 6858000"/>
              <a:gd name="connsiteX62" fmla="*/ 2696666 w 7467600"/>
              <a:gd name="connsiteY62" fmla="*/ 6133836 h 6858000"/>
              <a:gd name="connsiteX63" fmla="*/ 2695769 w 7467600"/>
              <a:gd name="connsiteY63" fmla="*/ 6390955 h 6858000"/>
              <a:gd name="connsiteX64" fmla="*/ 2739893 w 7467600"/>
              <a:gd name="connsiteY64" fmla="*/ 6108357 h 6858000"/>
              <a:gd name="connsiteX65" fmla="*/ 2680277 w 7467600"/>
              <a:gd name="connsiteY65" fmla="*/ 5479204 h 6858000"/>
              <a:gd name="connsiteX66" fmla="*/ 1132195 w 7467600"/>
              <a:gd name="connsiteY66" fmla="*/ 5467980 h 6858000"/>
              <a:gd name="connsiteX67" fmla="*/ 1679056 w 7467600"/>
              <a:gd name="connsiteY67" fmla="*/ 5516907 h 6858000"/>
              <a:gd name="connsiteX68" fmla="*/ 2128648 w 7467600"/>
              <a:gd name="connsiteY68" fmla="*/ 5474249 h 6858000"/>
              <a:gd name="connsiteX69" fmla="*/ 1825619 w 7467600"/>
              <a:gd name="connsiteY69" fmla="*/ 5478447 h 6858000"/>
              <a:gd name="connsiteX70" fmla="*/ 1737798 w 7467600"/>
              <a:gd name="connsiteY70" fmla="*/ 5483353 h 6858000"/>
              <a:gd name="connsiteX71" fmla="*/ 1132195 w 7467600"/>
              <a:gd name="connsiteY71" fmla="*/ 5467980 h 6858000"/>
              <a:gd name="connsiteX72" fmla="*/ 1456157 w 7467600"/>
              <a:gd name="connsiteY72" fmla="*/ 5371404 h 6858000"/>
              <a:gd name="connsiteX73" fmla="*/ 1244432 w 7467600"/>
              <a:gd name="connsiteY73" fmla="*/ 5385601 h 6858000"/>
              <a:gd name="connsiteX74" fmla="*/ 973990 w 7467600"/>
              <a:gd name="connsiteY74" fmla="*/ 5424940 h 6858000"/>
              <a:gd name="connsiteX75" fmla="*/ 1103809 w 7467600"/>
              <a:gd name="connsiteY75" fmla="*/ 5433720 h 6858000"/>
              <a:gd name="connsiteX76" fmla="*/ 1123454 w 7467600"/>
              <a:gd name="connsiteY76" fmla="*/ 5435727 h 6858000"/>
              <a:gd name="connsiteX77" fmla="*/ 1737017 w 7467600"/>
              <a:gd name="connsiteY77" fmla="*/ 5452183 h 6858000"/>
              <a:gd name="connsiteX78" fmla="*/ 1824397 w 7467600"/>
              <a:gd name="connsiteY78" fmla="*/ 5447757 h 6858000"/>
              <a:gd name="connsiteX79" fmla="*/ 2070059 w 7467600"/>
              <a:gd name="connsiteY79" fmla="*/ 5441660 h 6858000"/>
              <a:gd name="connsiteX80" fmla="*/ 1456157 w 7467600"/>
              <a:gd name="connsiteY80" fmla="*/ 5371404 h 6858000"/>
              <a:gd name="connsiteX81" fmla="*/ 4988186 w 7467600"/>
              <a:gd name="connsiteY81" fmla="*/ 5216467 h 6858000"/>
              <a:gd name="connsiteX82" fmla="*/ 4777334 w 7467600"/>
              <a:gd name="connsiteY82" fmla="*/ 5406072 h 6858000"/>
              <a:gd name="connsiteX83" fmla="*/ 4718341 w 7467600"/>
              <a:gd name="connsiteY83" fmla="*/ 5468043 h 6858000"/>
              <a:gd name="connsiteX84" fmla="*/ 4604655 w 7467600"/>
              <a:gd name="connsiteY84" fmla="*/ 5583434 h 6858000"/>
              <a:gd name="connsiteX85" fmla="*/ 4565074 w 7467600"/>
              <a:gd name="connsiteY85" fmla="*/ 5618550 h 6858000"/>
              <a:gd name="connsiteX86" fmla="*/ 4988186 w 7467600"/>
              <a:gd name="connsiteY86" fmla="*/ 5216467 h 6858000"/>
              <a:gd name="connsiteX87" fmla="*/ 4978032 w 7467600"/>
              <a:gd name="connsiteY87" fmla="*/ 5183809 h 6858000"/>
              <a:gd name="connsiteX88" fmla="*/ 4463413 w 7467600"/>
              <a:gd name="connsiteY88" fmla="*/ 5615162 h 6858000"/>
              <a:gd name="connsiteX89" fmla="*/ 4358134 w 7467600"/>
              <a:gd name="connsiteY89" fmla="*/ 5742791 h 6858000"/>
              <a:gd name="connsiteX90" fmla="*/ 4376219 w 7467600"/>
              <a:gd name="connsiteY90" fmla="*/ 5729027 h 6858000"/>
              <a:gd name="connsiteX91" fmla="*/ 4582340 w 7467600"/>
              <a:gd name="connsiteY91" fmla="*/ 5561037 h 6858000"/>
              <a:gd name="connsiteX92" fmla="*/ 4694684 w 7467600"/>
              <a:gd name="connsiteY92" fmla="*/ 5447098 h 6858000"/>
              <a:gd name="connsiteX93" fmla="*/ 4754123 w 7467600"/>
              <a:gd name="connsiteY93" fmla="*/ 5384643 h 6858000"/>
              <a:gd name="connsiteX94" fmla="*/ 4978032 w 7467600"/>
              <a:gd name="connsiteY94" fmla="*/ 5183809 h 6858000"/>
              <a:gd name="connsiteX95" fmla="*/ 1903353 w 7467600"/>
              <a:gd name="connsiteY95" fmla="*/ 5044827 h 6858000"/>
              <a:gd name="connsiteX96" fmla="*/ 1936931 w 7467600"/>
              <a:gd name="connsiteY96" fmla="*/ 5093954 h 6858000"/>
              <a:gd name="connsiteX97" fmla="*/ 2195868 w 7467600"/>
              <a:gd name="connsiteY97" fmla="*/ 5396574 h 6858000"/>
              <a:gd name="connsiteX98" fmla="*/ 2088852 w 7467600"/>
              <a:gd name="connsiteY98" fmla="*/ 5166123 h 6858000"/>
              <a:gd name="connsiteX99" fmla="*/ 1958241 w 7467600"/>
              <a:gd name="connsiteY99" fmla="*/ 5067955 h 6858000"/>
              <a:gd name="connsiteX100" fmla="*/ 1903353 w 7467600"/>
              <a:gd name="connsiteY100" fmla="*/ 5044827 h 6858000"/>
              <a:gd name="connsiteX101" fmla="*/ 1979378 w 7467600"/>
              <a:gd name="connsiteY101" fmla="*/ 4769504 h 6858000"/>
              <a:gd name="connsiteX102" fmla="*/ 2882120 w 7467600"/>
              <a:gd name="connsiteY102" fmla="*/ 5064547 h 6858000"/>
              <a:gd name="connsiteX103" fmla="*/ 2793103 w 7467600"/>
              <a:gd name="connsiteY103" fmla="*/ 5039699 h 6858000"/>
              <a:gd name="connsiteX104" fmla="*/ 2770041 w 7467600"/>
              <a:gd name="connsiteY104" fmla="*/ 5033634 h 6858000"/>
              <a:gd name="connsiteX105" fmla="*/ 1979378 w 7467600"/>
              <a:gd name="connsiteY105" fmla="*/ 4769504 h 6858000"/>
              <a:gd name="connsiteX106" fmla="*/ 1927410 w 7467600"/>
              <a:gd name="connsiteY106" fmla="*/ 4716164 h 6858000"/>
              <a:gd name="connsiteX107" fmla="*/ 1959587 w 7467600"/>
              <a:gd name="connsiteY107" fmla="*/ 4728849 h 6858000"/>
              <a:gd name="connsiteX108" fmla="*/ 2777707 w 7467600"/>
              <a:gd name="connsiteY108" fmla="*/ 5003991 h 6858000"/>
              <a:gd name="connsiteX109" fmla="*/ 2800768 w 7467600"/>
              <a:gd name="connsiteY109" fmla="*/ 5010056 h 6858000"/>
              <a:gd name="connsiteX110" fmla="*/ 2879408 w 7467600"/>
              <a:gd name="connsiteY110" fmla="*/ 5031590 h 6858000"/>
              <a:gd name="connsiteX111" fmla="*/ 2862295 w 7467600"/>
              <a:gd name="connsiteY111" fmla="*/ 5022958 h 6858000"/>
              <a:gd name="connsiteX112" fmla="*/ 2813343 w 7467600"/>
              <a:gd name="connsiteY112" fmla="*/ 4998369 h 6858000"/>
              <a:gd name="connsiteX113" fmla="*/ 2646245 w 7467600"/>
              <a:gd name="connsiteY113" fmla="*/ 4930999 h 6858000"/>
              <a:gd name="connsiteX114" fmla="*/ 1999243 w 7467600"/>
              <a:gd name="connsiteY114" fmla="*/ 4730524 h 6858000"/>
              <a:gd name="connsiteX115" fmla="*/ 1979527 w 7467600"/>
              <a:gd name="connsiteY115" fmla="*/ 4726651 h 6858000"/>
              <a:gd name="connsiteX116" fmla="*/ 1927410 w 7467600"/>
              <a:gd name="connsiteY116" fmla="*/ 4716164 h 6858000"/>
              <a:gd name="connsiteX117" fmla="*/ 1997014 w 7467600"/>
              <a:gd name="connsiteY117" fmla="*/ 4698007 h 6858000"/>
              <a:gd name="connsiteX118" fmla="*/ 2005458 w 7467600"/>
              <a:gd name="connsiteY118" fmla="*/ 4699540 h 6858000"/>
              <a:gd name="connsiteX119" fmla="*/ 2657186 w 7467600"/>
              <a:gd name="connsiteY119" fmla="*/ 4901687 h 6858000"/>
              <a:gd name="connsiteX120" fmla="*/ 2826662 w 7467600"/>
              <a:gd name="connsiteY120" fmla="*/ 4970362 h 6858000"/>
              <a:gd name="connsiteX121" fmla="*/ 2876100 w 7467600"/>
              <a:gd name="connsiteY121" fmla="*/ 4995397 h 6858000"/>
              <a:gd name="connsiteX122" fmla="*/ 3042600 w 7467600"/>
              <a:gd name="connsiteY122" fmla="*/ 5059532 h 6858000"/>
              <a:gd name="connsiteX123" fmla="*/ 1997014 w 7467600"/>
              <a:gd name="connsiteY123" fmla="*/ 4698007 h 6858000"/>
              <a:gd name="connsiteX124" fmla="*/ 2305292 w 7467600"/>
              <a:gd name="connsiteY124" fmla="*/ 4219492 h 6858000"/>
              <a:gd name="connsiteX125" fmla="*/ 3360922 w 7467600"/>
              <a:gd name="connsiteY125" fmla="*/ 4529373 h 6858000"/>
              <a:gd name="connsiteX126" fmla="*/ 3492420 w 7467600"/>
              <a:gd name="connsiteY126" fmla="*/ 4510145 h 6858000"/>
              <a:gd name="connsiteX127" fmla="*/ 3364086 w 7467600"/>
              <a:gd name="connsiteY127" fmla="*/ 4480340 h 6858000"/>
              <a:gd name="connsiteX128" fmla="*/ 3225818 w 7467600"/>
              <a:gd name="connsiteY128" fmla="*/ 4411822 h 6858000"/>
              <a:gd name="connsiteX129" fmla="*/ 3129696 w 7467600"/>
              <a:gd name="connsiteY129" fmla="*/ 4360704 h 6858000"/>
              <a:gd name="connsiteX130" fmla="*/ 2814545 w 7467600"/>
              <a:gd name="connsiteY130" fmla="*/ 4282955 h 6858000"/>
              <a:gd name="connsiteX131" fmla="*/ 2305292 w 7467600"/>
              <a:gd name="connsiteY131" fmla="*/ 4219492 h 6858000"/>
              <a:gd name="connsiteX132" fmla="*/ 2626982 w 7467600"/>
              <a:gd name="connsiteY132" fmla="*/ 4206450 h 6858000"/>
              <a:gd name="connsiteX133" fmla="*/ 2490617 w 7467600"/>
              <a:gd name="connsiteY133" fmla="*/ 4206951 h 6858000"/>
              <a:gd name="connsiteX134" fmla="*/ 2819869 w 7467600"/>
              <a:gd name="connsiteY134" fmla="*/ 4252936 h 6858000"/>
              <a:gd name="connsiteX135" fmla="*/ 3143018 w 7467600"/>
              <a:gd name="connsiteY135" fmla="*/ 4332698 h 6858000"/>
              <a:gd name="connsiteX136" fmla="*/ 3241520 w 7467600"/>
              <a:gd name="connsiteY136" fmla="*/ 4385112 h 6858000"/>
              <a:gd name="connsiteX137" fmla="*/ 3374575 w 7467600"/>
              <a:gd name="connsiteY137" fmla="*/ 4451517 h 6858000"/>
              <a:gd name="connsiteX138" fmla="*/ 3505221 w 7467600"/>
              <a:gd name="connsiteY138" fmla="*/ 4480757 h 6858000"/>
              <a:gd name="connsiteX139" fmla="*/ 2626982 w 7467600"/>
              <a:gd name="connsiteY139" fmla="*/ 4206450 h 6858000"/>
              <a:gd name="connsiteX140" fmla="*/ 1310106 w 7467600"/>
              <a:gd name="connsiteY140" fmla="*/ 3943217 h 6858000"/>
              <a:gd name="connsiteX141" fmla="*/ 854994 w 7467600"/>
              <a:gd name="connsiteY141" fmla="*/ 4399136 h 6858000"/>
              <a:gd name="connsiteX142" fmla="*/ 742462 w 7467600"/>
              <a:gd name="connsiteY142" fmla="*/ 4594648 h 6858000"/>
              <a:gd name="connsiteX143" fmla="*/ 820602 w 7467600"/>
              <a:gd name="connsiteY143" fmla="*/ 4485915 h 6858000"/>
              <a:gd name="connsiteX144" fmla="*/ 878295 w 7467600"/>
              <a:gd name="connsiteY144" fmla="*/ 4403594 h 6858000"/>
              <a:gd name="connsiteX145" fmla="*/ 1240607 w 7467600"/>
              <a:gd name="connsiteY145" fmla="*/ 4010401 h 6858000"/>
              <a:gd name="connsiteX146" fmla="*/ 1310106 w 7467600"/>
              <a:gd name="connsiteY146" fmla="*/ 3943217 h 6858000"/>
              <a:gd name="connsiteX147" fmla="*/ 1423113 w 7467600"/>
              <a:gd name="connsiteY147" fmla="*/ 3874565 h 6858000"/>
              <a:gd name="connsiteX148" fmla="*/ 1260565 w 7467600"/>
              <a:gd name="connsiteY148" fmla="*/ 4031982 h 6858000"/>
              <a:gd name="connsiteX149" fmla="*/ 901900 w 7467600"/>
              <a:gd name="connsiteY149" fmla="*/ 4421236 h 6858000"/>
              <a:gd name="connsiteX150" fmla="*/ 845044 w 7467600"/>
              <a:gd name="connsiteY150" fmla="*/ 4502436 h 6858000"/>
              <a:gd name="connsiteX151" fmla="*/ 685926 w 7467600"/>
              <a:gd name="connsiteY151" fmla="*/ 4703069 h 6858000"/>
              <a:gd name="connsiteX152" fmla="*/ 684248 w 7467600"/>
              <a:gd name="connsiteY152" fmla="*/ 4706721 h 6858000"/>
              <a:gd name="connsiteX153" fmla="*/ 1423113 w 7467600"/>
              <a:gd name="connsiteY153" fmla="*/ 3874565 h 6858000"/>
              <a:gd name="connsiteX154" fmla="*/ 3316479 w 7467600"/>
              <a:gd name="connsiteY154" fmla="*/ 3872136 h 6858000"/>
              <a:gd name="connsiteX155" fmla="*/ 3546806 w 7467600"/>
              <a:gd name="connsiteY155" fmla="*/ 4356139 h 6858000"/>
              <a:gd name="connsiteX156" fmla="*/ 3364433 w 7467600"/>
              <a:gd name="connsiteY156" fmla="*/ 3953121 h 6858000"/>
              <a:gd name="connsiteX157" fmla="*/ 3316479 w 7467600"/>
              <a:gd name="connsiteY157" fmla="*/ 3872136 h 6858000"/>
              <a:gd name="connsiteX158" fmla="*/ 3291335 w 7467600"/>
              <a:gd name="connsiteY158" fmla="*/ 3767420 h 6858000"/>
              <a:gd name="connsiteX159" fmla="*/ 3390805 w 7467600"/>
              <a:gd name="connsiteY159" fmla="*/ 3937163 h 6858000"/>
              <a:gd name="connsiteX160" fmla="*/ 3579062 w 7467600"/>
              <a:gd name="connsiteY160" fmla="*/ 4359040 h 6858000"/>
              <a:gd name="connsiteX161" fmla="*/ 3467355 w 7467600"/>
              <a:gd name="connsiteY161" fmla="*/ 3988130 h 6858000"/>
              <a:gd name="connsiteX162" fmla="*/ 3310753 w 7467600"/>
              <a:gd name="connsiteY162" fmla="*/ 3787140 h 6858000"/>
              <a:gd name="connsiteX163" fmla="*/ 3291335 w 7467600"/>
              <a:gd name="connsiteY163" fmla="*/ 3767420 h 6858000"/>
              <a:gd name="connsiteX164" fmla="*/ 1635889 w 7467600"/>
              <a:gd name="connsiteY164" fmla="*/ 3709494 h 6858000"/>
              <a:gd name="connsiteX165" fmla="*/ 1634800 w 7467600"/>
              <a:gd name="connsiteY165" fmla="*/ 3731111 h 6858000"/>
              <a:gd name="connsiteX166" fmla="*/ 1635889 w 7467600"/>
              <a:gd name="connsiteY166" fmla="*/ 3709494 h 6858000"/>
              <a:gd name="connsiteX167" fmla="*/ 1510397 w 7467600"/>
              <a:gd name="connsiteY167" fmla="*/ 3684705 h 6858000"/>
              <a:gd name="connsiteX168" fmla="*/ 1146550 w 7467600"/>
              <a:gd name="connsiteY168" fmla="*/ 3802012 h 6858000"/>
              <a:gd name="connsiteX169" fmla="*/ 698834 w 7467600"/>
              <a:gd name="connsiteY169" fmla="*/ 3952272 h 6858000"/>
              <a:gd name="connsiteX170" fmla="*/ 34256 w 7467600"/>
              <a:gd name="connsiteY170" fmla="*/ 4347603 h 6858000"/>
              <a:gd name="connsiteX171" fmla="*/ 527241 w 7467600"/>
              <a:gd name="connsiteY171" fmla="*/ 4065078 h 6858000"/>
              <a:gd name="connsiteX172" fmla="*/ 1510397 w 7467600"/>
              <a:gd name="connsiteY172" fmla="*/ 3684705 h 6858000"/>
              <a:gd name="connsiteX173" fmla="*/ 1313114 w 7467600"/>
              <a:gd name="connsiteY173" fmla="*/ 3655216 h 6858000"/>
              <a:gd name="connsiteX174" fmla="*/ 1109304 w 7467600"/>
              <a:gd name="connsiteY174" fmla="*/ 3669030 h 6858000"/>
              <a:gd name="connsiteX175" fmla="*/ 8129 w 7467600"/>
              <a:gd name="connsiteY175" fmla="*/ 4330519 h 6858000"/>
              <a:gd name="connsiteX176" fmla="*/ 687572 w 7467600"/>
              <a:gd name="connsiteY176" fmla="*/ 3925629 h 6858000"/>
              <a:gd name="connsiteX177" fmla="*/ 1138365 w 7467600"/>
              <a:gd name="connsiteY177" fmla="*/ 3774515 h 6858000"/>
              <a:gd name="connsiteX178" fmla="*/ 1505579 w 7467600"/>
              <a:gd name="connsiteY178" fmla="*/ 3655526 h 6858000"/>
              <a:gd name="connsiteX179" fmla="*/ 1313114 w 7467600"/>
              <a:gd name="connsiteY179" fmla="*/ 3655216 h 6858000"/>
              <a:gd name="connsiteX180" fmla="*/ 3655073 w 7467600"/>
              <a:gd name="connsiteY180" fmla="*/ 3650884 h 6858000"/>
              <a:gd name="connsiteX181" fmla="*/ 3989938 w 7467600"/>
              <a:gd name="connsiteY181" fmla="*/ 3991685 h 6858000"/>
              <a:gd name="connsiteX182" fmla="*/ 4393907 w 7467600"/>
              <a:gd name="connsiteY182" fmla="*/ 4261258 h 6858000"/>
              <a:gd name="connsiteX183" fmla="*/ 4648051 w 7467600"/>
              <a:gd name="connsiteY183" fmla="*/ 4374051 h 6858000"/>
              <a:gd name="connsiteX184" fmla="*/ 4383389 w 7467600"/>
              <a:gd name="connsiteY184" fmla="*/ 4184369 h 6858000"/>
              <a:gd name="connsiteX185" fmla="*/ 4165508 w 7467600"/>
              <a:gd name="connsiteY185" fmla="*/ 4035196 h 6858000"/>
              <a:gd name="connsiteX186" fmla="*/ 4068162 w 7467600"/>
              <a:gd name="connsiteY186" fmla="*/ 3953394 h 6858000"/>
              <a:gd name="connsiteX187" fmla="*/ 3981416 w 7467600"/>
              <a:gd name="connsiteY187" fmla="*/ 3880482 h 6858000"/>
              <a:gd name="connsiteX188" fmla="*/ 3800147 w 7467600"/>
              <a:gd name="connsiteY188" fmla="*/ 3749872 h 6858000"/>
              <a:gd name="connsiteX189" fmla="*/ 3655073 w 7467600"/>
              <a:gd name="connsiteY189" fmla="*/ 3650884 h 6858000"/>
              <a:gd name="connsiteX190" fmla="*/ 3670252 w 7467600"/>
              <a:gd name="connsiteY190" fmla="*/ 3622798 h 6858000"/>
              <a:gd name="connsiteX191" fmla="*/ 3817258 w 7467600"/>
              <a:gd name="connsiteY191" fmla="*/ 3723577 h 6858000"/>
              <a:gd name="connsiteX192" fmla="*/ 4000461 w 7467600"/>
              <a:gd name="connsiteY192" fmla="*/ 3855966 h 6858000"/>
              <a:gd name="connsiteX193" fmla="*/ 4088180 w 7467600"/>
              <a:gd name="connsiteY193" fmla="*/ 3929774 h 6858000"/>
              <a:gd name="connsiteX194" fmla="*/ 4184555 w 7467600"/>
              <a:gd name="connsiteY194" fmla="*/ 4010683 h 6858000"/>
              <a:gd name="connsiteX195" fmla="*/ 4399563 w 7467600"/>
              <a:gd name="connsiteY195" fmla="*/ 4158106 h 6858000"/>
              <a:gd name="connsiteX196" fmla="*/ 4684469 w 7467600"/>
              <a:gd name="connsiteY196" fmla="*/ 4364680 h 6858000"/>
              <a:gd name="connsiteX197" fmla="*/ 4690271 w 7467600"/>
              <a:gd name="connsiteY197" fmla="*/ 4370034 h 6858000"/>
              <a:gd name="connsiteX198" fmla="*/ 4136093 w 7467600"/>
              <a:gd name="connsiteY198" fmla="*/ 3858466 h 6858000"/>
              <a:gd name="connsiteX199" fmla="*/ 3670252 w 7467600"/>
              <a:gd name="connsiteY199" fmla="*/ 3622798 h 6858000"/>
              <a:gd name="connsiteX200" fmla="*/ 4440129 w 7467600"/>
              <a:gd name="connsiteY200" fmla="*/ 3448571 h 6858000"/>
              <a:gd name="connsiteX201" fmla="*/ 4856525 w 7467600"/>
              <a:gd name="connsiteY201" fmla="*/ 3915351 h 6858000"/>
              <a:gd name="connsiteX202" fmla="*/ 5059055 w 7467600"/>
              <a:gd name="connsiteY202" fmla="*/ 4108918 h 6858000"/>
              <a:gd name="connsiteX203" fmla="*/ 5290070 w 7467600"/>
              <a:gd name="connsiteY203" fmla="*/ 4263619 h 6858000"/>
              <a:gd name="connsiteX204" fmla="*/ 4834991 w 7467600"/>
              <a:gd name="connsiteY204" fmla="*/ 3830985 h 6858000"/>
              <a:gd name="connsiteX205" fmla="*/ 4440129 w 7467600"/>
              <a:gd name="connsiteY205" fmla="*/ 3448571 h 6858000"/>
              <a:gd name="connsiteX206" fmla="*/ 4441737 w 7467600"/>
              <a:gd name="connsiteY206" fmla="*/ 3399734 h 6858000"/>
              <a:gd name="connsiteX207" fmla="*/ 4431236 w 7467600"/>
              <a:gd name="connsiteY207" fmla="*/ 3400954 h 6858000"/>
              <a:gd name="connsiteX208" fmla="*/ 4557150 w 7467600"/>
              <a:gd name="connsiteY208" fmla="*/ 3510023 h 6858000"/>
              <a:gd name="connsiteX209" fmla="*/ 4856936 w 7467600"/>
              <a:gd name="connsiteY209" fmla="*/ 3809146 h 6858000"/>
              <a:gd name="connsiteX210" fmla="*/ 5111996 w 7467600"/>
              <a:gd name="connsiteY210" fmla="*/ 4065759 h 6858000"/>
              <a:gd name="connsiteX211" fmla="*/ 5388878 w 7467600"/>
              <a:gd name="connsiteY211" fmla="*/ 4300185 h 6858000"/>
              <a:gd name="connsiteX212" fmla="*/ 5425556 w 7467600"/>
              <a:gd name="connsiteY212" fmla="*/ 4308967 h 6858000"/>
              <a:gd name="connsiteX213" fmla="*/ 4943646 w 7467600"/>
              <a:gd name="connsiteY213" fmla="*/ 3822916 h 6858000"/>
              <a:gd name="connsiteX214" fmla="*/ 4594837 w 7467600"/>
              <a:gd name="connsiteY214" fmla="*/ 3532274 h 6858000"/>
              <a:gd name="connsiteX215" fmla="*/ 4441737 w 7467600"/>
              <a:gd name="connsiteY215" fmla="*/ 3399734 h 6858000"/>
              <a:gd name="connsiteX216" fmla="*/ 5425834 w 7467600"/>
              <a:gd name="connsiteY216" fmla="*/ 3162785 h 6858000"/>
              <a:gd name="connsiteX217" fmla="*/ 5401644 w 7467600"/>
              <a:gd name="connsiteY217" fmla="*/ 3617847 h 6858000"/>
              <a:gd name="connsiteX218" fmla="*/ 5467256 w 7467600"/>
              <a:gd name="connsiteY218" fmla="*/ 4175494 h 6858000"/>
              <a:gd name="connsiteX219" fmla="*/ 5448069 w 7467600"/>
              <a:gd name="connsiteY219" fmla="*/ 3567554 h 6858000"/>
              <a:gd name="connsiteX220" fmla="*/ 5425834 w 7467600"/>
              <a:gd name="connsiteY220" fmla="*/ 3162785 h 6858000"/>
              <a:gd name="connsiteX221" fmla="*/ 1318687 w 7467600"/>
              <a:gd name="connsiteY221" fmla="*/ 3113840 h 6858000"/>
              <a:gd name="connsiteX222" fmla="*/ 1066793 w 7467600"/>
              <a:gd name="connsiteY222" fmla="*/ 3212171 h 6858000"/>
              <a:gd name="connsiteX223" fmla="*/ 993319 w 7467600"/>
              <a:gd name="connsiteY223" fmla="*/ 3247648 h 6858000"/>
              <a:gd name="connsiteX224" fmla="*/ 853081 w 7467600"/>
              <a:gd name="connsiteY224" fmla="*/ 3312410 h 6858000"/>
              <a:gd name="connsiteX225" fmla="*/ 805957 w 7467600"/>
              <a:gd name="connsiteY225" fmla="*/ 3330443 h 6858000"/>
              <a:gd name="connsiteX226" fmla="*/ 1318687 w 7467600"/>
              <a:gd name="connsiteY226" fmla="*/ 3113840 h 6858000"/>
              <a:gd name="connsiteX227" fmla="*/ 5453702 w 7467600"/>
              <a:gd name="connsiteY227" fmla="*/ 3090882 h 6858000"/>
              <a:gd name="connsiteX228" fmla="*/ 5480135 w 7467600"/>
              <a:gd name="connsiteY228" fmla="*/ 3565802 h 6858000"/>
              <a:gd name="connsiteX229" fmla="*/ 5499023 w 7467600"/>
              <a:gd name="connsiteY229" fmla="*/ 4166310 h 6858000"/>
              <a:gd name="connsiteX230" fmla="*/ 5547022 w 7467600"/>
              <a:gd name="connsiteY230" fmla="*/ 3607838 h 6858000"/>
              <a:gd name="connsiteX231" fmla="*/ 5515964 w 7467600"/>
              <a:gd name="connsiteY231" fmla="*/ 3378541 h 6858000"/>
              <a:gd name="connsiteX232" fmla="*/ 5453702 w 7467600"/>
              <a:gd name="connsiteY232" fmla="*/ 3090882 h 6858000"/>
              <a:gd name="connsiteX233" fmla="*/ 1238695 w 7467600"/>
              <a:gd name="connsiteY233" fmla="*/ 3076820 h 6858000"/>
              <a:gd name="connsiteX234" fmla="*/ 716371 w 7467600"/>
              <a:gd name="connsiteY234" fmla="*/ 3293249 h 6858000"/>
              <a:gd name="connsiteX235" fmla="*/ 579522 w 7467600"/>
              <a:gd name="connsiteY235" fmla="*/ 3371759 h 6858000"/>
              <a:gd name="connsiteX236" fmla="*/ 600288 w 7467600"/>
              <a:gd name="connsiteY236" fmla="*/ 3365555 h 6858000"/>
              <a:gd name="connsiteX237" fmla="*/ 840692 w 7467600"/>
              <a:gd name="connsiteY237" fmla="*/ 3284921 h 6858000"/>
              <a:gd name="connsiteX238" fmla="*/ 979248 w 7467600"/>
              <a:gd name="connsiteY238" fmla="*/ 3221003 h 6858000"/>
              <a:gd name="connsiteX239" fmla="*/ 1053282 w 7467600"/>
              <a:gd name="connsiteY239" fmla="*/ 3185247 h 6858000"/>
              <a:gd name="connsiteX240" fmla="*/ 1320603 w 7467600"/>
              <a:gd name="connsiteY240" fmla="*/ 3081281 h 6858000"/>
              <a:gd name="connsiteX241" fmla="*/ 1238695 w 7467600"/>
              <a:gd name="connsiteY241" fmla="*/ 3076820 h 6858000"/>
              <a:gd name="connsiteX242" fmla="*/ 5425627 w 7467600"/>
              <a:gd name="connsiteY242" fmla="*/ 2954192 h 6858000"/>
              <a:gd name="connsiteX243" fmla="*/ 5470770 w 7467600"/>
              <a:gd name="connsiteY243" fmla="*/ 3005435 h 6858000"/>
              <a:gd name="connsiteX244" fmla="*/ 5519779 w 7467600"/>
              <a:gd name="connsiteY244" fmla="*/ 4359223 h 6858000"/>
              <a:gd name="connsiteX245" fmla="*/ 5520293 w 7467600"/>
              <a:gd name="connsiteY245" fmla="*/ 4360602 h 6858000"/>
              <a:gd name="connsiteX246" fmla="*/ 5767221 w 7467600"/>
              <a:gd name="connsiteY246" fmla="*/ 4665564 h 6858000"/>
              <a:gd name="connsiteX247" fmla="*/ 6937169 w 7467600"/>
              <a:gd name="connsiteY247" fmla="*/ 4815941 h 6858000"/>
              <a:gd name="connsiteX248" fmla="*/ 6953922 w 7467600"/>
              <a:gd name="connsiteY248" fmla="*/ 4890068 h 6858000"/>
              <a:gd name="connsiteX249" fmla="*/ 6071359 w 7467600"/>
              <a:gd name="connsiteY249" fmla="*/ 4770770 h 6858000"/>
              <a:gd name="connsiteX250" fmla="*/ 6038839 w 7467600"/>
              <a:gd name="connsiteY250" fmla="*/ 4764474 h 6858000"/>
              <a:gd name="connsiteX251" fmla="*/ 6038706 w 7467600"/>
              <a:gd name="connsiteY251" fmla="*/ 4763847 h 6858000"/>
              <a:gd name="connsiteX252" fmla="*/ 6037784 w 7467600"/>
              <a:gd name="connsiteY252" fmla="*/ 4764270 h 6858000"/>
              <a:gd name="connsiteX253" fmla="*/ 6038839 w 7467600"/>
              <a:gd name="connsiteY253" fmla="*/ 4764474 h 6858000"/>
              <a:gd name="connsiteX254" fmla="*/ 6040338 w 7467600"/>
              <a:gd name="connsiteY254" fmla="*/ 4771418 h 6858000"/>
              <a:gd name="connsiteX255" fmla="*/ 6024488 w 7467600"/>
              <a:gd name="connsiteY255" fmla="*/ 4809903 h 6858000"/>
              <a:gd name="connsiteX256" fmla="*/ 5599771 w 7467600"/>
              <a:gd name="connsiteY256" fmla="*/ 5509652 h 6858000"/>
              <a:gd name="connsiteX257" fmla="*/ 5548843 w 7467600"/>
              <a:gd name="connsiteY257" fmla="*/ 5563845 h 6858000"/>
              <a:gd name="connsiteX258" fmla="*/ 5940952 w 7467600"/>
              <a:gd name="connsiteY258" fmla="*/ 6250028 h 6858000"/>
              <a:gd name="connsiteX259" fmla="*/ 6043441 w 7467600"/>
              <a:gd name="connsiteY259" fmla="*/ 6665847 h 6858000"/>
              <a:gd name="connsiteX260" fmla="*/ 6093432 w 7467600"/>
              <a:gd name="connsiteY260" fmla="*/ 6858000 h 6858000"/>
              <a:gd name="connsiteX261" fmla="*/ 6034344 w 7467600"/>
              <a:gd name="connsiteY261" fmla="*/ 6858000 h 6858000"/>
              <a:gd name="connsiteX262" fmla="*/ 6026679 w 7467600"/>
              <a:gd name="connsiteY262" fmla="*/ 6836959 h 6858000"/>
              <a:gd name="connsiteX263" fmla="*/ 5800441 w 7467600"/>
              <a:gd name="connsiteY263" fmla="*/ 6335286 h 6858000"/>
              <a:gd name="connsiteX264" fmla="*/ 5526562 w 7467600"/>
              <a:gd name="connsiteY264" fmla="*/ 5705388 h 6858000"/>
              <a:gd name="connsiteX265" fmla="*/ 5519640 w 7467600"/>
              <a:gd name="connsiteY265" fmla="*/ 5683774 h 6858000"/>
              <a:gd name="connsiteX266" fmla="*/ 5844559 w 7467600"/>
              <a:gd name="connsiteY266" fmla="*/ 6553349 h 6858000"/>
              <a:gd name="connsiteX267" fmla="*/ 5975994 w 7467600"/>
              <a:gd name="connsiteY267" fmla="*/ 6858000 h 6858000"/>
              <a:gd name="connsiteX268" fmla="*/ 5898547 w 7467600"/>
              <a:gd name="connsiteY268" fmla="*/ 6858000 h 6858000"/>
              <a:gd name="connsiteX269" fmla="*/ 5682041 w 7467600"/>
              <a:gd name="connsiteY269" fmla="*/ 6355860 h 6858000"/>
              <a:gd name="connsiteX270" fmla="*/ 5461758 w 7467600"/>
              <a:gd name="connsiteY270" fmla="*/ 5820220 h 6858000"/>
              <a:gd name="connsiteX271" fmla="*/ 5237282 w 7467600"/>
              <a:gd name="connsiteY271" fmla="*/ 6579086 h 6858000"/>
              <a:gd name="connsiteX272" fmla="*/ 5115009 w 7467600"/>
              <a:gd name="connsiteY272" fmla="*/ 6858000 h 6858000"/>
              <a:gd name="connsiteX273" fmla="*/ 5028074 w 7467600"/>
              <a:gd name="connsiteY273" fmla="*/ 6858000 h 6858000"/>
              <a:gd name="connsiteX274" fmla="*/ 5079508 w 7467600"/>
              <a:gd name="connsiteY274" fmla="*/ 6749074 h 6858000"/>
              <a:gd name="connsiteX275" fmla="*/ 5371846 w 7467600"/>
              <a:gd name="connsiteY275" fmla="*/ 5924413 h 6858000"/>
              <a:gd name="connsiteX276" fmla="*/ 5270512 w 7467600"/>
              <a:gd name="connsiteY276" fmla="*/ 6138975 h 6858000"/>
              <a:gd name="connsiteX277" fmla="*/ 5062409 w 7467600"/>
              <a:gd name="connsiteY277" fmla="*/ 6653544 h 6858000"/>
              <a:gd name="connsiteX278" fmla="*/ 5036628 w 7467600"/>
              <a:gd name="connsiteY278" fmla="*/ 6754247 h 6858000"/>
              <a:gd name="connsiteX279" fmla="*/ 5009112 w 7467600"/>
              <a:gd name="connsiteY279" fmla="*/ 6858000 h 6858000"/>
              <a:gd name="connsiteX280" fmla="*/ 4976679 w 7467600"/>
              <a:gd name="connsiteY280" fmla="*/ 6858000 h 6858000"/>
              <a:gd name="connsiteX281" fmla="*/ 5006537 w 7467600"/>
              <a:gd name="connsiteY281" fmla="*/ 6747068 h 6858000"/>
              <a:gd name="connsiteX282" fmla="*/ 5032723 w 7467600"/>
              <a:gd name="connsiteY282" fmla="*/ 6644957 h 6858000"/>
              <a:gd name="connsiteX283" fmla="*/ 5242949 w 7467600"/>
              <a:gd name="connsiteY283" fmla="*/ 6125175 h 6858000"/>
              <a:gd name="connsiteX284" fmla="*/ 5286321 w 7467600"/>
              <a:gd name="connsiteY284" fmla="*/ 6033555 h 6858000"/>
              <a:gd name="connsiteX285" fmla="*/ 5008210 w 7467600"/>
              <a:gd name="connsiteY285" fmla="*/ 6649194 h 6858000"/>
              <a:gd name="connsiteX286" fmla="*/ 4986321 w 7467600"/>
              <a:gd name="connsiteY286" fmla="*/ 6765687 h 6858000"/>
              <a:gd name="connsiteX287" fmla="*/ 4973474 w 7467600"/>
              <a:gd name="connsiteY287" fmla="*/ 6858000 h 6858000"/>
              <a:gd name="connsiteX288" fmla="*/ 4907178 w 7467600"/>
              <a:gd name="connsiteY288" fmla="*/ 6858000 h 6858000"/>
              <a:gd name="connsiteX289" fmla="*/ 4910810 w 7467600"/>
              <a:gd name="connsiteY289" fmla="*/ 6829660 h 6858000"/>
              <a:gd name="connsiteX290" fmla="*/ 4987461 w 7467600"/>
              <a:gd name="connsiteY290" fmla="*/ 6432994 h 6858000"/>
              <a:gd name="connsiteX291" fmla="*/ 5179262 w 7467600"/>
              <a:gd name="connsiteY291" fmla="*/ 6035044 h 6858000"/>
              <a:gd name="connsiteX292" fmla="*/ 4689678 w 7467600"/>
              <a:gd name="connsiteY292" fmla="*/ 6440241 h 6858000"/>
              <a:gd name="connsiteX293" fmla="*/ 4477543 w 7467600"/>
              <a:gd name="connsiteY293" fmla="*/ 6674836 h 6858000"/>
              <a:gd name="connsiteX294" fmla="*/ 4329957 w 7467600"/>
              <a:gd name="connsiteY294" fmla="*/ 6858000 h 6858000"/>
              <a:gd name="connsiteX295" fmla="*/ 4218595 w 7467600"/>
              <a:gd name="connsiteY295" fmla="*/ 6858000 h 6858000"/>
              <a:gd name="connsiteX296" fmla="*/ 4368888 w 7467600"/>
              <a:gd name="connsiteY296" fmla="*/ 6668412 h 6858000"/>
              <a:gd name="connsiteX297" fmla="*/ 4563091 w 7467600"/>
              <a:gd name="connsiteY297" fmla="*/ 6442508 h 6858000"/>
              <a:gd name="connsiteX298" fmla="*/ 5387324 w 7467600"/>
              <a:gd name="connsiteY298" fmla="*/ 5705830 h 6858000"/>
              <a:gd name="connsiteX299" fmla="*/ 5073620 w 7467600"/>
              <a:gd name="connsiteY299" fmla="*/ 5955437 h 6858000"/>
              <a:gd name="connsiteX300" fmla="*/ 4689789 w 7467600"/>
              <a:gd name="connsiteY300" fmla="*/ 6268382 h 6858000"/>
              <a:gd name="connsiteX301" fmla="*/ 4418722 w 7467600"/>
              <a:gd name="connsiteY301" fmla="*/ 6570886 h 6858000"/>
              <a:gd name="connsiteX302" fmla="*/ 4214944 w 7467600"/>
              <a:gd name="connsiteY302" fmla="*/ 6858000 h 6858000"/>
              <a:gd name="connsiteX303" fmla="*/ 4177898 w 7467600"/>
              <a:gd name="connsiteY303" fmla="*/ 6858000 h 6858000"/>
              <a:gd name="connsiteX304" fmla="*/ 4391597 w 7467600"/>
              <a:gd name="connsiteY304" fmla="*/ 6556370 h 6858000"/>
              <a:gd name="connsiteX305" fmla="*/ 4668889 w 7467600"/>
              <a:gd name="connsiteY305" fmla="*/ 6246399 h 6858000"/>
              <a:gd name="connsiteX306" fmla="*/ 5055427 w 7467600"/>
              <a:gd name="connsiteY306" fmla="*/ 5931476 h 6858000"/>
              <a:gd name="connsiteX307" fmla="*/ 5371814 w 7467600"/>
              <a:gd name="connsiteY307" fmla="*/ 5678975 h 6858000"/>
              <a:gd name="connsiteX308" fmla="*/ 4987918 w 7467600"/>
              <a:gd name="connsiteY308" fmla="*/ 5838701 h 6858000"/>
              <a:gd name="connsiteX309" fmla="*/ 4317146 w 7467600"/>
              <a:gd name="connsiteY309" fmla="*/ 6587716 h 6858000"/>
              <a:gd name="connsiteX310" fmla="*/ 4171627 w 7467600"/>
              <a:gd name="connsiteY310" fmla="*/ 6858000 h 6858000"/>
              <a:gd name="connsiteX311" fmla="*/ 4081585 w 7467600"/>
              <a:gd name="connsiteY311" fmla="*/ 6858000 h 6858000"/>
              <a:gd name="connsiteX312" fmla="*/ 4238603 w 7467600"/>
              <a:gd name="connsiteY312" fmla="*/ 6559341 h 6858000"/>
              <a:gd name="connsiteX313" fmla="*/ 4778333 w 7467600"/>
              <a:gd name="connsiteY313" fmla="*/ 5873626 h 6858000"/>
              <a:gd name="connsiteX314" fmla="*/ 5414185 w 7467600"/>
              <a:gd name="connsiteY314" fmla="*/ 5573882 h 6858000"/>
              <a:gd name="connsiteX315" fmla="*/ 5959648 w 7467600"/>
              <a:gd name="connsiteY315" fmla="*/ 4760797 h 6858000"/>
              <a:gd name="connsiteX316" fmla="*/ 5355019 w 7467600"/>
              <a:gd name="connsiteY316" fmla="*/ 4734672 h 6858000"/>
              <a:gd name="connsiteX317" fmla="*/ 5083565 w 7467600"/>
              <a:gd name="connsiteY317" fmla="*/ 5179121 h 6858000"/>
              <a:gd name="connsiteX318" fmla="*/ 4713577 w 7467600"/>
              <a:gd name="connsiteY318" fmla="*/ 5616803 h 6858000"/>
              <a:gd name="connsiteX319" fmla="*/ 3989559 w 7467600"/>
              <a:gd name="connsiteY319" fmla="*/ 6145945 h 6858000"/>
              <a:gd name="connsiteX320" fmla="*/ 3939824 w 7467600"/>
              <a:gd name="connsiteY320" fmla="*/ 6066900 h 6858000"/>
              <a:gd name="connsiteX321" fmla="*/ 4584537 w 7467600"/>
              <a:gd name="connsiteY321" fmla="*/ 5324826 h 6858000"/>
              <a:gd name="connsiteX322" fmla="*/ 5037105 w 7467600"/>
              <a:gd name="connsiteY322" fmla="*/ 5088765 h 6858000"/>
              <a:gd name="connsiteX323" fmla="*/ 5039930 w 7467600"/>
              <a:gd name="connsiteY323" fmla="*/ 5089585 h 6858000"/>
              <a:gd name="connsiteX324" fmla="*/ 5263764 w 7467600"/>
              <a:gd name="connsiteY324" fmla="*/ 4735525 h 6858000"/>
              <a:gd name="connsiteX325" fmla="*/ 4086300 w 7467600"/>
              <a:gd name="connsiteY325" fmla="*/ 4884599 h 6858000"/>
              <a:gd name="connsiteX326" fmla="*/ 4085485 w 7467600"/>
              <a:gd name="connsiteY326" fmla="*/ 4899070 h 6858000"/>
              <a:gd name="connsiteX327" fmla="*/ 3871915 w 7467600"/>
              <a:gd name="connsiteY327" fmla="*/ 5253645 h 6858000"/>
              <a:gd name="connsiteX328" fmla="*/ 3799374 w 7467600"/>
              <a:gd name="connsiteY328" fmla="*/ 5466127 h 6858000"/>
              <a:gd name="connsiteX329" fmla="*/ 3498850 w 7467600"/>
              <a:gd name="connsiteY329" fmla="*/ 6661888 h 6858000"/>
              <a:gd name="connsiteX330" fmla="*/ 3399216 w 7467600"/>
              <a:gd name="connsiteY330" fmla="*/ 6858000 h 6858000"/>
              <a:gd name="connsiteX331" fmla="*/ 3303688 w 7467600"/>
              <a:gd name="connsiteY331" fmla="*/ 6858000 h 6858000"/>
              <a:gd name="connsiteX332" fmla="*/ 3391774 w 7467600"/>
              <a:gd name="connsiteY332" fmla="*/ 6697181 h 6858000"/>
              <a:gd name="connsiteX333" fmla="*/ 3735540 w 7467600"/>
              <a:gd name="connsiteY333" fmla="*/ 5546923 h 6858000"/>
              <a:gd name="connsiteX334" fmla="*/ 3729438 w 7467600"/>
              <a:gd name="connsiteY334" fmla="*/ 5569058 h 6858000"/>
              <a:gd name="connsiteX335" fmla="*/ 3707782 w 7467600"/>
              <a:gd name="connsiteY335" fmla="*/ 5644908 h 6858000"/>
              <a:gd name="connsiteX336" fmla="*/ 3583827 w 7467600"/>
              <a:gd name="connsiteY336" fmla="*/ 6039215 h 6858000"/>
              <a:gd name="connsiteX337" fmla="*/ 3547861 w 7467600"/>
              <a:gd name="connsiteY337" fmla="*/ 6129609 h 6858000"/>
              <a:gd name="connsiteX338" fmla="*/ 3490905 w 7467600"/>
              <a:gd name="connsiteY338" fmla="*/ 6277660 h 6858000"/>
              <a:gd name="connsiteX339" fmla="*/ 3455859 w 7467600"/>
              <a:gd name="connsiteY339" fmla="*/ 6391301 h 6858000"/>
              <a:gd name="connsiteX340" fmla="*/ 3429112 w 7467600"/>
              <a:gd name="connsiteY340" fmla="*/ 6479469 h 6858000"/>
              <a:gd name="connsiteX341" fmla="*/ 3304862 w 7467600"/>
              <a:gd name="connsiteY341" fmla="*/ 6796476 h 6858000"/>
              <a:gd name="connsiteX342" fmla="*/ 3276071 w 7467600"/>
              <a:gd name="connsiteY342" fmla="*/ 6858000 h 6858000"/>
              <a:gd name="connsiteX343" fmla="*/ 3240805 w 7467600"/>
              <a:gd name="connsiteY343" fmla="*/ 6858000 h 6858000"/>
              <a:gd name="connsiteX344" fmla="*/ 3275917 w 7467600"/>
              <a:gd name="connsiteY344" fmla="*/ 6783192 h 6858000"/>
              <a:gd name="connsiteX345" fmla="*/ 3399358 w 7467600"/>
              <a:gd name="connsiteY345" fmla="*/ 6469011 h 6858000"/>
              <a:gd name="connsiteX346" fmla="*/ 3425650 w 7467600"/>
              <a:gd name="connsiteY346" fmla="*/ 6381333 h 6858000"/>
              <a:gd name="connsiteX347" fmla="*/ 3460661 w 7467600"/>
              <a:gd name="connsiteY347" fmla="*/ 6266763 h 6858000"/>
              <a:gd name="connsiteX348" fmla="*/ 3518021 w 7467600"/>
              <a:gd name="connsiteY348" fmla="*/ 6117298 h 6858000"/>
              <a:gd name="connsiteX349" fmla="*/ 3554035 w 7467600"/>
              <a:gd name="connsiteY349" fmla="*/ 6027832 h 6858000"/>
              <a:gd name="connsiteX350" fmla="*/ 3677174 w 7467600"/>
              <a:gd name="connsiteY350" fmla="*/ 5636351 h 6858000"/>
              <a:gd name="connsiteX351" fmla="*/ 3698819 w 7467600"/>
              <a:gd name="connsiteY351" fmla="*/ 5560503 h 6858000"/>
              <a:gd name="connsiteX352" fmla="*/ 3702094 w 7467600"/>
              <a:gd name="connsiteY352" fmla="*/ 5549194 h 6858000"/>
              <a:gd name="connsiteX353" fmla="*/ 3398355 w 7467600"/>
              <a:gd name="connsiteY353" fmla="*/ 6094603 h 6858000"/>
              <a:gd name="connsiteX354" fmla="*/ 3193941 w 7467600"/>
              <a:gd name="connsiteY354" fmla="*/ 6798775 h 6858000"/>
              <a:gd name="connsiteX355" fmla="*/ 3184140 w 7467600"/>
              <a:gd name="connsiteY355" fmla="*/ 6858000 h 6858000"/>
              <a:gd name="connsiteX356" fmla="*/ 3099978 w 7467600"/>
              <a:gd name="connsiteY356" fmla="*/ 6858000 h 6858000"/>
              <a:gd name="connsiteX357" fmla="*/ 3101556 w 7467600"/>
              <a:gd name="connsiteY357" fmla="*/ 6843337 h 6858000"/>
              <a:gd name="connsiteX358" fmla="*/ 3370162 w 7467600"/>
              <a:gd name="connsiteY358" fmla="*/ 5785550 h 6858000"/>
              <a:gd name="connsiteX359" fmla="*/ 3746477 w 7467600"/>
              <a:gd name="connsiteY359" fmla="*/ 5377889 h 6858000"/>
              <a:gd name="connsiteX360" fmla="*/ 3863399 w 7467600"/>
              <a:gd name="connsiteY360" fmla="*/ 5087257 h 6858000"/>
              <a:gd name="connsiteX361" fmla="*/ 3968712 w 7467600"/>
              <a:gd name="connsiteY361" fmla="*/ 4913989 h 6858000"/>
              <a:gd name="connsiteX362" fmla="*/ 2792390 w 7467600"/>
              <a:gd name="connsiteY362" fmla="*/ 5382974 h 6858000"/>
              <a:gd name="connsiteX363" fmla="*/ 2714982 w 7467600"/>
              <a:gd name="connsiteY363" fmla="*/ 5427051 h 6858000"/>
              <a:gd name="connsiteX364" fmla="*/ 2813361 w 7467600"/>
              <a:gd name="connsiteY364" fmla="*/ 6023912 h 6858000"/>
              <a:gd name="connsiteX365" fmla="*/ 2688430 w 7467600"/>
              <a:gd name="connsiteY365" fmla="*/ 6801564 h 6858000"/>
              <a:gd name="connsiteX366" fmla="*/ 2629626 w 7467600"/>
              <a:gd name="connsiteY366" fmla="*/ 6763394 h 6858000"/>
              <a:gd name="connsiteX367" fmla="*/ 2565328 w 7467600"/>
              <a:gd name="connsiteY367" fmla="*/ 5516399 h 6858000"/>
              <a:gd name="connsiteX368" fmla="*/ 1922999 w 7467600"/>
              <a:gd name="connsiteY368" fmla="*/ 5980343 h 6858000"/>
              <a:gd name="connsiteX369" fmla="*/ 1950261 w 7467600"/>
              <a:gd name="connsiteY369" fmla="*/ 6405858 h 6858000"/>
              <a:gd name="connsiteX370" fmla="*/ 2365554 w 7467600"/>
              <a:gd name="connsiteY370" fmla="*/ 6759107 h 6858000"/>
              <a:gd name="connsiteX371" fmla="*/ 2424142 w 7467600"/>
              <a:gd name="connsiteY371" fmla="*/ 6858000 h 6858000"/>
              <a:gd name="connsiteX372" fmla="*/ 2395994 w 7467600"/>
              <a:gd name="connsiteY372" fmla="*/ 6858000 h 6858000"/>
              <a:gd name="connsiteX373" fmla="*/ 2392863 w 7467600"/>
              <a:gd name="connsiteY373" fmla="*/ 6852964 h 6858000"/>
              <a:gd name="connsiteX374" fmla="*/ 2017589 w 7467600"/>
              <a:gd name="connsiteY374" fmla="*/ 6493982 h 6858000"/>
              <a:gd name="connsiteX375" fmla="*/ 2147336 w 7467600"/>
              <a:gd name="connsiteY375" fmla="*/ 6594052 h 6858000"/>
              <a:gd name="connsiteX376" fmla="*/ 2207047 w 7467600"/>
              <a:gd name="connsiteY376" fmla="*/ 6654540 h 6858000"/>
              <a:gd name="connsiteX377" fmla="*/ 2299106 w 7467600"/>
              <a:gd name="connsiteY377" fmla="*/ 6778931 h 6858000"/>
              <a:gd name="connsiteX378" fmla="*/ 2314430 w 7467600"/>
              <a:gd name="connsiteY378" fmla="*/ 6801144 h 6858000"/>
              <a:gd name="connsiteX379" fmla="*/ 2352406 w 7467600"/>
              <a:gd name="connsiteY379" fmla="*/ 6858000 h 6858000"/>
              <a:gd name="connsiteX380" fmla="*/ 2314492 w 7467600"/>
              <a:gd name="connsiteY380" fmla="*/ 6858000 h 6858000"/>
              <a:gd name="connsiteX381" fmla="*/ 2288095 w 7467600"/>
              <a:gd name="connsiteY381" fmla="*/ 6818030 h 6858000"/>
              <a:gd name="connsiteX382" fmla="*/ 2272768 w 7467600"/>
              <a:gd name="connsiteY382" fmla="*/ 6795822 h 6858000"/>
              <a:gd name="connsiteX383" fmla="*/ 2182715 w 7467600"/>
              <a:gd name="connsiteY383" fmla="*/ 6675071 h 6858000"/>
              <a:gd name="connsiteX384" fmla="*/ 2032061 w 7467600"/>
              <a:gd name="connsiteY384" fmla="*/ 6541380 h 6858000"/>
              <a:gd name="connsiteX385" fmla="*/ 2257220 w 7467600"/>
              <a:gd name="connsiteY385" fmla="*/ 6826257 h 6858000"/>
              <a:gd name="connsiteX386" fmla="*/ 2281324 w 7467600"/>
              <a:gd name="connsiteY386" fmla="*/ 6858000 h 6858000"/>
              <a:gd name="connsiteX387" fmla="*/ 2242860 w 7467600"/>
              <a:gd name="connsiteY387" fmla="*/ 6858000 h 6858000"/>
              <a:gd name="connsiteX388" fmla="*/ 2232818 w 7467600"/>
              <a:gd name="connsiteY388" fmla="*/ 6844926 h 6858000"/>
              <a:gd name="connsiteX389" fmla="*/ 1990172 w 7467600"/>
              <a:gd name="connsiteY389" fmla="*/ 6542121 h 6858000"/>
              <a:gd name="connsiteX390" fmla="*/ 2124090 w 7467600"/>
              <a:gd name="connsiteY390" fmla="*/ 6761017 h 6858000"/>
              <a:gd name="connsiteX391" fmla="*/ 2200380 w 7467600"/>
              <a:gd name="connsiteY391" fmla="*/ 6858000 h 6858000"/>
              <a:gd name="connsiteX392" fmla="*/ 2147507 w 7467600"/>
              <a:gd name="connsiteY392" fmla="*/ 6858000 h 6858000"/>
              <a:gd name="connsiteX393" fmla="*/ 2070668 w 7467600"/>
              <a:gd name="connsiteY393" fmla="*/ 6761520 h 6858000"/>
              <a:gd name="connsiteX394" fmla="*/ 1975142 w 7467600"/>
              <a:gd name="connsiteY394" fmla="*/ 6585570 h 6858000"/>
              <a:gd name="connsiteX395" fmla="*/ 2050035 w 7467600"/>
              <a:gd name="connsiteY395" fmla="*/ 6813345 h 6858000"/>
              <a:gd name="connsiteX396" fmla="*/ 2063025 w 7467600"/>
              <a:gd name="connsiteY396" fmla="*/ 6858000 h 6858000"/>
              <a:gd name="connsiteX397" fmla="*/ 2021675 w 7467600"/>
              <a:gd name="connsiteY397" fmla="*/ 6858000 h 6858000"/>
              <a:gd name="connsiteX398" fmla="*/ 2019308 w 7467600"/>
              <a:gd name="connsiteY398" fmla="*/ 6847118 h 6858000"/>
              <a:gd name="connsiteX399" fmla="*/ 1938835 w 7467600"/>
              <a:gd name="connsiteY399" fmla="*/ 6551160 h 6858000"/>
              <a:gd name="connsiteX400" fmla="*/ 1953230 w 7467600"/>
              <a:gd name="connsiteY400" fmla="*/ 6759699 h 6858000"/>
              <a:gd name="connsiteX401" fmla="*/ 1956763 w 7467600"/>
              <a:gd name="connsiteY401" fmla="*/ 6778191 h 6858000"/>
              <a:gd name="connsiteX402" fmla="*/ 1967925 w 7467600"/>
              <a:gd name="connsiteY402" fmla="*/ 6858000 h 6858000"/>
              <a:gd name="connsiteX403" fmla="*/ 1936622 w 7467600"/>
              <a:gd name="connsiteY403" fmla="*/ 6858000 h 6858000"/>
              <a:gd name="connsiteX404" fmla="*/ 1926261 w 7467600"/>
              <a:gd name="connsiteY404" fmla="*/ 6784064 h 6858000"/>
              <a:gd name="connsiteX405" fmla="*/ 1922724 w 7467600"/>
              <a:gd name="connsiteY405" fmla="*/ 6765577 h 6858000"/>
              <a:gd name="connsiteX406" fmla="*/ 1904650 w 7467600"/>
              <a:gd name="connsiteY406" fmla="*/ 6639616 h 6858000"/>
              <a:gd name="connsiteX407" fmla="*/ 1885273 w 7467600"/>
              <a:gd name="connsiteY407" fmla="*/ 6858000 h 6858000"/>
              <a:gd name="connsiteX408" fmla="*/ 1854363 w 7467600"/>
              <a:gd name="connsiteY408" fmla="*/ 6858000 h 6858000"/>
              <a:gd name="connsiteX409" fmla="*/ 1880391 w 7467600"/>
              <a:gd name="connsiteY409" fmla="*/ 6603796 h 6858000"/>
              <a:gd name="connsiteX410" fmla="*/ 1818273 w 7467600"/>
              <a:gd name="connsiteY410" fmla="*/ 6715729 h 6858000"/>
              <a:gd name="connsiteX411" fmla="*/ 1794691 w 7467600"/>
              <a:gd name="connsiteY411" fmla="*/ 6843239 h 6858000"/>
              <a:gd name="connsiteX412" fmla="*/ 1794914 w 7467600"/>
              <a:gd name="connsiteY412" fmla="*/ 6858000 h 6858000"/>
              <a:gd name="connsiteX413" fmla="*/ 1746128 w 7467600"/>
              <a:gd name="connsiteY413" fmla="*/ 6858000 h 6858000"/>
              <a:gd name="connsiteX414" fmla="*/ 1753934 w 7467600"/>
              <a:gd name="connsiteY414" fmla="*/ 6724796 h 6858000"/>
              <a:gd name="connsiteX415" fmla="*/ 1792053 w 7467600"/>
              <a:gd name="connsiteY415" fmla="*/ 6572396 h 6858000"/>
              <a:gd name="connsiteX416" fmla="*/ 1862248 w 7467600"/>
              <a:gd name="connsiteY416" fmla="*/ 6266397 h 6858000"/>
              <a:gd name="connsiteX417" fmla="*/ 1862250 w 7467600"/>
              <a:gd name="connsiteY417" fmla="*/ 6033531 h 6858000"/>
              <a:gd name="connsiteX418" fmla="*/ 1211999 w 7467600"/>
              <a:gd name="connsiteY418" fmla="*/ 6683610 h 6858000"/>
              <a:gd name="connsiteX419" fmla="*/ 1213266 w 7467600"/>
              <a:gd name="connsiteY419" fmla="*/ 6691947 h 6858000"/>
              <a:gd name="connsiteX420" fmla="*/ 1203370 w 7467600"/>
              <a:gd name="connsiteY420" fmla="*/ 6850676 h 6858000"/>
              <a:gd name="connsiteX421" fmla="*/ 1203671 w 7467600"/>
              <a:gd name="connsiteY421" fmla="*/ 6858000 h 6858000"/>
              <a:gd name="connsiteX422" fmla="*/ 1143180 w 7467600"/>
              <a:gd name="connsiteY422" fmla="*/ 6858000 h 6858000"/>
              <a:gd name="connsiteX423" fmla="*/ 1142176 w 7467600"/>
              <a:gd name="connsiteY423" fmla="*/ 6766045 h 6858000"/>
              <a:gd name="connsiteX424" fmla="*/ 1067484 w 7467600"/>
              <a:gd name="connsiteY424" fmla="*/ 6858000 h 6858000"/>
              <a:gd name="connsiteX425" fmla="*/ 953928 w 7467600"/>
              <a:gd name="connsiteY425" fmla="*/ 6858000 h 6858000"/>
              <a:gd name="connsiteX426" fmla="*/ 959715 w 7467600"/>
              <a:gd name="connsiteY426" fmla="*/ 6850185 h 6858000"/>
              <a:gd name="connsiteX427" fmla="*/ 1483788 w 7467600"/>
              <a:gd name="connsiteY427" fmla="*/ 6259174 h 6858000"/>
              <a:gd name="connsiteX428" fmla="*/ 1100671 w 7467600"/>
              <a:gd name="connsiteY428" fmla="*/ 6252137 h 6858000"/>
              <a:gd name="connsiteX429" fmla="*/ 1090144 w 7467600"/>
              <a:gd name="connsiteY429" fmla="*/ 6256748 h 6858000"/>
              <a:gd name="connsiteX430" fmla="*/ 1095872 w 7467600"/>
              <a:gd name="connsiteY430" fmla="*/ 6271892 h 6858000"/>
              <a:gd name="connsiteX431" fmla="*/ 262785 w 7467600"/>
              <a:gd name="connsiteY431" fmla="*/ 6845450 h 6858000"/>
              <a:gd name="connsiteX432" fmla="*/ 209968 w 7467600"/>
              <a:gd name="connsiteY432" fmla="*/ 6770713 h 6858000"/>
              <a:gd name="connsiteX433" fmla="*/ 873460 w 7467600"/>
              <a:gd name="connsiteY433" fmla="*/ 6253768 h 6858000"/>
              <a:gd name="connsiteX434" fmla="*/ 192686 w 7467600"/>
              <a:gd name="connsiteY434" fmla="*/ 5849257 h 6858000"/>
              <a:gd name="connsiteX435" fmla="*/ 4696 w 7467600"/>
              <a:gd name="connsiteY435" fmla="*/ 5697668 h 6858000"/>
              <a:gd name="connsiteX436" fmla="*/ 0 w 7467600"/>
              <a:gd name="connsiteY436" fmla="*/ 5689984 h 6858000"/>
              <a:gd name="connsiteX437" fmla="*/ 0 w 7467600"/>
              <a:gd name="connsiteY437" fmla="*/ 5513472 h 6858000"/>
              <a:gd name="connsiteX438" fmla="*/ 174101 w 7467600"/>
              <a:gd name="connsiteY438" fmla="*/ 5620277 h 6858000"/>
              <a:gd name="connsiteX439" fmla="*/ 891800 w 7467600"/>
              <a:gd name="connsiteY439" fmla="*/ 6036935 h 6858000"/>
              <a:gd name="connsiteX440" fmla="*/ 1072219 w 7467600"/>
              <a:gd name="connsiteY440" fmla="*/ 6169443 h 6858000"/>
              <a:gd name="connsiteX441" fmla="*/ 1074117 w 7467600"/>
              <a:gd name="connsiteY441" fmla="*/ 6170301 h 6858000"/>
              <a:gd name="connsiteX442" fmla="*/ 1083114 w 7467600"/>
              <a:gd name="connsiteY442" fmla="*/ 6174131 h 6858000"/>
              <a:gd name="connsiteX443" fmla="*/ 1543010 w 7467600"/>
              <a:gd name="connsiteY443" fmla="*/ 6191140 h 6858000"/>
              <a:gd name="connsiteX444" fmla="*/ 1551080 w 7467600"/>
              <a:gd name="connsiteY444" fmla="*/ 6195006 h 6858000"/>
              <a:gd name="connsiteX445" fmla="*/ 2345443 w 7467600"/>
              <a:gd name="connsiteY445" fmla="*/ 5549882 h 6858000"/>
              <a:gd name="connsiteX446" fmla="*/ 1721499 w 7467600"/>
              <a:gd name="connsiteY446" fmla="*/ 5599969 h 6858000"/>
              <a:gd name="connsiteX447" fmla="*/ 767716 w 7467600"/>
              <a:gd name="connsiteY447" fmla="*/ 5472768 h 6858000"/>
              <a:gd name="connsiteX448" fmla="*/ 722147 w 7467600"/>
              <a:gd name="connsiteY448" fmla="*/ 5393091 h 6858000"/>
              <a:gd name="connsiteX449" fmla="*/ 1485552 w 7467600"/>
              <a:gd name="connsiteY449" fmla="*/ 5313202 h 6858000"/>
              <a:gd name="connsiteX450" fmla="*/ 2143004 w 7467600"/>
              <a:gd name="connsiteY450" fmla="*/ 5402420 h 6858000"/>
              <a:gd name="connsiteX451" fmla="*/ 1933391 w 7467600"/>
              <a:gd name="connsiteY451" fmla="*/ 5156971 h 6858000"/>
              <a:gd name="connsiteX452" fmla="*/ 1827118 w 7467600"/>
              <a:gd name="connsiteY452" fmla="*/ 4968410 h 6858000"/>
              <a:gd name="connsiteX453" fmla="*/ 1837349 w 7467600"/>
              <a:gd name="connsiteY453" fmla="*/ 4956357 h 6858000"/>
              <a:gd name="connsiteX454" fmla="*/ 2162835 w 7467600"/>
              <a:gd name="connsiteY454" fmla="*/ 5187853 h 6858000"/>
              <a:gd name="connsiteX455" fmla="*/ 2257167 w 7467600"/>
              <a:gd name="connsiteY455" fmla="*/ 5462123 h 6858000"/>
              <a:gd name="connsiteX456" fmla="*/ 2261598 w 7467600"/>
              <a:gd name="connsiteY456" fmla="*/ 5467998 h 6858000"/>
              <a:gd name="connsiteX457" fmla="*/ 2437177 w 7467600"/>
              <a:gd name="connsiteY457" fmla="*/ 5479608 h 6858000"/>
              <a:gd name="connsiteX458" fmla="*/ 2445247 w 7467600"/>
              <a:gd name="connsiteY458" fmla="*/ 5483476 h 6858000"/>
              <a:gd name="connsiteX459" fmla="*/ 2743626 w 7467600"/>
              <a:gd name="connsiteY459" fmla="*/ 5304819 h 6858000"/>
              <a:gd name="connsiteX460" fmla="*/ 3048102 w 7467600"/>
              <a:gd name="connsiteY460" fmla="*/ 5150595 h 6858000"/>
              <a:gd name="connsiteX461" fmla="*/ 1799414 w 7467600"/>
              <a:gd name="connsiteY461" fmla="*/ 4694732 h 6858000"/>
              <a:gd name="connsiteX462" fmla="*/ 1771735 w 7467600"/>
              <a:gd name="connsiteY462" fmla="*/ 4619929 h 6858000"/>
              <a:gd name="connsiteX463" fmla="*/ 3104273 w 7467600"/>
              <a:gd name="connsiteY463" fmla="*/ 5076159 h 6858000"/>
              <a:gd name="connsiteX464" fmla="*/ 3113245 w 7467600"/>
              <a:gd name="connsiteY464" fmla="*/ 5090705 h 6858000"/>
              <a:gd name="connsiteX465" fmla="*/ 3126294 w 7467600"/>
              <a:gd name="connsiteY465" fmla="*/ 5114400 h 6858000"/>
              <a:gd name="connsiteX466" fmla="*/ 3937433 w 7467600"/>
              <a:gd name="connsiteY466" fmla="*/ 4830473 h 6858000"/>
              <a:gd name="connsiteX467" fmla="*/ 3590475 w 7467600"/>
              <a:gd name="connsiteY467" fmla="*/ 4597974 h 6858000"/>
              <a:gd name="connsiteX468" fmla="*/ 3100264 w 7467600"/>
              <a:gd name="connsiteY468" fmla="*/ 4579845 h 6858000"/>
              <a:gd name="connsiteX469" fmla="*/ 2183576 w 7467600"/>
              <a:gd name="connsiteY469" fmla="*/ 4227150 h 6858000"/>
              <a:gd name="connsiteX470" fmla="*/ 2151029 w 7467600"/>
              <a:gd name="connsiteY470" fmla="*/ 4146947 h 6858000"/>
              <a:gd name="connsiteX471" fmla="*/ 3563434 w 7467600"/>
              <a:gd name="connsiteY471" fmla="*/ 4469115 h 6858000"/>
              <a:gd name="connsiteX472" fmla="*/ 3177952 w 7467600"/>
              <a:gd name="connsiteY472" fmla="*/ 3657386 h 6858000"/>
              <a:gd name="connsiteX473" fmla="*/ 3189263 w 7467600"/>
              <a:gd name="connsiteY473" fmla="*/ 3625726 h 6858000"/>
              <a:gd name="connsiteX474" fmla="*/ 3560912 w 7467600"/>
              <a:gd name="connsiteY474" fmla="*/ 4079863 h 6858000"/>
              <a:gd name="connsiteX475" fmla="*/ 3626636 w 7467600"/>
              <a:gd name="connsiteY475" fmla="*/ 4512230 h 6858000"/>
              <a:gd name="connsiteX476" fmla="*/ 3653088 w 7467600"/>
              <a:gd name="connsiteY476" fmla="*/ 4521417 h 6858000"/>
              <a:gd name="connsiteX477" fmla="*/ 3988128 w 7467600"/>
              <a:gd name="connsiteY477" fmla="*/ 4817267 h 6858000"/>
              <a:gd name="connsiteX478" fmla="*/ 4830582 w 7467600"/>
              <a:gd name="connsiteY478" fmla="*/ 4676000 h 6858000"/>
              <a:gd name="connsiteX479" fmla="*/ 4830100 w 7467600"/>
              <a:gd name="connsiteY479" fmla="*/ 4675554 h 6858000"/>
              <a:gd name="connsiteX480" fmla="*/ 4036318 w 7467600"/>
              <a:gd name="connsiteY480" fmla="*/ 4147013 h 6858000"/>
              <a:gd name="connsiteX481" fmla="*/ 3432098 w 7467600"/>
              <a:gd name="connsiteY481" fmla="*/ 3537312 h 6858000"/>
              <a:gd name="connsiteX482" fmla="*/ 3446761 w 7467600"/>
              <a:gd name="connsiteY482" fmla="*/ 3461278 h 6858000"/>
              <a:gd name="connsiteX483" fmla="*/ 4419733 w 7467600"/>
              <a:gd name="connsiteY483" fmla="*/ 3963555 h 6858000"/>
              <a:gd name="connsiteX484" fmla="*/ 4781371 w 7467600"/>
              <a:gd name="connsiteY484" fmla="*/ 4458604 h 6858000"/>
              <a:gd name="connsiteX485" fmla="*/ 4780440 w 7467600"/>
              <a:gd name="connsiteY485" fmla="*/ 4470290 h 6858000"/>
              <a:gd name="connsiteX486" fmla="*/ 4898954 w 7467600"/>
              <a:gd name="connsiteY486" fmla="*/ 4662092 h 6858000"/>
              <a:gd name="connsiteX487" fmla="*/ 4900699 w 7467600"/>
              <a:gd name="connsiteY487" fmla="*/ 4670867 h 6858000"/>
              <a:gd name="connsiteX488" fmla="*/ 5714511 w 7467600"/>
              <a:gd name="connsiteY488" fmla="*/ 4663483 h 6858000"/>
              <a:gd name="connsiteX489" fmla="*/ 5464793 w 7467600"/>
              <a:gd name="connsiteY489" fmla="*/ 4393556 h 6858000"/>
              <a:gd name="connsiteX490" fmla="*/ 5461897 w 7467600"/>
              <a:gd name="connsiteY490" fmla="*/ 4390879 h 6858000"/>
              <a:gd name="connsiteX491" fmla="*/ 4294126 w 7467600"/>
              <a:gd name="connsiteY491" fmla="*/ 3303048 h 6858000"/>
              <a:gd name="connsiteX492" fmla="*/ 4305321 w 7467600"/>
              <a:gd name="connsiteY492" fmla="*/ 3256953 h 6858000"/>
              <a:gd name="connsiteX493" fmla="*/ 4949299 w 7467600"/>
              <a:gd name="connsiteY493" fmla="*/ 3766336 h 6858000"/>
              <a:gd name="connsiteX494" fmla="*/ 5291452 w 7467600"/>
              <a:gd name="connsiteY494" fmla="*/ 4076801 h 6858000"/>
              <a:gd name="connsiteX495" fmla="*/ 5434998 w 7467600"/>
              <a:gd name="connsiteY495" fmla="*/ 4254100 h 6858000"/>
              <a:gd name="connsiteX496" fmla="*/ 5351015 w 7467600"/>
              <a:gd name="connsiteY496" fmla="*/ 3760989 h 6858000"/>
              <a:gd name="connsiteX497" fmla="*/ 5413780 w 7467600"/>
              <a:gd name="connsiteY497" fmla="*/ 2966265 h 6858000"/>
              <a:gd name="connsiteX498" fmla="*/ 5425627 w 7467600"/>
              <a:gd name="connsiteY498" fmla="*/ 2954192 h 6858000"/>
              <a:gd name="connsiteX499" fmla="*/ 6604735 w 7467600"/>
              <a:gd name="connsiteY499" fmla="*/ 2041381 h 6858000"/>
              <a:gd name="connsiteX500" fmla="*/ 7204487 w 7467600"/>
              <a:gd name="connsiteY500" fmla="*/ 2742112 h 6858000"/>
              <a:gd name="connsiteX501" fmla="*/ 7131592 w 7467600"/>
              <a:gd name="connsiteY501" fmla="*/ 2672096 h 6858000"/>
              <a:gd name="connsiteX502" fmla="*/ 6996344 w 7467600"/>
              <a:gd name="connsiteY502" fmla="*/ 2518310 h 6858000"/>
              <a:gd name="connsiteX503" fmla="*/ 6735495 w 7467600"/>
              <a:gd name="connsiteY503" fmla="*/ 2196890 h 6858000"/>
              <a:gd name="connsiteX504" fmla="*/ 6721901 w 7467600"/>
              <a:gd name="connsiteY504" fmla="*/ 2179274 h 6858000"/>
              <a:gd name="connsiteX505" fmla="*/ 6604735 w 7467600"/>
              <a:gd name="connsiteY505" fmla="*/ 2041381 h 6858000"/>
              <a:gd name="connsiteX506" fmla="*/ 6591670 w 7467600"/>
              <a:gd name="connsiteY506" fmla="*/ 1988277 h 6858000"/>
              <a:gd name="connsiteX507" fmla="*/ 6747349 w 7467600"/>
              <a:gd name="connsiteY507" fmla="*/ 2160069 h 6858000"/>
              <a:gd name="connsiteX508" fmla="*/ 6760943 w 7467600"/>
              <a:gd name="connsiteY508" fmla="*/ 2177686 h 6858000"/>
              <a:gd name="connsiteX509" fmla="*/ 7021065 w 7467600"/>
              <a:gd name="connsiteY509" fmla="*/ 2498102 h 6858000"/>
              <a:gd name="connsiteX510" fmla="*/ 7155223 w 7467600"/>
              <a:gd name="connsiteY510" fmla="*/ 2650386 h 6858000"/>
              <a:gd name="connsiteX511" fmla="*/ 7203167 w 7467600"/>
              <a:gd name="connsiteY511" fmla="*/ 2697288 h 6858000"/>
              <a:gd name="connsiteX512" fmla="*/ 6937703 w 7467600"/>
              <a:gd name="connsiteY512" fmla="*/ 2321981 h 6858000"/>
              <a:gd name="connsiteX513" fmla="*/ 6591670 w 7467600"/>
              <a:gd name="connsiteY513" fmla="*/ 1988277 h 6858000"/>
              <a:gd name="connsiteX514" fmla="*/ 5798671 w 7467600"/>
              <a:gd name="connsiteY514" fmla="*/ 1981601 h 6858000"/>
              <a:gd name="connsiteX515" fmla="*/ 5754709 w 7467600"/>
              <a:gd name="connsiteY515" fmla="*/ 2071454 h 6858000"/>
              <a:gd name="connsiteX516" fmla="*/ 5763044 w 7467600"/>
              <a:gd name="connsiteY516" fmla="*/ 2842206 h 6858000"/>
              <a:gd name="connsiteX517" fmla="*/ 5764974 w 7467600"/>
              <a:gd name="connsiteY517" fmla="*/ 2799609 h 6858000"/>
              <a:gd name="connsiteX518" fmla="*/ 5767665 w 7467600"/>
              <a:gd name="connsiteY518" fmla="*/ 2666409 h 6858000"/>
              <a:gd name="connsiteX519" fmla="*/ 5763055 w 7467600"/>
              <a:gd name="connsiteY519" fmla="*/ 2579705 h 6858000"/>
              <a:gd name="connsiteX520" fmla="*/ 5758079 w 7467600"/>
              <a:gd name="connsiteY520" fmla="*/ 2492508 h 6858000"/>
              <a:gd name="connsiteX521" fmla="*/ 5779325 w 7467600"/>
              <a:gd name="connsiteY521" fmla="*/ 2197069 h 6858000"/>
              <a:gd name="connsiteX522" fmla="*/ 5798671 w 7467600"/>
              <a:gd name="connsiteY522" fmla="*/ 1981601 h 6858000"/>
              <a:gd name="connsiteX523" fmla="*/ 5829202 w 7467600"/>
              <a:gd name="connsiteY523" fmla="*/ 1971679 h 6858000"/>
              <a:gd name="connsiteX524" fmla="*/ 5809558 w 7467600"/>
              <a:gd name="connsiteY524" fmla="*/ 2198043 h 6858000"/>
              <a:gd name="connsiteX525" fmla="*/ 5788653 w 7467600"/>
              <a:gd name="connsiteY525" fmla="*/ 2489430 h 6858000"/>
              <a:gd name="connsiteX526" fmla="*/ 5793439 w 7467600"/>
              <a:gd name="connsiteY526" fmla="*/ 2575235 h 6858000"/>
              <a:gd name="connsiteX527" fmla="*/ 5796837 w 7467600"/>
              <a:gd name="connsiteY527" fmla="*/ 2637633 h 6858000"/>
              <a:gd name="connsiteX528" fmla="*/ 5818614 w 7467600"/>
              <a:gd name="connsiteY528" fmla="*/ 2473055 h 6858000"/>
              <a:gd name="connsiteX529" fmla="*/ 5829202 w 7467600"/>
              <a:gd name="connsiteY529" fmla="*/ 1971679 h 6858000"/>
              <a:gd name="connsiteX530" fmla="*/ 5911389 w 7467600"/>
              <a:gd name="connsiteY530" fmla="*/ 1898371 h 6858000"/>
              <a:gd name="connsiteX531" fmla="*/ 6237627 w 7467600"/>
              <a:gd name="connsiteY531" fmla="*/ 2231921 h 6858000"/>
              <a:gd name="connsiteX532" fmla="*/ 5911389 w 7467600"/>
              <a:gd name="connsiteY532" fmla="*/ 1898371 h 6858000"/>
              <a:gd name="connsiteX533" fmla="*/ 6944437 w 7467600"/>
              <a:gd name="connsiteY533" fmla="*/ 1575402 h 6858000"/>
              <a:gd name="connsiteX534" fmla="*/ 6304730 w 7467600"/>
              <a:gd name="connsiteY534" fmla="*/ 1766654 h 6858000"/>
              <a:gd name="connsiteX535" fmla="*/ 6944437 w 7467600"/>
              <a:gd name="connsiteY535" fmla="*/ 1575402 h 6858000"/>
              <a:gd name="connsiteX536" fmla="*/ 7019523 w 7467600"/>
              <a:gd name="connsiteY536" fmla="*/ 1519450 h 6858000"/>
              <a:gd name="connsiteX537" fmla="*/ 6298091 w 7467600"/>
              <a:gd name="connsiteY537" fmla="*/ 1737122 h 6858000"/>
              <a:gd name="connsiteX538" fmla="*/ 7019523 w 7467600"/>
              <a:gd name="connsiteY538" fmla="*/ 1519450 h 6858000"/>
              <a:gd name="connsiteX539" fmla="*/ 2399523 w 7467600"/>
              <a:gd name="connsiteY539" fmla="*/ 1428234 h 6858000"/>
              <a:gd name="connsiteX540" fmla="*/ 2224982 w 7467600"/>
              <a:gd name="connsiteY540" fmla="*/ 1826201 h 6858000"/>
              <a:gd name="connsiteX541" fmla="*/ 2096099 w 7467600"/>
              <a:gd name="connsiteY541" fmla="*/ 2345900 h 6858000"/>
              <a:gd name="connsiteX542" fmla="*/ 2283317 w 7467600"/>
              <a:gd name="connsiteY542" fmla="*/ 1796925 h 6858000"/>
              <a:gd name="connsiteX543" fmla="*/ 2399523 w 7467600"/>
              <a:gd name="connsiteY543" fmla="*/ 1428234 h 6858000"/>
              <a:gd name="connsiteX544" fmla="*/ 2448558 w 7467600"/>
              <a:gd name="connsiteY544" fmla="*/ 1373435 h 6858000"/>
              <a:gd name="connsiteX545" fmla="*/ 2312521 w 7467600"/>
              <a:gd name="connsiteY545" fmla="*/ 1806140 h 6858000"/>
              <a:gd name="connsiteX546" fmla="*/ 2127533 w 7467600"/>
              <a:gd name="connsiteY546" fmla="*/ 2348380 h 6858000"/>
              <a:gd name="connsiteX547" fmla="*/ 2358080 w 7467600"/>
              <a:gd name="connsiteY547" fmla="*/ 1866134 h 6858000"/>
              <a:gd name="connsiteX548" fmla="*/ 2407436 w 7467600"/>
              <a:gd name="connsiteY548" fmla="*/ 1651070 h 6858000"/>
              <a:gd name="connsiteX549" fmla="*/ 2448558 w 7467600"/>
              <a:gd name="connsiteY549" fmla="*/ 1373435 h 6858000"/>
              <a:gd name="connsiteX550" fmla="*/ 278707 w 7467600"/>
              <a:gd name="connsiteY550" fmla="*/ 1352270 h 6858000"/>
              <a:gd name="connsiteX551" fmla="*/ 321570 w 7467600"/>
              <a:gd name="connsiteY551" fmla="*/ 1861610 h 6858000"/>
              <a:gd name="connsiteX552" fmla="*/ 294281 w 7467600"/>
              <a:gd name="connsiteY552" fmla="*/ 1440658 h 6858000"/>
              <a:gd name="connsiteX553" fmla="*/ 278707 w 7467600"/>
              <a:gd name="connsiteY553" fmla="*/ 1352270 h 6858000"/>
              <a:gd name="connsiteX554" fmla="*/ 1423821 w 7467600"/>
              <a:gd name="connsiteY554" fmla="*/ 1351958 h 6858000"/>
              <a:gd name="connsiteX555" fmla="*/ 1638521 w 7467600"/>
              <a:gd name="connsiteY555" fmla="*/ 1908470 h 6858000"/>
              <a:gd name="connsiteX556" fmla="*/ 1754199 w 7467600"/>
              <a:gd name="connsiteY556" fmla="*/ 2149284 h 6858000"/>
              <a:gd name="connsiteX557" fmla="*/ 1908359 w 7467600"/>
              <a:gd name="connsiteY557" fmla="*/ 2364988 h 6858000"/>
              <a:gd name="connsiteX558" fmla="*/ 1647661 w 7467600"/>
              <a:gd name="connsiteY558" fmla="*/ 1825945 h 6858000"/>
              <a:gd name="connsiteX559" fmla="*/ 1423821 w 7467600"/>
              <a:gd name="connsiteY559" fmla="*/ 1351958 h 6858000"/>
              <a:gd name="connsiteX560" fmla="*/ 1431890 w 7467600"/>
              <a:gd name="connsiteY560" fmla="*/ 1306475 h 6858000"/>
              <a:gd name="connsiteX561" fmla="*/ 1507597 w 7467600"/>
              <a:gd name="connsiteY561" fmla="*/ 1446132 h 6858000"/>
              <a:gd name="connsiteX562" fmla="*/ 1674586 w 7467600"/>
              <a:gd name="connsiteY562" fmla="*/ 1813832 h 6858000"/>
              <a:gd name="connsiteX563" fmla="*/ 1815950 w 7467600"/>
              <a:gd name="connsiteY563" fmla="*/ 2128564 h 6858000"/>
              <a:gd name="connsiteX564" fmla="*/ 1984242 w 7467600"/>
              <a:gd name="connsiteY564" fmla="*/ 2430829 h 6858000"/>
              <a:gd name="connsiteX565" fmla="*/ 2014023 w 7467600"/>
              <a:gd name="connsiteY565" fmla="*/ 2450995 h 6858000"/>
              <a:gd name="connsiteX566" fmla="*/ 1747337 w 7467600"/>
              <a:gd name="connsiteY566" fmla="*/ 1855264 h 6858000"/>
              <a:gd name="connsiteX567" fmla="*/ 1533749 w 7467600"/>
              <a:gd name="connsiteY567" fmla="*/ 1478656 h 6858000"/>
              <a:gd name="connsiteX568" fmla="*/ 1431890 w 7467600"/>
              <a:gd name="connsiteY568" fmla="*/ 1306475 h 6858000"/>
              <a:gd name="connsiteX569" fmla="*/ 5052692 w 7467600"/>
              <a:gd name="connsiteY569" fmla="*/ 1292994 h 6858000"/>
              <a:gd name="connsiteX570" fmla="*/ 5200661 w 7467600"/>
              <a:gd name="connsiteY570" fmla="*/ 1635186 h 6858000"/>
              <a:gd name="connsiteX571" fmla="*/ 5297138 w 7467600"/>
              <a:gd name="connsiteY571" fmla="*/ 1906351 h 6858000"/>
              <a:gd name="connsiteX572" fmla="*/ 5052692 w 7467600"/>
              <a:gd name="connsiteY572" fmla="*/ 1292994 h 6858000"/>
              <a:gd name="connsiteX573" fmla="*/ 5009948 w 7467600"/>
              <a:gd name="connsiteY573" fmla="*/ 1273619 h 6858000"/>
              <a:gd name="connsiteX574" fmla="*/ 5121777 w 7467600"/>
              <a:gd name="connsiteY574" fmla="*/ 1654213 h 6858000"/>
              <a:gd name="connsiteX575" fmla="*/ 5293545 w 7467600"/>
              <a:gd name="connsiteY575" fmla="*/ 2072247 h 6858000"/>
              <a:gd name="connsiteX576" fmla="*/ 5294042 w 7467600"/>
              <a:gd name="connsiteY576" fmla="*/ 2065019 h 6858000"/>
              <a:gd name="connsiteX577" fmla="*/ 5171936 w 7467600"/>
              <a:gd name="connsiteY577" fmla="*/ 1647613 h 6858000"/>
              <a:gd name="connsiteX578" fmla="*/ 5009948 w 7467600"/>
              <a:gd name="connsiteY578" fmla="*/ 1273619 h 6858000"/>
              <a:gd name="connsiteX579" fmla="*/ 655236 w 7467600"/>
              <a:gd name="connsiteY579" fmla="*/ 1268632 h 6858000"/>
              <a:gd name="connsiteX580" fmla="*/ 839521 w 7467600"/>
              <a:gd name="connsiteY580" fmla="*/ 1685315 h 6858000"/>
              <a:gd name="connsiteX581" fmla="*/ 1109416 w 7467600"/>
              <a:gd name="connsiteY581" fmla="*/ 2061663 h 6858000"/>
              <a:gd name="connsiteX582" fmla="*/ 1298300 w 7467600"/>
              <a:gd name="connsiteY582" fmla="*/ 2247742 h 6858000"/>
              <a:gd name="connsiteX583" fmla="*/ 1125871 w 7467600"/>
              <a:gd name="connsiteY583" fmla="*/ 1989513 h 6858000"/>
              <a:gd name="connsiteX584" fmla="*/ 981574 w 7467600"/>
              <a:gd name="connsiteY584" fmla="*/ 1783157 h 6858000"/>
              <a:gd name="connsiteX585" fmla="*/ 922198 w 7467600"/>
              <a:gd name="connsiteY585" fmla="*/ 1677437 h 6858000"/>
              <a:gd name="connsiteX586" fmla="*/ 869293 w 7467600"/>
              <a:gd name="connsiteY586" fmla="*/ 1583214 h 6858000"/>
              <a:gd name="connsiteX587" fmla="*/ 751431 w 7467600"/>
              <a:gd name="connsiteY587" fmla="*/ 1405731 h 6858000"/>
              <a:gd name="connsiteX588" fmla="*/ 655236 w 7467600"/>
              <a:gd name="connsiteY588" fmla="*/ 1268632 h 6858000"/>
              <a:gd name="connsiteX589" fmla="*/ 6516292 w 7467600"/>
              <a:gd name="connsiteY589" fmla="*/ 1263064 h 6858000"/>
              <a:gd name="connsiteX590" fmla="*/ 5736320 w 7467600"/>
              <a:gd name="connsiteY590" fmla="*/ 1501803 h 6858000"/>
              <a:gd name="connsiteX591" fmla="*/ 6516292 w 7467600"/>
              <a:gd name="connsiteY591" fmla="*/ 1263064 h 6858000"/>
              <a:gd name="connsiteX592" fmla="*/ 291466 w 7467600"/>
              <a:gd name="connsiteY592" fmla="*/ 1250369 h 6858000"/>
              <a:gd name="connsiteX593" fmla="*/ 323180 w 7467600"/>
              <a:gd name="connsiteY593" fmla="*/ 1435283 h 6858000"/>
              <a:gd name="connsiteX594" fmla="*/ 349381 w 7467600"/>
              <a:gd name="connsiteY594" fmla="*/ 1875041 h 6858000"/>
              <a:gd name="connsiteX595" fmla="*/ 374363 w 7467600"/>
              <a:gd name="connsiteY595" fmla="*/ 1506494 h 6858000"/>
              <a:gd name="connsiteX596" fmla="*/ 302168 w 7467600"/>
              <a:gd name="connsiteY596" fmla="*/ 1274495 h 6858000"/>
              <a:gd name="connsiteX597" fmla="*/ 291466 w 7467600"/>
              <a:gd name="connsiteY597" fmla="*/ 1250369 h 6858000"/>
              <a:gd name="connsiteX598" fmla="*/ 678222 w 7467600"/>
              <a:gd name="connsiteY598" fmla="*/ 1248670 h 6858000"/>
              <a:gd name="connsiteX599" fmla="*/ 775536 w 7467600"/>
              <a:gd name="connsiteY599" fmla="*/ 1388015 h 6858000"/>
              <a:gd name="connsiteX600" fmla="*/ 894529 w 7467600"/>
              <a:gd name="connsiteY600" fmla="*/ 1567739 h 6858000"/>
              <a:gd name="connsiteX601" fmla="*/ 948000 w 7467600"/>
              <a:gd name="connsiteY601" fmla="*/ 1663088 h 6858000"/>
              <a:gd name="connsiteX602" fmla="*/ 1006812 w 7467600"/>
              <a:gd name="connsiteY602" fmla="*/ 1767683 h 6858000"/>
              <a:gd name="connsiteX603" fmla="*/ 1149133 w 7467600"/>
              <a:gd name="connsiteY603" fmla="*/ 1971513 h 6858000"/>
              <a:gd name="connsiteX604" fmla="*/ 1333952 w 7467600"/>
              <a:gd name="connsiteY604" fmla="*/ 2251620 h 6858000"/>
              <a:gd name="connsiteX605" fmla="*/ 1337329 w 7467600"/>
              <a:gd name="connsiteY605" fmla="*/ 2258350 h 6858000"/>
              <a:gd name="connsiteX606" fmla="*/ 1014726 w 7467600"/>
              <a:gd name="connsiteY606" fmla="*/ 1615556 h 6858000"/>
              <a:gd name="connsiteX607" fmla="*/ 678222 w 7467600"/>
              <a:gd name="connsiteY607" fmla="*/ 1248670 h 6858000"/>
              <a:gd name="connsiteX608" fmla="*/ 6691602 w 7467600"/>
              <a:gd name="connsiteY608" fmla="*/ 1140573 h 6858000"/>
              <a:gd name="connsiteX609" fmla="*/ 6571100 w 7467600"/>
              <a:gd name="connsiteY609" fmla="*/ 1183662 h 6858000"/>
              <a:gd name="connsiteX610" fmla="*/ 6241687 w 7467600"/>
              <a:gd name="connsiteY610" fmla="*/ 1257600 h 6858000"/>
              <a:gd name="connsiteX611" fmla="*/ 5693009 w 7467600"/>
              <a:gd name="connsiteY611" fmla="*/ 1478256 h 6858000"/>
              <a:gd name="connsiteX612" fmla="*/ 6548420 w 7467600"/>
              <a:gd name="connsiteY612" fmla="*/ 1214599 h 6858000"/>
              <a:gd name="connsiteX613" fmla="*/ 6605473 w 7467600"/>
              <a:gd name="connsiteY613" fmla="*/ 1184686 h 6858000"/>
              <a:gd name="connsiteX614" fmla="*/ 6691602 w 7467600"/>
              <a:gd name="connsiteY614" fmla="*/ 1140573 h 6858000"/>
              <a:gd name="connsiteX615" fmla="*/ 4002475 w 7467600"/>
              <a:gd name="connsiteY615" fmla="*/ 1037802 h 6858000"/>
              <a:gd name="connsiteX616" fmla="*/ 4000324 w 7467600"/>
              <a:gd name="connsiteY616" fmla="*/ 1039362 h 6858000"/>
              <a:gd name="connsiteX617" fmla="*/ 4002862 w 7467600"/>
              <a:gd name="connsiteY617" fmla="*/ 1042866 h 6858000"/>
              <a:gd name="connsiteX618" fmla="*/ 4002475 w 7467600"/>
              <a:gd name="connsiteY618" fmla="*/ 1037802 h 6858000"/>
              <a:gd name="connsiteX619" fmla="*/ 506322 w 7467600"/>
              <a:gd name="connsiteY619" fmla="*/ 1020997 h 6858000"/>
              <a:gd name="connsiteX620" fmla="*/ 533068 w 7467600"/>
              <a:gd name="connsiteY620" fmla="*/ 1029409 h 6858000"/>
              <a:gd name="connsiteX621" fmla="*/ 1232525 w 7467600"/>
              <a:gd name="connsiteY621" fmla="*/ 1804675 h 6858000"/>
              <a:gd name="connsiteX622" fmla="*/ 1388858 w 7467600"/>
              <a:gd name="connsiteY622" fmla="*/ 2368011 h 6858000"/>
              <a:gd name="connsiteX623" fmla="*/ 1384098 w 7467600"/>
              <a:gd name="connsiteY623" fmla="*/ 2378125 h 6858000"/>
              <a:gd name="connsiteX624" fmla="*/ 1425393 w 7467600"/>
              <a:gd name="connsiteY624" fmla="*/ 2589124 h 6858000"/>
              <a:gd name="connsiteX625" fmla="*/ 1424001 w 7467600"/>
              <a:gd name="connsiteY625" fmla="*/ 2597541 h 6858000"/>
              <a:gd name="connsiteX626" fmla="*/ 2152729 w 7467600"/>
              <a:gd name="connsiteY626" fmla="*/ 2864487 h 6858000"/>
              <a:gd name="connsiteX627" fmla="*/ 2020609 w 7467600"/>
              <a:gd name="connsiteY627" fmla="*/ 2539671 h 6858000"/>
              <a:gd name="connsiteX628" fmla="*/ 2018920 w 7467600"/>
              <a:gd name="connsiteY628" fmla="*/ 2536309 h 6858000"/>
              <a:gd name="connsiteX629" fmla="*/ 1342441 w 7467600"/>
              <a:gd name="connsiteY629" fmla="*/ 1173017 h 6858000"/>
              <a:gd name="connsiteX630" fmla="*/ 1367925 w 7467600"/>
              <a:gd name="connsiteY630" fmla="*/ 1135648 h 6858000"/>
              <a:gd name="connsiteX631" fmla="*/ 1771401 w 7467600"/>
              <a:gd name="connsiteY631" fmla="*/ 1806673 h 6858000"/>
              <a:gd name="connsiteX632" fmla="*/ 1972385 w 7467600"/>
              <a:gd name="connsiteY632" fmla="*/ 2198735 h 6858000"/>
              <a:gd name="connsiteX633" fmla="*/ 2040892 w 7467600"/>
              <a:gd name="connsiteY633" fmla="*/ 2405205 h 6858000"/>
              <a:gd name="connsiteX634" fmla="*/ 2131689 w 7467600"/>
              <a:gd name="connsiteY634" fmla="*/ 1936926 h 6858000"/>
              <a:gd name="connsiteX635" fmla="*/ 2454820 w 7467600"/>
              <a:gd name="connsiteY635" fmla="*/ 1248808 h 6858000"/>
              <a:gd name="connsiteX636" fmla="*/ 2492512 w 7467600"/>
              <a:gd name="connsiteY636" fmla="*/ 1302920 h 6858000"/>
              <a:gd name="connsiteX637" fmla="*/ 2081216 w 7467600"/>
              <a:gd name="connsiteY637" fmla="*/ 2527513 h 6858000"/>
              <a:gd name="connsiteX638" fmla="*/ 2081211 w 7467600"/>
              <a:gd name="connsiteY638" fmla="*/ 2528916 h 6858000"/>
              <a:gd name="connsiteX639" fmla="*/ 2199067 w 7467600"/>
              <a:gd name="connsiteY639" fmla="*/ 2884061 h 6858000"/>
              <a:gd name="connsiteX640" fmla="*/ 3192586 w 7467600"/>
              <a:gd name="connsiteY640" fmla="*/ 3411496 h 6858000"/>
              <a:gd name="connsiteX641" fmla="*/ 3182620 w 7467600"/>
              <a:gd name="connsiteY641" fmla="*/ 3483279 h 6858000"/>
              <a:gd name="connsiteX642" fmla="*/ 2435119 w 7467600"/>
              <a:gd name="connsiteY642" fmla="*/ 3080173 h 6858000"/>
              <a:gd name="connsiteX643" fmla="*/ 2410152 w 7467600"/>
              <a:gd name="connsiteY643" fmla="*/ 3063751 h 6858000"/>
              <a:gd name="connsiteX644" fmla="*/ 2408099 w 7467600"/>
              <a:gd name="connsiteY644" fmla="*/ 3064403 h 6858000"/>
              <a:gd name="connsiteX645" fmla="*/ 2407218 w 7467600"/>
              <a:gd name="connsiteY645" fmla="*/ 3070324 h 6858000"/>
              <a:gd name="connsiteX646" fmla="*/ 2380138 w 7467600"/>
              <a:gd name="connsiteY646" fmla="*/ 3099341 h 6858000"/>
              <a:gd name="connsiteX647" fmla="*/ 1765923 w 7467600"/>
              <a:gd name="connsiteY647" fmla="*/ 3581043 h 6858000"/>
              <a:gd name="connsiteX648" fmla="*/ 1702258 w 7467600"/>
              <a:gd name="connsiteY648" fmla="*/ 3612286 h 6858000"/>
              <a:gd name="connsiteX649" fmla="*/ 1538370 w 7467600"/>
              <a:gd name="connsiteY649" fmla="*/ 3811804 h 6858000"/>
              <a:gd name="connsiteX650" fmla="*/ 542867 w 7467600"/>
              <a:gd name="connsiteY650" fmla="*/ 4944092 h 6858000"/>
              <a:gd name="connsiteX651" fmla="*/ 515800 w 7467600"/>
              <a:gd name="connsiteY651" fmla="*/ 4862180 h 6858000"/>
              <a:gd name="connsiteX652" fmla="*/ 909145 w 7467600"/>
              <a:gd name="connsiteY652" fmla="*/ 4199225 h 6858000"/>
              <a:gd name="connsiteX653" fmla="*/ 1214067 w 7467600"/>
              <a:gd name="connsiteY653" fmla="*/ 3908561 h 6858000"/>
              <a:gd name="connsiteX654" fmla="*/ 640967 w 7467600"/>
              <a:gd name="connsiteY654" fmla="*/ 4105601 h 6858000"/>
              <a:gd name="connsiteX655" fmla="*/ 112563 w 7467600"/>
              <a:gd name="connsiteY655" fmla="*/ 4396952 h 6858000"/>
              <a:gd name="connsiteX656" fmla="*/ 0 w 7467600"/>
              <a:gd name="connsiteY656" fmla="*/ 4466006 h 6858000"/>
              <a:gd name="connsiteX657" fmla="*/ 0 w 7467600"/>
              <a:gd name="connsiteY657" fmla="*/ 4233763 h 6858000"/>
              <a:gd name="connsiteX658" fmla="*/ 36881 w 7467600"/>
              <a:gd name="connsiteY658" fmla="*/ 4200118 h 6858000"/>
              <a:gd name="connsiteX659" fmla="*/ 910534 w 7467600"/>
              <a:gd name="connsiteY659" fmla="*/ 3629753 h 6858000"/>
              <a:gd name="connsiteX660" fmla="*/ 1578717 w 7467600"/>
              <a:gd name="connsiteY660" fmla="*/ 3575982 h 6858000"/>
              <a:gd name="connsiteX661" fmla="*/ 2338780 w 7467600"/>
              <a:gd name="connsiteY661" fmla="*/ 3033725 h 6858000"/>
              <a:gd name="connsiteX662" fmla="*/ 1807991 w 7467600"/>
              <a:gd name="connsiteY662" fmla="*/ 2807184 h 6858000"/>
              <a:gd name="connsiteX663" fmla="*/ 1416358 w 7467600"/>
              <a:gd name="connsiteY663" fmla="*/ 3112571 h 6858000"/>
              <a:gd name="connsiteX664" fmla="*/ 939066 w 7467600"/>
              <a:gd name="connsiteY664" fmla="*/ 3378798 h 6858000"/>
              <a:gd name="connsiteX665" fmla="*/ 115099 w 7467600"/>
              <a:gd name="connsiteY665" fmla="*/ 3607650 h 6858000"/>
              <a:gd name="connsiteX666" fmla="*/ 97284 w 7467600"/>
              <a:gd name="connsiteY666" fmla="*/ 3520393 h 6858000"/>
              <a:gd name="connsiteX667" fmla="*/ 922050 w 7467600"/>
              <a:gd name="connsiteY667" fmla="*/ 3074867 h 6858000"/>
              <a:gd name="connsiteX668" fmla="*/ 1405265 w 7467600"/>
              <a:gd name="connsiteY668" fmla="*/ 3016319 h 6858000"/>
              <a:gd name="connsiteX669" fmla="*/ 1407512 w 7467600"/>
              <a:gd name="connsiteY669" fmla="*/ 3018001 h 6858000"/>
              <a:gd name="connsiteX670" fmla="*/ 1726266 w 7467600"/>
              <a:gd name="connsiteY670" fmla="*/ 2777274 h 6858000"/>
              <a:gd name="connsiteX671" fmla="*/ 625390 w 7467600"/>
              <a:gd name="connsiteY671" fmla="*/ 2514541 h 6858000"/>
              <a:gd name="connsiteX672" fmla="*/ 619799 w 7467600"/>
              <a:gd name="connsiteY672" fmla="*/ 2527180 h 6858000"/>
              <a:gd name="connsiteX673" fmla="*/ 310030 w 7467600"/>
              <a:gd name="connsiteY673" fmla="*/ 2771818 h 6858000"/>
              <a:gd name="connsiteX674" fmla="*/ 173877 w 7467600"/>
              <a:gd name="connsiteY674" fmla="*/ 2937056 h 6858000"/>
              <a:gd name="connsiteX675" fmla="*/ 77889 w 7467600"/>
              <a:gd name="connsiteY675" fmla="*/ 3138440 h 6858000"/>
              <a:gd name="connsiteX676" fmla="*/ 0 w 7467600"/>
              <a:gd name="connsiteY676" fmla="*/ 3271395 h 6858000"/>
              <a:gd name="connsiteX677" fmla="*/ 0 w 7467600"/>
              <a:gd name="connsiteY677" fmla="*/ 3153002 h 6858000"/>
              <a:gd name="connsiteX678" fmla="*/ 2386 w 7467600"/>
              <a:gd name="connsiteY678" fmla="*/ 3149203 h 6858000"/>
              <a:gd name="connsiteX679" fmla="*/ 89753 w 7467600"/>
              <a:gd name="connsiteY679" fmla="*/ 2987702 h 6858000"/>
              <a:gd name="connsiteX680" fmla="*/ 76869 w 7467600"/>
              <a:gd name="connsiteY680" fmla="*/ 3005404 h 6858000"/>
              <a:gd name="connsiteX681" fmla="*/ 32049 w 7467600"/>
              <a:gd name="connsiteY681" fmla="*/ 3065814 h 6858000"/>
              <a:gd name="connsiteX682" fmla="*/ 0 w 7467600"/>
              <a:gd name="connsiteY682" fmla="*/ 3108744 h 6858000"/>
              <a:gd name="connsiteX683" fmla="*/ 0 w 7467600"/>
              <a:gd name="connsiteY683" fmla="*/ 3058059 h 6858000"/>
              <a:gd name="connsiteX684" fmla="*/ 7610 w 7467600"/>
              <a:gd name="connsiteY684" fmla="*/ 3047889 h 6858000"/>
              <a:gd name="connsiteX685" fmla="*/ 52419 w 7467600"/>
              <a:gd name="connsiteY685" fmla="*/ 2987479 h 6858000"/>
              <a:gd name="connsiteX686" fmla="*/ 59142 w 7467600"/>
              <a:gd name="connsiteY686" fmla="*/ 2978488 h 6858000"/>
              <a:gd name="connsiteX687" fmla="*/ 0 w 7467600"/>
              <a:gd name="connsiteY687" fmla="*/ 3015334 h 6858000"/>
              <a:gd name="connsiteX688" fmla="*/ 0 w 7467600"/>
              <a:gd name="connsiteY688" fmla="*/ 2914286 h 6858000"/>
              <a:gd name="connsiteX689" fmla="*/ 36383 w 7467600"/>
              <a:gd name="connsiteY689" fmla="*/ 2901128 h 6858000"/>
              <a:gd name="connsiteX690" fmla="*/ 156329 w 7467600"/>
              <a:gd name="connsiteY690" fmla="*/ 2840533 h 6858000"/>
              <a:gd name="connsiteX691" fmla="*/ 358355 w 7467600"/>
              <a:gd name="connsiteY691" fmla="*/ 2620471 h 6858000"/>
              <a:gd name="connsiteX692" fmla="*/ 510577 w 7467600"/>
              <a:gd name="connsiteY692" fmla="*/ 2501244 h 6858000"/>
              <a:gd name="connsiteX693" fmla="*/ 211967 w 7467600"/>
              <a:gd name="connsiteY693" fmla="*/ 2479171 h 6858000"/>
              <a:gd name="connsiteX694" fmla="*/ 0 w 7467600"/>
              <a:gd name="connsiteY694" fmla="*/ 2476398 h 6858000"/>
              <a:gd name="connsiteX695" fmla="*/ 0 w 7467600"/>
              <a:gd name="connsiteY695" fmla="*/ 2389189 h 6858000"/>
              <a:gd name="connsiteX696" fmla="*/ 103062 w 7467600"/>
              <a:gd name="connsiteY696" fmla="*/ 2389518 h 6858000"/>
              <a:gd name="connsiteX697" fmla="*/ 510734 w 7467600"/>
              <a:gd name="connsiteY697" fmla="*/ 2416201 h 6858000"/>
              <a:gd name="connsiteX698" fmla="*/ 279257 w 7467600"/>
              <a:gd name="connsiteY698" fmla="*/ 2092102 h 6858000"/>
              <a:gd name="connsiteX699" fmla="*/ 65265 w 7467600"/>
              <a:gd name="connsiteY699" fmla="*/ 2006049 h 6858000"/>
              <a:gd name="connsiteX700" fmla="*/ 0 w 7467600"/>
              <a:gd name="connsiteY700" fmla="*/ 1982532 h 6858000"/>
              <a:gd name="connsiteX701" fmla="*/ 0 w 7467600"/>
              <a:gd name="connsiteY701" fmla="*/ 1912789 h 6858000"/>
              <a:gd name="connsiteX702" fmla="*/ 97460 w 7467600"/>
              <a:gd name="connsiteY702" fmla="*/ 1953725 h 6858000"/>
              <a:gd name="connsiteX703" fmla="*/ 221272 w 7467600"/>
              <a:gd name="connsiteY703" fmla="*/ 1980766 h 6858000"/>
              <a:gd name="connsiteX704" fmla="*/ 116765 w 7467600"/>
              <a:gd name="connsiteY704" fmla="*/ 1911033 h 6858000"/>
              <a:gd name="connsiteX705" fmla="*/ 16405 w 7467600"/>
              <a:gd name="connsiteY705" fmla="*/ 1803412 h 6858000"/>
              <a:gd name="connsiteX706" fmla="*/ 0 w 7467600"/>
              <a:gd name="connsiteY706" fmla="*/ 1784777 h 6858000"/>
              <a:gd name="connsiteX707" fmla="*/ 0 w 7467600"/>
              <a:gd name="connsiteY707" fmla="*/ 1740082 h 6858000"/>
              <a:gd name="connsiteX708" fmla="*/ 39394 w 7467600"/>
              <a:gd name="connsiteY708" fmla="*/ 1784856 h 6858000"/>
              <a:gd name="connsiteX709" fmla="*/ 135813 w 7467600"/>
              <a:gd name="connsiteY709" fmla="*/ 1888838 h 6858000"/>
              <a:gd name="connsiteX710" fmla="*/ 242575 w 7467600"/>
              <a:gd name="connsiteY710" fmla="*/ 1958841 h 6858000"/>
              <a:gd name="connsiteX711" fmla="*/ 82197 w 7467600"/>
              <a:gd name="connsiteY711" fmla="*/ 1754826 h 6858000"/>
              <a:gd name="connsiteX712" fmla="*/ 0 w 7467600"/>
              <a:gd name="connsiteY712" fmla="*/ 1679650 h 6858000"/>
              <a:gd name="connsiteX713" fmla="*/ 0 w 7467600"/>
              <a:gd name="connsiteY713" fmla="*/ 1602463 h 6858000"/>
              <a:gd name="connsiteX714" fmla="*/ 84689 w 7467600"/>
              <a:gd name="connsiteY714" fmla="*/ 1677442 h 6858000"/>
              <a:gd name="connsiteX715" fmla="*/ 298437 w 7467600"/>
              <a:gd name="connsiteY715" fmla="*/ 1968019 h 6858000"/>
              <a:gd name="connsiteX716" fmla="*/ 227269 w 7467600"/>
              <a:gd name="connsiteY716" fmla="*/ 1114064 h 6858000"/>
              <a:gd name="connsiteX717" fmla="*/ 248003 w 7467600"/>
              <a:gd name="connsiteY717" fmla="*/ 1089613 h 6858000"/>
              <a:gd name="connsiteX718" fmla="*/ 427020 w 7467600"/>
              <a:gd name="connsiteY718" fmla="*/ 1619803 h 6858000"/>
              <a:gd name="connsiteX719" fmla="*/ 340345 w 7467600"/>
              <a:gd name="connsiteY719" fmla="*/ 2027739 h 6858000"/>
              <a:gd name="connsiteX720" fmla="*/ 360865 w 7467600"/>
              <a:gd name="connsiteY720" fmla="*/ 2044827 h 6858000"/>
              <a:gd name="connsiteX721" fmla="*/ 560414 w 7467600"/>
              <a:gd name="connsiteY721" fmla="*/ 2421457 h 6858000"/>
              <a:gd name="connsiteX722" fmla="*/ 1359703 w 7467600"/>
              <a:gd name="connsiteY722" fmla="*/ 2578554 h 6858000"/>
              <a:gd name="connsiteX723" fmla="*/ 1359422 w 7467600"/>
              <a:gd name="connsiteY723" fmla="*/ 2577994 h 6858000"/>
              <a:gd name="connsiteX724" fmla="*/ 828701 w 7467600"/>
              <a:gd name="connsiteY724" fmla="*/ 1839520 h 6858000"/>
              <a:gd name="connsiteX725" fmla="*/ 494427 w 7467600"/>
              <a:gd name="connsiteY725" fmla="*/ 1092333 h 6858000"/>
              <a:gd name="connsiteX726" fmla="*/ 506322 w 7467600"/>
              <a:gd name="connsiteY726" fmla="*/ 1020997 h 6858000"/>
              <a:gd name="connsiteX727" fmla="*/ 4570198 w 7467600"/>
              <a:gd name="connsiteY727" fmla="*/ 978081 h 6858000"/>
              <a:gd name="connsiteX728" fmla="*/ 4523691 w 7467600"/>
              <a:gd name="connsiteY728" fmla="*/ 1127776 h 6858000"/>
              <a:gd name="connsiteX729" fmla="*/ 4509875 w 7467600"/>
              <a:gd name="connsiteY729" fmla="*/ 1167552 h 6858000"/>
              <a:gd name="connsiteX730" fmla="*/ 4478168 w 7467600"/>
              <a:gd name="connsiteY730" fmla="*/ 1260735 h 6858000"/>
              <a:gd name="connsiteX731" fmla="*/ 4409309 w 7467600"/>
              <a:gd name="connsiteY731" fmla="*/ 1666996 h 6858000"/>
              <a:gd name="connsiteX732" fmla="*/ 4370031 w 7467600"/>
              <a:gd name="connsiteY732" fmla="*/ 1955666 h 6858000"/>
              <a:gd name="connsiteX733" fmla="*/ 4570198 w 7467600"/>
              <a:gd name="connsiteY733" fmla="*/ 978081 h 6858000"/>
              <a:gd name="connsiteX734" fmla="*/ 4557898 w 7467600"/>
              <a:gd name="connsiteY734" fmla="*/ 900011 h 6858000"/>
              <a:gd name="connsiteX735" fmla="*/ 4344840 w 7467600"/>
              <a:gd name="connsiteY735" fmla="*/ 1922038 h 6858000"/>
              <a:gd name="connsiteX736" fmla="*/ 4378710 w 7467600"/>
              <a:gd name="connsiteY736" fmla="*/ 1665516 h 6858000"/>
              <a:gd name="connsiteX737" fmla="*/ 4448798 w 7467600"/>
              <a:gd name="connsiteY737" fmla="*/ 1253024 h 6858000"/>
              <a:gd name="connsiteX738" fmla="*/ 4480315 w 7467600"/>
              <a:gd name="connsiteY738" fmla="*/ 1158454 h 6858000"/>
              <a:gd name="connsiteX739" fmla="*/ 4494133 w 7467600"/>
              <a:gd name="connsiteY739" fmla="*/ 1118676 h 6858000"/>
              <a:gd name="connsiteX740" fmla="*/ 4557898 w 7467600"/>
              <a:gd name="connsiteY740" fmla="*/ 900011 h 6858000"/>
              <a:gd name="connsiteX741" fmla="*/ 5870151 w 7467600"/>
              <a:gd name="connsiteY741" fmla="*/ 898890 h 6858000"/>
              <a:gd name="connsiteX742" fmla="*/ 5861335 w 7467600"/>
              <a:gd name="connsiteY742" fmla="*/ 899177 h 6858000"/>
              <a:gd name="connsiteX743" fmla="*/ 5843702 w 7467600"/>
              <a:gd name="connsiteY743" fmla="*/ 899748 h 6858000"/>
              <a:gd name="connsiteX744" fmla="*/ 5651107 w 7467600"/>
              <a:gd name="connsiteY744" fmla="*/ 920306 h 6858000"/>
              <a:gd name="connsiteX745" fmla="*/ 5459407 w 7467600"/>
              <a:gd name="connsiteY745" fmla="*/ 940975 h 6858000"/>
              <a:gd name="connsiteX746" fmla="*/ 5374846 w 7467600"/>
              <a:gd name="connsiteY746" fmla="*/ 941988 h 6858000"/>
              <a:gd name="connsiteX747" fmla="*/ 5256105 w 7467600"/>
              <a:gd name="connsiteY747" fmla="*/ 945632 h 6858000"/>
              <a:gd name="connsiteX748" fmla="*/ 5107071 w 7467600"/>
              <a:gd name="connsiteY748" fmla="*/ 969720 h 6858000"/>
              <a:gd name="connsiteX749" fmla="*/ 4998681 w 7467600"/>
              <a:gd name="connsiteY749" fmla="*/ 988771 h 6858000"/>
              <a:gd name="connsiteX750" fmla="*/ 5870151 w 7467600"/>
              <a:gd name="connsiteY750" fmla="*/ 898890 h 6858000"/>
              <a:gd name="connsiteX751" fmla="*/ 5504425 w 7467600"/>
              <a:gd name="connsiteY751" fmla="*/ 848067 h 6858000"/>
              <a:gd name="connsiteX752" fmla="*/ 4968849 w 7467600"/>
              <a:gd name="connsiteY752" fmla="*/ 962318 h 6858000"/>
              <a:gd name="connsiteX753" fmla="*/ 5104039 w 7467600"/>
              <a:gd name="connsiteY753" fmla="*/ 940634 h 6858000"/>
              <a:gd name="connsiteX754" fmla="*/ 5256311 w 7467600"/>
              <a:gd name="connsiteY754" fmla="*/ 916490 h 6858000"/>
              <a:gd name="connsiteX755" fmla="*/ 5377381 w 7467600"/>
              <a:gd name="connsiteY755" fmla="*/ 912671 h 6858000"/>
              <a:gd name="connsiteX756" fmla="*/ 5460148 w 7467600"/>
              <a:gd name="connsiteY756" fmla="*/ 911442 h 6858000"/>
              <a:gd name="connsiteX757" fmla="*/ 5648971 w 7467600"/>
              <a:gd name="connsiteY757" fmla="*/ 891331 h 6858000"/>
              <a:gd name="connsiteX758" fmla="*/ 5844807 w 7467600"/>
              <a:gd name="connsiteY758" fmla="*/ 870718 h 6858000"/>
              <a:gd name="connsiteX759" fmla="*/ 5862975 w 7467600"/>
              <a:gd name="connsiteY759" fmla="*/ 869756 h 6858000"/>
              <a:gd name="connsiteX760" fmla="*/ 5920887 w 7467600"/>
              <a:gd name="connsiteY760" fmla="*/ 865929 h 6858000"/>
              <a:gd name="connsiteX761" fmla="*/ 5504425 w 7467600"/>
              <a:gd name="connsiteY761" fmla="*/ 848067 h 6858000"/>
              <a:gd name="connsiteX762" fmla="*/ 3607114 w 7467600"/>
              <a:gd name="connsiteY762" fmla="*/ 467441 h 6858000"/>
              <a:gd name="connsiteX763" fmla="*/ 3296242 w 7467600"/>
              <a:gd name="connsiteY763" fmla="*/ 807991 h 6858000"/>
              <a:gd name="connsiteX764" fmla="*/ 3174674 w 7467600"/>
              <a:gd name="connsiteY764" fmla="*/ 919759 h 6858000"/>
              <a:gd name="connsiteX765" fmla="*/ 3042978 w 7467600"/>
              <a:gd name="connsiteY765" fmla="*/ 1054894 h 6858000"/>
              <a:gd name="connsiteX766" fmla="*/ 2968914 w 7467600"/>
              <a:gd name="connsiteY766" fmla="*/ 1133756 h 6858000"/>
              <a:gd name="connsiteX767" fmla="*/ 3103823 w 7467600"/>
              <a:gd name="connsiteY767" fmla="*/ 1026814 h 6858000"/>
              <a:gd name="connsiteX768" fmla="*/ 3607114 w 7467600"/>
              <a:gd name="connsiteY768" fmla="*/ 467441 h 6858000"/>
              <a:gd name="connsiteX769" fmla="*/ 3744487 w 7467600"/>
              <a:gd name="connsiteY769" fmla="*/ 383136 h 6858000"/>
              <a:gd name="connsiteX770" fmla="*/ 3970213 w 7467600"/>
              <a:gd name="connsiteY770" fmla="*/ 995559 h 6858000"/>
              <a:gd name="connsiteX771" fmla="*/ 3744487 w 7467600"/>
              <a:gd name="connsiteY771" fmla="*/ 383136 h 6858000"/>
              <a:gd name="connsiteX772" fmla="*/ 3624562 w 7467600"/>
              <a:gd name="connsiteY772" fmla="*/ 367041 h 6858000"/>
              <a:gd name="connsiteX773" fmla="*/ 3489712 w 7467600"/>
              <a:gd name="connsiteY773" fmla="*/ 485386 h 6858000"/>
              <a:gd name="connsiteX774" fmla="*/ 3182994 w 7467600"/>
              <a:gd name="connsiteY774" fmla="*/ 828265 h 6858000"/>
              <a:gd name="connsiteX775" fmla="*/ 2892114 w 7467600"/>
              <a:gd name="connsiteY775" fmla="*/ 1172635 h 6858000"/>
              <a:gd name="connsiteX776" fmla="*/ 3021459 w 7467600"/>
              <a:gd name="connsiteY776" fmla="*/ 1035385 h 6858000"/>
              <a:gd name="connsiteX777" fmla="*/ 3153873 w 7467600"/>
              <a:gd name="connsiteY777" fmla="*/ 898971 h 6858000"/>
              <a:gd name="connsiteX778" fmla="*/ 3276511 w 7467600"/>
              <a:gd name="connsiteY778" fmla="*/ 786423 h 6858000"/>
              <a:gd name="connsiteX779" fmla="*/ 3584154 w 7467600"/>
              <a:gd name="connsiteY779" fmla="*/ 448218 h 6858000"/>
              <a:gd name="connsiteX780" fmla="*/ 3624562 w 7467600"/>
              <a:gd name="connsiteY780" fmla="*/ 367041 h 6858000"/>
              <a:gd name="connsiteX781" fmla="*/ 3766672 w 7467600"/>
              <a:gd name="connsiteY781" fmla="*/ 359429 h 6858000"/>
              <a:gd name="connsiteX782" fmla="*/ 3996338 w 7467600"/>
              <a:gd name="connsiteY782" fmla="*/ 968237 h 6858000"/>
              <a:gd name="connsiteX783" fmla="*/ 3766672 w 7467600"/>
              <a:gd name="connsiteY783" fmla="*/ 359429 h 6858000"/>
              <a:gd name="connsiteX784" fmla="*/ 5805386 w 7467600"/>
              <a:gd name="connsiteY784" fmla="*/ 239240 h 6858000"/>
              <a:gd name="connsiteX785" fmla="*/ 5736947 w 7467600"/>
              <a:gd name="connsiteY785" fmla="*/ 261367 h 6858000"/>
              <a:gd name="connsiteX786" fmla="*/ 5427012 w 7467600"/>
              <a:gd name="connsiteY786" fmla="*/ 311272 h 6858000"/>
              <a:gd name="connsiteX787" fmla="*/ 5147818 w 7467600"/>
              <a:gd name="connsiteY787" fmla="*/ 322112 h 6858000"/>
              <a:gd name="connsiteX788" fmla="*/ 5060854 w 7467600"/>
              <a:gd name="connsiteY788" fmla="*/ 311882 h 6858000"/>
              <a:gd name="connsiteX789" fmla="*/ 4945989 w 7467600"/>
              <a:gd name="connsiteY789" fmla="*/ 300516 h 6858000"/>
              <a:gd name="connsiteX790" fmla="*/ 5410479 w 7467600"/>
              <a:gd name="connsiteY790" fmla="*/ 348434 h 6858000"/>
              <a:gd name="connsiteX791" fmla="*/ 5805386 w 7467600"/>
              <a:gd name="connsiteY791" fmla="*/ 239240 h 6858000"/>
              <a:gd name="connsiteX792" fmla="*/ 5905192 w 7467600"/>
              <a:gd name="connsiteY792" fmla="*/ 163079 h 6858000"/>
              <a:gd name="connsiteX793" fmla="*/ 5865655 w 7467600"/>
              <a:gd name="connsiteY793" fmla="*/ 171901 h 6858000"/>
              <a:gd name="connsiteX794" fmla="*/ 5259740 w 7467600"/>
              <a:gd name="connsiteY794" fmla="*/ 257013 h 6858000"/>
              <a:gd name="connsiteX795" fmla="*/ 5208466 w 7467600"/>
              <a:gd name="connsiteY795" fmla="*/ 257550 h 6858000"/>
              <a:gd name="connsiteX796" fmla="*/ 4980204 w 7467600"/>
              <a:gd name="connsiteY796" fmla="*/ 271903 h 6858000"/>
              <a:gd name="connsiteX797" fmla="*/ 5068068 w 7467600"/>
              <a:gd name="connsiteY797" fmla="*/ 282244 h 6858000"/>
              <a:gd name="connsiteX798" fmla="*/ 5153231 w 7467600"/>
              <a:gd name="connsiteY798" fmla="*/ 292240 h 6858000"/>
              <a:gd name="connsiteX799" fmla="*/ 5426491 w 7467600"/>
              <a:gd name="connsiteY799" fmla="*/ 281128 h 6858000"/>
              <a:gd name="connsiteX800" fmla="*/ 5731212 w 7467600"/>
              <a:gd name="connsiteY800" fmla="*/ 231951 h 6858000"/>
              <a:gd name="connsiteX801" fmla="*/ 5905192 w 7467600"/>
              <a:gd name="connsiteY801" fmla="*/ 163079 h 6858000"/>
              <a:gd name="connsiteX802" fmla="*/ 5944437 w 7467600"/>
              <a:gd name="connsiteY802" fmla="*/ 113829 h 6858000"/>
              <a:gd name="connsiteX803" fmla="*/ 5825032 w 7467600"/>
              <a:gd name="connsiteY803" fmla="*/ 146405 h 6858000"/>
              <a:gd name="connsiteX804" fmla="*/ 4955599 w 7467600"/>
              <a:gd name="connsiteY804" fmla="*/ 247008 h 6858000"/>
              <a:gd name="connsiteX805" fmla="*/ 5210104 w 7467600"/>
              <a:gd name="connsiteY805" fmla="*/ 228123 h 6858000"/>
              <a:gd name="connsiteX806" fmla="*/ 5261015 w 7467600"/>
              <a:gd name="connsiteY806" fmla="*/ 227087 h 6858000"/>
              <a:gd name="connsiteX807" fmla="*/ 5861181 w 7467600"/>
              <a:gd name="connsiteY807" fmla="*/ 143093 h 6858000"/>
              <a:gd name="connsiteX808" fmla="*/ 5961252 w 7467600"/>
              <a:gd name="connsiteY808" fmla="*/ 114820 h 6858000"/>
              <a:gd name="connsiteX809" fmla="*/ 5944437 w 7467600"/>
              <a:gd name="connsiteY809" fmla="*/ 113829 h 6858000"/>
              <a:gd name="connsiteX810" fmla="*/ 3882765 w 7467600"/>
              <a:gd name="connsiteY810" fmla="*/ 0 h 6858000"/>
              <a:gd name="connsiteX811" fmla="*/ 3995099 w 7467600"/>
              <a:gd name="connsiteY811" fmla="*/ 0 h 6858000"/>
              <a:gd name="connsiteX812" fmla="*/ 4163818 w 7467600"/>
              <a:gd name="connsiteY812" fmla="*/ 234104 h 6858000"/>
              <a:gd name="connsiteX813" fmla="*/ 4172099 w 7467600"/>
              <a:gd name="connsiteY813" fmla="*/ 234207 h 6858000"/>
              <a:gd name="connsiteX814" fmla="*/ 4784282 w 7467600"/>
              <a:gd name="connsiteY814" fmla="*/ 276561 h 6858000"/>
              <a:gd name="connsiteX815" fmla="*/ 4801687 w 7467600"/>
              <a:gd name="connsiteY815" fmla="*/ 267764 h 6858000"/>
              <a:gd name="connsiteX816" fmla="*/ 6082788 w 7467600"/>
              <a:gd name="connsiteY816" fmla="*/ 64119 h 6858000"/>
              <a:gd name="connsiteX817" fmla="*/ 6099442 w 7467600"/>
              <a:gd name="connsiteY817" fmla="*/ 82568 h 6858000"/>
              <a:gd name="connsiteX818" fmla="*/ 4804137 w 7467600"/>
              <a:gd name="connsiteY818" fmla="*/ 320931 h 6858000"/>
              <a:gd name="connsiteX819" fmla="*/ 4227047 w 7467600"/>
              <a:gd name="connsiteY819" fmla="*/ 313415 h 6858000"/>
              <a:gd name="connsiteX820" fmla="*/ 4346041 w 7467600"/>
              <a:gd name="connsiteY820" fmla="*/ 456086 h 6858000"/>
              <a:gd name="connsiteX821" fmla="*/ 4870967 w 7467600"/>
              <a:gd name="connsiteY821" fmla="*/ 963061 h 6858000"/>
              <a:gd name="connsiteX822" fmla="*/ 4889647 w 7467600"/>
              <a:gd name="connsiteY822" fmla="*/ 957147 h 6858000"/>
              <a:gd name="connsiteX823" fmla="*/ 5422504 w 7467600"/>
              <a:gd name="connsiteY823" fmla="*/ 805191 h 6858000"/>
              <a:gd name="connsiteX824" fmla="*/ 6087656 w 7467600"/>
              <a:gd name="connsiteY824" fmla="*/ 826703 h 6858000"/>
              <a:gd name="connsiteX825" fmla="*/ 6058717 w 7467600"/>
              <a:gd name="connsiteY825" fmla="*/ 865992 h 6858000"/>
              <a:gd name="connsiteX826" fmla="*/ 4974153 w 7467600"/>
              <a:gd name="connsiteY826" fmla="*/ 1045456 h 6858000"/>
              <a:gd name="connsiteX827" fmla="*/ 5627835 w 7467600"/>
              <a:gd name="connsiteY827" fmla="*/ 1472077 h 6858000"/>
              <a:gd name="connsiteX828" fmla="*/ 5629817 w 7467600"/>
              <a:gd name="connsiteY828" fmla="*/ 1471412 h 6858000"/>
              <a:gd name="connsiteX829" fmla="*/ 5634124 w 7467600"/>
              <a:gd name="connsiteY829" fmla="*/ 1470572 h 6858000"/>
              <a:gd name="connsiteX830" fmla="*/ 5755832 w 7467600"/>
              <a:gd name="connsiteY830" fmla="*/ 1383886 h 6858000"/>
              <a:gd name="connsiteX831" fmla="*/ 6014186 w 7467600"/>
              <a:gd name="connsiteY831" fmla="*/ 1279799 h 6858000"/>
              <a:gd name="connsiteX832" fmla="*/ 6901619 w 7467600"/>
              <a:gd name="connsiteY832" fmla="*/ 1047874 h 6858000"/>
              <a:gd name="connsiteX833" fmla="*/ 6931566 w 7467600"/>
              <a:gd name="connsiteY833" fmla="*/ 1062034 h 6858000"/>
              <a:gd name="connsiteX834" fmla="*/ 5790982 w 7467600"/>
              <a:gd name="connsiteY834" fmla="*/ 1561380 h 6858000"/>
              <a:gd name="connsiteX835" fmla="*/ 6188971 w 7467600"/>
              <a:gd name="connsiteY835" fmla="*/ 1755168 h 6858000"/>
              <a:gd name="connsiteX836" fmla="*/ 6202446 w 7467600"/>
              <a:gd name="connsiteY836" fmla="*/ 1752268 h 6858000"/>
              <a:gd name="connsiteX837" fmla="*/ 7179560 w 7467600"/>
              <a:gd name="connsiteY837" fmla="*/ 1467551 h 6858000"/>
              <a:gd name="connsiteX838" fmla="*/ 7158730 w 7467600"/>
              <a:gd name="connsiteY838" fmla="*/ 1507835 h 6858000"/>
              <a:gd name="connsiteX839" fmla="*/ 6326959 w 7467600"/>
              <a:gd name="connsiteY839" fmla="*/ 1817686 h 6858000"/>
              <a:gd name="connsiteX840" fmla="*/ 6537433 w 7467600"/>
              <a:gd name="connsiteY840" fmla="*/ 1907790 h 6858000"/>
              <a:gd name="connsiteX841" fmla="*/ 6550221 w 7467600"/>
              <a:gd name="connsiteY841" fmla="*/ 1910729 h 6858000"/>
              <a:gd name="connsiteX842" fmla="*/ 6964438 w 7467600"/>
              <a:gd name="connsiteY842" fmla="*/ 2209505 h 6858000"/>
              <a:gd name="connsiteX843" fmla="*/ 7367862 w 7467600"/>
              <a:gd name="connsiteY843" fmla="*/ 2806833 h 6858000"/>
              <a:gd name="connsiteX844" fmla="*/ 7364329 w 7467600"/>
              <a:gd name="connsiteY844" fmla="*/ 2826907 h 6858000"/>
              <a:gd name="connsiteX845" fmla="*/ 7290545 w 7467600"/>
              <a:gd name="connsiteY845" fmla="*/ 2850663 h 6858000"/>
              <a:gd name="connsiteX846" fmla="*/ 6472036 w 7467600"/>
              <a:gd name="connsiteY846" fmla="*/ 1959003 h 6858000"/>
              <a:gd name="connsiteX847" fmla="*/ 5792897 w 7467600"/>
              <a:gd name="connsiteY847" fmla="*/ 1647747 h 6858000"/>
              <a:gd name="connsiteX848" fmla="*/ 5842751 w 7467600"/>
              <a:gd name="connsiteY848" fmla="*/ 1816112 h 6858000"/>
              <a:gd name="connsiteX849" fmla="*/ 5847424 w 7467600"/>
              <a:gd name="connsiteY849" fmla="*/ 1815776 h 6858000"/>
              <a:gd name="connsiteX850" fmla="*/ 6399821 w 7467600"/>
              <a:gd name="connsiteY850" fmla="*/ 2344799 h 6858000"/>
              <a:gd name="connsiteX851" fmla="*/ 6323232 w 7467600"/>
              <a:gd name="connsiteY851" fmla="*/ 2389634 h 6858000"/>
              <a:gd name="connsiteX852" fmla="*/ 5942958 w 7467600"/>
              <a:gd name="connsiteY852" fmla="*/ 2077708 h 6858000"/>
              <a:gd name="connsiteX853" fmla="*/ 5921559 w 7467600"/>
              <a:gd name="connsiteY853" fmla="*/ 2378596 h 6858000"/>
              <a:gd name="connsiteX854" fmla="*/ 5817651 w 7467600"/>
              <a:gd name="connsiteY854" fmla="*/ 3023919 h 6858000"/>
              <a:gd name="connsiteX855" fmla="*/ 5729634 w 7467600"/>
              <a:gd name="connsiteY855" fmla="*/ 3051849 h 6858000"/>
              <a:gd name="connsiteX856" fmla="*/ 5611018 w 7467600"/>
              <a:gd name="connsiteY856" fmla="*/ 2316769 h 6858000"/>
              <a:gd name="connsiteX857" fmla="*/ 5687608 w 7467600"/>
              <a:gd name="connsiteY857" fmla="*/ 2039972 h 6858000"/>
              <a:gd name="connsiteX858" fmla="*/ 5657554 w 7467600"/>
              <a:gd name="connsiteY858" fmla="*/ 1576445 h 6858000"/>
              <a:gd name="connsiteX859" fmla="*/ 5150475 w 7467600"/>
              <a:gd name="connsiteY859" fmla="*/ 1274012 h 6858000"/>
              <a:gd name="connsiteX860" fmla="*/ 5349142 w 7467600"/>
              <a:gd name="connsiteY860" fmla="*/ 2204405 h 6858000"/>
              <a:gd name="connsiteX861" fmla="*/ 5262214 w 7467600"/>
              <a:gd name="connsiteY861" fmla="*/ 2233836 h 6858000"/>
              <a:gd name="connsiteX862" fmla="*/ 4981539 w 7467600"/>
              <a:gd name="connsiteY862" fmla="*/ 1542201 h 6858000"/>
              <a:gd name="connsiteX863" fmla="*/ 4958461 w 7467600"/>
              <a:gd name="connsiteY863" fmla="*/ 1136957 h 6858000"/>
              <a:gd name="connsiteX864" fmla="*/ 4655015 w 7467600"/>
              <a:gd name="connsiteY864" fmla="*/ 891426 h 6858000"/>
              <a:gd name="connsiteX865" fmla="*/ 4348002 w 7467600"/>
              <a:gd name="connsiteY865" fmla="*/ 2205895 h 6858000"/>
              <a:gd name="connsiteX866" fmla="*/ 4262250 w 7467600"/>
              <a:gd name="connsiteY866" fmla="*/ 2219972 h 6858000"/>
              <a:gd name="connsiteX867" fmla="*/ 4550611 w 7467600"/>
              <a:gd name="connsiteY867" fmla="*/ 817540 h 6858000"/>
              <a:gd name="connsiteX868" fmla="*/ 4564418 w 7467600"/>
              <a:gd name="connsiteY868" fmla="*/ 808293 h 6858000"/>
              <a:gd name="connsiteX869" fmla="*/ 4266388 w 7467600"/>
              <a:gd name="connsiteY869" fmla="*/ 500083 h 6858000"/>
              <a:gd name="connsiteX870" fmla="*/ 4032842 w 7467600"/>
              <a:gd name="connsiteY870" fmla="*/ 211809 h 6858000"/>
              <a:gd name="connsiteX871" fmla="*/ 3882765 w 7467600"/>
              <a:gd name="connsiteY871" fmla="*/ 0 h 6858000"/>
              <a:gd name="connsiteX872" fmla="*/ 3721337 w 7467600"/>
              <a:gd name="connsiteY872" fmla="*/ 0 h 6858000"/>
              <a:gd name="connsiteX873" fmla="*/ 3797544 w 7467600"/>
              <a:gd name="connsiteY873" fmla="*/ 0 h 6858000"/>
              <a:gd name="connsiteX874" fmla="*/ 3775734 w 7467600"/>
              <a:gd name="connsiteY874" fmla="*/ 95131 h 6858000"/>
              <a:gd name="connsiteX875" fmla="*/ 3724807 w 7467600"/>
              <a:gd name="connsiteY875" fmla="*/ 272257 h 6858000"/>
              <a:gd name="connsiteX876" fmla="*/ 3726844 w 7467600"/>
              <a:gd name="connsiteY876" fmla="*/ 282988 h 6858000"/>
              <a:gd name="connsiteX877" fmla="*/ 3742664 w 7467600"/>
              <a:gd name="connsiteY877" fmla="*/ 279918 h 6858000"/>
              <a:gd name="connsiteX878" fmla="*/ 4103910 w 7467600"/>
              <a:gd name="connsiteY878" fmla="*/ 1161917 h 6858000"/>
              <a:gd name="connsiteX879" fmla="*/ 4020269 w 7467600"/>
              <a:gd name="connsiteY879" fmla="*/ 1200406 h 6858000"/>
              <a:gd name="connsiteX880" fmla="*/ 3674882 w 7467600"/>
              <a:gd name="connsiteY880" fmla="*/ 488524 h 6858000"/>
              <a:gd name="connsiteX881" fmla="*/ 3132682 w 7467600"/>
              <a:gd name="connsiteY881" fmla="*/ 1072284 h 6858000"/>
              <a:gd name="connsiteX882" fmla="*/ 2716346 w 7467600"/>
              <a:gd name="connsiteY882" fmla="*/ 1276376 h 6858000"/>
              <a:gd name="connsiteX883" fmla="*/ 2716772 w 7467600"/>
              <a:gd name="connsiteY883" fmla="*/ 1255462 h 6858000"/>
              <a:gd name="connsiteX884" fmla="*/ 3471096 w 7467600"/>
              <a:gd name="connsiteY884" fmla="*/ 437072 h 6858000"/>
              <a:gd name="connsiteX885" fmla="*/ 3639057 w 7467600"/>
              <a:gd name="connsiteY885" fmla="*/ 286334 h 6858000"/>
              <a:gd name="connsiteX886" fmla="*/ 3640309 w 7467600"/>
              <a:gd name="connsiteY886" fmla="*/ 284664 h 6858000"/>
              <a:gd name="connsiteX887" fmla="*/ 3646022 w 7467600"/>
              <a:gd name="connsiteY887" fmla="*/ 276711 h 6858000"/>
              <a:gd name="connsiteX888" fmla="*/ 3707943 w 7467600"/>
              <a:gd name="connsiteY888" fmla="*/ 65958 h 6858000"/>
              <a:gd name="connsiteX889" fmla="*/ 3721337 w 7467600"/>
              <a:gd name="connsiteY889" fmla="*/ 0 h 6858000"/>
              <a:gd name="connsiteX890" fmla="*/ 2867960 w 7467600"/>
              <a:gd name="connsiteY890" fmla="*/ 0 h 6858000"/>
              <a:gd name="connsiteX891" fmla="*/ 2926351 w 7467600"/>
              <a:gd name="connsiteY891" fmla="*/ 0 h 6858000"/>
              <a:gd name="connsiteX892" fmla="*/ 2902823 w 7467600"/>
              <a:gd name="connsiteY892" fmla="*/ 262929 h 6858000"/>
              <a:gd name="connsiteX893" fmla="*/ 2940663 w 7467600"/>
              <a:gd name="connsiteY893" fmla="*/ 140884 h 6858000"/>
              <a:gd name="connsiteX894" fmla="*/ 2947039 w 7467600"/>
              <a:gd name="connsiteY894" fmla="*/ 122524 h 6858000"/>
              <a:gd name="connsiteX895" fmla="*/ 2984316 w 7467600"/>
              <a:gd name="connsiteY895" fmla="*/ 0 h 6858000"/>
              <a:gd name="connsiteX896" fmla="*/ 3016114 w 7467600"/>
              <a:gd name="connsiteY896" fmla="*/ 0 h 6858000"/>
              <a:gd name="connsiteX897" fmla="*/ 2979949 w 7467600"/>
              <a:gd name="connsiteY897" fmla="*/ 119274 h 6858000"/>
              <a:gd name="connsiteX898" fmla="*/ 3023879 w 7467600"/>
              <a:gd name="connsiteY898" fmla="*/ 0 h 6858000"/>
              <a:gd name="connsiteX899" fmla="*/ 3105400 w 7467600"/>
              <a:gd name="connsiteY899" fmla="*/ 0 h 6858000"/>
              <a:gd name="connsiteX900" fmla="*/ 3094669 w 7467600"/>
              <a:gd name="connsiteY900" fmla="*/ 30308 h 6858000"/>
              <a:gd name="connsiteX901" fmla="*/ 2901945 w 7467600"/>
              <a:gd name="connsiteY901" fmla="*/ 466538 h 6858000"/>
              <a:gd name="connsiteX902" fmla="*/ 2815209 w 7467600"/>
              <a:gd name="connsiteY902" fmla="*/ 497361 h 6858000"/>
              <a:gd name="connsiteX903" fmla="*/ 2844845 w 7467600"/>
              <a:gd name="connsiteY903" fmla="*/ 127638 h 6858000"/>
              <a:gd name="connsiteX904" fmla="*/ 2867960 w 7467600"/>
              <a:gd name="connsiteY904" fmla="*/ 0 h 6858000"/>
              <a:gd name="connsiteX905" fmla="*/ 1057230 w 7467600"/>
              <a:gd name="connsiteY905" fmla="*/ 0 h 6858000"/>
              <a:gd name="connsiteX906" fmla="*/ 1111003 w 7467600"/>
              <a:gd name="connsiteY906" fmla="*/ 0 h 6858000"/>
              <a:gd name="connsiteX907" fmla="*/ 1125553 w 7467600"/>
              <a:gd name="connsiteY907" fmla="*/ 52588 h 6858000"/>
              <a:gd name="connsiteX908" fmla="*/ 1304276 w 7467600"/>
              <a:gd name="connsiteY908" fmla="*/ 476275 h 6858000"/>
              <a:gd name="connsiteX909" fmla="*/ 1492066 w 7467600"/>
              <a:gd name="connsiteY909" fmla="*/ 886333 h 6858000"/>
              <a:gd name="connsiteX910" fmla="*/ 1423698 w 7467600"/>
              <a:gd name="connsiteY910" fmla="*/ 710817 h 6858000"/>
              <a:gd name="connsiteX911" fmla="*/ 1357609 w 7467600"/>
              <a:gd name="connsiteY911" fmla="*/ 532892 h 6858000"/>
              <a:gd name="connsiteX912" fmla="*/ 1309550 w 7467600"/>
              <a:gd name="connsiteY912" fmla="*/ 374031 h 6858000"/>
              <a:gd name="connsiteX913" fmla="*/ 1193673 w 7467600"/>
              <a:gd name="connsiteY913" fmla="*/ 49533 h 6858000"/>
              <a:gd name="connsiteX914" fmla="*/ 1164391 w 7467600"/>
              <a:gd name="connsiteY914" fmla="*/ 0 h 6858000"/>
              <a:gd name="connsiteX915" fmla="*/ 1200666 w 7467600"/>
              <a:gd name="connsiteY915" fmla="*/ 0 h 6858000"/>
              <a:gd name="connsiteX916" fmla="*/ 1223408 w 7467600"/>
              <a:gd name="connsiteY916" fmla="*/ 38996 h 6858000"/>
              <a:gd name="connsiteX917" fmla="*/ 1339635 w 7467600"/>
              <a:gd name="connsiteY917" fmla="*/ 365517 h 6858000"/>
              <a:gd name="connsiteX918" fmla="*/ 1387469 w 7467600"/>
              <a:gd name="connsiteY918" fmla="*/ 523079 h 6858000"/>
              <a:gd name="connsiteX919" fmla="*/ 1452685 w 7467600"/>
              <a:gd name="connsiteY919" fmla="*/ 699806 h 6858000"/>
              <a:gd name="connsiteX920" fmla="*/ 1492092 w 7467600"/>
              <a:gd name="connsiteY920" fmla="*/ 800424 h 6858000"/>
              <a:gd name="connsiteX921" fmla="*/ 1455302 w 7467600"/>
              <a:gd name="connsiteY921" fmla="*/ 632913 h 6858000"/>
              <a:gd name="connsiteX922" fmla="*/ 1222336 w 7467600"/>
              <a:gd name="connsiteY922" fmla="*/ 9480 h 6858000"/>
              <a:gd name="connsiteX923" fmla="*/ 1214634 w 7467600"/>
              <a:gd name="connsiteY923" fmla="*/ 0 h 6858000"/>
              <a:gd name="connsiteX924" fmla="*/ 1289827 w 7467600"/>
              <a:gd name="connsiteY924" fmla="*/ 0 h 6858000"/>
              <a:gd name="connsiteX925" fmla="*/ 1321076 w 7467600"/>
              <a:gd name="connsiteY925" fmla="*/ 59722 h 6858000"/>
              <a:gd name="connsiteX926" fmla="*/ 1512579 w 7467600"/>
              <a:gd name="connsiteY926" fmla="*/ 626441 h 6858000"/>
              <a:gd name="connsiteX927" fmla="*/ 1506076 w 7467600"/>
              <a:gd name="connsiteY927" fmla="*/ 1089289 h 6858000"/>
              <a:gd name="connsiteX928" fmla="*/ 1486346 w 7467600"/>
              <a:gd name="connsiteY928" fmla="*/ 1079919 h 6858000"/>
              <a:gd name="connsiteX929" fmla="*/ 1070511 w 7467600"/>
              <a:gd name="connsiteY929" fmla="*/ 48609 h 6858000"/>
              <a:gd name="connsiteX930" fmla="*/ 1057230 w 7467600"/>
              <a:gd name="connsiteY930" fmla="*/ 0 h 6858000"/>
              <a:gd name="connsiteX931" fmla="*/ 43151 w 7467600"/>
              <a:gd name="connsiteY931" fmla="*/ 0 h 6858000"/>
              <a:gd name="connsiteX932" fmla="*/ 95283 w 7467600"/>
              <a:gd name="connsiteY932" fmla="*/ 0 h 6858000"/>
              <a:gd name="connsiteX933" fmla="*/ 300708 w 7467600"/>
              <a:gd name="connsiteY933" fmla="*/ 154571 h 6858000"/>
              <a:gd name="connsiteX934" fmla="*/ 530414 w 7467600"/>
              <a:gd name="connsiteY934" fmla="*/ 354673 h 6858000"/>
              <a:gd name="connsiteX935" fmla="*/ 333785 w 7467600"/>
              <a:gd name="connsiteY935" fmla="*/ 161564 h 6858000"/>
              <a:gd name="connsiteX936" fmla="*/ 147005 w 7467600"/>
              <a:gd name="connsiteY936" fmla="*/ 0 h 6858000"/>
              <a:gd name="connsiteX937" fmla="*/ 272509 w 7467600"/>
              <a:gd name="connsiteY937" fmla="*/ 0 h 6858000"/>
              <a:gd name="connsiteX938" fmla="*/ 326276 w 7467600"/>
              <a:gd name="connsiteY938" fmla="*/ 45847 h 6858000"/>
              <a:gd name="connsiteX939" fmla="*/ 823759 w 7467600"/>
              <a:gd name="connsiteY939" fmla="*/ 574145 h 6858000"/>
              <a:gd name="connsiteX940" fmla="*/ 811254 w 7467600"/>
              <a:gd name="connsiteY940" fmla="*/ 665546 h 6858000"/>
              <a:gd name="connsiteX941" fmla="*/ 154042 w 7467600"/>
              <a:gd name="connsiteY941" fmla="*/ 261522 h 6858000"/>
              <a:gd name="connsiteX942" fmla="*/ 13550 w 7467600"/>
              <a:gd name="connsiteY942" fmla="*/ 158423 h 6858000"/>
              <a:gd name="connsiteX943" fmla="*/ 0 w 7467600"/>
              <a:gd name="connsiteY943" fmla="*/ 146618 h 6858000"/>
              <a:gd name="connsiteX944" fmla="*/ 0 w 7467600"/>
              <a:gd name="connsiteY944" fmla="*/ 59161 h 6858000"/>
              <a:gd name="connsiteX945" fmla="*/ 45427 w 7467600"/>
              <a:gd name="connsiteY945" fmla="*/ 101078 h 6858000"/>
              <a:gd name="connsiteX946" fmla="*/ 630103 w 7467600"/>
              <a:gd name="connsiteY946" fmla="*/ 485885 h 6858000"/>
              <a:gd name="connsiteX947" fmla="*/ 532040 w 7467600"/>
              <a:gd name="connsiteY947" fmla="*/ 399359 h 6858000"/>
              <a:gd name="connsiteX948" fmla="*/ 517618 w 7467600"/>
              <a:gd name="connsiteY948" fmla="*/ 385726 h 6858000"/>
              <a:gd name="connsiteX949" fmla="*/ 285074 w 7467600"/>
              <a:gd name="connsiteY949" fmla="*/ 182755 h 6858000"/>
              <a:gd name="connsiteX950" fmla="*/ 43151 w 7467600"/>
              <a:gd name="connsiteY95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3149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1019354 w 7467600"/>
              <a:gd name="connsiteY18" fmla="*/ 6315006 h 6858000"/>
              <a:gd name="connsiteX19" fmla="*/ 441046 w 7467600"/>
              <a:gd name="connsiteY19" fmla="*/ 6691153 h 6858000"/>
              <a:gd name="connsiteX20" fmla="*/ 1019354 w 7467600"/>
              <a:gd name="connsiteY20" fmla="*/ 6315006 h 6858000"/>
              <a:gd name="connsiteX21" fmla="*/ 991680 w 7467600"/>
              <a:gd name="connsiteY21" fmla="*/ 6298413 h 6858000"/>
              <a:gd name="connsiteX22" fmla="*/ 409060 w 7467600"/>
              <a:gd name="connsiteY22" fmla="*/ 6671470 h 6858000"/>
              <a:gd name="connsiteX23" fmla="*/ 991680 w 7467600"/>
              <a:gd name="connsiteY23" fmla="*/ 6298413 h 6858000"/>
              <a:gd name="connsiteX24" fmla="*/ 103333 w 7467600"/>
              <a:gd name="connsiteY24" fmla="*/ 5699602 h 6858000"/>
              <a:gd name="connsiteX25" fmla="*/ 233938 w 7467600"/>
              <a:gd name="connsiteY25" fmla="*/ 5809416 h 6858000"/>
              <a:gd name="connsiteX26" fmla="*/ 883580 w 7467600"/>
              <a:gd name="connsiteY26" fmla="*/ 6180710 h 6858000"/>
              <a:gd name="connsiteX27" fmla="*/ 487337 w 7467600"/>
              <a:gd name="connsiteY27" fmla="*/ 5950182 h 6858000"/>
              <a:gd name="connsiteX28" fmla="*/ 354051 w 7467600"/>
              <a:gd name="connsiteY28" fmla="*/ 5854912 h 6858000"/>
              <a:gd name="connsiteX29" fmla="*/ 195436 w 7467600"/>
              <a:gd name="connsiteY29" fmla="*/ 5755068 h 6858000"/>
              <a:gd name="connsiteX30" fmla="*/ 103333 w 7467600"/>
              <a:gd name="connsiteY30" fmla="*/ 5699602 h 6858000"/>
              <a:gd name="connsiteX31" fmla="*/ 5539432 w 7467600"/>
              <a:gd name="connsiteY31" fmla="*/ 5642928 h 6858000"/>
              <a:gd name="connsiteX32" fmla="*/ 5555462 w 7467600"/>
              <a:gd name="connsiteY32" fmla="*/ 5694454 h 6858000"/>
              <a:gd name="connsiteX33" fmla="*/ 5828270 w 7467600"/>
              <a:gd name="connsiteY33" fmla="*/ 6320663 h 6858000"/>
              <a:gd name="connsiteX34" fmla="*/ 5947416 w 7467600"/>
              <a:gd name="connsiteY34" fmla="*/ 6574846 h 6858000"/>
              <a:gd name="connsiteX35" fmla="*/ 5539432 w 7467600"/>
              <a:gd name="connsiteY35" fmla="*/ 5642928 h 6858000"/>
              <a:gd name="connsiteX36" fmla="*/ 51253 w 7467600"/>
              <a:gd name="connsiteY36" fmla="*/ 5631825 h 6858000"/>
              <a:gd name="connsiteX37" fmla="*/ 211622 w 7467600"/>
              <a:gd name="connsiteY37" fmla="*/ 5728803 h 6858000"/>
              <a:gd name="connsiteX38" fmla="*/ 371652 w 7467600"/>
              <a:gd name="connsiteY38" fmla="*/ 5829062 h 6858000"/>
              <a:gd name="connsiteX39" fmla="*/ 505903 w 7467600"/>
              <a:gd name="connsiteY39" fmla="*/ 5925221 h 6858000"/>
              <a:gd name="connsiteX40" fmla="*/ 899240 w 7467600"/>
              <a:gd name="connsiteY40" fmla="*/ 6153068 h 6858000"/>
              <a:gd name="connsiteX41" fmla="*/ 988114 w 7467600"/>
              <a:gd name="connsiteY41" fmla="*/ 6174204 h 6858000"/>
              <a:gd name="connsiteX42" fmla="*/ 845971 w 7467600"/>
              <a:gd name="connsiteY42" fmla="*/ 6067177 h 6858000"/>
              <a:gd name="connsiteX43" fmla="*/ 448057 w 7467600"/>
              <a:gd name="connsiteY43" fmla="*/ 5841376 h 6858000"/>
              <a:gd name="connsiteX44" fmla="*/ 51253 w 7467600"/>
              <a:gd name="connsiteY44" fmla="*/ 5631825 h 6858000"/>
              <a:gd name="connsiteX45" fmla="*/ 2606687 w 7467600"/>
              <a:gd name="connsiteY45" fmla="*/ 5630718 h 6858000"/>
              <a:gd name="connsiteX46" fmla="*/ 2645658 w 7467600"/>
              <a:gd name="connsiteY46" fmla="*/ 6640259 h 6858000"/>
              <a:gd name="connsiteX47" fmla="*/ 2606687 w 7467600"/>
              <a:gd name="connsiteY47" fmla="*/ 5630718 h 6858000"/>
              <a:gd name="connsiteX48" fmla="*/ 3642057 w 7467600"/>
              <a:gd name="connsiteY48" fmla="*/ 5573487 h 6858000"/>
              <a:gd name="connsiteX49" fmla="*/ 3632981 w 7467600"/>
              <a:gd name="connsiteY49" fmla="*/ 5579437 h 6858000"/>
              <a:gd name="connsiteX50" fmla="*/ 3382436 w 7467600"/>
              <a:gd name="connsiteY50" fmla="*/ 5952726 h 6858000"/>
              <a:gd name="connsiteX51" fmla="*/ 3191929 w 7467600"/>
              <a:gd name="connsiteY51" fmla="*/ 6662669 h 6858000"/>
              <a:gd name="connsiteX52" fmla="*/ 3369898 w 7467600"/>
              <a:gd name="connsiteY52" fmla="*/ 6081771 h 6858000"/>
              <a:gd name="connsiteX53" fmla="*/ 3642057 w 7467600"/>
              <a:gd name="connsiteY53" fmla="*/ 5573487 h 6858000"/>
              <a:gd name="connsiteX54" fmla="*/ 2650666 w 7467600"/>
              <a:gd name="connsiteY54" fmla="*/ 5530686 h 6858000"/>
              <a:gd name="connsiteX55" fmla="*/ 2650249 w 7467600"/>
              <a:gd name="connsiteY55" fmla="*/ 5532101 h 6858000"/>
              <a:gd name="connsiteX56" fmla="*/ 2663808 w 7467600"/>
              <a:gd name="connsiteY56" fmla="*/ 6535215 h 6858000"/>
              <a:gd name="connsiteX57" fmla="*/ 2665418 w 7467600"/>
              <a:gd name="connsiteY57" fmla="*/ 6132756 h 6858000"/>
              <a:gd name="connsiteX58" fmla="*/ 2650666 w 7467600"/>
              <a:gd name="connsiteY58" fmla="*/ 5530686 h 6858000"/>
              <a:gd name="connsiteX59" fmla="*/ 2680277 w 7467600"/>
              <a:gd name="connsiteY59" fmla="*/ 5479204 h 6858000"/>
              <a:gd name="connsiteX60" fmla="*/ 2678972 w 7467600"/>
              <a:gd name="connsiteY60" fmla="*/ 5481582 h 6858000"/>
              <a:gd name="connsiteX61" fmla="*/ 2696666 w 7467600"/>
              <a:gd name="connsiteY61" fmla="*/ 6133836 h 6858000"/>
              <a:gd name="connsiteX62" fmla="*/ 2695769 w 7467600"/>
              <a:gd name="connsiteY62" fmla="*/ 6390955 h 6858000"/>
              <a:gd name="connsiteX63" fmla="*/ 2739893 w 7467600"/>
              <a:gd name="connsiteY63" fmla="*/ 6108357 h 6858000"/>
              <a:gd name="connsiteX64" fmla="*/ 2680277 w 7467600"/>
              <a:gd name="connsiteY64" fmla="*/ 5479204 h 6858000"/>
              <a:gd name="connsiteX65" fmla="*/ 1132195 w 7467600"/>
              <a:gd name="connsiteY65" fmla="*/ 5467980 h 6858000"/>
              <a:gd name="connsiteX66" fmla="*/ 1679056 w 7467600"/>
              <a:gd name="connsiteY66" fmla="*/ 5516907 h 6858000"/>
              <a:gd name="connsiteX67" fmla="*/ 2128648 w 7467600"/>
              <a:gd name="connsiteY67" fmla="*/ 5474249 h 6858000"/>
              <a:gd name="connsiteX68" fmla="*/ 1825619 w 7467600"/>
              <a:gd name="connsiteY68" fmla="*/ 5478447 h 6858000"/>
              <a:gd name="connsiteX69" fmla="*/ 1737798 w 7467600"/>
              <a:gd name="connsiteY69" fmla="*/ 5483353 h 6858000"/>
              <a:gd name="connsiteX70" fmla="*/ 1132195 w 7467600"/>
              <a:gd name="connsiteY70" fmla="*/ 5467980 h 6858000"/>
              <a:gd name="connsiteX71" fmla="*/ 1456157 w 7467600"/>
              <a:gd name="connsiteY71" fmla="*/ 5371404 h 6858000"/>
              <a:gd name="connsiteX72" fmla="*/ 1244432 w 7467600"/>
              <a:gd name="connsiteY72" fmla="*/ 5385601 h 6858000"/>
              <a:gd name="connsiteX73" fmla="*/ 973990 w 7467600"/>
              <a:gd name="connsiteY73" fmla="*/ 5424940 h 6858000"/>
              <a:gd name="connsiteX74" fmla="*/ 1103809 w 7467600"/>
              <a:gd name="connsiteY74" fmla="*/ 5433720 h 6858000"/>
              <a:gd name="connsiteX75" fmla="*/ 1123454 w 7467600"/>
              <a:gd name="connsiteY75" fmla="*/ 5435727 h 6858000"/>
              <a:gd name="connsiteX76" fmla="*/ 1737017 w 7467600"/>
              <a:gd name="connsiteY76" fmla="*/ 5452183 h 6858000"/>
              <a:gd name="connsiteX77" fmla="*/ 1824397 w 7467600"/>
              <a:gd name="connsiteY77" fmla="*/ 5447757 h 6858000"/>
              <a:gd name="connsiteX78" fmla="*/ 2070059 w 7467600"/>
              <a:gd name="connsiteY78" fmla="*/ 5441660 h 6858000"/>
              <a:gd name="connsiteX79" fmla="*/ 1456157 w 7467600"/>
              <a:gd name="connsiteY79" fmla="*/ 5371404 h 6858000"/>
              <a:gd name="connsiteX80" fmla="*/ 4988186 w 7467600"/>
              <a:gd name="connsiteY80" fmla="*/ 5216467 h 6858000"/>
              <a:gd name="connsiteX81" fmla="*/ 4777334 w 7467600"/>
              <a:gd name="connsiteY81" fmla="*/ 5406072 h 6858000"/>
              <a:gd name="connsiteX82" fmla="*/ 4718341 w 7467600"/>
              <a:gd name="connsiteY82" fmla="*/ 5468043 h 6858000"/>
              <a:gd name="connsiteX83" fmla="*/ 4604655 w 7467600"/>
              <a:gd name="connsiteY83" fmla="*/ 5583434 h 6858000"/>
              <a:gd name="connsiteX84" fmla="*/ 4565074 w 7467600"/>
              <a:gd name="connsiteY84" fmla="*/ 5618550 h 6858000"/>
              <a:gd name="connsiteX85" fmla="*/ 4988186 w 7467600"/>
              <a:gd name="connsiteY85" fmla="*/ 5216467 h 6858000"/>
              <a:gd name="connsiteX86" fmla="*/ 4978032 w 7467600"/>
              <a:gd name="connsiteY86" fmla="*/ 5183809 h 6858000"/>
              <a:gd name="connsiteX87" fmla="*/ 4463413 w 7467600"/>
              <a:gd name="connsiteY87" fmla="*/ 5615162 h 6858000"/>
              <a:gd name="connsiteX88" fmla="*/ 4358134 w 7467600"/>
              <a:gd name="connsiteY88" fmla="*/ 5742791 h 6858000"/>
              <a:gd name="connsiteX89" fmla="*/ 4376219 w 7467600"/>
              <a:gd name="connsiteY89" fmla="*/ 5729027 h 6858000"/>
              <a:gd name="connsiteX90" fmla="*/ 4582340 w 7467600"/>
              <a:gd name="connsiteY90" fmla="*/ 5561037 h 6858000"/>
              <a:gd name="connsiteX91" fmla="*/ 4694684 w 7467600"/>
              <a:gd name="connsiteY91" fmla="*/ 5447098 h 6858000"/>
              <a:gd name="connsiteX92" fmla="*/ 4754123 w 7467600"/>
              <a:gd name="connsiteY92" fmla="*/ 5384643 h 6858000"/>
              <a:gd name="connsiteX93" fmla="*/ 4978032 w 7467600"/>
              <a:gd name="connsiteY93" fmla="*/ 5183809 h 6858000"/>
              <a:gd name="connsiteX94" fmla="*/ 1903353 w 7467600"/>
              <a:gd name="connsiteY94" fmla="*/ 5044827 h 6858000"/>
              <a:gd name="connsiteX95" fmla="*/ 1936931 w 7467600"/>
              <a:gd name="connsiteY95" fmla="*/ 5093954 h 6858000"/>
              <a:gd name="connsiteX96" fmla="*/ 2195868 w 7467600"/>
              <a:gd name="connsiteY96" fmla="*/ 5396574 h 6858000"/>
              <a:gd name="connsiteX97" fmla="*/ 2088852 w 7467600"/>
              <a:gd name="connsiteY97" fmla="*/ 5166123 h 6858000"/>
              <a:gd name="connsiteX98" fmla="*/ 1958241 w 7467600"/>
              <a:gd name="connsiteY98" fmla="*/ 5067955 h 6858000"/>
              <a:gd name="connsiteX99" fmla="*/ 1903353 w 7467600"/>
              <a:gd name="connsiteY99" fmla="*/ 5044827 h 6858000"/>
              <a:gd name="connsiteX100" fmla="*/ 1979378 w 7467600"/>
              <a:gd name="connsiteY100" fmla="*/ 4769504 h 6858000"/>
              <a:gd name="connsiteX101" fmla="*/ 2882120 w 7467600"/>
              <a:gd name="connsiteY101" fmla="*/ 5064547 h 6858000"/>
              <a:gd name="connsiteX102" fmla="*/ 2793103 w 7467600"/>
              <a:gd name="connsiteY102" fmla="*/ 5039699 h 6858000"/>
              <a:gd name="connsiteX103" fmla="*/ 2770041 w 7467600"/>
              <a:gd name="connsiteY103" fmla="*/ 5033634 h 6858000"/>
              <a:gd name="connsiteX104" fmla="*/ 1979378 w 7467600"/>
              <a:gd name="connsiteY104" fmla="*/ 4769504 h 6858000"/>
              <a:gd name="connsiteX105" fmla="*/ 1927410 w 7467600"/>
              <a:gd name="connsiteY105" fmla="*/ 4716164 h 6858000"/>
              <a:gd name="connsiteX106" fmla="*/ 1959587 w 7467600"/>
              <a:gd name="connsiteY106" fmla="*/ 4728849 h 6858000"/>
              <a:gd name="connsiteX107" fmla="*/ 2777707 w 7467600"/>
              <a:gd name="connsiteY107" fmla="*/ 5003991 h 6858000"/>
              <a:gd name="connsiteX108" fmla="*/ 2800768 w 7467600"/>
              <a:gd name="connsiteY108" fmla="*/ 5010056 h 6858000"/>
              <a:gd name="connsiteX109" fmla="*/ 2879408 w 7467600"/>
              <a:gd name="connsiteY109" fmla="*/ 5031590 h 6858000"/>
              <a:gd name="connsiteX110" fmla="*/ 2862295 w 7467600"/>
              <a:gd name="connsiteY110" fmla="*/ 5022958 h 6858000"/>
              <a:gd name="connsiteX111" fmla="*/ 2813343 w 7467600"/>
              <a:gd name="connsiteY111" fmla="*/ 4998369 h 6858000"/>
              <a:gd name="connsiteX112" fmla="*/ 2646245 w 7467600"/>
              <a:gd name="connsiteY112" fmla="*/ 4930999 h 6858000"/>
              <a:gd name="connsiteX113" fmla="*/ 1999243 w 7467600"/>
              <a:gd name="connsiteY113" fmla="*/ 4730524 h 6858000"/>
              <a:gd name="connsiteX114" fmla="*/ 1979527 w 7467600"/>
              <a:gd name="connsiteY114" fmla="*/ 4726651 h 6858000"/>
              <a:gd name="connsiteX115" fmla="*/ 1927410 w 7467600"/>
              <a:gd name="connsiteY115" fmla="*/ 4716164 h 6858000"/>
              <a:gd name="connsiteX116" fmla="*/ 1997014 w 7467600"/>
              <a:gd name="connsiteY116" fmla="*/ 4698007 h 6858000"/>
              <a:gd name="connsiteX117" fmla="*/ 2005458 w 7467600"/>
              <a:gd name="connsiteY117" fmla="*/ 4699540 h 6858000"/>
              <a:gd name="connsiteX118" fmla="*/ 2657186 w 7467600"/>
              <a:gd name="connsiteY118" fmla="*/ 4901687 h 6858000"/>
              <a:gd name="connsiteX119" fmla="*/ 2826662 w 7467600"/>
              <a:gd name="connsiteY119" fmla="*/ 4970362 h 6858000"/>
              <a:gd name="connsiteX120" fmla="*/ 2876100 w 7467600"/>
              <a:gd name="connsiteY120" fmla="*/ 4995397 h 6858000"/>
              <a:gd name="connsiteX121" fmla="*/ 3042600 w 7467600"/>
              <a:gd name="connsiteY121" fmla="*/ 5059532 h 6858000"/>
              <a:gd name="connsiteX122" fmla="*/ 1997014 w 7467600"/>
              <a:gd name="connsiteY122" fmla="*/ 4698007 h 6858000"/>
              <a:gd name="connsiteX123" fmla="*/ 2305292 w 7467600"/>
              <a:gd name="connsiteY123" fmla="*/ 4219492 h 6858000"/>
              <a:gd name="connsiteX124" fmla="*/ 3360922 w 7467600"/>
              <a:gd name="connsiteY124" fmla="*/ 4529373 h 6858000"/>
              <a:gd name="connsiteX125" fmla="*/ 3492420 w 7467600"/>
              <a:gd name="connsiteY125" fmla="*/ 4510145 h 6858000"/>
              <a:gd name="connsiteX126" fmla="*/ 3364086 w 7467600"/>
              <a:gd name="connsiteY126" fmla="*/ 4480340 h 6858000"/>
              <a:gd name="connsiteX127" fmla="*/ 3225818 w 7467600"/>
              <a:gd name="connsiteY127" fmla="*/ 4411822 h 6858000"/>
              <a:gd name="connsiteX128" fmla="*/ 3129696 w 7467600"/>
              <a:gd name="connsiteY128" fmla="*/ 4360704 h 6858000"/>
              <a:gd name="connsiteX129" fmla="*/ 2814545 w 7467600"/>
              <a:gd name="connsiteY129" fmla="*/ 4282955 h 6858000"/>
              <a:gd name="connsiteX130" fmla="*/ 2305292 w 7467600"/>
              <a:gd name="connsiteY130" fmla="*/ 4219492 h 6858000"/>
              <a:gd name="connsiteX131" fmla="*/ 2626982 w 7467600"/>
              <a:gd name="connsiteY131" fmla="*/ 4206450 h 6858000"/>
              <a:gd name="connsiteX132" fmla="*/ 2490617 w 7467600"/>
              <a:gd name="connsiteY132" fmla="*/ 4206951 h 6858000"/>
              <a:gd name="connsiteX133" fmla="*/ 2819869 w 7467600"/>
              <a:gd name="connsiteY133" fmla="*/ 4252936 h 6858000"/>
              <a:gd name="connsiteX134" fmla="*/ 3143018 w 7467600"/>
              <a:gd name="connsiteY134" fmla="*/ 4332698 h 6858000"/>
              <a:gd name="connsiteX135" fmla="*/ 3241520 w 7467600"/>
              <a:gd name="connsiteY135" fmla="*/ 4385112 h 6858000"/>
              <a:gd name="connsiteX136" fmla="*/ 3374575 w 7467600"/>
              <a:gd name="connsiteY136" fmla="*/ 4451517 h 6858000"/>
              <a:gd name="connsiteX137" fmla="*/ 3505221 w 7467600"/>
              <a:gd name="connsiteY137" fmla="*/ 4480757 h 6858000"/>
              <a:gd name="connsiteX138" fmla="*/ 2626982 w 7467600"/>
              <a:gd name="connsiteY138" fmla="*/ 4206450 h 6858000"/>
              <a:gd name="connsiteX139" fmla="*/ 1310106 w 7467600"/>
              <a:gd name="connsiteY139" fmla="*/ 3943217 h 6858000"/>
              <a:gd name="connsiteX140" fmla="*/ 854994 w 7467600"/>
              <a:gd name="connsiteY140" fmla="*/ 4399136 h 6858000"/>
              <a:gd name="connsiteX141" fmla="*/ 742462 w 7467600"/>
              <a:gd name="connsiteY141" fmla="*/ 4594648 h 6858000"/>
              <a:gd name="connsiteX142" fmla="*/ 820602 w 7467600"/>
              <a:gd name="connsiteY142" fmla="*/ 4485915 h 6858000"/>
              <a:gd name="connsiteX143" fmla="*/ 878295 w 7467600"/>
              <a:gd name="connsiteY143" fmla="*/ 4403594 h 6858000"/>
              <a:gd name="connsiteX144" fmla="*/ 1240607 w 7467600"/>
              <a:gd name="connsiteY144" fmla="*/ 4010401 h 6858000"/>
              <a:gd name="connsiteX145" fmla="*/ 1310106 w 7467600"/>
              <a:gd name="connsiteY145" fmla="*/ 3943217 h 6858000"/>
              <a:gd name="connsiteX146" fmla="*/ 1423113 w 7467600"/>
              <a:gd name="connsiteY146" fmla="*/ 3874565 h 6858000"/>
              <a:gd name="connsiteX147" fmla="*/ 1260565 w 7467600"/>
              <a:gd name="connsiteY147" fmla="*/ 4031982 h 6858000"/>
              <a:gd name="connsiteX148" fmla="*/ 901900 w 7467600"/>
              <a:gd name="connsiteY148" fmla="*/ 4421236 h 6858000"/>
              <a:gd name="connsiteX149" fmla="*/ 845044 w 7467600"/>
              <a:gd name="connsiteY149" fmla="*/ 4502436 h 6858000"/>
              <a:gd name="connsiteX150" fmla="*/ 685926 w 7467600"/>
              <a:gd name="connsiteY150" fmla="*/ 4703069 h 6858000"/>
              <a:gd name="connsiteX151" fmla="*/ 684248 w 7467600"/>
              <a:gd name="connsiteY151" fmla="*/ 4706721 h 6858000"/>
              <a:gd name="connsiteX152" fmla="*/ 1423113 w 7467600"/>
              <a:gd name="connsiteY152" fmla="*/ 3874565 h 6858000"/>
              <a:gd name="connsiteX153" fmla="*/ 3316479 w 7467600"/>
              <a:gd name="connsiteY153" fmla="*/ 3872136 h 6858000"/>
              <a:gd name="connsiteX154" fmla="*/ 3546806 w 7467600"/>
              <a:gd name="connsiteY154" fmla="*/ 4356139 h 6858000"/>
              <a:gd name="connsiteX155" fmla="*/ 3364433 w 7467600"/>
              <a:gd name="connsiteY155" fmla="*/ 3953121 h 6858000"/>
              <a:gd name="connsiteX156" fmla="*/ 3316479 w 7467600"/>
              <a:gd name="connsiteY156" fmla="*/ 3872136 h 6858000"/>
              <a:gd name="connsiteX157" fmla="*/ 3291335 w 7467600"/>
              <a:gd name="connsiteY157" fmla="*/ 3767420 h 6858000"/>
              <a:gd name="connsiteX158" fmla="*/ 3390805 w 7467600"/>
              <a:gd name="connsiteY158" fmla="*/ 3937163 h 6858000"/>
              <a:gd name="connsiteX159" fmla="*/ 3579062 w 7467600"/>
              <a:gd name="connsiteY159" fmla="*/ 4359040 h 6858000"/>
              <a:gd name="connsiteX160" fmla="*/ 3467355 w 7467600"/>
              <a:gd name="connsiteY160" fmla="*/ 3988130 h 6858000"/>
              <a:gd name="connsiteX161" fmla="*/ 3310753 w 7467600"/>
              <a:gd name="connsiteY161" fmla="*/ 3787140 h 6858000"/>
              <a:gd name="connsiteX162" fmla="*/ 3291335 w 7467600"/>
              <a:gd name="connsiteY162" fmla="*/ 3767420 h 6858000"/>
              <a:gd name="connsiteX163" fmla="*/ 1635889 w 7467600"/>
              <a:gd name="connsiteY163" fmla="*/ 3709494 h 6858000"/>
              <a:gd name="connsiteX164" fmla="*/ 1634800 w 7467600"/>
              <a:gd name="connsiteY164" fmla="*/ 3731111 h 6858000"/>
              <a:gd name="connsiteX165" fmla="*/ 1635889 w 7467600"/>
              <a:gd name="connsiteY165" fmla="*/ 3709494 h 6858000"/>
              <a:gd name="connsiteX166" fmla="*/ 1510397 w 7467600"/>
              <a:gd name="connsiteY166" fmla="*/ 3684705 h 6858000"/>
              <a:gd name="connsiteX167" fmla="*/ 1146550 w 7467600"/>
              <a:gd name="connsiteY167" fmla="*/ 3802012 h 6858000"/>
              <a:gd name="connsiteX168" fmla="*/ 698834 w 7467600"/>
              <a:gd name="connsiteY168" fmla="*/ 3952272 h 6858000"/>
              <a:gd name="connsiteX169" fmla="*/ 34256 w 7467600"/>
              <a:gd name="connsiteY169" fmla="*/ 4347603 h 6858000"/>
              <a:gd name="connsiteX170" fmla="*/ 527241 w 7467600"/>
              <a:gd name="connsiteY170" fmla="*/ 4065078 h 6858000"/>
              <a:gd name="connsiteX171" fmla="*/ 1510397 w 7467600"/>
              <a:gd name="connsiteY171" fmla="*/ 3684705 h 6858000"/>
              <a:gd name="connsiteX172" fmla="*/ 1313114 w 7467600"/>
              <a:gd name="connsiteY172" fmla="*/ 3655216 h 6858000"/>
              <a:gd name="connsiteX173" fmla="*/ 1109304 w 7467600"/>
              <a:gd name="connsiteY173" fmla="*/ 3669030 h 6858000"/>
              <a:gd name="connsiteX174" fmla="*/ 8129 w 7467600"/>
              <a:gd name="connsiteY174" fmla="*/ 4330519 h 6858000"/>
              <a:gd name="connsiteX175" fmla="*/ 687572 w 7467600"/>
              <a:gd name="connsiteY175" fmla="*/ 3925629 h 6858000"/>
              <a:gd name="connsiteX176" fmla="*/ 1138365 w 7467600"/>
              <a:gd name="connsiteY176" fmla="*/ 3774515 h 6858000"/>
              <a:gd name="connsiteX177" fmla="*/ 1505579 w 7467600"/>
              <a:gd name="connsiteY177" fmla="*/ 3655526 h 6858000"/>
              <a:gd name="connsiteX178" fmla="*/ 1313114 w 7467600"/>
              <a:gd name="connsiteY178" fmla="*/ 3655216 h 6858000"/>
              <a:gd name="connsiteX179" fmla="*/ 3655073 w 7467600"/>
              <a:gd name="connsiteY179" fmla="*/ 3650884 h 6858000"/>
              <a:gd name="connsiteX180" fmla="*/ 3989938 w 7467600"/>
              <a:gd name="connsiteY180" fmla="*/ 3991685 h 6858000"/>
              <a:gd name="connsiteX181" fmla="*/ 4393907 w 7467600"/>
              <a:gd name="connsiteY181" fmla="*/ 4261258 h 6858000"/>
              <a:gd name="connsiteX182" fmla="*/ 4648051 w 7467600"/>
              <a:gd name="connsiteY182" fmla="*/ 4374051 h 6858000"/>
              <a:gd name="connsiteX183" fmla="*/ 4383389 w 7467600"/>
              <a:gd name="connsiteY183" fmla="*/ 4184369 h 6858000"/>
              <a:gd name="connsiteX184" fmla="*/ 4165508 w 7467600"/>
              <a:gd name="connsiteY184" fmla="*/ 4035196 h 6858000"/>
              <a:gd name="connsiteX185" fmla="*/ 4068162 w 7467600"/>
              <a:gd name="connsiteY185" fmla="*/ 3953394 h 6858000"/>
              <a:gd name="connsiteX186" fmla="*/ 3981416 w 7467600"/>
              <a:gd name="connsiteY186" fmla="*/ 3880482 h 6858000"/>
              <a:gd name="connsiteX187" fmla="*/ 3800147 w 7467600"/>
              <a:gd name="connsiteY187" fmla="*/ 3749872 h 6858000"/>
              <a:gd name="connsiteX188" fmla="*/ 3655073 w 7467600"/>
              <a:gd name="connsiteY188" fmla="*/ 3650884 h 6858000"/>
              <a:gd name="connsiteX189" fmla="*/ 3670252 w 7467600"/>
              <a:gd name="connsiteY189" fmla="*/ 3622798 h 6858000"/>
              <a:gd name="connsiteX190" fmla="*/ 3817258 w 7467600"/>
              <a:gd name="connsiteY190" fmla="*/ 3723577 h 6858000"/>
              <a:gd name="connsiteX191" fmla="*/ 4000461 w 7467600"/>
              <a:gd name="connsiteY191" fmla="*/ 3855966 h 6858000"/>
              <a:gd name="connsiteX192" fmla="*/ 4088180 w 7467600"/>
              <a:gd name="connsiteY192" fmla="*/ 3929774 h 6858000"/>
              <a:gd name="connsiteX193" fmla="*/ 4184555 w 7467600"/>
              <a:gd name="connsiteY193" fmla="*/ 4010683 h 6858000"/>
              <a:gd name="connsiteX194" fmla="*/ 4399563 w 7467600"/>
              <a:gd name="connsiteY194" fmla="*/ 4158106 h 6858000"/>
              <a:gd name="connsiteX195" fmla="*/ 4684469 w 7467600"/>
              <a:gd name="connsiteY195" fmla="*/ 4364680 h 6858000"/>
              <a:gd name="connsiteX196" fmla="*/ 4690271 w 7467600"/>
              <a:gd name="connsiteY196" fmla="*/ 4370034 h 6858000"/>
              <a:gd name="connsiteX197" fmla="*/ 4136093 w 7467600"/>
              <a:gd name="connsiteY197" fmla="*/ 3858466 h 6858000"/>
              <a:gd name="connsiteX198" fmla="*/ 3670252 w 7467600"/>
              <a:gd name="connsiteY198" fmla="*/ 3622798 h 6858000"/>
              <a:gd name="connsiteX199" fmla="*/ 4440129 w 7467600"/>
              <a:gd name="connsiteY199" fmla="*/ 3448571 h 6858000"/>
              <a:gd name="connsiteX200" fmla="*/ 4856525 w 7467600"/>
              <a:gd name="connsiteY200" fmla="*/ 3915351 h 6858000"/>
              <a:gd name="connsiteX201" fmla="*/ 5059055 w 7467600"/>
              <a:gd name="connsiteY201" fmla="*/ 4108918 h 6858000"/>
              <a:gd name="connsiteX202" fmla="*/ 5290070 w 7467600"/>
              <a:gd name="connsiteY202" fmla="*/ 4263619 h 6858000"/>
              <a:gd name="connsiteX203" fmla="*/ 4834991 w 7467600"/>
              <a:gd name="connsiteY203" fmla="*/ 3830985 h 6858000"/>
              <a:gd name="connsiteX204" fmla="*/ 4440129 w 7467600"/>
              <a:gd name="connsiteY204" fmla="*/ 3448571 h 6858000"/>
              <a:gd name="connsiteX205" fmla="*/ 4441737 w 7467600"/>
              <a:gd name="connsiteY205" fmla="*/ 3399734 h 6858000"/>
              <a:gd name="connsiteX206" fmla="*/ 4431236 w 7467600"/>
              <a:gd name="connsiteY206" fmla="*/ 3400954 h 6858000"/>
              <a:gd name="connsiteX207" fmla="*/ 4557150 w 7467600"/>
              <a:gd name="connsiteY207" fmla="*/ 3510023 h 6858000"/>
              <a:gd name="connsiteX208" fmla="*/ 4856936 w 7467600"/>
              <a:gd name="connsiteY208" fmla="*/ 3809146 h 6858000"/>
              <a:gd name="connsiteX209" fmla="*/ 5111996 w 7467600"/>
              <a:gd name="connsiteY209" fmla="*/ 4065759 h 6858000"/>
              <a:gd name="connsiteX210" fmla="*/ 5388878 w 7467600"/>
              <a:gd name="connsiteY210" fmla="*/ 4300185 h 6858000"/>
              <a:gd name="connsiteX211" fmla="*/ 5425556 w 7467600"/>
              <a:gd name="connsiteY211" fmla="*/ 4308967 h 6858000"/>
              <a:gd name="connsiteX212" fmla="*/ 4943646 w 7467600"/>
              <a:gd name="connsiteY212" fmla="*/ 3822916 h 6858000"/>
              <a:gd name="connsiteX213" fmla="*/ 4594837 w 7467600"/>
              <a:gd name="connsiteY213" fmla="*/ 3532274 h 6858000"/>
              <a:gd name="connsiteX214" fmla="*/ 4441737 w 7467600"/>
              <a:gd name="connsiteY214" fmla="*/ 3399734 h 6858000"/>
              <a:gd name="connsiteX215" fmla="*/ 5425834 w 7467600"/>
              <a:gd name="connsiteY215" fmla="*/ 3162785 h 6858000"/>
              <a:gd name="connsiteX216" fmla="*/ 5401644 w 7467600"/>
              <a:gd name="connsiteY216" fmla="*/ 3617847 h 6858000"/>
              <a:gd name="connsiteX217" fmla="*/ 5467256 w 7467600"/>
              <a:gd name="connsiteY217" fmla="*/ 4175494 h 6858000"/>
              <a:gd name="connsiteX218" fmla="*/ 5448069 w 7467600"/>
              <a:gd name="connsiteY218" fmla="*/ 3567554 h 6858000"/>
              <a:gd name="connsiteX219" fmla="*/ 5425834 w 7467600"/>
              <a:gd name="connsiteY219" fmla="*/ 3162785 h 6858000"/>
              <a:gd name="connsiteX220" fmla="*/ 1318687 w 7467600"/>
              <a:gd name="connsiteY220" fmla="*/ 3113840 h 6858000"/>
              <a:gd name="connsiteX221" fmla="*/ 1066793 w 7467600"/>
              <a:gd name="connsiteY221" fmla="*/ 3212171 h 6858000"/>
              <a:gd name="connsiteX222" fmla="*/ 993319 w 7467600"/>
              <a:gd name="connsiteY222" fmla="*/ 3247648 h 6858000"/>
              <a:gd name="connsiteX223" fmla="*/ 853081 w 7467600"/>
              <a:gd name="connsiteY223" fmla="*/ 3312410 h 6858000"/>
              <a:gd name="connsiteX224" fmla="*/ 805957 w 7467600"/>
              <a:gd name="connsiteY224" fmla="*/ 3330443 h 6858000"/>
              <a:gd name="connsiteX225" fmla="*/ 1318687 w 7467600"/>
              <a:gd name="connsiteY225" fmla="*/ 3113840 h 6858000"/>
              <a:gd name="connsiteX226" fmla="*/ 5453702 w 7467600"/>
              <a:gd name="connsiteY226" fmla="*/ 3090882 h 6858000"/>
              <a:gd name="connsiteX227" fmla="*/ 5480135 w 7467600"/>
              <a:gd name="connsiteY227" fmla="*/ 3565802 h 6858000"/>
              <a:gd name="connsiteX228" fmla="*/ 5499023 w 7467600"/>
              <a:gd name="connsiteY228" fmla="*/ 4166310 h 6858000"/>
              <a:gd name="connsiteX229" fmla="*/ 5547022 w 7467600"/>
              <a:gd name="connsiteY229" fmla="*/ 3607838 h 6858000"/>
              <a:gd name="connsiteX230" fmla="*/ 5515964 w 7467600"/>
              <a:gd name="connsiteY230" fmla="*/ 3378541 h 6858000"/>
              <a:gd name="connsiteX231" fmla="*/ 5453702 w 7467600"/>
              <a:gd name="connsiteY231" fmla="*/ 3090882 h 6858000"/>
              <a:gd name="connsiteX232" fmla="*/ 1238695 w 7467600"/>
              <a:gd name="connsiteY232" fmla="*/ 3076820 h 6858000"/>
              <a:gd name="connsiteX233" fmla="*/ 716371 w 7467600"/>
              <a:gd name="connsiteY233" fmla="*/ 3293249 h 6858000"/>
              <a:gd name="connsiteX234" fmla="*/ 579522 w 7467600"/>
              <a:gd name="connsiteY234" fmla="*/ 3371759 h 6858000"/>
              <a:gd name="connsiteX235" fmla="*/ 600288 w 7467600"/>
              <a:gd name="connsiteY235" fmla="*/ 3365555 h 6858000"/>
              <a:gd name="connsiteX236" fmla="*/ 840692 w 7467600"/>
              <a:gd name="connsiteY236" fmla="*/ 3284921 h 6858000"/>
              <a:gd name="connsiteX237" fmla="*/ 979248 w 7467600"/>
              <a:gd name="connsiteY237" fmla="*/ 3221003 h 6858000"/>
              <a:gd name="connsiteX238" fmla="*/ 1053282 w 7467600"/>
              <a:gd name="connsiteY238" fmla="*/ 3185247 h 6858000"/>
              <a:gd name="connsiteX239" fmla="*/ 1320603 w 7467600"/>
              <a:gd name="connsiteY239" fmla="*/ 3081281 h 6858000"/>
              <a:gd name="connsiteX240" fmla="*/ 1238695 w 7467600"/>
              <a:gd name="connsiteY240" fmla="*/ 3076820 h 6858000"/>
              <a:gd name="connsiteX241" fmla="*/ 5425627 w 7467600"/>
              <a:gd name="connsiteY241" fmla="*/ 2954192 h 6858000"/>
              <a:gd name="connsiteX242" fmla="*/ 5470770 w 7467600"/>
              <a:gd name="connsiteY242" fmla="*/ 3005435 h 6858000"/>
              <a:gd name="connsiteX243" fmla="*/ 5519779 w 7467600"/>
              <a:gd name="connsiteY243" fmla="*/ 4359223 h 6858000"/>
              <a:gd name="connsiteX244" fmla="*/ 5520293 w 7467600"/>
              <a:gd name="connsiteY244" fmla="*/ 4360602 h 6858000"/>
              <a:gd name="connsiteX245" fmla="*/ 5767221 w 7467600"/>
              <a:gd name="connsiteY245" fmla="*/ 4665564 h 6858000"/>
              <a:gd name="connsiteX246" fmla="*/ 6937169 w 7467600"/>
              <a:gd name="connsiteY246" fmla="*/ 4815941 h 6858000"/>
              <a:gd name="connsiteX247" fmla="*/ 6953922 w 7467600"/>
              <a:gd name="connsiteY247" fmla="*/ 4890068 h 6858000"/>
              <a:gd name="connsiteX248" fmla="*/ 6071359 w 7467600"/>
              <a:gd name="connsiteY248" fmla="*/ 4770770 h 6858000"/>
              <a:gd name="connsiteX249" fmla="*/ 6038839 w 7467600"/>
              <a:gd name="connsiteY249" fmla="*/ 4764474 h 6858000"/>
              <a:gd name="connsiteX250" fmla="*/ 6038706 w 7467600"/>
              <a:gd name="connsiteY250" fmla="*/ 4763847 h 6858000"/>
              <a:gd name="connsiteX251" fmla="*/ 6037784 w 7467600"/>
              <a:gd name="connsiteY251" fmla="*/ 4764270 h 6858000"/>
              <a:gd name="connsiteX252" fmla="*/ 6038839 w 7467600"/>
              <a:gd name="connsiteY252" fmla="*/ 4764474 h 6858000"/>
              <a:gd name="connsiteX253" fmla="*/ 6040338 w 7467600"/>
              <a:gd name="connsiteY253" fmla="*/ 4771418 h 6858000"/>
              <a:gd name="connsiteX254" fmla="*/ 6024488 w 7467600"/>
              <a:gd name="connsiteY254" fmla="*/ 4809903 h 6858000"/>
              <a:gd name="connsiteX255" fmla="*/ 5599771 w 7467600"/>
              <a:gd name="connsiteY255" fmla="*/ 5509652 h 6858000"/>
              <a:gd name="connsiteX256" fmla="*/ 5548843 w 7467600"/>
              <a:gd name="connsiteY256" fmla="*/ 5563845 h 6858000"/>
              <a:gd name="connsiteX257" fmla="*/ 5940952 w 7467600"/>
              <a:gd name="connsiteY257" fmla="*/ 6250028 h 6858000"/>
              <a:gd name="connsiteX258" fmla="*/ 6043441 w 7467600"/>
              <a:gd name="connsiteY258" fmla="*/ 6665847 h 6858000"/>
              <a:gd name="connsiteX259" fmla="*/ 6093432 w 7467600"/>
              <a:gd name="connsiteY259" fmla="*/ 6858000 h 6858000"/>
              <a:gd name="connsiteX260" fmla="*/ 6034344 w 7467600"/>
              <a:gd name="connsiteY260" fmla="*/ 6858000 h 6858000"/>
              <a:gd name="connsiteX261" fmla="*/ 6026679 w 7467600"/>
              <a:gd name="connsiteY261" fmla="*/ 6836959 h 6858000"/>
              <a:gd name="connsiteX262" fmla="*/ 5800441 w 7467600"/>
              <a:gd name="connsiteY262" fmla="*/ 6335286 h 6858000"/>
              <a:gd name="connsiteX263" fmla="*/ 5526562 w 7467600"/>
              <a:gd name="connsiteY263" fmla="*/ 5705388 h 6858000"/>
              <a:gd name="connsiteX264" fmla="*/ 5519640 w 7467600"/>
              <a:gd name="connsiteY264" fmla="*/ 5683774 h 6858000"/>
              <a:gd name="connsiteX265" fmla="*/ 5844559 w 7467600"/>
              <a:gd name="connsiteY265" fmla="*/ 6553349 h 6858000"/>
              <a:gd name="connsiteX266" fmla="*/ 5975994 w 7467600"/>
              <a:gd name="connsiteY266" fmla="*/ 6858000 h 6858000"/>
              <a:gd name="connsiteX267" fmla="*/ 5898547 w 7467600"/>
              <a:gd name="connsiteY267" fmla="*/ 6858000 h 6858000"/>
              <a:gd name="connsiteX268" fmla="*/ 5682041 w 7467600"/>
              <a:gd name="connsiteY268" fmla="*/ 6355860 h 6858000"/>
              <a:gd name="connsiteX269" fmla="*/ 5461758 w 7467600"/>
              <a:gd name="connsiteY269" fmla="*/ 5820220 h 6858000"/>
              <a:gd name="connsiteX270" fmla="*/ 5237282 w 7467600"/>
              <a:gd name="connsiteY270" fmla="*/ 6579086 h 6858000"/>
              <a:gd name="connsiteX271" fmla="*/ 5115009 w 7467600"/>
              <a:gd name="connsiteY271" fmla="*/ 6858000 h 6858000"/>
              <a:gd name="connsiteX272" fmla="*/ 5028074 w 7467600"/>
              <a:gd name="connsiteY272" fmla="*/ 6858000 h 6858000"/>
              <a:gd name="connsiteX273" fmla="*/ 5079508 w 7467600"/>
              <a:gd name="connsiteY273" fmla="*/ 6749074 h 6858000"/>
              <a:gd name="connsiteX274" fmla="*/ 5371846 w 7467600"/>
              <a:gd name="connsiteY274" fmla="*/ 5924413 h 6858000"/>
              <a:gd name="connsiteX275" fmla="*/ 5270512 w 7467600"/>
              <a:gd name="connsiteY275" fmla="*/ 6138975 h 6858000"/>
              <a:gd name="connsiteX276" fmla="*/ 5062409 w 7467600"/>
              <a:gd name="connsiteY276" fmla="*/ 6653544 h 6858000"/>
              <a:gd name="connsiteX277" fmla="*/ 5036628 w 7467600"/>
              <a:gd name="connsiteY277" fmla="*/ 6754247 h 6858000"/>
              <a:gd name="connsiteX278" fmla="*/ 5009112 w 7467600"/>
              <a:gd name="connsiteY278" fmla="*/ 6858000 h 6858000"/>
              <a:gd name="connsiteX279" fmla="*/ 4976679 w 7467600"/>
              <a:gd name="connsiteY279" fmla="*/ 6858000 h 6858000"/>
              <a:gd name="connsiteX280" fmla="*/ 5006537 w 7467600"/>
              <a:gd name="connsiteY280" fmla="*/ 6747068 h 6858000"/>
              <a:gd name="connsiteX281" fmla="*/ 5032723 w 7467600"/>
              <a:gd name="connsiteY281" fmla="*/ 6644957 h 6858000"/>
              <a:gd name="connsiteX282" fmla="*/ 5242949 w 7467600"/>
              <a:gd name="connsiteY282" fmla="*/ 6125175 h 6858000"/>
              <a:gd name="connsiteX283" fmla="*/ 5286321 w 7467600"/>
              <a:gd name="connsiteY283" fmla="*/ 6033555 h 6858000"/>
              <a:gd name="connsiteX284" fmla="*/ 5008210 w 7467600"/>
              <a:gd name="connsiteY284" fmla="*/ 6649194 h 6858000"/>
              <a:gd name="connsiteX285" fmla="*/ 4986321 w 7467600"/>
              <a:gd name="connsiteY285" fmla="*/ 6765687 h 6858000"/>
              <a:gd name="connsiteX286" fmla="*/ 4973474 w 7467600"/>
              <a:gd name="connsiteY286" fmla="*/ 6858000 h 6858000"/>
              <a:gd name="connsiteX287" fmla="*/ 4907178 w 7467600"/>
              <a:gd name="connsiteY287" fmla="*/ 6858000 h 6858000"/>
              <a:gd name="connsiteX288" fmla="*/ 4910810 w 7467600"/>
              <a:gd name="connsiteY288" fmla="*/ 6829660 h 6858000"/>
              <a:gd name="connsiteX289" fmla="*/ 4987461 w 7467600"/>
              <a:gd name="connsiteY289" fmla="*/ 6432994 h 6858000"/>
              <a:gd name="connsiteX290" fmla="*/ 5179262 w 7467600"/>
              <a:gd name="connsiteY290" fmla="*/ 6035044 h 6858000"/>
              <a:gd name="connsiteX291" fmla="*/ 4689678 w 7467600"/>
              <a:gd name="connsiteY291" fmla="*/ 6440241 h 6858000"/>
              <a:gd name="connsiteX292" fmla="*/ 4477543 w 7467600"/>
              <a:gd name="connsiteY292" fmla="*/ 6674836 h 6858000"/>
              <a:gd name="connsiteX293" fmla="*/ 4329957 w 7467600"/>
              <a:gd name="connsiteY293" fmla="*/ 6858000 h 6858000"/>
              <a:gd name="connsiteX294" fmla="*/ 4218595 w 7467600"/>
              <a:gd name="connsiteY294" fmla="*/ 6858000 h 6858000"/>
              <a:gd name="connsiteX295" fmla="*/ 4368888 w 7467600"/>
              <a:gd name="connsiteY295" fmla="*/ 6668412 h 6858000"/>
              <a:gd name="connsiteX296" fmla="*/ 4563091 w 7467600"/>
              <a:gd name="connsiteY296" fmla="*/ 6442508 h 6858000"/>
              <a:gd name="connsiteX297" fmla="*/ 5387324 w 7467600"/>
              <a:gd name="connsiteY297" fmla="*/ 5705830 h 6858000"/>
              <a:gd name="connsiteX298" fmla="*/ 5073620 w 7467600"/>
              <a:gd name="connsiteY298" fmla="*/ 5955437 h 6858000"/>
              <a:gd name="connsiteX299" fmla="*/ 4689789 w 7467600"/>
              <a:gd name="connsiteY299" fmla="*/ 6268382 h 6858000"/>
              <a:gd name="connsiteX300" fmla="*/ 4418722 w 7467600"/>
              <a:gd name="connsiteY300" fmla="*/ 6570886 h 6858000"/>
              <a:gd name="connsiteX301" fmla="*/ 4214944 w 7467600"/>
              <a:gd name="connsiteY301" fmla="*/ 6858000 h 6858000"/>
              <a:gd name="connsiteX302" fmla="*/ 4177898 w 7467600"/>
              <a:gd name="connsiteY302" fmla="*/ 6858000 h 6858000"/>
              <a:gd name="connsiteX303" fmla="*/ 4391597 w 7467600"/>
              <a:gd name="connsiteY303" fmla="*/ 6556370 h 6858000"/>
              <a:gd name="connsiteX304" fmla="*/ 4668889 w 7467600"/>
              <a:gd name="connsiteY304" fmla="*/ 6246399 h 6858000"/>
              <a:gd name="connsiteX305" fmla="*/ 5055427 w 7467600"/>
              <a:gd name="connsiteY305" fmla="*/ 5931476 h 6858000"/>
              <a:gd name="connsiteX306" fmla="*/ 5371814 w 7467600"/>
              <a:gd name="connsiteY306" fmla="*/ 5678975 h 6858000"/>
              <a:gd name="connsiteX307" fmla="*/ 4987918 w 7467600"/>
              <a:gd name="connsiteY307" fmla="*/ 5838701 h 6858000"/>
              <a:gd name="connsiteX308" fmla="*/ 4317146 w 7467600"/>
              <a:gd name="connsiteY308" fmla="*/ 6587716 h 6858000"/>
              <a:gd name="connsiteX309" fmla="*/ 4171627 w 7467600"/>
              <a:gd name="connsiteY309" fmla="*/ 6858000 h 6858000"/>
              <a:gd name="connsiteX310" fmla="*/ 4081585 w 7467600"/>
              <a:gd name="connsiteY310" fmla="*/ 6858000 h 6858000"/>
              <a:gd name="connsiteX311" fmla="*/ 4238603 w 7467600"/>
              <a:gd name="connsiteY311" fmla="*/ 6559341 h 6858000"/>
              <a:gd name="connsiteX312" fmla="*/ 4778333 w 7467600"/>
              <a:gd name="connsiteY312" fmla="*/ 5873626 h 6858000"/>
              <a:gd name="connsiteX313" fmla="*/ 5414185 w 7467600"/>
              <a:gd name="connsiteY313" fmla="*/ 5573882 h 6858000"/>
              <a:gd name="connsiteX314" fmla="*/ 5959648 w 7467600"/>
              <a:gd name="connsiteY314" fmla="*/ 4760797 h 6858000"/>
              <a:gd name="connsiteX315" fmla="*/ 5355019 w 7467600"/>
              <a:gd name="connsiteY315" fmla="*/ 4734672 h 6858000"/>
              <a:gd name="connsiteX316" fmla="*/ 5083565 w 7467600"/>
              <a:gd name="connsiteY316" fmla="*/ 5179121 h 6858000"/>
              <a:gd name="connsiteX317" fmla="*/ 4713577 w 7467600"/>
              <a:gd name="connsiteY317" fmla="*/ 5616803 h 6858000"/>
              <a:gd name="connsiteX318" fmla="*/ 3989559 w 7467600"/>
              <a:gd name="connsiteY318" fmla="*/ 6145945 h 6858000"/>
              <a:gd name="connsiteX319" fmla="*/ 3939824 w 7467600"/>
              <a:gd name="connsiteY319" fmla="*/ 6066900 h 6858000"/>
              <a:gd name="connsiteX320" fmla="*/ 4584537 w 7467600"/>
              <a:gd name="connsiteY320" fmla="*/ 5324826 h 6858000"/>
              <a:gd name="connsiteX321" fmla="*/ 5037105 w 7467600"/>
              <a:gd name="connsiteY321" fmla="*/ 5088765 h 6858000"/>
              <a:gd name="connsiteX322" fmla="*/ 5039930 w 7467600"/>
              <a:gd name="connsiteY322" fmla="*/ 5089585 h 6858000"/>
              <a:gd name="connsiteX323" fmla="*/ 5263764 w 7467600"/>
              <a:gd name="connsiteY323" fmla="*/ 4735525 h 6858000"/>
              <a:gd name="connsiteX324" fmla="*/ 4086300 w 7467600"/>
              <a:gd name="connsiteY324" fmla="*/ 4884599 h 6858000"/>
              <a:gd name="connsiteX325" fmla="*/ 4085485 w 7467600"/>
              <a:gd name="connsiteY325" fmla="*/ 4899070 h 6858000"/>
              <a:gd name="connsiteX326" fmla="*/ 3871915 w 7467600"/>
              <a:gd name="connsiteY326" fmla="*/ 5253645 h 6858000"/>
              <a:gd name="connsiteX327" fmla="*/ 3799374 w 7467600"/>
              <a:gd name="connsiteY327" fmla="*/ 5466127 h 6858000"/>
              <a:gd name="connsiteX328" fmla="*/ 3498850 w 7467600"/>
              <a:gd name="connsiteY328" fmla="*/ 6661888 h 6858000"/>
              <a:gd name="connsiteX329" fmla="*/ 3399216 w 7467600"/>
              <a:gd name="connsiteY329" fmla="*/ 6858000 h 6858000"/>
              <a:gd name="connsiteX330" fmla="*/ 3303688 w 7467600"/>
              <a:gd name="connsiteY330" fmla="*/ 6858000 h 6858000"/>
              <a:gd name="connsiteX331" fmla="*/ 3391774 w 7467600"/>
              <a:gd name="connsiteY331" fmla="*/ 6697181 h 6858000"/>
              <a:gd name="connsiteX332" fmla="*/ 3735540 w 7467600"/>
              <a:gd name="connsiteY332" fmla="*/ 5546923 h 6858000"/>
              <a:gd name="connsiteX333" fmla="*/ 3729438 w 7467600"/>
              <a:gd name="connsiteY333" fmla="*/ 5569058 h 6858000"/>
              <a:gd name="connsiteX334" fmla="*/ 3707782 w 7467600"/>
              <a:gd name="connsiteY334" fmla="*/ 5644908 h 6858000"/>
              <a:gd name="connsiteX335" fmla="*/ 3583827 w 7467600"/>
              <a:gd name="connsiteY335" fmla="*/ 6039215 h 6858000"/>
              <a:gd name="connsiteX336" fmla="*/ 3547861 w 7467600"/>
              <a:gd name="connsiteY336" fmla="*/ 6129609 h 6858000"/>
              <a:gd name="connsiteX337" fmla="*/ 3490905 w 7467600"/>
              <a:gd name="connsiteY337" fmla="*/ 6277660 h 6858000"/>
              <a:gd name="connsiteX338" fmla="*/ 3455859 w 7467600"/>
              <a:gd name="connsiteY338" fmla="*/ 6391301 h 6858000"/>
              <a:gd name="connsiteX339" fmla="*/ 3429112 w 7467600"/>
              <a:gd name="connsiteY339" fmla="*/ 6479469 h 6858000"/>
              <a:gd name="connsiteX340" fmla="*/ 3304862 w 7467600"/>
              <a:gd name="connsiteY340" fmla="*/ 6796476 h 6858000"/>
              <a:gd name="connsiteX341" fmla="*/ 3276071 w 7467600"/>
              <a:gd name="connsiteY341" fmla="*/ 6858000 h 6858000"/>
              <a:gd name="connsiteX342" fmla="*/ 3240805 w 7467600"/>
              <a:gd name="connsiteY342" fmla="*/ 6858000 h 6858000"/>
              <a:gd name="connsiteX343" fmla="*/ 3275917 w 7467600"/>
              <a:gd name="connsiteY343" fmla="*/ 6783192 h 6858000"/>
              <a:gd name="connsiteX344" fmla="*/ 3399358 w 7467600"/>
              <a:gd name="connsiteY344" fmla="*/ 6469011 h 6858000"/>
              <a:gd name="connsiteX345" fmla="*/ 3425650 w 7467600"/>
              <a:gd name="connsiteY345" fmla="*/ 6381333 h 6858000"/>
              <a:gd name="connsiteX346" fmla="*/ 3460661 w 7467600"/>
              <a:gd name="connsiteY346" fmla="*/ 6266763 h 6858000"/>
              <a:gd name="connsiteX347" fmla="*/ 3518021 w 7467600"/>
              <a:gd name="connsiteY347" fmla="*/ 6117298 h 6858000"/>
              <a:gd name="connsiteX348" fmla="*/ 3554035 w 7467600"/>
              <a:gd name="connsiteY348" fmla="*/ 6027832 h 6858000"/>
              <a:gd name="connsiteX349" fmla="*/ 3677174 w 7467600"/>
              <a:gd name="connsiteY349" fmla="*/ 5636351 h 6858000"/>
              <a:gd name="connsiteX350" fmla="*/ 3698819 w 7467600"/>
              <a:gd name="connsiteY350" fmla="*/ 5560503 h 6858000"/>
              <a:gd name="connsiteX351" fmla="*/ 3702094 w 7467600"/>
              <a:gd name="connsiteY351" fmla="*/ 5549194 h 6858000"/>
              <a:gd name="connsiteX352" fmla="*/ 3398355 w 7467600"/>
              <a:gd name="connsiteY352" fmla="*/ 6094603 h 6858000"/>
              <a:gd name="connsiteX353" fmla="*/ 3193941 w 7467600"/>
              <a:gd name="connsiteY353" fmla="*/ 6798775 h 6858000"/>
              <a:gd name="connsiteX354" fmla="*/ 3184140 w 7467600"/>
              <a:gd name="connsiteY354" fmla="*/ 6858000 h 6858000"/>
              <a:gd name="connsiteX355" fmla="*/ 3099978 w 7467600"/>
              <a:gd name="connsiteY355" fmla="*/ 6858000 h 6858000"/>
              <a:gd name="connsiteX356" fmla="*/ 3101556 w 7467600"/>
              <a:gd name="connsiteY356" fmla="*/ 6843337 h 6858000"/>
              <a:gd name="connsiteX357" fmla="*/ 3370162 w 7467600"/>
              <a:gd name="connsiteY357" fmla="*/ 5785550 h 6858000"/>
              <a:gd name="connsiteX358" fmla="*/ 3746477 w 7467600"/>
              <a:gd name="connsiteY358" fmla="*/ 5377889 h 6858000"/>
              <a:gd name="connsiteX359" fmla="*/ 3863399 w 7467600"/>
              <a:gd name="connsiteY359" fmla="*/ 5087257 h 6858000"/>
              <a:gd name="connsiteX360" fmla="*/ 3968712 w 7467600"/>
              <a:gd name="connsiteY360" fmla="*/ 4913989 h 6858000"/>
              <a:gd name="connsiteX361" fmla="*/ 2792390 w 7467600"/>
              <a:gd name="connsiteY361" fmla="*/ 5382974 h 6858000"/>
              <a:gd name="connsiteX362" fmla="*/ 2714982 w 7467600"/>
              <a:gd name="connsiteY362" fmla="*/ 5427051 h 6858000"/>
              <a:gd name="connsiteX363" fmla="*/ 2813361 w 7467600"/>
              <a:gd name="connsiteY363" fmla="*/ 6023912 h 6858000"/>
              <a:gd name="connsiteX364" fmla="*/ 2688430 w 7467600"/>
              <a:gd name="connsiteY364" fmla="*/ 6801564 h 6858000"/>
              <a:gd name="connsiteX365" fmla="*/ 2629626 w 7467600"/>
              <a:gd name="connsiteY365" fmla="*/ 6763394 h 6858000"/>
              <a:gd name="connsiteX366" fmla="*/ 2565328 w 7467600"/>
              <a:gd name="connsiteY366" fmla="*/ 5516399 h 6858000"/>
              <a:gd name="connsiteX367" fmla="*/ 1922999 w 7467600"/>
              <a:gd name="connsiteY367" fmla="*/ 5980343 h 6858000"/>
              <a:gd name="connsiteX368" fmla="*/ 1950261 w 7467600"/>
              <a:gd name="connsiteY368" fmla="*/ 6405858 h 6858000"/>
              <a:gd name="connsiteX369" fmla="*/ 2365554 w 7467600"/>
              <a:gd name="connsiteY369" fmla="*/ 6759107 h 6858000"/>
              <a:gd name="connsiteX370" fmla="*/ 2424142 w 7467600"/>
              <a:gd name="connsiteY370" fmla="*/ 6858000 h 6858000"/>
              <a:gd name="connsiteX371" fmla="*/ 2395994 w 7467600"/>
              <a:gd name="connsiteY371" fmla="*/ 6858000 h 6858000"/>
              <a:gd name="connsiteX372" fmla="*/ 2392863 w 7467600"/>
              <a:gd name="connsiteY372" fmla="*/ 6852964 h 6858000"/>
              <a:gd name="connsiteX373" fmla="*/ 2017589 w 7467600"/>
              <a:gd name="connsiteY373" fmla="*/ 6493982 h 6858000"/>
              <a:gd name="connsiteX374" fmla="*/ 2147336 w 7467600"/>
              <a:gd name="connsiteY374" fmla="*/ 6594052 h 6858000"/>
              <a:gd name="connsiteX375" fmla="*/ 2207047 w 7467600"/>
              <a:gd name="connsiteY375" fmla="*/ 6654540 h 6858000"/>
              <a:gd name="connsiteX376" fmla="*/ 2299106 w 7467600"/>
              <a:gd name="connsiteY376" fmla="*/ 6778931 h 6858000"/>
              <a:gd name="connsiteX377" fmla="*/ 2314430 w 7467600"/>
              <a:gd name="connsiteY377" fmla="*/ 6801144 h 6858000"/>
              <a:gd name="connsiteX378" fmla="*/ 2352406 w 7467600"/>
              <a:gd name="connsiteY378" fmla="*/ 6858000 h 6858000"/>
              <a:gd name="connsiteX379" fmla="*/ 2314492 w 7467600"/>
              <a:gd name="connsiteY379" fmla="*/ 6858000 h 6858000"/>
              <a:gd name="connsiteX380" fmla="*/ 2288095 w 7467600"/>
              <a:gd name="connsiteY380" fmla="*/ 6818030 h 6858000"/>
              <a:gd name="connsiteX381" fmla="*/ 2272768 w 7467600"/>
              <a:gd name="connsiteY381" fmla="*/ 6795822 h 6858000"/>
              <a:gd name="connsiteX382" fmla="*/ 2182715 w 7467600"/>
              <a:gd name="connsiteY382" fmla="*/ 6675071 h 6858000"/>
              <a:gd name="connsiteX383" fmla="*/ 2032061 w 7467600"/>
              <a:gd name="connsiteY383" fmla="*/ 6541380 h 6858000"/>
              <a:gd name="connsiteX384" fmla="*/ 2257220 w 7467600"/>
              <a:gd name="connsiteY384" fmla="*/ 6826257 h 6858000"/>
              <a:gd name="connsiteX385" fmla="*/ 2281324 w 7467600"/>
              <a:gd name="connsiteY385" fmla="*/ 6858000 h 6858000"/>
              <a:gd name="connsiteX386" fmla="*/ 2242860 w 7467600"/>
              <a:gd name="connsiteY386" fmla="*/ 6858000 h 6858000"/>
              <a:gd name="connsiteX387" fmla="*/ 2232818 w 7467600"/>
              <a:gd name="connsiteY387" fmla="*/ 6844926 h 6858000"/>
              <a:gd name="connsiteX388" fmla="*/ 1990172 w 7467600"/>
              <a:gd name="connsiteY388" fmla="*/ 6542121 h 6858000"/>
              <a:gd name="connsiteX389" fmla="*/ 2124090 w 7467600"/>
              <a:gd name="connsiteY389" fmla="*/ 6761017 h 6858000"/>
              <a:gd name="connsiteX390" fmla="*/ 2200380 w 7467600"/>
              <a:gd name="connsiteY390" fmla="*/ 6858000 h 6858000"/>
              <a:gd name="connsiteX391" fmla="*/ 2147507 w 7467600"/>
              <a:gd name="connsiteY391" fmla="*/ 6858000 h 6858000"/>
              <a:gd name="connsiteX392" fmla="*/ 2070668 w 7467600"/>
              <a:gd name="connsiteY392" fmla="*/ 6761520 h 6858000"/>
              <a:gd name="connsiteX393" fmla="*/ 1975142 w 7467600"/>
              <a:gd name="connsiteY393" fmla="*/ 6585570 h 6858000"/>
              <a:gd name="connsiteX394" fmla="*/ 2050035 w 7467600"/>
              <a:gd name="connsiteY394" fmla="*/ 6813345 h 6858000"/>
              <a:gd name="connsiteX395" fmla="*/ 2063025 w 7467600"/>
              <a:gd name="connsiteY395" fmla="*/ 6858000 h 6858000"/>
              <a:gd name="connsiteX396" fmla="*/ 2021675 w 7467600"/>
              <a:gd name="connsiteY396" fmla="*/ 6858000 h 6858000"/>
              <a:gd name="connsiteX397" fmla="*/ 2019308 w 7467600"/>
              <a:gd name="connsiteY397" fmla="*/ 6847118 h 6858000"/>
              <a:gd name="connsiteX398" fmla="*/ 1938835 w 7467600"/>
              <a:gd name="connsiteY398" fmla="*/ 6551160 h 6858000"/>
              <a:gd name="connsiteX399" fmla="*/ 1953230 w 7467600"/>
              <a:gd name="connsiteY399" fmla="*/ 6759699 h 6858000"/>
              <a:gd name="connsiteX400" fmla="*/ 1956763 w 7467600"/>
              <a:gd name="connsiteY400" fmla="*/ 6778191 h 6858000"/>
              <a:gd name="connsiteX401" fmla="*/ 1967925 w 7467600"/>
              <a:gd name="connsiteY401" fmla="*/ 6858000 h 6858000"/>
              <a:gd name="connsiteX402" fmla="*/ 1936622 w 7467600"/>
              <a:gd name="connsiteY402" fmla="*/ 6858000 h 6858000"/>
              <a:gd name="connsiteX403" fmla="*/ 1926261 w 7467600"/>
              <a:gd name="connsiteY403" fmla="*/ 6784064 h 6858000"/>
              <a:gd name="connsiteX404" fmla="*/ 1922724 w 7467600"/>
              <a:gd name="connsiteY404" fmla="*/ 6765577 h 6858000"/>
              <a:gd name="connsiteX405" fmla="*/ 1904650 w 7467600"/>
              <a:gd name="connsiteY405" fmla="*/ 6639616 h 6858000"/>
              <a:gd name="connsiteX406" fmla="*/ 1885273 w 7467600"/>
              <a:gd name="connsiteY406" fmla="*/ 6858000 h 6858000"/>
              <a:gd name="connsiteX407" fmla="*/ 1854363 w 7467600"/>
              <a:gd name="connsiteY407" fmla="*/ 6858000 h 6858000"/>
              <a:gd name="connsiteX408" fmla="*/ 1880391 w 7467600"/>
              <a:gd name="connsiteY408" fmla="*/ 6603796 h 6858000"/>
              <a:gd name="connsiteX409" fmla="*/ 1818273 w 7467600"/>
              <a:gd name="connsiteY409" fmla="*/ 6715729 h 6858000"/>
              <a:gd name="connsiteX410" fmla="*/ 1794691 w 7467600"/>
              <a:gd name="connsiteY410" fmla="*/ 6843239 h 6858000"/>
              <a:gd name="connsiteX411" fmla="*/ 1794914 w 7467600"/>
              <a:gd name="connsiteY411" fmla="*/ 6858000 h 6858000"/>
              <a:gd name="connsiteX412" fmla="*/ 1746128 w 7467600"/>
              <a:gd name="connsiteY412" fmla="*/ 6858000 h 6858000"/>
              <a:gd name="connsiteX413" fmla="*/ 1753934 w 7467600"/>
              <a:gd name="connsiteY413" fmla="*/ 6724796 h 6858000"/>
              <a:gd name="connsiteX414" fmla="*/ 1792053 w 7467600"/>
              <a:gd name="connsiteY414" fmla="*/ 6572396 h 6858000"/>
              <a:gd name="connsiteX415" fmla="*/ 1862248 w 7467600"/>
              <a:gd name="connsiteY415" fmla="*/ 6266397 h 6858000"/>
              <a:gd name="connsiteX416" fmla="*/ 1862250 w 7467600"/>
              <a:gd name="connsiteY416" fmla="*/ 6033531 h 6858000"/>
              <a:gd name="connsiteX417" fmla="*/ 1211999 w 7467600"/>
              <a:gd name="connsiteY417" fmla="*/ 6683610 h 6858000"/>
              <a:gd name="connsiteX418" fmla="*/ 1213266 w 7467600"/>
              <a:gd name="connsiteY418" fmla="*/ 6691947 h 6858000"/>
              <a:gd name="connsiteX419" fmla="*/ 1203370 w 7467600"/>
              <a:gd name="connsiteY419" fmla="*/ 6850676 h 6858000"/>
              <a:gd name="connsiteX420" fmla="*/ 1203671 w 7467600"/>
              <a:gd name="connsiteY420" fmla="*/ 6858000 h 6858000"/>
              <a:gd name="connsiteX421" fmla="*/ 1143180 w 7467600"/>
              <a:gd name="connsiteY421" fmla="*/ 6858000 h 6858000"/>
              <a:gd name="connsiteX422" fmla="*/ 1142176 w 7467600"/>
              <a:gd name="connsiteY422" fmla="*/ 6766045 h 6858000"/>
              <a:gd name="connsiteX423" fmla="*/ 1067484 w 7467600"/>
              <a:gd name="connsiteY423" fmla="*/ 6858000 h 6858000"/>
              <a:gd name="connsiteX424" fmla="*/ 953928 w 7467600"/>
              <a:gd name="connsiteY424" fmla="*/ 6858000 h 6858000"/>
              <a:gd name="connsiteX425" fmla="*/ 959715 w 7467600"/>
              <a:gd name="connsiteY425" fmla="*/ 6850185 h 6858000"/>
              <a:gd name="connsiteX426" fmla="*/ 1483788 w 7467600"/>
              <a:gd name="connsiteY426" fmla="*/ 6259174 h 6858000"/>
              <a:gd name="connsiteX427" fmla="*/ 1100671 w 7467600"/>
              <a:gd name="connsiteY427" fmla="*/ 6252137 h 6858000"/>
              <a:gd name="connsiteX428" fmla="*/ 1090144 w 7467600"/>
              <a:gd name="connsiteY428" fmla="*/ 6256748 h 6858000"/>
              <a:gd name="connsiteX429" fmla="*/ 1095872 w 7467600"/>
              <a:gd name="connsiteY429" fmla="*/ 6271892 h 6858000"/>
              <a:gd name="connsiteX430" fmla="*/ 262785 w 7467600"/>
              <a:gd name="connsiteY430" fmla="*/ 6845450 h 6858000"/>
              <a:gd name="connsiteX431" fmla="*/ 209968 w 7467600"/>
              <a:gd name="connsiteY431" fmla="*/ 6770713 h 6858000"/>
              <a:gd name="connsiteX432" fmla="*/ 873460 w 7467600"/>
              <a:gd name="connsiteY432" fmla="*/ 6253768 h 6858000"/>
              <a:gd name="connsiteX433" fmla="*/ 192686 w 7467600"/>
              <a:gd name="connsiteY433" fmla="*/ 5849257 h 6858000"/>
              <a:gd name="connsiteX434" fmla="*/ 4696 w 7467600"/>
              <a:gd name="connsiteY434" fmla="*/ 5697668 h 6858000"/>
              <a:gd name="connsiteX435" fmla="*/ 0 w 7467600"/>
              <a:gd name="connsiteY435" fmla="*/ 5689984 h 6858000"/>
              <a:gd name="connsiteX436" fmla="*/ 0 w 7467600"/>
              <a:gd name="connsiteY436" fmla="*/ 5513472 h 6858000"/>
              <a:gd name="connsiteX437" fmla="*/ 174101 w 7467600"/>
              <a:gd name="connsiteY437" fmla="*/ 5620277 h 6858000"/>
              <a:gd name="connsiteX438" fmla="*/ 891800 w 7467600"/>
              <a:gd name="connsiteY438" fmla="*/ 6036935 h 6858000"/>
              <a:gd name="connsiteX439" fmla="*/ 1072219 w 7467600"/>
              <a:gd name="connsiteY439" fmla="*/ 6169443 h 6858000"/>
              <a:gd name="connsiteX440" fmla="*/ 1074117 w 7467600"/>
              <a:gd name="connsiteY440" fmla="*/ 6170301 h 6858000"/>
              <a:gd name="connsiteX441" fmla="*/ 1083114 w 7467600"/>
              <a:gd name="connsiteY441" fmla="*/ 6174131 h 6858000"/>
              <a:gd name="connsiteX442" fmla="*/ 1543010 w 7467600"/>
              <a:gd name="connsiteY442" fmla="*/ 6191140 h 6858000"/>
              <a:gd name="connsiteX443" fmla="*/ 1551080 w 7467600"/>
              <a:gd name="connsiteY443" fmla="*/ 6195006 h 6858000"/>
              <a:gd name="connsiteX444" fmla="*/ 2345443 w 7467600"/>
              <a:gd name="connsiteY444" fmla="*/ 5549882 h 6858000"/>
              <a:gd name="connsiteX445" fmla="*/ 1721499 w 7467600"/>
              <a:gd name="connsiteY445" fmla="*/ 5599969 h 6858000"/>
              <a:gd name="connsiteX446" fmla="*/ 767716 w 7467600"/>
              <a:gd name="connsiteY446" fmla="*/ 5472768 h 6858000"/>
              <a:gd name="connsiteX447" fmla="*/ 722147 w 7467600"/>
              <a:gd name="connsiteY447" fmla="*/ 5393091 h 6858000"/>
              <a:gd name="connsiteX448" fmla="*/ 1485552 w 7467600"/>
              <a:gd name="connsiteY448" fmla="*/ 5313202 h 6858000"/>
              <a:gd name="connsiteX449" fmla="*/ 2143004 w 7467600"/>
              <a:gd name="connsiteY449" fmla="*/ 5402420 h 6858000"/>
              <a:gd name="connsiteX450" fmla="*/ 1933391 w 7467600"/>
              <a:gd name="connsiteY450" fmla="*/ 5156971 h 6858000"/>
              <a:gd name="connsiteX451" fmla="*/ 1827118 w 7467600"/>
              <a:gd name="connsiteY451" fmla="*/ 4968410 h 6858000"/>
              <a:gd name="connsiteX452" fmla="*/ 1837349 w 7467600"/>
              <a:gd name="connsiteY452" fmla="*/ 4956357 h 6858000"/>
              <a:gd name="connsiteX453" fmla="*/ 2162835 w 7467600"/>
              <a:gd name="connsiteY453" fmla="*/ 5187853 h 6858000"/>
              <a:gd name="connsiteX454" fmla="*/ 2257167 w 7467600"/>
              <a:gd name="connsiteY454" fmla="*/ 5462123 h 6858000"/>
              <a:gd name="connsiteX455" fmla="*/ 2261598 w 7467600"/>
              <a:gd name="connsiteY455" fmla="*/ 5467998 h 6858000"/>
              <a:gd name="connsiteX456" fmla="*/ 2437177 w 7467600"/>
              <a:gd name="connsiteY456" fmla="*/ 5479608 h 6858000"/>
              <a:gd name="connsiteX457" fmla="*/ 2445247 w 7467600"/>
              <a:gd name="connsiteY457" fmla="*/ 5483476 h 6858000"/>
              <a:gd name="connsiteX458" fmla="*/ 2743626 w 7467600"/>
              <a:gd name="connsiteY458" fmla="*/ 5304819 h 6858000"/>
              <a:gd name="connsiteX459" fmla="*/ 3048102 w 7467600"/>
              <a:gd name="connsiteY459" fmla="*/ 5150595 h 6858000"/>
              <a:gd name="connsiteX460" fmla="*/ 1799414 w 7467600"/>
              <a:gd name="connsiteY460" fmla="*/ 4694732 h 6858000"/>
              <a:gd name="connsiteX461" fmla="*/ 1771735 w 7467600"/>
              <a:gd name="connsiteY461" fmla="*/ 4619929 h 6858000"/>
              <a:gd name="connsiteX462" fmla="*/ 3104273 w 7467600"/>
              <a:gd name="connsiteY462" fmla="*/ 5076159 h 6858000"/>
              <a:gd name="connsiteX463" fmla="*/ 3113245 w 7467600"/>
              <a:gd name="connsiteY463" fmla="*/ 5090705 h 6858000"/>
              <a:gd name="connsiteX464" fmla="*/ 3126294 w 7467600"/>
              <a:gd name="connsiteY464" fmla="*/ 5114400 h 6858000"/>
              <a:gd name="connsiteX465" fmla="*/ 3937433 w 7467600"/>
              <a:gd name="connsiteY465" fmla="*/ 4830473 h 6858000"/>
              <a:gd name="connsiteX466" fmla="*/ 3590475 w 7467600"/>
              <a:gd name="connsiteY466" fmla="*/ 4597974 h 6858000"/>
              <a:gd name="connsiteX467" fmla="*/ 3100264 w 7467600"/>
              <a:gd name="connsiteY467" fmla="*/ 4579845 h 6858000"/>
              <a:gd name="connsiteX468" fmla="*/ 2183576 w 7467600"/>
              <a:gd name="connsiteY468" fmla="*/ 4227150 h 6858000"/>
              <a:gd name="connsiteX469" fmla="*/ 2151029 w 7467600"/>
              <a:gd name="connsiteY469" fmla="*/ 4146947 h 6858000"/>
              <a:gd name="connsiteX470" fmla="*/ 3563434 w 7467600"/>
              <a:gd name="connsiteY470" fmla="*/ 4469115 h 6858000"/>
              <a:gd name="connsiteX471" fmla="*/ 3177952 w 7467600"/>
              <a:gd name="connsiteY471" fmla="*/ 3657386 h 6858000"/>
              <a:gd name="connsiteX472" fmla="*/ 3189263 w 7467600"/>
              <a:gd name="connsiteY472" fmla="*/ 3625726 h 6858000"/>
              <a:gd name="connsiteX473" fmla="*/ 3560912 w 7467600"/>
              <a:gd name="connsiteY473" fmla="*/ 4079863 h 6858000"/>
              <a:gd name="connsiteX474" fmla="*/ 3626636 w 7467600"/>
              <a:gd name="connsiteY474" fmla="*/ 4512230 h 6858000"/>
              <a:gd name="connsiteX475" fmla="*/ 3653088 w 7467600"/>
              <a:gd name="connsiteY475" fmla="*/ 4521417 h 6858000"/>
              <a:gd name="connsiteX476" fmla="*/ 3988128 w 7467600"/>
              <a:gd name="connsiteY476" fmla="*/ 4817267 h 6858000"/>
              <a:gd name="connsiteX477" fmla="*/ 4830582 w 7467600"/>
              <a:gd name="connsiteY477" fmla="*/ 4676000 h 6858000"/>
              <a:gd name="connsiteX478" fmla="*/ 4830100 w 7467600"/>
              <a:gd name="connsiteY478" fmla="*/ 4675554 h 6858000"/>
              <a:gd name="connsiteX479" fmla="*/ 4036318 w 7467600"/>
              <a:gd name="connsiteY479" fmla="*/ 4147013 h 6858000"/>
              <a:gd name="connsiteX480" fmla="*/ 3432098 w 7467600"/>
              <a:gd name="connsiteY480" fmla="*/ 3537312 h 6858000"/>
              <a:gd name="connsiteX481" fmla="*/ 3446761 w 7467600"/>
              <a:gd name="connsiteY481" fmla="*/ 3461278 h 6858000"/>
              <a:gd name="connsiteX482" fmla="*/ 4419733 w 7467600"/>
              <a:gd name="connsiteY482" fmla="*/ 3963555 h 6858000"/>
              <a:gd name="connsiteX483" fmla="*/ 4781371 w 7467600"/>
              <a:gd name="connsiteY483" fmla="*/ 4458604 h 6858000"/>
              <a:gd name="connsiteX484" fmla="*/ 4780440 w 7467600"/>
              <a:gd name="connsiteY484" fmla="*/ 4470290 h 6858000"/>
              <a:gd name="connsiteX485" fmla="*/ 4898954 w 7467600"/>
              <a:gd name="connsiteY485" fmla="*/ 4662092 h 6858000"/>
              <a:gd name="connsiteX486" fmla="*/ 4900699 w 7467600"/>
              <a:gd name="connsiteY486" fmla="*/ 4670867 h 6858000"/>
              <a:gd name="connsiteX487" fmla="*/ 5714511 w 7467600"/>
              <a:gd name="connsiteY487" fmla="*/ 4663483 h 6858000"/>
              <a:gd name="connsiteX488" fmla="*/ 5464793 w 7467600"/>
              <a:gd name="connsiteY488" fmla="*/ 4393556 h 6858000"/>
              <a:gd name="connsiteX489" fmla="*/ 5461897 w 7467600"/>
              <a:gd name="connsiteY489" fmla="*/ 4390879 h 6858000"/>
              <a:gd name="connsiteX490" fmla="*/ 4294126 w 7467600"/>
              <a:gd name="connsiteY490" fmla="*/ 3303048 h 6858000"/>
              <a:gd name="connsiteX491" fmla="*/ 4305321 w 7467600"/>
              <a:gd name="connsiteY491" fmla="*/ 3256953 h 6858000"/>
              <a:gd name="connsiteX492" fmla="*/ 4949299 w 7467600"/>
              <a:gd name="connsiteY492" fmla="*/ 3766336 h 6858000"/>
              <a:gd name="connsiteX493" fmla="*/ 5291452 w 7467600"/>
              <a:gd name="connsiteY493" fmla="*/ 4076801 h 6858000"/>
              <a:gd name="connsiteX494" fmla="*/ 5434998 w 7467600"/>
              <a:gd name="connsiteY494" fmla="*/ 4254100 h 6858000"/>
              <a:gd name="connsiteX495" fmla="*/ 5351015 w 7467600"/>
              <a:gd name="connsiteY495" fmla="*/ 3760989 h 6858000"/>
              <a:gd name="connsiteX496" fmla="*/ 5413780 w 7467600"/>
              <a:gd name="connsiteY496" fmla="*/ 2966265 h 6858000"/>
              <a:gd name="connsiteX497" fmla="*/ 5425627 w 7467600"/>
              <a:gd name="connsiteY497" fmla="*/ 2954192 h 6858000"/>
              <a:gd name="connsiteX498" fmla="*/ 6604735 w 7467600"/>
              <a:gd name="connsiteY498" fmla="*/ 2041381 h 6858000"/>
              <a:gd name="connsiteX499" fmla="*/ 7204487 w 7467600"/>
              <a:gd name="connsiteY499" fmla="*/ 2742112 h 6858000"/>
              <a:gd name="connsiteX500" fmla="*/ 7131592 w 7467600"/>
              <a:gd name="connsiteY500" fmla="*/ 2672096 h 6858000"/>
              <a:gd name="connsiteX501" fmla="*/ 6996344 w 7467600"/>
              <a:gd name="connsiteY501" fmla="*/ 2518310 h 6858000"/>
              <a:gd name="connsiteX502" fmla="*/ 6735495 w 7467600"/>
              <a:gd name="connsiteY502" fmla="*/ 2196890 h 6858000"/>
              <a:gd name="connsiteX503" fmla="*/ 6721901 w 7467600"/>
              <a:gd name="connsiteY503" fmla="*/ 2179274 h 6858000"/>
              <a:gd name="connsiteX504" fmla="*/ 6604735 w 7467600"/>
              <a:gd name="connsiteY504" fmla="*/ 2041381 h 6858000"/>
              <a:gd name="connsiteX505" fmla="*/ 6591670 w 7467600"/>
              <a:gd name="connsiteY505" fmla="*/ 1988277 h 6858000"/>
              <a:gd name="connsiteX506" fmla="*/ 6747349 w 7467600"/>
              <a:gd name="connsiteY506" fmla="*/ 2160069 h 6858000"/>
              <a:gd name="connsiteX507" fmla="*/ 6760943 w 7467600"/>
              <a:gd name="connsiteY507" fmla="*/ 2177686 h 6858000"/>
              <a:gd name="connsiteX508" fmla="*/ 7021065 w 7467600"/>
              <a:gd name="connsiteY508" fmla="*/ 2498102 h 6858000"/>
              <a:gd name="connsiteX509" fmla="*/ 7155223 w 7467600"/>
              <a:gd name="connsiteY509" fmla="*/ 2650386 h 6858000"/>
              <a:gd name="connsiteX510" fmla="*/ 7203167 w 7467600"/>
              <a:gd name="connsiteY510" fmla="*/ 2697288 h 6858000"/>
              <a:gd name="connsiteX511" fmla="*/ 6937703 w 7467600"/>
              <a:gd name="connsiteY511" fmla="*/ 2321981 h 6858000"/>
              <a:gd name="connsiteX512" fmla="*/ 6591670 w 7467600"/>
              <a:gd name="connsiteY512" fmla="*/ 1988277 h 6858000"/>
              <a:gd name="connsiteX513" fmla="*/ 5798671 w 7467600"/>
              <a:gd name="connsiteY513" fmla="*/ 1981601 h 6858000"/>
              <a:gd name="connsiteX514" fmla="*/ 5754709 w 7467600"/>
              <a:gd name="connsiteY514" fmla="*/ 2071454 h 6858000"/>
              <a:gd name="connsiteX515" fmla="*/ 5763044 w 7467600"/>
              <a:gd name="connsiteY515" fmla="*/ 2842206 h 6858000"/>
              <a:gd name="connsiteX516" fmla="*/ 5764974 w 7467600"/>
              <a:gd name="connsiteY516" fmla="*/ 2799609 h 6858000"/>
              <a:gd name="connsiteX517" fmla="*/ 5767665 w 7467600"/>
              <a:gd name="connsiteY517" fmla="*/ 2666409 h 6858000"/>
              <a:gd name="connsiteX518" fmla="*/ 5763055 w 7467600"/>
              <a:gd name="connsiteY518" fmla="*/ 2579705 h 6858000"/>
              <a:gd name="connsiteX519" fmla="*/ 5758079 w 7467600"/>
              <a:gd name="connsiteY519" fmla="*/ 2492508 h 6858000"/>
              <a:gd name="connsiteX520" fmla="*/ 5779325 w 7467600"/>
              <a:gd name="connsiteY520" fmla="*/ 2197069 h 6858000"/>
              <a:gd name="connsiteX521" fmla="*/ 5798671 w 7467600"/>
              <a:gd name="connsiteY521" fmla="*/ 1981601 h 6858000"/>
              <a:gd name="connsiteX522" fmla="*/ 5829202 w 7467600"/>
              <a:gd name="connsiteY522" fmla="*/ 1971679 h 6858000"/>
              <a:gd name="connsiteX523" fmla="*/ 5809558 w 7467600"/>
              <a:gd name="connsiteY523" fmla="*/ 2198043 h 6858000"/>
              <a:gd name="connsiteX524" fmla="*/ 5788653 w 7467600"/>
              <a:gd name="connsiteY524" fmla="*/ 2489430 h 6858000"/>
              <a:gd name="connsiteX525" fmla="*/ 5793439 w 7467600"/>
              <a:gd name="connsiteY525" fmla="*/ 2575235 h 6858000"/>
              <a:gd name="connsiteX526" fmla="*/ 5796837 w 7467600"/>
              <a:gd name="connsiteY526" fmla="*/ 2637633 h 6858000"/>
              <a:gd name="connsiteX527" fmla="*/ 5818614 w 7467600"/>
              <a:gd name="connsiteY527" fmla="*/ 2473055 h 6858000"/>
              <a:gd name="connsiteX528" fmla="*/ 5829202 w 7467600"/>
              <a:gd name="connsiteY528" fmla="*/ 1971679 h 6858000"/>
              <a:gd name="connsiteX529" fmla="*/ 5911389 w 7467600"/>
              <a:gd name="connsiteY529" fmla="*/ 1898371 h 6858000"/>
              <a:gd name="connsiteX530" fmla="*/ 6237627 w 7467600"/>
              <a:gd name="connsiteY530" fmla="*/ 2231921 h 6858000"/>
              <a:gd name="connsiteX531" fmla="*/ 5911389 w 7467600"/>
              <a:gd name="connsiteY531" fmla="*/ 1898371 h 6858000"/>
              <a:gd name="connsiteX532" fmla="*/ 6944437 w 7467600"/>
              <a:gd name="connsiteY532" fmla="*/ 1575402 h 6858000"/>
              <a:gd name="connsiteX533" fmla="*/ 6304730 w 7467600"/>
              <a:gd name="connsiteY533" fmla="*/ 1766654 h 6858000"/>
              <a:gd name="connsiteX534" fmla="*/ 6944437 w 7467600"/>
              <a:gd name="connsiteY534" fmla="*/ 1575402 h 6858000"/>
              <a:gd name="connsiteX535" fmla="*/ 7019523 w 7467600"/>
              <a:gd name="connsiteY535" fmla="*/ 1519450 h 6858000"/>
              <a:gd name="connsiteX536" fmla="*/ 6298091 w 7467600"/>
              <a:gd name="connsiteY536" fmla="*/ 1737122 h 6858000"/>
              <a:gd name="connsiteX537" fmla="*/ 7019523 w 7467600"/>
              <a:gd name="connsiteY537" fmla="*/ 1519450 h 6858000"/>
              <a:gd name="connsiteX538" fmla="*/ 2399523 w 7467600"/>
              <a:gd name="connsiteY538" fmla="*/ 1428234 h 6858000"/>
              <a:gd name="connsiteX539" fmla="*/ 2224982 w 7467600"/>
              <a:gd name="connsiteY539" fmla="*/ 1826201 h 6858000"/>
              <a:gd name="connsiteX540" fmla="*/ 2096099 w 7467600"/>
              <a:gd name="connsiteY540" fmla="*/ 2345900 h 6858000"/>
              <a:gd name="connsiteX541" fmla="*/ 2283317 w 7467600"/>
              <a:gd name="connsiteY541" fmla="*/ 1796925 h 6858000"/>
              <a:gd name="connsiteX542" fmla="*/ 2399523 w 7467600"/>
              <a:gd name="connsiteY542" fmla="*/ 1428234 h 6858000"/>
              <a:gd name="connsiteX543" fmla="*/ 2448558 w 7467600"/>
              <a:gd name="connsiteY543" fmla="*/ 1373435 h 6858000"/>
              <a:gd name="connsiteX544" fmla="*/ 2312521 w 7467600"/>
              <a:gd name="connsiteY544" fmla="*/ 1806140 h 6858000"/>
              <a:gd name="connsiteX545" fmla="*/ 2127533 w 7467600"/>
              <a:gd name="connsiteY545" fmla="*/ 2348380 h 6858000"/>
              <a:gd name="connsiteX546" fmla="*/ 2358080 w 7467600"/>
              <a:gd name="connsiteY546" fmla="*/ 1866134 h 6858000"/>
              <a:gd name="connsiteX547" fmla="*/ 2407436 w 7467600"/>
              <a:gd name="connsiteY547" fmla="*/ 1651070 h 6858000"/>
              <a:gd name="connsiteX548" fmla="*/ 2448558 w 7467600"/>
              <a:gd name="connsiteY548" fmla="*/ 1373435 h 6858000"/>
              <a:gd name="connsiteX549" fmla="*/ 278707 w 7467600"/>
              <a:gd name="connsiteY549" fmla="*/ 1352270 h 6858000"/>
              <a:gd name="connsiteX550" fmla="*/ 321570 w 7467600"/>
              <a:gd name="connsiteY550" fmla="*/ 1861610 h 6858000"/>
              <a:gd name="connsiteX551" fmla="*/ 294281 w 7467600"/>
              <a:gd name="connsiteY551" fmla="*/ 1440658 h 6858000"/>
              <a:gd name="connsiteX552" fmla="*/ 278707 w 7467600"/>
              <a:gd name="connsiteY552" fmla="*/ 1352270 h 6858000"/>
              <a:gd name="connsiteX553" fmla="*/ 1423821 w 7467600"/>
              <a:gd name="connsiteY553" fmla="*/ 1351958 h 6858000"/>
              <a:gd name="connsiteX554" fmla="*/ 1638521 w 7467600"/>
              <a:gd name="connsiteY554" fmla="*/ 1908470 h 6858000"/>
              <a:gd name="connsiteX555" fmla="*/ 1754199 w 7467600"/>
              <a:gd name="connsiteY555" fmla="*/ 2149284 h 6858000"/>
              <a:gd name="connsiteX556" fmla="*/ 1908359 w 7467600"/>
              <a:gd name="connsiteY556" fmla="*/ 2364988 h 6858000"/>
              <a:gd name="connsiteX557" fmla="*/ 1647661 w 7467600"/>
              <a:gd name="connsiteY557" fmla="*/ 1825945 h 6858000"/>
              <a:gd name="connsiteX558" fmla="*/ 1423821 w 7467600"/>
              <a:gd name="connsiteY558" fmla="*/ 1351958 h 6858000"/>
              <a:gd name="connsiteX559" fmla="*/ 1431890 w 7467600"/>
              <a:gd name="connsiteY559" fmla="*/ 1306475 h 6858000"/>
              <a:gd name="connsiteX560" fmla="*/ 1507597 w 7467600"/>
              <a:gd name="connsiteY560" fmla="*/ 1446132 h 6858000"/>
              <a:gd name="connsiteX561" fmla="*/ 1674586 w 7467600"/>
              <a:gd name="connsiteY561" fmla="*/ 1813832 h 6858000"/>
              <a:gd name="connsiteX562" fmla="*/ 1815950 w 7467600"/>
              <a:gd name="connsiteY562" fmla="*/ 2128564 h 6858000"/>
              <a:gd name="connsiteX563" fmla="*/ 1984242 w 7467600"/>
              <a:gd name="connsiteY563" fmla="*/ 2430829 h 6858000"/>
              <a:gd name="connsiteX564" fmla="*/ 2014023 w 7467600"/>
              <a:gd name="connsiteY564" fmla="*/ 2450995 h 6858000"/>
              <a:gd name="connsiteX565" fmla="*/ 1747337 w 7467600"/>
              <a:gd name="connsiteY565" fmla="*/ 1855264 h 6858000"/>
              <a:gd name="connsiteX566" fmla="*/ 1533749 w 7467600"/>
              <a:gd name="connsiteY566" fmla="*/ 1478656 h 6858000"/>
              <a:gd name="connsiteX567" fmla="*/ 1431890 w 7467600"/>
              <a:gd name="connsiteY567" fmla="*/ 1306475 h 6858000"/>
              <a:gd name="connsiteX568" fmla="*/ 5052692 w 7467600"/>
              <a:gd name="connsiteY568" fmla="*/ 1292994 h 6858000"/>
              <a:gd name="connsiteX569" fmla="*/ 5200661 w 7467600"/>
              <a:gd name="connsiteY569" fmla="*/ 1635186 h 6858000"/>
              <a:gd name="connsiteX570" fmla="*/ 5297138 w 7467600"/>
              <a:gd name="connsiteY570" fmla="*/ 1906351 h 6858000"/>
              <a:gd name="connsiteX571" fmla="*/ 5052692 w 7467600"/>
              <a:gd name="connsiteY571" fmla="*/ 1292994 h 6858000"/>
              <a:gd name="connsiteX572" fmla="*/ 5009948 w 7467600"/>
              <a:gd name="connsiteY572" fmla="*/ 1273619 h 6858000"/>
              <a:gd name="connsiteX573" fmla="*/ 5121777 w 7467600"/>
              <a:gd name="connsiteY573" fmla="*/ 1654213 h 6858000"/>
              <a:gd name="connsiteX574" fmla="*/ 5293545 w 7467600"/>
              <a:gd name="connsiteY574" fmla="*/ 2072247 h 6858000"/>
              <a:gd name="connsiteX575" fmla="*/ 5294042 w 7467600"/>
              <a:gd name="connsiteY575" fmla="*/ 2065019 h 6858000"/>
              <a:gd name="connsiteX576" fmla="*/ 5171936 w 7467600"/>
              <a:gd name="connsiteY576" fmla="*/ 1647613 h 6858000"/>
              <a:gd name="connsiteX577" fmla="*/ 5009948 w 7467600"/>
              <a:gd name="connsiteY577" fmla="*/ 1273619 h 6858000"/>
              <a:gd name="connsiteX578" fmla="*/ 655236 w 7467600"/>
              <a:gd name="connsiteY578" fmla="*/ 1268632 h 6858000"/>
              <a:gd name="connsiteX579" fmla="*/ 839521 w 7467600"/>
              <a:gd name="connsiteY579" fmla="*/ 1685315 h 6858000"/>
              <a:gd name="connsiteX580" fmla="*/ 1109416 w 7467600"/>
              <a:gd name="connsiteY580" fmla="*/ 2061663 h 6858000"/>
              <a:gd name="connsiteX581" fmla="*/ 1298300 w 7467600"/>
              <a:gd name="connsiteY581" fmla="*/ 2247742 h 6858000"/>
              <a:gd name="connsiteX582" fmla="*/ 1125871 w 7467600"/>
              <a:gd name="connsiteY582" fmla="*/ 1989513 h 6858000"/>
              <a:gd name="connsiteX583" fmla="*/ 981574 w 7467600"/>
              <a:gd name="connsiteY583" fmla="*/ 1783157 h 6858000"/>
              <a:gd name="connsiteX584" fmla="*/ 922198 w 7467600"/>
              <a:gd name="connsiteY584" fmla="*/ 1677437 h 6858000"/>
              <a:gd name="connsiteX585" fmla="*/ 869293 w 7467600"/>
              <a:gd name="connsiteY585" fmla="*/ 1583214 h 6858000"/>
              <a:gd name="connsiteX586" fmla="*/ 751431 w 7467600"/>
              <a:gd name="connsiteY586" fmla="*/ 1405731 h 6858000"/>
              <a:gd name="connsiteX587" fmla="*/ 655236 w 7467600"/>
              <a:gd name="connsiteY587" fmla="*/ 1268632 h 6858000"/>
              <a:gd name="connsiteX588" fmla="*/ 6516292 w 7467600"/>
              <a:gd name="connsiteY588" fmla="*/ 1263064 h 6858000"/>
              <a:gd name="connsiteX589" fmla="*/ 5736320 w 7467600"/>
              <a:gd name="connsiteY589" fmla="*/ 1501803 h 6858000"/>
              <a:gd name="connsiteX590" fmla="*/ 6516292 w 7467600"/>
              <a:gd name="connsiteY590" fmla="*/ 1263064 h 6858000"/>
              <a:gd name="connsiteX591" fmla="*/ 291466 w 7467600"/>
              <a:gd name="connsiteY591" fmla="*/ 1250369 h 6858000"/>
              <a:gd name="connsiteX592" fmla="*/ 323180 w 7467600"/>
              <a:gd name="connsiteY592" fmla="*/ 1435283 h 6858000"/>
              <a:gd name="connsiteX593" fmla="*/ 349381 w 7467600"/>
              <a:gd name="connsiteY593" fmla="*/ 1875041 h 6858000"/>
              <a:gd name="connsiteX594" fmla="*/ 374363 w 7467600"/>
              <a:gd name="connsiteY594" fmla="*/ 1506494 h 6858000"/>
              <a:gd name="connsiteX595" fmla="*/ 302168 w 7467600"/>
              <a:gd name="connsiteY595" fmla="*/ 1274495 h 6858000"/>
              <a:gd name="connsiteX596" fmla="*/ 291466 w 7467600"/>
              <a:gd name="connsiteY596" fmla="*/ 1250369 h 6858000"/>
              <a:gd name="connsiteX597" fmla="*/ 678222 w 7467600"/>
              <a:gd name="connsiteY597" fmla="*/ 1248670 h 6858000"/>
              <a:gd name="connsiteX598" fmla="*/ 775536 w 7467600"/>
              <a:gd name="connsiteY598" fmla="*/ 1388015 h 6858000"/>
              <a:gd name="connsiteX599" fmla="*/ 894529 w 7467600"/>
              <a:gd name="connsiteY599" fmla="*/ 1567739 h 6858000"/>
              <a:gd name="connsiteX600" fmla="*/ 948000 w 7467600"/>
              <a:gd name="connsiteY600" fmla="*/ 1663088 h 6858000"/>
              <a:gd name="connsiteX601" fmla="*/ 1006812 w 7467600"/>
              <a:gd name="connsiteY601" fmla="*/ 1767683 h 6858000"/>
              <a:gd name="connsiteX602" fmla="*/ 1149133 w 7467600"/>
              <a:gd name="connsiteY602" fmla="*/ 1971513 h 6858000"/>
              <a:gd name="connsiteX603" fmla="*/ 1333952 w 7467600"/>
              <a:gd name="connsiteY603" fmla="*/ 2251620 h 6858000"/>
              <a:gd name="connsiteX604" fmla="*/ 1337329 w 7467600"/>
              <a:gd name="connsiteY604" fmla="*/ 2258350 h 6858000"/>
              <a:gd name="connsiteX605" fmla="*/ 1014726 w 7467600"/>
              <a:gd name="connsiteY605" fmla="*/ 1615556 h 6858000"/>
              <a:gd name="connsiteX606" fmla="*/ 678222 w 7467600"/>
              <a:gd name="connsiteY606" fmla="*/ 1248670 h 6858000"/>
              <a:gd name="connsiteX607" fmla="*/ 6691602 w 7467600"/>
              <a:gd name="connsiteY607" fmla="*/ 1140573 h 6858000"/>
              <a:gd name="connsiteX608" fmla="*/ 6571100 w 7467600"/>
              <a:gd name="connsiteY608" fmla="*/ 1183662 h 6858000"/>
              <a:gd name="connsiteX609" fmla="*/ 6241687 w 7467600"/>
              <a:gd name="connsiteY609" fmla="*/ 1257600 h 6858000"/>
              <a:gd name="connsiteX610" fmla="*/ 5693009 w 7467600"/>
              <a:gd name="connsiteY610" fmla="*/ 1478256 h 6858000"/>
              <a:gd name="connsiteX611" fmla="*/ 6548420 w 7467600"/>
              <a:gd name="connsiteY611" fmla="*/ 1214599 h 6858000"/>
              <a:gd name="connsiteX612" fmla="*/ 6605473 w 7467600"/>
              <a:gd name="connsiteY612" fmla="*/ 1184686 h 6858000"/>
              <a:gd name="connsiteX613" fmla="*/ 6691602 w 7467600"/>
              <a:gd name="connsiteY613" fmla="*/ 1140573 h 6858000"/>
              <a:gd name="connsiteX614" fmla="*/ 4002475 w 7467600"/>
              <a:gd name="connsiteY614" fmla="*/ 1037802 h 6858000"/>
              <a:gd name="connsiteX615" fmla="*/ 4000324 w 7467600"/>
              <a:gd name="connsiteY615" fmla="*/ 1039362 h 6858000"/>
              <a:gd name="connsiteX616" fmla="*/ 4002862 w 7467600"/>
              <a:gd name="connsiteY616" fmla="*/ 1042866 h 6858000"/>
              <a:gd name="connsiteX617" fmla="*/ 4002475 w 7467600"/>
              <a:gd name="connsiteY617" fmla="*/ 1037802 h 6858000"/>
              <a:gd name="connsiteX618" fmla="*/ 506322 w 7467600"/>
              <a:gd name="connsiteY618" fmla="*/ 1020997 h 6858000"/>
              <a:gd name="connsiteX619" fmla="*/ 533068 w 7467600"/>
              <a:gd name="connsiteY619" fmla="*/ 1029409 h 6858000"/>
              <a:gd name="connsiteX620" fmla="*/ 1232525 w 7467600"/>
              <a:gd name="connsiteY620" fmla="*/ 1804675 h 6858000"/>
              <a:gd name="connsiteX621" fmla="*/ 1388858 w 7467600"/>
              <a:gd name="connsiteY621" fmla="*/ 2368011 h 6858000"/>
              <a:gd name="connsiteX622" fmla="*/ 1384098 w 7467600"/>
              <a:gd name="connsiteY622" fmla="*/ 2378125 h 6858000"/>
              <a:gd name="connsiteX623" fmla="*/ 1425393 w 7467600"/>
              <a:gd name="connsiteY623" fmla="*/ 2589124 h 6858000"/>
              <a:gd name="connsiteX624" fmla="*/ 1424001 w 7467600"/>
              <a:gd name="connsiteY624" fmla="*/ 2597541 h 6858000"/>
              <a:gd name="connsiteX625" fmla="*/ 2152729 w 7467600"/>
              <a:gd name="connsiteY625" fmla="*/ 2864487 h 6858000"/>
              <a:gd name="connsiteX626" fmla="*/ 2020609 w 7467600"/>
              <a:gd name="connsiteY626" fmla="*/ 2539671 h 6858000"/>
              <a:gd name="connsiteX627" fmla="*/ 2018920 w 7467600"/>
              <a:gd name="connsiteY627" fmla="*/ 2536309 h 6858000"/>
              <a:gd name="connsiteX628" fmla="*/ 1342441 w 7467600"/>
              <a:gd name="connsiteY628" fmla="*/ 1173017 h 6858000"/>
              <a:gd name="connsiteX629" fmla="*/ 1367925 w 7467600"/>
              <a:gd name="connsiteY629" fmla="*/ 1135648 h 6858000"/>
              <a:gd name="connsiteX630" fmla="*/ 1771401 w 7467600"/>
              <a:gd name="connsiteY630" fmla="*/ 1806673 h 6858000"/>
              <a:gd name="connsiteX631" fmla="*/ 1972385 w 7467600"/>
              <a:gd name="connsiteY631" fmla="*/ 2198735 h 6858000"/>
              <a:gd name="connsiteX632" fmla="*/ 2040892 w 7467600"/>
              <a:gd name="connsiteY632" fmla="*/ 2405205 h 6858000"/>
              <a:gd name="connsiteX633" fmla="*/ 2131689 w 7467600"/>
              <a:gd name="connsiteY633" fmla="*/ 1936926 h 6858000"/>
              <a:gd name="connsiteX634" fmla="*/ 2454820 w 7467600"/>
              <a:gd name="connsiteY634" fmla="*/ 1248808 h 6858000"/>
              <a:gd name="connsiteX635" fmla="*/ 2492512 w 7467600"/>
              <a:gd name="connsiteY635" fmla="*/ 1302920 h 6858000"/>
              <a:gd name="connsiteX636" fmla="*/ 2081216 w 7467600"/>
              <a:gd name="connsiteY636" fmla="*/ 2527513 h 6858000"/>
              <a:gd name="connsiteX637" fmla="*/ 2081211 w 7467600"/>
              <a:gd name="connsiteY637" fmla="*/ 2528916 h 6858000"/>
              <a:gd name="connsiteX638" fmla="*/ 2199067 w 7467600"/>
              <a:gd name="connsiteY638" fmla="*/ 2884061 h 6858000"/>
              <a:gd name="connsiteX639" fmla="*/ 3192586 w 7467600"/>
              <a:gd name="connsiteY639" fmla="*/ 3411496 h 6858000"/>
              <a:gd name="connsiteX640" fmla="*/ 3182620 w 7467600"/>
              <a:gd name="connsiteY640" fmla="*/ 3483279 h 6858000"/>
              <a:gd name="connsiteX641" fmla="*/ 2435119 w 7467600"/>
              <a:gd name="connsiteY641" fmla="*/ 3080173 h 6858000"/>
              <a:gd name="connsiteX642" fmla="*/ 2410152 w 7467600"/>
              <a:gd name="connsiteY642" fmla="*/ 3063751 h 6858000"/>
              <a:gd name="connsiteX643" fmla="*/ 2408099 w 7467600"/>
              <a:gd name="connsiteY643" fmla="*/ 3064403 h 6858000"/>
              <a:gd name="connsiteX644" fmla="*/ 2407218 w 7467600"/>
              <a:gd name="connsiteY644" fmla="*/ 3070324 h 6858000"/>
              <a:gd name="connsiteX645" fmla="*/ 2380138 w 7467600"/>
              <a:gd name="connsiteY645" fmla="*/ 3099341 h 6858000"/>
              <a:gd name="connsiteX646" fmla="*/ 1765923 w 7467600"/>
              <a:gd name="connsiteY646" fmla="*/ 3581043 h 6858000"/>
              <a:gd name="connsiteX647" fmla="*/ 1702258 w 7467600"/>
              <a:gd name="connsiteY647" fmla="*/ 3612286 h 6858000"/>
              <a:gd name="connsiteX648" fmla="*/ 1538370 w 7467600"/>
              <a:gd name="connsiteY648" fmla="*/ 3811804 h 6858000"/>
              <a:gd name="connsiteX649" fmla="*/ 542867 w 7467600"/>
              <a:gd name="connsiteY649" fmla="*/ 4944092 h 6858000"/>
              <a:gd name="connsiteX650" fmla="*/ 515800 w 7467600"/>
              <a:gd name="connsiteY650" fmla="*/ 4862180 h 6858000"/>
              <a:gd name="connsiteX651" fmla="*/ 909145 w 7467600"/>
              <a:gd name="connsiteY651" fmla="*/ 4199225 h 6858000"/>
              <a:gd name="connsiteX652" fmla="*/ 1214067 w 7467600"/>
              <a:gd name="connsiteY652" fmla="*/ 3908561 h 6858000"/>
              <a:gd name="connsiteX653" fmla="*/ 640967 w 7467600"/>
              <a:gd name="connsiteY653" fmla="*/ 4105601 h 6858000"/>
              <a:gd name="connsiteX654" fmla="*/ 112563 w 7467600"/>
              <a:gd name="connsiteY654" fmla="*/ 4396952 h 6858000"/>
              <a:gd name="connsiteX655" fmla="*/ 0 w 7467600"/>
              <a:gd name="connsiteY655" fmla="*/ 4466006 h 6858000"/>
              <a:gd name="connsiteX656" fmla="*/ 0 w 7467600"/>
              <a:gd name="connsiteY656" fmla="*/ 4233763 h 6858000"/>
              <a:gd name="connsiteX657" fmla="*/ 36881 w 7467600"/>
              <a:gd name="connsiteY657" fmla="*/ 4200118 h 6858000"/>
              <a:gd name="connsiteX658" fmla="*/ 910534 w 7467600"/>
              <a:gd name="connsiteY658" fmla="*/ 3629753 h 6858000"/>
              <a:gd name="connsiteX659" fmla="*/ 1578717 w 7467600"/>
              <a:gd name="connsiteY659" fmla="*/ 3575982 h 6858000"/>
              <a:gd name="connsiteX660" fmla="*/ 2338780 w 7467600"/>
              <a:gd name="connsiteY660" fmla="*/ 3033725 h 6858000"/>
              <a:gd name="connsiteX661" fmla="*/ 1807991 w 7467600"/>
              <a:gd name="connsiteY661" fmla="*/ 2807184 h 6858000"/>
              <a:gd name="connsiteX662" fmla="*/ 1416358 w 7467600"/>
              <a:gd name="connsiteY662" fmla="*/ 3112571 h 6858000"/>
              <a:gd name="connsiteX663" fmla="*/ 939066 w 7467600"/>
              <a:gd name="connsiteY663" fmla="*/ 3378798 h 6858000"/>
              <a:gd name="connsiteX664" fmla="*/ 115099 w 7467600"/>
              <a:gd name="connsiteY664" fmla="*/ 3607650 h 6858000"/>
              <a:gd name="connsiteX665" fmla="*/ 97284 w 7467600"/>
              <a:gd name="connsiteY665" fmla="*/ 3520393 h 6858000"/>
              <a:gd name="connsiteX666" fmla="*/ 922050 w 7467600"/>
              <a:gd name="connsiteY666" fmla="*/ 3074867 h 6858000"/>
              <a:gd name="connsiteX667" fmla="*/ 1405265 w 7467600"/>
              <a:gd name="connsiteY667" fmla="*/ 3016319 h 6858000"/>
              <a:gd name="connsiteX668" fmla="*/ 1407512 w 7467600"/>
              <a:gd name="connsiteY668" fmla="*/ 3018001 h 6858000"/>
              <a:gd name="connsiteX669" fmla="*/ 1726266 w 7467600"/>
              <a:gd name="connsiteY669" fmla="*/ 2777274 h 6858000"/>
              <a:gd name="connsiteX670" fmla="*/ 625390 w 7467600"/>
              <a:gd name="connsiteY670" fmla="*/ 2514541 h 6858000"/>
              <a:gd name="connsiteX671" fmla="*/ 619799 w 7467600"/>
              <a:gd name="connsiteY671" fmla="*/ 2527180 h 6858000"/>
              <a:gd name="connsiteX672" fmla="*/ 310030 w 7467600"/>
              <a:gd name="connsiteY672" fmla="*/ 2771818 h 6858000"/>
              <a:gd name="connsiteX673" fmla="*/ 173877 w 7467600"/>
              <a:gd name="connsiteY673" fmla="*/ 2937056 h 6858000"/>
              <a:gd name="connsiteX674" fmla="*/ 77889 w 7467600"/>
              <a:gd name="connsiteY674" fmla="*/ 3138440 h 6858000"/>
              <a:gd name="connsiteX675" fmla="*/ 0 w 7467600"/>
              <a:gd name="connsiteY675" fmla="*/ 3271395 h 6858000"/>
              <a:gd name="connsiteX676" fmla="*/ 0 w 7467600"/>
              <a:gd name="connsiteY676" fmla="*/ 3153002 h 6858000"/>
              <a:gd name="connsiteX677" fmla="*/ 2386 w 7467600"/>
              <a:gd name="connsiteY677" fmla="*/ 3149203 h 6858000"/>
              <a:gd name="connsiteX678" fmla="*/ 89753 w 7467600"/>
              <a:gd name="connsiteY678" fmla="*/ 2987702 h 6858000"/>
              <a:gd name="connsiteX679" fmla="*/ 76869 w 7467600"/>
              <a:gd name="connsiteY679" fmla="*/ 3005404 h 6858000"/>
              <a:gd name="connsiteX680" fmla="*/ 32049 w 7467600"/>
              <a:gd name="connsiteY680" fmla="*/ 3065814 h 6858000"/>
              <a:gd name="connsiteX681" fmla="*/ 0 w 7467600"/>
              <a:gd name="connsiteY681" fmla="*/ 3108744 h 6858000"/>
              <a:gd name="connsiteX682" fmla="*/ 0 w 7467600"/>
              <a:gd name="connsiteY682" fmla="*/ 3058059 h 6858000"/>
              <a:gd name="connsiteX683" fmla="*/ 7610 w 7467600"/>
              <a:gd name="connsiteY683" fmla="*/ 3047889 h 6858000"/>
              <a:gd name="connsiteX684" fmla="*/ 52419 w 7467600"/>
              <a:gd name="connsiteY684" fmla="*/ 2987479 h 6858000"/>
              <a:gd name="connsiteX685" fmla="*/ 59142 w 7467600"/>
              <a:gd name="connsiteY685" fmla="*/ 2978488 h 6858000"/>
              <a:gd name="connsiteX686" fmla="*/ 0 w 7467600"/>
              <a:gd name="connsiteY686" fmla="*/ 3015334 h 6858000"/>
              <a:gd name="connsiteX687" fmla="*/ 0 w 7467600"/>
              <a:gd name="connsiteY687" fmla="*/ 2914286 h 6858000"/>
              <a:gd name="connsiteX688" fmla="*/ 36383 w 7467600"/>
              <a:gd name="connsiteY688" fmla="*/ 2901128 h 6858000"/>
              <a:gd name="connsiteX689" fmla="*/ 156329 w 7467600"/>
              <a:gd name="connsiteY689" fmla="*/ 2840533 h 6858000"/>
              <a:gd name="connsiteX690" fmla="*/ 358355 w 7467600"/>
              <a:gd name="connsiteY690" fmla="*/ 2620471 h 6858000"/>
              <a:gd name="connsiteX691" fmla="*/ 510577 w 7467600"/>
              <a:gd name="connsiteY691" fmla="*/ 2501244 h 6858000"/>
              <a:gd name="connsiteX692" fmla="*/ 211967 w 7467600"/>
              <a:gd name="connsiteY692" fmla="*/ 2479171 h 6858000"/>
              <a:gd name="connsiteX693" fmla="*/ 0 w 7467600"/>
              <a:gd name="connsiteY693" fmla="*/ 2476398 h 6858000"/>
              <a:gd name="connsiteX694" fmla="*/ 0 w 7467600"/>
              <a:gd name="connsiteY694" fmla="*/ 2389189 h 6858000"/>
              <a:gd name="connsiteX695" fmla="*/ 103062 w 7467600"/>
              <a:gd name="connsiteY695" fmla="*/ 2389518 h 6858000"/>
              <a:gd name="connsiteX696" fmla="*/ 510734 w 7467600"/>
              <a:gd name="connsiteY696" fmla="*/ 2416201 h 6858000"/>
              <a:gd name="connsiteX697" fmla="*/ 279257 w 7467600"/>
              <a:gd name="connsiteY697" fmla="*/ 2092102 h 6858000"/>
              <a:gd name="connsiteX698" fmla="*/ 65265 w 7467600"/>
              <a:gd name="connsiteY698" fmla="*/ 2006049 h 6858000"/>
              <a:gd name="connsiteX699" fmla="*/ 0 w 7467600"/>
              <a:gd name="connsiteY699" fmla="*/ 1982532 h 6858000"/>
              <a:gd name="connsiteX700" fmla="*/ 0 w 7467600"/>
              <a:gd name="connsiteY700" fmla="*/ 1912789 h 6858000"/>
              <a:gd name="connsiteX701" fmla="*/ 97460 w 7467600"/>
              <a:gd name="connsiteY701" fmla="*/ 1953725 h 6858000"/>
              <a:gd name="connsiteX702" fmla="*/ 221272 w 7467600"/>
              <a:gd name="connsiteY702" fmla="*/ 1980766 h 6858000"/>
              <a:gd name="connsiteX703" fmla="*/ 116765 w 7467600"/>
              <a:gd name="connsiteY703" fmla="*/ 1911033 h 6858000"/>
              <a:gd name="connsiteX704" fmla="*/ 16405 w 7467600"/>
              <a:gd name="connsiteY704" fmla="*/ 1803412 h 6858000"/>
              <a:gd name="connsiteX705" fmla="*/ 0 w 7467600"/>
              <a:gd name="connsiteY705" fmla="*/ 1784777 h 6858000"/>
              <a:gd name="connsiteX706" fmla="*/ 0 w 7467600"/>
              <a:gd name="connsiteY706" fmla="*/ 1740082 h 6858000"/>
              <a:gd name="connsiteX707" fmla="*/ 39394 w 7467600"/>
              <a:gd name="connsiteY707" fmla="*/ 1784856 h 6858000"/>
              <a:gd name="connsiteX708" fmla="*/ 135813 w 7467600"/>
              <a:gd name="connsiteY708" fmla="*/ 1888838 h 6858000"/>
              <a:gd name="connsiteX709" fmla="*/ 242575 w 7467600"/>
              <a:gd name="connsiteY709" fmla="*/ 1958841 h 6858000"/>
              <a:gd name="connsiteX710" fmla="*/ 82197 w 7467600"/>
              <a:gd name="connsiteY710" fmla="*/ 1754826 h 6858000"/>
              <a:gd name="connsiteX711" fmla="*/ 0 w 7467600"/>
              <a:gd name="connsiteY711" fmla="*/ 1679650 h 6858000"/>
              <a:gd name="connsiteX712" fmla="*/ 0 w 7467600"/>
              <a:gd name="connsiteY712" fmla="*/ 1602463 h 6858000"/>
              <a:gd name="connsiteX713" fmla="*/ 84689 w 7467600"/>
              <a:gd name="connsiteY713" fmla="*/ 1677442 h 6858000"/>
              <a:gd name="connsiteX714" fmla="*/ 298437 w 7467600"/>
              <a:gd name="connsiteY714" fmla="*/ 1968019 h 6858000"/>
              <a:gd name="connsiteX715" fmla="*/ 227269 w 7467600"/>
              <a:gd name="connsiteY715" fmla="*/ 1114064 h 6858000"/>
              <a:gd name="connsiteX716" fmla="*/ 248003 w 7467600"/>
              <a:gd name="connsiteY716" fmla="*/ 1089613 h 6858000"/>
              <a:gd name="connsiteX717" fmla="*/ 427020 w 7467600"/>
              <a:gd name="connsiteY717" fmla="*/ 1619803 h 6858000"/>
              <a:gd name="connsiteX718" fmla="*/ 340345 w 7467600"/>
              <a:gd name="connsiteY718" fmla="*/ 2027739 h 6858000"/>
              <a:gd name="connsiteX719" fmla="*/ 360865 w 7467600"/>
              <a:gd name="connsiteY719" fmla="*/ 2044827 h 6858000"/>
              <a:gd name="connsiteX720" fmla="*/ 560414 w 7467600"/>
              <a:gd name="connsiteY720" fmla="*/ 2421457 h 6858000"/>
              <a:gd name="connsiteX721" fmla="*/ 1359703 w 7467600"/>
              <a:gd name="connsiteY721" fmla="*/ 2578554 h 6858000"/>
              <a:gd name="connsiteX722" fmla="*/ 1359422 w 7467600"/>
              <a:gd name="connsiteY722" fmla="*/ 2577994 h 6858000"/>
              <a:gd name="connsiteX723" fmla="*/ 828701 w 7467600"/>
              <a:gd name="connsiteY723" fmla="*/ 1839520 h 6858000"/>
              <a:gd name="connsiteX724" fmla="*/ 494427 w 7467600"/>
              <a:gd name="connsiteY724" fmla="*/ 1092333 h 6858000"/>
              <a:gd name="connsiteX725" fmla="*/ 506322 w 7467600"/>
              <a:gd name="connsiteY725" fmla="*/ 1020997 h 6858000"/>
              <a:gd name="connsiteX726" fmla="*/ 4570198 w 7467600"/>
              <a:gd name="connsiteY726" fmla="*/ 978081 h 6858000"/>
              <a:gd name="connsiteX727" fmla="*/ 4523691 w 7467600"/>
              <a:gd name="connsiteY727" fmla="*/ 1127776 h 6858000"/>
              <a:gd name="connsiteX728" fmla="*/ 4509875 w 7467600"/>
              <a:gd name="connsiteY728" fmla="*/ 1167552 h 6858000"/>
              <a:gd name="connsiteX729" fmla="*/ 4478168 w 7467600"/>
              <a:gd name="connsiteY729" fmla="*/ 1260735 h 6858000"/>
              <a:gd name="connsiteX730" fmla="*/ 4409309 w 7467600"/>
              <a:gd name="connsiteY730" fmla="*/ 1666996 h 6858000"/>
              <a:gd name="connsiteX731" fmla="*/ 4370031 w 7467600"/>
              <a:gd name="connsiteY731" fmla="*/ 1955666 h 6858000"/>
              <a:gd name="connsiteX732" fmla="*/ 4570198 w 7467600"/>
              <a:gd name="connsiteY732" fmla="*/ 978081 h 6858000"/>
              <a:gd name="connsiteX733" fmla="*/ 4557898 w 7467600"/>
              <a:gd name="connsiteY733" fmla="*/ 900011 h 6858000"/>
              <a:gd name="connsiteX734" fmla="*/ 4344840 w 7467600"/>
              <a:gd name="connsiteY734" fmla="*/ 1922038 h 6858000"/>
              <a:gd name="connsiteX735" fmla="*/ 4378710 w 7467600"/>
              <a:gd name="connsiteY735" fmla="*/ 1665516 h 6858000"/>
              <a:gd name="connsiteX736" fmla="*/ 4448798 w 7467600"/>
              <a:gd name="connsiteY736" fmla="*/ 1253024 h 6858000"/>
              <a:gd name="connsiteX737" fmla="*/ 4480315 w 7467600"/>
              <a:gd name="connsiteY737" fmla="*/ 1158454 h 6858000"/>
              <a:gd name="connsiteX738" fmla="*/ 4494133 w 7467600"/>
              <a:gd name="connsiteY738" fmla="*/ 1118676 h 6858000"/>
              <a:gd name="connsiteX739" fmla="*/ 4557898 w 7467600"/>
              <a:gd name="connsiteY739" fmla="*/ 900011 h 6858000"/>
              <a:gd name="connsiteX740" fmla="*/ 5870151 w 7467600"/>
              <a:gd name="connsiteY740" fmla="*/ 898890 h 6858000"/>
              <a:gd name="connsiteX741" fmla="*/ 5861335 w 7467600"/>
              <a:gd name="connsiteY741" fmla="*/ 899177 h 6858000"/>
              <a:gd name="connsiteX742" fmla="*/ 5843702 w 7467600"/>
              <a:gd name="connsiteY742" fmla="*/ 899748 h 6858000"/>
              <a:gd name="connsiteX743" fmla="*/ 5651107 w 7467600"/>
              <a:gd name="connsiteY743" fmla="*/ 920306 h 6858000"/>
              <a:gd name="connsiteX744" fmla="*/ 5459407 w 7467600"/>
              <a:gd name="connsiteY744" fmla="*/ 940975 h 6858000"/>
              <a:gd name="connsiteX745" fmla="*/ 5374846 w 7467600"/>
              <a:gd name="connsiteY745" fmla="*/ 941988 h 6858000"/>
              <a:gd name="connsiteX746" fmla="*/ 5256105 w 7467600"/>
              <a:gd name="connsiteY746" fmla="*/ 945632 h 6858000"/>
              <a:gd name="connsiteX747" fmla="*/ 5107071 w 7467600"/>
              <a:gd name="connsiteY747" fmla="*/ 969720 h 6858000"/>
              <a:gd name="connsiteX748" fmla="*/ 4998681 w 7467600"/>
              <a:gd name="connsiteY748" fmla="*/ 988771 h 6858000"/>
              <a:gd name="connsiteX749" fmla="*/ 5870151 w 7467600"/>
              <a:gd name="connsiteY749" fmla="*/ 898890 h 6858000"/>
              <a:gd name="connsiteX750" fmla="*/ 5504425 w 7467600"/>
              <a:gd name="connsiteY750" fmla="*/ 848067 h 6858000"/>
              <a:gd name="connsiteX751" fmla="*/ 4968849 w 7467600"/>
              <a:gd name="connsiteY751" fmla="*/ 962318 h 6858000"/>
              <a:gd name="connsiteX752" fmla="*/ 5104039 w 7467600"/>
              <a:gd name="connsiteY752" fmla="*/ 940634 h 6858000"/>
              <a:gd name="connsiteX753" fmla="*/ 5256311 w 7467600"/>
              <a:gd name="connsiteY753" fmla="*/ 916490 h 6858000"/>
              <a:gd name="connsiteX754" fmla="*/ 5377381 w 7467600"/>
              <a:gd name="connsiteY754" fmla="*/ 912671 h 6858000"/>
              <a:gd name="connsiteX755" fmla="*/ 5460148 w 7467600"/>
              <a:gd name="connsiteY755" fmla="*/ 911442 h 6858000"/>
              <a:gd name="connsiteX756" fmla="*/ 5648971 w 7467600"/>
              <a:gd name="connsiteY756" fmla="*/ 891331 h 6858000"/>
              <a:gd name="connsiteX757" fmla="*/ 5844807 w 7467600"/>
              <a:gd name="connsiteY757" fmla="*/ 870718 h 6858000"/>
              <a:gd name="connsiteX758" fmla="*/ 5862975 w 7467600"/>
              <a:gd name="connsiteY758" fmla="*/ 869756 h 6858000"/>
              <a:gd name="connsiteX759" fmla="*/ 5920887 w 7467600"/>
              <a:gd name="connsiteY759" fmla="*/ 865929 h 6858000"/>
              <a:gd name="connsiteX760" fmla="*/ 5504425 w 7467600"/>
              <a:gd name="connsiteY760" fmla="*/ 848067 h 6858000"/>
              <a:gd name="connsiteX761" fmla="*/ 3607114 w 7467600"/>
              <a:gd name="connsiteY761" fmla="*/ 467441 h 6858000"/>
              <a:gd name="connsiteX762" fmla="*/ 3296242 w 7467600"/>
              <a:gd name="connsiteY762" fmla="*/ 807991 h 6858000"/>
              <a:gd name="connsiteX763" fmla="*/ 3174674 w 7467600"/>
              <a:gd name="connsiteY763" fmla="*/ 919759 h 6858000"/>
              <a:gd name="connsiteX764" fmla="*/ 3042978 w 7467600"/>
              <a:gd name="connsiteY764" fmla="*/ 1054894 h 6858000"/>
              <a:gd name="connsiteX765" fmla="*/ 2968914 w 7467600"/>
              <a:gd name="connsiteY765" fmla="*/ 1133756 h 6858000"/>
              <a:gd name="connsiteX766" fmla="*/ 3103823 w 7467600"/>
              <a:gd name="connsiteY766" fmla="*/ 1026814 h 6858000"/>
              <a:gd name="connsiteX767" fmla="*/ 3607114 w 7467600"/>
              <a:gd name="connsiteY767" fmla="*/ 467441 h 6858000"/>
              <a:gd name="connsiteX768" fmla="*/ 3744487 w 7467600"/>
              <a:gd name="connsiteY768" fmla="*/ 383136 h 6858000"/>
              <a:gd name="connsiteX769" fmla="*/ 3970213 w 7467600"/>
              <a:gd name="connsiteY769" fmla="*/ 995559 h 6858000"/>
              <a:gd name="connsiteX770" fmla="*/ 3744487 w 7467600"/>
              <a:gd name="connsiteY770" fmla="*/ 383136 h 6858000"/>
              <a:gd name="connsiteX771" fmla="*/ 3624562 w 7467600"/>
              <a:gd name="connsiteY771" fmla="*/ 367041 h 6858000"/>
              <a:gd name="connsiteX772" fmla="*/ 3489712 w 7467600"/>
              <a:gd name="connsiteY772" fmla="*/ 485386 h 6858000"/>
              <a:gd name="connsiteX773" fmla="*/ 3182994 w 7467600"/>
              <a:gd name="connsiteY773" fmla="*/ 828265 h 6858000"/>
              <a:gd name="connsiteX774" fmla="*/ 2892114 w 7467600"/>
              <a:gd name="connsiteY774" fmla="*/ 1172635 h 6858000"/>
              <a:gd name="connsiteX775" fmla="*/ 3021459 w 7467600"/>
              <a:gd name="connsiteY775" fmla="*/ 1035385 h 6858000"/>
              <a:gd name="connsiteX776" fmla="*/ 3153873 w 7467600"/>
              <a:gd name="connsiteY776" fmla="*/ 898971 h 6858000"/>
              <a:gd name="connsiteX777" fmla="*/ 3276511 w 7467600"/>
              <a:gd name="connsiteY777" fmla="*/ 786423 h 6858000"/>
              <a:gd name="connsiteX778" fmla="*/ 3584154 w 7467600"/>
              <a:gd name="connsiteY778" fmla="*/ 448218 h 6858000"/>
              <a:gd name="connsiteX779" fmla="*/ 3624562 w 7467600"/>
              <a:gd name="connsiteY779" fmla="*/ 367041 h 6858000"/>
              <a:gd name="connsiteX780" fmla="*/ 3766672 w 7467600"/>
              <a:gd name="connsiteY780" fmla="*/ 359429 h 6858000"/>
              <a:gd name="connsiteX781" fmla="*/ 3996338 w 7467600"/>
              <a:gd name="connsiteY781" fmla="*/ 968237 h 6858000"/>
              <a:gd name="connsiteX782" fmla="*/ 3766672 w 7467600"/>
              <a:gd name="connsiteY782" fmla="*/ 359429 h 6858000"/>
              <a:gd name="connsiteX783" fmla="*/ 5805386 w 7467600"/>
              <a:gd name="connsiteY783" fmla="*/ 239240 h 6858000"/>
              <a:gd name="connsiteX784" fmla="*/ 5736947 w 7467600"/>
              <a:gd name="connsiteY784" fmla="*/ 261367 h 6858000"/>
              <a:gd name="connsiteX785" fmla="*/ 5427012 w 7467600"/>
              <a:gd name="connsiteY785" fmla="*/ 311272 h 6858000"/>
              <a:gd name="connsiteX786" fmla="*/ 5147818 w 7467600"/>
              <a:gd name="connsiteY786" fmla="*/ 322112 h 6858000"/>
              <a:gd name="connsiteX787" fmla="*/ 5060854 w 7467600"/>
              <a:gd name="connsiteY787" fmla="*/ 311882 h 6858000"/>
              <a:gd name="connsiteX788" fmla="*/ 4945989 w 7467600"/>
              <a:gd name="connsiteY788" fmla="*/ 300516 h 6858000"/>
              <a:gd name="connsiteX789" fmla="*/ 5410479 w 7467600"/>
              <a:gd name="connsiteY789" fmla="*/ 348434 h 6858000"/>
              <a:gd name="connsiteX790" fmla="*/ 5805386 w 7467600"/>
              <a:gd name="connsiteY790" fmla="*/ 239240 h 6858000"/>
              <a:gd name="connsiteX791" fmla="*/ 5905192 w 7467600"/>
              <a:gd name="connsiteY791" fmla="*/ 163079 h 6858000"/>
              <a:gd name="connsiteX792" fmla="*/ 5865655 w 7467600"/>
              <a:gd name="connsiteY792" fmla="*/ 171901 h 6858000"/>
              <a:gd name="connsiteX793" fmla="*/ 5259740 w 7467600"/>
              <a:gd name="connsiteY793" fmla="*/ 257013 h 6858000"/>
              <a:gd name="connsiteX794" fmla="*/ 5208466 w 7467600"/>
              <a:gd name="connsiteY794" fmla="*/ 257550 h 6858000"/>
              <a:gd name="connsiteX795" fmla="*/ 4980204 w 7467600"/>
              <a:gd name="connsiteY795" fmla="*/ 271903 h 6858000"/>
              <a:gd name="connsiteX796" fmla="*/ 5068068 w 7467600"/>
              <a:gd name="connsiteY796" fmla="*/ 282244 h 6858000"/>
              <a:gd name="connsiteX797" fmla="*/ 5153231 w 7467600"/>
              <a:gd name="connsiteY797" fmla="*/ 292240 h 6858000"/>
              <a:gd name="connsiteX798" fmla="*/ 5426491 w 7467600"/>
              <a:gd name="connsiteY798" fmla="*/ 281128 h 6858000"/>
              <a:gd name="connsiteX799" fmla="*/ 5731212 w 7467600"/>
              <a:gd name="connsiteY799" fmla="*/ 231951 h 6858000"/>
              <a:gd name="connsiteX800" fmla="*/ 5905192 w 7467600"/>
              <a:gd name="connsiteY800" fmla="*/ 163079 h 6858000"/>
              <a:gd name="connsiteX801" fmla="*/ 5944437 w 7467600"/>
              <a:gd name="connsiteY801" fmla="*/ 113829 h 6858000"/>
              <a:gd name="connsiteX802" fmla="*/ 5825032 w 7467600"/>
              <a:gd name="connsiteY802" fmla="*/ 146405 h 6858000"/>
              <a:gd name="connsiteX803" fmla="*/ 4955599 w 7467600"/>
              <a:gd name="connsiteY803" fmla="*/ 247008 h 6858000"/>
              <a:gd name="connsiteX804" fmla="*/ 5210104 w 7467600"/>
              <a:gd name="connsiteY804" fmla="*/ 228123 h 6858000"/>
              <a:gd name="connsiteX805" fmla="*/ 5261015 w 7467600"/>
              <a:gd name="connsiteY805" fmla="*/ 227087 h 6858000"/>
              <a:gd name="connsiteX806" fmla="*/ 5861181 w 7467600"/>
              <a:gd name="connsiteY806" fmla="*/ 143093 h 6858000"/>
              <a:gd name="connsiteX807" fmla="*/ 5961252 w 7467600"/>
              <a:gd name="connsiteY807" fmla="*/ 114820 h 6858000"/>
              <a:gd name="connsiteX808" fmla="*/ 5944437 w 7467600"/>
              <a:gd name="connsiteY808" fmla="*/ 113829 h 6858000"/>
              <a:gd name="connsiteX809" fmla="*/ 3882765 w 7467600"/>
              <a:gd name="connsiteY809" fmla="*/ 0 h 6858000"/>
              <a:gd name="connsiteX810" fmla="*/ 3995099 w 7467600"/>
              <a:gd name="connsiteY810" fmla="*/ 0 h 6858000"/>
              <a:gd name="connsiteX811" fmla="*/ 4163818 w 7467600"/>
              <a:gd name="connsiteY811" fmla="*/ 234104 h 6858000"/>
              <a:gd name="connsiteX812" fmla="*/ 4172099 w 7467600"/>
              <a:gd name="connsiteY812" fmla="*/ 234207 h 6858000"/>
              <a:gd name="connsiteX813" fmla="*/ 4784282 w 7467600"/>
              <a:gd name="connsiteY813" fmla="*/ 276561 h 6858000"/>
              <a:gd name="connsiteX814" fmla="*/ 4801687 w 7467600"/>
              <a:gd name="connsiteY814" fmla="*/ 267764 h 6858000"/>
              <a:gd name="connsiteX815" fmla="*/ 6082788 w 7467600"/>
              <a:gd name="connsiteY815" fmla="*/ 64119 h 6858000"/>
              <a:gd name="connsiteX816" fmla="*/ 6099442 w 7467600"/>
              <a:gd name="connsiteY816" fmla="*/ 82568 h 6858000"/>
              <a:gd name="connsiteX817" fmla="*/ 4804137 w 7467600"/>
              <a:gd name="connsiteY817" fmla="*/ 320931 h 6858000"/>
              <a:gd name="connsiteX818" fmla="*/ 4227047 w 7467600"/>
              <a:gd name="connsiteY818" fmla="*/ 313415 h 6858000"/>
              <a:gd name="connsiteX819" fmla="*/ 4346041 w 7467600"/>
              <a:gd name="connsiteY819" fmla="*/ 456086 h 6858000"/>
              <a:gd name="connsiteX820" fmla="*/ 4870967 w 7467600"/>
              <a:gd name="connsiteY820" fmla="*/ 963061 h 6858000"/>
              <a:gd name="connsiteX821" fmla="*/ 4889647 w 7467600"/>
              <a:gd name="connsiteY821" fmla="*/ 957147 h 6858000"/>
              <a:gd name="connsiteX822" fmla="*/ 5422504 w 7467600"/>
              <a:gd name="connsiteY822" fmla="*/ 805191 h 6858000"/>
              <a:gd name="connsiteX823" fmla="*/ 6087656 w 7467600"/>
              <a:gd name="connsiteY823" fmla="*/ 826703 h 6858000"/>
              <a:gd name="connsiteX824" fmla="*/ 6058717 w 7467600"/>
              <a:gd name="connsiteY824" fmla="*/ 865992 h 6858000"/>
              <a:gd name="connsiteX825" fmla="*/ 4974153 w 7467600"/>
              <a:gd name="connsiteY825" fmla="*/ 1045456 h 6858000"/>
              <a:gd name="connsiteX826" fmla="*/ 5627835 w 7467600"/>
              <a:gd name="connsiteY826" fmla="*/ 1472077 h 6858000"/>
              <a:gd name="connsiteX827" fmla="*/ 5629817 w 7467600"/>
              <a:gd name="connsiteY827" fmla="*/ 1471412 h 6858000"/>
              <a:gd name="connsiteX828" fmla="*/ 5634124 w 7467600"/>
              <a:gd name="connsiteY828" fmla="*/ 1470572 h 6858000"/>
              <a:gd name="connsiteX829" fmla="*/ 5755832 w 7467600"/>
              <a:gd name="connsiteY829" fmla="*/ 1383886 h 6858000"/>
              <a:gd name="connsiteX830" fmla="*/ 6014186 w 7467600"/>
              <a:gd name="connsiteY830" fmla="*/ 1279799 h 6858000"/>
              <a:gd name="connsiteX831" fmla="*/ 6901619 w 7467600"/>
              <a:gd name="connsiteY831" fmla="*/ 1047874 h 6858000"/>
              <a:gd name="connsiteX832" fmla="*/ 6931566 w 7467600"/>
              <a:gd name="connsiteY832" fmla="*/ 1062034 h 6858000"/>
              <a:gd name="connsiteX833" fmla="*/ 5790982 w 7467600"/>
              <a:gd name="connsiteY833" fmla="*/ 1561380 h 6858000"/>
              <a:gd name="connsiteX834" fmla="*/ 6188971 w 7467600"/>
              <a:gd name="connsiteY834" fmla="*/ 1755168 h 6858000"/>
              <a:gd name="connsiteX835" fmla="*/ 6202446 w 7467600"/>
              <a:gd name="connsiteY835" fmla="*/ 1752268 h 6858000"/>
              <a:gd name="connsiteX836" fmla="*/ 7179560 w 7467600"/>
              <a:gd name="connsiteY836" fmla="*/ 1467551 h 6858000"/>
              <a:gd name="connsiteX837" fmla="*/ 7158730 w 7467600"/>
              <a:gd name="connsiteY837" fmla="*/ 1507835 h 6858000"/>
              <a:gd name="connsiteX838" fmla="*/ 6326959 w 7467600"/>
              <a:gd name="connsiteY838" fmla="*/ 1817686 h 6858000"/>
              <a:gd name="connsiteX839" fmla="*/ 6537433 w 7467600"/>
              <a:gd name="connsiteY839" fmla="*/ 1907790 h 6858000"/>
              <a:gd name="connsiteX840" fmla="*/ 6550221 w 7467600"/>
              <a:gd name="connsiteY840" fmla="*/ 1910729 h 6858000"/>
              <a:gd name="connsiteX841" fmla="*/ 6964438 w 7467600"/>
              <a:gd name="connsiteY841" fmla="*/ 2209505 h 6858000"/>
              <a:gd name="connsiteX842" fmla="*/ 7367862 w 7467600"/>
              <a:gd name="connsiteY842" fmla="*/ 2806833 h 6858000"/>
              <a:gd name="connsiteX843" fmla="*/ 7364329 w 7467600"/>
              <a:gd name="connsiteY843" fmla="*/ 2826907 h 6858000"/>
              <a:gd name="connsiteX844" fmla="*/ 7290545 w 7467600"/>
              <a:gd name="connsiteY844" fmla="*/ 2850663 h 6858000"/>
              <a:gd name="connsiteX845" fmla="*/ 6472036 w 7467600"/>
              <a:gd name="connsiteY845" fmla="*/ 1959003 h 6858000"/>
              <a:gd name="connsiteX846" fmla="*/ 5792897 w 7467600"/>
              <a:gd name="connsiteY846" fmla="*/ 1647747 h 6858000"/>
              <a:gd name="connsiteX847" fmla="*/ 5842751 w 7467600"/>
              <a:gd name="connsiteY847" fmla="*/ 1816112 h 6858000"/>
              <a:gd name="connsiteX848" fmla="*/ 5847424 w 7467600"/>
              <a:gd name="connsiteY848" fmla="*/ 1815776 h 6858000"/>
              <a:gd name="connsiteX849" fmla="*/ 6399821 w 7467600"/>
              <a:gd name="connsiteY849" fmla="*/ 2344799 h 6858000"/>
              <a:gd name="connsiteX850" fmla="*/ 6323232 w 7467600"/>
              <a:gd name="connsiteY850" fmla="*/ 2389634 h 6858000"/>
              <a:gd name="connsiteX851" fmla="*/ 5942958 w 7467600"/>
              <a:gd name="connsiteY851" fmla="*/ 2077708 h 6858000"/>
              <a:gd name="connsiteX852" fmla="*/ 5921559 w 7467600"/>
              <a:gd name="connsiteY852" fmla="*/ 2378596 h 6858000"/>
              <a:gd name="connsiteX853" fmla="*/ 5817651 w 7467600"/>
              <a:gd name="connsiteY853" fmla="*/ 3023919 h 6858000"/>
              <a:gd name="connsiteX854" fmla="*/ 5729634 w 7467600"/>
              <a:gd name="connsiteY854" fmla="*/ 3051849 h 6858000"/>
              <a:gd name="connsiteX855" fmla="*/ 5611018 w 7467600"/>
              <a:gd name="connsiteY855" fmla="*/ 2316769 h 6858000"/>
              <a:gd name="connsiteX856" fmla="*/ 5687608 w 7467600"/>
              <a:gd name="connsiteY856" fmla="*/ 2039972 h 6858000"/>
              <a:gd name="connsiteX857" fmla="*/ 5657554 w 7467600"/>
              <a:gd name="connsiteY857" fmla="*/ 1576445 h 6858000"/>
              <a:gd name="connsiteX858" fmla="*/ 5150475 w 7467600"/>
              <a:gd name="connsiteY858" fmla="*/ 1274012 h 6858000"/>
              <a:gd name="connsiteX859" fmla="*/ 5349142 w 7467600"/>
              <a:gd name="connsiteY859" fmla="*/ 2204405 h 6858000"/>
              <a:gd name="connsiteX860" fmla="*/ 5262214 w 7467600"/>
              <a:gd name="connsiteY860" fmla="*/ 2233836 h 6858000"/>
              <a:gd name="connsiteX861" fmla="*/ 4981539 w 7467600"/>
              <a:gd name="connsiteY861" fmla="*/ 1542201 h 6858000"/>
              <a:gd name="connsiteX862" fmla="*/ 4958461 w 7467600"/>
              <a:gd name="connsiteY862" fmla="*/ 1136957 h 6858000"/>
              <a:gd name="connsiteX863" fmla="*/ 4655015 w 7467600"/>
              <a:gd name="connsiteY863" fmla="*/ 891426 h 6858000"/>
              <a:gd name="connsiteX864" fmla="*/ 4348002 w 7467600"/>
              <a:gd name="connsiteY864" fmla="*/ 2205895 h 6858000"/>
              <a:gd name="connsiteX865" fmla="*/ 4262250 w 7467600"/>
              <a:gd name="connsiteY865" fmla="*/ 2219972 h 6858000"/>
              <a:gd name="connsiteX866" fmla="*/ 4550611 w 7467600"/>
              <a:gd name="connsiteY866" fmla="*/ 817540 h 6858000"/>
              <a:gd name="connsiteX867" fmla="*/ 4564418 w 7467600"/>
              <a:gd name="connsiteY867" fmla="*/ 808293 h 6858000"/>
              <a:gd name="connsiteX868" fmla="*/ 4266388 w 7467600"/>
              <a:gd name="connsiteY868" fmla="*/ 500083 h 6858000"/>
              <a:gd name="connsiteX869" fmla="*/ 4032842 w 7467600"/>
              <a:gd name="connsiteY869" fmla="*/ 211809 h 6858000"/>
              <a:gd name="connsiteX870" fmla="*/ 3882765 w 7467600"/>
              <a:gd name="connsiteY870" fmla="*/ 0 h 6858000"/>
              <a:gd name="connsiteX871" fmla="*/ 3721337 w 7467600"/>
              <a:gd name="connsiteY871" fmla="*/ 0 h 6858000"/>
              <a:gd name="connsiteX872" fmla="*/ 3797544 w 7467600"/>
              <a:gd name="connsiteY872" fmla="*/ 0 h 6858000"/>
              <a:gd name="connsiteX873" fmla="*/ 3775734 w 7467600"/>
              <a:gd name="connsiteY873" fmla="*/ 95131 h 6858000"/>
              <a:gd name="connsiteX874" fmla="*/ 3724807 w 7467600"/>
              <a:gd name="connsiteY874" fmla="*/ 272257 h 6858000"/>
              <a:gd name="connsiteX875" fmla="*/ 3726844 w 7467600"/>
              <a:gd name="connsiteY875" fmla="*/ 282988 h 6858000"/>
              <a:gd name="connsiteX876" fmla="*/ 3742664 w 7467600"/>
              <a:gd name="connsiteY876" fmla="*/ 279918 h 6858000"/>
              <a:gd name="connsiteX877" fmla="*/ 4103910 w 7467600"/>
              <a:gd name="connsiteY877" fmla="*/ 1161917 h 6858000"/>
              <a:gd name="connsiteX878" fmla="*/ 4020269 w 7467600"/>
              <a:gd name="connsiteY878" fmla="*/ 1200406 h 6858000"/>
              <a:gd name="connsiteX879" fmla="*/ 3674882 w 7467600"/>
              <a:gd name="connsiteY879" fmla="*/ 488524 h 6858000"/>
              <a:gd name="connsiteX880" fmla="*/ 3132682 w 7467600"/>
              <a:gd name="connsiteY880" fmla="*/ 1072284 h 6858000"/>
              <a:gd name="connsiteX881" fmla="*/ 2716346 w 7467600"/>
              <a:gd name="connsiteY881" fmla="*/ 1276376 h 6858000"/>
              <a:gd name="connsiteX882" fmla="*/ 2716772 w 7467600"/>
              <a:gd name="connsiteY882" fmla="*/ 1255462 h 6858000"/>
              <a:gd name="connsiteX883" fmla="*/ 3471096 w 7467600"/>
              <a:gd name="connsiteY883" fmla="*/ 437072 h 6858000"/>
              <a:gd name="connsiteX884" fmla="*/ 3639057 w 7467600"/>
              <a:gd name="connsiteY884" fmla="*/ 286334 h 6858000"/>
              <a:gd name="connsiteX885" fmla="*/ 3640309 w 7467600"/>
              <a:gd name="connsiteY885" fmla="*/ 284664 h 6858000"/>
              <a:gd name="connsiteX886" fmla="*/ 3646022 w 7467600"/>
              <a:gd name="connsiteY886" fmla="*/ 276711 h 6858000"/>
              <a:gd name="connsiteX887" fmla="*/ 3707943 w 7467600"/>
              <a:gd name="connsiteY887" fmla="*/ 65958 h 6858000"/>
              <a:gd name="connsiteX888" fmla="*/ 3721337 w 7467600"/>
              <a:gd name="connsiteY888" fmla="*/ 0 h 6858000"/>
              <a:gd name="connsiteX889" fmla="*/ 2867960 w 7467600"/>
              <a:gd name="connsiteY889" fmla="*/ 0 h 6858000"/>
              <a:gd name="connsiteX890" fmla="*/ 2926351 w 7467600"/>
              <a:gd name="connsiteY890" fmla="*/ 0 h 6858000"/>
              <a:gd name="connsiteX891" fmla="*/ 2902823 w 7467600"/>
              <a:gd name="connsiteY891" fmla="*/ 262929 h 6858000"/>
              <a:gd name="connsiteX892" fmla="*/ 2940663 w 7467600"/>
              <a:gd name="connsiteY892" fmla="*/ 140884 h 6858000"/>
              <a:gd name="connsiteX893" fmla="*/ 2947039 w 7467600"/>
              <a:gd name="connsiteY893" fmla="*/ 122524 h 6858000"/>
              <a:gd name="connsiteX894" fmla="*/ 2984316 w 7467600"/>
              <a:gd name="connsiteY894" fmla="*/ 0 h 6858000"/>
              <a:gd name="connsiteX895" fmla="*/ 3016114 w 7467600"/>
              <a:gd name="connsiteY895" fmla="*/ 0 h 6858000"/>
              <a:gd name="connsiteX896" fmla="*/ 2979949 w 7467600"/>
              <a:gd name="connsiteY896" fmla="*/ 119274 h 6858000"/>
              <a:gd name="connsiteX897" fmla="*/ 3023879 w 7467600"/>
              <a:gd name="connsiteY897" fmla="*/ 0 h 6858000"/>
              <a:gd name="connsiteX898" fmla="*/ 3105400 w 7467600"/>
              <a:gd name="connsiteY898" fmla="*/ 0 h 6858000"/>
              <a:gd name="connsiteX899" fmla="*/ 3094669 w 7467600"/>
              <a:gd name="connsiteY899" fmla="*/ 30308 h 6858000"/>
              <a:gd name="connsiteX900" fmla="*/ 2901945 w 7467600"/>
              <a:gd name="connsiteY900" fmla="*/ 466538 h 6858000"/>
              <a:gd name="connsiteX901" fmla="*/ 2815209 w 7467600"/>
              <a:gd name="connsiteY901" fmla="*/ 497361 h 6858000"/>
              <a:gd name="connsiteX902" fmla="*/ 2844845 w 7467600"/>
              <a:gd name="connsiteY902" fmla="*/ 127638 h 6858000"/>
              <a:gd name="connsiteX903" fmla="*/ 2867960 w 7467600"/>
              <a:gd name="connsiteY903" fmla="*/ 0 h 6858000"/>
              <a:gd name="connsiteX904" fmla="*/ 1057230 w 7467600"/>
              <a:gd name="connsiteY904" fmla="*/ 0 h 6858000"/>
              <a:gd name="connsiteX905" fmla="*/ 1111003 w 7467600"/>
              <a:gd name="connsiteY905" fmla="*/ 0 h 6858000"/>
              <a:gd name="connsiteX906" fmla="*/ 1125553 w 7467600"/>
              <a:gd name="connsiteY906" fmla="*/ 52588 h 6858000"/>
              <a:gd name="connsiteX907" fmla="*/ 1304276 w 7467600"/>
              <a:gd name="connsiteY907" fmla="*/ 476275 h 6858000"/>
              <a:gd name="connsiteX908" fmla="*/ 1492066 w 7467600"/>
              <a:gd name="connsiteY908" fmla="*/ 886333 h 6858000"/>
              <a:gd name="connsiteX909" fmla="*/ 1423698 w 7467600"/>
              <a:gd name="connsiteY909" fmla="*/ 710817 h 6858000"/>
              <a:gd name="connsiteX910" fmla="*/ 1357609 w 7467600"/>
              <a:gd name="connsiteY910" fmla="*/ 532892 h 6858000"/>
              <a:gd name="connsiteX911" fmla="*/ 1309550 w 7467600"/>
              <a:gd name="connsiteY911" fmla="*/ 374031 h 6858000"/>
              <a:gd name="connsiteX912" fmla="*/ 1193673 w 7467600"/>
              <a:gd name="connsiteY912" fmla="*/ 49533 h 6858000"/>
              <a:gd name="connsiteX913" fmla="*/ 1164391 w 7467600"/>
              <a:gd name="connsiteY913" fmla="*/ 0 h 6858000"/>
              <a:gd name="connsiteX914" fmla="*/ 1200666 w 7467600"/>
              <a:gd name="connsiteY914" fmla="*/ 0 h 6858000"/>
              <a:gd name="connsiteX915" fmla="*/ 1223408 w 7467600"/>
              <a:gd name="connsiteY915" fmla="*/ 38996 h 6858000"/>
              <a:gd name="connsiteX916" fmla="*/ 1339635 w 7467600"/>
              <a:gd name="connsiteY916" fmla="*/ 365517 h 6858000"/>
              <a:gd name="connsiteX917" fmla="*/ 1387469 w 7467600"/>
              <a:gd name="connsiteY917" fmla="*/ 523079 h 6858000"/>
              <a:gd name="connsiteX918" fmla="*/ 1452685 w 7467600"/>
              <a:gd name="connsiteY918" fmla="*/ 699806 h 6858000"/>
              <a:gd name="connsiteX919" fmla="*/ 1492092 w 7467600"/>
              <a:gd name="connsiteY919" fmla="*/ 800424 h 6858000"/>
              <a:gd name="connsiteX920" fmla="*/ 1455302 w 7467600"/>
              <a:gd name="connsiteY920" fmla="*/ 632913 h 6858000"/>
              <a:gd name="connsiteX921" fmla="*/ 1222336 w 7467600"/>
              <a:gd name="connsiteY921" fmla="*/ 9480 h 6858000"/>
              <a:gd name="connsiteX922" fmla="*/ 1214634 w 7467600"/>
              <a:gd name="connsiteY922" fmla="*/ 0 h 6858000"/>
              <a:gd name="connsiteX923" fmla="*/ 1289827 w 7467600"/>
              <a:gd name="connsiteY923" fmla="*/ 0 h 6858000"/>
              <a:gd name="connsiteX924" fmla="*/ 1321076 w 7467600"/>
              <a:gd name="connsiteY924" fmla="*/ 59722 h 6858000"/>
              <a:gd name="connsiteX925" fmla="*/ 1512579 w 7467600"/>
              <a:gd name="connsiteY925" fmla="*/ 626441 h 6858000"/>
              <a:gd name="connsiteX926" fmla="*/ 1506076 w 7467600"/>
              <a:gd name="connsiteY926" fmla="*/ 1089289 h 6858000"/>
              <a:gd name="connsiteX927" fmla="*/ 1486346 w 7467600"/>
              <a:gd name="connsiteY927" fmla="*/ 1079919 h 6858000"/>
              <a:gd name="connsiteX928" fmla="*/ 1070511 w 7467600"/>
              <a:gd name="connsiteY928" fmla="*/ 48609 h 6858000"/>
              <a:gd name="connsiteX929" fmla="*/ 1057230 w 7467600"/>
              <a:gd name="connsiteY929" fmla="*/ 0 h 6858000"/>
              <a:gd name="connsiteX930" fmla="*/ 43151 w 7467600"/>
              <a:gd name="connsiteY930" fmla="*/ 0 h 6858000"/>
              <a:gd name="connsiteX931" fmla="*/ 95283 w 7467600"/>
              <a:gd name="connsiteY931" fmla="*/ 0 h 6858000"/>
              <a:gd name="connsiteX932" fmla="*/ 300708 w 7467600"/>
              <a:gd name="connsiteY932" fmla="*/ 154571 h 6858000"/>
              <a:gd name="connsiteX933" fmla="*/ 530414 w 7467600"/>
              <a:gd name="connsiteY933" fmla="*/ 354673 h 6858000"/>
              <a:gd name="connsiteX934" fmla="*/ 333785 w 7467600"/>
              <a:gd name="connsiteY934" fmla="*/ 161564 h 6858000"/>
              <a:gd name="connsiteX935" fmla="*/ 147005 w 7467600"/>
              <a:gd name="connsiteY935" fmla="*/ 0 h 6858000"/>
              <a:gd name="connsiteX936" fmla="*/ 272509 w 7467600"/>
              <a:gd name="connsiteY936" fmla="*/ 0 h 6858000"/>
              <a:gd name="connsiteX937" fmla="*/ 326276 w 7467600"/>
              <a:gd name="connsiteY937" fmla="*/ 45847 h 6858000"/>
              <a:gd name="connsiteX938" fmla="*/ 823759 w 7467600"/>
              <a:gd name="connsiteY938" fmla="*/ 574145 h 6858000"/>
              <a:gd name="connsiteX939" fmla="*/ 811254 w 7467600"/>
              <a:gd name="connsiteY939" fmla="*/ 665546 h 6858000"/>
              <a:gd name="connsiteX940" fmla="*/ 154042 w 7467600"/>
              <a:gd name="connsiteY940" fmla="*/ 261522 h 6858000"/>
              <a:gd name="connsiteX941" fmla="*/ 13550 w 7467600"/>
              <a:gd name="connsiteY941" fmla="*/ 158423 h 6858000"/>
              <a:gd name="connsiteX942" fmla="*/ 0 w 7467600"/>
              <a:gd name="connsiteY942" fmla="*/ 146618 h 6858000"/>
              <a:gd name="connsiteX943" fmla="*/ 0 w 7467600"/>
              <a:gd name="connsiteY943" fmla="*/ 59161 h 6858000"/>
              <a:gd name="connsiteX944" fmla="*/ 45427 w 7467600"/>
              <a:gd name="connsiteY944" fmla="*/ 101078 h 6858000"/>
              <a:gd name="connsiteX945" fmla="*/ 630103 w 7467600"/>
              <a:gd name="connsiteY945" fmla="*/ 485885 h 6858000"/>
              <a:gd name="connsiteX946" fmla="*/ 532040 w 7467600"/>
              <a:gd name="connsiteY946" fmla="*/ 399359 h 6858000"/>
              <a:gd name="connsiteX947" fmla="*/ 517618 w 7467600"/>
              <a:gd name="connsiteY947" fmla="*/ 385726 h 6858000"/>
              <a:gd name="connsiteX948" fmla="*/ 285074 w 7467600"/>
              <a:gd name="connsiteY948" fmla="*/ 182755 h 6858000"/>
              <a:gd name="connsiteX949" fmla="*/ 43151 w 7467600"/>
              <a:gd name="connsiteY94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05948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1019354 w 7467600"/>
              <a:gd name="connsiteY17" fmla="*/ 6315006 h 6858000"/>
              <a:gd name="connsiteX18" fmla="*/ 441046 w 7467600"/>
              <a:gd name="connsiteY18" fmla="*/ 6691153 h 6858000"/>
              <a:gd name="connsiteX19" fmla="*/ 1019354 w 7467600"/>
              <a:gd name="connsiteY19" fmla="*/ 6315006 h 6858000"/>
              <a:gd name="connsiteX20" fmla="*/ 991680 w 7467600"/>
              <a:gd name="connsiteY20" fmla="*/ 6298413 h 6858000"/>
              <a:gd name="connsiteX21" fmla="*/ 409060 w 7467600"/>
              <a:gd name="connsiteY21" fmla="*/ 6671470 h 6858000"/>
              <a:gd name="connsiteX22" fmla="*/ 991680 w 7467600"/>
              <a:gd name="connsiteY22" fmla="*/ 6298413 h 6858000"/>
              <a:gd name="connsiteX23" fmla="*/ 103333 w 7467600"/>
              <a:gd name="connsiteY23" fmla="*/ 5699602 h 6858000"/>
              <a:gd name="connsiteX24" fmla="*/ 233938 w 7467600"/>
              <a:gd name="connsiteY24" fmla="*/ 5809416 h 6858000"/>
              <a:gd name="connsiteX25" fmla="*/ 883580 w 7467600"/>
              <a:gd name="connsiteY25" fmla="*/ 6180710 h 6858000"/>
              <a:gd name="connsiteX26" fmla="*/ 487337 w 7467600"/>
              <a:gd name="connsiteY26" fmla="*/ 5950182 h 6858000"/>
              <a:gd name="connsiteX27" fmla="*/ 354051 w 7467600"/>
              <a:gd name="connsiteY27" fmla="*/ 5854912 h 6858000"/>
              <a:gd name="connsiteX28" fmla="*/ 195436 w 7467600"/>
              <a:gd name="connsiteY28" fmla="*/ 5755068 h 6858000"/>
              <a:gd name="connsiteX29" fmla="*/ 103333 w 7467600"/>
              <a:gd name="connsiteY29" fmla="*/ 5699602 h 6858000"/>
              <a:gd name="connsiteX30" fmla="*/ 5539432 w 7467600"/>
              <a:gd name="connsiteY30" fmla="*/ 5642928 h 6858000"/>
              <a:gd name="connsiteX31" fmla="*/ 5555462 w 7467600"/>
              <a:gd name="connsiteY31" fmla="*/ 5694454 h 6858000"/>
              <a:gd name="connsiteX32" fmla="*/ 5828270 w 7467600"/>
              <a:gd name="connsiteY32" fmla="*/ 6320663 h 6858000"/>
              <a:gd name="connsiteX33" fmla="*/ 5947416 w 7467600"/>
              <a:gd name="connsiteY33" fmla="*/ 6574846 h 6858000"/>
              <a:gd name="connsiteX34" fmla="*/ 5539432 w 7467600"/>
              <a:gd name="connsiteY34" fmla="*/ 5642928 h 6858000"/>
              <a:gd name="connsiteX35" fmla="*/ 51253 w 7467600"/>
              <a:gd name="connsiteY35" fmla="*/ 5631825 h 6858000"/>
              <a:gd name="connsiteX36" fmla="*/ 211622 w 7467600"/>
              <a:gd name="connsiteY36" fmla="*/ 5728803 h 6858000"/>
              <a:gd name="connsiteX37" fmla="*/ 371652 w 7467600"/>
              <a:gd name="connsiteY37" fmla="*/ 5829062 h 6858000"/>
              <a:gd name="connsiteX38" fmla="*/ 505903 w 7467600"/>
              <a:gd name="connsiteY38" fmla="*/ 5925221 h 6858000"/>
              <a:gd name="connsiteX39" fmla="*/ 899240 w 7467600"/>
              <a:gd name="connsiteY39" fmla="*/ 6153068 h 6858000"/>
              <a:gd name="connsiteX40" fmla="*/ 988114 w 7467600"/>
              <a:gd name="connsiteY40" fmla="*/ 6174204 h 6858000"/>
              <a:gd name="connsiteX41" fmla="*/ 845971 w 7467600"/>
              <a:gd name="connsiteY41" fmla="*/ 6067177 h 6858000"/>
              <a:gd name="connsiteX42" fmla="*/ 448057 w 7467600"/>
              <a:gd name="connsiteY42" fmla="*/ 5841376 h 6858000"/>
              <a:gd name="connsiteX43" fmla="*/ 51253 w 7467600"/>
              <a:gd name="connsiteY43" fmla="*/ 5631825 h 6858000"/>
              <a:gd name="connsiteX44" fmla="*/ 2606687 w 7467600"/>
              <a:gd name="connsiteY44" fmla="*/ 5630718 h 6858000"/>
              <a:gd name="connsiteX45" fmla="*/ 2645658 w 7467600"/>
              <a:gd name="connsiteY45" fmla="*/ 6640259 h 6858000"/>
              <a:gd name="connsiteX46" fmla="*/ 2606687 w 7467600"/>
              <a:gd name="connsiteY46" fmla="*/ 5630718 h 6858000"/>
              <a:gd name="connsiteX47" fmla="*/ 3642057 w 7467600"/>
              <a:gd name="connsiteY47" fmla="*/ 5573487 h 6858000"/>
              <a:gd name="connsiteX48" fmla="*/ 3632981 w 7467600"/>
              <a:gd name="connsiteY48" fmla="*/ 5579437 h 6858000"/>
              <a:gd name="connsiteX49" fmla="*/ 3382436 w 7467600"/>
              <a:gd name="connsiteY49" fmla="*/ 5952726 h 6858000"/>
              <a:gd name="connsiteX50" fmla="*/ 3191929 w 7467600"/>
              <a:gd name="connsiteY50" fmla="*/ 6662669 h 6858000"/>
              <a:gd name="connsiteX51" fmla="*/ 3369898 w 7467600"/>
              <a:gd name="connsiteY51" fmla="*/ 6081771 h 6858000"/>
              <a:gd name="connsiteX52" fmla="*/ 3642057 w 7467600"/>
              <a:gd name="connsiteY52" fmla="*/ 5573487 h 6858000"/>
              <a:gd name="connsiteX53" fmla="*/ 2650666 w 7467600"/>
              <a:gd name="connsiteY53" fmla="*/ 5530686 h 6858000"/>
              <a:gd name="connsiteX54" fmla="*/ 2650249 w 7467600"/>
              <a:gd name="connsiteY54" fmla="*/ 5532101 h 6858000"/>
              <a:gd name="connsiteX55" fmla="*/ 2663808 w 7467600"/>
              <a:gd name="connsiteY55" fmla="*/ 6535215 h 6858000"/>
              <a:gd name="connsiteX56" fmla="*/ 2665418 w 7467600"/>
              <a:gd name="connsiteY56" fmla="*/ 6132756 h 6858000"/>
              <a:gd name="connsiteX57" fmla="*/ 2650666 w 7467600"/>
              <a:gd name="connsiteY57" fmla="*/ 5530686 h 6858000"/>
              <a:gd name="connsiteX58" fmla="*/ 2680277 w 7467600"/>
              <a:gd name="connsiteY58" fmla="*/ 5479204 h 6858000"/>
              <a:gd name="connsiteX59" fmla="*/ 2678972 w 7467600"/>
              <a:gd name="connsiteY59" fmla="*/ 5481582 h 6858000"/>
              <a:gd name="connsiteX60" fmla="*/ 2696666 w 7467600"/>
              <a:gd name="connsiteY60" fmla="*/ 6133836 h 6858000"/>
              <a:gd name="connsiteX61" fmla="*/ 2695769 w 7467600"/>
              <a:gd name="connsiteY61" fmla="*/ 6390955 h 6858000"/>
              <a:gd name="connsiteX62" fmla="*/ 2739893 w 7467600"/>
              <a:gd name="connsiteY62" fmla="*/ 6108357 h 6858000"/>
              <a:gd name="connsiteX63" fmla="*/ 2680277 w 7467600"/>
              <a:gd name="connsiteY63" fmla="*/ 5479204 h 6858000"/>
              <a:gd name="connsiteX64" fmla="*/ 1132195 w 7467600"/>
              <a:gd name="connsiteY64" fmla="*/ 5467980 h 6858000"/>
              <a:gd name="connsiteX65" fmla="*/ 1679056 w 7467600"/>
              <a:gd name="connsiteY65" fmla="*/ 5516907 h 6858000"/>
              <a:gd name="connsiteX66" fmla="*/ 2128648 w 7467600"/>
              <a:gd name="connsiteY66" fmla="*/ 5474249 h 6858000"/>
              <a:gd name="connsiteX67" fmla="*/ 1825619 w 7467600"/>
              <a:gd name="connsiteY67" fmla="*/ 5478447 h 6858000"/>
              <a:gd name="connsiteX68" fmla="*/ 1737798 w 7467600"/>
              <a:gd name="connsiteY68" fmla="*/ 5483353 h 6858000"/>
              <a:gd name="connsiteX69" fmla="*/ 1132195 w 7467600"/>
              <a:gd name="connsiteY69" fmla="*/ 5467980 h 6858000"/>
              <a:gd name="connsiteX70" fmla="*/ 1456157 w 7467600"/>
              <a:gd name="connsiteY70" fmla="*/ 5371404 h 6858000"/>
              <a:gd name="connsiteX71" fmla="*/ 1244432 w 7467600"/>
              <a:gd name="connsiteY71" fmla="*/ 5385601 h 6858000"/>
              <a:gd name="connsiteX72" fmla="*/ 973990 w 7467600"/>
              <a:gd name="connsiteY72" fmla="*/ 5424940 h 6858000"/>
              <a:gd name="connsiteX73" fmla="*/ 1103809 w 7467600"/>
              <a:gd name="connsiteY73" fmla="*/ 5433720 h 6858000"/>
              <a:gd name="connsiteX74" fmla="*/ 1123454 w 7467600"/>
              <a:gd name="connsiteY74" fmla="*/ 5435727 h 6858000"/>
              <a:gd name="connsiteX75" fmla="*/ 1737017 w 7467600"/>
              <a:gd name="connsiteY75" fmla="*/ 5452183 h 6858000"/>
              <a:gd name="connsiteX76" fmla="*/ 1824397 w 7467600"/>
              <a:gd name="connsiteY76" fmla="*/ 5447757 h 6858000"/>
              <a:gd name="connsiteX77" fmla="*/ 2070059 w 7467600"/>
              <a:gd name="connsiteY77" fmla="*/ 5441660 h 6858000"/>
              <a:gd name="connsiteX78" fmla="*/ 1456157 w 7467600"/>
              <a:gd name="connsiteY78" fmla="*/ 5371404 h 6858000"/>
              <a:gd name="connsiteX79" fmla="*/ 4988186 w 7467600"/>
              <a:gd name="connsiteY79" fmla="*/ 5216467 h 6858000"/>
              <a:gd name="connsiteX80" fmla="*/ 4777334 w 7467600"/>
              <a:gd name="connsiteY80" fmla="*/ 5406072 h 6858000"/>
              <a:gd name="connsiteX81" fmla="*/ 4718341 w 7467600"/>
              <a:gd name="connsiteY81" fmla="*/ 5468043 h 6858000"/>
              <a:gd name="connsiteX82" fmla="*/ 4604655 w 7467600"/>
              <a:gd name="connsiteY82" fmla="*/ 5583434 h 6858000"/>
              <a:gd name="connsiteX83" fmla="*/ 4565074 w 7467600"/>
              <a:gd name="connsiteY83" fmla="*/ 5618550 h 6858000"/>
              <a:gd name="connsiteX84" fmla="*/ 4988186 w 7467600"/>
              <a:gd name="connsiteY84" fmla="*/ 5216467 h 6858000"/>
              <a:gd name="connsiteX85" fmla="*/ 4978032 w 7467600"/>
              <a:gd name="connsiteY85" fmla="*/ 5183809 h 6858000"/>
              <a:gd name="connsiteX86" fmla="*/ 4463413 w 7467600"/>
              <a:gd name="connsiteY86" fmla="*/ 5615162 h 6858000"/>
              <a:gd name="connsiteX87" fmla="*/ 4358134 w 7467600"/>
              <a:gd name="connsiteY87" fmla="*/ 5742791 h 6858000"/>
              <a:gd name="connsiteX88" fmla="*/ 4376219 w 7467600"/>
              <a:gd name="connsiteY88" fmla="*/ 5729027 h 6858000"/>
              <a:gd name="connsiteX89" fmla="*/ 4582340 w 7467600"/>
              <a:gd name="connsiteY89" fmla="*/ 5561037 h 6858000"/>
              <a:gd name="connsiteX90" fmla="*/ 4694684 w 7467600"/>
              <a:gd name="connsiteY90" fmla="*/ 5447098 h 6858000"/>
              <a:gd name="connsiteX91" fmla="*/ 4754123 w 7467600"/>
              <a:gd name="connsiteY91" fmla="*/ 5384643 h 6858000"/>
              <a:gd name="connsiteX92" fmla="*/ 4978032 w 7467600"/>
              <a:gd name="connsiteY92" fmla="*/ 5183809 h 6858000"/>
              <a:gd name="connsiteX93" fmla="*/ 1903353 w 7467600"/>
              <a:gd name="connsiteY93" fmla="*/ 5044827 h 6858000"/>
              <a:gd name="connsiteX94" fmla="*/ 1936931 w 7467600"/>
              <a:gd name="connsiteY94" fmla="*/ 5093954 h 6858000"/>
              <a:gd name="connsiteX95" fmla="*/ 2195868 w 7467600"/>
              <a:gd name="connsiteY95" fmla="*/ 5396574 h 6858000"/>
              <a:gd name="connsiteX96" fmla="*/ 2088852 w 7467600"/>
              <a:gd name="connsiteY96" fmla="*/ 5166123 h 6858000"/>
              <a:gd name="connsiteX97" fmla="*/ 1958241 w 7467600"/>
              <a:gd name="connsiteY97" fmla="*/ 5067955 h 6858000"/>
              <a:gd name="connsiteX98" fmla="*/ 1903353 w 7467600"/>
              <a:gd name="connsiteY98" fmla="*/ 5044827 h 6858000"/>
              <a:gd name="connsiteX99" fmla="*/ 1979378 w 7467600"/>
              <a:gd name="connsiteY99" fmla="*/ 4769504 h 6858000"/>
              <a:gd name="connsiteX100" fmla="*/ 2882120 w 7467600"/>
              <a:gd name="connsiteY100" fmla="*/ 5064547 h 6858000"/>
              <a:gd name="connsiteX101" fmla="*/ 2793103 w 7467600"/>
              <a:gd name="connsiteY101" fmla="*/ 5039699 h 6858000"/>
              <a:gd name="connsiteX102" fmla="*/ 2770041 w 7467600"/>
              <a:gd name="connsiteY102" fmla="*/ 5033634 h 6858000"/>
              <a:gd name="connsiteX103" fmla="*/ 1979378 w 7467600"/>
              <a:gd name="connsiteY103" fmla="*/ 4769504 h 6858000"/>
              <a:gd name="connsiteX104" fmla="*/ 1927410 w 7467600"/>
              <a:gd name="connsiteY104" fmla="*/ 4716164 h 6858000"/>
              <a:gd name="connsiteX105" fmla="*/ 1959587 w 7467600"/>
              <a:gd name="connsiteY105" fmla="*/ 4728849 h 6858000"/>
              <a:gd name="connsiteX106" fmla="*/ 2777707 w 7467600"/>
              <a:gd name="connsiteY106" fmla="*/ 5003991 h 6858000"/>
              <a:gd name="connsiteX107" fmla="*/ 2800768 w 7467600"/>
              <a:gd name="connsiteY107" fmla="*/ 5010056 h 6858000"/>
              <a:gd name="connsiteX108" fmla="*/ 2879408 w 7467600"/>
              <a:gd name="connsiteY108" fmla="*/ 5031590 h 6858000"/>
              <a:gd name="connsiteX109" fmla="*/ 2862295 w 7467600"/>
              <a:gd name="connsiteY109" fmla="*/ 5022958 h 6858000"/>
              <a:gd name="connsiteX110" fmla="*/ 2813343 w 7467600"/>
              <a:gd name="connsiteY110" fmla="*/ 4998369 h 6858000"/>
              <a:gd name="connsiteX111" fmla="*/ 2646245 w 7467600"/>
              <a:gd name="connsiteY111" fmla="*/ 4930999 h 6858000"/>
              <a:gd name="connsiteX112" fmla="*/ 1999243 w 7467600"/>
              <a:gd name="connsiteY112" fmla="*/ 4730524 h 6858000"/>
              <a:gd name="connsiteX113" fmla="*/ 1979527 w 7467600"/>
              <a:gd name="connsiteY113" fmla="*/ 4726651 h 6858000"/>
              <a:gd name="connsiteX114" fmla="*/ 1927410 w 7467600"/>
              <a:gd name="connsiteY114" fmla="*/ 4716164 h 6858000"/>
              <a:gd name="connsiteX115" fmla="*/ 1997014 w 7467600"/>
              <a:gd name="connsiteY115" fmla="*/ 4698007 h 6858000"/>
              <a:gd name="connsiteX116" fmla="*/ 2005458 w 7467600"/>
              <a:gd name="connsiteY116" fmla="*/ 4699540 h 6858000"/>
              <a:gd name="connsiteX117" fmla="*/ 2657186 w 7467600"/>
              <a:gd name="connsiteY117" fmla="*/ 4901687 h 6858000"/>
              <a:gd name="connsiteX118" fmla="*/ 2826662 w 7467600"/>
              <a:gd name="connsiteY118" fmla="*/ 4970362 h 6858000"/>
              <a:gd name="connsiteX119" fmla="*/ 2876100 w 7467600"/>
              <a:gd name="connsiteY119" fmla="*/ 4995397 h 6858000"/>
              <a:gd name="connsiteX120" fmla="*/ 3042600 w 7467600"/>
              <a:gd name="connsiteY120" fmla="*/ 5059532 h 6858000"/>
              <a:gd name="connsiteX121" fmla="*/ 1997014 w 7467600"/>
              <a:gd name="connsiteY121" fmla="*/ 4698007 h 6858000"/>
              <a:gd name="connsiteX122" fmla="*/ 2305292 w 7467600"/>
              <a:gd name="connsiteY122" fmla="*/ 4219492 h 6858000"/>
              <a:gd name="connsiteX123" fmla="*/ 3360922 w 7467600"/>
              <a:gd name="connsiteY123" fmla="*/ 4529373 h 6858000"/>
              <a:gd name="connsiteX124" fmla="*/ 3492420 w 7467600"/>
              <a:gd name="connsiteY124" fmla="*/ 4510145 h 6858000"/>
              <a:gd name="connsiteX125" fmla="*/ 3364086 w 7467600"/>
              <a:gd name="connsiteY125" fmla="*/ 4480340 h 6858000"/>
              <a:gd name="connsiteX126" fmla="*/ 3225818 w 7467600"/>
              <a:gd name="connsiteY126" fmla="*/ 4411822 h 6858000"/>
              <a:gd name="connsiteX127" fmla="*/ 3129696 w 7467600"/>
              <a:gd name="connsiteY127" fmla="*/ 4360704 h 6858000"/>
              <a:gd name="connsiteX128" fmla="*/ 2814545 w 7467600"/>
              <a:gd name="connsiteY128" fmla="*/ 4282955 h 6858000"/>
              <a:gd name="connsiteX129" fmla="*/ 2305292 w 7467600"/>
              <a:gd name="connsiteY129" fmla="*/ 4219492 h 6858000"/>
              <a:gd name="connsiteX130" fmla="*/ 2626982 w 7467600"/>
              <a:gd name="connsiteY130" fmla="*/ 4206450 h 6858000"/>
              <a:gd name="connsiteX131" fmla="*/ 2490617 w 7467600"/>
              <a:gd name="connsiteY131" fmla="*/ 4206951 h 6858000"/>
              <a:gd name="connsiteX132" fmla="*/ 2819869 w 7467600"/>
              <a:gd name="connsiteY132" fmla="*/ 4252936 h 6858000"/>
              <a:gd name="connsiteX133" fmla="*/ 3143018 w 7467600"/>
              <a:gd name="connsiteY133" fmla="*/ 4332698 h 6858000"/>
              <a:gd name="connsiteX134" fmla="*/ 3241520 w 7467600"/>
              <a:gd name="connsiteY134" fmla="*/ 4385112 h 6858000"/>
              <a:gd name="connsiteX135" fmla="*/ 3374575 w 7467600"/>
              <a:gd name="connsiteY135" fmla="*/ 4451517 h 6858000"/>
              <a:gd name="connsiteX136" fmla="*/ 3505221 w 7467600"/>
              <a:gd name="connsiteY136" fmla="*/ 4480757 h 6858000"/>
              <a:gd name="connsiteX137" fmla="*/ 2626982 w 7467600"/>
              <a:gd name="connsiteY137" fmla="*/ 4206450 h 6858000"/>
              <a:gd name="connsiteX138" fmla="*/ 1310106 w 7467600"/>
              <a:gd name="connsiteY138" fmla="*/ 3943217 h 6858000"/>
              <a:gd name="connsiteX139" fmla="*/ 854994 w 7467600"/>
              <a:gd name="connsiteY139" fmla="*/ 4399136 h 6858000"/>
              <a:gd name="connsiteX140" fmla="*/ 742462 w 7467600"/>
              <a:gd name="connsiteY140" fmla="*/ 4594648 h 6858000"/>
              <a:gd name="connsiteX141" fmla="*/ 820602 w 7467600"/>
              <a:gd name="connsiteY141" fmla="*/ 4485915 h 6858000"/>
              <a:gd name="connsiteX142" fmla="*/ 878295 w 7467600"/>
              <a:gd name="connsiteY142" fmla="*/ 4403594 h 6858000"/>
              <a:gd name="connsiteX143" fmla="*/ 1240607 w 7467600"/>
              <a:gd name="connsiteY143" fmla="*/ 4010401 h 6858000"/>
              <a:gd name="connsiteX144" fmla="*/ 1310106 w 7467600"/>
              <a:gd name="connsiteY144" fmla="*/ 3943217 h 6858000"/>
              <a:gd name="connsiteX145" fmla="*/ 1423113 w 7467600"/>
              <a:gd name="connsiteY145" fmla="*/ 3874565 h 6858000"/>
              <a:gd name="connsiteX146" fmla="*/ 1260565 w 7467600"/>
              <a:gd name="connsiteY146" fmla="*/ 4031982 h 6858000"/>
              <a:gd name="connsiteX147" fmla="*/ 901900 w 7467600"/>
              <a:gd name="connsiteY147" fmla="*/ 4421236 h 6858000"/>
              <a:gd name="connsiteX148" fmla="*/ 845044 w 7467600"/>
              <a:gd name="connsiteY148" fmla="*/ 4502436 h 6858000"/>
              <a:gd name="connsiteX149" fmla="*/ 685926 w 7467600"/>
              <a:gd name="connsiteY149" fmla="*/ 4703069 h 6858000"/>
              <a:gd name="connsiteX150" fmla="*/ 684248 w 7467600"/>
              <a:gd name="connsiteY150" fmla="*/ 4706721 h 6858000"/>
              <a:gd name="connsiteX151" fmla="*/ 1423113 w 7467600"/>
              <a:gd name="connsiteY151" fmla="*/ 3874565 h 6858000"/>
              <a:gd name="connsiteX152" fmla="*/ 3316479 w 7467600"/>
              <a:gd name="connsiteY152" fmla="*/ 3872136 h 6858000"/>
              <a:gd name="connsiteX153" fmla="*/ 3546806 w 7467600"/>
              <a:gd name="connsiteY153" fmla="*/ 4356139 h 6858000"/>
              <a:gd name="connsiteX154" fmla="*/ 3364433 w 7467600"/>
              <a:gd name="connsiteY154" fmla="*/ 3953121 h 6858000"/>
              <a:gd name="connsiteX155" fmla="*/ 3316479 w 7467600"/>
              <a:gd name="connsiteY155" fmla="*/ 3872136 h 6858000"/>
              <a:gd name="connsiteX156" fmla="*/ 3291335 w 7467600"/>
              <a:gd name="connsiteY156" fmla="*/ 3767420 h 6858000"/>
              <a:gd name="connsiteX157" fmla="*/ 3390805 w 7467600"/>
              <a:gd name="connsiteY157" fmla="*/ 3937163 h 6858000"/>
              <a:gd name="connsiteX158" fmla="*/ 3579062 w 7467600"/>
              <a:gd name="connsiteY158" fmla="*/ 4359040 h 6858000"/>
              <a:gd name="connsiteX159" fmla="*/ 3467355 w 7467600"/>
              <a:gd name="connsiteY159" fmla="*/ 3988130 h 6858000"/>
              <a:gd name="connsiteX160" fmla="*/ 3310753 w 7467600"/>
              <a:gd name="connsiteY160" fmla="*/ 3787140 h 6858000"/>
              <a:gd name="connsiteX161" fmla="*/ 3291335 w 7467600"/>
              <a:gd name="connsiteY161" fmla="*/ 3767420 h 6858000"/>
              <a:gd name="connsiteX162" fmla="*/ 1635889 w 7467600"/>
              <a:gd name="connsiteY162" fmla="*/ 3709494 h 6858000"/>
              <a:gd name="connsiteX163" fmla="*/ 1634800 w 7467600"/>
              <a:gd name="connsiteY163" fmla="*/ 3731111 h 6858000"/>
              <a:gd name="connsiteX164" fmla="*/ 1635889 w 7467600"/>
              <a:gd name="connsiteY164" fmla="*/ 3709494 h 6858000"/>
              <a:gd name="connsiteX165" fmla="*/ 1510397 w 7467600"/>
              <a:gd name="connsiteY165" fmla="*/ 3684705 h 6858000"/>
              <a:gd name="connsiteX166" fmla="*/ 1146550 w 7467600"/>
              <a:gd name="connsiteY166" fmla="*/ 3802012 h 6858000"/>
              <a:gd name="connsiteX167" fmla="*/ 698834 w 7467600"/>
              <a:gd name="connsiteY167" fmla="*/ 3952272 h 6858000"/>
              <a:gd name="connsiteX168" fmla="*/ 34256 w 7467600"/>
              <a:gd name="connsiteY168" fmla="*/ 4347603 h 6858000"/>
              <a:gd name="connsiteX169" fmla="*/ 527241 w 7467600"/>
              <a:gd name="connsiteY169" fmla="*/ 4065078 h 6858000"/>
              <a:gd name="connsiteX170" fmla="*/ 1510397 w 7467600"/>
              <a:gd name="connsiteY170" fmla="*/ 3684705 h 6858000"/>
              <a:gd name="connsiteX171" fmla="*/ 1313114 w 7467600"/>
              <a:gd name="connsiteY171" fmla="*/ 3655216 h 6858000"/>
              <a:gd name="connsiteX172" fmla="*/ 1109304 w 7467600"/>
              <a:gd name="connsiteY172" fmla="*/ 3669030 h 6858000"/>
              <a:gd name="connsiteX173" fmla="*/ 8129 w 7467600"/>
              <a:gd name="connsiteY173" fmla="*/ 4330519 h 6858000"/>
              <a:gd name="connsiteX174" fmla="*/ 687572 w 7467600"/>
              <a:gd name="connsiteY174" fmla="*/ 3925629 h 6858000"/>
              <a:gd name="connsiteX175" fmla="*/ 1138365 w 7467600"/>
              <a:gd name="connsiteY175" fmla="*/ 3774515 h 6858000"/>
              <a:gd name="connsiteX176" fmla="*/ 1505579 w 7467600"/>
              <a:gd name="connsiteY176" fmla="*/ 3655526 h 6858000"/>
              <a:gd name="connsiteX177" fmla="*/ 1313114 w 7467600"/>
              <a:gd name="connsiteY177" fmla="*/ 3655216 h 6858000"/>
              <a:gd name="connsiteX178" fmla="*/ 3655073 w 7467600"/>
              <a:gd name="connsiteY178" fmla="*/ 3650884 h 6858000"/>
              <a:gd name="connsiteX179" fmla="*/ 3989938 w 7467600"/>
              <a:gd name="connsiteY179" fmla="*/ 3991685 h 6858000"/>
              <a:gd name="connsiteX180" fmla="*/ 4393907 w 7467600"/>
              <a:gd name="connsiteY180" fmla="*/ 4261258 h 6858000"/>
              <a:gd name="connsiteX181" fmla="*/ 4648051 w 7467600"/>
              <a:gd name="connsiteY181" fmla="*/ 4374051 h 6858000"/>
              <a:gd name="connsiteX182" fmla="*/ 4383389 w 7467600"/>
              <a:gd name="connsiteY182" fmla="*/ 4184369 h 6858000"/>
              <a:gd name="connsiteX183" fmla="*/ 4165508 w 7467600"/>
              <a:gd name="connsiteY183" fmla="*/ 4035196 h 6858000"/>
              <a:gd name="connsiteX184" fmla="*/ 4068162 w 7467600"/>
              <a:gd name="connsiteY184" fmla="*/ 3953394 h 6858000"/>
              <a:gd name="connsiteX185" fmla="*/ 3981416 w 7467600"/>
              <a:gd name="connsiteY185" fmla="*/ 3880482 h 6858000"/>
              <a:gd name="connsiteX186" fmla="*/ 3800147 w 7467600"/>
              <a:gd name="connsiteY186" fmla="*/ 3749872 h 6858000"/>
              <a:gd name="connsiteX187" fmla="*/ 3655073 w 7467600"/>
              <a:gd name="connsiteY187" fmla="*/ 3650884 h 6858000"/>
              <a:gd name="connsiteX188" fmla="*/ 3670252 w 7467600"/>
              <a:gd name="connsiteY188" fmla="*/ 3622798 h 6858000"/>
              <a:gd name="connsiteX189" fmla="*/ 3817258 w 7467600"/>
              <a:gd name="connsiteY189" fmla="*/ 3723577 h 6858000"/>
              <a:gd name="connsiteX190" fmla="*/ 4000461 w 7467600"/>
              <a:gd name="connsiteY190" fmla="*/ 3855966 h 6858000"/>
              <a:gd name="connsiteX191" fmla="*/ 4088180 w 7467600"/>
              <a:gd name="connsiteY191" fmla="*/ 3929774 h 6858000"/>
              <a:gd name="connsiteX192" fmla="*/ 4184555 w 7467600"/>
              <a:gd name="connsiteY192" fmla="*/ 4010683 h 6858000"/>
              <a:gd name="connsiteX193" fmla="*/ 4399563 w 7467600"/>
              <a:gd name="connsiteY193" fmla="*/ 4158106 h 6858000"/>
              <a:gd name="connsiteX194" fmla="*/ 4684469 w 7467600"/>
              <a:gd name="connsiteY194" fmla="*/ 4364680 h 6858000"/>
              <a:gd name="connsiteX195" fmla="*/ 4690271 w 7467600"/>
              <a:gd name="connsiteY195" fmla="*/ 4370034 h 6858000"/>
              <a:gd name="connsiteX196" fmla="*/ 4136093 w 7467600"/>
              <a:gd name="connsiteY196" fmla="*/ 3858466 h 6858000"/>
              <a:gd name="connsiteX197" fmla="*/ 3670252 w 7467600"/>
              <a:gd name="connsiteY197" fmla="*/ 3622798 h 6858000"/>
              <a:gd name="connsiteX198" fmla="*/ 4440129 w 7467600"/>
              <a:gd name="connsiteY198" fmla="*/ 3448571 h 6858000"/>
              <a:gd name="connsiteX199" fmla="*/ 4856525 w 7467600"/>
              <a:gd name="connsiteY199" fmla="*/ 3915351 h 6858000"/>
              <a:gd name="connsiteX200" fmla="*/ 5059055 w 7467600"/>
              <a:gd name="connsiteY200" fmla="*/ 4108918 h 6858000"/>
              <a:gd name="connsiteX201" fmla="*/ 5290070 w 7467600"/>
              <a:gd name="connsiteY201" fmla="*/ 4263619 h 6858000"/>
              <a:gd name="connsiteX202" fmla="*/ 4834991 w 7467600"/>
              <a:gd name="connsiteY202" fmla="*/ 3830985 h 6858000"/>
              <a:gd name="connsiteX203" fmla="*/ 4440129 w 7467600"/>
              <a:gd name="connsiteY203" fmla="*/ 3448571 h 6858000"/>
              <a:gd name="connsiteX204" fmla="*/ 4441737 w 7467600"/>
              <a:gd name="connsiteY204" fmla="*/ 3399734 h 6858000"/>
              <a:gd name="connsiteX205" fmla="*/ 4431236 w 7467600"/>
              <a:gd name="connsiteY205" fmla="*/ 3400954 h 6858000"/>
              <a:gd name="connsiteX206" fmla="*/ 4557150 w 7467600"/>
              <a:gd name="connsiteY206" fmla="*/ 3510023 h 6858000"/>
              <a:gd name="connsiteX207" fmla="*/ 4856936 w 7467600"/>
              <a:gd name="connsiteY207" fmla="*/ 3809146 h 6858000"/>
              <a:gd name="connsiteX208" fmla="*/ 5111996 w 7467600"/>
              <a:gd name="connsiteY208" fmla="*/ 4065759 h 6858000"/>
              <a:gd name="connsiteX209" fmla="*/ 5388878 w 7467600"/>
              <a:gd name="connsiteY209" fmla="*/ 4300185 h 6858000"/>
              <a:gd name="connsiteX210" fmla="*/ 5425556 w 7467600"/>
              <a:gd name="connsiteY210" fmla="*/ 4308967 h 6858000"/>
              <a:gd name="connsiteX211" fmla="*/ 4943646 w 7467600"/>
              <a:gd name="connsiteY211" fmla="*/ 3822916 h 6858000"/>
              <a:gd name="connsiteX212" fmla="*/ 4594837 w 7467600"/>
              <a:gd name="connsiteY212" fmla="*/ 3532274 h 6858000"/>
              <a:gd name="connsiteX213" fmla="*/ 4441737 w 7467600"/>
              <a:gd name="connsiteY213" fmla="*/ 3399734 h 6858000"/>
              <a:gd name="connsiteX214" fmla="*/ 5425834 w 7467600"/>
              <a:gd name="connsiteY214" fmla="*/ 3162785 h 6858000"/>
              <a:gd name="connsiteX215" fmla="*/ 5401644 w 7467600"/>
              <a:gd name="connsiteY215" fmla="*/ 3617847 h 6858000"/>
              <a:gd name="connsiteX216" fmla="*/ 5467256 w 7467600"/>
              <a:gd name="connsiteY216" fmla="*/ 4175494 h 6858000"/>
              <a:gd name="connsiteX217" fmla="*/ 5448069 w 7467600"/>
              <a:gd name="connsiteY217" fmla="*/ 3567554 h 6858000"/>
              <a:gd name="connsiteX218" fmla="*/ 5425834 w 7467600"/>
              <a:gd name="connsiteY218" fmla="*/ 3162785 h 6858000"/>
              <a:gd name="connsiteX219" fmla="*/ 1318687 w 7467600"/>
              <a:gd name="connsiteY219" fmla="*/ 3113840 h 6858000"/>
              <a:gd name="connsiteX220" fmla="*/ 1066793 w 7467600"/>
              <a:gd name="connsiteY220" fmla="*/ 3212171 h 6858000"/>
              <a:gd name="connsiteX221" fmla="*/ 993319 w 7467600"/>
              <a:gd name="connsiteY221" fmla="*/ 3247648 h 6858000"/>
              <a:gd name="connsiteX222" fmla="*/ 853081 w 7467600"/>
              <a:gd name="connsiteY222" fmla="*/ 3312410 h 6858000"/>
              <a:gd name="connsiteX223" fmla="*/ 805957 w 7467600"/>
              <a:gd name="connsiteY223" fmla="*/ 3330443 h 6858000"/>
              <a:gd name="connsiteX224" fmla="*/ 1318687 w 7467600"/>
              <a:gd name="connsiteY224" fmla="*/ 3113840 h 6858000"/>
              <a:gd name="connsiteX225" fmla="*/ 5453702 w 7467600"/>
              <a:gd name="connsiteY225" fmla="*/ 3090882 h 6858000"/>
              <a:gd name="connsiteX226" fmla="*/ 5480135 w 7467600"/>
              <a:gd name="connsiteY226" fmla="*/ 3565802 h 6858000"/>
              <a:gd name="connsiteX227" fmla="*/ 5499023 w 7467600"/>
              <a:gd name="connsiteY227" fmla="*/ 4166310 h 6858000"/>
              <a:gd name="connsiteX228" fmla="*/ 5547022 w 7467600"/>
              <a:gd name="connsiteY228" fmla="*/ 3607838 h 6858000"/>
              <a:gd name="connsiteX229" fmla="*/ 5515964 w 7467600"/>
              <a:gd name="connsiteY229" fmla="*/ 3378541 h 6858000"/>
              <a:gd name="connsiteX230" fmla="*/ 5453702 w 7467600"/>
              <a:gd name="connsiteY230" fmla="*/ 3090882 h 6858000"/>
              <a:gd name="connsiteX231" fmla="*/ 1238695 w 7467600"/>
              <a:gd name="connsiteY231" fmla="*/ 3076820 h 6858000"/>
              <a:gd name="connsiteX232" fmla="*/ 716371 w 7467600"/>
              <a:gd name="connsiteY232" fmla="*/ 3293249 h 6858000"/>
              <a:gd name="connsiteX233" fmla="*/ 579522 w 7467600"/>
              <a:gd name="connsiteY233" fmla="*/ 3371759 h 6858000"/>
              <a:gd name="connsiteX234" fmla="*/ 600288 w 7467600"/>
              <a:gd name="connsiteY234" fmla="*/ 3365555 h 6858000"/>
              <a:gd name="connsiteX235" fmla="*/ 840692 w 7467600"/>
              <a:gd name="connsiteY235" fmla="*/ 3284921 h 6858000"/>
              <a:gd name="connsiteX236" fmla="*/ 979248 w 7467600"/>
              <a:gd name="connsiteY236" fmla="*/ 3221003 h 6858000"/>
              <a:gd name="connsiteX237" fmla="*/ 1053282 w 7467600"/>
              <a:gd name="connsiteY237" fmla="*/ 3185247 h 6858000"/>
              <a:gd name="connsiteX238" fmla="*/ 1320603 w 7467600"/>
              <a:gd name="connsiteY238" fmla="*/ 3081281 h 6858000"/>
              <a:gd name="connsiteX239" fmla="*/ 1238695 w 7467600"/>
              <a:gd name="connsiteY239" fmla="*/ 3076820 h 6858000"/>
              <a:gd name="connsiteX240" fmla="*/ 5425627 w 7467600"/>
              <a:gd name="connsiteY240" fmla="*/ 2954192 h 6858000"/>
              <a:gd name="connsiteX241" fmla="*/ 5470770 w 7467600"/>
              <a:gd name="connsiteY241" fmla="*/ 3005435 h 6858000"/>
              <a:gd name="connsiteX242" fmla="*/ 5519779 w 7467600"/>
              <a:gd name="connsiteY242" fmla="*/ 4359223 h 6858000"/>
              <a:gd name="connsiteX243" fmla="*/ 5520293 w 7467600"/>
              <a:gd name="connsiteY243" fmla="*/ 4360602 h 6858000"/>
              <a:gd name="connsiteX244" fmla="*/ 5767221 w 7467600"/>
              <a:gd name="connsiteY244" fmla="*/ 4665564 h 6858000"/>
              <a:gd name="connsiteX245" fmla="*/ 6937169 w 7467600"/>
              <a:gd name="connsiteY245" fmla="*/ 4815941 h 6858000"/>
              <a:gd name="connsiteX246" fmla="*/ 6953922 w 7467600"/>
              <a:gd name="connsiteY246" fmla="*/ 4890068 h 6858000"/>
              <a:gd name="connsiteX247" fmla="*/ 6071359 w 7467600"/>
              <a:gd name="connsiteY247" fmla="*/ 4770770 h 6858000"/>
              <a:gd name="connsiteX248" fmla="*/ 6038839 w 7467600"/>
              <a:gd name="connsiteY248" fmla="*/ 4764474 h 6858000"/>
              <a:gd name="connsiteX249" fmla="*/ 6038706 w 7467600"/>
              <a:gd name="connsiteY249" fmla="*/ 4763847 h 6858000"/>
              <a:gd name="connsiteX250" fmla="*/ 6037784 w 7467600"/>
              <a:gd name="connsiteY250" fmla="*/ 4764270 h 6858000"/>
              <a:gd name="connsiteX251" fmla="*/ 6038839 w 7467600"/>
              <a:gd name="connsiteY251" fmla="*/ 4764474 h 6858000"/>
              <a:gd name="connsiteX252" fmla="*/ 6040338 w 7467600"/>
              <a:gd name="connsiteY252" fmla="*/ 4771418 h 6858000"/>
              <a:gd name="connsiteX253" fmla="*/ 6024488 w 7467600"/>
              <a:gd name="connsiteY253" fmla="*/ 4809903 h 6858000"/>
              <a:gd name="connsiteX254" fmla="*/ 5599771 w 7467600"/>
              <a:gd name="connsiteY254" fmla="*/ 5509652 h 6858000"/>
              <a:gd name="connsiteX255" fmla="*/ 5548843 w 7467600"/>
              <a:gd name="connsiteY255" fmla="*/ 5563845 h 6858000"/>
              <a:gd name="connsiteX256" fmla="*/ 5940952 w 7467600"/>
              <a:gd name="connsiteY256" fmla="*/ 6250028 h 6858000"/>
              <a:gd name="connsiteX257" fmla="*/ 6043441 w 7467600"/>
              <a:gd name="connsiteY257" fmla="*/ 6665847 h 6858000"/>
              <a:gd name="connsiteX258" fmla="*/ 6093432 w 7467600"/>
              <a:gd name="connsiteY258" fmla="*/ 6858000 h 6858000"/>
              <a:gd name="connsiteX259" fmla="*/ 6034344 w 7467600"/>
              <a:gd name="connsiteY259" fmla="*/ 6858000 h 6858000"/>
              <a:gd name="connsiteX260" fmla="*/ 6026679 w 7467600"/>
              <a:gd name="connsiteY260" fmla="*/ 6836959 h 6858000"/>
              <a:gd name="connsiteX261" fmla="*/ 5800441 w 7467600"/>
              <a:gd name="connsiteY261" fmla="*/ 6335286 h 6858000"/>
              <a:gd name="connsiteX262" fmla="*/ 5526562 w 7467600"/>
              <a:gd name="connsiteY262" fmla="*/ 5705388 h 6858000"/>
              <a:gd name="connsiteX263" fmla="*/ 5519640 w 7467600"/>
              <a:gd name="connsiteY263" fmla="*/ 5683774 h 6858000"/>
              <a:gd name="connsiteX264" fmla="*/ 5844559 w 7467600"/>
              <a:gd name="connsiteY264" fmla="*/ 6553349 h 6858000"/>
              <a:gd name="connsiteX265" fmla="*/ 5975994 w 7467600"/>
              <a:gd name="connsiteY265" fmla="*/ 6858000 h 6858000"/>
              <a:gd name="connsiteX266" fmla="*/ 5898547 w 7467600"/>
              <a:gd name="connsiteY266" fmla="*/ 6858000 h 6858000"/>
              <a:gd name="connsiteX267" fmla="*/ 5682041 w 7467600"/>
              <a:gd name="connsiteY267" fmla="*/ 6355860 h 6858000"/>
              <a:gd name="connsiteX268" fmla="*/ 5461758 w 7467600"/>
              <a:gd name="connsiteY268" fmla="*/ 5820220 h 6858000"/>
              <a:gd name="connsiteX269" fmla="*/ 5237282 w 7467600"/>
              <a:gd name="connsiteY269" fmla="*/ 6579086 h 6858000"/>
              <a:gd name="connsiteX270" fmla="*/ 5115009 w 7467600"/>
              <a:gd name="connsiteY270" fmla="*/ 6858000 h 6858000"/>
              <a:gd name="connsiteX271" fmla="*/ 5028074 w 7467600"/>
              <a:gd name="connsiteY271" fmla="*/ 6858000 h 6858000"/>
              <a:gd name="connsiteX272" fmla="*/ 5079508 w 7467600"/>
              <a:gd name="connsiteY272" fmla="*/ 6749074 h 6858000"/>
              <a:gd name="connsiteX273" fmla="*/ 5371846 w 7467600"/>
              <a:gd name="connsiteY273" fmla="*/ 5924413 h 6858000"/>
              <a:gd name="connsiteX274" fmla="*/ 5270512 w 7467600"/>
              <a:gd name="connsiteY274" fmla="*/ 6138975 h 6858000"/>
              <a:gd name="connsiteX275" fmla="*/ 5062409 w 7467600"/>
              <a:gd name="connsiteY275" fmla="*/ 6653544 h 6858000"/>
              <a:gd name="connsiteX276" fmla="*/ 5036628 w 7467600"/>
              <a:gd name="connsiteY276" fmla="*/ 6754247 h 6858000"/>
              <a:gd name="connsiteX277" fmla="*/ 5009112 w 7467600"/>
              <a:gd name="connsiteY277" fmla="*/ 6858000 h 6858000"/>
              <a:gd name="connsiteX278" fmla="*/ 4976679 w 7467600"/>
              <a:gd name="connsiteY278" fmla="*/ 6858000 h 6858000"/>
              <a:gd name="connsiteX279" fmla="*/ 5006537 w 7467600"/>
              <a:gd name="connsiteY279" fmla="*/ 6747068 h 6858000"/>
              <a:gd name="connsiteX280" fmla="*/ 5032723 w 7467600"/>
              <a:gd name="connsiteY280" fmla="*/ 6644957 h 6858000"/>
              <a:gd name="connsiteX281" fmla="*/ 5242949 w 7467600"/>
              <a:gd name="connsiteY281" fmla="*/ 6125175 h 6858000"/>
              <a:gd name="connsiteX282" fmla="*/ 5286321 w 7467600"/>
              <a:gd name="connsiteY282" fmla="*/ 6033555 h 6858000"/>
              <a:gd name="connsiteX283" fmla="*/ 5008210 w 7467600"/>
              <a:gd name="connsiteY283" fmla="*/ 6649194 h 6858000"/>
              <a:gd name="connsiteX284" fmla="*/ 4986321 w 7467600"/>
              <a:gd name="connsiteY284" fmla="*/ 6765687 h 6858000"/>
              <a:gd name="connsiteX285" fmla="*/ 4973474 w 7467600"/>
              <a:gd name="connsiteY285" fmla="*/ 6858000 h 6858000"/>
              <a:gd name="connsiteX286" fmla="*/ 4907178 w 7467600"/>
              <a:gd name="connsiteY286" fmla="*/ 6858000 h 6858000"/>
              <a:gd name="connsiteX287" fmla="*/ 4910810 w 7467600"/>
              <a:gd name="connsiteY287" fmla="*/ 6829660 h 6858000"/>
              <a:gd name="connsiteX288" fmla="*/ 4987461 w 7467600"/>
              <a:gd name="connsiteY288" fmla="*/ 6432994 h 6858000"/>
              <a:gd name="connsiteX289" fmla="*/ 5179262 w 7467600"/>
              <a:gd name="connsiteY289" fmla="*/ 6035044 h 6858000"/>
              <a:gd name="connsiteX290" fmla="*/ 4689678 w 7467600"/>
              <a:gd name="connsiteY290" fmla="*/ 6440241 h 6858000"/>
              <a:gd name="connsiteX291" fmla="*/ 4477543 w 7467600"/>
              <a:gd name="connsiteY291" fmla="*/ 6674836 h 6858000"/>
              <a:gd name="connsiteX292" fmla="*/ 4329957 w 7467600"/>
              <a:gd name="connsiteY292" fmla="*/ 6858000 h 6858000"/>
              <a:gd name="connsiteX293" fmla="*/ 4218595 w 7467600"/>
              <a:gd name="connsiteY293" fmla="*/ 6858000 h 6858000"/>
              <a:gd name="connsiteX294" fmla="*/ 4368888 w 7467600"/>
              <a:gd name="connsiteY294" fmla="*/ 6668412 h 6858000"/>
              <a:gd name="connsiteX295" fmla="*/ 4563091 w 7467600"/>
              <a:gd name="connsiteY295" fmla="*/ 6442508 h 6858000"/>
              <a:gd name="connsiteX296" fmla="*/ 5387324 w 7467600"/>
              <a:gd name="connsiteY296" fmla="*/ 5705830 h 6858000"/>
              <a:gd name="connsiteX297" fmla="*/ 5073620 w 7467600"/>
              <a:gd name="connsiteY297" fmla="*/ 5955437 h 6858000"/>
              <a:gd name="connsiteX298" fmla="*/ 4689789 w 7467600"/>
              <a:gd name="connsiteY298" fmla="*/ 6268382 h 6858000"/>
              <a:gd name="connsiteX299" fmla="*/ 4418722 w 7467600"/>
              <a:gd name="connsiteY299" fmla="*/ 6570886 h 6858000"/>
              <a:gd name="connsiteX300" fmla="*/ 4214944 w 7467600"/>
              <a:gd name="connsiteY300" fmla="*/ 6858000 h 6858000"/>
              <a:gd name="connsiteX301" fmla="*/ 4177898 w 7467600"/>
              <a:gd name="connsiteY301" fmla="*/ 6858000 h 6858000"/>
              <a:gd name="connsiteX302" fmla="*/ 4391597 w 7467600"/>
              <a:gd name="connsiteY302" fmla="*/ 6556370 h 6858000"/>
              <a:gd name="connsiteX303" fmla="*/ 4668889 w 7467600"/>
              <a:gd name="connsiteY303" fmla="*/ 6246399 h 6858000"/>
              <a:gd name="connsiteX304" fmla="*/ 5055427 w 7467600"/>
              <a:gd name="connsiteY304" fmla="*/ 5931476 h 6858000"/>
              <a:gd name="connsiteX305" fmla="*/ 5371814 w 7467600"/>
              <a:gd name="connsiteY305" fmla="*/ 5678975 h 6858000"/>
              <a:gd name="connsiteX306" fmla="*/ 4987918 w 7467600"/>
              <a:gd name="connsiteY306" fmla="*/ 5838701 h 6858000"/>
              <a:gd name="connsiteX307" fmla="*/ 4317146 w 7467600"/>
              <a:gd name="connsiteY307" fmla="*/ 6587716 h 6858000"/>
              <a:gd name="connsiteX308" fmla="*/ 4171627 w 7467600"/>
              <a:gd name="connsiteY308" fmla="*/ 6858000 h 6858000"/>
              <a:gd name="connsiteX309" fmla="*/ 4081585 w 7467600"/>
              <a:gd name="connsiteY309" fmla="*/ 6858000 h 6858000"/>
              <a:gd name="connsiteX310" fmla="*/ 4238603 w 7467600"/>
              <a:gd name="connsiteY310" fmla="*/ 6559341 h 6858000"/>
              <a:gd name="connsiteX311" fmla="*/ 4778333 w 7467600"/>
              <a:gd name="connsiteY311" fmla="*/ 5873626 h 6858000"/>
              <a:gd name="connsiteX312" fmla="*/ 5414185 w 7467600"/>
              <a:gd name="connsiteY312" fmla="*/ 5573882 h 6858000"/>
              <a:gd name="connsiteX313" fmla="*/ 5959648 w 7467600"/>
              <a:gd name="connsiteY313" fmla="*/ 4760797 h 6858000"/>
              <a:gd name="connsiteX314" fmla="*/ 5355019 w 7467600"/>
              <a:gd name="connsiteY314" fmla="*/ 4734672 h 6858000"/>
              <a:gd name="connsiteX315" fmla="*/ 5083565 w 7467600"/>
              <a:gd name="connsiteY315" fmla="*/ 5179121 h 6858000"/>
              <a:gd name="connsiteX316" fmla="*/ 4713577 w 7467600"/>
              <a:gd name="connsiteY316" fmla="*/ 5616803 h 6858000"/>
              <a:gd name="connsiteX317" fmla="*/ 3989559 w 7467600"/>
              <a:gd name="connsiteY317" fmla="*/ 6145945 h 6858000"/>
              <a:gd name="connsiteX318" fmla="*/ 3939824 w 7467600"/>
              <a:gd name="connsiteY318" fmla="*/ 6066900 h 6858000"/>
              <a:gd name="connsiteX319" fmla="*/ 4584537 w 7467600"/>
              <a:gd name="connsiteY319" fmla="*/ 5324826 h 6858000"/>
              <a:gd name="connsiteX320" fmla="*/ 5037105 w 7467600"/>
              <a:gd name="connsiteY320" fmla="*/ 5088765 h 6858000"/>
              <a:gd name="connsiteX321" fmla="*/ 5039930 w 7467600"/>
              <a:gd name="connsiteY321" fmla="*/ 5089585 h 6858000"/>
              <a:gd name="connsiteX322" fmla="*/ 5263764 w 7467600"/>
              <a:gd name="connsiteY322" fmla="*/ 4735525 h 6858000"/>
              <a:gd name="connsiteX323" fmla="*/ 4086300 w 7467600"/>
              <a:gd name="connsiteY323" fmla="*/ 4884599 h 6858000"/>
              <a:gd name="connsiteX324" fmla="*/ 4085485 w 7467600"/>
              <a:gd name="connsiteY324" fmla="*/ 4899070 h 6858000"/>
              <a:gd name="connsiteX325" fmla="*/ 3871915 w 7467600"/>
              <a:gd name="connsiteY325" fmla="*/ 5253645 h 6858000"/>
              <a:gd name="connsiteX326" fmla="*/ 3799374 w 7467600"/>
              <a:gd name="connsiteY326" fmla="*/ 5466127 h 6858000"/>
              <a:gd name="connsiteX327" fmla="*/ 3498850 w 7467600"/>
              <a:gd name="connsiteY327" fmla="*/ 6661888 h 6858000"/>
              <a:gd name="connsiteX328" fmla="*/ 3399216 w 7467600"/>
              <a:gd name="connsiteY328" fmla="*/ 6858000 h 6858000"/>
              <a:gd name="connsiteX329" fmla="*/ 3303688 w 7467600"/>
              <a:gd name="connsiteY329" fmla="*/ 6858000 h 6858000"/>
              <a:gd name="connsiteX330" fmla="*/ 3391774 w 7467600"/>
              <a:gd name="connsiteY330" fmla="*/ 6697181 h 6858000"/>
              <a:gd name="connsiteX331" fmla="*/ 3735540 w 7467600"/>
              <a:gd name="connsiteY331" fmla="*/ 5546923 h 6858000"/>
              <a:gd name="connsiteX332" fmla="*/ 3729438 w 7467600"/>
              <a:gd name="connsiteY332" fmla="*/ 5569058 h 6858000"/>
              <a:gd name="connsiteX333" fmla="*/ 3707782 w 7467600"/>
              <a:gd name="connsiteY333" fmla="*/ 5644908 h 6858000"/>
              <a:gd name="connsiteX334" fmla="*/ 3583827 w 7467600"/>
              <a:gd name="connsiteY334" fmla="*/ 6039215 h 6858000"/>
              <a:gd name="connsiteX335" fmla="*/ 3547861 w 7467600"/>
              <a:gd name="connsiteY335" fmla="*/ 6129609 h 6858000"/>
              <a:gd name="connsiteX336" fmla="*/ 3490905 w 7467600"/>
              <a:gd name="connsiteY336" fmla="*/ 6277660 h 6858000"/>
              <a:gd name="connsiteX337" fmla="*/ 3455859 w 7467600"/>
              <a:gd name="connsiteY337" fmla="*/ 6391301 h 6858000"/>
              <a:gd name="connsiteX338" fmla="*/ 3429112 w 7467600"/>
              <a:gd name="connsiteY338" fmla="*/ 6479469 h 6858000"/>
              <a:gd name="connsiteX339" fmla="*/ 3304862 w 7467600"/>
              <a:gd name="connsiteY339" fmla="*/ 6796476 h 6858000"/>
              <a:gd name="connsiteX340" fmla="*/ 3276071 w 7467600"/>
              <a:gd name="connsiteY340" fmla="*/ 6858000 h 6858000"/>
              <a:gd name="connsiteX341" fmla="*/ 3240805 w 7467600"/>
              <a:gd name="connsiteY341" fmla="*/ 6858000 h 6858000"/>
              <a:gd name="connsiteX342" fmla="*/ 3275917 w 7467600"/>
              <a:gd name="connsiteY342" fmla="*/ 6783192 h 6858000"/>
              <a:gd name="connsiteX343" fmla="*/ 3399358 w 7467600"/>
              <a:gd name="connsiteY343" fmla="*/ 6469011 h 6858000"/>
              <a:gd name="connsiteX344" fmla="*/ 3425650 w 7467600"/>
              <a:gd name="connsiteY344" fmla="*/ 6381333 h 6858000"/>
              <a:gd name="connsiteX345" fmla="*/ 3460661 w 7467600"/>
              <a:gd name="connsiteY345" fmla="*/ 6266763 h 6858000"/>
              <a:gd name="connsiteX346" fmla="*/ 3518021 w 7467600"/>
              <a:gd name="connsiteY346" fmla="*/ 6117298 h 6858000"/>
              <a:gd name="connsiteX347" fmla="*/ 3554035 w 7467600"/>
              <a:gd name="connsiteY347" fmla="*/ 6027832 h 6858000"/>
              <a:gd name="connsiteX348" fmla="*/ 3677174 w 7467600"/>
              <a:gd name="connsiteY348" fmla="*/ 5636351 h 6858000"/>
              <a:gd name="connsiteX349" fmla="*/ 3698819 w 7467600"/>
              <a:gd name="connsiteY349" fmla="*/ 5560503 h 6858000"/>
              <a:gd name="connsiteX350" fmla="*/ 3702094 w 7467600"/>
              <a:gd name="connsiteY350" fmla="*/ 5549194 h 6858000"/>
              <a:gd name="connsiteX351" fmla="*/ 3398355 w 7467600"/>
              <a:gd name="connsiteY351" fmla="*/ 6094603 h 6858000"/>
              <a:gd name="connsiteX352" fmla="*/ 3193941 w 7467600"/>
              <a:gd name="connsiteY352" fmla="*/ 6798775 h 6858000"/>
              <a:gd name="connsiteX353" fmla="*/ 3184140 w 7467600"/>
              <a:gd name="connsiteY353" fmla="*/ 6858000 h 6858000"/>
              <a:gd name="connsiteX354" fmla="*/ 3099978 w 7467600"/>
              <a:gd name="connsiteY354" fmla="*/ 6858000 h 6858000"/>
              <a:gd name="connsiteX355" fmla="*/ 3101556 w 7467600"/>
              <a:gd name="connsiteY355" fmla="*/ 6843337 h 6858000"/>
              <a:gd name="connsiteX356" fmla="*/ 3370162 w 7467600"/>
              <a:gd name="connsiteY356" fmla="*/ 5785550 h 6858000"/>
              <a:gd name="connsiteX357" fmla="*/ 3746477 w 7467600"/>
              <a:gd name="connsiteY357" fmla="*/ 5377889 h 6858000"/>
              <a:gd name="connsiteX358" fmla="*/ 3863399 w 7467600"/>
              <a:gd name="connsiteY358" fmla="*/ 5087257 h 6858000"/>
              <a:gd name="connsiteX359" fmla="*/ 3968712 w 7467600"/>
              <a:gd name="connsiteY359" fmla="*/ 4913989 h 6858000"/>
              <a:gd name="connsiteX360" fmla="*/ 2792390 w 7467600"/>
              <a:gd name="connsiteY360" fmla="*/ 5382974 h 6858000"/>
              <a:gd name="connsiteX361" fmla="*/ 2714982 w 7467600"/>
              <a:gd name="connsiteY361" fmla="*/ 5427051 h 6858000"/>
              <a:gd name="connsiteX362" fmla="*/ 2813361 w 7467600"/>
              <a:gd name="connsiteY362" fmla="*/ 6023912 h 6858000"/>
              <a:gd name="connsiteX363" fmla="*/ 2688430 w 7467600"/>
              <a:gd name="connsiteY363" fmla="*/ 6801564 h 6858000"/>
              <a:gd name="connsiteX364" fmla="*/ 2629626 w 7467600"/>
              <a:gd name="connsiteY364" fmla="*/ 6763394 h 6858000"/>
              <a:gd name="connsiteX365" fmla="*/ 2565328 w 7467600"/>
              <a:gd name="connsiteY365" fmla="*/ 5516399 h 6858000"/>
              <a:gd name="connsiteX366" fmla="*/ 1922999 w 7467600"/>
              <a:gd name="connsiteY366" fmla="*/ 5980343 h 6858000"/>
              <a:gd name="connsiteX367" fmla="*/ 1950261 w 7467600"/>
              <a:gd name="connsiteY367" fmla="*/ 6405858 h 6858000"/>
              <a:gd name="connsiteX368" fmla="*/ 2365554 w 7467600"/>
              <a:gd name="connsiteY368" fmla="*/ 6759107 h 6858000"/>
              <a:gd name="connsiteX369" fmla="*/ 2424142 w 7467600"/>
              <a:gd name="connsiteY369" fmla="*/ 6858000 h 6858000"/>
              <a:gd name="connsiteX370" fmla="*/ 2395994 w 7467600"/>
              <a:gd name="connsiteY370" fmla="*/ 6858000 h 6858000"/>
              <a:gd name="connsiteX371" fmla="*/ 2392863 w 7467600"/>
              <a:gd name="connsiteY371" fmla="*/ 6852964 h 6858000"/>
              <a:gd name="connsiteX372" fmla="*/ 2017589 w 7467600"/>
              <a:gd name="connsiteY372" fmla="*/ 6493982 h 6858000"/>
              <a:gd name="connsiteX373" fmla="*/ 2147336 w 7467600"/>
              <a:gd name="connsiteY373" fmla="*/ 6594052 h 6858000"/>
              <a:gd name="connsiteX374" fmla="*/ 2207047 w 7467600"/>
              <a:gd name="connsiteY374" fmla="*/ 6654540 h 6858000"/>
              <a:gd name="connsiteX375" fmla="*/ 2299106 w 7467600"/>
              <a:gd name="connsiteY375" fmla="*/ 6778931 h 6858000"/>
              <a:gd name="connsiteX376" fmla="*/ 2314430 w 7467600"/>
              <a:gd name="connsiteY376" fmla="*/ 6801144 h 6858000"/>
              <a:gd name="connsiteX377" fmla="*/ 2352406 w 7467600"/>
              <a:gd name="connsiteY377" fmla="*/ 6858000 h 6858000"/>
              <a:gd name="connsiteX378" fmla="*/ 2314492 w 7467600"/>
              <a:gd name="connsiteY378" fmla="*/ 6858000 h 6858000"/>
              <a:gd name="connsiteX379" fmla="*/ 2288095 w 7467600"/>
              <a:gd name="connsiteY379" fmla="*/ 6818030 h 6858000"/>
              <a:gd name="connsiteX380" fmla="*/ 2272768 w 7467600"/>
              <a:gd name="connsiteY380" fmla="*/ 6795822 h 6858000"/>
              <a:gd name="connsiteX381" fmla="*/ 2182715 w 7467600"/>
              <a:gd name="connsiteY381" fmla="*/ 6675071 h 6858000"/>
              <a:gd name="connsiteX382" fmla="*/ 2032061 w 7467600"/>
              <a:gd name="connsiteY382" fmla="*/ 6541380 h 6858000"/>
              <a:gd name="connsiteX383" fmla="*/ 2257220 w 7467600"/>
              <a:gd name="connsiteY383" fmla="*/ 6826257 h 6858000"/>
              <a:gd name="connsiteX384" fmla="*/ 2281324 w 7467600"/>
              <a:gd name="connsiteY384" fmla="*/ 6858000 h 6858000"/>
              <a:gd name="connsiteX385" fmla="*/ 2242860 w 7467600"/>
              <a:gd name="connsiteY385" fmla="*/ 6858000 h 6858000"/>
              <a:gd name="connsiteX386" fmla="*/ 2232818 w 7467600"/>
              <a:gd name="connsiteY386" fmla="*/ 6844926 h 6858000"/>
              <a:gd name="connsiteX387" fmla="*/ 1990172 w 7467600"/>
              <a:gd name="connsiteY387" fmla="*/ 6542121 h 6858000"/>
              <a:gd name="connsiteX388" fmla="*/ 2124090 w 7467600"/>
              <a:gd name="connsiteY388" fmla="*/ 6761017 h 6858000"/>
              <a:gd name="connsiteX389" fmla="*/ 2200380 w 7467600"/>
              <a:gd name="connsiteY389" fmla="*/ 6858000 h 6858000"/>
              <a:gd name="connsiteX390" fmla="*/ 2147507 w 7467600"/>
              <a:gd name="connsiteY390" fmla="*/ 6858000 h 6858000"/>
              <a:gd name="connsiteX391" fmla="*/ 2070668 w 7467600"/>
              <a:gd name="connsiteY391" fmla="*/ 6761520 h 6858000"/>
              <a:gd name="connsiteX392" fmla="*/ 1975142 w 7467600"/>
              <a:gd name="connsiteY392" fmla="*/ 6585570 h 6858000"/>
              <a:gd name="connsiteX393" fmla="*/ 2050035 w 7467600"/>
              <a:gd name="connsiteY393" fmla="*/ 6813345 h 6858000"/>
              <a:gd name="connsiteX394" fmla="*/ 2063025 w 7467600"/>
              <a:gd name="connsiteY394" fmla="*/ 6858000 h 6858000"/>
              <a:gd name="connsiteX395" fmla="*/ 2021675 w 7467600"/>
              <a:gd name="connsiteY395" fmla="*/ 6858000 h 6858000"/>
              <a:gd name="connsiteX396" fmla="*/ 2019308 w 7467600"/>
              <a:gd name="connsiteY396" fmla="*/ 6847118 h 6858000"/>
              <a:gd name="connsiteX397" fmla="*/ 1938835 w 7467600"/>
              <a:gd name="connsiteY397" fmla="*/ 6551160 h 6858000"/>
              <a:gd name="connsiteX398" fmla="*/ 1953230 w 7467600"/>
              <a:gd name="connsiteY398" fmla="*/ 6759699 h 6858000"/>
              <a:gd name="connsiteX399" fmla="*/ 1956763 w 7467600"/>
              <a:gd name="connsiteY399" fmla="*/ 6778191 h 6858000"/>
              <a:gd name="connsiteX400" fmla="*/ 1967925 w 7467600"/>
              <a:gd name="connsiteY400" fmla="*/ 6858000 h 6858000"/>
              <a:gd name="connsiteX401" fmla="*/ 1936622 w 7467600"/>
              <a:gd name="connsiteY401" fmla="*/ 6858000 h 6858000"/>
              <a:gd name="connsiteX402" fmla="*/ 1926261 w 7467600"/>
              <a:gd name="connsiteY402" fmla="*/ 6784064 h 6858000"/>
              <a:gd name="connsiteX403" fmla="*/ 1922724 w 7467600"/>
              <a:gd name="connsiteY403" fmla="*/ 6765577 h 6858000"/>
              <a:gd name="connsiteX404" fmla="*/ 1904650 w 7467600"/>
              <a:gd name="connsiteY404" fmla="*/ 6639616 h 6858000"/>
              <a:gd name="connsiteX405" fmla="*/ 1885273 w 7467600"/>
              <a:gd name="connsiteY405" fmla="*/ 6858000 h 6858000"/>
              <a:gd name="connsiteX406" fmla="*/ 1854363 w 7467600"/>
              <a:gd name="connsiteY406" fmla="*/ 6858000 h 6858000"/>
              <a:gd name="connsiteX407" fmla="*/ 1880391 w 7467600"/>
              <a:gd name="connsiteY407" fmla="*/ 6603796 h 6858000"/>
              <a:gd name="connsiteX408" fmla="*/ 1818273 w 7467600"/>
              <a:gd name="connsiteY408" fmla="*/ 6715729 h 6858000"/>
              <a:gd name="connsiteX409" fmla="*/ 1794691 w 7467600"/>
              <a:gd name="connsiteY409" fmla="*/ 6843239 h 6858000"/>
              <a:gd name="connsiteX410" fmla="*/ 1794914 w 7467600"/>
              <a:gd name="connsiteY410" fmla="*/ 6858000 h 6858000"/>
              <a:gd name="connsiteX411" fmla="*/ 1746128 w 7467600"/>
              <a:gd name="connsiteY411" fmla="*/ 6858000 h 6858000"/>
              <a:gd name="connsiteX412" fmla="*/ 1753934 w 7467600"/>
              <a:gd name="connsiteY412" fmla="*/ 6724796 h 6858000"/>
              <a:gd name="connsiteX413" fmla="*/ 1792053 w 7467600"/>
              <a:gd name="connsiteY413" fmla="*/ 6572396 h 6858000"/>
              <a:gd name="connsiteX414" fmla="*/ 1862248 w 7467600"/>
              <a:gd name="connsiteY414" fmla="*/ 6266397 h 6858000"/>
              <a:gd name="connsiteX415" fmla="*/ 1862250 w 7467600"/>
              <a:gd name="connsiteY415" fmla="*/ 6033531 h 6858000"/>
              <a:gd name="connsiteX416" fmla="*/ 1211999 w 7467600"/>
              <a:gd name="connsiteY416" fmla="*/ 6683610 h 6858000"/>
              <a:gd name="connsiteX417" fmla="*/ 1213266 w 7467600"/>
              <a:gd name="connsiteY417" fmla="*/ 6691947 h 6858000"/>
              <a:gd name="connsiteX418" fmla="*/ 1203370 w 7467600"/>
              <a:gd name="connsiteY418" fmla="*/ 6850676 h 6858000"/>
              <a:gd name="connsiteX419" fmla="*/ 1203671 w 7467600"/>
              <a:gd name="connsiteY419" fmla="*/ 6858000 h 6858000"/>
              <a:gd name="connsiteX420" fmla="*/ 1143180 w 7467600"/>
              <a:gd name="connsiteY420" fmla="*/ 6858000 h 6858000"/>
              <a:gd name="connsiteX421" fmla="*/ 1142176 w 7467600"/>
              <a:gd name="connsiteY421" fmla="*/ 6766045 h 6858000"/>
              <a:gd name="connsiteX422" fmla="*/ 1067484 w 7467600"/>
              <a:gd name="connsiteY422" fmla="*/ 6858000 h 6858000"/>
              <a:gd name="connsiteX423" fmla="*/ 953928 w 7467600"/>
              <a:gd name="connsiteY423" fmla="*/ 6858000 h 6858000"/>
              <a:gd name="connsiteX424" fmla="*/ 959715 w 7467600"/>
              <a:gd name="connsiteY424" fmla="*/ 6850185 h 6858000"/>
              <a:gd name="connsiteX425" fmla="*/ 1483788 w 7467600"/>
              <a:gd name="connsiteY425" fmla="*/ 6259174 h 6858000"/>
              <a:gd name="connsiteX426" fmla="*/ 1100671 w 7467600"/>
              <a:gd name="connsiteY426" fmla="*/ 6252137 h 6858000"/>
              <a:gd name="connsiteX427" fmla="*/ 1090144 w 7467600"/>
              <a:gd name="connsiteY427" fmla="*/ 6256748 h 6858000"/>
              <a:gd name="connsiteX428" fmla="*/ 1095872 w 7467600"/>
              <a:gd name="connsiteY428" fmla="*/ 6271892 h 6858000"/>
              <a:gd name="connsiteX429" fmla="*/ 262785 w 7467600"/>
              <a:gd name="connsiteY429" fmla="*/ 6845450 h 6858000"/>
              <a:gd name="connsiteX430" fmla="*/ 209968 w 7467600"/>
              <a:gd name="connsiteY430" fmla="*/ 6770713 h 6858000"/>
              <a:gd name="connsiteX431" fmla="*/ 873460 w 7467600"/>
              <a:gd name="connsiteY431" fmla="*/ 6253768 h 6858000"/>
              <a:gd name="connsiteX432" fmla="*/ 192686 w 7467600"/>
              <a:gd name="connsiteY432" fmla="*/ 5849257 h 6858000"/>
              <a:gd name="connsiteX433" fmla="*/ 4696 w 7467600"/>
              <a:gd name="connsiteY433" fmla="*/ 5697668 h 6858000"/>
              <a:gd name="connsiteX434" fmla="*/ 0 w 7467600"/>
              <a:gd name="connsiteY434" fmla="*/ 5689984 h 6858000"/>
              <a:gd name="connsiteX435" fmla="*/ 0 w 7467600"/>
              <a:gd name="connsiteY435" fmla="*/ 5513472 h 6858000"/>
              <a:gd name="connsiteX436" fmla="*/ 174101 w 7467600"/>
              <a:gd name="connsiteY436" fmla="*/ 5620277 h 6858000"/>
              <a:gd name="connsiteX437" fmla="*/ 891800 w 7467600"/>
              <a:gd name="connsiteY437" fmla="*/ 6036935 h 6858000"/>
              <a:gd name="connsiteX438" fmla="*/ 1072219 w 7467600"/>
              <a:gd name="connsiteY438" fmla="*/ 6169443 h 6858000"/>
              <a:gd name="connsiteX439" fmla="*/ 1074117 w 7467600"/>
              <a:gd name="connsiteY439" fmla="*/ 6170301 h 6858000"/>
              <a:gd name="connsiteX440" fmla="*/ 1083114 w 7467600"/>
              <a:gd name="connsiteY440" fmla="*/ 6174131 h 6858000"/>
              <a:gd name="connsiteX441" fmla="*/ 1543010 w 7467600"/>
              <a:gd name="connsiteY441" fmla="*/ 6191140 h 6858000"/>
              <a:gd name="connsiteX442" fmla="*/ 1551080 w 7467600"/>
              <a:gd name="connsiteY442" fmla="*/ 6195006 h 6858000"/>
              <a:gd name="connsiteX443" fmla="*/ 2345443 w 7467600"/>
              <a:gd name="connsiteY443" fmla="*/ 5549882 h 6858000"/>
              <a:gd name="connsiteX444" fmla="*/ 1721499 w 7467600"/>
              <a:gd name="connsiteY444" fmla="*/ 5599969 h 6858000"/>
              <a:gd name="connsiteX445" fmla="*/ 767716 w 7467600"/>
              <a:gd name="connsiteY445" fmla="*/ 5472768 h 6858000"/>
              <a:gd name="connsiteX446" fmla="*/ 722147 w 7467600"/>
              <a:gd name="connsiteY446" fmla="*/ 5393091 h 6858000"/>
              <a:gd name="connsiteX447" fmla="*/ 1485552 w 7467600"/>
              <a:gd name="connsiteY447" fmla="*/ 5313202 h 6858000"/>
              <a:gd name="connsiteX448" fmla="*/ 2143004 w 7467600"/>
              <a:gd name="connsiteY448" fmla="*/ 5402420 h 6858000"/>
              <a:gd name="connsiteX449" fmla="*/ 1933391 w 7467600"/>
              <a:gd name="connsiteY449" fmla="*/ 5156971 h 6858000"/>
              <a:gd name="connsiteX450" fmla="*/ 1827118 w 7467600"/>
              <a:gd name="connsiteY450" fmla="*/ 4968410 h 6858000"/>
              <a:gd name="connsiteX451" fmla="*/ 1837349 w 7467600"/>
              <a:gd name="connsiteY451" fmla="*/ 4956357 h 6858000"/>
              <a:gd name="connsiteX452" fmla="*/ 2162835 w 7467600"/>
              <a:gd name="connsiteY452" fmla="*/ 5187853 h 6858000"/>
              <a:gd name="connsiteX453" fmla="*/ 2257167 w 7467600"/>
              <a:gd name="connsiteY453" fmla="*/ 5462123 h 6858000"/>
              <a:gd name="connsiteX454" fmla="*/ 2261598 w 7467600"/>
              <a:gd name="connsiteY454" fmla="*/ 5467998 h 6858000"/>
              <a:gd name="connsiteX455" fmla="*/ 2437177 w 7467600"/>
              <a:gd name="connsiteY455" fmla="*/ 5479608 h 6858000"/>
              <a:gd name="connsiteX456" fmla="*/ 2445247 w 7467600"/>
              <a:gd name="connsiteY456" fmla="*/ 5483476 h 6858000"/>
              <a:gd name="connsiteX457" fmla="*/ 2743626 w 7467600"/>
              <a:gd name="connsiteY457" fmla="*/ 5304819 h 6858000"/>
              <a:gd name="connsiteX458" fmla="*/ 3048102 w 7467600"/>
              <a:gd name="connsiteY458" fmla="*/ 5150595 h 6858000"/>
              <a:gd name="connsiteX459" fmla="*/ 1799414 w 7467600"/>
              <a:gd name="connsiteY459" fmla="*/ 4694732 h 6858000"/>
              <a:gd name="connsiteX460" fmla="*/ 1771735 w 7467600"/>
              <a:gd name="connsiteY460" fmla="*/ 4619929 h 6858000"/>
              <a:gd name="connsiteX461" fmla="*/ 3104273 w 7467600"/>
              <a:gd name="connsiteY461" fmla="*/ 5076159 h 6858000"/>
              <a:gd name="connsiteX462" fmla="*/ 3113245 w 7467600"/>
              <a:gd name="connsiteY462" fmla="*/ 5090705 h 6858000"/>
              <a:gd name="connsiteX463" fmla="*/ 3126294 w 7467600"/>
              <a:gd name="connsiteY463" fmla="*/ 5114400 h 6858000"/>
              <a:gd name="connsiteX464" fmla="*/ 3937433 w 7467600"/>
              <a:gd name="connsiteY464" fmla="*/ 4830473 h 6858000"/>
              <a:gd name="connsiteX465" fmla="*/ 3590475 w 7467600"/>
              <a:gd name="connsiteY465" fmla="*/ 4597974 h 6858000"/>
              <a:gd name="connsiteX466" fmla="*/ 3100264 w 7467600"/>
              <a:gd name="connsiteY466" fmla="*/ 4579845 h 6858000"/>
              <a:gd name="connsiteX467" fmla="*/ 2183576 w 7467600"/>
              <a:gd name="connsiteY467" fmla="*/ 4227150 h 6858000"/>
              <a:gd name="connsiteX468" fmla="*/ 2151029 w 7467600"/>
              <a:gd name="connsiteY468" fmla="*/ 4146947 h 6858000"/>
              <a:gd name="connsiteX469" fmla="*/ 3563434 w 7467600"/>
              <a:gd name="connsiteY469" fmla="*/ 4469115 h 6858000"/>
              <a:gd name="connsiteX470" fmla="*/ 3177952 w 7467600"/>
              <a:gd name="connsiteY470" fmla="*/ 3657386 h 6858000"/>
              <a:gd name="connsiteX471" fmla="*/ 3189263 w 7467600"/>
              <a:gd name="connsiteY471" fmla="*/ 3625726 h 6858000"/>
              <a:gd name="connsiteX472" fmla="*/ 3560912 w 7467600"/>
              <a:gd name="connsiteY472" fmla="*/ 4079863 h 6858000"/>
              <a:gd name="connsiteX473" fmla="*/ 3626636 w 7467600"/>
              <a:gd name="connsiteY473" fmla="*/ 4512230 h 6858000"/>
              <a:gd name="connsiteX474" fmla="*/ 3653088 w 7467600"/>
              <a:gd name="connsiteY474" fmla="*/ 4521417 h 6858000"/>
              <a:gd name="connsiteX475" fmla="*/ 3988128 w 7467600"/>
              <a:gd name="connsiteY475" fmla="*/ 4817267 h 6858000"/>
              <a:gd name="connsiteX476" fmla="*/ 4830582 w 7467600"/>
              <a:gd name="connsiteY476" fmla="*/ 4676000 h 6858000"/>
              <a:gd name="connsiteX477" fmla="*/ 4830100 w 7467600"/>
              <a:gd name="connsiteY477" fmla="*/ 4675554 h 6858000"/>
              <a:gd name="connsiteX478" fmla="*/ 4036318 w 7467600"/>
              <a:gd name="connsiteY478" fmla="*/ 4147013 h 6858000"/>
              <a:gd name="connsiteX479" fmla="*/ 3432098 w 7467600"/>
              <a:gd name="connsiteY479" fmla="*/ 3537312 h 6858000"/>
              <a:gd name="connsiteX480" fmla="*/ 3446761 w 7467600"/>
              <a:gd name="connsiteY480" fmla="*/ 3461278 h 6858000"/>
              <a:gd name="connsiteX481" fmla="*/ 4419733 w 7467600"/>
              <a:gd name="connsiteY481" fmla="*/ 3963555 h 6858000"/>
              <a:gd name="connsiteX482" fmla="*/ 4781371 w 7467600"/>
              <a:gd name="connsiteY482" fmla="*/ 4458604 h 6858000"/>
              <a:gd name="connsiteX483" fmla="*/ 4780440 w 7467600"/>
              <a:gd name="connsiteY483" fmla="*/ 4470290 h 6858000"/>
              <a:gd name="connsiteX484" fmla="*/ 4898954 w 7467600"/>
              <a:gd name="connsiteY484" fmla="*/ 4662092 h 6858000"/>
              <a:gd name="connsiteX485" fmla="*/ 4900699 w 7467600"/>
              <a:gd name="connsiteY485" fmla="*/ 4670867 h 6858000"/>
              <a:gd name="connsiteX486" fmla="*/ 5714511 w 7467600"/>
              <a:gd name="connsiteY486" fmla="*/ 4663483 h 6858000"/>
              <a:gd name="connsiteX487" fmla="*/ 5464793 w 7467600"/>
              <a:gd name="connsiteY487" fmla="*/ 4393556 h 6858000"/>
              <a:gd name="connsiteX488" fmla="*/ 5461897 w 7467600"/>
              <a:gd name="connsiteY488" fmla="*/ 4390879 h 6858000"/>
              <a:gd name="connsiteX489" fmla="*/ 4294126 w 7467600"/>
              <a:gd name="connsiteY489" fmla="*/ 3303048 h 6858000"/>
              <a:gd name="connsiteX490" fmla="*/ 4305321 w 7467600"/>
              <a:gd name="connsiteY490" fmla="*/ 3256953 h 6858000"/>
              <a:gd name="connsiteX491" fmla="*/ 4949299 w 7467600"/>
              <a:gd name="connsiteY491" fmla="*/ 3766336 h 6858000"/>
              <a:gd name="connsiteX492" fmla="*/ 5291452 w 7467600"/>
              <a:gd name="connsiteY492" fmla="*/ 4076801 h 6858000"/>
              <a:gd name="connsiteX493" fmla="*/ 5434998 w 7467600"/>
              <a:gd name="connsiteY493" fmla="*/ 4254100 h 6858000"/>
              <a:gd name="connsiteX494" fmla="*/ 5351015 w 7467600"/>
              <a:gd name="connsiteY494" fmla="*/ 3760989 h 6858000"/>
              <a:gd name="connsiteX495" fmla="*/ 5413780 w 7467600"/>
              <a:gd name="connsiteY495" fmla="*/ 2966265 h 6858000"/>
              <a:gd name="connsiteX496" fmla="*/ 5425627 w 7467600"/>
              <a:gd name="connsiteY496" fmla="*/ 2954192 h 6858000"/>
              <a:gd name="connsiteX497" fmla="*/ 6604735 w 7467600"/>
              <a:gd name="connsiteY497" fmla="*/ 2041381 h 6858000"/>
              <a:gd name="connsiteX498" fmla="*/ 7204487 w 7467600"/>
              <a:gd name="connsiteY498" fmla="*/ 2742112 h 6858000"/>
              <a:gd name="connsiteX499" fmla="*/ 7131592 w 7467600"/>
              <a:gd name="connsiteY499" fmla="*/ 2672096 h 6858000"/>
              <a:gd name="connsiteX500" fmla="*/ 6996344 w 7467600"/>
              <a:gd name="connsiteY500" fmla="*/ 2518310 h 6858000"/>
              <a:gd name="connsiteX501" fmla="*/ 6735495 w 7467600"/>
              <a:gd name="connsiteY501" fmla="*/ 2196890 h 6858000"/>
              <a:gd name="connsiteX502" fmla="*/ 6721901 w 7467600"/>
              <a:gd name="connsiteY502" fmla="*/ 2179274 h 6858000"/>
              <a:gd name="connsiteX503" fmla="*/ 6604735 w 7467600"/>
              <a:gd name="connsiteY503" fmla="*/ 2041381 h 6858000"/>
              <a:gd name="connsiteX504" fmla="*/ 6591670 w 7467600"/>
              <a:gd name="connsiteY504" fmla="*/ 1988277 h 6858000"/>
              <a:gd name="connsiteX505" fmla="*/ 6747349 w 7467600"/>
              <a:gd name="connsiteY505" fmla="*/ 2160069 h 6858000"/>
              <a:gd name="connsiteX506" fmla="*/ 6760943 w 7467600"/>
              <a:gd name="connsiteY506" fmla="*/ 2177686 h 6858000"/>
              <a:gd name="connsiteX507" fmla="*/ 7021065 w 7467600"/>
              <a:gd name="connsiteY507" fmla="*/ 2498102 h 6858000"/>
              <a:gd name="connsiteX508" fmla="*/ 7155223 w 7467600"/>
              <a:gd name="connsiteY508" fmla="*/ 2650386 h 6858000"/>
              <a:gd name="connsiteX509" fmla="*/ 7203167 w 7467600"/>
              <a:gd name="connsiteY509" fmla="*/ 2697288 h 6858000"/>
              <a:gd name="connsiteX510" fmla="*/ 6937703 w 7467600"/>
              <a:gd name="connsiteY510" fmla="*/ 2321981 h 6858000"/>
              <a:gd name="connsiteX511" fmla="*/ 6591670 w 7467600"/>
              <a:gd name="connsiteY511" fmla="*/ 1988277 h 6858000"/>
              <a:gd name="connsiteX512" fmla="*/ 5798671 w 7467600"/>
              <a:gd name="connsiteY512" fmla="*/ 1981601 h 6858000"/>
              <a:gd name="connsiteX513" fmla="*/ 5754709 w 7467600"/>
              <a:gd name="connsiteY513" fmla="*/ 2071454 h 6858000"/>
              <a:gd name="connsiteX514" fmla="*/ 5763044 w 7467600"/>
              <a:gd name="connsiteY514" fmla="*/ 2842206 h 6858000"/>
              <a:gd name="connsiteX515" fmla="*/ 5764974 w 7467600"/>
              <a:gd name="connsiteY515" fmla="*/ 2799609 h 6858000"/>
              <a:gd name="connsiteX516" fmla="*/ 5767665 w 7467600"/>
              <a:gd name="connsiteY516" fmla="*/ 2666409 h 6858000"/>
              <a:gd name="connsiteX517" fmla="*/ 5763055 w 7467600"/>
              <a:gd name="connsiteY517" fmla="*/ 2579705 h 6858000"/>
              <a:gd name="connsiteX518" fmla="*/ 5758079 w 7467600"/>
              <a:gd name="connsiteY518" fmla="*/ 2492508 h 6858000"/>
              <a:gd name="connsiteX519" fmla="*/ 5779325 w 7467600"/>
              <a:gd name="connsiteY519" fmla="*/ 2197069 h 6858000"/>
              <a:gd name="connsiteX520" fmla="*/ 5798671 w 7467600"/>
              <a:gd name="connsiteY520" fmla="*/ 1981601 h 6858000"/>
              <a:gd name="connsiteX521" fmla="*/ 5829202 w 7467600"/>
              <a:gd name="connsiteY521" fmla="*/ 1971679 h 6858000"/>
              <a:gd name="connsiteX522" fmla="*/ 5809558 w 7467600"/>
              <a:gd name="connsiteY522" fmla="*/ 2198043 h 6858000"/>
              <a:gd name="connsiteX523" fmla="*/ 5788653 w 7467600"/>
              <a:gd name="connsiteY523" fmla="*/ 2489430 h 6858000"/>
              <a:gd name="connsiteX524" fmla="*/ 5793439 w 7467600"/>
              <a:gd name="connsiteY524" fmla="*/ 2575235 h 6858000"/>
              <a:gd name="connsiteX525" fmla="*/ 5796837 w 7467600"/>
              <a:gd name="connsiteY525" fmla="*/ 2637633 h 6858000"/>
              <a:gd name="connsiteX526" fmla="*/ 5818614 w 7467600"/>
              <a:gd name="connsiteY526" fmla="*/ 2473055 h 6858000"/>
              <a:gd name="connsiteX527" fmla="*/ 5829202 w 7467600"/>
              <a:gd name="connsiteY527" fmla="*/ 1971679 h 6858000"/>
              <a:gd name="connsiteX528" fmla="*/ 5911389 w 7467600"/>
              <a:gd name="connsiteY528" fmla="*/ 1898371 h 6858000"/>
              <a:gd name="connsiteX529" fmla="*/ 6237627 w 7467600"/>
              <a:gd name="connsiteY529" fmla="*/ 2231921 h 6858000"/>
              <a:gd name="connsiteX530" fmla="*/ 5911389 w 7467600"/>
              <a:gd name="connsiteY530" fmla="*/ 1898371 h 6858000"/>
              <a:gd name="connsiteX531" fmla="*/ 6944437 w 7467600"/>
              <a:gd name="connsiteY531" fmla="*/ 1575402 h 6858000"/>
              <a:gd name="connsiteX532" fmla="*/ 6304730 w 7467600"/>
              <a:gd name="connsiteY532" fmla="*/ 1766654 h 6858000"/>
              <a:gd name="connsiteX533" fmla="*/ 6944437 w 7467600"/>
              <a:gd name="connsiteY533" fmla="*/ 1575402 h 6858000"/>
              <a:gd name="connsiteX534" fmla="*/ 7019523 w 7467600"/>
              <a:gd name="connsiteY534" fmla="*/ 1519450 h 6858000"/>
              <a:gd name="connsiteX535" fmla="*/ 6298091 w 7467600"/>
              <a:gd name="connsiteY535" fmla="*/ 1737122 h 6858000"/>
              <a:gd name="connsiteX536" fmla="*/ 7019523 w 7467600"/>
              <a:gd name="connsiteY536" fmla="*/ 1519450 h 6858000"/>
              <a:gd name="connsiteX537" fmla="*/ 2399523 w 7467600"/>
              <a:gd name="connsiteY537" fmla="*/ 1428234 h 6858000"/>
              <a:gd name="connsiteX538" fmla="*/ 2224982 w 7467600"/>
              <a:gd name="connsiteY538" fmla="*/ 1826201 h 6858000"/>
              <a:gd name="connsiteX539" fmla="*/ 2096099 w 7467600"/>
              <a:gd name="connsiteY539" fmla="*/ 2345900 h 6858000"/>
              <a:gd name="connsiteX540" fmla="*/ 2283317 w 7467600"/>
              <a:gd name="connsiteY540" fmla="*/ 1796925 h 6858000"/>
              <a:gd name="connsiteX541" fmla="*/ 2399523 w 7467600"/>
              <a:gd name="connsiteY541" fmla="*/ 1428234 h 6858000"/>
              <a:gd name="connsiteX542" fmla="*/ 2448558 w 7467600"/>
              <a:gd name="connsiteY542" fmla="*/ 1373435 h 6858000"/>
              <a:gd name="connsiteX543" fmla="*/ 2312521 w 7467600"/>
              <a:gd name="connsiteY543" fmla="*/ 1806140 h 6858000"/>
              <a:gd name="connsiteX544" fmla="*/ 2127533 w 7467600"/>
              <a:gd name="connsiteY544" fmla="*/ 2348380 h 6858000"/>
              <a:gd name="connsiteX545" fmla="*/ 2358080 w 7467600"/>
              <a:gd name="connsiteY545" fmla="*/ 1866134 h 6858000"/>
              <a:gd name="connsiteX546" fmla="*/ 2407436 w 7467600"/>
              <a:gd name="connsiteY546" fmla="*/ 1651070 h 6858000"/>
              <a:gd name="connsiteX547" fmla="*/ 2448558 w 7467600"/>
              <a:gd name="connsiteY547" fmla="*/ 1373435 h 6858000"/>
              <a:gd name="connsiteX548" fmla="*/ 278707 w 7467600"/>
              <a:gd name="connsiteY548" fmla="*/ 1352270 h 6858000"/>
              <a:gd name="connsiteX549" fmla="*/ 321570 w 7467600"/>
              <a:gd name="connsiteY549" fmla="*/ 1861610 h 6858000"/>
              <a:gd name="connsiteX550" fmla="*/ 294281 w 7467600"/>
              <a:gd name="connsiteY550" fmla="*/ 1440658 h 6858000"/>
              <a:gd name="connsiteX551" fmla="*/ 278707 w 7467600"/>
              <a:gd name="connsiteY551" fmla="*/ 1352270 h 6858000"/>
              <a:gd name="connsiteX552" fmla="*/ 1423821 w 7467600"/>
              <a:gd name="connsiteY552" fmla="*/ 1351958 h 6858000"/>
              <a:gd name="connsiteX553" fmla="*/ 1638521 w 7467600"/>
              <a:gd name="connsiteY553" fmla="*/ 1908470 h 6858000"/>
              <a:gd name="connsiteX554" fmla="*/ 1754199 w 7467600"/>
              <a:gd name="connsiteY554" fmla="*/ 2149284 h 6858000"/>
              <a:gd name="connsiteX555" fmla="*/ 1908359 w 7467600"/>
              <a:gd name="connsiteY555" fmla="*/ 2364988 h 6858000"/>
              <a:gd name="connsiteX556" fmla="*/ 1647661 w 7467600"/>
              <a:gd name="connsiteY556" fmla="*/ 1825945 h 6858000"/>
              <a:gd name="connsiteX557" fmla="*/ 1423821 w 7467600"/>
              <a:gd name="connsiteY557" fmla="*/ 1351958 h 6858000"/>
              <a:gd name="connsiteX558" fmla="*/ 1431890 w 7467600"/>
              <a:gd name="connsiteY558" fmla="*/ 1306475 h 6858000"/>
              <a:gd name="connsiteX559" fmla="*/ 1507597 w 7467600"/>
              <a:gd name="connsiteY559" fmla="*/ 1446132 h 6858000"/>
              <a:gd name="connsiteX560" fmla="*/ 1674586 w 7467600"/>
              <a:gd name="connsiteY560" fmla="*/ 1813832 h 6858000"/>
              <a:gd name="connsiteX561" fmla="*/ 1815950 w 7467600"/>
              <a:gd name="connsiteY561" fmla="*/ 2128564 h 6858000"/>
              <a:gd name="connsiteX562" fmla="*/ 1984242 w 7467600"/>
              <a:gd name="connsiteY562" fmla="*/ 2430829 h 6858000"/>
              <a:gd name="connsiteX563" fmla="*/ 2014023 w 7467600"/>
              <a:gd name="connsiteY563" fmla="*/ 2450995 h 6858000"/>
              <a:gd name="connsiteX564" fmla="*/ 1747337 w 7467600"/>
              <a:gd name="connsiteY564" fmla="*/ 1855264 h 6858000"/>
              <a:gd name="connsiteX565" fmla="*/ 1533749 w 7467600"/>
              <a:gd name="connsiteY565" fmla="*/ 1478656 h 6858000"/>
              <a:gd name="connsiteX566" fmla="*/ 1431890 w 7467600"/>
              <a:gd name="connsiteY566" fmla="*/ 1306475 h 6858000"/>
              <a:gd name="connsiteX567" fmla="*/ 5052692 w 7467600"/>
              <a:gd name="connsiteY567" fmla="*/ 1292994 h 6858000"/>
              <a:gd name="connsiteX568" fmla="*/ 5200661 w 7467600"/>
              <a:gd name="connsiteY568" fmla="*/ 1635186 h 6858000"/>
              <a:gd name="connsiteX569" fmla="*/ 5297138 w 7467600"/>
              <a:gd name="connsiteY569" fmla="*/ 1906351 h 6858000"/>
              <a:gd name="connsiteX570" fmla="*/ 5052692 w 7467600"/>
              <a:gd name="connsiteY570" fmla="*/ 1292994 h 6858000"/>
              <a:gd name="connsiteX571" fmla="*/ 5009948 w 7467600"/>
              <a:gd name="connsiteY571" fmla="*/ 1273619 h 6858000"/>
              <a:gd name="connsiteX572" fmla="*/ 5121777 w 7467600"/>
              <a:gd name="connsiteY572" fmla="*/ 1654213 h 6858000"/>
              <a:gd name="connsiteX573" fmla="*/ 5293545 w 7467600"/>
              <a:gd name="connsiteY573" fmla="*/ 2072247 h 6858000"/>
              <a:gd name="connsiteX574" fmla="*/ 5294042 w 7467600"/>
              <a:gd name="connsiteY574" fmla="*/ 2065019 h 6858000"/>
              <a:gd name="connsiteX575" fmla="*/ 5171936 w 7467600"/>
              <a:gd name="connsiteY575" fmla="*/ 1647613 h 6858000"/>
              <a:gd name="connsiteX576" fmla="*/ 5009948 w 7467600"/>
              <a:gd name="connsiteY576" fmla="*/ 1273619 h 6858000"/>
              <a:gd name="connsiteX577" fmla="*/ 655236 w 7467600"/>
              <a:gd name="connsiteY577" fmla="*/ 1268632 h 6858000"/>
              <a:gd name="connsiteX578" fmla="*/ 839521 w 7467600"/>
              <a:gd name="connsiteY578" fmla="*/ 1685315 h 6858000"/>
              <a:gd name="connsiteX579" fmla="*/ 1109416 w 7467600"/>
              <a:gd name="connsiteY579" fmla="*/ 2061663 h 6858000"/>
              <a:gd name="connsiteX580" fmla="*/ 1298300 w 7467600"/>
              <a:gd name="connsiteY580" fmla="*/ 2247742 h 6858000"/>
              <a:gd name="connsiteX581" fmla="*/ 1125871 w 7467600"/>
              <a:gd name="connsiteY581" fmla="*/ 1989513 h 6858000"/>
              <a:gd name="connsiteX582" fmla="*/ 981574 w 7467600"/>
              <a:gd name="connsiteY582" fmla="*/ 1783157 h 6858000"/>
              <a:gd name="connsiteX583" fmla="*/ 922198 w 7467600"/>
              <a:gd name="connsiteY583" fmla="*/ 1677437 h 6858000"/>
              <a:gd name="connsiteX584" fmla="*/ 869293 w 7467600"/>
              <a:gd name="connsiteY584" fmla="*/ 1583214 h 6858000"/>
              <a:gd name="connsiteX585" fmla="*/ 751431 w 7467600"/>
              <a:gd name="connsiteY585" fmla="*/ 1405731 h 6858000"/>
              <a:gd name="connsiteX586" fmla="*/ 655236 w 7467600"/>
              <a:gd name="connsiteY586" fmla="*/ 1268632 h 6858000"/>
              <a:gd name="connsiteX587" fmla="*/ 6516292 w 7467600"/>
              <a:gd name="connsiteY587" fmla="*/ 1263064 h 6858000"/>
              <a:gd name="connsiteX588" fmla="*/ 5736320 w 7467600"/>
              <a:gd name="connsiteY588" fmla="*/ 1501803 h 6858000"/>
              <a:gd name="connsiteX589" fmla="*/ 6516292 w 7467600"/>
              <a:gd name="connsiteY589" fmla="*/ 1263064 h 6858000"/>
              <a:gd name="connsiteX590" fmla="*/ 291466 w 7467600"/>
              <a:gd name="connsiteY590" fmla="*/ 1250369 h 6858000"/>
              <a:gd name="connsiteX591" fmla="*/ 323180 w 7467600"/>
              <a:gd name="connsiteY591" fmla="*/ 1435283 h 6858000"/>
              <a:gd name="connsiteX592" fmla="*/ 349381 w 7467600"/>
              <a:gd name="connsiteY592" fmla="*/ 1875041 h 6858000"/>
              <a:gd name="connsiteX593" fmla="*/ 374363 w 7467600"/>
              <a:gd name="connsiteY593" fmla="*/ 1506494 h 6858000"/>
              <a:gd name="connsiteX594" fmla="*/ 302168 w 7467600"/>
              <a:gd name="connsiteY594" fmla="*/ 1274495 h 6858000"/>
              <a:gd name="connsiteX595" fmla="*/ 291466 w 7467600"/>
              <a:gd name="connsiteY595" fmla="*/ 1250369 h 6858000"/>
              <a:gd name="connsiteX596" fmla="*/ 678222 w 7467600"/>
              <a:gd name="connsiteY596" fmla="*/ 1248670 h 6858000"/>
              <a:gd name="connsiteX597" fmla="*/ 775536 w 7467600"/>
              <a:gd name="connsiteY597" fmla="*/ 1388015 h 6858000"/>
              <a:gd name="connsiteX598" fmla="*/ 894529 w 7467600"/>
              <a:gd name="connsiteY598" fmla="*/ 1567739 h 6858000"/>
              <a:gd name="connsiteX599" fmla="*/ 948000 w 7467600"/>
              <a:gd name="connsiteY599" fmla="*/ 1663088 h 6858000"/>
              <a:gd name="connsiteX600" fmla="*/ 1006812 w 7467600"/>
              <a:gd name="connsiteY600" fmla="*/ 1767683 h 6858000"/>
              <a:gd name="connsiteX601" fmla="*/ 1149133 w 7467600"/>
              <a:gd name="connsiteY601" fmla="*/ 1971513 h 6858000"/>
              <a:gd name="connsiteX602" fmla="*/ 1333952 w 7467600"/>
              <a:gd name="connsiteY602" fmla="*/ 2251620 h 6858000"/>
              <a:gd name="connsiteX603" fmla="*/ 1337329 w 7467600"/>
              <a:gd name="connsiteY603" fmla="*/ 2258350 h 6858000"/>
              <a:gd name="connsiteX604" fmla="*/ 1014726 w 7467600"/>
              <a:gd name="connsiteY604" fmla="*/ 1615556 h 6858000"/>
              <a:gd name="connsiteX605" fmla="*/ 678222 w 7467600"/>
              <a:gd name="connsiteY605" fmla="*/ 1248670 h 6858000"/>
              <a:gd name="connsiteX606" fmla="*/ 6691602 w 7467600"/>
              <a:gd name="connsiteY606" fmla="*/ 1140573 h 6858000"/>
              <a:gd name="connsiteX607" fmla="*/ 6571100 w 7467600"/>
              <a:gd name="connsiteY607" fmla="*/ 1183662 h 6858000"/>
              <a:gd name="connsiteX608" fmla="*/ 6241687 w 7467600"/>
              <a:gd name="connsiteY608" fmla="*/ 1257600 h 6858000"/>
              <a:gd name="connsiteX609" fmla="*/ 5693009 w 7467600"/>
              <a:gd name="connsiteY609" fmla="*/ 1478256 h 6858000"/>
              <a:gd name="connsiteX610" fmla="*/ 6548420 w 7467600"/>
              <a:gd name="connsiteY610" fmla="*/ 1214599 h 6858000"/>
              <a:gd name="connsiteX611" fmla="*/ 6605473 w 7467600"/>
              <a:gd name="connsiteY611" fmla="*/ 1184686 h 6858000"/>
              <a:gd name="connsiteX612" fmla="*/ 6691602 w 7467600"/>
              <a:gd name="connsiteY612" fmla="*/ 1140573 h 6858000"/>
              <a:gd name="connsiteX613" fmla="*/ 4002475 w 7467600"/>
              <a:gd name="connsiteY613" fmla="*/ 1037802 h 6858000"/>
              <a:gd name="connsiteX614" fmla="*/ 4000324 w 7467600"/>
              <a:gd name="connsiteY614" fmla="*/ 1039362 h 6858000"/>
              <a:gd name="connsiteX615" fmla="*/ 4002862 w 7467600"/>
              <a:gd name="connsiteY615" fmla="*/ 1042866 h 6858000"/>
              <a:gd name="connsiteX616" fmla="*/ 4002475 w 7467600"/>
              <a:gd name="connsiteY616" fmla="*/ 1037802 h 6858000"/>
              <a:gd name="connsiteX617" fmla="*/ 506322 w 7467600"/>
              <a:gd name="connsiteY617" fmla="*/ 1020997 h 6858000"/>
              <a:gd name="connsiteX618" fmla="*/ 533068 w 7467600"/>
              <a:gd name="connsiteY618" fmla="*/ 1029409 h 6858000"/>
              <a:gd name="connsiteX619" fmla="*/ 1232525 w 7467600"/>
              <a:gd name="connsiteY619" fmla="*/ 1804675 h 6858000"/>
              <a:gd name="connsiteX620" fmla="*/ 1388858 w 7467600"/>
              <a:gd name="connsiteY620" fmla="*/ 2368011 h 6858000"/>
              <a:gd name="connsiteX621" fmla="*/ 1384098 w 7467600"/>
              <a:gd name="connsiteY621" fmla="*/ 2378125 h 6858000"/>
              <a:gd name="connsiteX622" fmla="*/ 1425393 w 7467600"/>
              <a:gd name="connsiteY622" fmla="*/ 2589124 h 6858000"/>
              <a:gd name="connsiteX623" fmla="*/ 1424001 w 7467600"/>
              <a:gd name="connsiteY623" fmla="*/ 2597541 h 6858000"/>
              <a:gd name="connsiteX624" fmla="*/ 2152729 w 7467600"/>
              <a:gd name="connsiteY624" fmla="*/ 2864487 h 6858000"/>
              <a:gd name="connsiteX625" fmla="*/ 2020609 w 7467600"/>
              <a:gd name="connsiteY625" fmla="*/ 2539671 h 6858000"/>
              <a:gd name="connsiteX626" fmla="*/ 2018920 w 7467600"/>
              <a:gd name="connsiteY626" fmla="*/ 2536309 h 6858000"/>
              <a:gd name="connsiteX627" fmla="*/ 1342441 w 7467600"/>
              <a:gd name="connsiteY627" fmla="*/ 1173017 h 6858000"/>
              <a:gd name="connsiteX628" fmla="*/ 1367925 w 7467600"/>
              <a:gd name="connsiteY628" fmla="*/ 1135648 h 6858000"/>
              <a:gd name="connsiteX629" fmla="*/ 1771401 w 7467600"/>
              <a:gd name="connsiteY629" fmla="*/ 1806673 h 6858000"/>
              <a:gd name="connsiteX630" fmla="*/ 1972385 w 7467600"/>
              <a:gd name="connsiteY630" fmla="*/ 2198735 h 6858000"/>
              <a:gd name="connsiteX631" fmla="*/ 2040892 w 7467600"/>
              <a:gd name="connsiteY631" fmla="*/ 2405205 h 6858000"/>
              <a:gd name="connsiteX632" fmla="*/ 2131689 w 7467600"/>
              <a:gd name="connsiteY632" fmla="*/ 1936926 h 6858000"/>
              <a:gd name="connsiteX633" fmla="*/ 2454820 w 7467600"/>
              <a:gd name="connsiteY633" fmla="*/ 1248808 h 6858000"/>
              <a:gd name="connsiteX634" fmla="*/ 2492512 w 7467600"/>
              <a:gd name="connsiteY634" fmla="*/ 1302920 h 6858000"/>
              <a:gd name="connsiteX635" fmla="*/ 2081216 w 7467600"/>
              <a:gd name="connsiteY635" fmla="*/ 2527513 h 6858000"/>
              <a:gd name="connsiteX636" fmla="*/ 2081211 w 7467600"/>
              <a:gd name="connsiteY636" fmla="*/ 2528916 h 6858000"/>
              <a:gd name="connsiteX637" fmla="*/ 2199067 w 7467600"/>
              <a:gd name="connsiteY637" fmla="*/ 2884061 h 6858000"/>
              <a:gd name="connsiteX638" fmla="*/ 3192586 w 7467600"/>
              <a:gd name="connsiteY638" fmla="*/ 3411496 h 6858000"/>
              <a:gd name="connsiteX639" fmla="*/ 3182620 w 7467600"/>
              <a:gd name="connsiteY639" fmla="*/ 3483279 h 6858000"/>
              <a:gd name="connsiteX640" fmla="*/ 2435119 w 7467600"/>
              <a:gd name="connsiteY640" fmla="*/ 3080173 h 6858000"/>
              <a:gd name="connsiteX641" fmla="*/ 2410152 w 7467600"/>
              <a:gd name="connsiteY641" fmla="*/ 3063751 h 6858000"/>
              <a:gd name="connsiteX642" fmla="*/ 2408099 w 7467600"/>
              <a:gd name="connsiteY642" fmla="*/ 3064403 h 6858000"/>
              <a:gd name="connsiteX643" fmla="*/ 2407218 w 7467600"/>
              <a:gd name="connsiteY643" fmla="*/ 3070324 h 6858000"/>
              <a:gd name="connsiteX644" fmla="*/ 2380138 w 7467600"/>
              <a:gd name="connsiteY644" fmla="*/ 3099341 h 6858000"/>
              <a:gd name="connsiteX645" fmla="*/ 1765923 w 7467600"/>
              <a:gd name="connsiteY645" fmla="*/ 3581043 h 6858000"/>
              <a:gd name="connsiteX646" fmla="*/ 1702258 w 7467600"/>
              <a:gd name="connsiteY646" fmla="*/ 3612286 h 6858000"/>
              <a:gd name="connsiteX647" fmla="*/ 1538370 w 7467600"/>
              <a:gd name="connsiteY647" fmla="*/ 3811804 h 6858000"/>
              <a:gd name="connsiteX648" fmla="*/ 542867 w 7467600"/>
              <a:gd name="connsiteY648" fmla="*/ 4944092 h 6858000"/>
              <a:gd name="connsiteX649" fmla="*/ 515800 w 7467600"/>
              <a:gd name="connsiteY649" fmla="*/ 4862180 h 6858000"/>
              <a:gd name="connsiteX650" fmla="*/ 909145 w 7467600"/>
              <a:gd name="connsiteY650" fmla="*/ 4199225 h 6858000"/>
              <a:gd name="connsiteX651" fmla="*/ 1214067 w 7467600"/>
              <a:gd name="connsiteY651" fmla="*/ 3908561 h 6858000"/>
              <a:gd name="connsiteX652" fmla="*/ 640967 w 7467600"/>
              <a:gd name="connsiteY652" fmla="*/ 4105601 h 6858000"/>
              <a:gd name="connsiteX653" fmla="*/ 112563 w 7467600"/>
              <a:gd name="connsiteY653" fmla="*/ 4396952 h 6858000"/>
              <a:gd name="connsiteX654" fmla="*/ 0 w 7467600"/>
              <a:gd name="connsiteY654" fmla="*/ 4466006 h 6858000"/>
              <a:gd name="connsiteX655" fmla="*/ 0 w 7467600"/>
              <a:gd name="connsiteY655" fmla="*/ 4233763 h 6858000"/>
              <a:gd name="connsiteX656" fmla="*/ 36881 w 7467600"/>
              <a:gd name="connsiteY656" fmla="*/ 4200118 h 6858000"/>
              <a:gd name="connsiteX657" fmla="*/ 910534 w 7467600"/>
              <a:gd name="connsiteY657" fmla="*/ 3629753 h 6858000"/>
              <a:gd name="connsiteX658" fmla="*/ 1578717 w 7467600"/>
              <a:gd name="connsiteY658" fmla="*/ 3575982 h 6858000"/>
              <a:gd name="connsiteX659" fmla="*/ 2338780 w 7467600"/>
              <a:gd name="connsiteY659" fmla="*/ 3033725 h 6858000"/>
              <a:gd name="connsiteX660" fmla="*/ 1807991 w 7467600"/>
              <a:gd name="connsiteY660" fmla="*/ 2807184 h 6858000"/>
              <a:gd name="connsiteX661" fmla="*/ 1416358 w 7467600"/>
              <a:gd name="connsiteY661" fmla="*/ 3112571 h 6858000"/>
              <a:gd name="connsiteX662" fmla="*/ 939066 w 7467600"/>
              <a:gd name="connsiteY662" fmla="*/ 3378798 h 6858000"/>
              <a:gd name="connsiteX663" fmla="*/ 115099 w 7467600"/>
              <a:gd name="connsiteY663" fmla="*/ 3607650 h 6858000"/>
              <a:gd name="connsiteX664" fmla="*/ 97284 w 7467600"/>
              <a:gd name="connsiteY664" fmla="*/ 3520393 h 6858000"/>
              <a:gd name="connsiteX665" fmla="*/ 922050 w 7467600"/>
              <a:gd name="connsiteY665" fmla="*/ 3074867 h 6858000"/>
              <a:gd name="connsiteX666" fmla="*/ 1405265 w 7467600"/>
              <a:gd name="connsiteY666" fmla="*/ 3016319 h 6858000"/>
              <a:gd name="connsiteX667" fmla="*/ 1407512 w 7467600"/>
              <a:gd name="connsiteY667" fmla="*/ 3018001 h 6858000"/>
              <a:gd name="connsiteX668" fmla="*/ 1726266 w 7467600"/>
              <a:gd name="connsiteY668" fmla="*/ 2777274 h 6858000"/>
              <a:gd name="connsiteX669" fmla="*/ 625390 w 7467600"/>
              <a:gd name="connsiteY669" fmla="*/ 2514541 h 6858000"/>
              <a:gd name="connsiteX670" fmla="*/ 619799 w 7467600"/>
              <a:gd name="connsiteY670" fmla="*/ 2527180 h 6858000"/>
              <a:gd name="connsiteX671" fmla="*/ 310030 w 7467600"/>
              <a:gd name="connsiteY671" fmla="*/ 2771818 h 6858000"/>
              <a:gd name="connsiteX672" fmla="*/ 173877 w 7467600"/>
              <a:gd name="connsiteY672" fmla="*/ 2937056 h 6858000"/>
              <a:gd name="connsiteX673" fmla="*/ 77889 w 7467600"/>
              <a:gd name="connsiteY673" fmla="*/ 3138440 h 6858000"/>
              <a:gd name="connsiteX674" fmla="*/ 0 w 7467600"/>
              <a:gd name="connsiteY674" fmla="*/ 3271395 h 6858000"/>
              <a:gd name="connsiteX675" fmla="*/ 0 w 7467600"/>
              <a:gd name="connsiteY675" fmla="*/ 3153002 h 6858000"/>
              <a:gd name="connsiteX676" fmla="*/ 2386 w 7467600"/>
              <a:gd name="connsiteY676" fmla="*/ 3149203 h 6858000"/>
              <a:gd name="connsiteX677" fmla="*/ 89753 w 7467600"/>
              <a:gd name="connsiteY677" fmla="*/ 2987702 h 6858000"/>
              <a:gd name="connsiteX678" fmla="*/ 76869 w 7467600"/>
              <a:gd name="connsiteY678" fmla="*/ 3005404 h 6858000"/>
              <a:gd name="connsiteX679" fmla="*/ 32049 w 7467600"/>
              <a:gd name="connsiteY679" fmla="*/ 3065814 h 6858000"/>
              <a:gd name="connsiteX680" fmla="*/ 0 w 7467600"/>
              <a:gd name="connsiteY680" fmla="*/ 3108744 h 6858000"/>
              <a:gd name="connsiteX681" fmla="*/ 0 w 7467600"/>
              <a:gd name="connsiteY681" fmla="*/ 3058059 h 6858000"/>
              <a:gd name="connsiteX682" fmla="*/ 7610 w 7467600"/>
              <a:gd name="connsiteY682" fmla="*/ 3047889 h 6858000"/>
              <a:gd name="connsiteX683" fmla="*/ 52419 w 7467600"/>
              <a:gd name="connsiteY683" fmla="*/ 2987479 h 6858000"/>
              <a:gd name="connsiteX684" fmla="*/ 59142 w 7467600"/>
              <a:gd name="connsiteY684" fmla="*/ 2978488 h 6858000"/>
              <a:gd name="connsiteX685" fmla="*/ 0 w 7467600"/>
              <a:gd name="connsiteY685" fmla="*/ 3015334 h 6858000"/>
              <a:gd name="connsiteX686" fmla="*/ 0 w 7467600"/>
              <a:gd name="connsiteY686" fmla="*/ 2914286 h 6858000"/>
              <a:gd name="connsiteX687" fmla="*/ 36383 w 7467600"/>
              <a:gd name="connsiteY687" fmla="*/ 2901128 h 6858000"/>
              <a:gd name="connsiteX688" fmla="*/ 156329 w 7467600"/>
              <a:gd name="connsiteY688" fmla="*/ 2840533 h 6858000"/>
              <a:gd name="connsiteX689" fmla="*/ 358355 w 7467600"/>
              <a:gd name="connsiteY689" fmla="*/ 2620471 h 6858000"/>
              <a:gd name="connsiteX690" fmla="*/ 510577 w 7467600"/>
              <a:gd name="connsiteY690" fmla="*/ 2501244 h 6858000"/>
              <a:gd name="connsiteX691" fmla="*/ 211967 w 7467600"/>
              <a:gd name="connsiteY691" fmla="*/ 2479171 h 6858000"/>
              <a:gd name="connsiteX692" fmla="*/ 0 w 7467600"/>
              <a:gd name="connsiteY692" fmla="*/ 2476398 h 6858000"/>
              <a:gd name="connsiteX693" fmla="*/ 0 w 7467600"/>
              <a:gd name="connsiteY693" fmla="*/ 2389189 h 6858000"/>
              <a:gd name="connsiteX694" fmla="*/ 103062 w 7467600"/>
              <a:gd name="connsiteY694" fmla="*/ 2389518 h 6858000"/>
              <a:gd name="connsiteX695" fmla="*/ 510734 w 7467600"/>
              <a:gd name="connsiteY695" fmla="*/ 2416201 h 6858000"/>
              <a:gd name="connsiteX696" fmla="*/ 279257 w 7467600"/>
              <a:gd name="connsiteY696" fmla="*/ 2092102 h 6858000"/>
              <a:gd name="connsiteX697" fmla="*/ 65265 w 7467600"/>
              <a:gd name="connsiteY697" fmla="*/ 2006049 h 6858000"/>
              <a:gd name="connsiteX698" fmla="*/ 0 w 7467600"/>
              <a:gd name="connsiteY698" fmla="*/ 1982532 h 6858000"/>
              <a:gd name="connsiteX699" fmla="*/ 0 w 7467600"/>
              <a:gd name="connsiteY699" fmla="*/ 1912789 h 6858000"/>
              <a:gd name="connsiteX700" fmla="*/ 97460 w 7467600"/>
              <a:gd name="connsiteY700" fmla="*/ 1953725 h 6858000"/>
              <a:gd name="connsiteX701" fmla="*/ 221272 w 7467600"/>
              <a:gd name="connsiteY701" fmla="*/ 1980766 h 6858000"/>
              <a:gd name="connsiteX702" fmla="*/ 116765 w 7467600"/>
              <a:gd name="connsiteY702" fmla="*/ 1911033 h 6858000"/>
              <a:gd name="connsiteX703" fmla="*/ 16405 w 7467600"/>
              <a:gd name="connsiteY703" fmla="*/ 1803412 h 6858000"/>
              <a:gd name="connsiteX704" fmla="*/ 0 w 7467600"/>
              <a:gd name="connsiteY704" fmla="*/ 1784777 h 6858000"/>
              <a:gd name="connsiteX705" fmla="*/ 0 w 7467600"/>
              <a:gd name="connsiteY705" fmla="*/ 1740082 h 6858000"/>
              <a:gd name="connsiteX706" fmla="*/ 39394 w 7467600"/>
              <a:gd name="connsiteY706" fmla="*/ 1784856 h 6858000"/>
              <a:gd name="connsiteX707" fmla="*/ 135813 w 7467600"/>
              <a:gd name="connsiteY707" fmla="*/ 1888838 h 6858000"/>
              <a:gd name="connsiteX708" fmla="*/ 242575 w 7467600"/>
              <a:gd name="connsiteY708" fmla="*/ 1958841 h 6858000"/>
              <a:gd name="connsiteX709" fmla="*/ 82197 w 7467600"/>
              <a:gd name="connsiteY709" fmla="*/ 1754826 h 6858000"/>
              <a:gd name="connsiteX710" fmla="*/ 0 w 7467600"/>
              <a:gd name="connsiteY710" fmla="*/ 1679650 h 6858000"/>
              <a:gd name="connsiteX711" fmla="*/ 0 w 7467600"/>
              <a:gd name="connsiteY711" fmla="*/ 1602463 h 6858000"/>
              <a:gd name="connsiteX712" fmla="*/ 84689 w 7467600"/>
              <a:gd name="connsiteY712" fmla="*/ 1677442 h 6858000"/>
              <a:gd name="connsiteX713" fmla="*/ 298437 w 7467600"/>
              <a:gd name="connsiteY713" fmla="*/ 1968019 h 6858000"/>
              <a:gd name="connsiteX714" fmla="*/ 227269 w 7467600"/>
              <a:gd name="connsiteY714" fmla="*/ 1114064 h 6858000"/>
              <a:gd name="connsiteX715" fmla="*/ 248003 w 7467600"/>
              <a:gd name="connsiteY715" fmla="*/ 1089613 h 6858000"/>
              <a:gd name="connsiteX716" fmla="*/ 427020 w 7467600"/>
              <a:gd name="connsiteY716" fmla="*/ 1619803 h 6858000"/>
              <a:gd name="connsiteX717" fmla="*/ 340345 w 7467600"/>
              <a:gd name="connsiteY717" fmla="*/ 2027739 h 6858000"/>
              <a:gd name="connsiteX718" fmla="*/ 360865 w 7467600"/>
              <a:gd name="connsiteY718" fmla="*/ 2044827 h 6858000"/>
              <a:gd name="connsiteX719" fmla="*/ 560414 w 7467600"/>
              <a:gd name="connsiteY719" fmla="*/ 2421457 h 6858000"/>
              <a:gd name="connsiteX720" fmla="*/ 1359703 w 7467600"/>
              <a:gd name="connsiteY720" fmla="*/ 2578554 h 6858000"/>
              <a:gd name="connsiteX721" fmla="*/ 1359422 w 7467600"/>
              <a:gd name="connsiteY721" fmla="*/ 2577994 h 6858000"/>
              <a:gd name="connsiteX722" fmla="*/ 828701 w 7467600"/>
              <a:gd name="connsiteY722" fmla="*/ 1839520 h 6858000"/>
              <a:gd name="connsiteX723" fmla="*/ 494427 w 7467600"/>
              <a:gd name="connsiteY723" fmla="*/ 1092333 h 6858000"/>
              <a:gd name="connsiteX724" fmla="*/ 506322 w 7467600"/>
              <a:gd name="connsiteY724" fmla="*/ 1020997 h 6858000"/>
              <a:gd name="connsiteX725" fmla="*/ 4570198 w 7467600"/>
              <a:gd name="connsiteY725" fmla="*/ 978081 h 6858000"/>
              <a:gd name="connsiteX726" fmla="*/ 4523691 w 7467600"/>
              <a:gd name="connsiteY726" fmla="*/ 1127776 h 6858000"/>
              <a:gd name="connsiteX727" fmla="*/ 4509875 w 7467600"/>
              <a:gd name="connsiteY727" fmla="*/ 1167552 h 6858000"/>
              <a:gd name="connsiteX728" fmla="*/ 4478168 w 7467600"/>
              <a:gd name="connsiteY728" fmla="*/ 1260735 h 6858000"/>
              <a:gd name="connsiteX729" fmla="*/ 4409309 w 7467600"/>
              <a:gd name="connsiteY729" fmla="*/ 1666996 h 6858000"/>
              <a:gd name="connsiteX730" fmla="*/ 4370031 w 7467600"/>
              <a:gd name="connsiteY730" fmla="*/ 1955666 h 6858000"/>
              <a:gd name="connsiteX731" fmla="*/ 4570198 w 7467600"/>
              <a:gd name="connsiteY731" fmla="*/ 978081 h 6858000"/>
              <a:gd name="connsiteX732" fmla="*/ 4557898 w 7467600"/>
              <a:gd name="connsiteY732" fmla="*/ 900011 h 6858000"/>
              <a:gd name="connsiteX733" fmla="*/ 4344840 w 7467600"/>
              <a:gd name="connsiteY733" fmla="*/ 1922038 h 6858000"/>
              <a:gd name="connsiteX734" fmla="*/ 4378710 w 7467600"/>
              <a:gd name="connsiteY734" fmla="*/ 1665516 h 6858000"/>
              <a:gd name="connsiteX735" fmla="*/ 4448798 w 7467600"/>
              <a:gd name="connsiteY735" fmla="*/ 1253024 h 6858000"/>
              <a:gd name="connsiteX736" fmla="*/ 4480315 w 7467600"/>
              <a:gd name="connsiteY736" fmla="*/ 1158454 h 6858000"/>
              <a:gd name="connsiteX737" fmla="*/ 4494133 w 7467600"/>
              <a:gd name="connsiteY737" fmla="*/ 1118676 h 6858000"/>
              <a:gd name="connsiteX738" fmla="*/ 4557898 w 7467600"/>
              <a:gd name="connsiteY738" fmla="*/ 900011 h 6858000"/>
              <a:gd name="connsiteX739" fmla="*/ 5870151 w 7467600"/>
              <a:gd name="connsiteY739" fmla="*/ 898890 h 6858000"/>
              <a:gd name="connsiteX740" fmla="*/ 5861335 w 7467600"/>
              <a:gd name="connsiteY740" fmla="*/ 899177 h 6858000"/>
              <a:gd name="connsiteX741" fmla="*/ 5843702 w 7467600"/>
              <a:gd name="connsiteY741" fmla="*/ 899748 h 6858000"/>
              <a:gd name="connsiteX742" fmla="*/ 5651107 w 7467600"/>
              <a:gd name="connsiteY742" fmla="*/ 920306 h 6858000"/>
              <a:gd name="connsiteX743" fmla="*/ 5459407 w 7467600"/>
              <a:gd name="connsiteY743" fmla="*/ 940975 h 6858000"/>
              <a:gd name="connsiteX744" fmla="*/ 5374846 w 7467600"/>
              <a:gd name="connsiteY744" fmla="*/ 941988 h 6858000"/>
              <a:gd name="connsiteX745" fmla="*/ 5256105 w 7467600"/>
              <a:gd name="connsiteY745" fmla="*/ 945632 h 6858000"/>
              <a:gd name="connsiteX746" fmla="*/ 5107071 w 7467600"/>
              <a:gd name="connsiteY746" fmla="*/ 969720 h 6858000"/>
              <a:gd name="connsiteX747" fmla="*/ 4998681 w 7467600"/>
              <a:gd name="connsiteY747" fmla="*/ 988771 h 6858000"/>
              <a:gd name="connsiteX748" fmla="*/ 5870151 w 7467600"/>
              <a:gd name="connsiteY748" fmla="*/ 898890 h 6858000"/>
              <a:gd name="connsiteX749" fmla="*/ 5504425 w 7467600"/>
              <a:gd name="connsiteY749" fmla="*/ 848067 h 6858000"/>
              <a:gd name="connsiteX750" fmla="*/ 4968849 w 7467600"/>
              <a:gd name="connsiteY750" fmla="*/ 962318 h 6858000"/>
              <a:gd name="connsiteX751" fmla="*/ 5104039 w 7467600"/>
              <a:gd name="connsiteY751" fmla="*/ 940634 h 6858000"/>
              <a:gd name="connsiteX752" fmla="*/ 5256311 w 7467600"/>
              <a:gd name="connsiteY752" fmla="*/ 916490 h 6858000"/>
              <a:gd name="connsiteX753" fmla="*/ 5377381 w 7467600"/>
              <a:gd name="connsiteY753" fmla="*/ 912671 h 6858000"/>
              <a:gd name="connsiteX754" fmla="*/ 5460148 w 7467600"/>
              <a:gd name="connsiteY754" fmla="*/ 911442 h 6858000"/>
              <a:gd name="connsiteX755" fmla="*/ 5648971 w 7467600"/>
              <a:gd name="connsiteY755" fmla="*/ 891331 h 6858000"/>
              <a:gd name="connsiteX756" fmla="*/ 5844807 w 7467600"/>
              <a:gd name="connsiteY756" fmla="*/ 870718 h 6858000"/>
              <a:gd name="connsiteX757" fmla="*/ 5862975 w 7467600"/>
              <a:gd name="connsiteY757" fmla="*/ 869756 h 6858000"/>
              <a:gd name="connsiteX758" fmla="*/ 5920887 w 7467600"/>
              <a:gd name="connsiteY758" fmla="*/ 865929 h 6858000"/>
              <a:gd name="connsiteX759" fmla="*/ 5504425 w 7467600"/>
              <a:gd name="connsiteY759" fmla="*/ 848067 h 6858000"/>
              <a:gd name="connsiteX760" fmla="*/ 3607114 w 7467600"/>
              <a:gd name="connsiteY760" fmla="*/ 467441 h 6858000"/>
              <a:gd name="connsiteX761" fmla="*/ 3296242 w 7467600"/>
              <a:gd name="connsiteY761" fmla="*/ 807991 h 6858000"/>
              <a:gd name="connsiteX762" fmla="*/ 3174674 w 7467600"/>
              <a:gd name="connsiteY762" fmla="*/ 919759 h 6858000"/>
              <a:gd name="connsiteX763" fmla="*/ 3042978 w 7467600"/>
              <a:gd name="connsiteY763" fmla="*/ 1054894 h 6858000"/>
              <a:gd name="connsiteX764" fmla="*/ 2968914 w 7467600"/>
              <a:gd name="connsiteY764" fmla="*/ 1133756 h 6858000"/>
              <a:gd name="connsiteX765" fmla="*/ 3103823 w 7467600"/>
              <a:gd name="connsiteY765" fmla="*/ 1026814 h 6858000"/>
              <a:gd name="connsiteX766" fmla="*/ 3607114 w 7467600"/>
              <a:gd name="connsiteY766" fmla="*/ 467441 h 6858000"/>
              <a:gd name="connsiteX767" fmla="*/ 3744487 w 7467600"/>
              <a:gd name="connsiteY767" fmla="*/ 383136 h 6858000"/>
              <a:gd name="connsiteX768" fmla="*/ 3970213 w 7467600"/>
              <a:gd name="connsiteY768" fmla="*/ 995559 h 6858000"/>
              <a:gd name="connsiteX769" fmla="*/ 3744487 w 7467600"/>
              <a:gd name="connsiteY769" fmla="*/ 383136 h 6858000"/>
              <a:gd name="connsiteX770" fmla="*/ 3624562 w 7467600"/>
              <a:gd name="connsiteY770" fmla="*/ 367041 h 6858000"/>
              <a:gd name="connsiteX771" fmla="*/ 3489712 w 7467600"/>
              <a:gd name="connsiteY771" fmla="*/ 485386 h 6858000"/>
              <a:gd name="connsiteX772" fmla="*/ 3182994 w 7467600"/>
              <a:gd name="connsiteY772" fmla="*/ 828265 h 6858000"/>
              <a:gd name="connsiteX773" fmla="*/ 2892114 w 7467600"/>
              <a:gd name="connsiteY773" fmla="*/ 1172635 h 6858000"/>
              <a:gd name="connsiteX774" fmla="*/ 3021459 w 7467600"/>
              <a:gd name="connsiteY774" fmla="*/ 1035385 h 6858000"/>
              <a:gd name="connsiteX775" fmla="*/ 3153873 w 7467600"/>
              <a:gd name="connsiteY775" fmla="*/ 898971 h 6858000"/>
              <a:gd name="connsiteX776" fmla="*/ 3276511 w 7467600"/>
              <a:gd name="connsiteY776" fmla="*/ 786423 h 6858000"/>
              <a:gd name="connsiteX777" fmla="*/ 3584154 w 7467600"/>
              <a:gd name="connsiteY777" fmla="*/ 448218 h 6858000"/>
              <a:gd name="connsiteX778" fmla="*/ 3624562 w 7467600"/>
              <a:gd name="connsiteY778" fmla="*/ 367041 h 6858000"/>
              <a:gd name="connsiteX779" fmla="*/ 3766672 w 7467600"/>
              <a:gd name="connsiteY779" fmla="*/ 359429 h 6858000"/>
              <a:gd name="connsiteX780" fmla="*/ 3996338 w 7467600"/>
              <a:gd name="connsiteY780" fmla="*/ 968237 h 6858000"/>
              <a:gd name="connsiteX781" fmla="*/ 3766672 w 7467600"/>
              <a:gd name="connsiteY781" fmla="*/ 359429 h 6858000"/>
              <a:gd name="connsiteX782" fmla="*/ 5805386 w 7467600"/>
              <a:gd name="connsiteY782" fmla="*/ 239240 h 6858000"/>
              <a:gd name="connsiteX783" fmla="*/ 5736947 w 7467600"/>
              <a:gd name="connsiteY783" fmla="*/ 261367 h 6858000"/>
              <a:gd name="connsiteX784" fmla="*/ 5427012 w 7467600"/>
              <a:gd name="connsiteY784" fmla="*/ 311272 h 6858000"/>
              <a:gd name="connsiteX785" fmla="*/ 5147818 w 7467600"/>
              <a:gd name="connsiteY785" fmla="*/ 322112 h 6858000"/>
              <a:gd name="connsiteX786" fmla="*/ 5060854 w 7467600"/>
              <a:gd name="connsiteY786" fmla="*/ 311882 h 6858000"/>
              <a:gd name="connsiteX787" fmla="*/ 4945989 w 7467600"/>
              <a:gd name="connsiteY787" fmla="*/ 300516 h 6858000"/>
              <a:gd name="connsiteX788" fmla="*/ 5410479 w 7467600"/>
              <a:gd name="connsiteY788" fmla="*/ 348434 h 6858000"/>
              <a:gd name="connsiteX789" fmla="*/ 5805386 w 7467600"/>
              <a:gd name="connsiteY789" fmla="*/ 239240 h 6858000"/>
              <a:gd name="connsiteX790" fmla="*/ 5905192 w 7467600"/>
              <a:gd name="connsiteY790" fmla="*/ 163079 h 6858000"/>
              <a:gd name="connsiteX791" fmla="*/ 5865655 w 7467600"/>
              <a:gd name="connsiteY791" fmla="*/ 171901 h 6858000"/>
              <a:gd name="connsiteX792" fmla="*/ 5259740 w 7467600"/>
              <a:gd name="connsiteY792" fmla="*/ 257013 h 6858000"/>
              <a:gd name="connsiteX793" fmla="*/ 5208466 w 7467600"/>
              <a:gd name="connsiteY793" fmla="*/ 257550 h 6858000"/>
              <a:gd name="connsiteX794" fmla="*/ 4980204 w 7467600"/>
              <a:gd name="connsiteY794" fmla="*/ 271903 h 6858000"/>
              <a:gd name="connsiteX795" fmla="*/ 5068068 w 7467600"/>
              <a:gd name="connsiteY795" fmla="*/ 282244 h 6858000"/>
              <a:gd name="connsiteX796" fmla="*/ 5153231 w 7467600"/>
              <a:gd name="connsiteY796" fmla="*/ 292240 h 6858000"/>
              <a:gd name="connsiteX797" fmla="*/ 5426491 w 7467600"/>
              <a:gd name="connsiteY797" fmla="*/ 281128 h 6858000"/>
              <a:gd name="connsiteX798" fmla="*/ 5731212 w 7467600"/>
              <a:gd name="connsiteY798" fmla="*/ 231951 h 6858000"/>
              <a:gd name="connsiteX799" fmla="*/ 5905192 w 7467600"/>
              <a:gd name="connsiteY799" fmla="*/ 163079 h 6858000"/>
              <a:gd name="connsiteX800" fmla="*/ 5944437 w 7467600"/>
              <a:gd name="connsiteY800" fmla="*/ 113829 h 6858000"/>
              <a:gd name="connsiteX801" fmla="*/ 5825032 w 7467600"/>
              <a:gd name="connsiteY801" fmla="*/ 146405 h 6858000"/>
              <a:gd name="connsiteX802" fmla="*/ 4955599 w 7467600"/>
              <a:gd name="connsiteY802" fmla="*/ 247008 h 6858000"/>
              <a:gd name="connsiteX803" fmla="*/ 5210104 w 7467600"/>
              <a:gd name="connsiteY803" fmla="*/ 228123 h 6858000"/>
              <a:gd name="connsiteX804" fmla="*/ 5261015 w 7467600"/>
              <a:gd name="connsiteY804" fmla="*/ 227087 h 6858000"/>
              <a:gd name="connsiteX805" fmla="*/ 5861181 w 7467600"/>
              <a:gd name="connsiteY805" fmla="*/ 143093 h 6858000"/>
              <a:gd name="connsiteX806" fmla="*/ 5961252 w 7467600"/>
              <a:gd name="connsiteY806" fmla="*/ 114820 h 6858000"/>
              <a:gd name="connsiteX807" fmla="*/ 5944437 w 7467600"/>
              <a:gd name="connsiteY807" fmla="*/ 113829 h 6858000"/>
              <a:gd name="connsiteX808" fmla="*/ 3882765 w 7467600"/>
              <a:gd name="connsiteY808" fmla="*/ 0 h 6858000"/>
              <a:gd name="connsiteX809" fmla="*/ 3995099 w 7467600"/>
              <a:gd name="connsiteY809" fmla="*/ 0 h 6858000"/>
              <a:gd name="connsiteX810" fmla="*/ 4163818 w 7467600"/>
              <a:gd name="connsiteY810" fmla="*/ 234104 h 6858000"/>
              <a:gd name="connsiteX811" fmla="*/ 4172099 w 7467600"/>
              <a:gd name="connsiteY811" fmla="*/ 234207 h 6858000"/>
              <a:gd name="connsiteX812" fmla="*/ 4784282 w 7467600"/>
              <a:gd name="connsiteY812" fmla="*/ 276561 h 6858000"/>
              <a:gd name="connsiteX813" fmla="*/ 4801687 w 7467600"/>
              <a:gd name="connsiteY813" fmla="*/ 267764 h 6858000"/>
              <a:gd name="connsiteX814" fmla="*/ 6082788 w 7467600"/>
              <a:gd name="connsiteY814" fmla="*/ 64119 h 6858000"/>
              <a:gd name="connsiteX815" fmla="*/ 6099442 w 7467600"/>
              <a:gd name="connsiteY815" fmla="*/ 82568 h 6858000"/>
              <a:gd name="connsiteX816" fmla="*/ 4804137 w 7467600"/>
              <a:gd name="connsiteY816" fmla="*/ 320931 h 6858000"/>
              <a:gd name="connsiteX817" fmla="*/ 4227047 w 7467600"/>
              <a:gd name="connsiteY817" fmla="*/ 313415 h 6858000"/>
              <a:gd name="connsiteX818" fmla="*/ 4346041 w 7467600"/>
              <a:gd name="connsiteY818" fmla="*/ 456086 h 6858000"/>
              <a:gd name="connsiteX819" fmla="*/ 4870967 w 7467600"/>
              <a:gd name="connsiteY819" fmla="*/ 963061 h 6858000"/>
              <a:gd name="connsiteX820" fmla="*/ 4889647 w 7467600"/>
              <a:gd name="connsiteY820" fmla="*/ 957147 h 6858000"/>
              <a:gd name="connsiteX821" fmla="*/ 5422504 w 7467600"/>
              <a:gd name="connsiteY821" fmla="*/ 805191 h 6858000"/>
              <a:gd name="connsiteX822" fmla="*/ 6087656 w 7467600"/>
              <a:gd name="connsiteY822" fmla="*/ 826703 h 6858000"/>
              <a:gd name="connsiteX823" fmla="*/ 6058717 w 7467600"/>
              <a:gd name="connsiteY823" fmla="*/ 865992 h 6858000"/>
              <a:gd name="connsiteX824" fmla="*/ 4974153 w 7467600"/>
              <a:gd name="connsiteY824" fmla="*/ 1045456 h 6858000"/>
              <a:gd name="connsiteX825" fmla="*/ 5627835 w 7467600"/>
              <a:gd name="connsiteY825" fmla="*/ 1472077 h 6858000"/>
              <a:gd name="connsiteX826" fmla="*/ 5629817 w 7467600"/>
              <a:gd name="connsiteY826" fmla="*/ 1471412 h 6858000"/>
              <a:gd name="connsiteX827" fmla="*/ 5634124 w 7467600"/>
              <a:gd name="connsiteY827" fmla="*/ 1470572 h 6858000"/>
              <a:gd name="connsiteX828" fmla="*/ 5755832 w 7467600"/>
              <a:gd name="connsiteY828" fmla="*/ 1383886 h 6858000"/>
              <a:gd name="connsiteX829" fmla="*/ 6014186 w 7467600"/>
              <a:gd name="connsiteY829" fmla="*/ 1279799 h 6858000"/>
              <a:gd name="connsiteX830" fmla="*/ 6901619 w 7467600"/>
              <a:gd name="connsiteY830" fmla="*/ 1047874 h 6858000"/>
              <a:gd name="connsiteX831" fmla="*/ 6931566 w 7467600"/>
              <a:gd name="connsiteY831" fmla="*/ 1062034 h 6858000"/>
              <a:gd name="connsiteX832" fmla="*/ 5790982 w 7467600"/>
              <a:gd name="connsiteY832" fmla="*/ 1561380 h 6858000"/>
              <a:gd name="connsiteX833" fmla="*/ 6188971 w 7467600"/>
              <a:gd name="connsiteY833" fmla="*/ 1755168 h 6858000"/>
              <a:gd name="connsiteX834" fmla="*/ 6202446 w 7467600"/>
              <a:gd name="connsiteY834" fmla="*/ 1752268 h 6858000"/>
              <a:gd name="connsiteX835" fmla="*/ 7179560 w 7467600"/>
              <a:gd name="connsiteY835" fmla="*/ 1467551 h 6858000"/>
              <a:gd name="connsiteX836" fmla="*/ 7158730 w 7467600"/>
              <a:gd name="connsiteY836" fmla="*/ 1507835 h 6858000"/>
              <a:gd name="connsiteX837" fmla="*/ 6326959 w 7467600"/>
              <a:gd name="connsiteY837" fmla="*/ 1817686 h 6858000"/>
              <a:gd name="connsiteX838" fmla="*/ 6537433 w 7467600"/>
              <a:gd name="connsiteY838" fmla="*/ 1907790 h 6858000"/>
              <a:gd name="connsiteX839" fmla="*/ 6550221 w 7467600"/>
              <a:gd name="connsiteY839" fmla="*/ 1910729 h 6858000"/>
              <a:gd name="connsiteX840" fmla="*/ 6964438 w 7467600"/>
              <a:gd name="connsiteY840" fmla="*/ 2209505 h 6858000"/>
              <a:gd name="connsiteX841" fmla="*/ 7367862 w 7467600"/>
              <a:gd name="connsiteY841" fmla="*/ 2806833 h 6858000"/>
              <a:gd name="connsiteX842" fmla="*/ 7364329 w 7467600"/>
              <a:gd name="connsiteY842" fmla="*/ 2826907 h 6858000"/>
              <a:gd name="connsiteX843" fmla="*/ 7290545 w 7467600"/>
              <a:gd name="connsiteY843" fmla="*/ 2850663 h 6858000"/>
              <a:gd name="connsiteX844" fmla="*/ 6472036 w 7467600"/>
              <a:gd name="connsiteY844" fmla="*/ 1959003 h 6858000"/>
              <a:gd name="connsiteX845" fmla="*/ 5792897 w 7467600"/>
              <a:gd name="connsiteY845" fmla="*/ 1647747 h 6858000"/>
              <a:gd name="connsiteX846" fmla="*/ 5842751 w 7467600"/>
              <a:gd name="connsiteY846" fmla="*/ 1816112 h 6858000"/>
              <a:gd name="connsiteX847" fmla="*/ 5847424 w 7467600"/>
              <a:gd name="connsiteY847" fmla="*/ 1815776 h 6858000"/>
              <a:gd name="connsiteX848" fmla="*/ 6399821 w 7467600"/>
              <a:gd name="connsiteY848" fmla="*/ 2344799 h 6858000"/>
              <a:gd name="connsiteX849" fmla="*/ 6323232 w 7467600"/>
              <a:gd name="connsiteY849" fmla="*/ 2389634 h 6858000"/>
              <a:gd name="connsiteX850" fmla="*/ 5942958 w 7467600"/>
              <a:gd name="connsiteY850" fmla="*/ 2077708 h 6858000"/>
              <a:gd name="connsiteX851" fmla="*/ 5921559 w 7467600"/>
              <a:gd name="connsiteY851" fmla="*/ 2378596 h 6858000"/>
              <a:gd name="connsiteX852" fmla="*/ 5817651 w 7467600"/>
              <a:gd name="connsiteY852" fmla="*/ 3023919 h 6858000"/>
              <a:gd name="connsiteX853" fmla="*/ 5729634 w 7467600"/>
              <a:gd name="connsiteY853" fmla="*/ 3051849 h 6858000"/>
              <a:gd name="connsiteX854" fmla="*/ 5611018 w 7467600"/>
              <a:gd name="connsiteY854" fmla="*/ 2316769 h 6858000"/>
              <a:gd name="connsiteX855" fmla="*/ 5687608 w 7467600"/>
              <a:gd name="connsiteY855" fmla="*/ 2039972 h 6858000"/>
              <a:gd name="connsiteX856" fmla="*/ 5657554 w 7467600"/>
              <a:gd name="connsiteY856" fmla="*/ 1576445 h 6858000"/>
              <a:gd name="connsiteX857" fmla="*/ 5150475 w 7467600"/>
              <a:gd name="connsiteY857" fmla="*/ 1274012 h 6858000"/>
              <a:gd name="connsiteX858" fmla="*/ 5349142 w 7467600"/>
              <a:gd name="connsiteY858" fmla="*/ 2204405 h 6858000"/>
              <a:gd name="connsiteX859" fmla="*/ 5262214 w 7467600"/>
              <a:gd name="connsiteY859" fmla="*/ 2233836 h 6858000"/>
              <a:gd name="connsiteX860" fmla="*/ 4981539 w 7467600"/>
              <a:gd name="connsiteY860" fmla="*/ 1542201 h 6858000"/>
              <a:gd name="connsiteX861" fmla="*/ 4958461 w 7467600"/>
              <a:gd name="connsiteY861" fmla="*/ 1136957 h 6858000"/>
              <a:gd name="connsiteX862" fmla="*/ 4655015 w 7467600"/>
              <a:gd name="connsiteY862" fmla="*/ 891426 h 6858000"/>
              <a:gd name="connsiteX863" fmla="*/ 4348002 w 7467600"/>
              <a:gd name="connsiteY863" fmla="*/ 2205895 h 6858000"/>
              <a:gd name="connsiteX864" fmla="*/ 4262250 w 7467600"/>
              <a:gd name="connsiteY864" fmla="*/ 2219972 h 6858000"/>
              <a:gd name="connsiteX865" fmla="*/ 4550611 w 7467600"/>
              <a:gd name="connsiteY865" fmla="*/ 817540 h 6858000"/>
              <a:gd name="connsiteX866" fmla="*/ 4564418 w 7467600"/>
              <a:gd name="connsiteY866" fmla="*/ 808293 h 6858000"/>
              <a:gd name="connsiteX867" fmla="*/ 4266388 w 7467600"/>
              <a:gd name="connsiteY867" fmla="*/ 500083 h 6858000"/>
              <a:gd name="connsiteX868" fmla="*/ 4032842 w 7467600"/>
              <a:gd name="connsiteY868" fmla="*/ 211809 h 6858000"/>
              <a:gd name="connsiteX869" fmla="*/ 3882765 w 7467600"/>
              <a:gd name="connsiteY869" fmla="*/ 0 h 6858000"/>
              <a:gd name="connsiteX870" fmla="*/ 3721337 w 7467600"/>
              <a:gd name="connsiteY870" fmla="*/ 0 h 6858000"/>
              <a:gd name="connsiteX871" fmla="*/ 3797544 w 7467600"/>
              <a:gd name="connsiteY871" fmla="*/ 0 h 6858000"/>
              <a:gd name="connsiteX872" fmla="*/ 3775734 w 7467600"/>
              <a:gd name="connsiteY872" fmla="*/ 95131 h 6858000"/>
              <a:gd name="connsiteX873" fmla="*/ 3724807 w 7467600"/>
              <a:gd name="connsiteY873" fmla="*/ 272257 h 6858000"/>
              <a:gd name="connsiteX874" fmla="*/ 3726844 w 7467600"/>
              <a:gd name="connsiteY874" fmla="*/ 282988 h 6858000"/>
              <a:gd name="connsiteX875" fmla="*/ 3742664 w 7467600"/>
              <a:gd name="connsiteY875" fmla="*/ 279918 h 6858000"/>
              <a:gd name="connsiteX876" fmla="*/ 4103910 w 7467600"/>
              <a:gd name="connsiteY876" fmla="*/ 1161917 h 6858000"/>
              <a:gd name="connsiteX877" fmla="*/ 4020269 w 7467600"/>
              <a:gd name="connsiteY877" fmla="*/ 1200406 h 6858000"/>
              <a:gd name="connsiteX878" fmla="*/ 3674882 w 7467600"/>
              <a:gd name="connsiteY878" fmla="*/ 488524 h 6858000"/>
              <a:gd name="connsiteX879" fmla="*/ 3132682 w 7467600"/>
              <a:gd name="connsiteY879" fmla="*/ 1072284 h 6858000"/>
              <a:gd name="connsiteX880" fmla="*/ 2716346 w 7467600"/>
              <a:gd name="connsiteY880" fmla="*/ 1276376 h 6858000"/>
              <a:gd name="connsiteX881" fmla="*/ 2716772 w 7467600"/>
              <a:gd name="connsiteY881" fmla="*/ 1255462 h 6858000"/>
              <a:gd name="connsiteX882" fmla="*/ 3471096 w 7467600"/>
              <a:gd name="connsiteY882" fmla="*/ 437072 h 6858000"/>
              <a:gd name="connsiteX883" fmla="*/ 3639057 w 7467600"/>
              <a:gd name="connsiteY883" fmla="*/ 286334 h 6858000"/>
              <a:gd name="connsiteX884" fmla="*/ 3640309 w 7467600"/>
              <a:gd name="connsiteY884" fmla="*/ 284664 h 6858000"/>
              <a:gd name="connsiteX885" fmla="*/ 3646022 w 7467600"/>
              <a:gd name="connsiteY885" fmla="*/ 276711 h 6858000"/>
              <a:gd name="connsiteX886" fmla="*/ 3707943 w 7467600"/>
              <a:gd name="connsiteY886" fmla="*/ 65958 h 6858000"/>
              <a:gd name="connsiteX887" fmla="*/ 3721337 w 7467600"/>
              <a:gd name="connsiteY887" fmla="*/ 0 h 6858000"/>
              <a:gd name="connsiteX888" fmla="*/ 2867960 w 7467600"/>
              <a:gd name="connsiteY888" fmla="*/ 0 h 6858000"/>
              <a:gd name="connsiteX889" fmla="*/ 2926351 w 7467600"/>
              <a:gd name="connsiteY889" fmla="*/ 0 h 6858000"/>
              <a:gd name="connsiteX890" fmla="*/ 2902823 w 7467600"/>
              <a:gd name="connsiteY890" fmla="*/ 262929 h 6858000"/>
              <a:gd name="connsiteX891" fmla="*/ 2940663 w 7467600"/>
              <a:gd name="connsiteY891" fmla="*/ 140884 h 6858000"/>
              <a:gd name="connsiteX892" fmla="*/ 2947039 w 7467600"/>
              <a:gd name="connsiteY892" fmla="*/ 122524 h 6858000"/>
              <a:gd name="connsiteX893" fmla="*/ 2984316 w 7467600"/>
              <a:gd name="connsiteY893" fmla="*/ 0 h 6858000"/>
              <a:gd name="connsiteX894" fmla="*/ 3016114 w 7467600"/>
              <a:gd name="connsiteY894" fmla="*/ 0 h 6858000"/>
              <a:gd name="connsiteX895" fmla="*/ 2979949 w 7467600"/>
              <a:gd name="connsiteY895" fmla="*/ 119274 h 6858000"/>
              <a:gd name="connsiteX896" fmla="*/ 3023879 w 7467600"/>
              <a:gd name="connsiteY896" fmla="*/ 0 h 6858000"/>
              <a:gd name="connsiteX897" fmla="*/ 3105400 w 7467600"/>
              <a:gd name="connsiteY897" fmla="*/ 0 h 6858000"/>
              <a:gd name="connsiteX898" fmla="*/ 3094669 w 7467600"/>
              <a:gd name="connsiteY898" fmla="*/ 30308 h 6858000"/>
              <a:gd name="connsiteX899" fmla="*/ 2901945 w 7467600"/>
              <a:gd name="connsiteY899" fmla="*/ 466538 h 6858000"/>
              <a:gd name="connsiteX900" fmla="*/ 2815209 w 7467600"/>
              <a:gd name="connsiteY900" fmla="*/ 497361 h 6858000"/>
              <a:gd name="connsiteX901" fmla="*/ 2844845 w 7467600"/>
              <a:gd name="connsiteY901" fmla="*/ 127638 h 6858000"/>
              <a:gd name="connsiteX902" fmla="*/ 2867960 w 7467600"/>
              <a:gd name="connsiteY902" fmla="*/ 0 h 6858000"/>
              <a:gd name="connsiteX903" fmla="*/ 1057230 w 7467600"/>
              <a:gd name="connsiteY903" fmla="*/ 0 h 6858000"/>
              <a:gd name="connsiteX904" fmla="*/ 1111003 w 7467600"/>
              <a:gd name="connsiteY904" fmla="*/ 0 h 6858000"/>
              <a:gd name="connsiteX905" fmla="*/ 1125553 w 7467600"/>
              <a:gd name="connsiteY905" fmla="*/ 52588 h 6858000"/>
              <a:gd name="connsiteX906" fmla="*/ 1304276 w 7467600"/>
              <a:gd name="connsiteY906" fmla="*/ 476275 h 6858000"/>
              <a:gd name="connsiteX907" fmla="*/ 1492066 w 7467600"/>
              <a:gd name="connsiteY907" fmla="*/ 886333 h 6858000"/>
              <a:gd name="connsiteX908" fmla="*/ 1423698 w 7467600"/>
              <a:gd name="connsiteY908" fmla="*/ 710817 h 6858000"/>
              <a:gd name="connsiteX909" fmla="*/ 1357609 w 7467600"/>
              <a:gd name="connsiteY909" fmla="*/ 532892 h 6858000"/>
              <a:gd name="connsiteX910" fmla="*/ 1309550 w 7467600"/>
              <a:gd name="connsiteY910" fmla="*/ 374031 h 6858000"/>
              <a:gd name="connsiteX911" fmla="*/ 1193673 w 7467600"/>
              <a:gd name="connsiteY911" fmla="*/ 49533 h 6858000"/>
              <a:gd name="connsiteX912" fmla="*/ 1164391 w 7467600"/>
              <a:gd name="connsiteY912" fmla="*/ 0 h 6858000"/>
              <a:gd name="connsiteX913" fmla="*/ 1200666 w 7467600"/>
              <a:gd name="connsiteY913" fmla="*/ 0 h 6858000"/>
              <a:gd name="connsiteX914" fmla="*/ 1223408 w 7467600"/>
              <a:gd name="connsiteY914" fmla="*/ 38996 h 6858000"/>
              <a:gd name="connsiteX915" fmla="*/ 1339635 w 7467600"/>
              <a:gd name="connsiteY915" fmla="*/ 365517 h 6858000"/>
              <a:gd name="connsiteX916" fmla="*/ 1387469 w 7467600"/>
              <a:gd name="connsiteY916" fmla="*/ 523079 h 6858000"/>
              <a:gd name="connsiteX917" fmla="*/ 1452685 w 7467600"/>
              <a:gd name="connsiteY917" fmla="*/ 699806 h 6858000"/>
              <a:gd name="connsiteX918" fmla="*/ 1492092 w 7467600"/>
              <a:gd name="connsiteY918" fmla="*/ 800424 h 6858000"/>
              <a:gd name="connsiteX919" fmla="*/ 1455302 w 7467600"/>
              <a:gd name="connsiteY919" fmla="*/ 632913 h 6858000"/>
              <a:gd name="connsiteX920" fmla="*/ 1222336 w 7467600"/>
              <a:gd name="connsiteY920" fmla="*/ 9480 h 6858000"/>
              <a:gd name="connsiteX921" fmla="*/ 1214634 w 7467600"/>
              <a:gd name="connsiteY921" fmla="*/ 0 h 6858000"/>
              <a:gd name="connsiteX922" fmla="*/ 1289827 w 7467600"/>
              <a:gd name="connsiteY922" fmla="*/ 0 h 6858000"/>
              <a:gd name="connsiteX923" fmla="*/ 1321076 w 7467600"/>
              <a:gd name="connsiteY923" fmla="*/ 59722 h 6858000"/>
              <a:gd name="connsiteX924" fmla="*/ 1512579 w 7467600"/>
              <a:gd name="connsiteY924" fmla="*/ 626441 h 6858000"/>
              <a:gd name="connsiteX925" fmla="*/ 1506076 w 7467600"/>
              <a:gd name="connsiteY925" fmla="*/ 1089289 h 6858000"/>
              <a:gd name="connsiteX926" fmla="*/ 1486346 w 7467600"/>
              <a:gd name="connsiteY926" fmla="*/ 1079919 h 6858000"/>
              <a:gd name="connsiteX927" fmla="*/ 1070511 w 7467600"/>
              <a:gd name="connsiteY927" fmla="*/ 48609 h 6858000"/>
              <a:gd name="connsiteX928" fmla="*/ 1057230 w 7467600"/>
              <a:gd name="connsiteY928" fmla="*/ 0 h 6858000"/>
              <a:gd name="connsiteX929" fmla="*/ 43151 w 7467600"/>
              <a:gd name="connsiteY929" fmla="*/ 0 h 6858000"/>
              <a:gd name="connsiteX930" fmla="*/ 95283 w 7467600"/>
              <a:gd name="connsiteY930" fmla="*/ 0 h 6858000"/>
              <a:gd name="connsiteX931" fmla="*/ 300708 w 7467600"/>
              <a:gd name="connsiteY931" fmla="*/ 154571 h 6858000"/>
              <a:gd name="connsiteX932" fmla="*/ 530414 w 7467600"/>
              <a:gd name="connsiteY932" fmla="*/ 354673 h 6858000"/>
              <a:gd name="connsiteX933" fmla="*/ 333785 w 7467600"/>
              <a:gd name="connsiteY933" fmla="*/ 161564 h 6858000"/>
              <a:gd name="connsiteX934" fmla="*/ 147005 w 7467600"/>
              <a:gd name="connsiteY934" fmla="*/ 0 h 6858000"/>
              <a:gd name="connsiteX935" fmla="*/ 272509 w 7467600"/>
              <a:gd name="connsiteY935" fmla="*/ 0 h 6858000"/>
              <a:gd name="connsiteX936" fmla="*/ 326276 w 7467600"/>
              <a:gd name="connsiteY936" fmla="*/ 45847 h 6858000"/>
              <a:gd name="connsiteX937" fmla="*/ 823759 w 7467600"/>
              <a:gd name="connsiteY937" fmla="*/ 574145 h 6858000"/>
              <a:gd name="connsiteX938" fmla="*/ 811254 w 7467600"/>
              <a:gd name="connsiteY938" fmla="*/ 665546 h 6858000"/>
              <a:gd name="connsiteX939" fmla="*/ 154042 w 7467600"/>
              <a:gd name="connsiteY939" fmla="*/ 261522 h 6858000"/>
              <a:gd name="connsiteX940" fmla="*/ 13550 w 7467600"/>
              <a:gd name="connsiteY940" fmla="*/ 158423 h 6858000"/>
              <a:gd name="connsiteX941" fmla="*/ 0 w 7467600"/>
              <a:gd name="connsiteY941" fmla="*/ 146618 h 6858000"/>
              <a:gd name="connsiteX942" fmla="*/ 0 w 7467600"/>
              <a:gd name="connsiteY942" fmla="*/ 59161 h 6858000"/>
              <a:gd name="connsiteX943" fmla="*/ 45427 w 7467600"/>
              <a:gd name="connsiteY943" fmla="*/ 101078 h 6858000"/>
              <a:gd name="connsiteX944" fmla="*/ 630103 w 7467600"/>
              <a:gd name="connsiteY944" fmla="*/ 485885 h 6858000"/>
              <a:gd name="connsiteX945" fmla="*/ 532040 w 7467600"/>
              <a:gd name="connsiteY945" fmla="*/ 399359 h 6858000"/>
              <a:gd name="connsiteX946" fmla="*/ 517618 w 7467600"/>
              <a:gd name="connsiteY946" fmla="*/ 385726 h 6858000"/>
              <a:gd name="connsiteX947" fmla="*/ 285074 w 7467600"/>
              <a:gd name="connsiteY947" fmla="*/ 182755 h 6858000"/>
              <a:gd name="connsiteX948" fmla="*/ 43151 w 7467600"/>
              <a:gd name="connsiteY94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67913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1019354 w 7467600"/>
              <a:gd name="connsiteY16" fmla="*/ 6315006 h 6858000"/>
              <a:gd name="connsiteX17" fmla="*/ 441046 w 7467600"/>
              <a:gd name="connsiteY17" fmla="*/ 6691153 h 6858000"/>
              <a:gd name="connsiteX18" fmla="*/ 1019354 w 7467600"/>
              <a:gd name="connsiteY18" fmla="*/ 6315006 h 6858000"/>
              <a:gd name="connsiteX19" fmla="*/ 991680 w 7467600"/>
              <a:gd name="connsiteY19" fmla="*/ 6298413 h 6858000"/>
              <a:gd name="connsiteX20" fmla="*/ 409060 w 7467600"/>
              <a:gd name="connsiteY20" fmla="*/ 6671470 h 6858000"/>
              <a:gd name="connsiteX21" fmla="*/ 991680 w 7467600"/>
              <a:gd name="connsiteY21" fmla="*/ 6298413 h 6858000"/>
              <a:gd name="connsiteX22" fmla="*/ 103333 w 7467600"/>
              <a:gd name="connsiteY22" fmla="*/ 5699602 h 6858000"/>
              <a:gd name="connsiteX23" fmla="*/ 233938 w 7467600"/>
              <a:gd name="connsiteY23" fmla="*/ 5809416 h 6858000"/>
              <a:gd name="connsiteX24" fmla="*/ 883580 w 7467600"/>
              <a:gd name="connsiteY24" fmla="*/ 6180710 h 6858000"/>
              <a:gd name="connsiteX25" fmla="*/ 487337 w 7467600"/>
              <a:gd name="connsiteY25" fmla="*/ 5950182 h 6858000"/>
              <a:gd name="connsiteX26" fmla="*/ 354051 w 7467600"/>
              <a:gd name="connsiteY26" fmla="*/ 5854912 h 6858000"/>
              <a:gd name="connsiteX27" fmla="*/ 195436 w 7467600"/>
              <a:gd name="connsiteY27" fmla="*/ 5755068 h 6858000"/>
              <a:gd name="connsiteX28" fmla="*/ 103333 w 7467600"/>
              <a:gd name="connsiteY28" fmla="*/ 5699602 h 6858000"/>
              <a:gd name="connsiteX29" fmla="*/ 5539432 w 7467600"/>
              <a:gd name="connsiteY29" fmla="*/ 5642928 h 6858000"/>
              <a:gd name="connsiteX30" fmla="*/ 5555462 w 7467600"/>
              <a:gd name="connsiteY30" fmla="*/ 5694454 h 6858000"/>
              <a:gd name="connsiteX31" fmla="*/ 5828270 w 7467600"/>
              <a:gd name="connsiteY31" fmla="*/ 6320663 h 6858000"/>
              <a:gd name="connsiteX32" fmla="*/ 5947416 w 7467600"/>
              <a:gd name="connsiteY32" fmla="*/ 6574846 h 6858000"/>
              <a:gd name="connsiteX33" fmla="*/ 5539432 w 7467600"/>
              <a:gd name="connsiteY33" fmla="*/ 5642928 h 6858000"/>
              <a:gd name="connsiteX34" fmla="*/ 51253 w 7467600"/>
              <a:gd name="connsiteY34" fmla="*/ 5631825 h 6858000"/>
              <a:gd name="connsiteX35" fmla="*/ 211622 w 7467600"/>
              <a:gd name="connsiteY35" fmla="*/ 5728803 h 6858000"/>
              <a:gd name="connsiteX36" fmla="*/ 371652 w 7467600"/>
              <a:gd name="connsiteY36" fmla="*/ 5829062 h 6858000"/>
              <a:gd name="connsiteX37" fmla="*/ 505903 w 7467600"/>
              <a:gd name="connsiteY37" fmla="*/ 5925221 h 6858000"/>
              <a:gd name="connsiteX38" fmla="*/ 899240 w 7467600"/>
              <a:gd name="connsiteY38" fmla="*/ 6153068 h 6858000"/>
              <a:gd name="connsiteX39" fmla="*/ 988114 w 7467600"/>
              <a:gd name="connsiteY39" fmla="*/ 6174204 h 6858000"/>
              <a:gd name="connsiteX40" fmla="*/ 845971 w 7467600"/>
              <a:gd name="connsiteY40" fmla="*/ 6067177 h 6858000"/>
              <a:gd name="connsiteX41" fmla="*/ 448057 w 7467600"/>
              <a:gd name="connsiteY41" fmla="*/ 5841376 h 6858000"/>
              <a:gd name="connsiteX42" fmla="*/ 51253 w 7467600"/>
              <a:gd name="connsiteY42" fmla="*/ 5631825 h 6858000"/>
              <a:gd name="connsiteX43" fmla="*/ 2606687 w 7467600"/>
              <a:gd name="connsiteY43" fmla="*/ 5630718 h 6858000"/>
              <a:gd name="connsiteX44" fmla="*/ 2645658 w 7467600"/>
              <a:gd name="connsiteY44" fmla="*/ 6640259 h 6858000"/>
              <a:gd name="connsiteX45" fmla="*/ 2606687 w 7467600"/>
              <a:gd name="connsiteY45" fmla="*/ 5630718 h 6858000"/>
              <a:gd name="connsiteX46" fmla="*/ 3642057 w 7467600"/>
              <a:gd name="connsiteY46" fmla="*/ 5573487 h 6858000"/>
              <a:gd name="connsiteX47" fmla="*/ 3632981 w 7467600"/>
              <a:gd name="connsiteY47" fmla="*/ 5579437 h 6858000"/>
              <a:gd name="connsiteX48" fmla="*/ 3382436 w 7467600"/>
              <a:gd name="connsiteY48" fmla="*/ 5952726 h 6858000"/>
              <a:gd name="connsiteX49" fmla="*/ 3191929 w 7467600"/>
              <a:gd name="connsiteY49" fmla="*/ 6662669 h 6858000"/>
              <a:gd name="connsiteX50" fmla="*/ 3369898 w 7467600"/>
              <a:gd name="connsiteY50" fmla="*/ 6081771 h 6858000"/>
              <a:gd name="connsiteX51" fmla="*/ 3642057 w 7467600"/>
              <a:gd name="connsiteY51" fmla="*/ 5573487 h 6858000"/>
              <a:gd name="connsiteX52" fmla="*/ 2650666 w 7467600"/>
              <a:gd name="connsiteY52" fmla="*/ 5530686 h 6858000"/>
              <a:gd name="connsiteX53" fmla="*/ 2650249 w 7467600"/>
              <a:gd name="connsiteY53" fmla="*/ 5532101 h 6858000"/>
              <a:gd name="connsiteX54" fmla="*/ 2663808 w 7467600"/>
              <a:gd name="connsiteY54" fmla="*/ 6535215 h 6858000"/>
              <a:gd name="connsiteX55" fmla="*/ 2665418 w 7467600"/>
              <a:gd name="connsiteY55" fmla="*/ 6132756 h 6858000"/>
              <a:gd name="connsiteX56" fmla="*/ 2650666 w 7467600"/>
              <a:gd name="connsiteY56" fmla="*/ 5530686 h 6858000"/>
              <a:gd name="connsiteX57" fmla="*/ 2680277 w 7467600"/>
              <a:gd name="connsiteY57" fmla="*/ 5479204 h 6858000"/>
              <a:gd name="connsiteX58" fmla="*/ 2678972 w 7467600"/>
              <a:gd name="connsiteY58" fmla="*/ 5481582 h 6858000"/>
              <a:gd name="connsiteX59" fmla="*/ 2696666 w 7467600"/>
              <a:gd name="connsiteY59" fmla="*/ 6133836 h 6858000"/>
              <a:gd name="connsiteX60" fmla="*/ 2695769 w 7467600"/>
              <a:gd name="connsiteY60" fmla="*/ 6390955 h 6858000"/>
              <a:gd name="connsiteX61" fmla="*/ 2739893 w 7467600"/>
              <a:gd name="connsiteY61" fmla="*/ 6108357 h 6858000"/>
              <a:gd name="connsiteX62" fmla="*/ 2680277 w 7467600"/>
              <a:gd name="connsiteY62" fmla="*/ 5479204 h 6858000"/>
              <a:gd name="connsiteX63" fmla="*/ 1132195 w 7467600"/>
              <a:gd name="connsiteY63" fmla="*/ 5467980 h 6858000"/>
              <a:gd name="connsiteX64" fmla="*/ 1679056 w 7467600"/>
              <a:gd name="connsiteY64" fmla="*/ 5516907 h 6858000"/>
              <a:gd name="connsiteX65" fmla="*/ 2128648 w 7467600"/>
              <a:gd name="connsiteY65" fmla="*/ 5474249 h 6858000"/>
              <a:gd name="connsiteX66" fmla="*/ 1825619 w 7467600"/>
              <a:gd name="connsiteY66" fmla="*/ 5478447 h 6858000"/>
              <a:gd name="connsiteX67" fmla="*/ 1737798 w 7467600"/>
              <a:gd name="connsiteY67" fmla="*/ 5483353 h 6858000"/>
              <a:gd name="connsiteX68" fmla="*/ 1132195 w 7467600"/>
              <a:gd name="connsiteY68" fmla="*/ 5467980 h 6858000"/>
              <a:gd name="connsiteX69" fmla="*/ 1456157 w 7467600"/>
              <a:gd name="connsiteY69" fmla="*/ 5371404 h 6858000"/>
              <a:gd name="connsiteX70" fmla="*/ 1244432 w 7467600"/>
              <a:gd name="connsiteY70" fmla="*/ 5385601 h 6858000"/>
              <a:gd name="connsiteX71" fmla="*/ 973990 w 7467600"/>
              <a:gd name="connsiteY71" fmla="*/ 5424940 h 6858000"/>
              <a:gd name="connsiteX72" fmla="*/ 1103809 w 7467600"/>
              <a:gd name="connsiteY72" fmla="*/ 5433720 h 6858000"/>
              <a:gd name="connsiteX73" fmla="*/ 1123454 w 7467600"/>
              <a:gd name="connsiteY73" fmla="*/ 5435727 h 6858000"/>
              <a:gd name="connsiteX74" fmla="*/ 1737017 w 7467600"/>
              <a:gd name="connsiteY74" fmla="*/ 5452183 h 6858000"/>
              <a:gd name="connsiteX75" fmla="*/ 1824397 w 7467600"/>
              <a:gd name="connsiteY75" fmla="*/ 5447757 h 6858000"/>
              <a:gd name="connsiteX76" fmla="*/ 2070059 w 7467600"/>
              <a:gd name="connsiteY76" fmla="*/ 5441660 h 6858000"/>
              <a:gd name="connsiteX77" fmla="*/ 1456157 w 7467600"/>
              <a:gd name="connsiteY77" fmla="*/ 5371404 h 6858000"/>
              <a:gd name="connsiteX78" fmla="*/ 4988186 w 7467600"/>
              <a:gd name="connsiteY78" fmla="*/ 5216467 h 6858000"/>
              <a:gd name="connsiteX79" fmla="*/ 4777334 w 7467600"/>
              <a:gd name="connsiteY79" fmla="*/ 5406072 h 6858000"/>
              <a:gd name="connsiteX80" fmla="*/ 4718341 w 7467600"/>
              <a:gd name="connsiteY80" fmla="*/ 5468043 h 6858000"/>
              <a:gd name="connsiteX81" fmla="*/ 4604655 w 7467600"/>
              <a:gd name="connsiteY81" fmla="*/ 5583434 h 6858000"/>
              <a:gd name="connsiteX82" fmla="*/ 4565074 w 7467600"/>
              <a:gd name="connsiteY82" fmla="*/ 5618550 h 6858000"/>
              <a:gd name="connsiteX83" fmla="*/ 4988186 w 7467600"/>
              <a:gd name="connsiteY83" fmla="*/ 5216467 h 6858000"/>
              <a:gd name="connsiteX84" fmla="*/ 4978032 w 7467600"/>
              <a:gd name="connsiteY84" fmla="*/ 5183809 h 6858000"/>
              <a:gd name="connsiteX85" fmla="*/ 4463413 w 7467600"/>
              <a:gd name="connsiteY85" fmla="*/ 5615162 h 6858000"/>
              <a:gd name="connsiteX86" fmla="*/ 4358134 w 7467600"/>
              <a:gd name="connsiteY86" fmla="*/ 5742791 h 6858000"/>
              <a:gd name="connsiteX87" fmla="*/ 4376219 w 7467600"/>
              <a:gd name="connsiteY87" fmla="*/ 5729027 h 6858000"/>
              <a:gd name="connsiteX88" fmla="*/ 4582340 w 7467600"/>
              <a:gd name="connsiteY88" fmla="*/ 5561037 h 6858000"/>
              <a:gd name="connsiteX89" fmla="*/ 4694684 w 7467600"/>
              <a:gd name="connsiteY89" fmla="*/ 5447098 h 6858000"/>
              <a:gd name="connsiteX90" fmla="*/ 4754123 w 7467600"/>
              <a:gd name="connsiteY90" fmla="*/ 5384643 h 6858000"/>
              <a:gd name="connsiteX91" fmla="*/ 4978032 w 7467600"/>
              <a:gd name="connsiteY91" fmla="*/ 5183809 h 6858000"/>
              <a:gd name="connsiteX92" fmla="*/ 1903353 w 7467600"/>
              <a:gd name="connsiteY92" fmla="*/ 5044827 h 6858000"/>
              <a:gd name="connsiteX93" fmla="*/ 1936931 w 7467600"/>
              <a:gd name="connsiteY93" fmla="*/ 5093954 h 6858000"/>
              <a:gd name="connsiteX94" fmla="*/ 2195868 w 7467600"/>
              <a:gd name="connsiteY94" fmla="*/ 5396574 h 6858000"/>
              <a:gd name="connsiteX95" fmla="*/ 2088852 w 7467600"/>
              <a:gd name="connsiteY95" fmla="*/ 5166123 h 6858000"/>
              <a:gd name="connsiteX96" fmla="*/ 1958241 w 7467600"/>
              <a:gd name="connsiteY96" fmla="*/ 5067955 h 6858000"/>
              <a:gd name="connsiteX97" fmla="*/ 1903353 w 7467600"/>
              <a:gd name="connsiteY97" fmla="*/ 5044827 h 6858000"/>
              <a:gd name="connsiteX98" fmla="*/ 1979378 w 7467600"/>
              <a:gd name="connsiteY98" fmla="*/ 4769504 h 6858000"/>
              <a:gd name="connsiteX99" fmla="*/ 2882120 w 7467600"/>
              <a:gd name="connsiteY99" fmla="*/ 5064547 h 6858000"/>
              <a:gd name="connsiteX100" fmla="*/ 2793103 w 7467600"/>
              <a:gd name="connsiteY100" fmla="*/ 5039699 h 6858000"/>
              <a:gd name="connsiteX101" fmla="*/ 2770041 w 7467600"/>
              <a:gd name="connsiteY101" fmla="*/ 5033634 h 6858000"/>
              <a:gd name="connsiteX102" fmla="*/ 1979378 w 7467600"/>
              <a:gd name="connsiteY102" fmla="*/ 4769504 h 6858000"/>
              <a:gd name="connsiteX103" fmla="*/ 1927410 w 7467600"/>
              <a:gd name="connsiteY103" fmla="*/ 4716164 h 6858000"/>
              <a:gd name="connsiteX104" fmla="*/ 1959587 w 7467600"/>
              <a:gd name="connsiteY104" fmla="*/ 4728849 h 6858000"/>
              <a:gd name="connsiteX105" fmla="*/ 2777707 w 7467600"/>
              <a:gd name="connsiteY105" fmla="*/ 5003991 h 6858000"/>
              <a:gd name="connsiteX106" fmla="*/ 2800768 w 7467600"/>
              <a:gd name="connsiteY106" fmla="*/ 5010056 h 6858000"/>
              <a:gd name="connsiteX107" fmla="*/ 2879408 w 7467600"/>
              <a:gd name="connsiteY107" fmla="*/ 5031590 h 6858000"/>
              <a:gd name="connsiteX108" fmla="*/ 2862295 w 7467600"/>
              <a:gd name="connsiteY108" fmla="*/ 5022958 h 6858000"/>
              <a:gd name="connsiteX109" fmla="*/ 2813343 w 7467600"/>
              <a:gd name="connsiteY109" fmla="*/ 4998369 h 6858000"/>
              <a:gd name="connsiteX110" fmla="*/ 2646245 w 7467600"/>
              <a:gd name="connsiteY110" fmla="*/ 4930999 h 6858000"/>
              <a:gd name="connsiteX111" fmla="*/ 1999243 w 7467600"/>
              <a:gd name="connsiteY111" fmla="*/ 4730524 h 6858000"/>
              <a:gd name="connsiteX112" fmla="*/ 1979527 w 7467600"/>
              <a:gd name="connsiteY112" fmla="*/ 4726651 h 6858000"/>
              <a:gd name="connsiteX113" fmla="*/ 1927410 w 7467600"/>
              <a:gd name="connsiteY113" fmla="*/ 4716164 h 6858000"/>
              <a:gd name="connsiteX114" fmla="*/ 1997014 w 7467600"/>
              <a:gd name="connsiteY114" fmla="*/ 4698007 h 6858000"/>
              <a:gd name="connsiteX115" fmla="*/ 2005458 w 7467600"/>
              <a:gd name="connsiteY115" fmla="*/ 4699540 h 6858000"/>
              <a:gd name="connsiteX116" fmla="*/ 2657186 w 7467600"/>
              <a:gd name="connsiteY116" fmla="*/ 4901687 h 6858000"/>
              <a:gd name="connsiteX117" fmla="*/ 2826662 w 7467600"/>
              <a:gd name="connsiteY117" fmla="*/ 4970362 h 6858000"/>
              <a:gd name="connsiteX118" fmla="*/ 2876100 w 7467600"/>
              <a:gd name="connsiteY118" fmla="*/ 4995397 h 6858000"/>
              <a:gd name="connsiteX119" fmla="*/ 3042600 w 7467600"/>
              <a:gd name="connsiteY119" fmla="*/ 5059532 h 6858000"/>
              <a:gd name="connsiteX120" fmla="*/ 1997014 w 7467600"/>
              <a:gd name="connsiteY120" fmla="*/ 4698007 h 6858000"/>
              <a:gd name="connsiteX121" fmla="*/ 2305292 w 7467600"/>
              <a:gd name="connsiteY121" fmla="*/ 4219492 h 6858000"/>
              <a:gd name="connsiteX122" fmla="*/ 3360922 w 7467600"/>
              <a:gd name="connsiteY122" fmla="*/ 4529373 h 6858000"/>
              <a:gd name="connsiteX123" fmla="*/ 3492420 w 7467600"/>
              <a:gd name="connsiteY123" fmla="*/ 4510145 h 6858000"/>
              <a:gd name="connsiteX124" fmla="*/ 3364086 w 7467600"/>
              <a:gd name="connsiteY124" fmla="*/ 4480340 h 6858000"/>
              <a:gd name="connsiteX125" fmla="*/ 3225818 w 7467600"/>
              <a:gd name="connsiteY125" fmla="*/ 4411822 h 6858000"/>
              <a:gd name="connsiteX126" fmla="*/ 3129696 w 7467600"/>
              <a:gd name="connsiteY126" fmla="*/ 4360704 h 6858000"/>
              <a:gd name="connsiteX127" fmla="*/ 2814545 w 7467600"/>
              <a:gd name="connsiteY127" fmla="*/ 4282955 h 6858000"/>
              <a:gd name="connsiteX128" fmla="*/ 2305292 w 7467600"/>
              <a:gd name="connsiteY128" fmla="*/ 4219492 h 6858000"/>
              <a:gd name="connsiteX129" fmla="*/ 2626982 w 7467600"/>
              <a:gd name="connsiteY129" fmla="*/ 4206450 h 6858000"/>
              <a:gd name="connsiteX130" fmla="*/ 2490617 w 7467600"/>
              <a:gd name="connsiteY130" fmla="*/ 4206951 h 6858000"/>
              <a:gd name="connsiteX131" fmla="*/ 2819869 w 7467600"/>
              <a:gd name="connsiteY131" fmla="*/ 4252936 h 6858000"/>
              <a:gd name="connsiteX132" fmla="*/ 3143018 w 7467600"/>
              <a:gd name="connsiteY132" fmla="*/ 4332698 h 6858000"/>
              <a:gd name="connsiteX133" fmla="*/ 3241520 w 7467600"/>
              <a:gd name="connsiteY133" fmla="*/ 4385112 h 6858000"/>
              <a:gd name="connsiteX134" fmla="*/ 3374575 w 7467600"/>
              <a:gd name="connsiteY134" fmla="*/ 4451517 h 6858000"/>
              <a:gd name="connsiteX135" fmla="*/ 3505221 w 7467600"/>
              <a:gd name="connsiteY135" fmla="*/ 4480757 h 6858000"/>
              <a:gd name="connsiteX136" fmla="*/ 2626982 w 7467600"/>
              <a:gd name="connsiteY136" fmla="*/ 4206450 h 6858000"/>
              <a:gd name="connsiteX137" fmla="*/ 1310106 w 7467600"/>
              <a:gd name="connsiteY137" fmla="*/ 3943217 h 6858000"/>
              <a:gd name="connsiteX138" fmla="*/ 854994 w 7467600"/>
              <a:gd name="connsiteY138" fmla="*/ 4399136 h 6858000"/>
              <a:gd name="connsiteX139" fmla="*/ 742462 w 7467600"/>
              <a:gd name="connsiteY139" fmla="*/ 4594648 h 6858000"/>
              <a:gd name="connsiteX140" fmla="*/ 820602 w 7467600"/>
              <a:gd name="connsiteY140" fmla="*/ 4485915 h 6858000"/>
              <a:gd name="connsiteX141" fmla="*/ 878295 w 7467600"/>
              <a:gd name="connsiteY141" fmla="*/ 4403594 h 6858000"/>
              <a:gd name="connsiteX142" fmla="*/ 1240607 w 7467600"/>
              <a:gd name="connsiteY142" fmla="*/ 4010401 h 6858000"/>
              <a:gd name="connsiteX143" fmla="*/ 1310106 w 7467600"/>
              <a:gd name="connsiteY143" fmla="*/ 3943217 h 6858000"/>
              <a:gd name="connsiteX144" fmla="*/ 1423113 w 7467600"/>
              <a:gd name="connsiteY144" fmla="*/ 3874565 h 6858000"/>
              <a:gd name="connsiteX145" fmla="*/ 1260565 w 7467600"/>
              <a:gd name="connsiteY145" fmla="*/ 4031982 h 6858000"/>
              <a:gd name="connsiteX146" fmla="*/ 901900 w 7467600"/>
              <a:gd name="connsiteY146" fmla="*/ 4421236 h 6858000"/>
              <a:gd name="connsiteX147" fmla="*/ 845044 w 7467600"/>
              <a:gd name="connsiteY147" fmla="*/ 4502436 h 6858000"/>
              <a:gd name="connsiteX148" fmla="*/ 685926 w 7467600"/>
              <a:gd name="connsiteY148" fmla="*/ 4703069 h 6858000"/>
              <a:gd name="connsiteX149" fmla="*/ 684248 w 7467600"/>
              <a:gd name="connsiteY149" fmla="*/ 4706721 h 6858000"/>
              <a:gd name="connsiteX150" fmla="*/ 1423113 w 7467600"/>
              <a:gd name="connsiteY150" fmla="*/ 3874565 h 6858000"/>
              <a:gd name="connsiteX151" fmla="*/ 3316479 w 7467600"/>
              <a:gd name="connsiteY151" fmla="*/ 3872136 h 6858000"/>
              <a:gd name="connsiteX152" fmla="*/ 3546806 w 7467600"/>
              <a:gd name="connsiteY152" fmla="*/ 4356139 h 6858000"/>
              <a:gd name="connsiteX153" fmla="*/ 3364433 w 7467600"/>
              <a:gd name="connsiteY153" fmla="*/ 3953121 h 6858000"/>
              <a:gd name="connsiteX154" fmla="*/ 3316479 w 7467600"/>
              <a:gd name="connsiteY154" fmla="*/ 3872136 h 6858000"/>
              <a:gd name="connsiteX155" fmla="*/ 3291335 w 7467600"/>
              <a:gd name="connsiteY155" fmla="*/ 3767420 h 6858000"/>
              <a:gd name="connsiteX156" fmla="*/ 3390805 w 7467600"/>
              <a:gd name="connsiteY156" fmla="*/ 3937163 h 6858000"/>
              <a:gd name="connsiteX157" fmla="*/ 3579062 w 7467600"/>
              <a:gd name="connsiteY157" fmla="*/ 4359040 h 6858000"/>
              <a:gd name="connsiteX158" fmla="*/ 3467355 w 7467600"/>
              <a:gd name="connsiteY158" fmla="*/ 3988130 h 6858000"/>
              <a:gd name="connsiteX159" fmla="*/ 3310753 w 7467600"/>
              <a:gd name="connsiteY159" fmla="*/ 3787140 h 6858000"/>
              <a:gd name="connsiteX160" fmla="*/ 3291335 w 7467600"/>
              <a:gd name="connsiteY160" fmla="*/ 3767420 h 6858000"/>
              <a:gd name="connsiteX161" fmla="*/ 1635889 w 7467600"/>
              <a:gd name="connsiteY161" fmla="*/ 3709494 h 6858000"/>
              <a:gd name="connsiteX162" fmla="*/ 1634800 w 7467600"/>
              <a:gd name="connsiteY162" fmla="*/ 3731111 h 6858000"/>
              <a:gd name="connsiteX163" fmla="*/ 1635889 w 7467600"/>
              <a:gd name="connsiteY163" fmla="*/ 3709494 h 6858000"/>
              <a:gd name="connsiteX164" fmla="*/ 1510397 w 7467600"/>
              <a:gd name="connsiteY164" fmla="*/ 3684705 h 6858000"/>
              <a:gd name="connsiteX165" fmla="*/ 1146550 w 7467600"/>
              <a:gd name="connsiteY165" fmla="*/ 3802012 h 6858000"/>
              <a:gd name="connsiteX166" fmla="*/ 698834 w 7467600"/>
              <a:gd name="connsiteY166" fmla="*/ 3952272 h 6858000"/>
              <a:gd name="connsiteX167" fmla="*/ 34256 w 7467600"/>
              <a:gd name="connsiteY167" fmla="*/ 4347603 h 6858000"/>
              <a:gd name="connsiteX168" fmla="*/ 527241 w 7467600"/>
              <a:gd name="connsiteY168" fmla="*/ 4065078 h 6858000"/>
              <a:gd name="connsiteX169" fmla="*/ 1510397 w 7467600"/>
              <a:gd name="connsiteY169" fmla="*/ 3684705 h 6858000"/>
              <a:gd name="connsiteX170" fmla="*/ 1313114 w 7467600"/>
              <a:gd name="connsiteY170" fmla="*/ 3655216 h 6858000"/>
              <a:gd name="connsiteX171" fmla="*/ 1109304 w 7467600"/>
              <a:gd name="connsiteY171" fmla="*/ 3669030 h 6858000"/>
              <a:gd name="connsiteX172" fmla="*/ 8129 w 7467600"/>
              <a:gd name="connsiteY172" fmla="*/ 4330519 h 6858000"/>
              <a:gd name="connsiteX173" fmla="*/ 687572 w 7467600"/>
              <a:gd name="connsiteY173" fmla="*/ 3925629 h 6858000"/>
              <a:gd name="connsiteX174" fmla="*/ 1138365 w 7467600"/>
              <a:gd name="connsiteY174" fmla="*/ 3774515 h 6858000"/>
              <a:gd name="connsiteX175" fmla="*/ 1505579 w 7467600"/>
              <a:gd name="connsiteY175" fmla="*/ 3655526 h 6858000"/>
              <a:gd name="connsiteX176" fmla="*/ 1313114 w 7467600"/>
              <a:gd name="connsiteY176" fmla="*/ 3655216 h 6858000"/>
              <a:gd name="connsiteX177" fmla="*/ 3655073 w 7467600"/>
              <a:gd name="connsiteY177" fmla="*/ 3650884 h 6858000"/>
              <a:gd name="connsiteX178" fmla="*/ 3989938 w 7467600"/>
              <a:gd name="connsiteY178" fmla="*/ 3991685 h 6858000"/>
              <a:gd name="connsiteX179" fmla="*/ 4393907 w 7467600"/>
              <a:gd name="connsiteY179" fmla="*/ 4261258 h 6858000"/>
              <a:gd name="connsiteX180" fmla="*/ 4648051 w 7467600"/>
              <a:gd name="connsiteY180" fmla="*/ 4374051 h 6858000"/>
              <a:gd name="connsiteX181" fmla="*/ 4383389 w 7467600"/>
              <a:gd name="connsiteY181" fmla="*/ 4184369 h 6858000"/>
              <a:gd name="connsiteX182" fmla="*/ 4165508 w 7467600"/>
              <a:gd name="connsiteY182" fmla="*/ 4035196 h 6858000"/>
              <a:gd name="connsiteX183" fmla="*/ 4068162 w 7467600"/>
              <a:gd name="connsiteY183" fmla="*/ 3953394 h 6858000"/>
              <a:gd name="connsiteX184" fmla="*/ 3981416 w 7467600"/>
              <a:gd name="connsiteY184" fmla="*/ 3880482 h 6858000"/>
              <a:gd name="connsiteX185" fmla="*/ 3800147 w 7467600"/>
              <a:gd name="connsiteY185" fmla="*/ 3749872 h 6858000"/>
              <a:gd name="connsiteX186" fmla="*/ 3655073 w 7467600"/>
              <a:gd name="connsiteY186" fmla="*/ 3650884 h 6858000"/>
              <a:gd name="connsiteX187" fmla="*/ 3670252 w 7467600"/>
              <a:gd name="connsiteY187" fmla="*/ 3622798 h 6858000"/>
              <a:gd name="connsiteX188" fmla="*/ 3817258 w 7467600"/>
              <a:gd name="connsiteY188" fmla="*/ 3723577 h 6858000"/>
              <a:gd name="connsiteX189" fmla="*/ 4000461 w 7467600"/>
              <a:gd name="connsiteY189" fmla="*/ 3855966 h 6858000"/>
              <a:gd name="connsiteX190" fmla="*/ 4088180 w 7467600"/>
              <a:gd name="connsiteY190" fmla="*/ 3929774 h 6858000"/>
              <a:gd name="connsiteX191" fmla="*/ 4184555 w 7467600"/>
              <a:gd name="connsiteY191" fmla="*/ 4010683 h 6858000"/>
              <a:gd name="connsiteX192" fmla="*/ 4399563 w 7467600"/>
              <a:gd name="connsiteY192" fmla="*/ 4158106 h 6858000"/>
              <a:gd name="connsiteX193" fmla="*/ 4684469 w 7467600"/>
              <a:gd name="connsiteY193" fmla="*/ 4364680 h 6858000"/>
              <a:gd name="connsiteX194" fmla="*/ 4690271 w 7467600"/>
              <a:gd name="connsiteY194" fmla="*/ 4370034 h 6858000"/>
              <a:gd name="connsiteX195" fmla="*/ 4136093 w 7467600"/>
              <a:gd name="connsiteY195" fmla="*/ 3858466 h 6858000"/>
              <a:gd name="connsiteX196" fmla="*/ 3670252 w 7467600"/>
              <a:gd name="connsiteY196" fmla="*/ 3622798 h 6858000"/>
              <a:gd name="connsiteX197" fmla="*/ 4440129 w 7467600"/>
              <a:gd name="connsiteY197" fmla="*/ 3448571 h 6858000"/>
              <a:gd name="connsiteX198" fmla="*/ 4856525 w 7467600"/>
              <a:gd name="connsiteY198" fmla="*/ 3915351 h 6858000"/>
              <a:gd name="connsiteX199" fmla="*/ 5059055 w 7467600"/>
              <a:gd name="connsiteY199" fmla="*/ 4108918 h 6858000"/>
              <a:gd name="connsiteX200" fmla="*/ 5290070 w 7467600"/>
              <a:gd name="connsiteY200" fmla="*/ 4263619 h 6858000"/>
              <a:gd name="connsiteX201" fmla="*/ 4834991 w 7467600"/>
              <a:gd name="connsiteY201" fmla="*/ 3830985 h 6858000"/>
              <a:gd name="connsiteX202" fmla="*/ 4440129 w 7467600"/>
              <a:gd name="connsiteY202" fmla="*/ 3448571 h 6858000"/>
              <a:gd name="connsiteX203" fmla="*/ 4441737 w 7467600"/>
              <a:gd name="connsiteY203" fmla="*/ 3399734 h 6858000"/>
              <a:gd name="connsiteX204" fmla="*/ 4431236 w 7467600"/>
              <a:gd name="connsiteY204" fmla="*/ 3400954 h 6858000"/>
              <a:gd name="connsiteX205" fmla="*/ 4557150 w 7467600"/>
              <a:gd name="connsiteY205" fmla="*/ 3510023 h 6858000"/>
              <a:gd name="connsiteX206" fmla="*/ 4856936 w 7467600"/>
              <a:gd name="connsiteY206" fmla="*/ 3809146 h 6858000"/>
              <a:gd name="connsiteX207" fmla="*/ 5111996 w 7467600"/>
              <a:gd name="connsiteY207" fmla="*/ 4065759 h 6858000"/>
              <a:gd name="connsiteX208" fmla="*/ 5388878 w 7467600"/>
              <a:gd name="connsiteY208" fmla="*/ 4300185 h 6858000"/>
              <a:gd name="connsiteX209" fmla="*/ 5425556 w 7467600"/>
              <a:gd name="connsiteY209" fmla="*/ 4308967 h 6858000"/>
              <a:gd name="connsiteX210" fmla="*/ 4943646 w 7467600"/>
              <a:gd name="connsiteY210" fmla="*/ 3822916 h 6858000"/>
              <a:gd name="connsiteX211" fmla="*/ 4594837 w 7467600"/>
              <a:gd name="connsiteY211" fmla="*/ 3532274 h 6858000"/>
              <a:gd name="connsiteX212" fmla="*/ 4441737 w 7467600"/>
              <a:gd name="connsiteY212" fmla="*/ 3399734 h 6858000"/>
              <a:gd name="connsiteX213" fmla="*/ 5425834 w 7467600"/>
              <a:gd name="connsiteY213" fmla="*/ 3162785 h 6858000"/>
              <a:gd name="connsiteX214" fmla="*/ 5401644 w 7467600"/>
              <a:gd name="connsiteY214" fmla="*/ 3617847 h 6858000"/>
              <a:gd name="connsiteX215" fmla="*/ 5467256 w 7467600"/>
              <a:gd name="connsiteY215" fmla="*/ 4175494 h 6858000"/>
              <a:gd name="connsiteX216" fmla="*/ 5448069 w 7467600"/>
              <a:gd name="connsiteY216" fmla="*/ 3567554 h 6858000"/>
              <a:gd name="connsiteX217" fmla="*/ 5425834 w 7467600"/>
              <a:gd name="connsiteY217" fmla="*/ 3162785 h 6858000"/>
              <a:gd name="connsiteX218" fmla="*/ 1318687 w 7467600"/>
              <a:gd name="connsiteY218" fmla="*/ 3113840 h 6858000"/>
              <a:gd name="connsiteX219" fmla="*/ 1066793 w 7467600"/>
              <a:gd name="connsiteY219" fmla="*/ 3212171 h 6858000"/>
              <a:gd name="connsiteX220" fmla="*/ 993319 w 7467600"/>
              <a:gd name="connsiteY220" fmla="*/ 3247648 h 6858000"/>
              <a:gd name="connsiteX221" fmla="*/ 853081 w 7467600"/>
              <a:gd name="connsiteY221" fmla="*/ 3312410 h 6858000"/>
              <a:gd name="connsiteX222" fmla="*/ 805957 w 7467600"/>
              <a:gd name="connsiteY222" fmla="*/ 3330443 h 6858000"/>
              <a:gd name="connsiteX223" fmla="*/ 1318687 w 7467600"/>
              <a:gd name="connsiteY223" fmla="*/ 3113840 h 6858000"/>
              <a:gd name="connsiteX224" fmla="*/ 5453702 w 7467600"/>
              <a:gd name="connsiteY224" fmla="*/ 3090882 h 6858000"/>
              <a:gd name="connsiteX225" fmla="*/ 5480135 w 7467600"/>
              <a:gd name="connsiteY225" fmla="*/ 3565802 h 6858000"/>
              <a:gd name="connsiteX226" fmla="*/ 5499023 w 7467600"/>
              <a:gd name="connsiteY226" fmla="*/ 4166310 h 6858000"/>
              <a:gd name="connsiteX227" fmla="*/ 5547022 w 7467600"/>
              <a:gd name="connsiteY227" fmla="*/ 3607838 h 6858000"/>
              <a:gd name="connsiteX228" fmla="*/ 5515964 w 7467600"/>
              <a:gd name="connsiteY228" fmla="*/ 3378541 h 6858000"/>
              <a:gd name="connsiteX229" fmla="*/ 5453702 w 7467600"/>
              <a:gd name="connsiteY229" fmla="*/ 3090882 h 6858000"/>
              <a:gd name="connsiteX230" fmla="*/ 1238695 w 7467600"/>
              <a:gd name="connsiteY230" fmla="*/ 3076820 h 6858000"/>
              <a:gd name="connsiteX231" fmla="*/ 716371 w 7467600"/>
              <a:gd name="connsiteY231" fmla="*/ 3293249 h 6858000"/>
              <a:gd name="connsiteX232" fmla="*/ 579522 w 7467600"/>
              <a:gd name="connsiteY232" fmla="*/ 3371759 h 6858000"/>
              <a:gd name="connsiteX233" fmla="*/ 600288 w 7467600"/>
              <a:gd name="connsiteY233" fmla="*/ 3365555 h 6858000"/>
              <a:gd name="connsiteX234" fmla="*/ 840692 w 7467600"/>
              <a:gd name="connsiteY234" fmla="*/ 3284921 h 6858000"/>
              <a:gd name="connsiteX235" fmla="*/ 979248 w 7467600"/>
              <a:gd name="connsiteY235" fmla="*/ 3221003 h 6858000"/>
              <a:gd name="connsiteX236" fmla="*/ 1053282 w 7467600"/>
              <a:gd name="connsiteY236" fmla="*/ 3185247 h 6858000"/>
              <a:gd name="connsiteX237" fmla="*/ 1320603 w 7467600"/>
              <a:gd name="connsiteY237" fmla="*/ 3081281 h 6858000"/>
              <a:gd name="connsiteX238" fmla="*/ 1238695 w 7467600"/>
              <a:gd name="connsiteY238" fmla="*/ 3076820 h 6858000"/>
              <a:gd name="connsiteX239" fmla="*/ 5425627 w 7467600"/>
              <a:gd name="connsiteY239" fmla="*/ 2954192 h 6858000"/>
              <a:gd name="connsiteX240" fmla="*/ 5470770 w 7467600"/>
              <a:gd name="connsiteY240" fmla="*/ 3005435 h 6858000"/>
              <a:gd name="connsiteX241" fmla="*/ 5519779 w 7467600"/>
              <a:gd name="connsiteY241" fmla="*/ 4359223 h 6858000"/>
              <a:gd name="connsiteX242" fmla="*/ 5520293 w 7467600"/>
              <a:gd name="connsiteY242" fmla="*/ 4360602 h 6858000"/>
              <a:gd name="connsiteX243" fmla="*/ 5767221 w 7467600"/>
              <a:gd name="connsiteY243" fmla="*/ 4665564 h 6858000"/>
              <a:gd name="connsiteX244" fmla="*/ 6937169 w 7467600"/>
              <a:gd name="connsiteY244" fmla="*/ 4815941 h 6858000"/>
              <a:gd name="connsiteX245" fmla="*/ 6953922 w 7467600"/>
              <a:gd name="connsiteY245" fmla="*/ 4890068 h 6858000"/>
              <a:gd name="connsiteX246" fmla="*/ 6071359 w 7467600"/>
              <a:gd name="connsiteY246" fmla="*/ 4770770 h 6858000"/>
              <a:gd name="connsiteX247" fmla="*/ 6038839 w 7467600"/>
              <a:gd name="connsiteY247" fmla="*/ 4764474 h 6858000"/>
              <a:gd name="connsiteX248" fmla="*/ 6038706 w 7467600"/>
              <a:gd name="connsiteY248" fmla="*/ 4763847 h 6858000"/>
              <a:gd name="connsiteX249" fmla="*/ 6037784 w 7467600"/>
              <a:gd name="connsiteY249" fmla="*/ 4764270 h 6858000"/>
              <a:gd name="connsiteX250" fmla="*/ 6038839 w 7467600"/>
              <a:gd name="connsiteY250" fmla="*/ 4764474 h 6858000"/>
              <a:gd name="connsiteX251" fmla="*/ 6040338 w 7467600"/>
              <a:gd name="connsiteY251" fmla="*/ 4771418 h 6858000"/>
              <a:gd name="connsiteX252" fmla="*/ 6024488 w 7467600"/>
              <a:gd name="connsiteY252" fmla="*/ 4809903 h 6858000"/>
              <a:gd name="connsiteX253" fmla="*/ 5599771 w 7467600"/>
              <a:gd name="connsiteY253" fmla="*/ 5509652 h 6858000"/>
              <a:gd name="connsiteX254" fmla="*/ 5548843 w 7467600"/>
              <a:gd name="connsiteY254" fmla="*/ 5563845 h 6858000"/>
              <a:gd name="connsiteX255" fmla="*/ 5940952 w 7467600"/>
              <a:gd name="connsiteY255" fmla="*/ 6250028 h 6858000"/>
              <a:gd name="connsiteX256" fmla="*/ 6043441 w 7467600"/>
              <a:gd name="connsiteY256" fmla="*/ 6665847 h 6858000"/>
              <a:gd name="connsiteX257" fmla="*/ 6093432 w 7467600"/>
              <a:gd name="connsiteY257" fmla="*/ 6858000 h 6858000"/>
              <a:gd name="connsiteX258" fmla="*/ 6034344 w 7467600"/>
              <a:gd name="connsiteY258" fmla="*/ 6858000 h 6858000"/>
              <a:gd name="connsiteX259" fmla="*/ 6026679 w 7467600"/>
              <a:gd name="connsiteY259" fmla="*/ 6836959 h 6858000"/>
              <a:gd name="connsiteX260" fmla="*/ 5800441 w 7467600"/>
              <a:gd name="connsiteY260" fmla="*/ 6335286 h 6858000"/>
              <a:gd name="connsiteX261" fmla="*/ 5526562 w 7467600"/>
              <a:gd name="connsiteY261" fmla="*/ 5705388 h 6858000"/>
              <a:gd name="connsiteX262" fmla="*/ 5519640 w 7467600"/>
              <a:gd name="connsiteY262" fmla="*/ 5683774 h 6858000"/>
              <a:gd name="connsiteX263" fmla="*/ 5844559 w 7467600"/>
              <a:gd name="connsiteY263" fmla="*/ 6553349 h 6858000"/>
              <a:gd name="connsiteX264" fmla="*/ 5975994 w 7467600"/>
              <a:gd name="connsiteY264" fmla="*/ 6858000 h 6858000"/>
              <a:gd name="connsiteX265" fmla="*/ 5898547 w 7467600"/>
              <a:gd name="connsiteY265" fmla="*/ 6858000 h 6858000"/>
              <a:gd name="connsiteX266" fmla="*/ 5682041 w 7467600"/>
              <a:gd name="connsiteY266" fmla="*/ 6355860 h 6858000"/>
              <a:gd name="connsiteX267" fmla="*/ 5461758 w 7467600"/>
              <a:gd name="connsiteY267" fmla="*/ 5820220 h 6858000"/>
              <a:gd name="connsiteX268" fmla="*/ 5237282 w 7467600"/>
              <a:gd name="connsiteY268" fmla="*/ 6579086 h 6858000"/>
              <a:gd name="connsiteX269" fmla="*/ 5115009 w 7467600"/>
              <a:gd name="connsiteY269" fmla="*/ 6858000 h 6858000"/>
              <a:gd name="connsiteX270" fmla="*/ 5028074 w 7467600"/>
              <a:gd name="connsiteY270" fmla="*/ 6858000 h 6858000"/>
              <a:gd name="connsiteX271" fmla="*/ 5079508 w 7467600"/>
              <a:gd name="connsiteY271" fmla="*/ 6749074 h 6858000"/>
              <a:gd name="connsiteX272" fmla="*/ 5371846 w 7467600"/>
              <a:gd name="connsiteY272" fmla="*/ 5924413 h 6858000"/>
              <a:gd name="connsiteX273" fmla="*/ 5270512 w 7467600"/>
              <a:gd name="connsiteY273" fmla="*/ 6138975 h 6858000"/>
              <a:gd name="connsiteX274" fmla="*/ 5062409 w 7467600"/>
              <a:gd name="connsiteY274" fmla="*/ 6653544 h 6858000"/>
              <a:gd name="connsiteX275" fmla="*/ 5036628 w 7467600"/>
              <a:gd name="connsiteY275" fmla="*/ 6754247 h 6858000"/>
              <a:gd name="connsiteX276" fmla="*/ 5009112 w 7467600"/>
              <a:gd name="connsiteY276" fmla="*/ 6858000 h 6858000"/>
              <a:gd name="connsiteX277" fmla="*/ 4976679 w 7467600"/>
              <a:gd name="connsiteY277" fmla="*/ 6858000 h 6858000"/>
              <a:gd name="connsiteX278" fmla="*/ 5006537 w 7467600"/>
              <a:gd name="connsiteY278" fmla="*/ 6747068 h 6858000"/>
              <a:gd name="connsiteX279" fmla="*/ 5032723 w 7467600"/>
              <a:gd name="connsiteY279" fmla="*/ 6644957 h 6858000"/>
              <a:gd name="connsiteX280" fmla="*/ 5242949 w 7467600"/>
              <a:gd name="connsiteY280" fmla="*/ 6125175 h 6858000"/>
              <a:gd name="connsiteX281" fmla="*/ 5286321 w 7467600"/>
              <a:gd name="connsiteY281" fmla="*/ 6033555 h 6858000"/>
              <a:gd name="connsiteX282" fmla="*/ 5008210 w 7467600"/>
              <a:gd name="connsiteY282" fmla="*/ 6649194 h 6858000"/>
              <a:gd name="connsiteX283" fmla="*/ 4986321 w 7467600"/>
              <a:gd name="connsiteY283" fmla="*/ 6765687 h 6858000"/>
              <a:gd name="connsiteX284" fmla="*/ 4973474 w 7467600"/>
              <a:gd name="connsiteY284" fmla="*/ 6858000 h 6858000"/>
              <a:gd name="connsiteX285" fmla="*/ 4907178 w 7467600"/>
              <a:gd name="connsiteY285" fmla="*/ 6858000 h 6858000"/>
              <a:gd name="connsiteX286" fmla="*/ 4910810 w 7467600"/>
              <a:gd name="connsiteY286" fmla="*/ 6829660 h 6858000"/>
              <a:gd name="connsiteX287" fmla="*/ 4987461 w 7467600"/>
              <a:gd name="connsiteY287" fmla="*/ 6432994 h 6858000"/>
              <a:gd name="connsiteX288" fmla="*/ 5179262 w 7467600"/>
              <a:gd name="connsiteY288" fmla="*/ 6035044 h 6858000"/>
              <a:gd name="connsiteX289" fmla="*/ 4689678 w 7467600"/>
              <a:gd name="connsiteY289" fmla="*/ 6440241 h 6858000"/>
              <a:gd name="connsiteX290" fmla="*/ 4477543 w 7467600"/>
              <a:gd name="connsiteY290" fmla="*/ 6674836 h 6858000"/>
              <a:gd name="connsiteX291" fmla="*/ 4329957 w 7467600"/>
              <a:gd name="connsiteY291" fmla="*/ 6858000 h 6858000"/>
              <a:gd name="connsiteX292" fmla="*/ 4218595 w 7467600"/>
              <a:gd name="connsiteY292" fmla="*/ 6858000 h 6858000"/>
              <a:gd name="connsiteX293" fmla="*/ 4368888 w 7467600"/>
              <a:gd name="connsiteY293" fmla="*/ 6668412 h 6858000"/>
              <a:gd name="connsiteX294" fmla="*/ 4563091 w 7467600"/>
              <a:gd name="connsiteY294" fmla="*/ 6442508 h 6858000"/>
              <a:gd name="connsiteX295" fmla="*/ 5387324 w 7467600"/>
              <a:gd name="connsiteY295" fmla="*/ 5705830 h 6858000"/>
              <a:gd name="connsiteX296" fmla="*/ 5073620 w 7467600"/>
              <a:gd name="connsiteY296" fmla="*/ 5955437 h 6858000"/>
              <a:gd name="connsiteX297" fmla="*/ 4689789 w 7467600"/>
              <a:gd name="connsiteY297" fmla="*/ 6268382 h 6858000"/>
              <a:gd name="connsiteX298" fmla="*/ 4418722 w 7467600"/>
              <a:gd name="connsiteY298" fmla="*/ 6570886 h 6858000"/>
              <a:gd name="connsiteX299" fmla="*/ 4214944 w 7467600"/>
              <a:gd name="connsiteY299" fmla="*/ 6858000 h 6858000"/>
              <a:gd name="connsiteX300" fmla="*/ 4177898 w 7467600"/>
              <a:gd name="connsiteY300" fmla="*/ 6858000 h 6858000"/>
              <a:gd name="connsiteX301" fmla="*/ 4391597 w 7467600"/>
              <a:gd name="connsiteY301" fmla="*/ 6556370 h 6858000"/>
              <a:gd name="connsiteX302" fmla="*/ 4668889 w 7467600"/>
              <a:gd name="connsiteY302" fmla="*/ 6246399 h 6858000"/>
              <a:gd name="connsiteX303" fmla="*/ 5055427 w 7467600"/>
              <a:gd name="connsiteY303" fmla="*/ 5931476 h 6858000"/>
              <a:gd name="connsiteX304" fmla="*/ 5371814 w 7467600"/>
              <a:gd name="connsiteY304" fmla="*/ 5678975 h 6858000"/>
              <a:gd name="connsiteX305" fmla="*/ 4987918 w 7467600"/>
              <a:gd name="connsiteY305" fmla="*/ 5838701 h 6858000"/>
              <a:gd name="connsiteX306" fmla="*/ 4317146 w 7467600"/>
              <a:gd name="connsiteY306" fmla="*/ 6587716 h 6858000"/>
              <a:gd name="connsiteX307" fmla="*/ 4171627 w 7467600"/>
              <a:gd name="connsiteY307" fmla="*/ 6858000 h 6858000"/>
              <a:gd name="connsiteX308" fmla="*/ 4081585 w 7467600"/>
              <a:gd name="connsiteY308" fmla="*/ 6858000 h 6858000"/>
              <a:gd name="connsiteX309" fmla="*/ 4238603 w 7467600"/>
              <a:gd name="connsiteY309" fmla="*/ 6559341 h 6858000"/>
              <a:gd name="connsiteX310" fmla="*/ 4778333 w 7467600"/>
              <a:gd name="connsiteY310" fmla="*/ 5873626 h 6858000"/>
              <a:gd name="connsiteX311" fmla="*/ 5414185 w 7467600"/>
              <a:gd name="connsiteY311" fmla="*/ 5573882 h 6858000"/>
              <a:gd name="connsiteX312" fmla="*/ 5959648 w 7467600"/>
              <a:gd name="connsiteY312" fmla="*/ 4760797 h 6858000"/>
              <a:gd name="connsiteX313" fmla="*/ 5355019 w 7467600"/>
              <a:gd name="connsiteY313" fmla="*/ 4734672 h 6858000"/>
              <a:gd name="connsiteX314" fmla="*/ 5083565 w 7467600"/>
              <a:gd name="connsiteY314" fmla="*/ 5179121 h 6858000"/>
              <a:gd name="connsiteX315" fmla="*/ 4713577 w 7467600"/>
              <a:gd name="connsiteY315" fmla="*/ 5616803 h 6858000"/>
              <a:gd name="connsiteX316" fmla="*/ 3989559 w 7467600"/>
              <a:gd name="connsiteY316" fmla="*/ 6145945 h 6858000"/>
              <a:gd name="connsiteX317" fmla="*/ 3939824 w 7467600"/>
              <a:gd name="connsiteY317" fmla="*/ 6066900 h 6858000"/>
              <a:gd name="connsiteX318" fmla="*/ 4584537 w 7467600"/>
              <a:gd name="connsiteY318" fmla="*/ 5324826 h 6858000"/>
              <a:gd name="connsiteX319" fmla="*/ 5037105 w 7467600"/>
              <a:gd name="connsiteY319" fmla="*/ 5088765 h 6858000"/>
              <a:gd name="connsiteX320" fmla="*/ 5039930 w 7467600"/>
              <a:gd name="connsiteY320" fmla="*/ 5089585 h 6858000"/>
              <a:gd name="connsiteX321" fmla="*/ 5263764 w 7467600"/>
              <a:gd name="connsiteY321" fmla="*/ 4735525 h 6858000"/>
              <a:gd name="connsiteX322" fmla="*/ 4086300 w 7467600"/>
              <a:gd name="connsiteY322" fmla="*/ 4884599 h 6858000"/>
              <a:gd name="connsiteX323" fmla="*/ 4085485 w 7467600"/>
              <a:gd name="connsiteY323" fmla="*/ 4899070 h 6858000"/>
              <a:gd name="connsiteX324" fmla="*/ 3871915 w 7467600"/>
              <a:gd name="connsiteY324" fmla="*/ 5253645 h 6858000"/>
              <a:gd name="connsiteX325" fmla="*/ 3799374 w 7467600"/>
              <a:gd name="connsiteY325" fmla="*/ 5466127 h 6858000"/>
              <a:gd name="connsiteX326" fmla="*/ 3498850 w 7467600"/>
              <a:gd name="connsiteY326" fmla="*/ 6661888 h 6858000"/>
              <a:gd name="connsiteX327" fmla="*/ 3399216 w 7467600"/>
              <a:gd name="connsiteY327" fmla="*/ 6858000 h 6858000"/>
              <a:gd name="connsiteX328" fmla="*/ 3303688 w 7467600"/>
              <a:gd name="connsiteY328" fmla="*/ 6858000 h 6858000"/>
              <a:gd name="connsiteX329" fmla="*/ 3391774 w 7467600"/>
              <a:gd name="connsiteY329" fmla="*/ 6697181 h 6858000"/>
              <a:gd name="connsiteX330" fmla="*/ 3735540 w 7467600"/>
              <a:gd name="connsiteY330" fmla="*/ 5546923 h 6858000"/>
              <a:gd name="connsiteX331" fmla="*/ 3729438 w 7467600"/>
              <a:gd name="connsiteY331" fmla="*/ 5569058 h 6858000"/>
              <a:gd name="connsiteX332" fmla="*/ 3707782 w 7467600"/>
              <a:gd name="connsiteY332" fmla="*/ 5644908 h 6858000"/>
              <a:gd name="connsiteX333" fmla="*/ 3583827 w 7467600"/>
              <a:gd name="connsiteY333" fmla="*/ 6039215 h 6858000"/>
              <a:gd name="connsiteX334" fmla="*/ 3547861 w 7467600"/>
              <a:gd name="connsiteY334" fmla="*/ 6129609 h 6858000"/>
              <a:gd name="connsiteX335" fmla="*/ 3490905 w 7467600"/>
              <a:gd name="connsiteY335" fmla="*/ 6277660 h 6858000"/>
              <a:gd name="connsiteX336" fmla="*/ 3455859 w 7467600"/>
              <a:gd name="connsiteY336" fmla="*/ 6391301 h 6858000"/>
              <a:gd name="connsiteX337" fmla="*/ 3429112 w 7467600"/>
              <a:gd name="connsiteY337" fmla="*/ 6479469 h 6858000"/>
              <a:gd name="connsiteX338" fmla="*/ 3304862 w 7467600"/>
              <a:gd name="connsiteY338" fmla="*/ 6796476 h 6858000"/>
              <a:gd name="connsiteX339" fmla="*/ 3276071 w 7467600"/>
              <a:gd name="connsiteY339" fmla="*/ 6858000 h 6858000"/>
              <a:gd name="connsiteX340" fmla="*/ 3240805 w 7467600"/>
              <a:gd name="connsiteY340" fmla="*/ 6858000 h 6858000"/>
              <a:gd name="connsiteX341" fmla="*/ 3275917 w 7467600"/>
              <a:gd name="connsiteY341" fmla="*/ 6783192 h 6858000"/>
              <a:gd name="connsiteX342" fmla="*/ 3399358 w 7467600"/>
              <a:gd name="connsiteY342" fmla="*/ 6469011 h 6858000"/>
              <a:gd name="connsiteX343" fmla="*/ 3425650 w 7467600"/>
              <a:gd name="connsiteY343" fmla="*/ 6381333 h 6858000"/>
              <a:gd name="connsiteX344" fmla="*/ 3460661 w 7467600"/>
              <a:gd name="connsiteY344" fmla="*/ 6266763 h 6858000"/>
              <a:gd name="connsiteX345" fmla="*/ 3518021 w 7467600"/>
              <a:gd name="connsiteY345" fmla="*/ 6117298 h 6858000"/>
              <a:gd name="connsiteX346" fmla="*/ 3554035 w 7467600"/>
              <a:gd name="connsiteY346" fmla="*/ 6027832 h 6858000"/>
              <a:gd name="connsiteX347" fmla="*/ 3677174 w 7467600"/>
              <a:gd name="connsiteY347" fmla="*/ 5636351 h 6858000"/>
              <a:gd name="connsiteX348" fmla="*/ 3698819 w 7467600"/>
              <a:gd name="connsiteY348" fmla="*/ 5560503 h 6858000"/>
              <a:gd name="connsiteX349" fmla="*/ 3702094 w 7467600"/>
              <a:gd name="connsiteY349" fmla="*/ 5549194 h 6858000"/>
              <a:gd name="connsiteX350" fmla="*/ 3398355 w 7467600"/>
              <a:gd name="connsiteY350" fmla="*/ 6094603 h 6858000"/>
              <a:gd name="connsiteX351" fmla="*/ 3193941 w 7467600"/>
              <a:gd name="connsiteY351" fmla="*/ 6798775 h 6858000"/>
              <a:gd name="connsiteX352" fmla="*/ 3184140 w 7467600"/>
              <a:gd name="connsiteY352" fmla="*/ 6858000 h 6858000"/>
              <a:gd name="connsiteX353" fmla="*/ 3099978 w 7467600"/>
              <a:gd name="connsiteY353" fmla="*/ 6858000 h 6858000"/>
              <a:gd name="connsiteX354" fmla="*/ 3101556 w 7467600"/>
              <a:gd name="connsiteY354" fmla="*/ 6843337 h 6858000"/>
              <a:gd name="connsiteX355" fmla="*/ 3370162 w 7467600"/>
              <a:gd name="connsiteY355" fmla="*/ 5785550 h 6858000"/>
              <a:gd name="connsiteX356" fmla="*/ 3746477 w 7467600"/>
              <a:gd name="connsiteY356" fmla="*/ 5377889 h 6858000"/>
              <a:gd name="connsiteX357" fmla="*/ 3863399 w 7467600"/>
              <a:gd name="connsiteY357" fmla="*/ 5087257 h 6858000"/>
              <a:gd name="connsiteX358" fmla="*/ 3968712 w 7467600"/>
              <a:gd name="connsiteY358" fmla="*/ 4913989 h 6858000"/>
              <a:gd name="connsiteX359" fmla="*/ 2792390 w 7467600"/>
              <a:gd name="connsiteY359" fmla="*/ 5382974 h 6858000"/>
              <a:gd name="connsiteX360" fmla="*/ 2714982 w 7467600"/>
              <a:gd name="connsiteY360" fmla="*/ 5427051 h 6858000"/>
              <a:gd name="connsiteX361" fmla="*/ 2813361 w 7467600"/>
              <a:gd name="connsiteY361" fmla="*/ 6023912 h 6858000"/>
              <a:gd name="connsiteX362" fmla="*/ 2688430 w 7467600"/>
              <a:gd name="connsiteY362" fmla="*/ 6801564 h 6858000"/>
              <a:gd name="connsiteX363" fmla="*/ 2629626 w 7467600"/>
              <a:gd name="connsiteY363" fmla="*/ 6763394 h 6858000"/>
              <a:gd name="connsiteX364" fmla="*/ 2565328 w 7467600"/>
              <a:gd name="connsiteY364" fmla="*/ 5516399 h 6858000"/>
              <a:gd name="connsiteX365" fmla="*/ 1922999 w 7467600"/>
              <a:gd name="connsiteY365" fmla="*/ 5980343 h 6858000"/>
              <a:gd name="connsiteX366" fmla="*/ 1950261 w 7467600"/>
              <a:gd name="connsiteY366" fmla="*/ 6405858 h 6858000"/>
              <a:gd name="connsiteX367" fmla="*/ 2365554 w 7467600"/>
              <a:gd name="connsiteY367" fmla="*/ 6759107 h 6858000"/>
              <a:gd name="connsiteX368" fmla="*/ 2424142 w 7467600"/>
              <a:gd name="connsiteY368" fmla="*/ 6858000 h 6858000"/>
              <a:gd name="connsiteX369" fmla="*/ 2395994 w 7467600"/>
              <a:gd name="connsiteY369" fmla="*/ 6858000 h 6858000"/>
              <a:gd name="connsiteX370" fmla="*/ 2392863 w 7467600"/>
              <a:gd name="connsiteY370" fmla="*/ 6852964 h 6858000"/>
              <a:gd name="connsiteX371" fmla="*/ 2017589 w 7467600"/>
              <a:gd name="connsiteY371" fmla="*/ 6493982 h 6858000"/>
              <a:gd name="connsiteX372" fmla="*/ 2147336 w 7467600"/>
              <a:gd name="connsiteY372" fmla="*/ 6594052 h 6858000"/>
              <a:gd name="connsiteX373" fmla="*/ 2207047 w 7467600"/>
              <a:gd name="connsiteY373" fmla="*/ 6654540 h 6858000"/>
              <a:gd name="connsiteX374" fmla="*/ 2299106 w 7467600"/>
              <a:gd name="connsiteY374" fmla="*/ 6778931 h 6858000"/>
              <a:gd name="connsiteX375" fmla="*/ 2314430 w 7467600"/>
              <a:gd name="connsiteY375" fmla="*/ 6801144 h 6858000"/>
              <a:gd name="connsiteX376" fmla="*/ 2352406 w 7467600"/>
              <a:gd name="connsiteY376" fmla="*/ 6858000 h 6858000"/>
              <a:gd name="connsiteX377" fmla="*/ 2314492 w 7467600"/>
              <a:gd name="connsiteY377" fmla="*/ 6858000 h 6858000"/>
              <a:gd name="connsiteX378" fmla="*/ 2288095 w 7467600"/>
              <a:gd name="connsiteY378" fmla="*/ 6818030 h 6858000"/>
              <a:gd name="connsiteX379" fmla="*/ 2272768 w 7467600"/>
              <a:gd name="connsiteY379" fmla="*/ 6795822 h 6858000"/>
              <a:gd name="connsiteX380" fmla="*/ 2182715 w 7467600"/>
              <a:gd name="connsiteY380" fmla="*/ 6675071 h 6858000"/>
              <a:gd name="connsiteX381" fmla="*/ 2032061 w 7467600"/>
              <a:gd name="connsiteY381" fmla="*/ 6541380 h 6858000"/>
              <a:gd name="connsiteX382" fmla="*/ 2257220 w 7467600"/>
              <a:gd name="connsiteY382" fmla="*/ 6826257 h 6858000"/>
              <a:gd name="connsiteX383" fmla="*/ 2281324 w 7467600"/>
              <a:gd name="connsiteY383" fmla="*/ 6858000 h 6858000"/>
              <a:gd name="connsiteX384" fmla="*/ 2242860 w 7467600"/>
              <a:gd name="connsiteY384" fmla="*/ 6858000 h 6858000"/>
              <a:gd name="connsiteX385" fmla="*/ 2232818 w 7467600"/>
              <a:gd name="connsiteY385" fmla="*/ 6844926 h 6858000"/>
              <a:gd name="connsiteX386" fmla="*/ 1990172 w 7467600"/>
              <a:gd name="connsiteY386" fmla="*/ 6542121 h 6858000"/>
              <a:gd name="connsiteX387" fmla="*/ 2124090 w 7467600"/>
              <a:gd name="connsiteY387" fmla="*/ 6761017 h 6858000"/>
              <a:gd name="connsiteX388" fmla="*/ 2200380 w 7467600"/>
              <a:gd name="connsiteY388" fmla="*/ 6858000 h 6858000"/>
              <a:gd name="connsiteX389" fmla="*/ 2147507 w 7467600"/>
              <a:gd name="connsiteY389" fmla="*/ 6858000 h 6858000"/>
              <a:gd name="connsiteX390" fmla="*/ 2070668 w 7467600"/>
              <a:gd name="connsiteY390" fmla="*/ 6761520 h 6858000"/>
              <a:gd name="connsiteX391" fmla="*/ 1975142 w 7467600"/>
              <a:gd name="connsiteY391" fmla="*/ 6585570 h 6858000"/>
              <a:gd name="connsiteX392" fmla="*/ 2050035 w 7467600"/>
              <a:gd name="connsiteY392" fmla="*/ 6813345 h 6858000"/>
              <a:gd name="connsiteX393" fmla="*/ 2063025 w 7467600"/>
              <a:gd name="connsiteY393" fmla="*/ 6858000 h 6858000"/>
              <a:gd name="connsiteX394" fmla="*/ 2021675 w 7467600"/>
              <a:gd name="connsiteY394" fmla="*/ 6858000 h 6858000"/>
              <a:gd name="connsiteX395" fmla="*/ 2019308 w 7467600"/>
              <a:gd name="connsiteY395" fmla="*/ 6847118 h 6858000"/>
              <a:gd name="connsiteX396" fmla="*/ 1938835 w 7467600"/>
              <a:gd name="connsiteY396" fmla="*/ 6551160 h 6858000"/>
              <a:gd name="connsiteX397" fmla="*/ 1953230 w 7467600"/>
              <a:gd name="connsiteY397" fmla="*/ 6759699 h 6858000"/>
              <a:gd name="connsiteX398" fmla="*/ 1956763 w 7467600"/>
              <a:gd name="connsiteY398" fmla="*/ 6778191 h 6858000"/>
              <a:gd name="connsiteX399" fmla="*/ 1967925 w 7467600"/>
              <a:gd name="connsiteY399" fmla="*/ 6858000 h 6858000"/>
              <a:gd name="connsiteX400" fmla="*/ 1936622 w 7467600"/>
              <a:gd name="connsiteY400" fmla="*/ 6858000 h 6858000"/>
              <a:gd name="connsiteX401" fmla="*/ 1926261 w 7467600"/>
              <a:gd name="connsiteY401" fmla="*/ 6784064 h 6858000"/>
              <a:gd name="connsiteX402" fmla="*/ 1922724 w 7467600"/>
              <a:gd name="connsiteY402" fmla="*/ 6765577 h 6858000"/>
              <a:gd name="connsiteX403" fmla="*/ 1904650 w 7467600"/>
              <a:gd name="connsiteY403" fmla="*/ 6639616 h 6858000"/>
              <a:gd name="connsiteX404" fmla="*/ 1885273 w 7467600"/>
              <a:gd name="connsiteY404" fmla="*/ 6858000 h 6858000"/>
              <a:gd name="connsiteX405" fmla="*/ 1854363 w 7467600"/>
              <a:gd name="connsiteY405" fmla="*/ 6858000 h 6858000"/>
              <a:gd name="connsiteX406" fmla="*/ 1880391 w 7467600"/>
              <a:gd name="connsiteY406" fmla="*/ 6603796 h 6858000"/>
              <a:gd name="connsiteX407" fmla="*/ 1818273 w 7467600"/>
              <a:gd name="connsiteY407" fmla="*/ 6715729 h 6858000"/>
              <a:gd name="connsiteX408" fmla="*/ 1794691 w 7467600"/>
              <a:gd name="connsiteY408" fmla="*/ 6843239 h 6858000"/>
              <a:gd name="connsiteX409" fmla="*/ 1794914 w 7467600"/>
              <a:gd name="connsiteY409" fmla="*/ 6858000 h 6858000"/>
              <a:gd name="connsiteX410" fmla="*/ 1746128 w 7467600"/>
              <a:gd name="connsiteY410" fmla="*/ 6858000 h 6858000"/>
              <a:gd name="connsiteX411" fmla="*/ 1753934 w 7467600"/>
              <a:gd name="connsiteY411" fmla="*/ 6724796 h 6858000"/>
              <a:gd name="connsiteX412" fmla="*/ 1792053 w 7467600"/>
              <a:gd name="connsiteY412" fmla="*/ 6572396 h 6858000"/>
              <a:gd name="connsiteX413" fmla="*/ 1862248 w 7467600"/>
              <a:gd name="connsiteY413" fmla="*/ 6266397 h 6858000"/>
              <a:gd name="connsiteX414" fmla="*/ 1862250 w 7467600"/>
              <a:gd name="connsiteY414" fmla="*/ 6033531 h 6858000"/>
              <a:gd name="connsiteX415" fmla="*/ 1211999 w 7467600"/>
              <a:gd name="connsiteY415" fmla="*/ 6683610 h 6858000"/>
              <a:gd name="connsiteX416" fmla="*/ 1213266 w 7467600"/>
              <a:gd name="connsiteY416" fmla="*/ 6691947 h 6858000"/>
              <a:gd name="connsiteX417" fmla="*/ 1203370 w 7467600"/>
              <a:gd name="connsiteY417" fmla="*/ 6850676 h 6858000"/>
              <a:gd name="connsiteX418" fmla="*/ 1203671 w 7467600"/>
              <a:gd name="connsiteY418" fmla="*/ 6858000 h 6858000"/>
              <a:gd name="connsiteX419" fmla="*/ 1143180 w 7467600"/>
              <a:gd name="connsiteY419" fmla="*/ 6858000 h 6858000"/>
              <a:gd name="connsiteX420" fmla="*/ 1142176 w 7467600"/>
              <a:gd name="connsiteY420" fmla="*/ 6766045 h 6858000"/>
              <a:gd name="connsiteX421" fmla="*/ 1067484 w 7467600"/>
              <a:gd name="connsiteY421" fmla="*/ 6858000 h 6858000"/>
              <a:gd name="connsiteX422" fmla="*/ 953928 w 7467600"/>
              <a:gd name="connsiteY422" fmla="*/ 6858000 h 6858000"/>
              <a:gd name="connsiteX423" fmla="*/ 959715 w 7467600"/>
              <a:gd name="connsiteY423" fmla="*/ 6850185 h 6858000"/>
              <a:gd name="connsiteX424" fmla="*/ 1483788 w 7467600"/>
              <a:gd name="connsiteY424" fmla="*/ 6259174 h 6858000"/>
              <a:gd name="connsiteX425" fmla="*/ 1100671 w 7467600"/>
              <a:gd name="connsiteY425" fmla="*/ 6252137 h 6858000"/>
              <a:gd name="connsiteX426" fmla="*/ 1090144 w 7467600"/>
              <a:gd name="connsiteY426" fmla="*/ 6256748 h 6858000"/>
              <a:gd name="connsiteX427" fmla="*/ 1095872 w 7467600"/>
              <a:gd name="connsiteY427" fmla="*/ 6271892 h 6858000"/>
              <a:gd name="connsiteX428" fmla="*/ 262785 w 7467600"/>
              <a:gd name="connsiteY428" fmla="*/ 6845450 h 6858000"/>
              <a:gd name="connsiteX429" fmla="*/ 209968 w 7467600"/>
              <a:gd name="connsiteY429" fmla="*/ 6770713 h 6858000"/>
              <a:gd name="connsiteX430" fmla="*/ 873460 w 7467600"/>
              <a:gd name="connsiteY430" fmla="*/ 6253768 h 6858000"/>
              <a:gd name="connsiteX431" fmla="*/ 192686 w 7467600"/>
              <a:gd name="connsiteY431" fmla="*/ 5849257 h 6858000"/>
              <a:gd name="connsiteX432" fmla="*/ 4696 w 7467600"/>
              <a:gd name="connsiteY432" fmla="*/ 5697668 h 6858000"/>
              <a:gd name="connsiteX433" fmla="*/ 0 w 7467600"/>
              <a:gd name="connsiteY433" fmla="*/ 5689984 h 6858000"/>
              <a:gd name="connsiteX434" fmla="*/ 0 w 7467600"/>
              <a:gd name="connsiteY434" fmla="*/ 5513472 h 6858000"/>
              <a:gd name="connsiteX435" fmla="*/ 174101 w 7467600"/>
              <a:gd name="connsiteY435" fmla="*/ 5620277 h 6858000"/>
              <a:gd name="connsiteX436" fmla="*/ 891800 w 7467600"/>
              <a:gd name="connsiteY436" fmla="*/ 6036935 h 6858000"/>
              <a:gd name="connsiteX437" fmla="*/ 1072219 w 7467600"/>
              <a:gd name="connsiteY437" fmla="*/ 6169443 h 6858000"/>
              <a:gd name="connsiteX438" fmla="*/ 1074117 w 7467600"/>
              <a:gd name="connsiteY438" fmla="*/ 6170301 h 6858000"/>
              <a:gd name="connsiteX439" fmla="*/ 1083114 w 7467600"/>
              <a:gd name="connsiteY439" fmla="*/ 6174131 h 6858000"/>
              <a:gd name="connsiteX440" fmla="*/ 1543010 w 7467600"/>
              <a:gd name="connsiteY440" fmla="*/ 6191140 h 6858000"/>
              <a:gd name="connsiteX441" fmla="*/ 1551080 w 7467600"/>
              <a:gd name="connsiteY441" fmla="*/ 6195006 h 6858000"/>
              <a:gd name="connsiteX442" fmla="*/ 2345443 w 7467600"/>
              <a:gd name="connsiteY442" fmla="*/ 5549882 h 6858000"/>
              <a:gd name="connsiteX443" fmla="*/ 1721499 w 7467600"/>
              <a:gd name="connsiteY443" fmla="*/ 5599969 h 6858000"/>
              <a:gd name="connsiteX444" fmla="*/ 767716 w 7467600"/>
              <a:gd name="connsiteY444" fmla="*/ 5472768 h 6858000"/>
              <a:gd name="connsiteX445" fmla="*/ 722147 w 7467600"/>
              <a:gd name="connsiteY445" fmla="*/ 5393091 h 6858000"/>
              <a:gd name="connsiteX446" fmla="*/ 1485552 w 7467600"/>
              <a:gd name="connsiteY446" fmla="*/ 5313202 h 6858000"/>
              <a:gd name="connsiteX447" fmla="*/ 2143004 w 7467600"/>
              <a:gd name="connsiteY447" fmla="*/ 5402420 h 6858000"/>
              <a:gd name="connsiteX448" fmla="*/ 1933391 w 7467600"/>
              <a:gd name="connsiteY448" fmla="*/ 5156971 h 6858000"/>
              <a:gd name="connsiteX449" fmla="*/ 1827118 w 7467600"/>
              <a:gd name="connsiteY449" fmla="*/ 4968410 h 6858000"/>
              <a:gd name="connsiteX450" fmla="*/ 1837349 w 7467600"/>
              <a:gd name="connsiteY450" fmla="*/ 4956357 h 6858000"/>
              <a:gd name="connsiteX451" fmla="*/ 2162835 w 7467600"/>
              <a:gd name="connsiteY451" fmla="*/ 5187853 h 6858000"/>
              <a:gd name="connsiteX452" fmla="*/ 2257167 w 7467600"/>
              <a:gd name="connsiteY452" fmla="*/ 5462123 h 6858000"/>
              <a:gd name="connsiteX453" fmla="*/ 2261598 w 7467600"/>
              <a:gd name="connsiteY453" fmla="*/ 5467998 h 6858000"/>
              <a:gd name="connsiteX454" fmla="*/ 2437177 w 7467600"/>
              <a:gd name="connsiteY454" fmla="*/ 5479608 h 6858000"/>
              <a:gd name="connsiteX455" fmla="*/ 2445247 w 7467600"/>
              <a:gd name="connsiteY455" fmla="*/ 5483476 h 6858000"/>
              <a:gd name="connsiteX456" fmla="*/ 2743626 w 7467600"/>
              <a:gd name="connsiteY456" fmla="*/ 5304819 h 6858000"/>
              <a:gd name="connsiteX457" fmla="*/ 3048102 w 7467600"/>
              <a:gd name="connsiteY457" fmla="*/ 5150595 h 6858000"/>
              <a:gd name="connsiteX458" fmla="*/ 1799414 w 7467600"/>
              <a:gd name="connsiteY458" fmla="*/ 4694732 h 6858000"/>
              <a:gd name="connsiteX459" fmla="*/ 1771735 w 7467600"/>
              <a:gd name="connsiteY459" fmla="*/ 4619929 h 6858000"/>
              <a:gd name="connsiteX460" fmla="*/ 3104273 w 7467600"/>
              <a:gd name="connsiteY460" fmla="*/ 5076159 h 6858000"/>
              <a:gd name="connsiteX461" fmla="*/ 3113245 w 7467600"/>
              <a:gd name="connsiteY461" fmla="*/ 5090705 h 6858000"/>
              <a:gd name="connsiteX462" fmla="*/ 3126294 w 7467600"/>
              <a:gd name="connsiteY462" fmla="*/ 5114400 h 6858000"/>
              <a:gd name="connsiteX463" fmla="*/ 3937433 w 7467600"/>
              <a:gd name="connsiteY463" fmla="*/ 4830473 h 6858000"/>
              <a:gd name="connsiteX464" fmla="*/ 3590475 w 7467600"/>
              <a:gd name="connsiteY464" fmla="*/ 4597974 h 6858000"/>
              <a:gd name="connsiteX465" fmla="*/ 3100264 w 7467600"/>
              <a:gd name="connsiteY465" fmla="*/ 4579845 h 6858000"/>
              <a:gd name="connsiteX466" fmla="*/ 2183576 w 7467600"/>
              <a:gd name="connsiteY466" fmla="*/ 4227150 h 6858000"/>
              <a:gd name="connsiteX467" fmla="*/ 2151029 w 7467600"/>
              <a:gd name="connsiteY467" fmla="*/ 4146947 h 6858000"/>
              <a:gd name="connsiteX468" fmla="*/ 3563434 w 7467600"/>
              <a:gd name="connsiteY468" fmla="*/ 4469115 h 6858000"/>
              <a:gd name="connsiteX469" fmla="*/ 3177952 w 7467600"/>
              <a:gd name="connsiteY469" fmla="*/ 3657386 h 6858000"/>
              <a:gd name="connsiteX470" fmla="*/ 3189263 w 7467600"/>
              <a:gd name="connsiteY470" fmla="*/ 3625726 h 6858000"/>
              <a:gd name="connsiteX471" fmla="*/ 3560912 w 7467600"/>
              <a:gd name="connsiteY471" fmla="*/ 4079863 h 6858000"/>
              <a:gd name="connsiteX472" fmla="*/ 3626636 w 7467600"/>
              <a:gd name="connsiteY472" fmla="*/ 4512230 h 6858000"/>
              <a:gd name="connsiteX473" fmla="*/ 3653088 w 7467600"/>
              <a:gd name="connsiteY473" fmla="*/ 4521417 h 6858000"/>
              <a:gd name="connsiteX474" fmla="*/ 3988128 w 7467600"/>
              <a:gd name="connsiteY474" fmla="*/ 4817267 h 6858000"/>
              <a:gd name="connsiteX475" fmla="*/ 4830582 w 7467600"/>
              <a:gd name="connsiteY475" fmla="*/ 4676000 h 6858000"/>
              <a:gd name="connsiteX476" fmla="*/ 4830100 w 7467600"/>
              <a:gd name="connsiteY476" fmla="*/ 4675554 h 6858000"/>
              <a:gd name="connsiteX477" fmla="*/ 4036318 w 7467600"/>
              <a:gd name="connsiteY477" fmla="*/ 4147013 h 6858000"/>
              <a:gd name="connsiteX478" fmla="*/ 3432098 w 7467600"/>
              <a:gd name="connsiteY478" fmla="*/ 3537312 h 6858000"/>
              <a:gd name="connsiteX479" fmla="*/ 3446761 w 7467600"/>
              <a:gd name="connsiteY479" fmla="*/ 3461278 h 6858000"/>
              <a:gd name="connsiteX480" fmla="*/ 4419733 w 7467600"/>
              <a:gd name="connsiteY480" fmla="*/ 3963555 h 6858000"/>
              <a:gd name="connsiteX481" fmla="*/ 4781371 w 7467600"/>
              <a:gd name="connsiteY481" fmla="*/ 4458604 h 6858000"/>
              <a:gd name="connsiteX482" fmla="*/ 4780440 w 7467600"/>
              <a:gd name="connsiteY482" fmla="*/ 4470290 h 6858000"/>
              <a:gd name="connsiteX483" fmla="*/ 4898954 w 7467600"/>
              <a:gd name="connsiteY483" fmla="*/ 4662092 h 6858000"/>
              <a:gd name="connsiteX484" fmla="*/ 4900699 w 7467600"/>
              <a:gd name="connsiteY484" fmla="*/ 4670867 h 6858000"/>
              <a:gd name="connsiteX485" fmla="*/ 5714511 w 7467600"/>
              <a:gd name="connsiteY485" fmla="*/ 4663483 h 6858000"/>
              <a:gd name="connsiteX486" fmla="*/ 5464793 w 7467600"/>
              <a:gd name="connsiteY486" fmla="*/ 4393556 h 6858000"/>
              <a:gd name="connsiteX487" fmla="*/ 5461897 w 7467600"/>
              <a:gd name="connsiteY487" fmla="*/ 4390879 h 6858000"/>
              <a:gd name="connsiteX488" fmla="*/ 4294126 w 7467600"/>
              <a:gd name="connsiteY488" fmla="*/ 3303048 h 6858000"/>
              <a:gd name="connsiteX489" fmla="*/ 4305321 w 7467600"/>
              <a:gd name="connsiteY489" fmla="*/ 3256953 h 6858000"/>
              <a:gd name="connsiteX490" fmla="*/ 4949299 w 7467600"/>
              <a:gd name="connsiteY490" fmla="*/ 3766336 h 6858000"/>
              <a:gd name="connsiteX491" fmla="*/ 5291452 w 7467600"/>
              <a:gd name="connsiteY491" fmla="*/ 4076801 h 6858000"/>
              <a:gd name="connsiteX492" fmla="*/ 5434998 w 7467600"/>
              <a:gd name="connsiteY492" fmla="*/ 4254100 h 6858000"/>
              <a:gd name="connsiteX493" fmla="*/ 5351015 w 7467600"/>
              <a:gd name="connsiteY493" fmla="*/ 3760989 h 6858000"/>
              <a:gd name="connsiteX494" fmla="*/ 5413780 w 7467600"/>
              <a:gd name="connsiteY494" fmla="*/ 2966265 h 6858000"/>
              <a:gd name="connsiteX495" fmla="*/ 5425627 w 7467600"/>
              <a:gd name="connsiteY495" fmla="*/ 2954192 h 6858000"/>
              <a:gd name="connsiteX496" fmla="*/ 6604735 w 7467600"/>
              <a:gd name="connsiteY496" fmla="*/ 2041381 h 6858000"/>
              <a:gd name="connsiteX497" fmla="*/ 7204487 w 7467600"/>
              <a:gd name="connsiteY497" fmla="*/ 2742112 h 6858000"/>
              <a:gd name="connsiteX498" fmla="*/ 7131592 w 7467600"/>
              <a:gd name="connsiteY498" fmla="*/ 2672096 h 6858000"/>
              <a:gd name="connsiteX499" fmla="*/ 6996344 w 7467600"/>
              <a:gd name="connsiteY499" fmla="*/ 2518310 h 6858000"/>
              <a:gd name="connsiteX500" fmla="*/ 6735495 w 7467600"/>
              <a:gd name="connsiteY500" fmla="*/ 2196890 h 6858000"/>
              <a:gd name="connsiteX501" fmla="*/ 6721901 w 7467600"/>
              <a:gd name="connsiteY501" fmla="*/ 2179274 h 6858000"/>
              <a:gd name="connsiteX502" fmla="*/ 6604735 w 7467600"/>
              <a:gd name="connsiteY502" fmla="*/ 2041381 h 6858000"/>
              <a:gd name="connsiteX503" fmla="*/ 6591670 w 7467600"/>
              <a:gd name="connsiteY503" fmla="*/ 1988277 h 6858000"/>
              <a:gd name="connsiteX504" fmla="*/ 6747349 w 7467600"/>
              <a:gd name="connsiteY504" fmla="*/ 2160069 h 6858000"/>
              <a:gd name="connsiteX505" fmla="*/ 6760943 w 7467600"/>
              <a:gd name="connsiteY505" fmla="*/ 2177686 h 6858000"/>
              <a:gd name="connsiteX506" fmla="*/ 7021065 w 7467600"/>
              <a:gd name="connsiteY506" fmla="*/ 2498102 h 6858000"/>
              <a:gd name="connsiteX507" fmla="*/ 7155223 w 7467600"/>
              <a:gd name="connsiteY507" fmla="*/ 2650386 h 6858000"/>
              <a:gd name="connsiteX508" fmla="*/ 7203167 w 7467600"/>
              <a:gd name="connsiteY508" fmla="*/ 2697288 h 6858000"/>
              <a:gd name="connsiteX509" fmla="*/ 6937703 w 7467600"/>
              <a:gd name="connsiteY509" fmla="*/ 2321981 h 6858000"/>
              <a:gd name="connsiteX510" fmla="*/ 6591670 w 7467600"/>
              <a:gd name="connsiteY510" fmla="*/ 1988277 h 6858000"/>
              <a:gd name="connsiteX511" fmla="*/ 5798671 w 7467600"/>
              <a:gd name="connsiteY511" fmla="*/ 1981601 h 6858000"/>
              <a:gd name="connsiteX512" fmla="*/ 5754709 w 7467600"/>
              <a:gd name="connsiteY512" fmla="*/ 2071454 h 6858000"/>
              <a:gd name="connsiteX513" fmla="*/ 5763044 w 7467600"/>
              <a:gd name="connsiteY513" fmla="*/ 2842206 h 6858000"/>
              <a:gd name="connsiteX514" fmla="*/ 5764974 w 7467600"/>
              <a:gd name="connsiteY514" fmla="*/ 2799609 h 6858000"/>
              <a:gd name="connsiteX515" fmla="*/ 5767665 w 7467600"/>
              <a:gd name="connsiteY515" fmla="*/ 2666409 h 6858000"/>
              <a:gd name="connsiteX516" fmla="*/ 5763055 w 7467600"/>
              <a:gd name="connsiteY516" fmla="*/ 2579705 h 6858000"/>
              <a:gd name="connsiteX517" fmla="*/ 5758079 w 7467600"/>
              <a:gd name="connsiteY517" fmla="*/ 2492508 h 6858000"/>
              <a:gd name="connsiteX518" fmla="*/ 5779325 w 7467600"/>
              <a:gd name="connsiteY518" fmla="*/ 2197069 h 6858000"/>
              <a:gd name="connsiteX519" fmla="*/ 5798671 w 7467600"/>
              <a:gd name="connsiteY519" fmla="*/ 1981601 h 6858000"/>
              <a:gd name="connsiteX520" fmla="*/ 5829202 w 7467600"/>
              <a:gd name="connsiteY520" fmla="*/ 1971679 h 6858000"/>
              <a:gd name="connsiteX521" fmla="*/ 5809558 w 7467600"/>
              <a:gd name="connsiteY521" fmla="*/ 2198043 h 6858000"/>
              <a:gd name="connsiteX522" fmla="*/ 5788653 w 7467600"/>
              <a:gd name="connsiteY522" fmla="*/ 2489430 h 6858000"/>
              <a:gd name="connsiteX523" fmla="*/ 5793439 w 7467600"/>
              <a:gd name="connsiteY523" fmla="*/ 2575235 h 6858000"/>
              <a:gd name="connsiteX524" fmla="*/ 5796837 w 7467600"/>
              <a:gd name="connsiteY524" fmla="*/ 2637633 h 6858000"/>
              <a:gd name="connsiteX525" fmla="*/ 5818614 w 7467600"/>
              <a:gd name="connsiteY525" fmla="*/ 2473055 h 6858000"/>
              <a:gd name="connsiteX526" fmla="*/ 5829202 w 7467600"/>
              <a:gd name="connsiteY526" fmla="*/ 1971679 h 6858000"/>
              <a:gd name="connsiteX527" fmla="*/ 5911389 w 7467600"/>
              <a:gd name="connsiteY527" fmla="*/ 1898371 h 6858000"/>
              <a:gd name="connsiteX528" fmla="*/ 6237627 w 7467600"/>
              <a:gd name="connsiteY528" fmla="*/ 2231921 h 6858000"/>
              <a:gd name="connsiteX529" fmla="*/ 5911389 w 7467600"/>
              <a:gd name="connsiteY529" fmla="*/ 1898371 h 6858000"/>
              <a:gd name="connsiteX530" fmla="*/ 6944437 w 7467600"/>
              <a:gd name="connsiteY530" fmla="*/ 1575402 h 6858000"/>
              <a:gd name="connsiteX531" fmla="*/ 6304730 w 7467600"/>
              <a:gd name="connsiteY531" fmla="*/ 1766654 h 6858000"/>
              <a:gd name="connsiteX532" fmla="*/ 6944437 w 7467600"/>
              <a:gd name="connsiteY532" fmla="*/ 1575402 h 6858000"/>
              <a:gd name="connsiteX533" fmla="*/ 7019523 w 7467600"/>
              <a:gd name="connsiteY533" fmla="*/ 1519450 h 6858000"/>
              <a:gd name="connsiteX534" fmla="*/ 6298091 w 7467600"/>
              <a:gd name="connsiteY534" fmla="*/ 1737122 h 6858000"/>
              <a:gd name="connsiteX535" fmla="*/ 7019523 w 7467600"/>
              <a:gd name="connsiteY535" fmla="*/ 1519450 h 6858000"/>
              <a:gd name="connsiteX536" fmla="*/ 2399523 w 7467600"/>
              <a:gd name="connsiteY536" fmla="*/ 1428234 h 6858000"/>
              <a:gd name="connsiteX537" fmla="*/ 2224982 w 7467600"/>
              <a:gd name="connsiteY537" fmla="*/ 1826201 h 6858000"/>
              <a:gd name="connsiteX538" fmla="*/ 2096099 w 7467600"/>
              <a:gd name="connsiteY538" fmla="*/ 2345900 h 6858000"/>
              <a:gd name="connsiteX539" fmla="*/ 2283317 w 7467600"/>
              <a:gd name="connsiteY539" fmla="*/ 1796925 h 6858000"/>
              <a:gd name="connsiteX540" fmla="*/ 2399523 w 7467600"/>
              <a:gd name="connsiteY540" fmla="*/ 1428234 h 6858000"/>
              <a:gd name="connsiteX541" fmla="*/ 2448558 w 7467600"/>
              <a:gd name="connsiteY541" fmla="*/ 1373435 h 6858000"/>
              <a:gd name="connsiteX542" fmla="*/ 2312521 w 7467600"/>
              <a:gd name="connsiteY542" fmla="*/ 1806140 h 6858000"/>
              <a:gd name="connsiteX543" fmla="*/ 2127533 w 7467600"/>
              <a:gd name="connsiteY543" fmla="*/ 2348380 h 6858000"/>
              <a:gd name="connsiteX544" fmla="*/ 2358080 w 7467600"/>
              <a:gd name="connsiteY544" fmla="*/ 1866134 h 6858000"/>
              <a:gd name="connsiteX545" fmla="*/ 2407436 w 7467600"/>
              <a:gd name="connsiteY545" fmla="*/ 1651070 h 6858000"/>
              <a:gd name="connsiteX546" fmla="*/ 2448558 w 7467600"/>
              <a:gd name="connsiteY546" fmla="*/ 1373435 h 6858000"/>
              <a:gd name="connsiteX547" fmla="*/ 278707 w 7467600"/>
              <a:gd name="connsiteY547" fmla="*/ 1352270 h 6858000"/>
              <a:gd name="connsiteX548" fmla="*/ 321570 w 7467600"/>
              <a:gd name="connsiteY548" fmla="*/ 1861610 h 6858000"/>
              <a:gd name="connsiteX549" fmla="*/ 294281 w 7467600"/>
              <a:gd name="connsiteY549" fmla="*/ 1440658 h 6858000"/>
              <a:gd name="connsiteX550" fmla="*/ 278707 w 7467600"/>
              <a:gd name="connsiteY550" fmla="*/ 1352270 h 6858000"/>
              <a:gd name="connsiteX551" fmla="*/ 1423821 w 7467600"/>
              <a:gd name="connsiteY551" fmla="*/ 1351958 h 6858000"/>
              <a:gd name="connsiteX552" fmla="*/ 1638521 w 7467600"/>
              <a:gd name="connsiteY552" fmla="*/ 1908470 h 6858000"/>
              <a:gd name="connsiteX553" fmla="*/ 1754199 w 7467600"/>
              <a:gd name="connsiteY553" fmla="*/ 2149284 h 6858000"/>
              <a:gd name="connsiteX554" fmla="*/ 1908359 w 7467600"/>
              <a:gd name="connsiteY554" fmla="*/ 2364988 h 6858000"/>
              <a:gd name="connsiteX555" fmla="*/ 1647661 w 7467600"/>
              <a:gd name="connsiteY555" fmla="*/ 1825945 h 6858000"/>
              <a:gd name="connsiteX556" fmla="*/ 1423821 w 7467600"/>
              <a:gd name="connsiteY556" fmla="*/ 1351958 h 6858000"/>
              <a:gd name="connsiteX557" fmla="*/ 1431890 w 7467600"/>
              <a:gd name="connsiteY557" fmla="*/ 1306475 h 6858000"/>
              <a:gd name="connsiteX558" fmla="*/ 1507597 w 7467600"/>
              <a:gd name="connsiteY558" fmla="*/ 1446132 h 6858000"/>
              <a:gd name="connsiteX559" fmla="*/ 1674586 w 7467600"/>
              <a:gd name="connsiteY559" fmla="*/ 1813832 h 6858000"/>
              <a:gd name="connsiteX560" fmla="*/ 1815950 w 7467600"/>
              <a:gd name="connsiteY560" fmla="*/ 2128564 h 6858000"/>
              <a:gd name="connsiteX561" fmla="*/ 1984242 w 7467600"/>
              <a:gd name="connsiteY561" fmla="*/ 2430829 h 6858000"/>
              <a:gd name="connsiteX562" fmla="*/ 2014023 w 7467600"/>
              <a:gd name="connsiteY562" fmla="*/ 2450995 h 6858000"/>
              <a:gd name="connsiteX563" fmla="*/ 1747337 w 7467600"/>
              <a:gd name="connsiteY563" fmla="*/ 1855264 h 6858000"/>
              <a:gd name="connsiteX564" fmla="*/ 1533749 w 7467600"/>
              <a:gd name="connsiteY564" fmla="*/ 1478656 h 6858000"/>
              <a:gd name="connsiteX565" fmla="*/ 1431890 w 7467600"/>
              <a:gd name="connsiteY565" fmla="*/ 1306475 h 6858000"/>
              <a:gd name="connsiteX566" fmla="*/ 5052692 w 7467600"/>
              <a:gd name="connsiteY566" fmla="*/ 1292994 h 6858000"/>
              <a:gd name="connsiteX567" fmla="*/ 5200661 w 7467600"/>
              <a:gd name="connsiteY567" fmla="*/ 1635186 h 6858000"/>
              <a:gd name="connsiteX568" fmla="*/ 5297138 w 7467600"/>
              <a:gd name="connsiteY568" fmla="*/ 1906351 h 6858000"/>
              <a:gd name="connsiteX569" fmla="*/ 5052692 w 7467600"/>
              <a:gd name="connsiteY569" fmla="*/ 1292994 h 6858000"/>
              <a:gd name="connsiteX570" fmla="*/ 5009948 w 7467600"/>
              <a:gd name="connsiteY570" fmla="*/ 1273619 h 6858000"/>
              <a:gd name="connsiteX571" fmla="*/ 5121777 w 7467600"/>
              <a:gd name="connsiteY571" fmla="*/ 1654213 h 6858000"/>
              <a:gd name="connsiteX572" fmla="*/ 5293545 w 7467600"/>
              <a:gd name="connsiteY572" fmla="*/ 2072247 h 6858000"/>
              <a:gd name="connsiteX573" fmla="*/ 5294042 w 7467600"/>
              <a:gd name="connsiteY573" fmla="*/ 2065019 h 6858000"/>
              <a:gd name="connsiteX574" fmla="*/ 5171936 w 7467600"/>
              <a:gd name="connsiteY574" fmla="*/ 1647613 h 6858000"/>
              <a:gd name="connsiteX575" fmla="*/ 5009948 w 7467600"/>
              <a:gd name="connsiteY575" fmla="*/ 1273619 h 6858000"/>
              <a:gd name="connsiteX576" fmla="*/ 655236 w 7467600"/>
              <a:gd name="connsiteY576" fmla="*/ 1268632 h 6858000"/>
              <a:gd name="connsiteX577" fmla="*/ 839521 w 7467600"/>
              <a:gd name="connsiteY577" fmla="*/ 1685315 h 6858000"/>
              <a:gd name="connsiteX578" fmla="*/ 1109416 w 7467600"/>
              <a:gd name="connsiteY578" fmla="*/ 2061663 h 6858000"/>
              <a:gd name="connsiteX579" fmla="*/ 1298300 w 7467600"/>
              <a:gd name="connsiteY579" fmla="*/ 2247742 h 6858000"/>
              <a:gd name="connsiteX580" fmla="*/ 1125871 w 7467600"/>
              <a:gd name="connsiteY580" fmla="*/ 1989513 h 6858000"/>
              <a:gd name="connsiteX581" fmla="*/ 981574 w 7467600"/>
              <a:gd name="connsiteY581" fmla="*/ 1783157 h 6858000"/>
              <a:gd name="connsiteX582" fmla="*/ 922198 w 7467600"/>
              <a:gd name="connsiteY582" fmla="*/ 1677437 h 6858000"/>
              <a:gd name="connsiteX583" fmla="*/ 869293 w 7467600"/>
              <a:gd name="connsiteY583" fmla="*/ 1583214 h 6858000"/>
              <a:gd name="connsiteX584" fmla="*/ 751431 w 7467600"/>
              <a:gd name="connsiteY584" fmla="*/ 1405731 h 6858000"/>
              <a:gd name="connsiteX585" fmla="*/ 655236 w 7467600"/>
              <a:gd name="connsiteY585" fmla="*/ 1268632 h 6858000"/>
              <a:gd name="connsiteX586" fmla="*/ 6516292 w 7467600"/>
              <a:gd name="connsiteY586" fmla="*/ 1263064 h 6858000"/>
              <a:gd name="connsiteX587" fmla="*/ 5736320 w 7467600"/>
              <a:gd name="connsiteY587" fmla="*/ 1501803 h 6858000"/>
              <a:gd name="connsiteX588" fmla="*/ 6516292 w 7467600"/>
              <a:gd name="connsiteY588" fmla="*/ 1263064 h 6858000"/>
              <a:gd name="connsiteX589" fmla="*/ 291466 w 7467600"/>
              <a:gd name="connsiteY589" fmla="*/ 1250369 h 6858000"/>
              <a:gd name="connsiteX590" fmla="*/ 323180 w 7467600"/>
              <a:gd name="connsiteY590" fmla="*/ 1435283 h 6858000"/>
              <a:gd name="connsiteX591" fmla="*/ 349381 w 7467600"/>
              <a:gd name="connsiteY591" fmla="*/ 1875041 h 6858000"/>
              <a:gd name="connsiteX592" fmla="*/ 374363 w 7467600"/>
              <a:gd name="connsiteY592" fmla="*/ 1506494 h 6858000"/>
              <a:gd name="connsiteX593" fmla="*/ 302168 w 7467600"/>
              <a:gd name="connsiteY593" fmla="*/ 1274495 h 6858000"/>
              <a:gd name="connsiteX594" fmla="*/ 291466 w 7467600"/>
              <a:gd name="connsiteY594" fmla="*/ 1250369 h 6858000"/>
              <a:gd name="connsiteX595" fmla="*/ 678222 w 7467600"/>
              <a:gd name="connsiteY595" fmla="*/ 1248670 h 6858000"/>
              <a:gd name="connsiteX596" fmla="*/ 775536 w 7467600"/>
              <a:gd name="connsiteY596" fmla="*/ 1388015 h 6858000"/>
              <a:gd name="connsiteX597" fmla="*/ 894529 w 7467600"/>
              <a:gd name="connsiteY597" fmla="*/ 1567739 h 6858000"/>
              <a:gd name="connsiteX598" fmla="*/ 948000 w 7467600"/>
              <a:gd name="connsiteY598" fmla="*/ 1663088 h 6858000"/>
              <a:gd name="connsiteX599" fmla="*/ 1006812 w 7467600"/>
              <a:gd name="connsiteY599" fmla="*/ 1767683 h 6858000"/>
              <a:gd name="connsiteX600" fmla="*/ 1149133 w 7467600"/>
              <a:gd name="connsiteY600" fmla="*/ 1971513 h 6858000"/>
              <a:gd name="connsiteX601" fmla="*/ 1333952 w 7467600"/>
              <a:gd name="connsiteY601" fmla="*/ 2251620 h 6858000"/>
              <a:gd name="connsiteX602" fmla="*/ 1337329 w 7467600"/>
              <a:gd name="connsiteY602" fmla="*/ 2258350 h 6858000"/>
              <a:gd name="connsiteX603" fmla="*/ 1014726 w 7467600"/>
              <a:gd name="connsiteY603" fmla="*/ 1615556 h 6858000"/>
              <a:gd name="connsiteX604" fmla="*/ 678222 w 7467600"/>
              <a:gd name="connsiteY604" fmla="*/ 1248670 h 6858000"/>
              <a:gd name="connsiteX605" fmla="*/ 6691602 w 7467600"/>
              <a:gd name="connsiteY605" fmla="*/ 1140573 h 6858000"/>
              <a:gd name="connsiteX606" fmla="*/ 6571100 w 7467600"/>
              <a:gd name="connsiteY606" fmla="*/ 1183662 h 6858000"/>
              <a:gd name="connsiteX607" fmla="*/ 6241687 w 7467600"/>
              <a:gd name="connsiteY607" fmla="*/ 1257600 h 6858000"/>
              <a:gd name="connsiteX608" fmla="*/ 5693009 w 7467600"/>
              <a:gd name="connsiteY608" fmla="*/ 1478256 h 6858000"/>
              <a:gd name="connsiteX609" fmla="*/ 6548420 w 7467600"/>
              <a:gd name="connsiteY609" fmla="*/ 1214599 h 6858000"/>
              <a:gd name="connsiteX610" fmla="*/ 6605473 w 7467600"/>
              <a:gd name="connsiteY610" fmla="*/ 1184686 h 6858000"/>
              <a:gd name="connsiteX611" fmla="*/ 6691602 w 7467600"/>
              <a:gd name="connsiteY611" fmla="*/ 1140573 h 6858000"/>
              <a:gd name="connsiteX612" fmla="*/ 4002475 w 7467600"/>
              <a:gd name="connsiteY612" fmla="*/ 1037802 h 6858000"/>
              <a:gd name="connsiteX613" fmla="*/ 4000324 w 7467600"/>
              <a:gd name="connsiteY613" fmla="*/ 1039362 h 6858000"/>
              <a:gd name="connsiteX614" fmla="*/ 4002862 w 7467600"/>
              <a:gd name="connsiteY614" fmla="*/ 1042866 h 6858000"/>
              <a:gd name="connsiteX615" fmla="*/ 4002475 w 7467600"/>
              <a:gd name="connsiteY615" fmla="*/ 1037802 h 6858000"/>
              <a:gd name="connsiteX616" fmla="*/ 506322 w 7467600"/>
              <a:gd name="connsiteY616" fmla="*/ 1020997 h 6858000"/>
              <a:gd name="connsiteX617" fmla="*/ 533068 w 7467600"/>
              <a:gd name="connsiteY617" fmla="*/ 1029409 h 6858000"/>
              <a:gd name="connsiteX618" fmla="*/ 1232525 w 7467600"/>
              <a:gd name="connsiteY618" fmla="*/ 1804675 h 6858000"/>
              <a:gd name="connsiteX619" fmla="*/ 1388858 w 7467600"/>
              <a:gd name="connsiteY619" fmla="*/ 2368011 h 6858000"/>
              <a:gd name="connsiteX620" fmla="*/ 1384098 w 7467600"/>
              <a:gd name="connsiteY620" fmla="*/ 2378125 h 6858000"/>
              <a:gd name="connsiteX621" fmla="*/ 1425393 w 7467600"/>
              <a:gd name="connsiteY621" fmla="*/ 2589124 h 6858000"/>
              <a:gd name="connsiteX622" fmla="*/ 1424001 w 7467600"/>
              <a:gd name="connsiteY622" fmla="*/ 2597541 h 6858000"/>
              <a:gd name="connsiteX623" fmla="*/ 2152729 w 7467600"/>
              <a:gd name="connsiteY623" fmla="*/ 2864487 h 6858000"/>
              <a:gd name="connsiteX624" fmla="*/ 2020609 w 7467600"/>
              <a:gd name="connsiteY624" fmla="*/ 2539671 h 6858000"/>
              <a:gd name="connsiteX625" fmla="*/ 2018920 w 7467600"/>
              <a:gd name="connsiteY625" fmla="*/ 2536309 h 6858000"/>
              <a:gd name="connsiteX626" fmla="*/ 1342441 w 7467600"/>
              <a:gd name="connsiteY626" fmla="*/ 1173017 h 6858000"/>
              <a:gd name="connsiteX627" fmla="*/ 1367925 w 7467600"/>
              <a:gd name="connsiteY627" fmla="*/ 1135648 h 6858000"/>
              <a:gd name="connsiteX628" fmla="*/ 1771401 w 7467600"/>
              <a:gd name="connsiteY628" fmla="*/ 1806673 h 6858000"/>
              <a:gd name="connsiteX629" fmla="*/ 1972385 w 7467600"/>
              <a:gd name="connsiteY629" fmla="*/ 2198735 h 6858000"/>
              <a:gd name="connsiteX630" fmla="*/ 2040892 w 7467600"/>
              <a:gd name="connsiteY630" fmla="*/ 2405205 h 6858000"/>
              <a:gd name="connsiteX631" fmla="*/ 2131689 w 7467600"/>
              <a:gd name="connsiteY631" fmla="*/ 1936926 h 6858000"/>
              <a:gd name="connsiteX632" fmla="*/ 2454820 w 7467600"/>
              <a:gd name="connsiteY632" fmla="*/ 1248808 h 6858000"/>
              <a:gd name="connsiteX633" fmla="*/ 2492512 w 7467600"/>
              <a:gd name="connsiteY633" fmla="*/ 1302920 h 6858000"/>
              <a:gd name="connsiteX634" fmla="*/ 2081216 w 7467600"/>
              <a:gd name="connsiteY634" fmla="*/ 2527513 h 6858000"/>
              <a:gd name="connsiteX635" fmla="*/ 2081211 w 7467600"/>
              <a:gd name="connsiteY635" fmla="*/ 2528916 h 6858000"/>
              <a:gd name="connsiteX636" fmla="*/ 2199067 w 7467600"/>
              <a:gd name="connsiteY636" fmla="*/ 2884061 h 6858000"/>
              <a:gd name="connsiteX637" fmla="*/ 3192586 w 7467600"/>
              <a:gd name="connsiteY637" fmla="*/ 3411496 h 6858000"/>
              <a:gd name="connsiteX638" fmla="*/ 3182620 w 7467600"/>
              <a:gd name="connsiteY638" fmla="*/ 3483279 h 6858000"/>
              <a:gd name="connsiteX639" fmla="*/ 2435119 w 7467600"/>
              <a:gd name="connsiteY639" fmla="*/ 3080173 h 6858000"/>
              <a:gd name="connsiteX640" fmla="*/ 2410152 w 7467600"/>
              <a:gd name="connsiteY640" fmla="*/ 3063751 h 6858000"/>
              <a:gd name="connsiteX641" fmla="*/ 2408099 w 7467600"/>
              <a:gd name="connsiteY641" fmla="*/ 3064403 h 6858000"/>
              <a:gd name="connsiteX642" fmla="*/ 2407218 w 7467600"/>
              <a:gd name="connsiteY642" fmla="*/ 3070324 h 6858000"/>
              <a:gd name="connsiteX643" fmla="*/ 2380138 w 7467600"/>
              <a:gd name="connsiteY643" fmla="*/ 3099341 h 6858000"/>
              <a:gd name="connsiteX644" fmla="*/ 1765923 w 7467600"/>
              <a:gd name="connsiteY644" fmla="*/ 3581043 h 6858000"/>
              <a:gd name="connsiteX645" fmla="*/ 1702258 w 7467600"/>
              <a:gd name="connsiteY645" fmla="*/ 3612286 h 6858000"/>
              <a:gd name="connsiteX646" fmla="*/ 1538370 w 7467600"/>
              <a:gd name="connsiteY646" fmla="*/ 3811804 h 6858000"/>
              <a:gd name="connsiteX647" fmla="*/ 542867 w 7467600"/>
              <a:gd name="connsiteY647" fmla="*/ 4944092 h 6858000"/>
              <a:gd name="connsiteX648" fmla="*/ 515800 w 7467600"/>
              <a:gd name="connsiteY648" fmla="*/ 4862180 h 6858000"/>
              <a:gd name="connsiteX649" fmla="*/ 909145 w 7467600"/>
              <a:gd name="connsiteY649" fmla="*/ 4199225 h 6858000"/>
              <a:gd name="connsiteX650" fmla="*/ 1214067 w 7467600"/>
              <a:gd name="connsiteY650" fmla="*/ 3908561 h 6858000"/>
              <a:gd name="connsiteX651" fmla="*/ 640967 w 7467600"/>
              <a:gd name="connsiteY651" fmla="*/ 4105601 h 6858000"/>
              <a:gd name="connsiteX652" fmla="*/ 112563 w 7467600"/>
              <a:gd name="connsiteY652" fmla="*/ 4396952 h 6858000"/>
              <a:gd name="connsiteX653" fmla="*/ 0 w 7467600"/>
              <a:gd name="connsiteY653" fmla="*/ 4466006 h 6858000"/>
              <a:gd name="connsiteX654" fmla="*/ 0 w 7467600"/>
              <a:gd name="connsiteY654" fmla="*/ 4233763 h 6858000"/>
              <a:gd name="connsiteX655" fmla="*/ 36881 w 7467600"/>
              <a:gd name="connsiteY655" fmla="*/ 4200118 h 6858000"/>
              <a:gd name="connsiteX656" fmla="*/ 910534 w 7467600"/>
              <a:gd name="connsiteY656" fmla="*/ 3629753 h 6858000"/>
              <a:gd name="connsiteX657" fmla="*/ 1578717 w 7467600"/>
              <a:gd name="connsiteY657" fmla="*/ 3575982 h 6858000"/>
              <a:gd name="connsiteX658" fmla="*/ 2338780 w 7467600"/>
              <a:gd name="connsiteY658" fmla="*/ 3033725 h 6858000"/>
              <a:gd name="connsiteX659" fmla="*/ 1807991 w 7467600"/>
              <a:gd name="connsiteY659" fmla="*/ 2807184 h 6858000"/>
              <a:gd name="connsiteX660" fmla="*/ 1416358 w 7467600"/>
              <a:gd name="connsiteY660" fmla="*/ 3112571 h 6858000"/>
              <a:gd name="connsiteX661" fmla="*/ 939066 w 7467600"/>
              <a:gd name="connsiteY661" fmla="*/ 3378798 h 6858000"/>
              <a:gd name="connsiteX662" fmla="*/ 115099 w 7467600"/>
              <a:gd name="connsiteY662" fmla="*/ 3607650 h 6858000"/>
              <a:gd name="connsiteX663" fmla="*/ 97284 w 7467600"/>
              <a:gd name="connsiteY663" fmla="*/ 3520393 h 6858000"/>
              <a:gd name="connsiteX664" fmla="*/ 922050 w 7467600"/>
              <a:gd name="connsiteY664" fmla="*/ 3074867 h 6858000"/>
              <a:gd name="connsiteX665" fmla="*/ 1405265 w 7467600"/>
              <a:gd name="connsiteY665" fmla="*/ 3016319 h 6858000"/>
              <a:gd name="connsiteX666" fmla="*/ 1407512 w 7467600"/>
              <a:gd name="connsiteY666" fmla="*/ 3018001 h 6858000"/>
              <a:gd name="connsiteX667" fmla="*/ 1726266 w 7467600"/>
              <a:gd name="connsiteY667" fmla="*/ 2777274 h 6858000"/>
              <a:gd name="connsiteX668" fmla="*/ 625390 w 7467600"/>
              <a:gd name="connsiteY668" fmla="*/ 2514541 h 6858000"/>
              <a:gd name="connsiteX669" fmla="*/ 619799 w 7467600"/>
              <a:gd name="connsiteY669" fmla="*/ 2527180 h 6858000"/>
              <a:gd name="connsiteX670" fmla="*/ 310030 w 7467600"/>
              <a:gd name="connsiteY670" fmla="*/ 2771818 h 6858000"/>
              <a:gd name="connsiteX671" fmla="*/ 173877 w 7467600"/>
              <a:gd name="connsiteY671" fmla="*/ 2937056 h 6858000"/>
              <a:gd name="connsiteX672" fmla="*/ 77889 w 7467600"/>
              <a:gd name="connsiteY672" fmla="*/ 3138440 h 6858000"/>
              <a:gd name="connsiteX673" fmla="*/ 0 w 7467600"/>
              <a:gd name="connsiteY673" fmla="*/ 3271395 h 6858000"/>
              <a:gd name="connsiteX674" fmla="*/ 0 w 7467600"/>
              <a:gd name="connsiteY674" fmla="*/ 3153002 h 6858000"/>
              <a:gd name="connsiteX675" fmla="*/ 2386 w 7467600"/>
              <a:gd name="connsiteY675" fmla="*/ 3149203 h 6858000"/>
              <a:gd name="connsiteX676" fmla="*/ 89753 w 7467600"/>
              <a:gd name="connsiteY676" fmla="*/ 2987702 h 6858000"/>
              <a:gd name="connsiteX677" fmla="*/ 76869 w 7467600"/>
              <a:gd name="connsiteY677" fmla="*/ 3005404 h 6858000"/>
              <a:gd name="connsiteX678" fmla="*/ 32049 w 7467600"/>
              <a:gd name="connsiteY678" fmla="*/ 3065814 h 6858000"/>
              <a:gd name="connsiteX679" fmla="*/ 0 w 7467600"/>
              <a:gd name="connsiteY679" fmla="*/ 3108744 h 6858000"/>
              <a:gd name="connsiteX680" fmla="*/ 0 w 7467600"/>
              <a:gd name="connsiteY680" fmla="*/ 3058059 h 6858000"/>
              <a:gd name="connsiteX681" fmla="*/ 7610 w 7467600"/>
              <a:gd name="connsiteY681" fmla="*/ 3047889 h 6858000"/>
              <a:gd name="connsiteX682" fmla="*/ 52419 w 7467600"/>
              <a:gd name="connsiteY682" fmla="*/ 2987479 h 6858000"/>
              <a:gd name="connsiteX683" fmla="*/ 59142 w 7467600"/>
              <a:gd name="connsiteY683" fmla="*/ 2978488 h 6858000"/>
              <a:gd name="connsiteX684" fmla="*/ 0 w 7467600"/>
              <a:gd name="connsiteY684" fmla="*/ 3015334 h 6858000"/>
              <a:gd name="connsiteX685" fmla="*/ 0 w 7467600"/>
              <a:gd name="connsiteY685" fmla="*/ 2914286 h 6858000"/>
              <a:gd name="connsiteX686" fmla="*/ 36383 w 7467600"/>
              <a:gd name="connsiteY686" fmla="*/ 2901128 h 6858000"/>
              <a:gd name="connsiteX687" fmla="*/ 156329 w 7467600"/>
              <a:gd name="connsiteY687" fmla="*/ 2840533 h 6858000"/>
              <a:gd name="connsiteX688" fmla="*/ 358355 w 7467600"/>
              <a:gd name="connsiteY688" fmla="*/ 2620471 h 6858000"/>
              <a:gd name="connsiteX689" fmla="*/ 510577 w 7467600"/>
              <a:gd name="connsiteY689" fmla="*/ 2501244 h 6858000"/>
              <a:gd name="connsiteX690" fmla="*/ 211967 w 7467600"/>
              <a:gd name="connsiteY690" fmla="*/ 2479171 h 6858000"/>
              <a:gd name="connsiteX691" fmla="*/ 0 w 7467600"/>
              <a:gd name="connsiteY691" fmla="*/ 2476398 h 6858000"/>
              <a:gd name="connsiteX692" fmla="*/ 0 w 7467600"/>
              <a:gd name="connsiteY692" fmla="*/ 2389189 h 6858000"/>
              <a:gd name="connsiteX693" fmla="*/ 103062 w 7467600"/>
              <a:gd name="connsiteY693" fmla="*/ 2389518 h 6858000"/>
              <a:gd name="connsiteX694" fmla="*/ 510734 w 7467600"/>
              <a:gd name="connsiteY694" fmla="*/ 2416201 h 6858000"/>
              <a:gd name="connsiteX695" fmla="*/ 279257 w 7467600"/>
              <a:gd name="connsiteY695" fmla="*/ 2092102 h 6858000"/>
              <a:gd name="connsiteX696" fmla="*/ 65265 w 7467600"/>
              <a:gd name="connsiteY696" fmla="*/ 2006049 h 6858000"/>
              <a:gd name="connsiteX697" fmla="*/ 0 w 7467600"/>
              <a:gd name="connsiteY697" fmla="*/ 1982532 h 6858000"/>
              <a:gd name="connsiteX698" fmla="*/ 0 w 7467600"/>
              <a:gd name="connsiteY698" fmla="*/ 1912789 h 6858000"/>
              <a:gd name="connsiteX699" fmla="*/ 97460 w 7467600"/>
              <a:gd name="connsiteY699" fmla="*/ 1953725 h 6858000"/>
              <a:gd name="connsiteX700" fmla="*/ 221272 w 7467600"/>
              <a:gd name="connsiteY700" fmla="*/ 1980766 h 6858000"/>
              <a:gd name="connsiteX701" fmla="*/ 116765 w 7467600"/>
              <a:gd name="connsiteY701" fmla="*/ 1911033 h 6858000"/>
              <a:gd name="connsiteX702" fmla="*/ 16405 w 7467600"/>
              <a:gd name="connsiteY702" fmla="*/ 1803412 h 6858000"/>
              <a:gd name="connsiteX703" fmla="*/ 0 w 7467600"/>
              <a:gd name="connsiteY703" fmla="*/ 1784777 h 6858000"/>
              <a:gd name="connsiteX704" fmla="*/ 0 w 7467600"/>
              <a:gd name="connsiteY704" fmla="*/ 1740082 h 6858000"/>
              <a:gd name="connsiteX705" fmla="*/ 39394 w 7467600"/>
              <a:gd name="connsiteY705" fmla="*/ 1784856 h 6858000"/>
              <a:gd name="connsiteX706" fmla="*/ 135813 w 7467600"/>
              <a:gd name="connsiteY706" fmla="*/ 1888838 h 6858000"/>
              <a:gd name="connsiteX707" fmla="*/ 242575 w 7467600"/>
              <a:gd name="connsiteY707" fmla="*/ 1958841 h 6858000"/>
              <a:gd name="connsiteX708" fmla="*/ 82197 w 7467600"/>
              <a:gd name="connsiteY708" fmla="*/ 1754826 h 6858000"/>
              <a:gd name="connsiteX709" fmla="*/ 0 w 7467600"/>
              <a:gd name="connsiteY709" fmla="*/ 1679650 h 6858000"/>
              <a:gd name="connsiteX710" fmla="*/ 0 w 7467600"/>
              <a:gd name="connsiteY710" fmla="*/ 1602463 h 6858000"/>
              <a:gd name="connsiteX711" fmla="*/ 84689 w 7467600"/>
              <a:gd name="connsiteY711" fmla="*/ 1677442 h 6858000"/>
              <a:gd name="connsiteX712" fmla="*/ 298437 w 7467600"/>
              <a:gd name="connsiteY712" fmla="*/ 1968019 h 6858000"/>
              <a:gd name="connsiteX713" fmla="*/ 227269 w 7467600"/>
              <a:gd name="connsiteY713" fmla="*/ 1114064 h 6858000"/>
              <a:gd name="connsiteX714" fmla="*/ 248003 w 7467600"/>
              <a:gd name="connsiteY714" fmla="*/ 1089613 h 6858000"/>
              <a:gd name="connsiteX715" fmla="*/ 427020 w 7467600"/>
              <a:gd name="connsiteY715" fmla="*/ 1619803 h 6858000"/>
              <a:gd name="connsiteX716" fmla="*/ 340345 w 7467600"/>
              <a:gd name="connsiteY716" fmla="*/ 2027739 h 6858000"/>
              <a:gd name="connsiteX717" fmla="*/ 360865 w 7467600"/>
              <a:gd name="connsiteY717" fmla="*/ 2044827 h 6858000"/>
              <a:gd name="connsiteX718" fmla="*/ 560414 w 7467600"/>
              <a:gd name="connsiteY718" fmla="*/ 2421457 h 6858000"/>
              <a:gd name="connsiteX719" fmla="*/ 1359703 w 7467600"/>
              <a:gd name="connsiteY719" fmla="*/ 2578554 h 6858000"/>
              <a:gd name="connsiteX720" fmla="*/ 1359422 w 7467600"/>
              <a:gd name="connsiteY720" fmla="*/ 2577994 h 6858000"/>
              <a:gd name="connsiteX721" fmla="*/ 828701 w 7467600"/>
              <a:gd name="connsiteY721" fmla="*/ 1839520 h 6858000"/>
              <a:gd name="connsiteX722" fmla="*/ 494427 w 7467600"/>
              <a:gd name="connsiteY722" fmla="*/ 1092333 h 6858000"/>
              <a:gd name="connsiteX723" fmla="*/ 506322 w 7467600"/>
              <a:gd name="connsiteY723" fmla="*/ 1020997 h 6858000"/>
              <a:gd name="connsiteX724" fmla="*/ 4570198 w 7467600"/>
              <a:gd name="connsiteY724" fmla="*/ 978081 h 6858000"/>
              <a:gd name="connsiteX725" fmla="*/ 4523691 w 7467600"/>
              <a:gd name="connsiteY725" fmla="*/ 1127776 h 6858000"/>
              <a:gd name="connsiteX726" fmla="*/ 4509875 w 7467600"/>
              <a:gd name="connsiteY726" fmla="*/ 1167552 h 6858000"/>
              <a:gd name="connsiteX727" fmla="*/ 4478168 w 7467600"/>
              <a:gd name="connsiteY727" fmla="*/ 1260735 h 6858000"/>
              <a:gd name="connsiteX728" fmla="*/ 4409309 w 7467600"/>
              <a:gd name="connsiteY728" fmla="*/ 1666996 h 6858000"/>
              <a:gd name="connsiteX729" fmla="*/ 4370031 w 7467600"/>
              <a:gd name="connsiteY729" fmla="*/ 1955666 h 6858000"/>
              <a:gd name="connsiteX730" fmla="*/ 4570198 w 7467600"/>
              <a:gd name="connsiteY730" fmla="*/ 978081 h 6858000"/>
              <a:gd name="connsiteX731" fmla="*/ 4557898 w 7467600"/>
              <a:gd name="connsiteY731" fmla="*/ 900011 h 6858000"/>
              <a:gd name="connsiteX732" fmla="*/ 4344840 w 7467600"/>
              <a:gd name="connsiteY732" fmla="*/ 1922038 h 6858000"/>
              <a:gd name="connsiteX733" fmla="*/ 4378710 w 7467600"/>
              <a:gd name="connsiteY733" fmla="*/ 1665516 h 6858000"/>
              <a:gd name="connsiteX734" fmla="*/ 4448798 w 7467600"/>
              <a:gd name="connsiteY734" fmla="*/ 1253024 h 6858000"/>
              <a:gd name="connsiteX735" fmla="*/ 4480315 w 7467600"/>
              <a:gd name="connsiteY735" fmla="*/ 1158454 h 6858000"/>
              <a:gd name="connsiteX736" fmla="*/ 4494133 w 7467600"/>
              <a:gd name="connsiteY736" fmla="*/ 1118676 h 6858000"/>
              <a:gd name="connsiteX737" fmla="*/ 4557898 w 7467600"/>
              <a:gd name="connsiteY737" fmla="*/ 900011 h 6858000"/>
              <a:gd name="connsiteX738" fmla="*/ 5870151 w 7467600"/>
              <a:gd name="connsiteY738" fmla="*/ 898890 h 6858000"/>
              <a:gd name="connsiteX739" fmla="*/ 5861335 w 7467600"/>
              <a:gd name="connsiteY739" fmla="*/ 899177 h 6858000"/>
              <a:gd name="connsiteX740" fmla="*/ 5843702 w 7467600"/>
              <a:gd name="connsiteY740" fmla="*/ 899748 h 6858000"/>
              <a:gd name="connsiteX741" fmla="*/ 5651107 w 7467600"/>
              <a:gd name="connsiteY741" fmla="*/ 920306 h 6858000"/>
              <a:gd name="connsiteX742" fmla="*/ 5459407 w 7467600"/>
              <a:gd name="connsiteY742" fmla="*/ 940975 h 6858000"/>
              <a:gd name="connsiteX743" fmla="*/ 5374846 w 7467600"/>
              <a:gd name="connsiteY743" fmla="*/ 941988 h 6858000"/>
              <a:gd name="connsiteX744" fmla="*/ 5256105 w 7467600"/>
              <a:gd name="connsiteY744" fmla="*/ 945632 h 6858000"/>
              <a:gd name="connsiteX745" fmla="*/ 5107071 w 7467600"/>
              <a:gd name="connsiteY745" fmla="*/ 969720 h 6858000"/>
              <a:gd name="connsiteX746" fmla="*/ 4998681 w 7467600"/>
              <a:gd name="connsiteY746" fmla="*/ 988771 h 6858000"/>
              <a:gd name="connsiteX747" fmla="*/ 5870151 w 7467600"/>
              <a:gd name="connsiteY747" fmla="*/ 898890 h 6858000"/>
              <a:gd name="connsiteX748" fmla="*/ 5504425 w 7467600"/>
              <a:gd name="connsiteY748" fmla="*/ 848067 h 6858000"/>
              <a:gd name="connsiteX749" fmla="*/ 4968849 w 7467600"/>
              <a:gd name="connsiteY749" fmla="*/ 962318 h 6858000"/>
              <a:gd name="connsiteX750" fmla="*/ 5104039 w 7467600"/>
              <a:gd name="connsiteY750" fmla="*/ 940634 h 6858000"/>
              <a:gd name="connsiteX751" fmla="*/ 5256311 w 7467600"/>
              <a:gd name="connsiteY751" fmla="*/ 916490 h 6858000"/>
              <a:gd name="connsiteX752" fmla="*/ 5377381 w 7467600"/>
              <a:gd name="connsiteY752" fmla="*/ 912671 h 6858000"/>
              <a:gd name="connsiteX753" fmla="*/ 5460148 w 7467600"/>
              <a:gd name="connsiteY753" fmla="*/ 911442 h 6858000"/>
              <a:gd name="connsiteX754" fmla="*/ 5648971 w 7467600"/>
              <a:gd name="connsiteY754" fmla="*/ 891331 h 6858000"/>
              <a:gd name="connsiteX755" fmla="*/ 5844807 w 7467600"/>
              <a:gd name="connsiteY755" fmla="*/ 870718 h 6858000"/>
              <a:gd name="connsiteX756" fmla="*/ 5862975 w 7467600"/>
              <a:gd name="connsiteY756" fmla="*/ 869756 h 6858000"/>
              <a:gd name="connsiteX757" fmla="*/ 5920887 w 7467600"/>
              <a:gd name="connsiteY757" fmla="*/ 865929 h 6858000"/>
              <a:gd name="connsiteX758" fmla="*/ 5504425 w 7467600"/>
              <a:gd name="connsiteY758" fmla="*/ 848067 h 6858000"/>
              <a:gd name="connsiteX759" fmla="*/ 3607114 w 7467600"/>
              <a:gd name="connsiteY759" fmla="*/ 467441 h 6858000"/>
              <a:gd name="connsiteX760" fmla="*/ 3296242 w 7467600"/>
              <a:gd name="connsiteY760" fmla="*/ 807991 h 6858000"/>
              <a:gd name="connsiteX761" fmla="*/ 3174674 w 7467600"/>
              <a:gd name="connsiteY761" fmla="*/ 919759 h 6858000"/>
              <a:gd name="connsiteX762" fmla="*/ 3042978 w 7467600"/>
              <a:gd name="connsiteY762" fmla="*/ 1054894 h 6858000"/>
              <a:gd name="connsiteX763" fmla="*/ 2968914 w 7467600"/>
              <a:gd name="connsiteY763" fmla="*/ 1133756 h 6858000"/>
              <a:gd name="connsiteX764" fmla="*/ 3103823 w 7467600"/>
              <a:gd name="connsiteY764" fmla="*/ 1026814 h 6858000"/>
              <a:gd name="connsiteX765" fmla="*/ 3607114 w 7467600"/>
              <a:gd name="connsiteY765" fmla="*/ 467441 h 6858000"/>
              <a:gd name="connsiteX766" fmla="*/ 3744487 w 7467600"/>
              <a:gd name="connsiteY766" fmla="*/ 383136 h 6858000"/>
              <a:gd name="connsiteX767" fmla="*/ 3970213 w 7467600"/>
              <a:gd name="connsiteY767" fmla="*/ 995559 h 6858000"/>
              <a:gd name="connsiteX768" fmla="*/ 3744487 w 7467600"/>
              <a:gd name="connsiteY768" fmla="*/ 383136 h 6858000"/>
              <a:gd name="connsiteX769" fmla="*/ 3624562 w 7467600"/>
              <a:gd name="connsiteY769" fmla="*/ 367041 h 6858000"/>
              <a:gd name="connsiteX770" fmla="*/ 3489712 w 7467600"/>
              <a:gd name="connsiteY770" fmla="*/ 485386 h 6858000"/>
              <a:gd name="connsiteX771" fmla="*/ 3182994 w 7467600"/>
              <a:gd name="connsiteY771" fmla="*/ 828265 h 6858000"/>
              <a:gd name="connsiteX772" fmla="*/ 2892114 w 7467600"/>
              <a:gd name="connsiteY772" fmla="*/ 1172635 h 6858000"/>
              <a:gd name="connsiteX773" fmla="*/ 3021459 w 7467600"/>
              <a:gd name="connsiteY773" fmla="*/ 1035385 h 6858000"/>
              <a:gd name="connsiteX774" fmla="*/ 3153873 w 7467600"/>
              <a:gd name="connsiteY774" fmla="*/ 898971 h 6858000"/>
              <a:gd name="connsiteX775" fmla="*/ 3276511 w 7467600"/>
              <a:gd name="connsiteY775" fmla="*/ 786423 h 6858000"/>
              <a:gd name="connsiteX776" fmla="*/ 3584154 w 7467600"/>
              <a:gd name="connsiteY776" fmla="*/ 448218 h 6858000"/>
              <a:gd name="connsiteX777" fmla="*/ 3624562 w 7467600"/>
              <a:gd name="connsiteY777" fmla="*/ 367041 h 6858000"/>
              <a:gd name="connsiteX778" fmla="*/ 3766672 w 7467600"/>
              <a:gd name="connsiteY778" fmla="*/ 359429 h 6858000"/>
              <a:gd name="connsiteX779" fmla="*/ 3996338 w 7467600"/>
              <a:gd name="connsiteY779" fmla="*/ 968237 h 6858000"/>
              <a:gd name="connsiteX780" fmla="*/ 3766672 w 7467600"/>
              <a:gd name="connsiteY780" fmla="*/ 359429 h 6858000"/>
              <a:gd name="connsiteX781" fmla="*/ 5805386 w 7467600"/>
              <a:gd name="connsiteY781" fmla="*/ 239240 h 6858000"/>
              <a:gd name="connsiteX782" fmla="*/ 5736947 w 7467600"/>
              <a:gd name="connsiteY782" fmla="*/ 261367 h 6858000"/>
              <a:gd name="connsiteX783" fmla="*/ 5427012 w 7467600"/>
              <a:gd name="connsiteY783" fmla="*/ 311272 h 6858000"/>
              <a:gd name="connsiteX784" fmla="*/ 5147818 w 7467600"/>
              <a:gd name="connsiteY784" fmla="*/ 322112 h 6858000"/>
              <a:gd name="connsiteX785" fmla="*/ 5060854 w 7467600"/>
              <a:gd name="connsiteY785" fmla="*/ 311882 h 6858000"/>
              <a:gd name="connsiteX786" fmla="*/ 4945989 w 7467600"/>
              <a:gd name="connsiteY786" fmla="*/ 300516 h 6858000"/>
              <a:gd name="connsiteX787" fmla="*/ 5410479 w 7467600"/>
              <a:gd name="connsiteY787" fmla="*/ 348434 h 6858000"/>
              <a:gd name="connsiteX788" fmla="*/ 5805386 w 7467600"/>
              <a:gd name="connsiteY788" fmla="*/ 239240 h 6858000"/>
              <a:gd name="connsiteX789" fmla="*/ 5905192 w 7467600"/>
              <a:gd name="connsiteY789" fmla="*/ 163079 h 6858000"/>
              <a:gd name="connsiteX790" fmla="*/ 5865655 w 7467600"/>
              <a:gd name="connsiteY790" fmla="*/ 171901 h 6858000"/>
              <a:gd name="connsiteX791" fmla="*/ 5259740 w 7467600"/>
              <a:gd name="connsiteY791" fmla="*/ 257013 h 6858000"/>
              <a:gd name="connsiteX792" fmla="*/ 5208466 w 7467600"/>
              <a:gd name="connsiteY792" fmla="*/ 257550 h 6858000"/>
              <a:gd name="connsiteX793" fmla="*/ 4980204 w 7467600"/>
              <a:gd name="connsiteY793" fmla="*/ 271903 h 6858000"/>
              <a:gd name="connsiteX794" fmla="*/ 5068068 w 7467600"/>
              <a:gd name="connsiteY794" fmla="*/ 282244 h 6858000"/>
              <a:gd name="connsiteX795" fmla="*/ 5153231 w 7467600"/>
              <a:gd name="connsiteY795" fmla="*/ 292240 h 6858000"/>
              <a:gd name="connsiteX796" fmla="*/ 5426491 w 7467600"/>
              <a:gd name="connsiteY796" fmla="*/ 281128 h 6858000"/>
              <a:gd name="connsiteX797" fmla="*/ 5731212 w 7467600"/>
              <a:gd name="connsiteY797" fmla="*/ 231951 h 6858000"/>
              <a:gd name="connsiteX798" fmla="*/ 5905192 w 7467600"/>
              <a:gd name="connsiteY798" fmla="*/ 163079 h 6858000"/>
              <a:gd name="connsiteX799" fmla="*/ 5944437 w 7467600"/>
              <a:gd name="connsiteY799" fmla="*/ 113829 h 6858000"/>
              <a:gd name="connsiteX800" fmla="*/ 5825032 w 7467600"/>
              <a:gd name="connsiteY800" fmla="*/ 146405 h 6858000"/>
              <a:gd name="connsiteX801" fmla="*/ 4955599 w 7467600"/>
              <a:gd name="connsiteY801" fmla="*/ 247008 h 6858000"/>
              <a:gd name="connsiteX802" fmla="*/ 5210104 w 7467600"/>
              <a:gd name="connsiteY802" fmla="*/ 228123 h 6858000"/>
              <a:gd name="connsiteX803" fmla="*/ 5261015 w 7467600"/>
              <a:gd name="connsiteY803" fmla="*/ 227087 h 6858000"/>
              <a:gd name="connsiteX804" fmla="*/ 5861181 w 7467600"/>
              <a:gd name="connsiteY804" fmla="*/ 143093 h 6858000"/>
              <a:gd name="connsiteX805" fmla="*/ 5961252 w 7467600"/>
              <a:gd name="connsiteY805" fmla="*/ 114820 h 6858000"/>
              <a:gd name="connsiteX806" fmla="*/ 5944437 w 7467600"/>
              <a:gd name="connsiteY806" fmla="*/ 113829 h 6858000"/>
              <a:gd name="connsiteX807" fmla="*/ 3882765 w 7467600"/>
              <a:gd name="connsiteY807" fmla="*/ 0 h 6858000"/>
              <a:gd name="connsiteX808" fmla="*/ 3995099 w 7467600"/>
              <a:gd name="connsiteY808" fmla="*/ 0 h 6858000"/>
              <a:gd name="connsiteX809" fmla="*/ 4163818 w 7467600"/>
              <a:gd name="connsiteY809" fmla="*/ 234104 h 6858000"/>
              <a:gd name="connsiteX810" fmla="*/ 4172099 w 7467600"/>
              <a:gd name="connsiteY810" fmla="*/ 234207 h 6858000"/>
              <a:gd name="connsiteX811" fmla="*/ 4784282 w 7467600"/>
              <a:gd name="connsiteY811" fmla="*/ 276561 h 6858000"/>
              <a:gd name="connsiteX812" fmla="*/ 4801687 w 7467600"/>
              <a:gd name="connsiteY812" fmla="*/ 267764 h 6858000"/>
              <a:gd name="connsiteX813" fmla="*/ 6082788 w 7467600"/>
              <a:gd name="connsiteY813" fmla="*/ 64119 h 6858000"/>
              <a:gd name="connsiteX814" fmla="*/ 6099442 w 7467600"/>
              <a:gd name="connsiteY814" fmla="*/ 82568 h 6858000"/>
              <a:gd name="connsiteX815" fmla="*/ 4804137 w 7467600"/>
              <a:gd name="connsiteY815" fmla="*/ 320931 h 6858000"/>
              <a:gd name="connsiteX816" fmla="*/ 4227047 w 7467600"/>
              <a:gd name="connsiteY816" fmla="*/ 313415 h 6858000"/>
              <a:gd name="connsiteX817" fmla="*/ 4346041 w 7467600"/>
              <a:gd name="connsiteY817" fmla="*/ 456086 h 6858000"/>
              <a:gd name="connsiteX818" fmla="*/ 4870967 w 7467600"/>
              <a:gd name="connsiteY818" fmla="*/ 963061 h 6858000"/>
              <a:gd name="connsiteX819" fmla="*/ 4889647 w 7467600"/>
              <a:gd name="connsiteY819" fmla="*/ 957147 h 6858000"/>
              <a:gd name="connsiteX820" fmla="*/ 5422504 w 7467600"/>
              <a:gd name="connsiteY820" fmla="*/ 805191 h 6858000"/>
              <a:gd name="connsiteX821" fmla="*/ 6087656 w 7467600"/>
              <a:gd name="connsiteY821" fmla="*/ 826703 h 6858000"/>
              <a:gd name="connsiteX822" fmla="*/ 6058717 w 7467600"/>
              <a:gd name="connsiteY822" fmla="*/ 865992 h 6858000"/>
              <a:gd name="connsiteX823" fmla="*/ 4974153 w 7467600"/>
              <a:gd name="connsiteY823" fmla="*/ 1045456 h 6858000"/>
              <a:gd name="connsiteX824" fmla="*/ 5627835 w 7467600"/>
              <a:gd name="connsiteY824" fmla="*/ 1472077 h 6858000"/>
              <a:gd name="connsiteX825" fmla="*/ 5629817 w 7467600"/>
              <a:gd name="connsiteY825" fmla="*/ 1471412 h 6858000"/>
              <a:gd name="connsiteX826" fmla="*/ 5634124 w 7467600"/>
              <a:gd name="connsiteY826" fmla="*/ 1470572 h 6858000"/>
              <a:gd name="connsiteX827" fmla="*/ 5755832 w 7467600"/>
              <a:gd name="connsiteY827" fmla="*/ 1383886 h 6858000"/>
              <a:gd name="connsiteX828" fmla="*/ 6014186 w 7467600"/>
              <a:gd name="connsiteY828" fmla="*/ 1279799 h 6858000"/>
              <a:gd name="connsiteX829" fmla="*/ 6901619 w 7467600"/>
              <a:gd name="connsiteY829" fmla="*/ 1047874 h 6858000"/>
              <a:gd name="connsiteX830" fmla="*/ 6931566 w 7467600"/>
              <a:gd name="connsiteY830" fmla="*/ 1062034 h 6858000"/>
              <a:gd name="connsiteX831" fmla="*/ 5790982 w 7467600"/>
              <a:gd name="connsiteY831" fmla="*/ 1561380 h 6858000"/>
              <a:gd name="connsiteX832" fmla="*/ 6188971 w 7467600"/>
              <a:gd name="connsiteY832" fmla="*/ 1755168 h 6858000"/>
              <a:gd name="connsiteX833" fmla="*/ 6202446 w 7467600"/>
              <a:gd name="connsiteY833" fmla="*/ 1752268 h 6858000"/>
              <a:gd name="connsiteX834" fmla="*/ 7179560 w 7467600"/>
              <a:gd name="connsiteY834" fmla="*/ 1467551 h 6858000"/>
              <a:gd name="connsiteX835" fmla="*/ 7158730 w 7467600"/>
              <a:gd name="connsiteY835" fmla="*/ 1507835 h 6858000"/>
              <a:gd name="connsiteX836" fmla="*/ 6326959 w 7467600"/>
              <a:gd name="connsiteY836" fmla="*/ 1817686 h 6858000"/>
              <a:gd name="connsiteX837" fmla="*/ 6537433 w 7467600"/>
              <a:gd name="connsiteY837" fmla="*/ 1907790 h 6858000"/>
              <a:gd name="connsiteX838" fmla="*/ 6550221 w 7467600"/>
              <a:gd name="connsiteY838" fmla="*/ 1910729 h 6858000"/>
              <a:gd name="connsiteX839" fmla="*/ 6964438 w 7467600"/>
              <a:gd name="connsiteY839" fmla="*/ 2209505 h 6858000"/>
              <a:gd name="connsiteX840" fmla="*/ 7367862 w 7467600"/>
              <a:gd name="connsiteY840" fmla="*/ 2806833 h 6858000"/>
              <a:gd name="connsiteX841" fmla="*/ 7364329 w 7467600"/>
              <a:gd name="connsiteY841" fmla="*/ 2826907 h 6858000"/>
              <a:gd name="connsiteX842" fmla="*/ 7290545 w 7467600"/>
              <a:gd name="connsiteY842" fmla="*/ 2850663 h 6858000"/>
              <a:gd name="connsiteX843" fmla="*/ 6472036 w 7467600"/>
              <a:gd name="connsiteY843" fmla="*/ 1959003 h 6858000"/>
              <a:gd name="connsiteX844" fmla="*/ 5792897 w 7467600"/>
              <a:gd name="connsiteY844" fmla="*/ 1647747 h 6858000"/>
              <a:gd name="connsiteX845" fmla="*/ 5842751 w 7467600"/>
              <a:gd name="connsiteY845" fmla="*/ 1816112 h 6858000"/>
              <a:gd name="connsiteX846" fmla="*/ 5847424 w 7467600"/>
              <a:gd name="connsiteY846" fmla="*/ 1815776 h 6858000"/>
              <a:gd name="connsiteX847" fmla="*/ 6399821 w 7467600"/>
              <a:gd name="connsiteY847" fmla="*/ 2344799 h 6858000"/>
              <a:gd name="connsiteX848" fmla="*/ 6323232 w 7467600"/>
              <a:gd name="connsiteY848" fmla="*/ 2389634 h 6858000"/>
              <a:gd name="connsiteX849" fmla="*/ 5942958 w 7467600"/>
              <a:gd name="connsiteY849" fmla="*/ 2077708 h 6858000"/>
              <a:gd name="connsiteX850" fmla="*/ 5921559 w 7467600"/>
              <a:gd name="connsiteY850" fmla="*/ 2378596 h 6858000"/>
              <a:gd name="connsiteX851" fmla="*/ 5817651 w 7467600"/>
              <a:gd name="connsiteY851" fmla="*/ 3023919 h 6858000"/>
              <a:gd name="connsiteX852" fmla="*/ 5729634 w 7467600"/>
              <a:gd name="connsiteY852" fmla="*/ 3051849 h 6858000"/>
              <a:gd name="connsiteX853" fmla="*/ 5611018 w 7467600"/>
              <a:gd name="connsiteY853" fmla="*/ 2316769 h 6858000"/>
              <a:gd name="connsiteX854" fmla="*/ 5687608 w 7467600"/>
              <a:gd name="connsiteY854" fmla="*/ 2039972 h 6858000"/>
              <a:gd name="connsiteX855" fmla="*/ 5657554 w 7467600"/>
              <a:gd name="connsiteY855" fmla="*/ 1576445 h 6858000"/>
              <a:gd name="connsiteX856" fmla="*/ 5150475 w 7467600"/>
              <a:gd name="connsiteY856" fmla="*/ 1274012 h 6858000"/>
              <a:gd name="connsiteX857" fmla="*/ 5349142 w 7467600"/>
              <a:gd name="connsiteY857" fmla="*/ 2204405 h 6858000"/>
              <a:gd name="connsiteX858" fmla="*/ 5262214 w 7467600"/>
              <a:gd name="connsiteY858" fmla="*/ 2233836 h 6858000"/>
              <a:gd name="connsiteX859" fmla="*/ 4981539 w 7467600"/>
              <a:gd name="connsiteY859" fmla="*/ 1542201 h 6858000"/>
              <a:gd name="connsiteX860" fmla="*/ 4958461 w 7467600"/>
              <a:gd name="connsiteY860" fmla="*/ 1136957 h 6858000"/>
              <a:gd name="connsiteX861" fmla="*/ 4655015 w 7467600"/>
              <a:gd name="connsiteY861" fmla="*/ 891426 h 6858000"/>
              <a:gd name="connsiteX862" fmla="*/ 4348002 w 7467600"/>
              <a:gd name="connsiteY862" fmla="*/ 2205895 h 6858000"/>
              <a:gd name="connsiteX863" fmla="*/ 4262250 w 7467600"/>
              <a:gd name="connsiteY863" fmla="*/ 2219972 h 6858000"/>
              <a:gd name="connsiteX864" fmla="*/ 4550611 w 7467600"/>
              <a:gd name="connsiteY864" fmla="*/ 817540 h 6858000"/>
              <a:gd name="connsiteX865" fmla="*/ 4564418 w 7467600"/>
              <a:gd name="connsiteY865" fmla="*/ 808293 h 6858000"/>
              <a:gd name="connsiteX866" fmla="*/ 4266388 w 7467600"/>
              <a:gd name="connsiteY866" fmla="*/ 500083 h 6858000"/>
              <a:gd name="connsiteX867" fmla="*/ 4032842 w 7467600"/>
              <a:gd name="connsiteY867" fmla="*/ 211809 h 6858000"/>
              <a:gd name="connsiteX868" fmla="*/ 3882765 w 7467600"/>
              <a:gd name="connsiteY868" fmla="*/ 0 h 6858000"/>
              <a:gd name="connsiteX869" fmla="*/ 3721337 w 7467600"/>
              <a:gd name="connsiteY869" fmla="*/ 0 h 6858000"/>
              <a:gd name="connsiteX870" fmla="*/ 3797544 w 7467600"/>
              <a:gd name="connsiteY870" fmla="*/ 0 h 6858000"/>
              <a:gd name="connsiteX871" fmla="*/ 3775734 w 7467600"/>
              <a:gd name="connsiteY871" fmla="*/ 95131 h 6858000"/>
              <a:gd name="connsiteX872" fmla="*/ 3724807 w 7467600"/>
              <a:gd name="connsiteY872" fmla="*/ 272257 h 6858000"/>
              <a:gd name="connsiteX873" fmla="*/ 3726844 w 7467600"/>
              <a:gd name="connsiteY873" fmla="*/ 282988 h 6858000"/>
              <a:gd name="connsiteX874" fmla="*/ 3742664 w 7467600"/>
              <a:gd name="connsiteY874" fmla="*/ 279918 h 6858000"/>
              <a:gd name="connsiteX875" fmla="*/ 4103910 w 7467600"/>
              <a:gd name="connsiteY875" fmla="*/ 1161917 h 6858000"/>
              <a:gd name="connsiteX876" fmla="*/ 4020269 w 7467600"/>
              <a:gd name="connsiteY876" fmla="*/ 1200406 h 6858000"/>
              <a:gd name="connsiteX877" fmla="*/ 3674882 w 7467600"/>
              <a:gd name="connsiteY877" fmla="*/ 488524 h 6858000"/>
              <a:gd name="connsiteX878" fmla="*/ 3132682 w 7467600"/>
              <a:gd name="connsiteY878" fmla="*/ 1072284 h 6858000"/>
              <a:gd name="connsiteX879" fmla="*/ 2716346 w 7467600"/>
              <a:gd name="connsiteY879" fmla="*/ 1276376 h 6858000"/>
              <a:gd name="connsiteX880" fmla="*/ 2716772 w 7467600"/>
              <a:gd name="connsiteY880" fmla="*/ 1255462 h 6858000"/>
              <a:gd name="connsiteX881" fmla="*/ 3471096 w 7467600"/>
              <a:gd name="connsiteY881" fmla="*/ 437072 h 6858000"/>
              <a:gd name="connsiteX882" fmla="*/ 3639057 w 7467600"/>
              <a:gd name="connsiteY882" fmla="*/ 286334 h 6858000"/>
              <a:gd name="connsiteX883" fmla="*/ 3640309 w 7467600"/>
              <a:gd name="connsiteY883" fmla="*/ 284664 h 6858000"/>
              <a:gd name="connsiteX884" fmla="*/ 3646022 w 7467600"/>
              <a:gd name="connsiteY884" fmla="*/ 276711 h 6858000"/>
              <a:gd name="connsiteX885" fmla="*/ 3707943 w 7467600"/>
              <a:gd name="connsiteY885" fmla="*/ 65958 h 6858000"/>
              <a:gd name="connsiteX886" fmla="*/ 3721337 w 7467600"/>
              <a:gd name="connsiteY886" fmla="*/ 0 h 6858000"/>
              <a:gd name="connsiteX887" fmla="*/ 2867960 w 7467600"/>
              <a:gd name="connsiteY887" fmla="*/ 0 h 6858000"/>
              <a:gd name="connsiteX888" fmla="*/ 2926351 w 7467600"/>
              <a:gd name="connsiteY888" fmla="*/ 0 h 6858000"/>
              <a:gd name="connsiteX889" fmla="*/ 2902823 w 7467600"/>
              <a:gd name="connsiteY889" fmla="*/ 262929 h 6858000"/>
              <a:gd name="connsiteX890" fmla="*/ 2940663 w 7467600"/>
              <a:gd name="connsiteY890" fmla="*/ 140884 h 6858000"/>
              <a:gd name="connsiteX891" fmla="*/ 2947039 w 7467600"/>
              <a:gd name="connsiteY891" fmla="*/ 122524 h 6858000"/>
              <a:gd name="connsiteX892" fmla="*/ 2984316 w 7467600"/>
              <a:gd name="connsiteY892" fmla="*/ 0 h 6858000"/>
              <a:gd name="connsiteX893" fmla="*/ 3016114 w 7467600"/>
              <a:gd name="connsiteY893" fmla="*/ 0 h 6858000"/>
              <a:gd name="connsiteX894" fmla="*/ 2979949 w 7467600"/>
              <a:gd name="connsiteY894" fmla="*/ 119274 h 6858000"/>
              <a:gd name="connsiteX895" fmla="*/ 3023879 w 7467600"/>
              <a:gd name="connsiteY895" fmla="*/ 0 h 6858000"/>
              <a:gd name="connsiteX896" fmla="*/ 3105400 w 7467600"/>
              <a:gd name="connsiteY896" fmla="*/ 0 h 6858000"/>
              <a:gd name="connsiteX897" fmla="*/ 3094669 w 7467600"/>
              <a:gd name="connsiteY897" fmla="*/ 30308 h 6858000"/>
              <a:gd name="connsiteX898" fmla="*/ 2901945 w 7467600"/>
              <a:gd name="connsiteY898" fmla="*/ 466538 h 6858000"/>
              <a:gd name="connsiteX899" fmla="*/ 2815209 w 7467600"/>
              <a:gd name="connsiteY899" fmla="*/ 497361 h 6858000"/>
              <a:gd name="connsiteX900" fmla="*/ 2844845 w 7467600"/>
              <a:gd name="connsiteY900" fmla="*/ 127638 h 6858000"/>
              <a:gd name="connsiteX901" fmla="*/ 2867960 w 7467600"/>
              <a:gd name="connsiteY901" fmla="*/ 0 h 6858000"/>
              <a:gd name="connsiteX902" fmla="*/ 1057230 w 7467600"/>
              <a:gd name="connsiteY902" fmla="*/ 0 h 6858000"/>
              <a:gd name="connsiteX903" fmla="*/ 1111003 w 7467600"/>
              <a:gd name="connsiteY903" fmla="*/ 0 h 6858000"/>
              <a:gd name="connsiteX904" fmla="*/ 1125553 w 7467600"/>
              <a:gd name="connsiteY904" fmla="*/ 52588 h 6858000"/>
              <a:gd name="connsiteX905" fmla="*/ 1304276 w 7467600"/>
              <a:gd name="connsiteY905" fmla="*/ 476275 h 6858000"/>
              <a:gd name="connsiteX906" fmla="*/ 1492066 w 7467600"/>
              <a:gd name="connsiteY906" fmla="*/ 886333 h 6858000"/>
              <a:gd name="connsiteX907" fmla="*/ 1423698 w 7467600"/>
              <a:gd name="connsiteY907" fmla="*/ 710817 h 6858000"/>
              <a:gd name="connsiteX908" fmla="*/ 1357609 w 7467600"/>
              <a:gd name="connsiteY908" fmla="*/ 532892 h 6858000"/>
              <a:gd name="connsiteX909" fmla="*/ 1309550 w 7467600"/>
              <a:gd name="connsiteY909" fmla="*/ 374031 h 6858000"/>
              <a:gd name="connsiteX910" fmla="*/ 1193673 w 7467600"/>
              <a:gd name="connsiteY910" fmla="*/ 49533 h 6858000"/>
              <a:gd name="connsiteX911" fmla="*/ 1164391 w 7467600"/>
              <a:gd name="connsiteY911" fmla="*/ 0 h 6858000"/>
              <a:gd name="connsiteX912" fmla="*/ 1200666 w 7467600"/>
              <a:gd name="connsiteY912" fmla="*/ 0 h 6858000"/>
              <a:gd name="connsiteX913" fmla="*/ 1223408 w 7467600"/>
              <a:gd name="connsiteY913" fmla="*/ 38996 h 6858000"/>
              <a:gd name="connsiteX914" fmla="*/ 1339635 w 7467600"/>
              <a:gd name="connsiteY914" fmla="*/ 365517 h 6858000"/>
              <a:gd name="connsiteX915" fmla="*/ 1387469 w 7467600"/>
              <a:gd name="connsiteY915" fmla="*/ 523079 h 6858000"/>
              <a:gd name="connsiteX916" fmla="*/ 1452685 w 7467600"/>
              <a:gd name="connsiteY916" fmla="*/ 699806 h 6858000"/>
              <a:gd name="connsiteX917" fmla="*/ 1492092 w 7467600"/>
              <a:gd name="connsiteY917" fmla="*/ 800424 h 6858000"/>
              <a:gd name="connsiteX918" fmla="*/ 1455302 w 7467600"/>
              <a:gd name="connsiteY918" fmla="*/ 632913 h 6858000"/>
              <a:gd name="connsiteX919" fmla="*/ 1222336 w 7467600"/>
              <a:gd name="connsiteY919" fmla="*/ 9480 h 6858000"/>
              <a:gd name="connsiteX920" fmla="*/ 1214634 w 7467600"/>
              <a:gd name="connsiteY920" fmla="*/ 0 h 6858000"/>
              <a:gd name="connsiteX921" fmla="*/ 1289827 w 7467600"/>
              <a:gd name="connsiteY921" fmla="*/ 0 h 6858000"/>
              <a:gd name="connsiteX922" fmla="*/ 1321076 w 7467600"/>
              <a:gd name="connsiteY922" fmla="*/ 59722 h 6858000"/>
              <a:gd name="connsiteX923" fmla="*/ 1512579 w 7467600"/>
              <a:gd name="connsiteY923" fmla="*/ 626441 h 6858000"/>
              <a:gd name="connsiteX924" fmla="*/ 1506076 w 7467600"/>
              <a:gd name="connsiteY924" fmla="*/ 1089289 h 6858000"/>
              <a:gd name="connsiteX925" fmla="*/ 1486346 w 7467600"/>
              <a:gd name="connsiteY925" fmla="*/ 1079919 h 6858000"/>
              <a:gd name="connsiteX926" fmla="*/ 1070511 w 7467600"/>
              <a:gd name="connsiteY926" fmla="*/ 48609 h 6858000"/>
              <a:gd name="connsiteX927" fmla="*/ 1057230 w 7467600"/>
              <a:gd name="connsiteY927" fmla="*/ 0 h 6858000"/>
              <a:gd name="connsiteX928" fmla="*/ 43151 w 7467600"/>
              <a:gd name="connsiteY928" fmla="*/ 0 h 6858000"/>
              <a:gd name="connsiteX929" fmla="*/ 95283 w 7467600"/>
              <a:gd name="connsiteY929" fmla="*/ 0 h 6858000"/>
              <a:gd name="connsiteX930" fmla="*/ 300708 w 7467600"/>
              <a:gd name="connsiteY930" fmla="*/ 154571 h 6858000"/>
              <a:gd name="connsiteX931" fmla="*/ 530414 w 7467600"/>
              <a:gd name="connsiteY931" fmla="*/ 354673 h 6858000"/>
              <a:gd name="connsiteX932" fmla="*/ 333785 w 7467600"/>
              <a:gd name="connsiteY932" fmla="*/ 161564 h 6858000"/>
              <a:gd name="connsiteX933" fmla="*/ 147005 w 7467600"/>
              <a:gd name="connsiteY933" fmla="*/ 0 h 6858000"/>
              <a:gd name="connsiteX934" fmla="*/ 272509 w 7467600"/>
              <a:gd name="connsiteY934" fmla="*/ 0 h 6858000"/>
              <a:gd name="connsiteX935" fmla="*/ 326276 w 7467600"/>
              <a:gd name="connsiteY935" fmla="*/ 45847 h 6858000"/>
              <a:gd name="connsiteX936" fmla="*/ 823759 w 7467600"/>
              <a:gd name="connsiteY936" fmla="*/ 574145 h 6858000"/>
              <a:gd name="connsiteX937" fmla="*/ 811254 w 7467600"/>
              <a:gd name="connsiteY937" fmla="*/ 665546 h 6858000"/>
              <a:gd name="connsiteX938" fmla="*/ 154042 w 7467600"/>
              <a:gd name="connsiteY938" fmla="*/ 261522 h 6858000"/>
              <a:gd name="connsiteX939" fmla="*/ 13550 w 7467600"/>
              <a:gd name="connsiteY939" fmla="*/ 158423 h 6858000"/>
              <a:gd name="connsiteX940" fmla="*/ 0 w 7467600"/>
              <a:gd name="connsiteY940" fmla="*/ 146618 h 6858000"/>
              <a:gd name="connsiteX941" fmla="*/ 0 w 7467600"/>
              <a:gd name="connsiteY941" fmla="*/ 59161 h 6858000"/>
              <a:gd name="connsiteX942" fmla="*/ 45427 w 7467600"/>
              <a:gd name="connsiteY942" fmla="*/ 101078 h 6858000"/>
              <a:gd name="connsiteX943" fmla="*/ 630103 w 7467600"/>
              <a:gd name="connsiteY943" fmla="*/ 485885 h 6858000"/>
              <a:gd name="connsiteX944" fmla="*/ 532040 w 7467600"/>
              <a:gd name="connsiteY944" fmla="*/ 399359 h 6858000"/>
              <a:gd name="connsiteX945" fmla="*/ 517618 w 7467600"/>
              <a:gd name="connsiteY945" fmla="*/ 385726 h 6858000"/>
              <a:gd name="connsiteX946" fmla="*/ 285074 w 7467600"/>
              <a:gd name="connsiteY946" fmla="*/ 182755 h 6858000"/>
              <a:gd name="connsiteX947" fmla="*/ 43151 w 7467600"/>
              <a:gd name="connsiteY94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3615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1019354 w 7467600"/>
              <a:gd name="connsiteY15" fmla="*/ 6315006 h 6858000"/>
              <a:gd name="connsiteX16" fmla="*/ 441046 w 7467600"/>
              <a:gd name="connsiteY16" fmla="*/ 6691153 h 6858000"/>
              <a:gd name="connsiteX17" fmla="*/ 1019354 w 7467600"/>
              <a:gd name="connsiteY17" fmla="*/ 6315006 h 6858000"/>
              <a:gd name="connsiteX18" fmla="*/ 991680 w 7467600"/>
              <a:gd name="connsiteY18" fmla="*/ 6298413 h 6858000"/>
              <a:gd name="connsiteX19" fmla="*/ 409060 w 7467600"/>
              <a:gd name="connsiteY19" fmla="*/ 6671470 h 6858000"/>
              <a:gd name="connsiteX20" fmla="*/ 991680 w 7467600"/>
              <a:gd name="connsiteY20" fmla="*/ 6298413 h 6858000"/>
              <a:gd name="connsiteX21" fmla="*/ 103333 w 7467600"/>
              <a:gd name="connsiteY21" fmla="*/ 5699602 h 6858000"/>
              <a:gd name="connsiteX22" fmla="*/ 233938 w 7467600"/>
              <a:gd name="connsiteY22" fmla="*/ 5809416 h 6858000"/>
              <a:gd name="connsiteX23" fmla="*/ 883580 w 7467600"/>
              <a:gd name="connsiteY23" fmla="*/ 6180710 h 6858000"/>
              <a:gd name="connsiteX24" fmla="*/ 487337 w 7467600"/>
              <a:gd name="connsiteY24" fmla="*/ 5950182 h 6858000"/>
              <a:gd name="connsiteX25" fmla="*/ 354051 w 7467600"/>
              <a:gd name="connsiteY25" fmla="*/ 5854912 h 6858000"/>
              <a:gd name="connsiteX26" fmla="*/ 195436 w 7467600"/>
              <a:gd name="connsiteY26" fmla="*/ 5755068 h 6858000"/>
              <a:gd name="connsiteX27" fmla="*/ 103333 w 7467600"/>
              <a:gd name="connsiteY27" fmla="*/ 5699602 h 6858000"/>
              <a:gd name="connsiteX28" fmla="*/ 5539432 w 7467600"/>
              <a:gd name="connsiteY28" fmla="*/ 5642928 h 6858000"/>
              <a:gd name="connsiteX29" fmla="*/ 5555462 w 7467600"/>
              <a:gd name="connsiteY29" fmla="*/ 5694454 h 6858000"/>
              <a:gd name="connsiteX30" fmla="*/ 5828270 w 7467600"/>
              <a:gd name="connsiteY30" fmla="*/ 6320663 h 6858000"/>
              <a:gd name="connsiteX31" fmla="*/ 5947416 w 7467600"/>
              <a:gd name="connsiteY31" fmla="*/ 6574846 h 6858000"/>
              <a:gd name="connsiteX32" fmla="*/ 5539432 w 7467600"/>
              <a:gd name="connsiteY32" fmla="*/ 5642928 h 6858000"/>
              <a:gd name="connsiteX33" fmla="*/ 51253 w 7467600"/>
              <a:gd name="connsiteY33" fmla="*/ 5631825 h 6858000"/>
              <a:gd name="connsiteX34" fmla="*/ 211622 w 7467600"/>
              <a:gd name="connsiteY34" fmla="*/ 5728803 h 6858000"/>
              <a:gd name="connsiteX35" fmla="*/ 371652 w 7467600"/>
              <a:gd name="connsiteY35" fmla="*/ 5829062 h 6858000"/>
              <a:gd name="connsiteX36" fmla="*/ 505903 w 7467600"/>
              <a:gd name="connsiteY36" fmla="*/ 5925221 h 6858000"/>
              <a:gd name="connsiteX37" fmla="*/ 899240 w 7467600"/>
              <a:gd name="connsiteY37" fmla="*/ 6153068 h 6858000"/>
              <a:gd name="connsiteX38" fmla="*/ 988114 w 7467600"/>
              <a:gd name="connsiteY38" fmla="*/ 6174204 h 6858000"/>
              <a:gd name="connsiteX39" fmla="*/ 845971 w 7467600"/>
              <a:gd name="connsiteY39" fmla="*/ 6067177 h 6858000"/>
              <a:gd name="connsiteX40" fmla="*/ 448057 w 7467600"/>
              <a:gd name="connsiteY40" fmla="*/ 5841376 h 6858000"/>
              <a:gd name="connsiteX41" fmla="*/ 51253 w 7467600"/>
              <a:gd name="connsiteY41" fmla="*/ 5631825 h 6858000"/>
              <a:gd name="connsiteX42" fmla="*/ 2606687 w 7467600"/>
              <a:gd name="connsiteY42" fmla="*/ 5630718 h 6858000"/>
              <a:gd name="connsiteX43" fmla="*/ 2645658 w 7467600"/>
              <a:gd name="connsiteY43" fmla="*/ 6640259 h 6858000"/>
              <a:gd name="connsiteX44" fmla="*/ 2606687 w 7467600"/>
              <a:gd name="connsiteY44" fmla="*/ 5630718 h 6858000"/>
              <a:gd name="connsiteX45" fmla="*/ 3642057 w 7467600"/>
              <a:gd name="connsiteY45" fmla="*/ 5573487 h 6858000"/>
              <a:gd name="connsiteX46" fmla="*/ 3632981 w 7467600"/>
              <a:gd name="connsiteY46" fmla="*/ 5579437 h 6858000"/>
              <a:gd name="connsiteX47" fmla="*/ 3382436 w 7467600"/>
              <a:gd name="connsiteY47" fmla="*/ 5952726 h 6858000"/>
              <a:gd name="connsiteX48" fmla="*/ 3191929 w 7467600"/>
              <a:gd name="connsiteY48" fmla="*/ 6662669 h 6858000"/>
              <a:gd name="connsiteX49" fmla="*/ 3369898 w 7467600"/>
              <a:gd name="connsiteY49" fmla="*/ 6081771 h 6858000"/>
              <a:gd name="connsiteX50" fmla="*/ 3642057 w 7467600"/>
              <a:gd name="connsiteY50" fmla="*/ 5573487 h 6858000"/>
              <a:gd name="connsiteX51" fmla="*/ 2650666 w 7467600"/>
              <a:gd name="connsiteY51" fmla="*/ 5530686 h 6858000"/>
              <a:gd name="connsiteX52" fmla="*/ 2650249 w 7467600"/>
              <a:gd name="connsiteY52" fmla="*/ 5532101 h 6858000"/>
              <a:gd name="connsiteX53" fmla="*/ 2663808 w 7467600"/>
              <a:gd name="connsiteY53" fmla="*/ 6535215 h 6858000"/>
              <a:gd name="connsiteX54" fmla="*/ 2665418 w 7467600"/>
              <a:gd name="connsiteY54" fmla="*/ 6132756 h 6858000"/>
              <a:gd name="connsiteX55" fmla="*/ 2650666 w 7467600"/>
              <a:gd name="connsiteY55" fmla="*/ 5530686 h 6858000"/>
              <a:gd name="connsiteX56" fmla="*/ 2680277 w 7467600"/>
              <a:gd name="connsiteY56" fmla="*/ 5479204 h 6858000"/>
              <a:gd name="connsiteX57" fmla="*/ 2678972 w 7467600"/>
              <a:gd name="connsiteY57" fmla="*/ 5481582 h 6858000"/>
              <a:gd name="connsiteX58" fmla="*/ 2696666 w 7467600"/>
              <a:gd name="connsiteY58" fmla="*/ 6133836 h 6858000"/>
              <a:gd name="connsiteX59" fmla="*/ 2695769 w 7467600"/>
              <a:gd name="connsiteY59" fmla="*/ 6390955 h 6858000"/>
              <a:gd name="connsiteX60" fmla="*/ 2739893 w 7467600"/>
              <a:gd name="connsiteY60" fmla="*/ 6108357 h 6858000"/>
              <a:gd name="connsiteX61" fmla="*/ 2680277 w 7467600"/>
              <a:gd name="connsiteY61" fmla="*/ 5479204 h 6858000"/>
              <a:gd name="connsiteX62" fmla="*/ 1132195 w 7467600"/>
              <a:gd name="connsiteY62" fmla="*/ 5467980 h 6858000"/>
              <a:gd name="connsiteX63" fmla="*/ 1679056 w 7467600"/>
              <a:gd name="connsiteY63" fmla="*/ 5516907 h 6858000"/>
              <a:gd name="connsiteX64" fmla="*/ 2128648 w 7467600"/>
              <a:gd name="connsiteY64" fmla="*/ 5474249 h 6858000"/>
              <a:gd name="connsiteX65" fmla="*/ 1825619 w 7467600"/>
              <a:gd name="connsiteY65" fmla="*/ 5478447 h 6858000"/>
              <a:gd name="connsiteX66" fmla="*/ 1737798 w 7467600"/>
              <a:gd name="connsiteY66" fmla="*/ 5483353 h 6858000"/>
              <a:gd name="connsiteX67" fmla="*/ 1132195 w 7467600"/>
              <a:gd name="connsiteY67" fmla="*/ 5467980 h 6858000"/>
              <a:gd name="connsiteX68" fmla="*/ 1456157 w 7467600"/>
              <a:gd name="connsiteY68" fmla="*/ 5371404 h 6858000"/>
              <a:gd name="connsiteX69" fmla="*/ 1244432 w 7467600"/>
              <a:gd name="connsiteY69" fmla="*/ 5385601 h 6858000"/>
              <a:gd name="connsiteX70" fmla="*/ 973990 w 7467600"/>
              <a:gd name="connsiteY70" fmla="*/ 5424940 h 6858000"/>
              <a:gd name="connsiteX71" fmla="*/ 1103809 w 7467600"/>
              <a:gd name="connsiteY71" fmla="*/ 5433720 h 6858000"/>
              <a:gd name="connsiteX72" fmla="*/ 1123454 w 7467600"/>
              <a:gd name="connsiteY72" fmla="*/ 5435727 h 6858000"/>
              <a:gd name="connsiteX73" fmla="*/ 1737017 w 7467600"/>
              <a:gd name="connsiteY73" fmla="*/ 5452183 h 6858000"/>
              <a:gd name="connsiteX74" fmla="*/ 1824397 w 7467600"/>
              <a:gd name="connsiteY74" fmla="*/ 5447757 h 6858000"/>
              <a:gd name="connsiteX75" fmla="*/ 2070059 w 7467600"/>
              <a:gd name="connsiteY75" fmla="*/ 5441660 h 6858000"/>
              <a:gd name="connsiteX76" fmla="*/ 1456157 w 7467600"/>
              <a:gd name="connsiteY76" fmla="*/ 5371404 h 6858000"/>
              <a:gd name="connsiteX77" fmla="*/ 4988186 w 7467600"/>
              <a:gd name="connsiteY77" fmla="*/ 5216467 h 6858000"/>
              <a:gd name="connsiteX78" fmla="*/ 4777334 w 7467600"/>
              <a:gd name="connsiteY78" fmla="*/ 5406072 h 6858000"/>
              <a:gd name="connsiteX79" fmla="*/ 4718341 w 7467600"/>
              <a:gd name="connsiteY79" fmla="*/ 5468043 h 6858000"/>
              <a:gd name="connsiteX80" fmla="*/ 4604655 w 7467600"/>
              <a:gd name="connsiteY80" fmla="*/ 5583434 h 6858000"/>
              <a:gd name="connsiteX81" fmla="*/ 4565074 w 7467600"/>
              <a:gd name="connsiteY81" fmla="*/ 5618550 h 6858000"/>
              <a:gd name="connsiteX82" fmla="*/ 4988186 w 7467600"/>
              <a:gd name="connsiteY82" fmla="*/ 5216467 h 6858000"/>
              <a:gd name="connsiteX83" fmla="*/ 4978032 w 7467600"/>
              <a:gd name="connsiteY83" fmla="*/ 5183809 h 6858000"/>
              <a:gd name="connsiteX84" fmla="*/ 4463413 w 7467600"/>
              <a:gd name="connsiteY84" fmla="*/ 5615162 h 6858000"/>
              <a:gd name="connsiteX85" fmla="*/ 4358134 w 7467600"/>
              <a:gd name="connsiteY85" fmla="*/ 5742791 h 6858000"/>
              <a:gd name="connsiteX86" fmla="*/ 4376219 w 7467600"/>
              <a:gd name="connsiteY86" fmla="*/ 5729027 h 6858000"/>
              <a:gd name="connsiteX87" fmla="*/ 4582340 w 7467600"/>
              <a:gd name="connsiteY87" fmla="*/ 5561037 h 6858000"/>
              <a:gd name="connsiteX88" fmla="*/ 4694684 w 7467600"/>
              <a:gd name="connsiteY88" fmla="*/ 5447098 h 6858000"/>
              <a:gd name="connsiteX89" fmla="*/ 4754123 w 7467600"/>
              <a:gd name="connsiteY89" fmla="*/ 5384643 h 6858000"/>
              <a:gd name="connsiteX90" fmla="*/ 4978032 w 7467600"/>
              <a:gd name="connsiteY90" fmla="*/ 5183809 h 6858000"/>
              <a:gd name="connsiteX91" fmla="*/ 1903353 w 7467600"/>
              <a:gd name="connsiteY91" fmla="*/ 5044827 h 6858000"/>
              <a:gd name="connsiteX92" fmla="*/ 1936931 w 7467600"/>
              <a:gd name="connsiteY92" fmla="*/ 5093954 h 6858000"/>
              <a:gd name="connsiteX93" fmla="*/ 2195868 w 7467600"/>
              <a:gd name="connsiteY93" fmla="*/ 5396574 h 6858000"/>
              <a:gd name="connsiteX94" fmla="*/ 2088852 w 7467600"/>
              <a:gd name="connsiteY94" fmla="*/ 5166123 h 6858000"/>
              <a:gd name="connsiteX95" fmla="*/ 1958241 w 7467600"/>
              <a:gd name="connsiteY95" fmla="*/ 5067955 h 6858000"/>
              <a:gd name="connsiteX96" fmla="*/ 1903353 w 7467600"/>
              <a:gd name="connsiteY96" fmla="*/ 5044827 h 6858000"/>
              <a:gd name="connsiteX97" fmla="*/ 1979378 w 7467600"/>
              <a:gd name="connsiteY97" fmla="*/ 4769504 h 6858000"/>
              <a:gd name="connsiteX98" fmla="*/ 2882120 w 7467600"/>
              <a:gd name="connsiteY98" fmla="*/ 5064547 h 6858000"/>
              <a:gd name="connsiteX99" fmla="*/ 2793103 w 7467600"/>
              <a:gd name="connsiteY99" fmla="*/ 5039699 h 6858000"/>
              <a:gd name="connsiteX100" fmla="*/ 2770041 w 7467600"/>
              <a:gd name="connsiteY100" fmla="*/ 5033634 h 6858000"/>
              <a:gd name="connsiteX101" fmla="*/ 1979378 w 7467600"/>
              <a:gd name="connsiteY101" fmla="*/ 4769504 h 6858000"/>
              <a:gd name="connsiteX102" fmla="*/ 1927410 w 7467600"/>
              <a:gd name="connsiteY102" fmla="*/ 4716164 h 6858000"/>
              <a:gd name="connsiteX103" fmla="*/ 1959587 w 7467600"/>
              <a:gd name="connsiteY103" fmla="*/ 4728849 h 6858000"/>
              <a:gd name="connsiteX104" fmla="*/ 2777707 w 7467600"/>
              <a:gd name="connsiteY104" fmla="*/ 5003991 h 6858000"/>
              <a:gd name="connsiteX105" fmla="*/ 2800768 w 7467600"/>
              <a:gd name="connsiteY105" fmla="*/ 5010056 h 6858000"/>
              <a:gd name="connsiteX106" fmla="*/ 2879408 w 7467600"/>
              <a:gd name="connsiteY106" fmla="*/ 5031590 h 6858000"/>
              <a:gd name="connsiteX107" fmla="*/ 2862295 w 7467600"/>
              <a:gd name="connsiteY107" fmla="*/ 5022958 h 6858000"/>
              <a:gd name="connsiteX108" fmla="*/ 2813343 w 7467600"/>
              <a:gd name="connsiteY108" fmla="*/ 4998369 h 6858000"/>
              <a:gd name="connsiteX109" fmla="*/ 2646245 w 7467600"/>
              <a:gd name="connsiteY109" fmla="*/ 4930999 h 6858000"/>
              <a:gd name="connsiteX110" fmla="*/ 1999243 w 7467600"/>
              <a:gd name="connsiteY110" fmla="*/ 4730524 h 6858000"/>
              <a:gd name="connsiteX111" fmla="*/ 1979527 w 7467600"/>
              <a:gd name="connsiteY111" fmla="*/ 4726651 h 6858000"/>
              <a:gd name="connsiteX112" fmla="*/ 1927410 w 7467600"/>
              <a:gd name="connsiteY112" fmla="*/ 4716164 h 6858000"/>
              <a:gd name="connsiteX113" fmla="*/ 1997014 w 7467600"/>
              <a:gd name="connsiteY113" fmla="*/ 4698007 h 6858000"/>
              <a:gd name="connsiteX114" fmla="*/ 2005458 w 7467600"/>
              <a:gd name="connsiteY114" fmla="*/ 4699540 h 6858000"/>
              <a:gd name="connsiteX115" fmla="*/ 2657186 w 7467600"/>
              <a:gd name="connsiteY115" fmla="*/ 4901687 h 6858000"/>
              <a:gd name="connsiteX116" fmla="*/ 2826662 w 7467600"/>
              <a:gd name="connsiteY116" fmla="*/ 4970362 h 6858000"/>
              <a:gd name="connsiteX117" fmla="*/ 2876100 w 7467600"/>
              <a:gd name="connsiteY117" fmla="*/ 4995397 h 6858000"/>
              <a:gd name="connsiteX118" fmla="*/ 3042600 w 7467600"/>
              <a:gd name="connsiteY118" fmla="*/ 5059532 h 6858000"/>
              <a:gd name="connsiteX119" fmla="*/ 1997014 w 7467600"/>
              <a:gd name="connsiteY119" fmla="*/ 4698007 h 6858000"/>
              <a:gd name="connsiteX120" fmla="*/ 2305292 w 7467600"/>
              <a:gd name="connsiteY120" fmla="*/ 4219492 h 6858000"/>
              <a:gd name="connsiteX121" fmla="*/ 3360922 w 7467600"/>
              <a:gd name="connsiteY121" fmla="*/ 4529373 h 6858000"/>
              <a:gd name="connsiteX122" fmla="*/ 3492420 w 7467600"/>
              <a:gd name="connsiteY122" fmla="*/ 4510145 h 6858000"/>
              <a:gd name="connsiteX123" fmla="*/ 3364086 w 7467600"/>
              <a:gd name="connsiteY123" fmla="*/ 4480340 h 6858000"/>
              <a:gd name="connsiteX124" fmla="*/ 3225818 w 7467600"/>
              <a:gd name="connsiteY124" fmla="*/ 4411822 h 6858000"/>
              <a:gd name="connsiteX125" fmla="*/ 3129696 w 7467600"/>
              <a:gd name="connsiteY125" fmla="*/ 4360704 h 6858000"/>
              <a:gd name="connsiteX126" fmla="*/ 2814545 w 7467600"/>
              <a:gd name="connsiteY126" fmla="*/ 4282955 h 6858000"/>
              <a:gd name="connsiteX127" fmla="*/ 2305292 w 7467600"/>
              <a:gd name="connsiteY127" fmla="*/ 4219492 h 6858000"/>
              <a:gd name="connsiteX128" fmla="*/ 2626982 w 7467600"/>
              <a:gd name="connsiteY128" fmla="*/ 4206450 h 6858000"/>
              <a:gd name="connsiteX129" fmla="*/ 2490617 w 7467600"/>
              <a:gd name="connsiteY129" fmla="*/ 4206951 h 6858000"/>
              <a:gd name="connsiteX130" fmla="*/ 2819869 w 7467600"/>
              <a:gd name="connsiteY130" fmla="*/ 4252936 h 6858000"/>
              <a:gd name="connsiteX131" fmla="*/ 3143018 w 7467600"/>
              <a:gd name="connsiteY131" fmla="*/ 4332698 h 6858000"/>
              <a:gd name="connsiteX132" fmla="*/ 3241520 w 7467600"/>
              <a:gd name="connsiteY132" fmla="*/ 4385112 h 6858000"/>
              <a:gd name="connsiteX133" fmla="*/ 3374575 w 7467600"/>
              <a:gd name="connsiteY133" fmla="*/ 4451517 h 6858000"/>
              <a:gd name="connsiteX134" fmla="*/ 3505221 w 7467600"/>
              <a:gd name="connsiteY134" fmla="*/ 4480757 h 6858000"/>
              <a:gd name="connsiteX135" fmla="*/ 2626982 w 7467600"/>
              <a:gd name="connsiteY135" fmla="*/ 4206450 h 6858000"/>
              <a:gd name="connsiteX136" fmla="*/ 1310106 w 7467600"/>
              <a:gd name="connsiteY136" fmla="*/ 3943217 h 6858000"/>
              <a:gd name="connsiteX137" fmla="*/ 854994 w 7467600"/>
              <a:gd name="connsiteY137" fmla="*/ 4399136 h 6858000"/>
              <a:gd name="connsiteX138" fmla="*/ 742462 w 7467600"/>
              <a:gd name="connsiteY138" fmla="*/ 4594648 h 6858000"/>
              <a:gd name="connsiteX139" fmla="*/ 820602 w 7467600"/>
              <a:gd name="connsiteY139" fmla="*/ 4485915 h 6858000"/>
              <a:gd name="connsiteX140" fmla="*/ 878295 w 7467600"/>
              <a:gd name="connsiteY140" fmla="*/ 4403594 h 6858000"/>
              <a:gd name="connsiteX141" fmla="*/ 1240607 w 7467600"/>
              <a:gd name="connsiteY141" fmla="*/ 4010401 h 6858000"/>
              <a:gd name="connsiteX142" fmla="*/ 1310106 w 7467600"/>
              <a:gd name="connsiteY142" fmla="*/ 3943217 h 6858000"/>
              <a:gd name="connsiteX143" fmla="*/ 1423113 w 7467600"/>
              <a:gd name="connsiteY143" fmla="*/ 3874565 h 6858000"/>
              <a:gd name="connsiteX144" fmla="*/ 1260565 w 7467600"/>
              <a:gd name="connsiteY144" fmla="*/ 4031982 h 6858000"/>
              <a:gd name="connsiteX145" fmla="*/ 901900 w 7467600"/>
              <a:gd name="connsiteY145" fmla="*/ 4421236 h 6858000"/>
              <a:gd name="connsiteX146" fmla="*/ 845044 w 7467600"/>
              <a:gd name="connsiteY146" fmla="*/ 4502436 h 6858000"/>
              <a:gd name="connsiteX147" fmla="*/ 685926 w 7467600"/>
              <a:gd name="connsiteY147" fmla="*/ 4703069 h 6858000"/>
              <a:gd name="connsiteX148" fmla="*/ 684248 w 7467600"/>
              <a:gd name="connsiteY148" fmla="*/ 4706721 h 6858000"/>
              <a:gd name="connsiteX149" fmla="*/ 1423113 w 7467600"/>
              <a:gd name="connsiteY149" fmla="*/ 3874565 h 6858000"/>
              <a:gd name="connsiteX150" fmla="*/ 3316479 w 7467600"/>
              <a:gd name="connsiteY150" fmla="*/ 3872136 h 6858000"/>
              <a:gd name="connsiteX151" fmla="*/ 3546806 w 7467600"/>
              <a:gd name="connsiteY151" fmla="*/ 4356139 h 6858000"/>
              <a:gd name="connsiteX152" fmla="*/ 3364433 w 7467600"/>
              <a:gd name="connsiteY152" fmla="*/ 3953121 h 6858000"/>
              <a:gd name="connsiteX153" fmla="*/ 3316479 w 7467600"/>
              <a:gd name="connsiteY153" fmla="*/ 3872136 h 6858000"/>
              <a:gd name="connsiteX154" fmla="*/ 3291335 w 7467600"/>
              <a:gd name="connsiteY154" fmla="*/ 3767420 h 6858000"/>
              <a:gd name="connsiteX155" fmla="*/ 3390805 w 7467600"/>
              <a:gd name="connsiteY155" fmla="*/ 3937163 h 6858000"/>
              <a:gd name="connsiteX156" fmla="*/ 3579062 w 7467600"/>
              <a:gd name="connsiteY156" fmla="*/ 4359040 h 6858000"/>
              <a:gd name="connsiteX157" fmla="*/ 3467355 w 7467600"/>
              <a:gd name="connsiteY157" fmla="*/ 3988130 h 6858000"/>
              <a:gd name="connsiteX158" fmla="*/ 3310753 w 7467600"/>
              <a:gd name="connsiteY158" fmla="*/ 3787140 h 6858000"/>
              <a:gd name="connsiteX159" fmla="*/ 3291335 w 7467600"/>
              <a:gd name="connsiteY159" fmla="*/ 3767420 h 6858000"/>
              <a:gd name="connsiteX160" fmla="*/ 1635889 w 7467600"/>
              <a:gd name="connsiteY160" fmla="*/ 3709494 h 6858000"/>
              <a:gd name="connsiteX161" fmla="*/ 1634800 w 7467600"/>
              <a:gd name="connsiteY161" fmla="*/ 3731111 h 6858000"/>
              <a:gd name="connsiteX162" fmla="*/ 1635889 w 7467600"/>
              <a:gd name="connsiteY162" fmla="*/ 3709494 h 6858000"/>
              <a:gd name="connsiteX163" fmla="*/ 1510397 w 7467600"/>
              <a:gd name="connsiteY163" fmla="*/ 3684705 h 6858000"/>
              <a:gd name="connsiteX164" fmla="*/ 1146550 w 7467600"/>
              <a:gd name="connsiteY164" fmla="*/ 3802012 h 6858000"/>
              <a:gd name="connsiteX165" fmla="*/ 698834 w 7467600"/>
              <a:gd name="connsiteY165" fmla="*/ 3952272 h 6858000"/>
              <a:gd name="connsiteX166" fmla="*/ 34256 w 7467600"/>
              <a:gd name="connsiteY166" fmla="*/ 4347603 h 6858000"/>
              <a:gd name="connsiteX167" fmla="*/ 527241 w 7467600"/>
              <a:gd name="connsiteY167" fmla="*/ 4065078 h 6858000"/>
              <a:gd name="connsiteX168" fmla="*/ 1510397 w 7467600"/>
              <a:gd name="connsiteY168" fmla="*/ 3684705 h 6858000"/>
              <a:gd name="connsiteX169" fmla="*/ 1313114 w 7467600"/>
              <a:gd name="connsiteY169" fmla="*/ 3655216 h 6858000"/>
              <a:gd name="connsiteX170" fmla="*/ 1109304 w 7467600"/>
              <a:gd name="connsiteY170" fmla="*/ 3669030 h 6858000"/>
              <a:gd name="connsiteX171" fmla="*/ 8129 w 7467600"/>
              <a:gd name="connsiteY171" fmla="*/ 4330519 h 6858000"/>
              <a:gd name="connsiteX172" fmla="*/ 687572 w 7467600"/>
              <a:gd name="connsiteY172" fmla="*/ 3925629 h 6858000"/>
              <a:gd name="connsiteX173" fmla="*/ 1138365 w 7467600"/>
              <a:gd name="connsiteY173" fmla="*/ 3774515 h 6858000"/>
              <a:gd name="connsiteX174" fmla="*/ 1505579 w 7467600"/>
              <a:gd name="connsiteY174" fmla="*/ 3655526 h 6858000"/>
              <a:gd name="connsiteX175" fmla="*/ 1313114 w 7467600"/>
              <a:gd name="connsiteY175" fmla="*/ 3655216 h 6858000"/>
              <a:gd name="connsiteX176" fmla="*/ 3655073 w 7467600"/>
              <a:gd name="connsiteY176" fmla="*/ 3650884 h 6858000"/>
              <a:gd name="connsiteX177" fmla="*/ 3989938 w 7467600"/>
              <a:gd name="connsiteY177" fmla="*/ 3991685 h 6858000"/>
              <a:gd name="connsiteX178" fmla="*/ 4393907 w 7467600"/>
              <a:gd name="connsiteY178" fmla="*/ 4261258 h 6858000"/>
              <a:gd name="connsiteX179" fmla="*/ 4648051 w 7467600"/>
              <a:gd name="connsiteY179" fmla="*/ 4374051 h 6858000"/>
              <a:gd name="connsiteX180" fmla="*/ 4383389 w 7467600"/>
              <a:gd name="connsiteY180" fmla="*/ 4184369 h 6858000"/>
              <a:gd name="connsiteX181" fmla="*/ 4165508 w 7467600"/>
              <a:gd name="connsiteY181" fmla="*/ 4035196 h 6858000"/>
              <a:gd name="connsiteX182" fmla="*/ 4068162 w 7467600"/>
              <a:gd name="connsiteY182" fmla="*/ 3953394 h 6858000"/>
              <a:gd name="connsiteX183" fmla="*/ 3981416 w 7467600"/>
              <a:gd name="connsiteY183" fmla="*/ 3880482 h 6858000"/>
              <a:gd name="connsiteX184" fmla="*/ 3800147 w 7467600"/>
              <a:gd name="connsiteY184" fmla="*/ 3749872 h 6858000"/>
              <a:gd name="connsiteX185" fmla="*/ 3655073 w 7467600"/>
              <a:gd name="connsiteY185" fmla="*/ 3650884 h 6858000"/>
              <a:gd name="connsiteX186" fmla="*/ 3670252 w 7467600"/>
              <a:gd name="connsiteY186" fmla="*/ 3622798 h 6858000"/>
              <a:gd name="connsiteX187" fmla="*/ 3817258 w 7467600"/>
              <a:gd name="connsiteY187" fmla="*/ 3723577 h 6858000"/>
              <a:gd name="connsiteX188" fmla="*/ 4000461 w 7467600"/>
              <a:gd name="connsiteY188" fmla="*/ 3855966 h 6858000"/>
              <a:gd name="connsiteX189" fmla="*/ 4088180 w 7467600"/>
              <a:gd name="connsiteY189" fmla="*/ 3929774 h 6858000"/>
              <a:gd name="connsiteX190" fmla="*/ 4184555 w 7467600"/>
              <a:gd name="connsiteY190" fmla="*/ 4010683 h 6858000"/>
              <a:gd name="connsiteX191" fmla="*/ 4399563 w 7467600"/>
              <a:gd name="connsiteY191" fmla="*/ 4158106 h 6858000"/>
              <a:gd name="connsiteX192" fmla="*/ 4684469 w 7467600"/>
              <a:gd name="connsiteY192" fmla="*/ 4364680 h 6858000"/>
              <a:gd name="connsiteX193" fmla="*/ 4690271 w 7467600"/>
              <a:gd name="connsiteY193" fmla="*/ 4370034 h 6858000"/>
              <a:gd name="connsiteX194" fmla="*/ 4136093 w 7467600"/>
              <a:gd name="connsiteY194" fmla="*/ 3858466 h 6858000"/>
              <a:gd name="connsiteX195" fmla="*/ 3670252 w 7467600"/>
              <a:gd name="connsiteY195" fmla="*/ 3622798 h 6858000"/>
              <a:gd name="connsiteX196" fmla="*/ 4440129 w 7467600"/>
              <a:gd name="connsiteY196" fmla="*/ 3448571 h 6858000"/>
              <a:gd name="connsiteX197" fmla="*/ 4856525 w 7467600"/>
              <a:gd name="connsiteY197" fmla="*/ 3915351 h 6858000"/>
              <a:gd name="connsiteX198" fmla="*/ 5059055 w 7467600"/>
              <a:gd name="connsiteY198" fmla="*/ 4108918 h 6858000"/>
              <a:gd name="connsiteX199" fmla="*/ 5290070 w 7467600"/>
              <a:gd name="connsiteY199" fmla="*/ 4263619 h 6858000"/>
              <a:gd name="connsiteX200" fmla="*/ 4834991 w 7467600"/>
              <a:gd name="connsiteY200" fmla="*/ 3830985 h 6858000"/>
              <a:gd name="connsiteX201" fmla="*/ 4440129 w 7467600"/>
              <a:gd name="connsiteY201" fmla="*/ 3448571 h 6858000"/>
              <a:gd name="connsiteX202" fmla="*/ 4441737 w 7467600"/>
              <a:gd name="connsiteY202" fmla="*/ 3399734 h 6858000"/>
              <a:gd name="connsiteX203" fmla="*/ 4431236 w 7467600"/>
              <a:gd name="connsiteY203" fmla="*/ 3400954 h 6858000"/>
              <a:gd name="connsiteX204" fmla="*/ 4557150 w 7467600"/>
              <a:gd name="connsiteY204" fmla="*/ 3510023 h 6858000"/>
              <a:gd name="connsiteX205" fmla="*/ 4856936 w 7467600"/>
              <a:gd name="connsiteY205" fmla="*/ 3809146 h 6858000"/>
              <a:gd name="connsiteX206" fmla="*/ 5111996 w 7467600"/>
              <a:gd name="connsiteY206" fmla="*/ 4065759 h 6858000"/>
              <a:gd name="connsiteX207" fmla="*/ 5388878 w 7467600"/>
              <a:gd name="connsiteY207" fmla="*/ 4300185 h 6858000"/>
              <a:gd name="connsiteX208" fmla="*/ 5425556 w 7467600"/>
              <a:gd name="connsiteY208" fmla="*/ 4308967 h 6858000"/>
              <a:gd name="connsiteX209" fmla="*/ 4943646 w 7467600"/>
              <a:gd name="connsiteY209" fmla="*/ 3822916 h 6858000"/>
              <a:gd name="connsiteX210" fmla="*/ 4594837 w 7467600"/>
              <a:gd name="connsiteY210" fmla="*/ 3532274 h 6858000"/>
              <a:gd name="connsiteX211" fmla="*/ 4441737 w 7467600"/>
              <a:gd name="connsiteY211" fmla="*/ 3399734 h 6858000"/>
              <a:gd name="connsiteX212" fmla="*/ 5425834 w 7467600"/>
              <a:gd name="connsiteY212" fmla="*/ 3162785 h 6858000"/>
              <a:gd name="connsiteX213" fmla="*/ 5401644 w 7467600"/>
              <a:gd name="connsiteY213" fmla="*/ 3617847 h 6858000"/>
              <a:gd name="connsiteX214" fmla="*/ 5467256 w 7467600"/>
              <a:gd name="connsiteY214" fmla="*/ 4175494 h 6858000"/>
              <a:gd name="connsiteX215" fmla="*/ 5448069 w 7467600"/>
              <a:gd name="connsiteY215" fmla="*/ 3567554 h 6858000"/>
              <a:gd name="connsiteX216" fmla="*/ 5425834 w 7467600"/>
              <a:gd name="connsiteY216" fmla="*/ 3162785 h 6858000"/>
              <a:gd name="connsiteX217" fmla="*/ 1318687 w 7467600"/>
              <a:gd name="connsiteY217" fmla="*/ 3113840 h 6858000"/>
              <a:gd name="connsiteX218" fmla="*/ 1066793 w 7467600"/>
              <a:gd name="connsiteY218" fmla="*/ 3212171 h 6858000"/>
              <a:gd name="connsiteX219" fmla="*/ 993319 w 7467600"/>
              <a:gd name="connsiteY219" fmla="*/ 3247648 h 6858000"/>
              <a:gd name="connsiteX220" fmla="*/ 853081 w 7467600"/>
              <a:gd name="connsiteY220" fmla="*/ 3312410 h 6858000"/>
              <a:gd name="connsiteX221" fmla="*/ 805957 w 7467600"/>
              <a:gd name="connsiteY221" fmla="*/ 3330443 h 6858000"/>
              <a:gd name="connsiteX222" fmla="*/ 1318687 w 7467600"/>
              <a:gd name="connsiteY222" fmla="*/ 3113840 h 6858000"/>
              <a:gd name="connsiteX223" fmla="*/ 5453702 w 7467600"/>
              <a:gd name="connsiteY223" fmla="*/ 3090882 h 6858000"/>
              <a:gd name="connsiteX224" fmla="*/ 5480135 w 7467600"/>
              <a:gd name="connsiteY224" fmla="*/ 3565802 h 6858000"/>
              <a:gd name="connsiteX225" fmla="*/ 5499023 w 7467600"/>
              <a:gd name="connsiteY225" fmla="*/ 4166310 h 6858000"/>
              <a:gd name="connsiteX226" fmla="*/ 5547022 w 7467600"/>
              <a:gd name="connsiteY226" fmla="*/ 3607838 h 6858000"/>
              <a:gd name="connsiteX227" fmla="*/ 5515964 w 7467600"/>
              <a:gd name="connsiteY227" fmla="*/ 3378541 h 6858000"/>
              <a:gd name="connsiteX228" fmla="*/ 5453702 w 7467600"/>
              <a:gd name="connsiteY228" fmla="*/ 3090882 h 6858000"/>
              <a:gd name="connsiteX229" fmla="*/ 1238695 w 7467600"/>
              <a:gd name="connsiteY229" fmla="*/ 3076820 h 6858000"/>
              <a:gd name="connsiteX230" fmla="*/ 716371 w 7467600"/>
              <a:gd name="connsiteY230" fmla="*/ 3293249 h 6858000"/>
              <a:gd name="connsiteX231" fmla="*/ 579522 w 7467600"/>
              <a:gd name="connsiteY231" fmla="*/ 3371759 h 6858000"/>
              <a:gd name="connsiteX232" fmla="*/ 600288 w 7467600"/>
              <a:gd name="connsiteY232" fmla="*/ 3365555 h 6858000"/>
              <a:gd name="connsiteX233" fmla="*/ 840692 w 7467600"/>
              <a:gd name="connsiteY233" fmla="*/ 3284921 h 6858000"/>
              <a:gd name="connsiteX234" fmla="*/ 979248 w 7467600"/>
              <a:gd name="connsiteY234" fmla="*/ 3221003 h 6858000"/>
              <a:gd name="connsiteX235" fmla="*/ 1053282 w 7467600"/>
              <a:gd name="connsiteY235" fmla="*/ 3185247 h 6858000"/>
              <a:gd name="connsiteX236" fmla="*/ 1320603 w 7467600"/>
              <a:gd name="connsiteY236" fmla="*/ 3081281 h 6858000"/>
              <a:gd name="connsiteX237" fmla="*/ 1238695 w 7467600"/>
              <a:gd name="connsiteY237" fmla="*/ 3076820 h 6858000"/>
              <a:gd name="connsiteX238" fmla="*/ 5425627 w 7467600"/>
              <a:gd name="connsiteY238" fmla="*/ 2954192 h 6858000"/>
              <a:gd name="connsiteX239" fmla="*/ 5470770 w 7467600"/>
              <a:gd name="connsiteY239" fmla="*/ 3005435 h 6858000"/>
              <a:gd name="connsiteX240" fmla="*/ 5519779 w 7467600"/>
              <a:gd name="connsiteY240" fmla="*/ 4359223 h 6858000"/>
              <a:gd name="connsiteX241" fmla="*/ 5520293 w 7467600"/>
              <a:gd name="connsiteY241" fmla="*/ 4360602 h 6858000"/>
              <a:gd name="connsiteX242" fmla="*/ 5767221 w 7467600"/>
              <a:gd name="connsiteY242" fmla="*/ 4665564 h 6858000"/>
              <a:gd name="connsiteX243" fmla="*/ 6937169 w 7467600"/>
              <a:gd name="connsiteY243" fmla="*/ 4815941 h 6858000"/>
              <a:gd name="connsiteX244" fmla="*/ 6953922 w 7467600"/>
              <a:gd name="connsiteY244" fmla="*/ 4890068 h 6858000"/>
              <a:gd name="connsiteX245" fmla="*/ 6071359 w 7467600"/>
              <a:gd name="connsiteY245" fmla="*/ 4770770 h 6858000"/>
              <a:gd name="connsiteX246" fmla="*/ 6038839 w 7467600"/>
              <a:gd name="connsiteY246" fmla="*/ 4764474 h 6858000"/>
              <a:gd name="connsiteX247" fmla="*/ 6038706 w 7467600"/>
              <a:gd name="connsiteY247" fmla="*/ 4763847 h 6858000"/>
              <a:gd name="connsiteX248" fmla="*/ 6037784 w 7467600"/>
              <a:gd name="connsiteY248" fmla="*/ 4764270 h 6858000"/>
              <a:gd name="connsiteX249" fmla="*/ 6038839 w 7467600"/>
              <a:gd name="connsiteY249" fmla="*/ 4764474 h 6858000"/>
              <a:gd name="connsiteX250" fmla="*/ 6040338 w 7467600"/>
              <a:gd name="connsiteY250" fmla="*/ 4771418 h 6858000"/>
              <a:gd name="connsiteX251" fmla="*/ 6024488 w 7467600"/>
              <a:gd name="connsiteY251" fmla="*/ 4809903 h 6858000"/>
              <a:gd name="connsiteX252" fmla="*/ 5599771 w 7467600"/>
              <a:gd name="connsiteY252" fmla="*/ 5509652 h 6858000"/>
              <a:gd name="connsiteX253" fmla="*/ 5548843 w 7467600"/>
              <a:gd name="connsiteY253" fmla="*/ 5563845 h 6858000"/>
              <a:gd name="connsiteX254" fmla="*/ 5940952 w 7467600"/>
              <a:gd name="connsiteY254" fmla="*/ 6250028 h 6858000"/>
              <a:gd name="connsiteX255" fmla="*/ 6043441 w 7467600"/>
              <a:gd name="connsiteY255" fmla="*/ 6665847 h 6858000"/>
              <a:gd name="connsiteX256" fmla="*/ 6093432 w 7467600"/>
              <a:gd name="connsiteY256" fmla="*/ 6858000 h 6858000"/>
              <a:gd name="connsiteX257" fmla="*/ 6034344 w 7467600"/>
              <a:gd name="connsiteY257" fmla="*/ 6858000 h 6858000"/>
              <a:gd name="connsiteX258" fmla="*/ 6026679 w 7467600"/>
              <a:gd name="connsiteY258" fmla="*/ 6836959 h 6858000"/>
              <a:gd name="connsiteX259" fmla="*/ 5800441 w 7467600"/>
              <a:gd name="connsiteY259" fmla="*/ 6335286 h 6858000"/>
              <a:gd name="connsiteX260" fmla="*/ 5526562 w 7467600"/>
              <a:gd name="connsiteY260" fmla="*/ 5705388 h 6858000"/>
              <a:gd name="connsiteX261" fmla="*/ 5519640 w 7467600"/>
              <a:gd name="connsiteY261" fmla="*/ 5683774 h 6858000"/>
              <a:gd name="connsiteX262" fmla="*/ 5844559 w 7467600"/>
              <a:gd name="connsiteY262" fmla="*/ 6553349 h 6858000"/>
              <a:gd name="connsiteX263" fmla="*/ 5975994 w 7467600"/>
              <a:gd name="connsiteY263" fmla="*/ 6858000 h 6858000"/>
              <a:gd name="connsiteX264" fmla="*/ 5898547 w 7467600"/>
              <a:gd name="connsiteY264" fmla="*/ 6858000 h 6858000"/>
              <a:gd name="connsiteX265" fmla="*/ 5682041 w 7467600"/>
              <a:gd name="connsiteY265" fmla="*/ 6355860 h 6858000"/>
              <a:gd name="connsiteX266" fmla="*/ 5461758 w 7467600"/>
              <a:gd name="connsiteY266" fmla="*/ 5820220 h 6858000"/>
              <a:gd name="connsiteX267" fmla="*/ 5237282 w 7467600"/>
              <a:gd name="connsiteY267" fmla="*/ 6579086 h 6858000"/>
              <a:gd name="connsiteX268" fmla="*/ 5115009 w 7467600"/>
              <a:gd name="connsiteY268" fmla="*/ 6858000 h 6858000"/>
              <a:gd name="connsiteX269" fmla="*/ 5028074 w 7467600"/>
              <a:gd name="connsiteY269" fmla="*/ 6858000 h 6858000"/>
              <a:gd name="connsiteX270" fmla="*/ 5079508 w 7467600"/>
              <a:gd name="connsiteY270" fmla="*/ 6749074 h 6858000"/>
              <a:gd name="connsiteX271" fmla="*/ 5371846 w 7467600"/>
              <a:gd name="connsiteY271" fmla="*/ 5924413 h 6858000"/>
              <a:gd name="connsiteX272" fmla="*/ 5270512 w 7467600"/>
              <a:gd name="connsiteY272" fmla="*/ 6138975 h 6858000"/>
              <a:gd name="connsiteX273" fmla="*/ 5062409 w 7467600"/>
              <a:gd name="connsiteY273" fmla="*/ 6653544 h 6858000"/>
              <a:gd name="connsiteX274" fmla="*/ 5036628 w 7467600"/>
              <a:gd name="connsiteY274" fmla="*/ 6754247 h 6858000"/>
              <a:gd name="connsiteX275" fmla="*/ 5009112 w 7467600"/>
              <a:gd name="connsiteY275" fmla="*/ 6858000 h 6858000"/>
              <a:gd name="connsiteX276" fmla="*/ 4976679 w 7467600"/>
              <a:gd name="connsiteY276" fmla="*/ 6858000 h 6858000"/>
              <a:gd name="connsiteX277" fmla="*/ 5006537 w 7467600"/>
              <a:gd name="connsiteY277" fmla="*/ 6747068 h 6858000"/>
              <a:gd name="connsiteX278" fmla="*/ 5032723 w 7467600"/>
              <a:gd name="connsiteY278" fmla="*/ 6644957 h 6858000"/>
              <a:gd name="connsiteX279" fmla="*/ 5242949 w 7467600"/>
              <a:gd name="connsiteY279" fmla="*/ 6125175 h 6858000"/>
              <a:gd name="connsiteX280" fmla="*/ 5286321 w 7467600"/>
              <a:gd name="connsiteY280" fmla="*/ 6033555 h 6858000"/>
              <a:gd name="connsiteX281" fmla="*/ 5008210 w 7467600"/>
              <a:gd name="connsiteY281" fmla="*/ 6649194 h 6858000"/>
              <a:gd name="connsiteX282" fmla="*/ 4986321 w 7467600"/>
              <a:gd name="connsiteY282" fmla="*/ 6765687 h 6858000"/>
              <a:gd name="connsiteX283" fmla="*/ 4973474 w 7467600"/>
              <a:gd name="connsiteY283" fmla="*/ 6858000 h 6858000"/>
              <a:gd name="connsiteX284" fmla="*/ 4907178 w 7467600"/>
              <a:gd name="connsiteY284" fmla="*/ 6858000 h 6858000"/>
              <a:gd name="connsiteX285" fmla="*/ 4910810 w 7467600"/>
              <a:gd name="connsiteY285" fmla="*/ 6829660 h 6858000"/>
              <a:gd name="connsiteX286" fmla="*/ 4987461 w 7467600"/>
              <a:gd name="connsiteY286" fmla="*/ 6432994 h 6858000"/>
              <a:gd name="connsiteX287" fmla="*/ 5179262 w 7467600"/>
              <a:gd name="connsiteY287" fmla="*/ 6035044 h 6858000"/>
              <a:gd name="connsiteX288" fmla="*/ 4689678 w 7467600"/>
              <a:gd name="connsiteY288" fmla="*/ 6440241 h 6858000"/>
              <a:gd name="connsiteX289" fmla="*/ 4477543 w 7467600"/>
              <a:gd name="connsiteY289" fmla="*/ 6674836 h 6858000"/>
              <a:gd name="connsiteX290" fmla="*/ 4329957 w 7467600"/>
              <a:gd name="connsiteY290" fmla="*/ 6858000 h 6858000"/>
              <a:gd name="connsiteX291" fmla="*/ 4218595 w 7467600"/>
              <a:gd name="connsiteY291" fmla="*/ 6858000 h 6858000"/>
              <a:gd name="connsiteX292" fmla="*/ 4368888 w 7467600"/>
              <a:gd name="connsiteY292" fmla="*/ 6668412 h 6858000"/>
              <a:gd name="connsiteX293" fmla="*/ 4563091 w 7467600"/>
              <a:gd name="connsiteY293" fmla="*/ 6442508 h 6858000"/>
              <a:gd name="connsiteX294" fmla="*/ 5387324 w 7467600"/>
              <a:gd name="connsiteY294" fmla="*/ 5705830 h 6858000"/>
              <a:gd name="connsiteX295" fmla="*/ 5073620 w 7467600"/>
              <a:gd name="connsiteY295" fmla="*/ 5955437 h 6858000"/>
              <a:gd name="connsiteX296" fmla="*/ 4689789 w 7467600"/>
              <a:gd name="connsiteY296" fmla="*/ 6268382 h 6858000"/>
              <a:gd name="connsiteX297" fmla="*/ 4418722 w 7467600"/>
              <a:gd name="connsiteY297" fmla="*/ 6570886 h 6858000"/>
              <a:gd name="connsiteX298" fmla="*/ 4214944 w 7467600"/>
              <a:gd name="connsiteY298" fmla="*/ 6858000 h 6858000"/>
              <a:gd name="connsiteX299" fmla="*/ 4177898 w 7467600"/>
              <a:gd name="connsiteY299" fmla="*/ 6858000 h 6858000"/>
              <a:gd name="connsiteX300" fmla="*/ 4391597 w 7467600"/>
              <a:gd name="connsiteY300" fmla="*/ 6556370 h 6858000"/>
              <a:gd name="connsiteX301" fmla="*/ 4668889 w 7467600"/>
              <a:gd name="connsiteY301" fmla="*/ 6246399 h 6858000"/>
              <a:gd name="connsiteX302" fmla="*/ 5055427 w 7467600"/>
              <a:gd name="connsiteY302" fmla="*/ 5931476 h 6858000"/>
              <a:gd name="connsiteX303" fmla="*/ 5371814 w 7467600"/>
              <a:gd name="connsiteY303" fmla="*/ 5678975 h 6858000"/>
              <a:gd name="connsiteX304" fmla="*/ 4987918 w 7467600"/>
              <a:gd name="connsiteY304" fmla="*/ 5838701 h 6858000"/>
              <a:gd name="connsiteX305" fmla="*/ 4317146 w 7467600"/>
              <a:gd name="connsiteY305" fmla="*/ 6587716 h 6858000"/>
              <a:gd name="connsiteX306" fmla="*/ 4171627 w 7467600"/>
              <a:gd name="connsiteY306" fmla="*/ 6858000 h 6858000"/>
              <a:gd name="connsiteX307" fmla="*/ 4081585 w 7467600"/>
              <a:gd name="connsiteY307" fmla="*/ 6858000 h 6858000"/>
              <a:gd name="connsiteX308" fmla="*/ 4238603 w 7467600"/>
              <a:gd name="connsiteY308" fmla="*/ 6559341 h 6858000"/>
              <a:gd name="connsiteX309" fmla="*/ 4778333 w 7467600"/>
              <a:gd name="connsiteY309" fmla="*/ 5873626 h 6858000"/>
              <a:gd name="connsiteX310" fmla="*/ 5414185 w 7467600"/>
              <a:gd name="connsiteY310" fmla="*/ 5573882 h 6858000"/>
              <a:gd name="connsiteX311" fmla="*/ 5959648 w 7467600"/>
              <a:gd name="connsiteY311" fmla="*/ 4760797 h 6858000"/>
              <a:gd name="connsiteX312" fmla="*/ 5355019 w 7467600"/>
              <a:gd name="connsiteY312" fmla="*/ 4734672 h 6858000"/>
              <a:gd name="connsiteX313" fmla="*/ 5083565 w 7467600"/>
              <a:gd name="connsiteY313" fmla="*/ 5179121 h 6858000"/>
              <a:gd name="connsiteX314" fmla="*/ 4713577 w 7467600"/>
              <a:gd name="connsiteY314" fmla="*/ 5616803 h 6858000"/>
              <a:gd name="connsiteX315" fmla="*/ 3989559 w 7467600"/>
              <a:gd name="connsiteY315" fmla="*/ 6145945 h 6858000"/>
              <a:gd name="connsiteX316" fmla="*/ 3939824 w 7467600"/>
              <a:gd name="connsiteY316" fmla="*/ 6066900 h 6858000"/>
              <a:gd name="connsiteX317" fmla="*/ 4584537 w 7467600"/>
              <a:gd name="connsiteY317" fmla="*/ 5324826 h 6858000"/>
              <a:gd name="connsiteX318" fmla="*/ 5037105 w 7467600"/>
              <a:gd name="connsiteY318" fmla="*/ 5088765 h 6858000"/>
              <a:gd name="connsiteX319" fmla="*/ 5039930 w 7467600"/>
              <a:gd name="connsiteY319" fmla="*/ 5089585 h 6858000"/>
              <a:gd name="connsiteX320" fmla="*/ 5263764 w 7467600"/>
              <a:gd name="connsiteY320" fmla="*/ 4735525 h 6858000"/>
              <a:gd name="connsiteX321" fmla="*/ 4086300 w 7467600"/>
              <a:gd name="connsiteY321" fmla="*/ 4884599 h 6858000"/>
              <a:gd name="connsiteX322" fmla="*/ 4085485 w 7467600"/>
              <a:gd name="connsiteY322" fmla="*/ 4899070 h 6858000"/>
              <a:gd name="connsiteX323" fmla="*/ 3871915 w 7467600"/>
              <a:gd name="connsiteY323" fmla="*/ 5253645 h 6858000"/>
              <a:gd name="connsiteX324" fmla="*/ 3799374 w 7467600"/>
              <a:gd name="connsiteY324" fmla="*/ 5466127 h 6858000"/>
              <a:gd name="connsiteX325" fmla="*/ 3498850 w 7467600"/>
              <a:gd name="connsiteY325" fmla="*/ 6661888 h 6858000"/>
              <a:gd name="connsiteX326" fmla="*/ 3399216 w 7467600"/>
              <a:gd name="connsiteY326" fmla="*/ 6858000 h 6858000"/>
              <a:gd name="connsiteX327" fmla="*/ 3303688 w 7467600"/>
              <a:gd name="connsiteY327" fmla="*/ 6858000 h 6858000"/>
              <a:gd name="connsiteX328" fmla="*/ 3391774 w 7467600"/>
              <a:gd name="connsiteY328" fmla="*/ 6697181 h 6858000"/>
              <a:gd name="connsiteX329" fmla="*/ 3735540 w 7467600"/>
              <a:gd name="connsiteY329" fmla="*/ 5546923 h 6858000"/>
              <a:gd name="connsiteX330" fmla="*/ 3729438 w 7467600"/>
              <a:gd name="connsiteY330" fmla="*/ 5569058 h 6858000"/>
              <a:gd name="connsiteX331" fmla="*/ 3707782 w 7467600"/>
              <a:gd name="connsiteY331" fmla="*/ 5644908 h 6858000"/>
              <a:gd name="connsiteX332" fmla="*/ 3583827 w 7467600"/>
              <a:gd name="connsiteY332" fmla="*/ 6039215 h 6858000"/>
              <a:gd name="connsiteX333" fmla="*/ 3547861 w 7467600"/>
              <a:gd name="connsiteY333" fmla="*/ 6129609 h 6858000"/>
              <a:gd name="connsiteX334" fmla="*/ 3490905 w 7467600"/>
              <a:gd name="connsiteY334" fmla="*/ 6277660 h 6858000"/>
              <a:gd name="connsiteX335" fmla="*/ 3455859 w 7467600"/>
              <a:gd name="connsiteY335" fmla="*/ 6391301 h 6858000"/>
              <a:gd name="connsiteX336" fmla="*/ 3429112 w 7467600"/>
              <a:gd name="connsiteY336" fmla="*/ 6479469 h 6858000"/>
              <a:gd name="connsiteX337" fmla="*/ 3304862 w 7467600"/>
              <a:gd name="connsiteY337" fmla="*/ 6796476 h 6858000"/>
              <a:gd name="connsiteX338" fmla="*/ 3276071 w 7467600"/>
              <a:gd name="connsiteY338" fmla="*/ 6858000 h 6858000"/>
              <a:gd name="connsiteX339" fmla="*/ 3240805 w 7467600"/>
              <a:gd name="connsiteY339" fmla="*/ 6858000 h 6858000"/>
              <a:gd name="connsiteX340" fmla="*/ 3275917 w 7467600"/>
              <a:gd name="connsiteY340" fmla="*/ 6783192 h 6858000"/>
              <a:gd name="connsiteX341" fmla="*/ 3399358 w 7467600"/>
              <a:gd name="connsiteY341" fmla="*/ 6469011 h 6858000"/>
              <a:gd name="connsiteX342" fmla="*/ 3425650 w 7467600"/>
              <a:gd name="connsiteY342" fmla="*/ 6381333 h 6858000"/>
              <a:gd name="connsiteX343" fmla="*/ 3460661 w 7467600"/>
              <a:gd name="connsiteY343" fmla="*/ 6266763 h 6858000"/>
              <a:gd name="connsiteX344" fmla="*/ 3518021 w 7467600"/>
              <a:gd name="connsiteY344" fmla="*/ 6117298 h 6858000"/>
              <a:gd name="connsiteX345" fmla="*/ 3554035 w 7467600"/>
              <a:gd name="connsiteY345" fmla="*/ 6027832 h 6858000"/>
              <a:gd name="connsiteX346" fmla="*/ 3677174 w 7467600"/>
              <a:gd name="connsiteY346" fmla="*/ 5636351 h 6858000"/>
              <a:gd name="connsiteX347" fmla="*/ 3698819 w 7467600"/>
              <a:gd name="connsiteY347" fmla="*/ 5560503 h 6858000"/>
              <a:gd name="connsiteX348" fmla="*/ 3702094 w 7467600"/>
              <a:gd name="connsiteY348" fmla="*/ 5549194 h 6858000"/>
              <a:gd name="connsiteX349" fmla="*/ 3398355 w 7467600"/>
              <a:gd name="connsiteY349" fmla="*/ 6094603 h 6858000"/>
              <a:gd name="connsiteX350" fmla="*/ 3193941 w 7467600"/>
              <a:gd name="connsiteY350" fmla="*/ 6798775 h 6858000"/>
              <a:gd name="connsiteX351" fmla="*/ 3184140 w 7467600"/>
              <a:gd name="connsiteY351" fmla="*/ 6858000 h 6858000"/>
              <a:gd name="connsiteX352" fmla="*/ 3099978 w 7467600"/>
              <a:gd name="connsiteY352" fmla="*/ 6858000 h 6858000"/>
              <a:gd name="connsiteX353" fmla="*/ 3101556 w 7467600"/>
              <a:gd name="connsiteY353" fmla="*/ 6843337 h 6858000"/>
              <a:gd name="connsiteX354" fmla="*/ 3370162 w 7467600"/>
              <a:gd name="connsiteY354" fmla="*/ 5785550 h 6858000"/>
              <a:gd name="connsiteX355" fmla="*/ 3746477 w 7467600"/>
              <a:gd name="connsiteY355" fmla="*/ 5377889 h 6858000"/>
              <a:gd name="connsiteX356" fmla="*/ 3863399 w 7467600"/>
              <a:gd name="connsiteY356" fmla="*/ 5087257 h 6858000"/>
              <a:gd name="connsiteX357" fmla="*/ 3968712 w 7467600"/>
              <a:gd name="connsiteY357" fmla="*/ 4913989 h 6858000"/>
              <a:gd name="connsiteX358" fmla="*/ 2792390 w 7467600"/>
              <a:gd name="connsiteY358" fmla="*/ 5382974 h 6858000"/>
              <a:gd name="connsiteX359" fmla="*/ 2714982 w 7467600"/>
              <a:gd name="connsiteY359" fmla="*/ 5427051 h 6858000"/>
              <a:gd name="connsiteX360" fmla="*/ 2813361 w 7467600"/>
              <a:gd name="connsiteY360" fmla="*/ 6023912 h 6858000"/>
              <a:gd name="connsiteX361" fmla="*/ 2688430 w 7467600"/>
              <a:gd name="connsiteY361" fmla="*/ 6801564 h 6858000"/>
              <a:gd name="connsiteX362" fmla="*/ 2629626 w 7467600"/>
              <a:gd name="connsiteY362" fmla="*/ 6763394 h 6858000"/>
              <a:gd name="connsiteX363" fmla="*/ 2565328 w 7467600"/>
              <a:gd name="connsiteY363" fmla="*/ 5516399 h 6858000"/>
              <a:gd name="connsiteX364" fmla="*/ 1922999 w 7467600"/>
              <a:gd name="connsiteY364" fmla="*/ 5980343 h 6858000"/>
              <a:gd name="connsiteX365" fmla="*/ 1950261 w 7467600"/>
              <a:gd name="connsiteY365" fmla="*/ 6405858 h 6858000"/>
              <a:gd name="connsiteX366" fmla="*/ 2365554 w 7467600"/>
              <a:gd name="connsiteY366" fmla="*/ 6759107 h 6858000"/>
              <a:gd name="connsiteX367" fmla="*/ 2424142 w 7467600"/>
              <a:gd name="connsiteY367" fmla="*/ 6858000 h 6858000"/>
              <a:gd name="connsiteX368" fmla="*/ 2395994 w 7467600"/>
              <a:gd name="connsiteY368" fmla="*/ 6858000 h 6858000"/>
              <a:gd name="connsiteX369" fmla="*/ 2392863 w 7467600"/>
              <a:gd name="connsiteY369" fmla="*/ 6852964 h 6858000"/>
              <a:gd name="connsiteX370" fmla="*/ 2017589 w 7467600"/>
              <a:gd name="connsiteY370" fmla="*/ 6493982 h 6858000"/>
              <a:gd name="connsiteX371" fmla="*/ 2147336 w 7467600"/>
              <a:gd name="connsiteY371" fmla="*/ 6594052 h 6858000"/>
              <a:gd name="connsiteX372" fmla="*/ 2207047 w 7467600"/>
              <a:gd name="connsiteY372" fmla="*/ 6654540 h 6858000"/>
              <a:gd name="connsiteX373" fmla="*/ 2299106 w 7467600"/>
              <a:gd name="connsiteY373" fmla="*/ 6778931 h 6858000"/>
              <a:gd name="connsiteX374" fmla="*/ 2314430 w 7467600"/>
              <a:gd name="connsiteY374" fmla="*/ 6801144 h 6858000"/>
              <a:gd name="connsiteX375" fmla="*/ 2352406 w 7467600"/>
              <a:gd name="connsiteY375" fmla="*/ 6858000 h 6858000"/>
              <a:gd name="connsiteX376" fmla="*/ 2314492 w 7467600"/>
              <a:gd name="connsiteY376" fmla="*/ 6858000 h 6858000"/>
              <a:gd name="connsiteX377" fmla="*/ 2288095 w 7467600"/>
              <a:gd name="connsiteY377" fmla="*/ 6818030 h 6858000"/>
              <a:gd name="connsiteX378" fmla="*/ 2272768 w 7467600"/>
              <a:gd name="connsiteY378" fmla="*/ 6795822 h 6858000"/>
              <a:gd name="connsiteX379" fmla="*/ 2182715 w 7467600"/>
              <a:gd name="connsiteY379" fmla="*/ 6675071 h 6858000"/>
              <a:gd name="connsiteX380" fmla="*/ 2032061 w 7467600"/>
              <a:gd name="connsiteY380" fmla="*/ 6541380 h 6858000"/>
              <a:gd name="connsiteX381" fmla="*/ 2257220 w 7467600"/>
              <a:gd name="connsiteY381" fmla="*/ 6826257 h 6858000"/>
              <a:gd name="connsiteX382" fmla="*/ 2281324 w 7467600"/>
              <a:gd name="connsiteY382" fmla="*/ 6858000 h 6858000"/>
              <a:gd name="connsiteX383" fmla="*/ 2242860 w 7467600"/>
              <a:gd name="connsiteY383" fmla="*/ 6858000 h 6858000"/>
              <a:gd name="connsiteX384" fmla="*/ 2232818 w 7467600"/>
              <a:gd name="connsiteY384" fmla="*/ 6844926 h 6858000"/>
              <a:gd name="connsiteX385" fmla="*/ 1990172 w 7467600"/>
              <a:gd name="connsiteY385" fmla="*/ 6542121 h 6858000"/>
              <a:gd name="connsiteX386" fmla="*/ 2124090 w 7467600"/>
              <a:gd name="connsiteY386" fmla="*/ 6761017 h 6858000"/>
              <a:gd name="connsiteX387" fmla="*/ 2200380 w 7467600"/>
              <a:gd name="connsiteY387" fmla="*/ 6858000 h 6858000"/>
              <a:gd name="connsiteX388" fmla="*/ 2147507 w 7467600"/>
              <a:gd name="connsiteY388" fmla="*/ 6858000 h 6858000"/>
              <a:gd name="connsiteX389" fmla="*/ 2070668 w 7467600"/>
              <a:gd name="connsiteY389" fmla="*/ 6761520 h 6858000"/>
              <a:gd name="connsiteX390" fmla="*/ 1975142 w 7467600"/>
              <a:gd name="connsiteY390" fmla="*/ 6585570 h 6858000"/>
              <a:gd name="connsiteX391" fmla="*/ 2050035 w 7467600"/>
              <a:gd name="connsiteY391" fmla="*/ 6813345 h 6858000"/>
              <a:gd name="connsiteX392" fmla="*/ 2063025 w 7467600"/>
              <a:gd name="connsiteY392" fmla="*/ 6858000 h 6858000"/>
              <a:gd name="connsiteX393" fmla="*/ 2021675 w 7467600"/>
              <a:gd name="connsiteY393" fmla="*/ 6858000 h 6858000"/>
              <a:gd name="connsiteX394" fmla="*/ 2019308 w 7467600"/>
              <a:gd name="connsiteY394" fmla="*/ 6847118 h 6858000"/>
              <a:gd name="connsiteX395" fmla="*/ 1938835 w 7467600"/>
              <a:gd name="connsiteY395" fmla="*/ 6551160 h 6858000"/>
              <a:gd name="connsiteX396" fmla="*/ 1953230 w 7467600"/>
              <a:gd name="connsiteY396" fmla="*/ 6759699 h 6858000"/>
              <a:gd name="connsiteX397" fmla="*/ 1956763 w 7467600"/>
              <a:gd name="connsiteY397" fmla="*/ 6778191 h 6858000"/>
              <a:gd name="connsiteX398" fmla="*/ 1967925 w 7467600"/>
              <a:gd name="connsiteY398" fmla="*/ 6858000 h 6858000"/>
              <a:gd name="connsiteX399" fmla="*/ 1936622 w 7467600"/>
              <a:gd name="connsiteY399" fmla="*/ 6858000 h 6858000"/>
              <a:gd name="connsiteX400" fmla="*/ 1926261 w 7467600"/>
              <a:gd name="connsiteY400" fmla="*/ 6784064 h 6858000"/>
              <a:gd name="connsiteX401" fmla="*/ 1922724 w 7467600"/>
              <a:gd name="connsiteY401" fmla="*/ 6765577 h 6858000"/>
              <a:gd name="connsiteX402" fmla="*/ 1904650 w 7467600"/>
              <a:gd name="connsiteY402" fmla="*/ 6639616 h 6858000"/>
              <a:gd name="connsiteX403" fmla="*/ 1885273 w 7467600"/>
              <a:gd name="connsiteY403" fmla="*/ 6858000 h 6858000"/>
              <a:gd name="connsiteX404" fmla="*/ 1854363 w 7467600"/>
              <a:gd name="connsiteY404" fmla="*/ 6858000 h 6858000"/>
              <a:gd name="connsiteX405" fmla="*/ 1880391 w 7467600"/>
              <a:gd name="connsiteY405" fmla="*/ 6603796 h 6858000"/>
              <a:gd name="connsiteX406" fmla="*/ 1818273 w 7467600"/>
              <a:gd name="connsiteY406" fmla="*/ 6715729 h 6858000"/>
              <a:gd name="connsiteX407" fmla="*/ 1794691 w 7467600"/>
              <a:gd name="connsiteY407" fmla="*/ 6843239 h 6858000"/>
              <a:gd name="connsiteX408" fmla="*/ 1794914 w 7467600"/>
              <a:gd name="connsiteY408" fmla="*/ 6858000 h 6858000"/>
              <a:gd name="connsiteX409" fmla="*/ 1746128 w 7467600"/>
              <a:gd name="connsiteY409" fmla="*/ 6858000 h 6858000"/>
              <a:gd name="connsiteX410" fmla="*/ 1753934 w 7467600"/>
              <a:gd name="connsiteY410" fmla="*/ 6724796 h 6858000"/>
              <a:gd name="connsiteX411" fmla="*/ 1792053 w 7467600"/>
              <a:gd name="connsiteY411" fmla="*/ 6572396 h 6858000"/>
              <a:gd name="connsiteX412" fmla="*/ 1862248 w 7467600"/>
              <a:gd name="connsiteY412" fmla="*/ 6266397 h 6858000"/>
              <a:gd name="connsiteX413" fmla="*/ 1862250 w 7467600"/>
              <a:gd name="connsiteY413" fmla="*/ 6033531 h 6858000"/>
              <a:gd name="connsiteX414" fmla="*/ 1211999 w 7467600"/>
              <a:gd name="connsiteY414" fmla="*/ 6683610 h 6858000"/>
              <a:gd name="connsiteX415" fmla="*/ 1213266 w 7467600"/>
              <a:gd name="connsiteY415" fmla="*/ 6691947 h 6858000"/>
              <a:gd name="connsiteX416" fmla="*/ 1203370 w 7467600"/>
              <a:gd name="connsiteY416" fmla="*/ 6850676 h 6858000"/>
              <a:gd name="connsiteX417" fmla="*/ 1203671 w 7467600"/>
              <a:gd name="connsiteY417" fmla="*/ 6858000 h 6858000"/>
              <a:gd name="connsiteX418" fmla="*/ 1143180 w 7467600"/>
              <a:gd name="connsiteY418" fmla="*/ 6858000 h 6858000"/>
              <a:gd name="connsiteX419" fmla="*/ 1142176 w 7467600"/>
              <a:gd name="connsiteY419" fmla="*/ 6766045 h 6858000"/>
              <a:gd name="connsiteX420" fmla="*/ 1067484 w 7467600"/>
              <a:gd name="connsiteY420" fmla="*/ 6858000 h 6858000"/>
              <a:gd name="connsiteX421" fmla="*/ 953928 w 7467600"/>
              <a:gd name="connsiteY421" fmla="*/ 6858000 h 6858000"/>
              <a:gd name="connsiteX422" fmla="*/ 959715 w 7467600"/>
              <a:gd name="connsiteY422" fmla="*/ 6850185 h 6858000"/>
              <a:gd name="connsiteX423" fmla="*/ 1483788 w 7467600"/>
              <a:gd name="connsiteY423" fmla="*/ 6259174 h 6858000"/>
              <a:gd name="connsiteX424" fmla="*/ 1100671 w 7467600"/>
              <a:gd name="connsiteY424" fmla="*/ 6252137 h 6858000"/>
              <a:gd name="connsiteX425" fmla="*/ 1090144 w 7467600"/>
              <a:gd name="connsiteY425" fmla="*/ 6256748 h 6858000"/>
              <a:gd name="connsiteX426" fmla="*/ 1095872 w 7467600"/>
              <a:gd name="connsiteY426" fmla="*/ 6271892 h 6858000"/>
              <a:gd name="connsiteX427" fmla="*/ 262785 w 7467600"/>
              <a:gd name="connsiteY427" fmla="*/ 6845450 h 6858000"/>
              <a:gd name="connsiteX428" fmla="*/ 209968 w 7467600"/>
              <a:gd name="connsiteY428" fmla="*/ 6770713 h 6858000"/>
              <a:gd name="connsiteX429" fmla="*/ 873460 w 7467600"/>
              <a:gd name="connsiteY429" fmla="*/ 6253768 h 6858000"/>
              <a:gd name="connsiteX430" fmla="*/ 192686 w 7467600"/>
              <a:gd name="connsiteY430" fmla="*/ 5849257 h 6858000"/>
              <a:gd name="connsiteX431" fmla="*/ 4696 w 7467600"/>
              <a:gd name="connsiteY431" fmla="*/ 5697668 h 6858000"/>
              <a:gd name="connsiteX432" fmla="*/ 0 w 7467600"/>
              <a:gd name="connsiteY432" fmla="*/ 5689984 h 6858000"/>
              <a:gd name="connsiteX433" fmla="*/ 0 w 7467600"/>
              <a:gd name="connsiteY433" fmla="*/ 5513472 h 6858000"/>
              <a:gd name="connsiteX434" fmla="*/ 174101 w 7467600"/>
              <a:gd name="connsiteY434" fmla="*/ 5620277 h 6858000"/>
              <a:gd name="connsiteX435" fmla="*/ 891800 w 7467600"/>
              <a:gd name="connsiteY435" fmla="*/ 6036935 h 6858000"/>
              <a:gd name="connsiteX436" fmla="*/ 1072219 w 7467600"/>
              <a:gd name="connsiteY436" fmla="*/ 6169443 h 6858000"/>
              <a:gd name="connsiteX437" fmla="*/ 1074117 w 7467600"/>
              <a:gd name="connsiteY437" fmla="*/ 6170301 h 6858000"/>
              <a:gd name="connsiteX438" fmla="*/ 1083114 w 7467600"/>
              <a:gd name="connsiteY438" fmla="*/ 6174131 h 6858000"/>
              <a:gd name="connsiteX439" fmla="*/ 1543010 w 7467600"/>
              <a:gd name="connsiteY439" fmla="*/ 6191140 h 6858000"/>
              <a:gd name="connsiteX440" fmla="*/ 1551080 w 7467600"/>
              <a:gd name="connsiteY440" fmla="*/ 6195006 h 6858000"/>
              <a:gd name="connsiteX441" fmla="*/ 2345443 w 7467600"/>
              <a:gd name="connsiteY441" fmla="*/ 5549882 h 6858000"/>
              <a:gd name="connsiteX442" fmla="*/ 1721499 w 7467600"/>
              <a:gd name="connsiteY442" fmla="*/ 5599969 h 6858000"/>
              <a:gd name="connsiteX443" fmla="*/ 767716 w 7467600"/>
              <a:gd name="connsiteY443" fmla="*/ 5472768 h 6858000"/>
              <a:gd name="connsiteX444" fmla="*/ 722147 w 7467600"/>
              <a:gd name="connsiteY444" fmla="*/ 5393091 h 6858000"/>
              <a:gd name="connsiteX445" fmla="*/ 1485552 w 7467600"/>
              <a:gd name="connsiteY445" fmla="*/ 5313202 h 6858000"/>
              <a:gd name="connsiteX446" fmla="*/ 2143004 w 7467600"/>
              <a:gd name="connsiteY446" fmla="*/ 5402420 h 6858000"/>
              <a:gd name="connsiteX447" fmla="*/ 1933391 w 7467600"/>
              <a:gd name="connsiteY447" fmla="*/ 5156971 h 6858000"/>
              <a:gd name="connsiteX448" fmla="*/ 1827118 w 7467600"/>
              <a:gd name="connsiteY448" fmla="*/ 4968410 h 6858000"/>
              <a:gd name="connsiteX449" fmla="*/ 1837349 w 7467600"/>
              <a:gd name="connsiteY449" fmla="*/ 4956357 h 6858000"/>
              <a:gd name="connsiteX450" fmla="*/ 2162835 w 7467600"/>
              <a:gd name="connsiteY450" fmla="*/ 5187853 h 6858000"/>
              <a:gd name="connsiteX451" fmla="*/ 2257167 w 7467600"/>
              <a:gd name="connsiteY451" fmla="*/ 5462123 h 6858000"/>
              <a:gd name="connsiteX452" fmla="*/ 2261598 w 7467600"/>
              <a:gd name="connsiteY452" fmla="*/ 5467998 h 6858000"/>
              <a:gd name="connsiteX453" fmla="*/ 2437177 w 7467600"/>
              <a:gd name="connsiteY453" fmla="*/ 5479608 h 6858000"/>
              <a:gd name="connsiteX454" fmla="*/ 2445247 w 7467600"/>
              <a:gd name="connsiteY454" fmla="*/ 5483476 h 6858000"/>
              <a:gd name="connsiteX455" fmla="*/ 2743626 w 7467600"/>
              <a:gd name="connsiteY455" fmla="*/ 5304819 h 6858000"/>
              <a:gd name="connsiteX456" fmla="*/ 3048102 w 7467600"/>
              <a:gd name="connsiteY456" fmla="*/ 5150595 h 6858000"/>
              <a:gd name="connsiteX457" fmla="*/ 1799414 w 7467600"/>
              <a:gd name="connsiteY457" fmla="*/ 4694732 h 6858000"/>
              <a:gd name="connsiteX458" fmla="*/ 1771735 w 7467600"/>
              <a:gd name="connsiteY458" fmla="*/ 4619929 h 6858000"/>
              <a:gd name="connsiteX459" fmla="*/ 3104273 w 7467600"/>
              <a:gd name="connsiteY459" fmla="*/ 5076159 h 6858000"/>
              <a:gd name="connsiteX460" fmla="*/ 3113245 w 7467600"/>
              <a:gd name="connsiteY460" fmla="*/ 5090705 h 6858000"/>
              <a:gd name="connsiteX461" fmla="*/ 3126294 w 7467600"/>
              <a:gd name="connsiteY461" fmla="*/ 5114400 h 6858000"/>
              <a:gd name="connsiteX462" fmla="*/ 3937433 w 7467600"/>
              <a:gd name="connsiteY462" fmla="*/ 4830473 h 6858000"/>
              <a:gd name="connsiteX463" fmla="*/ 3590475 w 7467600"/>
              <a:gd name="connsiteY463" fmla="*/ 4597974 h 6858000"/>
              <a:gd name="connsiteX464" fmla="*/ 3100264 w 7467600"/>
              <a:gd name="connsiteY464" fmla="*/ 4579845 h 6858000"/>
              <a:gd name="connsiteX465" fmla="*/ 2183576 w 7467600"/>
              <a:gd name="connsiteY465" fmla="*/ 4227150 h 6858000"/>
              <a:gd name="connsiteX466" fmla="*/ 2151029 w 7467600"/>
              <a:gd name="connsiteY466" fmla="*/ 4146947 h 6858000"/>
              <a:gd name="connsiteX467" fmla="*/ 3563434 w 7467600"/>
              <a:gd name="connsiteY467" fmla="*/ 4469115 h 6858000"/>
              <a:gd name="connsiteX468" fmla="*/ 3177952 w 7467600"/>
              <a:gd name="connsiteY468" fmla="*/ 3657386 h 6858000"/>
              <a:gd name="connsiteX469" fmla="*/ 3189263 w 7467600"/>
              <a:gd name="connsiteY469" fmla="*/ 3625726 h 6858000"/>
              <a:gd name="connsiteX470" fmla="*/ 3560912 w 7467600"/>
              <a:gd name="connsiteY470" fmla="*/ 4079863 h 6858000"/>
              <a:gd name="connsiteX471" fmla="*/ 3626636 w 7467600"/>
              <a:gd name="connsiteY471" fmla="*/ 4512230 h 6858000"/>
              <a:gd name="connsiteX472" fmla="*/ 3653088 w 7467600"/>
              <a:gd name="connsiteY472" fmla="*/ 4521417 h 6858000"/>
              <a:gd name="connsiteX473" fmla="*/ 3988128 w 7467600"/>
              <a:gd name="connsiteY473" fmla="*/ 4817267 h 6858000"/>
              <a:gd name="connsiteX474" fmla="*/ 4830582 w 7467600"/>
              <a:gd name="connsiteY474" fmla="*/ 4676000 h 6858000"/>
              <a:gd name="connsiteX475" fmla="*/ 4830100 w 7467600"/>
              <a:gd name="connsiteY475" fmla="*/ 4675554 h 6858000"/>
              <a:gd name="connsiteX476" fmla="*/ 4036318 w 7467600"/>
              <a:gd name="connsiteY476" fmla="*/ 4147013 h 6858000"/>
              <a:gd name="connsiteX477" fmla="*/ 3432098 w 7467600"/>
              <a:gd name="connsiteY477" fmla="*/ 3537312 h 6858000"/>
              <a:gd name="connsiteX478" fmla="*/ 3446761 w 7467600"/>
              <a:gd name="connsiteY478" fmla="*/ 3461278 h 6858000"/>
              <a:gd name="connsiteX479" fmla="*/ 4419733 w 7467600"/>
              <a:gd name="connsiteY479" fmla="*/ 3963555 h 6858000"/>
              <a:gd name="connsiteX480" fmla="*/ 4781371 w 7467600"/>
              <a:gd name="connsiteY480" fmla="*/ 4458604 h 6858000"/>
              <a:gd name="connsiteX481" fmla="*/ 4780440 w 7467600"/>
              <a:gd name="connsiteY481" fmla="*/ 4470290 h 6858000"/>
              <a:gd name="connsiteX482" fmla="*/ 4898954 w 7467600"/>
              <a:gd name="connsiteY482" fmla="*/ 4662092 h 6858000"/>
              <a:gd name="connsiteX483" fmla="*/ 4900699 w 7467600"/>
              <a:gd name="connsiteY483" fmla="*/ 4670867 h 6858000"/>
              <a:gd name="connsiteX484" fmla="*/ 5714511 w 7467600"/>
              <a:gd name="connsiteY484" fmla="*/ 4663483 h 6858000"/>
              <a:gd name="connsiteX485" fmla="*/ 5464793 w 7467600"/>
              <a:gd name="connsiteY485" fmla="*/ 4393556 h 6858000"/>
              <a:gd name="connsiteX486" fmla="*/ 5461897 w 7467600"/>
              <a:gd name="connsiteY486" fmla="*/ 4390879 h 6858000"/>
              <a:gd name="connsiteX487" fmla="*/ 4294126 w 7467600"/>
              <a:gd name="connsiteY487" fmla="*/ 3303048 h 6858000"/>
              <a:gd name="connsiteX488" fmla="*/ 4305321 w 7467600"/>
              <a:gd name="connsiteY488" fmla="*/ 3256953 h 6858000"/>
              <a:gd name="connsiteX489" fmla="*/ 4949299 w 7467600"/>
              <a:gd name="connsiteY489" fmla="*/ 3766336 h 6858000"/>
              <a:gd name="connsiteX490" fmla="*/ 5291452 w 7467600"/>
              <a:gd name="connsiteY490" fmla="*/ 4076801 h 6858000"/>
              <a:gd name="connsiteX491" fmla="*/ 5434998 w 7467600"/>
              <a:gd name="connsiteY491" fmla="*/ 4254100 h 6858000"/>
              <a:gd name="connsiteX492" fmla="*/ 5351015 w 7467600"/>
              <a:gd name="connsiteY492" fmla="*/ 3760989 h 6858000"/>
              <a:gd name="connsiteX493" fmla="*/ 5413780 w 7467600"/>
              <a:gd name="connsiteY493" fmla="*/ 2966265 h 6858000"/>
              <a:gd name="connsiteX494" fmla="*/ 5425627 w 7467600"/>
              <a:gd name="connsiteY494" fmla="*/ 2954192 h 6858000"/>
              <a:gd name="connsiteX495" fmla="*/ 6604735 w 7467600"/>
              <a:gd name="connsiteY495" fmla="*/ 2041381 h 6858000"/>
              <a:gd name="connsiteX496" fmla="*/ 7204487 w 7467600"/>
              <a:gd name="connsiteY496" fmla="*/ 2742112 h 6858000"/>
              <a:gd name="connsiteX497" fmla="*/ 7131592 w 7467600"/>
              <a:gd name="connsiteY497" fmla="*/ 2672096 h 6858000"/>
              <a:gd name="connsiteX498" fmla="*/ 6996344 w 7467600"/>
              <a:gd name="connsiteY498" fmla="*/ 2518310 h 6858000"/>
              <a:gd name="connsiteX499" fmla="*/ 6735495 w 7467600"/>
              <a:gd name="connsiteY499" fmla="*/ 2196890 h 6858000"/>
              <a:gd name="connsiteX500" fmla="*/ 6721901 w 7467600"/>
              <a:gd name="connsiteY500" fmla="*/ 2179274 h 6858000"/>
              <a:gd name="connsiteX501" fmla="*/ 6604735 w 7467600"/>
              <a:gd name="connsiteY501" fmla="*/ 2041381 h 6858000"/>
              <a:gd name="connsiteX502" fmla="*/ 6591670 w 7467600"/>
              <a:gd name="connsiteY502" fmla="*/ 1988277 h 6858000"/>
              <a:gd name="connsiteX503" fmla="*/ 6747349 w 7467600"/>
              <a:gd name="connsiteY503" fmla="*/ 2160069 h 6858000"/>
              <a:gd name="connsiteX504" fmla="*/ 6760943 w 7467600"/>
              <a:gd name="connsiteY504" fmla="*/ 2177686 h 6858000"/>
              <a:gd name="connsiteX505" fmla="*/ 7021065 w 7467600"/>
              <a:gd name="connsiteY505" fmla="*/ 2498102 h 6858000"/>
              <a:gd name="connsiteX506" fmla="*/ 7155223 w 7467600"/>
              <a:gd name="connsiteY506" fmla="*/ 2650386 h 6858000"/>
              <a:gd name="connsiteX507" fmla="*/ 7203167 w 7467600"/>
              <a:gd name="connsiteY507" fmla="*/ 2697288 h 6858000"/>
              <a:gd name="connsiteX508" fmla="*/ 6937703 w 7467600"/>
              <a:gd name="connsiteY508" fmla="*/ 2321981 h 6858000"/>
              <a:gd name="connsiteX509" fmla="*/ 6591670 w 7467600"/>
              <a:gd name="connsiteY509" fmla="*/ 1988277 h 6858000"/>
              <a:gd name="connsiteX510" fmla="*/ 5798671 w 7467600"/>
              <a:gd name="connsiteY510" fmla="*/ 1981601 h 6858000"/>
              <a:gd name="connsiteX511" fmla="*/ 5754709 w 7467600"/>
              <a:gd name="connsiteY511" fmla="*/ 2071454 h 6858000"/>
              <a:gd name="connsiteX512" fmla="*/ 5763044 w 7467600"/>
              <a:gd name="connsiteY512" fmla="*/ 2842206 h 6858000"/>
              <a:gd name="connsiteX513" fmla="*/ 5764974 w 7467600"/>
              <a:gd name="connsiteY513" fmla="*/ 2799609 h 6858000"/>
              <a:gd name="connsiteX514" fmla="*/ 5767665 w 7467600"/>
              <a:gd name="connsiteY514" fmla="*/ 2666409 h 6858000"/>
              <a:gd name="connsiteX515" fmla="*/ 5763055 w 7467600"/>
              <a:gd name="connsiteY515" fmla="*/ 2579705 h 6858000"/>
              <a:gd name="connsiteX516" fmla="*/ 5758079 w 7467600"/>
              <a:gd name="connsiteY516" fmla="*/ 2492508 h 6858000"/>
              <a:gd name="connsiteX517" fmla="*/ 5779325 w 7467600"/>
              <a:gd name="connsiteY517" fmla="*/ 2197069 h 6858000"/>
              <a:gd name="connsiteX518" fmla="*/ 5798671 w 7467600"/>
              <a:gd name="connsiteY518" fmla="*/ 1981601 h 6858000"/>
              <a:gd name="connsiteX519" fmla="*/ 5829202 w 7467600"/>
              <a:gd name="connsiteY519" fmla="*/ 1971679 h 6858000"/>
              <a:gd name="connsiteX520" fmla="*/ 5809558 w 7467600"/>
              <a:gd name="connsiteY520" fmla="*/ 2198043 h 6858000"/>
              <a:gd name="connsiteX521" fmla="*/ 5788653 w 7467600"/>
              <a:gd name="connsiteY521" fmla="*/ 2489430 h 6858000"/>
              <a:gd name="connsiteX522" fmla="*/ 5793439 w 7467600"/>
              <a:gd name="connsiteY522" fmla="*/ 2575235 h 6858000"/>
              <a:gd name="connsiteX523" fmla="*/ 5796837 w 7467600"/>
              <a:gd name="connsiteY523" fmla="*/ 2637633 h 6858000"/>
              <a:gd name="connsiteX524" fmla="*/ 5818614 w 7467600"/>
              <a:gd name="connsiteY524" fmla="*/ 2473055 h 6858000"/>
              <a:gd name="connsiteX525" fmla="*/ 5829202 w 7467600"/>
              <a:gd name="connsiteY525" fmla="*/ 1971679 h 6858000"/>
              <a:gd name="connsiteX526" fmla="*/ 5911389 w 7467600"/>
              <a:gd name="connsiteY526" fmla="*/ 1898371 h 6858000"/>
              <a:gd name="connsiteX527" fmla="*/ 6237627 w 7467600"/>
              <a:gd name="connsiteY527" fmla="*/ 2231921 h 6858000"/>
              <a:gd name="connsiteX528" fmla="*/ 5911389 w 7467600"/>
              <a:gd name="connsiteY528" fmla="*/ 1898371 h 6858000"/>
              <a:gd name="connsiteX529" fmla="*/ 6944437 w 7467600"/>
              <a:gd name="connsiteY529" fmla="*/ 1575402 h 6858000"/>
              <a:gd name="connsiteX530" fmla="*/ 6304730 w 7467600"/>
              <a:gd name="connsiteY530" fmla="*/ 1766654 h 6858000"/>
              <a:gd name="connsiteX531" fmla="*/ 6944437 w 7467600"/>
              <a:gd name="connsiteY531" fmla="*/ 1575402 h 6858000"/>
              <a:gd name="connsiteX532" fmla="*/ 7019523 w 7467600"/>
              <a:gd name="connsiteY532" fmla="*/ 1519450 h 6858000"/>
              <a:gd name="connsiteX533" fmla="*/ 6298091 w 7467600"/>
              <a:gd name="connsiteY533" fmla="*/ 1737122 h 6858000"/>
              <a:gd name="connsiteX534" fmla="*/ 7019523 w 7467600"/>
              <a:gd name="connsiteY534" fmla="*/ 1519450 h 6858000"/>
              <a:gd name="connsiteX535" fmla="*/ 2399523 w 7467600"/>
              <a:gd name="connsiteY535" fmla="*/ 1428234 h 6858000"/>
              <a:gd name="connsiteX536" fmla="*/ 2224982 w 7467600"/>
              <a:gd name="connsiteY536" fmla="*/ 1826201 h 6858000"/>
              <a:gd name="connsiteX537" fmla="*/ 2096099 w 7467600"/>
              <a:gd name="connsiteY537" fmla="*/ 2345900 h 6858000"/>
              <a:gd name="connsiteX538" fmla="*/ 2283317 w 7467600"/>
              <a:gd name="connsiteY538" fmla="*/ 1796925 h 6858000"/>
              <a:gd name="connsiteX539" fmla="*/ 2399523 w 7467600"/>
              <a:gd name="connsiteY539" fmla="*/ 1428234 h 6858000"/>
              <a:gd name="connsiteX540" fmla="*/ 2448558 w 7467600"/>
              <a:gd name="connsiteY540" fmla="*/ 1373435 h 6858000"/>
              <a:gd name="connsiteX541" fmla="*/ 2312521 w 7467600"/>
              <a:gd name="connsiteY541" fmla="*/ 1806140 h 6858000"/>
              <a:gd name="connsiteX542" fmla="*/ 2127533 w 7467600"/>
              <a:gd name="connsiteY542" fmla="*/ 2348380 h 6858000"/>
              <a:gd name="connsiteX543" fmla="*/ 2358080 w 7467600"/>
              <a:gd name="connsiteY543" fmla="*/ 1866134 h 6858000"/>
              <a:gd name="connsiteX544" fmla="*/ 2407436 w 7467600"/>
              <a:gd name="connsiteY544" fmla="*/ 1651070 h 6858000"/>
              <a:gd name="connsiteX545" fmla="*/ 2448558 w 7467600"/>
              <a:gd name="connsiteY545" fmla="*/ 1373435 h 6858000"/>
              <a:gd name="connsiteX546" fmla="*/ 278707 w 7467600"/>
              <a:gd name="connsiteY546" fmla="*/ 1352270 h 6858000"/>
              <a:gd name="connsiteX547" fmla="*/ 321570 w 7467600"/>
              <a:gd name="connsiteY547" fmla="*/ 1861610 h 6858000"/>
              <a:gd name="connsiteX548" fmla="*/ 294281 w 7467600"/>
              <a:gd name="connsiteY548" fmla="*/ 1440658 h 6858000"/>
              <a:gd name="connsiteX549" fmla="*/ 278707 w 7467600"/>
              <a:gd name="connsiteY549" fmla="*/ 1352270 h 6858000"/>
              <a:gd name="connsiteX550" fmla="*/ 1423821 w 7467600"/>
              <a:gd name="connsiteY550" fmla="*/ 1351958 h 6858000"/>
              <a:gd name="connsiteX551" fmla="*/ 1638521 w 7467600"/>
              <a:gd name="connsiteY551" fmla="*/ 1908470 h 6858000"/>
              <a:gd name="connsiteX552" fmla="*/ 1754199 w 7467600"/>
              <a:gd name="connsiteY552" fmla="*/ 2149284 h 6858000"/>
              <a:gd name="connsiteX553" fmla="*/ 1908359 w 7467600"/>
              <a:gd name="connsiteY553" fmla="*/ 2364988 h 6858000"/>
              <a:gd name="connsiteX554" fmla="*/ 1647661 w 7467600"/>
              <a:gd name="connsiteY554" fmla="*/ 1825945 h 6858000"/>
              <a:gd name="connsiteX555" fmla="*/ 1423821 w 7467600"/>
              <a:gd name="connsiteY555" fmla="*/ 1351958 h 6858000"/>
              <a:gd name="connsiteX556" fmla="*/ 1431890 w 7467600"/>
              <a:gd name="connsiteY556" fmla="*/ 1306475 h 6858000"/>
              <a:gd name="connsiteX557" fmla="*/ 1507597 w 7467600"/>
              <a:gd name="connsiteY557" fmla="*/ 1446132 h 6858000"/>
              <a:gd name="connsiteX558" fmla="*/ 1674586 w 7467600"/>
              <a:gd name="connsiteY558" fmla="*/ 1813832 h 6858000"/>
              <a:gd name="connsiteX559" fmla="*/ 1815950 w 7467600"/>
              <a:gd name="connsiteY559" fmla="*/ 2128564 h 6858000"/>
              <a:gd name="connsiteX560" fmla="*/ 1984242 w 7467600"/>
              <a:gd name="connsiteY560" fmla="*/ 2430829 h 6858000"/>
              <a:gd name="connsiteX561" fmla="*/ 2014023 w 7467600"/>
              <a:gd name="connsiteY561" fmla="*/ 2450995 h 6858000"/>
              <a:gd name="connsiteX562" fmla="*/ 1747337 w 7467600"/>
              <a:gd name="connsiteY562" fmla="*/ 1855264 h 6858000"/>
              <a:gd name="connsiteX563" fmla="*/ 1533749 w 7467600"/>
              <a:gd name="connsiteY563" fmla="*/ 1478656 h 6858000"/>
              <a:gd name="connsiteX564" fmla="*/ 1431890 w 7467600"/>
              <a:gd name="connsiteY564" fmla="*/ 1306475 h 6858000"/>
              <a:gd name="connsiteX565" fmla="*/ 5052692 w 7467600"/>
              <a:gd name="connsiteY565" fmla="*/ 1292994 h 6858000"/>
              <a:gd name="connsiteX566" fmla="*/ 5200661 w 7467600"/>
              <a:gd name="connsiteY566" fmla="*/ 1635186 h 6858000"/>
              <a:gd name="connsiteX567" fmla="*/ 5297138 w 7467600"/>
              <a:gd name="connsiteY567" fmla="*/ 1906351 h 6858000"/>
              <a:gd name="connsiteX568" fmla="*/ 5052692 w 7467600"/>
              <a:gd name="connsiteY568" fmla="*/ 1292994 h 6858000"/>
              <a:gd name="connsiteX569" fmla="*/ 5009948 w 7467600"/>
              <a:gd name="connsiteY569" fmla="*/ 1273619 h 6858000"/>
              <a:gd name="connsiteX570" fmla="*/ 5121777 w 7467600"/>
              <a:gd name="connsiteY570" fmla="*/ 1654213 h 6858000"/>
              <a:gd name="connsiteX571" fmla="*/ 5293545 w 7467600"/>
              <a:gd name="connsiteY571" fmla="*/ 2072247 h 6858000"/>
              <a:gd name="connsiteX572" fmla="*/ 5294042 w 7467600"/>
              <a:gd name="connsiteY572" fmla="*/ 2065019 h 6858000"/>
              <a:gd name="connsiteX573" fmla="*/ 5171936 w 7467600"/>
              <a:gd name="connsiteY573" fmla="*/ 1647613 h 6858000"/>
              <a:gd name="connsiteX574" fmla="*/ 5009948 w 7467600"/>
              <a:gd name="connsiteY574" fmla="*/ 1273619 h 6858000"/>
              <a:gd name="connsiteX575" fmla="*/ 655236 w 7467600"/>
              <a:gd name="connsiteY575" fmla="*/ 1268632 h 6858000"/>
              <a:gd name="connsiteX576" fmla="*/ 839521 w 7467600"/>
              <a:gd name="connsiteY576" fmla="*/ 1685315 h 6858000"/>
              <a:gd name="connsiteX577" fmla="*/ 1109416 w 7467600"/>
              <a:gd name="connsiteY577" fmla="*/ 2061663 h 6858000"/>
              <a:gd name="connsiteX578" fmla="*/ 1298300 w 7467600"/>
              <a:gd name="connsiteY578" fmla="*/ 2247742 h 6858000"/>
              <a:gd name="connsiteX579" fmla="*/ 1125871 w 7467600"/>
              <a:gd name="connsiteY579" fmla="*/ 1989513 h 6858000"/>
              <a:gd name="connsiteX580" fmla="*/ 981574 w 7467600"/>
              <a:gd name="connsiteY580" fmla="*/ 1783157 h 6858000"/>
              <a:gd name="connsiteX581" fmla="*/ 922198 w 7467600"/>
              <a:gd name="connsiteY581" fmla="*/ 1677437 h 6858000"/>
              <a:gd name="connsiteX582" fmla="*/ 869293 w 7467600"/>
              <a:gd name="connsiteY582" fmla="*/ 1583214 h 6858000"/>
              <a:gd name="connsiteX583" fmla="*/ 751431 w 7467600"/>
              <a:gd name="connsiteY583" fmla="*/ 1405731 h 6858000"/>
              <a:gd name="connsiteX584" fmla="*/ 655236 w 7467600"/>
              <a:gd name="connsiteY584" fmla="*/ 1268632 h 6858000"/>
              <a:gd name="connsiteX585" fmla="*/ 6516292 w 7467600"/>
              <a:gd name="connsiteY585" fmla="*/ 1263064 h 6858000"/>
              <a:gd name="connsiteX586" fmla="*/ 5736320 w 7467600"/>
              <a:gd name="connsiteY586" fmla="*/ 1501803 h 6858000"/>
              <a:gd name="connsiteX587" fmla="*/ 6516292 w 7467600"/>
              <a:gd name="connsiteY587" fmla="*/ 1263064 h 6858000"/>
              <a:gd name="connsiteX588" fmla="*/ 291466 w 7467600"/>
              <a:gd name="connsiteY588" fmla="*/ 1250369 h 6858000"/>
              <a:gd name="connsiteX589" fmla="*/ 323180 w 7467600"/>
              <a:gd name="connsiteY589" fmla="*/ 1435283 h 6858000"/>
              <a:gd name="connsiteX590" fmla="*/ 349381 w 7467600"/>
              <a:gd name="connsiteY590" fmla="*/ 1875041 h 6858000"/>
              <a:gd name="connsiteX591" fmla="*/ 374363 w 7467600"/>
              <a:gd name="connsiteY591" fmla="*/ 1506494 h 6858000"/>
              <a:gd name="connsiteX592" fmla="*/ 302168 w 7467600"/>
              <a:gd name="connsiteY592" fmla="*/ 1274495 h 6858000"/>
              <a:gd name="connsiteX593" fmla="*/ 291466 w 7467600"/>
              <a:gd name="connsiteY593" fmla="*/ 1250369 h 6858000"/>
              <a:gd name="connsiteX594" fmla="*/ 678222 w 7467600"/>
              <a:gd name="connsiteY594" fmla="*/ 1248670 h 6858000"/>
              <a:gd name="connsiteX595" fmla="*/ 775536 w 7467600"/>
              <a:gd name="connsiteY595" fmla="*/ 1388015 h 6858000"/>
              <a:gd name="connsiteX596" fmla="*/ 894529 w 7467600"/>
              <a:gd name="connsiteY596" fmla="*/ 1567739 h 6858000"/>
              <a:gd name="connsiteX597" fmla="*/ 948000 w 7467600"/>
              <a:gd name="connsiteY597" fmla="*/ 1663088 h 6858000"/>
              <a:gd name="connsiteX598" fmla="*/ 1006812 w 7467600"/>
              <a:gd name="connsiteY598" fmla="*/ 1767683 h 6858000"/>
              <a:gd name="connsiteX599" fmla="*/ 1149133 w 7467600"/>
              <a:gd name="connsiteY599" fmla="*/ 1971513 h 6858000"/>
              <a:gd name="connsiteX600" fmla="*/ 1333952 w 7467600"/>
              <a:gd name="connsiteY600" fmla="*/ 2251620 h 6858000"/>
              <a:gd name="connsiteX601" fmla="*/ 1337329 w 7467600"/>
              <a:gd name="connsiteY601" fmla="*/ 2258350 h 6858000"/>
              <a:gd name="connsiteX602" fmla="*/ 1014726 w 7467600"/>
              <a:gd name="connsiteY602" fmla="*/ 1615556 h 6858000"/>
              <a:gd name="connsiteX603" fmla="*/ 678222 w 7467600"/>
              <a:gd name="connsiteY603" fmla="*/ 1248670 h 6858000"/>
              <a:gd name="connsiteX604" fmla="*/ 6691602 w 7467600"/>
              <a:gd name="connsiteY604" fmla="*/ 1140573 h 6858000"/>
              <a:gd name="connsiteX605" fmla="*/ 6571100 w 7467600"/>
              <a:gd name="connsiteY605" fmla="*/ 1183662 h 6858000"/>
              <a:gd name="connsiteX606" fmla="*/ 6241687 w 7467600"/>
              <a:gd name="connsiteY606" fmla="*/ 1257600 h 6858000"/>
              <a:gd name="connsiteX607" fmla="*/ 5693009 w 7467600"/>
              <a:gd name="connsiteY607" fmla="*/ 1478256 h 6858000"/>
              <a:gd name="connsiteX608" fmla="*/ 6548420 w 7467600"/>
              <a:gd name="connsiteY608" fmla="*/ 1214599 h 6858000"/>
              <a:gd name="connsiteX609" fmla="*/ 6605473 w 7467600"/>
              <a:gd name="connsiteY609" fmla="*/ 1184686 h 6858000"/>
              <a:gd name="connsiteX610" fmla="*/ 6691602 w 7467600"/>
              <a:gd name="connsiteY610" fmla="*/ 1140573 h 6858000"/>
              <a:gd name="connsiteX611" fmla="*/ 4002475 w 7467600"/>
              <a:gd name="connsiteY611" fmla="*/ 1037802 h 6858000"/>
              <a:gd name="connsiteX612" fmla="*/ 4000324 w 7467600"/>
              <a:gd name="connsiteY612" fmla="*/ 1039362 h 6858000"/>
              <a:gd name="connsiteX613" fmla="*/ 4002862 w 7467600"/>
              <a:gd name="connsiteY613" fmla="*/ 1042866 h 6858000"/>
              <a:gd name="connsiteX614" fmla="*/ 4002475 w 7467600"/>
              <a:gd name="connsiteY614" fmla="*/ 1037802 h 6858000"/>
              <a:gd name="connsiteX615" fmla="*/ 506322 w 7467600"/>
              <a:gd name="connsiteY615" fmla="*/ 1020997 h 6858000"/>
              <a:gd name="connsiteX616" fmla="*/ 533068 w 7467600"/>
              <a:gd name="connsiteY616" fmla="*/ 1029409 h 6858000"/>
              <a:gd name="connsiteX617" fmla="*/ 1232525 w 7467600"/>
              <a:gd name="connsiteY617" fmla="*/ 1804675 h 6858000"/>
              <a:gd name="connsiteX618" fmla="*/ 1388858 w 7467600"/>
              <a:gd name="connsiteY618" fmla="*/ 2368011 h 6858000"/>
              <a:gd name="connsiteX619" fmla="*/ 1384098 w 7467600"/>
              <a:gd name="connsiteY619" fmla="*/ 2378125 h 6858000"/>
              <a:gd name="connsiteX620" fmla="*/ 1425393 w 7467600"/>
              <a:gd name="connsiteY620" fmla="*/ 2589124 h 6858000"/>
              <a:gd name="connsiteX621" fmla="*/ 1424001 w 7467600"/>
              <a:gd name="connsiteY621" fmla="*/ 2597541 h 6858000"/>
              <a:gd name="connsiteX622" fmla="*/ 2152729 w 7467600"/>
              <a:gd name="connsiteY622" fmla="*/ 2864487 h 6858000"/>
              <a:gd name="connsiteX623" fmla="*/ 2020609 w 7467600"/>
              <a:gd name="connsiteY623" fmla="*/ 2539671 h 6858000"/>
              <a:gd name="connsiteX624" fmla="*/ 2018920 w 7467600"/>
              <a:gd name="connsiteY624" fmla="*/ 2536309 h 6858000"/>
              <a:gd name="connsiteX625" fmla="*/ 1342441 w 7467600"/>
              <a:gd name="connsiteY625" fmla="*/ 1173017 h 6858000"/>
              <a:gd name="connsiteX626" fmla="*/ 1367925 w 7467600"/>
              <a:gd name="connsiteY626" fmla="*/ 1135648 h 6858000"/>
              <a:gd name="connsiteX627" fmla="*/ 1771401 w 7467600"/>
              <a:gd name="connsiteY627" fmla="*/ 1806673 h 6858000"/>
              <a:gd name="connsiteX628" fmla="*/ 1972385 w 7467600"/>
              <a:gd name="connsiteY628" fmla="*/ 2198735 h 6858000"/>
              <a:gd name="connsiteX629" fmla="*/ 2040892 w 7467600"/>
              <a:gd name="connsiteY629" fmla="*/ 2405205 h 6858000"/>
              <a:gd name="connsiteX630" fmla="*/ 2131689 w 7467600"/>
              <a:gd name="connsiteY630" fmla="*/ 1936926 h 6858000"/>
              <a:gd name="connsiteX631" fmla="*/ 2454820 w 7467600"/>
              <a:gd name="connsiteY631" fmla="*/ 1248808 h 6858000"/>
              <a:gd name="connsiteX632" fmla="*/ 2492512 w 7467600"/>
              <a:gd name="connsiteY632" fmla="*/ 1302920 h 6858000"/>
              <a:gd name="connsiteX633" fmla="*/ 2081216 w 7467600"/>
              <a:gd name="connsiteY633" fmla="*/ 2527513 h 6858000"/>
              <a:gd name="connsiteX634" fmla="*/ 2081211 w 7467600"/>
              <a:gd name="connsiteY634" fmla="*/ 2528916 h 6858000"/>
              <a:gd name="connsiteX635" fmla="*/ 2199067 w 7467600"/>
              <a:gd name="connsiteY635" fmla="*/ 2884061 h 6858000"/>
              <a:gd name="connsiteX636" fmla="*/ 3192586 w 7467600"/>
              <a:gd name="connsiteY636" fmla="*/ 3411496 h 6858000"/>
              <a:gd name="connsiteX637" fmla="*/ 3182620 w 7467600"/>
              <a:gd name="connsiteY637" fmla="*/ 3483279 h 6858000"/>
              <a:gd name="connsiteX638" fmla="*/ 2435119 w 7467600"/>
              <a:gd name="connsiteY638" fmla="*/ 3080173 h 6858000"/>
              <a:gd name="connsiteX639" fmla="*/ 2410152 w 7467600"/>
              <a:gd name="connsiteY639" fmla="*/ 3063751 h 6858000"/>
              <a:gd name="connsiteX640" fmla="*/ 2408099 w 7467600"/>
              <a:gd name="connsiteY640" fmla="*/ 3064403 h 6858000"/>
              <a:gd name="connsiteX641" fmla="*/ 2407218 w 7467600"/>
              <a:gd name="connsiteY641" fmla="*/ 3070324 h 6858000"/>
              <a:gd name="connsiteX642" fmla="*/ 2380138 w 7467600"/>
              <a:gd name="connsiteY642" fmla="*/ 3099341 h 6858000"/>
              <a:gd name="connsiteX643" fmla="*/ 1765923 w 7467600"/>
              <a:gd name="connsiteY643" fmla="*/ 3581043 h 6858000"/>
              <a:gd name="connsiteX644" fmla="*/ 1702258 w 7467600"/>
              <a:gd name="connsiteY644" fmla="*/ 3612286 h 6858000"/>
              <a:gd name="connsiteX645" fmla="*/ 1538370 w 7467600"/>
              <a:gd name="connsiteY645" fmla="*/ 3811804 h 6858000"/>
              <a:gd name="connsiteX646" fmla="*/ 542867 w 7467600"/>
              <a:gd name="connsiteY646" fmla="*/ 4944092 h 6858000"/>
              <a:gd name="connsiteX647" fmla="*/ 515800 w 7467600"/>
              <a:gd name="connsiteY647" fmla="*/ 4862180 h 6858000"/>
              <a:gd name="connsiteX648" fmla="*/ 909145 w 7467600"/>
              <a:gd name="connsiteY648" fmla="*/ 4199225 h 6858000"/>
              <a:gd name="connsiteX649" fmla="*/ 1214067 w 7467600"/>
              <a:gd name="connsiteY649" fmla="*/ 3908561 h 6858000"/>
              <a:gd name="connsiteX650" fmla="*/ 640967 w 7467600"/>
              <a:gd name="connsiteY650" fmla="*/ 4105601 h 6858000"/>
              <a:gd name="connsiteX651" fmla="*/ 112563 w 7467600"/>
              <a:gd name="connsiteY651" fmla="*/ 4396952 h 6858000"/>
              <a:gd name="connsiteX652" fmla="*/ 0 w 7467600"/>
              <a:gd name="connsiteY652" fmla="*/ 4466006 h 6858000"/>
              <a:gd name="connsiteX653" fmla="*/ 0 w 7467600"/>
              <a:gd name="connsiteY653" fmla="*/ 4233763 h 6858000"/>
              <a:gd name="connsiteX654" fmla="*/ 36881 w 7467600"/>
              <a:gd name="connsiteY654" fmla="*/ 4200118 h 6858000"/>
              <a:gd name="connsiteX655" fmla="*/ 910534 w 7467600"/>
              <a:gd name="connsiteY655" fmla="*/ 3629753 h 6858000"/>
              <a:gd name="connsiteX656" fmla="*/ 1578717 w 7467600"/>
              <a:gd name="connsiteY656" fmla="*/ 3575982 h 6858000"/>
              <a:gd name="connsiteX657" fmla="*/ 2338780 w 7467600"/>
              <a:gd name="connsiteY657" fmla="*/ 3033725 h 6858000"/>
              <a:gd name="connsiteX658" fmla="*/ 1807991 w 7467600"/>
              <a:gd name="connsiteY658" fmla="*/ 2807184 h 6858000"/>
              <a:gd name="connsiteX659" fmla="*/ 1416358 w 7467600"/>
              <a:gd name="connsiteY659" fmla="*/ 3112571 h 6858000"/>
              <a:gd name="connsiteX660" fmla="*/ 939066 w 7467600"/>
              <a:gd name="connsiteY660" fmla="*/ 3378798 h 6858000"/>
              <a:gd name="connsiteX661" fmla="*/ 115099 w 7467600"/>
              <a:gd name="connsiteY661" fmla="*/ 3607650 h 6858000"/>
              <a:gd name="connsiteX662" fmla="*/ 97284 w 7467600"/>
              <a:gd name="connsiteY662" fmla="*/ 3520393 h 6858000"/>
              <a:gd name="connsiteX663" fmla="*/ 922050 w 7467600"/>
              <a:gd name="connsiteY663" fmla="*/ 3074867 h 6858000"/>
              <a:gd name="connsiteX664" fmla="*/ 1405265 w 7467600"/>
              <a:gd name="connsiteY664" fmla="*/ 3016319 h 6858000"/>
              <a:gd name="connsiteX665" fmla="*/ 1407512 w 7467600"/>
              <a:gd name="connsiteY665" fmla="*/ 3018001 h 6858000"/>
              <a:gd name="connsiteX666" fmla="*/ 1726266 w 7467600"/>
              <a:gd name="connsiteY666" fmla="*/ 2777274 h 6858000"/>
              <a:gd name="connsiteX667" fmla="*/ 625390 w 7467600"/>
              <a:gd name="connsiteY667" fmla="*/ 2514541 h 6858000"/>
              <a:gd name="connsiteX668" fmla="*/ 619799 w 7467600"/>
              <a:gd name="connsiteY668" fmla="*/ 2527180 h 6858000"/>
              <a:gd name="connsiteX669" fmla="*/ 310030 w 7467600"/>
              <a:gd name="connsiteY669" fmla="*/ 2771818 h 6858000"/>
              <a:gd name="connsiteX670" fmla="*/ 173877 w 7467600"/>
              <a:gd name="connsiteY670" fmla="*/ 2937056 h 6858000"/>
              <a:gd name="connsiteX671" fmla="*/ 77889 w 7467600"/>
              <a:gd name="connsiteY671" fmla="*/ 3138440 h 6858000"/>
              <a:gd name="connsiteX672" fmla="*/ 0 w 7467600"/>
              <a:gd name="connsiteY672" fmla="*/ 3271395 h 6858000"/>
              <a:gd name="connsiteX673" fmla="*/ 0 w 7467600"/>
              <a:gd name="connsiteY673" fmla="*/ 3153002 h 6858000"/>
              <a:gd name="connsiteX674" fmla="*/ 2386 w 7467600"/>
              <a:gd name="connsiteY674" fmla="*/ 3149203 h 6858000"/>
              <a:gd name="connsiteX675" fmla="*/ 89753 w 7467600"/>
              <a:gd name="connsiteY675" fmla="*/ 2987702 h 6858000"/>
              <a:gd name="connsiteX676" fmla="*/ 76869 w 7467600"/>
              <a:gd name="connsiteY676" fmla="*/ 3005404 h 6858000"/>
              <a:gd name="connsiteX677" fmla="*/ 32049 w 7467600"/>
              <a:gd name="connsiteY677" fmla="*/ 3065814 h 6858000"/>
              <a:gd name="connsiteX678" fmla="*/ 0 w 7467600"/>
              <a:gd name="connsiteY678" fmla="*/ 3108744 h 6858000"/>
              <a:gd name="connsiteX679" fmla="*/ 0 w 7467600"/>
              <a:gd name="connsiteY679" fmla="*/ 3058059 h 6858000"/>
              <a:gd name="connsiteX680" fmla="*/ 7610 w 7467600"/>
              <a:gd name="connsiteY680" fmla="*/ 3047889 h 6858000"/>
              <a:gd name="connsiteX681" fmla="*/ 52419 w 7467600"/>
              <a:gd name="connsiteY681" fmla="*/ 2987479 h 6858000"/>
              <a:gd name="connsiteX682" fmla="*/ 59142 w 7467600"/>
              <a:gd name="connsiteY682" fmla="*/ 2978488 h 6858000"/>
              <a:gd name="connsiteX683" fmla="*/ 0 w 7467600"/>
              <a:gd name="connsiteY683" fmla="*/ 3015334 h 6858000"/>
              <a:gd name="connsiteX684" fmla="*/ 0 w 7467600"/>
              <a:gd name="connsiteY684" fmla="*/ 2914286 h 6858000"/>
              <a:gd name="connsiteX685" fmla="*/ 36383 w 7467600"/>
              <a:gd name="connsiteY685" fmla="*/ 2901128 h 6858000"/>
              <a:gd name="connsiteX686" fmla="*/ 156329 w 7467600"/>
              <a:gd name="connsiteY686" fmla="*/ 2840533 h 6858000"/>
              <a:gd name="connsiteX687" fmla="*/ 358355 w 7467600"/>
              <a:gd name="connsiteY687" fmla="*/ 2620471 h 6858000"/>
              <a:gd name="connsiteX688" fmla="*/ 510577 w 7467600"/>
              <a:gd name="connsiteY688" fmla="*/ 2501244 h 6858000"/>
              <a:gd name="connsiteX689" fmla="*/ 211967 w 7467600"/>
              <a:gd name="connsiteY689" fmla="*/ 2479171 h 6858000"/>
              <a:gd name="connsiteX690" fmla="*/ 0 w 7467600"/>
              <a:gd name="connsiteY690" fmla="*/ 2476398 h 6858000"/>
              <a:gd name="connsiteX691" fmla="*/ 0 w 7467600"/>
              <a:gd name="connsiteY691" fmla="*/ 2389189 h 6858000"/>
              <a:gd name="connsiteX692" fmla="*/ 103062 w 7467600"/>
              <a:gd name="connsiteY692" fmla="*/ 2389518 h 6858000"/>
              <a:gd name="connsiteX693" fmla="*/ 510734 w 7467600"/>
              <a:gd name="connsiteY693" fmla="*/ 2416201 h 6858000"/>
              <a:gd name="connsiteX694" fmla="*/ 279257 w 7467600"/>
              <a:gd name="connsiteY694" fmla="*/ 2092102 h 6858000"/>
              <a:gd name="connsiteX695" fmla="*/ 65265 w 7467600"/>
              <a:gd name="connsiteY695" fmla="*/ 2006049 h 6858000"/>
              <a:gd name="connsiteX696" fmla="*/ 0 w 7467600"/>
              <a:gd name="connsiteY696" fmla="*/ 1982532 h 6858000"/>
              <a:gd name="connsiteX697" fmla="*/ 0 w 7467600"/>
              <a:gd name="connsiteY697" fmla="*/ 1912789 h 6858000"/>
              <a:gd name="connsiteX698" fmla="*/ 97460 w 7467600"/>
              <a:gd name="connsiteY698" fmla="*/ 1953725 h 6858000"/>
              <a:gd name="connsiteX699" fmla="*/ 221272 w 7467600"/>
              <a:gd name="connsiteY699" fmla="*/ 1980766 h 6858000"/>
              <a:gd name="connsiteX700" fmla="*/ 116765 w 7467600"/>
              <a:gd name="connsiteY700" fmla="*/ 1911033 h 6858000"/>
              <a:gd name="connsiteX701" fmla="*/ 16405 w 7467600"/>
              <a:gd name="connsiteY701" fmla="*/ 1803412 h 6858000"/>
              <a:gd name="connsiteX702" fmla="*/ 0 w 7467600"/>
              <a:gd name="connsiteY702" fmla="*/ 1784777 h 6858000"/>
              <a:gd name="connsiteX703" fmla="*/ 0 w 7467600"/>
              <a:gd name="connsiteY703" fmla="*/ 1740082 h 6858000"/>
              <a:gd name="connsiteX704" fmla="*/ 39394 w 7467600"/>
              <a:gd name="connsiteY704" fmla="*/ 1784856 h 6858000"/>
              <a:gd name="connsiteX705" fmla="*/ 135813 w 7467600"/>
              <a:gd name="connsiteY705" fmla="*/ 1888838 h 6858000"/>
              <a:gd name="connsiteX706" fmla="*/ 242575 w 7467600"/>
              <a:gd name="connsiteY706" fmla="*/ 1958841 h 6858000"/>
              <a:gd name="connsiteX707" fmla="*/ 82197 w 7467600"/>
              <a:gd name="connsiteY707" fmla="*/ 1754826 h 6858000"/>
              <a:gd name="connsiteX708" fmla="*/ 0 w 7467600"/>
              <a:gd name="connsiteY708" fmla="*/ 1679650 h 6858000"/>
              <a:gd name="connsiteX709" fmla="*/ 0 w 7467600"/>
              <a:gd name="connsiteY709" fmla="*/ 1602463 h 6858000"/>
              <a:gd name="connsiteX710" fmla="*/ 84689 w 7467600"/>
              <a:gd name="connsiteY710" fmla="*/ 1677442 h 6858000"/>
              <a:gd name="connsiteX711" fmla="*/ 298437 w 7467600"/>
              <a:gd name="connsiteY711" fmla="*/ 1968019 h 6858000"/>
              <a:gd name="connsiteX712" fmla="*/ 227269 w 7467600"/>
              <a:gd name="connsiteY712" fmla="*/ 1114064 h 6858000"/>
              <a:gd name="connsiteX713" fmla="*/ 248003 w 7467600"/>
              <a:gd name="connsiteY713" fmla="*/ 1089613 h 6858000"/>
              <a:gd name="connsiteX714" fmla="*/ 427020 w 7467600"/>
              <a:gd name="connsiteY714" fmla="*/ 1619803 h 6858000"/>
              <a:gd name="connsiteX715" fmla="*/ 340345 w 7467600"/>
              <a:gd name="connsiteY715" fmla="*/ 2027739 h 6858000"/>
              <a:gd name="connsiteX716" fmla="*/ 360865 w 7467600"/>
              <a:gd name="connsiteY716" fmla="*/ 2044827 h 6858000"/>
              <a:gd name="connsiteX717" fmla="*/ 560414 w 7467600"/>
              <a:gd name="connsiteY717" fmla="*/ 2421457 h 6858000"/>
              <a:gd name="connsiteX718" fmla="*/ 1359703 w 7467600"/>
              <a:gd name="connsiteY718" fmla="*/ 2578554 h 6858000"/>
              <a:gd name="connsiteX719" fmla="*/ 1359422 w 7467600"/>
              <a:gd name="connsiteY719" fmla="*/ 2577994 h 6858000"/>
              <a:gd name="connsiteX720" fmla="*/ 828701 w 7467600"/>
              <a:gd name="connsiteY720" fmla="*/ 1839520 h 6858000"/>
              <a:gd name="connsiteX721" fmla="*/ 494427 w 7467600"/>
              <a:gd name="connsiteY721" fmla="*/ 1092333 h 6858000"/>
              <a:gd name="connsiteX722" fmla="*/ 506322 w 7467600"/>
              <a:gd name="connsiteY722" fmla="*/ 1020997 h 6858000"/>
              <a:gd name="connsiteX723" fmla="*/ 4570198 w 7467600"/>
              <a:gd name="connsiteY723" fmla="*/ 978081 h 6858000"/>
              <a:gd name="connsiteX724" fmla="*/ 4523691 w 7467600"/>
              <a:gd name="connsiteY724" fmla="*/ 1127776 h 6858000"/>
              <a:gd name="connsiteX725" fmla="*/ 4509875 w 7467600"/>
              <a:gd name="connsiteY725" fmla="*/ 1167552 h 6858000"/>
              <a:gd name="connsiteX726" fmla="*/ 4478168 w 7467600"/>
              <a:gd name="connsiteY726" fmla="*/ 1260735 h 6858000"/>
              <a:gd name="connsiteX727" fmla="*/ 4409309 w 7467600"/>
              <a:gd name="connsiteY727" fmla="*/ 1666996 h 6858000"/>
              <a:gd name="connsiteX728" fmla="*/ 4370031 w 7467600"/>
              <a:gd name="connsiteY728" fmla="*/ 1955666 h 6858000"/>
              <a:gd name="connsiteX729" fmla="*/ 4570198 w 7467600"/>
              <a:gd name="connsiteY729" fmla="*/ 978081 h 6858000"/>
              <a:gd name="connsiteX730" fmla="*/ 4557898 w 7467600"/>
              <a:gd name="connsiteY730" fmla="*/ 900011 h 6858000"/>
              <a:gd name="connsiteX731" fmla="*/ 4344840 w 7467600"/>
              <a:gd name="connsiteY731" fmla="*/ 1922038 h 6858000"/>
              <a:gd name="connsiteX732" fmla="*/ 4378710 w 7467600"/>
              <a:gd name="connsiteY732" fmla="*/ 1665516 h 6858000"/>
              <a:gd name="connsiteX733" fmla="*/ 4448798 w 7467600"/>
              <a:gd name="connsiteY733" fmla="*/ 1253024 h 6858000"/>
              <a:gd name="connsiteX734" fmla="*/ 4480315 w 7467600"/>
              <a:gd name="connsiteY734" fmla="*/ 1158454 h 6858000"/>
              <a:gd name="connsiteX735" fmla="*/ 4494133 w 7467600"/>
              <a:gd name="connsiteY735" fmla="*/ 1118676 h 6858000"/>
              <a:gd name="connsiteX736" fmla="*/ 4557898 w 7467600"/>
              <a:gd name="connsiteY736" fmla="*/ 900011 h 6858000"/>
              <a:gd name="connsiteX737" fmla="*/ 5870151 w 7467600"/>
              <a:gd name="connsiteY737" fmla="*/ 898890 h 6858000"/>
              <a:gd name="connsiteX738" fmla="*/ 5861335 w 7467600"/>
              <a:gd name="connsiteY738" fmla="*/ 899177 h 6858000"/>
              <a:gd name="connsiteX739" fmla="*/ 5843702 w 7467600"/>
              <a:gd name="connsiteY739" fmla="*/ 899748 h 6858000"/>
              <a:gd name="connsiteX740" fmla="*/ 5651107 w 7467600"/>
              <a:gd name="connsiteY740" fmla="*/ 920306 h 6858000"/>
              <a:gd name="connsiteX741" fmla="*/ 5459407 w 7467600"/>
              <a:gd name="connsiteY741" fmla="*/ 940975 h 6858000"/>
              <a:gd name="connsiteX742" fmla="*/ 5374846 w 7467600"/>
              <a:gd name="connsiteY742" fmla="*/ 941988 h 6858000"/>
              <a:gd name="connsiteX743" fmla="*/ 5256105 w 7467600"/>
              <a:gd name="connsiteY743" fmla="*/ 945632 h 6858000"/>
              <a:gd name="connsiteX744" fmla="*/ 5107071 w 7467600"/>
              <a:gd name="connsiteY744" fmla="*/ 969720 h 6858000"/>
              <a:gd name="connsiteX745" fmla="*/ 4998681 w 7467600"/>
              <a:gd name="connsiteY745" fmla="*/ 988771 h 6858000"/>
              <a:gd name="connsiteX746" fmla="*/ 5870151 w 7467600"/>
              <a:gd name="connsiteY746" fmla="*/ 898890 h 6858000"/>
              <a:gd name="connsiteX747" fmla="*/ 5504425 w 7467600"/>
              <a:gd name="connsiteY747" fmla="*/ 848067 h 6858000"/>
              <a:gd name="connsiteX748" fmla="*/ 4968849 w 7467600"/>
              <a:gd name="connsiteY748" fmla="*/ 962318 h 6858000"/>
              <a:gd name="connsiteX749" fmla="*/ 5104039 w 7467600"/>
              <a:gd name="connsiteY749" fmla="*/ 940634 h 6858000"/>
              <a:gd name="connsiteX750" fmla="*/ 5256311 w 7467600"/>
              <a:gd name="connsiteY750" fmla="*/ 916490 h 6858000"/>
              <a:gd name="connsiteX751" fmla="*/ 5377381 w 7467600"/>
              <a:gd name="connsiteY751" fmla="*/ 912671 h 6858000"/>
              <a:gd name="connsiteX752" fmla="*/ 5460148 w 7467600"/>
              <a:gd name="connsiteY752" fmla="*/ 911442 h 6858000"/>
              <a:gd name="connsiteX753" fmla="*/ 5648971 w 7467600"/>
              <a:gd name="connsiteY753" fmla="*/ 891331 h 6858000"/>
              <a:gd name="connsiteX754" fmla="*/ 5844807 w 7467600"/>
              <a:gd name="connsiteY754" fmla="*/ 870718 h 6858000"/>
              <a:gd name="connsiteX755" fmla="*/ 5862975 w 7467600"/>
              <a:gd name="connsiteY755" fmla="*/ 869756 h 6858000"/>
              <a:gd name="connsiteX756" fmla="*/ 5920887 w 7467600"/>
              <a:gd name="connsiteY756" fmla="*/ 865929 h 6858000"/>
              <a:gd name="connsiteX757" fmla="*/ 5504425 w 7467600"/>
              <a:gd name="connsiteY757" fmla="*/ 848067 h 6858000"/>
              <a:gd name="connsiteX758" fmla="*/ 3607114 w 7467600"/>
              <a:gd name="connsiteY758" fmla="*/ 467441 h 6858000"/>
              <a:gd name="connsiteX759" fmla="*/ 3296242 w 7467600"/>
              <a:gd name="connsiteY759" fmla="*/ 807991 h 6858000"/>
              <a:gd name="connsiteX760" fmla="*/ 3174674 w 7467600"/>
              <a:gd name="connsiteY760" fmla="*/ 919759 h 6858000"/>
              <a:gd name="connsiteX761" fmla="*/ 3042978 w 7467600"/>
              <a:gd name="connsiteY761" fmla="*/ 1054894 h 6858000"/>
              <a:gd name="connsiteX762" fmla="*/ 2968914 w 7467600"/>
              <a:gd name="connsiteY762" fmla="*/ 1133756 h 6858000"/>
              <a:gd name="connsiteX763" fmla="*/ 3103823 w 7467600"/>
              <a:gd name="connsiteY763" fmla="*/ 1026814 h 6858000"/>
              <a:gd name="connsiteX764" fmla="*/ 3607114 w 7467600"/>
              <a:gd name="connsiteY764" fmla="*/ 467441 h 6858000"/>
              <a:gd name="connsiteX765" fmla="*/ 3744487 w 7467600"/>
              <a:gd name="connsiteY765" fmla="*/ 383136 h 6858000"/>
              <a:gd name="connsiteX766" fmla="*/ 3970213 w 7467600"/>
              <a:gd name="connsiteY766" fmla="*/ 995559 h 6858000"/>
              <a:gd name="connsiteX767" fmla="*/ 3744487 w 7467600"/>
              <a:gd name="connsiteY767" fmla="*/ 383136 h 6858000"/>
              <a:gd name="connsiteX768" fmla="*/ 3624562 w 7467600"/>
              <a:gd name="connsiteY768" fmla="*/ 367041 h 6858000"/>
              <a:gd name="connsiteX769" fmla="*/ 3489712 w 7467600"/>
              <a:gd name="connsiteY769" fmla="*/ 485386 h 6858000"/>
              <a:gd name="connsiteX770" fmla="*/ 3182994 w 7467600"/>
              <a:gd name="connsiteY770" fmla="*/ 828265 h 6858000"/>
              <a:gd name="connsiteX771" fmla="*/ 2892114 w 7467600"/>
              <a:gd name="connsiteY771" fmla="*/ 1172635 h 6858000"/>
              <a:gd name="connsiteX772" fmla="*/ 3021459 w 7467600"/>
              <a:gd name="connsiteY772" fmla="*/ 1035385 h 6858000"/>
              <a:gd name="connsiteX773" fmla="*/ 3153873 w 7467600"/>
              <a:gd name="connsiteY773" fmla="*/ 898971 h 6858000"/>
              <a:gd name="connsiteX774" fmla="*/ 3276511 w 7467600"/>
              <a:gd name="connsiteY774" fmla="*/ 786423 h 6858000"/>
              <a:gd name="connsiteX775" fmla="*/ 3584154 w 7467600"/>
              <a:gd name="connsiteY775" fmla="*/ 448218 h 6858000"/>
              <a:gd name="connsiteX776" fmla="*/ 3624562 w 7467600"/>
              <a:gd name="connsiteY776" fmla="*/ 367041 h 6858000"/>
              <a:gd name="connsiteX777" fmla="*/ 3766672 w 7467600"/>
              <a:gd name="connsiteY777" fmla="*/ 359429 h 6858000"/>
              <a:gd name="connsiteX778" fmla="*/ 3996338 w 7467600"/>
              <a:gd name="connsiteY778" fmla="*/ 968237 h 6858000"/>
              <a:gd name="connsiteX779" fmla="*/ 3766672 w 7467600"/>
              <a:gd name="connsiteY779" fmla="*/ 359429 h 6858000"/>
              <a:gd name="connsiteX780" fmla="*/ 5805386 w 7467600"/>
              <a:gd name="connsiteY780" fmla="*/ 239240 h 6858000"/>
              <a:gd name="connsiteX781" fmla="*/ 5736947 w 7467600"/>
              <a:gd name="connsiteY781" fmla="*/ 261367 h 6858000"/>
              <a:gd name="connsiteX782" fmla="*/ 5427012 w 7467600"/>
              <a:gd name="connsiteY782" fmla="*/ 311272 h 6858000"/>
              <a:gd name="connsiteX783" fmla="*/ 5147818 w 7467600"/>
              <a:gd name="connsiteY783" fmla="*/ 322112 h 6858000"/>
              <a:gd name="connsiteX784" fmla="*/ 5060854 w 7467600"/>
              <a:gd name="connsiteY784" fmla="*/ 311882 h 6858000"/>
              <a:gd name="connsiteX785" fmla="*/ 4945989 w 7467600"/>
              <a:gd name="connsiteY785" fmla="*/ 300516 h 6858000"/>
              <a:gd name="connsiteX786" fmla="*/ 5410479 w 7467600"/>
              <a:gd name="connsiteY786" fmla="*/ 348434 h 6858000"/>
              <a:gd name="connsiteX787" fmla="*/ 5805386 w 7467600"/>
              <a:gd name="connsiteY787" fmla="*/ 239240 h 6858000"/>
              <a:gd name="connsiteX788" fmla="*/ 5905192 w 7467600"/>
              <a:gd name="connsiteY788" fmla="*/ 163079 h 6858000"/>
              <a:gd name="connsiteX789" fmla="*/ 5865655 w 7467600"/>
              <a:gd name="connsiteY789" fmla="*/ 171901 h 6858000"/>
              <a:gd name="connsiteX790" fmla="*/ 5259740 w 7467600"/>
              <a:gd name="connsiteY790" fmla="*/ 257013 h 6858000"/>
              <a:gd name="connsiteX791" fmla="*/ 5208466 w 7467600"/>
              <a:gd name="connsiteY791" fmla="*/ 257550 h 6858000"/>
              <a:gd name="connsiteX792" fmla="*/ 4980204 w 7467600"/>
              <a:gd name="connsiteY792" fmla="*/ 271903 h 6858000"/>
              <a:gd name="connsiteX793" fmla="*/ 5068068 w 7467600"/>
              <a:gd name="connsiteY793" fmla="*/ 282244 h 6858000"/>
              <a:gd name="connsiteX794" fmla="*/ 5153231 w 7467600"/>
              <a:gd name="connsiteY794" fmla="*/ 292240 h 6858000"/>
              <a:gd name="connsiteX795" fmla="*/ 5426491 w 7467600"/>
              <a:gd name="connsiteY795" fmla="*/ 281128 h 6858000"/>
              <a:gd name="connsiteX796" fmla="*/ 5731212 w 7467600"/>
              <a:gd name="connsiteY796" fmla="*/ 231951 h 6858000"/>
              <a:gd name="connsiteX797" fmla="*/ 5905192 w 7467600"/>
              <a:gd name="connsiteY797" fmla="*/ 163079 h 6858000"/>
              <a:gd name="connsiteX798" fmla="*/ 5944437 w 7467600"/>
              <a:gd name="connsiteY798" fmla="*/ 113829 h 6858000"/>
              <a:gd name="connsiteX799" fmla="*/ 5825032 w 7467600"/>
              <a:gd name="connsiteY799" fmla="*/ 146405 h 6858000"/>
              <a:gd name="connsiteX800" fmla="*/ 4955599 w 7467600"/>
              <a:gd name="connsiteY800" fmla="*/ 247008 h 6858000"/>
              <a:gd name="connsiteX801" fmla="*/ 5210104 w 7467600"/>
              <a:gd name="connsiteY801" fmla="*/ 228123 h 6858000"/>
              <a:gd name="connsiteX802" fmla="*/ 5261015 w 7467600"/>
              <a:gd name="connsiteY802" fmla="*/ 227087 h 6858000"/>
              <a:gd name="connsiteX803" fmla="*/ 5861181 w 7467600"/>
              <a:gd name="connsiteY803" fmla="*/ 143093 h 6858000"/>
              <a:gd name="connsiteX804" fmla="*/ 5961252 w 7467600"/>
              <a:gd name="connsiteY804" fmla="*/ 114820 h 6858000"/>
              <a:gd name="connsiteX805" fmla="*/ 5944437 w 7467600"/>
              <a:gd name="connsiteY805" fmla="*/ 113829 h 6858000"/>
              <a:gd name="connsiteX806" fmla="*/ 3882765 w 7467600"/>
              <a:gd name="connsiteY806" fmla="*/ 0 h 6858000"/>
              <a:gd name="connsiteX807" fmla="*/ 3995099 w 7467600"/>
              <a:gd name="connsiteY807" fmla="*/ 0 h 6858000"/>
              <a:gd name="connsiteX808" fmla="*/ 4163818 w 7467600"/>
              <a:gd name="connsiteY808" fmla="*/ 234104 h 6858000"/>
              <a:gd name="connsiteX809" fmla="*/ 4172099 w 7467600"/>
              <a:gd name="connsiteY809" fmla="*/ 234207 h 6858000"/>
              <a:gd name="connsiteX810" fmla="*/ 4784282 w 7467600"/>
              <a:gd name="connsiteY810" fmla="*/ 276561 h 6858000"/>
              <a:gd name="connsiteX811" fmla="*/ 4801687 w 7467600"/>
              <a:gd name="connsiteY811" fmla="*/ 267764 h 6858000"/>
              <a:gd name="connsiteX812" fmla="*/ 6082788 w 7467600"/>
              <a:gd name="connsiteY812" fmla="*/ 64119 h 6858000"/>
              <a:gd name="connsiteX813" fmla="*/ 6099442 w 7467600"/>
              <a:gd name="connsiteY813" fmla="*/ 82568 h 6858000"/>
              <a:gd name="connsiteX814" fmla="*/ 4804137 w 7467600"/>
              <a:gd name="connsiteY814" fmla="*/ 320931 h 6858000"/>
              <a:gd name="connsiteX815" fmla="*/ 4227047 w 7467600"/>
              <a:gd name="connsiteY815" fmla="*/ 313415 h 6858000"/>
              <a:gd name="connsiteX816" fmla="*/ 4346041 w 7467600"/>
              <a:gd name="connsiteY816" fmla="*/ 456086 h 6858000"/>
              <a:gd name="connsiteX817" fmla="*/ 4870967 w 7467600"/>
              <a:gd name="connsiteY817" fmla="*/ 963061 h 6858000"/>
              <a:gd name="connsiteX818" fmla="*/ 4889647 w 7467600"/>
              <a:gd name="connsiteY818" fmla="*/ 957147 h 6858000"/>
              <a:gd name="connsiteX819" fmla="*/ 5422504 w 7467600"/>
              <a:gd name="connsiteY819" fmla="*/ 805191 h 6858000"/>
              <a:gd name="connsiteX820" fmla="*/ 6087656 w 7467600"/>
              <a:gd name="connsiteY820" fmla="*/ 826703 h 6858000"/>
              <a:gd name="connsiteX821" fmla="*/ 6058717 w 7467600"/>
              <a:gd name="connsiteY821" fmla="*/ 865992 h 6858000"/>
              <a:gd name="connsiteX822" fmla="*/ 4974153 w 7467600"/>
              <a:gd name="connsiteY822" fmla="*/ 1045456 h 6858000"/>
              <a:gd name="connsiteX823" fmla="*/ 5627835 w 7467600"/>
              <a:gd name="connsiteY823" fmla="*/ 1472077 h 6858000"/>
              <a:gd name="connsiteX824" fmla="*/ 5629817 w 7467600"/>
              <a:gd name="connsiteY824" fmla="*/ 1471412 h 6858000"/>
              <a:gd name="connsiteX825" fmla="*/ 5634124 w 7467600"/>
              <a:gd name="connsiteY825" fmla="*/ 1470572 h 6858000"/>
              <a:gd name="connsiteX826" fmla="*/ 5755832 w 7467600"/>
              <a:gd name="connsiteY826" fmla="*/ 1383886 h 6858000"/>
              <a:gd name="connsiteX827" fmla="*/ 6014186 w 7467600"/>
              <a:gd name="connsiteY827" fmla="*/ 1279799 h 6858000"/>
              <a:gd name="connsiteX828" fmla="*/ 6901619 w 7467600"/>
              <a:gd name="connsiteY828" fmla="*/ 1047874 h 6858000"/>
              <a:gd name="connsiteX829" fmla="*/ 6931566 w 7467600"/>
              <a:gd name="connsiteY829" fmla="*/ 1062034 h 6858000"/>
              <a:gd name="connsiteX830" fmla="*/ 5790982 w 7467600"/>
              <a:gd name="connsiteY830" fmla="*/ 1561380 h 6858000"/>
              <a:gd name="connsiteX831" fmla="*/ 6188971 w 7467600"/>
              <a:gd name="connsiteY831" fmla="*/ 1755168 h 6858000"/>
              <a:gd name="connsiteX832" fmla="*/ 6202446 w 7467600"/>
              <a:gd name="connsiteY832" fmla="*/ 1752268 h 6858000"/>
              <a:gd name="connsiteX833" fmla="*/ 7179560 w 7467600"/>
              <a:gd name="connsiteY833" fmla="*/ 1467551 h 6858000"/>
              <a:gd name="connsiteX834" fmla="*/ 7158730 w 7467600"/>
              <a:gd name="connsiteY834" fmla="*/ 1507835 h 6858000"/>
              <a:gd name="connsiteX835" fmla="*/ 6326959 w 7467600"/>
              <a:gd name="connsiteY835" fmla="*/ 1817686 h 6858000"/>
              <a:gd name="connsiteX836" fmla="*/ 6537433 w 7467600"/>
              <a:gd name="connsiteY836" fmla="*/ 1907790 h 6858000"/>
              <a:gd name="connsiteX837" fmla="*/ 6550221 w 7467600"/>
              <a:gd name="connsiteY837" fmla="*/ 1910729 h 6858000"/>
              <a:gd name="connsiteX838" fmla="*/ 6964438 w 7467600"/>
              <a:gd name="connsiteY838" fmla="*/ 2209505 h 6858000"/>
              <a:gd name="connsiteX839" fmla="*/ 7367862 w 7467600"/>
              <a:gd name="connsiteY839" fmla="*/ 2806833 h 6858000"/>
              <a:gd name="connsiteX840" fmla="*/ 7364329 w 7467600"/>
              <a:gd name="connsiteY840" fmla="*/ 2826907 h 6858000"/>
              <a:gd name="connsiteX841" fmla="*/ 7290545 w 7467600"/>
              <a:gd name="connsiteY841" fmla="*/ 2850663 h 6858000"/>
              <a:gd name="connsiteX842" fmla="*/ 6472036 w 7467600"/>
              <a:gd name="connsiteY842" fmla="*/ 1959003 h 6858000"/>
              <a:gd name="connsiteX843" fmla="*/ 5792897 w 7467600"/>
              <a:gd name="connsiteY843" fmla="*/ 1647747 h 6858000"/>
              <a:gd name="connsiteX844" fmla="*/ 5842751 w 7467600"/>
              <a:gd name="connsiteY844" fmla="*/ 1816112 h 6858000"/>
              <a:gd name="connsiteX845" fmla="*/ 5847424 w 7467600"/>
              <a:gd name="connsiteY845" fmla="*/ 1815776 h 6858000"/>
              <a:gd name="connsiteX846" fmla="*/ 6399821 w 7467600"/>
              <a:gd name="connsiteY846" fmla="*/ 2344799 h 6858000"/>
              <a:gd name="connsiteX847" fmla="*/ 6323232 w 7467600"/>
              <a:gd name="connsiteY847" fmla="*/ 2389634 h 6858000"/>
              <a:gd name="connsiteX848" fmla="*/ 5942958 w 7467600"/>
              <a:gd name="connsiteY848" fmla="*/ 2077708 h 6858000"/>
              <a:gd name="connsiteX849" fmla="*/ 5921559 w 7467600"/>
              <a:gd name="connsiteY849" fmla="*/ 2378596 h 6858000"/>
              <a:gd name="connsiteX850" fmla="*/ 5817651 w 7467600"/>
              <a:gd name="connsiteY850" fmla="*/ 3023919 h 6858000"/>
              <a:gd name="connsiteX851" fmla="*/ 5729634 w 7467600"/>
              <a:gd name="connsiteY851" fmla="*/ 3051849 h 6858000"/>
              <a:gd name="connsiteX852" fmla="*/ 5611018 w 7467600"/>
              <a:gd name="connsiteY852" fmla="*/ 2316769 h 6858000"/>
              <a:gd name="connsiteX853" fmla="*/ 5687608 w 7467600"/>
              <a:gd name="connsiteY853" fmla="*/ 2039972 h 6858000"/>
              <a:gd name="connsiteX854" fmla="*/ 5657554 w 7467600"/>
              <a:gd name="connsiteY854" fmla="*/ 1576445 h 6858000"/>
              <a:gd name="connsiteX855" fmla="*/ 5150475 w 7467600"/>
              <a:gd name="connsiteY855" fmla="*/ 1274012 h 6858000"/>
              <a:gd name="connsiteX856" fmla="*/ 5349142 w 7467600"/>
              <a:gd name="connsiteY856" fmla="*/ 2204405 h 6858000"/>
              <a:gd name="connsiteX857" fmla="*/ 5262214 w 7467600"/>
              <a:gd name="connsiteY857" fmla="*/ 2233836 h 6858000"/>
              <a:gd name="connsiteX858" fmla="*/ 4981539 w 7467600"/>
              <a:gd name="connsiteY858" fmla="*/ 1542201 h 6858000"/>
              <a:gd name="connsiteX859" fmla="*/ 4958461 w 7467600"/>
              <a:gd name="connsiteY859" fmla="*/ 1136957 h 6858000"/>
              <a:gd name="connsiteX860" fmla="*/ 4655015 w 7467600"/>
              <a:gd name="connsiteY860" fmla="*/ 891426 h 6858000"/>
              <a:gd name="connsiteX861" fmla="*/ 4348002 w 7467600"/>
              <a:gd name="connsiteY861" fmla="*/ 2205895 h 6858000"/>
              <a:gd name="connsiteX862" fmla="*/ 4262250 w 7467600"/>
              <a:gd name="connsiteY862" fmla="*/ 2219972 h 6858000"/>
              <a:gd name="connsiteX863" fmla="*/ 4550611 w 7467600"/>
              <a:gd name="connsiteY863" fmla="*/ 817540 h 6858000"/>
              <a:gd name="connsiteX864" fmla="*/ 4564418 w 7467600"/>
              <a:gd name="connsiteY864" fmla="*/ 808293 h 6858000"/>
              <a:gd name="connsiteX865" fmla="*/ 4266388 w 7467600"/>
              <a:gd name="connsiteY865" fmla="*/ 500083 h 6858000"/>
              <a:gd name="connsiteX866" fmla="*/ 4032842 w 7467600"/>
              <a:gd name="connsiteY866" fmla="*/ 211809 h 6858000"/>
              <a:gd name="connsiteX867" fmla="*/ 3882765 w 7467600"/>
              <a:gd name="connsiteY867" fmla="*/ 0 h 6858000"/>
              <a:gd name="connsiteX868" fmla="*/ 3721337 w 7467600"/>
              <a:gd name="connsiteY868" fmla="*/ 0 h 6858000"/>
              <a:gd name="connsiteX869" fmla="*/ 3797544 w 7467600"/>
              <a:gd name="connsiteY869" fmla="*/ 0 h 6858000"/>
              <a:gd name="connsiteX870" fmla="*/ 3775734 w 7467600"/>
              <a:gd name="connsiteY870" fmla="*/ 95131 h 6858000"/>
              <a:gd name="connsiteX871" fmla="*/ 3724807 w 7467600"/>
              <a:gd name="connsiteY871" fmla="*/ 272257 h 6858000"/>
              <a:gd name="connsiteX872" fmla="*/ 3726844 w 7467600"/>
              <a:gd name="connsiteY872" fmla="*/ 282988 h 6858000"/>
              <a:gd name="connsiteX873" fmla="*/ 3742664 w 7467600"/>
              <a:gd name="connsiteY873" fmla="*/ 279918 h 6858000"/>
              <a:gd name="connsiteX874" fmla="*/ 4103910 w 7467600"/>
              <a:gd name="connsiteY874" fmla="*/ 1161917 h 6858000"/>
              <a:gd name="connsiteX875" fmla="*/ 4020269 w 7467600"/>
              <a:gd name="connsiteY875" fmla="*/ 1200406 h 6858000"/>
              <a:gd name="connsiteX876" fmla="*/ 3674882 w 7467600"/>
              <a:gd name="connsiteY876" fmla="*/ 488524 h 6858000"/>
              <a:gd name="connsiteX877" fmla="*/ 3132682 w 7467600"/>
              <a:gd name="connsiteY877" fmla="*/ 1072284 h 6858000"/>
              <a:gd name="connsiteX878" fmla="*/ 2716346 w 7467600"/>
              <a:gd name="connsiteY878" fmla="*/ 1276376 h 6858000"/>
              <a:gd name="connsiteX879" fmla="*/ 2716772 w 7467600"/>
              <a:gd name="connsiteY879" fmla="*/ 1255462 h 6858000"/>
              <a:gd name="connsiteX880" fmla="*/ 3471096 w 7467600"/>
              <a:gd name="connsiteY880" fmla="*/ 437072 h 6858000"/>
              <a:gd name="connsiteX881" fmla="*/ 3639057 w 7467600"/>
              <a:gd name="connsiteY881" fmla="*/ 286334 h 6858000"/>
              <a:gd name="connsiteX882" fmla="*/ 3640309 w 7467600"/>
              <a:gd name="connsiteY882" fmla="*/ 284664 h 6858000"/>
              <a:gd name="connsiteX883" fmla="*/ 3646022 w 7467600"/>
              <a:gd name="connsiteY883" fmla="*/ 276711 h 6858000"/>
              <a:gd name="connsiteX884" fmla="*/ 3707943 w 7467600"/>
              <a:gd name="connsiteY884" fmla="*/ 65958 h 6858000"/>
              <a:gd name="connsiteX885" fmla="*/ 3721337 w 7467600"/>
              <a:gd name="connsiteY885" fmla="*/ 0 h 6858000"/>
              <a:gd name="connsiteX886" fmla="*/ 2867960 w 7467600"/>
              <a:gd name="connsiteY886" fmla="*/ 0 h 6858000"/>
              <a:gd name="connsiteX887" fmla="*/ 2926351 w 7467600"/>
              <a:gd name="connsiteY887" fmla="*/ 0 h 6858000"/>
              <a:gd name="connsiteX888" fmla="*/ 2902823 w 7467600"/>
              <a:gd name="connsiteY888" fmla="*/ 262929 h 6858000"/>
              <a:gd name="connsiteX889" fmla="*/ 2940663 w 7467600"/>
              <a:gd name="connsiteY889" fmla="*/ 140884 h 6858000"/>
              <a:gd name="connsiteX890" fmla="*/ 2947039 w 7467600"/>
              <a:gd name="connsiteY890" fmla="*/ 122524 h 6858000"/>
              <a:gd name="connsiteX891" fmla="*/ 2984316 w 7467600"/>
              <a:gd name="connsiteY891" fmla="*/ 0 h 6858000"/>
              <a:gd name="connsiteX892" fmla="*/ 3016114 w 7467600"/>
              <a:gd name="connsiteY892" fmla="*/ 0 h 6858000"/>
              <a:gd name="connsiteX893" fmla="*/ 2979949 w 7467600"/>
              <a:gd name="connsiteY893" fmla="*/ 119274 h 6858000"/>
              <a:gd name="connsiteX894" fmla="*/ 3023879 w 7467600"/>
              <a:gd name="connsiteY894" fmla="*/ 0 h 6858000"/>
              <a:gd name="connsiteX895" fmla="*/ 3105400 w 7467600"/>
              <a:gd name="connsiteY895" fmla="*/ 0 h 6858000"/>
              <a:gd name="connsiteX896" fmla="*/ 3094669 w 7467600"/>
              <a:gd name="connsiteY896" fmla="*/ 30308 h 6858000"/>
              <a:gd name="connsiteX897" fmla="*/ 2901945 w 7467600"/>
              <a:gd name="connsiteY897" fmla="*/ 466538 h 6858000"/>
              <a:gd name="connsiteX898" fmla="*/ 2815209 w 7467600"/>
              <a:gd name="connsiteY898" fmla="*/ 497361 h 6858000"/>
              <a:gd name="connsiteX899" fmla="*/ 2844845 w 7467600"/>
              <a:gd name="connsiteY899" fmla="*/ 127638 h 6858000"/>
              <a:gd name="connsiteX900" fmla="*/ 2867960 w 7467600"/>
              <a:gd name="connsiteY900" fmla="*/ 0 h 6858000"/>
              <a:gd name="connsiteX901" fmla="*/ 1057230 w 7467600"/>
              <a:gd name="connsiteY901" fmla="*/ 0 h 6858000"/>
              <a:gd name="connsiteX902" fmla="*/ 1111003 w 7467600"/>
              <a:gd name="connsiteY902" fmla="*/ 0 h 6858000"/>
              <a:gd name="connsiteX903" fmla="*/ 1125553 w 7467600"/>
              <a:gd name="connsiteY903" fmla="*/ 52588 h 6858000"/>
              <a:gd name="connsiteX904" fmla="*/ 1304276 w 7467600"/>
              <a:gd name="connsiteY904" fmla="*/ 476275 h 6858000"/>
              <a:gd name="connsiteX905" fmla="*/ 1492066 w 7467600"/>
              <a:gd name="connsiteY905" fmla="*/ 886333 h 6858000"/>
              <a:gd name="connsiteX906" fmla="*/ 1423698 w 7467600"/>
              <a:gd name="connsiteY906" fmla="*/ 710817 h 6858000"/>
              <a:gd name="connsiteX907" fmla="*/ 1357609 w 7467600"/>
              <a:gd name="connsiteY907" fmla="*/ 532892 h 6858000"/>
              <a:gd name="connsiteX908" fmla="*/ 1309550 w 7467600"/>
              <a:gd name="connsiteY908" fmla="*/ 374031 h 6858000"/>
              <a:gd name="connsiteX909" fmla="*/ 1193673 w 7467600"/>
              <a:gd name="connsiteY909" fmla="*/ 49533 h 6858000"/>
              <a:gd name="connsiteX910" fmla="*/ 1164391 w 7467600"/>
              <a:gd name="connsiteY910" fmla="*/ 0 h 6858000"/>
              <a:gd name="connsiteX911" fmla="*/ 1200666 w 7467600"/>
              <a:gd name="connsiteY911" fmla="*/ 0 h 6858000"/>
              <a:gd name="connsiteX912" fmla="*/ 1223408 w 7467600"/>
              <a:gd name="connsiteY912" fmla="*/ 38996 h 6858000"/>
              <a:gd name="connsiteX913" fmla="*/ 1339635 w 7467600"/>
              <a:gd name="connsiteY913" fmla="*/ 365517 h 6858000"/>
              <a:gd name="connsiteX914" fmla="*/ 1387469 w 7467600"/>
              <a:gd name="connsiteY914" fmla="*/ 523079 h 6858000"/>
              <a:gd name="connsiteX915" fmla="*/ 1452685 w 7467600"/>
              <a:gd name="connsiteY915" fmla="*/ 699806 h 6858000"/>
              <a:gd name="connsiteX916" fmla="*/ 1492092 w 7467600"/>
              <a:gd name="connsiteY916" fmla="*/ 800424 h 6858000"/>
              <a:gd name="connsiteX917" fmla="*/ 1455302 w 7467600"/>
              <a:gd name="connsiteY917" fmla="*/ 632913 h 6858000"/>
              <a:gd name="connsiteX918" fmla="*/ 1222336 w 7467600"/>
              <a:gd name="connsiteY918" fmla="*/ 9480 h 6858000"/>
              <a:gd name="connsiteX919" fmla="*/ 1214634 w 7467600"/>
              <a:gd name="connsiteY919" fmla="*/ 0 h 6858000"/>
              <a:gd name="connsiteX920" fmla="*/ 1289827 w 7467600"/>
              <a:gd name="connsiteY920" fmla="*/ 0 h 6858000"/>
              <a:gd name="connsiteX921" fmla="*/ 1321076 w 7467600"/>
              <a:gd name="connsiteY921" fmla="*/ 59722 h 6858000"/>
              <a:gd name="connsiteX922" fmla="*/ 1512579 w 7467600"/>
              <a:gd name="connsiteY922" fmla="*/ 626441 h 6858000"/>
              <a:gd name="connsiteX923" fmla="*/ 1506076 w 7467600"/>
              <a:gd name="connsiteY923" fmla="*/ 1089289 h 6858000"/>
              <a:gd name="connsiteX924" fmla="*/ 1486346 w 7467600"/>
              <a:gd name="connsiteY924" fmla="*/ 1079919 h 6858000"/>
              <a:gd name="connsiteX925" fmla="*/ 1070511 w 7467600"/>
              <a:gd name="connsiteY925" fmla="*/ 48609 h 6858000"/>
              <a:gd name="connsiteX926" fmla="*/ 1057230 w 7467600"/>
              <a:gd name="connsiteY926" fmla="*/ 0 h 6858000"/>
              <a:gd name="connsiteX927" fmla="*/ 43151 w 7467600"/>
              <a:gd name="connsiteY927" fmla="*/ 0 h 6858000"/>
              <a:gd name="connsiteX928" fmla="*/ 95283 w 7467600"/>
              <a:gd name="connsiteY928" fmla="*/ 0 h 6858000"/>
              <a:gd name="connsiteX929" fmla="*/ 300708 w 7467600"/>
              <a:gd name="connsiteY929" fmla="*/ 154571 h 6858000"/>
              <a:gd name="connsiteX930" fmla="*/ 530414 w 7467600"/>
              <a:gd name="connsiteY930" fmla="*/ 354673 h 6858000"/>
              <a:gd name="connsiteX931" fmla="*/ 333785 w 7467600"/>
              <a:gd name="connsiteY931" fmla="*/ 161564 h 6858000"/>
              <a:gd name="connsiteX932" fmla="*/ 147005 w 7467600"/>
              <a:gd name="connsiteY932" fmla="*/ 0 h 6858000"/>
              <a:gd name="connsiteX933" fmla="*/ 272509 w 7467600"/>
              <a:gd name="connsiteY933" fmla="*/ 0 h 6858000"/>
              <a:gd name="connsiteX934" fmla="*/ 326276 w 7467600"/>
              <a:gd name="connsiteY934" fmla="*/ 45847 h 6858000"/>
              <a:gd name="connsiteX935" fmla="*/ 823759 w 7467600"/>
              <a:gd name="connsiteY935" fmla="*/ 574145 h 6858000"/>
              <a:gd name="connsiteX936" fmla="*/ 811254 w 7467600"/>
              <a:gd name="connsiteY936" fmla="*/ 665546 h 6858000"/>
              <a:gd name="connsiteX937" fmla="*/ 154042 w 7467600"/>
              <a:gd name="connsiteY937" fmla="*/ 261522 h 6858000"/>
              <a:gd name="connsiteX938" fmla="*/ 13550 w 7467600"/>
              <a:gd name="connsiteY938" fmla="*/ 158423 h 6858000"/>
              <a:gd name="connsiteX939" fmla="*/ 0 w 7467600"/>
              <a:gd name="connsiteY939" fmla="*/ 146618 h 6858000"/>
              <a:gd name="connsiteX940" fmla="*/ 0 w 7467600"/>
              <a:gd name="connsiteY940" fmla="*/ 59161 h 6858000"/>
              <a:gd name="connsiteX941" fmla="*/ 45427 w 7467600"/>
              <a:gd name="connsiteY941" fmla="*/ 101078 h 6858000"/>
              <a:gd name="connsiteX942" fmla="*/ 630103 w 7467600"/>
              <a:gd name="connsiteY942" fmla="*/ 485885 h 6858000"/>
              <a:gd name="connsiteX943" fmla="*/ 532040 w 7467600"/>
              <a:gd name="connsiteY943" fmla="*/ 399359 h 6858000"/>
              <a:gd name="connsiteX944" fmla="*/ 517618 w 7467600"/>
              <a:gd name="connsiteY944" fmla="*/ 385726 h 6858000"/>
              <a:gd name="connsiteX945" fmla="*/ 285074 w 7467600"/>
              <a:gd name="connsiteY945" fmla="*/ 182755 h 6858000"/>
              <a:gd name="connsiteX946" fmla="*/ 43151 w 7467600"/>
              <a:gd name="connsiteY94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34024 w 7467600"/>
              <a:gd name="connsiteY4" fmla="*/ 672213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1019354 w 7467600"/>
              <a:gd name="connsiteY14" fmla="*/ 6315006 h 6858000"/>
              <a:gd name="connsiteX15" fmla="*/ 441046 w 7467600"/>
              <a:gd name="connsiteY15" fmla="*/ 6691153 h 6858000"/>
              <a:gd name="connsiteX16" fmla="*/ 1019354 w 7467600"/>
              <a:gd name="connsiteY16" fmla="*/ 6315006 h 6858000"/>
              <a:gd name="connsiteX17" fmla="*/ 991680 w 7467600"/>
              <a:gd name="connsiteY17" fmla="*/ 6298413 h 6858000"/>
              <a:gd name="connsiteX18" fmla="*/ 409060 w 7467600"/>
              <a:gd name="connsiteY18" fmla="*/ 6671470 h 6858000"/>
              <a:gd name="connsiteX19" fmla="*/ 991680 w 7467600"/>
              <a:gd name="connsiteY19" fmla="*/ 6298413 h 6858000"/>
              <a:gd name="connsiteX20" fmla="*/ 103333 w 7467600"/>
              <a:gd name="connsiteY20" fmla="*/ 5699602 h 6858000"/>
              <a:gd name="connsiteX21" fmla="*/ 233938 w 7467600"/>
              <a:gd name="connsiteY21" fmla="*/ 5809416 h 6858000"/>
              <a:gd name="connsiteX22" fmla="*/ 883580 w 7467600"/>
              <a:gd name="connsiteY22" fmla="*/ 6180710 h 6858000"/>
              <a:gd name="connsiteX23" fmla="*/ 487337 w 7467600"/>
              <a:gd name="connsiteY23" fmla="*/ 5950182 h 6858000"/>
              <a:gd name="connsiteX24" fmla="*/ 354051 w 7467600"/>
              <a:gd name="connsiteY24" fmla="*/ 5854912 h 6858000"/>
              <a:gd name="connsiteX25" fmla="*/ 195436 w 7467600"/>
              <a:gd name="connsiteY25" fmla="*/ 5755068 h 6858000"/>
              <a:gd name="connsiteX26" fmla="*/ 103333 w 7467600"/>
              <a:gd name="connsiteY26" fmla="*/ 5699602 h 6858000"/>
              <a:gd name="connsiteX27" fmla="*/ 5539432 w 7467600"/>
              <a:gd name="connsiteY27" fmla="*/ 5642928 h 6858000"/>
              <a:gd name="connsiteX28" fmla="*/ 5555462 w 7467600"/>
              <a:gd name="connsiteY28" fmla="*/ 5694454 h 6858000"/>
              <a:gd name="connsiteX29" fmla="*/ 5828270 w 7467600"/>
              <a:gd name="connsiteY29" fmla="*/ 6320663 h 6858000"/>
              <a:gd name="connsiteX30" fmla="*/ 5947416 w 7467600"/>
              <a:gd name="connsiteY30" fmla="*/ 6574846 h 6858000"/>
              <a:gd name="connsiteX31" fmla="*/ 5539432 w 7467600"/>
              <a:gd name="connsiteY31" fmla="*/ 5642928 h 6858000"/>
              <a:gd name="connsiteX32" fmla="*/ 51253 w 7467600"/>
              <a:gd name="connsiteY32" fmla="*/ 5631825 h 6858000"/>
              <a:gd name="connsiteX33" fmla="*/ 211622 w 7467600"/>
              <a:gd name="connsiteY33" fmla="*/ 5728803 h 6858000"/>
              <a:gd name="connsiteX34" fmla="*/ 371652 w 7467600"/>
              <a:gd name="connsiteY34" fmla="*/ 5829062 h 6858000"/>
              <a:gd name="connsiteX35" fmla="*/ 505903 w 7467600"/>
              <a:gd name="connsiteY35" fmla="*/ 5925221 h 6858000"/>
              <a:gd name="connsiteX36" fmla="*/ 899240 w 7467600"/>
              <a:gd name="connsiteY36" fmla="*/ 6153068 h 6858000"/>
              <a:gd name="connsiteX37" fmla="*/ 988114 w 7467600"/>
              <a:gd name="connsiteY37" fmla="*/ 6174204 h 6858000"/>
              <a:gd name="connsiteX38" fmla="*/ 845971 w 7467600"/>
              <a:gd name="connsiteY38" fmla="*/ 6067177 h 6858000"/>
              <a:gd name="connsiteX39" fmla="*/ 448057 w 7467600"/>
              <a:gd name="connsiteY39" fmla="*/ 5841376 h 6858000"/>
              <a:gd name="connsiteX40" fmla="*/ 51253 w 7467600"/>
              <a:gd name="connsiteY40" fmla="*/ 5631825 h 6858000"/>
              <a:gd name="connsiteX41" fmla="*/ 2606687 w 7467600"/>
              <a:gd name="connsiteY41" fmla="*/ 5630718 h 6858000"/>
              <a:gd name="connsiteX42" fmla="*/ 2645658 w 7467600"/>
              <a:gd name="connsiteY42" fmla="*/ 6640259 h 6858000"/>
              <a:gd name="connsiteX43" fmla="*/ 2606687 w 7467600"/>
              <a:gd name="connsiteY43" fmla="*/ 5630718 h 6858000"/>
              <a:gd name="connsiteX44" fmla="*/ 3642057 w 7467600"/>
              <a:gd name="connsiteY44" fmla="*/ 5573487 h 6858000"/>
              <a:gd name="connsiteX45" fmla="*/ 3632981 w 7467600"/>
              <a:gd name="connsiteY45" fmla="*/ 5579437 h 6858000"/>
              <a:gd name="connsiteX46" fmla="*/ 3382436 w 7467600"/>
              <a:gd name="connsiteY46" fmla="*/ 5952726 h 6858000"/>
              <a:gd name="connsiteX47" fmla="*/ 3191929 w 7467600"/>
              <a:gd name="connsiteY47" fmla="*/ 6662669 h 6858000"/>
              <a:gd name="connsiteX48" fmla="*/ 3369898 w 7467600"/>
              <a:gd name="connsiteY48" fmla="*/ 6081771 h 6858000"/>
              <a:gd name="connsiteX49" fmla="*/ 3642057 w 7467600"/>
              <a:gd name="connsiteY49" fmla="*/ 5573487 h 6858000"/>
              <a:gd name="connsiteX50" fmla="*/ 2650666 w 7467600"/>
              <a:gd name="connsiteY50" fmla="*/ 5530686 h 6858000"/>
              <a:gd name="connsiteX51" fmla="*/ 2650249 w 7467600"/>
              <a:gd name="connsiteY51" fmla="*/ 5532101 h 6858000"/>
              <a:gd name="connsiteX52" fmla="*/ 2663808 w 7467600"/>
              <a:gd name="connsiteY52" fmla="*/ 6535215 h 6858000"/>
              <a:gd name="connsiteX53" fmla="*/ 2665418 w 7467600"/>
              <a:gd name="connsiteY53" fmla="*/ 6132756 h 6858000"/>
              <a:gd name="connsiteX54" fmla="*/ 2650666 w 7467600"/>
              <a:gd name="connsiteY54" fmla="*/ 5530686 h 6858000"/>
              <a:gd name="connsiteX55" fmla="*/ 2680277 w 7467600"/>
              <a:gd name="connsiteY55" fmla="*/ 5479204 h 6858000"/>
              <a:gd name="connsiteX56" fmla="*/ 2678972 w 7467600"/>
              <a:gd name="connsiteY56" fmla="*/ 5481582 h 6858000"/>
              <a:gd name="connsiteX57" fmla="*/ 2696666 w 7467600"/>
              <a:gd name="connsiteY57" fmla="*/ 6133836 h 6858000"/>
              <a:gd name="connsiteX58" fmla="*/ 2695769 w 7467600"/>
              <a:gd name="connsiteY58" fmla="*/ 6390955 h 6858000"/>
              <a:gd name="connsiteX59" fmla="*/ 2739893 w 7467600"/>
              <a:gd name="connsiteY59" fmla="*/ 6108357 h 6858000"/>
              <a:gd name="connsiteX60" fmla="*/ 2680277 w 7467600"/>
              <a:gd name="connsiteY60" fmla="*/ 5479204 h 6858000"/>
              <a:gd name="connsiteX61" fmla="*/ 1132195 w 7467600"/>
              <a:gd name="connsiteY61" fmla="*/ 5467980 h 6858000"/>
              <a:gd name="connsiteX62" fmla="*/ 1679056 w 7467600"/>
              <a:gd name="connsiteY62" fmla="*/ 5516907 h 6858000"/>
              <a:gd name="connsiteX63" fmla="*/ 2128648 w 7467600"/>
              <a:gd name="connsiteY63" fmla="*/ 5474249 h 6858000"/>
              <a:gd name="connsiteX64" fmla="*/ 1825619 w 7467600"/>
              <a:gd name="connsiteY64" fmla="*/ 5478447 h 6858000"/>
              <a:gd name="connsiteX65" fmla="*/ 1737798 w 7467600"/>
              <a:gd name="connsiteY65" fmla="*/ 5483353 h 6858000"/>
              <a:gd name="connsiteX66" fmla="*/ 1132195 w 7467600"/>
              <a:gd name="connsiteY66" fmla="*/ 5467980 h 6858000"/>
              <a:gd name="connsiteX67" fmla="*/ 1456157 w 7467600"/>
              <a:gd name="connsiteY67" fmla="*/ 5371404 h 6858000"/>
              <a:gd name="connsiteX68" fmla="*/ 1244432 w 7467600"/>
              <a:gd name="connsiteY68" fmla="*/ 5385601 h 6858000"/>
              <a:gd name="connsiteX69" fmla="*/ 973990 w 7467600"/>
              <a:gd name="connsiteY69" fmla="*/ 5424940 h 6858000"/>
              <a:gd name="connsiteX70" fmla="*/ 1103809 w 7467600"/>
              <a:gd name="connsiteY70" fmla="*/ 5433720 h 6858000"/>
              <a:gd name="connsiteX71" fmla="*/ 1123454 w 7467600"/>
              <a:gd name="connsiteY71" fmla="*/ 5435727 h 6858000"/>
              <a:gd name="connsiteX72" fmla="*/ 1737017 w 7467600"/>
              <a:gd name="connsiteY72" fmla="*/ 5452183 h 6858000"/>
              <a:gd name="connsiteX73" fmla="*/ 1824397 w 7467600"/>
              <a:gd name="connsiteY73" fmla="*/ 5447757 h 6858000"/>
              <a:gd name="connsiteX74" fmla="*/ 2070059 w 7467600"/>
              <a:gd name="connsiteY74" fmla="*/ 5441660 h 6858000"/>
              <a:gd name="connsiteX75" fmla="*/ 1456157 w 7467600"/>
              <a:gd name="connsiteY75" fmla="*/ 5371404 h 6858000"/>
              <a:gd name="connsiteX76" fmla="*/ 4988186 w 7467600"/>
              <a:gd name="connsiteY76" fmla="*/ 5216467 h 6858000"/>
              <a:gd name="connsiteX77" fmla="*/ 4777334 w 7467600"/>
              <a:gd name="connsiteY77" fmla="*/ 5406072 h 6858000"/>
              <a:gd name="connsiteX78" fmla="*/ 4718341 w 7467600"/>
              <a:gd name="connsiteY78" fmla="*/ 5468043 h 6858000"/>
              <a:gd name="connsiteX79" fmla="*/ 4604655 w 7467600"/>
              <a:gd name="connsiteY79" fmla="*/ 5583434 h 6858000"/>
              <a:gd name="connsiteX80" fmla="*/ 4565074 w 7467600"/>
              <a:gd name="connsiteY80" fmla="*/ 5618550 h 6858000"/>
              <a:gd name="connsiteX81" fmla="*/ 4988186 w 7467600"/>
              <a:gd name="connsiteY81" fmla="*/ 5216467 h 6858000"/>
              <a:gd name="connsiteX82" fmla="*/ 4978032 w 7467600"/>
              <a:gd name="connsiteY82" fmla="*/ 5183809 h 6858000"/>
              <a:gd name="connsiteX83" fmla="*/ 4463413 w 7467600"/>
              <a:gd name="connsiteY83" fmla="*/ 5615162 h 6858000"/>
              <a:gd name="connsiteX84" fmla="*/ 4358134 w 7467600"/>
              <a:gd name="connsiteY84" fmla="*/ 5742791 h 6858000"/>
              <a:gd name="connsiteX85" fmla="*/ 4376219 w 7467600"/>
              <a:gd name="connsiteY85" fmla="*/ 5729027 h 6858000"/>
              <a:gd name="connsiteX86" fmla="*/ 4582340 w 7467600"/>
              <a:gd name="connsiteY86" fmla="*/ 5561037 h 6858000"/>
              <a:gd name="connsiteX87" fmla="*/ 4694684 w 7467600"/>
              <a:gd name="connsiteY87" fmla="*/ 5447098 h 6858000"/>
              <a:gd name="connsiteX88" fmla="*/ 4754123 w 7467600"/>
              <a:gd name="connsiteY88" fmla="*/ 5384643 h 6858000"/>
              <a:gd name="connsiteX89" fmla="*/ 4978032 w 7467600"/>
              <a:gd name="connsiteY89" fmla="*/ 5183809 h 6858000"/>
              <a:gd name="connsiteX90" fmla="*/ 1903353 w 7467600"/>
              <a:gd name="connsiteY90" fmla="*/ 5044827 h 6858000"/>
              <a:gd name="connsiteX91" fmla="*/ 1936931 w 7467600"/>
              <a:gd name="connsiteY91" fmla="*/ 5093954 h 6858000"/>
              <a:gd name="connsiteX92" fmla="*/ 2195868 w 7467600"/>
              <a:gd name="connsiteY92" fmla="*/ 5396574 h 6858000"/>
              <a:gd name="connsiteX93" fmla="*/ 2088852 w 7467600"/>
              <a:gd name="connsiteY93" fmla="*/ 5166123 h 6858000"/>
              <a:gd name="connsiteX94" fmla="*/ 1958241 w 7467600"/>
              <a:gd name="connsiteY94" fmla="*/ 5067955 h 6858000"/>
              <a:gd name="connsiteX95" fmla="*/ 1903353 w 7467600"/>
              <a:gd name="connsiteY95" fmla="*/ 5044827 h 6858000"/>
              <a:gd name="connsiteX96" fmla="*/ 1979378 w 7467600"/>
              <a:gd name="connsiteY96" fmla="*/ 4769504 h 6858000"/>
              <a:gd name="connsiteX97" fmla="*/ 2882120 w 7467600"/>
              <a:gd name="connsiteY97" fmla="*/ 5064547 h 6858000"/>
              <a:gd name="connsiteX98" fmla="*/ 2793103 w 7467600"/>
              <a:gd name="connsiteY98" fmla="*/ 5039699 h 6858000"/>
              <a:gd name="connsiteX99" fmla="*/ 2770041 w 7467600"/>
              <a:gd name="connsiteY99" fmla="*/ 5033634 h 6858000"/>
              <a:gd name="connsiteX100" fmla="*/ 1979378 w 7467600"/>
              <a:gd name="connsiteY100" fmla="*/ 4769504 h 6858000"/>
              <a:gd name="connsiteX101" fmla="*/ 1927410 w 7467600"/>
              <a:gd name="connsiteY101" fmla="*/ 4716164 h 6858000"/>
              <a:gd name="connsiteX102" fmla="*/ 1959587 w 7467600"/>
              <a:gd name="connsiteY102" fmla="*/ 4728849 h 6858000"/>
              <a:gd name="connsiteX103" fmla="*/ 2777707 w 7467600"/>
              <a:gd name="connsiteY103" fmla="*/ 5003991 h 6858000"/>
              <a:gd name="connsiteX104" fmla="*/ 2800768 w 7467600"/>
              <a:gd name="connsiteY104" fmla="*/ 5010056 h 6858000"/>
              <a:gd name="connsiteX105" fmla="*/ 2879408 w 7467600"/>
              <a:gd name="connsiteY105" fmla="*/ 5031590 h 6858000"/>
              <a:gd name="connsiteX106" fmla="*/ 2862295 w 7467600"/>
              <a:gd name="connsiteY106" fmla="*/ 5022958 h 6858000"/>
              <a:gd name="connsiteX107" fmla="*/ 2813343 w 7467600"/>
              <a:gd name="connsiteY107" fmla="*/ 4998369 h 6858000"/>
              <a:gd name="connsiteX108" fmla="*/ 2646245 w 7467600"/>
              <a:gd name="connsiteY108" fmla="*/ 4930999 h 6858000"/>
              <a:gd name="connsiteX109" fmla="*/ 1999243 w 7467600"/>
              <a:gd name="connsiteY109" fmla="*/ 4730524 h 6858000"/>
              <a:gd name="connsiteX110" fmla="*/ 1979527 w 7467600"/>
              <a:gd name="connsiteY110" fmla="*/ 4726651 h 6858000"/>
              <a:gd name="connsiteX111" fmla="*/ 1927410 w 7467600"/>
              <a:gd name="connsiteY111" fmla="*/ 4716164 h 6858000"/>
              <a:gd name="connsiteX112" fmla="*/ 1997014 w 7467600"/>
              <a:gd name="connsiteY112" fmla="*/ 4698007 h 6858000"/>
              <a:gd name="connsiteX113" fmla="*/ 2005458 w 7467600"/>
              <a:gd name="connsiteY113" fmla="*/ 4699540 h 6858000"/>
              <a:gd name="connsiteX114" fmla="*/ 2657186 w 7467600"/>
              <a:gd name="connsiteY114" fmla="*/ 4901687 h 6858000"/>
              <a:gd name="connsiteX115" fmla="*/ 2826662 w 7467600"/>
              <a:gd name="connsiteY115" fmla="*/ 4970362 h 6858000"/>
              <a:gd name="connsiteX116" fmla="*/ 2876100 w 7467600"/>
              <a:gd name="connsiteY116" fmla="*/ 4995397 h 6858000"/>
              <a:gd name="connsiteX117" fmla="*/ 3042600 w 7467600"/>
              <a:gd name="connsiteY117" fmla="*/ 5059532 h 6858000"/>
              <a:gd name="connsiteX118" fmla="*/ 1997014 w 7467600"/>
              <a:gd name="connsiteY118" fmla="*/ 4698007 h 6858000"/>
              <a:gd name="connsiteX119" fmla="*/ 2305292 w 7467600"/>
              <a:gd name="connsiteY119" fmla="*/ 4219492 h 6858000"/>
              <a:gd name="connsiteX120" fmla="*/ 3360922 w 7467600"/>
              <a:gd name="connsiteY120" fmla="*/ 4529373 h 6858000"/>
              <a:gd name="connsiteX121" fmla="*/ 3492420 w 7467600"/>
              <a:gd name="connsiteY121" fmla="*/ 4510145 h 6858000"/>
              <a:gd name="connsiteX122" fmla="*/ 3364086 w 7467600"/>
              <a:gd name="connsiteY122" fmla="*/ 4480340 h 6858000"/>
              <a:gd name="connsiteX123" fmla="*/ 3225818 w 7467600"/>
              <a:gd name="connsiteY123" fmla="*/ 4411822 h 6858000"/>
              <a:gd name="connsiteX124" fmla="*/ 3129696 w 7467600"/>
              <a:gd name="connsiteY124" fmla="*/ 4360704 h 6858000"/>
              <a:gd name="connsiteX125" fmla="*/ 2814545 w 7467600"/>
              <a:gd name="connsiteY125" fmla="*/ 4282955 h 6858000"/>
              <a:gd name="connsiteX126" fmla="*/ 2305292 w 7467600"/>
              <a:gd name="connsiteY126" fmla="*/ 4219492 h 6858000"/>
              <a:gd name="connsiteX127" fmla="*/ 2626982 w 7467600"/>
              <a:gd name="connsiteY127" fmla="*/ 4206450 h 6858000"/>
              <a:gd name="connsiteX128" fmla="*/ 2490617 w 7467600"/>
              <a:gd name="connsiteY128" fmla="*/ 4206951 h 6858000"/>
              <a:gd name="connsiteX129" fmla="*/ 2819869 w 7467600"/>
              <a:gd name="connsiteY129" fmla="*/ 4252936 h 6858000"/>
              <a:gd name="connsiteX130" fmla="*/ 3143018 w 7467600"/>
              <a:gd name="connsiteY130" fmla="*/ 4332698 h 6858000"/>
              <a:gd name="connsiteX131" fmla="*/ 3241520 w 7467600"/>
              <a:gd name="connsiteY131" fmla="*/ 4385112 h 6858000"/>
              <a:gd name="connsiteX132" fmla="*/ 3374575 w 7467600"/>
              <a:gd name="connsiteY132" fmla="*/ 4451517 h 6858000"/>
              <a:gd name="connsiteX133" fmla="*/ 3505221 w 7467600"/>
              <a:gd name="connsiteY133" fmla="*/ 4480757 h 6858000"/>
              <a:gd name="connsiteX134" fmla="*/ 2626982 w 7467600"/>
              <a:gd name="connsiteY134" fmla="*/ 4206450 h 6858000"/>
              <a:gd name="connsiteX135" fmla="*/ 1310106 w 7467600"/>
              <a:gd name="connsiteY135" fmla="*/ 3943217 h 6858000"/>
              <a:gd name="connsiteX136" fmla="*/ 854994 w 7467600"/>
              <a:gd name="connsiteY136" fmla="*/ 4399136 h 6858000"/>
              <a:gd name="connsiteX137" fmla="*/ 742462 w 7467600"/>
              <a:gd name="connsiteY137" fmla="*/ 4594648 h 6858000"/>
              <a:gd name="connsiteX138" fmla="*/ 820602 w 7467600"/>
              <a:gd name="connsiteY138" fmla="*/ 4485915 h 6858000"/>
              <a:gd name="connsiteX139" fmla="*/ 878295 w 7467600"/>
              <a:gd name="connsiteY139" fmla="*/ 4403594 h 6858000"/>
              <a:gd name="connsiteX140" fmla="*/ 1240607 w 7467600"/>
              <a:gd name="connsiteY140" fmla="*/ 4010401 h 6858000"/>
              <a:gd name="connsiteX141" fmla="*/ 1310106 w 7467600"/>
              <a:gd name="connsiteY141" fmla="*/ 3943217 h 6858000"/>
              <a:gd name="connsiteX142" fmla="*/ 1423113 w 7467600"/>
              <a:gd name="connsiteY142" fmla="*/ 3874565 h 6858000"/>
              <a:gd name="connsiteX143" fmla="*/ 1260565 w 7467600"/>
              <a:gd name="connsiteY143" fmla="*/ 4031982 h 6858000"/>
              <a:gd name="connsiteX144" fmla="*/ 901900 w 7467600"/>
              <a:gd name="connsiteY144" fmla="*/ 4421236 h 6858000"/>
              <a:gd name="connsiteX145" fmla="*/ 845044 w 7467600"/>
              <a:gd name="connsiteY145" fmla="*/ 4502436 h 6858000"/>
              <a:gd name="connsiteX146" fmla="*/ 685926 w 7467600"/>
              <a:gd name="connsiteY146" fmla="*/ 4703069 h 6858000"/>
              <a:gd name="connsiteX147" fmla="*/ 684248 w 7467600"/>
              <a:gd name="connsiteY147" fmla="*/ 4706721 h 6858000"/>
              <a:gd name="connsiteX148" fmla="*/ 1423113 w 7467600"/>
              <a:gd name="connsiteY148" fmla="*/ 3874565 h 6858000"/>
              <a:gd name="connsiteX149" fmla="*/ 3316479 w 7467600"/>
              <a:gd name="connsiteY149" fmla="*/ 3872136 h 6858000"/>
              <a:gd name="connsiteX150" fmla="*/ 3546806 w 7467600"/>
              <a:gd name="connsiteY150" fmla="*/ 4356139 h 6858000"/>
              <a:gd name="connsiteX151" fmla="*/ 3364433 w 7467600"/>
              <a:gd name="connsiteY151" fmla="*/ 3953121 h 6858000"/>
              <a:gd name="connsiteX152" fmla="*/ 3316479 w 7467600"/>
              <a:gd name="connsiteY152" fmla="*/ 3872136 h 6858000"/>
              <a:gd name="connsiteX153" fmla="*/ 3291335 w 7467600"/>
              <a:gd name="connsiteY153" fmla="*/ 3767420 h 6858000"/>
              <a:gd name="connsiteX154" fmla="*/ 3390805 w 7467600"/>
              <a:gd name="connsiteY154" fmla="*/ 3937163 h 6858000"/>
              <a:gd name="connsiteX155" fmla="*/ 3579062 w 7467600"/>
              <a:gd name="connsiteY155" fmla="*/ 4359040 h 6858000"/>
              <a:gd name="connsiteX156" fmla="*/ 3467355 w 7467600"/>
              <a:gd name="connsiteY156" fmla="*/ 3988130 h 6858000"/>
              <a:gd name="connsiteX157" fmla="*/ 3310753 w 7467600"/>
              <a:gd name="connsiteY157" fmla="*/ 3787140 h 6858000"/>
              <a:gd name="connsiteX158" fmla="*/ 3291335 w 7467600"/>
              <a:gd name="connsiteY158" fmla="*/ 3767420 h 6858000"/>
              <a:gd name="connsiteX159" fmla="*/ 1635889 w 7467600"/>
              <a:gd name="connsiteY159" fmla="*/ 3709494 h 6858000"/>
              <a:gd name="connsiteX160" fmla="*/ 1634800 w 7467600"/>
              <a:gd name="connsiteY160" fmla="*/ 3731111 h 6858000"/>
              <a:gd name="connsiteX161" fmla="*/ 1635889 w 7467600"/>
              <a:gd name="connsiteY161" fmla="*/ 3709494 h 6858000"/>
              <a:gd name="connsiteX162" fmla="*/ 1510397 w 7467600"/>
              <a:gd name="connsiteY162" fmla="*/ 3684705 h 6858000"/>
              <a:gd name="connsiteX163" fmla="*/ 1146550 w 7467600"/>
              <a:gd name="connsiteY163" fmla="*/ 3802012 h 6858000"/>
              <a:gd name="connsiteX164" fmla="*/ 698834 w 7467600"/>
              <a:gd name="connsiteY164" fmla="*/ 3952272 h 6858000"/>
              <a:gd name="connsiteX165" fmla="*/ 34256 w 7467600"/>
              <a:gd name="connsiteY165" fmla="*/ 4347603 h 6858000"/>
              <a:gd name="connsiteX166" fmla="*/ 527241 w 7467600"/>
              <a:gd name="connsiteY166" fmla="*/ 4065078 h 6858000"/>
              <a:gd name="connsiteX167" fmla="*/ 1510397 w 7467600"/>
              <a:gd name="connsiteY167" fmla="*/ 3684705 h 6858000"/>
              <a:gd name="connsiteX168" fmla="*/ 1313114 w 7467600"/>
              <a:gd name="connsiteY168" fmla="*/ 3655216 h 6858000"/>
              <a:gd name="connsiteX169" fmla="*/ 1109304 w 7467600"/>
              <a:gd name="connsiteY169" fmla="*/ 3669030 h 6858000"/>
              <a:gd name="connsiteX170" fmla="*/ 8129 w 7467600"/>
              <a:gd name="connsiteY170" fmla="*/ 4330519 h 6858000"/>
              <a:gd name="connsiteX171" fmla="*/ 687572 w 7467600"/>
              <a:gd name="connsiteY171" fmla="*/ 3925629 h 6858000"/>
              <a:gd name="connsiteX172" fmla="*/ 1138365 w 7467600"/>
              <a:gd name="connsiteY172" fmla="*/ 3774515 h 6858000"/>
              <a:gd name="connsiteX173" fmla="*/ 1505579 w 7467600"/>
              <a:gd name="connsiteY173" fmla="*/ 3655526 h 6858000"/>
              <a:gd name="connsiteX174" fmla="*/ 1313114 w 7467600"/>
              <a:gd name="connsiteY174" fmla="*/ 3655216 h 6858000"/>
              <a:gd name="connsiteX175" fmla="*/ 3655073 w 7467600"/>
              <a:gd name="connsiteY175" fmla="*/ 3650884 h 6858000"/>
              <a:gd name="connsiteX176" fmla="*/ 3989938 w 7467600"/>
              <a:gd name="connsiteY176" fmla="*/ 3991685 h 6858000"/>
              <a:gd name="connsiteX177" fmla="*/ 4393907 w 7467600"/>
              <a:gd name="connsiteY177" fmla="*/ 4261258 h 6858000"/>
              <a:gd name="connsiteX178" fmla="*/ 4648051 w 7467600"/>
              <a:gd name="connsiteY178" fmla="*/ 4374051 h 6858000"/>
              <a:gd name="connsiteX179" fmla="*/ 4383389 w 7467600"/>
              <a:gd name="connsiteY179" fmla="*/ 4184369 h 6858000"/>
              <a:gd name="connsiteX180" fmla="*/ 4165508 w 7467600"/>
              <a:gd name="connsiteY180" fmla="*/ 4035196 h 6858000"/>
              <a:gd name="connsiteX181" fmla="*/ 4068162 w 7467600"/>
              <a:gd name="connsiteY181" fmla="*/ 3953394 h 6858000"/>
              <a:gd name="connsiteX182" fmla="*/ 3981416 w 7467600"/>
              <a:gd name="connsiteY182" fmla="*/ 3880482 h 6858000"/>
              <a:gd name="connsiteX183" fmla="*/ 3800147 w 7467600"/>
              <a:gd name="connsiteY183" fmla="*/ 3749872 h 6858000"/>
              <a:gd name="connsiteX184" fmla="*/ 3655073 w 7467600"/>
              <a:gd name="connsiteY184" fmla="*/ 3650884 h 6858000"/>
              <a:gd name="connsiteX185" fmla="*/ 3670252 w 7467600"/>
              <a:gd name="connsiteY185" fmla="*/ 3622798 h 6858000"/>
              <a:gd name="connsiteX186" fmla="*/ 3817258 w 7467600"/>
              <a:gd name="connsiteY186" fmla="*/ 3723577 h 6858000"/>
              <a:gd name="connsiteX187" fmla="*/ 4000461 w 7467600"/>
              <a:gd name="connsiteY187" fmla="*/ 3855966 h 6858000"/>
              <a:gd name="connsiteX188" fmla="*/ 4088180 w 7467600"/>
              <a:gd name="connsiteY188" fmla="*/ 3929774 h 6858000"/>
              <a:gd name="connsiteX189" fmla="*/ 4184555 w 7467600"/>
              <a:gd name="connsiteY189" fmla="*/ 4010683 h 6858000"/>
              <a:gd name="connsiteX190" fmla="*/ 4399563 w 7467600"/>
              <a:gd name="connsiteY190" fmla="*/ 4158106 h 6858000"/>
              <a:gd name="connsiteX191" fmla="*/ 4684469 w 7467600"/>
              <a:gd name="connsiteY191" fmla="*/ 4364680 h 6858000"/>
              <a:gd name="connsiteX192" fmla="*/ 4690271 w 7467600"/>
              <a:gd name="connsiteY192" fmla="*/ 4370034 h 6858000"/>
              <a:gd name="connsiteX193" fmla="*/ 4136093 w 7467600"/>
              <a:gd name="connsiteY193" fmla="*/ 3858466 h 6858000"/>
              <a:gd name="connsiteX194" fmla="*/ 3670252 w 7467600"/>
              <a:gd name="connsiteY194" fmla="*/ 3622798 h 6858000"/>
              <a:gd name="connsiteX195" fmla="*/ 4440129 w 7467600"/>
              <a:gd name="connsiteY195" fmla="*/ 3448571 h 6858000"/>
              <a:gd name="connsiteX196" fmla="*/ 4856525 w 7467600"/>
              <a:gd name="connsiteY196" fmla="*/ 3915351 h 6858000"/>
              <a:gd name="connsiteX197" fmla="*/ 5059055 w 7467600"/>
              <a:gd name="connsiteY197" fmla="*/ 4108918 h 6858000"/>
              <a:gd name="connsiteX198" fmla="*/ 5290070 w 7467600"/>
              <a:gd name="connsiteY198" fmla="*/ 4263619 h 6858000"/>
              <a:gd name="connsiteX199" fmla="*/ 4834991 w 7467600"/>
              <a:gd name="connsiteY199" fmla="*/ 3830985 h 6858000"/>
              <a:gd name="connsiteX200" fmla="*/ 4440129 w 7467600"/>
              <a:gd name="connsiteY200" fmla="*/ 3448571 h 6858000"/>
              <a:gd name="connsiteX201" fmla="*/ 4441737 w 7467600"/>
              <a:gd name="connsiteY201" fmla="*/ 3399734 h 6858000"/>
              <a:gd name="connsiteX202" fmla="*/ 4431236 w 7467600"/>
              <a:gd name="connsiteY202" fmla="*/ 3400954 h 6858000"/>
              <a:gd name="connsiteX203" fmla="*/ 4557150 w 7467600"/>
              <a:gd name="connsiteY203" fmla="*/ 3510023 h 6858000"/>
              <a:gd name="connsiteX204" fmla="*/ 4856936 w 7467600"/>
              <a:gd name="connsiteY204" fmla="*/ 3809146 h 6858000"/>
              <a:gd name="connsiteX205" fmla="*/ 5111996 w 7467600"/>
              <a:gd name="connsiteY205" fmla="*/ 4065759 h 6858000"/>
              <a:gd name="connsiteX206" fmla="*/ 5388878 w 7467600"/>
              <a:gd name="connsiteY206" fmla="*/ 4300185 h 6858000"/>
              <a:gd name="connsiteX207" fmla="*/ 5425556 w 7467600"/>
              <a:gd name="connsiteY207" fmla="*/ 4308967 h 6858000"/>
              <a:gd name="connsiteX208" fmla="*/ 4943646 w 7467600"/>
              <a:gd name="connsiteY208" fmla="*/ 3822916 h 6858000"/>
              <a:gd name="connsiteX209" fmla="*/ 4594837 w 7467600"/>
              <a:gd name="connsiteY209" fmla="*/ 3532274 h 6858000"/>
              <a:gd name="connsiteX210" fmla="*/ 4441737 w 7467600"/>
              <a:gd name="connsiteY210" fmla="*/ 3399734 h 6858000"/>
              <a:gd name="connsiteX211" fmla="*/ 5425834 w 7467600"/>
              <a:gd name="connsiteY211" fmla="*/ 3162785 h 6858000"/>
              <a:gd name="connsiteX212" fmla="*/ 5401644 w 7467600"/>
              <a:gd name="connsiteY212" fmla="*/ 3617847 h 6858000"/>
              <a:gd name="connsiteX213" fmla="*/ 5467256 w 7467600"/>
              <a:gd name="connsiteY213" fmla="*/ 4175494 h 6858000"/>
              <a:gd name="connsiteX214" fmla="*/ 5448069 w 7467600"/>
              <a:gd name="connsiteY214" fmla="*/ 3567554 h 6858000"/>
              <a:gd name="connsiteX215" fmla="*/ 5425834 w 7467600"/>
              <a:gd name="connsiteY215" fmla="*/ 3162785 h 6858000"/>
              <a:gd name="connsiteX216" fmla="*/ 1318687 w 7467600"/>
              <a:gd name="connsiteY216" fmla="*/ 3113840 h 6858000"/>
              <a:gd name="connsiteX217" fmla="*/ 1066793 w 7467600"/>
              <a:gd name="connsiteY217" fmla="*/ 3212171 h 6858000"/>
              <a:gd name="connsiteX218" fmla="*/ 993319 w 7467600"/>
              <a:gd name="connsiteY218" fmla="*/ 3247648 h 6858000"/>
              <a:gd name="connsiteX219" fmla="*/ 853081 w 7467600"/>
              <a:gd name="connsiteY219" fmla="*/ 3312410 h 6858000"/>
              <a:gd name="connsiteX220" fmla="*/ 805957 w 7467600"/>
              <a:gd name="connsiteY220" fmla="*/ 3330443 h 6858000"/>
              <a:gd name="connsiteX221" fmla="*/ 1318687 w 7467600"/>
              <a:gd name="connsiteY221" fmla="*/ 3113840 h 6858000"/>
              <a:gd name="connsiteX222" fmla="*/ 5453702 w 7467600"/>
              <a:gd name="connsiteY222" fmla="*/ 3090882 h 6858000"/>
              <a:gd name="connsiteX223" fmla="*/ 5480135 w 7467600"/>
              <a:gd name="connsiteY223" fmla="*/ 3565802 h 6858000"/>
              <a:gd name="connsiteX224" fmla="*/ 5499023 w 7467600"/>
              <a:gd name="connsiteY224" fmla="*/ 4166310 h 6858000"/>
              <a:gd name="connsiteX225" fmla="*/ 5547022 w 7467600"/>
              <a:gd name="connsiteY225" fmla="*/ 3607838 h 6858000"/>
              <a:gd name="connsiteX226" fmla="*/ 5515964 w 7467600"/>
              <a:gd name="connsiteY226" fmla="*/ 3378541 h 6858000"/>
              <a:gd name="connsiteX227" fmla="*/ 5453702 w 7467600"/>
              <a:gd name="connsiteY227" fmla="*/ 3090882 h 6858000"/>
              <a:gd name="connsiteX228" fmla="*/ 1238695 w 7467600"/>
              <a:gd name="connsiteY228" fmla="*/ 3076820 h 6858000"/>
              <a:gd name="connsiteX229" fmla="*/ 716371 w 7467600"/>
              <a:gd name="connsiteY229" fmla="*/ 3293249 h 6858000"/>
              <a:gd name="connsiteX230" fmla="*/ 579522 w 7467600"/>
              <a:gd name="connsiteY230" fmla="*/ 3371759 h 6858000"/>
              <a:gd name="connsiteX231" fmla="*/ 600288 w 7467600"/>
              <a:gd name="connsiteY231" fmla="*/ 3365555 h 6858000"/>
              <a:gd name="connsiteX232" fmla="*/ 840692 w 7467600"/>
              <a:gd name="connsiteY232" fmla="*/ 3284921 h 6858000"/>
              <a:gd name="connsiteX233" fmla="*/ 979248 w 7467600"/>
              <a:gd name="connsiteY233" fmla="*/ 3221003 h 6858000"/>
              <a:gd name="connsiteX234" fmla="*/ 1053282 w 7467600"/>
              <a:gd name="connsiteY234" fmla="*/ 3185247 h 6858000"/>
              <a:gd name="connsiteX235" fmla="*/ 1320603 w 7467600"/>
              <a:gd name="connsiteY235" fmla="*/ 3081281 h 6858000"/>
              <a:gd name="connsiteX236" fmla="*/ 1238695 w 7467600"/>
              <a:gd name="connsiteY236" fmla="*/ 3076820 h 6858000"/>
              <a:gd name="connsiteX237" fmla="*/ 5425627 w 7467600"/>
              <a:gd name="connsiteY237" fmla="*/ 2954192 h 6858000"/>
              <a:gd name="connsiteX238" fmla="*/ 5470770 w 7467600"/>
              <a:gd name="connsiteY238" fmla="*/ 3005435 h 6858000"/>
              <a:gd name="connsiteX239" fmla="*/ 5519779 w 7467600"/>
              <a:gd name="connsiteY239" fmla="*/ 4359223 h 6858000"/>
              <a:gd name="connsiteX240" fmla="*/ 5520293 w 7467600"/>
              <a:gd name="connsiteY240" fmla="*/ 4360602 h 6858000"/>
              <a:gd name="connsiteX241" fmla="*/ 5767221 w 7467600"/>
              <a:gd name="connsiteY241" fmla="*/ 4665564 h 6858000"/>
              <a:gd name="connsiteX242" fmla="*/ 6937169 w 7467600"/>
              <a:gd name="connsiteY242" fmla="*/ 4815941 h 6858000"/>
              <a:gd name="connsiteX243" fmla="*/ 6953922 w 7467600"/>
              <a:gd name="connsiteY243" fmla="*/ 4890068 h 6858000"/>
              <a:gd name="connsiteX244" fmla="*/ 6071359 w 7467600"/>
              <a:gd name="connsiteY244" fmla="*/ 4770770 h 6858000"/>
              <a:gd name="connsiteX245" fmla="*/ 6038839 w 7467600"/>
              <a:gd name="connsiteY245" fmla="*/ 4764474 h 6858000"/>
              <a:gd name="connsiteX246" fmla="*/ 6038706 w 7467600"/>
              <a:gd name="connsiteY246" fmla="*/ 4763847 h 6858000"/>
              <a:gd name="connsiteX247" fmla="*/ 6037784 w 7467600"/>
              <a:gd name="connsiteY247" fmla="*/ 4764270 h 6858000"/>
              <a:gd name="connsiteX248" fmla="*/ 6038839 w 7467600"/>
              <a:gd name="connsiteY248" fmla="*/ 4764474 h 6858000"/>
              <a:gd name="connsiteX249" fmla="*/ 6040338 w 7467600"/>
              <a:gd name="connsiteY249" fmla="*/ 4771418 h 6858000"/>
              <a:gd name="connsiteX250" fmla="*/ 6024488 w 7467600"/>
              <a:gd name="connsiteY250" fmla="*/ 4809903 h 6858000"/>
              <a:gd name="connsiteX251" fmla="*/ 5599771 w 7467600"/>
              <a:gd name="connsiteY251" fmla="*/ 5509652 h 6858000"/>
              <a:gd name="connsiteX252" fmla="*/ 5548843 w 7467600"/>
              <a:gd name="connsiteY252" fmla="*/ 5563845 h 6858000"/>
              <a:gd name="connsiteX253" fmla="*/ 5940952 w 7467600"/>
              <a:gd name="connsiteY253" fmla="*/ 6250028 h 6858000"/>
              <a:gd name="connsiteX254" fmla="*/ 6043441 w 7467600"/>
              <a:gd name="connsiteY254" fmla="*/ 6665847 h 6858000"/>
              <a:gd name="connsiteX255" fmla="*/ 6093432 w 7467600"/>
              <a:gd name="connsiteY255" fmla="*/ 6858000 h 6858000"/>
              <a:gd name="connsiteX256" fmla="*/ 6034344 w 7467600"/>
              <a:gd name="connsiteY256" fmla="*/ 6858000 h 6858000"/>
              <a:gd name="connsiteX257" fmla="*/ 6026679 w 7467600"/>
              <a:gd name="connsiteY257" fmla="*/ 6836959 h 6858000"/>
              <a:gd name="connsiteX258" fmla="*/ 5800441 w 7467600"/>
              <a:gd name="connsiteY258" fmla="*/ 6335286 h 6858000"/>
              <a:gd name="connsiteX259" fmla="*/ 5526562 w 7467600"/>
              <a:gd name="connsiteY259" fmla="*/ 5705388 h 6858000"/>
              <a:gd name="connsiteX260" fmla="*/ 5519640 w 7467600"/>
              <a:gd name="connsiteY260" fmla="*/ 5683774 h 6858000"/>
              <a:gd name="connsiteX261" fmla="*/ 5844559 w 7467600"/>
              <a:gd name="connsiteY261" fmla="*/ 6553349 h 6858000"/>
              <a:gd name="connsiteX262" fmla="*/ 5975994 w 7467600"/>
              <a:gd name="connsiteY262" fmla="*/ 6858000 h 6858000"/>
              <a:gd name="connsiteX263" fmla="*/ 5898547 w 7467600"/>
              <a:gd name="connsiteY263" fmla="*/ 6858000 h 6858000"/>
              <a:gd name="connsiteX264" fmla="*/ 5682041 w 7467600"/>
              <a:gd name="connsiteY264" fmla="*/ 6355860 h 6858000"/>
              <a:gd name="connsiteX265" fmla="*/ 5461758 w 7467600"/>
              <a:gd name="connsiteY265" fmla="*/ 5820220 h 6858000"/>
              <a:gd name="connsiteX266" fmla="*/ 5237282 w 7467600"/>
              <a:gd name="connsiteY266" fmla="*/ 6579086 h 6858000"/>
              <a:gd name="connsiteX267" fmla="*/ 5115009 w 7467600"/>
              <a:gd name="connsiteY267" fmla="*/ 6858000 h 6858000"/>
              <a:gd name="connsiteX268" fmla="*/ 5028074 w 7467600"/>
              <a:gd name="connsiteY268" fmla="*/ 6858000 h 6858000"/>
              <a:gd name="connsiteX269" fmla="*/ 5079508 w 7467600"/>
              <a:gd name="connsiteY269" fmla="*/ 6749074 h 6858000"/>
              <a:gd name="connsiteX270" fmla="*/ 5371846 w 7467600"/>
              <a:gd name="connsiteY270" fmla="*/ 5924413 h 6858000"/>
              <a:gd name="connsiteX271" fmla="*/ 5270512 w 7467600"/>
              <a:gd name="connsiteY271" fmla="*/ 6138975 h 6858000"/>
              <a:gd name="connsiteX272" fmla="*/ 5062409 w 7467600"/>
              <a:gd name="connsiteY272" fmla="*/ 6653544 h 6858000"/>
              <a:gd name="connsiteX273" fmla="*/ 5036628 w 7467600"/>
              <a:gd name="connsiteY273" fmla="*/ 6754247 h 6858000"/>
              <a:gd name="connsiteX274" fmla="*/ 5009112 w 7467600"/>
              <a:gd name="connsiteY274" fmla="*/ 6858000 h 6858000"/>
              <a:gd name="connsiteX275" fmla="*/ 4976679 w 7467600"/>
              <a:gd name="connsiteY275" fmla="*/ 6858000 h 6858000"/>
              <a:gd name="connsiteX276" fmla="*/ 5006537 w 7467600"/>
              <a:gd name="connsiteY276" fmla="*/ 6747068 h 6858000"/>
              <a:gd name="connsiteX277" fmla="*/ 5032723 w 7467600"/>
              <a:gd name="connsiteY277" fmla="*/ 6644957 h 6858000"/>
              <a:gd name="connsiteX278" fmla="*/ 5242949 w 7467600"/>
              <a:gd name="connsiteY278" fmla="*/ 6125175 h 6858000"/>
              <a:gd name="connsiteX279" fmla="*/ 5286321 w 7467600"/>
              <a:gd name="connsiteY279" fmla="*/ 6033555 h 6858000"/>
              <a:gd name="connsiteX280" fmla="*/ 5008210 w 7467600"/>
              <a:gd name="connsiteY280" fmla="*/ 6649194 h 6858000"/>
              <a:gd name="connsiteX281" fmla="*/ 4986321 w 7467600"/>
              <a:gd name="connsiteY281" fmla="*/ 6765687 h 6858000"/>
              <a:gd name="connsiteX282" fmla="*/ 4973474 w 7467600"/>
              <a:gd name="connsiteY282" fmla="*/ 6858000 h 6858000"/>
              <a:gd name="connsiteX283" fmla="*/ 4907178 w 7467600"/>
              <a:gd name="connsiteY283" fmla="*/ 6858000 h 6858000"/>
              <a:gd name="connsiteX284" fmla="*/ 4910810 w 7467600"/>
              <a:gd name="connsiteY284" fmla="*/ 6829660 h 6858000"/>
              <a:gd name="connsiteX285" fmla="*/ 4987461 w 7467600"/>
              <a:gd name="connsiteY285" fmla="*/ 6432994 h 6858000"/>
              <a:gd name="connsiteX286" fmla="*/ 5179262 w 7467600"/>
              <a:gd name="connsiteY286" fmla="*/ 6035044 h 6858000"/>
              <a:gd name="connsiteX287" fmla="*/ 4689678 w 7467600"/>
              <a:gd name="connsiteY287" fmla="*/ 6440241 h 6858000"/>
              <a:gd name="connsiteX288" fmla="*/ 4477543 w 7467600"/>
              <a:gd name="connsiteY288" fmla="*/ 6674836 h 6858000"/>
              <a:gd name="connsiteX289" fmla="*/ 4329957 w 7467600"/>
              <a:gd name="connsiteY289" fmla="*/ 6858000 h 6858000"/>
              <a:gd name="connsiteX290" fmla="*/ 4218595 w 7467600"/>
              <a:gd name="connsiteY290" fmla="*/ 6858000 h 6858000"/>
              <a:gd name="connsiteX291" fmla="*/ 4368888 w 7467600"/>
              <a:gd name="connsiteY291" fmla="*/ 6668412 h 6858000"/>
              <a:gd name="connsiteX292" fmla="*/ 4563091 w 7467600"/>
              <a:gd name="connsiteY292" fmla="*/ 6442508 h 6858000"/>
              <a:gd name="connsiteX293" fmla="*/ 5387324 w 7467600"/>
              <a:gd name="connsiteY293" fmla="*/ 5705830 h 6858000"/>
              <a:gd name="connsiteX294" fmla="*/ 5073620 w 7467600"/>
              <a:gd name="connsiteY294" fmla="*/ 5955437 h 6858000"/>
              <a:gd name="connsiteX295" fmla="*/ 4689789 w 7467600"/>
              <a:gd name="connsiteY295" fmla="*/ 6268382 h 6858000"/>
              <a:gd name="connsiteX296" fmla="*/ 4418722 w 7467600"/>
              <a:gd name="connsiteY296" fmla="*/ 6570886 h 6858000"/>
              <a:gd name="connsiteX297" fmla="*/ 4214944 w 7467600"/>
              <a:gd name="connsiteY297" fmla="*/ 6858000 h 6858000"/>
              <a:gd name="connsiteX298" fmla="*/ 4177898 w 7467600"/>
              <a:gd name="connsiteY298" fmla="*/ 6858000 h 6858000"/>
              <a:gd name="connsiteX299" fmla="*/ 4391597 w 7467600"/>
              <a:gd name="connsiteY299" fmla="*/ 6556370 h 6858000"/>
              <a:gd name="connsiteX300" fmla="*/ 4668889 w 7467600"/>
              <a:gd name="connsiteY300" fmla="*/ 6246399 h 6858000"/>
              <a:gd name="connsiteX301" fmla="*/ 5055427 w 7467600"/>
              <a:gd name="connsiteY301" fmla="*/ 5931476 h 6858000"/>
              <a:gd name="connsiteX302" fmla="*/ 5371814 w 7467600"/>
              <a:gd name="connsiteY302" fmla="*/ 5678975 h 6858000"/>
              <a:gd name="connsiteX303" fmla="*/ 4987918 w 7467600"/>
              <a:gd name="connsiteY303" fmla="*/ 5838701 h 6858000"/>
              <a:gd name="connsiteX304" fmla="*/ 4317146 w 7467600"/>
              <a:gd name="connsiteY304" fmla="*/ 6587716 h 6858000"/>
              <a:gd name="connsiteX305" fmla="*/ 4171627 w 7467600"/>
              <a:gd name="connsiteY305" fmla="*/ 6858000 h 6858000"/>
              <a:gd name="connsiteX306" fmla="*/ 4081585 w 7467600"/>
              <a:gd name="connsiteY306" fmla="*/ 6858000 h 6858000"/>
              <a:gd name="connsiteX307" fmla="*/ 4238603 w 7467600"/>
              <a:gd name="connsiteY307" fmla="*/ 6559341 h 6858000"/>
              <a:gd name="connsiteX308" fmla="*/ 4778333 w 7467600"/>
              <a:gd name="connsiteY308" fmla="*/ 5873626 h 6858000"/>
              <a:gd name="connsiteX309" fmla="*/ 5414185 w 7467600"/>
              <a:gd name="connsiteY309" fmla="*/ 5573882 h 6858000"/>
              <a:gd name="connsiteX310" fmla="*/ 5959648 w 7467600"/>
              <a:gd name="connsiteY310" fmla="*/ 4760797 h 6858000"/>
              <a:gd name="connsiteX311" fmla="*/ 5355019 w 7467600"/>
              <a:gd name="connsiteY311" fmla="*/ 4734672 h 6858000"/>
              <a:gd name="connsiteX312" fmla="*/ 5083565 w 7467600"/>
              <a:gd name="connsiteY312" fmla="*/ 5179121 h 6858000"/>
              <a:gd name="connsiteX313" fmla="*/ 4713577 w 7467600"/>
              <a:gd name="connsiteY313" fmla="*/ 5616803 h 6858000"/>
              <a:gd name="connsiteX314" fmla="*/ 3989559 w 7467600"/>
              <a:gd name="connsiteY314" fmla="*/ 6145945 h 6858000"/>
              <a:gd name="connsiteX315" fmla="*/ 3939824 w 7467600"/>
              <a:gd name="connsiteY315" fmla="*/ 6066900 h 6858000"/>
              <a:gd name="connsiteX316" fmla="*/ 4584537 w 7467600"/>
              <a:gd name="connsiteY316" fmla="*/ 5324826 h 6858000"/>
              <a:gd name="connsiteX317" fmla="*/ 5037105 w 7467600"/>
              <a:gd name="connsiteY317" fmla="*/ 5088765 h 6858000"/>
              <a:gd name="connsiteX318" fmla="*/ 5039930 w 7467600"/>
              <a:gd name="connsiteY318" fmla="*/ 5089585 h 6858000"/>
              <a:gd name="connsiteX319" fmla="*/ 5263764 w 7467600"/>
              <a:gd name="connsiteY319" fmla="*/ 4735525 h 6858000"/>
              <a:gd name="connsiteX320" fmla="*/ 4086300 w 7467600"/>
              <a:gd name="connsiteY320" fmla="*/ 4884599 h 6858000"/>
              <a:gd name="connsiteX321" fmla="*/ 4085485 w 7467600"/>
              <a:gd name="connsiteY321" fmla="*/ 4899070 h 6858000"/>
              <a:gd name="connsiteX322" fmla="*/ 3871915 w 7467600"/>
              <a:gd name="connsiteY322" fmla="*/ 5253645 h 6858000"/>
              <a:gd name="connsiteX323" fmla="*/ 3799374 w 7467600"/>
              <a:gd name="connsiteY323" fmla="*/ 5466127 h 6858000"/>
              <a:gd name="connsiteX324" fmla="*/ 3498850 w 7467600"/>
              <a:gd name="connsiteY324" fmla="*/ 6661888 h 6858000"/>
              <a:gd name="connsiteX325" fmla="*/ 3399216 w 7467600"/>
              <a:gd name="connsiteY325" fmla="*/ 6858000 h 6858000"/>
              <a:gd name="connsiteX326" fmla="*/ 3303688 w 7467600"/>
              <a:gd name="connsiteY326" fmla="*/ 6858000 h 6858000"/>
              <a:gd name="connsiteX327" fmla="*/ 3391774 w 7467600"/>
              <a:gd name="connsiteY327" fmla="*/ 6697181 h 6858000"/>
              <a:gd name="connsiteX328" fmla="*/ 3735540 w 7467600"/>
              <a:gd name="connsiteY328" fmla="*/ 5546923 h 6858000"/>
              <a:gd name="connsiteX329" fmla="*/ 3729438 w 7467600"/>
              <a:gd name="connsiteY329" fmla="*/ 5569058 h 6858000"/>
              <a:gd name="connsiteX330" fmla="*/ 3707782 w 7467600"/>
              <a:gd name="connsiteY330" fmla="*/ 5644908 h 6858000"/>
              <a:gd name="connsiteX331" fmla="*/ 3583827 w 7467600"/>
              <a:gd name="connsiteY331" fmla="*/ 6039215 h 6858000"/>
              <a:gd name="connsiteX332" fmla="*/ 3547861 w 7467600"/>
              <a:gd name="connsiteY332" fmla="*/ 6129609 h 6858000"/>
              <a:gd name="connsiteX333" fmla="*/ 3490905 w 7467600"/>
              <a:gd name="connsiteY333" fmla="*/ 6277660 h 6858000"/>
              <a:gd name="connsiteX334" fmla="*/ 3455859 w 7467600"/>
              <a:gd name="connsiteY334" fmla="*/ 6391301 h 6858000"/>
              <a:gd name="connsiteX335" fmla="*/ 3429112 w 7467600"/>
              <a:gd name="connsiteY335" fmla="*/ 6479469 h 6858000"/>
              <a:gd name="connsiteX336" fmla="*/ 3304862 w 7467600"/>
              <a:gd name="connsiteY336" fmla="*/ 6796476 h 6858000"/>
              <a:gd name="connsiteX337" fmla="*/ 3276071 w 7467600"/>
              <a:gd name="connsiteY337" fmla="*/ 6858000 h 6858000"/>
              <a:gd name="connsiteX338" fmla="*/ 3240805 w 7467600"/>
              <a:gd name="connsiteY338" fmla="*/ 6858000 h 6858000"/>
              <a:gd name="connsiteX339" fmla="*/ 3275917 w 7467600"/>
              <a:gd name="connsiteY339" fmla="*/ 6783192 h 6858000"/>
              <a:gd name="connsiteX340" fmla="*/ 3399358 w 7467600"/>
              <a:gd name="connsiteY340" fmla="*/ 6469011 h 6858000"/>
              <a:gd name="connsiteX341" fmla="*/ 3425650 w 7467600"/>
              <a:gd name="connsiteY341" fmla="*/ 6381333 h 6858000"/>
              <a:gd name="connsiteX342" fmla="*/ 3460661 w 7467600"/>
              <a:gd name="connsiteY342" fmla="*/ 6266763 h 6858000"/>
              <a:gd name="connsiteX343" fmla="*/ 3518021 w 7467600"/>
              <a:gd name="connsiteY343" fmla="*/ 6117298 h 6858000"/>
              <a:gd name="connsiteX344" fmla="*/ 3554035 w 7467600"/>
              <a:gd name="connsiteY344" fmla="*/ 6027832 h 6858000"/>
              <a:gd name="connsiteX345" fmla="*/ 3677174 w 7467600"/>
              <a:gd name="connsiteY345" fmla="*/ 5636351 h 6858000"/>
              <a:gd name="connsiteX346" fmla="*/ 3698819 w 7467600"/>
              <a:gd name="connsiteY346" fmla="*/ 5560503 h 6858000"/>
              <a:gd name="connsiteX347" fmla="*/ 3702094 w 7467600"/>
              <a:gd name="connsiteY347" fmla="*/ 5549194 h 6858000"/>
              <a:gd name="connsiteX348" fmla="*/ 3398355 w 7467600"/>
              <a:gd name="connsiteY348" fmla="*/ 6094603 h 6858000"/>
              <a:gd name="connsiteX349" fmla="*/ 3193941 w 7467600"/>
              <a:gd name="connsiteY349" fmla="*/ 6798775 h 6858000"/>
              <a:gd name="connsiteX350" fmla="*/ 3184140 w 7467600"/>
              <a:gd name="connsiteY350" fmla="*/ 6858000 h 6858000"/>
              <a:gd name="connsiteX351" fmla="*/ 3099978 w 7467600"/>
              <a:gd name="connsiteY351" fmla="*/ 6858000 h 6858000"/>
              <a:gd name="connsiteX352" fmla="*/ 3101556 w 7467600"/>
              <a:gd name="connsiteY352" fmla="*/ 6843337 h 6858000"/>
              <a:gd name="connsiteX353" fmla="*/ 3370162 w 7467600"/>
              <a:gd name="connsiteY353" fmla="*/ 5785550 h 6858000"/>
              <a:gd name="connsiteX354" fmla="*/ 3746477 w 7467600"/>
              <a:gd name="connsiteY354" fmla="*/ 5377889 h 6858000"/>
              <a:gd name="connsiteX355" fmla="*/ 3863399 w 7467600"/>
              <a:gd name="connsiteY355" fmla="*/ 5087257 h 6858000"/>
              <a:gd name="connsiteX356" fmla="*/ 3968712 w 7467600"/>
              <a:gd name="connsiteY356" fmla="*/ 4913989 h 6858000"/>
              <a:gd name="connsiteX357" fmla="*/ 2792390 w 7467600"/>
              <a:gd name="connsiteY357" fmla="*/ 5382974 h 6858000"/>
              <a:gd name="connsiteX358" fmla="*/ 2714982 w 7467600"/>
              <a:gd name="connsiteY358" fmla="*/ 5427051 h 6858000"/>
              <a:gd name="connsiteX359" fmla="*/ 2813361 w 7467600"/>
              <a:gd name="connsiteY359" fmla="*/ 6023912 h 6858000"/>
              <a:gd name="connsiteX360" fmla="*/ 2688430 w 7467600"/>
              <a:gd name="connsiteY360" fmla="*/ 6801564 h 6858000"/>
              <a:gd name="connsiteX361" fmla="*/ 2629626 w 7467600"/>
              <a:gd name="connsiteY361" fmla="*/ 6763394 h 6858000"/>
              <a:gd name="connsiteX362" fmla="*/ 2565328 w 7467600"/>
              <a:gd name="connsiteY362" fmla="*/ 5516399 h 6858000"/>
              <a:gd name="connsiteX363" fmla="*/ 1922999 w 7467600"/>
              <a:gd name="connsiteY363" fmla="*/ 5980343 h 6858000"/>
              <a:gd name="connsiteX364" fmla="*/ 1950261 w 7467600"/>
              <a:gd name="connsiteY364" fmla="*/ 6405858 h 6858000"/>
              <a:gd name="connsiteX365" fmla="*/ 2365554 w 7467600"/>
              <a:gd name="connsiteY365" fmla="*/ 6759107 h 6858000"/>
              <a:gd name="connsiteX366" fmla="*/ 2424142 w 7467600"/>
              <a:gd name="connsiteY366" fmla="*/ 6858000 h 6858000"/>
              <a:gd name="connsiteX367" fmla="*/ 2395994 w 7467600"/>
              <a:gd name="connsiteY367" fmla="*/ 6858000 h 6858000"/>
              <a:gd name="connsiteX368" fmla="*/ 2392863 w 7467600"/>
              <a:gd name="connsiteY368" fmla="*/ 6852964 h 6858000"/>
              <a:gd name="connsiteX369" fmla="*/ 2017589 w 7467600"/>
              <a:gd name="connsiteY369" fmla="*/ 6493982 h 6858000"/>
              <a:gd name="connsiteX370" fmla="*/ 2147336 w 7467600"/>
              <a:gd name="connsiteY370" fmla="*/ 6594052 h 6858000"/>
              <a:gd name="connsiteX371" fmla="*/ 2207047 w 7467600"/>
              <a:gd name="connsiteY371" fmla="*/ 6654540 h 6858000"/>
              <a:gd name="connsiteX372" fmla="*/ 2299106 w 7467600"/>
              <a:gd name="connsiteY372" fmla="*/ 6778931 h 6858000"/>
              <a:gd name="connsiteX373" fmla="*/ 2314430 w 7467600"/>
              <a:gd name="connsiteY373" fmla="*/ 6801144 h 6858000"/>
              <a:gd name="connsiteX374" fmla="*/ 2352406 w 7467600"/>
              <a:gd name="connsiteY374" fmla="*/ 6858000 h 6858000"/>
              <a:gd name="connsiteX375" fmla="*/ 2314492 w 7467600"/>
              <a:gd name="connsiteY375" fmla="*/ 6858000 h 6858000"/>
              <a:gd name="connsiteX376" fmla="*/ 2288095 w 7467600"/>
              <a:gd name="connsiteY376" fmla="*/ 6818030 h 6858000"/>
              <a:gd name="connsiteX377" fmla="*/ 2272768 w 7467600"/>
              <a:gd name="connsiteY377" fmla="*/ 6795822 h 6858000"/>
              <a:gd name="connsiteX378" fmla="*/ 2182715 w 7467600"/>
              <a:gd name="connsiteY378" fmla="*/ 6675071 h 6858000"/>
              <a:gd name="connsiteX379" fmla="*/ 2032061 w 7467600"/>
              <a:gd name="connsiteY379" fmla="*/ 6541380 h 6858000"/>
              <a:gd name="connsiteX380" fmla="*/ 2257220 w 7467600"/>
              <a:gd name="connsiteY380" fmla="*/ 6826257 h 6858000"/>
              <a:gd name="connsiteX381" fmla="*/ 2281324 w 7467600"/>
              <a:gd name="connsiteY381" fmla="*/ 6858000 h 6858000"/>
              <a:gd name="connsiteX382" fmla="*/ 2242860 w 7467600"/>
              <a:gd name="connsiteY382" fmla="*/ 6858000 h 6858000"/>
              <a:gd name="connsiteX383" fmla="*/ 2232818 w 7467600"/>
              <a:gd name="connsiteY383" fmla="*/ 6844926 h 6858000"/>
              <a:gd name="connsiteX384" fmla="*/ 1990172 w 7467600"/>
              <a:gd name="connsiteY384" fmla="*/ 6542121 h 6858000"/>
              <a:gd name="connsiteX385" fmla="*/ 2124090 w 7467600"/>
              <a:gd name="connsiteY385" fmla="*/ 6761017 h 6858000"/>
              <a:gd name="connsiteX386" fmla="*/ 2200380 w 7467600"/>
              <a:gd name="connsiteY386" fmla="*/ 6858000 h 6858000"/>
              <a:gd name="connsiteX387" fmla="*/ 2147507 w 7467600"/>
              <a:gd name="connsiteY387" fmla="*/ 6858000 h 6858000"/>
              <a:gd name="connsiteX388" fmla="*/ 2070668 w 7467600"/>
              <a:gd name="connsiteY388" fmla="*/ 6761520 h 6858000"/>
              <a:gd name="connsiteX389" fmla="*/ 1975142 w 7467600"/>
              <a:gd name="connsiteY389" fmla="*/ 6585570 h 6858000"/>
              <a:gd name="connsiteX390" fmla="*/ 2050035 w 7467600"/>
              <a:gd name="connsiteY390" fmla="*/ 6813345 h 6858000"/>
              <a:gd name="connsiteX391" fmla="*/ 2063025 w 7467600"/>
              <a:gd name="connsiteY391" fmla="*/ 6858000 h 6858000"/>
              <a:gd name="connsiteX392" fmla="*/ 2021675 w 7467600"/>
              <a:gd name="connsiteY392" fmla="*/ 6858000 h 6858000"/>
              <a:gd name="connsiteX393" fmla="*/ 2019308 w 7467600"/>
              <a:gd name="connsiteY393" fmla="*/ 6847118 h 6858000"/>
              <a:gd name="connsiteX394" fmla="*/ 1938835 w 7467600"/>
              <a:gd name="connsiteY394" fmla="*/ 6551160 h 6858000"/>
              <a:gd name="connsiteX395" fmla="*/ 1953230 w 7467600"/>
              <a:gd name="connsiteY395" fmla="*/ 6759699 h 6858000"/>
              <a:gd name="connsiteX396" fmla="*/ 1956763 w 7467600"/>
              <a:gd name="connsiteY396" fmla="*/ 6778191 h 6858000"/>
              <a:gd name="connsiteX397" fmla="*/ 1967925 w 7467600"/>
              <a:gd name="connsiteY397" fmla="*/ 6858000 h 6858000"/>
              <a:gd name="connsiteX398" fmla="*/ 1936622 w 7467600"/>
              <a:gd name="connsiteY398" fmla="*/ 6858000 h 6858000"/>
              <a:gd name="connsiteX399" fmla="*/ 1926261 w 7467600"/>
              <a:gd name="connsiteY399" fmla="*/ 6784064 h 6858000"/>
              <a:gd name="connsiteX400" fmla="*/ 1922724 w 7467600"/>
              <a:gd name="connsiteY400" fmla="*/ 6765577 h 6858000"/>
              <a:gd name="connsiteX401" fmla="*/ 1904650 w 7467600"/>
              <a:gd name="connsiteY401" fmla="*/ 6639616 h 6858000"/>
              <a:gd name="connsiteX402" fmla="*/ 1885273 w 7467600"/>
              <a:gd name="connsiteY402" fmla="*/ 6858000 h 6858000"/>
              <a:gd name="connsiteX403" fmla="*/ 1854363 w 7467600"/>
              <a:gd name="connsiteY403" fmla="*/ 6858000 h 6858000"/>
              <a:gd name="connsiteX404" fmla="*/ 1880391 w 7467600"/>
              <a:gd name="connsiteY404" fmla="*/ 6603796 h 6858000"/>
              <a:gd name="connsiteX405" fmla="*/ 1818273 w 7467600"/>
              <a:gd name="connsiteY405" fmla="*/ 6715729 h 6858000"/>
              <a:gd name="connsiteX406" fmla="*/ 1794691 w 7467600"/>
              <a:gd name="connsiteY406" fmla="*/ 6843239 h 6858000"/>
              <a:gd name="connsiteX407" fmla="*/ 1794914 w 7467600"/>
              <a:gd name="connsiteY407" fmla="*/ 6858000 h 6858000"/>
              <a:gd name="connsiteX408" fmla="*/ 1746128 w 7467600"/>
              <a:gd name="connsiteY408" fmla="*/ 6858000 h 6858000"/>
              <a:gd name="connsiteX409" fmla="*/ 1753934 w 7467600"/>
              <a:gd name="connsiteY409" fmla="*/ 6724796 h 6858000"/>
              <a:gd name="connsiteX410" fmla="*/ 1792053 w 7467600"/>
              <a:gd name="connsiteY410" fmla="*/ 6572396 h 6858000"/>
              <a:gd name="connsiteX411" fmla="*/ 1862248 w 7467600"/>
              <a:gd name="connsiteY411" fmla="*/ 6266397 h 6858000"/>
              <a:gd name="connsiteX412" fmla="*/ 1862250 w 7467600"/>
              <a:gd name="connsiteY412" fmla="*/ 6033531 h 6858000"/>
              <a:gd name="connsiteX413" fmla="*/ 1211999 w 7467600"/>
              <a:gd name="connsiteY413" fmla="*/ 6683610 h 6858000"/>
              <a:gd name="connsiteX414" fmla="*/ 1213266 w 7467600"/>
              <a:gd name="connsiteY414" fmla="*/ 6691947 h 6858000"/>
              <a:gd name="connsiteX415" fmla="*/ 1203370 w 7467600"/>
              <a:gd name="connsiteY415" fmla="*/ 6850676 h 6858000"/>
              <a:gd name="connsiteX416" fmla="*/ 1203671 w 7467600"/>
              <a:gd name="connsiteY416" fmla="*/ 6858000 h 6858000"/>
              <a:gd name="connsiteX417" fmla="*/ 1143180 w 7467600"/>
              <a:gd name="connsiteY417" fmla="*/ 6858000 h 6858000"/>
              <a:gd name="connsiteX418" fmla="*/ 1142176 w 7467600"/>
              <a:gd name="connsiteY418" fmla="*/ 6766045 h 6858000"/>
              <a:gd name="connsiteX419" fmla="*/ 1067484 w 7467600"/>
              <a:gd name="connsiteY419" fmla="*/ 6858000 h 6858000"/>
              <a:gd name="connsiteX420" fmla="*/ 953928 w 7467600"/>
              <a:gd name="connsiteY420" fmla="*/ 6858000 h 6858000"/>
              <a:gd name="connsiteX421" fmla="*/ 959715 w 7467600"/>
              <a:gd name="connsiteY421" fmla="*/ 6850185 h 6858000"/>
              <a:gd name="connsiteX422" fmla="*/ 1483788 w 7467600"/>
              <a:gd name="connsiteY422" fmla="*/ 6259174 h 6858000"/>
              <a:gd name="connsiteX423" fmla="*/ 1100671 w 7467600"/>
              <a:gd name="connsiteY423" fmla="*/ 6252137 h 6858000"/>
              <a:gd name="connsiteX424" fmla="*/ 1090144 w 7467600"/>
              <a:gd name="connsiteY424" fmla="*/ 6256748 h 6858000"/>
              <a:gd name="connsiteX425" fmla="*/ 1095872 w 7467600"/>
              <a:gd name="connsiteY425" fmla="*/ 6271892 h 6858000"/>
              <a:gd name="connsiteX426" fmla="*/ 262785 w 7467600"/>
              <a:gd name="connsiteY426" fmla="*/ 6845450 h 6858000"/>
              <a:gd name="connsiteX427" fmla="*/ 209968 w 7467600"/>
              <a:gd name="connsiteY427" fmla="*/ 6770713 h 6858000"/>
              <a:gd name="connsiteX428" fmla="*/ 873460 w 7467600"/>
              <a:gd name="connsiteY428" fmla="*/ 6253768 h 6858000"/>
              <a:gd name="connsiteX429" fmla="*/ 192686 w 7467600"/>
              <a:gd name="connsiteY429" fmla="*/ 5849257 h 6858000"/>
              <a:gd name="connsiteX430" fmla="*/ 4696 w 7467600"/>
              <a:gd name="connsiteY430" fmla="*/ 5697668 h 6858000"/>
              <a:gd name="connsiteX431" fmla="*/ 0 w 7467600"/>
              <a:gd name="connsiteY431" fmla="*/ 5689984 h 6858000"/>
              <a:gd name="connsiteX432" fmla="*/ 0 w 7467600"/>
              <a:gd name="connsiteY432" fmla="*/ 5513472 h 6858000"/>
              <a:gd name="connsiteX433" fmla="*/ 174101 w 7467600"/>
              <a:gd name="connsiteY433" fmla="*/ 5620277 h 6858000"/>
              <a:gd name="connsiteX434" fmla="*/ 891800 w 7467600"/>
              <a:gd name="connsiteY434" fmla="*/ 6036935 h 6858000"/>
              <a:gd name="connsiteX435" fmla="*/ 1072219 w 7467600"/>
              <a:gd name="connsiteY435" fmla="*/ 6169443 h 6858000"/>
              <a:gd name="connsiteX436" fmla="*/ 1074117 w 7467600"/>
              <a:gd name="connsiteY436" fmla="*/ 6170301 h 6858000"/>
              <a:gd name="connsiteX437" fmla="*/ 1083114 w 7467600"/>
              <a:gd name="connsiteY437" fmla="*/ 6174131 h 6858000"/>
              <a:gd name="connsiteX438" fmla="*/ 1543010 w 7467600"/>
              <a:gd name="connsiteY438" fmla="*/ 6191140 h 6858000"/>
              <a:gd name="connsiteX439" fmla="*/ 1551080 w 7467600"/>
              <a:gd name="connsiteY439" fmla="*/ 6195006 h 6858000"/>
              <a:gd name="connsiteX440" fmla="*/ 2345443 w 7467600"/>
              <a:gd name="connsiteY440" fmla="*/ 5549882 h 6858000"/>
              <a:gd name="connsiteX441" fmla="*/ 1721499 w 7467600"/>
              <a:gd name="connsiteY441" fmla="*/ 5599969 h 6858000"/>
              <a:gd name="connsiteX442" fmla="*/ 767716 w 7467600"/>
              <a:gd name="connsiteY442" fmla="*/ 5472768 h 6858000"/>
              <a:gd name="connsiteX443" fmla="*/ 722147 w 7467600"/>
              <a:gd name="connsiteY443" fmla="*/ 5393091 h 6858000"/>
              <a:gd name="connsiteX444" fmla="*/ 1485552 w 7467600"/>
              <a:gd name="connsiteY444" fmla="*/ 5313202 h 6858000"/>
              <a:gd name="connsiteX445" fmla="*/ 2143004 w 7467600"/>
              <a:gd name="connsiteY445" fmla="*/ 5402420 h 6858000"/>
              <a:gd name="connsiteX446" fmla="*/ 1933391 w 7467600"/>
              <a:gd name="connsiteY446" fmla="*/ 5156971 h 6858000"/>
              <a:gd name="connsiteX447" fmla="*/ 1827118 w 7467600"/>
              <a:gd name="connsiteY447" fmla="*/ 4968410 h 6858000"/>
              <a:gd name="connsiteX448" fmla="*/ 1837349 w 7467600"/>
              <a:gd name="connsiteY448" fmla="*/ 4956357 h 6858000"/>
              <a:gd name="connsiteX449" fmla="*/ 2162835 w 7467600"/>
              <a:gd name="connsiteY449" fmla="*/ 5187853 h 6858000"/>
              <a:gd name="connsiteX450" fmla="*/ 2257167 w 7467600"/>
              <a:gd name="connsiteY450" fmla="*/ 5462123 h 6858000"/>
              <a:gd name="connsiteX451" fmla="*/ 2261598 w 7467600"/>
              <a:gd name="connsiteY451" fmla="*/ 5467998 h 6858000"/>
              <a:gd name="connsiteX452" fmla="*/ 2437177 w 7467600"/>
              <a:gd name="connsiteY452" fmla="*/ 5479608 h 6858000"/>
              <a:gd name="connsiteX453" fmla="*/ 2445247 w 7467600"/>
              <a:gd name="connsiteY453" fmla="*/ 5483476 h 6858000"/>
              <a:gd name="connsiteX454" fmla="*/ 2743626 w 7467600"/>
              <a:gd name="connsiteY454" fmla="*/ 5304819 h 6858000"/>
              <a:gd name="connsiteX455" fmla="*/ 3048102 w 7467600"/>
              <a:gd name="connsiteY455" fmla="*/ 5150595 h 6858000"/>
              <a:gd name="connsiteX456" fmla="*/ 1799414 w 7467600"/>
              <a:gd name="connsiteY456" fmla="*/ 4694732 h 6858000"/>
              <a:gd name="connsiteX457" fmla="*/ 1771735 w 7467600"/>
              <a:gd name="connsiteY457" fmla="*/ 4619929 h 6858000"/>
              <a:gd name="connsiteX458" fmla="*/ 3104273 w 7467600"/>
              <a:gd name="connsiteY458" fmla="*/ 5076159 h 6858000"/>
              <a:gd name="connsiteX459" fmla="*/ 3113245 w 7467600"/>
              <a:gd name="connsiteY459" fmla="*/ 5090705 h 6858000"/>
              <a:gd name="connsiteX460" fmla="*/ 3126294 w 7467600"/>
              <a:gd name="connsiteY460" fmla="*/ 5114400 h 6858000"/>
              <a:gd name="connsiteX461" fmla="*/ 3937433 w 7467600"/>
              <a:gd name="connsiteY461" fmla="*/ 4830473 h 6858000"/>
              <a:gd name="connsiteX462" fmla="*/ 3590475 w 7467600"/>
              <a:gd name="connsiteY462" fmla="*/ 4597974 h 6858000"/>
              <a:gd name="connsiteX463" fmla="*/ 3100264 w 7467600"/>
              <a:gd name="connsiteY463" fmla="*/ 4579845 h 6858000"/>
              <a:gd name="connsiteX464" fmla="*/ 2183576 w 7467600"/>
              <a:gd name="connsiteY464" fmla="*/ 4227150 h 6858000"/>
              <a:gd name="connsiteX465" fmla="*/ 2151029 w 7467600"/>
              <a:gd name="connsiteY465" fmla="*/ 4146947 h 6858000"/>
              <a:gd name="connsiteX466" fmla="*/ 3563434 w 7467600"/>
              <a:gd name="connsiteY466" fmla="*/ 4469115 h 6858000"/>
              <a:gd name="connsiteX467" fmla="*/ 3177952 w 7467600"/>
              <a:gd name="connsiteY467" fmla="*/ 3657386 h 6858000"/>
              <a:gd name="connsiteX468" fmla="*/ 3189263 w 7467600"/>
              <a:gd name="connsiteY468" fmla="*/ 3625726 h 6858000"/>
              <a:gd name="connsiteX469" fmla="*/ 3560912 w 7467600"/>
              <a:gd name="connsiteY469" fmla="*/ 4079863 h 6858000"/>
              <a:gd name="connsiteX470" fmla="*/ 3626636 w 7467600"/>
              <a:gd name="connsiteY470" fmla="*/ 4512230 h 6858000"/>
              <a:gd name="connsiteX471" fmla="*/ 3653088 w 7467600"/>
              <a:gd name="connsiteY471" fmla="*/ 4521417 h 6858000"/>
              <a:gd name="connsiteX472" fmla="*/ 3988128 w 7467600"/>
              <a:gd name="connsiteY472" fmla="*/ 4817267 h 6858000"/>
              <a:gd name="connsiteX473" fmla="*/ 4830582 w 7467600"/>
              <a:gd name="connsiteY473" fmla="*/ 4676000 h 6858000"/>
              <a:gd name="connsiteX474" fmla="*/ 4830100 w 7467600"/>
              <a:gd name="connsiteY474" fmla="*/ 4675554 h 6858000"/>
              <a:gd name="connsiteX475" fmla="*/ 4036318 w 7467600"/>
              <a:gd name="connsiteY475" fmla="*/ 4147013 h 6858000"/>
              <a:gd name="connsiteX476" fmla="*/ 3432098 w 7467600"/>
              <a:gd name="connsiteY476" fmla="*/ 3537312 h 6858000"/>
              <a:gd name="connsiteX477" fmla="*/ 3446761 w 7467600"/>
              <a:gd name="connsiteY477" fmla="*/ 3461278 h 6858000"/>
              <a:gd name="connsiteX478" fmla="*/ 4419733 w 7467600"/>
              <a:gd name="connsiteY478" fmla="*/ 3963555 h 6858000"/>
              <a:gd name="connsiteX479" fmla="*/ 4781371 w 7467600"/>
              <a:gd name="connsiteY479" fmla="*/ 4458604 h 6858000"/>
              <a:gd name="connsiteX480" fmla="*/ 4780440 w 7467600"/>
              <a:gd name="connsiteY480" fmla="*/ 4470290 h 6858000"/>
              <a:gd name="connsiteX481" fmla="*/ 4898954 w 7467600"/>
              <a:gd name="connsiteY481" fmla="*/ 4662092 h 6858000"/>
              <a:gd name="connsiteX482" fmla="*/ 4900699 w 7467600"/>
              <a:gd name="connsiteY482" fmla="*/ 4670867 h 6858000"/>
              <a:gd name="connsiteX483" fmla="*/ 5714511 w 7467600"/>
              <a:gd name="connsiteY483" fmla="*/ 4663483 h 6858000"/>
              <a:gd name="connsiteX484" fmla="*/ 5464793 w 7467600"/>
              <a:gd name="connsiteY484" fmla="*/ 4393556 h 6858000"/>
              <a:gd name="connsiteX485" fmla="*/ 5461897 w 7467600"/>
              <a:gd name="connsiteY485" fmla="*/ 4390879 h 6858000"/>
              <a:gd name="connsiteX486" fmla="*/ 4294126 w 7467600"/>
              <a:gd name="connsiteY486" fmla="*/ 3303048 h 6858000"/>
              <a:gd name="connsiteX487" fmla="*/ 4305321 w 7467600"/>
              <a:gd name="connsiteY487" fmla="*/ 3256953 h 6858000"/>
              <a:gd name="connsiteX488" fmla="*/ 4949299 w 7467600"/>
              <a:gd name="connsiteY488" fmla="*/ 3766336 h 6858000"/>
              <a:gd name="connsiteX489" fmla="*/ 5291452 w 7467600"/>
              <a:gd name="connsiteY489" fmla="*/ 4076801 h 6858000"/>
              <a:gd name="connsiteX490" fmla="*/ 5434998 w 7467600"/>
              <a:gd name="connsiteY490" fmla="*/ 4254100 h 6858000"/>
              <a:gd name="connsiteX491" fmla="*/ 5351015 w 7467600"/>
              <a:gd name="connsiteY491" fmla="*/ 3760989 h 6858000"/>
              <a:gd name="connsiteX492" fmla="*/ 5413780 w 7467600"/>
              <a:gd name="connsiteY492" fmla="*/ 2966265 h 6858000"/>
              <a:gd name="connsiteX493" fmla="*/ 5425627 w 7467600"/>
              <a:gd name="connsiteY493" fmla="*/ 2954192 h 6858000"/>
              <a:gd name="connsiteX494" fmla="*/ 6604735 w 7467600"/>
              <a:gd name="connsiteY494" fmla="*/ 2041381 h 6858000"/>
              <a:gd name="connsiteX495" fmla="*/ 7204487 w 7467600"/>
              <a:gd name="connsiteY495" fmla="*/ 2742112 h 6858000"/>
              <a:gd name="connsiteX496" fmla="*/ 7131592 w 7467600"/>
              <a:gd name="connsiteY496" fmla="*/ 2672096 h 6858000"/>
              <a:gd name="connsiteX497" fmla="*/ 6996344 w 7467600"/>
              <a:gd name="connsiteY497" fmla="*/ 2518310 h 6858000"/>
              <a:gd name="connsiteX498" fmla="*/ 6735495 w 7467600"/>
              <a:gd name="connsiteY498" fmla="*/ 2196890 h 6858000"/>
              <a:gd name="connsiteX499" fmla="*/ 6721901 w 7467600"/>
              <a:gd name="connsiteY499" fmla="*/ 2179274 h 6858000"/>
              <a:gd name="connsiteX500" fmla="*/ 6604735 w 7467600"/>
              <a:gd name="connsiteY500" fmla="*/ 2041381 h 6858000"/>
              <a:gd name="connsiteX501" fmla="*/ 6591670 w 7467600"/>
              <a:gd name="connsiteY501" fmla="*/ 1988277 h 6858000"/>
              <a:gd name="connsiteX502" fmla="*/ 6747349 w 7467600"/>
              <a:gd name="connsiteY502" fmla="*/ 2160069 h 6858000"/>
              <a:gd name="connsiteX503" fmla="*/ 6760943 w 7467600"/>
              <a:gd name="connsiteY503" fmla="*/ 2177686 h 6858000"/>
              <a:gd name="connsiteX504" fmla="*/ 7021065 w 7467600"/>
              <a:gd name="connsiteY504" fmla="*/ 2498102 h 6858000"/>
              <a:gd name="connsiteX505" fmla="*/ 7155223 w 7467600"/>
              <a:gd name="connsiteY505" fmla="*/ 2650386 h 6858000"/>
              <a:gd name="connsiteX506" fmla="*/ 7203167 w 7467600"/>
              <a:gd name="connsiteY506" fmla="*/ 2697288 h 6858000"/>
              <a:gd name="connsiteX507" fmla="*/ 6937703 w 7467600"/>
              <a:gd name="connsiteY507" fmla="*/ 2321981 h 6858000"/>
              <a:gd name="connsiteX508" fmla="*/ 6591670 w 7467600"/>
              <a:gd name="connsiteY508" fmla="*/ 1988277 h 6858000"/>
              <a:gd name="connsiteX509" fmla="*/ 5798671 w 7467600"/>
              <a:gd name="connsiteY509" fmla="*/ 1981601 h 6858000"/>
              <a:gd name="connsiteX510" fmla="*/ 5754709 w 7467600"/>
              <a:gd name="connsiteY510" fmla="*/ 2071454 h 6858000"/>
              <a:gd name="connsiteX511" fmla="*/ 5763044 w 7467600"/>
              <a:gd name="connsiteY511" fmla="*/ 2842206 h 6858000"/>
              <a:gd name="connsiteX512" fmla="*/ 5764974 w 7467600"/>
              <a:gd name="connsiteY512" fmla="*/ 2799609 h 6858000"/>
              <a:gd name="connsiteX513" fmla="*/ 5767665 w 7467600"/>
              <a:gd name="connsiteY513" fmla="*/ 2666409 h 6858000"/>
              <a:gd name="connsiteX514" fmla="*/ 5763055 w 7467600"/>
              <a:gd name="connsiteY514" fmla="*/ 2579705 h 6858000"/>
              <a:gd name="connsiteX515" fmla="*/ 5758079 w 7467600"/>
              <a:gd name="connsiteY515" fmla="*/ 2492508 h 6858000"/>
              <a:gd name="connsiteX516" fmla="*/ 5779325 w 7467600"/>
              <a:gd name="connsiteY516" fmla="*/ 2197069 h 6858000"/>
              <a:gd name="connsiteX517" fmla="*/ 5798671 w 7467600"/>
              <a:gd name="connsiteY517" fmla="*/ 1981601 h 6858000"/>
              <a:gd name="connsiteX518" fmla="*/ 5829202 w 7467600"/>
              <a:gd name="connsiteY518" fmla="*/ 1971679 h 6858000"/>
              <a:gd name="connsiteX519" fmla="*/ 5809558 w 7467600"/>
              <a:gd name="connsiteY519" fmla="*/ 2198043 h 6858000"/>
              <a:gd name="connsiteX520" fmla="*/ 5788653 w 7467600"/>
              <a:gd name="connsiteY520" fmla="*/ 2489430 h 6858000"/>
              <a:gd name="connsiteX521" fmla="*/ 5793439 w 7467600"/>
              <a:gd name="connsiteY521" fmla="*/ 2575235 h 6858000"/>
              <a:gd name="connsiteX522" fmla="*/ 5796837 w 7467600"/>
              <a:gd name="connsiteY522" fmla="*/ 2637633 h 6858000"/>
              <a:gd name="connsiteX523" fmla="*/ 5818614 w 7467600"/>
              <a:gd name="connsiteY523" fmla="*/ 2473055 h 6858000"/>
              <a:gd name="connsiteX524" fmla="*/ 5829202 w 7467600"/>
              <a:gd name="connsiteY524" fmla="*/ 1971679 h 6858000"/>
              <a:gd name="connsiteX525" fmla="*/ 5911389 w 7467600"/>
              <a:gd name="connsiteY525" fmla="*/ 1898371 h 6858000"/>
              <a:gd name="connsiteX526" fmla="*/ 6237627 w 7467600"/>
              <a:gd name="connsiteY526" fmla="*/ 2231921 h 6858000"/>
              <a:gd name="connsiteX527" fmla="*/ 5911389 w 7467600"/>
              <a:gd name="connsiteY527" fmla="*/ 1898371 h 6858000"/>
              <a:gd name="connsiteX528" fmla="*/ 6944437 w 7467600"/>
              <a:gd name="connsiteY528" fmla="*/ 1575402 h 6858000"/>
              <a:gd name="connsiteX529" fmla="*/ 6304730 w 7467600"/>
              <a:gd name="connsiteY529" fmla="*/ 1766654 h 6858000"/>
              <a:gd name="connsiteX530" fmla="*/ 6944437 w 7467600"/>
              <a:gd name="connsiteY530" fmla="*/ 1575402 h 6858000"/>
              <a:gd name="connsiteX531" fmla="*/ 7019523 w 7467600"/>
              <a:gd name="connsiteY531" fmla="*/ 1519450 h 6858000"/>
              <a:gd name="connsiteX532" fmla="*/ 6298091 w 7467600"/>
              <a:gd name="connsiteY532" fmla="*/ 1737122 h 6858000"/>
              <a:gd name="connsiteX533" fmla="*/ 7019523 w 7467600"/>
              <a:gd name="connsiteY533" fmla="*/ 1519450 h 6858000"/>
              <a:gd name="connsiteX534" fmla="*/ 2399523 w 7467600"/>
              <a:gd name="connsiteY534" fmla="*/ 1428234 h 6858000"/>
              <a:gd name="connsiteX535" fmla="*/ 2224982 w 7467600"/>
              <a:gd name="connsiteY535" fmla="*/ 1826201 h 6858000"/>
              <a:gd name="connsiteX536" fmla="*/ 2096099 w 7467600"/>
              <a:gd name="connsiteY536" fmla="*/ 2345900 h 6858000"/>
              <a:gd name="connsiteX537" fmla="*/ 2283317 w 7467600"/>
              <a:gd name="connsiteY537" fmla="*/ 1796925 h 6858000"/>
              <a:gd name="connsiteX538" fmla="*/ 2399523 w 7467600"/>
              <a:gd name="connsiteY538" fmla="*/ 1428234 h 6858000"/>
              <a:gd name="connsiteX539" fmla="*/ 2448558 w 7467600"/>
              <a:gd name="connsiteY539" fmla="*/ 1373435 h 6858000"/>
              <a:gd name="connsiteX540" fmla="*/ 2312521 w 7467600"/>
              <a:gd name="connsiteY540" fmla="*/ 1806140 h 6858000"/>
              <a:gd name="connsiteX541" fmla="*/ 2127533 w 7467600"/>
              <a:gd name="connsiteY541" fmla="*/ 2348380 h 6858000"/>
              <a:gd name="connsiteX542" fmla="*/ 2358080 w 7467600"/>
              <a:gd name="connsiteY542" fmla="*/ 1866134 h 6858000"/>
              <a:gd name="connsiteX543" fmla="*/ 2407436 w 7467600"/>
              <a:gd name="connsiteY543" fmla="*/ 1651070 h 6858000"/>
              <a:gd name="connsiteX544" fmla="*/ 2448558 w 7467600"/>
              <a:gd name="connsiteY544" fmla="*/ 1373435 h 6858000"/>
              <a:gd name="connsiteX545" fmla="*/ 278707 w 7467600"/>
              <a:gd name="connsiteY545" fmla="*/ 1352270 h 6858000"/>
              <a:gd name="connsiteX546" fmla="*/ 321570 w 7467600"/>
              <a:gd name="connsiteY546" fmla="*/ 1861610 h 6858000"/>
              <a:gd name="connsiteX547" fmla="*/ 294281 w 7467600"/>
              <a:gd name="connsiteY547" fmla="*/ 1440658 h 6858000"/>
              <a:gd name="connsiteX548" fmla="*/ 278707 w 7467600"/>
              <a:gd name="connsiteY548" fmla="*/ 1352270 h 6858000"/>
              <a:gd name="connsiteX549" fmla="*/ 1423821 w 7467600"/>
              <a:gd name="connsiteY549" fmla="*/ 1351958 h 6858000"/>
              <a:gd name="connsiteX550" fmla="*/ 1638521 w 7467600"/>
              <a:gd name="connsiteY550" fmla="*/ 1908470 h 6858000"/>
              <a:gd name="connsiteX551" fmla="*/ 1754199 w 7467600"/>
              <a:gd name="connsiteY551" fmla="*/ 2149284 h 6858000"/>
              <a:gd name="connsiteX552" fmla="*/ 1908359 w 7467600"/>
              <a:gd name="connsiteY552" fmla="*/ 2364988 h 6858000"/>
              <a:gd name="connsiteX553" fmla="*/ 1647661 w 7467600"/>
              <a:gd name="connsiteY553" fmla="*/ 1825945 h 6858000"/>
              <a:gd name="connsiteX554" fmla="*/ 1423821 w 7467600"/>
              <a:gd name="connsiteY554" fmla="*/ 1351958 h 6858000"/>
              <a:gd name="connsiteX555" fmla="*/ 1431890 w 7467600"/>
              <a:gd name="connsiteY555" fmla="*/ 1306475 h 6858000"/>
              <a:gd name="connsiteX556" fmla="*/ 1507597 w 7467600"/>
              <a:gd name="connsiteY556" fmla="*/ 1446132 h 6858000"/>
              <a:gd name="connsiteX557" fmla="*/ 1674586 w 7467600"/>
              <a:gd name="connsiteY557" fmla="*/ 1813832 h 6858000"/>
              <a:gd name="connsiteX558" fmla="*/ 1815950 w 7467600"/>
              <a:gd name="connsiteY558" fmla="*/ 2128564 h 6858000"/>
              <a:gd name="connsiteX559" fmla="*/ 1984242 w 7467600"/>
              <a:gd name="connsiteY559" fmla="*/ 2430829 h 6858000"/>
              <a:gd name="connsiteX560" fmla="*/ 2014023 w 7467600"/>
              <a:gd name="connsiteY560" fmla="*/ 2450995 h 6858000"/>
              <a:gd name="connsiteX561" fmla="*/ 1747337 w 7467600"/>
              <a:gd name="connsiteY561" fmla="*/ 1855264 h 6858000"/>
              <a:gd name="connsiteX562" fmla="*/ 1533749 w 7467600"/>
              <a:gd name="connsiteY562" fmla="*/ 1478656 h 6858000"/>
              <a:gd name="connsiteX563" fmla="*/ 1431890 w 7467600"/>
              <a:gd name="connsiteY563" fmla="*/ 1306475 h 6858000"/>
              <a:gd name="connsiteX564" fmla="*/ 5052692 w 7467600"/>
              <a:gd name="connsiteY564" fmla="*/ 1292994 h 6858000"/>
              <a:gd name="connsiteX565" fmla="*/ 5200661 w 7467600"/>
              <a:gd name="connsiteY565" fmla="*/ 1635186 h 6858000"/>
              <a:gd name="connsiteX566" fmla="*/ 5297138 w 7467600"/>
              <a:gd name="connsiteY566" fmla="*/ 1906351 h 6858000"/>
              <a:gd name="connsiteX567" fmla="*/ 5052692 w 7467600"/>
              <a:gd name="connsiteY567" fmla="*/ 1292994 h 6858000"/>
              <a:gd name="connsiteX568" fmla="*/ 5009948 w 7467600"/>
              <a:gd name="connsiteY568" fmla="*/ 1273619 h 6858000"/>
              <a:gd name="connsiteX569" fmla="*/ 5121777 w 7467600"/>
              <a:gd name="connsiteY569" fmla="*/ 1654213 h 6858000"/>
              <a:gd name="connsiteX570" fmla="*/ 5293545 w 7467600"/>
              <a:gd name="connsiteY570" fmla="*/ 2072247 h 6858000"/>
              <a:gd name="connsiteX571" fmla="*/ 5294042 w 7467600"/>
              <a:gd name="connsiteY571" fmla="*/ 2065019 h 6858000"/>
              <a:gd name="connsiteX572" fmla="*/ 5171936 w 7467600"/>
              <a:gd name="connsiteY572" fmla="*/ 1647613 h 6858000"/>
              <a:gd name="connsiteX573" fmla="*/ 5009948 w 7467600"/>
              <a:gd name="connsiteY573" fmla="*/ 1273619 h 6858000"/>
              <a:gd name="connsiteX574" fmla="*/ 655236 w 7467600"/>
              <a:gd name="connsiteY574" fmla="*/ 1268632 h 6858000"/>
              <a:gd name="connsiteX575" fmla="*/ 839521 w 7467600"/>
              <a:gd name="connsiteY575" fmla="*/ 1685315 h 6858000"/>
              <a:gd name="connsiteX576" fmla="*/ 1109416 w 7467600"/>
              <a:gd name="connsiteY576" fmla="*/ 2061663 h 6858000"/>
              <a:gd name="connsiteX577" fmla="*/ 1298300 w 7467600"/>
              <a:gd name="connsiteY577" fmla="*/ 2247742 h 6858000"/>
              <a:gd name="connsiteX578" fmla="*/ 1125871 w 7467600"/>
              <a:gd name="connsiteY578" fmla="*/ 1989513 h 6858000"/>
              <a:gd name="connsiteX579" fmla="*/ 981574 w 7467600"/>
              <a:gd name="connsiteY579" fmla="*/ 1783157 h 6858000"/>
              <a:gd name="connsiteX580" fmla="*/ 922198 w 7467600"/>
              <a:gd name="connsiteY580" fmla="*/ 1677437 h 6858000"/>
              <a:gd name="connsiteX581" fmla="*/ 869293 w 7467600"/>
              <a:gd name="connsiteY581" fmla="*/ 1583214 h 6858000"/>
              <a:gd name="connsiteX582" fmla="*/ 751431 w 7467600"/>
              <a:gd name="connsiteY582" fmla="*/ 1405731 h 6858000"/>
              <a:gd name="connsiteX583" fmla="*/ 655236 w 7467600"/>
              <a:gd name="connsiteY583" fmla="*/ 1268632 h 6858000"/>
              <a:gd name="connsiteX584" fmla="*/ 6516292 w 7467600"/>
              <a:gd name="connsiteY584" fmla="*/ 1263064 h 6858000"/>
              <a:gd name="connsiteX585" fmla="*/ 5736320 w 7467600"/>
              <a:gd name="connsiteY585" fmla="*/ 1501803 h 6858000"/>
              <a:gd name="connsiteX586" fmla="*/ 6516292 w 7467600"/>
              <a:gd name="connsiteY586" fmla="*/ 1263064 h 6858000"/>
              <a:gd name="connsiteX587" fmla="*/ 291466 w 7467600"/>
              <a:gd name="connsiteY587" fmla="*/ 1250369 h 6858000"/>
              <a:gd name="connsiteX588" fmla="*/ 323180 w 7467600"/>
              <a:gd name="connsiteY588" fmla="*/ 1435283 h 6858000"/>
              <a:gd name="connsiteX589" fmla="*/ 349381 w 7467600"/>
              <a:gd name="connsiteY589" fmla="*/ 1875041 h 6858000"/>
              <a:gd name="connsiteX590" fmla="*/ 374363 w 7467600"/>
              <a:gd name="connsiteY590" fmla="*/ 1506494 h 6858000"/>
              <a:gd name="connsiteX591" fmla="*/ 302168 w 7467600"/>
              <a:gd name="connsiteY591" fmla="*/ 1274495 h 6858000"/>
              <a:gd name="connsiteX592" fmla="*/ 291466 w 7467600"/>
              <a:gd name="connsiteY592" fmla="*/ 1250369 h 6858000"/>
              <a:gd name="connsiteX593" fmla="*/ 678222 w 7467600"/>
              <a:gd name="connsiteY593" fmla="*/ 1248670 h 6858000"/>
              <a:gd name="connsiteX594" fmla="*/ 775536 w 7467600"/>
              <a:gd name="connsiteY594" fmla="*/ 1388015 h 6858000"/>
              <a:gd name="connsiteX595" fmla="*/ 894529 w 7467600"/>
              <a:gd name="connsiteY595" fmla="*/ 1567739 h 6858000"/>
              <a:gd name="connsiteX596" fmla="*/ 948000 w 7467600"/>
              <a:gd name="connsiteY596" fmla="*/ 1663088 h 6858000"/>
              <a:gd name="connsiteX597" fmla="*/ 1006812 w 7467600"/>
              <a:gd name="connsiteY597" fmla="*/ 1767683 h 6858000"/>
              <a:gd name="connsiteX598" fmla="*/ 1149133 w 7467600"/>
              <a:gd name="connsiteY598" fmla="*/ 1971513 h 6858000"/>
              <a:gd name="connsiteX599" fmla="*/ 1333952 w 7467600"/>
              <a:gd name="connsiteY599" fmla="*/ 2251620 h 6858000"/>
              <a:gd name="connsiteX600" fmla="*/ 1337329 w 7467600"/>
              <a:gd name="connsiteY600" fmla="*/ 2258350 h 6858000"/>
              <a:gd name="connsiteX601" fmla="*/ 1014726 w 7467600"/>
              <a:gd name="connsiteY601" fmla="*/ 1615556 h 6858000"/>
              <a:gd name="connsiteX602" fmla="*/ 678222 w 7467600"/>
              <a:gd name="connsiteY602" fmla="*/ 1248670 h 6858000"/>
              <a:gd name="connsiteX603" fmla="*/ 6691602 w 7467600"/>
              <a:gd name="connsiteY603" fmla="*/ 1140573 h 6858000"/>
              <a:gd name="connsiteX604" fmla="*/ 6571100 w 7467600"/>
              <a:gd name="connsiteY604" fmla="*/ 1183662 h 6858000"/>
              <a:gd name="connsiteX605" fmla="*/ 6241687 w 7467600"/>
              <a:gd name="connsiteY605" fmla="*/ 1257600 h 6858000"/>
              <a:gd name="connsiteX606" fmla="*/ 5693009 w 7467600"/>
              <a:gd name="connsiteY606" fmla="*/ 1478256 h 6858000"/>
              <a:gd name="connsiteX607" fmla="*/ 6548420 w 7467600"/>
              <a:gd name="connsiteY607" fmla="*/ 1214599 h 6858000"/>
              <a:gd name="connsiteX608" fmla="*/ 6605473 w 7467600"/>
              <a:gd name="connsiteY608" fmla="*/ 1184686 h 6858000"/>
              <a:gd name="connsiteX609" fmla="*/ 6691602 w 7467600"/>
              <a:gd name="connsiteY609" fmla="*/ 1140573 h 6858000"/>
              <a:gd name="connsiteX610" fmla="*/ 4002475 w 7467600"/>
              <a:gd name="connsiteY610" fmla="*/ 1037802 h 6858000"/>
              <a:gd name="connsiteX611" fmla="*/ 4000324 w 7467600"/>
              <a:gd name="connsiteY611" fmla="*/ 1039362 h 6858000"/>
              <a:gd name="connsiteX612" fmla="*/ 4002862 w 7467600"/>
              <a:gd name="connsiteY612" fmla="*/ 1042866 h 6858000"/>
              <a:gd name="connsiteX613" fmla="*/ 4002475 w 7467600"/>
              <a:gd name="connsiteY613" fmla="*/ 1037802 h 6858000"/>
              <a:gd name="connsiteX614" fmla="*/ 506322 w 7467600"/>
              <a:gd name="connsiteY614" fmla="*/ 1020997 h 6858000"/>
              <a:gd name="connsiteX615" fmla="*/ 533068 w 7467600"/>
              <a:gd name="connsiteY615" fmla="*/ 1029409 h 6858000"/>
              <a:gd name="connsiteX616" fmla="*/ 1232525 w 7467600"/>
              <a:gd name="connsiteY616" fmla="*/ 1804675 h 6858000"/>
              <a:gd name="connsiteX617" fmla="*/ 1388858 w 7467600"/>
              <a:gd name="connsiteY617" fmla="*/ 2368011 h 6858000"/>
              <a:gd name="connsiteX618" fmla="*/ 1384098 w 7467600"/>
              <a:gd name="connsiteY618" fmla="*/ 2378125 h 6858000"/>
              <a:gd name="connsiteX619" fmla="*/ 1425393 w 7467600"/>
              <a:gd name="connsiteY619" fmla="*/ 2589124 h 6858000"/>
              <a:gd name="connsiteX620" fmla="*/ 1424001 w 7467600"/>
              <a:gd name="connsiteY620" fmla="*/ 2597541 h 6858000"/>
              <a:gd name="connsiteX621" fmla="*/ 2152729 w 7467600"/>
              <a:gd name="connsiteY621" fmla="*/ 2864487 h 6858000"/>
              <a:gd name="connsiteX622" fmla="*/ 2020609 w 7467600"/>
              <a:gd name="connsiteY622" fmla="*/ 2539671 h 6858000"/>
              <a:gd name="connsiteX623" fmla="*/ 2018920 w 7467600"/>
              <a:gd name="connsiteY623" fmla="*/ 2536309 h 6858000"/>
              <a:gd name="connsiteX624" fmla="*/ 1342441 w 7467600"/>
              <a:gd name="connsiteY624" fmla="*/ 1173017 h 6858000"/>
              <a:gd name="connsiteX625" fmla="*/ 1367925 w 7467600"/>
              <a:gd name="connsiteY625" fmla="*/ 1135648 h 6858000"/>
              <a:gd name="connsiteX626" fmla="*/ 1771401 w 7467600"/>
              <a:gd name="connsiteY626" fmla="*/ 1806673 h 6858000"/>
              <a:gd name="connsiteX627" fmla="*/ 1972385 w 7467600"/>
              <a:gd name="connsiteY627" fmla="*/ 2198735 h 6858000"/>
              <a:gd name="connsiteX628" fmla="*/ 2040892 w 7467600"/>
              <a:gd name="connsiteY628" fmla="*/ 2405205 h 6858000"/>
              <a:gd name="connsiteX629" fmla="*/ 2131689 w 7467600"/>
              <a:gd name="connsiteY629" fmla="*/ 1936926 h 6858000"/>
              <a:gd name="connsiteX630" fmla="*/ 2454820 w 7467600"/>
              <a:gd name="connsiteY630" fmla="*/ 1248808 h 6858000"/>
              <a:gd name="connsiteX631" fmla="*/ 2492512 w 7467600"/>
              <a:gd name="connsiteY631" fmla="*/ 1302920 h 6858000"/>
              <a:gd name="connsiteX632" fmla="*/ 2081216 w 7467600"/>
              <a:gd name="connsiteY632" fmla="*/ 2527513 h 6858000"/>
              <a:gd name="connsiteX633" fmla="*/ 2081211 w 7467600"/>
              <a:gd name="connsiteY633" fmla="*/ 2528916 h 6858000"/>
              <a:gd name="connsiteX634" fmla="*/ 2199067 w 7467600"/>
              <a:gd name="connsiteY634" fmla="*/ 2884061 h 6858000"/>
              <a:gd name="connsiteX635" fmla="*/ 3192586 w 7467600"/>
              <a:gd name="connsiteY635" fmla="*/ 3411496 h 6858000"/>
              <a:gd name="connsiteX636" fmla="*/ 3182620 w 7467600"/>
              <a:gd name="connsiteY636" fmla="*/ 3483279 h 6858000"/>
              <a:gd name="connsiteX637" fmla="*/ 2435119 w 7467600"/>
              <a:gd name="connsiteY637" fmla="*/ 3080173 h 6858000"/>
              <a:gd name="connsiteX638" fmla="*/ 2410152 w 7467600"/>
              <a:gd name="connsiteY638" fmla="*/ 3063751 h 6858000"/>
              <a:gd name="connsiteX639" fmla="*/ 2408099 w 7467600"/>
              <a:gd name="connsiteY639" fmla="*/ 3064403 h 6858000"/>
              <a:gd name="connsiteX640" fmla="*/ 2407218 w 7467600"/>
              <a:gd name="connsiteY640" fmla="*/ 3070324 h 6858000"/>
              <a:gd name="connsiteX641" fmla="*/ 2380138 w 7467600"/>
              <a:gd name="connsiteY641" fmla="*/ 3099341 h 6858000"/>
              <a:gd name="connsiteX642" fmla="*/ 1765923 w 7467600"/>
              <a:gd name="connsiteY642" fmla="*/ 3581043 h 6858000"/>
              <a:gd name="connsiteX643" fmla="*/ 1702258 w 7467600"/>
              <a:gd name="connsiteY643" fmla="*/ 3612286 h 6858000"/>
              <a:gd name="connsiteX644" fmla="*/ 1538370 w 7467600"/>
              <a:gd name="connsiteY644" fmla="*/ 3811804 h 6858000"/>
              <a:gd name="connsiteX645" fmla="*/ 542867 w 7467600"/>
              <a:gd name="connsiteY645" fmla="*/ 4944092 h 6858000"/>
              <a:gd name="connsiteX646" fmla="*/ 515800 w 7467600"/>
              <a:gd name="connsiteY646" fmla="*/ 4862180 h 6858000"/>
              <a:gd name="connsiteX647" fmla="*/ 909145 w 7467600"/>
              <a:gd name="connsiteY647" fmla="*/ 4199225 h 6858000"/>
              <a:gd name="connsiteX648" fmla="*/ 1214067 w 7467600"/>
              <a:gd name="connsiteY648" fmla="*/ 3908561 h 6858000"/>
              <a:gd name="connsiteX649" fmla="*/ 640967 w 7467600"/>
              <a:gd name="connsiteY649" fmla="*/ 4105601 h 6858000"/>
              <a:gd name="connsiteX650" fmla="*/ 112563 w 7467600"/>
              <a:gd name="connsiteY650" fmla="*/ 4396952 h 6858000"/>
              <a:gd name="connsiteX651" fmla="*/ 0 w 7467600"/>
              <a:gd name="connsiteY651" fmla="*/ 4466006 h 6858000"/>
              <a:gd name="connsiteX652" fmla="*/ 0 w 7467600"/>
              <a:gd name="connsiteY652" fmla="*/ 4233763 h 6858000"/>
              <a:gd name="connsiteX653" fmla="*/ 36881 w 7467600"/>
              <a:gd name="connsiteY653" fmla="*/ 4200118 h 6858000"/>
              <a:gd name="connsiteX654" fmla="*/ 910534 w 7467600"/>
              <a:gd name="connsiteY654" fmla="*/ 3629753 h 6858000"/>
              <a:gd name="connsiteX655" fmla="*/ 1578717 w 7467600"/>
              <a:gd name="connsiteY655" fmla="*/ 3575982 h 6858000"/>
              <a:gd name="connsiteX656" fmla="*/ 2338780 w 7467600"/>
              <a:gd name="connsiteY656" fmla="*/ 3033725 h 6858000"/>
              <a:gd name="connsiteX657" fmla="*/ 1807991 w 7467600"/>
              <a:gd name="connsiteY657" fmla="*/ 2807184 h 6858000"/>
              <a:gd name="connsiteX658" fmla="*/ 1416358 w 7467600"/>
              <a:gd name="connsiteY658" fmla="*/ 3112571 h 6858000"/>
              <a:gd name="connsiteX659" fmla="*/ 939066 w 7467600"/>
              <a:gd name="connsiteY659" fmla="*/ 3378798 h 6858000"/>
              <a:gd name="connsiteX660" fmla="*/ 115099 w 7467600"/>
              <a:gd name="connsiteY660" fmla="*/ 3607650 h 6858000"/>
              <a:gd name="connsiteX661" fmla="*/ 97284 w 7467600"/>
              <a:gd name="connsiteY661" fmla="*/ 3520393 h 6858000"/>
              <a:gd name="connsiteX662" fmla="*/ 922050 w 7467600"/>
              <a:gd name="connsiteY662" fmla="*/ 3074867 h 6858000"/>
              <a:gd name="connsiteX663" fmla="*/ 1405265 w 7467600"/>
              <a:gd name="connsiteY663" fmla="*/ 3016319 h 6858000"/>
              <a:gd name="connsiteX664" fmla="*/ 1407512 w 7467600"/>
              <a:gd name="connsiteY664" fmla="*/ 3018001 h 6858000"/>
              <a:gd name="connsiteX665" fmla="*/ 1726266 w 7467600"/>
              <a:gd name="connsiteY665" fmla="*/ 2777274 h 6858000"/>
              <a:gd name="connsiteX666" fmla="*/ 625390 w 7467600"/>
              <a:gd name="connsiteY666" fmla="*/ 2514541 h 6858000"/>
              <a:gd name="connsiteX667" fmla="*/ 619799 w 7467600"/>
              <a:gd name="connsiteY667" fmla="*/ 2527180 h 6858000"/>
              <a:gd name="connsiteX668" fmla="*/ 310030 w 7467600"/>
              <a:gd name="connsiteY668" fmla="*/ 2771818 h 6858000"/>
              <a:gd name="connsiteX669" fmla="*/ 173877 w 7467600"/>
              <a:gd name="connsiteY669" fmla="*/ 2937056 h 6858000"/>
              <a:gd name="connsiteX670" fmla="*/ 77889 w 7467600"/>
              <a:gd name="connsiteY670" fmla="*/ 3138440 h 6858000"/>
              <a:gd name="connsiteX671" fmla="*/ 0 w 7467600"/>
              <a:gd name="connsiteY671" fmla="*/ 3271395 h 6858000"/>
              <a:gd name="connsiteX672" fmla="*/ 0 w 7467600"/>
              <a:gd name="connsiteY672" fmla="*/ 3153002 h 6858000"/>
              <a:gd name="connsiteX673" fmla="*/ 2386 w 7467600"/>
              <a:gd name="connsiteY673" fmla="*/ 3149203 h 6858000"/>
              <a:gd name="connsiteX674" fmla="*/ 89753 w 7467600"/>
              <a:gd name="connsiteY674" fmla="*/ 2987702 h 6858000"/>
              <a:gd name="connsiteX675" fmla="*/ 76869 w 7467600"/>
              <a:gd name="connsiteY675" fmla="*/ 3005404 h 6858000"/>
              <a:gd name="connsiteX676" fmla="*/ 32049 w 7467600"/>
              <a:gd name="connsiteY676" fmla="*/ 3065814 h 6858000"/>
              <a:gd name="connsiteX677" fmla="*/ 0 w 7467600"/>
              <a:gd name="connsiteY677" fmla="*/ 3108744 h 6858000"/>
              <a:gd name="connsiteX678" fmla="*/ 0 w 7467600"/>
              <a:gd name="connsiteY678" fmla="*/ 3058059 h 6858000"/>
              <a:gd name="connsiteX679" fmla="*/ 7610 w 7467600"/>
              <a:gd name="connsiteY679" fmla="*/ 3047889 h 6858000"/>
              <a:gd name="connsiteX680" fmla="*/ 52419 w 7467600"/>
              <a:gd name="connsiteY680" fmla="*/ 2987479 h 6858000"/>
              <a:gd name="connsiteX681" fmla="*/ 59142 w 7467600"/>
              <a:gd name="connsiteY681" fmla="*/ 2978488 h 6858000"/>
              <a:gd name="connsiteX682" fmla="*/ 0 w 7467600"/>
              <a:gd name="connsiteY682" fmla="*/ 3015334 h 6858000"/>
              <a:gd name="connsiteX683" fmla="*/ 0 w 7467600"/>
              <a:gd name="connsiteY683" fmla="*/ 2914286 h 6858000"/>
              <a:gd name="connsiteX684" fmla="*/ 36383 w 7467600"/>
              <a:gd name="connsiteY684" fmla="*/ 2901128 h 6858000"/>
              <a:gd name="connsiteX685" fmla="*/ 156329 w 7467600"/>
              <a:gd name="connsiteY685" fmla="*/ 2840533 h 6858000"/>
              <a:gd name="connsiteX686" fmla="*/ 358355 w 7467600"/>
              <a:gd name="connsiteY686" fmla="*/ 2620471 h 6858000"/>
              <a:gd name="connsiteX687" fmla="*/ 510577 w 7467600"/>
              <a:gd name="connsiteY687" fmla="*/ 2501244 h 6858000"/>
              <a:gd name="connsiteX688" fmla="*/ 211967 w 7467600"/>
              <a:gd name="connsiteY688" fmla="*/ 2479171 h 6858000"/>
              <a:gd name="connsiteX689" fmla="*/ 0 w 7467600"/>
              <a:gd name="connsiteY689" fmla="*/ 2476398 h 6858000"/>
              <a:gd name="connsiteX690" fmla="*/ 0 w 7467600"/>
              <a:gd name="connsiteY690" fmla="*/ 2389189 h 6858000"/>
              <a:gd name="connsiteX691" fmla="*/ 103062 w 7467600"/>
              <a:gd name="connsiteY691" fmla="*/ 2389518 h 6858000"/>
              <a:gd name="connsiteX692" fmla="*/ 510734 w 7467600"/>
              <a:gd name="connsiteY692" fmla="*/ 2416201 h 6858000"/>
              <a:gd name="connsiteX693" fmla="*/ 279257 w 7467600"/>
              <a:gd name="connsiteY693" fmla="*/ 2092102 h 6858000"/>
              <a:gd name="connsiteX694" fmla="*/ 65265 w 7467600"/>
              <a:gd name="connsiteY694" fmla="*/ 2006049 h 6858000"/>
              <a:gd name="connsiteX695" fmla="*/ 0 w 7467600"/>
              <a:gd name="connsiteY695" fmla="*/ 1982532 h 6858000"/>
              <a:gd name="connsiteX696" fmla="*/ 0 w 7467600"/>
              <a:gd name="connsiteY696" fmla="*/ 1912789 h 6858000"/>
              <a:gd name="connsiteX697" fmla="*/ 97460 w 7467600"/>
              <a:gd name="connsiteY697" fmla="*/ 1953725 h 6858000"/>
              <a:gd name="connsiteX698" fmla="*/ 221272 w 7467600"/>
              <a:gd name="connsiteY698" fmla="*/ 1980766 h 6858000"/>
              <a:gd name="connsiteX699" fmla="*/ 116765 w 7467600"/>
              <a:gd name="connsiteY699" fmla="*/ 1911033 h 6858000"/>
              <a:gd name="connsiteX700" fmla="*/ 16405 w 7467600"/>
              <a:gd name="connsiteY700" fmla="*/ 1803412 h 6858000"/>
              <a:gd name="connsiteX701" fmla="*/ 0 w 7467600"/>
              <a:gd name="connsiteY701" fmla="*/ 1784777 h 6858000"/>
              <a:gd name="connsiteX702" fmla="*/ 0 w 7467600"/>
              <a:gd name="connsiteY702" fmla="*/ 1740082 h 6858000"/>
              <a:gd name="connsiteX703" fmla="*/ 39394 w 7467600"/>
              <a:gd name="connsiteY703" fmla="*/ 1784856 h 6858000"/>
              <a:gd name="connsiteX704" fmla="*/ 135813 w 7467600"/>
              <a:gd name="connsiteY704" fmla="*/ 1888838 h 6858000"/>
              <a:gd name="connsiteX705" fmla="*/ 242575 w 7467600"/>
              <a:gd name="connsiteY705" fmla="*/ 1958841 h 6858000"/>
              <a:gd name="connsiteX706" fmla="*/ 82197 w 7467600"/>
              <a:gd name="connsiteY706" fmla="*/ 1754826 h 6858000"/>
              <a:gd name="connsiteX707" fmla="*/ 0 w 7467600"/>
              <a:gd name="connsiteY707" fmla="*/ 1679650 h 6858000"/>
              <a:gd name="connsiteX708" fmla="*/ 0 w 7467600"/>
              <a:gd name="connsiteY708" fmla="*/ 1602463 h 6858000"/>
              <a:gd name="connsiteX709" fmla="*/ 84689 w 7467600"/>
              <a:gd name="connsiteY709" fmla="*/ 1677442 h 6858000"/>
              <a:gd name="connsiteX710" fmla="*/ 298437 w 7467600"/>
              <a:gd name="connsiteY710" fmla="*/ 1968019 h 6858000"/>
              <a:gd name="connsiteX711" fmla="*/ 227269 w 7467600"/>
              <a:gd name="connsiteY711" fmla="*/ 1114064 h 6858000"/>
              <a:gd name="connsiteX712" fmla="*/ 248003 w 7467600"/>
              <a:gd name="connsiteY712" fmla="*/ 1089613 h 6858000"/>
              <a:gd name="connsiteX713" fmla="*/ 427020 w 7467600"/>
              <a:gd name="connsiteY713" fmla="*/ 1619803 h 6858000"/>
              <a:gd name="connsiteX714" fmla="*/ 340345 w 7467600"/>
              <a:gd name="connsiteY714" fmla="*/ 2027739 h 6858000"/>
              <a:gd name="connsiteX715" fmla="*/ 360865 w 7467600"/>
              <a:gd name="connsiteY715" fmla="*/ 2044827 h 6858000"/>
              <a:gd name="connsiteX716" fmla="*/ 560414 w 7467600"/>
              <a:gd name="connsiteY716" fmla="*/ 2421457 h 6858000"/>
              <a:gd name="connsiteX717" fmla="*/ 1359703 w 7467600"/>
              <a:gd name="connsiteY717" fmla="*/ 2578554 h 6858000"/>
              <a:gd name="connsiteX718" fmla="*/ 1359422 w 7467600"/>
              <a:gd name="connsiteY718" fmla="*/ 2577994 h 6858000"/>
              <a:gd name="connsiteX719" fmla="*/ 828701 w 7467600"/>
              <a:gd name="connsiteY719" fmla="*/ 1839520 h 6858000"/>
              <a:gd name="connsiteX720" fmla="*/ 494427 w 7467600"/>
              <a:gd name="connsiteY720" fmla="*/ 1092333 h 6858000"/>
              <a:gd name="connsiteX721" fmla="*/ 506322 w 7467600"/>
              <a:gd name="connsiteY721" fmla="*/ 1020997 h 6858000"/>
              <a:gd name="connsiteX722" fmla="*/ 4570198 w 7467600"/>
              <a:gd name="connsiteY722" fmla="*/ 978081 h 6858000"/>
              <a:gd name="connsiteX723" fmla="*/ 4523691 w 7467600"/>
              <a:gd name="connsiteY723" fmla="*/ 1127776 h 6858000"/>
              <a:gd name="connsiteX724" fmla="*/ 4509875 w 7467600"/>
              <a:gd name="connsiteY724" fmla="*/ 1167552 h 6858000"/>
              <a:gd name="connsiteX725" fmla="*/ 4478168 w 7467600"/>
              <a:gd name="connsiteY725" fmla="*/ 1260735 h 6858000"/>
              <a:gd name="connsiteX726" fmla="*/ 4409309 w 7467600"/>
              <a:gd name="connsiteY726" fmla="*/ 1666996 h 6858000"/>
              <a:gd name="connsiteX727" fmla="*/ 4370031 w 7467600"/>
              <a:gd name="connsiteY727" fmla="*/ 1955666 h 6858000"/>
              <a:gd name="connsiteX728" fmla="*/ 4570198 w 7467600"/>
              <a:gd name="connsiteY728" fmla="*/ 978081 h 6858000"/>
              <a:gd name="connsiteX729" fmla="*/ 4557898 w 7467600"/>
              <a:gd name="connsiteY729" fmla="*/ 900011 h 6858000"/>
              <a:gd name="connsiteX730" fmla="*/ 4344840 w 7467600"/>
              <a:gd name="connsiteY730" fmla="*/ 1922038 h 6858000"/>
              <a:gd name="connsiteX731" fmla="*/ 4378710 w 7467600"/>
              <a:gd name="connsiteY731" fmla="*/ 1665516 h 6858000"/>
              <a:gd name="connsiteX732" fmla="*/ 4448798 w 7467600"/>
              <a:gd name="connsiteY732" fmla="*/ 1253024 h 6858000"/>
              <a:gd name="connsiteX733" fmla="*/ 4480315 w 7467600"/>
              <a:gd name="connsiteY733" fmla="*/ 1158454 h 6858000"/>
              <a:gd name="connsiteX734" fmla="*/ 4494133 w 7467600"/>
              <a:gd name="connsiteY734" fmla="*/ 1118676 h 6858000"/>
              <a:gd name="connsiteX735" fmla="*/ 4557898 w 7467600"/>
              <a:gd name="connsiteY735" fmla="*/ 900011 h 6858000"/>
              <a:gd name="connsiteX736" fmla="*/ 5870151 w 7467600"/>
              <a:gd name="connsiteY736" fmla="*/ 898890 h 6858000"/>
              <a:gd name="connsiteX737" fmla="*/ 5861335 w 7467600"/>
              <a:gd name="connsiteY737" fmla="*/ 899177 h 6858000"/>
              <a:gd name="connsiteX738" fmla="*/ 5843702 w 7467600"/>
              <a:gd name="connsiteY738" fmla="*/ 899748 h 6858000"/>
              <a:gd name="connsiteX739" fmla="*/ 5651107 w 7467600"/>
              <a:gd name="connsiteY739" fmla="*/ 920306 h 6858000"/>
              <a:gd name="connsiteX740" fmla="*/ 5459407 w 7467600"/>
              <a:gd name="connsiteY740" fmla="*/ 940975 h 6858000"/>
              <a:gd name="connsiteX741" fmla="*/ 5374846 w 7467600"/>
              <a:gd name="connsiteY741" fmla="*/ 941988 h 6858000"/>
              <a:gd name="connsiteX742" fmla="*/ 5256105 w 7467600"/>
              <a:gd name="connsiteY742" fmla="*/ 945632 h 6858000"/>
              <a:gd name="connsiteX743" fmla="*/ 5107071 w 7467600"/>
              <a:gd name="connsiteY743" fmla="*/ 969720 h 6858000"/>
              <a:gd name="connsiteX744" fmla="*/ 4998681 w 7467600"/>
              <a:gd name="connsiteY744" fmla="*/ 988771 h 6858000"/>
              <a:gd name="connsiteX745" fmla="*/ 5870151 w 7467600"/>
              <a:gd name="connsiteY745" fmla="*/ 898890 h 6858000"/>
              <a:gd name="connsiteX746" fmla="*/ 5504425 w 7467600"/>
              <a:gd name="connsiteY746" fmla="*/ 848067 h 6858000"/>
              <a:gd name="connsiteX747" fmla="*/ 4968849 w 7467600"/>
              <a:gd name="connsiteY747" fmla="*/ 962318 h 6858000"/>
              <a:gd name="connsiteX748" fmla="*/ 5104039 w 7467600"/>
              <a:gd name="connsiteY748" fmla="*/ 940634 h 6858000"/>
              <a:gd name="connsiteX749" fmla="*/ 5256311 w 7467600"/>
              <a:gd name="connsiteY749" fmla="*/ 916490 h 6858000"/>
              <a:gd name="connsiteX750" fmla="*/ 5377381 w 7467600"/>
              <a:gd name="connsiteY750" fmla="*/ 912671 h 6858000"/>
              <a:gd name="connsiteX751" fmla="*/ 5460148 w 7467600"/>
              <a:gd name="connsiteY751" fmla="*/ 911442 h 6858000"/>
              <a:gd name="connsiteX752" fmla="*/ 5648971 w 7467600"/>
              <a:gd name="connsiteY752" fmla="*/ 891331 h 6858000"/>
              <a:gd name="connsiteX753" fmla="*/ 5844807 w 7467600"/>
              <a:gd name="connsiteY753" fmla="*/ 870718 h 6858000"/>
              <a:gd name="connsiteX754" fmla="*/ 5862975 w 7467600"/>
              <a:gd name="connsiteY754" fmla="*/ 869756 h 6858000"/>
              <a:gd name="connsiteX755" fmla="*/ 5920887 w 7467600"/>
              <a:gd name="connsiteY755" fmla="*/ 865929 h 6858000"/>
              <a:gd name="connsiteX756" fmla="*/ 5504425 w 7467600"/>
              <a:gd name="connsiteY756" fmla="*/ 848067 h 6858000"/>
              <a:gd name="connsiteX757" fmla="*/ 3607114 w 7467600"/>
              <a:gd name="connsiteY757" fmla="*/ 467441 h 6858000"/>
              <a:gd name="connsiteX758" fmla="*/ 3296242 w 7467600"/>
              <a:gd name="connsiteY758" fmla="*/ 807991 h 6858000"/>
              <a:gd name="connsiteX759" fmla="*/ 3174674 w 7467600"/>
              <a:gd name="connsiteY759" fmla="*/ 919759 h 6858000"/>
              <a:gd name="connsiteX760" fmla="*/ 3042978 w 7467600"/>
              <a:gd name="connsiteY760" fmla="*/ 1054894 h 6858000"/>
              <a:gd name="connsiteX761" fmla="*/ 2968914 w 7467600"/>
              <a:gd name="connsiteY761" fmla="*/ 1133756 h 6858000"/>
              <a:gd name="connsiteX762" fmla="*/ 3103823 w 7467600"/>
              <a:gd name="connsiteY762" fmla="*/ 1026814 h 6858000"/>
              <a:gd name="connsiteX763" fmla="*/ 3607114 w 7467600"/>
              <a:gd name="connsiteY763" fmla="*/ 467441 h 6858000"/>
              <a:gd name="connsiteX764" fmla="*/ 3744487 w 7467600"/>
              <a:gd name="connsiteY764" fmla="*/ 383136 h 6858000"/>
              <a:gd name="connsiteX765" fmla="*/ 3970213 w 7467600"/>
              <a:gd name="connsiteY765" fmla="*/ 995559 h 6858000"/>
              <a:gd name="connsiteX766" fmla="*/ 3744487 w 7467600"/>
              <a:gd name="connsiteY766" fmla="*/ 383136 h 6858000"/>
              <a:gd name="connsiteX767" fmla="*/ 3624562 w 7467600"/>
              <a:gd name="connsiteY767" fmla="*/ 367041 h 6858000"/>
              <a:gd name="connsiteX768" fmla="*/ 3489712 w 7467600"/>
              <a:gd name="connsiteY768" fmla="*/ 485386 h 6858000"/>
              <a:gd name="connsiteX769" fmla="*/ 3182994 w 7467600"/>
              <a:gd name="connsiteY769" fmla="*/ 828265 h 6858000"/>
              <a:gd name="connsiteX770" fmla="*/ 2892114 w 7467600"/>
              <a:gd name="connsiteY770" fmla="*/ 1172635 h 6858000"/>
              <a:gd name="connsiteX771" fmla="*/ 3021459 w 7467600"/>
              <a:gd name="connsiteY771" fmla="*/ 1035385 h 6858000"/>
              <a:gd name="connsiteX772" fmla="*/ 3153873 w 7467600"/>
              <a:gd name="connsiteY772" fmla="*/ 898971 h 6858000"/>
              <a:gd name="connsiteX773" fmla="*/ 3276511 w 7467600"/>
              <a:gd name="connsiteY773" fmla="*/ 786423 h 6858000"/>
              <a:gd name="connsiteX774" fmla="*/ 3584154 w 7467600"/>
              <a:gd name="connsiteY774" fmla="*/ 448218 h 6858000"/>
              <a:gd name="connsiteX775" fmla="*/ 3624562 w 7467600"/>
              <a:gd name="connsiteY775" fmla="*/ 367041 h 6858000"/>
              <a:gd name="connsiteX776" fmla="*/ 3766672 w 7467600"/>
              <a:gd name="connsiteY776" fmla="*/ 359429 h 6858000"/>
              <a:gd name="connsiteX777" fmla="*/ 3996338 w 7467600"/>
              <a:gd name="connsiteY777" fmla="*/ 968237 h 6858000"/>
              <a:gd name="connsiteX778" fmla="*/ 3766672 w 7467600"/>
              <a:gd name="connsiteY778" fmla="*/ 359429 h 6858000"/>
              <a:gd name="connsiteX779" fmla="*/ 5805386 w 7467600"/>
              <a:gd name="connsiteY779" fmla="*/ 239240 h 6858000"/>
              <a:gd name="connsiteX780" fmla="*/ 5736947 w 7467600"/>
              <a:gd name="connsiteY780" fmla="*/ 261367 h 6858000"/>
              <a:gd name="connsiteX781" fmla="*/ 5427012 w 7467600"/>
              <a:gd name="connsiteY781" fmla="*/ 311272 h 6858000"/>
              <a:gd name="connsiteX782" fmla="*/ 5147818 w 7467600"/>
              <a:gd name="connsiteY782" fmla="*/ 322112 h 6858000"/>
              <a:gd name="connsiteX783" fmla="*/ 5060854 w 7467600"/>
              <a:gd name="connsiteY783" fmla="*/ 311882 h 6858000"/>
              <a:gd name="connsiteX784" fmla="*/ 4945989 w 7467600"/>
              <a:gd name="connsiteY784" fmla="*/ 300516 h 6858000"/>
              <a:gd name="connsiteX785" fmla="*/ 5410479 w 7467600"/>
              <a:gd name="connsiteY785" fmla="*/ 348434 h 6858000"/>
              <a:gd name="connsiteX786" fmla="*/ 5805386 w 7467600"/>
              <a:gd name="connsiteY786" fmla="*/ 239240 h 6858000"/>
              <a:gd name="connsiteX787" fmla="*/ 5905192 w 7467600"/>
              <a:gd name="connsiteY787" fmla="*/ 163079 h 6858000"/>
              <a:gd name="connsiteX788" fmla="*/ 5865655 w 7467600"/>
              <a:gd name="connsiteY788" fmla="*/ 171901 h 6858000"/>
              <a:gd name="connsiteX789" fmla="*/ 5259740 w 7467600"/>
              <a:gd name="connsiteY789" fmla="*/ 257013 h 6858000"/>
              <a:gd name="connsiteX790" fmla="*/ 5208466 w 7467600"/>
              <a:gd name="connsiteY790" fmla="*/ 257550 h 6858000"/>
              <a:gd name="connsiteX791" fmla="*/ 4980204 w 7467600"/>
              <a:gd name="connsiteY791" fmla="*/ 271903 h 6858000"/>
              <a:gd name="connsiteX792" fmla="*/ 5068068 w 7467600"/>
              <a:gd name="connsiteY792" fmla="*/ 282244 h 6858000"/>
              <a:gd name="connsiteX793" fmla="*/ 5153231 w 7467600"/>
              <a:gd name="connsiteY793" fmla="*/ 292240 h 6858000"/>
              <a:gd name="connsiteX794" fmla="*/ 5426491 w 7467600"/>
              <a:gd name="connsiteY794" fmla="*/ 281128 h 6858000"/>
              <a:gd name="connsiteX795" fmla="*/ 5731212 w 7467600"/>
              <a:gd name="connsiteY795" fmla="*/ 231951 h 6858000"/>
              <a:gd name="connsiteX796" fmla="*/ 5905192 w 7467600"/>
              <a:gd name="connsiteY796" fmla="*/ 163079 h 6858000"/>
              <a:gd name="connsiteX797" fmla="*/ 5944437 w 7467600"/>
              <a:gd name="connsiteY797" fmla="*/ 113829 h 6858000"/>
              <a:gd name="connsiteX798" fmla="*/ 5825032 w 7467600"/>
              <a:gd name="connsiteY798" fmla="*/ 146405 h 6858000"/>
              <a:gd name="connsiteX799" fmla="*/ 4955599 w 7467600"/>
              <a:gd name="connsiteY799" fmla="*/ 247008 h 6858000"/>
              <a:gd name="connsiteX800" fmla="*/ 5210104 w 7467600"/>
              <a:gd name="connsiteY800" fmla="*/ 228123 h 6858000"/>
              <a:gd name="connsiteX801" fmla="*/ 5261015 w 7467600"/>
              <a:gd name="connsiteY801" fmla="*/ 227087 h 6858000"/>
              <a:gd name="connsiteX802" fmla="*/ 5861181 w 7467600"/>
              <a:gd name="connsiteY802" fmla="*/ 143093 h 6858000"/>
              <a:gd name="connsiteX803" fmla="*/ 5961252 w 7467600"/>
              <a:gd name="connsiteY803" fmla="*/ 114820 h 6858000"/>
              <a:gd name="connsiteX804" fmla="*/ 5944437 w 7467600"/>
              <a:gd name="connsiteY804" fmla="*/ 113829 h 6858000"/>
              <a:gd name="connsiteX805" fmla="*/ 3882765 w 7467600"/>
              <a:gd name="connsiteY805" fmla="*/ 0 h 6858000"/>
              <a:gd name="connsiteX806" fmla="*/ 3995099 w 7467600"/>
              <a:gd name="connsiteY806" fmla="*/ 0 h 6858000"/>
              <a:gd name="connsiteX807" fmla="*/ 4163818 w 7467600"/>
              <a:gd name="connsiteY807" fmla="*/ 234104 h 6858000"/>
              <a:gd name="connsiteX808" fmla="*/ 4172099 w 7467600"/>
              <a:gd name="connsiteY808" fmla="*/ 234207 h 6858000"/>
              <a:gd name="connsiteX809" fmla="*/ 4784282 w 7467600"/>
              <a:gd name="connsiteY809" fmla="*/ 276561 h 6858000"/>
              <a:gd name="connsiteX810" fmla="*/ 4801687 w 7467600"/>
              <a:gd name="connsiteY810" fmla="*/ 267764 h 6858000"/>
              <a:gd name="connsiteX811" fmla="*/ 6082788 w 7467600"/>
              <a:gd name="connsiteY811" fmla="*/ 64119 h 6858000"/>
              <a:gd name="connsiteX812" fmla="*/ 6099442 w 7467600"/>
              <a:gd name="connsiteY812" fmla="*/ 82568 h 6858000"/>
              <a:gd name="connsiteX813" fmla="*/ 4804137 w 7467600"/>
              <a:gd name="connsiteY813" fmla="*/ 320931 h 6858000"/>
              <a:gd name="connsiteX814" fmla="*/ 4227047 w 7467600"/>
              <a:gd name="connsiteY814" fmla="*/ 313415 h 6858000"/>
              <a:gd name="connsiteX815" fmla="*/ 4346041 w 7467600"/>
              <a:gd name="connsiteY815" fmla="*/ 456086 h 6858000"/>
              <a:gd name="connsiteX816" fmla="*/ 4870967 w 7467600"/>
              <a:gd name="connsiteY816" fmla="*/ 963061 h 6858000"/>
              <a:gd name="connsiteX817" fmla="*/ 4889647 w 7467600"/>
              <a:gd name="connsiteY817" fmla="*/ 957147 h 6858000"/>
              <a:gd name="connsiteX818" fmla="*/ 5422504 w 7467600"/>
              <a:gd name="connsiteY818" fmla="*/ 805191 h 6858000"/>
              <a:gd name="connsiteX819" fmla="*/ 6087656 w 7467600"/>
              <a:gd name="connsiteY819" fmla="*/ 826703 h 6858000"/>
              <a:gd name="connsiteX820" fmla="*/ 6058717 w 7467600"/>
              <a:gd name="connsiteY820" fmla="*/ 865992 h 6858000"/>
              <a:gd name="connsiteX821" fmla="*/ 4974153 w 7467600"/>
              <a:gd name="connsiteY821" fmla="*/ 1045456 h 6858000"/>
              <a:gd name="connsiteX822" fmla="*/ 5627835 w 7467600"/>
              <a:gd name="connsiteY822" fmla="*/ 1472077 h 6858000"/>
              <a:gd name="connsiteX823" fmla="*/ 5629817 w 7467600"/>
              <a:gd name="connsiteY823" fmla="*/ 1471412 h 6858000"/>
              <a:gd name="connsiteX824" fmla="*/ 5634124 w 7467600"/>
              <a:gd name="connsiteY824" fmla="*/ 1470572 h 6858000"/>
              <a:gd name="connsiteX825" fmla="*/ 5755832 w 7467600"/>
              <a:gd name="connsiteY825" fmla="*/ 1383886 h 6858000"/>
              <a:gd name="connsiteX826" fmla="*/ 6014186 w 7467600"/>
              <a:gd name="connsiteY826" fmla="*/ 1279799 h 6858000"/>
              <a:gd name="connsiteX827" fmla="*/ 6901619 w 7467600"/>
              <a:gd name="connsiteY827" fmla="*/ 1047874 h 6858000"/>
              <a:gd name="connsiteX828" fmla="*/ 6931566 w 7467600"/>
              <a:gd name="connsiteY828" fmla="*/ 1062034 h 6858000"/>
              <a:gd name="connsiteX829" fmla="*/ 5790982 w 7467600"/>
              <a:gd name="connsiteY829" fmla="*/ 1561380 h 6858000"/>
              <a:gd name="connsiteX830" fmla="*/ 6188971 w 7467600"/>
              <a:gd name="connsiteY830" fmla="*/ 1755168 h 6858000"/>
              <a:gd name="connsiteX831" fmla="*/ 6202446 w 7467600"/>
              <a:gd name="connsiteY831" fmla="*/ 1752268 h 6858000"/>
              <a:gd name="connsiteX832" fmla="*/ 7179560 w 7467600"/>
              <a:gd name="connsiteY832" fmla="*/ 1467551 h 6858000"/>
              <a:gd name="connsiteX833" fmla="*/ 7158730 w 7467600"/>
              <a:gd name="connsiteY833" fmla="*/ 1507835 h 6858000"/>
              <a:gd name="connsiteX834" fmla="*/ 6326959 w 7467600"/>
              <a:gd name="connsiteY834" fmla="*/ 1817686 h 6858000"/>
              <a:gd name="connsiteX835" fmla="*/ 6537433 w 7467600"/>
              <a:gd name="connsiteY835" fmla="*/ 1907790 h 6858000"/>
              <a:gd name="connsiteX836" fmla="*/ 6550221 w 7467600"/>
              <a:gd name="connsiteY836" fmla="*/ 1910729 h 6858000"/>
              <a:gd name="connsiteX837" fmla="*/ 6964438 w 7467600"/>
              <a:gd name="connsiteY837" fmla="*/ 2209505 h 6858000"/>
              <a:gd name="connsiteX838" fmla="*/ 7367862 w 7467600"/>
              <a:gd name="connsiteY838" fmla="*/ 2806833 h 6858000"/>
              <a:gd name="connsiteX839" fmla="*/ 7364329 w 7467600"/>
              <a:gd name="connsiteY839" fmla="*/ 2826907 h 6858000"/>
              <a:gd name="connsiteX840" fmla="*/ 7290545 w 7467600"/>
              <a:gd name="connsiteY840" fmla="*/ 2850663 h 6858000"/>
              <a:gd name="connsiteX841" fmla="*/ 6472036 w 7467600"/>
              <a:gd name="connsiteY841" fmla="*/ 1959003 h 6858000"/>
              <a:gd name="connsiteX842" fmla="*/ 5792897 w 7467600"/>
              <a:gd name="connsiteY842" fmla="*/ 1647747 h 6858000"/>
              <a:gd name="connsiteX843" fmla="*/ 5842751 w 7467600"/>
              <a:gd name="connsiteY843" fmla="*/ 1816112 h 6858000"/>
              <a:gd name="connsiteX844" fmla="*/ 5847424 w 7467600"/>
              <a:gd name="connsiteY844" fmla="*/ 1815776 h 6858000"/>
              <a:gd name="connsiteX845" fmla="*/ 6399821 w 7467600"/>
              <a:gd name="connsiteY845" fmla="*/ 2344799 h 6858000"/>
              <a:gd name="connsiteX846" fmla="*/ 6323232 w 7467600"/>
              <a:gd name="connsiteY846" fmla="*/ 2389634 h 6858000"/>
              <a:gd name="connsiteX847" fmla="*/ 5942958 w 7467600"/>
              <a:gd name="connsiteY847" fmla="*/ 2077708 h 6858000"/>
              <a:gd name="connsiteX848" fmla="*/ 5921559 w 7467600"/>
              <a:gd name="connsiteY848" fmla="*/ 2378596 h 6858000"/>
              <a:gd name="connsiteX849" fmla="*/ 5817651 w 7467600"/>
              <a:gd name="connsiteY849" fmla="*/ 3023919 h 6858000"/>
              <a:gd name="connsiteX850" fmla="*/ 5729634 w 7467600"/>
              <a:gd name="connsiteY850" fmla="*/ 3051849 h 6858000"/>
              <a:gd name="connsiteX851" fmla="*/ 5611018 w 7467600"/>
              <a:gd name="connsiteY851" fmla="*/ 2316769 h 6858000"/>
              <a:gd name="connsiteX852" fmla="*/ 5687608 w 7467600"/>
              <a:gd name="connsiteY852" fmla="*/ 2039972 h 6858000"/>
              <a:gd name="connsiteX853" fmla="*/ 5657554 w 7467600"/>
              <a:gd name="connsiteY853" fmla="*/ 1576445 h 6858000"/>
              <a:gd name="connsiteX854" fmla="*/ 5150475 w 7467600"/>
              <a:gd name="connsiteY854" fmla="*/ 1274012 h 6858000"/>
              <a:gd name="connsiteX855" fmla="*/ 5349142 w 7467600"/>
              <a:gd name="connsiteY855" fmla="*/ 2204405 h 6858000"/>
              <a:gd name="connsiteX856" fmla="*/ 5262214 w 7467600"/>
              <a:gd name="connsiteY856" fmla="*/ 2233836 h 6858000"/>
              <a:gd name="connsiteX857" fmla="*/ 4981539 w 7467600"/>
              <a:gd name="connsiteY857" fmla="*/ 1542201 h 6858000"/>
              <a:gd name="connsiteX858" fmla="*/ 4958461 w 7467600"/>
              <a:gd name="connsiteY858" fmla="*/ 1136957 h 6858000"/>
              <a:gd name="connsiteX859" fmla="*/ 4655015 w 7467600"/>
              <a:gd name="connsiteY859" fmla="*/ 891426 h 6858000"/>
              <a:gd name="connsiteX860" fmla="*/ 4348002 w 7467600"/>
              <a:gd name="connsiteY860" fmla="*/ 2205895 h 6858000"/>
              <a:gd name="connsiteX861" fmla="*/ 4262250 w 7467600"/>
              <a:gd name="connsiteY861" fmla="*/ 2219972 h 6858000"/>
              <a:gd name="connsiteX862" fmla="*/ 4550611 w 7467600"/>
              <a:gd name="connsiteY862" fmla="*/ 817540 h 6858000"/>
              <a:gd name="connsiteX863" fmla="*/ 4564418 w 7467600"/>
              <a:gd name="connsiteY863" fmla="*/ 808293 h 6858000"/>
              <a:gd name="connsiteX864" fmla="*/ 4266388 w 7467600"/>
              <a:gd name="connsiteY864" fmla="*/ 500083 h 6858000"/>
              <a:gd name="connsiteX865" fmla="*/ 4032842 w 7467600"/>
              <a:gd name="connsiteY865" fmla="*/ 211809 h 6858000"/>
              <a:gd name="connsiteX866" fmla="*/ 3882765 w 7467600"/>
              <a:gd name="connsiteY866" fmla="*/ 0 h 6858000"/>
              <a:gd name="connsiteX867" fmla="*/ 3721337 w 7467600"/>
              <a:gd name="connsiteY867" fmla="*/ 0 h 6858000"/>
              <a:gd name="connsiteX868" fmla="*/ 3797544 w 7467600"/>
              <a:gd name="connsiteY868" fmla="*/ 0 h 6858000"/>
              <a:gd name="connsiteX869" fmla="*/ 3775734 w 7467600"/>
              <a:gd name="connsiteY869" fmla="*/ 95131 h 6858000"/>
              <a:gd name="connsiteX870" fmla="*/ 3724807 w 7467600"/>
              <a:gd name="connsiteY870" fmla="*/ 272257 h 6858000"/>
              <a:gd name="connsiteX871" fmla="*/ 3726844 w 7467600"/>
              <a:gd name="connsiteY871" fmla="*/ 282988 h 6858000"/>
              <a:gd name="connsiteX872" fmla="*/ 3742664 w 7467600"/>
              <a:gd name="connsiteY872" fmla="*/ 279918 h 6858000"/>
              <a:gd name="connsiteX873" fmla="*/ 4103910 w 7467600"/>
              <a:gd name="connsiteY873" fmla="*/ 1161917 h 6858000"/>
              <a:gd name="connsiteX874" fmla="*/ 4020269 w 7467600"/>
              <a:gd name="connsiteY874" fmla="*/ 1200406 h 6858000"/>
              <a:gd name="connsiteX875" fmla="*/ 3674882 w 7467600"/>
              <a:gd name="connsiteY875" fmla="*/ 488524 h 6858000"/>
              <a:gd name="connsiteX876" fmla="*/ 3132682 w 7467600"/>
              <a:gd name="connsiteY876" fmla="*/ 1072284 h 6858000"/>
              <a:gd name="connsiteX877" fmla="*/ 2716346 w 7467600"/>
              <a:gd name="connsiteY877" fmla="*/ 1276376 h 6858000"/>
              <a:gd name="connsiteX878" fmla="*/ 2716772 w 7467600"/>
              <a:gd name="connsiteY878" fmla="*/ 1255462 h 6858000"/>
              <a:gd name="connsiteX879" fmla="*/ 3471096 w 7467600"/>
              <a:gd name="connsiteY879" fmla="*/ 437072 h 6858000"/>
              <a:gd name="connsiteX880" fmla="*/ 3639057 w 7467600"/>
              <a:gd name="connsiteY880" fmla="*/ 286334 h 6858000"/>
              <a:gd name="connsiteX881" fmla="*/ 3640309 w 7467600"/>
              <a:gd name="connsiteY881" fmla="*/ 284664 h 6858000"/>
              <a:gd name="connsiteX882" fmla="*/ 3646022 w 7467600"/>
              <a:gd name="connsiteY882" fmla="*/ 276711 h 6858000"/>
              <a:gd name="connsiteX883" fmla="*/ 3707943 w 7467600"/>
              <a:gd name="connsiteY883" fmla="*/ 65958 h 6858000"/>
              <a:gd name="connsiteX884" fmla="*/ 3721337 w 7467600"/>
              <a:gd name="connsiteY884" fmla="*/ 0 h 6858000"/>
              <a:gd name="connsiteX885" fmla="*/ 2867960 w 7467600"/>
              <a:gd name="connsiteY885" fmla="*/ 0 h 6858000"/>
              <a:gd name="connsiteX886" fmla="*/ 2926351 w 7467600"/>
              <a:gd name="connsiteY886" fmla="*/ 0 h 6858000"/>
              <a:gd name="connsiteX887" fmla="*/ 2902823 w 7467600"/>
              <a:gd name="connsiteY887" fmla="*/ 262929 h 6858000"/>
              <a:gd name="connsiteX888" fmla="*/ 2940663 w 7467600"/>
              <a:gd name="connsiteY888" fmla="*/ 140884 h 6858000"/>
              <a:gd name="connsiteX889" fmla="*/ 2947039 w 7467600"/>
              <a:gd name="connsiteY889" fmla="*/ 122524 h 6858000"/>
              <a:gd name="connsiteX890" fmla="*/ 2984316 w 7467600"/>
              <a:gd name="connsiteY890" fmla="*/ 0 h 6858000"/>
              <a:gd name="connsiteX891" fmla="*/ 3016114 w 7467600"/>
              <a:gd name="connsiteY891" fmla="*/ 0 h 6858000"/>
              <a:gd name="connsiteX892" fmla="*/ 2979949 w 7467600"/>
              <a:gd name="connsiteY892" fmla="*/ 119274 h 6858000"/>
              <a:gd name="connsiteX893" fmla="*/ 3023879 w 7467600"/>
              <a:gd name="connsiteY893" fmla="*/ 0 h 6858000"/>
              <a:gd name="connsiteX894" fmla="*/ 3105400 w 7467600"/>
              <a:gd name="connsiteY894" fmla="*/ 0 h 6858000"/>
              <a:gd name="connsiteX895" fmla="*/ 3094669 w 7467600"/>
              <a:gd name="connsiteY895" fmla="*/ 30308 h 6858000"/>
              <a:gd name="connsiteX896" fmla="*/ 2901945 w 7467600"/>
              <a:gd name="connsiteY896" fmla="*/ 466538 h 6858000"/>
              <a:gd name="connsiteX897" fmla="*/ 2815209 w 7467600"/>
              <a:gd name="connsiteY897" fmla="*/ 497361 h 6858000"/>
              <a:gd name="connsiteX898" fmla="*/ 2844845 w 7467600"/>
              <a:gd name="connsiteY898" fmla="*/ 127638 h 6858000"/>
              <a:gd name="connsiteX899" fmla="*/ 2867960 w 7467600"/>
              <a:gd name="connsiteY899" fmla="*/ 0 h 6858000"/>
              <a:gd name="connsiteX900" fmla="*/ 1057230 w 7467600"/>
              <a:gd name="connsiteY900" fmla="*/ 0 h 6858000"/>
              <a:gd name="connsiteX901" fmla="*/ 1111003 w 7467600"/>
              <a:gd name="connsiteY901" fmla="*/ 0 h 6858000"/>
              <a:gd name="connsiteX902" fmla="*/ 1125553 w 7467600"/>
              <a:gd name="connsiteY902" fmla="*/ 52588 h 6858000"/>
              <a:gd name="connsiteX903" fmla="*/ 1304276 w 7467600"/>
              <a:gd name="connsiteY903" fmla="*/ 476275 h 6858000"/>
              <a:gd name="connsiteX904" fmla="*/ 1492066 w 7467600"/>
              <a:gd name="connsiteY904" fmla="*/ 886333 h 6858000"/>
              <a:gd name="connsiteX905" fmla="*/ 1423698 w 7467600"/>
              <a:gd name="connsiteY905" fmla="*/ 710817 h 6858000"/>
              <a:gd name="connsiteX906" fmla="*/ 1357609 w 7467600"/>
              <a:gd name="connsiteY906" fmla="*/ 532892 h 6858000"/>
              <a:gd name="connsiteX907" fmla="*/ 1309550 w 7467600"/>
              <a:gd name="connsiteY907" fmla="*/ 374031 h 6858000"/>
              <a:gd name="connsiteX908" fmla="*/ 1193673 w 7467600"/>
              <a:gd name="connsiteY908" fmla="*/ 49533 h 6858000"/>
              <a:gd name="connsiteX909" fmla="*/ 1164391 w 7467600"/>
              <a:gd name="connsiteY909" fmla="*/ 0 h 6858000"/>
              <a:gd name="connsiteX910" fmla="*/ 1200666 w 7467600"/>
              <a:gd name="connsiteY910" fmla="*/ 0 h 6858000"/>
              <a:gd name="connsiteX911" fmla="*/ 1223408 w 7467600"/>
              <a:gd name="connsiteY911" fmla="*/ 38996 h 6858000"/>
              <a:gd name="connsiteX912" fmla="*/ 1339635 w 7467600"/>
              <a:gd name="connsiteY912" fmla="*/ 365517 h 6858000"/>
              <a:gd name="connsiteX913" fmla="*/ 1387469 w 7467600"/>
              <a:gd name="connsiteY913" fmla="*/ 523079 h 6858000"/>
              <a:gd name="connsiteX914" fmla="*/ 1452685 w 7467600"/>
              <a:gd name="connsiteY914" fmla="*/ 699806 h 6858000"/>
              <a:gd name="connsiteX915" fmla="*/ 1492092 w 7467600"/>
              <a:gd name="connsiteY915" fmla="*/ 800424 h 6858000"/>
              <a:gd name="connsiteX916" fmla="*/ 1455302 w 7467600"/>
              <a:gd name="connsiteY916" fmla="*/ 632913 h 6858000"/>
              <a:gd name="connsiteX917" fmla="*/ 1222336 w 7467600"/>
              <a:gd name="connsiteY917" fmla="*/ 9480 h 6858000"/>
              <a:gd name="connsiteX918" fmla="*/ 1214634 w 7467600"/>
              <a:gd name="connsiteY918" fmla="*/ 0 h 6858000"/>
              <a:gd name="connsiteX919" fmla="*/ 1289827 w 7467600"/>
              <a:gd name="connsiteY919" fmla="*/ 0 h 6858000"/>
              <a:gd name="connsiteX920" fmla="*/ 1321076 w 7467600"/>
              <a:gd name="connsiteY920" fmla="*/ 59722 h 6858000"/>
              <a:gd name="connsiteX921" fmla="*/ 1512579 w 7467600"/>
              <a:gd name="connsiteY921" fmla="*/ 626441 h 6858000"/>
              <a:gd name="connsiteX922" fmla="*/ 1506076 w 7467600"/>
              <a:gd name="connsiteY922" fmla="*/ 1089289 h 6858000"/>
              <a:gd name="connsiteX923" fmla="*/ 1486346 w 7467600"/>
              <a:gd name="connsiteY923" fmla="*/ 1079919 h 6858000"/>
              <a:gd name="connsiteX924" fmla="*/ 1070511 w 7467600"/>
              <a:gd name="connsiteY924" fmla="*/ 48609 h 6858000"/>
              <a:gd name="connsiteX925" fmla="*/ 1057230 w 7467600"/>
              <a:gd name="connsiteY925" fmla="*/ 0 h 6858000"/>
              <a:gd name="connsiteX926" fmla="*/ 43151 w 7467600"/>
              <a:gd name="connsiteY926" fmla="*/ 0 h 6858000"/>
              <a:gd name="connsiteX927" fmla="*/ 95283 w 7467600"/>
              <a:gd name="connsiteY927" fmla="*/ 0 h 6858000"/>
              <a:gd name="connsiteX928" fmla="*/ 300708 w 7467600"/>
              <a:gd name="connsiteY928" fmla="*/ 154571 h 6858000"/>
              <a:gd name="connsiteX929" fmla="*/ 530414 w 7467600"/>
              <a:gd name="connsiteY929" fmla="*/ 354673 h 6858000"/>
              <a:gd name="connsiteX930" fmla="*/ 333785 w 7467600"/>
              <a:gd name="connsiteY930" fmla="*/ 161564 h 6858000"/>
              <a:gd name="connsiteX931" fmla="*/ 147005 w 7467600"/>
              <a:gd name="connsiteY931" fmla="*/ 0 h 6858000"/>
              <a:gd name="connsiteX932" fmla="*/ 272509 w 7467600"/>
              <a:gd name="connsiteY932" fmla="*/ 0 h 6858000"/>
              <a:gd name="connsiteX933" fmla="*/ 326276 w 7467600"/>
              <a:gd name="connsiteY933" fmla="*/ 45847 h 6858000"/>
              <a:gd name="connsiteX934" fmla="*/ 823759 w 7467600"/>
              <a:gd name="connsiteY934" fmla="*/ 574145 h 6858000"/>
              <a:gd name="connsiteX935" fmla="*/ 811254 w 7467600"/>
              <a:gd name="connsiteY935" fmla="*/ 665546 h 6858000"/>
              <a:gd name="connsiteX936" fmla="*/ 154042 w 7467600"/>
              <a:gd name="connsiteY936" fmla="*/ 261522 h 6858000"/>
              <a:gd name="connsiteX937" fmla="*/ 13550 w 7467600"/>
              <a:gd name="connsiteY937" fmla="*/ 158423 h 6858000"/>
              <a:gd name="connsiteX938" fmla="*/ 0 w 7467600"/>
              <a:gd name="connsiteY938" fmla="*/ 146618 h 6858000"/>
              <a:gd name="connsiteX939" fmla="*/ 0 w 7467600"/>
              <a:gd name="connsiteY939" fmla="*/ 59161 h 6858000"/>
              <a:gd name="connsiteX940" fmla="*/ 45427 w 7467600"/>
              <a:gd name="connsiteY940" fmla="*/ 101078 h 6858000"/>
              <a:gd name="connsiteX941" fmla="*/ 630103 w 7467600"/>
              <a:gd name="connsiteY941" fmla="*/ 485885 h 6858000"/>
              <a:gd name="connsiteX942" fmla="*/ 532040 w 7467600"/>
              <a:gd name="connsiteY942" fmla="*/ 399359 h 6858000"/>
              <a:gd name="connsiteX943" fmla="*/ 517618 w 7467600"/>
              <a:gd name="connsiteY943" fmla="*/ 385726 h 6858000"/>
              <a:gd name="connsiteX944" fmla="*/ 285074 w 7467600"/>
              <a:gd name="connsiteY944" fmla="*/ 182755 h 6858000"/>
              <a:gd name="connsiteX945" fmla="*/ 43151 w 7467600"/>
              <a:gd name="connsiteY94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1019354 w 7467600"/>
              <a:gd name="connsiteY13" fmla="*/ 6315006 h 6858000"/>
              <a:gd name="connsiteX14" fmla="*/ 441046 w 7467600"/>
              <a:gd name="connsiteY14" fmla="*/ 6691153 h 6858000"/>
              <a:gd name="connsiteX15" fmla="*/ 1019354 w 7467600"/>
              <a:gd name="connsiteY15" fmla="*/ 6315006 h 6858000"/>
              <a:gd name="connsiteX16" fmla="*/ 991680 w 7467600"/>
              <a:gd name="connsiteY16" fmla="*/ 6298413 h 6858000"/>
              <a:gd name="connsiteX17" fmla="*/ 409060 w 7467600"/>
              <a:gd name="connsiteY17" fmla="*/ 6671470 h 6858000"/>
              <a:gd name="connsiteX18" fmla="*/ 991680 w 7467600"/>
              <a:gd name="connsiteY18" fmla="*/ 6298413 h 6858000"/>
              <a:gd name="connsiteX19" fmla="*/ 103333 w 7467600"/>
              <a:gd name="connsiteY19" fmla="*/ 5699602 h 6858000"/>
              <a:gd name="connsiteX20" fmla="*/ 233938 w 7467600"/>
              <a:gd name="connsiteY20" fmla="*/ 5809416 h 6858000"/>
              <a:gd name="connsiteX21" fmla="*/ 883580 w 7467600"/>
              <a:gd name="connsiteY21" fmla="*/ 6180710 h 6858000"/>
              <a:gd name="connsiteX22" fmla="*/ 487337 w 7467600"/>
              <a:gd name="connsiteY22" fmla="*/ 5950182 h 6858000"/>
              <a:gd name="connsiteX23" fmla="*/ 354051 w 7467600"/>
              <a:gd name="connsiteY23" fmla="*/ 5854912 h 6858000"/>
              <a:gd name="connsiteX24" fmla="*/ 195436 w 7467600"/>
              <a:gd name="connsiteY24" fmla="*/ 5755068 h 6858000"/>
              <a:gd name="connsiteX25" fmla="*/ 103333 w 7467600"/>
              <a:gd name="connsiteY25" fmla="*/ 5699602 h 6858000"/>
              <a:gd name="connsiteX26" fmla="*/ 5539432 w 7467600"/>
              <a:gd name="connsiteY26" fmla="*/ 5642928 h 6858000"/>
              <a:gd name="connsiteX27" fmla="*/ 5555462 w 7467600"/>
              <a:gd name="connsiteY27" fmla="*/ 5694454 h 6858000"/>
              <a:gd name="connsiteX28" fmla="*/ 5828270 w 7467600"/>
              <a:gd name="connsiteY28" fmla="*/ 6320663 h 6858000"/>
              <a:gd name="connsiteX29" fmla="*/ 5947416 w 7467600"/>
              <a:gd name="connsiteY29" fmla="*/ 6574846 h 6858000"/>
              <a:gd name="connsiteX30" fmla="*/ 5539432 w 7467600"/>
              <a:gd name="connsiteY30" fmla="*/ 5642928 h 6858000"/>
              <a:gd name="connsiteX31" fmla="*/ 51253 w 7467600"/>
              <a:gd name="connsiteY31" fmla="*/ 5631825 h 6858000"/>
              <a:gd name="connsiteX32" fmla="*/ 211622 w 7467600"/>
              <a:gd name="connsiteY32" fmla="*/ 5728803 h 6858000"/>
              <a:gd name="connsiteX33" fmla="*/ 371652 w 7467600"/>
              <a:gd name="connsiteY33" fmla="*/ 5829062 h 6858000"/>
              <a:gd name="connsiteX34" fmla="*/ 505903 w 7467600"/>
              <a:gd name="connsiteY34" fmla="*/ 5925221 h 6858000"/>
              <a:gd name="connsiteX35" fmla="*/ 899240 w 7467600"/>
              <a:gd name="connsiteY35" fmla="*/ 6153068 h 6858000"/>
              <a:gd name="connsiteX36" fmla="*/ 988114 w 7467600"/>
              <a:gd name="connsiteY36" fmla="*/ 6174204 h 6858000"/>
              <a:gd name="connsiteX37" fmla="*/ 845971 w 7467600"/>
              <a:gd name="connsiteY37" fmla="*/ 6067177 h 6858000"/>
              <a:gd name="connsiteX38" fmla="*/ 448057 w 7467600"/>
              <a:gd name="connsiteY38" fmla="*/ 5841376 h 6858000"/>
              <a:gd name="connsiteX39" fmla="*/ 51253 w 7467600"/>
              <a:gd name="connsiteY39" fmla="*/ 5631825 h 6858000"/>
              <a:gd name="connsiteX40" fmla="*/ 2606687 w 7467600"/>
              <a:gd name="connsiteY40" fmla="*/ 5630718 h 6858000"/>
              <a:gd name="connsiteX41" fmla="*/ 2645658 w 7467600"/>
              <a:gd name="connsiteY41" fmla="*/ 6640259 h 6858000"/>
              <a:gd name="connsiteX42" fmla="*/ 2606687 w 7467600"/>
              <a:gd name="connsiteY42" fmla="*/ 5630718 h 6858000"/>
              <a:gd name="connsiteX43" fmla="*/ 3642057 w 7467600"/>
              <a:gd name="connsiteY43" fmla="*/ 5573487 h 6858000"/>
              <a:gd name="connsiteX44" fmla="*/ 3632981 w 7467600"/>
              <a:gd name="connsiteY44" fmla="*/ 5579437 h 6858000"/>
              <a:gd name="connsiteX45" fmla="*/ 3382436 w 7467600"/>
              <a:gd name="connsiteY45" fmla="*/ 5952726 h 6858000"/>
              <a:gd name="connsiteX46" fmla="*/ 3191929 w 7467600"/>
              <a:gd name="connsiteY46" fmla="*/ 6662669 h 6858000"/>
              <a:gd name="connsiteX47" fmla="*/ 3369898 w 7467600"/>
              <a:gd name="connsiteY47" fmla="*/ 6081771 h 6858000"/>
              <a:gd name="connsiteX48" fmla="*/ 3642057 w 7467600"/>
              <a:gd name="connsiteY48" fmla="*/ 5573487 h 6858000"/>
              <a:gd name="connsiteX49" fmla="*/ 2650666 w 7467600"/>
              <a:gd name="connsiteY49" fmla="*/ 5530686 h 6858000"/>
              <a:gd name="connsiteX50" fmla="*/ 2650249 w 7467600"/>
              <a:gd name="connsiteY50" fmla="*/ 5532101 h 6858000"/>
              <a:gd name="connsiteX51" fmla="*/ 2663808 w 7467600"/>
              <a:gd name="connsiteY51" fmla="*/ 6535215 h 6858000"/>
              <a:gd name="connsiteX52" fmla="*/ 2665418 w 7467600"/>
              <a:gd name="connsiteY52" fmla="*/ 6132756 h 6858000"/>
              <a:gd name="connsiteX53" fmla="*/ 2650666 w 7467600"/>
              <a:gd name="connsiteY53" fmla="*/ 5530686 h 6858000"/>
              <a:gd name="connsiteX54" fmla="*/ 2680277 w 7467600"/>
              <a:gd name="connsiteY54" fmla="*/ 5479204 h 6858000"/>
              <a:gd name="connsiteX55" fmla="*/ 2678972 w 7467600"/>
              <a:gd name="connsiteY55" fmla="*/ 5481582 h 6858000"/>
              <a:gd name="connsiteX56" fmla="*/ 2696666 w 7467600"/>
              <a:gd name="connsiteY56" fmla="*/ 6133836 h 6858000"/>
              <a:gd name="connsiteX57" fmla="*/ 2695769 w 7467600"/>
              <a:gd name="connsiteY57" fmla="*/ 6390955 h 6858000"/>
              <a:gd name="connsiteX58" fmla="*/ 2739893 w 7467600"/>
              <a:gd name="connsiteY58" fmla="*/ 6108357 h 6858000"/>
              <a:gd name="connsiteX59" fmla="*/ 2680277 w 7467600"/>
              <a:gd name="connsiteY59" fmla="*/ 5479204 h 6858000"/>
              <a:gd name="connsiteX60" fmla="*/ 1132195 w 7467600"/>
              <a:gd name="connsiteY60" fmla="*/ 5467980 h 6858000"/>
              <a:gd name="connsiteX61" fmla="*/ 1679056 w 7467600"/>
              <a:gd name="connsiteY61" fmla="*/ 5516907 h 6858000"/>
              <a:gd name="connsiteX62" fmla="*/ 2128648 w 7467600"/>
              <a:gd name="connsiteY62" fmla="*/ 5474249 h 6858000"/>
              <a:gd name="connsiteX63" fmla="*/ 1825619 w 7467600"/>
              <a:gd name="connsiteY63" fmla="*/ 5478447 h 6858000"/>
              <a:gd name="connsiteX64" fmla="*/ 1737798 w 7467600"/>
              <a:gd name="connsiteY64" fmla="*/ 5483353 h 6858000"/>
              <a:gd name="connsiteX65" fmla="*/ 1132195 w 7467600"/>
              <a:gd name="connsiteY65" fmla="*/ 5467980 h 6858000"/>
              <a:gd name="connsiteX66" fmla="*/ 1456157 w 7467600"/>
              <a:gd name="connsiteY66" fmla="*/ 5371404 h 6858000"/>
              <a:gd name="connsiteX67" fmla="*/ 1244432 w 7467600"/>
              <a:gd name="connsiteY67" fmla="*/ 5385601 h 6858000"/>
              <a:gd name="connsiteX68" fmla="*/ 973990 w 7467600"/>
              <a:gd name="connsiteY68" fmla="*/ 5424940 h 6858000"/>
              <a:gd name="connsiteX69" fmla="*/ 1103809 w 7467600"/>
              <a:gd name="connsiteY69" fmla="*/ 5433720 h 6858000"/>
              <a:gd name="connsiteX70" fmla="*/ 1123454 w 7467600"/>
              <a:gd name="connsiteY70" fmla="*/ 5435727 h 6858000"/>
              <a:gd name="connsiteX71" fmla="*/ 1737017 w 7467600"/>
              <a:gd name="connsiteY71" fmla="*/ 5452183 h 6858000"/>
              <a:gd name="connsiteX72" fmla="*/ 1824397 w 7467600"/>
              <a:gd name="connsiteY72" fmla="*/ 5447757 h 6858000"/>
              <a:gd name="connsiteX73" fmla="*/ 2070059 w 7467600"/>
              <a:gd name="connsiteY73" fmla="*/ 5441660 h 6858000"/>
              <a:gd name="connsiteX74" fmla="*/ 1456157 w 7467600"/>
              <a:gd name="connsiteY74" fmla="*/ 5371404 h 6858000"/>
              <a:gd name="connsiteX75" fmla="*/ 4988186 w 7467600"/>
              <a:gd name="connsiteY75" fmla="*/ 5216467 h 6858000"/>
              <a:gd name="connsiteX76" fmla="*/ 4777334 w 7467600"/>
              <a:gd name="connsiteY76" fmla="*/ 5406072 h 6858000"/>
              <a:gd name="connsiteX77" fmla="*/ 4718341 w 7467600"/>
              <a:gd name="connsiteY77" fmla="*/ 5468043 h 6858000"/>
              <a:gd name="connsiteX78" fmla="*/ 4604655 w 7467600"/>
              <a:gd name="connsiteY78" fmla="*/ 5583434 h 6858000"/>
              <a:gd name="connsiteX79" fmla="*/ 4565074 w 7467600"/>
              <a:gd name="connsiteY79" fmla="*/ 5618550 h 6858000"/>
              <a:gd name="connsiteX80" fmla="*/ 4988186 w 7467600"/>
              <a:gd name="connsiteY80" fmla="*/ 5216467 h 6858000"/>
              <a:gd name="connsiteX81" fmla="*/ 4978032 w 7467600"/>
              <a:gd name="connsiteY81" fmla="*/ 5183809 h 6858000"/>
              <a:gd name="connsiteX82" fmla="*/ 4463413 w 7467600"/>
              <a:gd name="connsiteY82" fmla="*/ 5615162 h 6858000"/>
              <a:gd name="connsiteX83" fmla="*/ 4358134 w 7467600"/>
              <a:gd name="connsiteY83" fmla="*/ 5742791 h 6858000"/>
              <a:gd name="connsiteX84" fmla="*/ 4376219 w 7467600"/>
              <a:gd name="connsiteY84" fmla="*/ 5729027 h 6858000"/>
              <a:gd name="connsiteX85" fmla="*/ 4582340 w 7467600"/>
              <a:gd name="connsiteY85" fmla="*/ 5561037 h 6858000"/>
              <a:gd name="connsiteX86" fmla="*/ 4694684 w 7467600"/>
              <a:gd name="connsiteY86" fmla="*/ 5447098 h 6858000"/>
              <a:gd name="connsiteX87" fmla="*/ 4754123 w 7467600"/>
              <a:gd name="connsiteY87" fmla="*/ 5384643 h 6858000"/>
              <a:gd name="connsiteX88" fmla="*/ 4978032 w 7467600"/>
              <a:gd name="connsiteY88" fmla="*/ 5183809 h 6858000"/>
              <a:gd name="connsiteX89" fmla="*/ 1903353 w 7467600"/>
              <a:gd name="connsiteY89" fmla="*/ 5044827 h 6858000"/>
              <a:gd name="connsiteX90" fmla="*/ 1936931 w 7467600"/>
              <a:gd name="connsiteY90" fmla="*/ 5093954 h 6858000"/>
              <a:gd name="connsiteX91" fmla="*/ 2195868 w 7467600"/>
              <a:gd name="connsiteY91" fmla="*/ 5396574 h 6858000"/>
              <a:gd name="connsiteX92" fmla="*/ 2088852 w 7467600"/>
              <a:gd name="connsiteY92" fmla="*/ 5166123 h 6858000"/>
              <a:gd name="connsiteX93" fmla="*/ 1958241 w 7467600"/>
              <a:gd name="connsiteY93" fmla="*/ 5067955 h 6858000"/>
              <a:gd name="connsiteX94" fmla="*/ 1903353 w 7467600"/>
              <a:gd name="connsiteY94" fmla="*/ 5044827 h 6858000"/>
              <a:gd name="connsiteX95" fmla="*/ 1979378 w 7467600"/>
              <a:gd name="connsiteY95" fmla="*/ 4769504 h 6858000"/>
              <a:gd name="connsiteX96" fmla="*/ 2882120 w 7467600"/>
              <a:gd name="connsiteY96" fmla="*/ 5064547 h 6858000"/>
              <a:gd name="connsiteX97" fmla="*/ 2793103 w 7467600"/>
              <a:gd name="connsiteY97" fmla="*/ 5039699 h 6858000"/>
              <a:gd name="connsiteX98" fmla="*/ 2770041 w 7467600"/>
              <a:gd name="connsiteY98" fmla="*/ 5033634 h 6858000"/>
              <a:gd name="connsiteX99" fmla="*/ 1979378 w 7467600"/>
              <a:gd name="connsiteY99" fmla="*/ 4769504 h 6858000"/>
              <a:gd name="connsiteX100" fmla="*/ 1927410 w 7467600"/>
              <a:gd name="connsiteY100" fmla="*/ 4716164 h 6858000"/>
              <a:gd name="connsiteX101" fmla="*/ 1959587 w 7467600"/>
              <a:gd name="connsiteY101" fmla="*/ 4728849 h 6858000"/>
              <a:gd name="connsiteX102" fmla="*/ 2777707 w 7467600"/>
              <a:gd name="connsiteY102" fmla="*/ 5003991 h 6858000"/>
              <a:gd name="connsiteX103" fmla="*/ 2800768 w 7467600"/>
              <a:gd name="connsiteY103" fmla="*/ 5010056 h 6858000"/>
              <a:gd name="connsiteX104" fmla="*/ 2879408 w 7467600"/>
              <a:gd name="connsiteY104" fmla="*/ 5031590 h 6858000"/>
              <a:gd name="connsiteX105" fmla="*/ 2862295 w 7467600"/>
              <a:gd name="connsiteY105" fmla="*/ 5022958 h 6858000"/>
              <a:gd name="connsiteX106" fmla="*/ 2813343 w 7467600"/>
              <a:gd name="connsiteY106" fmla="*/ 4998369 h 6858000"/>
              <a:gd name="connsiteX107" fmla="*/ 2646245 w 7467600"/>
              <a:gd name="connsiteY107" fmla="*/ 4930999 h 6858000"/>
              <a:gd name="connsiteX108" fmla="*/ 1999243 w 7467600"/>
              <a:gd name="connsiteY108" fmla="*/ 4730524 h 6858000"/>
              <a:gd name="connsiteX109" fmla="*/ 1979527 w 7467600"/>
              <a:gd name="connsiteY109" fmla="*/ 4726651 h 6858000"/>
              <a:gd name="connsiteX110" fmla="*/ 1927410 w 7467600"/>
              <a:gd name="connsiteY110" fmla="*/ 4716164 h 6858000"/>
              <a:gd name="connsiteX111" fmla="*/ 1997014 w 7467600"/>
              <a:gd name="connsiteY111" fmla="*/ 4698007 h 6858000"/>
              <a:gd name="connsiteX112" fmla="*/ 2005458 w 7467600"/>
              <a:gd name="connsiteY112" fmla="*/ 4699540 h 6858000"/>
              <a:gd name="connsiteX113" fmla="*/ 2657186 w 7467600"/>
              <a:gd name="connsiteY113" fmla="*/ 4901687 h 6858000"/>
              <a:gd name="connsiteX114" fmla="*/ 2826662 w 7467600"/>
              <a:gd name="connsiteY114" fmla="*/ 4970362 h 6858000"/>
              <a:gd name="connsiteX115" fmla="*/ 2876100 w 7467600"/>
              <a:gd name="connsiteY115" fmla="*/ 4995397 h 6858000"/>
              <a:gd name="connsiteX116" fmla="*/ 3042600 w 7467600"/>
              <a:gd name="connsiteY116" fmla="*/ 5059532 h 6858000"/>
              <a:gd name="connsiteX117" fmla="*/ 1997014 w 7467600"/>
              <a:gd name="connsiteY117" fmla="*/ 4698007 h 6858000"/>
              <a:gd name="connsiteX118" fmla="*/ 2305292 w 7467600"/>
              <a:gd name="connsiteY118" fmla="*/ 4219492 h 6858000"/>
              <a:gd name="connsiteX119" fmla="*/ 3360922 w 7467600"/>
              <a:gd name="connsiteY119" fmla="*/ 4529373 h 6858000"/>
              <a:gd name="connsiteX120" fmla="*/ 3492420 w 7467600"/>
              <a:gd name="connsiteY120" fmla="*/ 4510145 h 6858000"/>
              <a:gd name="connsiteX121" fmla="*/ 3364086 w 7467600"/>
              <a:gd name="connsiteY121" fmla="*/ 4480340 h 6858000"/>
              <a:gd name="connsiteX122" fmla="*/ 3225818 w 7467600"/>
              <a:gd name="connsiteY122" fmla="*/ 4411822 h 6858000"/>
              <a:gd name="connsiteX123" fmla="*/ 3129696 w 7467600"/>
              <a:gd name="connsiteY123" fmla="*/ 4360704 h 6858000"/>
              <a:gd name="connsiteX124" fmla="*/ 2814545 w 7467600"/>
              <a:gd name="connsiteY124" fmla="*/ 4282955 h 6858000"/>
              <a:gd name="connsiteX125" fmla="*/ 2305292 w 7467600"/>
              <a:gd name="connsiteY125" fmla="*/ 4219492 h 6858000"/>
              <a:gd name="connsiteX126" fmla="*/ 2626982 w 7467600"/>
              <a:gd name="connsiteY126" fmla="*/ 4206450 h 6858000"/>
              <a:gd name="connsiteX127" fmla="*/ 2490617 w 7467600"/>
              <a:gd name="connsiteY127" fmla="*/ 4206951 h 6858000"/>
              <a:gd name="connsiteX128" fmla="*/ 2819869 w 7467600"/>
              <a:gd name="connsiteY128" fmla="*/ 4252936 h 6858000"/>
              <a:gd name="connsiteX129" fmla="*/ 3143018 w 7467600"/>
              <a:gd name="connsiteY129" fmla="*/ 4332698 h 6858000"/>
              <a:gd name="connsiteX130" fmla="*/ 3241520 w 7467600"/>
              <a:gd name="connsiteY130" fmla="*/ 4385112 h 6858000"/>
              <a:gd name="connsiteX131" fmla="*/ 3374575 w 7467600"/>
              <a:gd name="connsiteY131" fmla="*/ 4451517 h 6858000"/>
              <a:gd name="connsiteX132" fmla="*/ 3505221 w 7467600"/>
              <a:gd name="connsiteY132" fmla="*/ 4480757 h 6858000"/>
              <a:gd name="connsiteX133" fmla="*/ 2626982 w 7467600"/>
              <a:gd name="connsiteY133" fmla="*/ 4206450 h 6858000"/>
              <a:gd name="connsiteX134" fmla="*/ 1310106 w 7467600"/>
              <a:gd name="connsiteY134" fmla="*/ 3943217 h 6858000"/>
              <a:gd name="connsiteX135" fmla="*/ 854994 w 7467600"/>
              <a:gd name="connsiteY135" fmla="*/ 4399136 h 6858000"/>
              <a:gd name="connsiteX136" fmla="*/ 742462 w 7467600"/>
              <a:gd name="connsiteY136" fmla="*/ 4594648 h 6858000"/>
              <a:gd name="connsiteX137" fmla="*/ 820602 w 7467600"/>
              <a:gd name="connsiteY137" fmla="*/ 4485915 h 6858000"/>
              <a:gd name="connsiteX138" fmla="*/ 878295 w 7467600"/>
              <a:gd name="connsiteY138" fmla="*/ 4403594 h 6858000"/>
              <a:gd name="connsiteX139" fmla="*/ 1240607 w 7467600"/>
              <a:gd name="connsiteY139" fmla="*/ 4010401 h 6858000"/>
              <a:gd name="connsiteX140" fmla="*/ 1310106 w 7467600"/>
              <a:gd name="connsiteY140" fmla="*/ 3943217 h 6858000"/>
              <a:gd name="connsiteX141" fmla="*/ 1423113 w 7467600"/>
              <a:gd name="connsiteY141" fmla="*/ 3874565 h 6858000"/>
              <a:gd name="connsiteX142" fmla="*/ 1260565 w 7467600"/>
              <a:gd name="connsiteY142" fmla="*/ 4031982 h 6858000"/>
              <a:gd name="connsiteX143" fmla="*/ 901900 w 7467600"/>
              <a:gd name="connsiteY143" fmla="*/ 4421236 h 6858000"/>
              <a:gd name="connsiteX144" fmla="*/ 845044 w 7467600"/>
              <a:gd name="connsiteY144" fmla="*/ 4502436 h 6858000"/>
              <a:gd name="connsiteX145" fmla="*/ 685926 w 7467600"/>
              <a:gd name="connsiteY145" fmla="*/ 4703069 h 6858000"/>
              <a:gd name="connsiteX146" fmla="*/ 684248 w 7467600"/>
              <a:gd name="connsiteY146" fmla="*/ 4706721 h 6858000"/>
              <a:gd name="connsiteX147" fmla="*/ 1423113 w 7467600"/>
              <a:gd name="connsiteY147" fmla="*/ 3874565 h 6858000"/>
              <a:gd name="connsiteX148" fmla="*/ 3316479 w 7467600"/>
              <a:gd name="connsiteY148" fmla="*/ 3872136 h 6858000"/>
              <a:gd name="connsiteX149" fmla="*/ 3546806 w 7467600"/>
              <a:gd name="connsiteY149" fmla="*/ 4356139 h 6858000"/>
              <a:gd name="connsiteX150" fmla="*/ 3364433 w 7467600"/>
              <a:gd name="connsiteY150" fmla="*/ 3953121 h 6858000"/>
              <a:gd name="connsiteX151" fmla="*/ 3316479 w 7467600"/>
              <a:gd name="connsiteY151" fmla="*/ 3872136 h 6858000"/>
              <a:gd name="connsiteX152" fmla="*/ 3291335 w 7467600"/>
              <a:gd name="connsiteY152" fmla="*/ 3767420 h 6858000"/>
              <a:gd name="connsiteX153" fmla="*/ 3390805 w 7467600"/>
              <a:gd name="connsiteY153" fmla="*/ 3937163 h 6858000"/>
              <a:gd name="connsiteX154" fmla="*/ 3579062 w 7467600"/>
              <a:gd name="connsiteY154" fmla="*/ 4359040 h 6858000"/>
              <a:gd name="connsiteX155" fmla="*/ 3467355 w 7467600"/>
              <a:gd name="connsiteY155" fmla="*/ 3988130 h 6858000"/>
              <a:gd name="connsiteX156" fmla="*/ 3310753 w 7467600"/>
              <a:gd name="connsiteY156" fmla="*/ 3787140 h 6858000"/>
              <a:gd name="connsiteX157" fmla="*/ 3291335 w 7467600"/>
              <a:gd name="connsiteY157" fmla="*/ 3767420 h 6858000"/>
              <a:gd name="connsiteX158" fmla="*/ 1635889 w 7467600"/>
              <a:gd name="connsiteY158" fmla="*/ 3709494 h 6858000"/>
              <a:gd name="connsiteX159" fmla="*/ 1634800 w 7467600"/>
              <a:gd name="connsiteY159" fmla="*/ 3731111 h 6858000"/>
              <a:gd name="connsiteX160" fmla="*/ 1635889 w 7467600"/>
              <a:gd name="connsiteY160" fmla="*/ 3709494 h 6858000"/>
              <a:gd name="connsiteX161" fmla="*/ 1510397 w 7467600"/>
              <a:gd name="connsiteY161" fmla="*/ 3684705 h 6858000"/>
              <a:gd name="connsiteX162" fmla="*/ 1146550 w 7467600"/>
              <a:gd name="connsiteY162" fmla="*/ 3802012 h 6858000"/>
              <a:gd name="connsiteX163" fmla="*/ 698834 w 7467600"/>
              <a:gd name="connsiteY163" fmla="*/ 3952272 h 6858000"/>
              <a:gd name="connsiteX164" fmla="*/ 34256 w 7467600"/>
              <a:gd name="connsiteY164" fmla="*/ 4347603 h 6858000"/>
              <a:gd name="connsiteX165" fmla="*/ 527241 w 7467600"/>
              <a:gd name="connsiteY165" fmla="*/ 4065078 h 6858000"/>
              <a:gd name="connsiteX166" fmla="*/ 1510397 w 7467600"/>
              <a:gd name="connsiteY166" fmla="*/ 3684705 h 6858000"/>
              <a:gd name="connsiteX167" fmla="*/ 1313114 w 7467600"/>
              <a:gd name="connsiteY167" fmla="*/ 3655216 h 6858000"/>
              <a:gd name="connsiteX168" fmla="*/ 1109304 w 7467600"/>
              <a:gd name="connsiteY168" fmla="*/ 3669030 h 6858000"/>
              <a:gd name="connsiteX169" fmla="*/ 8129 w 7467600"/>
              <a:gd name="connsiteY169" fmla="*/ 4330519 h 6858000"/>
              <a:gd name="connsiteX170" fmla="*/ 687572 w 7467600"/>
              <a:gd name="connsiteY170" fmla="*/ 3925629 h 6858000"/>
              <a:gd name="connsiteX171" fmla="*/ 1138365 w 7467600"/>
              <a:gd name="connsiteY171" fmla="*/ 3774515 h 6858000"/>
              <a:gd name="connsiteX172" fmla="*/ 1505579 w 7467600"/>
              <a:gd name="connsiteY172" fmla="*/ 3655526 h 6858000"/>
              <a:gd name="connsiteX173" fmla="*/ 1313114 w 7467600"/>
              <a:gd name="connsiteY173" fmla="*/ 3655216 h 6858000"/>
              <a:gd name="connsiteX174" fmla="*/ 3655073 w 7467600"/>
              <a:gd name="connsiteY174" fmla="*/ 3650884 h 6858000"/>
              <a:gd name="connsiteX175" fmla="*/ 3989938 w 7467600"/>
              <a:gd name="connsiteY175" fmla="*/ 3991685 h 6858000"/>
              <a:gd name="connsiteX176" fmla="*/ 4393907 w 7467600"/>
              <a:gd name="connsiteY176" fmla="*/ 4261258 h 6858000"/>
              <a:gd name="connsiteX177" fmla="*/ 4648051 w 7467600"/>
              <a:gd name="connsiteY177" fmla="*/ 4374051 h 6858000"/>
              <a:gd name="connsiteX178" fmla="*/ 4383389 w 7467600"/>
              <a:gd name="connsiteY178" fmla="*/ 4184369 h 6858000"/>
              <a:gd name="connsiteX179" fmla="*/ 4165508 w 7467600"/>
              <a:gd name="connsiteY179" fmla="*/ 4035196 h 6858000"/>
              <a:gd name="connsiteX180" fmla="*/ 4068162 w 7467600"/>
              <a:gd name="connsiteY180" fmla="*/ 3953394 h 6858000"/>
              <a:gd name="connsiteX181" fmla="*/ 3981416 w 7467600"/>
              <a:gd name="connsiteY181" fmla="*/ 3880482 h 6858000"/>
              <a:gd name="connsiteX182" fmla="*/ 3800147 w 7467600"/>
              <a:gd name="connsiteY182" fmla="*/ 3749872 h 6858000"/>
              <a:gd name="connsiteX183" fmla="*/ 3655073 w 7467600"/>
              <a:gd name="connsiteY183" fmla="*/ 3650884 h 6858000"/>
              <a:gd name="connsiteX184" fmla="*/ 3670252 w 7467600"/>
              <a:gd name="connsiteY184" fmla="*/ 3622798 h 6858000"/>
              <a:gd name="connsiteX185" fmla="*/ 3817258 w 7467600"/>
              <a:gd name="connsiteY185" fmla="*/ 3723577 h 6858000"/>
              <a:gd name="connsiteX186" fmla="*/ 4000461 w 7467600"/>
              <a:gd name="connsiteY186" fmla="*/ 3855966 h 6858000"/>
              <a:gd name="connsiteX187" fmla="*/ 4088180 w 7467600"/>
              <a:gd name="connsiteY187" fmla="*/ 3929774 h 6858000"/>
              <a:gd name="connsiteX188" fmla="*/ 4184555 w 7467600"/>
              <a:gd name="connsiteY188" fmla="*/ 4010683 h 6858000"/>
              <a:gd name="connsiteX189" fmla="*/ 4399563 w 7467600"/>
              <a:gd name="connsiteY189" fmla="*/ 4158106 h 6858000"/>
              <a:gd name="connsiteX190" fmla="*/ 4684469 w 7467600"/>
              <a:gd name="connsiteY190" fmla="*/ 4364680 h 6858000"/>
              <a:gd name="connsiteX191" fmla="*/ 4690271 w 7467600"/>
              <a:gd name="connsiteY191" fmla="*/ 4370034 h 6858000"/>
              <a:gd name="connsiteX192" fmla="*/ 4136093 w 7467600"/>
              <a:gd name="connsiteY192" fmla="*/ 3858466 h 6858000"/>
              <a:gd name="connsiteX193" fmla="*/ 3670252 w 7467600"/>
              <a:gd name="connsiteY193" fmla="*/ 3622798 h 6858000"/>
              <a:gd name="connsiteX194" fmla="*/ 4440129 w 7467600"/>
              <a:gd name="connsiteY194" fmla="*/ 3448571 h 6858000"/>
              <a:gd name="connsiteX195" fmla="*/ 4856525 w 7467600"/>
              <a:gd name="connsiteY195" fmla="*/ 3915351 h 6858000"/>
              <a:gd name="connsiteX196" fmla="*/ 5059055 w 7467600"/>
              <a:gd name="connsiteY196" fmla="*/ 4108918 h 6858000"/>
              <a:gd name="connsiteX197" fmla="*/ 5290070 w 7467600"/>
              <a:gd name="connsiteY197" fmla="*/ 4263619 h 6858000"/>
              <a:gd name="connsiteX198" fmla="*/ 4834991 w 7467600"/>
              <a:gd name="connsiteY198" fmla="*/ 3830985 h 6858000"/>
              <a:gd name="connsiteX199" fmla="*/ 4440129 w 7467600"/>
              <a:gd name="connsiteY199" fmla="*/ 3448571 h 6858000"/>
              <a:gd name="connsiteX200" fmla="*/ 4441737 w 7467600"/>
              <a:gd name="connsiteY200" fmla="*/ 3399734 h 6858000"/>
              <a:gd name="connsiteX201" fmla="*/ 4431236 w 7467600"/>
              <a:gd name="connsiteY201" fmla="*/ 3400954 h 6858000"/>
              <a:gd name="connsiteX202" fmla="*/ 4557150 w 7467600"/>
              <a:gd name="connsiteY202" fmla="*/ 3510023 h 6858000"/>
              <a:gd name="connsiteX203" fmla="*/ 4856936 w 7467600"/>
              <a:gd name="connsiteY203" fmla="*/ 3809146 h 6858000"/>
              <a:gd name="connsiteX204" fmla="*/ 5111996 w 7467600"/>
              <a:gd name="connsiteY204" fmla="*/ 4065759 h 6858000"/>
              <a:gd name="connsiteX205" fmla="*/ 5388878 w 7467600"/>
              <a:gd name="connsiteY205" fmla="*/ 4300185 h 6858000"/>
              <a:gd name="connsiteX206" fmla="*/ 5425556 w 7467600"/>
              <a:gd name="connsiteY206" fmla="*/ 4308967 h 6858000"/>
              <a:gd name="connsiteX207" fmla="*/ 4943646 w 7467600"/>
              <a:gd name="connsiteY207" fmla="*/ 3822916 h 6858000"/>
              <a:gd name="connsiteX208" fmla="*/ 4594837 w 7467600"/>
              <a:gd name="connsiteY208" fmla="*/ 3532274 h 6858000"/>
              <a:gd name="connsiteX209" fmla="*/ 4441737 w 7467600"/>
              <a:gd name="connsiteY209" fmla="*/ 3399734 h 6858000"/>
              <a:gd name="connsiteX210" fmla="*/ 5425834 w 7467600"/>
              <a:gd name="connsiteY210" fmla="*/ 3162785 h 6858000"/>
              <a:gd name="connsiteX211" fmla="*/ 5401644 w 7467600"/>
              <a:gd name="connsiteY211" fmla="*/ 3617847 h 6858000"/>
              <a:gd name="connsiteX212" fmla="*/ 5467256 w 7467600"/>
              <a:gd name="connsiteY212" fmla="*/ 4175494 h 6858000"/>
              <a:gd name="connsiteX213" fmla="*/ 5448069 w 7467600"/>
              <a:gd name="connsiteY213" fmla="*/ 3567554 h 6858000"/>
              <a:gd name="connsiteX214" fmla="*/ 5425834 w 7467600"/>
              <a:gd name="connsiteY214" fmla="*/ 3162785 h 6858000"/>
              <a:gd name="connsiteX215" fmla="*/ 1318687 w 7467600"/>
              <a:gd name="connsiteY215" fmla="*/ 3113840 h 6858000"/>
              <a:gd name="connsiteX216" fmla="*/ 1066793 w 7467600"/>
              <a:gd name="connsiteY216" fmla="*/ 3212171 h 6858000"/>
              <a:gd name="connsiteX217" fmla="*/ 993319 w 7467600"/>
              <a:gd name="connsiteY217" fmla="*/ 3247648 h 6858000"/>
              <a:gd name="connsiteX218" fmla="*/ 853081 w 7467600"/>
              <a:gd name="connsiteY218" fmla="*/ 3312410 h 6858000"/>
              <a:gd name="connsiteX219" fmla="*/ 805957 w 7467600"/>
              <a:gd name="connsiteY219" fmla="*/ 3330443 h 6858000"/>
              <a:gd name="connsiteX220" fmla="*/ 1318687 w 7467600"/>
              <a:gd name="connsiteY220" fmla="*/ 3113840 h 6858000"/>
              <a:gd name="connsiteX221" fmla="*/ 5453702 w 7467600"/>
              <a:gd name="connsiteY221" fmla="*/ 3090882 h 6858000"/>
              <a:gd name="connsiteX222" fmla="*/ 5480135 w 7467600"/>
              <a:gd name="connsiteY222" fmla="*/ 3565802 h 6858000"/>
              <a:gd name="connsiteX223" fmla="*/ 5499023 w 7467600"/>
              <a:gd name="connsiteY223" fmla="*/ 4166310 h 6858000"/>
              <a:gd name="connsiteX224" fmla="*/ 5547022 w 7467600"/>
              <a:gd name="connsiteY224" fmla="*/ 3607838 h 6858000"/>
              <a:gd name="connsiteX225" fmla="*/ 5515964 w 7467600"/>
              <a:gd name="connsiteY225" fmla="*/ 3378541 h 6858000"/>
              <a:gd name="connsiteX226" fmla="*/ 5453702 w 7467600"/>
              <a:gd name="connsiteY226" fmla="*/ 3090882 h 6858000"/>
              <a:gd name="connsiteX227" fmla="*/ 1238695 w 7467600"/>
              <a:gd name="connsiteY227" fmla="*/ 3076820 h 6858000"/>
              <a:gd name="connsiteX228" fmla="*/ 716371 w 7467600"/>
              <a:gd name="connsiteY228" fmla="*/ 3293249 h 6858000"/>
              <a:gd name="connsiteX229" fmla="*/ 579522 w 7467600"/>
              <a:gd name="connsiteY229" fmla="*/ 3371759 h 6858000"/>
              <a:gd name="connsiteX230" fmla="*/ 600288 w 7467600"/>
              <a:gd name="connsiteY230" fmla="*/ 3365555 h 6858000"/>
              <a:gd name="connsiteX231" fmla="*/ 840692 w 7467600"/>
              <a:gd name="connsiteY231" fmla="*/ 3284921 h 6858000"/>
              <a:gd name="connsiteX232" fmla="*/ 979248 w 7467600"/>
              <a:gd name="connsiteY232" fmla="*/ 3221003 h 6858000"/>
              <a:gd name="connsiteX233" fmla="*/ 1053282 w 7467600"/>
              <a:gd name="connsiteY233" fmla="*/ 3185247 h 6858000"/>
              <a:gd name="connsiteX234" fmla="*/ 1320603 w 7467600"/>
              <a:gd name="connsiteY234" fmla="*/ 3081281 h 6858000"/>
              <a:gd name="connsiteX235" fmla="*/ 1238695 w 7467600"/>
              <a:gd name="connsiteY235" fmla="*/ 3076820 h 6858000"/>
              <a:gd name="connsiteX236" fmla="*/ 5425627 w 7467600"/>
              <a:gd name="connsiteY236" fmla="*/ 2954192 h 6858000"/>
              <a:gd name="connsiteX237" fmla="*/ 5470770 w 7467600"/>
              <a:gd name="connsiteY237" fmla="*/ 3005435 h 6858000"/>
              <a:gd name="connsiteX238" fmla="*/ 5519779 w 7467600"/>
              <a:gd name="connsiteY238" fmla="*/ 4359223 h 6858000"/>
              <a:gd name="connsiteX239" fmla="*/ 5520293 w 7467600"/>
              <a:gd name="connsiteY239" fmla="*/ 4360602 h 6858000"/>
              <a:gd name="connsiteX240" fmla="*/ 5767221 w 7467600"/>
              <a:gd name="connsiteY240" fmla="*/ 4665564 h 6858000"/>
              <a:gd name="connsiteX241" fmla="*/ 6937169 w 7467600"/>
              <a:gd name="connsiteY241" fmla="*/ 4815941 h 6858000"/>
              <a:gd name="connsiteX242" fmla="*/ 6953922 w 7467600"/>
              <a:gd name="connsiteY242" fmla="*/ 4890068 h 6858000"/>
              <a:gd name="connsiteX243" fmla="*/ 6071359 w 7467600"/>
              <a:gd name="connsiteY243" fmla="*/ 4770770 h 6858000"/>
              <a:gd name="connsiteX244" fmla="*/ 6038839 w 7467600"/>
              <a:gd name="connsiteY244" fmla="*/ 4764474 h 6858000"/>
              <a:gd name="connsiteX245" fmla="*/ 6038706 w 7467600"/>
              <a:gd name="connsiteY245" fmla="*/ 4763847 h 6858000"/>
              <a:gd name="connsiteX246" fmla="*/ 6037784 w 7467600"/>
              <a:gd name="connsiteY246" fmla="*/ 4764270 h 6858000"/>
              <a:gd name="connsiteX247" fmla="*/ 6038839 w 7467600"/>
              <a:gd name="connsiteY247" fmla="*/ 4764474 h 6858000"/>
              <a:gd name="connsiteX248" fmla="*/ 6040338 w 7467600"/>
              <a:gd name="connsiteY248" fmla="*/ 4771418 h 6858000"/>
              <a:gd name="connsiteX249" fmla="*/ 6024488 w 7467600"/>
              <a:gd name="connsiteY249" fmla="*/ 4809903 h 6858000"/>
              <a:gd name="connsiteX250" fmla="*/ 5599771 w 7467600"/>
              <a:gd name="connsiteY250" fmla="*/ 5509652 h 6858000"/>
              <a:gd name="connsiteX251" fmla="*/ 5548843 w 7467600"/>
              <a:gd name="connsiteY251" fmla="*/ 5563845 h 6858000"/>
              <a:gd name="connsiteX252" fmla="*/ 5940952 w 7467600"/>
              <a:gd name="connsiteY252" fmla="*/ 6250028 h 6858000"/>
              <a:gd name="connsiteX253" fmla="*/ 6043441 w 7467600"/>
              <a:gd name="connsiteY253" fmla="*/ 6665847 h 6858000"/>
              <a:gd name="connsiteX254" fmla="*/ 6093432 w 7467600"/>
              <a:gd name="connsiteY254" fmla="*/ 6858000 h 6858000"/>
              <a:gd name="connsiteX255" fmla="*/ 6034344 w 7467600"/>
              <a:gd name="connsiteY255" fmla="*/ 6858000 h 6858000"/>
              <a:gd name="connsiteX256" fmla="*/ 6026679 w 7467600"/>
              <a:gd name="connsiteY256" fmla="*/ 6836959 h 6858000"/>
              <a:gd name="connsiteX257" fmla="*/ 5800441 w 7467600"/>
              <a:gd name="connsiteY257" fmla="*/ 6335286 h 6858000"/>
              <a:gd name="connsiteX258" fmla="*/ 5526562 w 7467600"/>
              <a:gd name="connsiteY258" fmla="*/ 5705388 h 6858000"/>
              <a:gd name="connsiteX259" fmla="*/ 5519640 w 7467600"/>
              <a:gd name="connsiteY259" fmla="*/ 5683774 h 6858000"/>
              <a:gd name="connsiteX260" fmla="*/ 5844559 w 7467600"/>
              <a:gd name="connsiteY260" fmla="*/ 6553349 h 6858000"/>
              <a:gd name="connsiteX261" fmla="*/ 5975994 w 7467600"/>
              <a:gd name="connsiteY261" fmla="*/ 6858000 h 6858000"/>
              <a:gd name="connsiteX262" fmla="*/ 5898547 w 7467600"/>
              <a:gd name="connsiteY262" fmla="*/ 6858000 h 6858000"/>
              <a:gd name="connsiteX263" fmla="*/ 5682041 w 7467600"/>
              <a:gd name="connsiteY263" fmla="*/ 6355860 h 6858000"/>
              <a:gd name="connsiteX264" fmla="*/ 5461758 w 7467600"/>
              <a:gd name="connsiteY264" fmla="*/ 5820220 h 6858000"/>
              <a:gd name="connsiteX265" fmla="*/ 5237282 w 7467600"/>
              <a:gd name="connsiteY265" fmla="*/ 6579086 h 6858000"/>
              <a:gd name="connsiteX266" fmla="*/ 5115009 w 7467600"/>
              <a:gd name="connsiteY266" fmla="*/ 6858000 h 6858000"/>
              <a:gd name="connsiteX267" fmla="*/ 5028074 w 7467600"/>
              <a:gd name="connsiteY267" fmla="*/ 6858000 h 6858000"/>
              <a:gd name="connsiteX268" fmla="*/ 5079508 w 7467600"/>
              <a:gd name="connsiteY268" fmla="*/ 6749074 h 6858000"/>
              <a:gd name="connsiteX269" fmla="*/ 5371846 w 7467600"/>
              <a:gd name="connsiteY269" fmla="*/ 5924413 h 6858000"/>
              <a:gd name="connsiteX270" fmla="*/ 5270512 w 7467600"/>
              <a:gd name="connsiteY270" fmla="*/ 6138975 h 6858000"/>
              <a:gd name="connsiteX271" fmla="*/ 5062409 w 7467600"/>
              <a:gd name="connsiteY271" fmla="*/ 6653544 h 6858000"/>
              <a:gd name="connsiteX272" fmla="*/ 5036628 w 7467600"/>
              <a:gd name="connsiteY272" fmla="*/ 6754247 h 6858000"/>
              <a:gd name="connsiteX273" fmla="*/ 5009112 w 7467600"/>
              <a:gd name="connsiteY273" fmla="*/ 6858000 h 6858000"/>
              <a:gd name="connsiteX274" fmla="*/ 4976679 w 7467600"/>
              <a:gd name="connsiteY274" fmla="*/ 6858000 h 6858000"/>
              <a:gd name="connsiteX275" fmla="*/ 5006537 w 7467600"/>
              <a:gd name="connsiteY275" fmla="*/ 6747068 h 6858000"/>
              <a:gd name="connsiteX276" fmla="*/ 5032723 w 7467600"/>
              <a:gd name="connsiteY276" fmla="*/ 6644957 h 6858000"/>
              <a:gd name="connsiteX277" fmla="*/ 5242949 w 7467600"/>
              <a:gd name="connsiteY277" fmla="*/ 6125175 h 6858000"/>
              <a:gd name="connsiteX278" fmla="*/ 5286321 w 7467600"/>
              <a:gd name="connsiteY278" fmla="*/ 6033555 h 6858000"/>
              <a:gd name="connsiteX279" fmla="*/ 5008210 w 7467600"/>
              <a:gd name="connsiteY279" fmla="*/ 6649194 h 6858000"/>
              <a:gd name="connsiteX280" fmla="*/ 4986321 w 7467600"/>
              <a:gd name="connsiteY280" fmla="*/ 6765687 h 6858000"/>
              <a:gd name="connsiteX281" fmla="*/ 4973474 w 7467600"/>
              <a:gd name="connsiteY281" fmla="*/ 6858000 h 6858000"/>
              <a:gd name="connsiteX282" fmla="*/ 4907178 w 7467600"/>
              <a:gd name="connsiteY282" fmla="*/ 6858000 h 6858000"/>
              <a:gd name="connsiteX283" fmla="*/ 4910810 w 7467600"/>
              <a:gd name="connsiteY283" fmla="*/ 6829660 h 6858000"/>
              <a:gd name="connsiteX284" fmla="*/ 4987461 w 7467600"/>
              <a:gd name="connsiteY284" fmla="*/ 6432994 h 6858000"/>
              <a:gd name="connsiteX285" fmla="*/ 5179262 w 7467600"/>
              <a:gd name="connsiteY285" fmla="*/ 6035044 h 6858000"/>
              <a:gd name="connsiteX286" fmla="*/ 4689678 w 7467600"/>
              <a:gd name="connsiteY286" fmla="*/ 6440241 h 6858000"/>
              <a:gd name="connsiteX287" fmla="*/ 4477543 w 7467600"/>
              <a:gd name="connsiteY287" fmla="*/ 6674836 h 6858000"/>
              <a:gd name="connsiteX288" fmla="*/ 4329957 w 7467600"/>
              <a:gd name="connsiteY288" fmla="*/ 6858000 h 6858000"/>
              <a:gd name="connsiteX289" fmla="*/ 4218595 w 7467600"/>
              <a:gd name="connsiteY289" fmla="*/ 6858000 h 6858000"/>
              <a:gd name="connsiteX290" fmla="*/ 4368888 w 7467600"/>
              <a:gd name="connsiteY290" fmla="*/ 6668412 h 6858000"/>
              <a:gd name="connsiteX291" fmla="*/ 4563091 w 7467600"/>
              <a:gd name="connsiteY291" fmla="*/ 6442508 h 6858000"/>
              <a:gd name="connsiteX292" fmla="*/ 5387324 w 7467600"/>
              <a:gd name="connsiteY292" fmla="*/ 5705830 h 6858000"/>
              <a:gd name="connsiteX293" fmla="*/ 5073620 w 7467600"/>
              <a:gd name="connsiteY293" fmla="*/ 5955437 h 6858000"/>
              <a:gd name="connsiteX294" fmla="*/ 4689789 w 7467600"/>
              <a:gd name="connsiteY294" fmla="*/ 6268382 h 6858000"/>
              <a:gd name="connsiteX295" fmla="*/ 4418722 w 7467600"/>
              <a:gd name="connsiteY295" fmla="*/ 6570886 h 6858000"/>
              <a:gd name="connsiteX296" fmla="*/ 4214944 w 7467600"/>
              <a:gd name="connsiteY296" fmla="*/ 6858000 h 6858000"/>
              <a:gd name="connsiteX297" fmla="*/ 4177898 w 7467600"/>
              <a:gd name="connsiteY297" fmla="*/ 6858000 h 6858000"/>
              <a:gd name="connsiteX298" fmla="*/ 4391597 w 7467600"/>
              <a:gd name="connsiteY298" fmla="*/ 6556370 h 6858000"/>
              <a:gd name="connsiteX299" fmla="*/ 4668889 w 7467600"/>
              <a:gd name="connsiteY299" fmla="*/ 6246399 h 6858000"/>
              <a:gd name="connsiteX300" fmla="*/ 5055427 w 7467600"/>
              <a:gd name="connsiteY300" fmla="*/ 5931476 h 6858000"/>
              <a:gd name="connsiteX301" fmla="*/ 5371814 w 7467600"/>
              <a:gd name="connsiteY301" fmla="*/ 5678975 h 6858000"/>
              <a:gd name="connsiteX302" fmla="*/ 4987918 w 7467600"/>
              <a:gd name="connsiteY302" fmla="*/ 5838701 h 6858000"/>
              <a:gd name="connsiteX303" fmla="*/ 4317146 w 7467600"/>
              <a:gd name="connsiteY303" fmla="*/ 6587716 h 6858000"/>
              <a:gd name="connsiteX304" fmla="*/ 4171627 w 7467600"/>
              <a:gd name="connsiteY304" fmla="*/ 6858000 h 6858000"/>
              <a:gd name="connsiteX305" fmla="*/ 4081585 w 7467600"/>
              <a:gd name="connsiteY305" fmla="*/ 6858000 h 6858000"/>
              <a:gd name="connsiteX306" fmla="*/ 4238603 w 7467600"/>
              <a:gd name="connsiteY306" fmla="*/ 6559341 h 6858000"/>
              <a:gd name="connsiteX307" fmla="*/ 4778333 w 7467600"/>
              <a:gd name="connsiteY307" fmla="*/ 5873626 h 6858000"/>
              <a:gd name="connsiteX308" fmla="*/ 5414185 w 7467600"/>
              <a:gd name="connsiteY308" fmla="*/ 5573882 h 6858000"/>
              <a:gd name="connsiteX309" fmla="*/ 5959648 w 7467600"/>
              <a:gd name="connsiteY309" fmla="*/ 4760797 h 6858000"/>
              <a:gd name="connsiteX310" fmla="*/ 5355019 w 7467600"/>
              <a:gd name="connsiteY310" fmla="*/ 4734672 h 6858000"/>
              <a:gd name="connsiteX311" fmla="*/ 5083565 w 7467600"/>
              <a:gd name="connsiteY311" fmla="*/ 5179121 h 6858000"/>
              <a:gd name="connsiteX312" fmla="*/ 4713577 w 7467600"/>
              <a:gd name="connsiteY312" fmla="*/ 5616803 h 6858000"/>
              <a:gd name="connsiteX313" fmla="*/ 3989559 w 7467600"/>
              <a:gd name="connsiteY313" fmla="*/ 6145945 h 6858000"/>
              <a:gd name="connsiteX314" fmla="*/ 3939824 w 7467600"/>
              <a:gd name="connsiteY314" fmla="*/ 6066900 h 6858000"/>
              <a:gd name="connsiteX315" fmla="*/ 4584537 w 7467600"/>
              <a:gd name="connsiteY315" fmla="*/ 5324826 h 6858000"/>
              <a:gd name="connsiteX316" fmla="*/ 5037105 w 7467600"/>
              <a:gd name="connsiteY316" fmla="*/ 5088765 h 6858000"/>
              <a:gd name="connsiteX317" fmla="*/ 5039930 w 7467600"/>
              <a:gd name="connsiteY317" fmla="*/ 5089585 h 6858000"/>
              <a:gd name="connsiteX318" fmla="*/ 5263764 w 7467600"/>
              <a:gd name="connsiteY318" fmla="*/ 4735525 h 6858000"/>
              <a:gd name="connsiteX319" fmla="*/ 4086300 w 7467600"/>
              <a:gd name="connsiteY319" fmla="*/ 4884599 h 6858000"/>
              <a:gd name="connsiteX320" fmla="*/ 4085485 w 7467600"/>
              <a:gd name="connsiteY320" fmla="*/ 4899070 h 6858000"/>
              <a:gd name="connsiteX321" fmla="*/ 3871915 w 7467600"/>
              <a:gd name="connsiteY321" fmla="*/ 5253645 h 6858000"/>
              <a:gd name="connsiteX322" fmla="*/ 3799374 w 7467600"/>
              <a:gd name="connsiteY322" fmla="*/ 5466127 h 6858000"/>
              <a:gd name="connsiteX323" fmla="*/ 3498850 w 7467600"/>
              <a:gd name="connsiteY323" fmla="*/ 6661888 h 6858000"/>
              <a:gd name="connsiteX324" fmla="*/ 3399216 w 7467600"/>
              <a:gd name="connsiteY324" fmla="*/ 6858000 h 6858000"/>
              <a:gd name="connsiteX325" fmla="*/ 3303688 w 7467600"/>
              <a:gd name="connsiteY325" fmla="*/ 6858000 h 6858000"/>
              <a:gd name="connsiteX326" fmla="*/ 3391774 w 7467600"/>
              <a:gd name="connsiteY326" fmla="*/ 6697181 h 6858000"/>
              <a:gd name="connsiteX327" fmla="*/ 3735540 w 7467600"/>
              <a:gd name="connsiteY327" fmla="*/ 5546923 h 6858000"/>
              <a:gd name="connsiteX328" fmla="*/ 3729438 w 7467600"/>
              <a:gd name="connsiteY328" fmla="*/ 5569058 h 6858000"/>
              <a:gd name="connsiteX329" fmla="*/ 3707782 w 7467600"/>
              <a:gd name="connsiteY329" fmla="*/ 5644908 h 6858000"/>
              <a:gd name="connsiteX330" fmla="*/ 3583827 w 7467600"/>
              <a:gd name="connsiteY330" fmla="*/ 6039215 h 6858000"/>
              <a:gd name="connsiteX331" fmla="*/ 3547861 w 7467600"/>
              <a:gd name="connsiteY331" fmla="*/ 6129609 h 6858000"/>
              <a:gd name="connsiteX332" fmla="*/ 3490905 w 7467600"/>
              <a:gd name="connsiteY332" fmla="*/ 6277660 h 6858000"/>
              <a:gd name="connsiteX333" fmla="*/ 3455859 w 7467600"/>
              <a:gd name="connsiteY333" fmla="*/ 6391301 h 6858000"/>
              <a:gd name="connsiteX334" fmla="*/ 3429112 w 7467600"/>
              <a:gd name="connsiteY334" fmla="*/ 6479469 h 6858000"/>
              <a:gd name="connsiteX335" fmla="*/ 3304862 w 7467600"/>
              <a:gd name="connsiteY335" fmla="*/ 6796476 h 6858000"/>
              <a:gd name="connsiteX336" fmla="*/ 3276071 w 7467600"/>
              <a:gd name="connsiteY336" fmla="*/ 6858000 h 6858000"/>
              <a:gd name="connsiteX337" fmla="*/ 3240805 w 7467600"/>
              <a:gd name="connsiteY337" fmla="*/ 6858000 h 6858000"/>
              <a:gd name="connsiteX338" fmla="*/ 3275917 w 7467600"/>
              <a:gd name="connsiteY338" fmla="*/ 6783192 h 6858000"/>
              <a:gd name="connsiteX339" fmla="*/ 3399358 w 7467600"/>
              <a:gd name="connsiteY339" fmla="*/ 6469011 h 6858000"/>
              <a:gd name="connsiteX340" fmla="*/ 3425650 w 7467600"/>
              <a:gd name="connsiteY340" fmla="*/ 6381333 h 6858000"/>
              <a:gd name="connsiteX341" fmla="*/ 3460661 w 7467600"/>
              <a:gd name="connsiteY341" fmla="*/ 6266763 h 6858000"/>
              <a:gd name="connsiteX342" fmla="*/ 3518021 w 7467600"/>
              <a:gd name="connsiteY342" fmla="*/ 6117298 h 6858000"/>
              <a:gd name="connsiteX343" fmla="*/ 3554035 w 7467600"/>
              <a:gd name="connsiteY343" fmla="*/ 6027832 h 6858000"/>
              <a:gd name="connsiteX344" fmla="*/ 3677174 w 7467600"/>
              <a:gd name="connsiteY344" fmla="*/ 5636351 h 6858000"/>
              <a:gd name="connsiteX345" fmla="*/ 3698819 w 7467600"/>
              <a:gd name="connsiteY345" fmla="*/ 5560503 h 6858000"/>
              <a:gd name="connsiteX346" fmla="*/ 3702094 w 7467600"/>
              <a:gd name="connsiteY346" fmla="*/ 5549194 h 6858000"/>
              <a:gd name="connsiteX347" fmla="*/ 3398355 w 7467600"/>
              <a:gd name="connsiteY347" fmla="*/ 6094603 h 6858000"/>
              <a:gd name="connsiteX348" fmla="*/ 3193941 w 7467600"/>
              <a:gd name="connsiteY348" fmla="*/ 6798775 h 6858000"/>
              <a:gd name="connsiteX349" fmla="*/ 3184140 w 7467600"/>
              <a:gd name="connsiteY349" fmla="*/ 6858000 h 6858000"/>
              <a:gd name="connsiteX350" fmla="*/ 3099978 w 7467600"/>
              <a:gd name="connsiteY350" fmla="*/ 6858000 h 6858000"/>
              <a:gd name="connsiteX351" fmla="*/ 3101556 w 7467600"/>
              <a:gd name="connsiteY351" fmla="*/ 6843337 h 6858000"/>
              <a:gd name="connsiteX352" fmla="*/ 3370162 w 7467600"/>
              <a:gd name="connsiteY352" fmla="*/ 5785550 h 6858000"/>
              <a:gd name="connsiteX353" fmla="*/ 3746477 w 7467600"/>
              <a:gd name="connsiteY353" fmla="*/ 5377889 h 6858000"/>
              <a:gd name="connsiteX354" fmla="*/ 3863399 w 7467600"/>
              <a:gd name="connsiteY354" fmla="*/ 5087257 h 6858000"/>
              <a:gd name="connsiteX355" fmla="*/ 3968712 w 7467600"/>
              <a:gd name="connsiteY355" fmla="*/ 4913989 h 6858000"/>
              <a:gd name="connsiteX356" fmla="*/ 2792390 w 7467600"/>
              <a:gd name="connsiteY356" fmla="*/ 5382974 h 6858000"/>
              <a:gd name="connsiteX357" fmla="*/ 2714982 w 7467600"/>
              <a:gd name="connsiteY357" fmla="*/ 5427051 h 6858000"/>
              <a:gd name="connsiteX358" fmla="*/ 2813361 w 7467600"/>
              <a:gd name="connsiteY358" fmla="*/ 6023912 h 6858000"/>
              <a:gd name="connsiteX359" fmla="*/ 2688430 w 7467600"/>
              <a:gd name="connsiteY359" fmla="*/ 6801564 h 6858000"/>
              <a:gd name="connsiteX360" fmla="*/ 2629626 w 7467600"/>
              <a:gd name="connsiteY360" fmla="*/ 6763394 h 6858000"/>
              <a:gd name="connsiteX361" fmla="*/ 2565328 w 7467600"/>
              <a:gd name="connsiteY361" fmla="*/ 5516399 h 6858000"/>
              <a:gd name="connsiteX362" fmla="*/ 1922999 w 7467600"/>
              <a:gd name="connsiteY362" fmla="*/ 5980343 h 6858000"/>
              <a:gd name="connsiteX363" fmla="*/ 1950261 w 7467600"/>
              <a:gd name="connsiteY363" fmla="*/ 6405858 h 6858000"/>
              <a:gd name="connsiteX364" fmla="*/ 2365554 w 7467600"/>
              <a:gd name="connsiteY364" fmla="*/ 6759107 h 6858000"/>
              <a:gd name="connsiteX365" fmla="*/ 2424142 w 7467600"/>
              <a:gd name="connsiteY365" fmla="*/ 6858000 h 6858000"/>
              <a:gd name="connsiteX366" fmla="*/ 2395994 w 7467600"/>
              <a:gd name="connsiteY366" fmla="*/ 6858000 h 6858000"/>
              <a:gd name="connsiteX367" fmla="*/ 2392863 w 7467600"/>
              <a:gd name="connsiteY367" fmla="*/ 6852964 h 6858000"/>
              <a:gd name="connsiteX368" fmla="*/ 2017589 w 7467600"/>
              <a:gd name="connsiteY368" fmla="*/ 6493982 h 6858000"/>
              <a:gd name="connsiteX369" fmla="*/ 2147336 w 7467600"/>
              <a:gd name="connsiteY369" fmla="*/ 6594052 h 6858000"/>
              <a:gd name="connsiteX370" fmla="*/ 2207047 w 7467600"/>
              <a:gd name="connsiteY370" fmla="*/ 6654540 h 6858000"/>
              <a:gd name="connsiteX371" fmla="*/ 2299106 w 7467600"/>
              <a:gd name="connsiteY371" fmla="*/ 6778931 h 6858000"/>
              <a:gd name="connsiteX372" fmla="*/ 2314430 w 7467600"/>
              <a:gd name="connsiteY372" fmla="*/ 6801144 h 6858000"/>
              <a:gd name="connsiteX373" fmla="*/ 2352406 w 7467600"/>
              <a:gd name="connsiteY373" fmla="*/ 6858000 h 6858000"/>
              <a:gd name="connsiteX374" fmla="*/ 2314492 w 7467600"/>
              <a:gd name="connsiteY374" fmla="*/ 6858000 h 6858000"/>
              <a:gd name="connsiteX375" fmla="*/ 2288095 w 7467600"/>
              <a:gd name="connsiteY375" fmla="*/ 6818030 h 6858000"/>
              <a:gd name="connsiteX376" fmla="*/ 2272768 w 7467600"/>
              <a:gd name="connsiteY376" fmla="*/ 6795822 h 6858000"/>
              <a:gd name="connsiteX377" fmla="*/ 2182715 w 7467600"/>
              <a:gd name="connsiteY377" fmla="*/ 6675071 h 6858000"/>
              <a:gd name="connsiteX378" fmla="*/ 2032061 w 7467600"/>
              <a:gd name="connsiteY378" fmla="*/ 6541380 h 6858000"/>
              <a:gd name="connsiteX379" fmla="*/ 2257220 w 7467600"/>
              <a:gd name="connsiteY379" fmla="*/ 6826257 h 6858000"/>
              <a:gd name="connsiteX380" fmla="*/ 2281324 w 7467600"/>
              <a:gd name="connsiteY380" fmla="*/ 6858000 h 6858000"/>
              <a:gd name="connsiteX381" fmla="*/ 2242860 w 7467600"/>
              <a:gd name="connsiteY381" fmla="*/ 6858000 h 6858000"/>
              <a:gd name="connsiteX382" fmla="*/ 2232818 w 7467600"/>
              <a:gd name="connsiteY382" fmla="*/ 6844926 h 6858000"/>
              <a:gd name="connsiteX383" fmla="*/ 1990172 w 7467600"/>
              <a:gd name="connsiteY383" fmla="*/ 6542121 h 6858000"/>
              <a:gd name="connsiteX384" fmla="*/ 2124090 w 7467600"/>
              <a:gd name="connsiteY384" fmla="*/ 6761017 h 6858000"/>
              <a:gd name="connsiteX385" fmla="*/ 2200380 w 7467600"/>
              <a:gd name="connsiteY385" fmla="*/ 6858000 h 6858000"/>
              <a:gd name="connsiteX386" fmla="*/ 2147507 w 7467600"/>
              <a:gd name="connsiteY386" fmla="*/ 6858000 h 6858000"/>
              <a:gd name="connsiteX387" fmla="*/ 2070668 w 7467600"/>
              <a:gd name="connsiteY387" fmla="*/ 6761520 h 6858000"/>
              <a:gd name="connsiteX388" fmla="*/ 1975142 w 7467600"/>
              <a:gd name="connsiteY388" fmla="*/ 6585570 h 6858000"/>
              <a:gd name="connsiteX389" fmla="*/ 2050035 w 7467600"/>
              <a:gd name="connsiteY389" fmla="*/ 6813345 h 6858000"/>
              <a:gd name="connsiteX390" fmla="*/ 2063025 w 7467600"/>
              <a:gd name="connsiteY390" fmla="*/ 6858000 h 6858000"/>
              <a:gd name="connsiteX391" fmla="*/ 2021675 w 7467600"/>
              <a:gd name="connsiteY391" fmla="*/ 6858000 h 6858000"/>
              <a:gd name="connsiteX392" fmla="*/ 2019308 w 7467600"/>
              <a:gd name="connsiteY392" fmla="*/ 6847118 h 6858000"/>
              <a:gd name="connsiteX393" fmla="*/ 1938835 w 7467600"/>
              <a:gd name="connsiteY393" fmla="*/ 6551160 h 6858000"/>
              <a:gd name="connsiteX394" fmla="*/ 1953230 w 7467600"/>
              <a:gd name="connsiteY394" fmla="*/ 6759699 h 6858000"/>
              <a:gd name="connsiteX395" fmla="*/ 1956763 w 7467600"/>
              <a:gd name="connsiteY395" fmla="*/ 6778191 h 6858000"/>
              <a:gd name="connsiteX396" fmla="*/ 1967925 w 7467600"/>
              <a:gd name="connsiteY396" fmla="*/ 6858000 h 6858000"/>
              <a:gd name="connsiteX397" fmla="*/ 1936622 w 7467600"/>
              <a:gd name="connsiteY397" fmla="*/ 6858000 h 6858000"/>
              <a:gd name="connsiteX398" fmla="*/ 1926261 w 7467600"/>
              <a:gd name="connsiteY398" fmla="*/ 6784064 h 6858000"/>
              <a:gd name="connsiteX399" fmla="*/ 1922724 w 7467600"/>
              <a:gd name="connsiteY399" fmla="*/ 6765577 h 6858000"/>
              <a:gd name="connsiteX400" fmla="*/ 1904650 w 7467600"/>
              <a:gd name="connsiteY400" fmla="*/ 6639616 h 6858000"/>
              <a:gd name="connsiteX401" fmla="*/ 1885273 w 7467600"/>
              <a:gd name="connsiteY401" fmla="*/ 6858000 h 6858000"/>
              <a:gd name="connsiteX402" fmla="*/ 1854363 w 7467600"/>
              <a:gd name="connsiteY402" fmla="*/ 6858000 h 6858000"/>
              <a:gd name="connsiteX403" fmla="*/ 1880391 w 7467600"/>
              <a:gd name="connsiteY403" fmla="*/ 6603796 h 6858000"/>
              <a:gd name="connsiteX404" fmla="*/ 1818273 w 7467600"/>
              <a:gd name="connsiteY404" fmla="*/ 6715729 h 6858000"/>
              <a:gd name="connsiteX405" fmla="*/ 1794691 w 7467600"/>
              <a:gd name="connsiteY405" fmla="*/ 6843239 h 6858000"/>
              <a:gd name="connsiteX406" fmla="*/ 1794914 w 7467600"/>
              <a:gd name="connsiteY406" fmla="*/ 6858000 h 6858000"/>
              <a:gd name="connsiteX407" fmla="*/ 1746128 w 7467600"/>
              <a:gd name="connsiteY407" fmla="*/ 6858000 h 6858000"/>
              <a:gd name="connsiteX408" fmla="*/ 1753934 w 7467600"/>
              <a:gd name="connsiteY408" fmla="*/ 6724796 h 6858000"/>
              <a:gd name="connsiteX409" fmla="*/ 1792053 w 7467600"/>
              <a:gd name="connsiteY409" fmla="*/ 6572396 h 6858000"/>
              <a:gd name="connsiteX410" fmla="*/ 1862248 w 7467600"/>
              <a:gd name="connsiteY410" fmla="*/ 6266397 h 6858000"/>
              <a:gd name="connsiteX411" fmla="*/ 1862250 w 7467600"/>
              <a:gd name="connsiteY411" fmla="*/ 6033531 h 6858000"/>
              <a:gd name="connsiteX412" fmla="*/ 1211999 w 7467600"/>
              <a:gd name="connsiteY412" fmla="*/ 6683610 h 6858000"/>
              <a:gd name="connsiteX413" fmla="*/ 1213266 w 7467600"/>
              <a:gd name="connsiteY413" fmla="*/ 6691947 h 6858000"/>
              <a:gd name="connsiteX414" fmla="*/ 1203370 w 7467600"/>
              <a:gd name="connsiteY414" fmla="*/ 6850676 h 6858000"/>
              <a:gd name="connsiteX415" fmla="*/ 1203671 w 7467600"/>
              <a:gd name="connsiteY415" fmla="*/ 6858000 h 6858000"/>
              <a:gd name="connsiteX416" fmla="*/ 1143180 w 7467600"/>
              <a:gd name="connsiteY416" fmla="*/ 6858000 h 6858000"/>
              <a:gd name="connsiteX417" fmla="*/ 1142176 w 7467600"/>
              <a:gd name="connsiteY417" fmla="*/ 6766045 h 6858000"/>
              <a:gd name="connsiteX418" fmla="*/ 1067484 w 7467600"/>
              <a:gd name="connsiteY418" fmla="*/ 6858000 h 6858000"/>
              <a:gd name="connsiteX419" fmla="*/ 953928 w 7467600"/>
              <a:gd name="connsiteY419" fmla="*/ 6858000 h 6858000"/>
              <a:gd name="connsiteX420" fmla="*/ 959715 w 7467600"/>
              <a:gd name="connsiteY420" fmla="*/ 6850185 h 6858000"/>
              <a:gd name="connsiteX421" fmla="*/ 1483788 w 7467600"/>
              <a:gd name="connsiteY421" fmla="*/ 6259174 h 6858000"/>
              <a:gd name="connsiteX422" fmla="*/ 1100671 w 7467600"/>
              <a:gd name="connsiteY422" fmla="*/ 6252137 h 6858000"/>
              <a:gd name="connsiteX423" fmla="*/ 1090144 w 7467600"/>
              <a:gd name="connsiteY423" fmla="*/ 6256748 h 6858000"/>
              <a:gd name="connsiteX424" fmla="*/ 1095872 w 7467600"/>
              <a:gd name="connsiteY424" fmla="*/ 6271892 h 6858000"/>
              <a:gd name="connsiteX425" fmla="*/ 262785 w 7467600"/>
              <a:gd name="connsiteY425" fmla="*/ 6845450 h 6858000"/>
              <a:gd name="connsiteX426" fmla="*/ 209968 w 7467600"/>
              <a:gd name="connsiteY426" fmla="*/ 6770713 h 6858000"/>
              <a:gd name="connsiteX427" fmla="*/ 873460 w 7467600"/>
              <a:gd name="connsiteY427" fmla="*/ 6253768 h 6858000"/>
              <a:gd name="connsiteX428" fmla="*/ 192686 w 7467600"/>
              <a:gd name="connsiteY428" fmla="*/ 5849257 h 6858000"/>
              <a:gd name="connsiteX429" fmla="*/ 4696 w 7467600"/>
              <a:gd name="connsiteY429" fmla="*/ 5697668 h 6858000"/>
              <a:gd name="connsiteX430" fmla="*/ 0 w 7467600"/>
              <a:gd name="connsiteY430" fmla="*/ 5689984 h 6858000"/>
              <a:gd name="connsiteX431" fmla="*/ 0 w 7467600"/>
              <a:gd name="connsiteY431" fmla="*/ 5513472 h 6858000"/>
              <a:gd name="connsiteX432" fmla="*/ 174101 w 7467600"/>
              <a:gd name="connsiteY432" fmla="*/ 5620277 h 6858000"/>
              <a:gd name="connsiteX433" fmla="*/ 891800 w 7467600"/>
              <a:gd name="connsiteY433" fmla="*/ 6036935 h 6858000"/>
              <a:gd name="connsiteX434" fmla="*/ 1072219 w 7467600"/>
              <a:gd name="connsiteY434" fmla="*/ 6169443 h 6858000"/>
              <a:gd name="connsiteX435" fmla="*/ 1074117 w 7467600"/>
              <a:gd name="connsiteY435" fmla="*/ 6170301 h 6858000"/>
              <a:gd name="connsiteX436" fmla="*/ 1083114 w 7467600"/>
              <a:gd name="connsiteY436" fmla="*/ 6174131 h 6858000"/>
              <a:gd name="connsiteX437" fmla="*/ 1543010 w 7467600"/>
              <a:gd name="connsiteY437" fmla="*/ 6191140 h 6858000"/>
              <a:gd name="connsiteX438" fmla="*/ 1551080 w 7467600"/>
              <a:gd name="connsiteY438" fmla="*/ 6195006 h 6858000"/>
              <a:gd name="connsiteX439" fmla="*/ 2345443 w 7467600"/>
              <a:gd name="connsiteY439" fmla="*/ 5549882 h 6858000"/>
              <a:gd name="connsiteX440" fmla="*/ 1721499 w 7467600"/>
              <a:gd name="connsiteY440" fmla="*/ 5599969 h 6858000"/>
              <a:gd name="connsiteX441" fmla="*/ 767716 w 7467600"/>
              <a:gd name="connsiteY441" fmla="*/ 5472768 h 6858000"/>
              <a:gd name="connsiteX442" fmla="*/ 722147 w 7467600"/>
              <a:gd name="connsiteY442" fmla="*/ 5393091 h 6858000"/>
              <a:gd name="connsiteX443" fmla="*/ 1485552 w 7467600"/>
              <a:gd name="connsiteY443" fmla="*/ 5313202 h 6858000"/>
              <a:gd name="connsiteX444" fmla="*/ 2143004 w 7467600"/>
              <a:gd name="connsiteY444" fmla="*/ 5402420 h 6858000"/>
              <a:gd name="connsiteX445" fmla="*/ 1933391 w 7467600"/>
              <a:gd name="connsiteY445" fmla="*/ 5156971 h 6858000"/>
              <a:gd name="connsiteX446" fmla="*/ 1827118 w 7467600"/>
              <a:gd name="connsiteY446" fmla="*/ 4968410 h 6858000"/>
              <a:gd name="connsiteX447" fmla="*/ 1837349 w 7467600"/>
              <a:gd name="connsiteY447" fmla="*/ 4956357 h 6858000"/>
              <a:gd name="connsiteX448" fmla="*/ 2162835 w 7467600"/>
              <a:gd name="connsiteY448" fmla="*/ 5187853 h 6858000"/>
              <a:gd name="connsiteX449" fmla="*/ 2257167 w 7467600"/>
              <a:gd name="connsiteY449" fmla="*/ 5462123 h 6858000"/>
              <a:gd name="connsiteX450" fmla="*/ 2261598 w 7467600"/>
              <a:gd name="connsiteY450" fmla="*/ 5467998 h 6858000"/>
              <a:gd name="connsiteX451" fmla="*/ 2437177 w 7467600"/>
              <a:gd name="connsiteY451" fmla="*/ 5479608 h 6858000"/>
              <a:gd name="connsiteX452" fmla="*/ 2445247 w 7467600"/>
              <a:gd name="connsiteY452" fmla="*/ 5483476 h 6858000"/>
              <a:gd name="connsiteX453" fmla="*/ 2743626 w 7467600"/>
              <a:gd name="connsiteY453" fmla="*/ 5304819 h 6858000"/>
              <a:gd name="connsiteX454" fmla="*/ 3048102 w 7467600"/>
              <a:gd name="connsiteY454" fmla="*/ 5150595 h 6858000"/>
              <a:gd name="connsiteX455" fmla="*/ 1799414 w 7467600"/>
              <a:gd name="connsiteY455" fmla="*/ 4694732 h 6858000"/>
              <a:gd name="connsiteX456" fmla="*/ 1771735 w 7467600"/>
              <a:gd name="connsiteY456" fmla="*/ 4619929 h 6858000"/>
              <a:gd name="connsiteX457" fmla="*/ 3104273 w 7467600"/>
              <a:gd name="connsiteY457" fmla="*/ 5076159 h 6858000"/>
              <a:gd name="connsiteX458" fmla="*/ 3113245 w 7467600"/>
              <a:gd name="connsiteY458" fmla="*/ 5090705 h 6858000"/>
              <a:gd name="connsiteX459" fmla="*/ 3126294 w 7467600"/>
              <a:gd name="connsiteY459" fmla="*/ 5114400 h 6858000"/>
              <a:gd name="connsiteX460" fmla="*/ 3937433 w 7467600"/>
              <a:gd name="connsiteY460" fmla="*/ 4830473 h 6858000"/>
              <a:gd name="connsiteX461" fmla="*/ 3590475 w 7467600"/>
              <a:gd name="connsiteY461" fmla="*/ 4597974 h 6858000"/>
              <a:gd name="connsiteX462" fmla="*/ 3100264 w 7467600"/>
              <a:gd name="connsiteY462" fmla="*/ 4579845 h 6858000"/>
              <a:gd name="connsiteX463" fmla="*/ 2183576 w 7467600"/>
              <a:gd name="connsiteY463" fmla="*/ 4227150 h 6858000"/>
              <a:gd name="connsiteX464" fmla="*/ 2151029 w 7467600"/>
              <a:gd name="connsiteY464" fmla="*/ 4146947 h 6858000"/>
              <a:gd name="connsiteX465" fmla="*/ 3563434 w 7467600"/>
              <a:gd name="connsiteY465" fmla="*/ 4469115 h 6858000"/>
              <a:gd name="connsiteX466" fmla="*/ 3177952 w 7467600"/>
              <a:gd name="connsiteY466" fmla="*/ 3657386 h 6858000"/>
              <a:gd name="connsiteX467" fmla="*/ 3189263 w 7467600"/>
              <a:gd name="connsiteY467" fmla="*/ 3625726 h 6858000"/>
              <a:gd name="connsiteX468" fmla="*/ 3560912 w 7467600"/>
              <a:gd name="connsiteY468" fmla="*/ 4079863 h 6858000"/>
              <a:gd name="connsiteX469" fmla="*/ 3626636 w 7467600"/>
              <a:gd name="connsiteY469" fmla="*/ 4512230 h 6858000"/>
              <a:gd name="connsiteX470" fmla="*/ 3653088 w 7467600"/>
              <a:gd name="connsiteY470" fmla="*/ 4521417 h 6858000"/>
              <a:gd name="connsiteX471" fmla="*/ 3988128 w 7467600"/>
              <a:gd name="connsiteY471" fmla="*/ 4817267 h 6858000"/>
              <a:gd name="connsiteX472" fmla="*/ 4830582 w 7467600"/>
              <a:gd name="connsiteY472" fmla="*/ 4676000 h 6858000"/>
              <a:gd name="connsiteX473" fmla="*/ 4830100 w 7467600"/>
              <a:gd name="connsiteY473" fmla="*/ 4675554 h 6858000"/>
              <a:gd name="connsiteX474" fmla="*/ 4036318 w 7467600"/>
              <a:gd name="connsiteY474" fmla="*/ 4147013 h 6858000"/>
              <a:gd name="connsiteX475" fmla="*/ 3432098 w 7467600"/>
              <a:gd name="connsiteY475" fmla="*/ 3537312 h 6858000"/>
              <a:gd name="connsiteX476" fmla="*/ 3446761 w 7467600"/>
              <a:gd name="connsiteY476" fmla="*/ 3461278 h 6858000"/>
              <a:gd name="connsiteX477" fmla="*/ 4419733 w 7467600"/>
              <a:gd name="connsiteY477" fmla="*/ 3963555 h 6858000"/>
              <a:gd name="connsiteX478" fmla="*/ 4781371 w 7467600"/>
              <a:gd name="connsiteY478" fmla="*/ 4458604 h 6858000"/>
              <a:gd name="connsiteX479" fmla="*/ 4780440 w 7467600"/>
              <a:gd name="connsiteY479" fmla="*/ 4470290 h 6858000"/>
              <a:gd name="connsiteX480" fmla="*/ 4898954 w 7467600"/>
              <a:gd name="connsiteY480" fmla="*/ 4662092 h 6858000"/>
              <a:gd name="connsiteX481" fmla="*/ 4900699 w 7467600"/>
              <a:gd name="connsiteY481" fmla="*/ 4670867 h 6858000"/>
              <a:gd name="connsiteX482" fmla="*/ 5714511 w 7467600"/>
              <a:gd name="connsiteY482" fmla="*/ 4663483 h 6858000"/>
              <a:gd name="connsiteX483" fmla="*/ 5464793 w 7467600"/>
              <a:gd name="connsiteY483" fmla="*/ 4393556 h 6858000"/>
              <a:gd name="connsiteX484" fmla="*/ 5461897 w 7467600"/>
              <a:gd name="connsiteY484" fmla="*/ 4390879 h 6858000"/>
              <a:gd name="connsiteX485" fmla="*/ 4294126 w 7467600"/>
              <a:gd name="connsiteY485" fmla="*/ 3303048 h 6858000"/>
              <a:gd name="connsiteX486" fmla="*/ 4305321 w 7467600"/>
              <a:gd name="connsiteY486" fmla="*/ 3256953 h 6858000"/>
              <a:gd name="connsiteX487" fmla="*/ 4949299 w 7467600"/>
              <a:gd name="connsiteY487" fmla="*/ 3766336 h 6858000"/>
              <a:gd name="connsiteX488" fmla="*/ 5291452 w 7467600"/>
              <a:gd name="connsiteY488" fmla="*/ 4076801 h 6858000"/>
              <a:gd name="connsiteX489" fmla="*/ 5434998 w 7467600"/>
              <a:gd name="connsiteY489" fmla="*/ 4254100 h 6858000"/>
              <a:gd name="connsiteX490" fmla="*/ 5351015 w 7467600"/>
              <a:gd name="connsiteY490" fmla="*/ 3760989 h 6858000"/>
              <a:gd name="connsiteX491" fmla="*/ 5413780 w 7467600"/>
              <a:gd name="connsiteY491" fmla="*/ 2966265 h 6858000"/>
              <a:gd name="connsiteX492" fmla="*/ 5425627 w 7467600"/>
              <a:gd name="connsiteY492" fmla="*/ 2954192 h 6858000"/>
              <a:gd name="connsiteX493" fmla="*/ 6604735 w 7467600"/>
              <a:gd name="connsiteY493" fmla="*/ 2041381 h 6858000"/>
              <a:gd name="connsiteX494" fmla="*/ 7204487 w 7467600"/>
              <a:gd name="connsiteY494" fmla="*/ 2742112 h 6858000"/>
              <a:gd name="connsiteX495" fmla="*/ 7131592 w 7467600"/>
              <a:gd name="connsiteY495" fmla="*/ 2672096 h 6858000"/>
              <a:gd name="connsiteX496" fmla="*/ 6996344 w 7467600"/>
              <a:gd name="connsiteY496" fmla="*/ 2518310 h 6858000"/>
              <a:gd name="connsiteX497" fmla="*/ 6735495 w 7467600"/>
              <a:gd name="connsiteY497" fmla="*/ 2196890 h 6858000"/>
              <a:gd name="connsiteX498" fmla="*/ 6721901 w 7467600"/>
              <a:gd name="connsiteY498" fmla="*/ 2179274 h 6858000"/>
              <a:gd name="connsiteX499" fmla="*/ 6604735 w 7467600"/>
              <a:gd name="connsiteY499" fmla="*/ 2041381 h 6858000"/>
              <a:gd name="connsiteX500" fmla="*/ 6591670 w 7467600"/>
              <a:gd name="connsiteY500" fmla="*/ 1988277 h 6858000"/>
              <a:gd name="connsiteX501" fmla="*/ 6747349 w 7467600"/>
              <a:gd name="connsiteY501" fmla="*/ 2160069 h 6858000"/>
              <a:gd name="connsiteX502" fmla="*/ 6760943 w 7467600"/>
              <a:gd name="connsiteY502" fmla="*/ 2177686 h 6858000"/>
              <a:gd name="connsiteX503" fmla="*/ 7021065 w 7467600"/>
              <a:gd name="connsiteY503" fmla="*/ 2498102 h 6858000"/>
              <a:gd name="connsiteX504" fmla="*/ 7155223 w 7467600"/>
              <a:gd name="connsiteY504" fmla="*/ 2650386 h 6858000"/>
              <a:gd name="connsiteX505" fmla="*/ 7203167 w 7467600"/>
              <a:gd name="connsiteY505" fmla="*/ 2697288 h 6858000"/>
              <a:gd name="connsiteX506" fmla="*/ 6937703 w 7467600"/>
              <a:gd name="connsiteY506" fmla="*/ 2321981 h 6858000"/>
              <a:gd name="connsiteX507" fmla="*/ 6591670 w 7467600"/>
              <a:gd name="connsiteY507" fmla="*/ 1988277 h 6858000"/>
              <a:gd name="connsiteX508" fmla="*/ 5798671 w 7467600"/>
              <a:gd name="connsiteY508" fmla="*/ 1981601 h 6858000"/>
              <a:gd name="connsiteX509" fmla="*/ 5754709 w 7467600"/>
              <a:gd name="connsiteY509" fmla="*/ 2071454 h 6858000"/>
              <a:gd name="connsiteX510" fmla="*/ 5763044 w 7467600"/>
              <a:gd name="connsiteY510" fmla="*/ 2842206 h 6858000"/>
              <a:gd name="connsiteX511" fmla="*/ 5764974 w 7467600"/>
              <a:gd name="connsiteY511" fmla="*/ 2799609 h 6858000"/>
              <a:gd name="connsiteX512" fmla="*/ 5767665 w 7467600"/>
              <a:gd name="connsiteY512" fmla="*/ 2666409 h 6858000"/>
              <a:gd name="connsiteX513" fmla="*/ 5763055 w 7467600"/>
              <a:gd name="connsiteY513" fmla="*/ 2579705 h 6858000"/>
              <a:gd name="connsiteX514" fmla="*/ 5758079 w 7467600"/>
              <a:gd name="connsiteY514" fmla="*/ 2492508 h 6858000"/>
              <a:gd name="connsiteX515" fmla="*/ 5779325 w 7467600"/>
              <a:gd name="connsiteY515" fmla="*/ 2197069 h 6858000"/>
              <a:gd name="connsiteX516" fmla="*/ 5798671 w 7467600"/>
              <a:gd name="connsiteY516" fmla="*/ 1981601 h 6858000"/>
              <a:gd name="connsiteX517" fmla="*/ 5829202 w 7467600"/>
              <a:gd name="connsiteY517" fmla="*/ 1971679 h 6858000"/>
              <a:gd name="connsiteX518" fmla="*/ 5809558 w 7467600"/>
              <a:gd name="connsiteY518" fmla="*/ 2198043 h 6858000"/>
              <a:gd name="connsiteX519" fmla="*/ 5788653 w 7467600"/>
              <a:gd name="connsiteY519" fmla="*/ 2489430 h 6858000"/>
              <a:gd name="connsiteX520" fmla="*/ 5793439 w 7467600"/>
              <a:gd name="connsiteY520" fmla="*/ 2575235 h 6858000"/>
              <a:gd name="connsiteX521" fmla="*/ 5796837 w 7467600"/>
              <a:gd name="connsiteY521" fmla="*/ 2637633 h 6858000"/>
              <a:gd name="connsiteX522" fmla="*/ 5818614 w 7467600"/>
              <a:gd name="connsiteY522" fmla="*/ 2473055 h 6858000"/>
              <a:gd name="connsiteX523" fmla="*/ 5829202 w 7467600"/>
              <a:gd name="connsiteY523" fmla="*/ 1971679 h 6858000"/>
              <a:gd name="connsiteX524" fmla="*/ 5911389 w 7467600"/>
              <a:gd name="connsiteY524" fmla="*/ 1898371 h 6858000"/>
              <a:gd name="connsiteX525" fmla="*/ 6237627 w 7467600"/>
              <a:gd name="connsiteY525" fmla="*/ 2231921 h 6858000"/>
              <a:gd name="connsiteX526" fmla="*/ 5911389 w 7467600"/>
              <a:gd name="connsiteY526" fmla="*/ 1898371 h 6858000"/>
              <a:gd name="connsiteX527" fmla="*/ 6944437 w 7467600"/>
              <a:gd name="connsiteY527" fmla="*/ 1575402 h 6858000"/>
              <a:gd name="connsiteX528" fmla="*/ 6304730 w 7467600"/>
              <a:gd name="connsiteY528" fmla="*/ 1766654 h 6858000"/>
              <a:gd name="connsiteX529" fmla="*/ 6944437 w 7467600"/>
              <a:gd name="connsiteY529" fmla="*/ 1575402 h 6858000"/>
              <a:gd name="connsiteX530" fmla="*/ 7019523 w 7467600"/>
              <a:gd name="connsiteY530" fmla="*/ 1519450 h 6858000"/>
              <a:gd name="connsiteX531" fmla="*/ 6298091 w 7467600"/>
              <a:gd name="connsiteY531" fmla="*/ 1737122 h 6858000"/>
              <a:gd name="connsiteX532" fmla="*/ 7019523 w 7467600"/>
              <a:gd name="connsiteY532" fmla="*/ 1519450 h 6858000"/>
              <a:gd name="connsiteX533" fmla="*/ 2399523 w 7467600"/>
              <a:gd name="connsiteY533" fmla="*/ 1428234 h 6858000"/>
              <a:gd name="connsiteX534" fmla="*/ 2224982 w 7467600"/>
              <a:gd name="connsiteY534" fmla="*/ 1826201 h 6858000"/>
              <a:gd name="connsiteX535" fmla="*/ 2096099 w 7467600"/>
              <a:gd name="connsiteY535" fmla="*/ 2345900 h 6858000"/>
              <a:gd name="connsiteX536" fmla="*/ 2283317 w 7467600"/>
              <a:gd name="connsiteY536" fmla="*/ 1796925 h 6858000"/>
              <a:gd name="connsiteX537" fmla="*/ 2399523 w 7467600"/>
              <a:gd name="connsiteY537" fmla="*/ 1428234 h 6858000"/>
              <a:gd name="connsiteX538" fmla="*/ 2448558 w 7467600"/>
              <a:gd name="connsiteY538" fmla="*/ 1373435 h 6858000"/>
              <a:gd name="connsiteX539" fmla="*/ 2312521 w 7467600"/>
              <a:gd name="connsiteY539" fmla="*/ 1806140 h 6858000"/>
              <a:gd name="connsiteX540" fmla="*/ 2127533 w 7467600"/>
              <a:gd name="connsiteY540" fmla="*/ 2348380 h 6858000"/>
              <a:gd name="connsiteX541" fmla="*/ 2358080 w 7467600"/>
              <a:gd name="connsiteY541" fmla="*/ 1866134 h 6858000"/>
              <a:gd name="connsiteX542" fmla="*/ 2407436 w 7467600"/>
              <a:gd name="connsiteY542" fmla="*/ 1651070 h 6858000"/>
              <a:gd name="connsiteX543" fmla="*/ 2448558 w 7467600"/>
              <a:gd name="connsiteY543" fmla="*/ 1373435 h 6858000"/>
              <a:gd name="connsiteX544" fmla="*/ 278707 w 7467600"/>
              <a:gd name="connsiteY544" fmla="*/ 1352270 h 6858000"/>
              <a:gd name="connsiteX545" fmla="*/ 321570 w 7467600"/>
              <a:gd name="connsiteY545" fmla="*/ 1861610 h 6858000"/>
              <a:gd name="connsiteX546" fmla="*/ 294281 w 7467600"/>
              <a:gd name="connsiteY546" fmla="*/ 1440658 h 6858000"/>
              <a:gd name="connsiteX547" fmla="*/ 278707 w 7467600"/>
              <a:gd name="connsiteY547" fmla="*/ 1352270 h 6858000"/>
              <a:gd name="connsiteX548" fmla="*/ 1423821 w 7467600"/>
              <a:gd name="connsiteY548" fmla="*/ 1351958 h 6858000"/>
              <a:gd name="connsiteX549" fmla="*/ 1638521 w 7467600"/>
              <a:gd name="connsiteY549" fmla="*/ 1908470 h 6858000"/>
              <a:gd name="connsiteX550" fmla="*/ 1754199 w 7467600"/>
              <a:gd name="connsiteY550" fmla="*/ 2149284 h 6858000"/>
              <a:gd name="connsiteX551" fmla="*/ 1908359 w 7467600"/>
              <a:gd name="connsiteY551" fmla="*/ 2364988 h 6858000"/>
              <a:gd name="connsiteX552" fmla="*/ 1647661 w 7467600"/>
              <a:gd name="connsiteY552" fmla="*/ 1825945 h 6858000"/>
              <a:gd name="connsiteX553" fmla="*/ 1423821 w 7467600"/>
              <a:gd name="connsiteY553" fmla="*/ 1351958 h 6858000"/>
              <a:gd name="connsiteX554" fmla="*/ 1431890 w 7467600"/>
              <a:gd name="connsiteY554" fmla="*/ 1306475 h 6858000"/>
              <a:gd name="connsiteX555" fmla="*/ 1507597 w 7467600"/>
              <a:gd name="connsiteY555" fmla="*/ 1446132 h 6858000"/>
              <a:gd name="connsiteX556" fmla="*/ 1674586 w 7467600"/>
              <a:gd name="connsiteY556" fmla="*/ 1813832 h 6858000"/>
              <a:gd name="connsiteX557" fmla="*/ 1815950 w 7467600"/>
              <a:gd name="connsiteY557" fmla="*/ 2128564 h 6858000"/>
              <a:gd name="connsiteX558" fmla="*/ 1984242 w 7467600"/>
              <a:gd name="connsiteY558" fmla="*/ 2430829 h 6858000"/>
              <a:gd name="connsiteX559" fmla="*/ 2014023 w 7467600"/>
              <a:gd name="connsiteY559" fmla="*/ 2450995 h 6858000"/>
              <a:gd name="connsiteX560" fmla="*/ 1747337 w 7467600"/>
              <a:gd name="connsiteY560" fmla="*/ 1855264 h 6858000"/>
              <a:gd name="connsiteX561" fmla="*/ 1533749 w 7467600"/>
              <a:gd name="connsiteY561" fmla="*/ 1478656 h 6858000"/>
              <a:gd name="connsiteX562" fmla="*/ 1431890 w 7467600"/>
              <a:gd name="connsiteY562" fmla="*/ 1306475 h 6858000"/>
              <a:gd name="connsiteX563" fmla="*/ 5052692 w 7467600"/>
              <a:gd name="connsiteY563" fmla="*/ 1292994 h 6858000"/>
              <a:gd name="connsiteX564" fmla="*/ 5200661 w 7467600"/>
              <a:gd name="connsiteY564" fmla="*/ 1635186 h 6858000"/>
              <a:gd name="connsiteX565" fmla="*/ 5297138 w 7467600"/>
              <a:gd name="connsiteY565" fmla="*/ 1906351 h 6858000"/>
              <a:gd name="connsiteX566" fmla="*/ 5052692 w 7467600"/>
              <a:gd name="connsiteY566" fmla="*/ 1292994 h 6858000"/>
              <a:gd name="connsiteX567" fmla="*/ 5009948 w 7467600"/>
              <a:gd name="connsiteY567" fmla="*/ 1273619 h 6858000"/>
              <a:gd name="connsiteX568" fmla="*/ 5121777 w 7467600"/>
              <a:gd name="connsiteY568" fmla="*/ 1654213 h 6858000"/>
              <a:gd name="connsiteX569" fmla="*/ 5293545 w 7467600"/>
              <a:gd name="connsiteY569" fmla="*/ 2072247 h 6858000"/>
              <a:gd name="connsiteX570" fmla="*/ 5294042 w 7467600"/>
              <a:gd name="connsiteY570" fmla="*/ 2065019 h 6858000"/>
              <a:gd name="connsiteX571" fmla="*/ 5171936 w 7467600"/>
              <a:gd name="connsiteY571" fmla="*/ 1647613 h 6858000"/>
              <a:gd name="connsiteX572" fmla="*/ 5009948 w 7467600"/>
              <a:gd name="connsiteY572" fmla="*/ 1273619 h 6858000"/>
              <a:gd name="connsiteX573" fmla="*/ 655236 w 7467600"/>
              <a:gd name="connsiteY573" fmla="*/ 1268632 h 6858000"/>
              <a:gd name="connsiteX574" fmla="*/ 839521 w 7467600"/>
              <a:gd name="connsiteY574" fmla="*/ 1685315 h 6858000"/>
              <a:gd name="connsiteX575" fmla="*/ 1109416 w 7467600"/>
              <a:gd name="connsiteY575" fmla="*/ 2061663 h 6858000"/>
              <a:gd name="connsiteX576" fmla="*/ 1298300 w 7467600"/>
              <a:gd name="connsiteY576" fmla="*/ 2247742 h 6858000"/>
              <a:gd name="connsiteX577" fmla="*/ 1125871 w 7467600"/>
              <a:gd name="connsiteY577" fmla="*/ 1989513 h 6858000"/>
              <a:gd name="connsiteX578" fmla="*/ 981574 w 7467600"/>
              <a:gd name="connsiteY578" fmla="*/ 1783157 h 6858000"/>
              <a:gd name="connsiteX579" fmla="*/ 922198 w 7467600"/>
              <a:gd name="connsiteY579" fmla="*/ 1677437 h 6858000"/>
              <a:gd name="connsiteX580" fmla="*/ 869293 w 7467600"/>
              <a:gd name="connsiteY580" fmla="*/ 1583214 h 6858000"/>
              <a:gd name="connsiteX581" fmla="*/ 751431 w 7467600"/>
              <a:gd name="connsiteY581" fmla="*/ 1405731 h 6858000"/>
              <a:gd name="connsiteX582" fmla="*/ 655236 w 7467600"/>
              <a:gd name="connsiteY582" fmla="*/ 1268632 h 6858000"/>
              <a:gd name="connsiteX583" fmla="*/ 6516292 w 7467600"/>
              <a:gd name="connsiteY583" fmla="*/ 1263064 h 6858000"/>
              <a:gd name="connsiteX584" fmla="*/ 5736320 w 7467600"/>
              <a:gd name="connsiteY584" fmla="*/ 1501803 h 6858000"/>
              <a:gd name="connsiteX585" fmla="*/ 6516292 w 7467600"/>
              <a:gd name="connsiteY585" fmla="*/ 1263064 h 6858000"/>
              <a:gd name="connsiteX586" fmla="*/ 291466 w 7467600"/>
              <a:gd name="connsiteY586" fmla="*/ 1250369 h 6858000"/>
              <a:gd name="connsiteX587" fmla="*/ 323180 w 7467600"/>
              <a:gd name="connsiteY587" fmla="*/ 1435283 h 6858000"/>
              <a:gd name="connsiteX588" fmla="*/ 349381 w 7467600"/>
              <a:gd name="connsiteY588" fmla="*/ 1875041 h 6858000"/>
              <a:gd name="connsiteX589" fmla="*/ 374363 w 7467600"/>
              <a:gd name="connsiteY589" fmla="*/ 1506494 h 6858000"/>
              <a:gd name="connsiteX590" fmla="*/ 302168 w 7467600"/>
              <a:gd name="connsiteY590" fmla="*/ 1274495 h 6858000"/>
              <a:gd name="connsiteX591" fmla="*/ 291466 w 7467600"/>
              <a:gd name="connsiteY591" fmla="*/ 1250369 h 6858000"/>
              <a:gd name="connsiteX592" fmla="*/ 678222 w 7467600"/>
              <a:gd name="connsiteY592" fmla="*/ 1248670 h 6858000"/>
              <a:gd name="connsiteX593" fmla="*/ 775536 w 7467600"/>
              <a:gd name="connsiteY593" fmla="*/ 1388015 h 6858000"/>
              <a:gd name="connsiteX594" fmla="*/ 894529 w 7467600"/>
              <a:gd name="connsiteY594" fmla="*/ 1567739 h 6858000"/>
              <a:gd name="connsiteX595" fmla="*/ 948000 w 7467600"/>
              <a:gd name="connsiteY595" fmla="*/ 1663088 h 6858000"/>
              <a:gd name="connsiteX596" fmla="*/ 1006812 w 7467600"/>
              <a:gd name="connsiteY596" fmla="*/ 1767683 h 6858000"/>
              <a:gd name="connsiteX597" fmla="*/ 1149133 w 7467600"/>
              <a:gd name="connsiteY597" fmla="*/ 1971513 h 6858000"/>
              <a:gd name="connsiteX598" fmla="*/ 1333952 w 7467600"/>
              <a:gd name="connsiteY598" fmla="*/ 2251620 h 6858000"/>
              <a:gd name="connsiteX599" fmla="*/ 1337329 w 7467600"/>
              <a:gd name="connsiteY599" fmla="*/ 2258350 h 6858000"/>
              <a:gd name="connsiteX600" fmla="*/ 1014726 w 7467600"/>
              <a:gd name="connsiteY600" fmla="*/ 1615556 h 6858000"/>
              <a:gd name="connsiteX601" fmla="*/ 678222 w 7467600"/>
              <a:gd name="connsiteY601" fmla="*/ 1248670 h 6858000"/>
              <a:gd name="connsiteX602" fmla="*/ 6691602 w 7467600"/>
              <a:gd name="connsiteY602" fmla="*/ 1140573 h 6858000"/>
              <a:gd name="connsiteX603" fmla="*/ 6571100 w 7467600"/>
              <a:gd name="connsiteY603" fmla="*/ 1183662 h 6858000"/>
              <a:gd name="connsiteX604" fmla="*/ 6241687 w 7467600"/>
              <a:gd name="connsiteY604" fmla="*/ 1257600 h 6858000"/>
              <a:gd name="connsiteX605" fmla="*/ 5693009 w 7467600"/>
              <a:gd name="connsiteY605" fmla="*/ 1478256 h 6858000"/>
              <a:gd name="connsiteX606" fmla="*/ 6548420 w 7467600"/>
              <a:gd name="connsiteY606" fmla="*/ 1214599 h 6858000"/>
              <a:gd name="connsiteX607" fmla="*/ 6605473 w 7467600"/>
              <a:gd name="connsiteY607" fmla="*/ 1184686 h 6858000"/>
              <a:gd name="connsiteX608" fmla="*/ 6691602 w 7467600"/>
              <a:gd name="connsiteY608" fmla="*/ 1140573 h 6858000"/>
              <a:gd name="connsiteX609" fmla="*/ 4002475 w 7467600"/>
              <a:gd name="connsiteY609" fmla="*/ 1037802 h 6858000"/>
              <a:gd name="connsiteX610" fmla="*/ 4000324 w 7467600"/>
              <a:gd name="connsiteY610" fmla="*/ 1039362 h 6858000"/>
              <a:gd name="connsiteX611" fmla="*/ 4002862 w 7467600"/>
              <a:gd name="connsiteY611" fmla="*/ 1042866 h 6858000"/>
              <a:gd name="connsiteX612" fmla="*/ 4002475 w 7467600"/>
              <a:gd name="connsiteY612" fmla="*/ 1037802 h 6858000"/>
              <a:gd name="connsiteX613" fmla="*/ 506322 w 7467600"/>
              <a:gd name="connsiteY613" fmla="*/ 1020997 h 6858000"/>
              <a:gd name="connsiteX614" fmla="*/ 533068 w 7467600"/>
              <a:gd name="connsiteY614" fmla="*/ 1029409 h 6858000"/>
              <a:gd name="connsiteX615" fmla="*/ 1232525 w 7467600"/>
              <a:gd name="connsiteY615" fmla="*/ 1804675 h 6858000"/>
              <a:gd name="connsiteX616" fmla="*/ 1388858 w 7467600"/>
              <a:gd name="connsiteY616" fmla="*/ 2368011 h 6858000"/>
              <a:gd name="connsiteX617" fmla="*/ 1384098 w 7467600"/>
              <a:gd name="connsiteY617" fmla="*/ 2378125 h 6858000"/>
              <a:gd name="connsiteX618" fmla="*/ 1425393 w 7467600"/>
              <a:gd name="connsiteY618" fmla="*/ 2589124 h 6858000"/>
              <a:gd name="connsiteX619" fmla="*/ 1424001 w 7467600"/>
              <a:gd name="connsiteY619" fmla="*/ 2597541 h 6858000"/>
              <a:gd name="connsiteX620" fmla="*/ 2152729 w 7467600"/>
              <a:gd name="connsiteY620" fmla="*/ 2864487 h 6858000"/>
              <a:gd name="connsiteX621" fmla="*/ 2020609 w 7467600"/>
              <a:gd name="connsiteY621" fmla="*/ 2539671 h 6858000"/>
              <a:gd name="connsiteX622" fmla="*/ 2018920 w 7467600"/>
              <a:gd name="connsiteY622" fmla="*/ 2536309 h 6858000"/>
              <a:gd name="connsiteX623" fmla="*/ 1342441 w 7467600"/>
              <a:gd name="connsiteY623" fmla="*/ 1173017 h 6858000"/>
              <a:gd name="connsiteX624" fmla="*/ 1367925 w 7467600"/>
              <a:gd name="connsiteY624" fmla="*/ 1135648 h 6858000"/>
              <a:gd name="connsiteX625" fmla="*/ 1771401 w 7467600"/>
              <a:gd name="connsiteY625" fmla="*/ 1806673 h 6858000"/>
              <a:gd name="connsiteX626" fmla="*/ 1972385 w 7467600"/>
              <a:gd name="connsiteY626" fmla="*/ 2198735 h 6858000"/>
              <a:gd name="connsiteX627" fmla="*/ 2040892 w 7467600"/>
              <a:gd name="connsiteY627" fmla="*/ 2405205 h 6858000"/>
              <a:gd name="connsiteX628" fmla="*/ 2131689 w 7467600"/>
              <a:gd name="connsiteY628" fmla="*/ 1936926 h 6858000"/>
              <a:gd name="connsiteX629" fmla="*/ 2454820 w 7467600"/>
              <a:gd name="connsiteY629" fmla="*/ 1248808 h 6858000"/>
              <a:gd name="connsiteX630" fmla="*/ 2492512 w 7467600"/>
              <a:gd name="connsiteY630" fmla="*/ 1302920 h 6858000"/>
              <a:gd name="connsiteX631" fmla="*/ 2081216 w 7467600"/>
              <a:gd name="connsiteY631" fmla="*/ 2527513 h 6858000"/>
              <a:gd name="connsiteX632" fmla="*/ 2081211 w 7467600"/>
              <a:gd name="connsiteY632" fmla="*/ 2528916 h 6858000"/>
              <a:gd name="connsiteX633" fmla="*/ 2199067 w 7467600"/>
              <a:gd name="connsiteY633" fmla="*/ 2884061 h 6858000"/>
              <a:gd name="connsiteX634" fmla="*/ 3192586 w 7467600"/>
              <a:gd name="connsiteY634" fmla="*/ 3411496 h 6858000"/>
              <a:gd name="connsiteX635" fmla="*/ 3182620 w 7467600"/>
              <a:gd name="connsiteY635" fmla="*/ 3483279 h 6858000"/>
              <a:gd name="connsiteX636" fmla="*/ 2435119 w 7467600"/>
              <a:gd name="connsiteY636" fmla="*/ 3080173 h 6858000"/>
              <a:gd name="connsiteX637" fmla="*/ 2410152 w 7467600"/>
              <a:gd name="connsiteY637" fmla="*/ 3063751 h 6858000"/>
              <a:gd name="connsiteX638" fmla="*/ 2408099 w 7467600"/>
              <a:gd name="connsiteY638" fmla="*/ 3064403 h 6858000"/>
              <a:gd name="connsiteX639" fmla="*/ 2407218 w 7467600"/>
              <a:gd name="connsiteY639" fmla="*/ 3070324 h 6858000"/>
              <a:gd name="connsiteX640" fmla="*/ 2380138 w 7467600"/>
              <a:gd name="connsiteY640" fmla="*/ 3099341 h 6858000"/>
              <a:gd name="connsiteX641" fmla="*/ 1765923 w 7467600"/>
              <a:gd name="connsiteY641" fmla="*/ 3581043 h 6858000"/>
              <a:gd name="connsiteX642" fmla="*/ 1702258 w 7467600"/>
              <a:gd name="connsiteY642" fmla="*/ 3612286 h 6858000"/>
              <a:gd name="connsiteX643" fmla="*/ 1538370 w 7467600"/>
              <a:gd name="connsiteY643" fmla="*/ 3811804 h 6858000"/>
              <a:gd name="connsiteX644" fmla="*/ 542867 w 7467600"/>
              <a:gd name="connsiteY644" fmla="*/ 4944092 h 6858000"/>
              <a:gd name="connsiteX645" fmla="*/ 515800 w 7467600"/>
              <a:gd name="connsiteY645" fmla="*/ 4862180 h 6858000"/>
              <a:gd name="connsiteX646" fmla="*/ 909145 w 7467600"/>
              <a:gd name="connsiteY646" fmla="*/ 4199225 h 6858000"/>
              <a:gd name="connsiteX647" fmla="*/ 1214067 w 7467600"/>
              <a:gd name="connsiteY647" fmla="*/ 3908561 h 6858000"/>
              <a:gd name="connsiteX648" fmla="*/ 640967 w 7467600"/>
              <a:gd name="connsiteY648" fmla="*/ 4105601 h 6858000"/>
              <a:gd name="connsiteX649" fmla="*/ 112563 w 7467600"/>
              <a:gd name="connsiteY649" fmla="*/ 4396952 h 6858000"/>
              <a:gd name="connsiteX650" fmla="*/ 0 w 7467600"/>
              <a:gd name="connsiteY650" fmla="*/ 4466006 h 6858000"/>
              <a:gd name="connsiteX651" fmla="*/ 0 w 7467600"/>
              <a:gd name="connsiteY651" fmla="*/ 4233763 h 6858000"/>
              <a:gd name="connsiteX652" fmla="*/ 36881 w 7467600"/>
              <a:gd name="connsiteY652" fmla="*/ 4200118 h 6858000"/>
              <a:gd name="connsiteX653" fmla="*/ 910534 w 7467600"/>
              <a:gd name="connsiteY653" fmla="*/ 3629753 h 6858000"/>
              <a:gd name="connsiteX654" fmla="*/ 1578717 w 7467600"/>
              <a:gd name="connsiteY654" fmla="*/ 3575982 h 6858000"/>
              <a:gd name="connsiteX655" fmla="*/ 2338780 w 7467600"/>
              <a:gd name="connsiteY655" fmla="*/ 3033725 h 6858000"/>
              <a:gd name="connsiteX656" fmla="*/ 1807991 w 7467600"/>
              <a:gd name="connsiteY656" fmla="*/ 2807184 h 6858000"/>
              <a:gd name="connsiteX657" fmla="*/ 1416358 w 7467600"/>
              <a:gd name="connsiteY657" fmla="*/ 3112571 h 6858000"/>
              <a:gd name="connsiteX658" fmla="*/ 939066 w 7467600"/>
              <a:gd name="connsiteY658" fmla="*/ 3378798 h 6858000"/>
              <a:gd name="connsiteX659" fmla="*/ 115099 w 7467600"/>
              <a:gd name="connsiteY659" fmla="*/ 3607650 h 6858000"/>
              <a:gd name="connsiteX660" fmla="*/ 97284 w 7467600"/>
              <a:gd name="connsiteY660" fmla="*/ 3520393 h 6858000"/>
              <a:gd name="connsiteX661" fmla="*/ 922050 w 7467600"/>
              <a:gd name="connsiteY661" fmla="*/ 3074867 h 6858000"/>
              <a:gd name="connsiteX662" fmla="*/ 1405265 w 7467600"/>
              <a:gd name="connsiteY662" fmla="*/ 3016319 h 6858000"/>
              <a:gd name="connsiteX663" fmla="*/ 1407512 w 7467600"/>
              <a:gd name="connsiteY663" fmla="*/ 3018001 h 6858000"/>
              <a:gd name="connsiteX664" fmla="*/ 1726266 w 7467600"/>
              <a:gd name="connsiteY664" fmla="*/ 2777274 h 6858000"/>
              <a:gd name="connsiteX665" fmla="*/ 625390 w 7467600"/>
              <a:gd name="connsiteY665" fmla="*/ 2514541 h 6858000"/>
              <a:gd name="connsiteX666" fmla="*/ 619799 w 7467600"/>
              <a:gd name="connsiteY666" fmla="*/ 2527180 h 6858000"/>
              <a:gd name="connsiteX667" fmla="*/ 310030 w 7467600"/>
              <a:gd name="connsiteY667" fmla="*/ 2771818 h 6858000"/>
              <a:gd name="connsiteX668" fmla="*/ 173877 w 7467600"/>
              <a:gd name="connsiteY668" fmla="*/ 2937056 h 6858000"/>
              <a:gd name="connsiteX669" fmla="*/ 77889 w 7467600"/>
              <a:gd name="connsiteY669" fmla="*/ 3138440 h 6858000"/>
              <a:gd name="connsiteX670" fmla="*/ 0 w 7467600"/>
              <a:gd name="connsiteY670" fmla="*/ 3271395 h 6858000"/>
              <a:gd name="connsiteX671" fmla="*/ 0 w 7467600"/>
              <a:gd name="connsiteY671" fmla="*/ 3153002 h 6858000"/>
              <a:gd name="connsiteX672" fmla="*/ 2386 w 7467600"/>
              <a:gd name="connsiteY672" fmla="*/ 3149203 h 6858000"/>
              <a:gd name="connsiteX673" fmla="*/ 89753 w 7467600"/>
              <a:gd name="connsiteY673" fmla="*/ 2987702 h 6858000"/>
              <a:gd name="connsiteX674" fmla="*/ 76869 w 7467600"/>
              <a:gd name="connsiteY674" fmla="*/ 3005404 h 6858000"/>
              <a:gd name="connsiteX675" fmla="*/ 32049 w 7467600"/>
              <a:gd name="connsiteY675" fmla="*/ 3065814 h 6858000"/>
              <a:gd name="connsiteX676" fmla="*/ 0 w 7467600"/>
              <a:gd name="connsiteY676" fmla="*/ 3108744 h 6858000"/>
              <a:gd name="connsiteX677" fmla="*/ 0 w 7467600"/>
              <a:gd name="connsiteY677" fmla="*/ 3058059 h 6858000"/>
              <a:gd name="connsiteX678" fmla="*/ 7610 w 7467600"/>
              <a:gd name="connsiteY678" fmla="*/ 3047889 h 6858000"/>
              <a:gd name="connsiteX679" fmla="*/ 52419 w 7467600"/>
              <a:gd name="connsiteY679" fmla="*/ 2987479 h 6858000"/>
              <a:gd name="connsiteX680" fmla="*/ 59142 w 7467600"/>
              <a:gd name="connsiteY680" fmla="*/ 2978488 h 6858000"/>
              <a:gd name="connsiteX681" fmla="*/ 0 w 7467600"/>
              <a:gd name="connsiteY681" fmla="*/ 3015334 h 6858000"/>
              <a:gd name="connsiteX682" fmla="*/ 0 w 7467600"/>
              <a:gd name="connsiteY682" fmla="*/ 2914286 h 6858000"/>
              <a:gd name="connsiteX683" fmla="*/ 36383 w 7467600"/>
              <a:gd name="connsiteY683" fmla="*/ 2901128 h 6858000"/>
              <a:gd name="connsiteX684" fmla="*/ 156329 w 7467600"/>
              <a:gd name="connsiteY684" fmla="*/ 2840533 h 6858000"/>
              <a:gd name="connsiteX685" fmla="*/ 358355 w 7467600"/>
              <a:gd name="connsiteY685" fmla="*/ 2620471 h 6858000"/>
              <a:gd name="connsiteX686" fmla="*/ 510577 w 7467600"/>
              <a:gd name="connsiteY686" fmla="*/ 2501244 h 6858000"/>
              <a:gd name="connsiteX687" fmla="*/ 211967 w 7467600"/>
              <a:gd name="connsiteY687" fmla="*/ 2479171 h 6858000"/>
              <a:gd name="connsiteX688" fmla="*/ 0 w 7467600"/>
              <a:gd name="connsiteY688" fmla="*/ 2476398 h 6858000"/>
              <a:gd name="connsiteX689" fmla="*/ 0 w 7467600"/>
              <a:gd name="connsiteY689" fmla="*/ 2389189 h 6858000"/>
              <a:gd name="connsiteX690" fmla="*/ 103062 w 7467600"/>
              <a:gd name="connsiteY690" fmla="*/ 2389518 h 6858000"/>
              <a:gd name="connsiteX691" fmla="*/ 510734 w 7467600"/>
              <a:gd name="connsiteY691" fmla="*/ 2416201 h 6858000"/>
              <a:gd name="connsiteX692" fmla="*/ 279257 w 7467600"/>
              <a:gd name="connsiteY692" fmla="*/ 2092102 h 6858000"/>
              <a:gd name="connsiteX693" fmla="*/ 65265 w 7467600"/>
              <a:gd name="connsiteY693" fmla="*/ 2006049 h 6858000"/>
              <a:gd name="connsiteX694" fmla="*/ 0 w 7467600"/>
              <a:gd name="connsiteY694" fmla="*/ 1982532 h 6858000"/>
              <a:gd name="connsiteX695" fmla="*/ 0 w 7467600"/>
              <a:gd name="connsiteY695" fmla="*/ 1912789 h 6858000"/>
              <a:gd name="connsiteX696" fmla="*/ 97460 w 7467600"/>
              <a:gd name="connsiteY696" fmla="*/ 1953725 h 6858000"/>
              <a:gd name="connsiteX697" fmla="*/ 221272 w 7467600"/>
              <a:gd name="connsiteY697" fmla="*/ 1980766 h 6858000"/>
              <a:gd name="connsiteX698" fmla="*/ 116765 w 7467600"/>
              <a:gd name="connsiteY698" fmla="*/ 1911033 h 6858000"/>
              <a:gd name="connsiteX699" fmla="*/ 16405 w 7467600"/>
              <a:gd name="connsiteY699" fmla="*/ 1803412 h 6858000"/>
              <a:gd name="connsiteX700" fmla="*/ 0 w 7467600"/>
              <a:gd name="connsiteY700" fmla="*/ 1784777 h 6858000"/>
              <a:gd name="connsiteX701" fmla="*/ 0 w 7467600"/>
              <a:gd name="connsiteY701" fmla="*/ 1740082 h 6858000"/>
              <a:gd name="connsiteX702" fmla="*/ 39394 w 7467600"/>
              <a:gd name="connsiteY702" fmla="*/ 1784856 h 6858000"/>
              <a:gd name="connsiteX703" fmla="*/ 135813 w 7467600"/>
              <a:gd name="connsiteY703" fmla="*/ 1888838 h 6858000"/>
              <a:gd name="connsiteX704" fmla="*/ 242575 w 7467600"/>
              <a:gd name="connsiteY704" fmla="*/ 1958841 h 6858000"/>
              <a:gd name="connsiteX705" fmla="*/ 82197 w 7467600"/>
              <a:gd name="connsiteY705" fmla="*/ 1754826 h 6858000"/>
              <a:gd name="connsiteX706" fmla="*/ 0 w 7467600"/>
              <a:gd name="connsiteY706" fmla="*/ 1679650 h 6858000"/>
              <a:gd name="connsiteX707" fmla="*/ 0 w 7467600"/>
              <a:gd name="connsiteY707" fmla="*/ 1602463 h 6858000"/>
              <a:gd name="connsiteX708" fmla="*/ 84689 w 7467600"/>
              <a:gd name="connsiteY708" fmla="*/ 1677442 h 6858000"/>
              <a:gd name="connsiteX709" fmla="*/ 298437 w 7467600"/>
              <a:gd name="connsiteY709" fmla="*/ 1968019 h 6858000"/>
              <a:gd name="connsiteX710" fmla="*/ 227269 w 7467600"/>
              <a:gd name="connsiteY710" fmla="*/ 1114064 h 6858000"/>
              <a:gd name="connsiteX711" fmla="*/ 248003 w 7467600"/>
              <a:gd name="connsiteY711" fmla="*/ 1089613 h 6858000"/>
              <a:gd name="connsiteX712" fmla="*/ 427020 w 7467600"/>
              <a:gd name="connsiteY712" fmla="*/ 1619803 h 6858000"/>
              <a:gd name="connsiteX713" fmla="*/ 340345 w 7467600"/>
              <a:gd name="connsiteY713" fmla="*/ 2027739 h 6858000"/>
              <a:gd name="connsiteX714" fmla="*/ 360865 w 7467600"/>
              <a:gd name="connsiteY714" fmla="*/ 2044827 h 6858000"/>
              <a:gd name="connsiteX715" fmla="*/ 560414 w 7467600"/>
              <a:gd name="connsiteY715" fmla="*/ 2421457 h 6858000"/>
              <a:gd name="connsiteX716" fmla="*/ 1359703 w 7467600"/>
              <a:gd name="connsiteY716" fmla="*/ 2578554 h 6858000"/>
              <a:gd name="connsiteX717" fmla="*/ 1359422 w 7467600"/>
              <a:gd name="connsiteY717" fmla="*/ 2577994 h 6858000"/>
              <a:gd name="connsiteX718" fmla="*/ 828701 w 7467600"/>
              <a:gd name="connsiteY718" fmla="*/ 1839520 h 6858000"/>
              <a:gd name="connsiteX719" fmla="*/ 494427 w 7467600"/>
              <a:gd name="connsiteY719" fmla="*/ 1092333 h 6858000"/>
              <a:gd name="connsiteX720" fmla="*/ 506322 w 7467600"/>
              <a:gd name="connsiteY720" fmla="*/ 1020997 h 6858000"/>
              <a:gd name="connsiteX721" fmla="*/ 4570198 w 7467600"/>
              <a:gd name="connsiteY721" fmla="*/ 978081 h 6858000"/>
              <a:gd name="connsiteX722" fmla="*/ 4523691 w 7467600"/>
              <a:gd name="connsiteY722" fmla="*/ 1127776 h 6858000"/>
              <a:gd name="connsiteX723" fmla="*/ 4509875 w 7467600"/>
              <a:gd name="connsiteY723" fmla="*/ 1167552 h 6858000"/>
              <a:gd name="connsiteX724" fmla="*/ 4478168 w 7467600"/>
              <a:gd name="connsiteY724" fmla="*/ 1260735 h 6858000"/>
              <a:gd name="connsiteX725" fmla="*/ 4409309 w 7467600"/>
              <a:gd name="connsiteY725" fmla="*/ 1666996 h 6858000"/>
              <a:gd name="connsiteX726" fmla="*/ 4370031 w 7467600"/>
              <a:gd name="connsiteY726" fmla="*/ 1955666 h 6858000"/>
              <a:gd name="connsiteX727" fmla="*/ 4570198 w 7467600"/>
              <a:gd name="connsiteY727" fmla="*/ 978081 h 6858000"/>
              <a:gd name="connsiteX728" fmla="*/ 4557898 w 7467600"/>
              <a:gd name="connsiteY728" fmla="*/ 900011 h 6858000"/>
              <a:gd name="connsiteX729" fmla="*/ 4344840 w 7467600"/>
              <a:gd name="connsiteY729" fmla="*/ 1922038 h 6858000"/>
              <a:gd name="connsiteX730" fmla="*/ 4378710 w 7467600"/>
              <a:gd name="connsiteY730" fmla="*/ 1665516 h 6858000"/>
              <a:gd name="connsiteX731" fmla="*/ 4448798 w 7467600"/>
              <a:gd name="connsiteY731" fmla="*/ 1253024 h 6858000"/>
              <a:gd name="connsiteX732" fmla="*/ 4480315 w 7467600"/>
              <a:gd name="connsiteY732" fmla="*/ 1158454 h 6858000"/>
              <a:gd name="connsiteX733" fmla="*/ 4494133 w 7467600"/>
              <a:gd name="connsiteY733" fmla="*/ 1118676 h 6858000"/>
              <a:gd name="connsiteX734" fmla="*/ 4557898 w 7467600"/>
              <a:gd name="connsiteY734" fmla="*/ 900011 h 6858000"/>
              <a:gd name="connsiteX735" fmla="*/ 5870151 w 7467600"/>
              <a:gd name="connsiteY735" fmla="*/ 898890 h 6858000"/>
              <a:gd name="connsiteX736" fmla="*/ 5861335 w 7467600"/>
              <a:gd name="connsiteY736" fmla="*/ 899177 h 6858000"/>
              <a:gd name="connsiteX737" fmla="*/ 5843702 w 7467600"/>
              <a:gd name="connsiteY737" fmla="*/ 899748 h 6858000"/>
              <a:gd name="connsiteX738" fmla="*/ 5651107 w 7467600"/>
              <a:gd name="connsiteY738" fmla="*/ 920306 h 6858000"/>
              <a:gd name="connsiteX739" fmla="*/ 5459407 w 7467600"/>
              <a:gd name="connsiteY739" fmla="*/ 940975 h 6858000"/>
              <a:gd name="connsiteX740" fmla="*/ 5374846 w 7467600"/>
              <a:gd name="connsiteY740" fmla="*/ 941988 h 6858000"/>
              <a:gd name="connsiteX741" fmla="*/ 5256105 w 7467600"/>
              <a:gd name="connsiteY741" fmla="*/ 945632 h 6858000"/>
              <a:gd name="connsiteX742" fmla="*/ 5107071 w 7467600"/>
              <a:gd name="connsiteY742" fmla="*/ 969720 h 6858000"/>
              <a:gd name="connsiteX743" fmla="*/ 4998681 w 7467600"/>
              <a:gd name="connsiteY743" fmla="*/ 988771 h 6858000"/>
              <a:gd name="connsiteX744" fmla="*/ 5870151 w 7467600"/>
              <a:gd name="connsiteY744" fmla="*/ 898890 h 6858000"/>
              <a:gd name="connsiteX745" fmla="*/ 5504425 w 7467600"/>
              <a:gd name="connsiteY745" fmla="*/ 848067 h 6858000"/>
              <a:gd name="connsiteX746" fmla="*/ 4968849 w 7467600"/>
              <a:gd name="connsiteY746" fmla="*/ 962318 h 6858000"/>
              <a:gd name="connsiteX747" fmla="*/ 5104039 w 7467600"/>
              <a:gd name="connsiteY747" fmla="*/ 940634 h 6858000"/>
              <a:gd name="connsiteX748" fmla="*/ 5256311 w 7467600"/>
              <a:gd name="connsiteY748" fmla="*/ 916490 h 6858000"/>
              <a:gd name="connsiteX749" fmla="*/ 5377381 w 7467600"/>
              <a:gd name="connsiteY749" fmla="*/ 912671 h 6858000"/>
              <a:gd name="connsiteX750" fmla="*/ 5460148 w 7467600"/>
              <a:gd name="connsiteY750" fmla="*/ 911442 h 6858000"/>
              <a:gd name="connsiteX751" fmla="*/ 5648971 w 7467600"/>
              <a:gd name="connsiteY751" fmla="*/ 891331 h 6858000"/>
              <a:gd name="connsiteX752" fmla="*/ 5844807 w 7467600"/>
              <a:gd name="connsiteY752" fmla="*/ 870718 h 6858000"/>
              <a:gd name="connsiteX753" fmla="*/ 5862975 w 7467600"/>
              <a:gd name="connsiteY753" fmla="*/ 869756 h 6858000"/>
              <a:gd name="connsiteX754" fmla="*/ 5920887 w 7467600"/>
              <a:gd name="connsiteY754" fmla="*/ 865929 h 6858000"/>
              <a:gd name="connsiteX755" fmla="*/ 5504425 w 7467600"/>
              <a:gd name="connsiteY755" fmla="*/ 848067 h 6858000"/>
              <a:gd name="connsiteX756" fmla="*/ 3607114 w 7467600"/>
              <a:gd name="connsiteY756" fmla="*/ 467441 h 6858000"/>
              <a:gd name="connsiteX757" fmla="*/ 3296242 w 7467600"/>
              <a:gd name="connsiteY757" fmla="*/ 807991 h 6858000"/>
              <a:gd name="connsiteX758" fmla="*/ 3174674 w 7467600"/>
              <a:gd name="connsiteY758" fmla="*/ 919759 h 6858000"/>
              <a:gd name="connsiteX759" fmla="*/ 3042978 w 7467600"/>
              <a:gd name="connsiteY759" fmla="*/ 1054894 h 6858000"/>
              <a:gd name="connsiteX760" fmla="*/ 2968914 w 7467600"/>
              <a:gd name="connsiteY760" fmla="*/ 1133756 h 6858000"/>
              <a:gd name="connsiteX761" fmla="*/ 3103823 w 7467600"/>
              <a:gd name="connsiteY761" fmla="*/ 1026814 h 6858000"/>
              <a:gd name="connsiteX762" fmla="*/ 3607114 w 7467600"/>
              <a:gd name="connsiteY762" fmla="*/ 467441 h 6858000"/>
              <a:gd name="connsiteX763" fmla="*/ 3744487 w 7467600"/>
              <a:gd name="connsiteY763" fmla="*/ 383136 h 6858000"/>
              <a:gd name="connsiteX764" fmla="*/ 3970213 w 7467600"/>
              <a:gd name="connsiteY764" fmla="*/ 995559 h 6858000"/>
              <a:gd name="connsiteX765" fmla="*/ 3744487 w 7467600"/>
              <a:gd name="connsiteY765" fmla="*/ 383136 h 6858000"/>
              <a:gd name="connsiteX766" fmla="*/ 3624562 w 7467600"/>
              <a:gd name="connsiteY766" fmla="*/ 367041 h 6858000"/>
              <a:gd name="connsiteX767" fmla="*/ 3489712 w 7467600"/>
              <a:gd name="connsiteY767" fmla="*/ 485386 h 6858000"/>
              <a:gd name="connsiteX768" fmla="*/ 3182994 w 7467600"/>
              <a:gd name="connsiteY768" fmla="*/ 828265 h 6858000"/>
              <a:gd name="connsiteX769" fmla="*/ 2892114 w 7467600"/>
              <a:gd name="connsiteY769" fmla="*/ 1172635 h 6858000"/>
              <a:gd name="connsiteX770" fmla="*/ 3021459 w 7467600"/>
              <a:gd name="connsiteY770" fmla="*/ 1035385 h 6858000"/>
              <a:gd name="connsiteX771" fmla="*/ 3153873 w 7467600"/>
              <a:gd name="connsiteY771" fmla="*/ 898971 h 6858000"/>
              <a:gd name="connsiteX772" fmla="*/ 3276511 w 7467600"/>
              <a:gd name="connsiteY772" fmla="*/ 786423 h 6858000"/>
              <a:gd name="connsiteX773" fmla="*/ 3584154 w 7467600"/>
              <a:gd name="connsiteY773" fmla="*/ 448218 h 6858000"/>
              <a:gd name="connsiteX774" fmla="*/ 3624562 w 7467600"/>
              <a:gd name="connsiteY774" fmla="*/ 367041 h 6858000"/>
              <a:gd name="connsiteX775" fmla="*/ 3766672 w 7467600"/>
              <a:gd name="connsiteY775" fmla="*/ 359429 h 6858000"/>
              <a:gd name="connsiteX776" fmla="*/ 3996338 w 7467600"/>
              <a:gd name="connsiteY776" fmla="*/ 968237 h 6858000"/>
              <a:gd name="connsiteX777" fmla="*/ 3766672 w 7467600"/>
              <a:gd name="connsiteY777" fmla="*/ 359429 h 6858000"/>
              <a:gd name="connsiteX778" fmla="*/ 5805386 w 7467600"/>
              <a:gd name="connsiteY778" fmla="*/ 239240 h 6858000"/>
              <a:gd name="connsiteX779" fmla="*/ 5736947 w 7467600"/>
              <a:gd name="connsiteY779" fmla="*/ 261367 h 6858000"/>
              <a:gd name="connsiteX780" fmla="*/ 5427012 w 7467600"/>
              <a:gd name="connsiteY780" fmla="*/ 311272 h 6858000"/>
              <a:gd name="connsiteX781" fmla="*/ 5147818 w 7467600"/>
              <a:gd name="connsiteY781" fmla="*/ 322112 h 6858000"/>
              <a:gd name="connsiteX782" fmla="*/ 5060854 w 7467600"/>
              <a:gd name="connsiteY782" fmla="*/ 311882 h 6858000"/>
              <a:gd name="connsiteX783" fmla="*/ 4945989 w 7467600"/>
              <a:gd name="connsiteY783" fmla="*/ 300516 h 6858000"/>
              <a:gd name="connsiteX784" fmla="*/ 5410479 w 7467600"/>
              <a:gd name="connsiteY784" fmla="*/ 348434 h 6858000"/>
              <a:gd name="connsiteX785" fmla="*/ 5805386 w 7467600"/>
              <a:gd name="connsiteY785" fmla="*/ 239240 h 6858000"/>
              <a:gd name="connsiteX786" fmla="*/ 5905192 w 7467600"/>
              <a:gd name="connsiteY786" fmla="*/ 163079 h 6858000"/>
              <a:gd name="connsiteX787" fmla="*/ 5865655 w 7467600"/>
              <a:gd name="connsiteY787" fmla="*/ 171901 h 6858000"/>
              <a:gd name="connsiteX788" fmla="*/ 5259740 w 7467600"/>
              <a:gd name="connsiteY788" fmla="*/ 257013 h 6858000"/>
              <a:gd name="connsiteX789" fmla="*/ 5208466 w 7467600"/>
              <a:gd name="connsiteY789" fmla="*/ 257550 h 6858000"/>
              <a:gd name="connsiteX790" fmla="*/ 4980204 w 7467600"/>
              <a:gd name="connsiteY790" fmla="*/ 271903 h 6858000"/>
              <a:gd name="connsiteX791" fmla="*/ 5068068 w 7467600"/>
              <a:gd name="connsiteY791" fmla="*/ 282244 h 6858000"/>
              <a:gd name="connsiteX792" fmla="*/ 5153231 w 7467600"/>
              <a:gd name="connsiteY792" fmla="*/ 292240 h 6858000"/>
              <a:gd name="connsiteX793" fmla="*/ 5426491 w 7467600"/>
              <a:gd name="connsiteY793" fmla="*/ 281128 h 6858000"/>
              <a:gd name="connsiteX794" fmla="*/ 5731212 w 7467600"/>
              <a:gd name="connsiteY794" fmla="*/ 231951 h 6858000"/>
              <a:gd name="connsiteX795" fmla="*/ 5905192 w 7467600"/>
              <a:gd name="connsiteY795" fmla="*/ 163079 h 6858000"/>
              <a:gd name="connsiteX796" fmla="*/ 5944437 w 7467600"/>
              <a:gd name="connsiteY796" fmla="*/ 113829 h 6858000"/>
              <a:gd name="connsiteX797" fmla="*/ 5825032 w 7467600"/>
              <a:gd name="connsiteY797" fmla="*/ 146405 h 6858000"/>
              <a:gd name="connsiteX798" fmla="*/ 4955599 w 7467600"/>
              <a:gd name="connsiteY798" fmla="*/ 247008 h 6858000"/>
              <a:gd name="connsiteX799" fmla="*/ 5210104 w 7467600"/>
              <a:gd name="connsiteY799" fmla="*/ 228123 h 6858000"/>
              <a:gd name="connsiteX800" fmla="*/ 5261015 w 7467600"/>
              <a:gd name="connsiteY800" fmla="*/ 227087 h 6858000"/>
              <a:gd name="connsiteX801" fmla="*/ 5861181 w 7467600"/>
              <a:gd name="connsiteY801" fmla="*/ 143093 h 6858000"/>
              <a:gd name="connsiteX802" fmla="*/ 5961252 w 7467600"/>
              <a:gd name="connsiteY802" fmla="*/ 114820 h 6858000"/>
              <a:gd name="connsiteX803" fmla="*/ 5944437 w 7467600"/>
              <a:gd name="connsiteY803" fmla="*/ 113829 h 6858000"/>
              <a:gd name="connsiteX804" fmla="*/ 3882765 w 7467600"/>
              <a:gd name="connsiteY804" fmla="*/ 0 h 6858000"/>
              <a:gd name="connsiteX805" fmla="*/ 3995099 w 7467600"/>
              <a:gd name="connsiteY805" fmla="*/ 0 h 6858000"/>
              <a:gd name="connsiteX806" fmla="*/ 4163818 w 7467600"/>
              <a:gd name="connsiteY806" fmla="*/ 234104 h 6858000"/>
              <a:gd name="connsiteX807" fmla="*/ 4172099 w 7467600"/>
              <a:gd name="connsiteY807" fmla="*/ 234207 h 6858000"/>
              <a:gd name="connsiteX808" fmla="*/ 4784282 w 7467600"/>
              <a:gd name="connsiteY808" fmla="*/ 276561 h 6858000"/>
              <a:gd name="connsiteX809" fmla="*/ 4801687 w 7467600"/>
              <a:gd name="connsiteY809" fmla="*/ 267764 h 6858000"/>
              <a:gd name="connsiteX810" fmla="*/ 6082788 w 7467600"/>
              <a:gd name="connsiteY810" fmla="*/ 64119 h 6858000"/>
              <a:gd name="connsiteX811" fmla="*/ 6099442 w 7467600"/>
              <a:gd name="connsiteY811" fmla="*/ 82568 h 6858000"/>
              <a:gd name="connsiteX812" fmla="*/ 4804137 w 7467600"/>
              <a:gd name="connsiteY812" fmla="*/ 320931 h 6858000"/>
              <a:gd name="connsiteX813" fmla="*/ 4227047 w 7467600"/>
              <a:gd name="connsiteY813" fmla="*/ 313415 h 6858000"/>
              <a:gd name="connsiteX814" fmla="*/ 4346041 w 7467600"/>
              <a:gd name="connsiteY814" fmla="*/ 456086 h 6858000"/>
              <a:gd name="connsiteX815" fmla="*/ 4870967 w 7467600"/>
              <a:gd name="connsiteY815" fmla="*/ 963061 h 6858000"/>
              <a:gd name="connsiteX816" fmla="*/ 4889647 w 7467600"/>
              <a:gd name="connsiteY816" fmla="*/ 957147 h 6858000"/>
              <a:gd name="connsiteX817" fmla="*/ 5422504 w 7467600"/>
              <a:gd name="connsiteY817" fmla="*/ 805191 h 6858000"/>
              <a:gd name="connsiteX818" fmla="*/ 6087656 w 7467600"/>
              <a:gd name="connsiteY818" fmla="*/ 826703 h 6858000"/>
              <a:gd name="connsiteX819" fmla="*/ 6058717 w 7467600"/>
              <a:gd name="connsiteY819" fmla="*/ 865992 h 6858000"/>
              <a:gd name="connsiteX820" fmla="*/ 4974153 w 7467600"/>
              <a:gd name="connsiteY820" fmla="*/ 1045456 h 6858000"/>
              <a:gd name="connsiteX821" fmla="*/ 5627835 w 7467600"/>
              <a:gd name="connsiteY821" fmla="*/ 1472077 h 6858000"/>
              <a:gd name="connsiteX822" fmla="*/ 5629817 w 7467600"/>
              <a:gd name="connsiteY822" fmla="*/ 1471412 h 6858000"/>
              <a:gd name="connsiteX823" fmla="*/ 5634124 w 7467600"/>
              <a:gd name="connsiteY823" fmla="*/ 1470572 h 6858000"/>
              <a:gd name="connsiteX824" fmla="*/ 5755832 w 7467600"/>
              <a:gd name="connsiteY824" fmla="*/ 1383886 h 6858000"/>
              <a:gd name="connsiteX825" fmla="*/ 6014186 w 7467600"/>
              <a:gd name="connsiteY825" fmla="*/ 1279799 h 6858000"/>
              <a:gd name="connsiteX826" fmla="*/ 6901619 w 7467600"/>
              <a:gd name="connsiteY826" fmla="*/ 1047874 h 6858000"/>
              <a:gd name="connsiteX827" fmla="*/ 6931566 w 7467600"/>
              <a:gd name="connsiteY827" fmla="*/ 1062034 h 6858000"/>
              <a:gd name="connsiteX828" fmla="*/ 5790982 w 7467600"/>
              <a:gd name="connsiteY828" fmla="*/ 1561380 h 6858000"/>
              <a:gd name="connsiteX829" fmla="*/ 6188971 w 7467600"/>
              <a:gd name="connsiteY829" fmla="*/ 1755168 h 6858000"/>
              <a:gd name="connsiteX830" fmla="*/ 6202446 w 7467600"/>
              <a:gd name="connsiteY830" fmla="*/ 1752268 h 6858000"/>
              <a:gd name="connsiteX831" fmla="*/ 7179560 w 7467600"/>
              <a:gd name="connsiteY831" fmla="*/ 1467551 h 6858000"/>
              <a:gd name="connsiteX832" fmla="*/ 7158730 w 7467600"/>
              <a:gd name="connsiteY832" fmla="*/ 1507835 h 6858000"/>
              <a:gd name="connsiteX833" fmla="*/ 6326959 w 7467600"/>
              <a:gd name="connsiteY833" fmla="*/ 1817686 h 6858000"/>
              <a:gd name="connsiteX834" fmla="*/ 6537433 w 7467600"/>
              <a:gd name="connsiteY834" fmla="*/ 1907790 h 6858000"/>
              <a:gd name="connsiteX835" fmla="*/ 6550221 w 7467600"/>
              <a:gd name="connsiteY835" fmla="*/ 1910729 h 6858000"/>
              <a:gd name="connsiteX836" fmla="*/ 6964438 w 7467600"/>
              <a:gd name="connsiteY836" fmla="*/ 2209505 h 6858000"/>
              <a:gd name="connsiteX837" fmla="*/ 7367862 w 7467600"/>
              <a:gd name="connsiteY837" fmla="*/ 2806833 h 6858000"/>
              <a:gd name="connsiteX838" fmla="*/ 7364329 w 7467600"/>
              <a:gd name="connsiteY838" fmla="*/ 2826907 h 6858000"/>
              <a:gd name="connsiteX839" fmla="*/ 7290545 w 7467600"/>
              <a:gd name="connsiteY839" fmla="*/ 2850663 h 6858000"/>
              <a:gd name="connsiteX840" fmla="*/ 6472036 w 7467600"/>
              <a:gd name="connsiteY840" fmla="*/ 1959003 h 6858000"/>
              <a:gd name="connsiteX841" fmla="*/ 5792897 w 7467600"/>
              <a:gd name="connsiteY841" fmla="*/ 1647747 h 6858000"/>
              <a:gd name="connsiteX842" fmla="*/ 5842751 w 7467600"/>
              <a:gd name="connsiteY842" fmla="*/ 1816112 h 6858000"/>
              <a:gd name="connsiteX843" fmla="*/ 5847424 w 7467600"/>
              <a:gd name="connsiteY843" fmla="*/ 1815776 h 6858000"/>
              <a:gd name="connsiteX844" fmla="*/ 6399821 w 7467600"/>
              <a:gd name="connsiteY844" fmla="*/ 2344799 h 6858000"/>
              <a:gd name="connsiteX845" fmla="*/ 6323232 w 7467600"/>
              <a:gd name="connsiteY845" fmla="*/ 2389634 h 6858000"/>
              <a:gd name="connsiteX846" fmla="*/ 5942958 w 7467600"/>
              <a:gd name="connsiteY846" fmla="*/ 2077708 h 6858000"/>
              <a:gd name="connsiteX847" fmla="*/ 5921559 w 7467600"/>
              <a:gd name="connsiteY847" fmla="*/ 2378596 h 6858000"/>
              <a:gd name="connsiteX848" fmla="*/ 5817651 w 7467600"/>
              <a:gd name="connsiteY848" fmla="*/ 3023919 h 6858000"/>
              <a:gd name="connsiteX849" fmla="*/ 5729634 w 7467600"/>
              <a:gd name="connsiteY849" fmla="*/ 3051849 h 6858000"/>
              <a:gd name="connsiteX850" fmla="*/ 5611018 w 7467600"/>
              <a:gd name="connsiteY850" fmla="*/ 2316769 h 6858000"/>
              <a:gd name="connsiteX851" fmla="*/ 5687608 w 7467600"/>
              <a:gd name="connsiteY851" fmla="*/ 2039972 h 6858000"/>
              <a:gd name="connsiteX852" fmla="*/ 5657554 w 7467600"/>
              <a:gd name="connsiteY852" fmla="*/ 1576445 h 6858000"/>
              <a:gd name="connsiteX853" fmla="*/ 5150475 w 7467600"/>
              <a:gd name="connsiteY853" fmla="*/ 1274012 h 6858000"/>
              <a:gd name="connsiteX854" fmla="*/ 5349142 w 7467600"/>
              <a:gd name="connsiteY854" fmla="*/ 2204405 h 6858000"/>
              <a:gd name="connsiteX855" fmla="*/ 5262214 w 7467600"/>
              <a:gd name="connsiteY855" fmla="*/ 2233836 h 6858000"/>
              <a:gd name="connsiteX856" fmla="*/ 4981539 w 7467600"/>
              <a:gd name="connsiteY856" fmla="*/ 1542201 h 6858000"/>
              <a:gd name="connsiteX857" fmla="*/ 4958461 w 7467600"/>
              <a:gd name="connsiteY857" fmla="*/ 1136957 h 6858000"/>
              <a:gd name="connsiteX858" fmla="*/ 4655015 w 7467600"/>
              <a:gd name="connsiteY858" fmla="*/ 891426 h 6858000"/>
              <a:gd name="connsiteX859" fmla="*/ 4348002 w 7467600"/>
              <a:gd name="connsiteY859" fmla="*/ 2205895 h 6858000"/>
              <a:gd name="connsiteX860" fmla="*/ 4262250 w 7467600"/>
              <a:gd name="connsiteY860" fmla="*/ 2219972 h 6858000"/>
              <a:gd name="connsiteX861" fmla="*/ 4550611 w 7467600"/>
              <a:gd name="connsiteY861" fmla="*/ 817540 h 6858000"/>
              <a:gd name="connsiteX862" fmla="*/ 4564418 w 7467600"/>
              <a:gd name="connsiteY862" fmla="*/ 808293 h 6858000"/>
              <a:gd name="connsiteX863" fmla="*/ 4266388 w 7467600"/>
              <a:gd name="connsiteY863" fmla="*/ 500083 h 6858000"/>
              <a:gd name="connsiteX864" fmla="*/ 4032842 w 7467600"/>
              <a:gd name="connsiteY864" fmla="*/ 211809 h 6858000"/>
              <a:gd name="connsiteX865" fmla="*/ 3882765 w 7467600"/>
              <a:gd name="connsiteY865" fmla="*/ 0 h 6858000"/>
              <a:gd name="connsiteX866" fmla="*/ 3721337 w 7467600"/>
              <a:gd name="connsiteY866" fmla="*/ 0 h 6858000"/>
              <a:gd name="connsiteX867" fmla="*/ 3797544 w 7467600"/>
              <a:gd name="connsiteY867" fmla="*/ 0 h 6858000"/>
              <a:gd name="connsiteX868" fmla="*/ 3775734 w 7467600"/>
              <a:gd name="connsiteY868" fmla="*/ 95131 h 6858000"/>
              <a:gd name="connsiteX869" fmla="*/ 3724807 w 7467600"/>
              <a:gd name="connsiteY869" fmla="*/ 272257 h 6858000"/>
              <a:gd name="connsiteX870" fmla="*/ 3726844 w 7467600"/>
              <a:gd name="connsiteY870" fmla="*/ 282988 h 6858000"/>
              <a:gd name="connsiteX871" fmla="*/ 3742664 w 7467600"/>
              <a:gd name="connsiteY871" fmla="*/ 279918 h 6858000"/>
              <a:gd name="connsiteX872" fmla="*/ 4103910 w 7467600"/>
              <a:gd name="connsiteY872" fmla="*/ 1161917 h 6858000"/>
              <a:gd name="connsiteX873" fmla="*/ 4020269 w 7467600"/>
              <a:gd name="connsiteY873" fmla="*/ 1200406 h 6858000"/>
              <a:gd name="connsiteX874" fmla="*/ 3674882 w 7467600"/>
              <a:gd name="connsiteY874" fmla="*/ 488524 h 6858000"/>
              <a:gd name="connsiteX875" fmla="*/ 3132682 w 7467600"/>
              <a:gd name="connsiteY875" fmla="*/ 1072284 h 6858000"/>
              <a:gd name="connsiteX876" fmla="*/ 2716346 w 7467600"/>
              <a:gd name="connsiteY876" fmla="*/ 1276376 h 6858000"/>
              <a:gd name="connsiteX877" fmla="*/ 2716772 w 7467600"/>
              <a:gd name="connsiteY877" fmla="*/ 1255462 h 6858000"/>
              <a:gd name="connsiteX878" fmla="*/ 3471096 w 7467600"/>
              <a:gd name="connsiteY878" fmla="*/ 437072 h 6858000"/>
              <a:gd name="connsiteX879" fmla="*/ 3639057 w 7467600"/>
              <a:gd name="connsiteY879" fmla="*/ 286334 h 6858000"/>
              <a:gd name="connsiteX880" fmla="*/ 3640309 w 7467600"/>
              <a:gd name="connsiteY880" fmla="*/ 284664 h 6858000"/>
              <a:gd name="connsiteX881" fmla="*/ 3646022 w 7467600"/>
              <a:gd name="connsiteY881" fmla="*/ 276711 h 6858000"/>
              <a:gd name="connsiteX882" fmla="*/ 3707943 w 7467600"/>
              <a:gd name="connsiteY882" fmla="*/ 65958 h 6858000"/>
              <a:gd name="connsiteX883" fmla="*/ 3721337 w 7467600"/>
              <a:gd name="connsiteY883" fmla="*/ 0 h 6858000"/>
              <a:gd name="connsiteX884" fmla="*/ 2867960 w 7467600"/>
              <a:gd name="connsiteY884" fmla="*/ 0 h 6858000"/>
              <a:gd name="connsiteX885" fmla="*/ 2926351 w 7467600"/>
              <a:gd name="connsiteY885" fmla="*/ 0 h 6858000"/>
              <a:gd name="connsiteX886" fmla="*/ 2902823 w 7467600"/>
              <a:gd name="connsiteY886" fmla="*/ 262929 h 6858000"/>
              <a:gd name="connsiteX887" fmla="*/ 2940663 w 7467600"/>
              <a:gd name="connsiteY887" fmla="*/ 140884 h 6858000"/>
              <a:gd name="connsiteX888" fmla="*/ 2947039 w 7467600"/>
              <a:gd name="connsiteY888" fmla="*/ 122524 h 6858000"/>
              <a:gd name="connsiteX889" fmla="*/ 2984316 w 7467600"/>
              <a:gd name="connsiteY889" fmla="*/ 0 h 6858000"/>
              <a:gd name="connsiteX890" fmla="*/ 3016114 w 7467600"/>
              <a:gd name="connsiteY890" fmla="*/ 0 h 6858000"/>
              <a:gd name="connsiteX891" fmla="*/ 2979949 w 7467600"/>
              <a:gd name="connsiteY891" fmla="*/ 119274 h 6858000"/>
              <a:gd name="connsiteX892" fmla="*/ 3023879 w 7467600"/>
              <a:gd name="connsiteY892" fmla="*/ 0 h 6858000"/>
              <a:gd name="connsiteX893" fmla="*/ 3105400 w 7467600"/>
              <a:gd name="connsiteY893" fmla="*/ 0 h 6858000"/>
              <a:gd name="connsiteX894" fmla="*/ 3094669 w 7467600"/>
              <a:gd name="connsiteY894" fmla="*/ 30308 h 6858000"/>
              <a:gd name="connsiteX895" fmla="*/ 2901945 w 7467600"/>
              <a:gd name="connsiteY895" fmla="*/ 466538 h 6858000"/>
              <a:gd name="connsiteX896" fmla="*/ 2815209 w 7467600"/>
              <a:gd name="connsiteY896" fmla="*/ 497361 h 6858000"/>
              <a:gd name="connsiteX897" fmla="*/ 2844845 w 7467600"/>
              <a:gd name="connsiteY897" fmla="*/ 127638 h 6858000"/>
              <a:gd name="connsiteX898" fmla="*/ 2867960 w 7467600"/>
              <a:gd name="connsiteY898" fmla="*/ 0 h 6858000"/>
              <a:gd name="connsiteX899" fmla="*/ 1057230 w 7467600"/>
              <a:gd name="connsiteY899" fmla="*/ 0 h 6858000"/>
              <a:gd name="connsiteX900" fmla="*/ 1111003 w 7467600"/>
              <a:gd name="connsiteY900" fmla="*/ 0 h 6858000"/>
              <a:gd name="connsiteX901" fmla="*/ 1125553 w 7467600"/>
              <a:gd name="connsiteY901" fmla="*/ 52588 h 6858000"/>
              <a:gd name="connsiteX902" fmla="*/ 1304276 w 7467600"/>
              <a:gd name="connsiteY902" fmla="*/ 476275 h 6858000"/>
              <a:gd name="connsiteX903" fmla="*/ 1492066 w 7467600"/>
              <a:gd name="connsiteY903" fmla="*/ 886333 h 6858000"/>
              <a:gd name="connsiteX904" fmla="*/ 1423698 w 7467600"/>
              <a:gd name="connsiteY904" fmla="*/ 710817 h 6858000"/>
              <a:gd name="connsiteX905" fmla="*/ 1357609 w 7467600"/>
              <a:gd name="connsiteY905" fmla="*/ 532892 h 6858000"/>
              <a:gd name="connsiteX906" fmla="*/ 1309550 w 7467600"/>
              <a:gd name="connsiteY906" fmla="*/ 374031 h 6858000"/>
              <a:gd name="connsiteX907" fmla="*/ 1193673 w 7467600"/>
              <a:gd name="connsiteY907" fmla="*/ 49533 h 6858000"/>
              <a:gd name="connsiteX908" fmla="*/ 1164391 w 7467600"/>
              <a:gd name="connsiteY908" fmla="*/ 0 h 6858000"/>
              <a:gd name="connsiteX909" fmla="*/ 1200666 w 7467600"/>
              <a:gd name="connsiteY909" fmla="*/ 0 h 6858000"/>
              <a:gd name="connsiteX910" fmla="*/ 1223408 w 7467600"/>
              <a:gd name="connsiteY910" fmla="*/ 38996 h 6858000"/>
              <a:gd name="connsiteX911" fmla="*/ 1339635 w 7467600"/>
              <a:gd name="connsiteY911" fmla="*/ 365517 h 6858000"/>
              <a:gd name="connsiteX912" fmla="*/ 1387469 w 7467600"/>
              <a:gd name="connsiteY912" fmla="*/ 523079 h 6858000"/>
              <a:gd name="connsiteX913" fmla="*/ 1452685 w 7467600"/>
              <a:gd name="connsiteY913" fmla="*/ 699806 h 6858000"/>
              <a:gd name="connsiteX914" fmla="*/ 1492092 w 7467600"/>
              <a:gd name="connsiteY914" fmla="*/ 800424 h 6858000"/>
              <a:gd name="connsiteX915" fmla="*/ 1455302 w 7467600"/>
              <a:gd name="connsiteY915" fmla="*/ 632913 h 6858000"/>
              <a:gd name="connsiteX916" fmla="*/ 1222336 w 7467600"/>
              <a:gd name="connsiteY916" fmla="*/ 9480 h 6858000"/>
              <a:gd name="connsiteX917" fmla="*/ 1214634 w 7467600"/>
              <a:gd name="connsiteY917" fmla="*/ 0 h 6858000"/>
              <a:gd name="connsiteX918" fmla="*/ 1289827 w 7467600"/>
              <a:gd name="connsiteY918" fmla="*/ 0 h 6858000"/>
              <a:gd name="connsiteX919" fmla="*/ 1321076 w 7467600"/>
              <a:gd name="connsiteY919" fmla="*/ 59722 h 6858000"/>
              <a:gd name="connsiteX920" fmla="*/ 1512579 w 7467600"/>
              <a:gd name="connsiteY920" fmla="*/ 626441 h 6858000"/>
              <a:gd name="connsiteX921" fmla="*/ 1506076 w 7467600"/>
              <a:gd name="connsiteY921" fmla="*/ 1089289 h 6858000"/>
              <a:gd name="connsiteX922" fmla="*/ 1486346 w 7467600"/>
              <a:gd name="connsiteY922" fmla="*/ 1079919 h 6858000"/>
              <a:gd name="connsiteX923" fmla="*/ 1070511 w 7467600"/>
              <a:gd name="connsiteY923" fmla="*/ 48609 h 6858000"/>
              <a:gd name="connsiteX924" fmla="*/ 1057230 w 7467600"/>
              <a:gd name="connsiteY924" fmla="*/ 0 h 6858000"/>
              <a:gd name="connsiteX925" fmla="*/ 43151 w 7467600"/>
              <a:gd name="connsiteY925" fmla="*/ 0 h 6858000"/>
              <a:gd name="connsiteX926" fmla="*/ 95283 w 7467600"/>
              <a:gd name="connsiteY926" fmla="*/ 0 h 6858000"/>
              <a:gd name="connsiteX927" fmla="*/ 300708 w 7467600"/>
              <a:gd name="connsiteY927" fmla="*/ 154571 h 6858000"/>
              <a:gd name="connsiteX928" fmla="*/ 530414 w 7467600"/>
              <a:gd name="connsiteY928" fmla="*/ 354673 h 6858000"/>
              <a:gd name="connsiteX929" fmla="*/ 333785 w 7467600"/>
              <a:gd name="connsiteY929" fmla="*/ 161564 h 6858000"/>
              <a:gd name="connsiteX930" fmla="*/ 147005 w 7467600"/>
              <a:gd name="connsiteY930" fmla="*/ 0 h 6858000"/>
              <a:gd name="connsiteX931" fmla="*/ 272509 w 7467600"/>
              <a:gd name="connsiteY931" fmla="*/ 0 h 6858000"/>
              <a:gd name="connsiteX932" fmla="*/ 326276 w 7467600"/>
              <a:gd name="connsiteY932" fmla="*/ 45847 h 6858000"/>
              <a:gd name="connsiteX933" fmla="*/ 823759 w 7467600"/>
              <a:gd name="connsiteY933" fmla="*/ 574145 h 6858000"/>
              <a:gd name="connsiteX934" fmla="*/ 811254 w 7467600"/>
              <a:gd name="connsiteY934" fmla="*/ 665546 h 6858000"/>
              <a:gd name="connsiteX935" fmla="*/ 154042 w 7467600"/>
              <a:gd name="connsiteY935" fmla="*/ 261522 h 6858000"/>
              <a:gd name="connsiteX936" fmla="*/ 13550 w 7467600"/>
              <a:gd name="connsiteY936" fmla="*/ 158423 h 6858000"/>
              <a:gd name="connsiteX937" fmla="*/ 0 w 7467600"/>
              <a:gd name="connsiteY937" fmla="*/ 146618 h 6858000"/>
              <a:gd name="connsiteX938" fmla="*/ 0 w 7467600"/>
              <a:gd name="connsiteY938" fmla="*/ 59161 h 6858000"/>
              <a:gd name="connsiteX939" fmla="*/ 45427 w 7467600"/>
              <a:gd name="connsiteY939" fmla="*/ 101078 h 6858000"/>
              <a:gd name="connsiteX940" fmla="*/ 630103 w 7467600"/>
              <a:gd name="connsiteY940" fmla="*/ 485885 h 6858000"/>
              <a:gd name="connsiteX941" fmla="*/ 532040 w 7467600"/>
              <a:gd name="connsiteY941" fmla="*/ 399359 h 6858000"/>
              <a:gd name="connsiteX942" fmla="*/ 517618 w 7467600"/>
              <a:gd name="connsiteY942" fmla="*/ 385726 h 6858000"/>
              <a:gd name="connsiteX943" fmla="*/ 285074 w 7467600"/>
              <a:gd name="connsiteY943" fmla="*/ 182755 h 6858000"/>
              <a:gd name="connsiteX944" fmla="*/ 43151 w 7467600"/>
              <a:gd name="connsiteY94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289862 w 7467600"/>
              <a:gd name="connsiteY11" fmla="*/ 6659827 h 6858000"/>
              <a:gd name="connsiteX12" fmla="*/ 1019354 w 7467600"/>
              <a:gd name="connsiteY12" fmla="*/ 6315006 h 6858000"/>
              <a:gd name="connsiteX13" fmla="*/ 441046 w 7467600"/>
              <a:gd name="connsiteY13" fmla="*/ 6691153 h 6858000"/>
              <a:gd name="connsiteX14" fmla="*/ 1019354 w 7467600"/>
              <a:gd name="connsiteY14" fmla="*/ 6315006 h 6858000"/>
              <a:gd name="connsiteX15" fmla="*/ 991680 w 7467600"/>
              <a:gd name="connsiteY15" fmla="*/ 6298413 h 6858000"/>
              <a:gd name="connsiteX16" fmla="*/ 409060 w 7467600"/>
              <a:gd name="connsiteY16" fmla="*/ 6671470 h 6858000"/>
              <a:gd name="connsiteX17" fmla="*/ 991680 w 7467600"/>
              <a:gd name="connsiteY17" fmla="*/ 6298413 h 6858000"/>
              <a:gd name="connsiteX18" fmla="*/ 103333 w 7467600"/>
              <a:gd name="connsiteY18" fmla="*/ 5699602 h 6858000"/>
              <a:gd name="connsiteX19" fmla="*/ 233938 w 7467600"/>
              <a:gd name="connsiteY19" fmla="*/ 5809416 h 6858000"/>
              <a:gd name="connsiteX20" fmla="*/ 883580 w 7467600"/>
              <a:gd name="connsiteY20" fmla="*/ 6180710 h 6858000"/>
              <a:gd name="connsiteX21" fmla="*/ 487337 w 7467600"/>
              <a:gd name="connsiteY21" fmla="*/ 5950182 h 6858000"/>
              <a:gd name="connsiteX22" fmla="*/ 354051 w 7467600"/>
              <a:gd name="connsiteY22" fmla="*/ 5854912 h 6858000"/>
              <a:gd name="connsiteX23" fmla="*/ 195436 w 7467600"/>
              <a:gd name="connsiteY23" fmla="*/ 5755068 h 6858000"/>
              <a:gd name="connsiteX24" fmla="*/ 103333 w 7467600"/>
              <a:gd name="connsiteY24" fmla="*/ 5699602 h 6858000"/>
              <a:gd name="connsiteX25" fmla="*/ 5539432 w 7467600"/>
              <a:gd name="connsiteY25" fmla="*/ 5642928 h 6858000"/>
              <a:gd name="connsiteX26" fmla="*/ 5555462 w 7467600"/>
              <a:gd name="connsiteY26" fmla="*/ 5694454 h 6858000"/>
              <a:gd name="connsiteX27" fmla="*/ 5828270 w 7467600"/>
              <a:gd name="connsiteY27" fmla="*/ 6320663 h 6858000"/>
              <a:gd name="connsiteX28" fmla="*/ 5947416 w 7467600"/>
              <a:gd name="connsiteY28" fmla="*/ 6574846 h 6858000"/>
              <a:gd name="connsiteX29" fmla="*/ 5539432 w 7467600"/>
              <a:gd name="connsiteY29" fmla="*/ 5642928 h 6858000"/>
              <a:gd name="connsiteX30" fmla="*/ 51253 w 7467600"/>
              <a:gd name="connsiteY30" fmla="*/ 5631825 h 6858000"/>
              <a:gd name="connsiteX31" fmla="*/ 211622 w 7467600"/>
              <a:gd name="connsiteY31" fmla="*/ 5728803 h 6858000"/>
              <a:gd name="connsiteX32" fmla="*/ 371652 w 7467600"/>
              <a:gd name="connsiteY32" fmla="*/ 5829062 h 6858000"/>
              <a:gd name="connsiteX33" fmla="*/ 505903 w 7467600"/>
              <a:gd name="connsiteY33" fmla="*/ 5925221 h 6858000"/>
              <a:gd name="connsiteX34" fmla="*/ 899240 w 7467600"/>
              <a:gd name="connsiteY34" fmla="*/ 6153068 h 6858000"/>
              <a:gd name="connsiteX35" fmla="*/ 988114 w 7467600"/>
              <a:gd name="connsiteY35" fmla="*/ 6174204 h 6858000"/>
              <a:gd name="connsiteX36" fmla="*/ 845971 w 7467600"/>
              <a:gd name="connsiteY36" fmla="*/ 6067177 h 6858000"/>
              <a:gd name="connsiteX37" fmla="*/ 448057 w 7467600"/>
              <a:gd name="connsiteY37" fmla="*/ 5841376 h 6858000"/>
              <a:gd name="connsiteX38" fmla="*/ 51253 w 7467600"/>
              <a:gd name="connsiteY38" fmla="*/ 5631825 h 6858000"/>
              <a:gd name="connsiteX39" fmla="*/ 2606687 w 7467600"/>
              <a:gd name="connsiteY39" fmla="*/ 5630718 h 6858000"/>
              <a:gd name="connsiteX40" fmla="*/ 2645658 w 7467600"/>
              <a:gd name="connsiteY40" fmla="*/ 6640259 h 6858000"/>
              <a:gd name="connsiteX41" fmla="*/ 2606687 w 7467600"/>
              <a:gd name="connsiteY41" fmla="*/ 5630718 h 6858000"/>
              <a:gd name="connsiteX42" fmla="*/ 3642057 w 7467600"/>
              <a:gd name="connsiteY42" fmla="*/ 5573487 h 6858000"/>
              <a:gd name="connsiteX43" fmla="*/ 3632981 w 7467600"/>
              <a:gd name="connsiteY43" fmla="*/ 5579437 h 6858000"/>
              <a:gd name="connsiteX44" fmla="*/ 3382436 w 7467600"/>
              <a:gd name="connsiteY44" fmla="*/ 5952726 h 6858000"/>
              <a:gd name="connsiteX45" fmla="*/ 3191929 w 7467600"/>
              <a:gd name="connsiteY45" fmla="*/ 6662669 h 6858000"/>
              <a:gd name="connsiteX46" fmla="*/ 3369898 w 7467600"/>
              <a:gd name="connsiteY46" fmla="*/ 6081771 h 6858000"/>
              <a:gd name="connsiteX47" fmla="*/ 3642057 w 7467600"/>
              <a:gd name="connsiteY47" fmla="*/ 5573487 h 6858000"/>
              <a:gd name="connsiteX48" fmla="*/ 2650666 w 7467600"/>
              <a:gd name="connsiteY48" fmla="*/ 5530686 h 6858000"/>
              <a:gd name="connsiteX49" fmla="*/ 2650249 w 7467600"/>
              <a:gd name="connsiteY49" fmla="*/ 5532101 h 6858000"/>
              <a:gd name="connsiteX50" fmla="*/ 2663808 w 7467600"/>
              <a:gd name="connsiteY50" fmla="*/ 6535215 h 6858000"/>
              <a:gd name="connsiteX51" fmla="*/ 2665418 w 7467600"/>
              <a:gd name="connsiteY51" fmla="*/ 6132756 h 6858000"/>
              <a:gd name="connsiteX52" fmla="*/ 2650666 w 7467600"/>
              <a:gd name="connsiteY52" fmla="*/ 5530686 h 6858000"/>
              <a:gd name="connsiteX53" fmla="*/ 2680277 w 7467600"/>
              <a:gd name="connsiteY53" fmla="*/ 5479204 h 6858000"/>
              <a:gd name="connsiteX54" fmla="*/ 2678972 w 7467600"/>
              <a:gd name="connsiteY54" fmla="*/ 5481582 h 6858000"/>
              <a:gd name="connsiteX55" fmla="*/ 2696666 w 7467600"/>
              <a:gd name="connsiteY55" fmla="*/ 6133836 h 6858000"/>
              <a:gd name="connsiteX56" fmla="*/ 2695769 w 7467600"/>
              <a:gd name="connsiteY56" fmla="*/ 6390955 h 6858000"/>
              <a:gd name="connsiteX57" fmla="*/ 2739893 w 7467600"/>
              <a:gd name="connsiteY57" fmla="*/ 6108357 h 6858000"/>
              <a:gd name="connsiteX58" fmla="*/ 2680277 w 7467600"/>
              <a:gd name="connsiteY58" fmla="*/ 5479204 h 6858000"/>
              <a:gd name="connsiteX59" fmla="*/ 1132195 w 7467600"/>
              <a:gd name="connsiteY59" fmla="*/ 5467980 h 6858000"/>
              <a:gd name="connsiteX60" fmla="*/ 1679056 w 7467600"/>
              <a:gd name="connsiteY60" fmla="*/ 5516907 h 6858000"/>
              <a:gd name="connsiteX61" fmla="*/ 2128648 w 7467600"/>
              <a:gd name="connsiteY61" fmla="*/ 5474249 h 6858000"/>
              <a:gd name="connsiteX62" fmla="*/ 1825619 w 7467600"/>
              <a:gd name="connsiteY62" fmla="*/ 5478447 h 6858000"/>
              <a:gd name="connsiteX63" fmla="*/ 1737798 w 7467600"/>
              <a:gd name="connsiteY63" fmla="*/ 5483353 h 6858000"/>
              <a:gd name="connsiteX64" fmla="*/ 1132195 w 7467600"/>
              <a:gd name="connsiteY64" fmla="*/ 5467980 h 6858000"/>
              <a:gd name="connsiteX65" fmla="*/ 1456157 w 7467600"/>
              <a:gd name="connsiteY65" fmla="*/ 5371404 h 6858000"/>
              <a:gd name="connsiteX66" fmla="*/ 1244432 w 7467600"/>
              <a:gd name="connsiteY66" fmla="*/ 5385601 h 6858000"/>
              <a:gd name="connsiteX67" fmla="*/ 973990 w 7467600"/>
              <a:gd name="connsiteY67" fmla="*/ 5424940 h 6858000"/>
              <a:gd name="connsiteX68" fmla="*/ 1103809 w 7467600"/>
              <a:gd name="connsiteY68" fmla="*/ 5433720 h 6858000"/>
              <a:gd name="connsiteX69" fmla="*/ 1123454 w 7467600"/>
              <a:gd name="connsiteY69" fmla="*/ 5435727 h 6858000"/>
              <a:gd name="connsiteX70" fmla="*/ 1737017 w 7467600"/>
              <a:gd name="connsiteY70" fmla="*/ 5452183 h 6858000"/>
              <a:gd name="connsiteX71" fmla="*/ 1824397 w 7467600"/>
              <a:gd name="connsiteY71" fmla="*/ 5447757 h 6858000"/>
              <a:gd name="connsiteX72" fmla="*/ 2070059 w 7467600"/>
              <a:gd name="connsiteY72" fmla="*/ 5441660 h 6858000"/>
              <a:gd name="connsiteX73" fmla="*/ 1456157 w 7467600"/>
              <a:gd name="connsiteY73" fmla="*/ 5371404 h 6858000"/>
              <a:gd name="connsiteX74" fmla="*/ 4988186 w 7467600"/>
              <a:gd name="connsiteY74" fmla="*/ 5216467 h 6858000"/>
              <a:gd name="connsiteX75" fmla="*/ 4777334 w 7467600"/>
              <a:gd name="connsiteY75" fmla="*/ 5406072 h 6858000"/>
              <a:gd name="connsiteX76" fmla="*/ 4718341 w 7467600"/>
              <a:gd name="connsiteY76" fmla="*/ 5468043 h 6858000"/>
              <a:gd name="connsiteX77" fmla="*/ 4604655 w 7467600"/>
              <a:gd name="connsiteY77" fmla="*/ 5583434 h 6858000"/>
              <a:gd name="connsiteX78" fmla="*/ 4565074 w 7467600"/>
              <a:gd name="connsiteY78" fmla="*/ 5618550 h 6858000"/>
              <a:gd name="connsiteX79" fmla="*/ 4988186 w 7467600"/>
              <a:gd name="connsiteY79" fmla="*/ 5216467 h 6858000"/>
              <a:gd name="connsiteX80" fmla="*/ 4978032 w 7467600"/>
              <a:gd name="connsiteY80" fmla="*/ 5183809 h 6858000"/>
              <a:gd name="connsiteX81" fmla="*/ 4463413 w 7467600"/>
              <a:gd name="connsiteY81" fmla="*/ 5615162 h 6858000"/>
              <a:gd name="connsiteX82" fmla="*/ 4358134 w 7467600"/>
              <a:gd name="connsiteY82" fmla="*/ 5742791 h 6858000"/>
              <a:gd name="connsiteX83" fmla="*/ 4376219 w 7467600"/>
              <a:gd name="connsiteY83" fmla="*/ 5729027 h 6858000"/>
              <a:gd name="connsiteX84" fmla="*/ 4582340 w 7467600"/>
              <a:gd name="connsiteY84" fmla="*/ 5561037 h 6858000"/>
              <a:gd name="connsiteX85" fmla="*/ 4694684 w 7467600"/>
              <a:gd name="connsiteY85" fmla="*/ 5447098 h 6858000"/>
              <a:gd name="connsiteX86" fmla="*/ 4754123 w 7467600"/>
              <a:gd name="connsiteY86" fmla="*/ 5384643 h 6858000"/>
              <a:gd name="connsiteX87" fmla="*/ 4978032 w 7467600"/>
              <a:gd name="connsiteY87" fmla="*/ 5183809 h 6858000"/>
              <a:gd name="connsiteX88" fmla="*/ 1903353 w 7467600"/>
              <a:gd name="connsiteY88" fmla="*/ 5044827 h 6858000"/>
              <a:gd name="connsiteX89" fmla="*/ 1936931 w 7467600"/>
              <a:gd name="connsiteY89" fmla="*/ 5093954 h 6858000"/>
              <a:gd name="connsiteX90" fmla="*/ 2195868 w 7467600"/>
              <a:gd name="connsiteY90" fmla="*/ 5396574 h 6858000"/>
              <a:gd name="connsiteX91" fmla="*/ 2088852 w 7467600"/>
              <a:gd name="connsiteY91" fmla="*/ 5166123 h 6858000"/>
              <a:gd name="connsiteX92" fmla="*/ 1958241 w 7467600"/>
              <a:gd name="connsiteY92" fmla="*/ 5067955 h 6858000"/>
              <a:gd name="connsiteX93" fmla="*/ 1903353 w 7467600"/>
              <a:gd name="connsiteY93" fmla="*/ 5044827 h 6858000"/>
              <a:gd name="connsiteX94" fmla="*/ 1979378 w 7467600"/>
              <a:gd name="connsiteY94" fmla="*/ 4769504 h 6858000"/>
              <a:gd name="connsiteX95" fmla="*/ 2882120 w 7467600"/>
              <a:gd name="connsiteY95" fmla="*/ 5064547 h 6858000"/>
              <a:gd name="connsiteX96" fmla="*/ 2793103 w 7467600"/>
              <a:gd name="connsiteY96" fmla="*/ 5039699 h 6858000"/>
              <a:gd name="connsiteX97" fmla="*/ 2770041 w 7467600"/>
              <a:gd name="connsiteY97" fmla="*/ 5033634 h 6858000"/>
              <a:gd name="connsiteX98" fmla="*/ 1979378 w 7467600"/>
              <a:gd name="connsiteY98" fmla="*/ 4769504 h 6858000"/>
              <a:gd name="connsiteX99" fmla="*/ 1927410 w 7467600"/>
              <a:gd name="connsiteY99" fmla="*/ 4716164 h 6858000"/>
              <a:gd name="connsiteX100" fmla="*/ 1959587 w 7467600"/>
              <a:gd name="connsiteY100" fmla="*/ 4728849 h 6858000"/>
              <a:gd name="connsiteX101" fmla="*/ 2777707 w 7467600"/>
              <a:gd name="connsiteY101" fmla="*/ 5003991 h 6858000"/>
              <a:gd name="connsiteX102" fmla="*/ 2800768 w 7467600"/>
              <a:gd name="connsiteY102" fmla="*/ 5010056 h 6858000"/>
              <a:gd name="connsiteX103" fmla="*/ 2879408 w 7467600"/>
              <a:gd name="connsiteY103" fmla="*/ 5031590 h 6858000"/>
              <a:gd name="connsiteX104" fmla="*/ 2862295 w 7467600"/>
              <a:gd name="connsiteY104" fmla="*/ 5022958 h 6858000"/>
              <a:gd name="connsiteX105" fmla="*/ 2813343 w 7467600"/>
              <a:gd name="connsiteY105" fmla="*/ 4998369 h 6858000"/>
              <a:gd name="connsiteX106" fmla="*/ 2646245 w 7467600"/>
              <a:gd name="connsiteY106" fmla="*/ 4930999 h 6858000"/>
              <a:gd name="connsiteX107" fmla="*/ 1999243 w 7467600"/>
              <a:gd name="connsiteY107" fmla="*/ 4730524 h 6858000"/>
              <a:gd name="connsiteX108" fmla="*/ 1979527 w 7467600"/>
              <a:gd name="connsiteY108" fmla="*/ 4726651 h 6858000"/>
              <a:gd name="connsiteX109" fmla="*/ 1927410 w 7467600"/>
              <a:gd name="connsiteY109" fmla="*/ 4716164 h 6858000"/>
              <a:gd name="connsiteX110" fmla="*/ 1997014 w 7467600"/>
              <a:gd name="connsiteY110" fmla="*/ 4698007 h 6858000"/>
              <a:gd name="connsiteX111" fmla="*/ 2005458 w 7467600"/>
              <a:gd name="connsiteY111" fmla="*/ 4699540 h 6858000"/>
              <a:gd name="connsiteX112" fmla="*/ 2657186 w 7467600"/>
              <a:gd name="connsiteY112" fmla="*/ 4901687 h 6858000"/>
              <a:gd name="connsiteX113" fmla="*/ 2826662 w 7467600"/>
              <a:gd name="connsiteY113" fmla="*/ 4970362 h 6858000"/>
              <a:gd name="connsiteX114" fmla="*/ 2876100 w 7467600"/>
              <a:gd name="connsiteY114" fmla="*/ 4995397 h 6858000"/>
              <a:gd name="connsiteX115" fmla="*/ 3042600 w 7467600"/>
              <a:gd name="connsiteY115" fmla="*/ 5059532 h 6858000"/>
              <a:gd name="connsiteX116" fmla="*/ 1997014 w 7467600"/>
              <a:gd name="connsiteY116" fmla="*/ 4698007 h 6858000"/>
              <a:gd name="connsiteX117" fmla="*/ 2305292 w 7467600"/>
              <a:gd name="connsiteY117" fmla="*/ 4219492 h 6858000"/>
              <a:gd name="connsiteX118" fmla="*/ 3360922 w 7467600"/>
              <a:gd name="connsiteY118" fmla="*/ 4529373 h 6858000"/>
              <a:gd name="connsiteX119" fmla="*/ 3492420 w 7467600"/>
              <a:gd name="connsiteY119" fmla="*/ 4510145 h 6858000"/>
              <a:gd name="connsiteX120" fmla="*/ 3364086 w 7467600"/>
              <a:gd name="connsiteY120" fmla="*/ 4480340 h 6858000"/>
              <a:gd name="connsiteX121" fmla="*/ 3225818 w 7467600"/>
              <a:gd name="connsiteY121" fmla="*/ 4411822 h 6858000"/>
              <a:gd name="connsiteX122" fmla="*/ 3129696 w 7467600"/>
              <a:gd name="connsiteY122" fmla="*/ 4360704 h 6858000"/>
              <a:gd name="connsiteX123" fmla="*/ 2814545 w 7467600"/>
              <a:gd name="connsiteY123" fmla="*/ 4282955 h 6858000"/>
              <a:gd name="connsiteX124" fmla="*/ 2305292 w 7467600"/>
              <a:gd name="connsiteY124" fmla="*/ 4219492 h 6858000"/>
              <a:gd name="connsiteX125" fmla="*/ 2626982 w 7467600"/>
              <a:gd name="connsiteY125" fmla="*/ 4206450 h 6858000"/>
              <a:gd name="connsiteX126" fmla="*/ 2490617 w 7467600"/>
              <a:gd name="connsiteY126" fmla="*/ 4206951 h 6858000"/>
              <a:gd name="connsiteX127" fmla="*/ 2819869 w 7467600"/>
              <a:gd name="connsiteY127" fmla="*/ 4252936 h 6858000"/>
              <a:gd name="connsiteX128" fmla="*/ 3143018 w 7467600"/>
              <a:gd name="connsiteY128" fmla="*/ 4332698 h 6858000"/>
              <a:gd name="connsiteX129" fmla="*/ 3241520 w 7467600"/>
              <a:gd name="connsiteY129" fmla="*/ 4385112 h 6858000"/>
              <a:gd name="connsiteX130" fmla="*/ 3374575 w 7467600"/>
              <a:gd name="connsiteY130" fmla="*/ 4451517 h 6858000"/>
              <a:gd name="connsiteX131" fmla="*/ 3505221 w 7467600"/>
              <a:gd name="connsiteY131" fmla="*/ 4480757 h 6858000"/>
              <a:gd name="connsiteX132" fmla="*/ 2626982 w 7467600"/>
              <a:gd name="connsiteY132" fmla="*/ 4206450 h 6858000"/>
              <a:gd name="connsiteX133" fmla="*/ 1310106 w 7467600"/>
              <a:gd name="connsiteY133" fmla="*/ 3943217 h 6858000"/>
              <a:gd name="connsiteX134" fmla="*/ 854994 w 7467600"/>
              <a:gd name="connsiteY134" fmla="*/ 4399136 h 6858000"/>
              <a:gd name="connsiteX135" fmla="*/ 742462 w 7467600"/>
              <a:gd name="connsiteY135" fmla="*/ 4594648 h 6858000"/>
              <a:gd name="connsiteX136" fmla="*/ 820602 w 7467600"/>
              <a:gd name="connsiteY136" fmla="*/ 4485915 h 6858000"/>
              <a:gd name="connsiteX137" fmla="*/ 878295 w 7467600"/>
              <a:gd name="connsiteY137" fmla="*/ 4403594 h 6858000"/>
              <a:gd name="connsiteX138" fmla="*/ 1240607 w 7467600"/>
              <a:gd name="connsiteY138" fmla="*/ 4010401 h 6858000"/>
              <a:gd name="connsiteX139" fmla="*/ 1310106 w 7467600"/>
              <a:gd name="connsiteY139" fmla="*/ 3943217 h 6858000"/>
              <a:gd name="connsiteX140" fmla="*/ 1423113 w 7467600"/>
              <a:gd name="connsiteY140" fmla="*/ 3874565 h 6858000"/>
              <a:gd name="connsiteX141" fmla="*/ 1260565 w 7467600"/>
              <a:gd name="connsiteY141" fmla="*/ 4031982 h 6858000"/>
              <a:gd name="connsiteX142" fmla="*/ 901900 w 7467600"/>
              <a:gd name="connsiteY142" fmla="*/ 4421236 h 6858000"/>
              <a:gd name="connsiteX143" fmla="*/ 845044 w 7467600"/>
              <a:gd name="connsiteY143" fmla="*/ 4502436 h 6858000"/>
              <a:gd name="connsiteX144" fmla="*/ 685926 w 7467600"/>
              <a:gd name="connsiteY144" fmla="*/ 4703069 h 6858000"/>
              <a:gd name="connsiteX145" fmla="*/ 684248 w 7467600"/>
              <a:gd name="connsiteY145" fmla="*/ 4706721 h 6858000"/>
              <a:gd name="connsiteX146" fmla="*/ 1423113 w 7467600"/>
              <a:gd name="connsiteY146" fmla="*/ 3874565 h 6858000"/>
              <a:gd name="connsiteX147" fmla="*/ 3316479 w 7467600"/>
              <a:gd name="connsiteY147" fmla="*/ 3872136 h 6858000"/>
              <a:gd name="connsiteX148" fmla="*/ 3546806 w 7467600"/>
              <a:gd name="connsiteY148" fmla="*/ 4356139 h 6858000"/>
              <a:gd name="connsiteX149" fmla="*/ 3364433 w 7467600"/>
              <a:gd name="connsiteY149" fmla="*/ 3953121 h 6858000"/>
              <a:gd name="connsiteX150" fmla="*/ 3316479 w 7467600"/>
              <a:gd name="connsiteY150" fmla="*/ 3872136 h 6858000"/>
              <a:gd name="connsiteX151" fmla="*/ 3291335 w 7467600"/>
              <a:gd name="connsiteY151" fmla="*/ 3767420 h 6858000"/>
              <a:gd name="connsiteX152" fmla="*/ 3390805 w 7467600"/>
              <a:gd name="connsiteY152" fmla="*/ 3937163 h 6858000"/>
              <a:gd name="connsiteX153" fmla="*/ 3579062 w 7467600"/>
              <a:gd name="connsiteY153" fmla="*/ 4359040 h 6858000"/>
              <a:gd name="connsiteX154" fmla="*/ 3467355 w 7467600"/>
              <a:gd name="connsiteY154" fmla="*/ 3988130 h 6858000"/>
              <a:gd name="connsiteX155" fmla="*/ 3310753 w 7467600"/>
              <a:gd name="connsiteY155" fmla="*/ 3787140 h 6858000"/>
              <a:gd name="connsiteX156" fmla="*/ 3291335 w 7467600"/>
              <a:gd name="connsiteY156" fmla="*/ 3767420 h 6858000"/>
              <a:gd name="connsiteX157" fmla="*/ 1635889 w 7467600"/>
              <a:gd name="connsiteY157" fmla="*/ 3709494 h 6858000"/>
              <a:gd name="connsiteX158" fmla="*/ 1634800 w 7467600"/>
              <a:gd name="connsiteY158" fmla="*/ 3731111 h 6858000"/>
              <a:gd name="connsiteX159" fmla="*/ 1635889 w 7467600"/>
              <a:gd name="connsiteY159" fmla="*/ 3709494 h 6858000"/>
              <a:gd name="connsiteX160" fmla="*/ 1510397 w 7467600"/>
              <a:gd name="connsiteY160" fmla="*/ 3684705 h 6858000"/>
              <a:gd name="connsiteX161" fmla="*/ 1146550 w 7467600"/>
              <a:gd name="connsiteY161" fmla="*/ 3802012 h 6858000"/>
              <a:gd name="connsiteX162" fmla="*/ 698834 w 7467600"/>
              <a:gd name="connsiteY162" fmla="*/ 3952272 h 6858000"/>
              <a:gd name="connsiteX163" fmla="*/ 34256 w 7467600"/>
              <a:gd name="connsiteY163" fmla="*/ 4347603 h 6858000"/>
              <a:gd name="connsiteX164" fmla="*/ 527241 w 7467600"/>
              <a:gd name="connsiteY164" fmla="*/ 4065078 h 6858000"/>
              <a:gd name="connsiteX165" fmla="*/ 1510397 w 7467600"/>
              <a:gd name="connsiteY165" fmla="*/ 3684705 h 6858000"/>
              <a:gd name="connsiteX166" fmla="*/ 1313114 w 7467600"/>
              <a:gd name="connsiteY166" fmla="*/ 3655216 h 6858000"/>
              <a:gd name="connsiteX167" fmla="*/ 1109304 w 7467600"/>
              <a:gd name="connsiteY167" fmla="*/ 3669030 h 6858000"/>
              <a:gd name="connsiteX168" fmla="*/ 8129 w 7467600"/>
              <a:gd name="connsiteY168" fmla="*/ 4330519 h 6858000"/>
              <a:gd name="connsiteX169" fmla="*/ 687572 w 7467600"/>
              <a:gd name="connsiteY169" fmla="*/ 3925629 h 6858000"/>
              <a:gd name="connsiteX170" fmla="*/ 1138365 w 7467600"/>
              <a:gd name="connsiteY170" fmla="*/ 3774515 h 6858000"/>
              <a:gd name="connsiteX171" fmla="*/ 1505579 w 7467600"/>
              <a:gd name="connsiteY171" fmla="*/ 3655526 h 6858000"/>
              <a:gd name="connsiteX172" fmla="*/ 1313114 w 7467600"/>
              <a:gd name="connsiteY172" fmla="*/ 3655216 h 6858000"/>
              <a:gd name="connsiteX173" fmla="*/ 3655073 w 7467600"/>
              <a:gd name="connsiteY173" fmla="*/ 3650884 h 6858000"/>
              <a:gd name="connsiteX174" fmla="*/ 3989938 w 7467600"/>
              <a:gd name="connsiteY174" fmla="*/ 3991685 h 6858000"/>
              <a:gd name="connsiteX175" fmla="*/ 4393907 w 7467600"/>
              <a:gd name="connsiteY175" fmla="*/ 4261258 h 6858000"/>
              <a:gd name="connsiteX176" fmla="*/ 4648051 w 7467600"/>
              <a:gd name="connsiteY176" fmla="*/ 4374051 h 6858000"/>
              <a:gd name="connsiteX177" fmla="*/ 4383389 w 7467600"/>
              <a:gd name="connsiteY177" fmla="*/ 4184369 h 6858000"/>
              <a:gd name="connsiteX178" fmla="*/ 4165508 w 7467600"/>
              <a:gd name="connsiteY178" fmla="*/ 4035196 h 6858000"/>
              <a:gd name="connsiteX179" fmla="*/ 4068162 w 7467600"/>
              <a:gd name="connsiteY179" fmla="*/ 3953394 h 6858000"/>
              <a:gd name="connsiteX180" fmla="*/ 3981416 w 7467600"/>
              <a:gd name="connsiteY180" fmla="*/ 3880482 h 6858000"/>
              <a:gd name="connsiteX181" fmla="*/ 3800147 w 7467600"/>
              <a:gd name="connsiteY181" fmla="*/ 3749872 h 6858000"/>
              <a:gd name="connsiteX182" fmla="*/ 3655073 w 7467600"/>
              <a:gd name="connsiteY182" fmla="*/ 3650884 h 6858000"/>
              <a:gd name="connsiteX183" fmla="*/ 3670252 w 7467600"/>
              <a:gd name="connsiteY183" fmla="*/ 3622798 h 6858000"/>
              <a:gd name="connsiteX184" fmla="*/ 3817258 w 7467600"/>
              <a:gd name="connsiteY184" fmla="*/ 3723577 h 6858000"/>
              <a:gd name="connsiteX185" fmla="*/ 4000461 w 7467600"/>
              <a:gd name="connsiteY185" fmla="*/ 3855966 h 6858000"/>
              <a:gd name="connsiteX186" fmla="*/ 4088180 w 7467600"/>
              <a:gd name="connsiteY186" fmla="*/ 3929774 h 6858000"/>
              <a:gd name="connsiteX187" fmla="*/ 4184555 w 7467600"/>
              <a:gd name="connsiteY187" fmla="*/ 4010683 h 6858000"/>
              <a:gd name="connsiteX188" fmla="*/ 4399563 w 7467600"/>
              <a:gd name="connsiteY188" fmla="*/ 4158106 h 6858000"/>
              <a:gd name="connsiteX189" fmla="*/ 4684469 w 7467600"/>
              <a:gd name="connsiteY189" fmla="*/ 4364680 h 6858000"/>
              <a:gd name="connsiteX190" fmla="*/ 4690271 w 7467600"/>
              <a:gd name="connsiteY190" fmla="*/ 4370034 h 6858000"/>
              <a:gd name="connsiteX191" fmla="*/ 4136093 w 7467600"/>
              <a:gd name="connsiteY191" fmla="*/ 3858466 h 6858000"/>
              <a:gd name="connsiteX192" fmla="*/ 3670252 w 7467600"/>
              <a:gd name="connsiteY192" fmla="*/ 3622798 h 6858000"/>
              <a:gd name="connsiteX193" fmla="*/ 4440129 w 7467600"/>
              <a:gd name="connsiteY193" fmla="*/ 3448571 h 6858000"/>
              <a:gd name="connsiteX194" fmla="*/ 4856525 w 7467600"/>
              <a:gd name="connsiteY194" fmla="*/ 3915351 h 6858000"/>
              <a:gd name="connsiteX195" fmla="*/ 5059055 w 7467600"/>
              <a:gd name="connsiteY195" fmla="*/ 4108918 h 6858000"/>
              <a:gd name="connsiteX196" fmla="*/ 5290070 w 7467600"/>
              <a:gd name="connsiteY196" fmla="*/ 4263619 h 6858000"/>
              <a:gd name="connsiteX197" fmla="*/ 4834991 w 7467600"/>
              <a:gd name="connsiteY197" fmla="*/ 3830985 h 6858000"/>
              <a:gd name="connsiteX198" fmla="*/ 4440129 w 7467600"/>
              <a:gd name="connsiteY198" fmla="*/ 3448571 h 6858000"/>
              <a:gd name="connsiteX199" fmla="*/ 4441737 w 7467600"/>
              <a:gd name="connsiteY199" fmla="*/ 3399734 h 6858000"/>
              <a:gd name="connsiteX200" fmla="*/ 4431236 w 7467600"/>
              <a:gd name="connsiteY200" fmla="*/ 3400954 h 6858000"/>
              <a:gd name="connsiteX201" fmla="*/ 4557150 w 7467600"/>
              <a:gd name="connsiteY201" fmla="*/ 3510023 h 6858000"/>
              <a:gd name="connsiteX202" fmla="*/ 4856936 w 7467600"/>
              <a:gd name="connsiteY202" fmla="*/ 3809146 h 6858000"/>
              <a:gd name="connsiteX203" fmla="*/ 5111996 w 7467600"/>
              <a:gd name="connsiteY203" fmla="*/ 4065759 h 6858000"/>
              <a:gd name="connsiteX204" fmla="*/ 5388878 w 7467600"/>
              <a:gd name="connsiteY204" fmla="*/ 4300185 h 6858000"/>
              <a:gd name="connsiteX205" fmla="*/ 5425556 w 7467600"/>
              <a:gd name="connsiteY205" fmla="*/ 4308967 h 6858000"/>
              <a:gd name="connsiteX206" fmla="*/ 4943646 w 7467600"/>
              <a:gd name="connsiteY206" fmla="*/ 3822916 h 6858000"/>
              <a:gd name="connsiteX207" fmla="*/ 4594837 w 7467600"/>
              <a:gd name="connsiteY207" fmla="*/ 3532274 h 6858000"/>
              <a:gd name="connsiteX208" fmla="*/ 4441737 w 7467600"/>
              <a:gd name="connsiteY208" fmla="*/ 3399734 h 6858000"/>
              <a:gd name="connsiteX209" fmla="*/ 5425834 w 7467600"/>
              <a:gd name="connsiteY209" fmla="*/ 3162785 h 6858000"/>
              <a:gd name="connsiteX210" fmla="*/ 5401644 w 7467600"/>
              <a:gd name="connsiteY210" fmla="*/ 3617847 h 6858000"/>
              <a:gd name="connsiteX211" fmla="*/ 5467256 w 7467600"/>
              <a:gd name="connsiteY211" fmla="*/ 4175494 h 6858000"/>
              <a:gd name="connsiteX212" fmla="*/ 5448069 w 7467600"/>
              <a:gd name="connsiteY212" fmla="*/ 3567554 h 6858000"/>
              <a:gd name="connsiteX213" fmla="*/ 5425834 w 7467600"/>
              <a:gd name="connsiteY213" fmla="*/ 3162785 h 6858000"/>
              <a:gd name="connsiteX214" fmla="*/ 1318687 w 7467600"/>
              <a:gd name="connsiteY214" fmla="*/ 3113840 h 6858000"/>
              <a:gd name="connsiteX215" fmla="*/ 1066793 w 7467600"/>
              <a:gd name="connsiteY215" fmla="*/ 3212171 h 6858000"/>
              <a:gd name="connsiteX216" fmla="*/ 993319 w 7467600"/>
              <a:gd name="connsiteY216" fmla="*/ 3247648 h 6858000"/>
              <a:gd name="connsiteX217" fmla="*/ 853081 w 7467600"/>
              <a:gd name="connsiteY217" fmla="*/ 3312410 h 6858000"/>
              <a:gd name="connsiteX218" fmla="*/ 805957 w 7467600"/>
              <a:gd name="connsiteY218" fmla="*/ 3330443 h 6858000"/>
              <a:gd name="connsiteX219" fmla="*/ 1318687 w 7467600"/>
              <a:gd name="connsiteY219" fmla="*/ 3113840 h 6858000"/>
              <a:gd name="connsiteX220" fmla="*/ 5453702 w 7467600"/>
              <a:gd name="connsiteY220" fmla="*/ 3090882 h 6858000"/>
              <a:gd name="connsiteX221" fmla="*/ 5480135 w 7467600"/>
              <a:gd name="connsiteY221" fmla="*/ 3565802 h 6858000"/>
              <a:gd name="connsiteX222" fmla="*/ 5499023 w 7467600"/>
              <a:gd name="connsiteY222" fmla="*/ 4166310 h 6858000"/>
              <a:gd name="connsiteX223" fmla="*/ 5547022 w 7467600"/>
              <a:gd name="connsiteY223" fmla="*/ 3607838 h 6858000"/>
              <a:gd name="connsiteX224" fmla="*/ 5515964 w 7467600"/>
              <a:gd name="connsiteY224" fmla="*/ 3378541 h 6858000"/>
              <a:gd name="connsiteX225" fmla="*/ 5453702 w 7467600"/>
              <a:gd name="connsiteY225" fmla="*/ 3090882 h 6858000"/>
              <a:gd name="connsiteX226" fmla="*/ 1238695 w 7467600"/>
              <a:gd name="connsiteY226" fmla="*/ 3076820 h 6858000"/>
              <a:gd name="connsiteX227" fmla="*/ 716371 w 7467600"/>
              <a:gd name="connsiteY227" fmla="*/ 3293249 h 6858000"/>
              <a:gd name="connsiteX228" fmla="*/ 579522 w 7467600"/>
              <a:gd name="connsiteY228" fmla="*/ 3371759 h 6858000"/>
              <a:gd name="connsiteX229" fmla="*/ 600288 w 7467600"/>
              <a:gd name="connsiteY229" fmla="*/ 3365555 h 6858000"/>
              <a:gd name="connsiteX230" fmla="*/ 840692 w 7467600"/>
              <a:gd name="connsiteY230" fmla="*/ 3284921 h 6858000"/>
              <a:gd name="connsiteX231" fmla="*/ 979248 w 7467600"/>
              <a:gd name="connsiteY231" fmla="*/ 3221003 h 6858000"/>
              <a:gd name="connsiteX232" fmla="*/ 1053282 w 7467600"/>
              <a:gd name="connsiteY232" fmla="*/ 3185247 h 6858000"/>
              <a:gd name="connsiteX233" fmla="*/ 1320603 w 7467600"/>
              <a:gd name="connsiteY233" fmla="*/ 3081281 h 6858000"/>
              <a:gd name="connsiteX234" fmla="*/ 1238695 w 7467600"/>
              <a:gd name="connsiteY234" fmla="*/ 3076820 h 6858000"/>
              <a:gd name="connsiteX235" fmla="*/ 5425627 w 7467600"/>
              <a:gd name="connsiteY235" fmla="*/ 2954192 h 6858000"/>
              <a:gd name="connsiteX236" fmla="*/ 5470770 w 7467600"/>
              <a:gd name="connsiteY236" fmla="*/ 3005435 h 6858000"/>
              <a:gd name="connsiteX237" fmla="*/ 5519779 w 7467600"/>
              <a:gd name="connsiteY237" fmla="*/ 4359223 h 6858000"/>
              <a:gd name="connsiteX238" fmla="*/ 5520293 w 7467600"/>
              <a:gd name="connsiteY238" fmla="*/ 4360602 h 6858000"/>
              <a:gd name="connsiteX239" fmla="*/ 5767221 w 7467600"/>
              <a:gd name="connsiteY239" fmla="*/ 4665564 h 6858000"/>
              <a:gd name="connsiteX240" fmla="*/ 6937169 w 7467600"/>
              <a:gd name="connsiteY240" fmla="*/ 4815941 h 6858000"/>
              <a:gd name="connsiteX241" fmla="*/ 6953922 w 7467600"/>
              <a:gd name="connsiteY241" fmla="*/ 4890068 h 6858000"/>
              <a:gd name="connsiteX242" fmla="*/ 6071359 w 7467600"/>
              <a:gd name="connsiteY242" fmla="*/ 4770770 h 6858000"/>
              <a:gd name="connsiteX243" fmla="*/ 6038839 w 7467600"/>
              <a:gd name="connsiteY243" fmla="*/ 4764474 h 6858000"/>
              <a:gd name="connsiteX244" fmla="*/ 6038706 w 7467600"/>
              <a:gd name="connsiteY244" fmla="*/ 4763847 h 6858000"/>
              <a:gd name="connsiteX245" fmla="*/ 6037784 w 7467600"/>
              <a:gd name="connsiteY245" fmla="*/ 4764270 h 6858000"/>
              <a:gd name="connsiteX246" fmla="*/ 6038839 w 7467600"/>
              <a:gd name="connsiteY246" fmla="*/ 4764474 h 6858000"/>
              <a:gd name="connsiteX247" fmla="*/ 6040338 w 7467600"/>
              <a:gd name="connsiteY247" fmla="*/ 4771418 h 6858000"/>
              <a:gd name="connsiteX248" fmla="*/ 6024488 w 7467600"/>
              <a:gd name="connsiteY248" fmla="*/ 4809903 h 6858000"/>
              <a:gd name="connsiteX249" fmla="*/ 5599771 w 7467600"/>
              <a:gd name="connsiteY249" fmla="*/ 5509652 h 6858000"/>
              <a:gd name="connsiteX250" fmla="*/ 5548843 w 7467600"/>
              <a:gd name="connsiteY250" fmla="*/ 5563845 h 6858000"/>
              <a:gd name="connsiteX251" fmla="*/ 5940952 w 7467600"/>
              <a:gd name="connsiteY251" fmla="*/ 6250028 h 6858000"/>
              <a:gd name="connsiteX252" fmla="*/ 6043441 w 7467600"/>
              <a:gd name="connsiteY252" fmla="*/ 6665847 h 6858000"/>
              <a:gd name="connsiteX253" fmla="*/ 6093432 w 7467600"/>
              <a:gd name="connsiteY253" fmla="*/ 6858000 h 6858000"/>
              <a:gd name="connsiteX254" fmla="*/ 6034344 w 7467600"/>
              <a:gd name="connsiteY254" fmla="*/ 6858000 h 6858000"/>
              <a:gd name="connsiteX255" fmla="*/ 6026679 w 7467600"/>
              <a:gd name="connsiteY255" fmla="*/ 6836959 h 6858000"/>
              <a:gd name="connsiteX256" fmla="*/ 5800441 w 7467600"/>
              <a:gd name="connsiteY256" fmla="*/ 6335286 h 6858000"/>
              <a:gd name="connsiteX257" fmla="*/ 5526562 w 7467600"/>
              <a:gd name="connsiteY257" fmla="*/ 5705388 h 6858000"/>
              <a:gd name="connsiteX258" fmla="*/ 5519640 w 7467600"/>
              <a:gd name="connsiteY258" fmla="*/ 5683774 h 6858000"/>
              <a:gd name="connsiteX259" fmla="*/ 5844559 w 7467600"/>
              <a:gd name="connsiteY259" fmla="*/ 6553349 h 6858000"/>
              <a:gd name="connsiteX260" fmla="*/ 5975994 w 7467600"/>
              <a:gd name="connsiteY260" fmla="*/ 6858000 h 6858000"/>
              <a:gd name="connsiteX261" fmla="*/ 5898547 w 7467600"/>
              <a:gd name="connsiteY261" fmla="*/ 6858000 h 6858000"/>
              <a:gd name="connsiteX262" fmla="*/ 5682041 w 7467600"/>
              <a:gd name="connsiteY262" fmla="*/ 6355860 h 6858000"/>
              <a:gd name="connsiteX263" fmla="*/ 5461758 w 7467600"/>
              <a:gd name="connsiteY263" fmla="*/ 5820220 h 6858000"/>
              <a:gd name="connsiteX264" fmla="*/ 5237282 w 7467600"/>
              <a:gd name="connsiteY264" fmla="*/ 6579086 h 6858000"/>
              <a:gd name="connsiteX265" fmla="*/ 5115009 w 7467600"/>
              <a:gd name="connsiteY265" fmla="*/ 6858000 h 6858000"/>
              <a:gd name="connsiteX266" fmla="*/ 5028074 w 7467600"/>
              <a:gd name="connsiteY266" fmla="*/ 6858000 h 6858000"/>
              <a:gd name="connsiteX267" fmla="*/ 5079508 w 7467600"/>
              <a:gd name="connsiteY267" fmla="*/ 6749074 h 6858000"/>
              <a:gd name="connsiteX268" fmla="*/ 5371846 w 7467600"/>
              <a:gd name="connsiteY268" fmla="*/ 5924413 h 6858000"/>
              <a:gd name="connsiteX269" fmla="*/ 5270512 w 7467600"/>
              <a:gd name="connsiteY269" fmla="*/ 6138975 h 6858000"/>
              <a:gd name="connsiteX270" fmla="*/ 5062409 w 7467600"/>
              <a:gd name="connsiteY270" fmla="*/ 6653544 h 6858000"/>
              <a:gd name="connsiteX271" fmla="*/ 5036628 w 7467600"/>
              <a:gd name="connsiteY271" fmla="*/ 6754247 h 6858000"/>
              <a:gd name="connsiteX272" fmla="*/ 5009112 w 7467600"/>
              <a:gd name="connsiteY272" fmla="*/ 6858000 h 6858000"/>
              <a:gd name="connsiteX273" fmla="*/ 4976679 w 7467600"/>
              <a:gd name="connsiteY273" fmla="*/ 6858000 h 6858000"/>
              <a:gd name="connsiteX274" fmla="*/ 5006537 w 7467600"/>
              <a:gd name="connsiteY274" fmla="*/ 6747068 h 6858000"/>
              <a:gd name="connsiteX275" fmla="*/ 5032723 w 7467600"/>
              <a:gd name="connsiteY275" fmla="*/ 6644957 h 6858000"/>
              <a:gd name="connsiteX276" fmla="*/ 5242949 w 7467600"/>
              <a:gd name="connsiteY276" fmla="*/ 6125175 h 6858000"/>
              <a:gd name="connsiteX277" fmla="*/ 5286321 w 7467600"/>
              <a:gd name="connsiteY277" fmla="*/ 6033555 h 6858000"/>
              <a:gd name="connsiteX278" fmla="*/ 5008210 w 7467600"/>
              <a:gd name="connsiteY278" fmla="*/ 6649194 h 6858000"/>
              <a:gd name="connsiteX279" fmla="*/ 4986321 w 7467600"/>
              <a:gd name="connsiteY279" fmla="*/ 6765687 h 6858000"/>
              <a:gd name="connsiteX280" fmla="*/ 4973474 w 7467600"/>
              <a:gd name="connsiteY280" fmla="*/ 6858000 h 6858000"/>
              <a:gd name="connsiteX281" fmla="*/ 4907178 w 7467600"/>
              <a:gd name="connsiteY281" fmla="*/ 6858000 h 6858000"/>
              <a:gd name="connsiteX282" fmla="*/ 4910810 w 7467600"/>
              <a:gd name="connsiteY282" fmla="*/ 6829660 h 6858000"/>
              <a:gd name="connsiteX283" fmla="*/ 4987461 w 7467600"/>
              <a:gd name="connsiteY283" fmla="*/ 6432994 h 6858000"/>
              <a:gd name="connsiteX284" fmla="*/ 5179262 w 7467600"/>
              <a:gd name="connsiteY284" fmla="*/ 6035044 h 6858000"/>
              <a:gd name="connsiteX285" fmla="*/ 4689678 w 7467600"/>
              <a:gd name="connsiteY285" fmla="*/ 6440241 h 6858000"/>
              <a:gd name="connsiteX286" fmla="*/ 4477543 w 7467600"/>
              <a:gd name="connsiteY286" fmla="*/ 6674836 h 6858000"/>
              <a:gd name="connsiteX287" fmla="*/ 4329957 w 7467600"/>
              <a:gd name="connsiteY287" fmla="*/ 6858000 h 6858000"/>
              <a:gd name="connsiteX288" fmla="*/ 4218595 w 7467600"/>
              <a:gd name="connsiteY288" fmla="*/ 6858000 h 6858000"/>
              <a:gd name="connsiteX289" fmla="*/ 4368888 w 7467600"/>
              <a:gd name="connsiteY289" fmla="*/ 6668412 h 6858000"/>
              <a:gd name="connsiteX290" fmla="*/ 4563091 w 7467600"/>
              <a:gd name="connsiteY290" fmla="*/ 6442508 h 6858000"/>
              <a:gd name="connsiteX291" fmla="*/ 5387324 w 7467600"/>
              <a:gd name="connsiteY291" fmla="*/ 5705830 h 6858000"/>
              <a:gd name="connsiteX292" fmla="*/ 5073620 w 7467600"/>
              <a:gd name="connsiteY292" fmla="*/ 5955437 h 6858000"/>
              <a:gd name="connsiteX293" fmla="*/ 4689789 w 7467600"/>
              <a:gd name="connsiteY293" fmla="*/ 6268382 h 6858000"/>
              <a:gd name="connsiteX294" fmla="*/ 4418722 w 7467600"/>
              <a:gd name="connsiteY294" fmla="*/ 6570886 h 6858000"/>
              <a:gd name="connsiteX295" fmla="*/ 4214944 w 7467600"/>
              <a:gd name="connsiteY295" fmla="*/ 6858000 h 6858000"/>
              <a:gd name="connsiteX296" fmla="*/ 4177898 w 7467600"/>
              <a:gd name="connsiteY296" fmla="*/ 6858000 h 6858000"/>
              <a:gd name="connsiteX297" fmla="*/ 4391597 w 7467600"/>
              <a:gd name="connsiteY297" fmla="*/ 6556370 h 6858000"/>
              <a:gd name="connsiteX298" fmla="*/ 4668889 w 7467600"/>
              <a:gd name="connsiteY298" fmla="*/ 6246399 h 6858000"/>
              <a:gd name="connsiteX299" fmla="*/ 5055427 w 7467600"/>
              <a:gd name="connsiteY299" fmla="*/ 5931476 h 6858000"/>
              <a:gd name="connsiteX300" fmla="*/ 5371814 w 7467600"/>
              <a:gd name="connsiteY300" fmla="*/ 5678975 h 6858000"/>
              <a:gd name="connsiteX301" fmla="*/ 4987918 w 7467600"/>
              <a:gd name="connsiteY301" fmla="*/ 5838701 h 6858000"/>
              <a:gd name="connsiteX302" fmla="*/ 4317146 w 7467600"/>
              <a:gd name="connsiteY302" fmla="*/ 6587716 h 6858000"/>
              <a:gd name="connsiteX303" fmla="*/ 4171627 w 7467600"/>
              <a:gd name="connsiteY303" fmla="*/ 6858000 h 6858000"/>
              <a:gd name="connsiteX304" fmla="*/ 4081585 w 7467600"/>
              <a:gd name="connsiteY304" fmla="*/ 6858000 h 6858000"/>
              <a:gd name="connsiteX305" fmla="*/ 4238603 w 7467600"/>
              <a:gd name="connsiteY305" fmla="*/ 6559341 h 6858000"/>
              <a:gd name="connsiteX306" fmla="*/ 4778333 w 7467600"/>
              <a:gd name="connsiteY306" fmla="*/ 5873626 h 6858000"/>
              <a:gd name="connsiteX307" fmla="*/ 5414185 w 7467600"/>
              <a:gd name="connsiteY307" fmla="*/ 5573882 h 6858000"/>
              <a:gd name="connsiteX308" fmla="*/ 5959648 w 7467600"/>
              <a:gd name="connsiteY308" fmla="*/ 4760797 h 6858000"/>
              <a:gd name="connsiteX309" fmla="*/ 5355019 w 7467600"/>
              <a:gd name="connsiteY309" fmla="*/ 4734672 h 6858000"/>
              <a:gd name="connsiteX310" fmla="*/ 5083565 w 7467600"/>
              <a:gd name="connsiteY310" fmla="*/ 5179121 h 6858000"/>
              <a:gd name="connsiteX311" fmla="*/ 4713577 w 7467600"/>
              <a:gd name="connsiteY311" fmla="*/ 5616803 h 6858000"/>
              <a:gd name="connsiteX312" fmla="*/ 3989559 w 7467600"/>
              <a:gd name="connsiteY312" fmla="*/ 6145945 h 6858000"/>
              <a:gd name="connsiteX313" fmla="*/ 3939824 w 7467600"/>
              <a:gd name="connsiteY313" fmla="*/ 6066900 h 6858000"/>
              <a:gd name="connsiteX314" fmla="*/ 4584537 w 7467600"/>
              <a:gd name="connsiteY314" fmla="*/ 5324826 h 6858000"/>
              <a:gd name="connsiteX315" fmla="*/ 5037105 w 7467600"/>
              <a:gd name="connsiteY315" fmla="*/ 5088765 h 6858000"/>
              <a:gd name="connsiteX316" fmla="*/ 5039930 w 7467600"/>
              <a:gd name="connsiteY316" fmla="*/ 5089585 h 6858000"/>
              <a:gd name="connsiteX317" fmla="*/ 5263764 w 7467600"/>
              <a:gd name="connsiteY317" fmla="*/ 4735525 h 6858000"/>
              <a:gd name="connsiteX318" fmla="*/ 4086300 w 7467600"/>
              <a:gd name="connsiteY318" fmla="*/ 4884599 h 6858000"/>
              <a:gd name="connsiteX319" fmla="*/ 4085485 w 7467600"/>
              <a:gd name="connsiteY319" fmla="*/ 4899070 h 6858000"/>
              <a:gd name="connsiteX320" fmla="*/ 3871915 w 7467600"/>
              <a:gd name="connsiteY320" fmla="*/ 5253645 h 6858000"/>
              <a:gd name="connsiteX321" fmla="*/ 3799374 w 7467600"/>
              <a:gd name="connsiteY321" fmla="*/ 5466127 h 6858000"/>
              <a:gd name="connsiteX322" fmla="*/ 3498850 w 7467600"/>
              <a:gd name="connsiteY322" fmla="*/ 6661888 h 6858000"/>
              <a:gd name="connsiteX323" fmla="*/ 3399216 w 7467600"/>
              <a:gd name="connsiteY323" fmla="*/ 6858000 h 6858000"/>
              <a:gd name="connsiteX324" fmla="*/ 3303688 w 7467600"/>
              <a:gd name="connsiteY324" fmla="*/ 6858000 h 6858000"/>
              <a:gd name="connsiteX325" fmla="*/ 3391774 w 7467600"/>
              <a:gd name="connsiteY325" fmla="*/ 6697181 h 6858000"/>
              <a:gd name="connsiteX326" fmla="*/ 3735540 w 7467600"/>
              <a:gd name="connsiteY326" fmla="*/ 5546923 h 6858000"/>
              <a:gd name="connsiteX327" fmla="*/ 3729438 w 7467600"/>
              <a:gd name="connsiteY327" fmla="*/ 5569058 h 6858000"/>
              <a:gd name="connsiteX328" fmla="*/ 3707782 w 7467600"/>
              <a:gd name="connsiteY328" fmla="*/ 5644908 h 6858000"/>
              <a:gd name="connsiteX329" fmla="*/ 3583827 w 7467600"/>
              <a:gd name="connsiteY329" fmla="*/ 6039215 h 6858000"/>
              <a:gd name="connsiteX330" fmla="*/ 3547861 w 7467600"/>
              <a:gd name="connsiteY330" fmla="*/ 6129609 h 6858000"/>
              <a:gd name="connsiteX331" fmla="*/ 3490905 w 7467600"/>
              <a:gd name="connsiteY331" fmla="*/ 6277660 h 6858000"/>
              <a:gd name="connsiteX332" fmla="*/ 3455859 w 7467600"/>
              <a:gd name="connsiteY332" fmla="*/ 6391301 h 6858000"/>
              <a:gd name="connsiteX333" fmla="*/ 3429112 w 7467600"/>
              <a:gd name="connsiteY333" fmla="*/ 6479469 h 6858000"/>
              <a:gd name="connsiteX334" fmla="*/ 3304862 w 7467600"/>
              <a:gd name="connsiteY334" fmla="*/ 6796476 h 6858000"/>
              <a:gd name="connsiteX335" fmla="*/ 3276071 w 7467600"/>
              <a:gd name="connsiteY335" fmla="*/ 6858000 h 6858000"/>
              <a:gd name="connsiteX336" fmla="*/ 3240805 w 7467600"/>
              <a:gd name="connsiteY336" fmla="*/ 6858000 h 6858000"/>
              <a:gd name="connsiteX337" fmla="*/ 3275917 w 7467600"/>
              <a:gd name="connsiteY337" fmla="*/ 6783192 h 6858000"/>
              <a:gd name="connsiteX338" fmla="*/ 3399358 w 7467600"/>
              <a:gd name="connsiteY338" fmla="*/ 6469011 h 6858000"/>
              <a:gd name="connsiteX339" fmla="*/ 3425650 w 7467600"/>
              <a:gd name="connsiteY339" fmla="*/ 6381333 h 6858000"/>
              <a:gd name="connsiteX340" fmla="*/ 3460661 w 7467600"/>
              <a:gd name="connsiteY340" fmla="*/ 6266763 h 6858000"/>
              <a:gd name="connsiteX341" fmla="*/ 3518021 w 7467600"/>
              <a:gd name="connsiteY341" fmla="*/ 6117298 h 6858000"/>
              <a:gd name="connsiteX342" fmla="*/ 3554035 w 7467600"/>
              <a:gd name="connsiteY342" fmla="*/ 6027832 h 6858000"/>
              <a:gd name="connsiteX343" fmla="*/ 3677174 w 7467600"/>
              <a:gd name="connsiteY343" fmla="*/ 5636351 h 6858000"/>
              <a:gd name="connsiteX344" fmla="*/ 3698819 w 7467600"/>
              <a:gd name="connsiteY344" fmla="*/ 5560503 h 6858000"/>
              <a:gd name="connsiteX345" fmla="*/ 3702094 w 7467600"/>
              <a:gd name="connsiteY345" fmla="*/ 5549194 h 6858000"/>
              <a:gd name="connsiteX346" fmla="*/ 3398355 w 7467600"/>
              <a:gd name="connsiteY346" fmla="*/ 6094603 h 6858000"/>
              <a:gd name="connsiteX347" fmla="*/ 3193941 w 7467600"/>
              <a:gd name="connsiteY347" fmla="*/ 6798775 h 6858000"/>
              <a:gd name="connsiteX348" fmla="*/ 3184140 w 7467600"/>
              <a:gd name="connsiteY348" fmla="*/ 6858000 h 6858000"/>
              <a:gd name="connsiteX349" fmla="*/ 3099978 w 7467600"/>
              <a:gd name="connsiteY349" fmla="*/ 6858000 h 6858000"/>
              <a:gd name="connsiteX350" fmla="*/ 3101556 w 7467600"/>
              <a:gd name="connsiteY350" fmla="*/ 6843337 h 6858000"/>
              <a:gd name="connsiteX351" fmla="*/ 3370162 w 7467600"/>
              <a:gd name="connsiteY351" fmla="*/ 5785550 h 6858000"/>
              <a:gd name="connsiteX352" fmla="*/ 3746477 w 7467600"/>
              <a:gd name="connsiteY352" fmla="*/ 5377889 h 6858000"/>
              <a:gd name="connsiteX353" fmla="*/ 3863399 w 7467600"/>
              <a:gd name="connsiteY353" fmla="*/ 5087257 h 6858000"/>
              <a:gd name="connsiteX354" fmla="*/ 3968712 w 7467600"/>
              <a:gd name="connsiteY354" fmla="*/ 4913989 h 6858000"/>
              <a:gd name="connsiteX355" fmla="*/ 2792390 w 7467600"/>
              <a:gd name="connsiteY355" fmla="*/ 5382974 h 6858000"/>
              <a:gd name="connsiteX356" fmla="*/ 2714982 w 7467600"/>
              <a:gd name="connsiteY356" fmla="*/ 5427051 h 6858000"/>
              <a:gd name="connsiteX357" fmla="*/ 2813361 w 7467600"/>
              <a:gd name="connsiteY357" fmla="*/ 6023912 h 6858000"/>
              <a:gd name="connsiteX358" fmla="*/ 2688430 w 7467600"/>
              <a:gd name="connsiteY358" fmla="*/ 6801564 h 6858000"/>
              <a:gd name="connsiteX359" fmla="*/ 2629626 w 7467600"/>
              <a:gd name="connsiteY359" fmla="*/ 6763394 h 6858000"/>
              <a:gd name="connsiteX360" fmla="*/ 2565328 w 7467600"/>
              <a:gd name="connsiteY360" fmla="*/ 5516399 h 6858000"/>
              <a:gd name="connsiteX361" fmla="*/ 1922999 w 7467600"/>
              <a:gd name="connsiteY361" fmla="*/ 5980343 h 6858000"/>
              <a:gd name="connsiteX362" fmla="*/ 1950261 w 7467600"/>
              <a:gd name="connsiteY362" fmla="*/ 6405858 h 6858000"/>
              <a:gd name="connsiteX363" fmla="*/ 2365554 w 7467600"/>
              <a:gd name="connsiteY363" fmla="*/ 6759107 h 6858000"/>
              <a:gd name="connsiteX364" fmla="*/ 2424142 w 7467600"/>
              <a:gd name="connsiteY364" fmla="*/ 6858000 h 6858000"/>
              <a:gd name="connsiteX365" fmla="*/ 2395994 w 7467600"/>
              <a:gd name="connsiteY365" fmla="*/ 6858000 h 6858000"/>
              <a:gd name="connsiteX366" fmla="*/ 2392863 w 7467600"/>
              <a:gd name="connsiteY366" fmla="*/ 6852964 h 6858000"/>
              <a:gd name="connsiteX367" fmla="*/ 2017589 w 7467600"/>
              <a:gd name="connsiteY367" fmla="*/ 6493982 h 6858000"/>
              <a:gd name="connsiteX368" fmla="*/ 2147336 w 7467600"/>
              <a:gd name="connsiteY368" fmla="*/ 6594052 h 6858000"/>
              <a:gd name="connsiteX369" fmla="*/ 2207047 w 7467600"/>
              <a:gd name="connsiteY369" fmla="*/ 6654540 h 6858000"/>
              <a:gd name="connsiteX370" fmla="*/ 2299106 w 7467600"/>
              <a:gd name="connsiteY370" fmla="*/ 6778931 h 6858000"/>
              <a:gd name="connsiteX371" fmla="*/ 2314430 w 7467600"/>
              <a:gd name="connsiteY371" fmla="*/ 6801144 h 6858000"/>
              <a:gd name="connsiteX372" fmla="*/ 2352406 w 7467600"/>
              <a:gd name="connsiteY372" fmla="*/ 6858000 h 6858000"/>
              <a:gd name="connsiteX373" fmla="*/ 2314492 w 7467600"/>
              <a:gd name="connsiteY373" fmla="*/ 6858000 h 6858000"/>
              <a:gd name="connsiteX374" fmla="*/ 2288095 w 7467600"/>
              <a:gd name="connsiteY374" fmla="*/ 6818030 h 6858000"/>
              <a:gd name="connsiteX375" fmla="*/ 2272768 w 7467600"/>
              <a:gd name="connsiteY375" fmla="*/ 6795822 h 6858000"/>
              <a:gd name="connsiteX376" fmla="*/ 2182715 w 7467600"/>
              <a:gd name="connsiteY376" fmla="*/ 6675071 h 6858000"/>
              <a:gd name="connsiteX377" fmla="*/ 2032061 w 7467600"/>
              <a:gd name="connsiteY377" fmla="*/ 6541380 h 6858000"/>
              <a:gd name="connsiteX378" fmla="*/ 2257220 w 7467600"/>
              <a:gd name="connsiteY378" fmla="*/ 6826257 h 6858000"/>
              <a:gd name="connsiteX379" fmla="*/ 2281324 w 7467600"/>
              <a:gd name="connsiteY379" fmla="*/ 6858000 h 6858000"/>
              <a:gd name="connsiteX380" fmla="*/ 2242860 w 7467600"/>
              <a:gd name="connsiteY380" fmla="*/ 6858000 h 6858000"/>
              <a:gd name="connsiteX381" fmla="*/ 2232818 w 7467600"/>
              <a:gd name="connsiteY381" fmla="*/ 6844926 h 6858000"/>
              <a:gd name="connsiteX382" fmla="*/ 1990172 w 7467600"/>
              <a:gd name="connsiteY382" fmla="*/ 6542121 h 6858000"/>
              <a:gd name="connsiteX383" fmla="*/ 2124090 w 7467600"/>
              <a:gd name="connsiteY383" fmla="*/ 6761017 h 6858000"/>
              <a:gd name="connsiteX384" fmla="*/ 2200380 w 7467600"/>
              <a:gd name="connsiteY384" fmla="*/ 6858000 h 6858000"/>
              <a:gd name="connsiteX385" fmla="*/ 2147507 w 7467600"/>
              <a:gd name="connsiteY385" fmla="*/ 6858000 h 6858000"/>
              <a:gd name="connsiteX386" fmla="*/ 2070668 w 7467600"/>
              <a:gd name="connsiteY386" fmla="*/ 6761520 h 6858000"/>
              <a:gd name="connsiteX387" fmla="*/ 1975142 w 7467600"/>
              <a:gd name="connsiteY387" fmla="*/ 6585570 h 6858000"/>
              <a:gd name="connsiteX388" fmla="*/ 2050035 w 7467600"/>
              <a:gd name="connsiteY388" fmla="*/ 6813345 h 6858000"/>
              <a:gd name="connsiteX389" fmla="*/ 2063025 w 7467600"/>
              <a:gd name="connsiteY389" fmla="*/ 6858000 h 6858000"/>
              <a:gd name="connsiteX390" fmla="*/ 2021675 w 7467600"/>
              <a:gd name="connsiteY390" fmla="*/ 6858000 h 6858000"/>
              <a:gd name="connsiteX391" fmla="*/ 2019308 w 7467600"/>
              <a:gd name="connsiteY391" fmla="*/ 6847118 h 6858000"/>
              <a:gd name="connsiteX392" fmla="*/ 1938835 w 7467600"/>
              <a:gd name="connsiteY392" fmla="*/ 6551160 h 6858000"/>
              <a:gd name="connsiteX393" fmla="*/ 1953230 w 7467600"/>
              <a:gd name="connsiteY393" fmla="*/ 6759699 h 6858000"/>
              <a:gd name="connsiteX394" fmla="*/ 1956763 w 7467600"/>
              <a:gd name="connsiteY394" fmla="*/ 6778191 h 6858000"/>
              <a:gd name="connsiteX395" fmla="*/ 1967925 w 7467600"/>
              <a:gd name="connsiteY395" fmla="*/ 6858000 h 6858000"/>
              <a:gd name="connsiteX396" fmla="*/ 1936622 w 7467600"/>
              <a:gd name="connsiteY396" fmla="*/ 6858000 h 6858000"/>
              <a:gd name="connsiteX397" fmla="*/ 1926261 w 7467600"/>
              <a:gd name="connsiteY397" fmla="*/ 6784064 h 6858000"/>
              <a:gd name="connsiteX398" fmla="*/ 1922724 w 7467600"/>
              <a:gd name="connsiteY398" fmla="*/ 6765577 h 6858000"/>
              <a:gd name="connsiteX399" fmla="*/ 1904650 w 7467600"/>
              <a:gd name="connsiteY399" fmla="*/ 6639616 h 6858000"/>
              <a:gd name="connsiteX400" fmla="*/ 1885273 w 7467600"/>
              <a:gd name="connsiteY400" fmla="*/ 6858000 h 6858000"/>
              <a:gd name="connsiteX401" fmla="*/ 1854363 w 7467600"/>
              <a:gd name="connsiteY401" fmla="*/ 6858000 h 6858000"/>
              <a:gd name="connsiteX402" fmla="*/ 1880391 w 7467600"/>
              <a:gd name="connsiteY402" fmla="*/ 6603796 h 6858000"/>
              <a:gd name="connsiteX403" fmla="*/ 1818273 w 7467600"/>
              <a:gd name="connsiteY403" fmla="*/ 6715729 h 6858000"/>
              <a:gd name="connsiteX404" fmla="*/ 1794691 w 7467600"/>
              <a:gd name="connsiteY404" fmla="*/ 6843239 h 6858000"/>
              <a:gd name="connsiteX405" fmla="*/ 1794914 w 7467600"/>
              <a:gd name="connsiteY405" fmla="*/ 6858000 h 6858000"/>
              <a:gd name="connsiteX406" fmla="*/ 1746128 w 7467600"/>
              <a:gd name="connsiteY406" fmla="*/ 6858000 h 6858000"/>
              <a:gd name="connsiteX407" fmla="*/ 1753934 w 7467600"/>
              <a:gd name="connsiteY407" fmla="*/ 6724796 h 6858000"/>
              <a:gd name="connsiteX408" fmla="*/ 1792053 w 7467600"/>
              <a:gd name="connsiteY408" fmla="*/ 6572396 h 6858000"/>
              <a:gd name="connsiteX409" fmla="*/ 1862248 w 7467600"/>
              <a:gd name="connsiteY409" fmla="*/ 6266397 h 6858000"/>
              <a:gd name="connsiteX410" fmla="*/ 1862250 w 7467600"/>
              <a:gd name="connsiteY410" fmla="*/ 6033531 h 6858000"/>
              <a:gd name="connsiteX411" fmla="*/ 1211999 w 7467600"/>
              <a:gd name="connsiteY411" fmla="*/ 6683610 h 6858000"/>
              <a:gd name="connsiteX412" fmla="*/ 1213266 w 7467600"/>
              <a:gd name="connsiteY412" fmla="*/ 6691947 h 6858000"/>
              <a:gd name="connsiteX413" fmla="*/ 1203370 w 7467600"/>
              <a:gd name="connsiteY413" fmla="*/ 6850676 h 6858000"/>
              <a:gd name="connsiteX414" fmla="*/ 1203671 w 7467600"/>
              <a:gd name="connsiteY414" fmla="*/ 6858000 h 6858000"/>
              <a:gd name="connsiteX415" fmla="*/ 1143180 w 7467600"/>
              <a:gd name="connsiteY415" fmla="*/ 6858000 h 6858000"/>
              <a:gd name="connsiteX416" fmla="*/ 1142176 w 7467600"/>
              <a:gd name="connsiteY416" fmla="*/ 6766045 h 6858000"/>
              <a:gd name="connsiteX417" fmla="*/ 1067484 w 7467600"/>
              <a:gd name="connsiteY417" fmla="*/ 6858000 h 6858000"/>
              <a:gd name="connsiteX418" fmla="*/ 953928 w 7467600"/>
              <a:gd name="connsiteY418" fmla="*/ 6858000 h 6858000"/>
              <a:gd name="connsiteX419" fmla="*/ 959715 w 7467600"/>
              <a:gd name="connsiteY419" fmla="*/ 6850185 h 6858000"/>
              <a:gd name="connsiteX420" fmla="*/ 1483788 w 7467600"/>
              <a:gd name="connsiteY420" fmla="*/ 6259174 h 6858000"/>
              <a:gd name="connsiteX421" fmla="*/ 1100671 w 7467600"/>
              <a:gd name="connsiteY421" fmla="*/ 6252137 h 6858000"/>
              <a:gd name="connsiteX422" fmla="*/ 1090144 w 7467600"/>
              <a:gd name="connsiteY422" fmla="*/ 6256748 h 6858000"/>
              <a:gd name="connsiteX423" fmla="*/ 1095872 w 7467600"/>
              <a:gd name="connsiteY423" fmla="*/ 6271892 h 6858000"/>
              <a:gd name="connsiteX424" fmla="*/ 262785 w 7467600"/>
              <a:gd name="connsiteY424" fmla="*/ 6845450 h 6858000"/>
              <a:gd name="connsiteX425" fmla="*/ 209968 w 7467600"/>
              <a:gd name="connsiteY425" fmla="*/ 6770713 h 6858000"/>
              <a:gd name="connsiteX426" fmla="*/ 873460 w 7467600"/>
              <a:gd name="connsiteY426" fmla="*/ 6253768 h 6858000"/>
              <a:gd name="connsiteX427" fmla="*/ 192686 w 7467600"/>
              <a:gd name="connsiteY427" fmla="*/ 5849257 h 6858000"/>
              <a:gd name="connsiteX428" fmla="*/ 4696 w 7467600"/>
              <a:gd name="connsiteY428" fmla="*/ 5697668 h 6858000"/>
              <a:gd name="connsiteX429" fmla="*/ 0 w 7467600"/>
              <a:gd name="connsiteY429" fmla="*/ 5689984 h 6858000"/>
              <a:gd name="connsiteX430" fmla="*/ 0 w 7467600"/>
              <a:gd name="connsiteY430" fmla="*/ 5513472 h 6858000"/>
              <a:gd name="connsiteX431" fmla="*/ 174101 w 7467600"/>
              <a:gd name="connsiteY431" fmla="*/ 5620277 h 6858000"/>
              <a:gd name="connsiteX432" fmla="*/ 891800 w 7467600"/>
              <a:gd name="connsiteY432" fmla="*/ 6036935 h 6858000"/>
              <a:gd name="connsiteX433" fmla="*/ 1072219 w 7467600"/>
              <a:gd name="connsiteY433" fmla="*/ 6169443 h 6858000"/>
              <a:gd name="connsiteX434" fmla="*/ 1074117 w 7467600"/>
              <a:gd name="connsiteY434" fmla="*/ 6170301 h 6858000"/>
              <a:gd name="connsiteX435" fmla="*/ 1083114 w 7467600"/>
              <a:gd name="connsiteY435" fmla="*/ 6174131 h 6858000"/>
              <a:gd name="connsiteX436" fmla="*/ 1543010 w 7467600"/>
              <a:gd name="connsiteY436" fmla="*/ 6191140 h 6858000"/>
              <a:gd name="connsiteX437" fmla="*/ 1551080 w 7467600"/>
              <a:gd name="connsiteY437" fmla="*/ 6195006 h 6858000"/>
              <a:gd name="connsiteX438" fmla="*/ 2345443 w 7467600"/>
              <a:gd name="connsiteY438" fmla="*/ 5549882 h 6858000"/>
              <a:gd name="connsiteX439" fmla="*/ 1721499 w 7467600"/>
              <a:gd name="connsiteY439" fmla="*/ 5599969 h 6858000"/>
              <a:gd name="connsiteX440" fmla="*/ 767716 w 7467600"/>
              <a:gd name="connsiteY440" fmla="*/ 5472768 h 6858000"/>
              <a:gd name="connsiteX441" fmla="*/ 722147 w 7467600"/>
              <a:gd name="connsiteY441" fmla="*/ 5393091 h 6858000"/>
              <a:gd name="connsiteX442" fmla="*/ 1485552 w 7467600"/>
              <a:gd name="connsiteY442" fmla="*/ 5313202 h 6858000"/>
              <a:gd name="connsiteX443" fmla="*/ 2143004 w 7467600"/>
              <a:gd name="connsiteY443" fmla="*/ 5402420 h 6858000"/>
              <a:gd name="connsiteX444" fmla="*/ 1933391 w 7467600"/>
              <a:gd name="connsiteY444" fmla="*/ 5156971 h 6858000"/>
              <a:gd name="connsiteX445" fmla="*/ 1827118 w 7467600"/>
              <a:gd name="connsiteY445" fmla="*/ 4968410 h 6858000"/>
              <a:gd name="connsiteX446" fmla="*/ 1837349 w 7467600"/>
              <a:gd name="connsiteY446" fmla="*/ 4956357 h 6858000"/>
              <a:gd name="connsiteX447" fmla="*/ 2162835 w 7467600"/>
              <a:gd name="connsiteY447" fmla="*/ 5187853 h 6858000"/>
              <a:gd name="connsiteX448" fmla="*/ 2257167 w 7467600"/>
              <a:gd name="connsiteY448" fmla="*/ 5462123 h 6858000"/>
              <a:gd name="connsiteX449" fmla="*/ 2261598 w 7467600"/>
              <a:gd name="connsiteY449" fmla="*/ 5467998 h 6858000"/>
              <a:gd name="connsiteX450" fmla="*/ 2437177 w 7467600"/>
              <a:gd name="connsiteY450" fmla="*/ 5479608 h 6858000"/>
              <a:gd name="connsiteX451" fmla="*/ 2445247 w 7467600"/>
              <a:gd name="connsiteY451" fmla="*/ 5483476 h 6858000"/>
              <a:gd name="connsiteX452" fmla="*/ 2743626 w 7467600"/>
              <a:gd name="connsiteY452" fmla="*/ 5304819 h 6858000"/>
              <a:gd name="connsiteX453" fmla="*/ 3048102 w 7467600"/>
              <a:gd name="connsiteY453" fmla="*/ 5150595 h 6858000"/>
              <a:gd name="connsiteX454" fmla="*/ 1799414 w 7467600"/>
              <a:gd name="connsiteY454" fmla="*/ 4694732 h 6858000"/>
              <a:gd name="connsiteX455" fmla="*/ 1771735 w 7467600"/>
              <a:gd name="connsiteY455" fmla="*/ 4619929 h 6858000"/>
              <a:gd name="connsiteX456" fmla="*/ 3104273 w 7467600"/>
              <a:gd name="connsiteY456" fmla="*/ 5076159 h 6858000"/>
              <a:gd name="connsiteX457" fmla="*/ 3113245 w 7467600"/>
              <a:gd name="connsiteY457" fmla="*/ 5090705 h 6858000"/>
              <a:gd name="connsiteX458" fmla="*/ 3126294 w 7467600"/>
              <a:gd name="connsiteY458" fmla="*/ 5114400 h 6858000"/>
              <a:gd name="connsiteX459" fmla="*/ 3937433 w 7467600"/>
              <a:gd name="connsiteY459" fmla="*/ 4830473 h 6858000"/>
              <a:gd name="connsiteX460" fmla="*/ 3590475 w 7467600"/>
              <a:gd name="connsiteY460" fmla="*/ 4597974 h 6858000"/>
              <a:gd name="connsiteX461" fmla="*/ 3100264 w 7467600"/>
              <a:gd name="connsiteY461" fmla="*/ 4579845 h 6858000"/>
              <a:gd name="connsiteX462" fmla="*/ 2183576 w 7467600"/>
              <a:gd name="connsiteY462" fmla="*/ 4227150 h 6858000"/>
              <a:gd name="connsiteX463" fmla="*/ 2151029 w 7467600"/>
              <a:gd name="connsiteY463" fmla="*/ 4146947 h 6858000"/>
              <a:gd name="connsiteX464" fmla="*/ 3563434 w 7467600"/>
              <a:gd name="connsiteY464" fmla="*/ 4469115 h 6858000"/>
              <a:gd name="connsiteX465" fmla="*/ 3177952 w 7467600"/>
              <a:gd name="connsiteY465" fmla="*/ 3657386 h 6858000"/>
              <a:gd name="connsiteX466" fmla="*/ 3189263 w 7467600"/>
              <a:gd name="connsiteY466" fmla="*/ 3625726 h 6858000"/>
              <a:gd name="connsiteX467" fmla="*/ 3560912 w 7467600"/>
              <a:gd name="connsiteY467" fmla="*/ 4079863 h 6858000"/>
              <a:gd name="connsiteX468" fmla="*/ 3626636 w 7467600"/>
              <a:gd name="connsiteY468" fmla="*/ 4512230 h 6858000"/>
              <a:gd name="connsiteX469" fmla="*/ 3653088 w 7467600"/>
              <a:gd name="connsiteY469" fmla="*/ 4521417 h 6858000"/>
              <a:gd name="connsiteX470" fmla="*/ 3988128 w 7467600"/>
              <a:gd name="connsiteY470" fmla="*/ 4817267 h 6858000"/>
              <a:gd name="connsiteX471" fmla="*/ 4830582 w 7467600"/>
              <a:gd name="connsiteY471" fmla="*/ 4676000 h 6858000"/>
              <a:gd name="connsiteX472" fmla="*/ 4830100 w 7467600"/>
              <a:gd name="connsiteY472" fmla="*/ 4675554 h 6858000"/>
              <a:gd name="connsiteX473" fmla="*/ 4036318 w 7467600"/>
              <a:gd name="connsiteY473" fmla="*/ 4147013 h 6858000"/>
              <a:gd name="connsiteX474" fmla="*/ 3432098 w 7467600"/>
              <a:gd name="connsiteY474" fmla="*/ 3537312 h 6858000"/>
              <a:gd name="connsiteX475" fmla="*/ 3446761 w 7467600"/>
              <a:gd name="connsiteY475" fmla="*/ 3461278 h 6858000"/>
              <a:gd name="connsiteX476" fmla="*/ 4419733 w 7467600"/>
              <a:gd name="connsiteY476" fmla="*/ 3963555 h 6858000"/>
              <a:gd name="connsiteX477" fmla="*/ 4781371 w 7467600"/>
              <a:gd name="connsiteY477" fmla="*/ 4458604 h 6858000"/>
              <a:gd name="connsiteX478" fmla="*/ 4780440 w 7467600"/>
              <a:gd name="connsiteY478" fmla="*/ 4470290 h 6858000"/>
              <a:gd name="connsiteX479" fmla="*/ 4898954 w 7467600"/>
              <a:gd name="connsiteY479" fmla="*/ 4662092 h 6858000"/>
              <a:gd name="connsiteX480" fmla="*/ 4900699 w 7467600"/>
              <a:gd name="connsiteY480" fmla="*/ 4670867 h 6858000"/>
              <a:gd name="connsiteX481" fmla="*/ 5714511 w 7467600"/>
              <a:gd name="connsiteY481" fmla="*/ 4663483 h 6858000"/>
              <a:gd name="connsiteX482" fmla="*/ 5464793 w 7467600"/>
              <a:gd name="connsiteY482" fmla="*/ 4393556 h 6858000"/>
              <a:gd name="connsiteX483" fmla="*/ 5461897 w 7467600"/>
              <a:gd name="connsiteY483" fmla="*/ 4390879 h 6858000"/>
              <a:gd name="connsiteX484" fmla="*/ 4294126 w 7467600"/>
              <a:gd name="connsiteY484" fmla="*/ 3303048 h 6858000"/>
              <a:gd name="connsiteX485" fmla="*/ 4305321 w 7467600"/>
              <a:gd name="connsiteY485" fmla="*/ 3256953 h 6858000"/>
              <a:gd name="connsiteX486" fmla="*/ 4949299 w 7467600"/>
              <a:gd name="connsiteY486" fmla="*/ 3766336 h 6858000"/>
              <a:gd name="connsiteX487" fmla="*/ 5291452 w 7467600"/>
              <a:gd name="connsiteY487" fmla="*/ 4076801 h 6858000"/>
              <a:gd name="connsiteX488" fmla="*/ 5434998 w 7467600"/>
              <a:gd name="connsiteY488" fmla="*/ 4254100 h 6858000"/>
              <a:gd name="connsiteX489" fmla="*/ 5351015 w 7467600"/>
              <a:gd name="connsiteY489" fmla="*/ 3760989 h 6858000"/>
              <a:gd name="connsiteX490" fmla="*/ 5413780 w 7467600"/>
              <a:gd name="connsiteY490" fmla="*/ 2966265 h 6858000"/>
              <a:gd name="connsiteX491" fmla="*/ 5425627 w 7467600"/>
              <a:gd name="connsiteY491" fmla="*/ 2954192 h 6858000"/>
              <a:gd name="connsiteX492" fmla="*/ 6604735 w 7467600"/>
              <a:gd name="connsiteY492" fmla="*/ 2041381 h 6858000"/>
              <a:gd name="connsiteX493" fmla="*/ 7204487 w 7467600"/>
              <a:gd name="connsiteY493" fmla="*/ 2742112 h 6858000"/>
              <a:gd name="connsiteX494" fmla="*/ 7131592 w 7467600"/>
              <a:gd name="connsiteY494" fmla="*/ 2672096 h 6858000"/>
              <a:gd name="connsiteX495" fmla="*/ 6996344 w 7467600"/>
              <a:gd name="connsiteY495" fmla="*/ 2518310 h 6858000"/>
              <a:gd name="connsiteX496" fmla="*/ 6735495 w 7467600"/>
              <a:gd name="connsiteY496" fmla="*/ 2196890 h 6858000"/>
              <a:gd name="connsiteX497" fmla="*/ 6721901 w 7467600"/>
              <a:gd name="connsiteY497" fmla="*/ 2179274 h 6858000"/>
              <a:gd name="connsiteX498" fmla="*/ 6604735 w 7467600"/>
              <a:gd name="connsiteY498" fmla="*/ 2041381 h 6858000"/>
              <a:gd name="connsiteX499" fmla="*/ 6591670 w 7467600"/>
              <a:gd name="connsiteY499" fmla="*/ 1988277 h 6858000"/>
              <a:gd name="connsiteX500" fmla="*/ 6747349 w 7467600"/>
              <a:gd name="connsiteY500" fmla="*/ 2160069 h 6858000"/>
              <a:gd name="connsiteX501" fmla="*/ 6760943 w 7467600"/>
              <a:gd name="connsiteY501" fmla="*/ 2177686 h 6858000"/>
              <a:gd name="connsiteX502" fmla="*/ 7021065 w 7467600"/>
              <a:gd name="connsiteY502" fmla="*/ 2498102 h 6858000"/>
              <a:gd name="connsiteX503" fmla="*/ 7155223 w 7467600"/>
              <a:gd name="connsiteY503" fmla="*/ 2650386 h 6858000"/>
              <a:gd name="connsiteX504" fmla="*/ 7203167 w 7467600"/>
              <a:gd name="connsiteY504" fmla="*/ 2697288 h 6858000"/>
              <a:gd name="connsiteX505" fmla="*/ 6937703 w 7467600"/>
              <a:gd name="connsiteY505" fmla="*/ 2321981 h 6858000"/>
              <a:gd name="connsiteX506" fmla="*/ 6591670 w 7467600"/>
              <a:gd name="connsiteY506" fmla="*/ 1988277 h 6858000"/>
              <a:gd name="connsiteX507" fmla="*/ 5798671 w 7467600"/>
              <a:gd name="connsiteY507" fmla="*/ 1981601 h 6858000"/>
              <a:gd name="connsiteX508" fmla="*/ 5754709 w 7467600"/>
              <a:gd name="connsiteY508" fmla="*/ 2071454 h 6858000"/>
              <a:gd name="connsiteX509" fmla="*/ 5763044 w 7467600"/>
              <a:gd name="connsiteY509" fmla="*/ 2842206 h 6858000"/>
              <a:gd name="connsiteX510" fmla="*/ 5764974 w 7467600"/>
              <a:gd name="connsiteY510" fmla="*/ 2799609 h 6858000"/>
              <a:gd name="connsiteX511" fmla="*/ 5767665 w 7467600"/>
              <a:gd name="connsiteY511" fmla="*/ 2666409 h 6858000"/>
              <a:gd name="connsiteX512" fmla="*/ 5763055 w 7467600"/>
              <a:gd name="connsiteY512" fmla="*/ 2579705 h 6858000"/>
              <a:gd name="connsiteX513" fmla="*/ 5758079 w 7467600"/>
              <a:gd name="connsiteY513" fmla="*/ 2492508 h 6858000"/>
              <a:gd name="connsiteX514" fmla="*/ 5779325 w 7467600"/>
              <a:gd name="connsiteY514" fmla="*/ 2197069 h 6858000"/>
              <a:gd name="connsiteX515" fmla="*/ 5798671 w 7467600"/>
              <a:gd name="connsiteY515" fmla="*/ 1981601 h 6858000"/>
              <a:gd name="connsiteX516" fmla="*/ 5829202 w 7467600"/>
              <a:gd name="connsiteY516" fmla="*/ 1971679 h 6858000"/>
              <a:gd name="connsiteX517" fmla="*/ 5809558 w 7467600"/>
              <a:gd name="connsiteY517" fmla="*/ 2198043 h 6858000"/>
              <a:gd name="connsiteX518" fmla="*/ 5788653 w 7467600"/>
              <a:gd name="connsiteY518" fmla="*/ 2489430 h 6858000"/>
              <a:gd name="connsiteX519" fmla="*/ 5793439 w 7467600"/>
              <a:gd name="connsiteY519" fmla="*/ 2575235 h 6858000"/>
              <a:gd name="connsiteX520" fmla="*/ 5796837 w 7467600"/>
              <a:gd name="connsiteY520" fmla="*/ 2637633 h 6858000"/>
              <a:gd name="connsiteX521" fmla="*/ 5818614 w 7467600"/>
              <a:gd name="connsiteY521" fmla="*/ 2473055 h 6858000"/>
              <a:gd name="connsiteX522" fmla="*/ 5829202 w 7467600"/>
              <a:gd name="connsiteY522" fmla="*/ 1971679 h 6858000"/>
              <a:gd name="connsiteX523" fmla="*/ 5911389 w 7467600"/>
              <a:gd name="connsiteY523" fmla="*/ 1898371 h 6858000"/>
              <a:gd name="connsiteX524" fmla="*/ 6237627 w 7467600"/>
              <a:gd name="connsiteY524" fmla="*/ 2231921 h 6858000"/>
              <a:gd name="connsiteX525" fmla="*/ 5911389 w 7467600"/>
              <a:gd name="connsiteY525" fmla="*/ 1898371 h 6858000"/>
              <a:gd name="connsiteX526" fmla="*/ 6944437 w 7467600"/>
              <a:gd name="connsiteY526" fmla="*/ 1575402 h 6858000"/>
              <a:gd name="connsiteX527" fmla="*/ 6304730 w 7467600"/>
              <a:gd name="connsiteY527" fmla="*/ 1766654 h 6858000"/>
              <a:gd name="connsiteX528" fmla="*/ 6944437 w 7467600"/>
              <a:gd name="connsiteY528" fmla="*/ 1575402 h 6858000"/>
              <a:gd name="connsiteX529" fmla="*/ 7019523 w 7467600"/>
              <a:gd name="connsiteY529" fmla="*/ 1519450 h 6858000"/>
              <a:gd name="connsiteX530" fmla="*/ 6298091 w 7467600"/>
              <a:gd name="connsiteY530" fmla="*/ 1737122 h 6858000"/>
              <a:gd name="connsiteX531" fmla="*/ 7019523 w 7467600"/>
              <a:gd name="connsiteY531" fmla="*/ 1519450 h 6858000"/>
              <a:gd name="connsiteX532" fmla="*/ 2399523 w 7467600"/>
              <a:gd name="connsiteY532" fmla="*/ 1428234 h 6858000"/>
              <a:gd name="connsiteX533" fmla="*/ 2224982 w 7467600"/>
              <a:gd name="connsiteY533" fmla="*/ 1826201 h 6858000"/>
              <a:gd name="connsiteX534" fmla="*/ 2096099 w 7467600"/>
              <a:gd name="connsiteY534" fmla="*/ 2345900 h 6858000"/>
              <a:gd name="connsiteX535" fmla="*/ 2283317 w 7467600"/>
              <a:gd name="connsiteY535" fmla="*/ 1796925 h 6858000"/>
              <a:gd name="connsiteX536" fmla="*/ 2399523 w 7467600"/>
              <a:gd name="connsiteY536" fmla="*/ 1428234 h 6858000"/>
              <a:gd name="connsiteX537" fmla="*/ 2448558 w 7467600"/>
              <a:gd name="connsiteY537" fmla="*/ 1373435 h 6858000"/>
              <a:gd name="connsiteX538" fmla="*/ 2312521 w 7467600"/>
              <a:gd name="connsiteY538" fmla="*/ 1806140 h 6858000"/>
              <a:gd name="connsiteX539" fmla="*/ 2127533 w 7467600"/>
              <a:gd name="connsiteY539" fmla="*/ 2348380 h 6858000"/>
              <a:gd name="connsiteX540" fmla="*/ 2358080 w 7467600"/>
              <a:gd name="connsiteY540" fmla="*/ 1866134 h 6858000"/>
              <a:gd name="connsiteX541" fmla="*/ 2407436 w 7467600"/>
              <a:gd name="connsiteY541" fmla="*/ 1651070 h 6858000"/>
              <a:gd name="connsiteX542" fmla="*/ 2448558 w 7467600"/>
              <a:gd name="connsiteY542" fmla="*/ 1373435 h 6858000"/>
              <a:gd name="connsiteX543" fmla="*/ 278707 w 7467600"/>
              <a:gd name="connsiteY543" fmla="*/ 1352270 h 6858000"/>
              <a:gd name="connsiteX544" fmla="*/ 321570 w 7467600"/>
              <a:gd name="connsiteY544" fmla="*/ 1861610 h 6858000"/>
              <a:gd name="connsiteX545" fmla="*/ 294281 w 7467600"/>
              <a:gd name="connsiteY545" fmla="*/ 1440658 h 6858000"/>
              <a:gd name="connsiteX546" fmla="*/ 278707 w 7467600"/>
              <a:gd name="connsiteY546" fmla="*/ 1352270 h 6858000"/>
              <a:gd name="connsiteX547" fmla="*/ 1423821 w 7467600"/>
              <a:gd name="connsiteY547" fmla="*/ 1351958 h 6858000"/>
              <a:gd name="connsiteX548" fmla="*/ 1638521 w 7467600"/>
              <a:gd name="connsiteY548" fmla="*/ 1908470 h 6858000"/>
              <a:gd name="connsiteX549" fmla="*/ 1754199 w 7467600"/>
              <a:gd name="connsiteY549" fmla="*/ 2149284 h 6858000"/>
              <a:gd name="connsiteX550" fmla="*/ 1908359 w 7467600"/>
              <a:gd name="connsiteY550" fmla="*/ 2364988 h 6858000"/>
              <a:gd name="connsiteX551" fmla="*/ 1647661 w 7467600"/>
              <a:gd name="connsiteY551" fmla="*/ 1825945 h 6858000"/>
              <a:gd name="connsiteX552" fmla="*/ 1423821 w 7467600"/>
              <a:gd name="connsiteY552" fmla="*/ 1351958 h 6858000"/>
              <a:gd name="connsiteX553" fmla="*/ 1431890 w 7467600"/>
              <a:gd name="connsiteY553" fmla="*/ 1306475 h 6858000"/>
              <a:gd name="connsiteX554" fmla="*/ 1507597 w 7467600"/>
              <a:gd name="connsiteY554" fmla="*/ 1446132 h 6858000"/>
              <a:gd name="connsiteX555" fmla="*/ 1674586 w 7467600"/>
              <a:gd name="connsiteY555" fmla="*/ 1813832 h 6858000"/>
              <a:gd name="connsiteX556" fmla="*/ 1815950 w 7467600"/>
              <a:gd name="connsiteY556" fmla="*/ 2128564 h 6858000"/>
              <a:gd name="connsiteX557" fmla="*/ 1984242 w 7467600"/>
              <a:gd name="connsiteY557" fmla="*/ 2430829 h 6858000"/>
              <a:gd name="connsiteX558" fmla="*/ 2014023 w 7467600"/>
              <a:gd name="connsiteY558" fmla="*/ 2450995 h 6858000"/>
              <a:gd name="connsiteX559" fmla="*/ 1747337 w 7467600"/>
              <a:gd name="connsiteY559" fmla="*/ 1855264 h 6858000"/>
              <a:gd name="connsiteX560" fmla="*/ 1533749 w 7467600"/>
              <a:gd name="connsiteY560" fmla="*/ 1478656 h 6858000"/>
              <a:gd name="connsiteX561" fmla="*/ 1431890 w 7467600"/>
              <a:gd name="connsiteY561" fmla="*/ 1306475 h 6858000"/>
              <a:gd name="connsiteX562" fmla="*/ 5052692 w 7467600"/>
              <a:gd name="connsiteY562" fmla="*/ 1292994 h 6858000"/>
              <a:gd name="connsiteX563" fmla="*/ 5200661 w 7467600"/>
              <a:gd name="connsiteY563" fmla="*/ 1635186 h 6858000"/>
              <a:gd name="connsiteX564" fmla="*/ 5297138 w 7467600"/>
              <a:gd name="connsiteY564" fmla="*/ 1906351 h 6858000"/>
              <a:gd name="connsiteX565" fmla="*/ 5052692 w 7467600"/>
              <a:gd name="connsiteY565" fmla="*/ 1292994 h 6858000"/>
              <a:gd name="connsiteX566" fmla="*/ 5009948 w 7467600"/>
              <a:gd name="connsiteY566" fmla="*/ 1273619 h 6858000"/>
              <a:gd name="connsiteX567" fmla="*/ 5121777 w 7467600"/>
              <a:gd name="connsiteY567" fmla="*/ 1654213 h 6858000"/>
              <a:gd name="connsiteX568" fmla="*/ 5293545 w 7467600"/>
              <a:gd name="connsiteY568" fmla="*/ 2072247 h 6858000"/>
              <a:gd name="connsiteX569" fmla="*/ 5294042 w 7467600"/>
              <a:gd name="connsiteY569" fmla="*/ 2065019 h 6858000"/>
              <a:gd name="connsiteX570" fmla="*/ 5171936 w 7467600"/>
              <a:gd name="connsiteY570" fmla="*/ 1647613 h 6858000"/>
              <a:gd name="connsiteX571" fmla="*/ 5009948 w 7467600"/>
              <a:gd name="connsiteY571" fmla="*/ 1273619 h 6858000"/>
              <a:gd name="connsiteX572" fmla="*/ 655236 w 7467600"/>
              <a:gd name="connsiteY572" fmla="*/ 1268632 h 6858000"/>
              <a:gd name="connsiteX573" fmla="*/ 839521 w 7467600"/>
              <a:gd name="connsiteY573" fmla="*/ 1685315 h 6858000"/>
              <a:gd name="connsiteX574" fmla="*/ 1109416 w 7467600"/>
              <a:gd name="connsiteY574" fmla="*/ 2061663 h 6858000"/>
              <a:gd name="connsiteX575" fmla="*/ 1298300 w 7467600"/>
              <a:gd name="connsiteY575" fmla="*/ 2247742 h 6858000"/>
              <a:gd name="connsiteX576" fmla="*/ 1125871 w 7467600"/>
              <a:gd name="connsiteY576" fmla="*/ 1989513 h 6858000"/>
              <a:gd name="connsiteX577" fmla="*/ 981574 w 7467600"/>
              <a:gd name="connsiteY577" fmla="*/ 1783157 h 6858000"/>
              <a:gd name="connsiteX578" fmla="*/ 922198 w 7467600"/>
              <a:gd name="connsiteY578" fmla="*/ 1677437 h 6858000"/>
              <a:gd name="connsiteX579" fmla="*/ 869293 w 7467600"/>
              <a:gd name="connsiteY579" fmla="*/ 1583214 h 6858000"/>
              <a:gd name="connsiteX580" fmla="*/ 751431 w 7467600"/>
              <a:gd name="connsiteY580" fmla="*/ 1405731 h 6858000"/>
              <a:gd name="connsiteX581" fmla="*/ 655236 w 7467600"/>
              <a:gd name="connsiteY581" fmla="*/ 1268632 h 6858000"/>
              <a:gd name="connsiteX582" fmla="*/ 6516292 w 7467600"/>
              <a:gd name="connsiteY582" fmla="*/ 1263064 h 6858000"/>
              <a:gd name="connsiteX583" fmla="*/ 5736320 w 7467600"/>
              <a:gd name="connsiteY583" fmla="*/ 1501803 h 6858000"/>
              <a:gd name="connsiteX584" fmla="*/ 6516292 w 7467600"/>
              <a:gd name="connsiteY584" fmla="*/ 1263064 h 6858000"/>
              <a:gd name="connsiteX585" fmla="*/ 291466 w 7467600"/>
              <a:gd name="connsiteY585" fmla="*/ 1250369 h 6858000"/>
              <a:gd name="connsiteX586" fmla="*/ 323180 w 7467600"/>
              <a:gd name="connsiteY586" fmla="*/ 1435283 h 6858000"/>
              <a:gd name="connsiteX587" fmla="*/ 349381 w 7467600"/>
              <a:gd name="connsiteY587" fmla="*/ 1875041 h 6858000"/>
              <a:gd name="connsiteX588" fmla="*/ 374363 w 7467600"/>
              <a:gd name="connsiteY588" fmla="*/ 1506494 h 6858000"/>
              <a:gd name="connsiteX589" fmla="*/ 302168 w 7467600"/>
              <a:gd name="connsiteY589" fmla="*/ 1274495 h 6858000"/>
              <a:gd name="connsiteX590" fmla="*/ 291466 w 7467600"/>
              <a:gd name="connsiteY590" fmla="*/ 1250369 h 6858000"/>
              <a:gd name="connsiteX591" fmla="*/ 678222 w 7467600"/>
              <a:gd name="connsiteY591" fmla="*/ 1248670 h 6858000"/>
              <a:gd name="connsiteX592" fmla="*/ 775536 w 7467600"/>
              <a:gd name="connsiteY592" fmla="*/ 1388015 h 6858000"/>
              <a:gd name="connsiteX593" fmla="*/ 894529 w 7467600"/>
              <a:gd name="connsiteY593" fmla="*/ 1567739 h 6858000"/>
              <a:gd name="connsiteX594" fmla="*/ 948000 w 7467600"/>
              <a:gd name="connsiteY594" fmla="*/ 1663088 h 6858000"/>
              <a:gd name="connsiteX595" fmla="*/ 1006812 w 7467600"/>
              <a:gd name="connsiteY595" fmla="*/ 1767683 h 6858000"/>
              <a:gd name="connsiteX596" fmla="*/ 1149133 w 7467600"/>
              <a:gd name="connsiteY596" fmla="*/ 1971513 h 6858000"/>
              <a:gd name="connsiteX597" fmla="*/ 1333952 w 7467600"/>
              <a:gd name="connsiteY597" fmla="*/ 2251620 h 6858000"/>
              <a:gd name="connsiteX598" fmla="*/ 1337329 w 7467600"/>
              <a:gd name="connsiteY598" fmla="*/ 2258350 h 6858000"/>
              <a:gd name="connsiteX599" fmla="*/ 1014726 w 7467600"/>
              <a:gd name="connsiteY599" fmla="*/ 1615556 h 6858000"/>
              <a:gd name="connsiteX600" fmla="*/ 678222 w 7467600"/>
              <a:gd name="connsiteY600" fmla="*/ 1248670 h 6858000"/>
              <a:gd name="connsiteX601" fmla="*/ 6691602 w 7467600"/>
              <a:gd name="connsiteY601" fmla="*/ 1140573 h 6858000"/>
              <a:gd name="connsiteX602" fmla="*/ 6571100 w 7467600"/>
              <a:gd name="connsiteY602" fmla="*/ 1183662 h 6858000"/>
              <a:gd name="connsiteX603" fmla="*/ 6241687 w 7467600"/>
              <a:gd name="connsiteY603" fmla="*/ 1257600 h 6858000"/>
              <a:gd name="connsiteX604" fmla="*/ 5693009 w 7467600"/>
              <a:gd name="connsiteY604" fmla="*/ 1478256 h 6858000"/>
              <a:gd name="connsiteX605" fmla="*/ 6548420 w 7467600"/>
              <a:gd name="connsiteY605" fmla="*/ 1214599 h 6858000"/>
              <a:gd name="connsiteX606" fmla="*/ 6605473 w 7467600"/>
              <a:gd name="connsiteY606" fmla="*/ 1184686 h 6858000"/>
              <a:gd name="connsiteX607" fmla="*/ 6691602 w 7467600"/>
              <a:gd name="connsiteY607" fmla="*/ 1140573 h 6858000"/>
              <a:gd name="connsiteX608" fmla="*/ 4002475 w 7467600"/>
              <a:gd name="connsiteY608" fmla="*/ 1037802 h 6858000"/>
              <a:gd name="connsiteX609" fmla="*/ 4000324 w 7467600"/>
              <a:gd name="connsiteY609" fmla="*/ 1039362 h 6858000"/>
              <a:gd name="connsiteX610" fmla="*/ 4002862 w 7467600"/>
              <a:gd name="connsiteY610" fmla="*/ 1042866 h 6858000"/>
              <a:gd name="connsiteX611" fmla="*/ 4002475 w 7467600"/>
              <a:gd name="connsiteY611" fmla="*/ 1037802 h 6858000"/>
              <a:gd name="connsiteX612" fmla="*/ 506322 w 7467600"/>
              <a:gd name="connsiteY612" fmla="*/ 1020997 h 6858000"/>
              <a:gd name="connsiteX613" fmla="*/ 533068 w 7467600"/>
              <a:gd name="connsiteY613" fmla="*/ 1029409 h 6858000"/>
              <a:gd name="connsiteX614" fmla="*/ 1232525 w 7467600"/>
              <a:gd name="connsiteY614" fmla="*/ 1804675 h 6858000"/>
              <a:gd name="connsiteX615" fmla="*/ 1388858 w 7467600"/>
              <a:gd name="connsiteY615" fmla="*/ 2368011 h 6858000"/>
              <a:gd name="connsiteX616" fmla="*/ 1384098 w 7467600"/>
              <a:gd name="connsiteY616" fmla="*/ 2378125 h 6858000"/>
              <a:gd name="connsiteX617" fmla="*/ 1425393 w 7467600"/>
              <a:gd name="connsiteY617" fmla="*/ 2589124 h 6858000"/>
              <a:gd name="connsiteX618" fmla="*/ 1424001 w 7467600"/>
              <a:gd name="connsiteY618" fmla="*/ 2597541 h 6858000"/>
              <a:gd name="connsiteX619" fmla="*/ 2152729 w 7467600"/>
              <a:gd name="connsiteY619" fmla="*/ 2864487 h 6858000"/>
              <a:gd name="connsiteX620" fmla="*/ 2020609 w 7467600"/>
              <a:gd name="connsiteY620" fmla="*/ 2539671 h 6858000"/>
              <a:gd name="connsiteX621" fmla="*/ 2018920 w 7467600"/>
              <a:gd name="connsiteY621" fmla="*/ 2536309 h 6858000"/>
              <a:gd name="connsiteX622" fmla="*/ 1342441 w 7467600"/>
              <a:gd name="connsiteY622" fmla="*/ 1173017 h 6858000"/>
              <a:gd name="connsiteX623" fmla="*/ 1367925 w 7467600"/>
              <a:gd name="connsiteY623" fmla="*/ 1135648 h 6858000"/>
              <a:gd name="connsiteX624" fmla="*/ 1771401 w 7467600"/>
              <a:gd name="connsiteY624" fmla="*/ 1806673 h 6858000"/>
              <a:gd name="connsiteX625" fmla="*/ 1972385 w 7467600"/>
              <a:gd name="connsiteY625" fmla="*/ 2198735 h 6858000"/>
              <a:gd name="connsiteX626" fmla="*/ 2040892 w 7467600"/>
              <a:gd name="connsiteY626" fmla="*/ 2405205 h 6858000"/>
              <a:gd name="connsiteX627" fmla="*/ 2131689 w 7467600"/>
              <a:gd name="connsiteY627" fmla="*/ 1936926 h 6858000"/>
              <a:gd name="connsiteX628" fmla="*/ 2454820 w 7467600"/>
              <a:gd name="connsiteY628" fmla="*/ 1248808 h 6858000"/>
              <a:gd name="connsiteX629" fmla="*/ 2492512 w 7467600"/>
              <a:gd name="connsiteY629" fmla="*/ 1302920 h 6858000"/>
              <a:gd name="connsiteX630" fmla="*/ 2081216 w 7467600"/>
              <a:gd name="connsiteY630" fmla="*/ 2527513 h 6858000"/>
              <a:gd name="connsiteX631" fmla="*/ 2081211 w 7467600"/>
              <a:gd name="connsiteY631" fmla="*/ 2528916 h 6858000"/>
              <a:gd name="connsiteX632" fmla="*/ 2199067 w 7467600"/>
              <a:gd name="connsiteY632" fmla="*/ 2884061 h 6858000"/>
              <a:gd name="connsiteX633" fmla="*/ 3192586 w 7467600"/>
              <a:gd name="connsiteY633" fmla="*/ 3411496 h 6858000"/>
              <a:gd name="connsiteX634" fmla="*/ 3182620 w 7467600"/>
              <a:gd name="connsiteY634" fmla="*/ 3483279 h 6858000"/>
              <a:gd name="connsiteX635" fmla="*/ 2435119 w 7467600"/>
              <a:gd name="connsiteY635" fmla="*/ 3080173 h 6858000"/>
              <a:gd name="connsiteX636" fmla="*/ 2410152 w 7467600"/>
              <a:gd name="connsiteY636" fmla="*/ 3063751 h 6858000"/>
              <a:gd name="connsiteX637" fmla="*/ 2408099 w 7467600"/>
              <a:gd name="connsiteY637" fmla="*/ 3064403 h 6858000"/>
              <a:gd name="connsiteX638" fmla="*/ 2407218 w 7467600"/>
              <a:gd name="connsiteY638" fmla="*/ 3070324 h 6858000"/>
              <a:gd name="connsiteX639" fmla="*/ 2380138 w 7467600"/>
              <a:gd name="connsiteY639" fmla="*/ 3099341 h 6858000"/>
              <a:gd name="connsiteX640" fmla="*/ 1765923 w 7467600"/>
              <a:gd name="connsiteY640" fmla="*/ 3581043 h 6858000"/>
              <a:gd name="connsiteX641" fmla="*/ 1702258 w 7467600"/>
              <a:gd name="connsiteY641" fmla="*/ 3612286 h 6858000"/>
              <a:gd name="connsiteX642" fmla="*/ 1538370 w 7467600"/>
              <a:gd name="connsiteY642" fmla="*/ 3811804 h 6858000"/>
              <a:gd name="connsiteX643" fmla="*/ 542867 w 7467600"/>
              <a:gd name="connsiteY643" fmla="*/ 4944092 h 6858000"/>
              <a:gd name="connsiteX644" fmla="*/ 515800 w 7467600"/>
              <a:gd name="connsiteY644" fmla="*/ 4862180 h 6858000"/>
              <a:gd name="connsiteX645" fmla="*/ 909145 w 7467600"/>
              <a:gd name="connsiteY645" fmla="*/ 4199225 h 6858000"/>
              <a:gd name="connsiteX646" fmla="*/ 1214067 w 7467600"/>
              <a:gd name="connsiteY646" fmla="*/ 3908561 h 6858000"/>
              <a:gd name="connsiteX647" fmla="*/ 640967 w 7467600"/>
              <a:gd name="connsiteY647" fmla="*/ 4105601 h 6858000"/>
              <a:gd name="connsiteX648" fmla="*/ 112563 w 7467600"/>
              <a:gd name="connsiteY648" fmla="*/ 4396952 h 6858000"/>
              <a:gd name="connsiteX649" fmla="*/ 0 w 7467600"/>
              <a:gd name="connsiteY649" fmla="*/ 4466006 h 6858000"/>
              <a:gd name="connsiteX650" fmla="*/ 0 w 7467600"/>
              <a:gd name="connsiteY650" fmla="*/ 4233763 h 6858000"/>
              <a:gd name="connsiteX651" fmla="*/ 36881 w 7467600"/>
              <a:gd name="connsiteY651" fmla="*/ 4200118 h 6858000"/>
              <a:gd name="connsiteX652" fmla="*/ 910534 w 7467600"/>
              <a:gd name="connsiteY652" fmla="*/ 3629753 h 6858000"/>
              <a:gd name="connsiteX653" fmla="*/ 1578717 w 7467600"/>
              <a:gd name="connsiteY653" fmla="*/ 3575982 h 6858000"/>
              <a:gd name="connsiteX654" fmla="*/ 2338780 w 7467600"/>
              <a:gd name="connsiteY654" fmla="*/ 3033725 h 6858000"/>
              <a:gd name="connsiteX655" fmla="*/ 1807991 w 7467600"/>
              <a:gd name="connsiteY655" fmla="*/ 2807184 h 6858000"/>
              <a:gd name="connsiteX656" fmla="*/ 1416358 w 7467600"/>
              <a:gd name="connsiteY656" fmla="*/ 3112571 h 6858000"/>
              <a:gd name="connsiteX657" fmla="*/ 939066 w 7467600"/>
              <a:gd name="connsiteY657" fmla="*/ 3378798 h 6858000"/>
              <a:gd name="connsiteX658" fmla="*/ 115099 w 7467600"/>
              <a:gd name="connsiteY658" fmla="*/ 3607650 h 6858000"/>
              <a:gd name="connsiteX659" fmla="*/ 97284 w 7467600"/>
              <a:gd name="connsiteY659" fmla="*/ 3520393 h 6858000"/>
              <a:gd name="connsiteX660" fmla="*/ 922050 w 7467600"/>
              <a:gd name="connsiteY660" fmla="*/ 3074867 h 6858000"/>
              <a:gd name="connsiteX661" fmla="*/ 1405265 w 7467600"/>
              <a:gd name="connsiteY661" fmla="*/ 3016319 h 6858000"/>
              <a:gd name="connsiteX662" fmla="*/ 1407512 w 7467600"/>
              <a:gd name="connsiteY662" fmla="*/ 3018001 h 6858000"/>
              <a:gd name="connsiteX663" fmla="*/ 1726266 w 7467600"/>
              <a:gd name="connsiteY663" fmla="*/ 2777274 h 6858000"/>
              <a:gd name="connsiteX664" fmla="*/ 625390 w 7467600"/>
              <a:gd name="connsiteY664" fmla="*/ 2514541 h 6858000"/>
              <a:gd name="connsiteX665" fmla="*/ 619799 w 7467600"/>
              <a:gd name="connsiteY665" fmla="*/ 2527180 h 6858000"/>
              <a:gd name="connsiteX666" fmla="*/ 310030 w 7467600"/>
              <a:gd name="connsiteY666" fmla="*/ 2771818 h 6858000"/>
              <a:gd name="connsiteX667" fmla="*/ 173877 w 7467600"/>
              <a:gd name="connsiteY667" fmla="*/ 2937056 h 6858000"/>
              <a:gd name="connsiteX668" fmla="*/ 77889 w 7467600"/>
              <a:gd name="connsiteY668" fmla="*/ 3138440 h 6858000"/>
              <a:gd name="connsiteX669" fmla="*/ 0 w 7467600"/>
              <a:gd name="connsiteY669" fmla="*/ 3271395 h 6858000"/>
              <a:gd name="connsiteX670" fmla="*/ 0 w 7467600"/>
              <a:gd name="connsiteY670" fmla="*/ 3153002 h 6858000"/>
              <a:gd name="connsiteX671" fmla="*/ 2386 w 7467600"/>
              <a:gd name="connsiteY671" fmla="*/ 3149203 h 6858000"/>
              <a:gd name="connsiteX672" fmla="*/ 89753 w 7467600"/>
              <a:gd name="connsiteY672" fmla="*/ 2987702 h 6858000"/>
              <a:gd name="connsiteX673" fmla="*/ 76869 w 7467600"/>
              <a:gd name="connsiteY673" fmla="*/ 3005404 h 6858000"/>
              <a:gd name="connsiteX674" fmla="*/ 32049 w 7467600"/>
              <a:gd name="connsiteY674" fmla="*/ 3065814 h 6858000"/>
              <a:gd name="connsiteX675" fmla="*/ 0 w 7467600"/>
              <a:gd name="connsiteY675" fmla="*/ 3108744 h 6858000"/>
              <a:gd name="connsiteX676" fmla="*/ 0 w 7467600"/>
              <a:gd name="connsiteY676" fmla="*/ 3058059 h 6858000"/>
              <a:gd name="connsiteX677" fmla="*/ 7610 w 7467600"/>
              <a:gd name="connsiteY677" fmla="*/ 3047889 h 6858000"/>
              <a:gd name="connsiteX678" fmla="*/ 52419 w 7467600"/>
              <a:gd name="connsiteY678" fmla="*/ 2987479 h 6858000"/>
              <a:gd name="connsiteX679" fmla="*/ 59142 w 7467600"/>
              <a:gd name="connsiteY679" fmla="*/ 2978488 h 6858000"/>
              <a:gd name="connsiteX680" fmla="*/ 0 w 7467600"/>
              <a:gd name="connsiteY680" fmla="*/ 3015334 h 6858000"/>
              <a:gd name="connsiteX681" fmla="*/ 0 w 7467600"/>
              <a:gd name="connsiteY681" fmla="*/ 2914286 h 6858000"/>
              <a:gd name="connsiteX682" fmla="*/ 36383 w 7467600"/>
              <a:gd name="connsiteY682" fmla="*/ 2901128 h 6858000"/>
              <a:gd name="connsiteX683" fmla="*/ 156329 w 7467600"/>
              <a:gd name="connsiteY683" fmla="*/ 2840533 h 6858000"/>
              <a:gd name="connsiteX684" fmla="*/ 358355 w 7467600"/>
              <a:gd name="connsiteY684" fmla="*/ 2620471 h 6858000"/>
              <a:gd name="connsiteX685" fmla="*/ 510577 w 7467600"/>
              <a:gd name="connsiteY685" fmla="*/ 2501244 h 6858000"/>
              <a:gd name="connsiteX686" fmla="*/ 211967 w 7467600"/>
              <a:gd name="connsiteY686" fmla="*/ 2479171 h 6858000"/>
              <a:gd name="connsiteX687" fmla="*/ 0 w 7467600"/>
              <a:gd name="connsiteY687" fmla="*/ 2476398 h 6858000"/>
              <a:gd name="connsiteX688" fmla="*/ 0 w 7467600"/>
              <a:gd name="connsiteY688" fmla="*/ 2389189 h 6858000"/>
              <a:gd name="connsiteX689" fmla="*/ 103062 w 7467600"/>
              <a:gd name="connsiteY689" fmla="*/ 2389518 h 6858000"/>
              <a:gd name="connsiteX690" fmla="*/ 510734 w 7467600"/>
              <a:gd name="connsiteY690" fmla="*/ 2416201 h 6858000"/>
              <a:gd name="connsiteX691" fmla="*/ 279257 w 7467600"/>
              <a:gd name="connsiteY691" fmla="*/ 2092102 h 6858000"/>
              <a:gd name="connsiteX692" fmla="*/ 65265 w 7467600"/>
              <a:gd name="connsiteY692" fmla="*/ 2006049 h 6858000"/>
              <a:gd name="connsiteX693" fmla="*/ 0 w 7467600"/>
              <a:gd name="connsiteY693" fmla="*/ 1982532 h 6858000"/>
              <a:gd name="connsiteX694" fmla="*/ 0 w 7467600"/>
              <a:gd name="connsiteY694" fmla="*/ 1912789 h 6858000"/>
              <a:gd name="connsiteX695" fmla="*/ 97460 w 7467600"/>
              <a:gd name="connsiteY695" fmla="*/ 1953725 h 6858000"/>
              <a:gd name="connsiteX696" fmla="*/ 221272 w 7467600"/>
              <a:gd name="connsiteY696" fmla="*/ 1980766 h 6858000"/>
              <a:gd name="connsiteX697" fmla="*/ 116765 w 7467600"/>
              <a:gd name="connsiteY697" fmla="*/ 1911033 h 6858000"/>
              <a:gd name="connsiteX698" fmla="*/ 16405 w 7467600"/>
              <a:gd name="connsiteY698" fmla="*/ 1803412 h 6858000"/>
              <a:gd name="connsiteX699" fmla="*/ 0 w 7467600"/>
              <a:gd name="connsiteY699" fmla="*/ 1784777 h 6858000"/>
              <a:gd name="connsiteX700" fmla="*/ 0 w 7467600"/>
              <a:gd name="connsiteY700" fmla="*/ 1740082 h 6858000"/>
              <a:gd name="connsiteX701" fmla="*/ 39394 w 7467600"/>
              <a:gd name="connsiteY701" fmla="*/ 1784856 h 6858000"/>
              <a:gd name="connsiteX702" fmla="*/ 135813 w 7467600"/>
              <a:gd name="connsiteY702" fmla="*/ 1888838 h 6858000"/>
              <a:gd name="connsiteX703" fmla="*/ 242575 w 7467600"/>
              <a:gd name="connsiteY703" fmla="*/ 1958841 h 6858000"/>
              <a:gd name="connsiteX704" fmla="*/ 82197 w 7467600"/>
              <a:gd name="connsiteY704" fmla="*/ 1754826 h 6858000"/>
              <a:gd name="connsiteX705" fmla="*/ 0 w 7467600"/>
              <a:gd name="connsiteY705" fmla="*/ 1679650 h 6858000"/>
              <a:gd name="connsiteX706" fmla="*/ 0 w 7467600"/>
              <a:gd name="connsiteY706" fmla="*/ 1602463 h 6858000"/>
              <a:gd name="connsiteX707" fmla="*/ 84689 w 7467600"/>
              <a:gd name="connsiteY707" fmla="*/ 1677442 h 6858000"/>
              <a:gd name="connsiteX708" fmla="*/ 298437 w 7467600"/>
              <a:gd name="connsiteY708" fmla="*/ 1968019 h 6858000"/>
              <a:gd name="connsiteX709" fmla="*/ 227269 w 7467600"/>
              <a:gd name="connsiteY709" fmla="*/ 1114064 h 6858000"/>
              <a:gd name="connsiteX710" fmla="*/ 248003 w 7467600"/>
              <a:gd name="connsiteY710" fmla="*/ 1089613 h 6858000"/>
              <a:gd name="connsiteX711" fmla="*/ 427020 w 7467600"/>
              <a:gd name="connsiteY711" fmla="*/ 1619803 h 6858000"/>
              <a:gd name="connsiteX712" fmla="*/ 340345 w 7467600"/>
              <a:gd name="connsiteY712" fmla="*/ 2027739 h 6858000"/>
              <a:gd name="connsiteX713" fmla="*/ 360865 w 7467600"/>
              <a:gd name="connsiteY713" fmla="*/ 2044827 h 6858000"/>
              <a:gd name="connsiteX714" fmla="*/ 560414 w 7467600"/>
              <a:gd name="connsiteY714" fmla="*/ 2421457 h 6858000"/>
              <a:gd name="connsiteX715" fmla="*/ 1359703 w 7467600"/>
              <a:gd name="connsiteY715" fmla="*/ 2578554 h 6858000"/>
              <a:gd name="connsiteX716" fmla="*/ 1359422 w 7467600"/>
              <a:gd name="connsiteY716" fmla="*/ 2577994 h 6858000"/>
              <a:gd name="connsiteX717" fmla="*/ 828701 w 7467600"/>
              <a:gd name="connsiteY717" fmla="*/ 1839520 h 6858000"/>
              <a:gd name="connsiteX718" fmla="*/ 494427 w 7467600"/>
              <a:gd name="connsiteY718" fmla="*/ 1092333 h 6858000"/>
              <a:gd name="connsiteX719" fmla="*/ 506322 w 7467600"/>
              <a:gd name="connsiteY719" fmla="*/ 1020997 h 6858000"/>
              <a:gd name="connsiteX720" fmla="*/ 4570198 w 7467600"/>
              <a:gd name="connsiteY720" fmla="*/ 978081 h 6858000"/>
              <a:gd name="connsiteX721" fmla="*/ 4523691 w 7467600"/>
              <a:gd name="connsiteY721" fmla="*/ 1127776 h 6858000"/>
              <a:gd name="connsiteX722" fmla="*/ 4509875 w 7467600"/>
              <a:gd name="connsiteY722" fmla="*/ 1167552 h 6858000"/>
              <a:gd name="connsiteX723" fmla="*/ 4478168 w 7467600"/>
              <a:gd name="connsiteY723" fmla="*/ 1260735 h 6858000"/>
              <a:gd name="connsiteX724" fmla="*/ 4409309 w 7467600"/>
              <a:gd name="connsiteY724" fmla="*/ 1666996 h 6858000"/>
              <a:gd name="connsiteX725" fmla="*/ 4370031 w 7467600"/>
              <a:gd name="connsiteY725" fmla="*/ 1955666 h 6858000"/>
              <a:gd name="connsiteX726" fmla="*/ 4570198 w 7467600"/>
              <a:gd name="connsiteY726" fmla="*/ 978081 h 6858000"/>
              <a:gd name="connsiteX727" fmla="*/ 4557898 w 7467600"/>
              <a:gd name="connsiteY727" fmla="*/ 900011 h 6858000"/>
              <a:gd name="connsiteX728" fmla="*/ 4344840 w 7467600"/>
              <a:gd name="connsiteY728" fmla="*/ 1922038 h 6858000"/>
              <a:gd name="connsiteX729" fmla="*/ 4378710 w 7467600"/>
              <a:gd name="connsiteY729" fmla="*/ 1665516 h 6858000"/>
              <a:gd name="connsiteX730" fmla="*/ 4448798 w 7467600"/>
              <a:gd name="connsiteY730" fmla="*/ 1253024 h 6858000"/>
              <a:gd name="connsiteX731" fmla="*/ 4480315 w 7467600"/>
              <a:gd name="connsiteY731" fmla="*/ 1158454 h 6858000"/>
              <a:gd name="connsiteX732" fmla="*/ 4494133 w 7467600"/>
              <a:gd name="connsiteY732" fmla="*/ 1118676 h 6858000"/>
              <a:gd name="connsiteX733" fmla="*/ 4557898 w 7467600"/>
              <a:gd name="connsiteY733" fmla="*/ 900011 h 6858000"/>
              <a:gd name="connsiteX734" fmla="*/ 5870151 w 7467600"/>
              <a:gd name="connsiteY734" fmla="*/ 898890 h 6858000"/>
              <a:gd name="connsiteX735" fmla="*/ 5861335 w 7467600"/>
              <a:gd name="connsiteY735" fmla="*/ 899177 h 6858000"/>
              <a:gd name="connsiteX736" fmla="*/ 5843702 w 7467600"/>
              <a:gd name="connsiteY736" fmla="*/ 899748 h 6858000"/>
              <a:gd name="connsiteX737" fmla="*/ 5651107 w 7467600"/>
              <a:gd name="connsiteY737" fmla="*/ 920306 h 6858000"/>
              <a:gd name="connsiteX738" fmla="*/ 5459407 w 7467600"/>
              <a:gd name="connsiteY738" fmla="*/ 940975 h 6858000"/>
              <a:gd name="connsiteX739" fmla="*/ 5374846 w 7467600"/>
              <a:gd name="connsiteY739" fmla="*/ 941988 h 6858000"/>
              <a:gd name="connsiteX740" fmla="*/ 5256105 w 7467600"/>
              <a:gd name="connsiteY740" fmla="*/ 945632 h 6858000"/>
              <a:gd name="connsiteX741" fmla="*/ 5107071 w 7467600"/>
              <a:gd name="connsiteY741" fmla="*/ 969720 h 6858000"/>
              <a:gd name="connsiteX742" fmla="*/ 4998681 w 7467600"/>
              <a:gd name="connsiteY742" fmla="*/ 988771 h 6858000"/>
              <a:gd name="connsiteX743" fmla="*/ 5870151 w 7467600"/>
              <a:gd name="connsiteY743" fmla="*/ 898890 h 6858000"/>
              <a:gd name="connsiteX744" fmla="*/ 5504425 w 7467600"/>
              <a:gd name="connsiteY744" fmla="*/ 848067 h 6858000"/>
              <a:gd name="connsiteX745" fmla="*/ 4968849 w 7467600"/>
              <a:gd name="connsiteY745" fmla="*/ 962318 h 6858000"/>
              <a:gd name="connsiteX746" fmla="*/ 5104039 w 7467600"/>
              <a:gd name="connsiteY746" fmla="*/ 940634 h 6858000"/>
              <a:gd name="connsiteX747" fmla="*/ 5256311 w 7467600"/>
              <a:gd name="connsiteY747" fmla="*/ 916490 h 6858000"/>
              <a:gd name="connsiteX748" fmla="*/ 5377381 w 7467600"/>
              <a:gd name="connsiteY748" fmla="*/ 912671 h 6858000"/>
              <a:gd name="connsiteX749" fmla="*/ 5460148 w 7467600"/>
              <a:gd name="connsiteY749" fmla="*/ 911442 h 6858000"/>
              <a:gd name="connsiteX750" fmla="*/ 5648971 w 7467600"/>
              <a:gd name="connsiteY750" fmla="*/ 891331 h 6858000"/>
              <a:gd name="connsiteX751" fmla="*/ 5844807 w 7467600"/>
              <a:gd name="connsiteY751" fmla="*/ 870718 h 6858000"/>
              <a:gd name="connsiteX752" fmla="*/ 5862975 w 7467600"/>
              <a:gd name="connsiteY752" fmla="*/ 869756 h 6858000"/>
              <a:gd name="connsiteX753" fmla="*/ 5920887 w 7467600"/>
              <a:gd name="connsiteY753" fmla="*/ 865929 h 6858000"/>
              <a:gd name="connsiteX754" fmla="*/ 5504425 w 7467600"/>
              <a:gd name="connsiteY754" fmla="*/ 848067 h 6858000"/>
              <a:gd name="connsiteX755" fmla="*/ 3607114 w 7467600"/>
              <a:gd name="connsiteY755" fmla="*/ 467441 h 6858000"/>
              <a:gd name="connsiteX756" fmla="*/ 3296242 w 7467600"/>
              <a:gd name="connsiteY756" fmla="*/ 807991 h 6858000"/>
              <a:gd name="connsiteX757" fmla="*/ 3174674 w 7467600"/>
              <a:gd name="connsiteY757" fmla="*/ 919759 h 6858000"/>
              <a:gd name="connsiteX758" fmla="*/ 3042978 w 7467600"/>
              <a:gd name="connsiteY758" fmla="*/ 1054894 h 6858000"/>
              <a:gd name="connsiteX759" fmla="*/ 2968914 w 7467600"/>
              <a:gd name="connsiteY759" fmla="*/ 1133756 h 6858000"/>
              <a:gd name="connsiteX760" fmla="*/ 3103823 w 7467600"/>
              <a:gd name="connsiteY760" fmla="*/ 1026814 h 6858000"/>
              <a:gd name="connsiteX761" fmla="*/ 3607114 w 7467600"/>
              <a:gd name="connsiteY761" fmla="*/ 467441 h 6858000"/>
              <a:gd name="connsiteX762" fmla="*/ 3744487 w 7467600"/>
              <a:gd name="connsiteY762" fmla="*/ 383136 h 6858000"/>
              <a:gd name="connsiteX763" fmla="*/ 3970213 w 7467600"/>
              <a:gd name="connsiteY763" fmla="*/ 995559 h 6858000"/>
              <a:gd name="connsiteX764" fmla="*/ 3744487 w 7467600"/>
              <a:gd name="connsiteY764" fmla="*/ 383136 h 6858000"/>
              <a:gd name="connsiteX765" fmla="*/ 3624562 w 7467600"/>
              <a:gd name="connsiteY765" fmla="*/ 367041 h 6858000"/>
              <a:gd name="connsiteX766" fmla="*/ 3489712 w 7467600"/>
              <a:gd name="connsiteY766" fmla="*/ 485386 h 6858000"/>
              <a:gd name="connsiteX767" fmla="*/ 3182994 w 7467600"/>
              <a:gd name="connsiteY767" fmla="*/ 828265 h 6858000"/>
              <a:gd name="connsiteX768" fmla="*/ 2892114 w 7467600"/>
              <a:gd name="connsiteY768" fmla="*/ 1172635 h 6858000"/>
              <a:gd name="connsiteX769" fmla="*/ 3021459 w 7467600"/>
              <a:gd name="connsiteY769" fmla="*/ 1035385 h 6858000"/>
              <a:gd name="connsiteX770" fmla="*/ 3153873 w 7467600"/>
              <a:gd name="connsiteY770" fmla="*/ 898971 h 6858000"/>
              <a:gd name="connsiteX771" fmla="*/ 3276511 w 7467600"/>
              <a:gd name="connsiteY771" fmla="*/ 786423 h 6858000"/>
              <a:gd name="connsiteX772" fmla="*/ 3584154 w 7467600"/>
              <a:gd name="connsiteY772" fmla="*/ 448218 h 6858000"/>
              <a:gd name="connsiteX773" fmla="*/ 3624562 w 7467600"/>
              <a:gd name="connsiteY773" fmla="*/ 367041 h 6858000"/>
              <a:gd name="connsiteX774" fmla="*/ 3766672 w 7467600"/>
              <a:gd name="connsiteY774" fmla="*/ 359429 h 6858000"/>
              <a:gd name="connsiteX775" fmla="*/ 3996338 w 7467600"/>
              <a:gd name="connsiteY775" fmla="*/ 968237 h 6858000"/>
              <a:gd name="connsiteX776" fmla="*/ 3766672 w 7467600"/>
              <a:gd name="connsiteY776" fmla="*/ 359429 h 6858000"/>
              <a:gd name="connsiteX777" fmla="*/ 5805386 w 7467600"/>
              <a:gd name="connsiteY777" fmla="*/ 239240 h 6858000"/>
              <a:gd name="connsiteX778" fmla="*/ 5736947 w 7467600"/>
              <a:gd name="connsiteY778" fmla="*/ 261367 h 6858000"/>
              <a:gd name="connsiteX779" fmla="*/ 5427012 w 7467600"/>
              <a:gd name="connsiteY779" fmla="*/ 311272 h 6858000"/>
              <a:gd name="connsiteX780" fmla="*/ 5147818 w 7467600"/>
              <a:gd name="connsiteY780" fmla="*/ 322112 h 6858000"/>
              <a:gd name="connsiteX781" fmla="*/ 5060854 w 7467600"/>
              <a:gd name="connsiteY781" fmla="*/ 311882 h 6858000"/>
              <a:gd name="connsiteX782" fmla="*/ 4945989 w 7467600"/>
              <a:gd name="connsiteY782" fmla="*/ 300516 h 6858000"/>
              <a:gd name="connsiteX783" fmla="*/ 5410479 w 7467600"/>
              <a:gd name="connsiteY783" fmla="*/ 348434 h 6858000"/>
              <a:gd name="connsiteX784" fmla="*/ 5805386 w 7467600"/>
              <a:gd name="connsiteY784" fmla="*/ 239240 h 6858000"/>
              <a:gd name="connsiteX785" fmla="*/ 5905192 w 7467600"/>
              <a:gd name="connsiteY785" fmla="*/ 163079 h 6858000"/>
              <a:gd name="connsiteX786" fmla="*/ 5865655 w 7467600"/>
              <a:gd name="connsiteY786" fmla="*/ 171901 h 6858000"/>
              <a:gd name="connsiteX787" fmla="*/ 5259740 w 7467600"/>
              <a:gd name="connsiteY787" fmla="*/ 257013 h 6858000"/>
              <a:gd name="connsiteX788" fmla="*/ 5208466 w 7467600"/>
              <a:gd name="connsiteY788" fmla="*/ 257550 h 6858000"/>
              <a:gd name="connsiteX789" fmla="*/ 4980204 w 7467600"/>
              <a:gd name="connsiteY789" fmla="*/ 271903 h 6858000"/>
              <a:gd name="connsiteX790" fmla="*/ 5068068 w 7467600"/>
              <a:gd name="connsiteY790" fmla="*/ 282244 h 6858000"/>
              <a:gd name="connsiteX791" fmla="*/ 5153231 w 7467600"/>
              <a:gd name="connsiteY791" fmla="*/ 292240 h 6858000"/>
              <a:gd name="connsiteX792" fmla="*/ 5426491 w 7467600"/>
              <a:gd name="connsiteY792" fmla="*/ 281128 h 6858000"/>
              <a:gd name="connsiteX793" fmla="*/ 5731212 w 7467600"/>
              <a:gd name="connsiteY793" fmla="*/ 231951 h 6858000"/>
              <a:gd name="connsiteX794" fmla="*/ 5905192 w 7467600"/>
              <a:gd name="connsiteY794" fmla="*/ 163079 h 6858000"/>
              <a:gd name="connsiteX795" fmla="*/ 5944437 w 7467600"/>
              <a:gd name="connsiteY795" fmla="*/ 113829 h 6858000"/>
              <a:gd name="connsiteX796" fmla="*/ 5825032 w 7467600"/>
              <a:gd name="connsiteY796" fmla="*/ 146405 h 6858000"/>
              <a:gd name="connsiteX797" fmla="*/ 4955599 w 7467600"/>
              <a:gd name="connsiteY797" fmla="*/ 247008 h 6858000"/>
              <a:gd name="connsiteX798" fmla="*/ 5210104 w 7467600"/>
              <a:gd name="connsiteY798" fmla="*/ 228123 h 6858000"/>
              <a:gd name="connsiteX799" fmla="*/ 5261015 w 7467600"/>
              <a:gd name="connsiteY799" fmla="*/ 227087 h 6858000"/>
              <a:gd name="connsiteX800" fmla="*/ 5861181 w 7467600"/>
              <a:gd name="connsiteY800" fmla="*/ 143093 h 6858000"/>
              <a:gd name="connsiteX801" fmla="*/ 5961252 w 7467600"/>
              <a:gd name="connsiteY801" fmla="*/ 114820 h 6858000"/>
              <a:gd name="connsiteX802" fmla="*/ 5944437 w 7467600"/>
              <a:gd name="connsiteY802" fmla="*/ 113829 h 6858000"/>
              <a:gd name="connsiteX803" fmla="*/ 3882765 w 7467600"/>
              <a:gd name="connsiteY803" fmla="*/ 0 h 6858000"/>
              <a:gd name="connsiteX804" fmla="*/ 3995099 w 7467600"/>
              <a:gd name="connsiteY804" fmla="*/ 0 h 6858000"/>
              <a:gd name="connsiteX805" fmla="*/ 4163818 w 7467600"/>
              <a:gd name="connsiteY805" fmla="*/ 234104 h 6858000"/>
              <a:gd name="connsiteX806" fmla="*/ 4172099 w 7467600"/>
              <a:gd name="connsiteY806" fmla="*/ 234207 h 6858000"/>
              <a:gd name="connsiteX807" fmla="*/ 4784282 w 7467600"/>
              <a:gd name="connsiteY807" fmla="*/ 276561 h 6858000"/>
              <a:gd name="connsiteX808" fmla="*/ 4801687 w 7467600"/>
              <a:gd name="connsiteY808" fmla="*/ 267764 h 6858000"/>
              <a:gd name="connsiteX809" fmla="*/ 6082788 w 7467600"/>
              <a:gd name="connsiteY809" fmla="*/ 64119 h 6858000"/>
              <a:gd name="connsiteX810" fmla="*/ 6099442 w 7467600"/>
              <a:gd name="connsiteY810" fmla="*/ 82568 h 6858000"/>
              <a:gd name="connsiteX811" fmla="*/ 4804137 w 7467600"/>
              <a:gd name="connsiteY811" fmla="*/ 320931 h 6858000"/>
              <a:gd name="connsiteX812" fmla="*/ 4227047 w 7467600"/>
              <a:gd name="connsiteY812" fmla="*/ 313415 h 6858000"/>
              <a:gd name="connsiteX813" fmla="*/ 4346041 w 7467600"/>
              <a:gd name="connsiteY813" fmla="*/ 456086 h 6858000"/>
              <a:gd name="connsiteX814" fmla="*/ 4870967 w 7467600"/>
              <a:gd name="connsiteY814" fmla="*/ 963061 h 6858000"/>
              <a:gd name="connsiteX815" fmla="*/ 4889647 w 7467600"/>
              <a:gd name="connsiteY815" fmla="*/ 957147 h 6858000"/>
              <a:gd name="connsiteX816" fmla="*/ 5422504 w 7467600"/>
              <a:gd name="connsiteY816" fmla="*/ 805191 h 6858000"/>
              <a:gd name="connsiteX817" fmla="*/ 6087656 w 7467600"/>
              <a:gd name="connsiteY817" fmla="*/ 826703 h 6858000"/>
              <a:gd name="connsiteX818" fmla="*/ 6058717 w 7467600"/>
              <a:gd name="connsiteY818" fmla="*/ 865992 h 6858000"/>
              <a:gd name="connsiteX819" fmla="*/ 4974153 w 7467600"/>
              <a:gd name="connsiteY819" fmla="*/ 1045456 h 6858000"/>
              <a:gd name="connsiteX820" fmla="*/ 5627835 w 7467600"/>
              <a:gd name="connsiteY820" fmla="*/ 1472077 h 6858000"/>
              <a:gd name="connsiteX821" fmla="*/ 5629817 w 7467600"/>
              <a:gd name="connsiteY821" fmla="*/ 1471412 h 6858000"/>
              <a:gd name="connsiteX822" fmla="*/ 5634124 w 7467600"/>
              <a:gd name="connsiteY822" fmla="*/ 1470572 h 6858000"/>
              <a:gd name="connsiteX823" fmla="*/ 5755832 w 7467600"/>
              <a:gd name="connsiteY823" fmla="*/ 1383886 h 6858000"/>
              <a:gd name="connsiteX824" fmla="*/ 6014186 w 7467600"/>
              <a:gd name="connsiteY824" fmla="*/ 1279799 h 6858000"/>
              <a:gd name="connsiteX825" fmla="*/ 6901619 w 7467600"/>
              <a:gd name="connsiteY825" fmla="*/ 1047874 h 6858000"/>
              <a:gd name="connsiteX826" fmla="*/ 6931566 w 7467600"/>
              <a:gd name="connsiteY826" fmla="*/ 1062034 h 6858000"/>
              <a:gd name="connsiteX827" fmla="*/ 5790982 w 7467600"/>
              <a:gd name="connsiteY827" fmla="*/ 1561380 h 6858000"/>
              <a:gd name="connsiteX828" fmla="*/ 6188971 w 7467600"/>
              <a:gd name="connsiteY828" fmla="*/ 1755168 h 6858000"/>
              <a:gd name="connsiteX829" fmla="*/ 6202446 w 7467600"/>
              <a:gd name="connsiteY829" fmla="*/ 1752268 h 6858000"/>
              <a:gd name="connsiteX830" fmla="*/ 7179560 w 7467600"/>
              <a:gd name="connsiteY830" fmla="*/ 1467551 h 6858000"/>
              <a:gd name="connsiteX831" fmla="*/ 7158730 w 7467600"/>
              <a:gd name="connsiteY831" fmla="*/ 1507835 h 6858000"/>
              <a:gd name="connsiteX832" fmla="*/ 6326959 w 7467600"/>
              <a:gd name="connsiteY832" fmla="*/ 1817686 h 6858000"/>
              <a:gd name="connsiteX833" fmla="*/ 6537433 w 7467600"/>
              <a:gd name="connsiteY833" fmla="*/ 1907790 h 6858000"/>
              <a:gd name="connsiteX834" fmla="*/ 6550221 w 7467600"/>
              <a:gd name="connsiteY834" fmla="*/ 1910729 h 6858000"/>
              <a:gd name="connsiteX835" fmla="*/ 6964438 w 7467600"/>
              <a:gd name="connsiteY835" fmla="*/ 2209505 h 6858000"/>
              <a:gd name="connsiteX836" fmla="*/ 7367862 w 7467600"/>
              <a:gd name="connsiteY836" fmla="*/ 2806833 h 6858000"/>
              <a:gd name="connsiteX837" fmla="*/ 7364329 w 7467600"/>
              <a:gd name="connsiteY837" fmla="*/ 2826907 h 6858000"/>
              <a:gd name="connsiteX838" fmla="*/ 7290545 w 7467600"/>
              <a:gd name="connsiteY838" fmla="*/ 2850663 h 6858000"/>
              <a:gd name="connsiteX839" fmla="*/ 6472036 w 7467600"/>
              <a:gd name="connsiteY839" fmla="*/ 1959003 h 6858000"/>
              <a:gd name="connsiteX840" fmla="*/ 5792897 w 7467600"/>
              <a:gd name="connsiteY840" fmla="*/ 1647747 h 6858000"/>
              <a:gd name="connsiteX841" fmla="*/ 5842751 w 7467600"/>
              <a:gd name="connsiteY841" fmla="*/ 1816112 h 6858000"/>
              <a:gd name="connsiteX842" fmla="*/ 5847424 w 7467600"/>
              <a:gd name="connsiteY842" fmla="*/ 1815776 h 6858000"/>
              <a:gd name="connsiteX843" fmla="*/ 6399821 w 7467600"/>
              <a:gd name="connsiteY843" fmla="*/ 2344799 h 6858000"/>
              <a:gd name="connsiteX844" fmla="*/ 6323232 w 7467600"/>
              <a:gd name="connsiteY844" fmla="*/ 2389634 h 6858000"/>
              <a:gd name="connsiteX845" fmla="*/ 5942958 w 7467600"/>
              <a:gd name="connsiteY845" fmla="*/ 2077708 h 6858000"/>
              <a:gd name="connsiteX846" fmla="*/ 5921559 w 7467600"/>
              <a:gd name="connsiteY846" fmla="*/ 2378596 h 6858000"/>
              <a:gd name="connsiteX847" fmla="*/ 5817651 w 7467600"/>
              <a:gd name="connsiteY847" fmla="*/ 3023919 h 6858000"/>
              <a:gd name="connsiteX848" fmla="*/ 5729634 w 7467600"/>
              <a:gd name="connsiteY848" fmla="*/ 3051849 h 6858000"/>
              <a:gd name="connsiteX849" fmla="*/ 5611018 w 7467600"/>
              <a:gd name="connsiteY849" fmla="*/ 2316769 h 6858000"/>
              <a:gd name="connsiteX850" fmla="*/ 5687608 w 7467600"/>
              <a:gd name="connsiteY850" fmla="*/ 2039972 h 6858000"/>
              <a:gd name="connsiteX851" fmla="*/ 5657554 w 7467600"/>
              <a:gd name="connsiteY851" fmla="*/ 1576445 h 6858000"/>
              <a:gd name="connsiteX852" fmla="*/ 5150475 w 7467600"/>
              <a:gd name="connsiteY852" fmla="*/ 1274012 h 6858000"/>
              <a:gd name="connsiteX853" fmla="*/ 5349142 w 7467600"/>
              <a:gd name="connsiteY853" fmla="*/ 2204405 h 6858000"/>
              <a:gd name="connsiteX854" fmla="*/ 5262214 w 7467600"/>
              <a:gd name="connsiteY854" fmla="*/ 2233836 h 6858000"/>
              <a:gd name="connsiteX855" fmla="*/ 4981539 w 7467600"/>
              <a:gd name="connsiteY855" fmla="*/ 1542201 h 6858000"/>
              <a:gd name="connsiteX856" fmla="*/ 4958461 w 7467600"/>
              <a:gd name="connsiteY856" fmla="*/ 1136957 h 6858000"/>
              <a:gd name="connsiteX857" fmla="*/ 4655015 w 7467600"/>
              <a:gd name="connsiteY857" fmla="*/ 891426 h 6858000"/>
              <a:gd name="connsiteX858" fmla="*/ 4348002 w 7467600"/>
              <a:gd name="connsiteY858" fmla="*/ 2205895 h 6858000"/>
              <a:gd name="connsiteX859" fmla="*/ 4262250 w 7467600"/>
              <a:gd name="connsiteY859" fmla="*/ 2219972 h 6858000"/>
              <a:gd name="connsiteX860" fmla="*/ 4550611 w 7467600"/>
              <a:gd name="connsiteY860" fmla="*/ 817540 h 6858000"/>
              <a:gd name="connsiteX861" fmla="*/ 4564418 w 7467600"/>
              <a:gd name="connsiteY861" fmla="*/ 808293 h 6858000"/>
              <a:gd name="connsiteX862" fmla="*/ 4266388 w 7467600"/>
              <a:gd name="connsiteY862" fmla="*/ 500083 h 6858000"/>
              <a:gd name="connsiteX863" fmla="*/ 4032842 w 7467600"/>
              <a:gd name="connsiteY863" fmla="*/ 211809 h 6858000"/>
              <a:gd name="connsiteX864" fmla="*/ 3882765 w 7467600"/>
              <a:gd name="connsiteY864" fmla="*/ 0 h 6858000"/>
              <a:gd name="connsiteX865" fmla="*/ 3721337 w 7467600"/>
              <a:gd name="connsiteY865" fmla="*/ 0 h 6858000"/>
              <a:gd name="connsiteX866" fmla="*/ 3797544 w 7467600"/>
              <a:gd name="connsiteY866" fmla="*/ 0 h 6858000"/>
              <a:gd name="connsiteX867" fmla="*/ 3775734 w 7467600"/>
              <a:gd name="connsiteY867" fmla="*/ 95131 h 6858000"/>
              <a:gd name="connsiteX868" fmla="*/ 3724807 w 7467600"/>
              <a:gd name="connsiteY868" fmla="*/ 272257 h 6858000"/>
              <a:gd name="connsiteX869" fmla="*/ 3726844 w 7467600"/>
              <a:gd name="connsiteY869" fmla="*/ 282988 h 6858000"/>
              <a:gd name="connsiteX870" fmla="*/ 3742664 w 7467600"/>
              <a:gd name="connsiteY870" fmla="*/ 279918 h 6858000"/>
              <a:gd name="connsiteX871" fmla="*/ 4103910 w 7467600"/>
              <a:gd name="connsiteY871" fmla="*/ 1161917 h 6858000"/>
              <a:gd name="connsiteX872" fmla="*/ 4020269 w 7467600"/>
              <a:gd name="connsiteY872" fmla="*/ 1200406 h 6858000"/>
              <a:gd name="connsiteX873" fmla="*/ 3674882 w 7467600"/>
              <a:gd name="connsiteY873" fmla="*/ 488524 h 6858000"/>
              <a:gd name="connsiteX874" fmla="*/ 3132682 w 7467600"/>
              <a:gd name="connsiteY874" fmla="*/ 1072284 h 6858000"/>
              <a:gd name="connsiteX875" fmla="*/ 2716346 w 7467600"/>
              <a:gd name="connsiteY875" fmla="*/ 1276376 h 6858000"/>
              <a:gd name="connsiteX876" fmla="*/ 2716772 w 7467600"/>
              <a:gd name="connsiteY876" fmla="*/ 1255462 h 6858000"/>
              <a:gd name="connsiteX877" fmla="*/ 3471096 w 7467600"/>
              <a:gd name="connsiteY877" fmla="*/ 437072 h 6858000"/>
              <a:gd name="connsiteX878" fmla="*/ 3639057 w 7467600"/>
              <a:gd name="connsiteY878" fmla="*/ 286334 h 6858000"/>
              <a:gd name="connsiteX879" fmla="*/ 3640309 w 7467600"/>
              <a:gd name="connsiteY879" fmla="*/ 284664 h 6858000"/>
              <a:gd name="connsiteX880" fmla="*/ 3646022 w 7467600"/>
              <a:gd name="connsiteY880" fmla="*/ 276711 h 6858000"/>
              <a:gd name="connsiteX881" fmla="*/ 3707943 w 7467600"/>
              <a:gd name="connsiteY881" fmla="*/ 65958 h 6858000"/>
              <a:gd name="connsiteX882" fmla="*/ 3721337 w 7467600"/>
              <a:gd name="connsiteY882" fmla="*/ 0 h 6858000"/>
              <a:gd name="connsiteX883" fmla="*/ 2867960 w 7467600"/>
              <a:gd name="connsiteY883" fmla="*/ 0 h 6858000"/>
              <a:gd name="connsiteX884" fmla="*/ 2926351 w 7467600"/>
              <a:gd name="connsiteY884" fmla="*/ 0 h 6858000"/>
              <a:gd name="connsiteX885" fmla="*/ 2902823 w 7467600"/>
              <a:gd name="connsiteY885" fmla="*/ 262929 h 6858000"/>
              <a:gd name="connsiteX886" fmla="*/ 2940663 w 7467600"/>
              <a:gd name="connsiteY886" fmla="*/ 140884 h 6858000"/>
              <a:gd name="connsiteX887" fmla="*/ 2947039 w 7467600"/>
              <a:gd name="connsiteY887" fmla="*/ 122524 h 6858000"/>
              <a:gd name="connsiteX888" fmla="*/ 2984316 w 7467600"/>
              <a:gd name="connsiteY888" fmla="*/ 0 h 6858000"/>
              <a:gd name="connsiteX889" fmla="*/ 3016114 w 7467600"/>
              <a:gd name="connsiteY889" fmla="*/ 0 h 6858000"/>
              <a:gd name="connsiteX890" fmla="*/ 2979949 w 7467600"/>
              <a:gd name="connsiteY890" fmla="*/ 119274 h 6858000"/>
              <a:gd name="connsiteX891" fmla="*/ 3023879 w 7467600"/>
              <a:gd name="connsiteY891" fmla="*/ 0 h 6858000"/>
              <a:gd name="connsiteX892" fmla="*/ 3105400 w 7467600"/>
              <a:gd name="connsiteY892" fmla="*/ 0 h 6858000"/>
              <a:gd name="connsiteX893" fmla="*/ 3094669 w 7467600"/>
              <a:gd name="connsiteY893" fmla="*/ 30308 h 6858000"/>
              <a:gd name="connsiteX894" fmla="*/ 2901945 w 7467600"/>
              <a:gd name="connsiteY894" fmla="*/ 466538 h 6858000"/>
              <a:gd name="connsiteX895" fmla="*/ 2815209 w 7467600"/>
              <a:gd name="connsiteY895" fmla="*/ 497361 h 6858000"/>
              <a:gd name="connsiteX896" fmla="*/ 2844845 w 7467600"/>
              <a:gd name="connsiteY896" fmla="*/ 127638 h 6858000"/>
              <a:gd name="connsiteX897" fmla="*/ 2867960 w 7467600"/>
              <a:gd name="connsiteY897" fmla="*/ 0 h 6858000"/>
              <a:gd name="connsiteX898" fmla="*/ 1057230 w 7467600"/>
              <a:gd name="connsiteY898" fmla="*/ 0 h 6858000"/>
              <a:gd name="connsiteX899" fmla="*/ 1111003 w 7467600"/>
              <a:gd name="connsiteY899" fmla="*/ 0 h 6858000"/>
              <a:gd name="connsiteX900" fmla="*/ 1125553 w 7467600"/>
              <a:gd name="connsiteY900" fmla="*/ 52588 h 6858000"/>
              <a:gd name="connsiteX901" fmla="*/ 1304276 w 7467600"/>
              <a:gd name="connsiteY901" fmla="*/ 476275 h 6858000"/>
              <a:gd name="connsiteX902" fmla="*/ 1492066 w 7467600"/>
              <a:gd name="connsiteY902" fmla="*/ 886333 h 6858000"/>
              <a:gd name="connsiteX903" fmla="*/ 1423698 w 7467600"/>
              <a:gd name="connsiteY903" fmla="*/ 710817 h 6858000"/>
              <a:gd name="connsiteX904" fmla="*/ 1357609 w 7467600"/>
              <a:gd name="connsiteY904" fmla="*/ 532892 h 6858000"/>
              <a:gd name="connsiteX905" fmla="*/ 1309550 w 7467600"/>
              <a:gd name="connsiteY905" fmla="*/ 374031 h 6858000"/>
              <a:gd name="connsiteX906" fmla="*/ 1193673 w 7467600"/>
              <a:gd name="connsiteY906" fmla="*/ 49533 h 6858000"/>
              <a:gd name="connsiteX907" fmla="*/ 1164391 w 7467600"/>
              <a:gd name="connsiteY907" fmla="*/ 0 h 6858000"/>
              <a:gd name="connsiteX908" fmla="*/ 1200666 w 7467600"/>
              <a:gd name="connsiteY908" fmla="*/ 0 h 6858000"/>
              <a:gd name="connsiteX909" fmla="*/ 1223408 w 7467600"/>
              <a:gd name="connsiteY909" fmla="*/ 38996 h 6858000"/>
              <a:gd name="connsiteX910" fmla="*/ 1339635 w 7467600"/>
              <a:gd name="connsiteY910" fmla="*/ 365517 h 6858000"/>
              <a:gd name="connsiteX911" fmla="*/ 1387469 w 7467600"/>
              <a:gd name="connsiteY911" fmla="*/ 523079 h 6858000"/>
              <a:gd name="connsiteX912" fmla="*/ 1452685 w 7467600"/>
              <a:gd name="connsiteY912" fmla="*/ 699806 h 6858000"/>
              <a:gd name="connsiteX913" fmla="*/ 1492092 w 7467600"/>
              <a:gd name="connsiteY913" fmla="*/ 800424 h 6858000"/>
              <a:gd name="connsiteX914" fmla="*/ 1455302 w 7467600"/>
              <a:gd name="connsiteY914" fmla="*/ 632913 h 6858000"/>
              <a:gd name="connsiteX915" fmla="*/ 1222336 w 7467600"/>
              <a:gd name="connsiteY915" fmla="*/ 9480 h 6858000"/>
              <a:gd name="connsiteX916" fmla="*/ 1214634 w 7467600"/>
              <a:gd name="connsiteY916" fmla="*/ 0 h 6858000"/>
              <a:gd name="connsiteX917" fmla="*/ 1289827 w 7467600"/>
              <a:gd name="connsiteY917" fmla="*/ 0 h 6858000"/>
              <a:gd name="connsiteX918" fmla="*/ 1321076 w 7467600"/>
              <a:gd name="connsiteY918" fmla="*/ 59722 h 6858000"/>
              <a:gd name="connsiteX919" fmla="*/ 1512579 w 7467600"/>
              <a:gd name="connsiteY919" fmla="*/ 626441 h 6858000"/>
              <a:gd name="connsiteX920" fmla="*/ 1506076 w 7467600"/>
              <a:gd name="connsiteY920" fmla="*/ 1089289 h 6858000"/>
              <a:gd name="connsiteX921" fmla="*/ 1486346 w 7467600"/>
              <a:gd name="connsiteY921" fmla="*/ 1079919 h 6858000"/>
              <a:gd name="connsiteX922" fmla="*/ 1070511 w 7467600"/>
              <a:gd name="connsiteY922" fmla="*/ 48609 h 6858000"/>
              <a:gd name="connsiteX923" fmla="*/ 1057230 w 7467600"/>
              <a:gd name="connsiteY923" fmla="*/ 0 h 6858000"/>
              <a:gd name="connsiteX924" fmla="*/ 43151 w 7467600"/>
              <a:gd name="connsiteY924" fmla="*/ 0 h 6858000"/>
              <a:gd name="connsiteX925" fmla="*/ 95283 w 7467600"/>
              <a:gd name="connsiteY925" fmla="*/ 0 h 6858000"/>
              <a:gd name="connsiteX926" fmla="*/ 300708 w 7467600"/>
              <a:gd name="connsiteY926" fmla="*/ 154571 h 6858000"/>
              <a:gd name="connsiteX927" fmla="*/ 530414 w 7467600"/>
              <a:gd name="connsiteY927" fmla="*/ 354673 h 6858000"/>
              <a:gd name="connsiteX928" fmla="*/ 333785 w 7467600"/>
              <a:gd name="connsiteY928" fmla="*/ 161564 h 6858000"/>
              <a:gd name="connsiteX929" fmla="*/ 147005 w 7467600"/>
              <a:gd name="connsiteY929" fmla="*/ 0 h 6858000"/>
              <a:gd name="connsiteX930" fmla="*/ 272509 w 7467600"/>
              <a:gd name="connsiteY930" fmla="*/ 0 h 6858000"/>
              <a:gd name="connsiteX931" fmla="*/ 326276 w 7467600"/>
              <a:gd name="connsiteY931" fmla="*/ 45847 h 6858000"/>
              <a:gd name="connsiteX932" fmla="*/ 823759 w 7467600"/>
              <a:gd name="connsiteY932" fmla="*/ 574145 h 6858000"/>
              <a:gd name="connsiteX933" fmla="*/ 811254 w 7467600"/>
              <a:gd name="connsiteY933" fmla="*/ 665546 h 6858000"/>
              <a:gd name="connsiteX934" fmla="*/ 154042 w 7467600"/>
              <a:gd name="connsiteY934" fmla="*/ 261522 h 6858000"/>
              <a:gd name="connsiteX935" fmla="*/ 13550 w 7467600"/>
              <a:gd name="connsiteY935" fmla="*/ 158423 h 6858000"/>
              <a:gd name="connsiteX936" fmla="*/ 0 w 7467600"/>
              <a:gd name="connsiteY936" fmla="*/ 146618 h 6858000"/>
              <a:gd name="connsiteX937" fmla="*/ 0 w 7467600"/>
              <a:gd name="connsiteY937" fmla="*/ 59161 h 6858000"/>
              <a:gd name="connsiteX938" fmla="*/ 45427 w 7467600"/>
              <a:gd name="connsiteY938" fmla="*/ 101078 h 6858000"/>
              <a:gd name="connsiteX939" fmla="*/ 630103 w 7467600"/>
              <a:gd name="connsiteY939" fmla="*/ 485885 h 6858000"/>
              <a:gd name="connsiteX940" fmla="*/ 532040 w 7467600"/>
              <a:gd name="connsiteY940" fmla="*/ 399359 h 6858000"/>
              <a:gd name="connsiteX941" fmla="*/ 517618 w 7467600"/>
              <a:gd name="connsiteY941" fmla="*/ 385726 h 6858000"/>
              <a:gd name="connsiteX942" fmla="*/ 285074 w 7467600"/>
              <a:gd name="connsiteY942" fmla="*/ 182755 h 6858000"/>
              <a:gd name="connsiteX943" fmla="*/ 43151 w 7467600"/>
              <a:gd name="connsiteY94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289862 w 7467600"/>
              <a:gd name="connsiteY10" fmla="*/ 6659827 h 6858000"/>
              <a:gd name="connsiteX11" fmla="*/ 1019354 w 7467600"/>
              <a:gd name="connsiteY11" fmla="*/ 6315006 h 6858000"/>
              <a:gd name="connsiteX12" fmla="*/ 441046 w 7467600"/>
              <a:gd name="connsiteY12" fmla="*/ 6691153 h 6858000"/>
              <a:gd name="connsiteX13" fmla="*/ 1019354 w 7467600"/>
              <a:gd name="connsiteY13" fmla="*/ 6315006 h 6858000"/>
              <a:gd name="connsiteX14" fmla="*/ 991680 w 7467600"/>
              <a:gd name="connsiteY14" fmla="*/ 6298413 h 6858000"/>
              <a:gd name="connsiteX15" fmla="*/ 409060 w 7467600"/>
              <a:gd name="connsiteY15" fmla="*/ 6671470 h 6858000"/>
              <a:gd name="connsiteX16" fmla="*/ 991680 w 7467600"/>
              <a:gd name="connsiteY16" fmla="*/ 6298413 h 6858000"/>
              <a:gd name="connsiteX17" fmla="*/ 103333 w 7467600"/>
              <a:gd name="connsiteY17" fmla="*/ 5699602 h 6858000"/>
              <a:gd name="connsiteX18" fmla="*/ 233938 w 7467600"/>
              <a:gd name="connsiteY18" fmla="*/ 5809416 h 6858000"/>
              <a:gd name="connsiteX19" fmla="*/ 883580 w 7467600"/>
              <a:gd name="connsiteY19" fmla="*/ 6180710 h 6858000"/>
              <a:gd name="connsiteX20" fmla="*/ 487337 w 7467600"/>
              <a:gd name="connsiteY20" fmla="*/ 5950182 h 6858000"/>
              <a:gd name="connsiteX21" fmla="*/ 354051 w 7467600"/>
              <a:gd name="connsiteY21" fmla="*/ 5854912 h 6858000"/>
              <a:gd name="connsiteX22" fmla="*/ 195436 w 7467600"/>
              <a:gd name="connsiteY22" fmla="*/ 5755068 h 6858000"/>
              <a:gd name="connsiteX23" fmla="*/ 103333 w 7467600"/>
              <a:gd name="connsiteY23" fmla="*/ 5699602 h 6858000"/>
              <a:gd name="connsiteX24" fmla="*/ 5539432 w 7467600"/>
              <a:gd name="connsiteY24" fmla="*/ 5642928 h 6858000"/>
              <a:gd name="connsiteX25" fmla="*/ 5555462 w 7467600"/>
              <a:gd name="connsiteY25" fmla="*/ 5694454 h 6858000"/>
              <a:gd name="connsiteX26" fmla="*/ 5828270 w 7467600"/>
              <a:gd name="connsiteY26" fmla="*/ 6320663 h 6858000"/>
              <a:gd name="connsiteX27" fmla="*/ 5947416 w 7467600"/>
              <a:gd name="connsiteY27" fmla="*/ 6574846 h 6858000"/>
              <a:gd name="connsiteX28" fmla="*/ 5539432 w 7467600"/>
              <a:gd name="connsiteY28" fmla="*/ 5642928 h 6858000"/>
              <a:gd name="connsiteX29" fmla="*/ 51253 w 7467600"/>
              <a:gd name="connsiteY29" fmla="*/ 5631825 h 6858000"/>
              <a:gd name="connsiteX30" fmla="*/ 211622 w 7467600"/>
              <a:gd name="connsiteY30" fmla="*/ 5728803 h 6858000"/>
              <a:gd name="connsiteX31" fmla="*/ 371652 w 7467600"/>
              <a:gd name="connsiteY31" fmla="*/ 5829062 h 6858000"/>
              <a:gd name="connsiteX32" fmla="*/ 505903 w 7467600"/>
              <a:gd name="connsiteY32" fmla="*/ 5925221 h 6858000"/>
              <a:gd name="connsiteX33" fmla="*/ 899240 w 7467600"/>
              <a:gd name="connsiteY33" fmla="*/ 6153068 h 6858000"/>
              <a:gd name="connsiteX34" fmla="*/ 988114 w 7467600"/>
              <a:gd name="connsiteY34" fmla="*/ 6174204 h 6858000"/>
              <a:gd name="connsiteX35" fmla="*/ 845971 w 7467600"/>
              <a:gd name="connsiteY35" fmla="*/ 6067177 h 6858000"/>
              <a:gd name="connsiteX36" fmla="*/ 448057 w 7467600"/>
              <a:gd name="connsiteY36" fmla="*/ 5841376 h 6858000"/>
              <a:gd name="connsiteX37" fmla="*/ 51253 w 7467600"/>
              <a:gd name="connsiteY37" fmla="*/ 5631825 h 6858000"/>
              <a:gd name="connsiteX38" fmla="*/ 2606687 w 7467600"/>
              <a:gd name="connsiteY38" fmla="*/ 5630718 h 6858000"/>
              <a:gd name="connsiteX39" fmla="*/ 2645658 w 7467600"/>
              <a:gd name="connsiteY39" fmla="*/ 6640259 h 6858000"/>
              <a:gd name="connsiteX40" fmla="*/ 2606687 w 7467600"/>
              <a:gd name="connsiteY40" fmla="*/ 5630718 h 6858000"/>
              <a:gd name="connsiteX41" fmla="*/ 3642057 w 7467600"/>
              <a:gd name="connsiteY41" fmla="*/ 5573487 h 6858000"/>
              <a:gd name="connsiteX42" fmla="*/ 3632981 w 7467600"/>
              <a:gd name="connsiteY42" fmla="*/ 5579437 h 6858000"/>
              <a:gd name="connsiteX43" fmla="*/ 3382436 w 7467600"/>
              <a:gd name="connsiteY43" fmla="*/ 5952726 h 6858000"/>
              <a:gd name="connsiteX44" fmla="*/ 3191929 w 7467600"/>
              <a:gd name="connsiteY44" fmla="*/ 6662669 h 6858000"/>
              <a:gd name="connsiteX45" fmla="*/ 3369898 w 7467600"/>
              <a:gd name="connsiteY45" fmla="*/ 6081771 h 6858000"/>
              <a:gd name="connsiteX46" fmla="*/ 3642057 w 7467600"/>
              <a:gd name="connsiteY46" fmla="*/ 5573487 h 6858000"/>
              <a:gd name="connsiteX47" fmla="*/ 2650666 w 7467600"/>
              <a:gd name="connsiteY47" fmla="*/ 5530686 h 6858000"/>
              <a:gd name="connsiteX48" fmla="*/ 2650249 w 7467600"/>
              <a:gd name="connsiteY48" fmla="*/ 5532101 h 6858000"/>
              <a:gd name="connsiteX49" fmla="*/ 2663808 w 7467600"/>
              <a:gd name="connsiteY49" fmla="*/ 6535215 h 6858000"/>
              <a:gd name="connsiteX50" fmla="*/ 2665418 w 7467600"/>
              <a:gd name="connsiteY50" fmla="*/ 6132756 h 6858000"/>
              <a:gd name="connsiteX51" fmla="*/ 2650666 w 7467600"/>
              <a:gd name="connsiteY51" fmla="*/ 5530686 h 6858000"/>
              <a:gd name="connsiteX52" fmla="*/ 2680277 w 7467600"/>
              <a:gd name="connsiteY52" fmla="*/ 5479204 h 6858000"/>
              <a:gd name="connsiteX53" fmla="*/ 2678972 w 7467600"/>
              <a:gd name="connsiteY53" fmla="*/ 5481582 h 6858000"/>
              <a:gd name="connsiteX54" fmla="*/ 2696666 w 7467600"/>
              <a:gd name="connsiteY54" fmla="*/ 6133836 h 6858000"/>
              <a:gd name="connsiteX55" fmla="*/ 2695769 w 7467600"/>
              <a:gd name="connsiteY55" fmla="*/ 6390955 h 6858000"/>
              <a:gd name="connsiteX56" fmla="*/ 2739893 w 7467600"/>
              <a:gd name="connsiteY56" fmla="*/ 6108357 h 6858000"/>
              <a:gd name="connsiteX57" fmla="*/ 2680277 w 7467600"/>
              <a:gd name="connsiteY57" fmla="*/ 5479204 h 6858000"/>
              <a:gd name="connsiteX58" fmla="*/ 1132195 w 7467600"/>
              <a:gd name="connsiteY58" fmla="*/ 5467980 h 6858000"/>
              <a:gd name="connsiteX59" fmla="*/ 1679056 w 7467600"/>
              <a:gd name="connsiteY59" fmla="*/ 5516907 h 6858000"/>
              <a:gd name="connsiteX60" fmla="*/ 2128648 w 7467600"/>
              <a:gd name="connsiteY60" fmla="*/ 5474249 h 6858000"/>
              <a:gd name="connsiteX61" fmla="*/ 1825619 w 7467600"/>
              <a:gd name="connsiteY61" fmla="*/ 5478447 h 6858000"/>
              <a:gd name="connsiteX62" fmla="*/ 1737798 w 7467600"/>
              <a:gd name="connsiteY62" fmla="*/ 5483353 h 6858000"/>
              <a:gd name="connsiteX63" fmla="*/ 1132195 w 7467600"/>
              <a:gd name="connsiteY63" fmla="*/ 5467980 h 6858000"/>
              <a:gd name="connsiteX64" fmla="*/ 1456157 w 7467600"/>
              <a:gd name="connsiteY64" fmla="*/ 5371404 h 6858000"/>
              <a:gd name="connsiteX65" fmla="*/ 1244432 w 7467600"/>
              <a:gd name="connsiteY65" fmla="*/ 5385601 h 6858000"/>
              <a:gd name="connsiteX66" fmla="*/ 973990 w 7467600"/>
              <a:gd name="connsiteY66" fmla="*/ 5424940 h 6858000"/>
              <a:gd name="connsiteX67" fmla="*/ 1103809 w 7467600"/>
              <a:gd name="connsiteY67" fmla="*/ 5433720 h 6858000"/>
              <a:gd name="connsiteX68" fmla="*/ 1123454 w 7467600"/>
              <a:gd name="connsiteY68" fmla="*/ 5435727 h 6858000"/>
              <a:gd name="connsiteX69" fmla="*/ 1737017 w 7467600"/>
              <a:gd name="connsiteY69" fmla="*/ 5452183 h 6858000"/>
              <a:gd name="connsiteX70" fmla="*/ 1824397 w 7467600"/>
              <a:gd name="connsiteY70" fmla="*/ 5447757 h 6858000"/>
              <a:gd name="connsiteX71" fmla="*/ 2070059 w 7467600"/>
              <a:gd name="connsiteY71" fmla="*/ 5441660 h 6858000"/>
              <a:gd name="connsiteX72" fmla="*/ 1456157 w 7467600"/>
              <a:gd name="connsiteY72" fmla="*/ 5371404 h 6858000"/>
              <a:gd name="connsiteX73" fmla="*/ 4988186 w 7467600"/>
              <a:gd name="connsiteY73" fmla="*/ 5216467 h 6858000"/>
              <a:gd name="connsiteX74" fmla="*/ 4777334 w 7467600"/>
              <a:gd name="connsiteY74" fmla="*/ 5406072 h 6858000"/>
              <a:gd name="connsiteX75" fmla="*/ 4718341 w 7467600"/>
              <a:gd name="connsiteY75" fmla="*/ 5468043 h 6858000"/>
              <a:gd name="connsiteX76" fmla="*/ 4604655 w 7467600"/>
              <a:gd name="connsiteY76" fmla="*/ 5583434 h 6858000"/>
              <a:gd name="connsiteX77" fmla="*/ 4565074 w 7467600"/>
              <a:gd name="connsiteY77" fmla="*/ 5618550 h 6858000"/>
              <a:gd name="connsiteX78" fmla="*/ 4988186 w 7467600"/>
              <a:gd name="connsiteY78" fmla="*/ 5216467 h 6858000"/>
              <a:gd name="connsiteX79" fmla="*/ 4978032 w 7467600"/>
              <a:gd name="connsiteY79" fmla="*/ 5183809 h 6858000"/>
              <a:gd name="connsiteX80" fmla="*/ 4463413 w 7467600"/>
              <a:gd name="connsiteY80" fmla="*/ 5615162 h 6858000"/>
              <a:gd name="connsiteX81" fmla="*/ 4358134 w 7467600"/>
              <a:gd name="connsiteY81" fmla="*/ 5742791 h 6858000"/>
              <a:gd name="connsiteX82" fmla="*/ 4376219 w 7467600"/>
              <a:gd name="connsiteY82" fmla="*/ 5729027 h 6858000"/>
              <a:gd name="connsiteX83" fmla="*/ 4582340 w 7467600"/>
              <a:gd name="connsiteY83" fmla="*/ 5561037 h 6858000"/>
              <a:gd name="connsiteX84" fmla="*/ 4694684 w 7467600"/>
              <a:gd name="connsiteY84" fmla="*/ 5447098 h 6858000"/>
              <a:gd name="connsiteX85" fmla="*/ 4754123 w 7467600"/>
              <a:gd name="connsiteY85" fmla="*/ 5384643 h 6858000"/>
              <a:gd name="connsiteX86" fmla="*/ 4978032 w 7467600"/>
              <a:gd name="connsiteY86" fmla="*/ 5183809 h 6858000"/>
              <a:gd name="connsiteX87" fmla="*/ 1903353 w 7467600"/>
              <a:gd name="connsiteY87" fmla="*/ 5044827 h 6858000"/>
              <a:gd name="connsiteX88" fmla="*/ 1936931 w 7467600"/>
              <a:gd name="connsiteY88" fmla="*/ 5093954 h 6858000"/>
              <a:gd name="connsiteX89" fmla="*/ 2195868 w 7467600"/>
              <a:gd name="connsiteY89" fmla="*/ 5396574 h 6858000"/>
              <a:gd name="connsiteX90" fmla="*/ 2088852 w 7467600"/>
              <a:gd name="connsiteY90" fmla="*/ 5166123 h 6858000"/>
              <a:gd name="connsiteX91" fmla="*/ 1958241 w 7467600"/>
              <a:gd name="connsiteY91" fmla="*/ 5067955 h 6858000"/>
              <a:gd name="connsiteX92" fmla="*/ 1903353 w 7467600"/>
              <a:gd name="connsiteY92" fmla="*/ 5044827 h 6858000"/>
              <a:gd name="connsiteX93" fmla="*/ 1979378 w 7467600"/>
              <a:gd name="connsiteY93" fmla="*/ 4769504 h 6858000"/>
              <a:gd name="connsiteX94" fmla="*/ 2882120 w 7467600"/>
              <a:gd name="connsiteY94" fmla="*/ 5064547 h 6858000"/>
              <a:gd name="connsiteX95" fmla="*/ 2793103 w 7467600"/>
              <a:gd name="connsiteY95" fmla="*/ 5039699 h 6858000"/>
              <a:gd name="connsiteX96" fmla="*/ 2770041 w 7467600"/>
              <a:gd name="connsiteY96" fmla="*/ 5033634 h 6858000"/>
              <a:gd name="connsiteX97" fmla="*/ 1979378 w 7467600"/>
              <a:gd name="connsiteY97" fmla="*/ 4769504 h 6858000"/>
              <a:gd name="connsiteX98" fmla="*/ 1927410 w 7467600"/>
              <a:gd name="connsiteY98" fmla="*/ 4716164 h 6858000"/>
              <a:gd name="connsiteX99" fmla="*/ 1959587 w 7467600"/>
              <a:gd name="connsiteY99" fmla="*/ 4728849 h 6858000"/>
              <a:gd name="connsiteX100" fmla="*/ 2777707 w 7467600"/>
              <a:gd name="connsiteY100" fmla="*/ 5003991 h 6858000"/>
              <a:gd name="connsiteX101" fmla="*/ 2800768 w 7467600"/>
              <a:gd name="connsiteY101" fmla="*/ 5010056 h 6858000"/>
              <a:gd name="connsiteX102" fmla="*/ 2879408 w 7467600"/>
              <a:gd name="connsiteY102" fmla="*/ 5031590 h 6858000"/>
              <a:gd name="connsiteX103" fmla="*/ 2862295 w 7467600"/>
              <a:gd name="connsiteY103" fmla="*/ 5022958 h 6858000"/>
              <a:gd name="connsiteX104" fmla="*/ 2813343 w 7467600"/>
              <a:gd name="connsiteY104" fmla="*/ 4998369 h 6858000"/>
              <a:gd name="connsiteX105" fmla="*/ 2646245 w 7467600"/>
              <a:gd name="connsiteY105" fmla="*/ 4930999 h 6858000"/>
              <a:gd name="connsiteX106" fmla="*/ 1999243 w 7467600"/>
              <a:gd name="connsiteY106" fmla="*/ 4730524 h 6858000"/>
              <a:gd name="connsiteX107" fmla="*/ 1979527 w 7467600"/>
              <a:gd name="connsiteY107" fmla="*/ 4726651 h 6858000"/>
              <a:gd name="connsiteX108" fmla="*/ 1927410 w 7467600"/>
              <a:gd name="connsiteY108" fmla="*/ 4716164 h 6858000"/>
              <a:gd name="connsiteX109" fmla="*/ 1997014 w 7467600"/>
              <a:gd name="connsiteY109" fmla="*/ 4698007 h 6858000"/>
              <a:gd name="connsiteX110" fmla="*/ 2005458 w 7467600"/>
              <a:gd name="connsiteY110" fmla="*/ 4699540 h 6858000"/>
              <a:gd name="connsiteX111" fmla="*/ 2657186 w 7467600"/>
              <a:gd name="connsiteY111" fmla="*/ 4901687 h 6858000"/>
              <a:gd name="connsiteX112" fmla="*/ 2826662 w 7467600"/>
              <a:gd name="connsiteY112" fmla="*/ 4970362 h 6858000"/>
              <a:gd name="connsiteX113" fmla="*/ 2876100 w 7467600"/>
              <a:gd name="connsiteY113" fmla="*/ 4995397 h 6858000"/>
              <a:gd name="connsiteX114" fmla="*/ 3042600 w 7467600"/>
              <a:gd name="connsiteY114" fmla="*/ 5059532 h 6858000"/>
              <a:gd name="connsiteX115" fmla="*/ 1997014 w 7467600"/>
              <a:gd name="connsiteY115" fmla="*/ 4698007 h 6858000"/>
              <a:gd name="connsiteX116" fmla="*/ 2305292 w 7467600"/>
              <a:gd name="connsiteY116" fmla="*/ 4219492 h 6858000"/>
              <a:gd name="connsiteX117" fmla="*/ 3360922 w 7467600"/>
              <a:gd name="connsiteY117" fmla="*/ 4529373 h 6858000"/>
              <a:gd name="connsiteX118" fmla="*/ 3492420 w 7467600"/>
              <a:gd name="connsiteY118" fmla="*/ 4510145 h 6858000"/>
              <a:gd name="connsiteX119" fmla="*/ 3364086 w 7467600"/>
              <a:gd name="connsiteY119" fmla="*/ 4480340 h 6858000"/>
              <a:gd name="connsiteX120" fmla="*/ 3225818 w 7467600"/>
              <a:gd name="connsiteY120" fmla="*/ 4411822 h 6858000"/>
              <a:gd name="connsiteX121" fmla="*/ 3129696 w 7467600"/>
              <a:gd name="connsiteY121" fmla="*/ 4360704 h 6858000"/>
              <a:gd name="connsiteX122" fmla="*/ 2814545 w 7467600"/>
              <a:gd name="connsiteY122" fmla="*/ 4282955 h 6858000"/>
              <a:gd name="connsiteX123" fmla="*/ 2305292 w 7467600"/>
              <a:gd name="connsiteY123" fmla="*/ 4219492 h 6858000"/>
              <a:gd name="connsiteX124" fmla="*/ 2626982 w 7467600"/>
              <a:gd name="connsiteY124" fmla="*/ 4206450 h 6858000"/>
              <a:gd name="connsiteX125" fmla="*/ 2490617 w 7467600"/>
              <a:gd name="connsiteY125" fmla="*/ 4206951 h 6858000"/>
              <a:gd name="connsiteX126" fmla="*/ 2819869 w 7467600"/>
              <a:gd name="connsiteY126" fmla="*/ 4252936 h 6858000"/>
              <a:gd name="connsiteX127" fmla="*/ 3143018 w 7467600"/>
              <a:gd name="connsiteY127" fmla="*/ 4332698 h 6858000"/>
              <a:gd name="connsiteX128" fmla="*/ 3241520 w 7467600"/>
              <a:gd name="connsiteY128" fmla="*/ 4385112 h 6858000"/>
              <a:gd name="connsiteX129" fmla="*/ 3374575 w 7467600"/>
              <a:gd name="connsiteY129" fmla="*/ 4451517 h 6858000"/>
              <a:gd name="connsiteX130" fmla="*/ 3505221 w 7467600"/>
              <a:gd name="connsiteY130" fmla="*/ 4480757 h 6858000"/>
              <a:gd name="connsiteX131" fmla="*/ 2626982 w 7467600"/>
              <a:gd name="connsiteY131" fmla="*/ 4206450 h 6858000"/>
              <a:gd name="connsiteX132" fmla="*/ 1310106 w 7467600"/>
              <a:gd name="connsiteY132" fmla="*/ 3943217 h 6858000"/>
              <a:gd name="connsiteX133" fmla="*/ 854994 w 7467600"/>
              <a:gd name="connsiteY133" fmla="*/ 4399136 h 6858000"/>
              <a:gd name="connsiteX134" fmla="*/ 742462 w 7467600"/>
              <a:gd name="connsiteY134" fmla="*/ 4594648 h 6858000"/>
              <a:gd name="connsiteX135" fmla="*/ 820602 w 7467600"/>
              <a:gd name="connsiteY135" fmla="*/ 4485915 h 6858000"/>
              <a:gd name="connsiteX136" fmla="*/ 878295 w 7467600"/>
              <a:gd name="connsiteY136" fmla="*/ 4403594 h 6858000"/>
              <a:gd name="connsiteX137" fmla="*/ 1240607 w 7467600"/>
              <a:gd name="connsiteY137" fmla="*/ 4010401 h 6858000"/>
              <a:gd name="connsiteX138" fmla="*/ 1310106 w 7467600"/>
              <a:gd name="connsiteY138" fmla="*/ 3943217 h 6858000"/>
              <a:gd name="connsiteX139" fmla="*/ 1423113 w 7467600"/>
              <a:gd name="connsiteY139" fmla="*/ 3874565 h 6858000"/>
              <a:gd name="connsiteX140" fmla="*/ 1260565 w 7467600"/>
              <a:gd name="connsiteY140" fmla="*/ 4031982 h 6858000"/>
              <a:gd name="connsiteX141" fmla="*/ 901900 w 7467600"/>
              <a:gd name="connsiteY141" fmla="*/ 4421236 h 6858000"/>
              <a:gd name="connsiteX142" fmla="*/ 845044 w 7467600"/>
              <a:gd name="connsiteY142" fmla="*/ 4502436 h 6858000"/>
              <a:gd name="connsiteX143" fmla="*/ 685926 w 7467600"/>
              <a:gd name="connsiteY143" fmla="*/ 4703069 h 6858000"/>
              <a:gd name="connsiteX144" fmla="*/ 684248 w 7467600"/>
              <a:gd name="connsiteY144" fmla="*/ 4706721 h 6858000"/>
              <a:gd name="connsiteX145" fmla="*/ 1423113 w 7467600"/>
              <a:gd name="connsiteY145" fmla="*/ 3874565 h 6858000"/>
              <a:gd name="connsiteX146" fmla="*/ 3316479 w 7467600"/>
              <a:gd name="connsiteY146" fmla="*/ 3872136 h 6858000"/>
              <a:gd name="connsiteX147" fmla="*/ 3546806 w 7467600"/>
              <a:gd name="connsiteY147" fmla="*/ 4356139 h 6858000"/>
              <a:gd name="connsiteX148" fmla="*/ 3364433 w 7467600"/>
              <a:gd name="connsiteY148" fmla="*/ 3953121 h 6858000"/>
              <a:gd name="connsiteX149" fmla="*/ 3316479 w 7467600"/>
              <a:gd name="connsiteY149" fmla="*/ 3872136 h 6858000"/>
              <a:gd name="connsiteX150" fmla="*/ 3291335 w 7467600"/>
              <a:gd name="connsiteY150" fmla="*/ 3767420 h 6858000"/>
              <a:gd name="connsiteX151" fmla="*/ 3390805 w 7467600"/>
              <a:gd name="connsiteY151" fmla="*/ 3937163 h 6858000"/>
              <a:gd name="connsiteX152" fmla="*/ 3579062 w 7467600"/>
              <a:gd name="connsiteY152" fmla="*/ 4359040 h 6858000"/>
              <a:gd name="connsiteX153" fmla="*/ 3467355 w 7467600"/>
              <a:gd name="connsiteY153" fmla="*/ 3988130 h 6858000"/>
              <a:gd name="connsiteX154" fmla="*/ 3310753 w 7467600"/>
              <a:gd name="connsiteY154" fmla="*/ 3787140 h 6858000"/>
              <a:gd name="connsiteX155" fmla="*/ 3291335 w 7467600"/>
              <a:gd name="connsiteY155" fmla="*/ 3767420 h 6858000"/>
              <a:gd name="connsiteX156" fmla="*/ 1635889 w 7467600"/>
              <a:gd name="connsiteY156" fmla="*/ 3709494 h 6858000"/>
              <a:gd name="connsiteX157" fmla="*/ 1634800 w 7467600"/>
              <a:gd name="connsiteY157" fmla="*/ 3731111 h 6858000"/>
              <a:gd name="connsiteX158" fmla="*/ 1635889 w 7467600"/>
              <a:gd name="connsiteY158" fmla="*/ 3709494 h 6858000"/>
              <a:gd name="connsiteX159" fmla="*/ 1510397 w 7467600"/>
              <a:gd name="connsiteY159" fmla="*/ 3684705 h 6858000"/>
              <a:gd name="connsiteX160" fmla="*/ 1146550 w 7467600"/>
              <a:gd name="connsiteY160" fmla="*/ 3802012 h 6858000"/>
              <a:gd name="connsiteX161" fmla="*/ 698834 w 7467600"/>
              <a:gd name="connsiteY161" fmla="*/ 3952272 h 6858000"/>
              <a:gd name="connsiteX162" fmla="*/ 34256 w 7467600"/>
              <a:gd name="connsiteY162" fmla="*/ 4347603 h 6858000"/>
              <a:gd name="connsiteX163" fmla="*/ 527241 w 7467600"/>
              <a:gd name="connsiteY163" fmla="*/ 4065078 h 6858000"/>
              <a:gd name="connsiteX164" fmla="*/ 1510397 w 7467600"/>
              <a:gd name="connsiteY164" fmla="*/ 3684705 h 6858000"/>
              <a:gd name="connsiteX165" fmla="*/ 1313114 w 7467600"/>
              <a:gd name="connsiteY165" fmla="*/ 3655216 h 6858000"/>
              <a:gd name="connsiteX166" fmla="*/ 1109304 w 7467600"/>
              <a:gd name="connsiteY166" fmla="*/ 3669030 h 6858000"/>
              <a:gd name="connsiteX167" fmla="*/ 8129 w 7467600"/>
              <a:gd name="connsiteY167" fmla="*/ 4330519 h 6858000"/>
              <a:gd name="connsiteX168" fmla="*/ 687572 w 7467600"/>
              <a:gd name="connsiteY168" fmla="*/ 3925629 h 6858000"/>
              <a:gd name="connsiteX169" fmla="*/ 1138365 w 7467600"/>
              <a:gd name="connsiteY169" fmla="*/ 3774515 h 6858000"/>
              <a:gd name="connsiteX170" fmla="*/ 1505579 w 7467600"/>
              <a:gd name="connsiteY170" fmla="*/ 3655526 h 6858000"/>
              <a:gd name="connsiteX171" fmla="*/ 1313114 w 7467600"/>
              <a:gd name="connsiteY171" fmla="*/ 3655216 h 6858000"/>
              <a:gd name="connsiteX172" fmla="*/ 3655073 w 7467600"/>
              <a:gd name="connsiteY172" fmla="*/ 3650884 h 6858000"/>
              <a:gd name="connsiteX173" fmla="*/ 3989938 w 7467600"/>
              <a:gd name="connsiteY173" fmla="*/ 3991685 h 6858000"/>
              <a:gd name="connsiteX174" fmla="*/ 4393907 w 7467600"/>
              <a:gd name="connsiteY174" fmla="*/ 4261258 h 6858000"/>
              <a:gd name="connsiteX175" fmla="*/ 4648051 w 7467600"/>
              <a:gd name="connsiteY175" fmla="*/ 4374051 h 6858000"/>
              <a:gd name="connsiteX176" fmla="*/ 4383389 w 7467600"/>
              <a:gd name="connsiteY176" fmla="*/ 4184369 h 6858000"/>
              <a:gd name="connsiteX177" fmla="*/ 4165508 w 7467600"/>
              <a:gd name="connsiteY177" fmla="*/ 4035196 h 6858000"/>
              <a:gd name="connsiteX178" fmla="*/ 4068162 w 7467600"/>
              <a:gd name="connsiteY178" fmla="*/ 3953394 h 6858000"/>
              <a:gd name="connsiteX179" fmla="*/ 3981416 w 7467600"/>
              <a:gd name="connsiteY179" fmla="*/ 3880482 h 6858000"/>
              <a:gd name="connsiteX180" fmla="*/ 3800147 w 7467600"/>
              <a:gd name="connsiteY180" fmla="*/ 3749872 h 6858000"/>
              <a:gd name="connsiteX181" fmla="*/ 3655073 w 7467600"/>
              <a:gd name="connsiteY181" fmla="*/ 3650884 h 6858000"/>
              <a:gd name="connsiteX182" fmla="*/ 3670252 w 7467600"/>
              <a:gd name="connsiteY182" fmla="*/ 3622798 h 6858000"/>
              <a:gd name="connsiteX183" fmla="*/ 3817258 w 7467600"/>
              <a:gd name="connsiteY183" fmla="*/ 3723577 h 6858000"/>
              <a:gd name="connsiteX184" fmla="*/ 4000461 w 7467600"/>
              <a:gd name="connsiteY184" fmla="*/ 3855966 h 6858000"/>
              <a:gd name="connsiteX185" fmla="*/ 4088180 w 7467600"/>
              <a:gd name="connsiteY185" fmla="*/ 3929774 h 6858000"/>
              <a:gd name="connsiteX186" fmla="*/ 4184555 w 7467600"/>
              <a:gd name="connsiteY186" fmla="*/ 4010683 h 6858000"/>
              <a:gd name="connsiteX187" fmla="*/ 4399563 w 7467600"/>
              <a:gd name="connsiteY187" fmla="*/ 4158106 h 6858000"/>
              <a:gd name="connsiteX188" fmla="*/ 4684469 w 7467600"/>
              <a:gd name="connsiteY188" fmla="*/ 4364680 h 6858000"/>
              <a:gd name="connsiteX189" fmla="*/ 4690271 w 7467600"/>
              <a:gd name="connsiteY189" fmla="*/ 4370034 h 6858000"/>
              <a:gd name="connsiteX190" fmla="*/ 4136093 w 7467600"/>
              <a:gd name="connsiteY190" fmla="*/ 3858466 h 6858000"/>
              <a:gd name="connsiteX191" fmla="*/ 3670252 w 7467600"/>
              <a:gd name="connsiteY191" fmla="*/ 3622798 h 6858000"/>
              <a:gd name="connsiteX192" fmla="*/ 4440129 w 7467600"/>
              <a:gd name="connsiteY192" fmla="*/ 3448571 h 6858000"/>
              <a:gd name="connsiteX193" fmla="*/ 4856525 w 7467600"/>
              <a:gd name="connsiteY193" fmla="*/ 3915351 h 6858000"/>
              <a:gd name="connsiteX194" fmla="*/ 5059055 w 7467600"/>
              <a:gd name="connsiteY194" fmla="*/ 4108918 h 6858000"/>
              <a:gd name="connsiteX195" fmla="*/ 5290070 w 7467600"/>
              <a:gd name="connsiteY195" fmla="*/ 4263619 h 6858000"/>
              <a:gd name="connsiteX196" fmla="*/ 4834991 w 7467600"/>
              <a:gd name="connsiteY196" fmla="*/ 3830985 h 6858000"/>
              <a:gd name="connsiteX197" fmla="*/ 4440129 w 7467600"/>
              <a:gd name="connsiteY197" fmla="*/ 3448571 h 6858000"/>
              <a:gd name="connsiteX198" fmla="*/ 4441737 w 7467600"/>
              <a:gd name="connsiteY198" fmla="*/ 3399734 h 6858000"/>
              <a:gd name="connsiteX199" fmla="*/ 4431236 w 7467600"/>
              <a:gd name="connsiteY199" fmla="*/ 3400954 h 6858000"/>
              <a:gd name="connsiteX200" fmla="*/ 4557150 w 7467600"/>
              <a:gd name="connsiteY200" fmla="*/ 3510023 h 6858000"/>
              <a:gd name="connsiteX201" fmla="*/ 4856936 w 7467600"/>
              <a:gd name="connsiteY201" fmla="*/ 3809146 h 6858000"/>
              <a:gd name="connsiteX202" fmla="*/ 5111996 w 7467600"/>
              <a:gd name="connsiteY202" fmla="*/ 4065759 h 6858000"/>
              <a:gd name="connsiteX203" fmla="*/ 5388878 w 7467600"/>
              <a:gd name="connsiteY203" fmla="*/ 4300185 h 6858000"/>
              <a:gd name="connsiteX204" fmla="*/ 5425556 w 7467600"/>
              <a:gd name="connsiteY204" fmla="*/ 4308967 h 6858000"/>
              <a:gd name="connsiteX205" fmla="*/ 4943646 w 7467600"/>
              <a:gd name="connsiteY205" fmla="*/ 3822916 h 6858000"/>
              <a:gd name="connsiteX206" fmla="*/ 4594837 w 7467600"/>
              <a:gd name="connsiteY206" fmla="*/ 3532274 h 6858000"/>
              <a:gd name="connsiteX207" fmla="*/ 4441737 w 7467600"/>
              <a:gd name="connsiteY207" fmla="*/ 3399734 h 6858000"/>
              <a:gd name="connsiteX208" fmla="*/ 5425834 w 7467600"/>
              <a:gd name="connsiteY208" fmla="*/ 3162785 h 6858000"/>
              <a:gd name="connsiteX209" fmla="*/ 5401644 w 7467600"/>
              <a:gd name="connsiteY209" fmla="*/ 3617847 h 6858000"/>
              <a:gd name="connsiteX210" fmla="*/ 5467256 w 7467600"/>
              <a:gd name="connsiteY210" fmla="*/ 4175494 h 6858000"/>
              <a:gd name="connsiteX211" fmla="*/ 5448069 w 7467600"/>
              <a:gd name="connsiteY211" fmla="*/ 3567554 h 6858000"/>
              <a:gd name="connsiteX212" fmla="*/ 5425834 w 7467600"/>
              <a:gd name="connsiteY212" fmla="*/ 3162785 h 6858000"/>
              <a:gd name="connsiteX213" fmla="*/ 1318687 w 7467600"/>
              <a:gd name="connsiteY213" fmla="*/ 3113840 h 6858000"/>
              <a:gd name="connsiteX214" fmla="*/ 1066793 w 7467600"/>
              <a:gd name="connsiteY214" fmla="*/ 3212171 h 6858000"/>
              <a:gd name="connsiteX215" fmla="*/ 993319 w 7467600"/>
              <a:gd name="connsiteY215" fmla="*/ 3247648 h 6858000"/>
              <a:gd name="connsiteX216" fmla="*/ 853081 w 7467600"/>
              <a:gd name="connsiteY216" fmla="*/ 3312410 h 6858000"/>
              <a:gd name="connsiteX217" fmla="*/ 805957 w 7467600"/>
              <a:gd name="connsiteY217" fmla="*/ 3330443 h 6858000"/>
              <a:gd name="connsiteX218" fmla="*/ 1318687 w 7467600"/>
              <a:gd name="connsiteY218" fmla="*/ 3113840 h 6858000"/>
              <a:gd name="connsiteX219" fmla="*/ 5453702 w 7467600"/>
              <a:gd name="connsiteY219" fmla="*/ 3090882 h 6858000"/>
              <a:gd name="connsiteX220" fmla="*/ 5480135 w 7467600"/>
              <a:gd name="connsiteY220" fmla="*/ 3565802 h 6858000"/>
              <a:gd name="connsiteX221" fmla="*/ 5499023 w 7467600"/>
              <a:gd name="connsiteY221" fmla="*/ 4166310 h 6858000"/>
              <a:gd name="connsiteX222" fmla="*/ 5547022 w 7467600"/>
              <a:gd name="connsiteY222" fmla="*/ 3607838 h 6858000"/>
              <a:gd name="connsiteX223" fmla="*/ 5515964 w 7467600"/>
              <a:gd name="connsiteY223" fmla="*/ 3378541 h 6858000"/>
              <a:gd name="connsiteX224" fmla="*/ 5453702 w 7467600"/>
              <a:gd name="connsiteY224" fmla="*/ 3090882 h 6858000"/>
              <a:gd name="connsiteX225" fmla="*/ 1238695 w 7467600"/>
              <a:gd name="connsiteY225" fmla="*/ 3076820 h 6858000"/>
              <a:gd name="connsiteX226" fmla="*/ 716371 w 7467600"/>
              <a:gd name="connsiteY226" fmla="*/ 3293249 h 6858000"/>
              <a:gd name="connsiteX227" fmla="*/ 579522 w 7467600"/>
              <a:gd name="connsiteY227" fmla="*/ 3371759 h 6858000"/>
              <a:gd name="connsiteX228" fmla="*/ 600288 w 7467600"/>
              <a:gd name="connsiteY228" fmla="*/ 3365555 h 6858000"/>
              <a:gd name="connsiteX229" fmla="*/ 840692 w 7467600"/>
              <a:gd name="connsiteY229" fmla="*/ 3284921 h 6858000"/>
              <a:gd name="connsiteX230" fmla="*/ 979248 w 7467600"/>
              <a:gd name="connsiteY230" fmla="*/ 3221003 h 6858000"/>
              <a:gd name="connsiteX231" fmla="*/ 1053282 w 7467600"/>
              <a:gd name="connsiteY231" fmla="*/ 3185247 h 6858000"/>
              <a:gd name="connsiteX232" fmla="*/ 1320603 w 7467600"/>
              <a:gd name="connsiteY232" fmla="*/ 3081281 h 6858000"/>
              <a:gd name="connsiteX233" fmla="*/ 1238695 w 7467600"/>
              <a:gd name="connsiteY233" fmla="*/ 3076820 h 6858000"/>
              <a:gd name="connsiteX234" fmla="*/ 5425627 w 7467600"/>
              <a:gd name="connsiteY234" fmla="*/ 2954192 h 6858000"/>
              <a:gd name="connsiteX235" fmla="*/ 5470770 w 7467600"/>
              <a:gd name="connsiteY235" fmla="*/ 3005435 h 6858000"/>
              <a:gd name="connsiteX236" fmla="*/ 5519779 w 7467600"/>
              <a:gd name="connsiteY236" fmla="*/ 4359223 h 6858000"/>
              <a:gd name="connsiteX237" fmla="*/ 5520293 w 7467600"/>
              <a:gd name="connsiteY237" fmla="*/ 4360602 h 6858000"/>
              <a:gd name="connsiteX238" fmla="*/ 5767221 w 7467600"/>
              <a:gd name="connsiteY238" fmla="*/ 4665564 h 6858000"/>
              <a:gd name="connsiteX239" fmla="*/ 6937169 w 7467600"/>
              <a:gd name="connsiteY239" fmla="*/ 4815941 h 6858000"/>
              <a:gd name="connsiteX240" fmla="*/ 6953922 w 7467600"/>
              <a:gd name="connsiteY240" fmla="*/ 4890068 h 6858000"/>
              <a:gd name="connsiteX241" fmla="*/ 6071359 w 7467600"/>
              <a:gd name="connsiteY241" fmla="*/ 4770770 h 6858000"/>
              <a:gd name="connsiteX242" fmla="*/ 6038839 w 7467600"/>
              <a:gd name="connsiteY242" fmla="*/ 4764474 h 6858000"/>
              <a:gd name="connsiteX243" fmla="*/ 6038706 w 7467600"/>
              <a:gd name="connsiteY243" fmla="*/ 4763847 h 6858000"/>
              <a:gd name="connsiteX244" fmla="*/ 6037784 w 7467600"/>
              <a:gd name="connsiteY244" fmla="*/ 4764270 h 6858000"/>
              <a:gd name="connsiteX245" fmla="*/ 6038839 w 7467600"/>
              <a:gd name="connsiteY245" fmla="*/ 4764474 h 6858000"/>
              <a:gd name="connsiteX246" fmla="*/ 6040338 w 7467600"/>
              <a:gd name="connsiteY246" fmla="*/ 4771418 h 6858000"/>
              <a:gd name="connsiteX247" fmla="*/ 6024488 w 7467600"/>
              <a:gd name="connsiteY247" fmla="*/ 4809903 h 6858000"/>
              <a:gd name="connsiteX248" fmla="*/ 5599771 w 7467600"/>
              <a:gd name="connsiteY248" fmla="*/ 5509652 h 6858000"/>
              <a:gd name="connsiteX249" fmla="*/ 5548843 w 7467600"/>
              <a:gd name="connsiteY249" fmla="*/ 5563845 h 6858000"/>
              <a:gd name="connsiteX250" fmla="*/ 5940952 w 7467600"/>
              <a:gd name="connsiteY250" fmla="*/ 6250028 h 6858000"/>
              <a:gd name="connsiteX251" fmla="*/ 6043441 w 7467600"/>
              <a:gd name="connsiteY251" fmla="*/ 6665847 h 6858000"/>
              <a:gd name="connsiteX252" fmla="*/ 6093432 w 7467600"/>
              <a:gd name="connsiteY252" fmla="*/ 6858000 h 6858000"/>
              <a:gd name="connsiteX253" fmla="*/ 6034344 w 7467600"/>
              <a:gd name="connsiteY253" fmla="*/ 6858000 h 6858000"/>
              <a:gd name="connsiteX254" fmla="*/ 6026679 w 7467600"/>
              <a:gd name="connsiteY254" fmla="*/ 6836959 h 6858000"/>
              <a:gd name="connsiteX255" fmla="*/ 5800441 w 7467600"/>
              <a:gd name="connsiteY255" fmla="*/ 6335286 h 6858000"/>
              <a:gd name="connsiteX256" fmla="*/ 5526562 w 7467600"/>
              <a:gd name="connsiteY256" fmla="*/ 5705388 h 6858000"/>
              <a:gd name="connsiteX257" fmla="*/ 5519640 w 7467600"/>
              <a:gd name="connsiteY257" fmla="*/ 5683774 h 6858000"/>
              <a:gd name="connsiteX258" fmla="*/ 5844559 w 7467600"/>
              <a:gd name="connsiteY258" fmla="*/ 6553349 h 6858000"/>
              <a:gd name="connsiteX259" fmla="*/ 5975994 w 7467600"/>
              <a:gd name="connsiteY259" fmla="*/ 6858000 h 6858000"/>
              <a:gd name="connsiteX260" fmla="*/ 5898547 w 7467600"/>
              <a:gd name="connsiteY260" fmla="*/ 6858000 h 6858000"/>
              <a:gd name="connsiteX261" fmla="*/ 5682041 w 7467600"/>
              <a:gd name="connsiteY261" fmla="*/ 6355860 h 6858000"/>
              <a:gd name="connsiteX262" fmla="*/ 5461758 w 7467600"/>
              <a:gd name="connsiteY262" fmla="*/ 5820220 h 6858000"/>
              <a:gd name="connsiteX263" fmla="*/ 5237282 w 7467600"/>
              <a:gd name="connsiteY263" fmla="*/ 6579086 h 6858000"/>
              <a:gd name="connsiteX264" fmla="*/ 5115009 w 7467600"/>
              <a:gd name="connsiteY264" fmla="*/ 6858000 h 6858000"/>
              <a:gd name="connsiteX265" fmla="*/ 5028074 w 7467600"/>
              <a:gd name="connsiteY265" fmla="*/ 6858000 h 6858000"/>
              <a:gd name="connsiteX266" fmla="*/ 5079508 w 7467600"/>
              <a:gd name="connsiteY266" fmla="*/ 6749074 h 6858000"/>
              <a:gd name="connsiteX267" fmla="*/ 5371846 w 7467600"/>
              <a:gd name="connsiteY267" fmla="*/ 5924413 h 6858000"/>
              <a:gd name="connsiteX268" fmla="*/ 5270512 w 7467600"/>
              <a:gd name="connsiteY268" fmla="*/ 6138975 h 6858000"/>
              <a:gd name="connsiteX269" fmla="*/ 5062409 w 7467600"/>
              <a:gd name="connsiteY269" fmla="*/ 6653544 h 6858000"/>
              <a:gd name="connsiteX270" fmla="*/ 5036628 w 7467600"/>
              <a:gd name="connsiteY270" fmla="*/ 6754247 h 6858000"/>
              <a:gd name="connsiteX271" fmla="*/ 5009112 w 7467600"/>
              <a:gd name="connsiteY271" fmla="*/ 6858000 h 6858000"/>
              <a:gd name="connsiteX272" fmla="*/ 4976679 w 7467600"/>
              <a:gd name="connsiteY272" fmla="*/ 6858000 h 6858000"/>
              <a:gd name="connsiteX273" fmla="*/ 5006537 w 7467600"/>
              <a:gd name="connsiteY273" fmla="*/ 6747068 h 6858000"/>
              <a:gd name="connsiteX274" fmla="*/ 5032723 w 7467600"/>
              <a:gd name="connsiteY274" fmla="*/ 6644957 h 6858000"/>
              <a:gd name="connsiteX275" fmla="*/ 5242949 w 7467600"/>
              <a:gd name="connsiteY275" fmla="*/ 6125175 h 6858000"/>
              <a:gd name="connsiteX276" fmla="*/ 5286321 w 7467600"/>
              <a:gd name="connsiteY276" fmla="*/ 6033555 h 6858000"/>
              <a:gd name="connsiteX277" fmla="*/ 5008210 w 7467600"/>
              <a:gd name="connsiteY277" fmla="*/ 6649194 h 6858000"/>
              <a:gd name="connsiteX278" fmla="*/ 4986321 w 7467600"/>
              <a:gd name="connsiteY278" fmla="*/ 6765687 h 6858000"/>
              <a:gd name="connsiteX279" fmla="*/ 4973474 w 7467600"/>
              <a:gd name="connsiteY279" fmla="*/ 6858000 h 6858000"/>
              <a:gd name="connsiteX280" fmla="*/ 4907178 w 7467600"/>
              <a:gd name="connsiteY280" fmla="*/ 6858000 h 6858000"/>
              <a:gd name="connsiteX281" fmla="*/ 4910810 w 7467600"/>
              <a:gd name="connsiteY281" fmla="*/ 6829660 h 6858000"/>
              <a:gd name="connsiteX282" fmla="*/ 4987461 w 7467600"/>
              <a:gd name="connsiteY282" fmla="*/ 6432994 h 6858000"/>
              <a:gd name="connsiteX283" fmla="*/ 5179262 w 7467600"/>
              <a:gd name="connsiteY283" fmla="*/ 6035044 h 6858000"/>
              <a:gd name="connsiteX284" fmla="*/ 4689678 w 7467600"/>
              <a:gd name="connsiteY284" fmla="*/ 6440241 h 6858000"/>
              <a:gd name="connsiteX285" fmla="*/ 4477543 w 7467600"/>
              <a:gd name="connsiteY285" fmla="*/ 6674836 h 6858000"/>
              <a:gd name="connsiteX286" fmla="*/ 4329957 w 7467600"/>
              <a:gd name="connsiteY286" fmla="*/ 6858000 h 6858000"/>
              <a:gd name="connsiteX287" fmla="*/ 4218595 w 7467600"/>
              <a:gd name="connsiteY287" fmla="*/ 6858000 h 6858000"/>
              <a:gd name="connsiteX288" fmla="*/ 4368888 w 7467600"/>
              <a:gd name="connsiteY288" fmla="*/ 6668412 h 6858000"/>
              <a:gd name="connsiteX289" fmla="*/ 4563091 w 7467600"/>
              <a:gd name="connsiteY289" fmla="*/ 6442508 h 6858000"/>
              <a:gd name="connsiteX290" fmla="*/ 5387324 w 7467600"/>
              <a:gd name="connsiteY290" fmla="*/ 5705830 h 6858000"/>
              <a:gd name="connsiteX291" fmla="*/ 5073620 w 7467600"/>
              <a:gd name="connsiteY291" fmla="*/ 5955437 h 6858000"/>
              <a:gd name="connsiteX292" fmla="*/ 4689789 w 7467600"/>
              <a:gd name="connsiteY292" fmla="*/ 6268382 h 6858000"/>
              <a:gd name="connsiteX293" fmla="*/ 4418722 w 7467600"/>
              <a:gd name="connsiteY293" fmla="*/ 6570886 h 6858000"/>
              <a:gd name="connsiteX294" fmla="*/ 4214944 w 7467600"/>
              <a:gd name="connsiteY294" fmla="*/ 6858000 h 6858000"/>
              <a:gd name="connsiteX295" fmla="*/ 4177898 w 7467600"/>
              <a:gd name="connsiteY295" fmla="*/ 6858000 h 6858000"/>
              <a:gd name="connsiteX296" fmla="*/ 4391597 w 7467600"/>
              <a:gd name="connsiteY296" fmla="*/ 6556370 h 6858000"/>
              <a:gd name="connsiteX297" fmla="*/ 4668889 w 7467600"/>
              <a:gd name="connsiteY297" fmla="*/ 6246399 h 6858000"/>
              <a:gd name="connsiteX298" fmla="*/ 5055427 w 7467600"/>
              <a:gd name="connsiteY298" fmla="*/ 5931476 h 6858000"/>
              <a:gd name="connsiteX299" fmla="*/ 5371814 w 7467600"/>
              <a:gd name="connsiteY299" fmla="*/ 5678975 h 6858000"/>
              <a:gd name="connsiteX300" fmla="*/ 4987918 w 7467600"/>
              <a:gd name="connsiteY300" fmla="*/ 5838701 h 6858000"/>
              <a:gd name="connsiteX301" fmla="*/ 4317146 w 7467600"/>
              <a:gd name="connsiteY301" fmla="*/ 6587716 h 6858000"/>
              <a:gd name="connsiteX302" fmla="*/ 4171627 w 7467600"/>
              <a:gd name="connsiteY302" fmla="*/ 6858000 h 6858000"/>
              <a:gd name="connsiteX303" fmla="*/ 4081585 w 7467600"/>
              <a:gd name="connsiteY303" fmla="*/ 6858000 h 6858000"/>
              <a:gd name="connsiteX304" fmla="*/ 4238603 w 7467600"/>
              <a:gd name="connsiteY304" fmla="*/ 6559341 h 6858000"/>
              <a:gd name="connsiteX305" fmla="*/ 4778333 w 7467600"/>
              <a:gd name="connsiteY305" fmla="*/ 5873626 h 6858000"/>
              <a:gd name="connsiteX306" fmla="*/ 5414185 w 7467600"/>
              <a:gd name="connsiteY306" fmla="*/ 5573882 h 6858000"/>
              <a:gd name="connsiteX307" fmla="*/ 5959648 w 7467600"/>
              <a:gd name="connsiteY307" fmla="*/ 4760797 h 6858000"/>
              <a:gd name="connsiteX308" fmla="*/ 5355019 w 7467600"/>
              <a:gd name="connsiteY308" fmla="*/ 4734672 h 6858000"/>
              <a:gd name="connsiteX309" fmla="*/ 5083565 w 7467600"/>
              <a:gd name="connsiteY309" fmla="*/ 5179121 h 6858000"/>
              <a:gd name="connsiteX310" fmla="*/ 4713577 w 7467600"/>
              <a:gd name="connsiteY310" fmla="*/ 5616803 h 6858000"/>
              <a:gd name="connsiteX311" fmla="*/ 3989559 w 7467600"/>
              <a:gd name="connsiteY311" fmla="*/ 6145945 h 6858000"/>
              <a:gd name="connsiteX312" fmla="*/ 3939824 w 7467600"/>
              <a:gd name="connsiteY312" fmla="*/ 6066900 h 6858000"/>
              <a:gd name="connsiteX313" fmla="*/ 4584537 w 7467600"/>
              <a:gd name="connsiteY313" fmla="*/ 5324826 h 6858000"/>
              <a:gd name="connsiteX314" fmla="*/ 5037105 w 7467600"/>
              <a:gd name="connsiteY314" fmla="*/ 5088765 h 6858000"/>
              <a:gd name="connsiteX315" fmla="*/ 5039930 w 7467600"/>
              <a:gd name="connsiteY315" fmla="*/ 5089585 h 6858000"/>
              <a:gd name="connsiteX316" fmla="*/ 5263764 w 7467600"/>
              <a:gd name="connsiteY316" fmla="*/ 4735525 h 6858000"/>
              <a:gd name="connsiteX317" fmla="*/ 4086300 w 7467600"/>
              <a:gd name="connsiteY317" fmla="*/ 4884599 h 6858000"/>
              <a:gd name="connsiteX318" fmla="*/ 4085485 w 7467600"/>
              <a:gd name="connsiteY318" fmla="*/ 4899070 h 6858000"/>
              <a:gd name="connsiteX319" fmla="*/ 3871915 w 7467600"/>
              <a:gd name="connsiteY319" fmla="*/ 5253645 h 6858000"/>
              <a:gd name="connsiteX320" fmla="*/ 3799374 w 7467600"/>
              <a:gd name="connsiteY320" fmla="*/ 5466127 h 6858000"/>
              <a:gd name="connsiteX321" fmla="*/ 3498850 w 7467600"/>
              <a:gd name="connsiteY321" fmla="*/ 6661888 h 6858000"/>
              <a:gd name="connsiteX322" fmla="*/ 3399216 w 7467600"/>
              <a:gd name="connsiteY322" fmla="*/ 6858000 h 6858000"/>
              <a:gd name="connsiteX323" fmla="*/ 3303688 w 7467600"/>
              <a:gd name="connsiteY323" fmla="*/ 6858000 h 6858000"/>
              <a:gd name="connsiteX324" fmla="*/ 3391774 w 7467600"/>
              <a:gd name="connsiteY324" fmla="*/ 6697181 h 6858000"/>
              <a:gd name="connsiteX325" fmla="*/ 3735540 w 7467600"/>
              <a:gd name="connsiteY325" fmla="*/ 5546923 h 6858000"/>
              <a:gd name="connsiteX326" fmla="*/ 3729438 w 7467600"/>
              <a:gd name="connsiteY326" fmla="*/ 5569058 h 6858000"/>
              <a:gd name="connsiteX327" fmla="*/ 3707782 w 7467600"/>
              <a:gd name="connsiteY327" fmla="*/ 5644908 h 6858000"/>
              <a:gd name="connsiteX328" fmla="*/ 3583827 w 7467600"/>
              <a:gd name="connsiteY328" fmla="*/ 6039215 h 6858000"/>
              <a:gd name="connsiteX329" fmla="*/ 3547861 w 7467600"/>
              <a:gd name="connsiteY329" fmla="*/ 6129609 h 6858000"/>
              <a:gd name="connsiteX330" fmla="*/ 3490905 w 7467600"/>
              <a:gd name="connsiteY330" fmla="*/ 6277660 h 6858000"/>
              <a:gd name="connsiteX331" fmla="*/ 3455859 w 7467600"/>
              <a:gd name="connsiteY331" fmla="*/ 6391301 h 6858000"/>
              <a:gd name="connsiteX332" fmla="*/ 3429112 w 7467600"/>
              <a:gd name="connsiteY332" fmla="*/ 6479469 h 6858000"/>
              <a:gd name="connsiteX333" fmla="*/ 3304862 w 7467600"/>
              <a:gd name="connsiteY333" fmla="*/ 6796476 h 6858000"/>
              <a:gd name="connsiteX334" fmla="*/ 3276071 w 7467600"/>
              <a:gd name="connsiteY334" fmla="*/ 6858000 h 6858000"/>
              <a:gd name="connsiteX335" fmla="*/ 3240805 w 7467600"/>
              <a:gd name="connsiteY335" fmla="*/ 6858000 h 6858000"/>
              <a:gd name="connsiteX336" fmla="*/ 3275917 w 7467600"/>
              <a:gd name="connsiteY336" fmla="*/ 6783192 h 6858000"/>
              <a:gd name="connsiteX337" fmla="*/ 3399358 w 7467600"/>
              <a:gd name="connsiteY337" fmla="*/ 6469011 h 6858000"/>
              <a:gd name="connsiteX338" fmla="*/ 3425650 w 7467600"/>
              <a:gd name="connsiteY338" fmla="*/ 6381333 h 6858000"/>
              <a:gd name="connsiteX339" fmla="*/ 3460661 w 7467600"/>
              <a:gd name="connsiteY339" fmla="*/ 6266763 h 6858000"/>
              <a:gd name="connsiteX340" fmla="*/ 3518021 w 7467600"/>
              <a:gd name="connsiteY340" fmla="*/ 6117298 h 6858000"/>
              <a:gd name="connsiteX341" fmla="*/ 3554035 w 7467600"/>
              <a:gd name="connsiteY341" fmla="*/ 6027832 h 6858000"/>
              <a:gd name="connsiteX342" fmla="*/ 3677174 w 7467600"/>
              <a:gd name="connsiteY342" fmla="*/ 5636351 h 6858000"/>
              <a:gd name="connsiteX343" fmla="*/ 3698819 w 7467600"/>
              <a:gd name="connsiteY343" fmla="*/ 5560503 h 6858000"/>
              <a:gd name="connsiteX344" fmla="*/ 3702094 w 7467600"/>
              <a:gd name="connsiteY344" fmla="*/ 5549194 h 6858000"/>
              <a:gd name="connsiteX345" fmla="*/ 3398355 w 7467600"/>
              <a:gd name="connsiteY345" fmla="*/ 6094603 h 6858000"/>
              <a:gd name="connsiteX346" fmla="*/ 3193941 w 7467600"/>
              <a:gd name="connsiteY346" fmla="*/ 6798775 h 6858000"/>
              <a:gd name="connsiteX347" fmla="*/ 3184140 w 7467600"/>
              <a:gd name="connsiteY347" fmla="*/ 6858000 h 6858000"/>
              <a:gd name="connsiteX348" fmla="*/ 3099978 w 7467600"/>
              <a:gd name="connsiteY348" fmla="*/ 6858000 h 6858000"/>
              <a:gd name="connsiteX349" fmla="*/ 3101556 w 7467600"/>
              <a:gd name="connsiteY349" fmla="*/ 6843337 h 6858000"/>
              <a:gd name="connsiteX350" fmla="*/ 3370162 w 7467600"/>
              <a:gd name="connsiteY350" fmla="*/ 5785550 h 6858000"/>
              <a:gd name="connsiteX351" fmla="*/ 3746477 w 7467600"/>
              <a:gd name="connsiteY351" fmla="*/ 5377889 h 6858000"/>
              <a:gd name="connsiteX352" fmla="*/ 3863399 w 7467600"/>
              <a:gd name="connsiteY352" fmla="*/ 5087257 h 6858000"/>
              <a:gd name="connsiteX353" fmla="*/ 3968712 w 7467600"/>
              <a:gd name="connsiteY353" fmla="*/ 4913989 h 6858000"/>
              <a:gd name="connsiteX354" fmla="*/ 2792390 w 7467600"/>
              <a:gd name="connsiteY354" fmla="*/ 5382974 h 6858000"/>
              <a:gd name="connsiteX355" fmla="*/ 2714982 w 7467600"/>
              <a:gd name="connsiteY355" fmla="*/ 5427051 h 6858000"/>
              <a:gd name="connsiteX356" fmla="*/ 2813361 w 7467600"/>
              <a:gd name="connsiteY356" fmla="*/ 6023912 h 6858000"/>
              <a:gd name="connsiteX357" fmla="*/ 2688430 w 7467600"/>
              <a:gd name="connsiteY357" fmla="*/ 6801564 h 6858000"/>
              <a:gd name="connsiteX358" fmla="*/ 2629626 w 7467600"/>
              <a:gd name="connsiteY358" fmla="*/ 6763394 h 6858000"/>
              <a:gd name="connsiteX359" fmla="*/ 2565328 w 7467600"/>
              <a:gd name="connsiteY359" fmla="*/ 5516399 h 6858000"/>
              <a:gd name="connsiteX360" fmla="*/ 1922999 w 7467600"/>
              <a:gd name="connsiteY360" fmla="*/ 5980343 h 6858000"/>
              <a:gd name="connsiteX361" fmla="*/ 1950261 w 7467600"/>
              <a:gd name="connsiteY361" fmla="*/ 6405858 h 6858000"/>
              <a:gd name="connsiteX362" fmla="*/ 2365554 w 7467600"/>
              <a:gd name="connsiteY362" fmla="*/ 6759107 h 6858000"/>
              <a:gd name="connsiteX363" fmla="*/ 2424142 w 7467600"/>
              <a:gd name="connsiteY363" fmla="*/ 6858000 h 6858000"/>
              <a:gd name="connsiteX364" fmla="*/ 2395994 w 7467600"/>
              <a:gd name="connsiteY364" fmla="*/ 6858000 h 6858000"/>
              <a:gd name="connsiteX365" fmla="*/ 2392863 w 7467600"/>
              <a:gd name="connsiteY365" fmla="*/ 6852964 h 6858000"/>
              <a:gd name="connsiteX366" fmla="*/ 2017589 w 7467600"/>
              <a:gd name="connsiteY366" fmla="*/ 6493982 h 6858000"/>
              <a:gd name="connsiteX367" fmla="*/ 2147336 w 7467600"/>
              <a:gd name="connsiteY367" fmla="*/ 6594052 h 6858000"/>
              <a:gd name="connsiteX368" fmla="*/ 2207047 w 7467600"/>
              <a:gd name="connsiteY368" fmla="*/ 6654540 h 6858000"/>
              <a:gd name="connsiteX369" fmla="*/ 2299106 w 7467600"/>
              <a:gd name="connsiteY369" fmla="*/ 6778931 h 6858000"/>
              <a:gd name="connsiteX370" fmla="*/ 2314430 w 7467600"/>
              <a:gd name="connsiteY370" fmla="*/ 6801144 h 6858000"/>
              <a:gd name="connsiteX371" fmla="*/ 2352406 w 7467600"/>
              <a:gd name="connsiteY371" fmla="*/ 6858000 h 6858000"/>
              <a:gd name="connsiteX372" fmla="*/ 2314492 w 7467600"/>
              <a:gd name="connsiteY372" fmla="*/ 6858000 h 6858000"/>
              <a:gd name="connsiteX373" fmla="*/ 2288095 w 7467600"/>
              <a:gd name="connsiteY373" fmla="*/ 6818030 h 6858000"/>
              <a:gd name="connsiteX374" fmla="*/ 2272768 w 7467600"/>
              <a:gd name="connsiteY374" fmla="*/ 6795822 h 6858000"/>
              <a:gd name="connsiteX375" fmla="*/ 2182715 w 7467600"/>
              <a:gd name="connsiteY375" fmla="*/ 6675071 h 6858000"/>
              <a:gd name="connsiteX376" fmla="*/ 2032061 w 7467600"/>
              <a:gd name="connsiteY376" fmla="*/ 6541380 h 6858000"/>
              <a:gd name="connsiteX377" fmla="*/ 2257220 w 7467600"/>
              <a:gd name="connsiteY377" fmla="*/ 6826257 h 6858000"/>
              <a:gd name="connsiteX378" fmla="*/ 2281324 w 7467600"/>
              <a:gd name="connsiteY378" fmla="*/ 6858000 h 6858000"/>
              <a:gd name="connsiteX379" fmla="*/ 2242860 w 7467600"/>
              <a:gd name="connsiteY379" fmla="*/ 6858000 h 6858000"/>
              <a:gd name="connsiteX380" fmla="*/ 2232818 w 7467600"/>
              <a:gd name="connsiteY380" fmla="*/ 6844926 h 6858000"/>
              <a:gd name="connsiteX381" fmla="*/ 1990172 w 7467600"/>
              <a:gd name="connsiteY381" fmla="*/ 6542121 h 6858000"/>
              <a:gd name="connsiteX382" fmla="*/ 2124090 w 7467600"/>
              <a:gd name="connsiteY382" fmla="*/ 6761017 h 6858000"/>
              <a:gd name="connsiteX383" fmla="*/ 2200380 w 7467600"/>
              <a:gd name="connsiteY383" fmla="*/ 6858000 h 6858000"/>
              <a:gd name="connsiteX384" fmla="*/ 2147507 w 7467600"/>
              <a:gd name="connsiteY384" fmla="*/ 6858000 h 6858000"/>
              <a:gd name="connsiteX385" fmla="*/ 2070668 w 7467600"/>
              <a:gd name="connsiteY385" fmla="*/ 6761520 h 6858000"/>
              <a:gd name="connsiteX386" fmla="*/ 1975142 w 7467600"/>
              <a:gd name="connsiteY386" fmla="*/ 6585570 h 6858000"/>
              <a:gd name="connsiteX387" fmla="*/ 2050035 w 7467600"/>
              <a:gd name="connsiteY387" fmla="*/ 6813345 h 6858000"/>
              <a:gd name="connsiteX388" fmla="*/ 2063025 w 7467600"/>
              <a:gd name="connsiteY388" fmla="*/ 6858000 h 6858000"/>
              <a:gd name="connsiteX389" fmla="*/ 2021675 w 7467600"/>
              <a:gd name="connsiteY389" fmla="*/ 6858000 h 6858000"/>
              <a:gd name="connsiteX390" fmla="*/ 2019308 w 7467600"/>
              <a:gd name="connsiteY390" fmla="*/ 6847118 h 6858000"/>
              <a:gd name="connsiteX391" fmla="*/ 1938835 w 7467600"/>
              <a:gd name="connsiteY391" fmla="*/ 6551160 h 6858000"/>
              <a:gd name="connsiteX392" fmla="*/ 1953230 w 7467600"/>
              <a:gd name="connsiteY392" fmla="*/ 6759699 h 6858000"/>
              <a:gd name="connsiteX393" fmla="*/ 1956763 w 7467600"/>
              <a:gd name="connsiteY393" fmla="*/ 6778191 h 6858000"/>
              <a:gd name="connsiteX394" fmla="*/ 1967925 w 7467600"/>
              <a:gd name="connsiteY394" fmla="*/ 6858000 h 6858000"/>
              <a:gd name="connsiteX395" fmla="*/ 1936622 w 7467600"/>
              <a:gd name="connsiteY395" fmla="*/ 6858000 h 6858000"/>
              <a:gd name="connsiteX396" fmla="*/ 1926261 w 7467600"/>
              <a:gd name="connsiteY396" fmla="*/ 6784064 h 6858000"/>
              <a:gd name="connsiteX397" fmla="*/ 1922724 w 7467600"/>
              <a:gd name="connsiteY397" fmla="*/ 6765577 h 6858000"/>
              <a:gd name="connsiteX398" fmla="*/ 1904650 w 7467600"/>
              <a:gd name="connsiteY398" fmla="*/ 6639616 h 6858000"/>
              <a:gd name="connsiteX399" fmla="*/ 1885273 w 7467600"/>
              <a:gd name="connsiteY399" fmla="*/ 6858000 h 6858000"/>
              <a:gd name="connsiteX400" fmla="*/ 1854363 w 7467600"/>
              <a:gd name="connsiteY400" fmla="*/ 6858000 h 6858000"/>
              <a:gd name="connsiteX401" fmla="*/ 1880391 w 7467600"/>
              <a:gd name="connsiteY401" fmla="*/ 6603796 h 6858000"/>
              <a:gd name="connsiteX402" fmla="*/ 1818273 w 7467600"/>
              <a:gd name="connsiteY402" fmla="*/ 6715729 h 6858000"/>
              <a:gd name="connsiteX403" fmla="*/ 1794691 w 7467600"/>
              <a:gd name="connsiteY403" fmla="*/ 6843239 h 6858000"/>
              <a:gd name="connsiteX404" fmla="*/ 1794914 w 7467600"/>
              <a:gd name="connsiteY404" fmla="*/ 6858000 h 6858000"/>
              <a:gd name="connsiteX405" fmla="*/ 1746128 w 7467600"/>
              <a:gd name="connsiteY405" fmla="*/ 6858000 h 6858000"/>
              <a:gd name="connsiteX406" fmla="*/ 1753934 w 7467600"/>
              <a:gd name="connsiteY406" fmla="*/ 6724796 h 6858000"/>
              <a:gd name="connsiteX407" fmla="*/ 1792053 w 7467600"/>
              <a:gd name="connsiteY407" fmla="*/ 6572396 h 6858000"/>
              <a:gd name="connsiteX408" fmla="*/ 1862248 w 7467600"/>
              <a:gd name="connsiteY408" fmla="*/ 6266397 h 6858000"/>
              <a:gd name="connsiteX409" fmla="*/ 1862250 w 7467600"/>
              <a:gd name="connsiteY409" fmla="*/ 6033531 h 6858000"/>
              <a:gd name="connsiteX410" fmla="*/ 1211999 w 7467600"/>
              <a:gd name="connsiteY410" fmla="*/ 6683610 h 6858000"/>
              <a:gd name="connsiteX411" fmla="*/ 1213266 w 7467600"/>
              <a:gd name="connsiteY411" fmla="*/ 6691947 h 6858000"/>
              <a:gd name="connsiteX412" fmla="*/ 1203370 w 7467600"/>
              <a:gd name="connsiteY412" fmla="*/ 6850676 h 6858000"/>
              <a:gd name="connsiteX413" fmla="*/ 1203671 w 7467600"/>
              <a:gd name="connsiteY413" fmla="*/ 6858000 h 6858000"/>
              <a:gd name="connsiteX414" fmla="*/ 1143180 w 7467600"/>
              <a:gd name="connsiteY414" fmla="*/ 6858000 h 6858000"/>
              <a:gd name="connsiteX415" fmla="*/ 1142176 w 7467600"/>
              <a:gd name="connsiteY415" fmla="*/ 6766045 h 6858000"/>
              <a:gd name="connsiteX416" fmla="*/ 1067484 w 7467600"/>
              <a:gd name="connsiteY416" fmla="*/ 6858000 h 6858000"/>
              <a:gd name="connsiteX417" fmla="*/ 953928 w 7467600"/>
              <a:gd name="connsiteY417" fmla="*/ 6858000 h 6858000"/>
              <a:gd name="connsiteX418" fmla="*/ 959715 w 7467600"/>
              <a:gd name="connsiteY418" fmla="*/ 6850185 h 6858000"/>
              <a:gd name="connsiteX419" fmla="*/ 1483788 w 7467600"/>
              <a:gd name="connsiteY419" fmla="*/ 6259174 h 6858000"/>
              <a:gd name="connsiteX420" fmla="*/ 1100671 w 7467600"/>
              <a:gd name="connsiteY420" fmla="*/ 6252137 h 6858000"/>
              <a:gd name="connsiteX421" fmla="*/ 1090144 w 7467600"/>
              <a:gd name="connsiteY421" fmla="*/ 6256748 h 6858000"/>
              <a:gd name="connsiteX422" fmla="*/ 1095872 w 7467600"/>
              <a:gd name="connsiteY422" fmla="*/ 6271892 h 6858000"/>
              <a:gd name="connsiteX423" fmla="*/ 262785 w 7467600"/>
              <a:gd name="connsiteY423" fmla="*/ 6845450 h 6858000"/>
              <a:gd name="connsiteX424" fmla="*/ 209968 w 7467600"/>
              <a:gd name="connsiteY424" fmla="*/ 6770713 h 6858000"/>
              <a:gd name="connsiteX425" fmla="*/ 873460 w 7467600"/>
              <a:gd name="connsiteY425" fmla="*/ 6253768 h 6858000"/>
              <a:gd name="connsiteX426" fmla="*/ 192686 w 7467600"/>
              <a:gd name="connsiteY426" fmla="*/ 5849257 h 6858000"/>
              <a:gd name="connsiteX427" fmla="*/ 4696 w 7467600"/>
              <a:gd name="connsiteY427" fmla="*/ 5697668 h 6858000"/>
              <a:gd name="connsiteX428" fmla="*/ 0 w 7467600"/>
              <a:gd name="connsiteY428" fmla="*/ 5689984 h 6858000"/>
              <a:gd name="connsiteX429" fmla="*/ 0 w 7467600"/>
              <a:gd name="connsiteY429" fmla="*/ 5513472 h 6858000"/>
              <a:gd name="connsiteX430" fmla="*/ 174101 w 7467600"/>
              <a:gd name="connsiteY430" fmla="*/ 5620277 h 6858000"/>
              <a:gd name="connsiteX431" fmla="*/ 891800 w 7467600"/>
              <a:gd name="connsiteY431" fmla="*/ 6036935 h 6858000"/>
              <a:gd name="connsiteX432" fmla="*/ 1072219 w 7467600"/>
              <a:gd name="connsiteY432" fmla="*/ 6169443 h 6858000"/>
              <a:gd name="connsiteX433" fmla="*/ 1074117 w 7467600"/>
              <a:gd name="connsiteY433" fmla="*/ 6170301 h 6858000"/>
              <a:gd name="connsiteX434" fmla="*/ 1083114 w 7467600"/>
              <a:gd name="connsiteY434" fmla="*/ 6174131 h 6858000"/>
              <a:gd name="connsiteX435" fmla="*/ 1543010 w 7467600"/>
              <a:gd name="connsiteY435" fmla="*/ 6191140 h 6858000"/>
              <a:gd name="connsiteX436" fmla="*/ 1551080 w 7467600"/>
              <a:gd name="connsiteY436" fmla="*/ 6195006 h 6858000"/>
              <a:gd name="connsiteX437" fmla="*/ 2345443 w 7467600"/>
              <a:gd name="connsiteY437" fmla="*/ 5549882 h 6858000"/>
              <a:gd name="connsiteX438" fmla="*/ 1721499 w 7467600"/>
              <a:gd name="connsiteY438" fmla="*/ 5599969 h 6858000"/>
              <a:gd name="connsiteX439" fmla="*/ 767716 w 7467600"/>
              <a:gd name="connsiteY439" fmla="*/ 5472768 h 6858000"/>
              <a:gd name="connsiteX440" fmla="*/ 722147 w 7467600"/>
              <a:gd name="connsiteY440" fmla="*/ 5393091 h 6858000"/>
              <a:gd name="connsiteX441" fmla="*/ 1485552 w 7467600"/>
              <a:gd name="connsiteY441" fmla="*/ 5313202 h 6858000"/>
              <a:gd name="connsiteX442" fmla="*/ 2143004 w 7467600"/>
              <a:gd name="connsiteY442" fmla="*/ 5402420 h 6858000"/>
              <a:gd name="connsiteX443" fmla="*/ 1933391 w 7467600"/>
              <a:gd name="connsiteY443" fmla="*/ 5156971 h 6858000"/>
              <a:gd name="connsiteX444" fmla="*/ 1827118 w 7467600"/>
              <a:gd name="connsiteY444" fmla="*/ 4968410 h 6858000"/>
              <a:gd name="connsiteX445" fmla="*/ 1837349 w 7467600"/>
              <a:gd name="connsiteY445" fmla="*/ 4956357 h 6858000"/>
              <a:gd name="connsiteX446" fmla="*/ 2162835 w 7467600"/>
              <a:gd name="connsiteY446" fmla="*/ 5187853 h 6858000"/>
              <a:gd name="connsiteX447" fmla="*/ 2257167 w 7467600"/>
              <a:gd name="connsiteY447" fmla="*/ 5462123 h 6858000"/>
              <a:gd name="connsiteX448" fmla="*/ 2261598 w 7467600"/>
              <a:gd name="connsiteY448" fmla="*/ 5467998 h 6858000"/>
              <a:gd name="connsiteX449" fmla="*/ 2437177 w 7467600"/>
              <a:gd name="connsiteY449" fmla="*/ 5479608 h 6858000"/>
              <a:gd name="connsiteX450" fmla="*/ 2445247 w 7467600"/>
              <a:gd name="connsiteY450" fmla="*/ 5483476 h 6858000"/>
              <a:gd name="connsiteX451" fmla="*/ 2743626 w 7467600"/>
              <a:gd name="connsiteY451" fmla="*/ 5304819 h 6858000"/>
              <a:gd name="connsiteX452" fmla="*/ 3048102 w 7467600"/>
              <a:gd name="connsiteY452" fmla="*/ 5150595 h 6858000"/>
              <a:gd name="connsiteX453" fmla="*/ 1799414 w 7467600"/>
              <a:gd name="connsiteY453" fmla="*/ 4694732 h 6858000"/>
              <a:gd name="connsiteX454" fmla="*/ 1771735 w 7467600"/>
              <a:gd name="connsiteY454" fmla="*/ 4619929 h 6858000"/>
              <a:gd name="connsiteX455" fmla="*/ 3104273 w 7467600"/>
              <a:gd name="connsiteY455" fmla="*/ 5076159 h 6858000"/>
              <a:gd name="connsiteX456" fmla="*/ 3113245 w 7467600"/>
              <a:gd name="connsiteY456" fmla="*/ 5090705 h 6858000"/>
              <a:gd name="connsiteX457" fmla="*/ 3126294 w 7467600"/>
              <a:gd name="connsiteY457" fmla="*/ 5114400 h 6858000"/>
              <a:gd name="connsiteX458" fmla="*/ 3937433 w 7467600"/>
              <a:gd name="connsiteY458" fmla="*/ 4830473 h 6858000"/>
              <a:gd name="connsiteX459" fmla="*/ 3590475 w 7467600"/>
              <a:gd name="connsiteY459" fmla="*/ 4597974 h 6858000"/>
              <a:gd name="connsiteX460" fmla="*/ 3100264 w 7467600"/>
              <a:gd name="connsiteY460" fmla="*/ 4579845 h 6858000"/>
              <a:gd name="connsiteX461" fmla="*/ 2183576 w 7467600"/>
              <a:gd name="connsiteY461" fmla="*/ 4227150 h 6858000"/>
              <a:gd name="connsiteX462" fmla="*/ 2151029 w 7467600"/>
              <a:gd name="connsiteY462" fmla="*/ 4146947 h 6858000"/>
              <a:gd name="connsiteX463" fmla="*/ 3563434 w 7467600"/>
              <a:gd name="connsiteY463" fmla="*/ 4469115 h 6858000"/>
              <a:gd name="connsiteX464" fmla="*/ 3177952 w 7467600"/>
              <a:gd name="connsiteY464" fmla="*/ 3657386 h 6858000"/>
              <a:gd name="connsiteX465" fmla="*/ 3189263 w 7467600"/>
              <a:gd name="connsiteY465" fmla="*/ 3625726 h 6858000"/>
              <a:gd name="connsiteX466" fmla="*/ 3560912 w 7467600"/>
              <a:gd name="connsiteY466" fmla="*/ 4079863 h 6858000"/>
              <a:gd name="connsiteX467" fmla="*/ 3626636 w 7467600"/>
              <a:gd name="connsiteY467" fmla="*/ 4512230 h 6858000"/>
              <a:gd name="connsiteX468" fmla="*/ 3653088 w 7467600"/>
              <a:gd name="connsiteY468" fmla="*/ 4521417 h 6858000"/>
              <a:gd name="connsiteX469" fmla="*/ 3988128 w 7467600"/>
              <a:gd name="connsiteY469" fmla="*/ 4817267 h 6858000"/>
              <a:gd name="connsiteX470" fmla="*/ 4830582 w 7467600"/>
              <a:gd name="connsiteY470" fmla="*/ 4676000 h 6858000"/>
              <a:gd name="connsiteX471" fmla="*/ 4830100 w 7467600"/>
              <a:gd name="connsiteY471" fmla="*/ 4675554 h 6858000"/>
              <a:gd name="connsiteX472" fmla="*/ 4036318 w 7467600"/>
              <a:gd name="connsiteY472" fmla="*/ 4147013 h 6858000"/>
              <a:gd name="connsiteX473" fmla="*/ 3432098 w 7467600"/>
              <a:gd name="connsiteY473" fmla="*/ 3537312 h 6858000"/>
              <a:gd name="connsiteX474" fmla="*/ 3446761 w 7467600"/>
              <a:gd name="connsiteY474" fmla="*/ 3461278 h 6858000"/>
              <a:gd name="connsiteX475" fmla="*/ 4419733 w 7467600"/>
              <a:gd name="connsiteY475" fmla="*/ 3963555 h 6858000"/>
              <a:gd name="connsiteX476" fmla="*/ 4781371 w 7467600"/>
              <a:gd name="connsiteY476" fmla="*/ 4458604 h 6858000"/>
              <a:gd name="connsiteX477" fmla="*/ 4780440 w 7467600"/>
              <a:gd name="connsiteY477" fmla="*/ 4470290 h 6858000"/>
              <a:gd name="connsiteX478" fmla="*/ 4898954 w 7467600"/>
              <a:gd name="connsiteY478" fmla="*/ 4662092 h 6858000"/>
              <a:gd name="connsiteX479" fmla="*/ 4900699 w 7467600"/>
              <a:gd name="connsiteY479" fmla="*/ 4670867 h 6858000"/>
              <a:gd name="connsiteX480" fmla="*/ 5714511 w 7467600"/>
              <a:gd name="connsiteY480" fmla="*/ 4663483 h 6858000"/>
              <a:gd name="connsiteX481" fmla="*/ 5464793 w 7467600"/>
              <a:gd name="connsiteY481" fmla="*/ 4393556 h 6858000"/>
              <a:gd name="connsiteX482" fmla="*/ 5461897 w 7467600"/>
              <a:gd name="connsiteY482" fmla="*/ 4390879 h 6858000"/>
              <a:gd name="connsiteX483" fmla="*/ 4294126 w 7467600"/>
              <a:gd name="connsiteY483" fmla="*/ 3303048 h 6858000"/>
              <a:gd name="connsiteX484" fmla="*/ 4305321 w 7467600"/>
              <a:gd name="connsiteY484" fmla="*/ 3256953 h 6858000"/>
              <a:gd name="connsiteX485" fmla="*/ 4949299 w 7467600"/>
              <a:gd name="connsiteY485" fmla="*/ 3766336 h 6858000"/>
              <a:gd name="connsiteX486" fmla="*/ 5291452 w 7467600"/>
              <a:gd name="connsiteY486" fmla="*/ 4076801 h 6858000"/>
              <a:gd name="connsiteX487" fmla="*/ 5434998 w 7467600"/>
              <a:gd name="connsiteY487" fmla="*/ 4254100 h 6858000"/>
              <a:gd name="connsiteX488" fmla="*/ 5351015 w 7467600"/>
              <a:gd name="connsiteY488" fmla="*/ 3760989 h 6858000"/>
              <a:gd name="connsiteX489" fmla="*/ 5413780 w 7467600"/>
              <a:gd name="connsiteY489" fmla="*/ 2966265 h 6858000"/>
              <a:gd name="connsiteX490" fmla="*/ 5425627 w 7467600"/>
              <a:gd name="connsiteY490" fmla="*/ 2954192 h 6858000"/>
              <a:gd name="connsiteX491" fmla="*/ 6604735 w 7467600"/>
              <a:gd name="connsiteY491" fmla="*/ 2041381 h 6858000"/>
              <a:gd name="connsiteX492" fmla="*/ 7204487 w 7467600"/>
              <a:gd name="connsiteY492" fmla="*/ 2742112 h 6858000"/>
              <a:gd name="connsiteX493" fmla="*/ 7131592 w 7467600"/>
              <a:gd name="connsiteY493" fmla="*/ 2672096 h 6858000"/>
              <a:gd name="connsiteX494" fmla="*/ 6996344 w 7467600"/>
              <a:gd name="connsiteY494" fmla="*/ 2518310 h 6858000"/>
              <a:gd name="connsiteX495" fmla="*/ 6735495 w 7467600"/>
              <a:gd name="connsiteY495" fmla="*/ 2196890 h 6858000"/>
              <a:gd name="connsiteX496" fmla="*/ 6721901 w 7467600"/>
              <a:gd name="connsiteY496" fmla="*/ 2179274 h 6858000"/>
              <a:gd name="connsiteX497" fmla="*/ 6604735 w 7467600"/>
              <a:gd name="connsiteY497" fmla="*/ 2041381 h 6858000"/>
              <a:gd name="connsiteX498" fmla="*/ 6591670 w 7467600"/>
              <a:gd name="connsiteY498" fmla="*/ 1988277 h 6858000"/>
              <a:gd name="connsiteX499" fmla="*/ 6747349 w 7467600"/>
              <a:gd name="connsiteY499" fmla="*/ 2160069 h 6858000"/>
              <a:gd name="connsiteX500" fmla="*/ 6760943 w 7467600"/>
              <a:gd name="connsiteY500" fmla="*/ 2177686 h 6858000"/>
              <a:gd name="connsiteX501" fmla="*/ 7021065 w 7467600"/>
              <a:gd name="connsiteY501" fmla="*/ 2498102 h 6858000"/>
              <a:gd name="connsiteX502" fmla="*/ 7155223 w 7467600"/>
              <a:gd name="connsiteY502" fmla="*/ 2650386 h 6858000"/>
              <a:gd name="connsiteX503" fmla="*/ 7203167 w 7467600"/>
              <a:gd name="connsiteY503" fmla="*/ 2697288 h 6858000"/>
              <a:gd name="connsiteX504" fmla="*/ 6937703 w 7467600"/>
              <a:gd name="connsiteY504" fmla="*/ 2321981 h 6858000"/>
              <a:gd name="connsiteX505" fmla="*/ 6591670 w 7467600"/>
              <a:gd name="connsiteY505" fmla="*/ 1988277 h 6858000"/>
              <a:gd name="connsiteX506" fmla="*/ 5798671 w 7467600"/>
              <a:gd name="connsiteY506" fmla="*/ 1981601 h 6858000"/>
              <a:gd name="connsiteX507" fmla="*/ 5754709 w 7467600"/>
              <a:gd name="connsiteY507" fmla="*/ 2071454 h 6858000"/>
              <a:gd name="connsiteX508" fmla="*/ 5763044 w 7467600"/>
              <a:gd name="connsiteY508" fmla="*/ 2842206 h 6858000"/>
              <a:gd name="connsiteX509" fmla="*/ 5764974 w 7467600"/>
              <a:gd name="connsiteY509" fmla="*/ 2799609 h 6858000"/>
              <a:gd name="connsiteX510" fmla="*/ 5767665 w 7467600"/>
              <a:gd name="connsiteY510" fmla="*/ 2666409 h 6858000"/>
              <a:gd name="connsiteX511" fmla="*/ 5763055 w 7467600"/>
              <a:gd name="connsiteY511" fmla="*/ 2579705 h 6858000"/>
              <a:gd name="connsiteX512" fmla="*/ 5758079 w 7467600"/>
              <a:gd name="connsiteY512" fmla="*/ 2492508 h 6858000"/>
              <a:gd name="connsiteX513" fmla="*/ 5779325 w 7467600"/>
              <a:gd name="connsiteY513" fmla="*/ 2197069 h 6858000"/>
              <a:gd name="connsiteX514" fmla="*/ 5798671 w 7467600"/>
              <a:gd name="connsiteY514" fmla="*/ 1981601 h 6858000"/>
              <a:gd name="connsiteX515" fmla="*/ 5829202 w 7467600"/>
              <a:gd name="connsiteY515" fmla="*/ 1971679 h 6858000"/>
              <a:gd name="connsiteX516" fmla="*/ 5809558 w 7467600"/>
              <a:gd name="connsiteY516" fmla="*/ 2198043 h 6858000"/>
              <a:gd name="connsiteX517" fmla="*/ 5788653 w 7467600"/>
              <a:gd name="connsiteY517" fmla="*/ 2489430 h 6858000"/>
              <a:gd name="connsiteX518" fmla="*/ 5793439 w 7467600"/>
              <a:gd name="connsiteY518" fmla="*/ 2575235 h 6858000"/>
              <a:gd name="connsiteX519" fmla="*/ 5796837 w 7467600"/>
              <a:gd name="connsiteY519" fmla="*/ 2637633 h 6858000"/>
              <a:gd name="connsiteX520" fmla="*/ 5818614 w 7467600"/>
              <a:gd name="connsiteY520" fmla="*/ 2473055 h 6858000"/>
              <a:gd name="connsiteX521" fmla="*/ 5829202 w 7467600"/>
              <a:gd name="connsiteY521" fmla="*/ 1971679 h 6858000"/>
              <a:gd name="connsiteX522" fmla="*/ 5911389 w 7467600"/>
              <a:gd name="connsiteY522" fmla="*/ 1898371 h 6858000"/>
              <a:gd name="connsiteX523" fmla="*/ 6237627 w 7467600"/>
              <a:gd name="connsiteY523" fmla="*/ 2231921 h 6858000"/>
              <a:gd name="connsiteX524" fmla="*/ 5911389 w 7467600"/>
              <a:gd name="connsiteY524" fmla="*/ 1898371 h 6858000"/>
              <a:gd name="connsiteX525" fmla="*/ 6944437 w 7467600"/>
              <a:gd name="connsiteY525" fmla="*/ 1575402 h 6858000"/>
              <a:gd name="connsiteX526" fmla="*/ 6304730 w 7467600"/>
              <a:gd name="connsiteY526" fmla="*/ 1766654 h 6858000"/>
              <a:gd name="connsiteX527" fmla="*/ 6944437 w 7467600"/>
              <a:gd name="connsiteY527" fmla="*/ 1575402 h 6858000"/>
              <a:gd name="connsiteX528" fmla="*/ 7019523 w 7467600"/>
              <a:gd name="connsiteY528" fmla="*/ 1519450 h 6858000"/>
              <a:gd name="connsiteX529" fmla="*/ 6298091 w 7467600"/>
              <a:gd name="connsiteY529" fmla="*/ 1737122 h 6858000"/>
              <a:gd name="connsiteX530" fmla="*/ 7019523 w 7467600"/>
              <a:gd name="connsiteY530" fmla="*/ 1519450 h 6858000"/>
              <a:gd name="connsiteX531" fmla="*/ 2399523 w 7467600"/>
              <a:gd name="connsiteY531" fmla="*/ 1428234 h 6858000"/>
              <a:gd name="connsiteX532" fmla="*/ 2224982 w 7467600"/>
              <a:gd name="connsiteY532" fmla="*/ 1826201 h 6858000"/>
              <a:gd name="connsiteX533" fmla="*/ 2096099 w 7467600"/>
              <a:gd name="connsiteY533" fmla="*/ 2345900 h 6858000"/>
              <a:gd name="connsiteX534" fmla="*/ 2283317 w 7467600"/>
              <a:gd name="connsiteY534" fmla="*/ 1796925 h 6858000"/>
              <a:gd name="connsiteX535" fmla="*/ 2399523 w 7467600"/>
              <a:gd name="connsiteY535" fmla="*/ 1428234 h 6858000"/>
              <a:gd name="connsiteX536" fmla="*/ 2448558 w 7467600"/>
              <a:gd name="connsiteY536" fmla="*/ 1373435 h 6858000"/>
              <a:gd name="connsiteX537" fmla="*/ 2312521 w 7467600"/>
              <a:gd name="connsiteY537" fmla="*/ 1806140 h 6858000"/>
              <a:gd name="connsiteX538" fmla="*/ 2127533 w 7467600"/>
              <a:gd name="connsiteY538" fmla="*/ 2348380 h 6858000"/>
              <a:gd name="connsiteX539" fmla="*/ 2358080 w 7467600"/>
              <a:gd name="connsiteY539" fmla="*/ 1866134 h 6858000"/>
              <a:gd name="connsiteX540" fmla="*/ 2407436 w 7467600"/>
              <a:gd name="connsiteY540" fmla="*/ 1651070 h 6858000"/>
              <a:gd name="connsiteX541" fmla="*/ 2448558 w 7467600"/>
              <a:gd name="connsiteY541" fmla="*/ 1373435 h 6858000"/>
              <a:gd name="connsiteX542" fmla="*/ 278707 w 7467600"/>
              <a:gd name="connsiteY542" fmla="*/ 1352270 h 6858000"/>
              <a:gd name="connsiteX543" fmla="*/ 321570 w 7467600"/>
              <a:gd name="connsiteY543" fmla="*/ 1861610 h 6858000"/>
              <a:gd name="connsiteX544" fmla="*/ 294281 w 7467600"/>
              <a:gd name="connsiteY544" fmla="*/ 1440658 h 6858000"/>
              <a:gd name="connsiteX545" fmla="*/ 278707 w 7467600"/>
              <a:gd name="connsiteY545" fmla="*/ 1352270 h 6858000"/>
              <a:gd name="connsiteX546" fmla="*/ 1423821 w 7467600"/>
              <a:gd name="connsiteY546" fmla="*/ 1351958 h 6858000"/>
              <a:gd name="connsiteX547" fmla="*/ 1638521 w 7467600"/>
              <a:gd name="connsiteY547" fmla="*/ 1908470 h 6858000"/>
              <a:gd name="connsiteX548" fmla="*/ 1754199 w 7467600"/>
              <a:gd name="connsiteY548" fmla="*/ 2149284 h 6858000"/>
              <a:gd name="connsiteX549" fmla="*/ 1908359 w 7467600"/>
              <a:gd name="connsiteY549" fmla="*/ 2364988 h 6858000"/>
              <a:gd name="connsiteX550" fmla="*/ 1647661 w 7467600"/>
              <a:gd name="connsiteY550" fmla="*/ 1825945 h 6858000"/>
              <a:gd name="connsiteX551" fmla="*/ 1423821 w 7467600"/>
              <a:gd name="connsiteY551" fmla="*/ 1351958 h 6858000"/>
              <a:gd name="connsiteX552" fmla="*/ 1431890 w 7467600"/>
              <a:gd name="connsiteY552" fmla="*/ 1306475 h 6858000"/>
              <a:gd name="connsiteX553" fmla="*/ 1507597 w 7467600"/>
              <a:gd name="connsiteY553" fmla="*/ 1446132 h 6858000"/>
              <a:gd name="connsiteX554" fmla="*/ 1674586 w 7467600"/>
              <a:gd name="connsiteY554" fmla="*/ 1813832 h 6858000"/>
              <a:gd name="connsiteX555" fmla="*/ 1815950 w 7467600"/>
              <a:gd name="connsiteY555" fmla="*/ 2128564 h 6858000"/>
              <a:gd name="connsiteX556" fmla="*/ 1984242 w 7467600"/>
              <a:gd name="connsiteY556" fmla="*/ 2430829 h 6858000"/>
              <a:gd name="connsiteX557" fmla="*/ 2014023 w 7467600"/>
              <a:gd name="connsiteY557" fmla="*/ 2450995 h 6858000"/>
              <a:gd name="connsiteX558" fmla="*/ 1747337 w 7467600"/>
              <a:gd name="connsiteY558" fmla="*/ 1855264 h 6858000"/>
              <a:gd name="connsiteX559" fmla="*/ 1533749 w 7467600"/>
              <a:gd name="connsiteY559" fmla="*/ 1478656 h 6858000"/>
              <a:gd name="connsiteX560" fmla="*/ 1431890 w 7467600"/>
              <a:gd name="connsiteY560" fmla="*/ 1306475 h 6858000"/>
              <a:gd name="connsiteX561" fmla="*/ 5052692 w 7467600"/>
              <a:gd name="connsiteY561" fmla="*/ 1292994 h 6858000"/>
              <a:gd name="connsiteX562" fmla="*/ 5200661 w 7467600"/>
              <a:gd name="connsiteY562" fmla="*/ 1635186 h 6858000"/>
              <a:gd name="connsiteX563" fmla="*/ 5297138 w 7467600"/>
              <a:gd name="connsiteY563" fmla="*/ 1906351 h 6858000"/>
              <a:gd name="connsiteX564" fmla="*/ 5052692 w 7467600"/>
              <a:gd name="connsiteY564" fmla="*/ 1292994 h 6858000"/>
              <a:gd name="connsiteX565" fmla="*/ 5009948 w 7467600"/>
              <a:gd name="connsiteY565" fmla="*/ 1273619 h 6858000"/>
              <a:gd name="connsiteX566" fmla="*/ 5121777 w 7467600"/>
              <a:gd name="connsiteY566" fmla="*/ 1654213 h 6858000"/>
              <a:gd name="connsiteX567" fmla="*/ 5293545 w 7467600"/>
              <a:gd name="connsiteY567" fmla="*/ 2072247 h 6858000"/>
              <a:gd name="connsiteX568" fmla="*/ 5294042 w 7467600"/>
              <a:gd name="connsiteY568" fmla="*/ 2065019 h 6858000"/>
              <a:gd name="connsiteX569" fmla="*/ 5171936 w 7467600"/>
              <a:gd name="connsiteY569" fmla="*/ 1647613 h 6858000"/>
              <a:gd name="connsiteX570" fmla="*/ 5009948 w 7467600"/>
              <a:gd name="connsiteY570" fmla="*/ 1273619 h 6858000"/>
              <a:gd name="connsiteX571" fmla="*/ 655236 w 7467600"/>
              <a:gd name="connsiteY571" fmla="*/ 1268632 h 6858000"/>
              <a:gd name="connsiteX572" fmla="*/ 839521 w 7467600"/>
              <a:gd name="connsiteY572" fmla="*/ 1685315 h 6858000"/>
              <a:gd name="connsiteX573" fmla="*/ 1109416 w 7467600"/>
              <a:gd name="connsiteY573" fmla="*/ 2061663 h 6858000"/>
              <a:gd name="connsiteX574" fmla="*/ 1298300 w 7467600"/>
              <a:gd name="connsiteY574" fmla="*/ 2247742 h 6858000"/>
              <a:gd name="connsiteX575" fmla="*/ 1125871 w 7467600"/>
              <a:gd name="connsiteY575" fmla="*/ 1989513 h 6858000"/>
              <a:gd name="connsiteX576" fmla="*/ 981574 w 7467600"/>
              <a:gd name="connsiteY576" fmla="*/ 1783157 h 6858000"/>
              <a:gd name="connsiteX577" fmla="*/ 922198 w 7467600"/>
              <a:gd name="connsiteY577" fmla="*/ 1677437 h 6858000"/>
              <a:gd name="connsiteX578" fmla="*/ 869293 w 7467600"/>
              <a:gd name="connsiteY578" fmla="*/ 1583214 h 6858000"/>
              <a:gd name="connsiteX579" fmla="*/ 751431 w 7467600"/>
              <a:gd name="connsiteY579" fmla="*/ 1405731 h 6858000"/>
              <a:gd name="connsiteX580" fmla="*/ 655236 w 7467600"/>
              <a:gd name="connsiteY580" fmla="*/ 1268632 h 6858000"/>
              <a:gd name="connsiteX581" fmla="*/ 6516292 w 7467600"/>
              <a:gd name="connsiteY581" fmla="*/ 1263064 h 6858000"/>
              <a:gd name="connsiteX582" fmla="*/ 5736320 w 7467600"/>
              <a:gd name="connsiteY582" fmla="*/ 1501803 h 6858000"/>
              <a:gd name="connsiteX583" fmla="*/ 6516292 w 7467600"/>
              <a:gd name="connsiteY583" fmla="*/ 1263064 h 6858000"/>
              <a:gd name="connsiteX584" fmla="*/ 291466 w 7467600"/>
              <a:gd name="connsiteY584" fmla="*/ 1250369 h 6858000"/>
              <a:gd name="connsiteX585" fmla="*/ 323180 w 7467600"/>
              <a:gd name="connsiteY585" fmla="*/ 1435283 h 6858000"/>
              <a:gd name="connsiteX586" fmla="*/ 349381 w 7467600"/>
              <a:gd name="connsiteY586" fmla="*/ 1875041 h 6858000"/>
              <a:gd name="connsiteX587" fmla="*/ 374363 w 7467600"/>
              <a:gd name="connsiteY587" fmla="*/ 1506494 h 6858000"/>
              <a:gd name="connsiteX588" fmla="*/ 302168 w 7467600"/>
              <a:gd name="connsiteY588" fmla="*/ 1274495 h 6858000"/>
              <a:gd name="connsiteX589" fmla="*/ 291466 w 7467600"/>
              <a:gd name="connsiteY589" fmla="*/ 1250369 h 6858000"/>
              <a:gd name="connsiteX590" fmla="*/ 678222 w 7467600"/>
              <a:gd name="connsiteY590" fmla="*/ 1248670 h 6858000"/>
              <a:gd name="connsiteX591" fmla="*/ 775536 w 7467600"/>
              <a:gd name="connsiteY591" fmla="*/ 1388015 h 6858000"/>
              <a:gd name="connsiteX592" fmla="*/ 894529 w 7467600"/>
              <a:gd name="connsiteY592" fmla="*/ 1567739 h 6858000"/>
              <a:gd name="connsiteX593" fmla="*/ 948000 w 7467600"/>
              <a:gd name="connsiteY593" fmla="*/ 1663088 h 6858000"/>
              <a:gd name="connsiteX594" fmla="*/ 1006812 w 7467600"/>
              <a:gd name="connsiteY594" fmla="*/ 1767683 h 6858000"/>
              <a:gd name="connsiteX595" fmla="*/ 1149133 w 7467600"/>
              <a:gd name="connsiteY595" fmla="*/ 1971513 h 6858000"/>
              <a:gd name="connsiteX596" fmla="*/ 1333952 w 7467600"/>
              <a:gd name="connsiteY596" fmla="*/ 2251620 h 6858000"/>
              <a:gd name="connsiteX597" fmla="*/ 1337329 w 7467600"/>
              <a:gd name="connsiteY597" fmla="*/ 2258350 h 6858000"/>
              <a:gd name="connsiteX598" fmla="*/ 1014726 w 7467600"/>
              <a:gd name="connsiteY598" fmla="*/ 1615556 h 6858000"/>
              <a:gd name="connsiteX599" fmla="*/ 678222 w 7467600"/>
              <a:gd name="connsiteY599" fmla="*/ 1248670 h 6858000"/>
              <a:gd name="connsiteX600" fmla="*/ 6691602 w 7467600"/>
              <a:gd name="connsiteY600" fmla="*/ 1140573 h 6858000"/>
              <a:gd name="connsiteX601" fmla="*/ 6571100 w 7467600"/>
              <a:gd name="connsiteY601" fmla="*/ 1183662 h 6858000"/>
              <a:gd name="connsiteX602" fmla="*/ 6241687 w 7467600"/>
              <a:gd name="connsiteY602" fmla="*/ 1257600 h 6858000"/>
              <a:gd name="connsiteX603" fmla="*/ 5693009 w 7467600"/>
              <a:gd name="connsiteY603" fmla="*/ 1478256 h 6858000"/>
              <a:gd name="connsiteX604" fmla="*/ 6548420 w 7467600"/>
              <a:gd name="connsiteY604" fmla="*/ 1214599 h 6858000"/>
              <a:gd name="connsiteX605" fmla="*/ 6605473 w 7467600"/>
              <a:gd name="connsiteY605" fmla="*/ 1184686 h 6858000"/>
              <a:gd name="connsiteX606" fmla="*/ 6691602 w 7467600"/>
              <a:gd name="connsiteY606" fmla="*/ 1140573 h 6858000"/>
              <a:gd name="connsiteX607" fmla="*/ 4002475 w 7467600"/>
              <a:gd name="connsiteY607" fmla="*/ 1037802 h 6858000"/>
              <a:gd name="connsiteX608" fmla="*/ 4000324 w 7467600"/>
              <a:gd name="connsiteY608" fmla="*/ 1039362 h 6858000"/>
              <a:gd name="connsiteX609" fmla="*/ 4002862 w 7467600"/>
              <a:gd name="connsiteY609" fmla="*/ 1042866 h 6858000"/>
              <a:gd name="connsiteX610" fmla="*/ 4002475 w 7467600"/>
              <a:gd name="connsiteY610" fmla="*/ 1037802 h 6858000"/>
              <a:gd name="connsiteX611" fmla="*/ 506322 w 7467600"/>
              <a:gd name="connsiteY611" fmla="*/ 1020997 h 6858000"/>
              <a:gd name="connsiteX612" fmla="*/ 533068 w 7467600"/>
              <a:gd name="connsiteY612" fmla="*/ 1029409 h 6858000"/>
              <a:gd name="connsiteX613" fmla="*/ 1232525 w 7467600"/>
              <a:gd name="connsiteY613" fmla="*/ 1804675 h 6858000"/>
              <a:gd name="connsiteX614" fmla="*/ 1388858 w 7467600"/>
              <a:gd name="connsiteY614" fmla="*/ 2368011 h 6858000"/>
              <a:gd name="connsiteX615" fmla="*/ 1384098 w 7467600"/>
              <a:gd name="connsiteY615" fmla="*/ 2378125 h 6858000"/>
              <a:gd name="connsiteX616" fmla="*/ 1425393 w 7467600"/>
              <a:gd name="connsiteY616" fmla="*/ 2589124 h 6858000"/>
              <a:gd name="connsiteX617" fmla="*/ 1424001 w 7467600"/>
              <a:gd name="connsiteY617" fmla="*/ 2597541 h 6858000"/>
              <a:gd name="connsiteX618" fmla="*/ 2152729 w 7467600"/>
              <a:gd name="connsiteY618" fmla="*/ 2864487 h 6858000"/>
              <a:gd name="connsiteX619" fmla="*/ 2020609 w 7467600"/>
              <a:gd name="connsiteY619" fmla="*/ 2539671 h 6858000"/>
              <a:gd name="connsiteX620" fmla="*/ 2018920 w 7467600"/>
              <a:gd name="connsiteY620" fmla="*/ 2536309 h 6858000"/>
              <a:gd name="connsiteX621" fmla="*/ 1342441 w 7467600"/>
              <a:gd name="connsiteY621" fmla="*/ 1173017 h 6858000"/>
              <a:gd name="connsiteX622" fmla="*/ 1367925 w 7467600"/>
              <a:gd name="connsiteY622" fmla="*/ 1135648 h 6858000"/>
              <a:gd name="connsiteX623" fmla="*/ 1771401 w 7467600"/>
              <a:gd name="connsiteY623" fmla="*/ 1806673 h 6858000"/>
              <a:gd name="connsiteX624" fmla="*/ 1972385 w 7467600"/>
              <a:gd name="connsiteY624" fmla="*/ 2198735 h 6858000"/>
              <a:gd name="connsiteX625" fmla="*/ 2040892 w 7467600"/>
              <a:gd name="connsiteY625" fmla="*/ 2405205 h 6858000"/>
              <a:gd name="connsiteX626" fmla="*/ 2131689 w 7467600"/>
              <a:gd name="connsiteY626" fmla="*/ 1936926 h 6858000"/>
              <a:gd name="connsiteX627" fmla="*/ 2454820 w 7467600"/>
              <a:gd name="connsiteY627" fmla="*/ 1248808 h 6858000"/>
              <a:gd name="connsiteX628" fmla="*/ 2492512 w 7467600"/>
              <a:gd name="connsiteY628" fmla="*/ 1302920 h 6858000"/>
              <a:gd name="connsiteX629" fmla="*/ 2081216 w 7467600"/>
              <a:gd name="connsiteY629" fmla="*/ 2527513 h 6858000"/>
              <a:gd name="connsiteX630" fmla="*/ 2081211 w 7467600"/>
              <a:gd name="connsiteY630" fmla="*/ 2528916 h 6858000"/>
              <a:gd name="connsiteX631" fmla="*/ 2199067 w 7467600"/>
              <a:gd name="connsiteY631" fmla="*/ 2884061 h 6858000"/>
              <a:gd name="connsiteX632" fmla="*/ 3192586 w 7467600"/>
              <a:gd name="connsiteY632" fmla="*/ 3411496 h 6858000"/>
              <a:gd name="connsiteX633" fmla="*/ 3182620 w 7467600"/>
              <a:gd name="connsiteY633" fmla="*/ 3483279 h 6858000"/>
              <a:gd name="connsiteX634" fmla="*/ 2435119 w 7467600"/>
              <a:gd name="connsiteY634" fmla="*/ 3080173 h 6858000"/>
              <a:gd name="connsiteX635" fmla="*/ 2410152 w 7467600"/>
              <a:gd name="connsiteY635" fmla="*/ 3063751 h 6858000"/>
              <a:gd name="connsiteX636" fmla="*/ 2408099 w 7467600"/>
              <a:gd name="connsiteY636" fmla="*/ 3064403 h 6858000"/>
              <a:gd name="connsiteX637" fmla="*/ 2407218 w 7467600"/>
              <a:gd name="connsiteY637" fmla="*/ 3070324 h 6858000"/>
              <a:gd name="connsiteX638" fmla="*/ 2380138 w 7467600"/>
              <a:gd name="connsiteY638" fmla="*/ 3099341 h 6858000"/>
              <a:gd name="connsiteX639" fmla="*/ 1765923 w 7467600"/>
              <a:gd name="connsiteY639" fmla="*/ 3581043 h 6858000"/>
              <a:gd name="connsiteX640" fmla="*/ 1702258 w 7467600"/>
              <a:gd name="connsiteY640" fmla="*/ 3612286 h 6858000"/>
              <a:gd name="connsiteX641" fmla="*/ 1538370 w 7467600"/>
              <a:gd name="connsiteY641" fmla="*/ 3811804 h 6858000"/>
              <a:gd name="connsiteX642" fmla="*/ 542867 w 7467600"/>
              <a:gd name="connsiteY642" fmla="*/ 4944092 h 6858000"/>
              <a:gd name="connsiteX643" fmla="*/ 515800 w 7467600"/>
              <a:gd name="connsiteY643" fmla="*/ 4862180 h 6858000"/>
              <a:gd name="connsiteX644" fmla="*/ 909145 w 7467600"/>
              <a:gd name="connsiteY644" fmla="*/ 4199225 h 6858000"/>
              <a:gd name="connsiteX645" fmla="*/ 1214067 w 7467600"/>
              <a:gd name="connsiteY645" fmla="*/ 3908561 h 6858000"/>
              <a:gd name="connsiteX646" fmla="*/ 640967 w 7467600"/>
              <a:gd name="connsiteY646" fmla="*/ 4105601 h 6858000"/>
              <a:gd name="connsiteX647" fmla="*/ 112563 w 7467600"/>
              <a:gd name="connsiteY647" fmla="*/ 4396952 h 6858000"/>
              <a:gd name="connsiteX648" fmla="*/ 0 w 7467600"/>
              <a:gd name="connsiteY648" fmla="*/ 4466006 h 6858000"/>
              <a:gd name="connsiteX649" fmla="*/ 0 w 7467600"/>
              <a:gd name="connsiteY649" fmla="*/ 4233763 h 6858000"/>
              <a:gd name="connsiteX650" fmla="*/ 36881 w 7467600"/>
              <a:gd name="connsiteY650" fmla="*/ 4200118 h 6858000"/>
              <a:gd name="connsiteX651" fmla="*/ 910534 w 7467600"/>
              <a:gd name="connsiteY651" fmla="*/ 3629753 h 6858000"/>
              <a:gd name="connsiteX652" fmla="*/ 1578717 w 7467600"/>
              <a:gd name="connsiteY652" fmla="*/ 3575982 h 6858000"/>
              <a:gd name="connsiteX653" fmla="*/ 2338780 w 7467600"/>
              <a:gd name="connsiteY653" fmla="*/ 3033725 h 6858000"/>
              <a:gd name="connsiteX654" fmla="*/ 1807991 w 7467600"/>
              <a:gd name="connsiteY654" fmla="*/ 2807184 h 6858000"/>
              <a:gd name="connsiteX655" fmla="*/ 1416358 w 7467600"/>
              <a:gd name="connsiteY655" fmla="*/ 3112571 h 6858000"/>
              <a:gd name="connsiteX656" fmla="*/ 939066 w 7467600"/>
              <a:gd name="connsiteY656" fmla="*/ 3378798 h 6858000"/>
              <a:gd name="connsiteX657" fmla="*/ 115099 w 7467600"/>
              <a:gd name="connsiteY657" fmla="*/ 3607650 h 6858000"/>
              <a:gd name="connsiteX658" fmla="*/ 97284 w 7467600"/>
              <a:gd name="connsiteY658" fmla="*/ 3520393 h 6858000"/>
              <a:gd name="connsiteX659" fmla="*/ 922050 w 7467600"/>
              <a:gd name="connsiteY659" fmla="*/ 3074867 h 6858000"/>
              <a:gd name="connsiteX660" fmla="*/ 1405265 w 7467600"/>
              <a:gd name="connsiteY660" fmla="*/ 3016319 h 6858000"/>
              <a:gd name="connsiteX661" fmla="*/ 1407512 w 7467600"/>
              <a:gd name="connsiteY661" fmla="*/ 3018001 h 6858000"/>
              <a:gd name="connsiteX662" fmla="*/ 1726266 w 7467600"/>
              <a:gd name="connsiteY662" fmla="*/ 2777274 h 6858000"/>
              <a:gd name="connsiteX663" fmla="*/ 625390 w 7467600"/>
              <a:gd name="connsiteY663" fmla="*/ 2514541 h 6858000"/>
              <a:gd name="connsiteX664" fmla="*/ 619799 w 7467600"/>
              <a:gd name="connsiteY664" fmla="*/ 2527180 h 6858000"/>
              <a:gd name="connsiteX665" fmla="*/ 310030 w 7467600"/>
              <a:gd name="connsiteY665" fmla="*/ 2771818 h 6858000"/>
              <a:gd name="connsiteX666" fmla="*/ 173877 w 7467600"/>
              <a:gd name="connsiteY666" fmla="*/ 2937056 h 6858000"/>
              <a:gd name="connsiteX667" fmla="*/ 77889 w 7467600"/>
              <a:gd name="connsiteY667" fmla="*/ 3138440 h 6858000"/>
              <a:gd name="connsiteX668" fmla="*/ 0 w 7467600"/>
              <a:gd name="connsiteY668" fmla="*/ 3271395 h 6858000"/>
              <a:gd name="connsiteX669" fmla="*/ 0 w 7467600"/>
              <a:gd name="connsiteY669" fmla="*/ 3153002 h 6858000"/>
              <a:gd name="connsiteX670" fmla="*/ 2386 w 7467600"/>
              <a:gd name="connsiteY670" fmla="*/ 3149203 h 6858000"/>
              <a:gd name="connsiteX671" fmla="*/ 89753 w 7467600"/>
              <a:gd name="connsiteY671" fmla="*/ 2987702 h 6858000"/>
              <a:gd name="connsiteX672" fmla="*/ 76869 w 7467600"/>
              <a:gd name="connsiteY672" fmla="*/ 3005404 h 6858000"/>
              <a:gd name="connsiteX673" fmla="*/ 32049 w 7467600"/>
              <a:gd name="connsiteY673" fmla="*/ 3065814 h 6858000"/>
              <a:gd name="connsiteX674" fmla="*/ 0 w 7467600"/>
              <a:gd name="connsiteY674" fmla="*/ 3108744 h 6858000"/>
              <a:gd name="connsiteX675" fmla="*/ 0 w 7467600"/>
              <a:gd name="connsiteY675" fmla="*/ 3058059 h 6858000"/>
              <a:gd name="connsiteX676" fmla="*/ 7610 w 7467600"/>
              <a:gd name="connsiteY676" fmla="*/ 3047889 h 6858000"/>
              <a:gd name="connsiteX677" fmla="*/ 52419 w 7467600"/>
              <a:gd name="connsiteY677" fmla="*/ 2987479 h 6858000"/>
              <a:gd name="connsiteX678" fmla="*/ 59142 w 7467600"/>
              <a:gd name="connsiteY678" fmla="*/ 2978488 h 6858000"/>
              <a:gd name="connsiteX679" fmla="*/ 0 w 7467600"/>
              <a:gd name="connsiteY679" fmla="*/ 3015334 h 6858000"/>
              <a:gd name="connsiteX680" fmla="*/ 0 w 7467600"/>
              <a:gd name="connsiteY680" fmla="*/ 2914286 h 6858000"/>
              <a:gd name="connsiteX681" fmla="*/ 36383 w 7467600"/>
              <a:gd name="connsiteY681" fmla="*/ 2901128 h 6858000"/>
              <a:gd name="connsiteX682" fmla="*/ 156329 w 7467600"/>
              <a:gd name="connsiteY682" fmla="*/ 2840533 h 6858000"/>
              <a:gd name="connsiteX683" fmla="*/ 358355 w 7467600"/>
              <a:gd name="connsiteY683" fmla="*/ 2620471 h 6858000"/>
              <a:gd name="connsiteX684" fmla="*/ 510577 w 7467600"/>
              <a:gd name="connsiteY684" fmla="*/ 2501244 h 6858000"/>
              <a:gd name="connsiteX685" fmla="*/ 211967 w 7467600"/>
              <a:gd name="connsiteY685" fmla="*/ 2479171 h 6858000"/>
              <a:gd name="connsiteX686" fmla="*/ 0 w 7467600"/>
              <a:gd name="connsiteY686" fmla="*/ 2476398 h 6858000"/>
              <a:gd name="connsiteX687" fmla="*/ 0 w 7467600"/>
              <a:gd name="connsiteY687" fmla="*/ 2389189 h 6858000"/>
              <a:gd name="connsiteX688" fmla="*/ 103062 w 7467600"/>
              <a:gd name="connsiteY688" fmla="*/ 2389518 h 6858000"/>
              <a:gd name="connsiteX689" fmla="*/ 510734 w 7467600"/>
              <a:gd name="connsiteY689" fmla="*/ 2416201 h 6858000"/>
              <a:gd name="connsiteX690" fmla="*/ 279257 w 7467600"/>
              <a:gd name="connsiteY690" fmla="*/ 2092102 h 6858000"/>
              <a:gd name="connsiteX691" fmla="*/ 65265 w 7467600"/>
              <a:gd name="connsiteY691" fmla="*/ 2006049 h 6858000"/>
              <a:gd name="connsiteX692" fmla="*/ 0 w 7467600"/>
              <a:gd name="connsiteY692" fmla="*/ 1982532 h 6858000"/>
              <a:gd name="connsiteX693" fmla="*/ 0 w 7467600"/>
              <a:gd name="connsiteY693" fmla="*/ 1912789 h 6858000"/>
              <a:gd name="connsiteX694" fmla="*/ 97460 w 7467600"/>
              <a:gd name="connsiteY694" fmla="*/ 1953725 h 6858000"/>
              <a:gd name="connsiteX695" fmla="*/ 221272 w 7467600"/>
              <a:gd name="connsiteY695" fmla="*/ 1980766 h 6858000"/>
              <a:gd name="connsiteX696" fmla="*/ 116765 w 7467600"/>
              <a:gd name="connsiteY696" fmla="*/ 1911033 h 6858000"/>
              <a:gd name="connsiteX697" fmla="*/ 16405 w 7467600"/>
              <a:gd name="connsiteY697" fmla="*/ 1803412 h 6858000"/>
              <a:gd name="connsiteX698" fmla="*/ 0 w 7467600"/>
              <a:gd name="connsiteY698" fmla="*/ 1784777 h 6858000"/>
              <a:gd name="connsiteX699" fmla="*/ 0 w 7467600"/>
              <a:gd name="connsiteY699" fmla="*/ 1740082 h 6858000"/>
              <a:gd name="connsiteX700" fmla="*/ 39394 w 7467600"/>
              <a:gd name="connsiteY700" fmla="*/ 1784856 h 6858000"/>
              <a:gd name="connsiteX701" fmla="*/ 135813 w 7467600"/>
              <a:gd name="connsiteY701" fmla="*/ 1888838 h 6858000"/>
              <a:gd name="connsiteX702" fmla="*/ 242575 w 7467600"/>
              <a:gd name="connsiteY702" fmla="*/ 1958841 h 6858000"/>
              <a:gd name="connsiteX703" fmla="*/ 82197 w 7467600"/>
              <a:gd name="connsiteY703" fmla="*/ 1754826 h 6858000"/>
              <a:gd name="connsiteX704" fmla="*/ 0 w 7467600"/>
              <a:gd name="connsiteY704" fmla="*/ 1679650 h 6858000"/>
              <a:gd name="connsiteX705" fmla="*/ 0 w 7467600"/>
              <a:gd name="connsiteY705" fmla="*/ 1602463 h 6858000"/>
              <a:gd name="connsiteX706" fmla="*/ 84689 w 7467600"/>
              <a:gd name="connsiteY706" fmla="*/ 1677442 h 6858000"/>
              <a:gd name="connsiteX707" fmla="*/ 298437 w 7467600"/>
              <a:gd name="connsiteY707" fmla="*/ 1968019 h 6858000"/>
              <a:gd name="connsiteX708" fmla="*/ 227269 w 7467600"/>
              <a:gd name="connsiteY708" fmla="*/ 1114064 h 6858000"/>
              <a:gd name="connsiteX709" fmla="*/ 248003 w 7467600"/>
              <a:gd name="connsiteY709" fmla="*/ 1089613 h 6858000"/>
              <a:gd name="connsiteX710" fmla="*/ 427020 w 7467600"/>
              <a:gd name="connsiteY710" fmla="*/ 1619803 h 6858000"/>
              <a:gd name="connsiteX711" fmla="*/ 340345 w 7467600"/>
              <a:gd name="connsiteY711" fmla="*/ 2027739 h 6858000"/>
              <a:gd name="connsiteX712" fmla="*/ 360865 w 7467600"/>
              <a:gd name="connsiteY712" fmla="*/ 2044827 h 6858000"/>
              <a:gd name="connsiteX713" fmla="*/ 560414 w 7467600"/>
              <a:gd name="connsiteY713" fmla="*/ 2421457 h 6858000"/>
              <a:gd name="connsiteX714" fmla="*/ 1359703 w 7467600"/>
              <a:gd name="connsiteY714" fmla="*/ 2578554 h 6858000"/>
              <a:gd name="connsiteX715" fmla="*/ 1359422 w 7467600"/>
              <a:gd name="connsiteY715" fmla="*/ 2577994 h 6858000"/>
              <a:gd name="connsiteX716" fmla="*/ 828701 w 7467600"/>
              <a:gd name="connsiteY716" fmla="*/ 1839520 h 6858000"/>
              <a:gd name="connsiteX717" fmla="*/ 494427 w 7467600"/>
              <a:gd name="connsiteY717" fmla="*/ 1092333 h 6858000"/>
              <a:gd name="connsiteX718" fmla="*/ 506322 w 7467600"/>
              <a:gd name="connsiteY718" fmla="*/ 1020997 h 6858000"/>
              <a:gd name="connsiteX719" fmla="*/ 4570198 w 7467600"/>
              <a:gd name="connsiteY719" fmla="*/ 978081 h 6858000"/>
              <a:gd name="connsiteX720" fmla="*/ 4523691 w 7467600"/>
              <a:gd name="connsiteY720" fmla="*/ 1127776 h 6858000"/>
              <a:gd name="connsiteX721" fmla="*/ 4509875 w 7467600"/>
              <a:gd name="connsiteY721" fmla="*/ 1167552 h 6858000"/>
              <a:gd name="connsiteX722" fmla="*/ 4478168 w 7467600"/>
              <a:gd name="connsiteY722" fmla="*/ 1260735 h 6858000"/>
              <a:gd name="connsiteX723" fmla="*/ 4409309 w 7467600"/>
              <a:gd name="connsiteY723" fmla="*/ 1666996 h 6858000"/>
              <a:gd name="connsiteX724" fmla="*/ 4370031 w 7467600"/>
              <a:gd name="connsiteY724" fmla="*/ 1955666 h 6858000"/>
              <a:gd name="connsiteX725" fmla="*/ 4570198 w 7467600"/>
              <a:gd name="connsiteY725" fmla="*/ 978081 h 6858000"/>
              <a:gd name="connsiteX726" fmla="*/ 4557898 w 7467600"/>
              <a:gd name="connsiteY726" fmla="*/ 900011 h 6858000"/>
              <a:gd name="connsiteX727" fmla="*/ 4344840 w 7467600"/>
              <a:gd name="connsiteY727" fmla="*/ 1922038 h 6858000"/>
              <a:gd name="connsiteX728" fmla="*/ 4378710 w 7467600"/>
              <a:gd name="connsiteY728" fmla="*/ 1665516 h 6858000"/>
              <a:gd name="connsiteX729" fmla="*/ 4448798 w 7467600"/>
              <a:gd name="connsiteY729" fmla="*/ 1253024 h 6858000"/>
              <a:gd name="connsiteX730" fmla="*/ 4480315 w 7467600"/>
              <a:gd name="connsiteY730" fmla="*/ 1158454 h 6858000"/>
              <a:gd name="connsiteX731" fmla="*/ 4494133 w 7467600"/>
              <a:gd name="connsiteY731" fmla="*/ 1118676 h 6858000"/>
              <a:gd name="connsiteX732" fmla="*/ 4557898 w 7467600"/>
              <a:gd name="connsiteY732" fmla="*/ 900011 h 6858000"/>
              <a:gd name="connsiteX733" fmla="*/ 5870151 w 7467600"/>
              <a:gd name="connsiteY733" fmla="*/ 898890 h 6858000"/>
              <a:gd name="connsiteX734" fmla="*/ 5861335 w 7467600"/>
              <a:gd name="connsiteY734" fmla="*/ 899177 h 6858000"/>
              <a:gd name="connsiteX735" fmla="*/ 5843702 w 7467600"/>
              <a:gd name="connsiteY735" fmla="*/ 899748 h 6858000"/>
              <a:gd name="connsiteX736" fmla="*/ 5651107 w 7467600"/>
              <a:gd name="connsiteY736" fmla="*/ 920306 h 6858000"/>
              <a:gd name="connsiteX737" fmla="*/ 5459407 w 7467600"/>
              <a:gd name="connsiteY737" fmla="*/ 940975 h 6858000"/>
              <a:gd name="connsiteX738" fmla="*/ 5374846 w 7467600"/>
              <a:gd name="connsiteY738" fmla="*/ 941988 h 6858000"/>
              <a:gd name="connsiteX739" fmla="*/ 5256105 w 7467600"/>
              <a:gd name="connsiteY739" fmla="*/ 945632 h 6858000"/>
              <a:gd name="connsiteX740" fmla="*/ 5107071 w 7467600"/>
              <a:gd name="connsiteY740" fmla="*/ 969720 h 6858000"/>
              <a:gd name="connsiteX741" fmla="*/ 4998681 w 7467600"/>
              <a:gd name="connsiteY741" fmla="*/ 988771 h 6858000"/>
              <a:gd name="connsiteX742" fmla="*/ 5870151 w 7467600"/>
              <a:gd name="connsiteY742" fmla="*/ 898890 h 6858000"/>
              <a:gd name="connsiteX743" fmla="*/ 5504425 w 7467600"/>
              <a:gd name="connsiteY743" fmla="*/ 848067 h 6858000"/>
              <a:gd name="connsiteX744" fmla="*/ 4968849 w 7467600"/>
              <a:gd name="connsiteY744" fmla="*/ 962318 h 6858000"/>
              <a:gd name="connsiteX745" fmla="*/ 5104039 w 7467600"/>
              <a:gd name="connsiteY745" fmla="*/ 940634 h 6858000"/>
              <a:gd name="connsiteX746" fmla="*/ 5256311 w 7467600"/>
              <a:gd name="connsiteY746" fmla="*/ 916490 h 6858000"/>
              <a:gd name="connsiteX747" fmla="*/ 5377381 w 7467600"/>
              <a:gd name="connsiteY747" fmla="*/ 912671 h 6858000"/>
              <a:gd name="connsiteX748" fmla="*/ 5460148 w 7467600"/>
              <a:gd name="connsiteY748" fmla="*/ 911442 h 6858000"/>
              <a:gd name="connsiteX749" fmla="*/ 5648971 w 7467600"/>
              <a:gd name="connsiteY749" fmla="*/ 891331 h 6858000"/>
              <a:gd name="connsiteX750" fmla="*/ 5844807 w 7467600"/>
              <a:gd name="connsiteY750" fmla="*/ 870718 h 6858000"/>
              <a:gd name="connsiteX751" fmla="*/ 5862975 w 7467600"/>
              <a:gd name="connsiteY751" fmla="*/ 869756 h 6858000"/>
              <a:gd name="connsiteX752" fmla="*/ 5920887 w 7467600"/>
              <a:gd name="connsiteY752" fmla="*/ 865929 h 6858000"/>
              <a:gd name="connsiteX753" fmla="*/ 5504425 w 7467600"/>
              <a:gd name="connsiteY753" fmla="*/ 848067 h 6858000"/>
              <a:gd name="connsiteX754" fmla="*/ 3607114 w 7467600"/>
              <a:gd name="connsiteY754" fmla="*/ 467441 h 6858000"/>
              <a:gd name="connsiteX755" fmla="*/ 3296242 w 7467600"/>
              <a:gd name="connsiteY755" fmla="*/ 807991 h 6858000"/>
              <a:gd name="connsiteX756" fmla="*/ 3174674 w 7467600"/>
              <a:gd name="connsiteY756" fmla="*/ 919759 h 6858000"/>
              <a:gd name="connsiteX757" fmla="*/ 3042978 w 7467600"/>
              <a:gd name="connsiteY757" fmla="*/ 1054894 h 6858000"/>
              <a:gd name="connsiteX758" fmla="*/ 2968914 w 7467600"/>
              <a:gd name="connsiteY758" fmla="*/ 1133756 h 6858000"/>
              <a:gd name="connsiteX759" fmla="*/ 3103823 w 7467600"/>
              <a:gd name="connsiteY759" fmla="*/ 1026814 h 6858000"/>
              <a:gd name="connsiteX760" fmla="*/ 3607114 w 7467600"/>
              <a:gd name="connsiteY760" fmla="*/ 467441 h 6858000"/>
              <a:gd name="connsiteX761" fmla="*/ 3744487 w 7467600"/>
              <a:gd name="connsiteY761" fmla="*/ 383136 h 6858000"/>
              <a:gd name="connsiteX762" fmla="*/ 3970213 w 7467600"/>
              <a:gd name="connsiteY762" fmla="*/ 995559 h 6858000"/>
              <a:gd name="connsiteX763" fmla="*/ 3744487 w 7467600"/>
              <a:gd name="connsiteY763" fmla="*/ 383136 h 6858000"/>
              <a:gd name="connsiteX764" fmla="*/ 3624562 w 7467600"/>
              <a:gd name="connsiteY764" fmla="*/ 367041 h 6858000"/>
              <a:gd name="connsiteX765" fmla="*/ 3489712 w 7467600"/>
              <a:gd name="connsiteY765" fmla="*/ 485386 h 6858000"/>
              <a:gd name="connsiteX766" fmla="*/ 3182994 w 7467600"/>
              <a:gd name="connsiteY766" fmla="*/ 828265 h 6858000"/>
              <a:gd name="connsiteX767" fmla="*/ 2892114 w 7467600"/>
              <a:gd name="connsiteY767" fmla="*/ 1172635 h 6858000"/>
              <a:gd name="connsiteX768" fmla="*/ 3021459 w 7467600"/>
              <a:gd name="connsiteY768" fmla="*/ 1035385 h 6858000"/>
              <a:gd name="connsiteX769" fmla="*/ 3153873 w 7467600"/>
              <a:gd name="connsiteY769" fmla="*/ 898971 h 6858000"/>
              <a:gd name="connsiteX770" fmla="*/ 3276511 w 7467600"/>
              <a:gd name="connsiteY770" fmla="*/ 786423 h 6858000"/>
              <a:gd name="connsiteX771" fmla="*/ 3584154 w 7467600"/>
              <a:gd name="connsiteY771" fmla="*/ 448218 h 6858000"/>
              <a:gd name="connsiteX772" fmla="*/ 3624562 w 7467600"/>
              <a:gd name="connsiteY772" fmla="*/ 367041 h 6858000"/>
              <a:gd name="connsiteX773" fmla="*/ 3766672 w 7467600"/>
              <a:gd name="connsiteY773" fmla="*/ 359429 h 6858000"/>
              <a:gd name="connsiteX774" fmla="*/ 3996338 w 7467600"/>
              <a:gd name="connsiteY774" fmla="*/ 968237 h 6858000"/>
              <a:gd name="connsiteX775" fmla="*/ 3766672 w 7467600"/>
              <a:gd name="connsiteY775" fmla="*/ 359429 h 6858000"/>
              <a:gd name="connsiteX776" fmla="*/ 5805386 w 7467600"/>
              <a:gd name="connsiteY776" fmla="*/ 239240 h 6858000"/>
              <a:gd name="connsiteX777" fmla="*/ 5736947 w 7467600"/>
              <a:gd name="connsiteY777" fmla="*/ 261367 h 6858000"/>
              <a:gd name="connsiteX778" fmla="*/ 5427012 w 7467600"/>
              <a:gd name="connsiteY778" fmla="*/ 311272 h 6858000"/>
              <a:gd name="connsiteX779" fmla="*/ 5147818 w 7467600"/>
              <a:gd name="connsiteY779" fmla="*/ 322112 h 6858000"/>
              <a:gd name="connsiteX780" fmla="*/ 5060854 w 7467600"/>
              <a:gd name="connsiteY780" fmla="*/ 311882 h 6858000"/>
              <a:gd name="connsiteX781" fmla="*/ 4945989 w 7467600"/>
              <a:gd name="connsiteY781" fmla="*/ 300516 h 6858000"/>
              <a:gd name="connsiteX782" fmla="*/ 5410479 w 7467600"/>
              <a:gd name="connsiteY782" fmla="*/ 348434 h 6858000"/>
              <a:gd name="connsiteX783" fmla="*/ 5805386 w 7467600"/>
              <a:gd name="connsiteY783" fmla="*/ 239240 h 6858000"/>
              <a:gd name="connsiteX784" fmla="*/ 5905192 w 7467600"/>
              <a:gd name="connsiteY784" fmla="*/ 163079 h 6858000"/>
              <a:gd name="connsiteX785" fmla="*/ 5865655 w 7467600"/>
              <a:gd name="connsiteY785" fmla="*/ 171901 h 6858000"/>
              <a:gd name="connsiteX786" fmla="*/ 5259740 w 7467600"/>
              <a:gd name="connsiteY786" fmla="*/ 257013 h 6858000"/>
              <a:gd name="connsiteX787" fmla="*/ 5208466 w 7467600"/>
              <a:gd name="connsiteY787" fmla="*/ 257550 h 6858000"/>
              <a:gd name="connsiteX788" fmla="*/ 4980204 w 7467600"/>
              <a:gd name="connsiteY788" fmla="*/ 271903 h 6858000"/>
              <a:gd name="connsiteX789" fmla="*/ 5068068 w 7467600"/>
              <a:gd name="connsiteY789" fmla="*/ 282244 h 6858000"/>
              <a:gd name="connsiteX790" fmla="*/ 5153231 w 7467600"/>
              <a:gd name="connsiteY790" fmla="*/ 292240 h 6858000"/>
              <a:gd name="connsiteX791" fmla="*/ 5426491 w 7467600"/>
              <a:gd name="connsiteY791" fmla="*/ 281128 h 6858000"/>
              <a:gd name="connsiteX792" fmla="*/ 5731212 w 7467600"/>
              <a:gd name="connsiteY792" fmla="*/ 231951 h 6858000"/>
              <a:gd name="connsiteX793" fmla="*/ 5905192 w 7467600"/>
              <a:gd name="connsiteY793" fmla="*/ 163079 h 6858000"/>
              <a:gd name="connsiteX794" fmla="*/ 5944437 w 7467600"/>
              <a:gd name="connsiteY794" fmla="*/ 113829 h 6858000"/>
              <a:gd name="connsiteX795" fmla="*/ 5825032 w 7467600"/>
              <a:gd name="connsiteY795" fmla="*/ 146405 h 6858000"/>
              <a:gd name="connsiteX796" fmla="*/ 4955599 w 7467600"/>
              <a:gd name="connsiteY796" fmla="*/ 247008 h 6858000"/>
              <a:gd name="connsiteX797" fmla="*/ 5210104 w 7467600"/>
              <a:gd name="connsiteY797" fmla="*/ 228123 h 6858000"/>
              <a:gd name="connsiteX798" fmla="*/ 5261015 w 7467600"/>
              <a:gd name="connsiteY798" fmla="*/ 227087 h 6858000"/>
              <a:gd name="connsiteX799" fmla="*/ 5861181 w 7467600"/>
              <a:gd name="connsiteY799" fmla="*/ 143093 h 6858000"/>
              <a:gd name="connsiteX800" fmla="*/ 5961252 w 7467600"/>
              <a:gd name="connsiteY800" fmla="*/ 114820 h 6858000"/>
              <a:gd name="connsiteX801" fmla="*/ 5944437 w 7467600"/>
              <a:gd name="connsiteY801" fmla="*/ 113829 h 6858000"/>
              <a:gd name="connsiteX802" fmla="*/ 3882765 w 7467600"/>
              <a:gd name="connsiteY802" fmla="*/ 0 h 6858000"/>
              <a:gd name="connsiteX803" fmla="*/ 3995099 w 7467600"/>
              <a:gd name="connsiteY803" fmla="*/ 0 h 6858000"/>
              <a:gd name="connsiteX804" fmla="*/ 4163818 w 7467600"/>
              <a:gd name="connsiteY804" fmla="*/ 234104 h 6858000"/>
              <a:gd name="connsiteX805" fmla="*/ 4172099 w 7467600"/>
              <a:gd name="connsiteY805" fmla="*/ 234207 h 6858000"/>
              <a:gd name="connsiteX806" fmla="*/ 4784282 w 7467600"/>
              <a:gd name="connsiteY806" fmla="*/ 276561 h 6858000"/>
              <a:gd name="connsiteX807" fmla="*/ 4801687 w 7467600"/>
              <a:gd name="connsiteY807" fmla="*/ 267764 h 6858000"/>
              <a:gd name="connsiteX808" fmla="*/ 6082788 w 7467600"/>
              <a:gd name="connsiteY808" fmla="*/ 64119 h 6858000"/>
              <a:gd name="connsiteX809" fmla="*/ 6099442 w 7467600"/>
              <a:gd name="connsiteY809" fmla="*/ 82568 h 6858000"/>
              <a:gd name="connsiteX810" fmla="*/ 4804137 w 7467600"/>
              <a:gd name="connsiteY810" fmla="*/ 320931 h 6858000"/>
              <a:gd name="connsiteX811" fmla="*/ 4227047 w 7467600"/>
              <a:gd name="connsiteY811" fmla="*/ 313415 h 6858000"/>
              <a:gd name="connsiteX812" fmla="*/ 4346041 w 7467600"/>
              <a:gd name="connsiteY812" fmla="*/ 456086 h 6858000"/>
              <a:gd name="connsiteX813" fmla="*/ 4870967 w 7467600"/>
              <a:gd name="connsiteY813" fmla="*/ 963061 h 6858000"/>
              <a:gd name="connsiteX814" fmla="*/ 4889647 w 7467600"/>
              <a:gd name="connsiteY814" fmla="*/ 957147 h 6858000"/>
              <a:gd name="connsiteX815" fmla="*/ 5422504 w 7467600"/>
              <a:gd name="connsiteY815" fmla="*/ 805191 h 6858000"/>
              <a:gd name="connsiteX816" fmla="*/ 6087656 w 7467600"/>
              <a:gd name="connsiteY816" fmla="*/ 826703 h 6858000"/>
              <a:gd name="connsiteX817" fmla="*/ 6058717 w 7467600"/>
              <a:gd name="connsiteY817" fmla="*/ 865992 h 6858000"/>
              <a:gd name="connsiteX818" fmla="*/ 4974153 w 7467600"/>
              <a:gd name="connsiteY818" fmla="*/ 1045456 h 6858000"/>
              <a:gd name="connsiteX819" fmla="*/ 5627835 w 7467600"/>
              <a:gd name="connsiteY819" fmla="*/ 1472077 h 6858000"/>
              <a:gd name="connsiteX820" fmla="*/ 5629817 w 7467600"/>
              <a:gd name="connsiteY820" fmla="*/ 1471412 h 6858000"/>
              <a:gd name="connsiteX821" fmla="*/ 5634124 w 7467600"/>
              <a:gd name="connsiteY821" fmla="*/ 1470572 h 6858000"/>
              <a:gd name="connsiteX822" fmla="*/ 5755832 w 7467600"/>
              <a:gd name="connsiteY822" fmla="*/ 1383886 h 6858000"/>
              <a:gd name="connsiteX823" fmla="*/ 6014186 w 7467600"/>
              <a:gd name="connsiteY823" fmla="*/ 1279799 h 6858000"/>
              <a:gd name="connsiteX824" fmla="*/ 6901619 w 7467600"/>
              <a:gd name="connsiteY824" fmla="*/ 1047874 h 6858000"/>
              <a:gd name="connsiteX825" fmla="*/ 6931566 w 7467600"/>
              <a:gd name="connsiteY825" fmla="*/ 1062034 h 6858000"/>
              <a:gd name="connsiteX826" fmla="*/ 5790982 w 7467600"/>
              <a:gd name="connsiteY826" fmla="*/ 1561380 h 6858000"/>
              <a:gd name="connsiteX827" fmla="*/ 6188971 w 7467600"/>
              <a:gd name="connsiteY827" fmla="*/ 1755168 h 6858000"/>
              <a:gd name="connsiteX828" fmla="*/ 6202446 w 7467600"/>
              <a:gd name="connsiteY828" fmla="*/ 1752268 h 6858000"/>
              <a:gd name="connsiteX829" fmla="*/ 7179560 w 7467600"/>
              <a:gd name="connsiteY829" fmla="*/ 1467551 h 6858000"/>
              <a:gd name="connsiteX830" fmla="*/ 7158730 w 7467600"/>
              <a:gd name="connsiteY830" fmla="*/ 1507835 h 6858000"/>
              <a:gd name="connsiteX831" fmla="*/ 6326959 w 7467600"/>
              <a:gd name="connsiteY831" fmla="*/ 1817686 h 6858000"/>
              <a:gd name="connsiteX832" fmla="*/ 6537433 w 7467600"/>
              <a:gd name="connsiteY832" fmla="*/ 1907790 h 6858000"/>
              <a:gd name="connsiteX833" fmla="*/ 6550221 w 7467600"/>
              <a:gd name="connsiteY833" fmla="*/ 1910729 h 6858000"/>
              <a:gd name="connsiteX834" fmla="*/ 6964438 w 7467600"/>
              <a:gd name="connsiteY834" fmla="*/ 2209505 h 6858000"/>
              <a:gd name="connsiteX835" fmla="*/ 7367862 w 7467600"/>
              <a:gd name="connsiteY835" fmla="*/ 2806833 h 6858000"/>
              <a:gd name="connsiteX836" fmla="*/ 7364329 w 7467600"/>
              <a:gd name="connsiteY836" fmla="*/ 2826907 h 6858000"/>
              <a:gd name="connsiteX837" fmla="*/ 7290545 w 7467600"/>
              <a:gd name="connsiteY837" fmla="*/ 2850663 h 6858000"/>
              <a:gd name="connsiteX838" fmla="*/ 6472036 w 7467600"/>
              <a:gd name="connsiteY838" fmla="*/ 1959003 h 6858000"/>
              <a:gd name="connsiteX839" fmla="*/ 5792897 w 7467600"/>
              <a:gd name="connsiteY839" fmla="*/ 1647747 h 6858000"/>
              <a:gd name="connsiteX840" fmla="*/ 5842751 w 7467600"/>
              <a:gd name="connsiteY840" fmla="*/ 1816112 h 6858000"/>
              <a:gd name="connsiteX841" fmla="*/ 5847424 w 7467600"/>
              <a:gd name="connsiteY841" fmla="*/ 1815776 h 6858000"/>
              <a:gd name="connsiteX842" fmla="*/ 6399821 w 7467600"/>
              <a:gd name="connsiteY842" fmla="*/ 2344799 h 6858000"/>
              <a:gd name="connsiteX843" fmla="*/ 6323232 w 7467600"/>
              <a:gd name="connsiteY843" fmla="*/ 2389634 h 6858000"/>
              <a:gd name="connsiteX844" fmla="*/ 5942958 w 7467600"/>
              <a:gd name="connsiteY844" fmla="*/ 2077708 h 6858000"/>
              <a:gd name="connsiteX845" fmla="*/ 5921559 w 7467600"/>
              <a:gd name="connsiteY845" fmla="*/ 2378596 h 6858000"/>
              <a:gd name="connsiteX846" fmla="*/ 5817651 w 7467600"/>
              <a:gd name="connsiteY846" fmla="*/ 3023919 h 6858000"/>
              <a:gd name="connsiteX847" fmla="*/ 5729634 w 7467600"/>
              <a:gd name="connsiteY847" fmla="*/ 3051849 h 6858000"/>
              <a:gd name="connsiteX848" fmla="*/ 5611018 w 7467600"/>
              <a:gd name="connsiteY848" fmla="*/ 2316769 h 6858000"/>
              <a:gd name="connsiteX849" fmla="*/ 5687608 w 7467600"/>
              <a:gd name="connsiteY849" fmla="*/ 2039972 h 6858000"/>
              <a:gd name="connsiteX850" fmla="*/ 5657554 w 7467600"/>
              <a:gd name="connsiteY850" fmla="*/ 1576445 h 6858000"/>
              <a:gd name="connsiteX851" fmla="*/ 5150475 w 7467600"/>
              <a:gd name="connsiteY851" fmla="*/ 1274012 h 6858000"/>
              <a:gd name="connsiteX852" fmla="*/ 5349142 w 7467600"/>
              <a:gd name="connsiteY852" fmla="*/ 2204405 h 6858000"/>
              <a:gd name="connsiteX853" fmla="*/ 5262214 w 7467600"/>
              <a:gd name="connsiteY853" fmla="*/ 2233836 h 6858000"/>
              <a:gd name="connsiteX854" fmla="*/ 4981539 w 7467600"/>
              <a:gd name="connsiteY854" fmla="*/ 1542201 h 6858000"/>
              <a:gd name="connsiteX855" fmla="*/ 4958461 w 7467600"/>
              <a:gd name="connsiteY855" fmla="*/ 1136957 h 6858000"/>
              <a:gd name="connsiteX856" fmla="*/ 4655015 w 7467600"/>
              <a:gd name="connsiteY856" fmla="*/ 891426 h 6858000"/>
              <a:gd name="connsiteX857" fmla="*/ 4348002 w 7467600"/>
              <a:gd name="connsiteY857" fmla="*/ 2205895 h 6858000"/>
              <a:gd name="connsiteX858" fmla="*/ 4262250 w 7467600"/>
              <a:gd name="connsiteY858" fmla="*/ 2219972 h 6858000"/>
              <a:gd name="connsiteX859" fmla="*/ 4550611 w 7467600"/>
              <a:gd name="connsiteY859" fmla="*/ 817540 h 6858000"/>
              <a:gd name="connsiteX860" fmla="*/ 4564418 w 7467600"/>
              <a:gd name="connsiteY860" fmla="*/ 808293 h 6858000"/>
              <a:gd name="connsiteX861" fmla="*/ 4266388 w 7467600"/>
              <a:gd name="connsiteY861" fmla="*/ 500083 h 6858000"/>
              <a:gd name="connsiteX862" fmla="*/ 4032842 w 7467600"/>
              <a:gd name="connsiteY862" fmla="*/ 211809 h 6858000"/>
              <a:gd name="connsiteX863" fmla="*/ 3882765 w 7467600"/>
              <a:gd name="connsiteY863" fmla="*/ 0 h 6858000"/>
              <a:gd name="connsiteX864" fmla="*/ 3721337 w 7467600"/>
              <a:gd name="connsiteY864" fmla="*/ 0 h 6858000"/>
              <a:gd name="connsiteX865" fmla="*/ 3797544 w 7467600"/>
              <a:gd name="connsiteY865" fmla="*/ 0 h 6858000"/>
              <a:gd name="connsiteX866" fmla="*/ 3775734 w 7467600"/>
              <a:gd name="connsiteY866" fmla="*/ 95131 h 6858000"/>
              <a:gd name="connsiteX867" fmla="*/ 3724807 w 7467600"/>
              <a:gd name="connsiteY867" fmla="*/ 272257 h 6858000"/>
              <a:gd name="connsiteX868" fmla="*/ 3726844 w 7467600"/>
              <a:gd name="connsiteY868" fmla="*/ 282988 h 6858000"/>
              <a:gd name="connsiteX869" fmla="*/ 3742664 w 7467600"/>
              <a:gd name="connsiteY869" fmla="*/ 279918 h 6858000"/>
              <a:gd name="connsiteX870" fmla="*/ 4103910 w 7467600"/>
              <a:gd name="connsiteY870" fmla="*/ 1161917 h 6858000"/>
              <a:gd name="connsiteX871" fmla="*/ 4020269 w 7467600"/>
              <a:gd name="connsiteY871" fmla="*/ 1200406 h 6858000"/>
              <a:gd name="connsiteX872" fmla="*/ 3674882 w 7467600"/>
              <a:gd name="connsiteY872" fmla="*/ 488524 h 6858000"/>
              <a:gd name="connsiteX873" fmla="*/ 3132682 w 7467600"/>
              <a:gd name="connsiteY873" fmla="*/ 1072284 h 6858000"/>
              <a:gd name="connsiteX874" fmla="*/ 2716346 w 7467600"/>
              <a:gd name="connsiteY874" fmla="*/ 1276376 h 6858000"/>
              <a:gd name="connsiteX875" fmla="*/ 2716772 w 7467600"/>
              <a:gd name="connsiteY875" fmla="*/ 1255462 h 6858000"/>
              <a:gd name="connsiteX876" fmla="*/ 3471096 w 7467600"/>
              <a:gd name="connsiteY876" fmla="*/ 437072 h 6858000"/>
              <a:gd name="connsiteX877" fmla="*/ 3639057 w 7467600"/>
              <a:gd name="connsiteY877" fmla="*/ 286334 h 6858000"/>
              <a:gd name="connsiteX878" fmla="*/ 3640309 w 7467600"/>
              <a:gd name="connsiteY878" fmla="*/ 284664 h 6858000"/>
              <a:gd name="connsiteX879" fmla="*/ 3646022 w 7467600"/>
              <a:gd name="connsiteY879" fmla="*/ 276711 h 6858000"/>
              <a:gd name="connsiteX880" fmla="*/ 3707943 w 7467600"/>
              <a:gd name="connsiteY880" fmla="*/ 65958 h 6858000"/>
              <a:gd name="connsiteX881" fmla="*/ 3721337 w 7467600"/>
              <a:gd name="connsiteY881" fmla="*/ 0 h 6858000"/>
              <a:gd name="connsiteX882" fmla="*/ 2867960 w 7467600"/>
              <a:gd name="connsiteY882" fmla="*/ 0 h 6858000"/>
              <a:gd name="connsiteX883" fmla="*/ 2926351 w 7467600"/>
              <a:gd name="connsiteY883" fmla="*/ 0 h 6858000"/>
              <a:gd name="connsiteX884" fmla="*/ 2902823 w 7467600"/>
              <a:gd name="connsiteY884" fmla="*/ 262929 h 6858000"/>
              <a:gd name="connsiteX885" fmla="*/ 2940663 w 7467600"/>
              <a:gd name="connsiteY885" fmla="*/ 140884 h 6858000"/>
              <a:gd name="connsiteX886" fmla="*/ 2947039 w 7467600"/>
              <a:gd name="connsiteY886" fmla="*/ 122524 h 6858000"/>
              <a:gd name="connsiteX887" fmla="*/ 2984316 w 7467600"/>
              <a:gd name="connsiteY887" fmla="*/ 0 h 6858000"/>
              <a:gd name="connsiteX888" fmla="*/ 3016114 w 7467600"/>
              <a:gd name="connsiteY888" fmla="*/ 0 h 6858000"/>
              <a:gd name="connsiteX889" fmla="*/ 2979949 w 7467600"/>
              <a:gd name="connsiteY889" fmla="*/ 119274 h 6858000"/>
              <a:gd name="connsiteX890" fmla="*/ 3023879 w 7467600"/>
              <a:gd name="connsiteY890" fmla="*/ 0 h 6858000"/>
              <a:gd name="connsiteX891" fmla="*/ 3105400 w 7467600"/>
              <a:gd name="connsiteY891" fmla="*/ 0 h 6858000"/>
              <a:gd name="connsiteX892" fmla="*/ 3094669 w 7467600"/>
              <a:gd name="connsiteY892" fmla="*/ 30308 h 6858000"/>
              <a:gd name="connsiteX893" fmla="*/ 2901945 w 7467600"/>
              <a:gd name="connsiteY893" fmla="*/ 466538 h 6858000"/>
              <a:gd name="connsiteX894" fmla="*/ 2815209 w 7467600"/>
              <a:gd name="connsiteY894" fmla="*/ 497361 h 6858000"/>
              <a:gd name="connsiteX895" fmla="*/ 2844845 w 7467600"/>
              <a:gd name="connsiteY895" fmla="*/ 127638 h 6858000"/>
              <a:gd name="connsiteX896" fmla="*/ 2867960 w 7467600"/>
              <a:gd name="connsiteY896" fmla="*/ 0 h 6858000"/>
              <a:gd name="connsiteX897" fmla="*/ 1057230 w 7467600"/>
              <a:gd name="connsiteY897" fmla="*/ 0 h 6858000"/>
              <a:gd name="connsiteX898" fmla="*/ 1111003 w 7467600"/>
              <a:gd name="connsiteY898" fmla="*/ 0 h 6858000"/>
              <a:gd name="connsiteX899" fmla="*/ 1125553 w 7467600"/>
              <a:gd name="connsiteY899" fmla="*/ 52588 h 6858000"/>
              <a:gd name="connsiteX900" fmla="*/ 1304276 w 7467600"/>
              <a:gd name="connsiteY900" fmla="*/ 476275 h 6858000"/>
              <a:gd name="connsiteX901" fmla="*/ 1492066 w 7467600"/>
              <a:gd name="connsiteY901" fmla="*/ 886333 h 6858000"/>
              <a:gd name="connsiteX902" fmla="*/ 1423698 w 7467600"/>
              <a:gd name="connsiteY902" fmla="*/ 710817 h 6858000"/>
              <a:gd name="connsiteX903" fmla="*/ 1357609 w 7467600"/>
              <a:gd name="connsiteY903" fmla="*/ 532892 h 6858000"/>
              <a:gd name="connsiteX904" fmla="*/ 1309550 w 7467600"/>
              <a:gd name="connsiteY904" fmla="*/ 374031 h 6858000"/>
              <a:gd name="connsiteX905" fmla="*/ 1193673 w 7467600"/>
              <a:gd name="connsiteY905" fmla="*/ 49533 h 6858000"/>
              <a:gd name="connsiteX906" fmla="*/ 1164391 w 7467600"/>
              <a:gd name="connsiteY906" fmla="*/ 0 h 6858000"/>
              <a:gd name="connsiteX907" fmla="*/ 1200666 w 7467600"/>
              <a:gd name="connsiteY907" fmla="*/ 0 h 6858000"/>
              <a:gd name="connsiteX908" fmla="*/ 1223408 w 7467600"/>
              <a:gd name="connsiteY908" fmla="*/ 38996 h 6858000"/>
              <a:gd name="connsiteX909" fmla="*/ 1339635 w 7467600"/>
              <a:gd name="connsiteY909" fmla="*/ 365517 h 6858000"/>
              <a:gd name="connsiteX910" fmla="*/ 1387469 w 7467600"/>
              <a:gd name="connsiteY910" fmla="*/ 523079 h 6858000"/>
              <a:gd name="connsiteX911" fmla="*/ 1452685 w 7467600"/>
              <a:gd name="connsiteY911" fmla="*/ 699806 h 6858000"/>
              <a:gd name="connsiteX912" fmla="*/ 1492092 w 7467600"/>
              <a:gd name="connsiteY912" fmla="*/ 800424 h 6858000"/>
              <a:gd name="connsiteX913" fmla="*/ 1455302 w 7467600"/>
              <a:gd name="connsiteY913" fmla="*/ 632913 h 6858000"/>
              <a:gd name="connsiteX914" fmla="*/ 1222336 w 7467600"/>
              <a:gd name="connsiteY914" fmla="*/ 9480 h 6858000"/>
              <a:gd name="connsiteX915" fmla="*/ 1214634 w 7467600"/>
              <a:gd name="connsiteY915" fmla="*/ 0 h 6858000"/>
              <a:gd name="connsiteX916" fmla="*/ 1289827 w 7467600"/>
              <a:gd name="connsiteY916" fmla="*/ 0 h 6858000"/>
              <a:gd name="connsiteX917" fmla="*/ 1321076 w 7467600"/>
              <a:gd name="connsiteY917" fmla="*/ 59722 h 6858000"/>
              <a:gd name="connsiteX918" fmla="*/ 1512579 w 7467600"/>
              <a:gd name="connsiteY918" fmla="*/ 626441 h 6858000"/>
              <a:gd name="connsiteX919" fmla="*/ 1506076 w 7467600"/>
              <a:gd name="connsiteY919" fmla="*/ 1089289 h 6858000"/>
              <a:gd name="connsiteX920" fmla="*/ 1486346 w 7467600"/>
              <a:gd name="connsiteY920" fmla="*/ 1079919 h 6858000"/>
              <a:gd name="connsiteX921" fmla="*/ 1070511 w 7467600"/>
              <a:gd name="connsiteY921" fmla="*/ 48609 h 6858000"/>
              <a:gd name="connsiteX922" fmla="*/ 1057230 w 7467600"/>
              <a:gd name="connsiteY922" fmla="*/ 0 h 6858000"/>
              <a:gd name="connsiteX923" fmla="*/ 43151 w 7467600"/>
              <a:gd name="connsiteY923" fmla="*/ 0 h 6858000"/>
              <a:gd name="connsiteX924" fmla="*/ 95283 w 7467600"/>
              <a:gd name="connsiteY924" fmla="*/ 0 h 6858000"/>
              <a:gd name="connsiteX925" fmla="*/ 300708 w 7467600"/>
              <a:gd name="connsiteY925" fmla="*/ 154571 h 6858000"/>
              <a:gd name="connsiteX926" fmla="*/ 530414 w 7467600"/>
              <a:gd name="connsiteY926" fmla="*/ 354673 h 6858000"/>
              <a:gd name="connsiteX927" fmla="*/ 333785 w 7467600"/>
              <a:gd name="connsiteY927" fmla="*/ 161564 h 6858000"/>
              <a:gd name="connsiteX928" fmla="*/ 147005 w 7467600"/>
              <a:gd name="connsiteY928" fmla="*/ 0 h 6858000"/>
              <a:gd name="connsiteX929" fmla="*/ 272509 w 7467600"/>
              <a:gd name="connsiteY929" fmla="*/ 0 h 6858000"/>
              <a:gd name="connsiteX930" fmla="*/ 326276 w 7467600"/>
              <a:gd name="connsiteY930" fmla="*/ 45847 h 6858000"/>
              <a:gd name="connsiteX931" fmla="*/ 823759 w 7467600"/>
              <a:gd name="connsiteY931" fmla="*/ 574145 h 6858000"/>
              <a:gd name="connsiteX932" fmla="*/ 811254 w 7467600"/>
              <a:gd name="connsiteY932" fmla="*/ 665546 h 6858000"/>
              <a:gd name="connsiteX933" fmla="*/ 154042 w 7467600"/>
              <a:gd name="connsiteY933" fmla="*/ 261522 h 6858000"/>
              <a:gd name="connsiteX934" fmla="*/ 13550 w 7467600"/>
              <a:gd name="connsiteY934" fmla="*/ 158423 h 6858000"/>
              <a:gd name="connsiteX935" fmla="*/ 0 w 7467600"/>
              <a:gd name="connsiteY935" fmla="*/ 146618 h 6858000"/>
              <a:gd name="connsiteX936" fmla="*/ 0 w 7467600"/>
              <a:gd name="connsiteY936" fmla="*/ 59161 h 6858000"/>
              <a:gd name="connsiteX937" fmla="*/ 45427 w 7467600"/>
              <a:gd name="connsiteY937" fmla="*/ 101078 h 6858000"/>
              <a:gd name="connsiteX938" fmla="*/ 630103 w 7467600"/>
              <a:gd name="connsiteY938" fmla="*/ 485885 h 6858000"/>
              <a:gd name="connsiteX939" fmla="*/ 532040 w 7467600"/>
              <a:gd name="connsiteY939" fmla="*/ 399359 h 6858000"/>
              <a:gd name="connsiteX940" fmla="*/ 517618 w 7467600"/>
              <a:gd name="connsiteY940" fmla="*/ 385726 h 6858000"/>
              <a:gd name="connsiteX941" fmla="*/ 285074 w 7467600"/>
              <a:gd name="connsiteY941" fmla="*/ 182755 h 6858000"/>
              <a:gd name="connsiteX942" fmla="*/ 43151 w 7467600"/>
              <a:gd name="connsiteY94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289862 w 7467600"/>
              <a:gd name="connsiteY9" fmla="*/ 6659827 h 6858000"/>
              <a:gd name="connsiteX10" fmla="*/ 1019354 w 7467600"/>
              <a:gd name="connsiteY10" fmla="*/ 6315006 h 6858000"/>
              <a:gd name="connsiteX11" fmla="*/ 441046 w 7467600"/>
              <a:gd name="connsiteY11" fmla="*/ 6691153 h 6858000"/>
              <a:gd name="connsiteX12" fmla="*/ 1019354 w 7467600"/>
              <a:gd name="connsiteY12" fmla="*/ 6315006 h 6858000"/>
              <a:gd name="connsiteX13" fmla="*/ 991680 w 7467600"/>
              <a:gd name="connsiteY13" fmla="*/ 6298413 h 6858000"/>
              <a:gd name="connsiteX14" fmla="*/ 409060 w 7467600"/>
              <a:gd name="connsiteY14" fmla="*/ 6671470 h 6858000"/>
              <a:gd name="connsiteX15" fmla="*/ 991680 w 7467600"/>
              <a:gd name="connsiteY15" fmla="*/ 6298413 h 6858000"/>
              <a:gd name="connsiteX16" fmla="*/ 103333 w 7467600"/>
              <a:gd name="connsiteY16" fmla="*/ 5699602 h 6858000"/>
              <a:gd name="connsiteX17" fmla="*/ 233938 w 7467600"/>
              <a:gd name="connsiteY17" fmla="*/ 5809416 h 6858000"/>
              <a:gd name="connsiteX18" fmla="*/ 883580 w 7467600"/>
              <a:gd name="connsiteY18" fmla="*/ 6180710 h 6858000"/>
              <a:gd name="connsiteX19" fmla="*/ 487337 w 7467600"/>
              <a:gd name="connsiteY19" fmla="*/ 5950182 h 6858000"/>
              <a:gd name="connsiteX20" fmla="*/ 354051 w 7467600"/>
              <a:gd name="connsiteY20" fmla="*/ 5854912 h 6858000"/>
              <a:gd name="connsiteX21" fmla="*/ 195436 w 7467600"/>
              <a:gd name="connsiteY21" fmla="*/ 5755068 h 6858000"/>
              <a:gd name="connsiteX22" fmla="*/ 103333 w 7467600"/>
              <a:gd name="connsiteY22" fmla="*/ 5699602 h 6858000"/>
              <a:gd name="connsiteX23" fmla="*/ 5539432 w 7467600"/>
              <a:gd name="connsiteY23" fmla="*/ 5642928 h 6858000"/>
              <a:gd name="connsiteX24" fmla="*/ 5555462 w 7467600"/>
              <a:gd name="connsiteY24" fmla="*/ 5694454 h 6858000"/>
              <a:gd name="connsiteX25" fmla="*/ 5828270 w 7467600"/>
              <a:gd name="connsiteY25" fmla="*/ 6320663 h 6858000"/>
              <a:gd name="connsiteX26" fmla="*/ 5947416 w 7467600"/>
              <a:gd name="connsiteY26" fmla="*/ 6574846 h 6858000"/>
              <a:gd name="connsiteX27" fmla="*/ 5539432 w 7467600"/>
              <a:gd name="connsiteY27" fmla="*/ 5642928 h 6858000"/>
              <a:gd name="connsiteX28" fmla="*/ 51253 w 7467600"/>
              <a:gd name="connsiteY28" fmla="*/ 5631825 h 6858000"/>
              <a:gd name="connsiteX29" fmla="*/ 211622 w 7467600"/>
              <a:gd name="connsiteY29" fmla="*/ 5728803 h 6858000"/>
              <a:gd name="connsiteX30" fmla="*/ 371652 w 7467600"/>
              <a:gd name="connsiteY30" fmla="*/ 5829062 h 6858000"/>
              <a:gd name="connsiteX31" fmla="*/ 505903 w 7467600"/>
              <a:gd name="connsiteY31" fmla="*/ 5925221 h 6858000"/>
              <a:gd name="connsiteX32" fmla="*/ 899240 w 7467600"/>
              <a:gd name="connsiteY32" fmla="*/ 6153068 h 6858000"/>
              <a:gd name="connsiteX33" fmla="*/ 988114 w 7467600"/>
              <a:gd name="connsiteY33" fmla="*/ 6174204 h 6858000"/>
              <a:gd name="connsiteX34" fmla="*/ 845971 w 7467600"/>
              <a:gd name="connsiteY34" fmla="*/ 6067177 h 6858000"/>
              <a:gd name="connsiteX35" fmla="*/ 448057 w 7467600"/>
              <a:gd name="connsiteY35" fmla="*/ 5841376 h 6858000"/>
              <a:gd name="connsiteX36" fmla="*/ 51253 w 7467600"/>
              <a:gd name="connsiteY36" fmla="*/ 5631825 h 6858000"/>
              <a:gd name="connsiteX37" fmla="*/ 2606687 w 7467600"/>
              <a:gd name="connsiteY37" fmla="*/ 5630718 h 6858000"/>
              <a:gd name="connsiteX38" fmla="*/ 2645658 w 7467600"/>
              <a:gd name="connsiteY38" fmla="*/ 6640259 h 6858000"/>
              <a:gd name="connsiteX39" fmla="*/ 2606687 w 7467600"/>
              <a:gd name="connsiteY39" fmla="*/ 5630718 h 6858000"/>
              <a:gd name="connsiteX40" fmla="*/ 3642057 w 7467600"/>
              <a:gd name="connsiteY40" fmla="*/ 5573487 h 6858000"/>
              <a:gd name="connsiteX41" fmla="*/ 3632981 w 7467600"/>
              <a:gd name="connsiteY41" fmla="*/ 5579437 h 6858000"/>
              <a:gd name="connsiteX42" fmla="*/ 3382436 w 7467600"/>
              <a:gd name="connsiteY42" fmla="*/ 5952726 h 6858000"/>
              <a:gd name="connsiteX43" fmla="*/ 3191929 w 7467600"/>
              <a:gd name="connsiteY43" fmla="*/ 6662669 h 6858000"/>
              <a:gd name="connsiteX44" fmla="*/ 3369898 w 7467600"/>
              <a:gd name="connsiteY44" fmla="*/ 6081771 h 6858000"/>
              <a:gd name="connsiteX45" fmla="*/ 3642057 w 7467600"/>
              <a:gd name="connsiteY45" fmla="*/ 5573487 h 6858000"/>
              <a:gd name="connsiteX46" fmla="*/ 2650666 w 7467600"/>
              <a:gd name="connsiteY46" fmla="*/ 5530686 h 6858000"/>
              <a:gd name="connsiteX47" fmla="*/ 2650249 w 7467600"/>
              <a:gd name="connsiteY47" fmla="*/ 5532101 h 6858000"/>
              <a:gd name="connsiteX48" fmla="*/ 2663808 w 7467600"/>
              <a:gd name="connsiteY48" fmla="*/ 6535215 h 6858000"/>
              <a:gd name="connsiteX49" fmla="*/ 2665418 w 7467600"/>
              <a:gd name="connsiteY49" fmla="*/ 6132756 h 6858000"/>
              <a:gd name="connsiteX50" fmla="*/ 2650666 w 7467600"/>
              <a:gd name="connsiteY50" fmla="*/ 5530686 h 6858000"/>
              <a:gd name="connsiteX51" fmla="*/ 2680277 w 7467600"/>
              <a:gd name="connsiteY51" fmla="*/ 5479204 h 6858000"/>
              <a:gd name="connsiteX52" fmla="*/ 2678972 w 7467600"/>
              <a:gd name="connsiteY52" fmla="*/ 5481582 h 6858000"/>
              <a:gd name="connsiteX53" fmla="*/ 2696666 w 7467600"/>
              <a:gd name="connsiteY53" fmla="*/ 6133836 h 6858000"/>
              <a:gd name="connsiteX54" fmla="*/ 2695769 w 7467600"/>
              <a:gd name="connsiteY54" fmla="*/ 6390955 h 6858000"/>
              <a:gd name="connsiteX55" fmla="*/ 2739893 w 7467600"/>
              <a:gd name="connsiteY55" fmla="*/ 6108357 h 6858000"/>
              <a:gd name="connsiteX56" fmla="*/ 2680277 w 7467600"/>
              <a:gd name="connsiteY56" fmla="*/ 5479204 h 6858000"/>
              <a:gd name="connsiteX57" fmla="*/ 1132195 w 7467600"/>
              <a:gd name="connsiteY57" fmla="*/ 5467980 h 6858000"/>
              <a:gd name="connsiteX58" fmla="*/ 1679056 w 7467600"/>
              <a:gd name="connsiteY58" fmla="*/ 5516907 h 6858000"/>
              <a:gd name="connsiteX59" fmla="*/ 2128648 w 7467600"/>
              <a:gd name="connsiteY59" fmla="*/ 5474249 h 6858000"/>
              <a:gd name="connsiteX60" fmla="*/ 1825619 w 7467600"/>
              <a:gd name="connsiteY60" fmla="*/ 5478447 h 6858000"/>
              <a:gd name="connsiteX61" fmla="*/ 1737798 w 7467600"/>
              <a:gd name="connsiteY61" fmla="*/ 5483353 h 6858000"/>
              <a:gd name="connsiteX62" fmla="*/ 1132195 w 7467600"/>
              <a:gd name="connsiteY62" fmla="*/ 5467980 h 6858000"/>
              <a:gd name="connsiteX63" fmla="*/ 1456157 w 7467600"/>
              <a:gd name="connsiteY63" fmla="*/ 5371404 h 6858000"/>
              <a:gd name="connsiteX64" fmla="*/ 1244432 w 7467600"/>
              <a:gd name="connsiteY64" fmla="*/ 5385601 h 6858000"/>
              <a:gd name="connsiteX65" fmla="*/ 973990 w 7467600"/>
              <a:gd name="connsiteY65" fmla="*/ 5424940 h 6858000"/>
              <a:gd name="connsiteX66" fmla="*/ 1103809 w 7467600"/>
              <a:gd name="connsiteY66" fmla="*/ 5433720 h 6858000"/>
              <a:gd name="connsiteX67" fmla="*/ 1123454 w 7467600"/>
              <a:gd name="connsiteY67" fmla="*/ 5435727 h 6858000"/>
              <a:gd name="connsiteX68" fmla="*/ 1737017 w 7467600"/>
              <a:gd name="connsiteY68" fmla="*/ 5452183 h 6858000"/>
              <a:gd name="connsiteX69" fmla="*/ 1824397 w 7467600"/>
              <a:gd name="connsiteY69" fmla="*/ 5447757 h 6858000"/>
              <a:gd name="connsiteX70" fmla="*/ 2070059 w 7467600"/>
              <a:gd name="connsiteY70" fmla="*/ 5441660 h 6858000"/>
              <a:gd name="connsiteX71" fmla="*/ 1456157 w 7467600"/>
              <a:gd name="connsiteY71" fmla="*/ 5371404 h 6858000"/>
              <a:gd name="connsiteX72" fmla="*/ 4988186 w 7467600"/>
              <a:gd name="connsiteY72" fmla="*/ 5216467 h 6858000"/>
              <a:gd name="connsiteX73" fmla="*/ 4777334 w 7467600"/>
              <a:gd name="connsiteY73" fmla="*/ 5406072 h 6858000"/>
              <a:gd name="connsiteX74" fmla="*/ 4718341 w 7467600"/>
              <a:gd name="connsiteY74" fmla="*/ 5468043 h 6858000"/>
              <a:gd name="connsiteX75" fmla="*/ 4604655 w 7467600"/>
              <a:gd name="connsiteY75" fmla="*/ 5583434 h 6858000"/>
              <a:gd name="connsiteX76" fmla="*/ 4565074 w 7467600"/>
              <a:gd name="connsiteY76" fmla="*/ 5618550 h 6858000"/>
              <a:gd name="connsiteX77" fmla="*/ 4988186 w 7467600"/>
              <a:gd name="connsiteY77" fmla="*/ 5216467 h 6858000"/>
              <a:gd name="connsiteX78" fmla="*/ 4978032 w 7467600"/>
              <a:gd name="connsiteY78" fmla="*/ 5183809 h 6858000"/>
              <a:gd name="connsiteX79" fmla="*/ 4463413 w 7467600"/>
              <a:gd name="connsiteY79" fmla="*/ 5615162 h 6858000"/>
              <a:gd name="connsiteX80" fmla="*/ 4358134 w 7467600"/>
              <a:gd name="connsiteY80" fmla="*/ 5742791 h 6858000"/>
              <a:gd name="connsiteX81" fmla="*/ 4376219 w 7467600"/>
              <a:gd name="connsiteY81" fmla="*/ 5729027 h 6858000"/>
              <a:gd name="connsiteX82" fmla="*/ 4582340 w 7467600"/>
              <a:gd name="connsiteY82" fmla="*/ 5561037 h 6858000"/>
              <a:gd name="connsiteX83" fmla="*/ 4694684 w 7467600"/>
              <a:gd name="connsiteY83" fmla="*/ 5447098 h 6858000"/>
              <a:gd name="connsiteX84" fmla="*/ 4754123 w 7467600"/>
              <a:gd name="connsiteY84" fmla="*/ 5384643 h 6858000"/>
              <a:gd name="connsiteX85" fmla="*/ 4978032 w 7467600"/>
              <a:gd name="connsiteY85" fmla="*/ 5183809 h 6858000"/>
              <a:gd name="connsiteX86" fmla="*/ 1903353 w 7467600"/>
              <a:gd name="connsiteY86" fmla="*/ 5044827 h 6858000"/>
              <a:gd name="connsiteX87" fmla="*/ 1936931 w 7467600"/>
              <a:gd name="connsiteY87" fmla="*/ 5093954 h 6858000"/>
              <a:gd name="connsiteX88" fmla="*/ 2195868 w 7467600"/>
              <a:gd name="connsiteY88" fmla="*/ 5396574 h 6858000"/>
              <a:gd name="connsiteX89" fmla="*/ 2088852 w 7467600"/>
              <a:gd name="connsiteY89" fmla="*/ 5166123 h 6858000"/>
              <a:gd name="connsiteX90" fmla="*/ 1958241 w 7467600"/>
              <a:gd name="connsiteY90" fmla="*/ 5067955 h 6858000"/>
              <a:gd name="connsiteX91" fmla="*/ 1903353 w 7467600"/>
              <a:gd name="connsiteY91" fmla="*/ 5044827 h 6858000"/>
              <a:gd name="connsiteX92" fmla="*/ 1979378 w 7467600"/>
              <a:gd name="connsiteY92" fmla="*/ 4769504 h 6858000"/>
              <a:gd name="connsiteX93" fmla="*/ 2882120 w 7467600"/>
              <a:gd name="connsiteY93" fmla="*/ 5064547 h 6858000"/>
              <a:gd name="connsiteX94" fmla="*/ 2793103 w 7467600"/>
              <a:gd name="connsiteY94" fmla="*/ 5039699 h 6858000"/>
              <a:gd name="connsiteX95" fmla="*/ 2770041 w 7467600"/>
              <a:gd name="connsiteY95" fmla="*/ 5033634 h 6858000"/>
              <a:gd name="connsiteX96" fmla="*/ 1979378 w 7467600"/>
              <a:gd name="connsiteY96" fmla="*/ 4769504 h 6858000"/>
              <a:gd name="connsiteX97" fmla="*/ 1927410 w 7467600"/>
              <a:gd name="connsiteY97" fmla="*/ 4716164 h 6858000"/>
              <a:gd name="connsiteX98" fmla="*/ 1959587 w 7467600"/>
              <a:gd name="connsiteY98" fmla="*/ 4728849 h 6858000"/>
              <a:gd name="connsiteX99" fmla="*/ 2777707 w 7467600"/>
              <a:gd name="connsiteY99" fmla="*/ 5003991 h 6858000"/>
              <a:gd name="connsiteX100" fmla="*/ 2800768 w 7467600"/>
              <a:gd name="connsiteY100" fmla="*/ 5010056 h 6858000"/>
              <a:gd name="connsiteX101" fmla="*/ 2879408 w 7467600"/>
              <a:gd name="connsiteY101" fmla="*/ 5031590 h 6858000"/>
              <a:gd name="connsiteX102" fmla="*/ 2862295 w 7467600"/>
              <a:gd name="connsiteY102" fmla="*/ 5022958 h 6858000"/>
              <a:gd name="connsiteX103" fmla="*/ 2813343 w 7467600"/>
              <a:gd name="connsiteY103" fmla="*/ 4998369 h 6858000"/>
              <a:gd name="connsiteX104" fmla="*/ 2646245 w 7467600"/>
              <a:gd name="connsiteY104" fmla="*/ 4930999 h 6858000"/>
              <a:gd name="connsiteX105" fmla="*/ 1999243 w 7467600"/>
              <a:gd name="connsiteY105" fmla="*/ 4730524 h 6858000"/>
              <a:gd name="connsiteX106" fmla="*/ 1979527 w 7467600"/>
              <a:gd name="connsiteY106" fmla="*/ 4726651 h 6858000"/>
              <a:gd name="connsiteX107" fmla="*/ 1927410 w 7467600"/>
              <a:gd name="connsiteY107" fmla="*/ 4716164 h 6858000"/>
              <a:gd name="connsiteX108" fmla="*/ 1997014 w 7467600"/>
              <a:gd name="connsiteY108" fmla="*/ 4698007 h 6858000"/>
              <a:gd name="connsiteX109" fmla="*/ 2005458 w 7467600"/>
              <a:gd name="connsiteY109" fmla="*/ 4699540 h 6858000"/>
              <a:gd name="connsiteX110" fmla="*/ 2657186 w 7467600"/>
              <a:gd name="connsiteY110" fmla="*/ 4901687 h 6858000"/>
              <a:gd name="connsiteX111" fmla="*/ 2826662 w 7467600"/>
              <a:gd name="connsiteY111" fmla="*/ 4970362 h 6858000"/>
              <a:gd name="connsiteX112" fmla="*/ 2876100 w 7467600"/>
              <a:gd name="connsiteY112" fmla="*/ 4995397 h 6858000"/>
              <a:gd name="connsiteX113" fmla="*/ 3042600 w 7467600"/>
              <a:gd name="connsiteY113" fmla="*/ 5059532 h 6858000"/>
              <a:gd name="connsiteX114" fmla="*/ 1997014 w 7467600"/>
              <a:gd name="connsiteY114" fmla="*/ 4698007 h 6858000"/>
              <a:gd name="connsiteX115" fmla="*/ 2305292 w 7467600"/>
              <a:gd name="connsiteY115" fmla="*/ 4219492 h 6858000"/>
              <a:gd name="connsiteX116" fmla="*/ 3360922 w 7467600"/>
              <a:gd name="connsiteY116" fmla="*/ 4529373 h 6858000"/>
              <a:gd name="connsiteX117" fmla="*/ 3492420 w 7467600"/>
              <a:gd name="connsiteY117" fmla="*/ 4510145 h 6858000"/>
              <a:gd name="connsiteX118" fmla="*/ 3364086 w 7467600"/>
              <a:gd name="connsiteY118" fmla="*/ 4480340 h 6858000"/>
              <a:gd name="connsiteX119" fmla="*/ 3225818 w 7467600"/>
              <a:gd name="connsiteY119" fmla="*/ 4411822 h 6858000"/>
              <a:gd name="connsiteX120" fmla="*/ 3129696 w 7467600"/>
              <a:gd name="connsiteY120" fmla="*/ 4360704 h 6858000"/>
              <a:gd name="connsiteX121" fmla="*/ 2814545 w 7467600"/>
              <a:gd name="connsiteY121" fmla="*/ 4282955 h 6858000"/>
              <a:gd name="connsiteX122" fmla="*/ 2305292 w 7467600"/>
              <a:gd name="connsiteY122" fmla="*/ 4219492 h 6858000"/>
              <a:gd name="connsiteX123" fmla="*/ 2626982 w 7467600"/>
              <a:gd name="connsiteY123" fmla="*/ 4206450 h 6858000"/>
              <a:gd name="connsiteX124" fmla="*/ 2490617 w 7467600"/>
              <a:gd name="connsiteY124" fmla="*/ 4206951 h 6858000"/>
              <a:gd name="connsiteX125" fmla="*/ 2819869 w 7467600"/>
              <a:gd name="connsiteY125" fmla="*/ 4252936 h 6858000"/>
              <a:gd name="connsiteX126" fmla="*/ 3143018 w 7467600"/>
              <a:gd name="connsiteY126" fmla="*/ 4332698 h 6858000"/>
              <a:gd name="connsiteX127" fmla="*/ 3241520 w 7467600"/>
              <a:gd name="connsiteY127" fmla="*/ 4385112 h 6858000"/>
              <a:gd name="connsiteX128" fmla="*/ 3374575 w 7467600"/>
              <a:gd name="connsiteY128" fmla="*/ 4451517 h 6858000"/>
              <a:gd name="connsiteX129" fmla="*/ 3505221 w 7467600"/>
              <a:gd name="connsiteY129" fmla="*/ 4480757 h 6858000"/>
              <a:gd name="connsiteX130" fmla="*/ 2626982 w 7467600"/>
              <a:gd name="connsiteY130" fmla="*/ 4206450 h 6858000"/>
              <a:gd name="connsiteX131" fmla="*/ 1310106 w 7467600"/>
              <a:gd name="connsiteY131" fmla="*/ 3943217 h 6858000"/>
              <a:gd name="connsiteX132" fmla="*/ 854994 w 7467600"/>
              <a:gd name="connsiteY132" fmla="*/ 4399136 h 6858000"/>
              <a:gd name="connsiteX133" fmla="*/ 742462 w 7467600"/>
              <a:gd name="connsiteY133" fmla="*/ 4594648 h 6858000"/>
              <a:gd name="connsiteX134" fmla="*/ 820602 w 7467600"/>
              <a:gd name="connsiteY134" fmla="*/ 4485915 h 6858000"/>
              <a:gd name="connsiteX135" fmla="*/ 878295 w 7467600"/>
              <a:gd name="connsiteY135" fmla="*/ 4403594 h 6858000"/>
              <a:gd name="connsiteX136" fmla="*/ 1240607 w 7467600"/>
              <a:gd name="connsiteY136" fmla="*/ 4010401 h 6858000"/>
              <a:gd name="connsiteX137" fmla="*/ 1310106 w 7467600"/>
              <a:gd name="connsiteY137" fmla="*/ 3943217 h 6858000"/>
              <a:gd name="connsiteX138" fmla="*/ 1423113 w 7467600"/>
              <a:gd name="connsiteY138" fmla="*/ 3874565 h 6858000"/>
              <a:gd name="connsiteX139" fmla="*/ 1260565 w 7467600"/>
              <a:gd name="connsiteY139" fmla="*/ 4031982 h 6858000"/>
              <a:gd name="connsiteX140" fmla="*/ 901900 w 7467600"/>
              <a:gd name="connsiteY140" fmla="*/ 4421236 h 6858000"/>
              <a:gd name="connsiteX141" fmla="*/ 845044 w 7467600"/>
              <a:gd name="connsiteY141" fmla="*/ 4502436 h 6858000"/>
              <a:gd name="connsiteX142" fmla="*/ 685926 w 7467600"/>
              <a:gd name="connsiteY142" fmla="*/ 4703069 h 6858000"/>
              <a:gd name="connsiteX143" fmla="*/ 684248 w 7467600"/>
              <a:gd name="connsiteY143" fmla="*/ 4706721 h 6858000"/>
              <a:gd name="connsiteX144" fmla="*/ 1423113 w 7467600"/>
              <a:gd name="connsiteY144" fmla="*/ 3874565 h 6858000"/>
              <a:gd name="connsiteX145" fmla="*/ 3316479 w 7467600"/>
              <a:gd name="connsiteY145" fmla="*/ 3872136 h 6858000"/>
              <a:gd name="connsiteX146" fmla="*/ 3546806 w 7467600"/>
              <a:gd name="connsiteY146" fmla="*/ 4356139 h 6858000"/>
              <a:gd name="connsiteX147" fmla="*/ 3364433 w 7467600"/>
              <a:gd name="connsiteY147" fmla="*/ 3953121 h 6858000"/>
              <a:gd name="connsiteX148" fmla="*/ 3316479 w 7467600"/>
              <a:gd name="connsiteY148" fmla="*/ 3872136 h 6858000"/>
              <a:gd name="connsiteX149" fmla="*/ 3291335 w 7467600"/>
              <a:gd name="connsiteY149" fmla="*/ 3767420 h 6858000"/>
              <a:gd name="connsiteX150" fmla="*/ 3390805 w 7467600"/>
              <a:gd name="connsiteY150" fmla="*/ 3937163 h 6858000"/>
              <a:gd name="connsiteX151" fmla="*/ 3579062 w 7467600"/>
              <a:gd name="connsiteY151" fmla="*/ 4359040 h 6858000"/>
              <a:gd name="connsiteX152" fmla="*/ 3467355 w 7467600"/>
              <a:gd name="connsiteY152" fmla="*/ 3988130 h 6858000"/>
              <a:gd name="connsiteX153" fmla="*/ 3310753 w 7467600"/>
              <a:gd name="connsiteY153" fmla="*/ 3787140 h 6858000"/>
              <a:gd name="connsiteX154" fmla="*/ 3291335 w 7467600"/>
              <a:gd name="connsiteY154" fmla="*/ 3767420 h 6858000"/>
              <a:gd name="connsiteX155" fmla="*/ 1635889 w 7467600"/>
              <a:gd name="connsiteY155" fmla="*/ 3709494 h 6858000"/>
              <a:gd name="connsiteX156" fmla="*/ 1634800 w 7467600"/>
              <a:gd name="connsiteY156" fmla="*/ 3731111 h 6858000"/>
              <a:gd name="connsiteX157" fmla="*/ 1635889 w 7467600"/>
              <a:gd name="connsiteY157" fmla="*/ 3709494 h 6858000"/>
              <a:gd name="connsiteX158" fmla="*/ 1510397 w 7467600"/>
              <a:gd name="connsiteY158" fmla="*/ 3684705 h 6858000"/>
              <a:gd name="connsiteX159" fmla="*/ 1146550 w 7467600"/>
              <a:gd name="connsiteY159" fmla="*/ 3802012 h 6858000"/>
              <a:gd name="connsiteX160" fmla="*/ 698834 w 7467600"/>
              <a:gd name="connsiteY160" fmla="*/ 3952272 h 6858000"/>
              <a:gd name="connsiteX161" fmla="*/ 34256 w 7467600"/>
              <a:gd name="connsiteY161" fmla="*/ 4347603 h 6858000"/>
              <a:gd name="connsiteX162" fmla="*/ 527241 w 7467600"/>
              <a:gd name="connsiteY162" fmla="*/ 4065078 h 6858000"/>
              <a:gd name="connsiteX163" fmla="*/ 1510397 w 7467600"/>
              <a:gd name="connsiteY163" fmla="*/ 3684705 h 6858000"/>
              <a:gd name="connsiteX164" fmla="*/ 1313114 w 7467600"/>
              <a:gd name="connsiteY164" fmla="*/ 3655216 h 6858000"/>
              <a:gd name="connsiteX165" fmla="*/ 1109304 w 7467600"/>
              <a:gd name="connsiteY165" fmla="*/ 3669030 h 6858000"/>
              <a:gd name="connsiteX166" fmla="*/ 8129 w 7467600"/>
              <a:gd name="connsiteY166" fmla="*/ 4330519 h 6858000"/>
              <a:gd name="connsiteX167" fmla="*/ 687572 w 7467600"/>
              <a:gd name="connsiteY167" fmla="*/ 3925629 h 6858000"/>
              <a:gd name="connsiteX168" fmla="*/ 1138365 w 7467600"/>
              <a:gd name="connsiteY168" fmla="*/ 3774515 h 6858000"/>
              <a:gd name="connsiteX169" fmla="*/ 1505579 w 7467600"/>
              <a:gd name="connsiteY169" fmla="*/ 3655526 h 6858000"/>
              <a:gd name="connsiteX170" fmla="*/ 1313114 w 7467600"/>
              <a:gd name="connsiteY170" fmla="*/ 3655216 h 6858000"/>
              <a:gd name="connsiteX171" fmla="*/ 3655073 w 7467600"/>
              <a:gd name="connsiteY171" fmla="*/ 3650884 h 6858000"/>
              <a:gd name="connsiteX172" fmla="*/ 3989938 w 7467600"/>
              <a:gd name="connsiteY172" fmla="*/ 3991685 h 6858000"/>
              <a:gd name="connsiteX173" fmla="*/ 4393907 w 7467600"/>
              <a:gd name="connsiteY173" fmla="*/ 4261258 h 6858000"/>
              <a:gd name="connsiteX174" fmla="*/ 4648051 w 7467600"/>
              <a:gd name="connsiteY174" fmla="*/ 4374051 h 6858000"/>
              <a:gd name="connsiteX175" fmla="*/ 4383389 w 7467600"/>
              <a:gd name="connsiteY175" fmla="*/ 4184369 h 6858000"/>
              <a:gd name="connsiteX176" fmla="*/ 4165508 w 7467600"/>
              <a:gd name="connsiteY176" fmla="*/ 4035196 h 6858000"/>
              <a:gd name="connsiteX177" fmla="*/ 4068162 w 7467600"/>
              <a:gd name="connsiteY177" fmla="*/ 3953394 h 6858000"/>
              <a:gd name="connsiteX178" fmla="*/ 3981416 w 7467600"/>
              <a:gd name="connsiteY178" fmla="*/ 3880482 h 6858000"/>
              <a:gd name="connsiteX179" fmla="*/ 3800147 w 7467600"/>
              <a:gd name="connsiteY179" fmla="*/ 3749872 h 6858000"/>
              <a:gd name="connsiteX180" fmla="*/ 3655073 w 7467600"/>
              <a:gd name="connsiteY180" fmla="*/ 3650884 h 6858000"/>
              <a:gd name="connsiteX181" fmla="*/ 3670252 w 7467600"/>
              <a:gd name="connsiteY181" fmla="*/ 3622798 h 6858000"/>
              <a:gd name="connsiteX182" fmla="*/ 3817258 w 7467600"/>
              <a:gd name="connsiteY182" fmla="*/ 3723577 h 6858000"/>
              <a:gd name="connsiteX183" fmla="*/ 4000461 w 7467600"/>
              <a:gd name="connsiteY183" fmla="*/ 3855966 h 6858000"/>
              <a:gd name="connsiteX184" fmla="*/ 4088180 w 7467600"/>
              <a:gd name="connsiteY184" fmla="*/ 3929774 h 6858000"/>
              <a:gd name="connsiteX185" fmla="*/ 4184555 w 7467600"/>
              <a:gd name="connsiteY185" fmla="*/ 4010683 h 6858000"/>
              <a:gd name="connsiteX186" fmla="*/ 4399563 w 7467600"/>
              <a:gd name="connsiteY186" fmla="*/ 4158106 h 6858000"/>
              <a:gd name="connsiteX187" fmla="*/ 4684469 w 7467600"/>
              <a:gd name="connsiteY187" fmla="*/ 4364680 h 6858000"/>
              <a:gd name="connsiteX188" fmla="*/ 4690271 w 7467600"/>
              <a:gd name="connsiteY188" fmla="*/ 4370034 h 6858000"/>
              <a:gd name="connsiteX189" fmla="*/ 4136093 w 7467600"/>
              <a:gd name="connsiteY189" fmla="*/ 3858466 h 6858000"/>
              <a:gd name="connsiteX190" fmla="*/ 3670252 w 7467600"/>
              <a:gd name="connsiteY190" fmla="*/ 3622798 h 6858000"/>
              <a:gd name="connsiteX191" fmla="*/ 4440129 w 7467600"/>
              <a:gd name="connsiteY191" fmla="*/ 3448571 h 6858000"/>
              <a:gd name="connsiteX192" fmla="*/ 4856525 w 7467600"/>
              <a:gd name="connsiteY192" fmla="*/ 3915351 h 6858000"/>
              <a:gd name="connsiteX193" fmla="*/ 5059055 w 7467600"/>
              <a:gd name="connsiteY193" fmla="*/ 4108918 h 6858000"/>
              <a:gd name="connsiteX194" fmla="*/ 5290070 w 7467600"/>
              <a:gd name="connsiteY194" fmla="*/ 4263619 h 6858000"/>
              <a:gd name="connsiteX195" fmla="*/ 4834991 w 7467600"/>
              <a:gd name="connsiteY195" fmla="*/ 3830985 h 6858000"/>
              <a:gd name="connsiteX196" fmla="*/ 4440129 w 7467600"/>
              <a:gd name="connsiteY196" fmla="*/ 3448571 h 6858000"/>
              <a:gd name="connsiteX197" fmla="*/ 4441737 w 7467600"/>
              <a:gd name="connsiteY197" fmla="*/ 3399734 h 6858000"/>
              <a:gd name="connsiteX198" fmla="*/ 4431236 w 7467600"/>
              <a:gd name="connsiteY198" fmla="*/ 3400954 h 6858000"/>
              <a:gd name="connsiteX199" fmla="*/ 4557150 w 7467600"/>
              <a:gd name="connsiteY199" fmla="*/ 3510023 h 6858000"/>
              <a:gd name="connsiteX200" fmla="*/ 4856936 w 7467600"/>
              <a:gd name="connsiteY200" fmla="*/ 3809146 h 6858000"/>
              <a:gd name="connsiteX201" fmla="*/ 5111996 w 7467600"/>
              <a:gd name="connsiteY201" fmla="*/ 4065759 h 6858000"/>
              <a:gd name="connsiteX202" fmla="*/ 5388878 w 7467600"/>
              <a:gd name="connsiteY202" fmla="*/ 4300185 h 6858000"/>
              <a:gd name="connsiteX203" fmla="*/ 5425556 w 7467600"/>
              <a:gd name="connsiteY203" fmla="*/ 4308967 h 6858000"/>
              <a:gd name="connsiteX204" fmla="*/ 4943646 w 7467600"/>
              <a:gd name="connsiteY204" fmla="*/ 3822916 h 6858000"/>
              <a:gd name="connsiteX205" fmla="*/ 4594837 w 7467600"/>
              <a:gd name="connsiteY205" fmla="*/ 3532274 h 6858000"/>
              <a:gd name="connsiteX206" fmla="*/ 4441737 w 7467600"/>
              <a:gd name="connsiteY206" fmla="*/ 3399734 h 6858000"/>
              <a:gd name="connsiteX207" fmla="*/ 5425834 w 7467600"/>
              <a:gd name="connsiteY207" fmla="*/ 3162785 h 6858000"/>
              <a:gd name="connsiteX208" fmla="*/ 5401644 w 7467600"/>
              <a:gd name="connsiteY208" fmla="*/ 3617847 h 6858000"/>
              <a:gd name="connsiteX209" fmla="*/ 5467256 w 7467600"/>
              <a:gd name="connsiteY209" fmla="*/ 4175494 h 6858000"/>
              <a:gd name="connsiteX210" fmla="*/ 5448069 w 7467600"/>
              <a:gd name="connsiteY210" fmla="*/ 3567554 h 6858000"/>
              <a:gd name="connsiteX211" fmla="*/ 5425834 w 7467600"/>
              <a:gd name="connsiteY211" fmla="*/ 3162785 h 6858000"/>
              <a:gd name="connsiteX212" fmla="*/ 1318687 w 7467600"/>
              <a:gd name="connsiteY212" fmla="*/ 3113840 h 6858000"/>
              <a:gd name="connsiteX213" fmla="*/ 1066793 w 7467600"/>
              <a:gd name="connsiteY213" fmla="*/ 3212171 h 6858000"/>
              <a:gd name="connsiteX214" fmla="*/ 993319 w 7467600"/>
              <a:gd name="connsiteY214" fmla="*/ 3247648 h 6858000"/>
              <a:gd name="connsiteX215" fmla="*/ 853081 w 7467600"/>
              <a:gd name="connsiteY215" fmla="*/ 3312410 h 6858000"/>
              <a:gd name="connsiteX216" fmla="*/ 805957 w 7467600"/>
              <a:gd name="connsiteY216" fmla="*/ 3330443 h 6858000"/>
              <a:gd name="connsiteX217" fmla="*/ 1318687 w 7467600"/>
              <a:gd name="connsiteY217" fmla="*/ 3113840 h 6858000"/>
              <a:gd name="connsiteX218" fmla="*/ 5453702 w 7467600"/>
              <a:gd name="connsiteY218" fmla="*/ 3090882 h 6858000"/>
              <a:gd name="connsiteX219" fmla="*/ 5480135 w 7467600"/>
              <a:gd name="connsiteY219" fmla="*/ 3565802 h 6858000"/>
              <a:gd name="connsiteX220" fmla="*/ 5499023 w 7467600"/>
              <a:gd name="connsiteY220" fmla="*/ 4166310 h 6858000"/>
              <a:gd name="connsiteX221" fmla="*/ 5547022 w 7467600"/>
              <a:gd name="connsiteY221" fmla="*/ 3607838 h 6858000"/>
              <a:gd name="connsiteX222" fmla="*/ 5515964 w 7467600"/>
              <a:gd name="connsiteY222" fmla="*/ 3378541 h 6858000"/>
              <a:gd name="connsiteX223" fmla="*/ 5453702 w 7467600"/>
              <a:gd name="connsiteY223" fmla="*/ 3090882 h 6858000"/>
              <a:gd name="connsiteX224" fmla="*/ 1238695 w 7467600"/>
              <a:gd name="connsiteY224" fmla="*/ 3076820 h 6858000"/>
              <a:gd name="connsiteX225" fmla="*/ 716371 w 7467600"/>
              <a:gd name="connsiteY225" fmla="*/ 3293249 h 6858000"/>
              <a:gd name="connsiteX226" fmla="*/ 579522 w 7467600"/>
              <a:gd name="connsiteY226" fmla="*/ 3371759 h 6858000"/>
              <a:gd name="connsiteX227" fmla="*/ 600288 w 7467600"/>
              <a:gd name="connsiteY227" fmla="*/ 3365555 h 6858000"/>
              <a:gd name="connsiteX228" fmla="*/ 840692 w 7467600"/>
              <a:gd name="connsiteY228" fmla="*/ 3284921 h 6858000"/>
              <a:gd name="connsiteX229" fmla="*/ 979248 w 7467600"/>
              <a:gd name="connsiteY229" fmla="*/ 3221003 h 6858000"/>
              <a:gd name="connsiteX230" fmla="*/ 1053282 w 7467600"/>
              <a:gd name="connsiteY230" fmla="*/ 3185247 h 6858000"/>
              <a:gd name="connsiteX231" fmla="*/ 1320603 w 7467600"/>
              <a:gd name="connsiteY231" fmla="*/ 3081281 h 6858000"/>
              <a:gd name="connsiteX232" fmla="*/ 1238695 w 7467600"/>
              <a:gd name="connsiteY232" fmla="*/ 3076820 h 6858000"/>
              <a:gd name="connsiteX233" fmla="*/ 5425627 w 7467600"/>
              <a:gd name="connsiteY233" fmla="*/ 2954192 h 6858000"/>
              <a:gd name="connsiteX234" fmla="*/ 5470770 w 7467600"/>
              <a:gd name="connsiteY234" fmla="*/ 3005435 h 6858000"/>
              <a:gd name="connsiteX235" fmla="*/ 5519779 w 7467600"/>
              <a:gd name="connsiteY235" fmla="*/ 4359223 h 6858000"/>
              <a:gd name="connsiteX236" fmla="*/ 5520293 w 7467600"/>
              <a:gd name="connsiteY236" fmla="*/ 4360602 h 6858000"/>
              <a:gd name="connsiteX237" fmla="*/ 5767221 w 7467600"/>
              <a:gd name="connsiteY237" fmla="*/ 4665564 h 6858000"/>
              <a:gd name="connsiteX238" fmla="*/ 6937169 w 7467600"/>
              <a:gd name="connsiteY238" fmla="*/ 4815941 h 6858000"/>
              <a:gd name="connsiteX239" fmla="*/ 6953922 w 7467600"/>
              <a:gd name="connsiteY239" fmla="*/ 4890068 h 6858000"/>
              <a:gd name="connsiteX240" fmla="*/ 6071359 w 7467600"/>
              <a:gd name="connsiteY240" fmla="*/ 4770770 h 6858000"/>
              <a:gd name="connsiteX241" fmla="*/ 6038839 w 7467600"/>
              <a:gd name="connsiteY241" fmla="*/ 4764474 h 6858000"/>
              <a:gd name="connsiteX242" fmla="*/ 6038706 w 7467600"/>
              <a:gd name="connsiteY242" fmla="*/ 4763847 h 6858000"/>
              <a:gd name="connsiteX243" fmla="*/ 6037784 w 7467600"/>
              <a:gd name="connsiteY243" fmla="*/ 4764270 h 6858000"/>
              <a:gd name="connsiteX244" fmla="*/ 6038839 w 7467600"/>
              <a:gd name="connsiteY244" fmla="*/ 4764474 h 6858000"/>
              <a:gd name="connsiteX245" fmla="*/ 6040338 w 7467600"/>
              <a:gd name="connsiteY245" fmla="*/ 4771418 h 6858000"/>
              <a:gd name="connsiteX246" fmla="*/ 6024488 w 7467600"/>
              <a:gd name="connsiteY246" fmla="*/ 4809903 h 6858000"/>
              <a:gd name="connsiteX247" fmla="*/ 5599771 w 7467600"/>
              <a:gd name="connsiteY247" fmla="*/ 5509652 h 6858000"/>
              <a:gd name="connsiteX248" fmla="*/ 5548843 w 7467600"/>
              <a:gd name="connsiteY248" fmla="*/ 5563845 h 6858000"/>
              <a:gd name="connsiteX249" fmla="*/ 5940952 w 7467600"/>
              <a:gd name="connsiteY249" fmla="*/ 6250028 h 6858000"/>
              <a:gd name="connsiteX250" fmla="*/ 6043441 w 7467600"/>
              <a:gd name="connsiteY250" fmla="*/ 6665847 h 6858000"/>
              <a:gd name="connsiteX251" fmla="*/ 6093432 w 7467600"/>
              <a:gd name="connsiteY251" fmla="*/ 6858000 h 6858000"/>
              <a:gd name="connsiteX252" fmla="*/ 6034344 w 7467600"/>
              <a:gd name="connsiteY252" fmla="*/ 6858000 h 6858000"/>
              <a:gd name="connsiteX253" fmla="*/ 6026679 w 7467600"/>
              <a:gd name="connsiteY253" fmla="*/ 6836959 h 6858000"/>
              <a:gd name="connsiteX254" fmla="*/ 5800441 w 7467600"/>
              <a:gd name="connsiteY254" fmla="*/ 6335286 h 6858000"/>
              <a:gd name="connsiteX255" fmla="*/ 5526562 w 7467600"/>
              <a:gd name="connsiteY255" fmla="*/ 5705388 h 6858000"/>
              <a:gd name="connsiteX256" fmla="*/ 5519640 w 7467600"/>
              <a:gd name="connsiteY256" fmla="*/ 5683774 h 6858000"/>
              <a:gd name="connsiteX257" fmla="*/ 5844559 w 7467600"/>
              <a:gd name="connsiteY257" fmla="*/ 6553349 h 6858000"/>
              <a:gd name="connsiteX258" fmla="*/ 5975994 w 7467600"/>
              <a:gd name="connsiteY258" fmla="*/ 6858000 h 6858000"/>
              <a:gd name="connsiteX259" fmla="*/ 5898547 w 7467600"/>
              <a:gd name="connsiteY259" fmla="*/ 6858000 h 6858000"/>
              <a:gd name="connsiteX260" fmla="*/ 5682041 w 7467600"/>
              <a:gd name="connsiteY260" fmla="*/ 6355860 h 6858000"/>
              <a:gd name="connsiteX261" fmla="*/ 5461758 w 7467600"/>
              <a:gd name="connsiteY261" fmla="*/ 5820220 h 6858000"/>
              <a:gd name="connsiteX262" fmla="*/ 5237282 w 7467600"/>
              <a:gd name="connsiteY262" fmla="*/ 6579086 h 6858000"/>
              <a:gd name="connsiteX263" fmla="*/ 5115009 w 7467600"/>
              <a:gd name="connsiteY263" fmla="*/ 6858000 h 6858000"/>
              <a:gd name="connsiteX264" fmla="*/ 5028074 w 7467600"/>
              <a:gd name="connsiteY264" fmla="*/ 6858000 h 6858000"/>
              <a:gd name="connsiteX265" fmla="*/ 5079508 w 7467600"/>
              <a:gd name="connsiteY265" fmla="*/ 6749074 h 6858000"/>
              <a:gd name="connsiteX266" fmla="*/ 5371846 w 7467600"/>
              <a:gd name="connsiteY266" fmla="*/ 5924413 h 6858000"/>
              <a:gd name="connsiteX267" fmla="*/ 5270512 w 7467600"/>
              <a:gd name="connsiteY267" fmla="*/ 6138975 h 6858000"/>
              <a:gd name="connsiteX268" fmla="*/ 5062409 w 7467600"/>
              <a:gd name="connsiteY268" fmla="*/ 6653544 h 6858000"/>
              <a:gd name="connsiteX269" fmla="*/ 5036628 w 7467600"/>
              <a:gd name="connsiteY269" fmla="*/ 6754247 h 6858000"/>
              <a:gd name="connsiteX270" fmla="*/ 5009112 w 7467600"/>
              <a:gd name="connsiteY270" fmla="*/ 6858000 h 6858000"/>
              <a:gd name="connsiteX271" fmla="*/ 4976679 w 7467600"/>
              <a:gd name="connsiteY271" fmla="*/ 6858000 h 6858000"/>
              <a:gd name="connsiteX272" fmla="*/ 5006537 w 7467600"/>
              <a:gd name="connsiteY272" fmla="*/ 6747068 h 6858000"/>
              <a:gd name="connsiteX273" fmla="*/ 5032723 w 7467600"/>
              <a:gd name="connsiteY273" fmla="*/ 6644957 h 6858000"/>
              <a:gd name="connsiteX274" fmla="*/ 5242949 w 7467600"/>
              <a:gd name="connsiteY274" fmla="*/ 6125175 h 6858000"/>
              <a:gd name="connsiteX275" fmla="*/ 5286321 w 7467600"/>
              <a:gd name="connsiteY275" fmla="*/ 6033555 h 6858000"/>
              <a:gd name="connsiteX276" fmla="*/ 5008210 w 7467600"/>
              <a:gd name="connsiteY276" fmla="*/ 6649194 h 6858000"/>
              <a:gd name="connsiteX277" fmla="*/ 4986321 w 7467600"/>
              <a:gd name="connsiteY277" fmla="*/ 6765687 h 6858000"/>
              <a:gd name="connsiteX278" fmla="*/ 4973474 w 7467600"/>
              <a:gd name="connsiteY278" fmla="*/ 6858000 h 6858000"/>
              <a:gd name="connsiteX279" fmla="*/ 4907178 w 7467600"/>
              <a:gd name="connsiteY279" fmla="*/ 6858000 h 6858000"/>
              <a:gd name="connsiteX280" fmla="*/ 4910810 w 7467600"/>
              <a:gd name="connsiteY280" fmla="*/ 6829660 h 6858000"/>
              <a:gd name="connsiteX281" fmla="*/ 4987461 w 7467600"/>
              <a:gd name="connsiteY281" fmla="*/ 6432994 h 6858000"/>
              <a:gd name="connsiteX282" fmla="*/ 5179262 w 7467600"/>
              <a:gd name="connsiteY282" fmla="*/ 6035044 h 6858000"/>
              <a:gd name="connsiteX283" fmla="*/ 4689678 w 7467600"/>
              <a:gd name="connsiteY283" fmla="*/ 6440241 h 6858000"/>
              <a:gd name="connsiteX284" fmla="*/ 4477543 w 7467600"/>
              <a:gd name="connsiteY284" fmla="*/ 6674836 h 6858000"/>
              <a:gd name="connsiteX285" fmla="*/ 4329957 w 7467600"/>
              <a:gd name="connsiteY285" fmla="*/ 6858000 h 6858000"/>
              <a:gd name="connsiteX286" fmla="*/ 4218595 w 7467600"/>
              <a:gd name="connsiteY286" fmla="*/ 6858000 h 6858000"/>
              <a:gd name="connsiteX287" fmla="*/ 4368888 w 7467600"/>
              <a:gd name="connsiteY287" fmla="*/ 6668412 h 6858000"/>
              <a:gd name="connsiteX288" fmla="*/ 4563091 w 7467600"/>
              <a:gd name="connsiteY288" fmla="*/ 6442508 h 6858000"/>
              <a:gd name="connsiteX289" fmla="*/ 5387324 w 7467600"/>
              <a:gd name="connsiteY289" fmla="*/ 5705830 h 6858000"/>
              <a:gd name="connsiteX290" fmla="*/ 5073620 w 7467600"/>
              <a:gd name="connsiteY290" fmla="*/ 5955437 h 6858000"/>
              <a:gd name="connsiteX291" fmla="*/ 4689789 w 7467600"/>
              <a:gd name="connsiteY291" fmla="*/ 6268382 h 6858000"/>
              <a:gd name="connsiteX292" fmla="*/ 4418722 w 7467600"/>
              <a:gd name="connsiteY292" fmla="*/ 6570886 h 6858000"/>
              <a:gd name="connsiteX293" fmla="*/ 4214944 w 7467600"/>
              <a:gd name="connsiteY293" fmla="*/ 6858000 h 6858000"/>
              <a:gd name="connsiteX294" fmla="*/ 4177898 w 7467600"/>
              <a:gd name="connsiteY294" fmla="*/ 6858000 h 6858000"/>
              <a:gd name="connsiteX295" fmla="*/ 4391597 w 7467600"/>
              <a:gd name="connsiteY295" fmla="*/ 6556370 h 6858000"/>
              <a:gd name="connsiteX296" fmla="*/ 4668889 w 7467600"/>
              <a:gd name="connsiteY296" fmla="*/ 6246399 h 6858000"/>
              <a:gd name="connsiteX297" fmla="*/ 5055427 w 7467600"/>
              <a:gd name="connsiteY297" fmla="*/ 5931476 h 6858000"/>
              <a:gd name="connsiteX298" fmla="*/ 5371814 w 7467600"/>
              <a:gd name="connsiteY298" fmla="*/ 5678975 h 6858000"/>
              <a:gd name="connsiteX299" fmla="*/ 4987918 w 7467600"/>
              <a:gd name="connsiteY299" fmla="*/ 5838701 h 6858000"/>
              <a:gd name="connsiteX300" fmla="*/ 4317146 w 7467600"/>
              <a:gd name="connsiteY300" fmla="*/ 6587716 h 6858000"/>
              <a:gd name="connsiteX301" fmla="*/ 4171627 w 7467600"/>
              <a:gd name="connsiteY301" fmla="*/ 6858000 h 6858000"/>
              <a:gd name="connsiteX302" fmla="*/ 4081585 w 7467600"/>
              <a:gd name="connsiteY302" fmla="*/ 6858000 h 6858000"/>
              <a:gd name="connsiteX303" fmla="*/ 4238603 w 7467600"/>
              <a:gd name="connsiteY303" fmla="*/ 6559341 h 6858000"/>
              <a:gd name="connsiteX304" fmla="*/ 4778333 w 7467600"/>
              <a:gd name="connsiteY304" fmla="*/ 5873626 h 6858000"/>
              <a:gd name="connsiteX305" fmla="*/ 5414185 w 7467600"/>
              <a:gd name="connsiteY305" fmla="*/ 5573882 h 6858000"/>
              <a:gd name="connsiteX306" fmla="*/ 5959648 w 7467600"/>
              <a:gd name="connsiteY306" fmla="*/ 4760797 h 6858000"/>
              <a:gd name="connsiteX307" fmla="*/ 5355019 w 7467600"/>
              <a:gd name="connsiteY307" fmla="*/ 4734672 h 6858000"/>
              <a:gd name="connsiteX308" fmla="*/ 5083565 w 7467600"/>
              <a:gd name="connsiteY308" fmla="*/ 5179121 h 6858000"/>
              <a:gd name="connsiteX309" fmla="*/ 4713577 w 7467600"/>
              <a:gd name="connsiteY309" fmla="*/ 5616803 h 6858000"/>
              <a:gd name="connsiteX310" fmla="*/ 3989559 w 7467600"/>
              <a:gd name="connsiteY310" fmla="*/ 6145945 h 6858000"/>
              <a:gd name="connsiteX311" fmla="*/ 3939824 w 7467600"/>
              <a:gd name="connsiteY311" fmla="*/ 6066900 h 6858000"/>
              <a:gd name="connsiteX312" fmla="*/ 4584537 w 7467600"/>
              <a:gd name="connsiteY312" fmla="*/ 5324826 h 6858000"/>
              <a:gd name="connsiteX313" fmla="*/ 5037105 w 7467600"/>
              <a:gd name="connsiteY313" fmla="*/ 5088765 h 6858000"/>
              <a:gd name="connsiteX314" fmla="*/ 5039930 w 7467600"/>
              <a:gd name="connsiteY314" fmla="*/ 5089585 h 6858000"/>
              <a:gd name="connsiteX315" fmla="*/ 5263764 w 7467600"/>
              <a:gd name="connsiteY315" fmla="*/ 4735525 h 6858000"/>
              <a:gd name="connsiteX316" fmla="*/ 4086300 w 7467600"/>
              <a:gd name="connsiteY316" fmla="*/ 4884599 h 6858000"/>
              <a:gd name="connsiteX317" fmla="*/ 4085485 w 7467600"/>
              <a:gd name="connsiteY317" fmla="*/ 4899070 h 6858000"/>
              <a:gd name="connsiteX318" fmla="*/ 3871915 w 7467600"/>
              <a:gd name="connsiteY318" fmla="*/ 5253645 h 6858000"/>
              <a:gd name="connsiteX319" fmla="*/ 3799374 w 7467600"/>
              <a:gd name="connsiteY319" fmla="*/ 5466127 h 6858000"/>
              <a:gd name="connsiteX320" fmla="*/ 3498850 w 7467600"/>
              <a:gd name="connsiteY320" fmla="*/ 6661888 h 6858000"/>
              <a:gd name="connsiteX321" fmla="*/ 3399216 w 7467600"/>
              <a:gd name="connsiteY321" fmla="*/ 6858000 h 6858000"/>
              <a:gd name="connsiteX322" fmla="*/ 3303688 w 7467600"/>
              <a:gd name="connsiteY322" fmla="*/ 6858000 h 6858000"/>
              <a:gd name="connsiteX323" fmla="*/ 3391774 w 7467600"/>
              <a:gd name="connsiteY323" fmla="*/ 6697181 h 6858000"/>
              <a:gd name="connsiteX324" fmla="*/ 3735540 w 7467600"/>
              <a:gd name="connsiteY324" fmla="*/ 5546923 h 6858000"/>
              <a:gd name="connsiteX325" fmla="*/ 3729438 w 7467600"/>
              <a:gd name="connsiteY325" fmla="*/ 5569058 h 6858000"/>
              <a:gd name="connsiteX326" fmla="*/ 3707782 w 7467600"/>
              <a:gd name="connsiteY326" fmla="*/ 5644908 h 6858000"/>
              <a:gd name="connsiteX327" fmla="*/ 3583827 w 7467600"/>
              <a:gd name="connsiteY327" fmla="*/ 6039215 h 6858000"/>
              <a:gd name="connsiteX328" fmla="*/ 3547861 w 7467600"/>
              <a:gd name="connsiteY328" fmla="*/ 6129609 h 6858000"/>
              <a:gd name="connsiteX329" fmla="*/ 3490905 w 7467600"/>
              <a:gd name="connsiteY329" fmla="*/ 6277660 h 6858000"/>
              <a:gd name="connsiteX330" fmla="*/ 3455859 w 7467600"/>
              <a:gd name="connsiteY330" fmla="*/ 6391301 h 6858000"/>
              <a:gd name="connsiteX331" fmla="*/ 3429112 w 7467600"/>
              <a:gd name="connsiteY331" fmla="*/ 6479469 h 6858000"/>
              <a:gd name="connsiteX332" fmla="*/ 3304862 w 7467600"/>
              <a:gd name="connsiteY332" fmla="*/ 6796476 h 6858000"/>
              <a:gd name="connsiteX333" fmla="*/ 3276071 w 7467600"/>
              <a:gd name="connsiteY333" fmla="*/ 6858000 h 6858000"/>
              <a:gd name="connsiteX334" fmla="*/ 3240805 w 7467600"/>
              <a:gd name="connsiteY334" fmla="*/ 6858000 h 6858000"/>
              <a:gd name="connsiteX335" fmla="*/ 3275917 w 7467600"/>
              <a:gd name="connsiteY335" fmla="*/ 6783192 h 6858000"/>
              <a:gd name="connsiteX336" fmla="*/ 3399358 w 7467600"/>
              <a:gd name="connsiteY336" fmla="*/ 6469011 h 6858000"/>
              <a:gd name="connsiteX337" fmla="*/ 3425650 w 7467600"/>
              <a:gd name="connsiteY337" fmla="*/ 6381333 h 6858000"/>
              <a:gd name="connsiteX338" fmla="*/ 3460661 w 7467600"/>
              <a:gd name="connsiteY338" fmla="*/ 6266763 h 6858000"/>
              <a:gd name="connsiteX339" fmla="*/ 3518021 w 7467600"/>
              <a:gd name="connsiteY339" fmla="*/ 6117298 h 6858000"/>
              <a:gd name="connsiteX340" fmla="*/ 3554035 w 7467600"/>
              <a:gd name="connsiteY340" fmla="*/ 6027832 h 6858000"/>
              <a:gd name="connsiteX341" fmla="*/ 3677174 w 7467600"/>
              <a:gd name="connsiteY341" fmla="*/ 5636351 h 6858000"/>
              <a:gd name="connsiteX342" fmla="*/ 3698819 w 7467600"/>
              <a:gd name="connsiteY342" fmla="*/ 5560503 h 6858000"/>
              <a:gd name="connsiteX343" fmla="*/ 3702094 w 7467600"/>
              <a:gd name="connsiteY343" fmla="*/ 5549194 h 6858000"/>
              <a:gd name="connsiteX344" fmla="*/ 3398355 w 7467600"/>
              <a:gd name="connsiteY344" fmla="*/ 6094603 h 6858000"/>
              <a:gd name="connsiteX345" fmla="*/ 3193941 w 7467600"/>
              <a:gd name="connsiteY345" fmla="*/ 6798775 h 6858000"/>
              <a:gd name="connsiteX346" fmla="*/ 3184140 w 7467600"/>
              <a:gd name="connsiteY346" fmla="*/ 6858000 h 6858000"/>
              <a:gd name="connsiteX347" fmla="*/ 3099978 w 7467600"/>
              <a:gd name="connsiteY347" fmla="*/ 6858000 h 6858000"/>
              <a:gd name="connsiteX348" fmla="*/ 3101556 w 7467600"/>
              <a:gd name="connsiteY348" fmla="*/ 6843337 h 6858000"/>
              <a:gd name="connsiteX349" fmla="*/ 3370162 w 7467600"/>
              <a:gd name="connsiteY349" fmla="*/ 5785550 h 6858000"/>
              <a:gd name="connsiteX350" fmla="*/ 3746477 w 7467600"/>
              <a:gd name="connsiteY350" fmla="*/ 5377889 h 6858000"/>
              <a:gd name="connsiteX351" fmla="*/ 3863399 w 7467600"/>
              <a:gd name="connsiteY351" fmla="*/ 5087257 h 6858000"/>
              <a:gd name="connsiteX352" fmla="*/ 3968712 w 7467600"/>
              <a:gd name="connsiteY352" fmla="*/ 4913989 h 6858000"/>
              <a:gd name="connsiteX353" fmla="*/ 2792390 w 7467600"/>
              <a:gd name="connsiteY353" fmla="*/ 5382974 h 6858000"/>
              <a:gd name="connsiteX354" fmla="*/ 2714982 w 7467600"/>
              <a:gd name="connsiteY354" fmla="*/ 5427051 h 6858000"/>
              <a:gd name="connsiteX355" fmla="*/ 2813361 w 7467600"/>
              <a:gd name="connsiteY355" fmla="*/ 6023912 h 6858000"/>
              <a:gd name="connsiteX356" fmla="*/ 2688430 w 7467600"/>
              <a:gd name="connsiteY356" fmla="*/ 6801564 h 6858000"/>
              <a:gd name="connsiteX357" fmla="*/ 2629626 w 7467600"/>
              <a:gd name="connsiteY357" fmla="*/ 6763394 h 6858000"/>
              <a:gd name="connsiteX358" fmla="*/ 2565328 w 7467600"/>
              <a:gd name="connsiteY358" fmla="*/ 5516399 h 6858000"/>
              <a:gd name="connsiteX359" fmla="*/ 1922999 w 7467600"/>
              <a:gd name="connsiteY359" fmla="*/ 5980343 h 6858000"/>
              <a:gd name="connsiteX360" fmla="*/ 1950261 w 7467600"/>
              <a:gd name="connsiteY360" fmla="*/ 6405858 h 6858000"/>
              <a:gd name="connsiteX361" fmla="*/ 2365554 w 7467600"/>
              <a:gd name="connsiteY361" fmla="*/ 6759107 h 6858000"/>
              <a:gd name="connsiteX362" fmla="*/ 2424142 w 7467600"/>
              <a:gd name="connsiteY362" fmla="*/ 6858000 h 6858000"/>
              <a:gd name="connsiteX363" fmla="*/ 2395994 w 7467600"/>
              <a:gd name="connsiteY363" fmla="*/ 6858000 h 6858000"/>
              <a:gd name="connsiteX364" fmla="*/ 2392863 w 7467600"/>
              <a:gd name="connsiteY364" fmla="*/ 6852964 h 6858000"/>
              <a:gd name="connsiteX365" fmla="*/ 2017589 w 7467600"/>
              <a:gd name="connsiteY365" fmla="*/ 6493982 h 6858000"/>
              <a:gd name="connsiteX366" fmla="*/ 2147336 w 7467600"/>
              <a:gd name="connsiteY366" fmla="*/ 6594052 h 6858000"/>
              <a:gd name="connsiteX367" fmla="*/ 2207047 w 7467600"/>
              <a:gd name="connsiteY367" fmla="*/ 6654540 h 6858000"/>
              <a:gd name="connsiteX368" fmla="*/ 2299106 w 7467600"/>
              <a:gd name="connsiteY368" fmla="*/ 6778931 h 6858000"/>
              <a:gd name="connsiteX369" fmla="*/ 2314430 w 7467600"/>
              <a:gd name="connsiteY369" fmla="*/ 6801144 h 6858000"/>
              <a:gd name="connsiteX370" fmla="*/ 2352406 w 7467600"/>
              <a:gd name="connsiteY370" fmla="*/ 6858000 h 6858000"/>
              <a:gd name="connsiteX371" fmla="*/ 2314492 w 7467600"/>
              <a:gd name="connsiteY371" fmla="*/ 6858000 h 6858000"/>
              <a:gd name="connsiteX372" fmla="*/ 2288095 w 7467600"/>
              <a:gd name="connsiteY372" fmla="*/ 6818030 h 6858000"/>
              <a:gd name="connsiteX373" fmla="*/ 2272768 w 7467600"/>
              <a:gd name="connsiteY373" fmla="*/ 6795822 h 6858000"/>
              <a:gd name="connsiteX374" fmla="*/ 2182715 w 7467600"/>
              <a:gd name="connsiteY374" fmla="*/ 6675071 h 6858000"/>
              <a:gd name="connsiteX375" fmla="*/ 2032061 w 7467600"/>
              <a:gd name="connsiteY375" fmla="*/ 6541380 h 6858000"/>
              <a:gd name="connsiteX376" fmla="*/ 2257220 w 7467600"/>
              <a:gd name="connsiteY376" fmla="*/ 6826257 h 6858000"/>
              <a:gd name="connsiteX377" fmla="*/ 2281324 w 7467600"/>
              <a:gd name="connsiteY377" fmla="*/ 6858000 h 6858000"/>
              <a:gd name="connsiteX378" fmla="*/ 2242860 w 7467600"/>
              <a:gd name="connsiteY378" fmla="*/ 6858000 h 6858000"/>
              <a:gd name="connsiteX379" fmla="*/ 2232818 w 7467600"/>
              <a:gd name="connsiteY379" fmla="*/ 6844926 h 6858000"/>
              <a:gd name="connsiteX380" fmla="*/ 1990172 w 7467600"/>
              <a:gd name="connsiteY380" fmla="*/ 6542121 h 6858000"/>
              <a:gd name="connsiteX381" fmla="*/ 2124090 w 7467600"/>
              <a:gd name="connsiteY381" fmla="*/ 6761017 h 6858000"/>
              <a:gd name="connsiteX382" fmla="*/ 2200380 w 7467600"/>
              <a:gd name="connsiteY382" fmla="*/ 6858000 h 6858000"/>
              <a:gd name="connsiteX383" fmla="*/ 2147507 w 7467600"/>
              <a:gd name="connsiteY383" fmla="*/ 6858000 h 6858000"/>
              <a:gd name="connsiteX384" fmla="*/ 2070668 w 7467600"/>
              <a:gd name="connsiteY384" fmla="*/ 6761520 h 6858000"/>
              <a:gd name="connsiteX385" fmla="*/ 1975142 w 7467600"/>
              <a:gd name="connsiteY385" fmla="*/ 6585570 h 6858000"/>
              <a:gd name="connsiteX386" fmla="*/ 2050035 w 7467600"/>
              <a:gd name="connsiteY386" fmla="*/ 6813345 h 6858000"/>
              <a:gd name="connsiteX387" fmla="*/ 2063025 w 7467600"/>
              <a:gd name="connsiteY387" fmla="*/ 6858000 h 6858000"/>
              <a:gd name="connsiteX388" fmla="*/ 2021675 w 7467600"/>
              <a:gd name="connsiteY388" fmla="*/ 6858000 h 6858000"/>
              <a:gd name="connsiteX389" fmla="*/ 2019308 w 7467600"/>
              <a:gd name="connsiteY389" fmla="*/ 6847118 h 6858000"/>
              <a:gd name="connsiteX390" fmla="*/ 1938835 w 7467600"/>
              <a:gd name="connsiteY390" fmla="*/ 6551160 h 6858000"/>
              <a:gd name="connsiteX391" fmla="*/ 1953230 w 7467600"/>
              <a:gd name="connsiteY391" fmla="*/ 6759699 h 6858000"/>
              <a:gd name="connsiteX392" fmla="*/ 1956763 w 7467600"/>
              <a:gd name="connsiteY392" fmla="*/ 6778191 h 6858000"/>
              <a:gd name="connsiteX393" fmla="*/ 1967925 w 7467600"/>
              <a:gd name="connsiteY393" fmla="*/ 6858000 h 6858000"/>
              <a:gd name="connsiteX394" fmla="*/ 1936622 w 7467600"/>
              <a:gd name="connsiteY394" fmla="*/ 6858000 h 6858000"/>
              <a:gd name="connsiteX395" fmla="*/ 1926261 w 7467600"/>
              <a:gd name="connsiteY395" fmla="*/ 6784064 h 6858000"/>
              <a:gd name="connsiteX396" fmla="*/ 1922724 w 7467600"/>
              <a:gd name="connsiteY396" fmla="*/ 6765577 h 6858000"/>
              <a:gd name="connsiteX397" fmla="*/ 1904650 w 7467600"/>
              <a:gd name="connsiteY397" fmla="*/ 6639616 h 6858000"/>
              <a:gd name="connsiteX398" fmla="*/ 1885273 w 7467600"/>
              <a:gd name="connsiteY398" fmla="*/ 6858000 h 6858000"/>
              <a:gd name="connsiteX399" fmla="*/ 1854363 w 7467600"/>
              <a:gd name="connsiteY399" fmla="*/ 6858000 h 6858000"/>
              <a:gd name="connsiteX400" fmla="*/ 1880391 w 7467600"/>
              <a:gd name="connsiteY400" fmla="*/ 6603796 h 6858000"/>
              <a:gd name="connsiteX401" fmla="*/ 1818273 w 7467600"/>
              <a:gd name="connsiteY401" fmla="*/ 6715729 h 6858000"/>
              <a:gd name="connsiteX402" fmla="*/ 1794691 w 7467600"/>
              <a:gd name="connsiteY402" fmla="*/ 6843239 h 6858000"/>
              <a:gd name="connsiteX403" fmla="*/ 1794914 w 7467600"/>
              <a:gd name="connsiteY403" fmla="*/ 6858000 h 6858000"/>
              <a:gd name="connsiteX404" fmla="*/ 1746128 w 7467600"/>
              <a:gd name="connsiteY404" fmla="*/ 6858000 h 6858000"/>
              <a:gd name="connsiteX405" fmla="*/ 1753934 w 7467600"/>
              <a:gd name="connsiteY405" fmla="*/ 6724796 h 6858000"/>
              <a:gd name="connsiteX406" fmla="*/ 1792053 w 7467600"/>
              <a:gd name="connsiteY406" fmla="*/ 6572396 h 6858000"/>
              <a:gd name="connsiteX407" fmla="*/ 1862248 w 7467600"/>
              <a:gd name="connsiteY407" fmla="*/ 6266397 h 6858000"/>
              <a:gd name="connsiteX408" fmla="*/ 1862250 w 7467600"/>
              <a:gd name="connsiteY408" fmla="*/ 6033531 h 6858000"/>
              <a:gd name="connsiteX409" fmla="*/ 1211999 w 7467600"/>
              <a:gd name="connsiteY409" fmla="*/ 6683610 h 6858000"/>
              <a:gd name="connsiteX410" fmla="*/ 1213266 w 7467600"/>
              <a:gd name="connsiteY410" fmla="*/ 6691947 h 6858000"/>
              <a:gd name="connsiteX411" fmla="*/ 1203370 w 7467600"/>
              <a:gd name="connsiteY411" fmla="*/ 6850676 h 6858000"/>
              <a:gd name="connsiteX412" fmla="*/ 1203671 w 7467600"/>
              <a:gd name="connsiteY412" fmla="*/ 6858000 h 6858000"/>
              <a:gd name="connsiteX413" fmla="*/ 1143180 w 7467600"/>
              <a:gd name="connsiteY413" fmla="*/ 6858000 h 6858000"/>
              <a:gd name="connsiteX414" fmla="*/ 1142176 w 7467600"/>
              <a:gd name="connsiteY414" fmla="*/ 6766045 h 6858000"/>
              <a:gd name="connsiteX415" fmla="*/ 1067484 w 7467600"/>
              <a:gd name="connsiteY415" fmla="*/ 6858000 h 6858000"/>
              <a:gd name="connsiteX416" fmla="*/ 953928 w 7467600"/>
              <a:gd name="connsiteY416" fmla="*/ 6858000 h 6858000"/>
              <a:gd name="connsiteX417" fmla="*/ 959715 w 7467600"/>
              <a:gd name="connsiteY417" fmla="*/ 6850185 h 6858000"/>
              <a:gd name="connsiteX418" fmla="*/ 1483788 w 7467600"/>
              <a:gd name="connsiteY418" fmla="*/ 6259174 h 6858000"/>
              <a:gd name="connsiteX419" fmla="*/ 1100671 w 7467600"/>
              <a:gd name="connsiteY419" fmla="*/ 6252137 h 6858000"/>
              <a:gd name="connsiteX420" fmla="*/ 1090144 w 7467600"/>
              <a:gd name="connsiteY420" fmla="*/ 6256748 h 6858000"/>
              <a:gd name="connsiteX421" fmla="*/ 1095872 w 7467600"/>
              <a:gd name="connsiteY421" fmla="*/ 6271892 h 6858000"/>
              <a:gd name="connsiteX422" fmla="*/ 262785 w 7467600"/>
              <a:gd name="connsiteY422" fmla="*/ 6845450 h 6858000"/>
              <a:gd name="connsiteX423" fmla="*/ 209968 w 7467600"/>
              <a:gd name="connsiteY423" fmla="*/ 6770713 h 6858000"/>
              <a:gd name="connsiteX424" fmla="*/ 873460 w 7467600"/>
              <a:gd name="connsiteY424" fmla="*/ 6253768 h 6858000"/>
              <a:gd name="connsiteX425" fmla="*/ 192686 w 7467600"/>
              <a:gd name="connsiteY425" fmla="*/ 5849257 h 6858000"/>
              <a:gd name="connsiteX426" fmla="*/ 4696 w 7467600"/>
              <a:gd name="connsiteY426" fmla="*/ 5697668 h 6858000"/>
              <a:gd name="connsiteX427" fmla="*/ 0 w 7467600"/>
              <a:gd name="connsiteY427" fmla="*/ 5689984 h 6858000"/>
              <a:gd name="connsiteX428" fmla="*/ 0 w 7467600"/>
              <a:gd name="connsiteY428" fmla="*/ 5513472 h 6858000"/>
              <a:gd name="connsiteX429" fmla="*/ 174101 w 7467600"/>
              <a:gd name="connsiteY429" fmla="*/ 5620277 h 6858000"/>
              <a:gd name="connsiteX430" fmla="*/ 891800 w 7467600"/>
              <a:gd name="connsiteY430" fmla="*/ 6036935 h 6858000"/>
              <a:gd name="connsiteX431" fmla="*/ 1072219 w 7467600"/>
              <a:gd name="connsiteY431" fmla="*/ 6169443 h 6858000"/>
              <a:gd name="connsiteX432" fmla="*/ 1074117 w 7467600"/>
              <a:gd name="connsiteY432" fmla="*/ 6170301 h 6858000"/>
              <a:gd name="connsiteX433" fmla="*/ 1083114 w 7467600"/>
              <a:gd name="connsiteY433" fmla="*/ 6174131 h 6858000"/>
              <a:gd name="connsiteX434" fmla="*/ 1543010 w 7467600"/>
              <a:gd name="connsiteY434" fmla="*/ 6191140 h 6858000"/>
              <a:gd name="connsiteX435" fmla="*/ 1551080 w 7467600"/>
              <a:gd name="connsiteY435" fmla="*/ 6195006 h 6858000"/>
              <a:gd name="connsiteX436" fmla="*/ 2345443 w 7467600"/>
              <a:gd name="connsiteY436" fmla="*/ 5549882 h 6858000"/>
              <a:gd name="connsiteX437" fmla="*/ 1721499 w 7467600"/>
              <a:gd name="connsiteY437" fmla="*/ 5599969 h 6858000"/>
              <a:gd name="connsiteX438" fmla="*/ 767716 w 7467600"/>
              <a:gd name="connsiteY438" fmla="*/ 5472768 h 6858000"/>
              <a:gd name="connsiteX439" fmla="*/ 722147 w 7467600"/>
              <a:gd name="connsiteY439" fmla="*/ 5393091 h 6858000"/>
              <a:gd name="connsiteX440" fmla="*/ 1485552 w 7467600"/>
              <a:gd name="connsiteY440" fmla="*/ 5313202 h 6858000"/>
              <a:gd name="connsiteX441" fmla="*/ 2143004 w 7467600"/>
              <a:gd name="connsiteY441" fmla="*/ 5402420 h 6858000"/>
              <a:gd name="connsiteX442" fmla="*/ 1933391 w 7467600"/>
              <a:gd name="connsiteY442" fmla="*/ 5156971 h 6858000"/>
              <a:gd name="connsiteX443" fmla="*/ 1827118 w 7467600"/>
              <a:gd name="connsiteY443" fmla="*/ 4968410 h 6858000"/>
              <a:gd name="connsiteX444" fmla="*/ 1837349 w 7467600"/>
              <a:gd name="connsiteY444" fmla="*/ 4956357 h 6858000"/>
              <a:gd name="connsiteX445" fmla="*/ 2162835 w 7467600"/>
              <a:gd name="connsiteY445" fmla="*/ 5187853 h 6858000"/>
              <a:gd name="connsiteX446" fmla="*/ 2257167 w 7467600"/>
              <a:gd name="connsiteY446" fmla="*/ 5462123 h 6858000"/>
              <a:gd name="connsiteX447" fmla="*/ 2261598 w 7467600"/>
              <a:gd name="connsiteY447" fmla="*/ 5467998 h 6858000"/>
              <a:gd name="connsiteX448" fmla="*/ 2437177 w 7467600"/>
              <a:gd name="connsiteY448" fmla="*/ 5479608 h 6858000"/>
              <a:gd name="connsiteX449" fmla="*/ 2445247 w 7467600"/>
              <a:gd name="connsiteY449" fmla="*/ 5483476 h 6858000"/>
              <a:gd name="connsiteX450" fmla="*/ 2743626 w 7467600"/>
              <a:gd name="connsiteY450" fmla="*/ 5304819 h 6858000"/>
              <a:gd name="connsiteX451" fmla="*/ 3048102 w 7467600"/>
              <a:gd name="connsiteY451" fmla="*/ 5150595 h 6858000"/>
              <a:gd name="connsiteX452" fmla="*/ 1799414 w 7467600"/>
              <a:gd name="connsiteY452" fmla="*/ 4694732 h 6858000"/>
              <a:gd name="connsiteX453" fmla="*/ 1771735 w 7467600"/>
              <a:gd name="connsiteY453" fmla="*/ 4619929 h 6858000"/>
              <a:gd name="connsiteX454" fmla="*/ 3104273 w 7467600"/>
              <a:gd name="connsiteY454" fmla="*/ 5076159 h 6858000"/>
              <a:gd name="connsiteX455" fmla="*/ 3113245 w 7467600"/>
              <a:gd name="connsiteY455" fmla="*/ 5090705 h 6858000"/>
              <a:gd name="connsiteX456" fmla="*/ 3126294 w 7467600"/>
              <a:gd name="connsiteY456" fmla="*/ 5114400 h 6858000"/>
              <a:gd name="connsiteX457" fmla="*/ 3937433 w 7467600"/>
              <a:gd name="connsiteY457" fmla="*/ 4830473 h 6858000"/>
              <a:gd name="connsiteX458" fmla="*/ 3590475 w 7467600"/>
              <a:gd name="connsiteY458" fmla="*/ 4597974 h 6858000"/>
              <a:gd name="connsiteX459" fmla="*/ 3100264 w 7467600"/>
              <a:gd name="connsiteY459" fmla="*/ 4579845 h 6858000"/>
              <a:gd name="connsiteX460" fmla="*/ 2183576 w 7467600"/>
              <a:gd name="connsiteY460" fmla="*/ 4227150 h 6858000"/>
              <a:gd name="connsiteX461" fmla="*/ 2151029 w 7467600"/>
              <a:gd name="connsiteY461" fmla="*/ 4146947 h 6858000"/>
              <a:gd name="connsiteX462" fmla="*/ 3563434 w 7467600"/>
              <a:gd name="connsiteY462" fmla="*/ 4469115 h 6858000"/>
              <a:gd name="connsiteX463" fmla="*/ 3177952 w 7467600"/>
              <a:gd name="connsiteY463" fmla="*/ 3657386 h 6858000"/>
              <a:gd name="connsiteX464" fmla="*/ 3189263 w 7467600"/>
              <a:gd name="connsiteY464" fmla="*/ 3625726 h 6858000"/>
              <a:gd name="connsiteX465" fmla="*/ 3560912 w 7467600"/>
              <a:gd name="connsiteY465" fmla="*/ 4079863 h 6858000"/>
              <a:gd name="connsiteX466" fmla="*/ 3626636 w 7467600"/>
              <a:gd name="connsiteY466" fmla="*/ 4512230 h 6858000"/>
              <a:gd name="connsiteX467" fmla="*/ 3653088 w 7467600"/>
              <a:gd name="connsiteY467" fmla="*/ 4521417 h 6858000"/>
              <a:gd name="connsiteX468" fmla="*/ 3988128 w 7467600"/>
              <a:gd name="connsiteY468" fmla="*/ 4817267 h 6858000"/>
              <a:gd name="connsiteX469" fmla="*/ 4830582 w 7467600"/>
              <a:gd name="connsiteY469" fmla="*/ 4676000 h 6858000"/>
              <a:gd name="connsiteX470" fmla="*/ 4830100 w 7467600"/>
              <a:gd name="connsiteY470" fmla="*/ 4675554 h 6858000"/>
              <a:gd name="connsiteX471" fmla="*/ 4036318 w 7467600"/>
              <a:gd name="connsiteY471" fmla="*/ 4147013 h 6858000"/>
              <a:gd name="connsiteX472" fmla="*/ 3432098 w 7467600"/>
              <a:gd name="connsiteY472" fmla="*/ 3537312 h 6858000"/>
              <a:gd name="connsiteX473" fmla="*/ 3446761 w 7467600"/>
              <a:gd name="connsiteY473" fmla="*/ 3461278 h 6858000"/>
              <a:gd name="connsiteX474" fmla="*/ 4419733 w 7467600"/>
              <a:gd name="connsiteY474" fmla="*/ 3963555 h 6858000"/>
              <a:gd name="connsiteX475" fmla="*/ 4781371 w 7467600"/>
              <a:gd name="connsiteY475" fmla="*/ 4458604 h 6858000"/>
              <a:gd name="connsiteX476" fmla="*/ 4780440 w 7467600"/>
              <a:gd name="connsiteY476" fmla="*/ 4470290 h 6858000"/>
              <a:gd name="connsiteX477" fmla="*/ 4898954 w 7467600"/>
              <a:gd name="connsiteY477" fmla="*/ 4662092 h 6858000"/>
              <a:gd name="connsiteX478" fmla="*/ 4900699 w 7467600"/>
              <a:gd name="connsiteY478" fmla="*/ 4670867 h 6858000"/>
              <a:gd name="connsiteX479" fmla="*/ 5714511 w 7467600"/>
              <a:gd name="connsiteY479" fmla="*/ 4663483 h 6858000"/>
              <a:gd name="connsiteX480" fmla="*/ 5464793 w 7467600"/>
              <a:gd name="connsiteY480" fmla="*/ 4393556 h 6858000"/>
              <a:gd name="connsiteX481" fmla="*/ 5461897 w 7467600"/>
              <a:gd name="connsiteY481" fmla="*/ 4390879 h 6858000"/>
              <a:gd name="connsiteX482" fmla="*/ 4294126 w 7467600"/>
              <a:gd name="connsiteY482" fmla="*/ 3303048 h 6858000"/>
              <a:gd name="connsiteX483" fmla="*/ 4305321 w 7467600"/>
              <a:gd name="connsiteY483" fmla="*/ 3256953 h 6858000"/>
              <a:gd name="connsiteX484" fmla="*/ 4949299 w 7467600"/>
              <a:gd name="connsiteY484" fmla="*/ 3766336 h 6858000"/>
              <a:gd name="connsiteX485" fmla="*/ 5291452 w 7467600"/>
              <a:gd name="connsiteY485" fmla="*/ 4076801 h 6858000"/>
              <a:gd name="connsiteX486" fmla="*/ 5434998 w 7467600"/>
              <a:gd name="connsiteY486" fmla="*/ 4254100 h 6858000"/>
              <a:gd name="connsiteX487" fmla="*/ 5351015 w 7467600"/>
              <a:gd name="connsiteY487" fmla="*/ 3760989 h 6858000"/>
              <a:gd name="connsiteX488" fmla="*/ 5413780 w 7467600"/>
              <a:gd name="connsiteY488" fmla="*/ 2966265 h 6858000"/>
              <a:gd name="connsiteX489" fmla="*/ 5425627 w 7467600"/>
              <a:gd name="connsiteY489" fmla="*/ 2954192 h 6858000"/>
              <a:gd name="connsiteX490" fmla="*/ 6604735 w 7467600"/>
              <a:gd name="connsiteY490" fmla="*/ 2041381 h 6858000"/>
              <a:gd name="connsiteX491" fmla="*/ 7204487 w 7467600"/>
              <a:gd name="connsiteY491" fmla="*/ 2742112 h 6858000"/>
              <a:gd name="connsiteX492" fmla="*/ 7131592 w 7467600"/>
              <a:gd name="connsiteY492" fmla="*/ 2672096 h 6858000"/>
              <a:gd name="connsiteX493" fmla="*/ 6996344 w 7467600"/>
              <a:gd name="connsiteY493" fmla="*/ 2518310 h 6858000"/>
              <a:gd name="connsiteX494" fmla="*/ 6735495 w 7467600"/>
              <a:gd name="connsiteY494" fmla="*/ 2196890 h 6858000"/>
              <a:gd name="connsiteX495" fmla="*/ 6721901 w 7467600"/>
              <a:gd name="connsiteY495" fmla="*/ 2179274 h 6858000"/>
              <a:gd name="connsiteX496" fmla="*/ 6604735 w 7467600"/>
              <a:gd name="connsiteY496" fmla="*/ 2041381 h 6858000"/>
              <a:gd name="connsiteX497" fmla="*/ 6591670 w 7467600"/>
              <a:gd name="connsiteY497" fmla="*/ 1988277 h 6858000"/>
              <a:gd name="connsiteX498" fmla="*/ 6747349 w 7467600"/>
              <a:gd name="connsiteY498" fmla="*/ 2160069 h 6858000"/>
              <a:gd name="connsiteX499" fmla="*/ 6760943 w 7467600"/>
              <a:gd name="connsiteY499" fmla="*/ 2177686 h 6858000"/>
              <a:gd name="connsiteX500" fmla="*/ 7021065 w 7467600"/>
              <a:gd name="connsiteY500" fmla="*/ 2498102 h 6858000"/>
              <a:gd name="connsiteX501" fmla="*/ 7155223 w 7467600"/>
              <a:gd name="connsiteY501" fmla="*/ 2650386 h 6858000"/>
              <a:gd name="connsiteX502" fmla="*/ 7203167 w 7467600"/>
              <a:gd name="connsiteY502" fmla="*/ 2697288 h 6858000"/>
              <a:gd name="connsiteX503" fmla="*/ 6937703 w 7467600"/>
              <a:gd name="connsiteY503" fmla="*/ 2321981 h 6858000"/>
              <a:gd name="connsiteX504" fmla="*/ 6591670 w 7467600"/>
              <a:gd name="connsiteY504" fmla="*/ 1988277 h 6858000"/>
              <a:gd name="connsiteX505" fmla="*/ 5798671 w 7467600"/>
              <a:gd name="connsiteY505" fmla="*/ 1981601 h 6858000"/>
              <a:gd name="connsiteX506" fmla="*/ 5754709 w 7467600"/>
              <a:gd name="connsiteY506" fmla="*/ 2071454 h 6858000"/>
              <a:gd name="connsiteX507" fmla="*/ 5763044 w 7467600"/>
              <a:gd name="connsiteY507" fmla="*/ 2842206 h 6858000"/>
              <a:gd name="connsiteX508" fmla="*/ 5764974 w 7467600"/>
              <a:gd name="connsiteY508" fmla="*/ 2799609 h 6858000"/>
              <a:gd name="connsiteX509" fmla="*/ 5767665 w 7467600"/>
              <a:gd name="connsiteY509" fmla="*/ 2666409 h 6858000"/>
              <a:gd name="connsiteX510" fmla="*/ 5763055 w 7467600"/>
              <a:gd name="connsiteY510" fmla="*/ 2579705 h 6858000"/>
              <a:gd name="connsiteX511" fmla="*/ 5758079 w 7467600"/>
              <a:gd name="connsiteY511" fmla="*/ 2492508 h 6858000"/>
              <a:gd name="connsiteX512" fmla="*/ 5779325 w 7467600"/>
              <a:gd name="connsiteY512" fmla="*/ 2197069 h 6858000"/>
              <a:gd name="connsiteX513" fmla="*/ 5798671 w 7467600"/>
              <a:gd name="connsiteY513" fmla="*/ 1981601 h 6858000"/>
              <a:gd name="connsiteX514" fmla="*/ 5829202 w 7467600"/>
              <a:gd name="connsiteY514" fmla="*/ 1971679 h 6858000"/>
              <a:gd name="connsiteX515" fmla="*/ 5809558 w 7467600"/>
              <a:gd name="connsiteY515" fmla="*/ 2198043 h 6858000"/>
              <a:gd name="connsiteX516" fmla="*/ 5788653 w 7467600"/>
              <a:gd name="connsiteY516" fmla="*/ 2489430 h 6858000"/>
              <a:gd name="connsiteX517" fmla="*/ 5793439 w 7467600"/>
              <a:gd name="connsiteY517" fmla="*/ 2575235 h 6858000"/>
              <a:gd name="connsiteX518" fmla="*/ 5796837 w 7467600"/>
              <a:gd name="connsiteY518" fmla="*/ 2637633 h 6858000"/>
              <a:gd name="connsiteX519" fmla="*/ 5818614 w 7467600"/>
              <a:gd name="connsiteY519" fmla="*/ 2473055 h 6858000"/>
              <a:gd name="connsiteX520" fmla="*/ 5829202 w 7467600"/>
              <a:gd name="connsiteY520" fmla="*/ 1971679 h 6858000"/>
              <a:gd name="connsiteX521" fmla="*/ 5911389 w 7467600"/>
              <a:gd name="connsiteY521" fmla="*/ 1898371 h 6858000"/>
              <a:gd name="connsiteX522" fmla="*/ 6237627 w 7467600"/>
              <a:gd name="connsiteY522" fmla="*/ 2231921 h 6858000"/>
              <a:gd name="connsiteX523" fmla="*/ 5911389 w 7467600"/>
              <a:gd name="connsiteY523" fmla="*/ 1898371 h 6858000"/>
              <a:gd name="connsiteX524" fmla="*/ 6944437 w 7467600"/>
              <a:gd name="connsiteY524" fmla="*/ 1575402 h 6858000"/>
              <a:gd name="connsiteX525" fmla="*/ 6304730 w 7467600"/>
              <a:gd name="connsiteY525" fmla="*/ 1766654 h 6858000"/>
              <a:gd name="connsiteX526" fmla="*/ 6944437 w 7467600"/>
              <a:gd name="connsiteY526" fmla="*/ 1575402 h 6858000"/>
              <a:gd name="connsiteX527" fmla="*/ 7019523 w 7467600"/>
              <a:gd name="connsiteY527" fmla="*/ 1519450 h 6858000"/>
              <a:gd name="connsiteX528" fmla="*/ 6298091 w 7467600"/>
              <a:gd name="connsiteY528" fmla="*/ 1737122 h 6858000"/>
              <a:gd name="connsiteX529" fmla="*/ 7019523 w 7467600"/>
              <a:gd name="connsiteY529" fmla="*/ 1519450 h 6858000"/>
              <a:gd name="connsiteX530" fmla="*/ 2399523 w 7467600"/>
              <a:gd name="connsiteY530" fmla="*/ 1428234 h 6858000"/>
              <a:gd name="connsiteX531" fmla="*/ 2224982 w 7467600"/>
              <a:gd name="connsiteY531" fmla="*/ 1826201 h 6858000"/>
              <a:gd name="connsiteX532" fmla="*/ 2096099 w 7467600"/>
              <a:gd name="connsiteY532" fmla="*/ 2345900 h 6858000"/>
              <a:gd name="connsiteX533" fmla="*/ 2283317 w 7467600"/>
              <a:gd name="connsiteY533" fmla="*/ 1796925 h 6858000"/>
              <a:gd name="connsiteX534" fmla="*/ 2399523 w 7467600"/>
              <a:gd name="connsiteY534" fmla="*/ 1428234 h 6858000"/>
              <a:gd name="connsiteX535" fmla="*/ 2448558 w 7467600"/>
              <a:gd name="connsiteY535" fmla="*/ 1373435 h 6858000"/>
              <a:gd name="connsiteX536" fmla="*/ 2312521 w 7467600"/>
              <a:gd name="connsiteY536" fmla="*/ 1806140 h 6858000"/>
              <a:gd name="connsiteX537" fmla="*/ 2127533 w 7467600"/>
              <a:gd name="connsiteY537" fmla="*/ 2348380 h 6858000"/>
              <a:gd name="connsiteX538" fmla="*/ 2358080 w 7467600"/>
              <a:gd name="connsiteY538" fmla="*/ 1866134 h 6858000"/>
              <a:gd name="connsiteX539" fmla="*/ 2407436 w 7467600"/>
              <a:gd name="connsiteY539" fmla="*/ 1651070 h 6858000"/>
              <a:gd name="connsiteX540" fmla="*/ 2448558 w 7467600"/>
              <a:gd name="connsiteY540" fmla="*/ 1373435 h 6858000"/>
              <a:gd name="connsiteX541" fmla="*/ 278707 w 7467600"/>
              <a:gd name="connsiteY541" fmla="*/ 1352270 h 6858000"/>
              <a:gd name="connsiteX542" fmla="*/ 321570 w 7467600"/>
              <a:gd name="connsiteY542" fmla="*/ 1861610 h 6858000"/>
              <a:gd name="connsiteX543" fmla="*/ 294281 w 7467600"/>
              <a:gd name="connsiteY543" fmla="*/ 1440658 h 6858000"/>
              <a:gd name="connsiteX544" fmla="*/ 278707 w 7467600"/>
              <a:gd name="connsiteY544" fmla="*/ 1352270 h 6858000"/>
              <a:gd name="connsiteX545" fmla="*/ 1423821 w 7467600"/>
              <a:gd name="connsiteY545" fmla="*/ 1351958 h 6858000"/>
              <a:gd name="connsiteX546" fmla="*/ 1638521 w 7467600"/>
              <a:gd name="connsiteY546" fmla="*/ 1908470 h 6858000"/>
              <a:gd name="connsiteX547" fmla="*/ 1754199 w 7467600"/>
              <a:gd name="connsiteY547" fmla="*/ 2149284 h 6858000"/>
              <a:gd name="connsiteX548" fmla="*/ 1908359 w 7467600"/>
              <a:gd name="connsiteY548" fmla="*/ 2364988 h 6858000"/>
              <a:gd name="connsiteX549" fmla="*/ 1647661 w 7467600"/>
              <a:gd name="connsiteY549" fmla="*/ 1825945 h 6858000"/>
              <a:gd name="connsiteX550" fmla="*/ 1423821 w 7467600"/>
              <a:gd name="connsiteY550" fmla="*/ 1351958 h 6858000"/>
              <a:gd name="connsiteX551" fmla="*/ 1431890 w 7467600"/>
              <a:gd name="connsiteY551" fmla="*/ 1306475 h 6858000"/>
              <a:gd name="connsiteX552" fmla="*/ 1507597 w 7467600"/>
              <a:gd name="connsiteY552" fmla="*/ 1446132 h 6858000"/>
              <a:gd name="connsiteX553" fmla="*/ 1674586 w 7467600"/>
              <a:gd name="connsiteY553" fmla="*/ 1813832 h 6858000"/>
              <a:gd name="connsiteX554" fmla="*/ 1815950 w 7467600"/>
              <a:gd name="connsiteY554" fmla="*/ 2128564 h 6858000"/>
              <a:gd name="connsiteX555" fmla="*/ 1984242 w 7467600"/>
              <a:gd name="connsiteY555" fmla="*/ 2430829 h 6858000"/>
              <a:gd name="connsiteX556" fmla="*/ 2014023 w 7467600"/>
              <a:gd name="connsiteY556" fmla="*/ 2450995 h 6858000"/>
              <a:gd name="connsiteX557" fmla="*/ 1747337 w 7467600"/>
              <a:gd name="connsiteY557" fmla="*/ 1855264 h 6858000"/>
              <a:gd name="connsiteX558" fmla="*/ 1533749 w 7467600"/>
              <a:gd name="connsiteY558" fmla="*/ 1478656 h 6858000"/>
              <a:gd name="connsiteX559" fmla="*/ 1431890 w 7467600"/>
              <a:gd name="connsiteY559" fmla="*/ 1306475 h 6858000"/>
              <a:gd name="connsiteX560" fmla="*/ 5052692 w 7467600"/>
              <a:gd name="connsiteY560" fmla="*/ 1292994 h 6858000"/>
              <a:gd name="connsiteX561" fmla="*/ 5200661 w 7467600"/>
              <a:gd name="connsiteY561" fmla="*/ 1635186 h 6858000"/>
              <a:gd name="connsiteX562" fmla="*/ 5297138 w 7467600"/>
              <a:gd name="connsiteY562" fmla="*/ 1906351 h 6858000"/>
              <a:gd name="connsiteX563" fmla="*/ 5052692 w 7467600"/>
              <a:gd name="connsiteY563" fmla="*/ 1292994 h 6858000"/>
              <a:gd name="connsiteX564" fmla="*/ 5009948 w 7467600"/>
              <a:gd name="connsiteY564" fmla="*/ 1273619 h 6858000"/>
              <a:gd name="connsiteX565" fmla="*/ 5121777 w 7467600"/>
              <a:gd name="connsiteY565" fmla="*/ 1654213 h 6858000"/>
              <a:gd name="connsiteX566" fmla="*/ 5293545 w 7467600"/>
              <a:gd name="connsiteY566" fmla="*/ 2072247 h 6858000"/>
              <a:gd name="connsiteX567" fmla="*/ 5294042 w 7467600"/>
              <a:gd name="connsiteY567" fmla="*/ 2065019 h 6858000"/>
              <a:gd name="connsiteX568" fmla="*/ 5171936 w 7467600"/>
              <a:gd name="connsiteY568" fmla="*/ 1647613 h 6858000"/>
              <a:gd name="connsiteX569" fmla="*/ 5009948 w 7467600"/>
              <a:gd name="connsiteY569" fmla="*/ 1273619 h 6858000"/>
              <a:gd name="connsiteX570" fmla="*/ 655236 w 7467600"/>
              <a:gd name="connsiteY570" fmla="*/ 1268632 h 6858000"/>
              <a:gd name="connsiteX571" fmla="*/ 839521 w 7467600"/>
              <a:gd name="connsiteY571" fmla="*/ 1685315 h 6858000"/>
              <a:gd name="connsiteX572" fmla="*/ 1109416 w 7467600"/>
              <a:gd name="connsiteY572" fmla="*/ 2061663 h 6858000"/>
              <a:gd name="connsiteX573" fmla="*/ 1298300 w 7467600"/>
              <a:gd name="connsiteY573" fmla="*/ 2247742 h 6858000"/>
              <a:gd name="connsiteX574" fmla="*/ 1125871 w 7467600"/>
              <a:gd name="connsiteY574" fmla="*/ 1989513 h 6858000"/>
              <a:gd name="connsiteX575" fmla="*/ 981574 w 7467600"/>
              <a:gd name="connsiteY575" fmla="*/ 1783157 h 6858000"/>
              <a:gd name="connsiteX576" fmla="*/ 922198 w 7467600"/>
              <a:gd name="connsiteY576" fmla="*/ 1677437 h 6858000"/>
              <a:gd name="connsiteX577" fmla="*/ 869293 w 7467600"/>
              <a:gd name="connsiteY577" fmla="*/ 1583214 h 6858000"/>
              <a:gd name="connsiteX578" fmla="*/ 751431 w 7467600"/>
              <a:gd name="connsiteY578" fmla="*/ 1405731 h 6858000"/>
              <a:gd name="connsiteX579" fmla="*/ 655236 w 7467600"/>
              <a:gd name="connsiteY579" fmla="*/ 1268632 h 6858000"/>
              <a:gd name="connsiteX580" fmla="*/ 6516292 w 7467600"/>
              <a:gd name="connsiteY580" fmla="*/ 1263064 h 6858000"/>
              <a:gd name="connsiteX581" fmla="*/ 5736320 w 7467600"/>
              <a:gd name="connsiteY581" fmla="*/ 1501803 h 6858000"/>
              <a:gd name="connsiteX582" fmla="*/ 6516292 w 7467600"/>
              <a:gd name="connsiteY582" fmla="*/ 1263064 h 6858000"/>
              <a:gd name="connsiteX583" fmla="*/ 291466 w 7467600"/>
              <a:gd name="connsiteY583" fmla="*/ 1250369 h 6858000"/>
              <a:gd name="connsiteX584" fmla="*/ 323180 w 7467600"/>
              <a:gd name="connsiteY584" fmla="*/ 1435283 h 6858000"/>
              <a:gd name="connsiteX585" fmla="*/ 349381 w 7467600"/>
              <a:gd name="connsiteY585" fmla="*/ 1875041 h 6858000"/>
              <a:gd name="connsiteX586" fmla="*/ 374363 w 7467600"/>
              <a:gd name="connsiteY586" fmla="*/ 1506494 h 6858000"/>
              <a:gd name="connsiteX587" fmla="*/ 302168 w 7467600"/>
              <a:gd name="connsiteY587" fmla="*/ 1274495 h 6858000"/>
              <a:gd name="connsiteX588" fmla="*/ 291466 w 7467600"/>
              <a:gd name="connsiteY588" fmla="*/ 1250369 h 6858000"/>
              <a:gd name="connsiteX589" fmla="*/ 678222 w 7467600"/>
              <a:gd name="connsiteY589" fmla="*/ 1248670 h 6858000"/>
              <a:gd name="connsiteX590" fmla="*/ 775536 w 7467600"/>
              <a:gd name="connsiteY590" fmla="*/ 1388015 h 6858000"/>
              <a:gd name="connsiteX591" fmla="*/ 894529 w 7467600"/>
              <a:gd name="connsiteY591" fmla="*/ 1567739 h 6858000"/>
              <a:gd name="connsiteX592" fmla="*/ 948000 w 7467600"/>
              <a:gd name="connsiteY592" fmla="*/ 1663088 h 6858000"/>
              <a:gd name="connsiteX593" fmla="*/ 1006812 w 7467600"/>
              <a:gd name="connsiteY593" fmla="*/ 1767683 h 6858000"/>
              <a:gd name="connsiteX594" fmla="*/ 1149133 w 7467600"/>
              <a:gd name="connsiteY594" fmla="*/ 1971513 h 6858000"/>
              <a:gd name="connsiteX595" fmla="*/ 1333952 w 7467600"/>
              <a:gd name="connsiteY595" fmla="*/ 2251620 h 6858000"/>
              <a:gd name="connsiteX596" fmla="*/ 1337329 w 7467600"/>
              <a:gd name="connsiteY596" fmla="*/ 2258350 h 6858000"/>
              <a:gd name="connsiteX597" fmla="*/ 1014726 w 7467600"/>
              <a:gd name="connsiteY597" fmla="*/ 1615556 h 6858000"/>
              <a:gd name="connsiteX598" fmla="*/ 678222 w 7467600"/>
              <a:gd name="connsiteY598" fmla="*/ 1248670 h 6858000"/>
              <a:gd name="connsiteX599" fmla="*/ 6691602 w 7467600"/>
              <a:gd name="connsiteY599" fmla="*/ 1140573 h 6858000"/>
              <a:gd name="connsiteX600" fmla="*/ 6571100 w 7467600"/>
              <a:gd name="connsiteY600" fmla="*/ 1183662 h 6858000"/>
              <a:gd name="connsiteX601" fmla="*/ 6241687 w 7467600"/>
              <a:gd name="connsiteY601" fmla="*/ 1257600 h 6858000"/>
              <a:gd name="connsiteX602" fmla="*/ 5693009 w 7467600"/>
              <a:gd name="connsiteY602" fmla="*/ 1478256 h 6858000"/>
              <a:gd name="connsiteX603" fmla="*/ 6548420 w 7467600"/>
              <a:gd name="connsiteY603" fmla="*/ 1214599 h 6858000"/>
              <a:gd name="connsiteX604" fmla="*/ 6605473 w 7467600"/>
              <a:gd name="connsiteY604" fmla="*/ 1184686 h 6858000"/>
              <a:gd name="connsiteX605" fmla="*/ 6691602 w 7467600"/>
              <a:gd name="connsiteY605" fmla="*/ 1140573 h 6858000"/>
              <a:gd name="connsiteX606" fmla="*/ 4002475 w 7467600"/>
              <a:gd name="connsiteY606" fmla="*/ 1037802 h 6858000"/>
              <a:gd name="connsiteX607" fmla="*/ 4000324 w 7467600"/>
              <a:gd name="connsiteY607" fmla="*/ 1039362 h 6858000"/>
              <a:gd name="connsiteX608" fmla="*/ 4002862 w 7467600"/>
              <a:gd name="connsiteY608" fmla="*/ 1042866 h 6858000"/>
              <a:gd name="connsiteX609" fmla="*/ 4002475 w 7467600"/>
              <a:gd name="connsiteY609" fmla="*/ 1037802 h 6858000"/>
              <a:gd name="connsiteX610" fmla="*/ 506322 w 7467600"/>
              <a:gd name="connsiteY610" fmla="*/ 1020997 h 6858000"/>
              <a:gd name="connsiteX611" fmla="*/ 533068 w 7467600"/>
              <a:gd name="connsiteY611" fmla="*/ 1029409 h 6858000"/>
              <a:gd name="connsiteX612" fmla="*/ 1232525 w 7467600"/>
              <a:gd name="connsiteY612" fmla="*/ 1804675 h 6858000"/>
              <a:gd name="connsiteX613" fmla="*/ 1388858 w 7467600"/>
              <a:gd name="connsiteY613" fmla="*/ 2368011 h 6858000"/>
              <a:gd name="connsiteX614" fmla="*/ 1384098 w 7467600"/>
              <a:gd name="connsiteY614" fmla="*/ 2378125 h 6858000"/>
              <a:gd name="connsiteX615" fmla="*/ 1425393 w 7467600"/>
              <a:gd name="connsiteY615" fmla="*/ 2589124 h 6858000"/>
              <a:gd name="connsiteX616" fmla="*/ 1424001 w 7467600"/>
              <a:gd name="connsiteY616" fmla="*/ 2597541 h 6858000"/>
              <a:gd name="connsiteX617" fmla="*/ 2152729 w 7467600"/>
              <a:gd name="connsiteY617" fmla="*/ 2864487 h 6858000"/>
              <a:gd name="connsiteX618" fmla="*/ 2020609 w 7467600"/>
              <a:gd name="connsiteY618" fmla="*/ 2539671 h 6858000"/>
              <a:gd name="connsiteX619" fmla="*/ 2018920 w 7467600"/>
              <a:gd name="connsiteY619" fmla="*/ 2536309 h 6858000"/>
              <a:gd name="connsiteX620" fmla="*/ 1342441 w 7467600"/>
              <a:gd name="connsiteY620" fmla="*/ 1173017 h 6858000"/>
              <a:gd name="connsiteX621" fmla="*/ 1367925 w 7467600"/>
              <a:gd name="connsiteY621" fmla="*/ 1135648 h 6858000"/>
              <a:gd name="connsiteX622" fmla="*/ 1771401 w 7467600"/>
              <a:gd name="connsiteY622" fmla="*/ 1806673 h 6858000"/>
              <a:gd name="connsiteX623" fmla="*/ 1972385 w 7467600"/>
              <a:gd name="connsiteY623" fmla="*/ 2198735 h 6858000"/>
              <a:gd name="connsiteX624" fmla="*/ 2040892 w 7467600"/>
              <a:gd name="connsiteY624" fmla="*/ 2405205 h 6858000"/>
              <a:gd name="connsiteX625" fmla="*/ 2131689 w 7467600"/>
              <a:gd name="connsiteY625" fmla="*/ 1936926 h 6858000"/>
              <a:gd name="connsiteX626" fmla="*/ 2454820 w 7467600"/>
              <a:gd name="connsiteY626" fmla="*/ 1248808 h 6858000"/>
              <a:gd name="connsiteX627" fmla="*/ 2492512 w 7467600"/>
              <a:gd name="connsiteY627" fmla="*/ 1302920 h 6858000"/>
              <a:gd name="connsiteX628" fmla="*/ 2081216 w 7467600"/>
              <a:gd name="connsiteY628" fmla="*/ 2527513 h 6858000"/>
              <a:gd name="connsiteX629" fmla="*/ 2081211 w 7467600"/>
              <a:gd name="connsiteY629" fmla="*/ 2528916 h 6858000"/>
              <a:gd name="connsiteX630" fmla="*/ 2199067 w 7467600"/>
              <a:gd name="connsiteY630" fmla="*/ 2884061 h 6858000"/>
              <a:gd name="connsiteX631" fmla="*/ 3192586 w 7467600"/>
              <a:gd name="connsiteY631" fmla="*/ 3411496 h 6858000"/>
              <a:gd name="connsiteX632" fmla="*/ 3182620 w 7467600"/>
              <a:gd name="connsiteY632" fmla="*/ 3483279 h 6858000"/>
              <a:gd name="connsiteX633" fmla="*/ 2435119 w 7467600"/>
              <a:gd name="connsiteY633" fmla="*/ 3080173 h 6858000"/>
              <a:gd name="connsiteX634" fmla="*/ 2410152 w 7467600"/>
              <a:gd name="connsiteY634" fmla="*/ 3063751 h 6858000"/>
              <a:gd name="connsiteX635" fmla="*/ 2408099 w 7467600"/>
              <a:gd name="connsiteY635" fmla="*/ 3064403 h 6858000"/>
              <a:gd name="connsiteX636" fmla="*/ 2407218 w 7467600"/>
              <a:gd name="connsiteY636" fmla="*/ 3070324 h 6858000"/>
              <a:gd name="connsiteX637" fmla="*/ 2380138 w 7467600"/>
              <a:gd name="connsiteY637" fmla="*/ 3099341 h 6858000"/>
              <a:gd name="connsiteX638" fmla="*/ 1765923 w 7467600"/>
              <a:gd name="connsiteY638" fmla="*/ 3581043 h 6858000"/>
              <a:gd name="connsiteX639" fmla="*/ 1702258 w 7467600"/>
              <a:gd name="connsiteY639" fmla="*/ 3612286 h 6858000"/>
              <a:gd name="connsiteX640" fmla="*/ 1538370 w 7467600"/>
              <a:gd name="connsiteY640" fmla="*/ 3811804 h 6858000"/>
              <a:gd name="connsiteX641" fmla="*/ 542867 w 7467600"/>
              <a:gd name="connsiteY641" fmla="*/ 4944092 h 6858000"/>
              <a:gd name="connsiteX642" fmla="*/ 515800 w 7467600"/>
              <a:gd name="connsiteY642" fmla="*/ 4862180 h 6858000"/>
              <a:gd name="connsiteX643" fmla="*/ 909145 w 7467600"/>
              <a:gd name="connsiteY643" fmla="*/ 4199225 h 6858000"/>
              <a:gd name="connsiteX644" fmla="*/ 1214067 w 7467600"/>
              <a:gd name="connsiteY644" fmla="*/ 3908561 h 6858000"/>
              <a:gd name="connsiteX645" fmla="*/ 640967 w 7467600"/>
              <a:gd name="connsiteY645" fmla="*/ 4105601 h 6858000"/>
              <a:gd name="connsiteX646" fmla="*/ 112563 w 7467600"/>
              <a:gd name="connsiteY646" fmla="*/ 4396952 h 6858000"/>
              <a:gd name="connsiteX647" fmla="*/ 0 w 7467600"/>
              <a:gd name="connsiteY647" fmla="*/ 4466006 h 6858000"/>
              <a:gd name="connsiteX648" fmla="*/ 0 w 7467600"/>
              <a:gd name="connsiteY648" fmla="*/ 4233763 h 6858000"/>
              <a:gd name="connsiteX649" fmla="*/ 36881 w 7467600"/>
              <a:gd name="connsiteY649" fmla="*/ 4200118 h 6858000"/>
              <a:gd name="connsiteX650" fmla="*/ 910534 w 7467600"/>
              <a:gd name="connsiteY650" fmla="*/ 3629753 h 6858000"/>
              <a:gd name="connsiteX651" fmla="*/ 1578717 w 7467600"/>
              <a:gd name="connsiteY651" fmla="*/ 3575982 h 6858000"/>
              <a:gd name="connsiteX652" fmla="*/ 2338780 w 7467600"/>
              <a:gd name="connsiteY652" fmla="*/ 3033725 h 6858000"/>
              <a:gd name="connsiteX653" fmla="*/ 1807991 w 7467600"/>
              <a:gd name="connsiteY653" fmla="*/ 2807184 h 6858000"/>
              <a:gd name="connsiteX654" fmla="*/ 1416358 w 7467600"/>
              <a:gd name="connsiteY654" fmla="*/ 3112571 h 6858000"/>
              <a:gd name="connsiteX655" fmla="*/ 939066 w 7467600"/>
              <a:gd name="connsiteY655" fmla="*/ 3378798 h 6858000"/>
              <a:gd name="connsiteX656" fmla="*/ 115099 w 7467600"/>
              <a:gd name="connsiteY656" fmla="*/ 3607650 h 6858000"/>
              <a:gd name="connsiteX657" fmla="*/ 97284 w 7467600"/>
              <a:gd name="connsiteY657" fmla="*/ 3520393 h 6858000"/>
              <a:gd name="connsiteX658" fmla="*/ 922050 w 7467600"/>
              <a:gd name="connsiteY658" fmla="*/ 3074867 h 6858000"/>
              <a:gd name="connsiteX659" fmla="*/ 1405265 w 7467600"/>
              <a:gd name="connsiteY659" fmla="*/ 3016319 h 6858000"/>
              <a:gd name="connsiteX660" fmla="*/ 1407512 w 7467600"/>
              <a:gd name="connsiteY660" fmla="*/ 3018001 h 6858000"/>
              <a:gd name="connsiteX661" fmla="*/ 1726266 w 7467600"/>
              <a:gd name="connsiteY661" fmla="*/ 2777274 h 6858000"/>
              <a:gd name="connsiteX662" fmla="*/ 625390 w 7467600"/>
              <a:gd name="connsiteY662" fmla="*/ 2514541 h 6858000"/>
              <a:gd name="connsiteX663" fmla="*/ 619799 w 7467600"/>
              <a:gd name="connsiteY663" fmla="*/ 2527180 h 6858000"/>
              <a:gd name="connsiteX664" fmla="*/ 310030 w 7467600"/>
              <a:gd name="connsiteY664" fmla="*/ 2771818 h 6858000"/>
              <a:gd name="connsiteX665" fmla="*/ 173877 w 7467600"/>
              <a:gd name="connsiteY665" fmla="*/ 2937056 h 6858000"/>
              <a:gd name="connsiteX666" fmla="*/ 77889 w 7467600"/>
              <a:gd name="connsiteY666" fmla="*/ 3138440 h 6858000"/>
              <a:gd name="connsiteX667" fmla="*/ 0 w 7467600"/>
              <a:gd name="connsiteY667" fmla="*/ 3271395 h 6858000"/>
              <a:gd name="connsiteX668" fmla="*/ 0 w 7467600"/>
              <a:gd name="connsiteY668" fmla="*/ 3153002 h 6858000"/>
              <a:gd name="connsiteX669" fmla="*/ 2386 w 7467600"/>
              <a:gd name="connsiteY669" fmla="*/ 3149203 h 6858000"/>
              <a:gd name="connsiteX670" fmla="*/ 89753 w 7467600"/>
              <a:gd name="connsiteY670" fmla="*/ 2987702 h 6858000"/>
              <a:gd name="connsiteX671" fmla="*/ 76869 w 7467600"/>
              <a:gd name="connsiteY671" fmla="*/ 3005404 h 6858000"/>
              <a:gd name="connsiteX672" fmla="*/ 32049 w 7467600"/>
              <a:gd name="connsiteY672" fmla="*/ 3065814 h 6858000"/>
              <a:gd name="connsiteX673" fmla="*/ 0 w 7467600"/>
              <a:gd name="connsiteY673" fmla="*/ 3108744 h 6858000"/>
              <a:gd name="connsiteX674" fmla="*/ 0 w 7467600"/>
              <a:gd name="connsiteY674" fmla="*/ 3058059 h 6858000"/>
              <a:gd name="connsiteX675" fmla="*/ 7610 w 7467600"/>
              <a:gd name="connsiteY675" fmla="*/ 3047889 h 6858000"/>
              <a:gd name="connsiteX676" fmla="*/ 52419 w 7467600"/>
              <a:gd name="connsiteY676" fmla="*/ 2987479 h 6858000"/>
              <a:gd name="connsiteX677" fmla="*/ 59142 w 7467600"/>
              <a:gd name="connsiteY677" fmla="*/ 2978488 h 6858000"/>
              <a:gd name="connsiteX678" fmla="*/ 0 w 7467600"/>
              <a:gd name="connsiteY678" fmla="*/ 3015334 h 6858000"/>
              <a:gd name="connsiteX679" fmla="*/ 0 w 7467600"/>
              <a:gd name="connsiteY679" fmla="*/ 2914286 h 6858000"/>
              <a:gd name="connsiteX680" fmla="*/ 36383 w 7467600"/>
              <a:gd name="connsiteY680" fmla="*/ 2901128 h 6858000"/>
              <a:gd name="connsiteX681" fmla="*/ 156329 w 7467600"/>
              <a:gd name="connsiteY681" fmla="*/ 2840533 h 6858000"/>
              <a:gd name="connsiteX682" fmla="*/ 358355 w 7467600"/>
              <a:gd name="connsiteY682" fmla="*/ 2620471 h 6858000"/>
              <a:gd name="connsiteX683" fmla="*/ 510577 w 7467600"/>
              <a:gd name="connsiteY683" fmla="*/ 2501244 h 6858000"/>
              <a:gd name="connsiteX684" fmla="*/ 211967 w 7467600"/>
              <a:gd name="connsiteY684" fmla="*/ 2479171 h 6858000"/>
              <a:gd name="connsiteX685" fmla="*/ 0 w 7467600"/>
              <a:gd name="connsiteY685" fmla="*/ 2476398 h 6858000"/>
              <a:gd name="connsiteX686" fmla="*/ 0 w 7467600"/>
              <a:gd name="connsiteY686" fmla="*/ 2389189 h 6858000"/>
              <a:gd name="connsiteX687" fmla="*/ 103062 w 7467600"/>
              <a:gd name="connsiteY687" fmla="*/ 2389518 h 6858000"/>
              <a:gd name="connsiteX688" fmla="*/ 510734 w 7467600"/>
              <a:gd name="connsiteY688" fmla="*/ 2416201 h 6858000"/>
              <a:gd name="connsiteX689" fmla="*/ 279257 w 7467600"/>
              <a:gd name="connsiteY689" fmla="*/ 2092102 h 6858000"/>
              <a:gd name="connsiteX690" fmla="*/ 65265 w 7467600"/>
              <a:gd name="connsiteY690" fmla="*/ 2006049 h 6858000"/>
              <a:gd name="connsiteX691" fmla="*/ 0 w 7467600"/>
              <a:gd name="connsiteY691" fmla="*/ 1982532 h 6858000"/>
              <a:gd name="connsiteX692" fmla="*/ 0 w 7467600"/>
              <a:gd name="connsiteY692" fmla="*/ 1912789 h 6858000"/>
              <a:gd name="connsiteX693" fmla="*/ 97460 w 7467600"/>
              <a:gd name="connsiteY693" fmla="*/ 1953725 h 6858000"/>
              <a:gd name="connsiteX694" fmla="*/ 221272 w 7467600"/>
              <a:gd name="connsiteY694" fmla="*/ 1980766 h 6858000"/>
              <a:gd name="connsiteX695" fmla="*/ 116765 w 7467600"/>
              <a:gd name="connsiteY695" fmla="*/ 1911033 h 6858000"/>
              <a:gd name="connsiteX696" fmla="*/ 16405 w 7467600"/>
              <a:gd name="connsiteY696" fmla="*/ 1803412 h 6858000"/>
              <a:gd name="connsiteX697" fmla="*/ 0 w 7467600"/>
              <a:gd name="connsiteY697" fmla="*/ 1784777 h 6858000"/>
              <a:gd name="connsiteX698" fmla="*/ 0 w 7467600"/>
              <a:gd name="connsiteY698" fmla="*/ 1740082 h 6858000"/>
              <a:gd name="connsiteX699" fmla="*/ 39394 w 7467600"/>
              <a:gd name="connsiteY699" fmla="*/ 1784856 h 6858000"/>
              <a:gd name="connsiteX700" fmla="*/ 135813 w 7467600"/>
              <a:gd name="connsiteY700" fmla="*/ 1888838 h 6858000"/>
              <a:gd name="connsiteX701" fmla="*/ 242575 w 7467600"/>
              <a:gd name="connsiteY701" fmla="*/ 1958841 h 6858000"/>
              <a:gd name="connsiteX702" fmla="*/ 82197 w 7467600"/>
              <a:gd name="connsiteY702" fmla="*/ 1754826 h 6858000"/>
              <a:gd name="connsiteX703" fmla="*/ 0 w 7467600"/>
              <a:gd name="connsiteY703" fmla="*/ 1679650 h 6858000"/>
              <a:gd name="connsiteX704" fmla="*/ 0 w 7467600"/>
              <a:gd name="connsiteY704" fmla="*/ 1602463 h 6858000"/>
              <a:gd name="connsiteX705" fmla="*/ 84689 w 7467600"/>
              <a:gd name="connsiteY705" fmla="*/ 1677442 h 6858000"/>
              <a:gd name="connsiteX706" fmla="*/ 298437 w 7467600"/>
              <a:gd name="connsiteY706" fmla="*/ 1968019 h 6858000"/>
              <a:gd name="connsiteX707" fmla="*/ 227269 w 7467600"/>
              <a:gd name="connsiteY707" fmla="*/ 1114064 h 6858000"/>
              <a:gd name="connsiteX708" fmla="*/ 248003 w 7467600"/>
              <a:gd name="connsiteY708" fmla="*/ 1089613 h 6858000"/>
              <a:gd name="connsiteX709" fmla="*/ 427020 w 7467600"/>
              <a:gd name="connsiteY709" fmla="*/ 1619803 h 6858000"/>
              <a:gd name="connsiteX710" fmla="*/ 340345 w 7467600"/>
              <a:gd name="connsiteY710" fmla="*/ 2027739 h 6858000"/>
              <a:gd name="connsiteX711" fmla="*/ 360865 w 7467600"/>
              <a:gd name="connsiteY711" fmla="*/ 2044827 h 6858000"/>
              <a:gd name="connsiteX712" fmla="*/ 560414 w 7467600"/>
              <a:gd name="connsiteY712" fmla="*/ 2421457 h 6858000"/>
              <a:gd name="connsiteX713" fmla="*/ 1359703 w 7467600"/>
              <a:gd name="connsiteY713" fmla="*/ 2578554 h 6858000"/>
              <a:gd name="connsiteX714" fmla="*/ 1359422 w 7467600"/>
              <a:gd name="connsiteY714" fmla="*/ 2577994 h 6858000"/>
              <a:gd name="connsiteX715" fmla="*/ 828701 w 7467600"/>
              <a:gd name="connsiteY715" fmla="*/ 1839520 h 6858000"/>
              <a:gd name="connsiteX716" fmla="*/ 494427 w 7467600"/>
              <a:gd name="connsiteY716" fmla="*/ 1092333 h 6858000"/>
              <a:gd name="connsiteX717" fmla="*/ 506322 w 7467600"/>
              <a:gd name="connsiteY717" fmla="*/ 1020997 h 6858000"/>
              <a:gd name="connsiteX718" fmla="*/ 4570198 w 7467600"/>
              <a:gd name="connsiteY718" fmla="*/ 978081 h 6858000"/>
              <a:gd name="connsiteX719" fmla="*/ 4523691 w 7467600"/>
              <a:gd name="connsiteY719" fmla="*/ 1127776 h 6858000"/>
              <a:gd name="connsiteX720" fmla="*/ 4509875 w 7467600"/>
              <a:gd name="connsiteY720" fmla="*/ 1167552 h 6858000"/>
              <a:gd name="connsiteX721" fmla="*/ 4478168 w 7467600"/>
              <a:gd name="connsiteY721" fmla="*/ 1260735 h 6858000"/>
              <a:gd name="connsiteX722" fmla="*/ 4409309 w 7467600"/>
              <a:gd name="connsiteY722" fmla="*/ 1666996 h 6858000"/>
              <a:gd name="connsiteX723" fmla="*/ 4370031 w 7467600"/>
              <a:gd name="connsiteY723" fmla="*/ 1955666 h 6858000"/>
              <a:gd name="connsiteX724" fmla="*/ 4570198 w 7467600"/>
              <a:gd name="connsiteY724" fmla="*/ 978081 h 6858000"/>
              <a:gd name="connsiteX725" fmla="*/ 4557898 w 7467600"/>
              <a:gd name="connsiteY725" fmla="*/ 900011 h 6858000"/>
              <a:gd name="connsiteX726" fmla="*/ 4344840 w 7467600"/>
              <a:gd name="connsiteY726" fmla="*/ 1922038 h 6858000"/>
              <a:gd name="connsiteX727" fmla="*/ 4378710 w 7467600"/>
              <a:gd name="connsiteY727" fmla="*/ 1665516 h 6858000"/>
              <a:gd name="connsiteX728" fmla="*/ 4448798 w 7467600"/>
              <a:gd name="connsiteY728" fmla="*/ 1253024 h 6858000"/>
              <a:gd name="connsiteX729" fmla="*/ 4480315 w 7467600"/>
              <a:gd name="connsiteY729" fmla="*/ 1158454 h 6858000"/>
              <a:gd name="connsiteX730" fmla="*/ 4494133 w 7467600"/>
              <a:gd name="connsiteY730" fmla="*/ 1118676 h 6858000"/>
              <a:gd name="connsiteX731" fmla="*/ 4557898 w 7467600"/>
              <a:gd name="connsiteY731" fmla="*/ 900011 h 6858000"/>
              <a:gd name="connsiteX732" fmla="*/ 5870151 w 7467600"/>
              <a:gd name="connsiteY732" fmla="*/ 898890 h 6858000"/>
              <a:gd name="connsiteX733" fmla="*/ 5861335 w 7467600"/>
              <a:gd name="connsiteY733" fmla="*/ 899177 h 6858000"/>
              <a:gd name="connsiteX734" fmla="*/ 5843702 w 7467600"/>
              <a:gd name="connsiteY734" fmla="*/ 899748 h 6858000"/>
              <a:gd name="connsiteX735" fmla="*/ 5651107 w 7467600"/>
              <a:gd name="connsiteY735" fmla="*/ 920306 h 6858000"/>
              <a:gd name="connsiteX736" fmla="*/ 5459407 w 7467600"/>
              <a:gd name="connsiteY736" fmla="*/ 940975 h 6858000"/>
              <a:gd name="connsiteX737" fmla="*/ 5374846 w 7467600"/>
              <a:gd name="connsiteY737" fmla="*/ 941988 h 6858000"/>
              <a:gd name="connsiteX738" fmla="*/ 5256105 w 7467600"/>
              <a:gd name="connsiteY738" fmla="*/ 945632 h 6858000"/>
              <a:gd name="connsiteX739" fmla="*/ 5107071 w 7467600"/>
              <a:gd name="connsiteY739" fmla="*/ 969720 h 6858000"/>
              <a:gd name="connsiteX740" fmla="*/ 4998681 w 7467600"/>
              <a:gd name="connsiteY740" fmla="*/ 988771 h 6858000"/>
              <a:gd name="connsiteX741" fmla="*/ 5870151 w 7467600"/>
              <a:gd name="connsiteY741" fmla="*/ 898890 h 6858000"/>
              <a:gd name="connsiteX742" fmla="*/ 5504425 w 7467600"/>
              <a:gd name="connsiteY742" fmla="*/ 848067 h 6858000"/>
              <a:gd name="connsiteX743" fmla="*/ 4968849 w 7467600"/>
              <a:gd name="connsiteY743" fmla="*/ 962318 h 6858000"/>
              <a:gd name="connsiteX744" fmla="*/ 5104039 w 7467600"/>
              <a:gd name="connsiteY744" fmla="*/ 940634 h 6858000"/>
              <a:gd name="connsiteX745" fmla="*/ 5256311 w 7467600"/>
              <a:gd name="connsiteY745" fmla="*/ 916490 h 6858000"/>
              <a:gd name="connsiteX746" fmla="*/ 5377381 w 7467600"/>
              <a:gd name="connsiteY746" fmla="*/ 912671 h 6858000"/>
              <a:gd name="connsiteX747" fmla="*/ 5460148 w 7467600"/>
              <a:gd name="connsiteY747" fmla="*/ 911442 h 6858000"/>
              <a:gd name="connsiteX748" fmla="*/ 5648971 w 7467600"/>
              <a:gd name="connsiteY748" fmla="*/ 891331 h 6858000"/>
              <a:gd name="connsiteX749" fmla="*/ 5844807 w 7467600"/>
              <a:gd name="connsiteY749" fmla="*/ 870718 h 6858000"/>
              <a:gd name="connsiteX750" fmla="*/ 5862975 w 7467600"/>
              <a:gd name="connsiteY750" fmla="*/ 869756 h 6858000"/>
              <a:gd name="connsiteX751" fmla="*/ 5920887 w 7467600"/>
              <a:gd name="connsiteY751" fmla="*/ 865929 h 6858000"/>
              <a:gd name="connsiteX752" fmla="*/ 5504425 w 7467600"/>
              <a:gd name="connsiteY752" fmla="*/ 848067 h 6858000"/>
              <a:gd name="connsiteX753" fmla="*/ 3607114 w 7467600"/>
              <a:gd name="connsiteY753" fmla="*/ 467441 h 6858000"/>
              <a:gd name="connsiteX754" fmla="*/ 3296242 w 7467600"/>
              <a:gd name="connsiteY754" fmla="*/ 807991 h 6858000"/>
              <a:gd name="connsiteX755" fmla="*/ 3174674 w 7467600"/>
              <a:gd name="connsiteY755" fmla="*/ 919759 h 6858000"/>
              <a:gd name="connsiteX756" fmla="*/ 3042978 w 7467600"/>
              <a:gd name="connsiteY756" fmla="*/ 1054894 h 6858000"/>
              <a:gd name="connsiteX757" fmla="*/ 2968914 w 7467600"/>
              <a:gd name="connsiteY757" fmla="*/ 1133756 h 6858000"/>
              <a:gd name="connsiteX758" fmla="*/ 3103823 w 7467600"/>
              <a:gd name="connsiteY758" fmla="*/ 1026814 h 6858000"/>
              <a:gd name="connsiteX759" fmla="*/ 3607114 w 7467600"/>
              <a:gd name="connsiteY759" fmla="*/ 467441 h 6858000"/>
              <a:gd name="connsiteX760" fmla="*/ 3744487 w 7467600"/>
              <a:gd name="connsiteY760" fmla="*/ 383136 h 6858000"/>
              <a:gd name="connsiteX761" fmla="*/ 3970213 w 7467600"/>
              <a:gd name="connsiteY761" fmla="*/ 995559 h 6858000"/>
              <a:gd name="connsiteX762" fmla="*/ 3744487 w 7467600"/>
              <a:gd name="connsiteY762" fmla="*/ 383136 h 6858000"/>
              <a:gd name="connsiteX763" fmla="*/ 3624562 w 7467600"/>
              <a:gd name="connsiteY763" fmla="*/ 367041 h 6858000"/>
              <a:gd name="connsiteX764" fmla="*/ 3489712 w 7467600"/>
              <a:gd name="connsiteY764" fmla="*/ 485386 h 6858000"/>
              <a:gd name="connsiteX765" fmla="*/ 3182994 w 7467600"/>
              <a:gd name="connsiteY765" fmla="*/ 828265 h 6858000"/>
              <a:gd name="connsiteX766" fmla="*/ 2892114 w 7467600"/>
              <a:gd name="connsiteY766" fmla="*/ 1172635 h 6858000"/>
              <a:gd name="connsiteX767" fmla="*/ 3021459 w 7467600"/>
              <a:gd name="connsiteY767" fmla="*/ 1035385 h 6858000"/>
              <a:gd name="connsiteX768" fmla="*/ 3153873 w 7467600"/>
              <a:gd name="connsiteY768" fmla="*/ 898971 h 6858000"/>
              <a:gd name="connsiteX769" fmla="*/ 3276511 w 7467600"/>
              <a:gd name="connsiteY769" fmla="*/ 786423 h 6858000"/>
              <a:gd name="connsiteX770" fmla="*/ 3584154 w 7467600"/>
              <a:gd name="connsiteY770" fmla="*/ 448218 h 6858000"/>
              <a:gd name="connsiteX771" fmla="*/ 3624562 w 7467600"/>
              <a:gd name="connsiteY771" fmla="*/ 367041 h 6858000"/>
              <a:gd name="connsiteX772" fmla="*/ 3766672 w 7467600"/>
              <a:gd name="connsiteY772" fmla="*/ 359429 h 6858000"/>
              <a:gd name="connsiteX773" fmla="*/ 3996338 w 7467600"/>
              <a:gd name="connsiteY773" fmla="*/ 968237 h 6858000"/>
              <a:gd name="connsiteX774" fmla="*/ 3766672 w 7467600"/>
              <a:gd name="connsiteY774" fmla="*/ 359429 h 6858000"/>
              <a:gd name="connsiteX775" fmla="*/ 5805386 w 7467600"/>
              <a:gd name="connsiteY775" fmla="*/ 239240 h 6858000"/>
              <a:gd name="connsiteX776" fmla="*/ 5736947 w 7467600"/>
              <a:gd name="connsiteY776" fmla="*/ 261367 h 6858000"/>
              <a:gd name="connsiteX777" fmla="*/ 5427012 w 7467600"/>
              <a:gd name="connsiteY777" fmla="*/ 311272 h 6858000"/>
              <a:gd name="connsiteX778" fmla="*/ 5147818 w 7467600"/>
              <a:gd name="connsiteY778" fmla="*/ 322112 h 6858000"/>
              <a:gd name="connsiteX779" fmla="*/ 5060854 w 7467600"/>
              <a:gd name="connsiteY779" fmla="*/ 311882 h 6858000"/>
              <a:gd name="connsiteX780" fmla="*/ 4945989 w 7467600"/>
              <a:gd name="connsiteY780" fmla="*/ 300516 h 6858000"/>
              <a:gd name="connsiteX781" fmla="*/ 5410479 w 7467600"/>
              <a:gd name="connsiteY781" fmla="*/ 348434 h 6858000"/>
              <a:gd name="connsiteX782" fmla="*/ 5805386 w 7467600"/>
              <a:gd name="connsiteY782" fmla="*/ 239240 h 6858000"/>
              <a:gd name="connsiteX783" fmla="*/ 5905192 w 7467600"/>
              <a:gd name="connsiteY783" fmla="*/ 163079 h 6858000"/>
              <a:gd name="connsiteX784" fmla="*/ 5865655 w 7467600"/>
              <a:gd name="connsiteY784" fmla="*/ 171901 h 6858000"/>
              <a:gd name="connsiteX785" fmla="*/ 5259740 w 7467600"/>
              <a:gd name="connsiteY785" fmla="*/ 257013 h 6858000"/>
              <a:gd name="connsiteX786" fmla="*/ 5208466 w 7467600"/>
              <a:gd name="connsiteY786" fmla="*/ 257550 h 6858000"/>
              <a:gd name="connsiteX787" fmla="*/ 4980204 w 7467600"/>
              <a:gd name="connsiteY787" fmla="*/ 271903 h 6858000"/>
              <a:gd name="connsiteX788" fmla="*/ 5068068 w 7467600"/>
              <a:gd name="connsiteY788" fmla="*/ 282244 h 6858000"/>
              <a:gd name="connsiteX789" fmla="*/ 5153231 w 7467600"/>
              <a:gd name="connsiteY789" fmla="*/ 292240 h 6858000"/>
              <a:gd name="connsiteX790" fmla="*/ 5426491 w 7467600"/>
              <a:gd name="connsiteY790" fmla="*/ 281128 h 6858000"/>
              <a:gd name="connsiteX791" fmla="*/ 5731212 w 7467600"/>
              <a:gd name="connsiteY791" fmla="*/ 231951 h 6858000"/>
              <a:gd name="connsiteX792" fmla="*/ 5905192 w 7467600"/>
              <a:gd name="connsiteY792" fmla="*/ 163079 h 6858000"/>
              <a:gd name="connsiteX793" fmla="*/ 5944437 w 7467600"/>
              <a:gd name="connsiteY793" fmla="*/ 113829 h 6858000"/>
              <a:gd name="connsiteX794" fmla="*/ 5825032 w 7467600"/>
              <a:gd name="connsiteY794" fmla="*/ 146405 h 6858000"/>
              <a:gd name="connsiteX795" fmla="*/ 4955599 w 7467600"/>
              <a:gd name="connsiteY795" fmla="*/ 247008 h 6858000"/>
              <a:gd name="connsiteX796" fmla="*/ 5210104 w 7467600"/>
              <a:gd name="connsiteY796" fmla="*/ 228123 h 6858000"/>
              <a:gd name="connsiteX797" fmla="*/ 5261015 w 7467600"/>
              <a:gd name="connsiteY797" fmla="*/ 227087 h 6858000"/>
              <a:gd name="connsiteX798" fmla="*/ 5861181 w 7467600"/>
              <a:gd name="connsiteY798" fmla="*/ 143093 h 6858000"/>
              <a:gd name="connsiteX799" fmla="*/ 5961252 w 7467600"/>
              <a:gd name="connsiteY799" fmla="*/ 114820 h 6858000"/>
              <a:gd name="connsiteX800" fmla="*/ 5944437 w 7467600"/>
              <a:gd name="connsiteY800" fmla="*/ 113829 h 6858000"/>
              <a:gd name="connsiteX801" fmla="*/ 3882765 w 7467600"/>
              <a:gd name="connsiteY801" fmla="*/ 0 h 6858000"/>
              <a:gd name="connsiteX802" fmla="*/ 3995099 w 7467600"/>
              <a:gd name="connsiteY802" fmla="*/ 0 h 6858000"/>
              <a:gd name="connsiteX803" fmla="*/ 4163818 w 7467600"/>
              <a:gd name="connsiteY803" fmla="*/ 234104 h 6858000"/>
              <a:gd name="connsiteX804" fmla="*/ 4172099 w 7467600"/>
              <a:gd name="connsiteY804" fmla="*/ 234207 h 6858000"/>
              <a:gd name="connsiteX805" fmla="*/ 4784282 w 7467600"/>
              <a:gd name="connsiteY805" fmla="*/ 276561 h 6858000"/>
              <a:gd name="connsiteX806" fmla="*/ 4801687 w 7467600"/>
              <a:gd name="connsiteY806" fmla="*/ 267764 h 6858000"/>
              <a:gd name="connsiteX807" fmla="*/ 6082788 w 7467600"/>
              <a:gd name="connsiteY807" fmla="*/ 64119 h 6858000"/>
              <a:gd name="connsiteX808" fmla="*/ 6099442 w 7467600"/>
              <a:gd name="connsiteY808" fmla="*/ 82568 h 6858000"/>
              <a:gd name="connsiteX809" fmla="*/ 4804137 w 7467600"/>
              <a:gd name="connsiteY809" fmla="*/ 320931 h 6858000"/>
              <a:gd name="connsiteX810" fmla="*/ 4227047 w 7467600"/>
              <a:gd name="connsiteY810" fmla="*/ 313415 h 6858000"/>
              <a:gd name="connsiteX811" fmla="*/ 4346041 w 7467600"/>
              <a:gd name="connsiteY811" fmla="*/ 456086 h 6858000"/>
              <a:gd name="connsiteX812" fmla="*/ 4870967 w 7467600"/>
              <a:gd name="connsiteY812" fmla="*/ 963061 h 6858000"/>
              <a:gd name="connsiteX813" fmla="*/ 4889647 w 7467600"/>
              <a:gd name="connsiteY813" fmla="*/ 957147 h 6858000"/>
              <a:gd name="connsiteX814" fmla="*/ 5422504 w 7467600"/>
              <a:gd name="connsiteY814" fmla="*/ 805191 h 6858000"/>
              <a:gd name="connsiteX815" fmla="*/ 6087656 w 7467600"/>
              <a:gd name="connsiteY815" fmla="*/ 826703 h 6858000"/>
              <a:gd name="connsiteX816" fmla="*/ 6058717 w 7467600"/>
              <a:gd name="connsiteY816" fmla="*/ 865992 h 6858000"/>
              <a:gd name="connsiteX817" fmla="*/ 4974153 w 7467600"/>
              <a:gd name="connsiteY817" fmla="*/ 1045456 h 6858000"/>
              <a:gd name="connsiteX818" fmla="*/ 5627835 w 7467600"/>
              <a:gd name="connsiteY818" fmla="*/ 1472077 h 6858000"/>
              <a:gd name="connsiteX819" fmla="*/ 5629817 w 7467600"/>
              <a:gd name="connsiteY819" fmla="*/ 1471412 h 6858000"/>
              <a:gd name="connsiteX820" fmla="*/ 5634124 w 7467600"/>
              <a:gd name="connsiteY820" fmla="*/ 1470572 h 6858000"/>
              <a:gd name="connsiteX821" fmla="*/ 5755832 w 7467600"/>
              <a:gd name="connsiteY821" fmla="*/ 1383886 h 6858000"/>
              <a:gd name="connsiteX822" fmla="*/ 6014186 w 7467600"/>
              <a:gd name="connsiteY822" fmla="*/ 1279799 h 6858000"/>
              <a:gd name="connsiteX823" fmla="*/ 6901619 w 7467600"/>
              <a:gd name="connsiteY823" fmla="*/ 1047874 h 6858000"/>
              <a:gd name="connsiteX824" fmla="*/ 6931566 w 7467600"/>
              <a:gd name="connsiteY824" fmla="*/ 1062034 h 6858000"/>
              <a:gd name="connsiteX825" fmla="*/ 5790982 w 7467600"/>
              <a:gd name="connsiteY825" fmla="*/ 1561380 h 6858000"/>
              <a:gd name="connsiteX826" fmla="*/ 6188971 w 7467600"/>
              <a:gd name="connsiteY826" fmla="*/ 1755168 h 6858000"/>
              <a:gd name="connsiteX827" fmla="*/ 6202446 w 7467600"/>
              <a:gd name="connsiteY827" fmla="*/ 1752268 h 6858000"/>
              <a:gd name="connsiteX828" fmla="*/ 7179560 w 7467600"/>
              <a:gd name="connsiteY828" fmla="*/ 1467551 h 6858000"/>
              <a:gd name="connsiteX829" fmla="*/ 7158730 w 7467600"/>
              <a:gd name="connsiteY829" fmla="*/ 1507835 h 6858000"/>
              <a:gd name="connsiteX830" fmla="*/ 6326959 w 7467600"/>
              <a:gd name="connsiteY830" fmla="*/ 1817686 h 6858000"/>
              <a:gd name="connsiteX831" fmla="*/ 6537433 w 7467600"/>
              <a:gd name="connsiteY831" fmla="*/ 1907790 h 6858000"/>
              <a:gd name="connsiteX832" fmla="*/ 6550221 w 7467600"/>
              <a:gd name="connsiteY832" fmla="*/ 1910729 h 6858000"/>
              <a:gd name="connsiteX833" fmla="*/ 6964438 w 7467600"/>
              <a:gd name="connsiteY833" fmla="*/ 2209505 h 6858000"/>
              <a:gd name="connsiteX834" fmla="*/ 7367862 w 7467600"/>
              <a:gd name="connsiteY834" fmla="*/ 2806833 h 6858000"/>
              <a:gd name="connsiteX835" fmla="*/ 7364329 w 7467600"/>
              <a:gd name="connsiteY835" fmla="*/ 2826907 h 6858000"/>
              <a:gd name="connsiteX836" fmla="*/ 7290545 w 7467600"/>
              <a:gd name="connsiteY836" fmla="*/ 2850663 h 6858000"/>
              <a:gd name="connsiteX837" fmla="*/ 6472036 w 7467600"/>
              <a:gd name="connsiteY837" fmla="*/ 1959003 h 6858000"/>
              <a:gd name="connsiteX838" fmla="*/ 5792897 w 7467600"/>
              <a:gd name="connsiteY838" fmla="*/ 1647747 h 6858000"/>
              <a:gd name="connsiteX839" fmla="*/ 5842751 w 7467600"/>
              <a:gd name="connsiteY839" fmla="*/ 1816112 h 6858000"/>
              <a:gd name="connsiteX840" fmla="*/ 5847424 w 7467600"/>
              <a:gd name="connsiteY840" fmla="*/ 1815776 h 6858000"/>
              <a:gd name="connsiteX841" fmla="*/ 6399821 w 7467600"/>
              <a:gd name="connsiteY841" fmla="*/ 2344799 h 6858000"/>
              <a:gd name="connsiteX842" fmla="*/ 6323232 w 7467600"/>
              <a:gd name="connsiteY842" fmla="*/ 2389634 h 6858000"/>
              <a:gd name="connsiteX843" fmla="*/ 5942958 w 7467600"/>
              <a:gd name="connsiteY843" fmla="*/ 2077708 h 6858000"/>
              <a:gd name="connsiteX844" fmla="*/ 5921559 w 7467600"/>
              <a:gd name="connsiteY844" fmla="*/ 2378596 h 6858000"/>
              <a:gd name="connsiteX845" fmla="*/ 5817651 w 7467600"/>
              <a:gd name="connsiteY845" fmla="*/ 3023919 h 6858000"/>
              <a:gd name="connsiteX846" fmla="*/ 5729634 w 7467600"/>
              <a:gd name="connsiteY846" fmla="*/ 3051849 h 6858000"/>
              <a:gd name="connsiteX847" fmla="*/ 5611018 w 7467600"/>
              <a:gd name="connsiteY847" fmla="*/ 2316769 h 6858000"/>
              <a:gd name="connsiteX848" fmla="*/ 5687608 w 7467600"/>
              <a:gd name="connsiteY848" fmla="*/ 2039972 h 6858000"/>
              <a:gd name="connsiteX849" fmla="*/ 5657554 w 7467600"/>
              <a:gd name="connsiteY849" fmla="*/ 1576445 h 6858000"/>
              <a:gd name="connsiteX850" fmla="*/ 5150475 w 7467600"/>
              <a:gd name="connsiteY850" fmla="*/ 1274012 h 6858000"/>
              <a:gd name="connsiteX851" fmla="*/ 5349142 w 7467600"/>
              <a:gd name="connsiteY851" fmla="*/ 2204405 h 6858000"/>
              <a:gd name="connsiteX852" fmla="*/ 5262214 w 7467600"/>
              <a:gd name="connsiteY852" fmla="*/ 2233836 h 6858000"/>
              <a:gd name="connsiteX853" fmla="*/ 4981539 w 7467600"/>
              <a:gd name="connsiteY853" fmla="*/ 1542201 h 6858000"/>
              <a:gd name="connsiteX854" fmla="*/ 4958461 w 7467600"/>
              <a:gd name="connsiteY854" fmla="*/ 1136957 h 6858000"/>
              <a:gd name="connsiteX855" fmla="*/ 4655015 w 7467600"/>
              <a:gd name="connsiteY855" fmla="*/ 891426 h 6858000"/>
              <a:gd name="connsiteX856" fmla="*/ 4348002 w 7467600"/>
              <a:gd name="connsiteY856" fmla="*/ 2205895 h 6858000"/>
              <a:gd name="connsiteX857" fmla="*/ 4262250 w 7467600"/>
              <a:gd name="connsiteY857" fmla="*/ 2219972 h 6858000"/>
              <a:gd name="connsiteX858" fmla="*/ 4550611 w 7467600"/>
              <a:gd name="connsiteY858" fmla="*/ 817540 h 6858000"/>
              <a:gd name="connsiteX859" fmla="*/ 4564418 w 7467600"/>
              <a:gd name="connsiteY859" fmla="*/ 808293 h 6858000"/>
              <a:gd name="connsiteX860" fmla="*/ 4266388 w 7467600"/>
              <a:gd name="connsiteY860" fmla="*/ 500083 h 6858000"/>
              <a:gd name="connsiteX861" fmla="*/ 4032842 w 7467600"/>
              <a:gd name="connsiteY861" fmla="*/ 211809 h 6858000"/>
              <a:gd name="connsiteX862" fmla="*/ 3882765 w 7467600"/>
              <a:gd name="connsiteY862" fmla="*/ 0 h 6858000"/>
              <a:gd name="connsiteX863" fmla="*/ 3721337 w 7467600"/>
              <a:gd name="connsiteY863" fmla="*/ 0 h 6858000"/>
              <a:gd name="connsiteX864" fmla="*/ 3797544 w 7467600"/>
              <a:gd name="connsiteY864" fmla="*/ 0 h 6858000"/>
              <a:gd name="connsiteX865" fmla="*/ 3775734 w 7467600"/>
              <a:gd name="connsiteY865" fmla="*/ 95131 h 6858000"/>
              <a:gd name="connsiteX866" fmla="*/ 3724807 w 7467600"/>
              <a:gd name="connsiteY866" fmla="*/ 272257 h 6858000"/>
              <a:gd name="connsiteX867" fmla="*/ 3726844 w 7467600"/>
              <a:gd name="connsiteY867" fmla="*/ 282988 h 6858000"/>
              <a:gd name="connsiteX868" fmla="*/ 3742664 w 7467600"/>
              <a:gd name="connsiteY868" fmla="*/ 279918 h 6858000"/>
              <a:gd name="connsiteX869" fmla="*/ 4103910 w 7467600"/>
              <a:gd name="connsiteY869" fmla="*/ 1161917 h 6858000"/>
              <a:gd name="connsiteX870" fmla="*/ 4020269 w 7467600"/>
              <a:gd name="connsiteY870" fmla="*/ 1200406 h 6858000"/>
              <a:gd name="connsiteX871" fmla="*/ 3674882 w 7467600"/>
              <a:gd name="connsiteY871" fmla="*/ 488524 h 6858000"/>
              <a:gd name="connsiteX872" fmla="*/ 3132682 w 7467600"/>
              <a:gd name="connsiteY872" fmla="*/ 1072284 h 6858000"/>
              <a:gd name="connsiteX873" fmla="*/ 2716346 w 7467600"/>
              <a:gd name="connsiteY873" fmla="*/ 1276376 h 6858000"/>
              <a:gd name="connsiteX874" fmla="*/ 2716772 w 7467600"/>
              <a:gd name="connsiteY874" fmla="*/ 1255462 h 6858000"/>
              <a:gd name="connsiteX875" fmla="*/ 3471096 w 7467600"/>
              <a:gd name="connsiteY875" fmla="*/ 437072 h 6858000"/>
              <a:gd name="connsiteX876" fmla="*/ 3639057 w 7467600"/>
              <a:gd name="connsiteY876" fmla="*/ 286334 h 6858000"/>
              <a:gd name="connsiteX877" fmla="*/ 3640309 w 7467600"/>
              <a:gd name="connsiteY877" fmla="*/ 284664 h 6858000"/>
              <a:gd name="connsiteX878" fmla="*/ 3646022 w 7467600"/>
              <a:gd name="connsiteY878" fmla="*/ 276711 h 6858000"/>
              <a:gd name="connsiteX879" fmla="*/ 3707943 w 7467600"/>
              <a:gd name="connsiteY879" fmla="*/ 65958 h 6858000"/>
              <a:gd name="connsiteX880" fmla="*/ 3721337 w 7467600"/>
              <a:gd name="connsiteY880" fmla="*/ 0 h 6858000"/>
              <a:gd name="connsiteX881" fmla="*/ 2867960 w 7467600"/>
              <a:gd name="connsiteY881" fmla="*/ 0 h 6858000"/>
              <a:gd name="connsiteX882" fmla="*/ 2926351 w 7467600"/>
              <a:gd name="connsiteY882" fmla="*/ 0 h 6858000"/>
              <a:gd name="connsiteX883" fmla="*/ 2902823 w 7467600"/>
              <a:gd name="connsiteY883" fmla="*/ 262929 h 6858000"/>
              <a:gd name="connsiteX884" fmla="*/ 2940663 w 7467600"/>
              <a:gd name="connsiteY884" fmla="*/ 140884 h 6858000"/>
              <a:gd name="connsiteX885" fmla="*/ 2947039 w 7467600"/>
              <a:gd name="connsiteY885" fmla="*/ 122524 h 6858000"/>
              <a:gd name="connsiteX886" fmla="*/ 2984316 w 7467600"/>
              <a:gd name="connsiteY886" fmla="*/ 0 h 6858000"/>
              <a:gd name="connsiteX887" fmla="*/ 3016114 w 7467600"/>
              <a:gd name="connsiteY887" fmla="*/ 0 h 6858000"/>
              <a:gd name="connsiteX888" fmla="*/ 2979949 w 7467600"/>
              <a:gd name="connsiteY888" fmla="*/ 119274 h 6858000"/>
              <a:gd name="connsiteX889" fmla="*/ 3023879 w 7467600"/>
              <a:gd name="connsiteY889" fmla="*/ 0 h 6858000"/>
              <a:gd name="connsiteX890" fmla="*/ 3105400 w 7467600"/>
              <a:gd name="connsiteY890" fmla="*/ 0 h 6858000"/>
              <a:gd name="connsiteX891" fmla="*/ 3094669 w 7467600"/>
              <a:gd name="connsiteY891" fmla="*/ 30308 h 6858000"/>
              <a:gd name="connsiteX892" fmla="*/ 2901945 w 7467600"/>
              <a:gd name="connsiteY892" fmla="*/ 466538 h 6858000"/>
              <a:gd name="connsiteX893" fmla="*/ 2815209 w 7467600"/>
              <a:gd name="connsiteY893" fmla="*/ 497361 h 6858000"/>
              <a:gd name="connsiteX894" fmla="*/ 2844845 w 7467600"/>
              <a:gd name="connsiteY894" fmla="*/ 127638 h 6858000"/>
              <a:gd name="connsiteX895" fmla="*/ 2867960 w 7467600"/>
              <a:gd name="connsiteY895" fmla="*/ 0 h 6858000"/>
              <a:gd name="connsiteX896" fmla="*/ 1057230 w 7467600"/>
              <a:gd name="connsiteY896" fmla="*/ 0 h 6858000"/>
              <a:gd name="connsiteX897" fmla="*/ 1111003 w 7467600"/>
              <a:gd name="connsiteY897" fmla="*/ 0 h 6858000"/>
              <a:gd name="connsiteX898" fmla="*/ 1125553 w 7467600"/>
              <a:gd name="connsiteY898" fmla="*/ 52588 h 6858000"/>
              <a:gd name="connsiteX899" fmla="*/ 1304276 w 7467600"/>
              <a:gd name="connsiteY899" fmla="*/ 476275 h 6858000"/>
              <a:gd name="connsiteX900" fmla="*/ 1492066 w 7467600"/>
              <a:gd name="connsiteY900" fmla="*/ 886333 h 6858000"/>
              <a:gd name="connsiteX901" fmla="*/ 1423698 w 7467600"/>
              <a:gd name="connsiteY901" fmla="*/ 710817 h 6858000"/>
              <a:gd name="connsiteX902" fmla="*/ 1357609 w 7467600"/>
              <a:gd name="connsiteY902" fmla="*/ 532892 h 6858000"/>
              <a:gd name="connsiteX903" fmla="*/ 1309550 w 7467600"/>
              <a:gd name="connsiteY903" fmla="*/ 374031 h 6858000"/>
              <a:gd name="connsiteX904" fmla="*/ 1193673 w 7467600"/>
              <a:gd name="connsiteY904" fmla="*/ 49533 h 6858000"/>
              <a:gd name="connsiteX905" fmla="*/ 1164391 w 7467600"/>
              <a:gd name="connsiteY905" fmla="*/ 0 h 6858000"/>
              <a:gd name="connsiteX906" fmla="*/ 1200666 w 7467600"/>
              <a:gd name="connsiteY906" fmla="*/ 0 h 6858000"/>
              <a:gd name="connsiteX907" fmla="*/ 1223408 w 7467600"/>
              <a:gd name="connsiteY907" fmla="*/ 38996 h 6858000"/>
              <a:gd name="connsiteX908" fmla="*/ 1339635 w 7467600"/>
              <a:gd name="connsiteY908" fmla="*/ 365517 h 6858000"/>
              <a:gd name="connsiteX909" fmla="*/ 1387469 w 7467600"/>
              <a:gd name="connsiteY909" fmla="*/ 523079 h 6858000"/>
              <a:gd name="connsiteX910" fmla="*/ 1452685 w 7467600"/>
              <a:gd name="connsiteY910" fmla="*/ 699806 h 6858000"/>
              <a:gd name="connsiteX911" fmla="*/ 1492092 w 7467600"/>
              <a:gd name="connsiteY911" fmla="*/ 800424 h 6858000"/>
              <a:gd name="connsiteX912" fmla="*/ 1455302 w 7467600"/>
              <a:gd name="connsiteY912" fmla="*/ 632913 h 6858000"/>
              <a:gd name="connsiteX913" fmla="*/ 1222336 w 7467600"/>
              <a:gd name="connsiteY913" fmla="*/ 9480 h 6858000"/>
              <a:gd name="connsiteX914" fmla="*/ 1214634 w 7467600"/>
              <a:gd name="connsiteY914" fmla="*/ 0 h 6858000"/>
              <a:gd name="connsiteX915" fmla="*/ 1289827 w 7467600"/>
              <a:gd name="connsiteY915" fmla="*/ 0 h 6858000"/>
              <a:gd name="connsiteX916" fmla="*/ 1321076 w 7467600"/>
              <a:gd name="connsiteY916" fmla="*/ 59722 h 6858000"/>
              <a:gd name="connsiteX917" fmla="*/ 1512579 w 7467600"/>
              <a:gd name="connsiteY917" fmla="*/ 626441 h 6858000"/>
              <a:gd name="connsiteX918" fmla="*/ 1506076 w 7467600"/>
              <a:gd name="connsiteY918" fmla="*/ 1089289 h 6858000"/>
              <a:gd name="connsiteX919" fmla="*/ 1486346 w 7467600"/>
              <a:gd name="connsiteY919" fmla="*/ 1079919 h 6858000"/>
              <a:gd name="connsiteX920" fmla="*/ 1070511 w 7467600"/>
              <a:gd name="connsiteY920" fmla="*/ 48609 h 6858000"/>
              <a:gd name="connsiteX921" fmla="*/ 1057230 w 7467600"/>
              <a:gd name="connsiteY921" fmla="*/ 0 h 6858000"/>
              <a:gd name="connsiteX922" fmla="*/ 43151 w 7467600"/>
              <a:gd name="connsiteY922" fmla="*/ 0 h 6858000"/>
              <a:gd name="connsiteX923" fmla="*/ 95283 w 7467600"/>
              <a:gd name="connsiteY923" fmla="*/ 0 h 6858000"/>
              <a:gd name="connsiteX924" fmla="*/ 300708 w 7467600"/>
              <a:gd name="connsiteY924" fmla="*/ 154571 h 6858000"/>
              <a:gd name="connsiteX925" fmla="*/ 530414 w 7467600"/>
              <a:gd name="connsiteY925" fmla="*/ 354673 h 6858000"/>
              <a:gd name="connsiteX926" fmla="*/ 333785 w 7467600"/>
              <a:gd name="connsiteY926" fmla="*/ 161564 h 6858000"/>
              <a:gd name="connsiteX927" fmla="*/ 147005 w 7467600"/>
              <a:gd name="connsiteY927" fmla="*/ 0 h 6858000"/>
              <a:gd name="connsiteX928" fmla="*/ 272509 w 7467600"/>
              <a:gd name="connsiteY928" fmla="*/ 0 h 6858000"/>
              <a:gd name="connsiteX929" fmla="*/ 326276 w 7467600"/>
              <a:gd name="connsiteY929" fmla="*/ 45847 h 6858000"/>
              <a:gd name="connsiteX930" fmla="*/ 823759 w 7467600"/>
              <a:gd name="connsiteY930" fmla="*/ 574145 h 6858000"/>
              <a:gd name="connsiteX931" fmla="*/ 811254 w 7467600"/>
              <a:gd name="connsiteY931" fmla="*/ 665546 h 6858000"/>
              <a:gd name="connsiteX932" fmla="*/ 154042 w 7467600"/>
              <a:gd name="connsiteY932" fmla="*/ 261522 h 6858000"/>
              <a:gd name="connsiteX933" fmla="*/ 13550 w 7467600"/>
              <a:gd name="connsiteY933" fmla="*/ 158423 h 6858000"/>
              <a:gd name="connsiteX934" fmla="*/ 0 w 7467600"/>
              <a:gd name="connsiteY934" fmla="*/ 146618 h 6858000"/>
              <a:gd name="connsiteX935" fmla="*/ 0 w 7467600"/>
              <a:gd name="connsiteY935" fmla="*/ 59161 h 6858000"/>
              <a:gd name="connsiteX936" fmla="*/ 45427 w 7467600"/>
              <a:gd name="connsiteY936" fmla="*/ 101078 h 6858000"/>
              <a:gd name="connsiteX937" fmla="*/ 630103 w 7467600"/>
              <a:gd name="connsiteY937" fmla="*/ 485885 h 6858000"/>
              <a:gd name="connsiteX938" fmla="*/ 532040 w 7467600"/>
              <a:gd name="connsiteY938" fmla="*/ 399359 h 6858000"/>
              <a:gd name="connsiteX939" fmla="*/ 517618 w 7467600"/>
              <a:gd name="connsiteY939" fmla="*/ 385726 h 6858000"/>
              <a:gd name="connsiteX940" fmla="*/ 285074 w 7467600"/>
              <a:gd name="connsiteY940" fmla="*/ 182755 h 6858000"/>
              <a:gd name="connsiteX941" fmla="*/ 43151 w 7467600"/>
              <a:gd name="connsiteY94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289862 w 7467600"/>
              <a:gd name="connsiteY8" fmla="*/ 6659827 h 6858000"/>
              <a:gd name="connsiteX9" fmla="*/ 1019354 w 7467600"/>
              <a:gd name="connsiteY9" fmla="*/ 6315006 h 6858000"/>
              <a:gd name="connsiteX10" fmla="*/ 441046 w 7467600"/>
              <a:gd name="connsiteY10" fmla="*/ 6691153 h 6858000"/>
              <a:gd name="connsiteX11" fmla="*/ 1019354 w 7467600"/>
              <a:gd name="connsiteY11" fmla="*/ 6315006 h 6858000"/>
              <a:gd name="connsiteX12" fmla="*/ 991680 w 7467600"/>
              <a:gd name="connsiteY12" fmla="*/ 6298413 h 6858000"/>
              <a:gd name="connsiteX13" fmla="*/ 409060 w 7467600"/>
              <a:gd name="connsiteY13" fmla="*/ 6671470 h 6858000"/>
              <a:gd name="connsiteX14" fmla="*/ 991680 w 7467600"/>
              <a:gd name="connsiteY14" fmla="*/ 6298413 h 6858000"/>
              <a:gd name="connsiteX15" fmla="*/ 103333 w 7467600"/>
              <a:gd name="connsiteY15" fmla="*/ 5699602 h 6858000"/>
              <a:gd name="connsiteX16" fmla="*/ 233938 w 7467600"/>
              <a:gd name="connsiteY16" fmla="*/ 5809416 h 6858000"/>
              <a:gd name="connsiteX17" fmla="*/ 883580 w 7467600"/>
              <a:gd name="connsiteY17" fmla="*/ 6180710 h 6858000"/>
              <a:gd name="connsiteX18" fmla="*/ 487337 w 7467600"/>
              <a:gd name="connsiteY18" fmla="*/ 5950182 h 6858000"/>
              <a:gd name="connsiteX19" fmla="*/ 354051 w 7467600"/>
              <a:gd name="connsiteY19" fmla="*/ 5854912 h 6858000"/>
              <a:gd name="connsiteX20" fmla="*/ 195436 w 7467600"/>
              <a:gd name="connsiteY20" fmla="*/ 5755068 h 6858000"/>
              <a:gd name="connsiteX21" fmla="*/ 103333 w 7467600"/>
              <a:gd name="connsiteY21" fmla="*/ 5699602 h 6858000"/>
              <a:gd name="connsiteX22" fmla="*/ 5539432 w 7467600"/>
              <a:gd name="connsiteY22" fmla="*/ 5642928 h 6858000"/>
              <a:gd name="connsiteX23" fmla="*/ 5555462 w 7467600"/>
              <a:gd name="connsiteY23" fmla="*/ 5694454 h 6858000"/>
              <a:gd name="connsiteX24" fmla="*/ 5828270 w 7467600"/>
              <a:gd name="connsiteY24" fmla="*/ 6320663 h 6858000"/>
              <a:gd name="connsiteX25" fmla="*/ 5947416 w 7467600"/>
              <a:gd name="connsiteY25" fmla="*/ 6574846 h 6858000"/>
              <a:gd name="connsiteX26" fmla="*/ 5539432 w 7467600"/>
              <a:gd name="connsiteY26" fmla="*/ 5642928 h 6858000"/>
              <a:gd name="connsiteX27" fmla="*/ 51253 w 7467600"/>
              <a:gd name="connsiteY27" fmla="*/ 5631825 h 6858000"/>
              <a:gd name="connsiteX28" fmla="*/ 211622 w 7467600"/>
              <a:gd name="connsiteY28" fmla="*/ 5728803 h 6858000"/>
              <a:gd name="connsiteX29" fmla="*/ 371652 w 7467600"/>
              <a:gd name="connsiteY29" fmla="*/ 5829062 h 6858000"/>
              <a:gd name="connsiteX30" fmla="*/ 505903 w 7467600"/>
              <a:gd name="connsiteY30" fmla="*/ 5925221 h 6858000"/>
              <a:gd name="connsiteX31" fmla="*/ 899240 w 7467600"/>
              <a:gd name="connsiteY31" fmla="*/ 6153068 h 6858000"/>
              <a:gd name="connsiteX32" fmla="*/ 988114 w 7467600"/>
              <a:gd name="connsiteY32" fmla="*/ 6174204 h 6858000"/>
              <a:gd name="connsiteX33" fmla="*/ 845971 w 7467600"/>
              <a:gd name="connsiteY33" fmla="*/ 6067177 h 6858000"/>
              <a:gd name="connsiteX34" fmla="*/ 448057 w 7467600"/>
              <a:gd name="connsiteY34" fmla="*/ 5841376 h 6858000"/>
              <a:gd name="connsiteX35" fmla="*/ 51253 w 7467600"/>
              <a:gd name="connsiteY35" fmla="*/ 5631825 h 6858000"/>
              <a:gd name="connsiteX36" fmla="*/ 2606687 w 7467600"/>
              <a:gd name="connsiteY36" fmla="*/ 5630718 h 6858000"/>
              <a:gd name="connsiteX37" fmla="*/ 2645658 w 7467600"/>
              <a:gd name="connsiteY37" fmla="*/ 6640259 h 6858000"/>
              <a:gd name="connsiteX38" fmla="*/ 2606687 w 7467600"/>
              <a:gd name="connsiteY38" fmla="*/ 5630718 h 6858000"/>
              <a:gd name="connsiteX39" fmla="*/ 3642057 w 7467600"/>
              <a:gd name="connsiteY39" fmla="*/ 5573487 h 6858000"/>
              <a:gd name="connsiteX40" fmla="*/ 3632981 w 7467600"/>
              <a:gd name="connsiteY40" fmla="*/ 5579437 h 6858000"/>
              <a:gd name="connsiteX41" fmla="*/ 3382436 w 7467600"/>
              <a:gd name="connsiteY41" fmla="*/ 5952726 h 6858000"/>
              <a:gd name="connsiteX42" fmla="*/ 3191929 w 7467600"/>
              <a:gd name="connsiteY42" fmla="*/ 6662669 h 6858000"/>
              <a:gd name="connsiteX43" fmla="*/ 3369898 w 7467600"/>
              <a:gd name="connsiteY43" fmla="*/ 6081771 h 6858000"/>
              <a:gd name="connsiteX44" fmla="*/ 3642057 w 7467600"/>
              <a:gd name="connsiteY44" fmla="*/ 5573487 h 6858000"/>
              <a:gd name="connsiteX45" fmla="*/ 2650666 w 7467600"/>
              <a:gd name="connsiteY45" fmla="*/ 5530686 h 6858000"/>
              <a:gd name="connsiteX46" fmla="*/ 2650249 w 7467600"/>
              <a:gd name="connsiteY46" fmla="*/ 5532101 h 6858000"/>
              <a:gd name="connsiteX47" fmla="*/ 2663808 w 7467600"/>
              <a:gd name="connsiteY47" fmla="*/ 6535215 h 6858000"/>
              <a:gd name="connsiteX48" fmla="*/ 2665418 w 7467600"/>
              <a:gd name="connsiteY48" fmla="*/ 6132756 h 6858000"/>
              <a:gd name="connsiteX49" fmla="*/ 2650666 w 7467600"/>
              <a:gd name="connsiteY49" fmla="*/ 5530686 h 6858000"/>
              <a:gd name="connsiteX50" fmla="*/ 2680277 w 7467600"/>
              <a:gd name="connsiteY50" fmla="*/ 5479204 h 6858000"/>
              <a:gd name="connsiteX51" fmla="*/ 2678972 w 7467600"/>
              <a:gd name="connsiteY51" fmla="*/ 5481582 h 6858000"/>
              <a:gd name="connsiteX52" fmla="*/ 2696666 w 7467600"/>
              <a:gd name="connsiteY52" fmla="*/ 6133836 h 6858000"/>
              <a:gd name="connsiteX53" fmla="*/ 2695769 w 7467600"/>
              <a:gd name="connsiteY53" fmla="*/ 6390955 h 6858000"/>
              <a:gd name="connsiteX54" fmla="*/ 2739893 w 7467600"/>
              <a:gd name="connsiteY54" fmla="*/ 6108357 h 6858000"/>
              <a:gd name="connsiteX55" fmla="*/ 2680277 w 7467600"/>
              <a:gd name="connsiteY55" fmla="*/ 5479204 h 6858000"/>
              <a:gd name="connsiteX56" fmla="*/ 1132195 w 7467600"/>
              <a:gd name="connsiteY56" fmla="*/ 5467980 h 6858000"/>
              <a:gd name="connsiteX57" fmla="*/ 1679056 w 7467600"/>
              <a:gd name="connsiteY57" fmla="*/ 5516907 h 6858000"/>
              <a:gd name="connsiteX58" fmla="*/ 2128648 w 7467600"/>
              <a:gd name="connsiteY58" fmla="*/ 5474249 h 6858000"/>
              <a:gd name="connsiteX59" fmla="*/ 1825619 w 7467600"/>
              <a:gd name="connsiteY59" fmla="*/ 5478447 h 6858000"/>
              <a:gd name="connsiteX60" fmla="*/ 1737798 w 7467600"/>
              <a:gd name="connsiteY60" fmla="*/ 5483353 h 6858000"/>
              <a:gd name="connsiteX61" fmla="*/ 1132195 w 7467600"/>
              <a:gd name="connsiteY61" fmla="*/ 5467980 h 6858000"/>
              <a:gd name="connsiteX62" fmla="*/ 1456157 w 7467600"/>
              <a:gd name="connsiteY62" fmla="*/ 5371404 h 6858000"/>
              <a:gd name="connsiteX63" fmla="*/ 1244432 w 7467600"/>
              <a:gd name="connsiteY63" fmla="*/ 5385601 h 6858000"/>
              <a:gd name="connsiteX64" fmla="*/ 973990 w 7467600"/>
              <a:gd name="connsiteY64" fmla="*/ 5424940 h 6858000"/>
              <a:gd name="connsiteX65" fmla="*/ 1103809 w 7467600"/>
              <a:gd name="connsiteY65" fmla="*/ 5433720 h 6858000"/>
              <a:gd name="connsiteX66" fmla="*/ 1123454 w 7467600"/>
              <a:gd name="connsiteY66" fmla="*/ 5435727 h 6858000"/>
              <a:gd name="connsiteX67" fmla="*/ 1737017 w 7467600"/>
              <a:gd name="connsiteY67" fmla="*/ 5452183 h 6858000"/>
              <a:gd name="connsiteX68" fmla="*/ 1824397 w 7467600"/>
              <a:gd name="connsiteY68" fmla="*/ 5447757 h 6858000"/>
              <a:gd name="connsiteX69" fmla="*/ 2070059 w 7467600"/>
              <a:gd name="connsiteY69" fmla="*/ 5441660 h 6858000"/>
              <a:gd name="connsiteX70" fmla="*/ 1456157 w 7467600"/>
              <a:gd name="connsiteY70" fmla="*/ 5371404 h 6858000"/>
              <a:gd name="connsiteX71" fmla="*/ 4988186 w 7467600"/>
              <a:gd name="connsiteY71" fmla="*/ 5216467 h 6858000"/>
              <a:gd name="connsiteX72" fmla="*/ 4777334 w 7467600"/>
              <a:gd name="connsiteY72" fmla="*/ 5406072 h 6858000"/>
              <a:gd name="connsiteX73" fmla="*/ 4718341 w 7467600"/>
              <a:gd name="connsiteY73" fmla="*/ 5468043 h 6858000"/>
              <a:gd name="connsiteX74" fmla="*/ 4604655 w 7467600"/>
              <a:gd name="connsiteY74" fmla="*/ 5583434 h 6858000"/>
              <a:gd name="connsiteX75" fmla="*/ 4565074 w 7467600"/>
              <a:gd name="connsiteY75" fmla="*/ 5618550 h 6858000"/>
              <a:gd name="connsiteX76" fmla="*/ 4988186 w 7467600"/>
              <a:gd name="connsiteY76" fmla="*/ 5216467 h 6858000"/>
              <a:gd name="connsiteX77" fmla="*/ 4978032 w 7467600"/>
              <a:gd name="connsiteY77" fmla="*/ 5183809 h 6858000"/>
              <a:gd name="connsiteX78" fmla="*/ 4463413 w 7467600"/>
              <a:gd name="connsiteY78" fmla="*/ 5615162 h 6858000"/>
              <a:gd name="connsiteX79" fmla="*/ 4358134 w 7467600"/>
              <a:gd name="connsiteY79" fmla="*/ 5742791 h 6858000"/>
              <a:gd name="connsiteX80" fmla="*/ 4376219 w 7467600"/>
              <a:gd name="connsiteY80" fmla="*/ 5729027 h 6858000"/>
              <a:gd name="connsiteX81" fmla="*/ 4582340 w 7467600"/>
              <a:gd name="connsiteY81" fmla="*/ 5561037 h 6858000"/>
              <a:gd name="connsiteX82" fmla="*/ 4694684 w 7467600"/>
              <a:gd name="connsiteY82" fmla="*/ 5447098 h 6858000"/>
              <a:gd name="connsiteX83" fmla="*/ 4754123 w 7467600"/>
              <a:gd name="connsiteY83" fmla="*/ 5384643 h 6858000"/>
              <a:gd name="connsiteX84" fmla="*/ 4978032 w 7467600"/>
              <a:gd name="connsiteY84" fmla="*/ 5183809 h 6858000"/>
              <a:gd name="connsiteX85" fmla="*/ 1903353 w 7467600"/>
              <a:gd name="connsiteY85" fmla="*/ 5044827 h 6858000"/>
              <a:gd name="connsiteX86" fmla="*/ 1936931 w 7467600"/>
              <a:gd name="connsiteY86" fmla="*/ 5093954 h 6858000"/>
              <a:gd name="connsiteX87" fmla="*/ 2195868 w 7467600"/>
              <a:gd name="connsiteY87" fmla="*/ 5396574 h 6858000"/>
              <a:gd name="connsiteX88" fmla="*/ 2088852 w 7467600"/>
              <a:gd name="connsiteY88" fmla="*/ 5166123 h 6858000"/>
              <a:gd name="connsiteX89" fmla="*/ 1958241 w 7467600"/>
              <a:gd name="connsiteY89" fmla="*/ 5067955 h 6858000"/>
              <a:gd name="connsiteX90" fmla="*/ 1903353 w 7467600"/>
              <a:gd name="connsiteY90" fmla="*/ 5044827 h 6858000"/>
              <a:gd name="connsiteX91" fmla="*/ 1979378 w 7467600"/>
              <a:gd name="connsiteY91" fmla="*/ 4769504 h 6858000"/>
              <a:gd name="connsiteX92" fmla="*/ 2882120 w 7467600"/>
              <a:gd name="connsiteY92" fmla="*/ 5064547 h 6858000"/>
              <a:gd name="connsiteX93" fmla="*/ 2793103 w 7467600"/>
              <a:gd name="connsiteY93" fmla="*/ 5039699 h 6858000"/>
              <a:gd name="connsiteX94" fmla="*/ 2770041 w 7467600"/>
              <a:gd name="connsiteY94" fmla="*/ 5033634 h 6858000"/>
              <a:gd name="connsiteX95" fmla="*/ 1979378 w 7467600"/>
              <a:gd name="connsiteY95" fmla="*/ 4769504 h 6858000"/>
              <a:gd name="connsiteX96" fmla="*/ 1927410 w 7467600"/>
              <a:gd name="connsiteY96" fmla="*/ 4716164 h 6858000"/>
              <a:gd name="connsiteX97" fmla="*/ 1959587 w 7467600"/>
              <a:gd name="connsiteY97" fmla="*/ 4728849 h 6858000"/>
              <a:gd name="connsiteX98" fmla="*/ 2777707 w 7467600"/>
              <a:gd name="connsiteY98" fmla="*/ 5003991 h 6858000"/>
              <a:gd name="connsiteX99" fmla="*/ 2800768 w 7467600"/>
              <a:gd name="connsiteY99" fmla="*/ 5010056 h 6858000"/>
              <a:gd name="connsiteX100" fmla="*/ 2879408 w 7467600"/>
              <a:gd name="connsiteY100" fmla="*/ 5031590 h 6858000"/>
              <a:gd name="connsiteX101" fmla="*/ 2862295 w 7467600"/>
              <a:gd name="connsiteY101" fmla="*/ 5022958 h 6858000"/>
              <a:gd name="connsiteX102" fmla="*/ 2813343 w 7467600"/>
              <a:gd name="connsiteY102" fmla="*/ 4998369 h 6858000"/>
              <a:gd name="connsiteX103" fmla="*/ 2646245 w 7467600"/>
              <a:gd name="connsiteY103" fmla="*/ 4930999 h 6858000"/>
              <a:gd name="connsiteX104" fmla="*/ 1999243 w 7467600"/>
              <a:gd name="connsiteY104" fmla="*/ 4730524 h 6858000"/>
              <a:gd name="connsiteX105" fmla="*/ 1979527 w 7467600"/>
              <a:gd name="connsiteY105" fmla="*/ 4726651 h 6858000"/>
              <a:gd name="connsiteX106" fmla="*/ 1927410 w 7467600"/>
              <a:gd name="connsiteY106" fmla="*/ 4716164 h 6858000"/>
              <a:gd name="connsiteX107" fmla="*/ 1997014 w 7467600"/>
              <a:gd name="connsiteY107" fmla="*/ 4698007 h 6858000"/>
              <a:gd name="connsiteX108" fmla="*/ 2005458 w 7467600"/>
              <a:gd name="connsiteY108" fmla="*/ 4699540 h 6858000"/>
              <a:gd name="connsiteX109" fmla="*/ 2657186 w 7467600"/>
              <a:gd name="connsiteY109" fmla="*/ 4901687 h 6858000"/>
              <a:gd name="connsiteX110" fmla="*/ 2826662 w 7467600"/>
              <a:gd name="connsiteY110" fmla="*/ 4970362 h 6858000"/>
              <a:gd name="connsiteX111" fmla="*/ 2876100 w 7467600"/>
              <a:gd name="connsiteY111" fmla="*/ 4995397 h 6858000"/>
              <a:gd name="connsiteX112" fmla="*/ 3042600 w 7467600"/>
              <a:gd name="connsiteY112" fmla="*/ 5059532 h 6858000"/>
              <a:gd name="connsiteX113" fmla="*/ 1997014 w 7467600"/>
              <a:gd name="connsiteY113" fmla="*/ 4698007 h 6858000"/>
              <a:gd name="connsiteX114" fmla="*/ 2305292 w 7467600"/>
              <a:gd name="connsiteY114" fmla="*/ 4219492 h 6858000"/>
              <a:gd name="connsiteX115" fmla="*/ 3360922 w 7467600"/>
              <a:gd name="connsiteY115" fmla="*/ 4529373 h 6858000"/>
              <a:gd name="connsiteX116" fmla="*/ 3492420 w 7467600"/>
              <a:gd name="connsiteY116" fmla="*/ 4510145 h 6858000"/>
              <a:gd name="connsiteX117" fmla="*/ 3364086 w 7467600"/>
              <a:gd name="connsiteY117" fmla="*/ 4480340 h 6858000"/>
              <a:gd name="connsiteX118" fmla="*/ 3225818 w 7467600"/>
              <a:gd name="connsiteY118" fmla="*/ 4411822 h 6858000"/>
              <a:gd name="connsiteX119" fmla="*/ 3129696 w 7467600"/>
              <a:gd name="connsiteY119" fmla="*/ 4360704 h 6858000"/>
              <a:gd name="connsiteX120" fmla="*/ 2814545 w 7467600"/>
              <a:gd name="connsiteY120" fmla="*/ 4282955 h 6858000"/>
              <a:gd name="connsiteX121" fmla="*/ 2305292 w 7467600"/>
              <a:gd name="connsiteY121" fmla="*/ 4219492 h 6858000"/>
              <a:gd name="connsiteX122" fmla="*/ 2626982 w 7467600"/>
              <a:gd name="connsiteY122" fmla="*/ 4206450 h 6858000"/>
              <a:gd name="connsiteX123" fmla="*/ 2490617 w 7467600"/>
              <a:gd name="connsiteY123" fmla="*/ 4206951 h 6858000"/>
              <a:gd name="connsiteX124" fmla="*/ 2819869 w 7467600"/>
              <a:gd name="connsiteY124" fmla="*/ 4252936 h 6858000"/>
              <a:gd name="connsiteX125" fmla="*/ 3143018 w 7467600"/>
              <a:gd name="connsiteY125" fmla="*/ 4332698 h 6858000"/>
              <a:gd name="connsiteX126" fmla="*/ 3241520 w 7467600"/>
              <a:gd name="connsiteY126" fmla="*/ 4385112 h 6858000"/>
              <a:gd name="connsiteX127" fmla="*/ 3374575 w 7467600"/>
              <a:gd name="connsiteY127" fmla="*/ 4451517 h 6858000"/>
              <a:gd name="connsiteX128" fmla="*/ 3505221 w 7467600"/>
              <a:gd name="connsiteY128" fmla="*/ 4480757 h 6858000"/>
              <a:gd name="connsiteX129" fmla="*/ 2626982 w 7467600"/>
              <a:gd name="connsiteY129" fmla="*/ 4206450 h 6858000"/>
              <a:gd name="connsiteX130" fmla="*/ 1310106 w 7467600"/>
              <a:gd name="connsiteY130" fmla="*/ 3943217 h 6858000"/>
              <a:gd name="connsiteX131" fmla="*/ 854994 w 7467600"/>
              <a:gd name="connsiteY131" fmla="*/ 4399136 h 6858000"/>
              <a:gd name="connsiteX132" fmla="*/ 742462 w 7467600"/>
              <a:gd name="connsiteY132" fmla="*/ 4594648 h 6858000"/>
              <a:gd name="connsiteX133" fmla="*/ 820602 w 7467600"/>
              <a:gd name="connsiteY133" fmla="*/ 4485915 h 6858000"/>
              <a:gd name="connsiteX134" fmla="*/ 878295 w 7467600"/>
              <a:gd name="connsiteY134" fmla="*/ 4403594 h 6858000"/>
              <a:gd name="connsiteX135" fmla="*/ 1240607 w 7467600"/>
              <a:gd name="connsiteY135" fmla="*/ 4010401 h 6858000"/>
              <a:gd name="connsiteX136" fmla="*/ 1310106 w 7467600"/>
              <a:gd name="connsiteY136" fmla="*/ 3943217 h 6858000"/>
              <a:gd name="connsiteX137" fmla="*/ 1423113 w 7467600"/>
              <a:gd name="connsiteY137" fmla="*/ 3874565 h 6858000"/>
              <a:gd name="connsiteX138" fmla="*/ 1260565 w 7467600"/>
              <a:gd name="connsiteY138" fmla="*/ 4031982 h 6858000"/>
              <a:gd name="connsiteX139" fmla="*/ 901900 w 7467600"/>
              <a:gd name="connsiteY139" fmla="*/ 4421236 h 6858000"/>
              <a:gd name="connsiteX140" fmla="*/ 845044 w 7467600"/>
              <a:gd name="connsiteY140" fmla="*/ 4502436 h 6858000"/>
              <a:gd name="connsiteX141" fmla="*/ 685926 w 7467600"/>
              <a:gd name="connsiteY141" fmla="*/ 4703069 h 6858000"/>
              <a:gd name="connsiteX142" fmla="*/ 684248 w 7467600"/>
              <a:gd name="connsiteY142" fmla="*/ 4706721 h 6858000"/>
              <a:gd name="connsiteX143" fmla="*/ 1423113 w 7467600"/>
              <a:gd name="connsiteY143" fmla="*/ 3874565 h 6858000"/>
              <a:gd name="connsiteX144" fmla="*/ 3316479 w 7467600"/>
              <a:gd name="connsiteY144" fmla="*/ 3872136 h 6858000"/>
              <a:gd name="connsiteX145" fmla="*/ 3546806 w 7467600"/>
              <a:gd name="connsiteY145" fmla="*/ 4356139 h 6858000"/>
              <a:gd name="connsiteX146" fmla="*/ 3364433 w 7467600"/>
              <a:gd name="connsiteY146" fmla="*/ 3953121 h 6858000"/>
              <a:gd name="connsiteX147" fmla="*/ 3316479 w 7467600"/>
              <a:gd name="connsiteY147" fmla="*/ 3872136 h 6858000"/>
              <a:gd name="connsiteX148" fmla="*/ 3291335 w 7467600"/>
              <a:gd name="connsiteY148" fmla="*/ 3767420 h 6858000"/>
              <a:gd name="connsiteX149" fmla="*/ 3390805 w 7467600"/>
              <a:gd name="connsiteY149" fmla="*/ 3937163 h 6858000"/>
              <a:gd name="connsiteX150" fmla="*/ 3579062 w 7467600"/>
              <a:gd name="connsiteY150" fmla="*/ 4359040 h 6858000"/>
              <a:gd name="connsiteX151" fmla="*/ 3467355 w 7467600"/>
              <a:gd name="connsiteY151" fmla="*/ 3988130 h 6858000"/>
              <a:gd name="connsiteX152" fmla="*/ 3310753 w 7467600"/>
              <a:gd name="connsiteY152" fmla="*/ 3787140 h 6858000"/>
              <a:gd name="connsiteX153" fmla="*/ 3291335 w 7467600"/>
              <a:gd name="connsiteY153" fmla="*/ 3767420 h 6858000"/>
              <a:gd name="connsiteX154" fmla="*/ 1635889 w 7467600"/>
              <a:gd name="connsiteY154" fmla="*/ 3709494 h 6858000"/>
              <a:gd name="connsiteX155" fmla="*/ 1634800 w 7467600"/>
              <a:gd name="connsiteY155" fmla="*/ 3731111 h 6858000"/>
              <a:gd name="connsiteX156" fmla="*/ 1635889 w 7467600"/>
              <a:gd name="connsiteY156" fmla="*/ 3709494 h 6858000"/>
              <a:gd name="connsiteX157" fmla="*/ 1510397 w 7467600"/>
              <a:gd name="connsiteY157" fmla="*/ 3684705 h 6858000"/>
              <a:gd name="connsiteX158" fmla="*/ 1146550 w 7467600"/>
              <a:gd name="connsiteY158" fmla="*/ 3802012 h 6858000"/>
              <a:gd name="connsiteX159" fmla="*/ 698834 w 7467600"/>
              <a:gd name="connsiteY159" fmla="*/ 3952272 h 6858000"/>
              <a:gd name="connsiteX160" fmla="*/ 34256 w 7467600"/>
              <a:gd name="connsiteY160" fmla="*/ 4347603 h 6858000"/>
              <a:gd name="connsiteX161" fmla="*/ 527241 w 7467600"/>
              <a:gd name="connsiteY161" fmla="*/ 4065078 h 6858000"/>
              <a:gd name="connsiteX162" fmla="*/ 1510397 w 7467600"/>
              <a:gd name="connsiteY162" fmla="*/ 3684705 h 6858000"/>
              <a:gd name="connsiteX163" fmla="*/ 1313114 w 7467600"/>
              <a:gd name="connsiteY163" fmla="*/ 3655216 h 6858000"/>
              <a:gd name="connsiteX164" fmla="*/ 1109304 w 7467600"/>
              <a:gd name="connsiteY164" fmla="*/ 3669030 h 6858000"/>
              <a:gd name="connsiteX165" fmla="*/ 8129 w 7467600"/>
              <a:gd name="connsiteY165" fmla="*/ 4330519 h 6858000"/>
              <a:gd name="connsiteX166" fmla="*/ 687572 w 7467600"/>
              <a:gd name="connsiteY166" fmla="*/ 3925629 h 6858000"/>
              <a:gd name="connsiteX167" fmla="*/ 1138365 w 7467600"/>
              <a:gd name="connsiteY167" fmla="*/ 3774515 h 6858000"/>
              <a:gd name="connsiteX168" fmla="*/ 1505579 w 7467600"/>
              <a:gd name="connsiteY168" fmla="*/ 3655526 h 6858000"/>
              <a:gd name="connsiteX169" fmla="*/ 1313114 w 7467600"/>
              <a:gd name="connsiteY169" fmla="*/ 3655216 h 6858000"/>
              <a:gd name="connsiteX170" fmla="*/ 3655073 w 7467600"/>
              <a:gd name="connsiteY170" fmla="*/ 3650884 h 6858000"/>
              <a:gd name="connsiteX171" fmla="*/ 3989938 w 7467600"/>
              <a:gd name="connsiteY171" fmla="*/ 3991685 h 6858000"/>
              <a:gd name="connsiteX172" fmla="*/ 4393907 w 7467600"/>
              <a:gd name="connsiteY172" fmla="*/ 4261258 h 6858000"/>
              <a:gd name="connsiteX173" fmla="*/ 4648051 w 7467600"/>
              <a:gd name="connsiteY173" fmla="*/ 4374051 h 6858000"/>
              <a:gd name="connsiteX174" fmla="*/ 4383389 w 7467600"/>
              <a:gd name="connsiteY174" fmla="*/ 4184369 h 6858000"/>
              <a:gd name="connsiteX175" fmla="*/ 4165508 w 7467600"/>
              <a:gd name="connsiteY175" fmla="*/ 4035196 h 6858000"/>
              <a:gd name="connsiteX176" fmla="*/ 4068162 w 7467600"/>
              <a:gd name="connsiteY176" fmla="*/ 3953394 h 6858000"/>
              <a:gd name="connsiteX177" fmla="*/ 3981416 w 7467600"/>
              <a:gd name="connsiteY177" fmla="*/ 3880482 h 6858000"/>
              <a:gd name="connsiteX178" fmla="*/ 3800147 w 7467600"/>
              <a:gd name="connsiteY178" fmla="*/ 3749872 h 6858000"/>
              <a:gd name="connsiteX179" fmla="*/ 3655073 w 7467600"/>
              <a:gd name="connsiteY179" fmla="*/ 3650884 h 6858000"/>
              <a:gd name="connsiteX180" fmla="*/ 3670252 w 7467600"/>
              <a:gd name="connsiteY180" fmla="*/ 3622798 h 6858000"/>
              <a:gd name="connsiteX181" fmla="*/ 3817258 w 7467600"/>
              <a:gd name="connsiteY181" fmla="*/ 3723577 h 6858000"/>
              <a:gd name="connsiteX182" fmla="*/ 4000461 w 7467600"/>
              <a:gd name="connsiteY182" fmla="*/ 3855966 h 6858000"/>
              <a:gd name="connsiteX183" fmla="*/ 4088180 w 7467600"/>
              <a:gd name="connsiteY183" fmla="*/ 3929774 h 6858000"/>
              <a:gd name="connsiteX184" fmla="*/ 4184555 w 7467600"/>
              <a:gd name="connsiteY184" fmla="*/ 4010683 h 6858000"/>
              <a:gd name="connsiteX185" fmla="*/ 4399563 w 7467600"/>
              <a:gd name="connsiteY185" fmla="*/ 4158106 h 6858000"/>
              <a:gd name="connsiteX186" fmla="*/ 4684469 w 7467600"/>
              <a:gd name="connsiteY186" fmla="*/ 4364680 h 6858000"/>
              <a:gd name="connsiteX187" fmla="*/ 4690271 w 7467600"/>
              <a:gd name="connsiteY187" fmla="*/ 4370034 h 6858000"/>
              <a:gd name="connsiteX188" fmla="*/ 4136093 w 7467600"/>
              <a:gd name="connsiteY188" fmla="*/ 3858466 h 6858000"/>
              <a:gd name="connsiteX189" fmla="*/ 3670252 w 7467600"/>
              <a:gd name="connsiteY189" fmla="*/ 3622798 h 6858000"/>
              <a:gd name="connsiteX190" fmla="*/ 4440129 w 7467600"/>
              <a:gd name="connsiteY190" fmla="*/ 3448571 h 6858000"/>
              <a:gd name="connsiteX191" fmla="*/ 4856525 w 7467600"/>
              <a:gd name="connsiteY191" fmla="*/ 3915351 h 6858000"/>
              <a:gd name="connsiteX192" fmla="*/ 5059055 w 7467600"/>
              <a:gd name="connsiteY192" fmla="*/ 4108918 h 6858000"/>
              <a:gd name="connsiteX193" fmla="*/ 5290070 w 7467600"/>
              <a:gd name="connsiteY193" fmla="*/ 4263619 h 6858000"/>
              <a:gd name="connsiteX194" fmla="*/ 4834991 w 7467600"/>
              <a:gd name="connsiteY194" fmla="*/ 3830985 h 6858000"/>
              <a:gd name="connsiteX195" fmla="*/ 4440129 w 7467600"/>
              <a:gd name="connsiteY195" fmla="*/ 3448571 h 6858000"/>
              <a:gd name="connsiteX196" fmla="*/ 4441737 w 7467600"/>
              <a:gd name="connsiteY196" fmla="*/ 3399734 h 6858000"/>
              <a:gd name="connsiteX197" fmla="*/ 4431236 w 7467600"/>
              <a:gd name="connsiteY197" fmla="*/ 3400954 h 6858000"/>
              <a:gd name="connsiteX198" fmla="*/ 4557150 w 7467600"/>
              <a:gd name="connsiteY198" fmla="*/ 3510023 h 6858000"/>
              <a:gd name="connsiteX199" fmla="*/ 4856936 w 7467600"/>
              <a:gd name="connsiteY199" fmla="*/ 3809146 h 6858000"/>
              <a:gd name="connsiteX200" fmla="*/ 5111996 w 7467600"/>
              <a:gd name="connsiteY200" fmla="*/ 4065759 h 6858000"/>
              <a:gd name="connsiteX201" fmla="*/ 5388878 w 7467600"/>
              <a:gd name="connsiteY201" fmla="*/ 4300185 h 6858000"/>
              <a:gd name="connsiteX202" fmla="*/ 5425556 w 7467600"/>
              <a:gd name="connsiteY202" fmla="*/ 4308967 h 6858000"/>
              <a:gd name="connsiteX203" fmla="*/ 4943646 w 7467600"/>
              <a:gd name="connsiteY203" fmla="*/ 3822916 h 6858000"/>
              <a:gd name="connsiteX204" fmla="*/ 4594837 w 7467600"/>
              <a:gd name="connsiteY204" fmla="*/ 3532274 h 6858000"/>
              <a:gd name="connsiteX205" fmla="*/ 4441737 w 7467600"/>
              <a:gd name="connsiteY205" fmla="*/ 3399734 h 6858000"/>
              <a:gd name="connsiteX206" fmla="*/ 5425834 w 7467600"/>
              <a:gd name="connsiteY206" fmla="*/ 3162785 h 6858000"/>
              <a:gd name="connsiteX207" fmla="*/ 5401644 w 7467600"/>
              <a:gd name="connsiteY207" fmla="*/ 3617847 h 6858000"/>
              <a:gd name="connsiteX208" fmla="*/ 5467256 w 7467600"/>
              <a:gd name="connsiteY208" fmla="*/ 4175494 h 6858000"/>
              <a:gd name="connsiteX209" fmla="*/ 5448069 w 7467600"/>
              <a:gd name="connsiteY209" fmla="*/ 3567554 h 6858000"/>
              <a:gd name="connsiteX210" fmla="*/ 5425834 w 7467600"/>
              <a:gd name="connsiteY210" fmla="*/ 3162785 h 6858000"/>
              <a:gd name="connsiteX211" fmla="*/ 1318687 w 7467600"/>
              <a:gd name="connsiteY211" fmla="*/ 3113840 h 6858000"/>
              <a:gd name="connsiteX212" fmla="*/ 1066793 w 7467600"/>
              <a:gd name="connsiteY212" fmla="*/ 3212171 h 6858000"/>
              <a:gd name="connsiteX213" fmla="*/ 993319 w 7467600"/>
              <a:gd name="connsiteY213" fmla="*/ 3247648 h 6858000"/>
              <a:gd name="connsiteX214" fmla="*/ 853081 w 7467600"/>
              <a:gd name="connsiteY214" fmla="*/ 3312410 h 6858000"/>
              <a:gd name="connsiteX215" fmla="*/ 805957 w 7467600"/>
              <a:gd name="connsiteY215" fmla="*/ 3330443 h 6858000"/>
              <a:gd name="connsiteX216" fmla="*/ 1318687 w 7467600"/>
              <a:gd name="connsiteY216" fmla="*/ 3113840 h 6858000"/>
              <a:gd name="connsiteX217" fmla="*/ 5453702 w 7467600"/>
              <a:gd name="connsiteY217" fmla="*/ 3090882 h 6858000"/>
              <a:gd name="connsiteX218" fmla="*/ 5480135 w 7467600"/>
              <a:gd name="connsiteY218" fmla="*/ 3565802 h 6858000"/>
              <a:gd name="connsiteX219" fmla="*/ 5499023 w 7467600"/>
              <a:gd name="connsiteY219" fmla="*/ 4166310 h 6858000"/>
              <a:gd name="connsiteX220" fmla="*/ 5547022 w 7467600"/>
              <a:gd name="connsiteY220" fmla="*/ 3607838 h 6858000"/>
              <a:gd name="connsiteX221" fmla="*/ 5515964 w 7467600"/>
              <a:gd name="connsiteY221" fmla="*/ 3378541 h 6858000"/>
              <a:gd name="connsiteX222" fmla="*/ 5453702 w 7467600"/>
              <a:gd name="connsiteY222" fmla="*/ 3090882 h 6858000"/>
              <a:gd name="connsiteX223" fmla="*/ 1238695 w 7467600"/>
              <a:gd name="connsiteY223" fmla="*/ 3076820 h 6858000"/>
              <a:gd name="connsiteX224" fmla="*/ 716371 w 7467600"/>
              <a:gd name="connsiteY224" fmla="*/ 3293249 h 6858000"/>
              <a:gd name="connsiteX225" fmla="*/ 579522 w 7467600"/>
              <a:gd name="connsiteY225" fmla="*/ 3371759 h 6858000"/>
              <a:gd name="connsiteX226" fmla="*/ 600288 w 7467600"/>
              <a:gd name="connsiteY226" fmla="*/ 3365555 h 6858000"/>
              <a:gd name="connsiteX227" fmla="*/ 840692 w 7467600"/>
              <a:gd name="connsiteY227" fmla="*/ 3284921 h 6858000"/>
              <a:gd name="connsiteX228" fmla="*/ 979248 w 7467600"/>
              <a:gd name="connsiteY228" fmla="*/ 3221003 h 6858000"/>
              <a:gd name="connsiteX229" fmla="*/ 1053282 w 7467600"/>
              <a:gd name="connsiteY229" fmla="*/ 3185247 h 6858000"/>
              <a:gd name="connsiteX230" fmla="*/ 1320603 w 7467600"/>
              <a:gd name="connsiteY230" fmla="*/ 3081281 h 6858000"/>
              <a:gd name="connsiteX231" fmla="*/ 1238695 w 7467600"/>
              <a:gd name="connsiteY231" fmla="*/ 3076820 h 6858000"/>
              <a:gd name="connsiteX232" fmla="*/ 5425627 w 7467600"/>
              <a:gd name="connsiteY232" fmla="*/ 2954192 h 6858000"/>
              <a:gd name="connsiteX233" fmla="*/ 5470770 w 7467600"/>
              <a:gd name="connsiteY233" fmla="*/ 3005435 h 6858000"/>
              <a:gd name="connsiteX234" fmla="*/ 5519779 w 7467600"/>
              <a:gd name="connsiteY234" fmla="*/ 4359223 h 6858000"/>
              <a:gd name="connsiteX235" fmla="*/ 5520293 w 7467600"/>
              <a:gd name="connsiteY235" fmla="*/ 4360602 h 6858000"/>
              <a:gd name="connsiteX236" fmla="*/ 5767221 w 7467600"/>
              <a:gd name="connsiteY236" fmla="*/ 4665564 h 6858000"/>
              <a:gd name="connsiteX237" fmla="*/ 6937169 w 7467600"/>
              <a:gd name="connsiteY237" fmla="*/ 4815941 h 6858000"/>
              <a:gd name="connsiteX238" fmla="*/ 6953922 w 7467600"/>
              <a:gd name="connsiteY238" fmla="*/ 4890068 h 6858000"/>
              <a:gd name="connsiteX239" fmla="*/ 6071359 w 7467600"/>
              <a:gd name="connsiteY239" fmla="*/ 4770770 h 6858000"/>
              <a:gd name="connsiteX240" fmla="*/ 6038839 w 7467600"/>
              <a:gd name="connsiteY240" fmla="*/ 4764474 h 6858000"/>
              <a:gd name="connsiteX241" fmla="*/ 6038706 w 7467600"/>
              <a:gd name="connsiteY241" fmla="*/ 4763847 h 6858000"/>
              <a:gd name="connsiteX242" fmla="*/ 6037784 w 7467600"/>
              <a:gd name="connsiteY242" fmla="*/ 4764270 h 6858000"/>
              <a:gd name="connsiteX243" fmla="*/ 6038839 w 7467600"/>
              <a:gd name="connsiteY243" fmla="*/ 4764474 h 6858000"/>
              <a:gd name="connsiteX244" fmla="*/ 6040338 w 7467600"/>
              <a:gd name="connsiteY244" fmla="*/ 4771418 h 6858000"/>
              <a:gd name="connsiteX245" fmla="*/ 6024488 w 7467600"/>
              <a:gd name="connsiteY245" fmla="*/ 4809903 h 6858000"/>
              <a:gd name="connsiteX246" fmla="*/ 5599771 w 7467600"/>
              <a:gd name="connsiteY246" fmla="*/ 5509652 h 6858000"/>
              <a:gd name="connsiteX247" fmla="*/ 5548843 w 7467600"/>
              <a:gd name="connsiteY247" fmla="*/ 5563845 h 6858000"/>
              <a:gd name="connsiteX248" fmla="*/ 5940952 w 7467600"/>
              <a:gd name="connsiteY248" fmla="*/ 6250028 h 6858000"/>
              <a:gd name="connsiteX249" fmla="*/ 6043441 w 7467600"/>
              <a:gd name="connsiteY249" fmla="*/ 6665847 h 6858000"/>
              <a:gd name="connsiteX250" fmla="*/ 6093432 w 7467600"/>
              <a:gd name="connsiteY250" fmla="*/ 6858000 h 6858000"/>
              <a:gd name="connsiteX251" fmla="*/ 6034344 w 7467600"/>
              <a:gd name="connsiteY251" fmla="*/ 6858000 h 6858000"/>
              <a:gd name="connsiteX252" fmla="*/ 6026679 w 7467600"/>
              <a:gd name="connsiteY252" fmla="*/ 6836959 h 6858000"/>
              <a:gd name="connsiteX253" fmla="*/ 5800441 w 7467600"/>
              <a:gd name="connsiteY253" fmla="*/ 6335286 h 6858000"/>
              <a:gd name="connsiteX254" fmla="*/ 5526562 w 7467600"/>
              <a:gd name="connsiteY254" fmla="*/ 5705388 h 6858000"/>
              <a:gd name="connsiteX255" fmla="*/ 5519640 w 7467600"/>
              <a:gd name="connsiteY255" fmla="*/ 5683774 h 6858000"/>
              <a:gd name="connsiteX256" fmla="*/ 5844559 w 7467600"/>
              <a:gd name="connsiteY256" fmla="*/ 6553349 h 6858000"/>
              <a:gd name="connsiteX257" fmla="*/ 5975994 w 7467600"/>
              <a:gd name="connsiteY257" fmla="*/ 6858000 h 6858000"/>
              <a:gd name="connsiteX258" fmla="*/ 5898547 w 7467600"/>
              <a:gd name="connsiteY258" fmla="*/ 6858000 h 6858000"/>
              <a:gd name="connsiteX259" fmla="*/ 5682041 w 7467600"/>
              <a:gd name="connsiteY259" fmla="*/ 6355860 h 6858000"/>
              <a:gd name="connsiteX260" fmla="*/ 5461758 w 7467600"/>
              <a:gd name="connsiteY260" fmla="*/ 5820220 h 6858000"/>
              <a:gd name="connsiteX261" fmla="*/ 5237282 w 7467600"/>
              <a:gd name="connsiteY261" fmla="*/ 6579086 h 6858000"/>
              <a:gd name="connsiteX262" fmla="*/ 5115009 w 7467600"/>
              <a:gd name="connsiteY262" fmla="*/ 6858000 h 6858000"/>
              <a:gd name="connsiteX263" fmla="*/ 5028074 w 7467600"/>
              <a:gd name="connsiteY263" fmla="*/ 6858000 h 6858000"/>
              <a:gd name="connsiteX264" fmla="*/ 5079508 w 7467600"/>
              <a:gd name="connsiteY264" fmla="*/ 6749074 h 6858000"/>
              <a:gd name="connsiteX265" fmla="*/ 5371846 w 7467600"/>
              <a:gd name="connsiteY265" fmla="*/ 5924413 h 6858000"/>
              <a:gd name="connsiteX266" fmla="*/ 5270512 w 7467600"/>
              <a:gd name="connsiteY266" fmla="*/ 6138975 h 6858000"/>
              <a:gd name="connsiteX267" fmla="*/ 5062409 w 7467600"/>
              <a:gd name="connsiteY267" fmla="*/ 6653544 h 6858000"/>
              <a:gd name="connsiteX268" fmla="*/ 5036628 w 7467600"/>
              <a:gd name="connsiteY268" fmla="*/ 6754247 h 6858000"/>
              <a:gd name="connsiteX269" fmla="*/ 5009112 w 7467600"/>
              <a:gd name="connsiteY269" fmla="*/ 6858000 h 6858000"/>
              <a:gd name="connsiteX270" fmla="*/ 4976679 w 7467600"/>
              <a:gd name="connsiteY270" fmla="*/ 6858000 h 6858000"/>
              <a:gd name="connsiteX271" fmla="*/ 5006537 w 7467600"/>
              <a:gd name="connsiteY271" fmla="*/ 6747068 h 6858000"/>
              <a:gd name="connsiteX272" fmla="*/ 5032723 w 7467600"/>
              <a:gd name="connsiteY272" fmla="*/ 6644957 h 6858000"/>
              <a:gd name="connsiteX273" fmla="*/ 5242949 w 7467600"/>
              <a:gd name="connsiteY273" fmla="*/ 6125175 h 6858000"/>
              <a:gd name="connsiteX274" fmla="*/ 5286321 w 7467600"/>
              <a:gd name="connsiteY274" fmla="*/ 6033555 h 6858000"/>
              <a:gd name="connsiteX275" fmla="*/ 5008210 w 7467600"/>
              <a:gd name="connsiteY275" fmla="*/ 6649194 h 6858000"/>
              <a:gd name="connsiteX276" fmla="*/ 4986321 w 7467600"/>
              <a:gd name="connsiteY276" fmla="*/ 6765687 h 6858000"/>
              <a:gd name="connsiteX277" fmla="*/ 4973474 w 7467600"/>
              <a:gd name="connsiteY277" fmla="*/ 6858000 h 6858000"/>
              <a:gd name="connsiteX278" fmla="*/ 4907178 w 7467600"/>
              <a:gd name="connsiteY278" fmla="*/ 6858000 h 6858000"/>
              <a:gd name="connsiteX279" fmla="*/ 4910810 w 7467600"/>
              <a:gd name="connsiteY279" fmla="*/ 6829660 h 6858000"/>
              <a:gd name="connsiteX280" fmla="*/ 4987461 w 7467600"/>
              <a:gd name="connsiteY280" fmla="*/ 6432994 h 6858000"/>
              <a:gd name="connsiteX281" fmla="*/ 5179262 w 7467600"/>
              <a:gd name="connsiteY281" fmla="*/ 6035044 h 6858000"/>
              <a:gd name="connsiteX282" fmla="*/ 4689678 w 7467600"/>
              <a:gd name="connsiteY282" fmla="*/ 6440241 h 6858000"/>
              <a:gd name="connsiteX283" fmla="*/ 4477543 w 7467600"/>
              <a:gd name="connsiteY283" fmla="*/ 6674836 h 6858000"/>
              <a:gd name="connsiteX284" fmla="*/ 4329957 w 7467600"/>
              <a:gd name="connsiteY284" fmla="*/ 6858000 h 6858000"/>
              <a:gd name="connsiteX285" fmla="*/ 4218595 w 7467600"/>
              <a:gd name="connsiteY285" fmla="*/ 6858000 h 6858000"/>
              <a:gd name="connsiteX286" fmla="*/ 4368888 w 7467600"/>
              <a:gd name="connsiteY286" fmla="*/ 6668412 h 6858000"/>
              <a:gd name="connsiteX287" fmla="*/ 4563091 w 7467600"/>
              <a:gd name="connsiteY287" fmla="*/ 6442508 h 6858000"/>
              <a:gd name="connsiteX288" fmla="*/ 5387324 w 7467600"/>
              <a:gd name="connsiteY288" fmla="*/ 5705830 h 6858000"/>
              <a:gd name="connsiteX289" fmla="*/ 5073620 w 7467600"/>
              <a:gd name="connsiteY289" fmla="*/ 5955437 h 6858000"/>
              <a:gd name="connsiteX290" fmla="*/ 4689789 w 7467600"/>
              <a:gd name="connsiteY290" fmla="*/ 6268382 h 6858000"/>
              <a:gd name="connsiteX291" fmla="*/ 4418722 w 7467600"/>
              <a:gd name="connsiteY291" fmla="*/ 6570886 h 6858000"/>
              <a:gd name="connsiteX292" fmla="*/ 4214944 w 7467600"/>
              <a:gd name="connsiteY292" fmla="*/ 6858000 h 6858000"/>
              <a:gd name="connsiteX293" fmla="*/ 4177898 w 7467600"/>
              <a:gd name="connsiteY293" fmla="*/ 6858000 h 6858000"/>
              <a:gd name="connsiteX294" fmla="*/ 4391597 w 7467600"/>
              <a:gd name="connsiteY294" fmla="*/ 6556370 h 6858000"/>
              <a:gd name="connsiteX295" fmla="*/ 4668889 w 7467600"/>
              <a:gd name="connsiteY295" fmla="*/ 6246399 h 6858000"/>
              <a:gd name="connsiteX296" fmla="*/ 5055427 w 7467600"/>
              <a:gd name="connsiteY296" fmla="*/ 5931476 h 6858000"/>
              <a:gd name="connsiteX297" fmla="*/ 5371814 w 7467600"/>
              <a:gd name="connsiteY297" fmla="*/ 5678975 h 6858000"/>
              <a:gd name="connsiteX298" fmla="*/ 4987918 w 7467600"/>
              <a:gd name="connsiteY298" fmla="*/ 5838701 h 6858000"/>
              <a:gd name="connsiteX299" fmla="*/ 4317146 w 7467600"/>
              <a:gd name="connsiteY299" fmla="*/ 6587716 h 6858000"/>
              <a:gd name="connsiteX300" fmla="*/ 4171627 w 7467600"/>
              <a:gd name="connsiteY300" fmla="*/ 6858000 h 6858000"/>
              <a:gd name="connsiteX301" fmla="*/ 4081585 w 7467600"/>
              <a:gd name="connsiteY301" fmla="*/ 6858000 h 6858000"/>
              <a:gd name="connsiteX302" fmla="*/ 4238603 w 7467600"/>
              <a:gd name="connsiteY302" fmla="*/ 6559341 h 6858000"/>
              <a:gd name="connsiteX303" fmla="*/ 4778333 w 7467600"/>
              <a:gd name="connsiteY303" fmla="*/ 5873626 h 6858000"/>
              <a:gd name="connsiteX304" fmla="*/ 5414185 w 7467600"/>
              <a:gd name="connsiteY304" fmla="*/ 5573882 h 6858000"/>
              <a:gd name="connsiteX305" fmla="*/ 5959648 w 7467600"/>
              <a:gd name="connsiteY305" fmla="*/ 4760797 h 6858000"/>
              <a:gd name="connsiteX306" fmla="*/ 5355019 w 7467600"/>
              <a:gd name="connsiteY306" fmla="*/ 4734672 h 6858000"/>
              <a:gd name="connsiteX307" fmla="*/ 5083565 w 7467600"/>
              <a:gd name="connsiteY307" fmla="*/ 5179121 h 6858000"/>
              <a:gd name="connsiteX308" fmla="*/ 4713577 w 7467600"/>
              <a:gd name="connsiteY308" fmla="*/ 5616803 h 6858000"/>
              <a:gd name="connsiteX309" fmla="*/ 3989559 w 7467600"/>
              <a:gd name="connsiteY309" fmla="*/ 6145945 h 6858000"/>
              <a:gd name="connsiteX310" fmla="*/ 3939824 w 7467600"/>
              <a:gd name="connsiteY310" fmla="*/ 6066900 h 6858000"/>
              <a:gd name="connsiteX311" fmla="*/ 4584537 w 7467600"/>
              <a:gd name="connsiteY311" fmla="*/ 5324826 h 6858000"/>
              <a:gd name="connsiteX312" fmla="*/ 5037105 w 7467600"/>
              <a:gd name="connsiteY312" fmla="*/ 5088765 h 6858000"/>
              <a:gd name="connsiteX313" fmla="*/ 5039930 w 7467600"/>
              <a:gd name="connsiteY313" fmla="*/ 5089585 h 6858000"/>
              <a:gd name="connsiteX314" fmla="*/ 5263764 w 7467600"/>
              <a:gd name="connsiteY314" fmla="*/ 4735525 h 6858000"/>
              <a:gd name="connsiteX315" fmla="*/ 4086300 w 7467600"/>
              <a:gd name="connsiteY315" fmla="*/ 4884599 h 6858000"/>
              <a:gd name="connsiteX316" fmla="*/ 4085485 w 7467600"/>
              <a:gd name="connsiteY316" fmla="*/ 4899070 h 6858000"/>
              <a:gd name="connsiteX317" fmla="*/ 3871915 w 7467600"/>
              <a:gd name="connsiteY317" fmla="*/ 5253645 h 6858000"/>
              <a:gd name="connsiteX318" fmla="*/ 3799374 w 7467600"/>
              <a:gd name="connsiteY318" fmla="*/ 5466127 h 6858000"/>
              <a:gd name="connsiteX319" fmla="*/ 3498850 w 7467600"/>
              <a:gd name="connsiteY319" fmla="*/ 6661888 h 6858000"/>
              <a:gd name="connsiteX320" fmla="*/ 3399216 w 7467600"/>
              <a:gd name="connsiteY320" fmla="*/ 6858000 h 6858000"/>
              <a:gd name="connsiteX321" fmla="*/ 3303688 w 7467600"/>
              <a:gd name="connsiteY321" fmla="*/ 6858000 h 6858000"/>
              <a:gd name="connsiteX322" fmla="*/ 3391774 w 7467600"/>
              <a:gd name="connsiteY322" fmla="*/ 6697181 h 6858000"/>
              <a:gd name="connsiteX323" fmla="*/ 3735540 w 7467600"/>
              <a:gd name="connsiteY323" fmla="*/ 5546923 h 6858000"/>
              <a:gd name="connsiteX324" fmla="*/ 3729438 w 7467600"/>
              <a:gd name="connsiteY324" fmla="*/ 5569058 h 6858000"/>
              <a:gd name="connsiteX325" fmla="*/ 3707782 w 7467600"/>
              <a:gd name="connsiteY325" fmla="*/ 5644908 h 6858000"/>
              <a:gd name="connsiteX326" fmla="*/ 3583827 w 7467600"/>
              <a:gd name="connsiteY326" fmla="*/ 6039215 h 6858000"/>
              <a:gd name="connsiteX327" fmla="*/ 3547861 w 7467600"/>
              <a:gd name="connsiteY327" fmla="*/ 6129609 h 6858000"/>
              <a:gd name="connsiteX328" fmla="*/ 3490905 w 7467600"/>
              <a:gd name="connsiteY328" fmla="*/ 6277660 h 6858000"/>
              <a:gd name="connsiteX329" fmla="*/ 3455859 w 7467600"/>
              <a:gd name="connsiteY329" fmla="*/ 6391301 h 6858000"/>
              <a:gd name="connsiteX330" fmla="*/ 3429112 w 7467600"/>
              <a:gd name="connsiteY330" fmla="*/ 6479469 h 6858000"/>
              <a:gd name="connsiteX331" fmla="*/ 3304862 w 7467600"/>
              <a:gd name="connsiteY331" fmla="*/ 6796476 h 6858000"/>
              <a:gd name="connsiteX332" fmla="*/ 3276071 w 7467600"/>
              <a:gd name="connsiteY332" fmla="*/ 6858000 h 6858000"/>
              <a:gd name="connsiteX333" fmla="*/ 3240805 w 7467600"/>
              <a:gd name="connsiteY333" fmla="*/ 6858000 h 6858000"/>
              <a:gd name="connsiteX334" fmla="*/ 3275917 w 7467600"/>
              <a:gd name="connsiteY334" fmla="*/ 6783192 h 6858000"/>
              <a:gd name="connsiteX335" fmla="*/ 3399358 w 7467600"/>
              <a:gd name="connsiteY335" fmla="*/ 6469011 h 6858000"/>
              <a:gd name="connsiteX336" fmla="*/ 3425650 w 7467600"/>
              <a:gd name="connsiteY336" fmla="*/ 6381333 h 6858000"/>
              <a:gd name="connsiteX337" fmla="*/ 3460661 w 7467600"/>
              <a:gd name="connsiteY337" fmla="*/ 6266763 h 6858000"/>
              <a:gd name="connsiteX338" fmla="*/ 3518021 w 7467600"/>
              <a:gd name="connsiteY338" fmla="*/ 6117298 h 6858000"/>
              <a:gd name="connsiteX339" fmla="*/ 3554035 w 7467600"/>
              <a:gd name="connsiteY339" fmla="*/ 6027832 h 6858000"/>
              <a:gd name="connsiteX340" fmla="*/ 3677174 w 7467600"/>
              <a:gd name="connsiteY340" fmla="*/ 5636351 h 6858000"/>
              <a:gd name="connsiteX341" fmla="*/ 3698819 w 7467600"/>
              <a:gd name="connsiteY341" fmla="*/ 5560503 h 6858000"/>
              <a:gd name="connsiteX342" fmla="*/ 3702094 w 7467600"/>
              <a:gd name="connsiteY342" fmla="*/ 5549194 h 6858000"/>
              <a:gd name="connsiteX343" fmla="*/ 3398355 w 7467600"/>
              <a:gd name="connsiteY343" fmla="*/ 6094603 h 6858000"/>
              <a:gd name="connsiteX344" fmla="*/ 3193941 w 7467600"/>
              <a:gd name="connsiteY344" fmla="*/ 6798775 h 6858000"/>
              <a:gd name="connsiteX345" fmla="*/ 3184140 w 7467600"/>
              <a:gd name="connsiteY345" fmla="*/ 6858000 h 6858000"/>
              <a:gd name="connsiteX346" fmla="*/ 3099978 w 7467600"/>
              <a:gd name="connsiteY346" fmla="*/ 6858000 h 6858000"/>
              <a:gd name="connsiteX347" fmla="*/ 3101556 w 7467600"/>
              <a:gd name="connsiteY347" fmla="*/ 6843337 h 6858000"/>
              <a:gd name="connsiteX348" fmla="*/ 3370162 w 7467600"/>
              <a:gd name="connsiteY348" fmla="*/ 5785550 h 6858000"/>
              <a:gd name="connsiteX349" fmla="*/ 3746477 w 7467600"/>
              <a:gd name="connsiteY349" fmla="*/ 5377889 h 6858000"/>
              <a:gd name="connsiteX350" fmla="*/ 3863399 w 7467600"/>
              <a:gd name="connsiteY350" fmla="*/ 5087257 h 6858000"/>
              <a:gd name="connsiteX351" fmla="*/ 3968712 w 7467600"/>
              <a:gd name="connsiteY351" fmla="*/ 4913989 h 6858000"/>
              <a:gd name="connsiteX352" fmla="*/ 2792390 w 7467600"/>
              <a:gd name="connsiteY352" fmla="*/ 5382974 h 6858000"/>
              <a:gd name="connsiteX353" fmla="*/ 2714982 w 7467600"/>
              <a:gd name="connsiteY353" fmla="*/ 5427051 h 6858000"/>
              <a:gd name="connsiteX354" fmla="*/ 2813361 w 7467600"/>
              <a:gd name="connsiteY354" fmla="*/ 6023912 h 6858000"/>
              <a:gd name="connsiteX355" fmla="*/ 2688430 w 7467600"/>
              <a:gd name="connsiteY355" fmla="*/ 6801564 h 6858000"/>
              <a:gd name="connsiteX356" fmla="*/ 2629626 w 7467600"/>
              <a:gd name="connsiteY356" fmla="*/ 6763394 h 6858000"/>
              <a:gd name="connsiteX357" fmla="*/ 2565328 w 7467600"/>
              <a:gd name="connsiteY357" fmla="*/ 5516399 h 6858000"/>
              <a:gd name="connsiteX358" fmla="*/ 1922999 w 7467600"/>
              <a:gd name="connsiteY358" fmla="*/ 5980343 h 6858000"/>
              <a:gd name="connsiteX359" fmla="*/ 1950261 w 7467600"/>
              <a:gd name="connsiteY359" fmla="*/ 6405858 h 6858000"/>
              <a:gd name="connsiteX360" fmla="*/ 2365554 w 7467600"/>
              <a:gd name="connsiteY360" fmla="*/ 6759107 h 6858000"/>
              <a:gd name="connsiteX361" fmla="*/ 2424142 w 7467600"/>
              <a:gd name="connsiteY361" fmla="*/ 6858000 h 6858000"/>
              <a:gd name="connsiteX362" fmla="*/ 2395994 w 7467600"/>
              <a:gd name="connsiteY362" fmla="*/ 6858000 h 6858000"/>
              <a:gd name="connsiteX363" fmla="*/ 2392863 w 7467600"/>
              <a:gd name="connsiteY363" fmla="*/ 6852964 h 6858000"/>
              <a:gd name="connsiteX364" fmla="*/ 2017589 w 7467600"/>
              <a:gd name="connsiteY364" fmla="*/ 6493982 h 6858000"/>
              <a:gd name="connsiteX365" fmla="*/ 2147336 w 7467600"/>
              <a:gd name="connsiteY365" fmla="*/ 6594052 h 6858000"/>
              <a:gd name="connsiteX366" fmla="*/ 2207047 w 7467600"/>
              <a:gd name="connsiteY366" fmla="*/ 6654540 h 6858000"/>
              <a:gd name="connsiteX367" fmla="*/ 2299106 w 7467600"/>
              <a:gd name="connsiteY367" fmla="*/ 6778931 h 6858000"/>
              <a:gd name="connsiteX368" fmla="*/ 2314430 w 7467600"/>
              <a:gd name="connsiteY368" fmla="*/ 6801144 h 6858000"/>
              <a:gd name="connsiteX369" fmla="*/ 2352406 w 7467600"/>
              <a:gd name="connsiteY369" fmla="*/ 6858000 h 6858000"/>
              <a:gd name="connsiteX370" fmla="*/ 2314492 w 7467600"/>
              <a:gd name="connsiteY370" fmla="*/ 6858000 h 6858000"/>
              <a:gd name="connsiteX371" fmla="*/ 2288095 w 7467600"/>
              <a:gd name="connsiteY371" fmla="*/ 6818030 h 6858000"/>
              <a:gd name="connsiteX372" fmla="*/ 2272768 w 7467600"/>
              <a:gd name="connsiteY372" fmla="*/ 6795822 h 6858000"/>
              <a:gd name="connsiteX373" fmla="*/ 2182715 w 7467600"/>
              <a:gd name="connsiteY373" fmla="*/ 6675071 h 6858000"/>
              <a:gd name="connsiteX374" fmla="*/ 2032061 w 7467600"/>
              <a:gd name="connsiteY374" fmla="*/ 6541380 h 6858000"/>
              <a:gd name="connsiteX375" fmla="*/ 2257220 w 7467600"/>
              <a:gd name="connsiteY375" fmla="*/ 6826257 h 6858000"/>
              <a:gd name="connsiteX376" fmla="*/ 2281324 w 7467600"/>
              <a:gd name="connsiteY376" fmla="*/ 6858000 h 6858000"/>
              <a:gd name="connsiteX377" fmla="*/ 2242860 w 7467600"/>
              <a:gd name="connsiteY377" fmla="*/ 6858000 h 6858000"/>
              <a:gd name="connsiteX378" fmla="*/ 2232818 w 7467600"/>
              <a:gd name="connsiteY378" fmla="*/ 6844926 h 6858000"/>
              <a:gd name="connsiteX379" fmla="*/ 1990172 w 7467600"/>
              <a:gd name="connsiteY379" fmla="*/ 6542121 h 6858000"/>
              <a:gd name="connsiteX380" fmla="*/ 2124090 w 7467600"/>
              <a:gd name="connsiteY380" fmla="*/ 6761017 h 6858000"/>
              <a:gd name="connsiteX381" fmla="*/ 2200380 w 7467600"/>
              <a:gd name="connsiteY381" fmla="*/ 6858000 h 6858000"/>
              <a:gd name="connsiteX382" fmla="*/ 2147507 w 7467600"/>
              <a:gd name="connsiteY382" fmla="*/ 6858000 h 6858000"/>
              <a:gd name="connsiteX383" fmla="*/ 2070668 w 7467600"/>
              <a:gd name="connsiteY383" fmla="*/ 6761520 h 6858000"/>
              <a:gd name="connsiteX384" fmla="*/ 1975142 w 7467600"/>
              <a:gd name="connsiteY384" fmla="*/ 6585570 h 6858000"/>
              <a:gd name="connsiteX385" fmla="*/ 2050035 w 7467600"/>
              <a:gd name="connsiteY385" fmla="*/ 6813345 h 6858000"/>
              <a:gd name="connsiteX386" fmla="*/ 2063025 w 7467600"/>
              <a:gd name="connsiteY386" fmla="*/ 6858000 h 6858000"/>
              <a:gd name="connsiteX387" fmla="*/ 2021675 w 7467600"/>
              <a:gd name="connsiteY387" fmla="*/ 6858000 h 6858000"/>
              <a:gd name="connsiteX388" fmla="*/ 2019308 w 7467600"/>
              <a:gd name="connsiteY388" fmla="*/ 6847118 h 6858000"/>
              <a:gd name="connsiteX389" fmla="*/ 1938835 w 7467600"/>
              <a:gd name="connsiteY389" fmla="*/ 6551160 h 6858000"/>
              <a:gd name="connsiteX390" fmla="*/ 1953230 w 7467600"/>
              <a:gd name="connsiteY390" fmla="*/ 6759699 h 6858000"/>
              <a:gd name="connsiteX391" fmla="*/ 1956763 w 7467600"/>
              <a:gd name="connsiteY391" fmla="*/ 6778191 h 6858000"/>
              <a:gd name="connsiteX392" fmla="*/ 1967925 w 7467600"/>
              <a:gd name="connsiteY392" fmla="*/ 6858000 h 6858000"/>
              <a:gd name="connsiteX393" fmla="*/ 1936622 w 7467600"/>
              <a:gd name="connsiteY393" fmla="*/ 6858000 h 6858000"/>
              <a:gd name="connsiteX394" fmla="*/ 1926261 w 7467600"/>
              <a:gd name="connsiteY394" fmla="*/ 6784064 h 6858000"/>
              <a:gd name="connsiteX395" fmla="*/ 1922724 w 7467600"/>
              <a:gd name="connsiteY395" fmla="*/ 6765577 h 6858000"/>
              <a:gd name="connsiteX396" fmla="*/ 1904650 w 7467600"/>
              <a:gd name="connsiteY396" fmla="*/ 6639616 h 6858000"/>
              <a:gd name="connsiteX397" fmla="*/ 1885273 w 7467600"/>
              <a:gd name="connsiteY397" fmla="*/ 6858000 h 6858000"/>
              <a:gd name="connsiteX398" fmla="*/ 1854363 w 7467600"/>
              <a:gd name="connsiteY398" fmla="*/ 6858000 h 6858000"/>
              <a:gd name="connsiteX399" fmla="*/ 1880391 w 7467600"/>
              <a:gd name="connsiteY399" fmla="*/ 6603796 h 6858000"/>
              <a:gd name="connsiteX400" fmla="*/ 1818273 w 7467600"/>
              <a:gd name="connsiteY400" fmla="*/ 6715729 h 6858000"/>
              <a:gd name="connsiteX401" fmla="*/ 1794691 w 7467600"/>
              <a:gd name="connsiteY401" fmla="*/ 6843239 h 6858000"/>
              <a:gd name="connsiteX402" fmla="*/ 1794914 w 7467600"/>
              <a:gd name="connsiteY402" fmla="*/ 6858000 h 6858000"/>
              <a:gd name="connsiteX403" fmla="*/ 1746128 w 7467600"/>
              <a:gd name="connsiteY403" fmla="*/ 6858000 h 6858000"/>
              <a:gd name="connsiteX404" fmla="*/ 1753934 w 7467600"/>
              <a:gd name="connsiteY404" fmla="*/ 6724796 h 6858000"/>
              <a:gd name="connsiteX405" fmla="*/ 1792053 w 7467600"/>
              <a:gd name="connsiteY405" fmla="*/ 6572396 h 6858000"/>
              <a:gd name="connsiteX406" fmla="*/ 1862248 w 7467600"/>
              <a:gd name="connsiteY406" fmla="*/ 6266397 h 6858000"/>
              <a:gd name="connsiteX407" fmla="*/ 1862250 w 7467600"/>
              <a:gd name="connsiteY407" fmla="*/ 6033531 h 6858000"/>
              <a:gd name="connsiteX408" fmla="*/ 1211999 w 7467600"/>
              <a:gd name="connsiteY408" fmla="*/ 6683610 h 6858000"/>
              <a:gd name="connsiteX409" fmla="*/ 1213266 w 7467600"/>
              <a:gd name="connsiteY409" fmla="*/ 6691947 h 6858000"/>
              <a:gd name="connsiteX410" fmla="*/ 1203370 w 7467600"/>
              <a:gd name="connsiteY410" fmla="*/ 6850676 h 6858000"/>
              <a:gd name="connsiteX411" fmla="*/ 1203671 w 7467600"/>
              <a:gd name="connsiteY411" fmla="*/ 6858000 h 6858000"/>
              <a:gd name="connsiteX412" fmla="*/ 1143180 w 7467600"/>
              <a:gd name="connsiteY412" fmla="*/ 6858000 h 6858000"/>
              <a:gd name="connsiteX413" fmla="*/ 1142176 w 7467600"/>
              <a:gd name="connsiteY413" fmla="*/ 6766045 h 6858000"/>
              <a:gd name="connsiteX414" fmla="*/ 1067484 w 7467600"/>
              <a:gd name="connsiteY414" fmla="*/ 6858000 h 6858000"/>
              <a:gd name="connsiteX415" fmla="*/ 953928 w 7467600"/>
              <a:gd name="connsiteY415" fmla="*/ 6858000 h 6858000"/>
              <a:gd name="connsiteX416" fmla="*/ 959715 w 7467600"/>
              <a:gd name="connsiteY416" fmla="*/ 6850185 h 6858000"/>
              <a:gd name="connsiteX417" fmla="*/ 1483788 w 7467600"/>
              <a:gd name="connsiteY417" fmla="*/ 6259174 h 6858000"/>
              <a:gd name="connsiteX418" fmla="*/ 1100671 w 7467600"/>
              <a:gd name="connsiteY418" fmla="*/ 6252137 h 6858000"/>
              <a:gd name="connsiteX419" fmla="*/ 1090144 w 7467600"/>
              <a:gd name="connsiteY419" fmla="*/ 6256748 h 6858000"/>
              <a:gd name="connsiteX420" fmla="*/ 1095872 w 7467600"/>
              <a:gd name="connsiteY420" fmla="*/ 6271892 h 6858000"/>
              <a:gd name="connsiteX421" fmla="*/ 262785 w 7467600"/>
              <a:gd name="connsiteY421" fmla="*/ 6845450 h 6858000"/>
              <a:gd name="connsiteX422" fmla="*/ 209968 w 7467600"/>
              <a:gd name="connsiteY422" fmla="*/ 6770713 h 6858000"/>
              <a:gd name="connsiteX423" fmla="*/ 873460 w 7467600"/>
              <a:gd name="connsiteY423" fmla="*/ 6253768 h 6858000"/>
              <a:gd name="connsiteX424" fmla="*/ 192686 w 7467600"/>
              <a:gd name="connsiteY424" fmla="*/ 5849257 h 6858000"/>
              <a:gd name="connsiteX425" fmla="*/ 4696 w 7467600"/>
              <a:gd name="connsiteY425" fmla="*/ 5697668 h 6858000"/>
              <a:gd name="connsiteX426" fmla="*/ 0 w 7467600"/>
              <a:gd name="connsiteY426" fmla="*/ 5689984 h 6858000"/>
              <a:gd name="connsiteX427" fmla="*/ 0 w 7467600"/>
              <a:gd name="connsiteY427" fmla="*/ 5513472 h 6858000"/>
              <a:gd name="connsiteX428" fmla="*/ 174101 w 7467600"/>
              <a:gd name="connsiteY428" fmla="*/ 5620277 h 6858000"/>
              <a:gd name="connsiteX429" fmla="*/ 891800 w 7467600"/>
              <a:gd name="connsiteY429" fmla="*/ 6036935 h 6858000"/>
              <a:gd name="connsiteX430" fmla="*/ 1072219 w 7467600"/>
              <a:gd name="connsiteY430" fmla="*/ 6169443 h 6858000"/>
              <a:gd name="connsiteX431" fmla="*/ 1074117 w 7467600"/>
              <a:gd name="connsiteY431" fmla="*/ 6170301 h 6858000"/>
              <a:gd name="connsiteX432" fmla="*/ 1083114 w 7467600"/>
              <a:gd name="connsiteY432" fmla="*/ 6174131 h 6858000"/>
              <a:gd name="connsiteX433" fmla="*/ 1543010 w 7467600"/>
              <a:gd name="connsiteY433" fmla="*/ 6191140 h 6858000"/>
              <a:gd name="connsiteX434" fmla="*/ 1551080 w 7467600"/>
              <a:gd name="connsiteY434" fmla="*/ 6195006 h 6858000"/>
              <a:gd name="connsiteX435" fmla="*/ 2345443 w 7467600"/>
              <a:gd name="connsiteY435" fmla="*/ 5549882 h 6858000"/>
              <a:gd name="connsiteX436" fmla="*/ 1721499 w 7467600"/>
              <a:gd name="connsiteY436" fmla="*/ 5599969 h 6858000"/>
              <a:gd name="connsiteX437" fmla="*/ 767716 w 7467600"/>
              <a:gd name="connsiteY437" fmla="*/ 5472768 h 6858000"/>
              <a:gd name="connsiteX438" fmla="*/ 722147 w 7467600"/>
              <a:gd name="connsiteY438" fmla="*/ 5393091 h 6858000"/>
              <a:gd name="connsiteX439" fmla="*/ 1485552 w 7467600"/>
              <a:gd name="connsiteY439" fmla="*/ 5313202 h 6858000"/>
              <a:gd name="connsiteX440" fmla="*/ 2143004 w 7467600"/>
              <a:gd name="connsiteY440" fmla="*/ 5402420 h 6858000"/>
              <a:gd name="connsiteX441" fmla="*/ 1933391 w 7467600"/>
              <a:gd name="connsiteY441" fmla="*/ 5156971 h 6858000"/>
              <a:gd name="connsiteX442" fmla="*/ 1827118 w 7467600"/>
              <a:gd name="connsiteY442" fmla="*/ 4968410 h 6858000"/>
              <a:gd name="connsiteX443" fmla="*/ 1837349 w 7467600"/>
              <a:gd name="connsiteY443" fmla="*/ 4956357 h 6858000"/>
              <a:gd name="connsiteX444" fmla="*/ 2162835 w 7467600"/>
              <a:gd name="connsiteY444" fmla="*/ 5187853 h 6858000"/>
              <a:gd name="connsiteX445" fmla="*/ 2257167 w 7467600"/>
              <a:gd name="connsiteY445" fmla="*/ 5462123 h 6858000"/>
              <a:gd name="connsiteX446" fmla="*/ 2261598 w 7467600"/>
              <a:gd name="connsiteY446" fmla="*/ 5467998 h 6858000"/>
              <a:gd name="connsiteX447" fmla="*/ 2437177 w 7467600"/>
              <a:gd name="connsiteY447" fmla="*/ 5479608 h 6858000"/>
              <a:gd name="connsiteX448" fmla="*/ 2445247 w 7467600"/>
              <a:gd name="connsiteY448" fmla="*/ 5483476 h 6858000"/>
              <a:gd name="connsiteX449" fmla="*/ 2743626 w 7467600"/>
              <a:gd name="connsiteY449" fmla="*/ 5304819 h 6858000"/>
              <a:gd name="connsiteX450" fmla="*/ 3048102 w 7467600"/>
              <a:gd name="connsiteY450" fmla="*/ 5150595 h 6858000"/>
              <a:gd name="connsiteX451" fmla="*/ 1799414 w 7467600"/>
              <a:gd name="connsiteY451" fmla="*/ 4694732 h 6858000"/>
              <a:gd name="connsiteX452" fmla="*/ 1771735 w 7467600"/>
              <a:gd name="connsiteY452" fmla="*/ 4619929 h 6858000"/>
              <a:gd name="connsiteX453" fmla="*/ 3104273 w 7467600"/>
              <a:gd name="connsiteY453" fmla="*/ 5076159 h 6858000"/>
              <a:gd name="connsiteX454" fmla="*/ 3113245 w 7467600"/>
              <a:gd name="connsiteY454" fmla="*/ 5090705 h 6858000"/>
              <a:gd name="connsiteX455" fmla="*/ 3126294 w 7467600"/>
              <a:gd name="connsiteY455" fmla="*/ 5114400 h 6858000"/>
              <a:gd name="connsiteX456" fmla="*/ 3937433 w 7467600"/>
              <a:gd name="connsiteY456" fmla="*/ 4830473 h 6858000"/>
              <a:gd name="connsiteX457" fmla="*/ 3590475 w 7467600"/>
              <a:gd name="connsiteY457" fmla="*/ 4597974 h 6858000"/>
              <a:gd name="connsiteX458" fmla="*/ 3100264 w 7467600"/>
              <a:gd name="connsiteY458" fmla="*/ 4579845 h 6858000"/>
              <a:gd name="connsiteX459" fmla="*/ 2183576 w 7467600"/>
              <a:gd name="connsiteY459" fmla="*/ 4227150 h 6858000"/>
              <a:gd name="connsiteX460" fmla="*/ 2151029 w 7467600"/>
              <a:gd name="connsiteY460" fmla="*/ 4146947 h 6858000"/>
              <a:gd name="connsiteX461" fmla="*/ 3563434 w 7467600"/>
              <a:gd name="connsiteY461" fmla="*/ 4469115 h 6858000"/>
              <a:gd name="connsiteX462" fmla="*/ 3177952 w 7467600"/>
              <a:gd name="connsiteY462" fmla="*/ 3657386 h 6858000"/>
              <a:gd name="connsiteX463" fmla="*/ 3189263 w 7467600"/>
              <a:gd name="connsiteY463" fmla="*/ 3625726 h 6858000"/>
              <a:gd name="connsiteX464" fmla="*/ 3560912 w 7467600"/>
              <a:gd name="connsiteY464" fmla="*/ 4079863 h 6858000"/>
              <a:gd name="connsiteX465" fmla="*/ 3626636 w 7467600"/>
              <a:gd name="connsiteY465" fmla="*/ 4512230 h 6858000"/>
              <a:gd name="connsiteX466" fmla="*/ 3653088 w 7467600"/>
              <a:gd name="connsiteY466" fmla="*/ 4521417 h 6858000"/>
              <a:gd name="connsiteX467" fmla="*/ 3988128 w 7467600"/>
              <a:gd name="connsiteY467" fmla="*/ 4817267 h 6858000"/>
              <a:gd name="connsiteX468" fmla="*/ 4830582 w 7467600"/>
              <a:gd name="connsiteY468" fmla="*/ 4676000 h 6858000"/>
              <a:gd name="connsiteX469" fmla="*/ 4830100 w 7467600"/>
              <a:gd name="connsiteY469" fmla="*/ 4675554 h 6858000"/>
              <a:gd name="connsiteX470" fmla="*/ 4036318 w 7467600"/>
              <a:gd name="connsiteY470" fmla="*/ 4147013 h 6858000"/>
              <a:gd name="connsiteX471" fmla="*/ 3432098 w 7467600"/>
              <a:gd name="connsiteY471" fmla="*/ 3537312 h 6858000"/>
              <a:gd name="connsiteX472" fmla="*/ 3446761 w 7467600"/>
              <a:gd name="connsiteY472" fmla="*/ 3461278 h 6858000"/>
              <a:gd name="connsiteX473" fmla="*/ 4419733 w 7467600"/>
              <a:gd name="connsiteY473" fmla="*/ 3963555 h 6858000"/>
              <a:gd name="connsiteX474" fmla="*/ 4781371 w 7467600"/>
              <a:gd name="connsiteY474" fmla="*/ 4458604 h 6858000"/>
              <a:gd name="connsiteX475" fmla="*/ 4780440 w 7467600"/>
              <a:gd name="connsiteY475" fmla="*/ 4470290 h 6858000"/>
              <a:gd name="connsiteX476" fmla="*/ 4898954 w 7467600"/>
              <a:gd name="connsiteY476" fmla="*/ 4662092 h 6858000"/>
              <a:gd name="connsiteX477" fmla="*/ 4900699 w 7467600"/>
              <a:gd name="connsiteY477" fmla="*/ 4670867 h 6858000"/>
              <a:gd name="connsiteX478" fmla="*/ 5714511 w 7467600"/>
              <a:gd name="connsiteY478" fmla="*/ 4663483 h 6858000"/>
              <a:gd name="connsiteX479" fmla="*/ 5464793 w 7467600"/>
              <a:gd name="connsiteY479" fmla="*/ 4393556 h 6858000"/>
              <a:gd name="connsiteX480" fmla="*/ 5461897 w 7467600"/>
              <a:gd name="connsiteY480" fmla="*/ 4390879 h 6858000"/>
              <a:gd name="connsiteX481" fmla="*/ 4294126 w 7467600"/>
              <a:gd name="connsiteY481" fmla="*/ 3303048 h 6858000"/>
              <a:gd name="connsiteX482" fmla="*/ 4305321 w 7467600"/>
              <a:gd name="connsiteY482" fmla="*/ 3256953 h 6858000"/>
              <a:gd name="connsiteX483" fmla="*/ 4949299 w 7467600"/>
              <a:gd name="connsiteY483" fmla="*/ 3766336 h 6858000"/>
              <a:gd name="connsiteX484" fmla="*/ 5291452 w 7467600"/>
              <a:gd name="connsiteY484" fmla="*/ 4076801 h 6858000"/>
              <a:gd name="connsiteX485" fmla="*/ 5434998 w 7467600"/>
              <a:gd name="connsiteY485" fmla="*/ 4254100 h 6858000"/>
              <a:gd name="connsiteX486" fmla="*/ 5351015 w 7467600"/>
              <a:gd name="connsiteY486" fmla="*/ 3760989 h 6858000"/>
              <a:gd name="connsiteX487" fmla="*/ 5413780 w 7467600"/>
              <a:gd name="connsiteY487" fmla="*/ 2966265 h 6858000"/>
              <a:gd name="connsiteX488" fmla="*/ 5425627 w 7467600"/>
              <a:gd name="connsiteY488" fmla="*/ 2954192 h 6858000"/>
              <a:gd name="connsiteX489" fmla="*/ 6604735 w 7467600"/>
              <a:gd name="connsiteY489" fmla="*/ 2041381 h 6858000"/>
              <a:gd name="connsiteX490" fmla="*/ 7204487 w 7467600"/>
              <a:gd name="connsiteY490" fmla="*/ 2742112 h 6858000"/>
              <a:gd name="connsiteX491" fmla="*/ 7131592 w 7467600"/>
              <a:gd name="connsiteY491" fmla="*/ 2672096 h 6858000"/>
              <a:gd name="connsiteX492" fmla="*/ 6996344 w 7467600"/>
              <a:gd name="connsiteY492" fmla="*/ 2518310 h 6858000"/>
              <a:gd name="connsiteX493" fmla="*/ 6735495 w 7467600"/>
              <a:gd name="connsiteY493" fmla="*/ 2196890 h 6858000"/>
              <a:gd name="connsiteX494" fmla="*/ 6721901 w 7467600"/>
              <a:gd name="connsiteY494" fmla="*/ 2179274 h 6858000"/>
              <a:gd name="connsiteX495" fmla="*/ 6604735 w 7467600"/>
              <a:gd name="connsiteY495" fmla="*/ 2041381 h 6858000"/>
              <a:gd name="connsiteX496" fmla="*/ 6591670 w 7467600"/>
              <a:gd name="connsiteY496" fmla="*/ 1988277 h 6858000"/>
              <a:gd name="connsiteX497" fmla="*/ 6747349 w 7467600"/>
              <a:gd name="connsiteY497" fmla="*/ 2160069 h 6858000"/>
              <a:gd name="connsiteX498" fmla="*/ 6760943 w 7467600"/>
              <a:gd name="connsiteY498" fmla="*/ 2177686 h 6858000"/>
              <a:gd name="connsiteX499" fmla="*/ 7021065 w 7467600"/>
              <a:gd name="connsiteY499" fmla="*/ 2498102 h 6858000"/>
              <a:gd name="connsiteX500" fmla="*/ 7155223 w 7467600"/>
              <a:gd name="connsiteY500" fmla="*/ 2650386 h 6858000"/>
              <a:gd name="connsiteX501" fmla="*/ 7203167 w 7467600"/>
              <a:gd name="connsiteY501" fmla="*/ 2697288 h 6858000"/>
              <a:gd name="connsiteX502" fmla="*/ 6937703 w 7467600"/>
              <a:gd name="connsiteY502" fmla="*/ 2321981 h 6858000"/>
              <a:gd name="connsiteX503" fmla="*/ 6591670 w 7467600"/>
              <a:gd name="connsiteY503" fmla="*/ 1988277 h 6858000"/>
              <a:gd name="connsiteX504" fmla="*/ 5798671 w 7467600"/>
              <a:gd name="connsiteY504" fmla="*/ 1981601 h 6858000"/>
              <a:gd name="connsiteX505" fmla="*/ 5754709 w 7467600"/>
              <a:gd name="connsiteY505" fmla="*/ 2071454 h 6858000"/>
              <a:gd name="connsiteX506" fmla="*/ 5763044 w 7467600"/>
              <a:gd name="connsiteY506" fmla="*/ 2842206 h 6858000"/>
              <a:gd name="connsiteX507" fmla="*/ 5764974 w 7467600"/>
              <a:gd name="connsiteY507" fmla="*/ 2799609 h 6858000"/>
              <a:gd name="connsiteX508" fmla="*/ 5767665 w 7467600"/>
              <a:gd name="connsiteY508" fmla="*/ 2666409 h 6858000"/>
              <a:gd name="connsiteX509" fmla="*/ 5763055 w 7467600"/>
              <a:gd name="connsiteY509" fmla="*/ 2579705 h 6858000"/>
              <a:gd name="connsiteX510" fmla="*/ 5758079 w 7467600"/>
              <a:gd name="connsiteY510" fmla="*/ 2492508 h 6858000"/>
              <a:gd name="connsiteX511" fmla="*/ 5779325 w 7467600"/>
              <a:gd name="connsiteY511" fmla="*/ 2197069 h 6858000"/>
              <a:gd name="connsiteX512" fmla="*/ 5798671 w 7467600"/>
              <a:gd name="connsiteY512" fmla="*/ 1981601 h 6858000"/>
              <a:gd name="connsiteX513" fmla="*/ 5829202 w 7467600"/>
              <a:gd name="connsiteY513" fmla="*/ 1971679 h 6858000"/>
              <a:gd name="connsiteX514" fmla="*/ 5809558 w 7467600"/>
              <a:gd name="connsiteY514" fmla="*/ 2198043 h 6858000"/>
              <a:gd name="connsiteX515" fmla="*/ 5788653 w 7467600"/>
              <a:gd name="connsiteY515" fmla="*/ 2489430 h 6858000"/>
              <a:gd name="connsiteX516" fmla="*/ 5793439 w 7467600"/>
              <a:gd name="connsiteY516" fmla="*/ 2575235 h 6858000"/>
              <a:gd name="connsiteX517" fmla="*/ 5796837 w 7467600"/>
              <a:gd name="connsiteY517" fmla="*/ 2637633 h 6858000"/>
              <a:gd name="connsiteX518" fmla="*/ 5818614 w 7467600"/>
              <a:gd name="connsiteY518" fmla="*/ 2473055 h 6858000"/>
              <a:gd name="connsiteX519" fmla="*/ 5829202 w 7467600"/>
              <a:gd name="connsiteY519" fmla="*/ 1971679 h 6858000"/>
              <a:gd name="connsiteX520" fmla="*/ 5911389 w 7467600"/>
              <a:gd name="connsiteY520" fmla="*/ 1898371 h 6858000"/>
              <a:gd name="connsiteX521" fmla="*/ 6237627 w 7467600"/>
              <a:gd name="connsiteY521" fmla="*/ 2231921 h 6858000"/>
              <a:gd name="connsiteX522" fmla="*/ 5911389 w 7467600"/>
              <a:gd name="connsiteY522" fmla="*/ 1898371 h 6858000"/>
              <a:gd name="connsiteX523" fmla="*/ 6944437 w 7467600"/>
              <a:gd name="connsiteY523" fmla="*/ 1575402 h 6858000"/>
              <a:gd name="connsiteX524" fmla="*/ 6304730 w 7467600"/>
              <a:gd name="connsiteY524" fmla="*/ 1766654 h 6858000"/>
              <a:gd name="connsiteX525" fmla="*/ 6944437 w 7467600"/>
              <a:gd name="connsiteY525" fmla="*/ 1575402 h 6858000"/>
              <a:gd name="connsiteX526" fmla="*/ 7019523 w 7467600"/>
              <a:gd name="connsiteY526" fmla="*/ 1519450 h 6858000"/>
              <a:gd name="connsiteX527" fmla="*/ 6298091 w 7467600"/>
              <a:gd name="connsiteY527" fmla="*/ 1737122 h 6858000"/>
              <a:gd name="connsiteX528" fmla="*/ 7019523 w 7467600"/>
              <a:gd name="connsiteY528" fmla="*/ 1519450 h 6858000"/>
              <a:gd name="connsiteX529" fmla="*/ 2399523 w 7467600"/>
              <a:gd name="connsiteY529" fmla="*/ 1428234 h 6858000"/>
              <a:gd name="connsiteX530" fmla="*/ 2224982 w 7467600"/>
              <a:gd name="connsiteY530" fmla="*/ 1826201 h 6858000"/>
              <a:gd name="connsiteX531" fmla="*/ 2096099 w 7467600"/>
              <a:gd name="connsiteY531" fmla="*/ 2345900 h 6858000"/>
              <a:gd name="connsiteX532" fmla="*/ 2283317 w 7467600"/>
              <a:gd name="connsiteY532" fmla="*/ 1796925 h 6858000"/>
              <a:gd name="connsiteX533" fmla="*/ 2399523 w 7467600"/>
              <a:gd name="connsiteY533" fmla="*/ 1428234 h 6858000"/>
              <a:gd name="connsiteX534" fmla="*/ 2448558 w 7467600"/>
              <a:gd name="connsiteY534" fmla="*/ 1373435 h 6858000"/>
              <a:gd name="connsiteX535" fmla="*/ 2312521 w 7467600"/>
              <a:gd name="connsiteY535" fmla="*/ 1806140 h 6858000"/>
              <a:gd name="connsiteX536" fmla="*/ 2127533 w 7467600"/>
              <a:gd name="connsiteY536" fmla="*/ 2348380 h 6858000"/>
              <a:gd name="connsiteX537" fmla="*/ 2358080 w 7467600"/>
              <a:gd name="connsiteY537" fmla="*/ 1866134 h 6858000"/>
              <a:gd name="connsiteX538" fmla="*/ 2407436 w 7467600"/>
              <a:gd name="connsiteY538" fmla="*/ 1651070 h 6858000"/>
              <a:gd name="connsiteX539" fmla="*/ 2448558 w 7467600"/>
              <a:gd name="connsiteY539" fmla="*/ 1373435 h 6858000"/>
              <a:gd name="connsiteX540" fmla="*/ 278707 w 7467600"/>
              <a:gd name="connsiteY540" fmla="*/ 1352270 h 6858000"/>
              <a:gd name="connsiteX541" fmla="*/ 321570 w 7467600"/>
              <a:gd name="connsiteY541" fmla="*/ 1861610 h 6858000"/>
              <a:gd name="connsiteX542" fmla="*/ 294281 w 7467600"/>
              <a:gd name="connsiteY542" fmla="*/ 1440658 h 6858000"/>
              <a:gd name="connsiteX543" fmla="*/ 278707 w 7467600"/>
              <a:gd name="connsiteY543" fmla="*/ 1352270 h 6858000"/>
              <a:gd name="connsiteX544" fmla="*/ 1423821 w 7467600"/>
              <a:gd name="connsiteY544" fmla="*/ 1351958 h 6858000"/>
              <a:gd name="connsiteX545" fmla="*/ 1638521 w 7467600"/>
              <a:gd name="connsiteY545" fmla="*/ 1908470 h 6858000"/>
              <a:gd name="connsiteX546" fmla="*/ 1754199 w 7467600"/>
              <a:gd name="connsiteY546" fmla="*/ 2149284 h 6858000"/>
              <a:gd name="connsiteX547" fmla="*/ 1908359 w 7467600"/>
              <a:gd name="connsiteY547" fmla="*/ 2364988 h 6858000"/>
              <a:gd name="connsiteX548" fmla="*/ 1647661 w 7467600"/>
              <a:gd name="connsiteY548" fmla="*/ 1825945 h 6858000"/>
              <a:gd name="connsiteX549" fmla="*/ 1423821 w 7467600"/>
              <a:gd name="connsiteY549" fmla="*/ 1351958 h 6858000"/>
              <a:gd name="connsiteX550" fmla="*/ 1431890 w 7467600"/>
              <a:gd name="connsiteY550" fmla="*/ 1306475 h 6858000"/>
              <a:gd name="connsiteX551" fmla="*/ 1507597 w 7467600"/>
              <a:gd name="connsiteY551" fmla="*/ 1446132 h 6858000"/>
              <a:gd name="connsiteX552" fmla="*/ 1674586 w 7467600"/>
              <a:gd name="connsiteY552" fmla="*/ 1813832 h 6858000"/>
              <a:gd name="connsiteX553" fmla="*/ 1815950 w 7467600"/>
              <a:gd name="connsiteY553" fmla="*/ 2128564 h 6858000"/>
              <a:gd name="connsiteX554" fmla="*/ 1984242 w 7467600"/>
              <a:gd name="connsiteY554" fmla="*/ 2430829 h 6858000"/>
              <a:gd name="connsiteX555" fmla="*/ 2014023 w 7467600"/>
              <a:gd name="connsiteY555" fmla="*/ 2450995 h 6858000"/>
              <a:gd name="connsiteX556" fmla="*/ 1747337 w 7467600"/>
              <a:gd name="connsiteY556" fmla="*/ 1855264 h 6858000"/>
              <a:gd name="connsiteX557" fmla="*/ 1533749 w 7467600"/>
              <a:gd name="connsiteY557" fmla="*/ 1478656 h 6858000"/>
              <a:gd name="connsiteX558" fmla="*/ 1431890 w 7467600"/>
              <a:gd name="connsiteY558" fmla="*/ 1306475 h 6858000"/>
              <a:gd name="connsiteX559" fmla="*/ 5052692 w 7467600"/>
              <a:gd name="connsiteY559" fmla="*/ 1292994 h 6858000"/>
              <a:gd name="connsiteX560" fmla="*/ 5200661 w 7467600"/>
              <a:gd name="connsiteY560" fmla="*/ 1635186 h 6858000"/>
              <a:gd name="connsiteX561" fmla="*/ 5297138 w 7467600"/>
              <a:gd name="connsiteY561" fmla="*/ 1906351 h 6858000"/>
              <a:gd name="connsiteX562" fmla="*/ 5052692 w 7467600"/>
              <a:gd name="connsiteY562" fmla="*/ 1292994 h 6858000"/>
              <a:gd name="connsiteX563" fmla="*/ 5009948 w 7467600"/>
              <a:gd name="connsiteY563" fmla="*/ 1273619 h 6858000"/>
              <a:gd name="connsiteX564" fmla="*/ 5121777 w 7467600"/>
              <a:gd name="connsiteY564" fmla="*/ 1654213 h 6858000"/>
              <a:gd name="connsiteX565" fmla="*/ 5293545 w 7467600"/>
              <a:gd name="connsiteY565" fmla="*/ 2072247 h 6858000"/>
              <a:gd name="connsiteX566" fmla="*/ 5294042 w 7467600"/>
              <a:gd name="connsiteY566" fmla="*/ 2065019 h 6858000"/>
              <a:gd name="connsiteX567" fmla="*/ 5171936 w 7467600"/>
              <a:gd name="connsiteY567" fmla="*/ 1647613 h 6858000"/>
              <a:gd name="connsiteX568" fmla="*/ 5009948 w 7467600"/>
              <a:gd name="connsiteY568" fmla="*/ 1273619 h 6858000"/>
              <a:gd name="connsiteX569" fmla="*/ 655236 w 7467600"/>
              <a:gd name="connsiteY569" fmla="*/ 1268632 h 6858000"/>
              <a:gd name="connsiteX570" fmla="*/ 839521 w 7467600"/>
              <a:gd name="connsiteY570" fmla="*/ 1685315 h 6858000"/>
              <a:gd name="connsiteX571" fmla="*/ 1109416 w 7467600"/>
              <a:gd name="connsiteY571" fmla="*/ 2061663 h 6858000"/>
              <a:gd name="connsiteX572" fmla="*/ 1298300 w 7467600"/>
              <a:gd name="connsiteY572" fmla="*/ 2247742 h 6858000"/>
              <a:gd name="connsiteX573" fmla="*/ 1125871 w 7467600"/>
              <a:gd name="connsiteY573" fmla="*/ 1989513 h 6858000"/>
              <a:gd name="connsiteX574" fmla="*/ 981574 w 7467600"/>
              <a:gd name="connsiteY574" fmla="*/ 1783157 h 6858000"/>
              <a:gd name="connsiteX575" fmla="*/ 922198 w 7467600"/>
              <a:gd name="connsiteY575" fmla="*/ 1677437 h 6858000"/>
              <a:gd name="connsiteX576" fmla="*/ 869293 w 7467600"/>
              <a:gd name="connsiteY576" fmla="*/ 1583214 h 6858000"/>
              <a:gd name="connsiteX577" fmla="*/ 751431 w 7467600"/>
              <a:gd name="connsiteY577" fmla="*/ 1405731 h 6858000"/>
              <a:gd name="connsiteX578" fmla="*/ 655236 w 7467600"/>
              <a:gd name="connsiteY578" fmla="*/ 1268632 h 6858000"/>
              <a:gd name="connsiteX579" fmla="*/ 6516292 w 7467600"/>
              <a:gd name="connsiteY579" fmla="*/ 1263064 h 6858000"/>
              <a:gd name="connsiteX580" fmla="*/ 5736320 w 7467600"/>
              <a:gd name="connsiteY580" fmla="*/ 1501803 h 6858000"/>
              <a:gd name="connsiteX581" fmla="*/ 6516292 w 7467600"/>
              <a:gd name="connsiteY581" fmla="*/ 1263064 h 6858000"/>
              <a:gd name="connsiteX582" fmla="*/ 291466 w 7467600"/>
              <a:gd name="connsiteY582" fmla="*/ 1250369 h 6858000"/>
              <a:gd name="connsiteX583" fmla="*/ 323180 w 7467600"/>
              <a:gd name="connsiteY583" fmla="*/ 1435283 h 6858000"/>
              <a:gd name="connsiteX584" fmla="*/ 349381 w 7467600"/>
              <a:gd name="connsiteY584" fmla="*/ 1875041 h 6858000"/>
              <a:gd name="connsiteX585" fmla="*/ 374363 w 7467600"/>
              <a:gd name="connsiteY585" fmla="*/ 1506494 h 6858000"/>
              <a:gd name="connsiteX586" fmla="*/ 302168 w 7467600"/>
              <a:gd name="connsiteY586" fmla="*/ 1274495 h 6858000"/>
              <a:gd name="connsiteX587" fmla="*/ 291466 w 7467600"/>
              <a:gd name="connsiteY587" fmla="*/ 1250369 h 6858000"/>
              <a:gd name="connsiteX588" fmla="*/ 678222 w 7467600"/>
              <a:gd name="connsiteY588" fmla="*/ 1248670 h 6858000"/>
              <a:gd name="connsiteX589" fmla="*/ 775536 w 7467600"/>
              <a:gd name="connsiteY589" fmla="*/ 1388015 h 6858000"/>
              <a:gd name="connsiteX590" fmla="*/ 894529 w 7467600"/>
              <a:gd name="connsiteY590" fmla="*/ 1567739 h 6858000"/>
              <a:gd name="connsiteX591" fmla="*/ 948000 w 7467600"/>
              <a:gd name="connsiteY591" fmla="*/ 1663088 h 6858000"/>
              <a:gd name="connsiteX592" fmla="*/ 1006812 w 7467600"/>
              <a:gd name="connsiteY592" fmla="*/ 1767683 h 6858000"/>
              <a:gd name="connsiteX593" fmla="*/ 1149133 w 7467600"/>
              <a:gd name="connsiteY593" fmla="*/ 1971513 h 6858000"/>
              <a:gd name="connsiteX594" fmla="*/ 1333952 w 7467600"/>
              <a:gd name="connsiteY594" fmla="*/ 2251620 h 6858000"/>
              <a:gd name="connsiteX595" fmla="*/ 1337329 w 7467600"/>
              <a:gd name="connsiteY595" fmla="*/ 2258350 h 6858000"/>
              <a:gd name="connsiteX596" fmla="*/ 1014726 w 7467600"/>
              <a:gd name="connsiteY596" fmla="*/ 1615556 h 6858000"/>
              <a:gd name="connsiteX597" fmla="*/ 678222 w 7467600"/>
              <a:gd name="connsiteY597" fmla="*/ 1248670 h 6858000"/>
              <a:gd name="connsiteX598" fmla="*/ 6691602 w 7467600"/>
              <a:gd name="connsiteY598" fmla="*/ 1140573 h 6858000"/>
              <a:gd name="connsiteX599" fmla="*/ 6571100 w 7467600"/>
              <a:gd name="connsiteY599" fmla="*/ 1183662 h 6858000"/>
              <a:gd name="connsiteX600" fmla="*/ 6241687 w 7467600"/>
              <a:gd name="connsiteY600" fmla="*/ 1257600 h 6858000"/>
              <a:gd name="connsiteX601" fmla="*/ 5693009 w 7467600"/>
              <a:gd name="connsiteY601" fmla="*/ 1478256 h 6858000"/>
              <a:gd name="connsiteX602" fmla="*/ 6548420 w 7467600"/>
              <a:gd name="connsiteY602" fmla="*/ 1214599 h 6858000"/>
              <a:gd name="connsiteX603" fmla="*/ 6605473 w 7467600"/>
              <a:gd name="connsiteY603" fmla="*/ 1184686 h 6858000"/>
              <a:gd name="connsiteX604" fmla="*/ 6691602 w 7467600"/>
              <a:gd name="connsiteY604" fmla="*/ 1140573 h 6858000"/>
              <a:gd name="connsiteX605" fmla="*/ 4002475 w 7467600"/>
              <a:gd name="connsiteY605" fmla="*/ 1037802 h 6858000"/>
              <a:gd name="connsiteX606" fmla="*/ 4000324 w 7467600"/>
              <a:gd name="connsiteY606" fmla="*/ 1039362 h 6858000"/>
              <a:gd name="connsiteX607" fmla="*/ 4002862 w 7467600"/>
              <a:gd name="connsiteY607" fmla="*/ 1042866 h 6858000"/>
              <a:gd name="connsiteX608" fmla="*/ 4002475 w 7467600"/>
              <a:gd name="connsiteY608" fmla="*/ 1037802 h 6858000"/>
              <a:gd name="connsiteX609" fmla="*/ 506322 w 7467600"/>
              <a:gd name="connsiteY609" fmla="*/ 1020997 h 6858000"/>
              <a:gd name="connsiteX610" fmla="*/ 533068 w 7467600"/>
              <a:gd name="connsiteY610" fmla="*/ 1029409 h 6858000"/>
              <a:gd name="connsiteX611" fmla="*/ 1232525 w 7467600"/>
              <a:gd name="connsiteY611" fmla="*/ 1804675 h 6858000"/>
              <a:gd name="connsiteX612" fmla="*/ 1388858 w 7467600"/>
              <a:gd name="connsiteY612" fmla="*/ 2368011 h 6858000"/>
              <a:gd name="connsiteX613" fmla="*/ 1384098 w 7467600"/>
              <a:gd name="connsiteY613" fmla="*/ 2378125 h 6858000"/>
              <a:gd name="connsiteX614" fmla="*/ 1425393 w 7467600"/>
              <a:gd name="connsiteY614" fmla="*/ 2589124 h 6858000"/>
              <a:gd name="connsiteX615" fmla="*/ 1424001 w 7467600"/>
              <a:gd name="connsiteY615" fmla="*/ 2597541 h 6858000"/>
              <a:gd name="connsiteX616" fmla="*/ 2152729 w 7467600"/>
              <a:gd name="connsiteY616" fmla="*/ 2864487 h 6858000"/>
              <a:gd name="connsiteX617" fmla="*/ 2020609 w 7467600"/>
              <a:gd name="connsiteY617" fmla="*/ 2539671 h 6858000"/>
              <a:gd name="connsiteX618" fmla="*/ 2018920 w 7467600"/>
              <a:gd name="connsiteY618" fmla="*/ 2536309 h 6858000"/>
              <a:gd name="connsiteX619" fmla="*/ 1342441 w 7467600"/>
              <a:gd name="connsiteY619" fmla="*/ 1173017 h 6858000"/>
              <a:gd name="connsiteX620" fmla="*/ 1367925 w 7467600"/>
              <a:gd name="connsiteY620" fmla="*/ 1135648 h 6858000"/>
              <a:gd name="connsiteX621" fmla="*/ 1771401 w 7467600"/>
              <a:gd name="connsiteY621" fmla="*/ 1806673 h 6858000"/>
              <a:gd name="connsiteX622" fmla="*/ 1972385 w 7467600"/>
              <a:gd name="connsiteY622" fmla="*/ 2198735 h 6858000"/>
              <a:gd name="connsiteX623" fmla="*/ 2040892 w 7467600"/>
              <a:gd name="connsiteY623" fmla="*/ 2405205 h 6858000"/>
              <a:gd name="connsiteX624" fmla="*/ 2131689 w 7467600"/>
              <a:gd name="connsiteY624" fmla="*/ 1936926 h 6858000"/>
              <a:gd name="connsiteX625" fmla="*/ 2454820 w 7467600"/>
              <a:gd name="connsiteY625" fmla="*/ 1248808 h 6858000"/>
              <a:gd name="connsiteX626" fmla="*/ 2492512 w 7467600"/>
              <a:gd name="connsiteY626" fmla="*/ 1302920 h 6858000"/>
              <a:gd name="connsiteX627" fmla="*/ 2081216 w 7467600"/>
              <a:gd name="connsiteY627" fmla="*/ 2527513 h 6858000"/>
              <a:gd name="connsiteX628" fmla="*/ 2081211 w 7467600"/>
              <a:gd name="connsiteY628" fmla="*/ 2528916 h 6858000"/>
              <a:gd name="connsiteX629" fmla="*/ 2199067 w 7467600"/>
              <a:gd name="connsiteY629" fmla="*/ 2884061 h 6858000"/>
              <a:gd name="connsiteX630" fmla="*/ 3192586 w 7467600"/>
              <a:gd name="connsiteY630" fmla="*/ 3411496 h 6858000"/>
              <a:gd name="connsiteX631" fmla="*/ 3182620 w 7467600"/>
              <a:gd name="connsiteY631" fmla="*/ 3483279 h 6858000"/>
              <a:gd name="connsiteX632" fmla="*/ 2435119 w 7467600"/>
              <a:gd name="connsiteY632" fmla="*/ 3080173 h 6858000"/>
              <a:gd name="connsiteX633" fmla="*/ 2410152 w 7467600"/>
              <a:gd name="connsiteY633" fmla="*/ 3063751 h 6858000"/>
              <a:gd name="connsiteX634" fmla="*/ 2408099 w 7467600"/>
              <a:gd name="connsiteY634" fmla="*/ 3064403 h 6858000"/>
              <a:gd name="connsiteX635" fmla="*/ 2407218 w 7467600"/>
              <a:gd name="connsiteY635" fmla="*/ 3070324 h 6858000"/>
              <a:gd name="connsiteX636" fmla="*/ 2380138 w 7467600"/>
              <a:gd name="connsiteY636" fmla="*/ 3099341 h 6858000"/>
              <a:gd name="connsiteX637" fmla="*/ 1765923 w 7467600"/>
              <a:gd name="connsiteY637" fmla="*/ 3581043 h 6858000"/>
              <a:gd name="connsiteX638" fmla="*/ 1702258 w 7467600"/>
              <a:gd name="connsiteY638" fmla="*/ 3612286 h 6858000"/>
              <a:gd name="connsiteX639" fmla="*/ 1538370 w 7467600"/>
              <a:gd name="connsiteY639" fmla="*/ 3811804 h 6858000"/>
              <a:gd name="connsiteX640" fmla="*/ 542867 w 7467600"/>
              <a:gd name="connsiteY640" fmla="*/ 4944092 h 6858000"/>
              <a:gd name="connsiteX641" fmla="*/ 515800 w 7467600"/>
              <a:gd name="connsiteY641" fmla="*/ 4862180 h 6858000"/>
              <a:gd name="connsiteX642" fmla="*/ 909145 w 7467600"/>
              <a:gd name="connsiteY642" fmla="*/ 4199225 h 6858000"/>
              <a:gd name="connsiteX643" fmla="*/ 1214067 w 7467600"/>
              <a:gd name="connsiteY643" fmla="*/ 3908561 h 6858000"/>
              <a:gd name="connsiteX644" fmla="*/ 640967 w 7467600"/>
              <a:gd name="connsiteY644" fmla="*/ 4105601 h 6858000"/>
              <a:gd name="connsiteX645" fmla="*/ 112563 w 7467600"/>
              <a:gd name="connsiteY645" fmla="*/ 4396952 h 6858000"/>
              <a:gd name="connsiteX646" fmla="*/ 0 w 7467600"/>
              <a:gd name="connsiteY646" fmla="*/ 4466006 h 6858000"/>
              <a:gd name="connsiteX647" fmla="*/ 0 w 7467600"/>
              <a:gd name="connsiteY647" fmla="*/ 4233763 h 6858000"/>
              <a:gd name="connsiteX648" fmla="*/ 36881 w 7467600"/>
              <a:gd name="connsiteY648" fmla="*/ 4200118 h 6858000"/>
              <a:gd name="connsiteX649" fmla="*/ 910534 w 7467600"/>
              <a:gd name="connsiteY649" fmla="*/ 3629753 h 6858000"/>
              <a:gd name="connsiteX650" fmla="*/ 1578717 w 7467600"/>
              <a:gd name="connsiteY650" fmla="*/ 3575982 h 6858000"/>
              <a:gd name="connsiteX651" fmla="*/ 2338780 w 7467600"/>
              <a:gd name="connsiteY651" fmla="*/ 3033725 h 6858000"/>
              <a:gd name="connsiteX652" fmla="*/ 1807991 w 7467600"/>
              <a:gd name="connsiteY652" fmla="*/ 2807184 h 6858000"/>
              <a:gd name="connsiteX653" fmla="*/ 1416358 w 7467600"/>
              <a:gd name="connsiteY653" fmla="*/ 3112571 h 6858000"/>
              <a:gd name="connsiteX654" fmla="*/ 939066 w 7467600"/>
              <a:gd name="connsiteY654" fmla="*/ 3378798 h 6858000"/>
              <a:gd name="connsiteX655" fmla="*/ 115099 w 7467600"/>
              <a:gd name="connsiteY655" fmla="*/ 3607650 h 6858000"/>
              <a:gd name="connsiteX656" fmla="*/ 97284 w 7467600"/>
              <a:gd name="connsiteY656" fmla="*/ 3520393 h 6858000"/>
              <a:gd name="connsiteX657" fmla="*/ 922050 w 7467600"/>
              <a:gd name="connsiteY657" fmla="*/ 3074867 h 6858000"/>
              <a:gd name="connsiteX658" fmla="*/ 1405265 w 7467600"/>
              <a:gd name="connsiteY658" fmla="*/ 3016319 h 6858000"/>
              <a:gd name="connsiteX659" fmla="*/ 1407512 w 7467600"/>
              <a:gd name="connsiteY659" fmla="*/ 3018001 h 6858000"/>
              <a:gd name="connsiteX660" fmla="*/ 1726266 w 7467600"/>
              <a:gd name="connsiteY660" fmla="*/ 2777274 h 6858000"/>
              <a:gd name="connsiteX661" fmla="*/ 625390 w 7467600"/>
              <a:gd name="connsiteY661" fmla="*/ 2514541 h 6858000"/>
              <a:gd name="connsiteX662" fmla="*/ 619799 w 7467600"/>
              <a:gd name="connsiteY662" fmla="*/ 2527180 h 6858000"/>
              <a:gd name="connsiteX663" fmla="*/ 310030 w 7467600"/>
              <a:gd name="connsiteY663" fmla="*/ 2771818 h 6858000"/>
              <a:gd name="connsiteX664" fmla="*/ 173877 w 7467600"/>
              <a:gd name="connsiteY664" fmla="*/ 2937056 h 6858000"/>
              <a:gd name="connsiteX665" fmla="*/ 77889 w 7467600"/>
              <a:gd name="connsiteY665" fmla="*/ 3138440 h 6858000"/>
              <a:gd name="connsiteX666" fmla="*/ 0 w 7467600"/>
              <a:gd name="connsiteY666" fmla="*/ 3271395 h 6858000"/>
              <a:gd name="connsiteX667" fmla="*/ 0 w 7467600"/>
              <a:gd name="connsiteY667" fmla="*/ 3153002 h 6858000"/>
              <a:gd name="connsiteX668" fmla="*/ 2386 w 7467600"/>
              <a:gd name="connsiteY668" fmla="*/ 3149203 h 6858000"/>
              <a:gd name="connsiteX669" fmla="*/ 89753 w 7467600"/>
              <a:gd name="connsiteY669" fmla="*/ 2987702 h 6858000"/>
              <a:gd name="connsiteX670" fmla="*/ 76869 w 7467600"/>
              <a:gd name="connsiteY670" fmla="*/ 3005404 h 6858000"/>
              <a:gd name="connsiteX671" fmla="*/ 32049 w 7467600"/>
              <a:gd name="connsiteY671" fmla="*/ 3065814 h 6858000"/>
              <a:gd name="connsiteX672" fmla="*/ 0 w 7467600"/>
              <a:gd name="connsiteY672" fmla="*/ 3108744 h 6858000"/>
              <a:gd name="connsiteX673" fmla="*/ 0 w 7467600"/>
              <a:gd name="connsiteY673" fmla="*/ 3058059 h 6858000"/>
              <a:gd name="connsiteX674" fmla="*/ 7610 w 7467600"/>
              <a:gd name="connsiteY674" fmla="*/ 3047889 h 6858000"/>
              <a:gd name="connsiteX675" fmla="*/ 52419 w 7467600"/>
              <a:gd name="connsiteY675" fmla="*/ 2987479 h 6858000"/>
              <a:gd name="connsiteX676" fmla="*/ 59142 w 7467600"/>
              <a:gd name="connsiteY676" fmla="*/ 2978488 h 6858000"/>
              <a:gd name="connsiteX677" fmla="*/ 0 w 7467600"/>
              <a:gd name="connsiteY677" fmla="*/ 3015334 h 6858000"/>
              <a:gd name="connsiteX678" fmla="*/ 0 w 7467600"/>
              <a:gd name="connsiteY678" fmla="*/ 2914286 h 6858000"/>
              <a:gd name="connsiteX679" fmla="*/ 36383 w 7467600"/>
              <a:gd name="connsiteY679" fmla="*/ 2901128 h 6858000"/>
              <a:gd name="connsiteX680" fmla="*/ 156329 w 7467600"/>
              <a:gd name="connsiteY680" fmla="*/ 2840533 h 6858000"/>
              <a:gd name="connsiteX681" fmla="*/ 358355 w 7467600"/>
              <a:gd name="connsiteY681" fmla="*/ 2620471 h 6858000"/>
              <a:gd name="connsiteX682" fmla="*/ 510577 w 7467600"/>
              <a:gd name="connsiteY682" fmla="*/ 2501244 h 6858000"/>
              <a:gd name="connsiteX683" fmla="*/ 211967 w 7467600"/>
              <a:gd name="connsiteY683" fmla="*/ 2479171 h 6858000"/>
              <a:gd name="connsiteX684" fmla="*/ 0 w 7467600"/>
              <a:gd name="connsiteY684" fmla="*/ 2476398 h 6858000"/>
              <a:gd name="connsiteX685" fmla="*/ 0 w 7467600"/>
              <a:gd name="connsiteY685" fmla="*/ 2389189 h 6858000"/>
              <a:gd name="connsiteX686" fmla="*/ 103062 w 7467600"/>
              <a:gd name="connsiteY686" fmla="*/ 2389518 h 6858000"/>
              <a:gd name="connsiteX687" fmla="*/ 510734 w 7467600"/>
              <a:gd name="connsiteY687" fmla="*/ 2416201 h 6858000"/>
              <a:gd name="connsiteX688" fmla="*/ 279257 w 7467600"/>
              <a:gd name="connsiteY688" fmla="*/ 2092102 h 6858000"/>
              <a:gd name="connsiteX689" fmla="*/ 65265 w 7467600"/>
              <a:gd name="connsiteY689" fmla="*/ 2006049 h 6858000"/>
              <a:gd name="connsiteX690" fmla="*/ 0 w 7467600"/>
              <a:gd name="connsiteY690" fmla="*/ 1982532 h 6858000"/>
              <a:gd name="connsiteX691" fmla="*/ 0 w 7467600"/>
              <a:gd name="connsiteY691" fmla="*/ 1912789 h 6858000"/>
              <a:gd name="connsiteX692" fmla="*/ 97460 w 7467600"/>
              <a:gd name="connsiteY692" fmla="*/ 1953725 h 6858000"/>
              <a:gd name="connsiteX693" fmla="*/ 221272 w 7467600"/>
              <a:gd name="connsiteY693" fmla="*/ 1980766 h 6858000"/>
              <a:gd name="connsiteX694" fmla="*/ 116765 w 7467600"/>
              <a:gd name="connsiteY694" fmla="*/ 1911033 h 6858000"/>
              <a:gd name="connsiteX695" fmla="*/ 16405 w 7467600"/>
              <a:gd name="connsiteY695" fmla="*/ 1803412 h 6858000"/>
              <a:gd name="connsiteX696" fmla="*/ 0 w 7467600"/>
              <a:gd name="connsiteY696" fmla="*/ 1784777 h 6858000"/>
              <a:gd name="connsiteX697" fmla="*/ 0 w 7467600"/>
              <a:gd name="connsiteY697" fmla="*/ 1740082 h 6858000"/>
              <a:gd name="connsiteX698" fmla="*/ 39394 w 7467600"/>
              <a:gd name="connsiteY698" fmla="*/ 1784856 h 6858000"/>
              <a:gd name="connsiteX699" fmla="*/ 135813 w 7467600"/>
              <a:gd name="connsiteY699" fmla="*/ 1888838 h 6858000"/>
              <a:gd name="connsiteX700" fmla="*/ 242575 w 7467600"/>
              <a:gd name="connsiteY700" fmla="*/ 1958841 h 6858000"/>
              <a:gd name="connsiteX701" fmla="*/ 82197 w 7467600"/>
              <a:gd name="connsiteY701" fmla="*/ 1754826 h 6858000"/>
              <a:gd name="connsiteX702" fmla="*/ 0 w 7467600"/>
              <a:gd name="connsiteY702" fmla="*/ 1679650 h 6858000"/>
              <a:gd name="connsiteX703" fmla="*/ 0 w 7467600"/>
              <a:gd name="connsiteY703" fmla="*/ 1602463 h 6858000"/>
              <a:gd name="connsiteX704" fmla="*/ 84689 w 7467600"/>
              <a:gd name="connsiteY704" fmla="*/ 1677442 h 6858000"/>
              <a:gd name="connsiteX705" fmla="*/ 298437 w 7467600"/>
              <a:gd name="connsiteY705" fmla="*/ 1968019 h 6858000"/>
              <a:gd name="connsiteX706" fmla="*/ 227269 w 7467600"/>
              <a:gd name="connsiteY706" fmla="*/ 1114064 h 6858000"/>
              <a:gd name="connsiteX707" fmla="*/ 248003 w 7467600"/>
              <a:gd name="connsiteY707" fmla="*/ 1089613 h 6858000"/>
              <a:gd name="connsiteX708" fmla="*/ 427020 w 7467600"/>
              <a:gd name="connsiteY708" fmla="*/ 1619803 h 6858000"/>
              <a:gd name="connsiteX709" fmla="*/ 340345 w 7467600"/>
              <a:gd name="connsiteY709" fmla="*/ 2027739 h 6858000"/>
              <a:gd name="connsiteX710" fmla="*/ 360865 w 7467600"/>
              <a:gd name="connsiteY710" fmla="*/ 2044827 h 6858000"/>
              <a:gd name="connsiteX711" fmla="*/ 560414 w 7467600"/>
              <a:gd name="connsiteY711" fmla="*/ 2421457 h 6858000"/>
              <a:gd name="connsiteX712" fmla="*/ 1359703 w 7467600"/>
              <a:gd name="connsiteY712" fmla="*/ 2578554 h 6858000"/>
              <a:gd name="connsiteX713" fmla="*/ 1359422 w 7467600"/>
              <a:gd name="connsiteY713" fmla="*/ 2577994 h 6858000"/>
              <a:gd name="connsiteX714" fmla="*/ 828701 w 7467600"/>
              <a:gd name="connsiteY714" fmla="*/ 1839520 h 6858000"/>
              <a:gd name="connsiteX715" fmla="*/ 494427 w 7467600"/>
              <a:gd name="connsiteY715" fmla="*/ 1092333 h 6858000"/>
              <a:gd name="connsiteX716" fmla="*/ 506322 w 7467600"/>
              <a:gd name="connsiteY716" fmla="*/ 1020997 h 6858000"/>
              <a:gd name="connsiteX717" fmla="*/ 4570198 w 7467600"/>
              <a:gd name="connsiteY717" fmla="*/ 978081 h 6858000"/>
              <a:gd name="connsiteX718" fmla="*/ 4523691 w 7467600"/>
              <a:gd name="connsiteY718" fmla="*/ 1127776 h 6858000"/>
              <a:gd name="connsiteX719" fmla="*/ 4509875 w 7467600"/>
              <a:gd name="connsiteY719" fmla="*/ 1167552 h 6858000"/>
              <a:gd name="connsiteX720" fmla="*/ 4478168 w 7467600"/>
              <a:gd name="connsiteY720" fmla="*/ 1260735 h 6858000"/>
              <a:gd name="connsiteX721" fmla="*/ 4409309 w 7467600"/>
              <a:gd name="connsiteY721" fmla="*/ 1666996 h 6858000"/>
              <a:gd name="connsiteX722" fmla="*/ 4370031 w 7467600"/>
              <a:gd name="connsiteY722" fmla="*/ 1955666 h 6858000"/>
              <a:gd name="connsiteX723" fmla="*/ 4570198 w 7467600"/>
              <a:gd name="connsiteY723" fmla="*/ 978081 h 6858000"/>
              <a:gd name="connsiteX724" fmla="*/ 4557898 w 7467600"/>
              <a:gd name="connsiteY724" fmla="*/ 900011 h 6858000"/>
              <a:gd name="connsiteX725" fmla="*/ 4344840 w 7467600"/>
              <a:gd name="connsiteY725" fmla="*/ 1922038 h 6858000"/>
              <a:gd name="connsiteX726" fmla="*/ 4378710 w 7467600"/>
              <a:gd name="connsiteY726" fmla="*/ 1665516 h 6858000"/>
              <a:gd name="connsiteX727" fmla="*/ 4448798 w 7467600"/>
              <a:gd name="connsiteY727" fmla="*/ 1253024 h 6858000"/>
              <a:gd name="connsiteX728" fmla="*/ 4480315 w 7467600"/>
              <a:gd name="connsiteY728" fmla="*/ 1158454 h 6858000"/>
              <a:gd name="connsiteX729" fmla="*/ 4494133 w 7467600"/>
              <a:gd name="connsiteY729" fmla="*/ 1118676 h 6858000"/>
              <a:gd name="connsiteX730" fmla="*/ 4557898 w 7467600"/>
              <a:gd name="connsiteY730" fmla="*/ 900011 h 6858000"/>
              <a:gd name="connsiteX731" fmla="*/ 5870151 w 7467600"/>
              <a:gd name="connsiteY731" fmla="*/ 898890 h 6858000"/>
              <a:gd name="connsiteX732" fmla="*/ 5861335 w 7467600"/>
              <a:gd name="connsiteY732" fmla="*/ 899177 h 6858000"/>
              <a:gd name="connsiteX733" fmla="*/ 5843702 w 7467600"/>
              <a:gd name="connsiteY733" fmla="*/ 899748 h 6858000"/>
              <a:gd name="connsiteX734" fmla="*/ 5651107 w 7467600"/>
              <a:gd name="connsiteY734" fmla="*/ 920306 h 6858000"/>
              <a:gd name="connsiteX735" fmla="*/ 5459407 w 7467600"/>
              <a:gd name="connsiteY735" fmla="*/ 940975 h 6858000"/>
              <a:gd name="connsiteX736" fmla="*/ 5374846 w 7467600"/>
              <a:gd name="connsiteY736" fmla="*/ 941988 h 6858000"/>
              <a:gd name="connsiteX737" fmla="*/ 5256105 w 7467600"/>
              <a:gd name="connsiteY737" fmla="*/ 945632 h 6858000"/>
              <a:gd name="connsiteX738" fmla="*/ 5107071 w 7467600"/>
              <a:gd name="connsiteY738" fmla="*/ 969720 h 6858000"/>
              <a:gd name="connsiteX739" fmla="*/ 4998681 w 7467600"/>
              <a:gd name="connsiteY739" fmla="*/ 988771 h 6858000"/>
              <a:gd name="connsiteX740" fmla="*/ 5870151 w 7467600"/>
              <a:gd name="connsiteY740" fmla="*/ 898890 h 6858000"/>
              <a:gd name="connsiteX741" fmla="*/ 5504425 w 7467600"/>
              <a:gd name="connsiteY741" fmla="*/ 848067 h 6858000"/>
              <a:gd name="connsiteX742" fmla="*/ 4968849 w 7467600"/>
              <a:gd name="connsiteY742" fmla="*/ 962318 h 6858000"/>
              <a:gd name="connsiteX743" fmla="*/ 5104039 w 7467600"/>
              <a:gd name="connsiteY743" fmla="*/ 940634 h 6858000"/>
              <a:gd name="connsiteX744" fmla="*/ 5256311 w 7467600"/>
              <a:gd name="connsiteY744" fmla="*/ 916490 h 6858000"/>
              <a:gd name="connsiteX745" fmla="*/ 5377381 w 7467600"/>
              <a:gd name="connsiteY745" fmla="*/ 912671 h 6858000"/>
              <a:gd name="connsiteX746" fmla="*/ 5460148 w 7467600"/>
              <a:gd name="connsiteY746" fmla="*/ 911442 h 6858000"/>
              <a:gd name="connsiteX747" fmla="*/ 5648971 w 7467600"/>
              <a:gd name="connsiteY747" fmla="*/ 891331 h 6858000"/>
              <a:gd name="connsiteX748" fmla="*/ 5844807 w 7467600"/>
              <a:gd name="connsiteY748" fmla="*/ 870718 h 6858000"/>
              <a:gd name="connsiteX749" fmla="*/ 5862975 w 7467600"/>
              <a:gd name="connsiteY749" fmla="*/ 869756 h 6858000"/>
              <a:gd name="connsiteX750" fmla="*/ 5920887 w 7467600"/>
              <a:gd name="connsiteY750" fmla="*/ 865929 h 6858000"/>
              <a:gd name="connsiteX751" fmla="*/ 5504425 w 7467600"/>
              <a:gd name="connsiteY751" fmla="*/ 848067 h 6858000"/>
              <a:gd name="connsiteX752" fmla="*/ 3607114 w 7467600"/>
              <a:gd name="connsiteY752" fmla="*/ 467441 h 6858000"/>
              <a:gd name="connsiteX753" fmla="*/ 3296242 w 7467600"/>
              <a:gd name="connsiteY753" fmla="*/ 807991 h 6858000"/>
              <a:gd name="connsiteX754" fmla="*/ 3174674 w 7467600"/>
              <a:gd name="connsiteY754" fmla="*/ 919759 h 6858000"/>
              <a:gd name="connsiteX755" fmla="*/ 3042978 w 7467600"/>
              <a:gd name="connsiteY755" fmla="*/ 1054894 h 6858000"/>
              <a:gd name="connsiteX756" fmla="*/ 2968914 w 7467600"/>
              <a:gd name="connsiteY756" fmla="*/ 1133756 h 6858000"/>
              <a:gd name="connsiteX757" fmla="*/ 3103823 w 7467600"/>
              <a:gd name="connsiteY757" fmla="*/ 1026814 h 6858000"/>
              <a:gd name="connsiteX758" fmla="*/ 3607114 w 7467600"/>
              <a:gd name="connsiteY758" fmla="*/ 467441 h 6858000"/>
              <a:gd name="connsiteX759" fmla="*/ 3744487 w 7467600"/>
              <a:gd name="connsiteY759" fmla="*/ 383136 h 6858000"/>
              <a:gd name="connsiteX760" fmla="*/ 3970213 w 7467600"/>
              <a:gd name="connsiteY760" fmla="*/ 995559 h 6858000"/>
              <a:gd name="connsiteX761" fmla="*/ 3744487 w 7467600"/>
              <a:gd name="connsiteY761" fmla="*/ 383136 h 6858000"/>
              <a:gd name="connsiteX762" fmla="*/ 3624562 w 7467600"/>
              <a:gd name="connsiteY762" fmla="*/ 367041 h 6858000"/>
              <a:gd name="connsiteX763" fmla="*/ 3489712 w 7467600"/>
              <a:gd name="connsiteY763" fmla="*/ 485386 h 6858000"/>
              <a:gd name="connsiteX764" fmla="*/ 3182994 w 7467600"/>
              <a:gd name="connsiteY764" fmla="*/ 828265 h 6858000"/>
              <a:gd name="connsiteX765" fmla="*/ 2892114 w 7467600"/>
              <a:gd name="connsiteY765" fmla="*/ 1172635 h 6858000"/>
              <a:gd name="connsiteX766" fmla="*/ 3021459 w 7467600"/>
              <a:gd name="connsiteY766" fmla="*/ 1035385 h 6858000"/>
              <a:gd name="connsiteX767" fmla="*/ 3153873 w 7467600"/>
              <a:gd name="connsiteY767" fmla="*/ 898971 h 6858000"/>
              <a:gd name="connsiteX768" fmla="*/ 3276511 w 7467600"/>
              <a:gd name="connsiteY768" fmla="*/ 786423 h 6858000"/>
              <a:gd name="connsiteX769" fmla="*/ 3584154 w 7467600"/>
              <a:gd name="connsiteY769" fmla="*/ 448218 h 6858000"/>
              <a:gd name="connsiteX770" fmla="*/ 3624562 w 7467600"/>
              <a:gd name="connsiteY770" fmla="*/ 367041 h 6858000"/>
              <a:gd name="connsiteX771" fmla="*/ 3766672 w 7467600"/>
              <a:gd name="connsiteY771" fmla="*/ 359429 h 6858000"/>
              <a:gd name="connsiteX772" fmla="*/ 3996338 w 7467600"/>
              <a:gd name="connsiteY772" fmla="*/ 968237 h 6858000"/>
              <a:gd name="connsiteX773" fmla="*/ 3766672 w 7467600"/>
              <a:gd name="connsiteY773" fmla="*/ 359429 h 6858000"/>
              <a:gd name="connsiteX774" fmla="*/ 5805386 w 7467600"/>
              <a:gd name="connsiteY774" fmla="*/ 239240 h 6858000"/>
              <a:gd name="connsiteX775" fmla="*/ 5736947 w 7467600"/>
              <a:gd name="connsiteY775" fmla="*/ 261367 h 6858000"/>
              <a:gd name="connsiteX776" fmla="*/ 5427012 w 7467600"/>
              <a:gd name="connsiteY776" fmla="*/ 311272 h 6858000"/>
              <a:gd name="connsiteX777" fmla="*/ 5147818 w 7467600"/>
              <a:gd name="connsiteY777" fmla="*/ 322112 h 6858000"/>
              <a:gd name="connsiteX778" fmla="*/ 5060854 w 7467600"/>
              <a:gd name="connsiteY778" fmla="*/ 311882 h 6858000"/>
              <a:gd name="connsiteX779" fmla="*/ 4945989 w 7467600"/>
              <a:gd name="connsiteY779" fmla="*/ 300516 h 6858000"/>
              <a:gd name="connsiteX780" fmla="*/ 5410479 w 7467600"/>
              <a:gd name="connsiteY780" fmla="*/ 348434 h 6858000"/>
              <a:gd name="connsiteX781" fmla="*/ 5805386 w 7467600"/>
              <a:gd name="connsiteY781" fmla="*/ 239240 h 6858000"/>
              <a:gd name="connsiteX782" fmla="*/ 5905192 w 7467600"/>
              <a:gd name="connsiteY782" fmla="*/ 163079 h 6858000"/>
              <a:gd name="connsiteX783" fmla="*/ 5865655 w 7467600"/>
              <a:gd name="connsiteY783" fmla="*/ 171901 h 6858000"/>
              <a:gd name="connsiteX784" fmla="*/ 5259740 w 7467600"/>
              <a:gd name="connsiteY784" fmla="*/ 257013 h 6858000"/>
              <a:gd name="connsiteX785" fmla="*/ 5208466 w 7467600"/>
              <a:gd name="connsiteY785" fmla="*/ 257550 h 6858000"/>
              <a:gd name="connsiteX786" fmla="*/ 4980204 w 7467600"/>
              <a:gd name="connsiteY786" fmla="*/ 271903 h 6858000"/>
              <a:gd name="connsiteX787" fmla="*/ 5068068 w 7467600"/>
              <a:gd name="connsiteY787" fmla="*/ 282244 h 6858000"/>
              <a:gd name="connsiteX788" fmla="*/ 5153231 w 7467600"/>
              <a:gd name="connsiteY788" fmla="*/ 292240 h 6858000"/>
              <a:gd name="connsiteX789" fmla="*/ 5426491 w 7467600"/>
              <a:gd name="connsiteY789" fmla="*/ 281128 h 6858000"/>
              <a:gd name="connsiteX790" fmla="*/ 5731212 w 7467600"/>
              <a:gd name="connsiteY790" fmla="*/ 231951 h 6858000"/>
              <a:gd name="connsiteX791" fmla="*/ 5905192 w 7467600"/>
              <a:gd name="connsiteY791" fmla="*/ 163079 h 6858000"/>
              <a:gd name="connsiteX792" fmla="*/ 5944437 w 7467600"/>
              <a:gd name="connsiteY792" fmla="*/ 113829 h 6858000"/>
              <a:gd name="connsiteX793" fmla="*/ 5825032 w 7467600"/>
              <a:gd name="connsiteY793" fmla="*/ 146405 h 6858000"/>
              <a:gd name="connsiteX794" fmla="*/ 4955599 w 7467600"/>
              <a:gd name="connsiteY794" fmla="*/ 247008 h 6858000"/>
              <a:gd name="connsiteX795" fmla="*/ 5210104 w 7467600"/>
              <a:gd name="connsiteY795" fmla="*/ 228123 h 6858000"/>
              <a:gd name="connsiteX796" fmla="*/ 5261015 w 7467600"/>
              <a:gd name="connsiteY796" fmla="*/ 227087 h 6858000"/>
              <a:gd name="connsiteX797" fmla="*/ 5861181 w 7467600"/>
              <a:gd name="connsiteY797" fmla="*/ 143093 h 6858000"/>
              <a:gd name="connsiteX798" fmla="*/ 5961252 w 7467600"/>
              <a:gd name="connsiteY798" fmla="*/ 114820 h 6858000"/>
              <a:gd name="connsiteX799" fmla="*/ 5944437 w 7467600"/>
              <a:gd name="connsiteY799" fmla="*/ 113829 h 6858000"/>
              <a:gd name="connsiteX800" fmla="*/ 3882765 w 7467600"/>
              <a:gd name="connsiteY800" fmla="*/ 0 h 6858000"/>
              <a:gd name="connsiteX801" fmla="*/ 3995099 w 7467600"/>
              <a:gd name="connsiteY801" fmla="*/ 0 h 6858000"/>
              <a:gd name="connsiteX802" fmla="*/ 4163818 w 7467600"/>
              <a:gd name="connsiteY802" fmla="*/ 234104 h 6858000"/>
              <a:gd name="connsiteX803" fmla="*/ 4172099 w 7467600"/>
              <a:gd name="connsiteY803" fmla="*/ 234207 h 6858000"/>
              <a:gd name="connsiteX804" fmla="*/ 4784282 w 7467600"/>
              <a:gd name="connsiteY804" fmla="*/ 276561 h 6858000"/>
              <a:gd name="connsiteX805" fmla="*/ 4801687 w 7467600"/>
              <a:gd name="connsiteY805" fmla="*/ 267764 h 6858000"/>
              <a:gd name="connsiteX806" fmla="*/ 6082788 w 7467600"/>
              <a:gd name="connsiteY806" fmla="*/ 64119 h 6858000"/>
              <a:gd name="connsiteX807" fmla="*/ 6099442 w 7467600"/>
              <a:gd name="connsiteY807" fmla="*/ 82568 h 6858000"/>
              <a:gd name="connsiteX808" fmla="*/ 4804137 w 7467600"/>
              <a:gd name="connsiteY808" fmla="*/ 320931 h 6858000"/>
              <a:gd name="connsiteX809" fmla="*/ 4227047 w 7467600"/>
              <a:gd name="connsiteY809" fmla="*/ 313415 h 6858000"/>
              <a:gd name="connsiteX810" fmla="*/ 4346041 w 7467600"/>
              <a:gd name="connsiteY810" fmla="*/ 456086 h 6858000"/>
              <a:gd name="connsiteX811" fmla="*/ 4870967 w 7467600"/>
              <a:gd name="connsiteY811" fmla="*/ 963061 h 6858000"/>
              <a:gd name="connsiteX812" fmla="*/ 4889647 w 7467600"/>
              <a:gd name="connsiteY812" fmla="*/ 957147 h 6858000"/>
              <a:gd name="connsiteX813" fmla="*/ 5422504 w 7467600"/>
              <a:gd name="connsiteY813" fmla="*/ 805191 h 6858000"/>
              <a:gd name="connsiteX814" fmla="*/ 6087656 w 7467600"/>
              <a:gd name="connsiteY814" fmla="*/ 826703 h 6858000"/>
              <a:gd name="connsiteX815" fmla="*/ 6058717 w 7467600"/>
              <a:gd name="connsiteY815" fmla="*/ 865992 h 6858000"/>
              <a:gd name="connsiteX816" fmla="*/ 4974153 w 7467600"/>
              <a:gd name="connsiteY816" fmla="*/ 1045456 h 6858000"/>
              <a:gd name="connsiteX817" fmla="*/ 5627835 w 7467600"/>
              <a:gd name="connsiteY817" fmla="*/ 1472077 h 6858000"/>
              <a:gd name="connsiteX818" fmla="*/ 5629817 w 7467600"/>
              <a:gd name="connsiteY818" fmla="*/ 1471412 h 6858000"/>
              <a:gd name="connsiteX819" fmla="*/ 5634124 w 7467600"/>
              <a:gd name="connsiteY819" fmla="*/ 1470572 h 6858000"/>
              <a:gd name="connsiteX820" fmla="*/ 5755832 w 7467600"/>
              <a:gd name="connsiteY820" fmla="*/ 1383886 h 6858000"/>
              <a:gd name="connsiteX821" fmla="*/ 6014186 w 7467600"/>
              <a:gd name="connsiteY821" fmla="*/ 1279799 h 6858000"/>
              <a:gd name="connsiteX822" fmla="*/ 6901619 w 7467600"/>
              <a:gd name="connsiteY822" fmla="*/ 1047874 h 6858000"/>
              <a:gd name="connsiteX823" fmla="*/ 6931566 w 7467600"/>
              <a:gd name="connsiteY823" fmla="*/ 1062034 h 6858000"/>
              <a:gd name="connsiteX824" fmla="*/ 5790982 w 7467600"/>
              <a:gd name="connsiteY824" fmla="*/ 1561380 h 6858000"/>
              <a:gd name="connsiteX825" fmla="*/ 6188971 w 7467600"/>
              <a:gd name="connsiteY825" fmla="*/ 1755168 h 6858000"/>
              <a:gd name="connsiteX826" fmla="*/ 6202446 w 7467600"/>
              <a:gd name="connsiteY826" fmla="*/ 1752268 h 6858000"/>
              <a:gd name="connsiteX827" fmla="*/ 7179560 w 7467600"/>
              <a:gd name="connsiteY827" fmla="*/ 1467551 h 6858000"/>
              <a:gd name="connsiteX828" fmla="*/ 7158730 w 7467600"/>
              <a:gd name="connsiteY828" fmla="*/ 1507835 h 6858000"/>
              <a:gd name="connsiteX829" fmla="*/ 6326959 w 7467600"/>
              <a:gd name="connsiteY829" fmla="*/ 1817686 h 6858000"/>
              <a:gd name="connsiteX830" fmla="*/ 6537433 w 7467600"/>
              <a:gd name="connsiteY830" fmla="*/ 1907790 h 6858000"/>
              <a:gd name="connsiteX831" fmla="*/ 6550221 w 7467600"/>
              <a:gd name="connsiteY831" fmla="*/ 1910729 h 6858000"/>
              <a:gd name="connsiteX832" fmla="*/ 6964438 w 7467600"/>
              <a:gd name="connsiteY832" fmla="*/ 2209505 h 6858000"/>
              <a:gd name="connsiteX833" fmla="*/ 7367862 w 7467600"/>
              <a:gd name="connsiteY833" fmla="*/ 2806833 h 6858000"/>
              <a:gd name="connsiteX834" fmla="*/ 7364329 w 7467600"/>
              <a:gd name="connsiteY834" fmla="*/ 2826907 h 6858000"/>
              <a:gd name="connsiteX835" fmla="*/ 7290545 w 7467600"/>
              <a:gd name="connsiteY835" fmla="*/ 2850663 h 6858000"/>
              <a:gd name="connsiteX836" fmla="*/ 6472036 w 7467600"/>
              <a:gd name="connsiteY836" fmla="*/ 1959003 h 6858000"/>
              <a:gd name="connsiteX837" fmla="*/ 5792897 w 7467600"/>
              <a:gd name="connsiteY837" fmla="*/ 1647747 h 6858000"/>
              <a:gd name="connsiteX838" fmla="*/ 5842751 w 7467600"/>
              <a:gd name="connsiteY838" fmla="*/ 1816112 h 6858000"/>
              <a:gd name="connsiteX839" fmla="*/ 5847424 w 7467600"/>
              <a:gd name="connsiteY839" fmla="*/ 1815776 h 6858000"/>
              <a:gd name="connsiteX840" fmla="*/ 6399821 w 7467600"/>
              <a:gd name="connsiteY840" fmla="*/ 2344799 h 6858000"/>
              <a:gd name="connsiteX841" fmla="*/ 6323232 w 7467600"/>
              <a:gd name="connsiteY841" fmla="*/ 2389634 h 6858000"/>
              <a:gd name="connsiteX842" fmla="*/ 5942958 w 7467600"/>
              <a:gd name="connsiteY842" fmla="*/ 2077708 h 6858000"/>
              <a:gd name="connsiteX843" fmla="*/ 5921559 w 7467600"/>
              <a:gd name="connsiteY843" fmla="*/ 2378596 h 6858000"/>
              <a:gd name="connsiteX844" fmla="*/ 5817651 w 7467600"/>
              <a:gd name="connsiteY844" fmla="*/ 3023919 h 6858000"/>
              <a:gd name="connsiteX845" fmla="*/ 5729634 w 7467600"/>
              <a:gd name="connsiteY845" fmla="*/ 3051849 h 6858000"/>
              <a:gd name="connsiteX846" fmla="*/ 5611018 w 7467600"/>
              <a:gd name="connsiteY846" fmla="*/ 2316769 h 6858000"/>
              <a:gd name="connsiteX847" fmla="*/ 5687608 w 7467600"/>
              <a:gd name="connsiteY847" fmla="*/ 2039972 h 6858000"/>
              <a:gd name="connsiteX848" fmla="*/ 5657554 w 7467600"/>
              <a:gd name="connsiteY848" fmla="*/ 1576445 h 6858000"/>
              <a:gd name="connsiteX849" fmla="*/ 5150475 w 7467600"/>
              <a:gd name="connsiteY849" fmla="*/ 1274012 h 6858000"/>
              <a:gd name="connsiteX850" fmla="*/ 5349142 w 7467600"/>
              <a:gd name="connsiteY850" fmla="*/ 2204405 h 6858000"/>
              <a:gd name="connsiteX851" fmla="*/ 5262214 w 7467600"/>
              <a:gd name="connsiteY851" fmla="*/ 2233836 h 6858000"/>
              <a:gd name="connsiteX852" fmla="*/ 4981539 w 7467600"/>
              <a:gd name="connsiteY852" fmla="*/ 1542201 h 6858000"/>
              <a:gd name="connsiteX853" fmla="*/ 4958461 w 7467600"/>
              <a:gd name="connsiteY853" fmla="*/ 1136957 h 6858000"/>
              <a:gd name="connsiteX854" fmla="*/ 4655015 w 7467600"/>
              <a:gd name="connsiteY854" fmla="*/ 891426 h 6858000"/>
              <a:gd name="connsiteX855" fmla="*/ 4348002 w 7467600"/>
              <a:gd name="connsiteY855" fmla="*/ 2205895 h 6858000"/>
              <a:gd name="connsiteX856" fmla="*/ 4262250 w 7467600"/>
              <a:gd name="connsiteY856" fmla="*/ 2219972 h 6858000"/>
              <a:gd name="connsiteX857" fmla="*/ 4550611 w 7467600"/>
              <a:gd name="connsiteY857" fmla="*/ 817540 h 6858000"/>
              <a:gd name="connsiteX858" fmla="*/ 4564418 w 7467600"/>
              <a:gd name="connsiteY858" fmla="*/ 808293 h 6858000"/>
              <a:gd name="connsiteX859" fmla="*/ 4266388 w 7467600"/>
              <a:gd name="connsiteY859" fmla="*/ 500083 h 6858000"/>
              <a:gd name="connsiteX860" fmla="*/ 4032842 w 7467600"/>
              <a:gd name="connsiteY860" fmla="*/ 211809 h 6858000"/>
              <a:gd name="connsiteX861" fmla="*/ 3882765 w 7467600"/>
              <a:gd name="connsiteY861" fmla="*/ 0 h 6858000"/>
              <a:gd name="connsiteX862" fmla="*/ 3721337 w 7467600"/>
              <a:gd name="connsiteY862" fmla="*/ 0 h 6858000"/>
              <a:gd name="connsiteX863" fmla="*/ 3797544 w 7467600"/>
              <a:gd name="connsiteY863" fmla="*/ 0 h 6858000"/>
              <a:gd name="connsiteX864" fmla="*/ 3775734 w 7467600"/>
              <a:gd name="connsiteY864" fmla="*/ 95131 h 6858000"/>
              <a:gd name="connsiteX865" fmla="*/ 3724807 w 7467600"/>
              <a:gd name="connsiteY865" fmla="*/ 272257 h 6858000"/>
              <a:gd name="connsiteX866" fmla="*/ 3726844 w 7467600"/>
              <a:gd name="connsiteY866" fmla="*/ 282988 h 6858000"/>
              <a:gd name="connsiteX867" fmla="*/ 3742664 w 7467600"/>
              <a:gd name="connsiteY867" fmla="*/ 279918 h 6858000"/>
              <a:gd name="connsiteX868" fmla="*/ 4103910 w 7467600"/>
              <a:gd name="connsiteY868" fmla="*/ 1161917 h 6858000"/>
              <a:gd name="connsiteX869" fmla="*/ 4020269 w 7467600"/>
              <a:gd name="connsiteY869" fmla="*/ 1200406 h 6858000"/>
              <a:gd name="connsiteX870" fmla="*/ 3674882 w 7467600"/>
              <a:gd name="connsiteY870" fmla="*/ 488524 h 6858000"/>
              <a:gd name="connsiteX871" fmla="*/ 3132682 w 7467600"/>
              <a:gd name="connsiteY871" fmla="*/ 1072284 h 6858000"/>
              <a:gd name="connsiteX872" fmla="*/ 2716346 w 7467600"/>
              <a:gd name="connsiteY872" fmla="*/ 1276376 h 6858000"/>
              <a:gd name="connsiteX873" fmla="*/ 2716772 w 7467600"/>
              <a:gd name="connsiteY873" fmla="*/ 1255462 h 6858000"/>
              <a:gd name="connsiteX874" fmla="*/ 3471096 w 7467600"/>
              <a:gd name="connsiteY874" fmla="*/ 437072 h 6858000"/>
              <a:gd name="connsiteX875" fmla="*/ 3639057 w 7467600"/>
              <a:gd name="connsiteY875" fmla="*/ 286334 h 6858000"/>
              <a:gd name="connsiteX876" fmla="*/ 3640309 w 7467600"/>
              <a:gd name="connsiteY876" fmla="*/ 284664 h 6858000"/>
              <a:gd name="connsiteX877" fmla="*/ 3646022 w 7467600"/>
              <a:gd name="connsiteY877" fmla="*/ 276711 h 6858000"/>
              <a:gd name="connsiteX878" fmla="*/ 3707943 w 7467600"/>
              <a:gd name="connsiteY878" fmla="*/ 65958 h 6858000"/>
              <a:gd name="connsiteX879" fmla="*/ 3721337 w 7467600"/>
              <a:gd name="connsiteY879" fmla="*/ 0 h 6858000"/>
              <a:gd name="connsiteX880" fmla="*/ 2867960 w 7467600"/>
              <a:gd name="connsiteY880" fmla="*/ 0 h 6858000"/>
              <a:gd name="connsiteX881" fmla="*/ 2926351 w 7467600"/>
              <a:gd name="connsiteY881" fmla="*/ 0 h 6858000"/>
              <a:gd name="connsiteX882" fmla="*/ 2902823 w 7467600"/>
              <a:gd name="connsiteY882" fmla="*/ 262929 h 6858000"/>
              <a:gd name="connsiteX883" fmla="*/ 2940663 w 7467600"/>
              <a:gd name="connsiteY883" fmla="*/ 140884 h 6858000"/>
              <a:gd name="connsiteX884" fmla="*/ 2947039 w 7467600"/>
              <a:gd name="connsiteY884" fmla="*/ 122524 h 6858000"/>
              <a:gd name="connsiteX885" fmla="*/ 2984316 w 7467600"/>
              <a:gd name="connsiteY885" fmla="*/ 0 h 6858000"/>
              <a:gd name="connsiteX886" fmla="*/ 3016114 w 7467600"/>
              <a:gd name="connsiteY886" fmla="*/ 0 h 6858000"/>
              <a:gd name="connsiteX887" fmla="*/ 2979949 w 7467600"/>
              <a:gd name="connsiteY887" fmla="*/ 119274 h 6858000"/>
              <a:gd name="connsiteX888" fmla="*/ 3023879 w 7467600"/>
              <a:gd name="connsiteY888" fmla="*/ 0 h 6858000"/>
              <a:gd name="connsiteX889" fmla="*/ 3105400 w 7467600"/>
              <a:gd name="connsiteY889" fmla="*/ 0 h 6858000"/>
              <a:gd name="connsiteX890" fmla="*/ 3094669 w 7467600"/>
              <a:gd name="connsiteY890" fmla="*/ 30308 h 6858000"/>
              <a:gd name="connsiteX891" fmla="*/ 2901945 w 7467600"/>
              <a:gd name="connsiteY891" fmla="*/ 466538 h 6858000"/>
              <a:gd name="connsiteX892" fmla="*/ 2815209 w 7467600"/>
              <a:gd name="connsiteY892" fmla="*/ 497361 h 6858000"/>
              <a:gd name="connsiteX893" fmla="*/ 2844845 w 7467600"/>
              <a:gd name="connsiteY893" fmla="*/ 127638 h 6858000"/>
              <a:gd name="connsiteX894" fmla="*/ 2867960 w 7467600"/>
              <a:gd name="connsiteY894" fmla="*/ 0 h 6858000"/>
              <a:gd name="connsiteX895" fmla="*/ 1057230 w 7467600"/>
              <a:gd name="connsiteY895" fmla="*/ 0 h 6858000"/>
              <a:gd name="connsiteX896" fmla="*/ 1111003 w 7467600"/>
              <a:gd name="connsiteY896" fmla="*/ 0 h 6858000"/>
              <a:gd name="connsiteX897" fmla="*/ 1125553 w 7467600"/>
              <a:gd name="connsiteY897" fmla="*/ 52588 h 6858000"/>
              <a:gd name="connsiteX898" fmla="*/ 1304276 w 7467600"/>
              <a:gd name="connsiteY898" fmla="*/ 476275 h 6858000"/>
              <a:gd name="connsiteX899" fmla="*/ 1492066 w 7467600"/>
              <a:gd name="connsiteY899" fmla="*/ 886333 h 6858000"/>
              <a:gd name="connsiteX900" fmla="*/ 1423698 w 7467600"/>
              <a:gd name="connsiteY900" fmla="*/ 710817 h 6858000"/>
              <a:gd name="connsiteX901" fmla="*/ 1357609 w 7467600"/>
              <a:gd name="connsiteY901" fmla="*/ 532892 h 6858000"/>
              <a:gd name="connsiteX902" fmla="*/ 1309550 w 7467600"/>
              <a:gd name="connsiteY902" fmla="*/ 374031 h 6858000"/>
              <a:gd name="connsiteX903" fmla="*/ 1193673 w 7467600"/>
              <a:gd name="connsiteY903" fmla="*/ 49533 h 6858000"/>
              <a:gd name="connsiteX904" fmla="*/ 1164391 w 7467600"/>
              <a:gd name="connsiteY904" fmla="*/ 0 h 6858000"/>
              <a:gd name="connsiteX905" fmla="*/ 1200666 w 7467600"/>
              <a:gd name="connsiteY905" fmla="*/ 0 h 6858000"/>
              <a:gd name="connsiteX906" fmla="*/ 1223408 w 7467600"/>
              <a:gd name="connsiteY906" fmla="*/ 38996 h 6858000"/>
              <a:gd name="connsiteX907" fmla="*/ 1339635 w 7467600"/>
              <a:gd name="connsiteY907" fmla="*/ 365517 h 6858000"/>
              <a:gd name="connsiteX908" fmla="*/ 1387469 w 7467600"/>
              <a:gd name="connsiteY908" fmla="*/ 523079 h 6858000"/>
              <a:gd name="connsiteX909" fmla="*/ 1452685 w 7467600"/>
              <a:gd name="connsiteY909" fmla="*/ 699806 h 6858000"/>
              <a:gd name="connsiteX910" fmla="*/ 1492092 w 7467600"/>
              <a:gd name="connsiteY910" fmla="*/ 800424 h 6858000"/>
              <a:gd name="connsiteX911" fmla="*/ 1455302 w 7467600"/>
              <a:gd name="connsiteY911" fmla="*/ 632913 h 6858000"/>
              <a:gd name="connsiteX912" fmla="*/ 1222336 w 7467600"/>
              <a:gd name="connsiteY912" fmla="*/ 9480 h 6858000"/>
              <a:gd name="connsiteX913" fmla="*/ 1214634 w 7467600"/>
              <a:gd name="connsiteY913" fmla="*/ 0 h 6858000"/>
              <a:gd name="connsiteX914" fmla="*/ 1289827 w 7467600"/>
              <a:gd name="connsiteY914" fmla="*/ 0 h 6858000"/>
              <a:gd name="connsiteX915" fmla="*/ 1321076 w 7467600"/>
              <a:gd name="connsiteY915" fmla="*/ 59722 h 6858000"/>
              <a:gd name="connsiteX916" fmla="*/ 1512579 w 7467600"/>
              <a:gd name="connsiteY916" fmla="*/ 626441 h 6858000"/>
              <a:gd name="connsiteX917" fmla="*/ 1506076 w 7467600"/>
              <a:gd name="connsiteY917" fmla="*/ 1089289 h 6858000"/>
              <a:gd name="connsiteX918" fmla="*/ 1486346 w 7467600"/>
              <a:gd name="connsiteY918" fmla="*/ 1079919 h 6858000"/>
              <a:gd name="connsiteX919" fmla="*/ 1070511 w 7467600"/>
              <a:gd name="connsiteY919" fmla="*/ 48609 h 6858000"/>
              <a:gd name="connsiteX920" fmla="*/ 1057230 w 7467600"/>
              <a:gd name="connsiteY920" fmla="*/ 0 h 6858000"/>
              <a:gd name="connsiteX921" fmla="*/ 43151 w 7467600"/>
              <a:gd name="connsiteY921" fmla="*/ 0 h 6858000"/>
              <a:gd name="connsiteX922" fmla="*/ 95283 w 7467600"/>
              <a:gd name="connsiteY922" fmla="*/ 0 h 6858000"/>
              <a:gd name="connsiteX923" fmla="*/ 300708 w 7467600"/>
              <a:gd name="connsiteY923" fmla="*/ 154571 h 6858000"/>
              <a:gd name="connsiteX924" fmla="*/ 530414 w 7467600"/>
              <a:gd name="connsiteY924" fmla="*/ 354673 h 6858000"/>
              <a:gd name="connsiteX925" fmla="*/ 333785 w 7467600"/>
              <a:gd name="connsiteY925" fmla="*/ 161564 h 6858000"/>
              <a:gd name="connsiteX926" fmla="*/ 147005 w 7467600"/>
              <a:gd name="connsiteY926" fmla="*/ 0 h 6858000"/>
              <a:gd name="connsiteX927" fmla="*/ 272509 w 7467600"/>
              <a:gd name="connsiteY927" fmla="*/ 0 h 6858000"/>
              <a:gd name="connsiteX928" fmla="*/ 326276 w 7467600"/>
              <a:gd name="connsiteY928" fmla="*/ 45847 h 6858000"/>
              <a:gd name="connsiteX929" fmla="*/ 823759 w 7467600"/>
              <a:gd name="connsiteY929" fmla="*/ 574145 h 6858000"/>
              <a:gd name="connsiteX930" fmla="*/ 811254 w 7467600"/>
              <a:gd name="connsiteY930" fmla="*/ 665546 h 6858000"/>
              <a:gd name="connsiteX931" fmla="*/ 154042 w 7467600"/>
              <a:gd name="connsiteY931" fmla="*/ 261522 h 6858000"/>
              <a:gd name="connsiteX932" fmla="*/ 13550 w 7467600"/>
              <a:gd name="connsiteY932" fmla="*/ 158423 h 6858000"/>
              <a:gd name="connsiteX933" fmla="*/ 0 w 7467600"/>
              <a:gd name="connsiteY933" fmla="*/ 146618 h 6858000"/>
              <a:gd name="connsiteX934" fmla="*/ 0 w 7467600"/>
              <a:gd name="connsiteY934" fmla="*/ 59161 h 6858000"/>
              <a:gd name="connsiteX935" fmla="*/ 45427 w 7467600"/>
              <a:gd name="connsiteY935" fmla="*/ 101078 h 6858000"/>
              <a:gd name="connsiteX936" fmla="*/ 630103 w 7467600"/>
              <a:gd name="connsiteY936" fmla="*/ 485885 h 6858000"/>
              <a:gd name="connsiteX937" fmla="*/ 532040 w 7467600"/>
              <a:gd name="connsiteY937" fmla="*/ 399359 h 6858000"/>
              <a:gd name="connsiteX938" fmla="*/ 517618 w 7467600"/>
              <a:gd name="connsiteY938" fmla="*/ 385726 h 6858000"/>
              <a:gd name="connsiteX939" fmla="*/ 285074 w 7467600"/>
              <a:gd name="connsiteY939" fmla="*/ 182755 h 6858000"/>
              <a:gd name="connsiteX940" fmla="*/ 43151 w 7467600"/>
              <a:gd name="connsiteY94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6857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1019354 w 7467600"/>
              <a:gd name="connsiteY8" fmla="*/ 6315006 h 6858000"/>
              <a:gd name="connsiteX9" fmla="*/ 441046 w 7467600"/>
              <a:gd name="connsiteY9" fmla="*/ 6691153 h 6858000"/>
              <a:gd name="connsiteX10" fmla="*/ 1019354 w 7467600"/>
              <a:gd name="connsiteY10" fmla="*/ 6315006 h 6858000"/>
              <a:gd name="connsiteX11" fmla="*/ 991680 w 7467600"/>
              <a:gd name="connsiteY11" fmla="*/ 6298413 h 6858000"/>
              <a:gd name="connsiteX12" fmla="*/ 409060 w 7467600"/>
              <a:gd name="connsiteY12" fmla="*/ 6671470 h 6858000"/>
              <a:gd name="connsiteX13" fmla="*/ 991680 w 7467600"/>
              <a:gd name="connsiteY13" fmla="*/ 6298413 h 6858000"/>
              <a:gd name="connsiteX14" fmla="*/ 103333 w 7467600"/>
              <a:gd name="connsiteY14" fmla="*/ 5699602 h 6858000"/>
              <a:gd name="connsiteX15" fmla="*/ 233938 w 7467600"/>
              <a:gd name="connsiteY15" fmla="*/ 5809416 h 6858000"/>
              <a:gd name="connsiteX16" fmla="*/ 883580 w 7467600"/>
              <a:gd name="connsiteY16" fmla="*/ 6180710 h 6858000"/>
              <a:gd name="connsiteX17" fmla="*/ 487337 w 7467600"/>
              <a:gd name="connsiteY17" fmla="*/ 5950182 h 6858000"/>
              <a:gd name="connsiteX18" fmla="*/ 354051 w 7467600"/>
              <a:gd name="connsiteY18" fmla="*/ 5854912 h 6858000"/>
              <a:gd name="connsiteX19" fmla="*/ 195436 w 7467600"/>
              <a:gd name="connsiteY19" fmla="*/ 5755068 h 6858000"/>
              <a:gd name="connsiteX20" fmla="*/ 103333 w 7467600"/>
              <a:gd name="connsiteY20" fmla="*/ 5699602 h 6858000"/>
              <a:gd name="connsiteX21" fmla="*/ 5539432 w 7467600"/>
              <a:gd name="connsiteY21" fmla="*/ 5642928 h 6858000"/>
              <a:gd name="connsiteX22" fmla="*/ 5555462 w 7467600"/>
              <a:gd name="connsiteY22" fmla="*/ 5694454 h 6858000"/>
              <a:gd name="connsiteX23" fmla="*/ 5828270 w 7467600"/>
              <a:gd name="connsiteY23" fmla="*/ 6320663 h 6858000"/>
              <a:gd name="connsiteX24" fmla="*/ 5947416 w 7467600"/>
              <a:gd name="connsiteY24" fmla="*/ 6574846 h 6858000"/>
              <a:gd name="connsiteX25" fmla="*/ 5539432 w 7467600"/>
              <a:gd name="connsiteY25" fmla="*/ 5642928 h 6858000"/>
              <a:gd name="connsiteX26" fmla="*/ 51253 w 7467600"/>
              <a:gd name="connsiteY26" fmla="*/ 5631825 h 6858000"/>
              <a:gd name="connsiteX27" fmla="*/ 211622 w 7467600"/>
              <a:gd name="connsiteY27" fmla="*/ 5728803 h 6858000"/>
              <a:gd name="connsiteX28" fmla="*/ 371652 w 7467600"/>
              <a:gd name="connsiteY28" fmla="*/ 5829062 h 6858000"/>
              <a:gd name="connsiteX29" fmla="*/ 505903 w 7467600"/>
              <a:gd name="connsiteY29" fmla="*/ 5925221 h 6858000"/>
              <a:gd name="connsiteX30" fmla="*/ 899240 w 7467600"/>
              <a:gd name="connsiteY30" fmla="*/ 6153068 h 6858000"/>
              <a:gd name="connsiteX31" fmla="*/ 988114 w 7467600"/>
              <a:gd name="connsiteY31" fmla="*/ 6174204 h 6858000"/>
              <a:gd name="connsiteX32" fmla="*/ 845971 w 7467600"/>
              <a:gd name="connsiteY32" fmla="*/ 6067177 h 6858000"/>
              <a:gd name="connsiteX33" fmla="*/ 448057 w 7467600"/>
              <a:gd name="connsiteY33" fmla="*/ 5841376 h 6858000"/>
              <a:gd name="connsiteX34" fmla="*/ 51253 w 7467600"/>
              <a:gd name="connsiteY34" fmla="*/ 5631825 h 6858000"/>
              <a:gd name="connsiteX35" fmla="*/ 2606687 w 7467600"/>
              <a:gd name="connsiteY35" fmla="*/ 5630718 h 6858000"/>
              <a:gd name="connsiteX36" fmla="*/ 2645658 w 7467600"/>
              <a:gd name="connsiteY36" fmla="*/ 6640259 h 6858000"/>
              <a:gd name="connsiteX37" fmla="*/ 2606687 w 7467600"/>
              <a:gd name="connsiteY37" fmla="*/ 5630718 h 6858000"/>
              <a:gd name="connsiteX38" fmla="*/ 3642057 w 7467600"/>
              <a:gd name="connsiteY38" fmla="*/ 5573487 h 6858000"/>
              <a:gd name="connsiteX39" fmla="*/ 3632981 w 7467600"/>
              <a:gd name="connsiteY39" fmla="*/ 5579437 h 6858000"/>
              <a:gd name="connsiteX40" fmla="*/ 3382436 w 7467600"/>
              <a:gd name="connsiteY40" fmla="*/ 5952726 h 6858000"/>
              <a:gd name="connsiteX41" fmla="*/ 3191929 w 7467600"/>
              <a:gd name="connsiteY41" fmla="*/ 6662669 h 6858000"/>
              <a:gd name="connsiteX42" fmla="*/ 3369898 w 7467600"/>
              <a:gd name="connsiteY42" fmla="*/ 6081771 h 6858000"/>
              <a:gd name="connsiteX43" fmla="*/ 3642057 w 7467600"/>
              <a:gd name="connsiteY43" fmla="*/ 5573487 h 6858000"/>
              <a:gd name="connsiteX44" fmla="*/ 2650666 w 7467600"/>
              <a:gd name="connsiteY44" fmla="*/ 5530686 h 6858000"/>
              <a:gd name="connsiteX45" fmla="*/ 2650249 w 7467600"/>
              <a:gd name="connsiteY45" fmla="*/ 5532101 h 6858000"/>
              <a:gd name="connsiteX46" fmla="*/ 2663808 w 7467600"/>
              <a:gd name="connsiteY46" fmla="*/ 6535215 h 6858000"/>
              <a:gd name="connsiteX47" fmla="*/ 2665418 w 7467600"/>
              <a:gd name="connsiteY47" fmla="*/ 6132756 h 6858000"/>
              <a:gd name="connsiteX48" fmla="*/ 2650666 w 7467600"/>
              <a:gd name="connsiteY48" fmla="*/ 5530686 h 6858000"/>
              <a:gd name="connsiteX49" fmla="*/ 2680277 w 7467600"/>
              <a:gd name="connsiteY49" fmla="*/ 5479204 h 6858000"/>
              <a:gd name="connsiteX50" fmla="*/ 2678972 w 7467600"/>
              <a:gd name="connsiteY50" fmla="*/ 5481582 h 6858000"/>
              <a:gd name="connsiteX51" fmla="*/ 2696666 w 7467600"/>
              <a:gd name="connsiteY51" fmla="*/ 6133836 h 6858000"/>
              <a:gd name="connsiteX52" fmla="*/ 2695769 w 7467600"/>
              <a:gd name="connsiteY52" fmla="*/ 6390955 h 6858000"/>
              <a:gd name="connsiteX53" fmla="*/ 2739893 w 7467600"/>
              <a:gd name="connsiteY53" fmla="*/ 6108357 h 6858000"/>
              <a:gd name="connsiteX54" fmla="*/ 2680277 w 7467600"/>
              <a:gd name="connsiteY54" fmla="*/ 5479204 h 6858000"/>
              <a:gd name="connsiteX55" fmla="*/ 1132195 w 7467600"/>
              <a:gd name="connsiteY55" fmla="*/ 5467980 h 6858000"/>
              <a:gd name="connsiteX56" fmla="*/ 1679056 w 7467600"/>
              <a:gd name="connsiteY56" fmla="*/ 5516907 h 6858000"/>
              <a:gd name="connsiteX57" fmla="*/ 2128648 w 7467600"/>
              <a:gd name="connsiteY57" fmla="*/ 5474249 h 6858000"/>
              <a:gd name="connsiteX58" fmla="*/ 1825619 w 7467600"/>
              <a:gd name="connsiteY58" fmla="*/ 5478447 h 6858000"/>
              <a:gd name="connsiteX59" fmla="*/ 1737798 w 7467600"/>
              <a:gd name="connsiteY59" fmla="*/ 5483353 h 6858000"/>
              <a:gd name="connsiteX60" fmla="*/ 1132195 w 7467600"/>
              <a:gd name="connsiteY60" fmla="*/ 5467980 h 6858000"/>
              <a:gd name="connsiteX61" fmla="*/ 1456157 w 7467600"/>
              <a:gd name="connsiteY61" fmla="*/ 5371404 h 6858000"/>
              <a:gd name="connsiteX62" fmla="*/ 1244432 w 7467600"/>
              <a:gd name="connsiteY62" fmla="*/ 5385601 h 6858000"/>
              <a:gd name="connsiteX63" fmla="*/ 973990 w 7467600"/>
              <a:gd name="connsiteY63" fmla="*/ 5424940 h 6858000"/>
              <a:gd name="connsiteX64" fmla="*/ 1103809 w 7467600"/>
              <a:gd name="connsiteY64" fmla="*/ 5433720 h 6858000"/>
              <a:gd name="connsiteX65" fmla="*/ 1123454 w 7467600"/>
              <a:gd name="connsiteY65" fmla="*/ 5435727 h 6858000"/>
              <a:gd name="connsiteX66" fmla="*/ 1737017 w 7467600"/>
              <a:gd name="connsiteY66" fmla="*/ 5452183 h 6858000"/>
              <a:gd name="connsiteX67" fmla="*/ 1824397 w 7467600"/>
              <a:gd name="connsiteY67" fmla="*/ 5447757 h 6858000"/>
              <a:gd name="connsiteX68" fmla="*/ 2070059 w 7467600"/>
              <a:gd name="connsiteY68" fmla="*/ 5441660 h 6858000"/>
              <a:gd name="connsiteX69" fmla="*/ 1456157 w 7467600"/>
              <a:gd name="connsiteY69" fmla="*/ 5371404 h 6858000"/>
              <a:gd name="connsiteX70" fmla="*/ 4988186 w 7467600"/>
              <a:gd name="connsiteY70" fmla="*/ 5216467 h 6858000"/>
              <a:gd name="connsiteX71" fmla="*/ 4777334 w 7467600"/>
              <a:gd name="connsiteY71" fmla="*/ 5406072 h 6858000"/>
              <a:gd name="connsiteX72" fmla="*/ 4718341 w 7467600"/>
              <a:gd name="connsiteY72" fmla="*/ 5468043 h 6858000"/>
              <a:gd name="connsiteX73" fmla="*/ 4604655 w 7467600"/>
              <a:gd name="connsiteY73" fmla="*/ 5583434 h 6858000"/>
              <a:gd name="connsiteX74" fmla="*/ 4565074 w 7467600"/>
              <a:gd name="connsiteY74" fmla="*/ 5618550 h 6858000"/>
              <a:gd name="connsiteX75" fmla="*/ 4988186 w 7467600"/>
              <a:gd name="connsiteY75" fmla="*/ 5216467 h 6858000"/>
              <a:gd name="connsiteX76" fmla="*/ 4978032 w 7467600"/>
              <a:gd name="connsiteY76" fmla="*/ 5183809 h 6858000"/>
              <a:gd name="connsiteX77" fmla="*/ 4463413 w 7467600"/>
              <a:gd name="connsiteY77" fmla="*/ 5615162 h 6858000"/>
              <a:gd name="connsiteX78" fmla="*/ 4358134 w 7467600"/>
              <a:gd name="connsiteY78" fmla="*/ 5742791 h 6858000"/>
              <a:gd name="connsiteX79" fmla="*/ 4376219 w 7467600"/>
              <a:gd name="connsiteY79" fmla="*/ 5729027 h 6858000"/>
              <a:gd name="connsiteX80" fmla="*/ 4582340 w 7467600"/>
              <a:gd name="connsiteY80" fmla="*/ 5561037 h 6858000"/>
              <a:gd name="connsiteX81" fmla="*/ 4694684 w 7467600"/>
              <a:gd name="connsiteY81" fmla="*/ 5447098 h 6858000"/>
              <a:gd name="connsiteX82" fmla="*/ 4754123 w 7467600"/>
              <a:gd name="connsiteY82" fmla="*/ 5384643 h 6858000"/>
              <a:gd name="connsiteX83" fmla="*/ 4978032 w 7467600"/>
              <a:gd name="connsiteY83" fmla="*/ 5183809 h 6858000"/>
              <a:gd name="connsiteX84" fmla="*/ 1903353 w 7467600"/>
              <a:gd name="connsiteY84" fmla="*/ 5044827 h 6858000"/>
              <a:gd name="connsiteX85" fmla="*/ 1936931 w 7467600"/>
              <a:gd name="connsiteY85" fmla="*/ 5093954 h 6858000"/>
              <a:gd name="connsiteX86" fmla="*/ 2195868 w 7467600"/>
              <a:gd name="connsiteY86" fmla="*/ 5396574 h 6858000"/>
              <a:gd name="connsiteX87" fmla="*/ 2088852 w 7467600"/>
              <a:gd name="connsiteY87" fmla="*/ 5166123 h 6858000"/>
              <a:gd name="connsiteX88" fmla="*/ 1958241 w 7467600"/>
              <a:gd name="connsiteY88" fmla="*/ 5067955 h 6858000"/>
              <a:gd name="connsiteX89" fmla="*/ 1903353 w 7467600"/>
              <a:gd name="connsiteY89" fmla="*/ 5044827 h 6858000"/>
              <a:gd name="connsiteX90" fmla="*/ 1979378 w 7467600"/>
              <a:gd name="connsiteY90" fmla="*/ 4769504 h 6858000"/>
              <a:gd name="connsiteX91" fmla="*/ 2882120 w 7467600"/>
              <a:gd name="connsiteY91" fmla="*/ 5064547 h 6858000"/>
              <a:gd name="connsiteX92" fmla="*/ 2793103 w 7467600"/>
              <a:gd name="connsiteY92" fmla="*/ 5039699 h 6858000"/>
              <a:gd name="connsiteX93" fmla="*/ 2770041 w 7467600"/>
              <a:gd name="connsiteY93" fmla="*/ 5033634 h 6858000"/>
              <a:gd name="connsiteX94" fmla="*/ 1979378 w 7467600"/>
              <a:gd name="connsiteY94" fmla="*/ 4769504 h 6858000"/>
              <a:gd name="connsiteX95" fmla="*/ 1927410 w 7467600"/>
              <a:gd name="connsiteY95" fmla="*/ 4716164 h 6858000"/>
              <a:gd name="connsiteX96" fmla="*/ 1959587 w 7467600"/>
              <a:gd name="connsiteY96" fmla="*/ 4728849 h 6858000"/>
              <a:gd name="connsiteX97" fmla="*/ 2777707 w 7467600"/>
              <a:gd name="connsiteY97" fmla="*/ 5003991 h 6858000"/>
              <a:gd name="connsiteX98" fmla="*/ 2800768 w 7467600"/>
              <a:gd name="connsiteY98" fmla="*/ 5010056 h 6858000"/>
              <a:gd name="connsiteX99" fmla="*/ 2879408 w 7467600"/>
              <a:gd name="connsiteY99" fmla="*/ 5031590 h 6858000"/>
              <a:gd name="connsiteX100" fmla="*/ 2862295 w 7467600"/>
              <a:gd name="connsiteY100" fmla="*/ 5022958 h 6858000"/>
              <a:gd name="connsiteX101" fmla="*/ 2813343 w 7467600"/>
              <a:gd name="connsiteY101" fmla="*/ 4998369 h 6858000"/>
              <a:gd name="connsiteX102" fmla="*/ 2646245 w 7467600"/>
              <a:gd name="connsiteY102" fmla="*/ 4930999 h 6858000"/>
              <a:gd name="connsiteX103" fmla="*/ 1999243 w 7467600"/>
              <a:gd name="connsiteY103" fmla="*/ 4730524 h 6858000"/>
              <a:gd name="connsiteX104" fmla="*/ 1979527 w 7467600"/>
              <a:gd name="connsiteY104" fmla="*/ 4726651 h 6858000"/>
              <a:gd name="connsiteX105" fmla="*/ 1927410 w 7467600"/>
              <a:gd name="connsiteY105" fmla="*/ 4716164 h 6858000"/>
              <a:gd name="connsiteX106" fmla="*/ 1997014 w 7467600"/>
              <a:gd name="connsiteY106" fmla="*/ 4698007 h 6858000"/>
              <a:gd name="connsiteX107" fmla="*/ 2005458 w 7467600"/>
              <a:gd name="connsiteY107" fmla="*/ 4699540 h 6858000"/>
              <a:gd name="connsiteX108" fmla="*/ 2657186 w 7467600"/>
              <a:gd name="connsiteY108" fmla="*/ 4901687 h 6858000"/>
              <a:gd name="connsiteX109" fmla="*/ 2826662 w 7467600"/>
              <a:gd name="connsiteY109" fmla="*/ 4970362 h 6858000"/>
              <a:gd name="connsiteX110" fmla="*/ 2876100 w 7467600"/>
              <a:gd name="connsiteY110" fmla="*/ 4995397 h 6858000"/>
              <a:gd name="connsiteX111" fmla="*/ 3042600 w 7467600"/>
              <a:gd name="connsiteY111" fmla="*/ 5059532 h 6858000"/>
              <a:gd name="connsiteX112" fmla="*/ 1997014 w 7467600"/>
              <a:gd name="connsiteY112" fmla="*/ 4698007 h 6858000"/>
              <a:gd name="connsiteX113" fmla="*/ 2305292 w 7467600"/>
              <a:gd name="connsiteY113" fmla="*/ 4219492 h 6858000"/>
              <a:gd name="connsiteX114" fmla="*/ 3360922 w 7467600"/>
              <a:gd name="connsiteY114" fmla="*/ 4529373 h 6858000"/>
              <a:gd name="connsiteX115" fmla="*/ 3492420 w 7467600"/>
              <a:gd name="connsiteY115" fmla="*/ 4510145 h 6858000"/>
              <a:gd name="connsiteX116" fmla="*/ 3364086 w 7467600"/>
              <a:gd name="connsiteY116" fmla="*/ 4480340 h 6858000"/>
              <a:gd name="connsiteX117" fmla="*/ 3225818 w 7467600"/>
              <a:gd name="connsiteY117" fmla="*/ 4411822 h 6858000"/>
              <a:gd name="connsiteX118" fmla="*/ 3129696 w 7467600"/>
              <a:gd name="connsiteY118" fmla="*/ 4360704 h 6858000"/>
              <a:gd name="connsiteX119" fmla="*/ 2814545 w 7467600"/>
              <a:gd name="connsiteY119" fmla="*/ 4282955 h 6858000"/>
              <a:gd name="connsiteX120" fmla="*/ 2305292 w 7467600"/>
              <a:gd name="connsiteY120" fmla="*/ 4219492 h 6858000"/>
              <a:gd name="connsiteX121" fmla="*/ 2626982 w 7467600"/>
              <a:gd name="connsiteY121" fmla="*/ 4206450 h 6858000"/>
              <a:gd name="connsiteX122" fmla="*/ 2490617 w 7467600"/>
              <a:gd name="connsiteY122" fmla="*/ 4206951 h 6858000"/>
              <a:gd name="connsiteX123" fmla="*/ 2819869 w 7467600"/>
              <a:gd name="connsiteY123" fmla="*/ 4252936 h 6858000"/>
              <a:gd name="connsiteX124" fmla="*/ 3143018 w 7467600"/>
              <a:gd name="connsiteY124" fmla="*/ 4332698 h 6858000"/>
              <a:gd name="connsiteX125" fmla="*/ 3241520 w 7467600"/>
              <a:gd name="connsiteY125" fmla="*/ 4385112 h 6858000"/>
              <a:gd name="connsiteX126" fmla="*/ 3374575 w 7467600"/>
              <a:gd name="connsiteY126" fmla="*/ 4451517 h 6858000"/>
              <a:gd name="connsiteX127" fmla="*/ 3505221 w 7467600"/>
              <a:gd name="connsiteY127" fmla="*/ 4480757 h 6858000"/>
              <a:gd name="connsiteX128" fmla="*/ 2626982 w 7467600"/>
              <a:gd name="connsiteY128" fmla="*/ 4206450 h 6858000"/>
              <a:gd name="connsiteX129" fmla="*/ 1310106 w 7467600"/>
              <a:gd name="connsiteY129" fmla="*/ 3943217 h 6858000"/>
              <a:gd name="connsiteX130" fmla="*/ 854994 w 7467600"/>
              <a:gd name="connsiteY130" fmla="*/ 4399136 h 6858000"/>
              <a:gd name="connsiteX131" fmla="*/ 742462 w 7467600"/>
              <a:gd name="connsiteY131" fmla="*/ 4594648 h 6858000"/>
              <a:gd name="connsiteX132" fmla="*/ 820602 w 7467600"/>
              <a:gd name="connsiteY132" fmla="*/ 4485915 h 6858000"/>
              <a:gd name="connsiteX133" fmla="*/ 878295 w 7467600"/>
              <a:gd name="connsiteY133" fmla="*/ 4403594 h 6858000"/>
              <a:gd name="connsiteX134" fmla="*/ 1240607 w 7467600"/>
              <a:gd name="connsiteY134" fmla="*/ 4010401 h 6858000"/>
              <a:gd name="connsiteX135" fmla="*/ 1310106 w 7467600"/>
              <a:gd name="connsiteY135" fmla="*/ 3943217 h 6858000"/>
              <a:gd name="connsiteX136" fmla="*/ 1423113 w 7467600"/>
              <a:gd name="connsiteY136" fmla="*/ 3874565 h 6858000"/>
              <a:gd name="connsiteX137" fmla="*/ 1260565 w 7467600"/>
              <a:gd name="connsiteY137" fmla="*/ 4031982 h 6858000"/>
              <a:gd name="connsiteX138" fmla="*/ 901900 w 7467600"/>
              <a:gd name="connsiteY138" fmla="*/ 4421236 h 6858000"/>
              <a:gd name="connsiteX139" fmla="*/ 845044 w 7467600"/>
              <a:gd name="connsiteY139" fmla="*/ 4502436 h 6858000"/>
              <a:gd name="connsiteX140" fmla="*/ 685926 w 7467600"/>
              <a:gd name="connsiteY140" fmla="*/ 4703069 h 6858000"/>
              <a:gd name="connsiteX141" fmla="*/ 684248 w 7467600"/>
              <a:gd name="connsiteY141" fmla="*/ 4706721 h 6858000"/>
              <a:gd name="connsiteX142" fmla="*/ 1423113 w 7467600"/>
              <a:gd name="connsiteY142" fmla="*/ 3874565 h 6858000"/>
              <a:gd name="connsiteX143" fmla="*/ 3316479 w 7467600"/>
              <a:gd name="connsiteY143" fmla="*/ 3872136 h 6858000"/>
              <a:gd name="connsiteX144" fmla="*/ 3546806 w 7467600"/>
              <a:gd name="connsiteY144" fmla="*/ 4356139 h 6858000"/>
              <a:gd name="connsiteX145" fmla="*/ 3364433 w 7467600"/>
              <a:gd name="connsiteY145" fmla="*/ 3953121 h 6858000"/>
              <a:gd name="connsiteX146" fmla="*/ 3316479 w 7467600"/>
              <a:gd name="connsiteY146" fmla="*/ 3872136 h 6858000"/>
              <a:gd name="connsiteX147" fmla="*/ 3291335 w 7467600"/>
              <a:gd name="connsiteY147" fmla="*/ 3767420 h 6858000"/>
              <a:gd name="connsiteX148" fmla="*/ 3390805 w 7467600"/>
              <a:gd name="connsiteY148" fmla="*/ 3937163 h 6858000"/>
              <a:gd name="connsiteX149" fmla="*/ 3579062 w 7467600"/>
              <a:gd name="connsiteY149" fmla="*/ 4359040 h 6858000"/>
              <a:gd name="connsiteX150" fmla="*/ 3467355 w 7467600"/>
              <a:gd name="connsiteY150" fmla="*/ 3988130 h 6858000"/>
              <a:gd name="connsiteX151" fmla="*/ 3310753 w 7467600"/>
              <a:gd name="connsiteY151" fmla="*/ 3787140 h 6858000"/>
              <a:gd name="connsiteX152" fmla="*/ 3291335 w 7467600"/>
              <a:gd name="connsiteY152" fmla="*/ 3767420 h 6858000"/>
              <a:gd name="connsiteX153" fmla="*/ 1635889 w 7467600"/>
              <a:gd name="connsiteY153" fmla="*/ 3709494 h 6858000"/>
              <a:gd name="connsiteX154" fmla="*/ 1634800 w 7467600"/>
              <a:gd name="connsiteY154" fmla="*/ 3731111 h 6858000"/>
              <a:gd name="connsiteX155" fmla="*/ 1635889 w 7467600"/>
              <a:gd name="connsiteY155" fmla="*/ 3709494 h 6858000"/>
              <a:gd name="connsiteX156" fmla="*/ 1510397 w 7467600"/>
              <a:gd name="connsiteY156" fmla="*/ 3684705 h 6858000"/>
              <a:gd name="connsiteX157" fmla="*/ 1146550 w 7467600"/>
              <a:gd name="connsiteY157" fmla="*/ 3802012 h 6858000"/>
              <a:gd name="connsiteX158" fmla="*/ 698834 w 7467600"/>
              <a:gd name="connsiteY158" fmla="*/ 3952272 h 6858000"/>
              <a:gd name="connsiteX159" fmla="*/ 34256 w 7467600"/>
              <a:gd name="connsiteY159" fmla="*/ 4347603 h 6858000"/>
              <a:gd name="connsiteX160" fmla="*/ 527241 w 7467600"/>
              <a:gd name="connsiteY160" fmla="*/ 4065078 h 6858000"/>
              <a:gd name="connsiteX161" fmla="*/ 1510397 w 7467600"/>
              <a:gd name="connsiteY161" fmla="*/ 3684705 h 6858000"/>
              <a:gd name="connsiteX162" fmla="*/ 1313114 w 7467600"/>
              <a:gd name="connsiteY162" fmla="*/ 3655216 h 6858000"/>
              <a:gd name="connsiteX163" fmla="*/ 1109304 w 7467600"/>
              <a:gd name="connsiteY163" fmla="*/ 3669030 h 6858000"/>
              <a:gd name="connsiteX164" fmla="*/ 8129 w 7467600"/>
              <a:gd name="connsiteY164" fmla="*/ 4330519 h 6858000"/>
              <a:gd name="connsiteX165" fmla="*/ 687572 w 7467600"/>
              <a:gd name="connsiteY165" fmla="*/ 3925629 h 6858000"/>
              <a:gd name="connsiteX166" fmla="*/ 1138365 w 7467600"/>
              <a:gd name="connsiteY166" fmla="*/ 3774515 h 6858000"/>
              <a:gd name="connsiteX167" fmla="*/ 1505579 w 7467600"/>
              <a:gd name="connsiteY167" fmla="*/ 3655526 h 6858000"/>
              <a:gd name="connsiteX168" fmla="*/ 1313114 w 7467600"/>
              <a:gd name="connsiteY168" fmla="*/ 3655216 h 6858000"/>
              <a:gd name="connsiteX169" fmla="*/ 3655073 w 7467600"/>
              <a:gd name="connsiteY169" fmla="*/ 3650884 h 6858000"/>
              <a:gd name="connsiteX170" fmla="*/ 3989938 w 7467600"/>
              <a:gd name="connsiteY170" fmla="*/ 3991685 h 6858000"/>
              <a:gd name="connsiteX171" fmla="*/ 4393907 w 7467600"/>
              <a:gd name="connsiteY171" fmla="*/ 4261258 h 6858000"/>
              <a:gd name="connsiteX172" fmla="*/ 4648051 w 7467600"/>
              <a:gd name="connsiteY172" fmla="*/ 4374051 h 6858000"/>
              <a:gd name="connsiteX173" fmla="*/ 4383389 w 7467600"/>
              <a:gd name="connsiteY173" fmla="*/ 4184369 h 6858000"/>
              <a:gd name="connsiteX174" fmla="*/ 4165508 w 7467600"/>
              <a:gd name="connsiteY174" fmla="*/ 4035196 h 6858000"/>
              <a:gd name="connsiteX175" fmla="*/ 4068162 w 7467600"/>
              <a:gd name="connsiteY175" fmla="*/ 3953394 h 6858000"/>
              <a:gd name="connsiteX176" fmla="*/ 3981416 w 7467600"/>
              <a:gd name="connsiteY176" fmla="*/ 3880482 h 6858000"/>
              <a:gd name="connsiteX177" fmla="*/ 3800147 w 7467600"/>
              <a:gd name="connsiteY177" fmla="*/ 3749872 h 6858000"/>
              <a:gd name="connsiteX178" fmla="*/ 3655073 w 7467600"/>
              <a:gd name="connsiteY178" fmla="*/ 3650884 h 6858000"/>
              <a:gd name="connsiteX179" fmla="*/ 3670252 w 7467600"/>
              <a:gd name="connsiteY179" fmla="*/ 3622798 h 6858000"/>
              <a:gd name="connsiteX180" fmla="*/ 3817258 w 7467600"/>
              <a:gd name="connsiteY180" fmla="*/ 3723577 h 6858000"/>
              <a:gd name="connsiteX181" fmla="*/ 4000461 w 7467600"/>
              <a:gd name="connsiteY181" fmla="*/ 3855966 h 6858000"/>
              <a:gd name="connsiteX182" fmla="*/ 4088180 w 7467600"/>
              <a:gd name="connsiteY182" fmla="*/ 3929774 h 6858000"/>
              <a:gd name="connsiteX183" fmla="*/ 4184555 w 7467600"/>
              <a:gd name="connsiteY183" fmla="*/ 4010683 h 6858000"/>
              <a:gd name="connsiteX184" fmla="*/ 4399563 w 7467600"/>
              <a:gd name="connsiteY184" fmla="*/ 4158106 h 6858000"/>
              <a:gd name="connsiteX185" fmla="*/ 4684469 w 7467600"/>
              <a:gd name="connsiteY185" fmla="*/ 4364680 h 6858000"/>
              <a:gd name="connsiteX186" fmla="*/ 4690271 w 7467600"/>
              <a:gd name="connsiteY186" fmla="*/ 4370034 h 6858000"/>
              <a:gd name="connsiteX187" fmla="*/ 4136093 w 7467600"/>
              <a:gd name="connsiteY187" fmla="*/ 3858466 h 6858000"/>
              <a:gd name="connsiteX188" fmla="*/ 3670252 w 7467600"/>
              <a:gd name="connsiteY188" fmla="*/ 3622798 h 6858000"/>
              <a:gd name="connsiteX189" fmla="*/ 4440129 w 7467600"/>
              <a:gd name="connsiteY189" fmla="*/ 3448571 h 6858000"/>
              <a:gd name="connsiteX190" fmla="*/ 4856525 w 7467600"/>
              <a:gd name="connsiteY190" fmla="*/ 3915351 h 6858000"/>
              <a:gd name="connsiteX191" fmla="*/ 5059055 w 7467600"/>
              <a:gd name="connsiteY191" fmla="*/ 4108918 h 6858000"/>
              <a:gd name="connsiteX192" fmla="*/ 5290070 w 7467600"/>
              <a:gd name="connsiteY192" fmla="*/ 4263619 h 6858000"/>
              <a:gd name="connsiteX193" fmla="*/ 4834991 w 7467600"/>
              <a:gd name="connsiteY193" fmla="*/ 3830985 h 6858000"/>
              <a:gd name="connsiteX194" fmla="*/ 4440129 w 7467600"/>
              <a:gd name="connsiteY194" fmla="*/ 3448571 h 6858000"/>
              <a:gd name="connsiteX195" fmla="*/ 4441737 w 7467600"/>
              <a:gd name="connsiteY195" fmla="*/ 3399734 h 6858000"/>
              <a:gd name="connsiteX196" fmla="*/ 4431236 w 7467600"/>
              <a:gd name="connsiteY196" fmla="*/ 3400954 h 6858000"/>
              <a:gd name="connsiteX197" fmla="*/ 4557150 w 7467600"/>
              <a:gd name="connsiteY197" fmla="*/ 3510023 h 6858000"/>
              <a:gd name="connsiteX198" fmla="*/ 4856936 w 7467600"/>
              <a:gd name="connsiteY198" fmla="*/ 3809146 h 6858000"/>
              <a:gd name="connsiteX199" fmla="*/ 5111996 w 7467600"/>
              <a:gd name="connsiteY199" fmla="*/ 4065759 h 6858000"/>
              <a:gd name="connsiteX200" fmla="*/ 5388878 w 7467600"/>
              <a:gd name="connsiteY200" fmla="*/ 4300185 h 6858000"/>
              <a:gd name="connsiteX201" fmla="*/ 5425556 w 7467600"/>
              <a:gd name="connsiteY201" fmla="*/ 4308967 h 6858000"/>
              <a:gd name="connsiteX202" fmla="*/ 4943646 w 7467600"/>
              <a:gd name="connsiteY202" fmla="*/ 3822916 h 6858000"/>
              <a:gd name="connsiteX203" fmla="*/ 4594837 w 7467600"/>
              <a:gd name="connsiteY203" fmla="*/ 3532274 h 6858000"/>
              <a:gd name="connsiteX204" fmla="*/ 4441737 w 7467600"/>
              <a:gd name="connsiteY204" fmla="*/ 3399734 h 6858000"/>
              <a:gd name="connsiteX205" fmla="*/ 5425834 w 7467600"/>
              <a:gd name="connsiteY205" fmla="*/ 3162785 h 6858000"/>
              <a:gd name="connsiteX206" fmla="*/ 5401644 w 7467600"/>
              <a:gd name="connsiteY206" fmla="*/ 3617847 h 6858000"/>
              <a:gd name="connsiteX207" fmla="*/ 5467256 w 7467600"/>
              <a:gd name="connsiteY207" fmla="*/ 4175494 h 6858000"/>
              <a:gd name="connsiteX208" fmla="*/ 5448069 w 7467600"/>
              <a:gd name="connsiteY208" fmla="*/ 3567554 h 6858000"/>
              <a:gd name="connsiteX209" fmla="*/ 5425834 w 7467600"/>
              <a:gd name="connsiteY209" fmla="*/ 3162785 h 6858000"/>
              <a:gd name="connsiteX210" fmla="*/ 1318687 w 7467600"/>
              <a:gd name="connsiteY210" fmla="*/ 3113840 h 6858000"/>
              <a:gd name="connsiteX211" fmla="*/ 1066793 w 7467600"/>
              <a:gd name="connsiteY211" fmla="*/ 3212171 h 6858000"/>
              <a:gd name="connsiteX212" fmla="*/ 993319 w 7467600"/>
              <a:gd name="connsiteY212" fmla="*/ 3247648 h 6858000"/>
              <a:gd name="connsiteX213" fmla="*/ 853081 w 7467600"/>
              <a:gd name="connsiteY213" fmla="*/ 3312410 h 6858000"/>
              <a:gd name="connsiteX214" fmla="*/ 805957 w 7467600"/>
              <a:gd name="connsiteY214" fmla="*/ 3330443 h 6858000"/>
              <a:gd name="connsiteX215" fmla="*/ 1318687 w 7467600"/>
              <a:gd name="connsiteY215" fmla="*/ 3113840 h 6858000"/>
              <a:gd name="connsiteX216" fmla="*/ 5453702 w 7467600"/>
              <a:gd name="connsiteY216" fmla="*/ 3090882 h 6858000"/>
              <a:gd name="connsiteX217" fmla="*/ 5480135 w 7467600"/>
              <a:gd name="connsiteY217" fmla="*/ 3565802 h 6858000"/>
              <a:gd name="connsiteX218" fmla="*/ 5499023 w 7467600"/>
              <a:gd name="connsiteY218" fmla="*/ 4166310 h 6858000"/>
              <a:gd name="connsiteX219" fmla="*/ 5547022 w 7467600"/>
              <a:gd name="connsiteY219" fmla="*/ 3607838 h 6858000"/>
              <a:gd name="connsiteX220" fmla="*/ 5515964 w 7467600"/>
              <a:gd name="connsiteY220" fmla="*/ 3378541 h 6858000"/>
              <a:gd name="connsiteX221" fmla="*/ 5453702 w 7467600"/>
              <a:gd name="connsiteY221" fmla="*/ 3090882 h 6858000"/>
              <a:gd name="connsiteX222" fmla="*/ 1238695 w 7467600"/>
              <a:gd name="connsiteY222" fmla="*/ 3076820 h 6858000"/>
              <a:gd name="connsiteX223" fmla="*/ 716371 w 7467600"/>
              <a:gd name="connsiteY223" fmla="*/ 3293249 h 6858000"/>
              <a:gd name="connsiteX224" fmla="*/ 579522 w 7467600"/>
              <a:gd name="connsiteY224" fmla="*/ 3371759 h 6858000"/>
              <a:gd name="connsiteX225" fmla="*/ 600288 w 7467600"/>
              <a:gd name="connsiteY225" fmla="*/ 3365555 h 6858000"/>
              <a:gd name="connsiteX226" fmla="*/ 840692 w 7467600"/>
              <a:gd name="connsiteY226" fmla="*/ 3284921 h 6858000"/>
              <a:gd name="connsiteX227" fmla="*/ 979248 w 7467600"/>
              <a:gd name="connsiteY227" fmla="*/ 3221003 h 6858000"/>
              <a:gd name="connsiteX228" fmla="*/ 1053282 w 7467600"/>
              <a:gd name="connsiteY228" fmla="*/ 3185247 h 6858000"/>
              <a:gd name="connsiteX229" fmla="*/ 1320603 w 7467600"/>
              <a:gd name="connsiteY229" fmla="*/ 3081281 h 6858000"/>
              <a:gd name="connsiteX230" fmla="*/ 1238695 w 7467600"/>
              <a:gd name="connsiteY230" fmla="*/ 3076820 h 6858000"/>
              <a:gd name="connsiteX231" fmla="*/ 5425627 w 7467600"/>
              <a:gd name="connsiteY231" fmla="*/ 2954192 h 6858000"/>
              <a:gd name="connsiteX232" fmla="*/ 5470770 w 7467600"/>
              <a:gd name="connsiteY232" fmla="*/ 3005435 h 6858000"/>
              <a:gd name="connsiteX233" fmla="*/ 5519779 w 7467600"/>
              <a:gd name="connsiteY233" fmla="*/ 4359223 h 6858000"/>
              <a:gd name="connsiteX234" fmla="*/ 5520293 w 7467600"/>
              <a:gd name="connsiteY234" fmla="*/ 4360602 h 6858000"/>
              <a:gd name="connsiteX235" fmla="*/ 5767221 w 7467600"/>
              <a:gd name="connsiteY235" fmla="*/ 4665564 h 6858000"/>
              <a:gd name="connsiteX236" fmla="*/ 6937169 w 7467600"/>
              <a:gd name="connsiteY236" fmla="*/ 4815941 h 6858000"/>
              <a:gd name="connsiteX237" fmla="*/ 6953922 w 7467600"/>
              <a:gd name="connsiteY237" fmla="*/ 4890068 h 6858000"/>
              <a:gd name="connsiteX238" fmla="*/ 6071359 w 7467600"/>
              <a:gd name="connsiteY238" fmla="*/ 4770770 h 6858000"/>
              <a:gd name="connsiteX239" fmla="*/ 6038839 w 7467600"/>
              <a:gd name="connsiteY239" fmla="*/ 4764474 h 6858000"/>
              <a:gd name="connsiteX240" fmla="*/ 6038706 w 7467600"/>
              <a:gd name="connsiteY240" fmla="*/ 4763847 h 6858000"/>
              <a:gd name="connsiteX241" fmla="*/ 6037784 w 7467600"/>
              <a:gd name="connsiteY241" fmla="*/ 4764270 h 6858000"/>
              <a:gd name="connsiteX242" fmla="*/ 6038839 w 7467600"/>
              <a:gd name="connsiteY242" fmla="*/ 4764474 h 6858000"/>
              <a:gd name="connsiteX243" fmla="*/ 6040338 w 7467600"/>
              <a:gd name="connsiteY243" fmla="*/ 4771418 h 6858000"/>
              <a:gd name="connsiteX244" fmla="*/ 6024488 w 7467600"/>
              <a:gd name="connsiteY244" fmla="*/ 4809903 h 6858000"/>
              <a:gd name="connsiteX245" fmla="*/ 5599771 w 7467600"/>
              <a:gd name="connsiteY245" fmla="*/ 5509652 h 6858000"/>
              <a:gd name="connsiteX246" fmla="*/ 5548843 w 7467600"/>
              <a:gd name="connsiteY246" fmla="*/ 5563845 h 6858000"/>
              <a:gd name="connsiteX247" fmla="*/ 5940952 w 7467600"/>
              <a:gd name="connsiteY247" fmla="*/ 6250028 h 6858000"/>
              <a:gd name="connsiteX248" fmla="*/ 6043441 w 7467600"/>
              <a:gd name="connsiteY248" fmla="*/ 6665847 h 6858000"/>
              <a:gd name="connsiteX249" fmla="*/ 6093432 w 7467600"/>
              <a:gd name="connsiteY249" fmla="*/ 6858000 h 6858000"/>
              <a:gd name="connsiteX250" fmla="*/ 6034344 w 7467600"/>
              <a:gd name="connsiteY250" fmla="*/ 6858000 h 6858000"/>
              <a:gd name="connsiteX251" fmla="*/ 6026679 w 7467600"/>
              <a:gd name="connsiteY251" fmla="*/ 6836959 h 6858000"/>
              <a:gd name="connsiteX252" fmla="*/ 5800441 w 7467600"/>
              <a:gd name="connsiteY252" fmla="*/ 6335286 h 6858000"/>
              <a:gd name="connsiteX253" fmla="*/ 5526562 w 7467600"/>
              <a:gd name="connsiteY253" fmla="*/ 5705388 h 6858000"/>
              <a:gd name="connsiteX254" fmla="*/ 5519640 w 7467600"/>
              <a:gd name="connsiteY254" fmla="*/ 5683774 h 6858000"/>
              <a:gd name="connsiteX255" fmla="*/ 5844559 w 7467600"/>
              <a:gd name="connsiteY255" fmla="*/ 6553349 h 6858000"/>
              <a:gd name="connsiteX256" fmla="*/ 5975994 w 7467600"/>
              <a:gd name="connsiteY256" fmla="*/ 6858000 h 6858000"/>
              <a:gd name="connsiteX257" fmla="*/ 5898547 w 7467600"/>
              <a:gd name="connsiteY257" fmla="*/ 6858000 h 6858000"/>
              <a:gd name="connsiteX258" fmla="*/ 5682041 w 7467600"/>
              <a:gd name="connsiteY258" fmla="*/ 6355860 h 6858000"/>
              <a:gd name="connsiteX259" fmla="*/ 5461758 w 7467600"/>
              <a:gd name="connsiteY259" fmla="*/ 5820220 h 6858000"/>
              <a:gd name="connsiteX260" fmla="*/ 5237282 w 7467600"/>
              <a:gd name="connsiteY260" fmla="*/ 6579086 h 6858000"/>
              <a:gd name="connsiteX261" fmla="*/ 5115009 w 7467600"/>
              <a:gd name="connsiteY261" fmla="*/ 6858000 h 6858000"/>
              <a:gd name="connsiteX262" fmla="*/ 5028074 w 7467600"/>
              <a:gd name="connsiteY262" fmla="*/ 6858000 h 6858000"/>
              <a:gd name="connsiteX263" fmla="*/ 5079508 w 7467600"/>
              <a:gd name="connsiteY263" fmla="*/ 6749074 h 6858000"/>
              <a:gd name="connsiteX264" fmla="*/ 5371846 w 7467600"/>
              <a:gd name="connsiteY264" fmla="*/ 5924413 h 6858000"/>
              <a:gd name="connsiteX265" fmla="*/ 5270512 w 7467600"/>
              <a:gd name="connsiteY265" fmla="*/ 6138975 h 6858000"/>
              <a:gd name="connsiteX266" fmla="*/ 5062409 w 7467600"/>
              <a:gd name="connsiteY266" fmla="*/ 6653544 h 6858000"/>
              <a:gd name="connsiteX267" fmla="*/ 5036628 w 7467600"/>
              <a:gd name="connsiteY267" fmla="*/ 6754247 h 6858000"/>
              <a:gd name="connsiteX268" fmla="*/ 5009112 w 7467600"/>
              <a:gd name="connsiteY268" fmla="*/ 6858000 h 6858000"/>
              <a:gd name="connsiteX269" fmla="*/ 4976679 w 7467600"/>
              <a:gd name="connsiteY269" fmla="*/ 6858000 h 6858000"/>
              <a:gd name="connsiteX270" fmla="*/ 5006537 w 7467600"/>
              <a:gd name="connsiteY270" fmla="*/ 6747068 h 6858000"/>
              <a:gd name="connsiteX271" fmla="*/ 5032723 w 7467600"/>
              <a:gd name="connsiteY271" fmla="*/ 6644957 h 6858000"/>
              <a:gd name="connsiteX272" fmla="*/ 5242949 w 7467600"/>
              <a:gd name="connsiteY272" fmla="*/ 6125175 h 6858000"/>
              <a:gd name="connsiteX273" fmla="*/ 5286321 w 7467600"/>
              <a:gd name="connsiteY273" fmla="*/ 6033555 h 6858000"/>
              <a:gd name="connsiteX274" fmla="*/ 5008210 w 7467600"/>
              <a:gd name="connsiteY274" fmla="*/ 6649194 h 6858000"/>
              <a:gd name="connsiteX275" fmla="*/ 4986321 w 7467600"/>
              <a:gd name="connsiteY275" fmla="*/ 6765687 h 6858000"/>
              <a:gd name="connsiteX276" fmla="*/ 4973474 w 7467600"/>
              <a:gd name="connsiteY276" fmla="*/ 6858000 h 6858000"/>
              <a:gd name="connsiteX277" fmla="*/ 4907178 w 7467600"/>
              <a:gd name="connsiteY277" fmla="*/ 6858000 h 6858000"/>
              <a:gd name="connsiteX278" fmla="*/ 4910810 w 7467600"/>
              <a:gd name="connsiteY278" fmla="*/ 6829660 h 6858000"/>
              <a:gd name="connsiteX279" fmla="*/ 4987461 w 7467600"/>
              <a:gd name="connsiteY279" fmla="*/ 6432994 h 6858000"/>
              <a:gd name="connsiteX280" fmla="*/ 5179262 w 7467600"/>
              <a:gd name="connsiteY280" fmla="*/ 6035044 h 6858000"/>
              <a:gd name="connsiteX281" fmla="*/ 4689678 w 7467600"/>
              <a:gd name="connsiteY281" fmla="*/ 6440241 h 6858000"/>
              <a:gd name="connsiteX282" fmla="*/ 4477543 w 7467600"/>
              <a:gd name="connsiteY282" fmla="*/ 6674836 h 6858000"/>
              <a:gd name="connsiteX283" fmla="*/ 4329957 w 7467600"/>
              <a:gd name="connsiteY283" fmla="*/ 6858000 h 6858000"/>
              <a:gd name="connsiteX284" fmla="*/ 4218595 w 7467600"/>
              <a:gd name="connsiteY284" fmla="*/ 6858000 h 6858000"/>
              <a:gd name="connsiteX285" fmla="*/ 4368888 w 7467600"/>
              <a:gd name="connsiteY285" fmla="*/ 6668412 h 6858000"/>
              <a:gd name="connsiteX286" fmla="*/ 4563091 w 7467600"/>
              <a:gd name="connsiteY286" fmla="*/ 6442508 h 6858000"/>
              <a:gd name="connsiteX287" fmla="*/ 5387324 w 7467600"/>
              <a:gd name="connsiteY287" fmla="*/ 5705830 h 6858000"/>
              <a:gd name="connsiteX288" fmla="*/ 5073620 w 7467600"/>
              <a:gd name="connsiteY288" fmla="*/ 5955437 h 6858000"/>
              <a:gd name="connsiteX289" fmla="*/ 4689789 w 7467600"/>
              <a:gd name="connsiteY289" fmla="*/ 6268382 h 6858000"/>
              <a:gd name="connsiteX290" fmla="*/ 4418722 w 7467600"/>
              <a:gd name="connsiteY290" fmla="*/ 6570886 h 6858000"/>
              <a:gd name="connsiteX291" fmla="*/ 4214944 w 7467600"/>
              <a:gd name="connsiteY291" fmla="*/ 6858000 h 6858000"/>
              <a:gd name="connsiteX292" fmla="*/ 4177898 w 7467600"/>
              <a:gd name="connsiteY292" fmla="*/ 6858000 h 6858000"/>
              <a:gd name="connsiteX293" fmla="*/ 4391597 w 7467600"/>
              <a:gd name="connsiteY293" fmla="*/ 6556370 h 6858000"/>
              <a:gd name="connsiteX294" fmla="*/ 4668889 w 7467600"/>
              <a:gd name="connsiteY294" fmla="*/ 6246399 h 6858000"/>
              <a:gd name="connsiteX295" fmla="*/ 5055427 w 7467600"/>
              <a:gd name="connsiteY295" fmla="*/ 5931476 h 6858000"/>
              <a:gd name="connsiteX296" fmla="*/ 5371814 w 7467600"/>
              <a:gd name="connsiteY296" fmla="*/ 5678975 h 6858000"/>
              <a:gd name="connsiteX297" fmla="*/ 4987918 w 7467600"/>
              <a:gd name="connsiteY297" fmla="*/ 5838701 h 6858000"/>
              <a:gd name="connsiteX298" fmla="*/ 4317146 w 7467600"/>
              <a:gd name="connsiteY298" fmla="*/ 6587716 h 6858000"/>
              <a:gd name="connsiteX299" fmla="*/ 4171627 w 7467600"/>
              <a:gd name="connsiteY299" fmla="*/ 6858000 h 6858000"/>
              <a:gd name="connsiteX300" fmla="*/ 4081585 w 7467600"/>
              <a:gd name="connsiteY300" fmla="*/ 6858000 h 6858000"/>
              <a:gd name="connsiteX301" fmla="*/ 4238603 w 7467600"/>
              <a:gd name="connsiteY301" fmla="*/ 6559341 h 6858000"/>
              <a:gd name="connsiteX302" fmla="*/ 4778333 w 7467600"/>
              <a:gd name="connsiteY302" fmla="*/ 5873626 h 6858000"/>
              <a:gd name="connsiteX303" fmla="*/ 5414185 w 7467600"/>
              <a:gd name="connsiteY303" fmla="*/ 5573882 h 6858000"/>
              <a:gd name="connsiteX304" fmla="*/ 5959648 w 7467600"/>
              <a:gd name="connsiteY304" fmla="*/ 4760797 h 6858000"/>
              <a:gd name="connsiteX305" fmla="*/ 5355019 w 7467600"/>
              <a:gd name="connsiteY305" fmla="*/ 4734672 h 6858000"/>
              <a:gd name="connsiteX306" fmla="*/ 5083565 w 7467600"/>
              <a:gd name="connsiteY306" fmla="*/ 5179121 h 6858000"/>
              <a:gd name="connsiteX307" fmla="*/ 4713577 w 7467600"/>
              <a:gd name="connsiteY307" fmla="*/ 5616803 h 6858000"/>
              <a:gd name="connsiteX308" fmla="*/ 3989559 w 7467600"/>
              <a:gd name="connsiteY308" fmla="*/ 6145945 h 6858000"/>
              <a:gd name="connsiteX309" fmla="*/ 3939824 w 7467600"/>
              <a:gd name="connsiteY309" fmla="*/ 6066900 h 6858000"/>
              <a:gd name="connsiteX310" fmla="*/ 4584537 w 7467600"/>
              <a:gd name="connsiteY310" fmla="*/ 5324826 h 6858000"/>
              <a:gd name="connsiteX311" fmla="*/ 5037105 w 7467600"/>
              <a:gd name="connsiteY311" fmla="*/ 5088765 h 6858000"/>
              <a:gd name="connsiteX312" fmla="*/ 5039930 w 7467600"/>
              <a:gd name="connsiteY312" fmla="*/ 5089585 h 6858000"/>
              <a:gd name="connsiteX313" fmla="*/ 5263764 w 7467600"/>
              <a:gd name="connsiteY313" fmla="*/ 4735525 h 6858000"/>
              <a:gd name="connsiteX314" fmla="*/ 4086300 w 7467600"/>
              <a:gd name="connsiteY314" fmla="*/ 4884599 h 6858000"/>
              <a:gd name="connsiteX315" fmla="*/ 4085485 w 7467600"/>
              <a:gd name="connsiteY315" fmla="*/ 4899070 h 6858000"/>
              <a:gd name="connsiteX316" fmla="*/ 3871915 w 7467600"/>
              <a:gd name="connsiteY316" fmla="*/ 5253645 h 6858000"/>
              <a:gd name="connsiteX317" fmla="*/ 3799374 w 7467600"/>
              <a:gd name="connsiteY317" fmla="*/ 5466127 h 6858000"/>
              <a:gd name="connsiteX318" fmla="*/ 3498850 w 7467600"/>
              <a:gd name="connsiteY318" fmla="*/ 6661888 h 6858000"/>
              <a:gd name="connsiteX319" fmla="*/ 3399216 w 7467600"/>
              <a:gd name="connsiteY319" fmla="*/ 6858000 h 6858000"/>
              <a:gd name="connsiteX320" fmla="*/ 3303688 w 7467600"/>
              <a:gd name="connsiteY320" fmla="*/ 6858000 h 6858000"/>
              <a:gd name="connsiteX321" fmla="*/ 3391774 w 7467600"/>
              <a:gd name="connsiteY321" fmla="*/ 6697181 h 6858000"/>
              <a:gd name="connsiteX322" fmla="*/ 3735540 w 7467600"/>
              <a:gd name="connsiteY322" fmla="*/ 5546923 h 6858000"/>
              <a:gd name="connsiteX323" fmla="*/ 3729438 w 7467600"/>
              <a:gd name="connsiteY323" fmla="*/ 5569058 h 6858000"/>
              <a:gd name="connsiteX324" fmla="*/ 3707782 w 7467600"/>
              <a:gd name="connsiteY324" fmla="*/ 5644908 h 6858000"/>
              <a:gd name="connsiteX325" fmla="*/ 3583827 w 7467600"/>
              <a:gd name="connsiteY325" fmla="*/ 6039215 h 6858000"/>
              <a:gd name="connsiteX326" fmla="*/ 3547861 w 7467600"/>
              <a:gd name="connsiteY326" fmla="*/ 6129609 h 6858000"/>
              <a:gd name="connsiteX327" fmla="*/ 3490905 w 7467600"/>
              <a:gd name="connsiteY327" fmla="*/ 6277660 h 6858000"/>
              <a:gd name="connsiteX328" fmla="*/ 3455859 w 7467600"/>
              <a:gd name="connsiteY328" fmla="*/ 6391301 h 6858000"/>
              <a:gd name="connsiteX329" fmla="*/ 3429112 w 7467600"/>
              <a:gd name="connsiteY329" fmla="*/ 6479469 h 6858000"/>
              <a:gd name="connsiteX330" fmla="*/ 3304862 w 7467600"/>
              <a:gd name="connsiteY330" fmla="*/ 6796476 h 6858000"/>
              <a:gd name="connsiteX331" fmla="*/ 3276071 w 7467600"/>
              <a:gd name="connsiteY331" fmla="*/ 6858000 h 6858000"/>
              <a:gd name="connsiteX332" fmla="*/ 3240805 w 7467600"/>
              <a:gd name="connsiteY332" fmla="*/ 6858000 h 6858000"/>
              <a:gd name="connsiteX333" fmla="*/ 3275917 w 7467600"/>
              <a:gd name="connsiteY333" fmla="*/ 6783192 h 6858000"/>
              <a:gd name="connsiteX334" fmla="*/ 3399358 w 7467600"/>
              <a:gd name="connsiteY334" fmla="*/ 6469011 h 6858000"/>
              <a:gd name="connsiteX335" fmla="*/ 3425650 w 7467600"/>
              <a:gd name="connsiteY335" fmla="*/ 6381333 h 6858000"/>
              <a:gd name="connsiteX336" fmla="*/ 3460661 w 7467600"/>
              <a:gd name="connsiteY336" fmla="*/ 6266763 h 6858000"/>
              <a:gd name="connsiteX337" fmla="*/ 3518021 w 7467600"/>
              <a:gd name="connsiteY337" fmla="*/ 6117298 h 6858000"/>
              <a:gd name="connsiteX338" fmla="*/ 3554035 w 7467600"/>
              <a:gd name="connsiteY338" fmla="*/ 6027832 h 6858000"/>
              <a:gd name="connsiteX339" fmla="*/ 3677174 w 7467600"/>
              <a:gd name="connsiteY339" fmla="*/ 5636351 h 6858000"/>
              <a:gd name="connsiteX340" fmla="*/ 3698819 w 7467600"/>
              <a:gd name="connsiteY340" fmla="*/ 5560503 h 6858000"/>
              <a:gd name="connsiteX341" fmla="*/ 3702094 w 7467600"/>
              <a:gd name="connsiteY341" fmla="*/ 5549194 h 6858000"/>
              <a:gd name="connsiteX342" fmla="*/ 3398355 w 7467600"/>
              <a:gd name="connsiteY342" fmla="*/ 6094603 h 6858000"/>
              <a:gd name="connsiteX343" fmla="*/ 3193941 w 7467600"/>
              <a:gd name="connsiteY343" fmla="*/ 6798775 h 6858000"/>
              <a:gd name="connsiteX344" fmla="*/ 3184140 w 7467600"/>
              <a:gd name="connsiteY344" fmla="*/ 6858000 h 6858000"/>
              <a:gd name="connsiteX345" fmla="*/ 3099978 w 7467600"/>
              <a:gd name="connsiteY345" fmla="*/ 6858000 h 6858000"/>
              <a:gd name="connsiteX346" fmla="*/ 3101556 w 7467600"/>
              <a:gd name="connsiteY346" fmla="*/ 6843337 h 6858000"/>
              <a:gd name="connsiteX347" fmla="*/ 3370162 w 7467600"/>
              <a:gd name="connsiteY347" fmla="*/ 5785550 h 6858000"/>
              <a:gd name="connsiteX348" fmla="*/ 3746477 w 7467600"/>
              <a:gd name="connsiteY348" fmla="*/ 5377889 h 6858000"/>
              <a:gd name="connsiteX349" fmla="*/ 3863399 w 7467600"/>
              <a:gd name="connsiteY349" fmla="*/ 5087257 h 6858000"/>
              <a:gd name="connsiteX350" fmla="*/ 3968712 w 7467600"/>
              <a:gd name="connsiteY350" fmla="*/ 4913989 h 6858000"/>
              <a:gd name="connsiteX351" fmla="*/ 2792390 w 7467600"/>
              <a:gd name="connsiteY351" fmla="*/ 5382974 h 6858000"/>
              <a:gd name="connsiteX352" fmla="*/ 2714982 w 7467600"/>
              <a:gd name="connsiteY352" fmla="*/ 5427051 h 6858000"/>
              <a:gd name="connsiteX353" fmla="*/ 2813361 w 7467600"/>
              <a:gd name="connsiteY353" fmla="*/ 6023912 h 6858000"/>
              <a:gd name="connsiteX354" fmla="*/ 2688430 w 7467600"/>
              <a:gd name="connsiteY354" fmla="*/ 6801564 h 6858000"/>
              <a:gd name="connsiteX355" fmla="*/ 2629626 w 7467600"/>
              <a:gd name="connsiteY355" fmla="*/ 6763394 h 6858000"/>
              <a:gd name="connsiteX356" fmla="*/ 2565328 w 7467600"/>
              <a:gd name="connsiteY356" fmla="*/ 5516399 h 6858000"/>
              <a:gd name="connsiteX357" fmla="*/ 1922999 w 7467600"/>
              <a:gd name="connsiteY357" fmla="*/ 5980343 h 6858000"/>
              <a:gd name="connsiteX358" fmla="*/ 1950261 w 7467600"/>
              <a:gd name="connsiteY358" fmla="*/ 6405858 h 6858000"/>
              <a:gd name="connsiteX359" fmla="*/ 2365554 w 7467600"/>
              <a:gd name="connsiteY359" fmla="*/ 6759107 h 6858000"/>
              <a:gd name="connsiteX360" fmla="*/ 2424142 w 7467600"/>
              <a:gd name="connsiteY360" fmla="*/ 6858000 h 6858000"/>
              <a:gd name="connsiteX361" fmla="*/ 2395994 w 7467600"/>
              <a:gd name="connsiteY361" fmla="*/ 6858000 h 6858000"/>
              <a:gd name="connsiteX362" fmla="*/ 2392863 w 7467600"/>
              <a:gd name="connsiteY362" fmla="*/ 6852964 h 6858000"/>
              <a:gd name="connsiteX363" fmla="*/ 2017589 w 7467600"/>
              <a:gd name="connsiteY363" fmla="*/ 6493982 h 6858000"/>
              <a:gd name="connsiteX364" fmla="*/ 2147336 w 7467600"/>
              <a:gd name="connsiteY364" fmla="*/ 6594052 h 6858000"/>
              <a:gd name="connsiteX365" fmla="*/ 2207047 w 7467600"/>
              <a:gd name="connsiteY365" fmla="*/ 6654540 h 6858000"/>
              <a:gd name="connsiteX366" fmla="*/ 2299106 w 7467600"/>
              <a:gd name="connsiteY366" fmla="*/ 6778931 h 6858000"/>
              <a:gd name="connsiteX367" fmla="*/ 2314430 w 7467600"/>
              <a:gd name="connsiteY367" fmla="*/ 6801144 h 6858000"/>
              <a:gd name="connsiteX368" fmla="*/ 2352406 w 7467600"/>
              <a:gd name="connsiteY368" fmla="*/ 6858000 h 6858000"/>
              <a:gd name="connsiteX369" fmla="*/ 2314492 w 7467600"/>
              <a:gd name="connsiteY369" fmla="*/ 6858000 h 6858000"/>
              <a:gd name="connsiteX370" fmla="*/ 2288095 w 7467600"/>
              <a:gd name="connsiteY370" fmla="*/ 6818030 h 6858000"/>
              <a:gd name="connsiteX371" fmla="*/ 2272768 w 7467600"/>
              <a:gd name="connsiteY371" fmla="*/ 6795822 h 6858000"/>
              <a:gd name="connsiteX372" fmla="*/ 2182715 w 7467600"/>
              <a:gd name="connsiteY372" fmla="*/ 6675071 h 6858000"/>
              <a:gd name="connsiteX373" fmla="*/ 2032061 w 7467600"/>
              <a:gd name="connsiteY373" fmla="*/ 6541380 h 6858000"/>
              <a:gd name="connsiteX374" fmla="*/ 2257220 w 7467600"/>
              <a:gd name="connsiteY374" fmla="*/ 6826257 h 6858000"/>
              <a:gd name="connsiteX375" fmla="*/ 2281324 w 7467600"/>
              <a:gd name="connsiteY375" fmla="*/ 6858000 h 6858000"/>
              <a:gd name="connsiteX376" fmla="*/ 2242860 w 7467600"/>
              <a:gd name="connsiteY376" fmla="*/ 6858000 h 6858000"/>
              <a:gd name="connsiteX377" fmla="*/ 2232818 w 7467600"/>
              <a:gd name="connsiteY377" fmla="*/ 6844926 h 6858000"/>
              <a:gd name="connsiteX378" fmla="*/ 1990172 w 7467600"/>
              <a:gd name="connsiteY378" fmla="*/ 6542121 h 6858000"/>
              <a:gd name="connsiteX379" fmla="*/ 2124090 w 7467600"/>
              <a:gd name="connsiteY379" fmla="*/ 6761017 h 6858000"/>
              <a:gd name="connsiteX380" fmla="*/ 2200380 w 7467600"/>
              <a:gd name="connsiteY380" fmla="*/ 6858000 h 6858000"/>
              <a:gd name="connsiteX381" fmla="*/ 2147507 w 7467600"/>
              <a:gd name="connsiteY381" fmla="*/ 6858000 h 6858000"/>
              <a:gd name="connsiteX382" fmla="*/ 2070668 w 7467600"/>
              <a:gd name="connsiteY382" fmla="*/ 6761520 h 6858000"/>
              <a:gd name="connsiteX383" fmla="*/ 1975142 w 7467600"/>
              <a:gd name="connsiteY383" fmla="*/ 6585570 h 6858000"/>
              <a:gd name="connsiteX384" fmla="*/ 2050035 w 7467600"/>
              <a:gd name="connsiteY384" fmla="*/ 6813345 h 6858000"/>
              <a:gd name="connsiteX385" fmla="*/ 2063025 w 7467600"/>
              <a:gd name="connsiteY385" fmla="*/ 6858000 h 6858000"/>
              <a:gd name="connsiteX386" fmla="*/ 2021675 w 7467600"/>
              <a:gd name="connsiteY386" fmla="*/ 6858000 h 6858000"/>
              <a:gd name="connsiteX387" fmla="*/ 2019308 w 7467600"/>
              <a:gd name="connsiteY387" fmla="*/ 6847118 h 6858000"/>
              <a:gd name="connsiteX388" fmla="*/ 1938835 w 7467600"/>
              <a:gd name="connsiteY388" fmla="*/ 6551160 h 6858000"/>
              <a:gd name="connsiteX389" fmla="*/ 1953230 w 7467600"/>
              <a:gd name="connsiteY389" fmla="*/ 6759699 h 6858000"/>
              <a:gd name="connsiteX390" fmla="*/ 1956763 w 7467600"/>
              <a:gd name="connsiteY390" fmla="*/ 6778191 h 6858000"/>
              <a:gd name="connsiteX391" fmla="*/ 1967925 w 7467600"/>
              <a:gd name="connsiteY391" fmla="*/ 6858000 h 6858000"/>
              <a:gd name="connsiteX392" fmla="*/ 1936622 w 7467600"/>
              <a:gd name="connsiteY392" fmla="*/ 6858000 h 6858000"/>
              <a:gd name="connsiteX393" fmla="*/ 1926261 w 7467600"/>
              <a:gd name="connsiteY393" fmla="*/ 6784064 h 6858000"/>
              <a:gd name="connsiteX394" fmla="*/ 1922724 w 7467600"/>
              <a:gd name="connsiteY394" fmla="*/ 6765577 h 6858000"/>
              <a:gd name="connsiteX395" fmla="*/ 1904650 w 7467600"/>
              <a:gd name="connsiteY395" fmla="*/ 6639616 h 6858000"/>
              <a:gd name="connsiteX396" fmla="*/ 1885273 w 7467600"/>
              <a:gd name="connsiteY396" fmla="*/ 6858000 h 6858000"/>
              <a:gd name="connsiteX397" fmla="*/ 1854363 w 7467600"/>
              <a:gd name="connsiteY397" fmla="*/ 6858000 h 6858000"/>
              <a:gd name="connsiteX398" fmla="*/ 1880391 w 7467600"/>
              <a:gd name="connsiteY398" fmla="*/ 6603796 h 6858000"/>
              <a:gd name="connsiteX399" fmla="*/ 1818273 w 7467600"/>
              <a:gd name="connsiteY399" fmla="*/ 6715729 h 6858000"/>
              <a:gd name="connsiteX400" fmla="*/ 1794691 w 7467600"/>
              <a:gd name="connsiteY400" fmla="*/ 6843239 h 6858000"/>
              <a:gd name="connsiteX401" fmla="*/ 1794914 w 7467600"/>
              <a:gd name="connsiteY401" fmla="*/ 6858000 h 6858000"/>
              <a:gd name="connsiteX402" fmla="*/ 1746128 w 7467600"/>
              <a:gd name="connsiteY402" fmla="*/ 6858000 h 6858000"/>
              <a:gd name="connsiteX403" fmla="*/ 1753934 w 7467600"/>
              <a:gd name="connsiteY403" fmla="*/ 6724796 h 6858000"/>
              <a:gd name="connsiteX404" fmla="*/ 1792053 w 7467600"/>
              <a:gd name="connsiteY404" fmla="*/ 6572396 h 6858000"/>
              <a:gd name="connsiteX405" fmla="*/ 1862248 w 7467600"/>
              <a:gd name="connsiteY405" fmla="*/ 6266397 h 6858000"/>
              <a:gd name="connsiteX406" fmla="*/ 1862250 w 7467600"/>
              <a:gd name="connsiteY406" fmla="*/ 6033531 h 6858000"/>
              <a:gd name="connsiteX407" fmla="*/ 1211999 w 7467600"/>
              <a:gd name="connsiteY407" fmla="*/ 6683610 h 6858000"/>
              <a:gd name="connsiteX408" fmla="*/ 1213266 w 7467600"/>
              <a:gd name="connsiteY408" fmla="*/ 6691947 h 6858000"/>
              <a:gd name="connsiteX409" fmla="*/ 1203370 w 7467600"/>
              <a:gd name="connsiteY409" fmla="*/ 6850676 h 6858000"/>
              <a:gd name="connsiteX410" fmla="*/ 1203671 w 7467600"/>
              <a:gd name="connsiteY410" fmla="*/ 6858000 h 6858000"/>
              <a:gd name="connsiteX411" fmla="*/ 1143180 w 7467600"/>
              <a:gd name="connsiteY411" fmla="*/ 6858000 h 6858000"/>
              <a:gd name="connsiteX412" fmla="*/ 1142176 w 7467600"/>
              <a:gd name="connsiteY412" fmla="*/ 6766045 h 6858000"/>
              <a:gd name="connsiteX413" fmla="*/ 1067484 w 7467600"/>
              <a:gd name="connsiteY413" fmla="*/ 6858000 h 6858000"/>
              <a:gd name="connsiteX414" fmla="*/ 953928 w 7467600"/>
              <a:gd name="connsiteY414" fmla="*/ 6858000 h 6858000"/>
              <a:gd name="connsiteX415" fmla="*/ 959715 w 7467600"/>
              <a:gd name="connsiteY415" fmla="*/ 6850185 h 6858000"/>
              <a:gd name="connsiteX416" fmla="*/ 1483788 w 7467600"/>
              <a:gd name="connsiteY416" fmla="*/ 6259174 h 6858000"/>
              <a:gd name="connsiteX417" fmla="*/ 1100671 w 7467600"/>
              <a:gd name="connsiteY417" fmla="*/ 6252137 h 6858000"/>
              <a:gd name="connsiteX418" fmla="*/ 1090144 w 7467600"/>
              <a:gd name="connsiteY418" fmla="*/ 6256748 h 6858000"/>
              <a:gd name="connsiteX419" fmla="*/ 1095872 w 7467600"/>
              <a:gd name="connsiteY419" fmla="*/ 6271892 h 6858000"/>
              <a:gd name="connsiteX420" fmla="*/ 262785 w 7467600"/>
              <a:gd name="connsiteY420" fmla="*/ 6845450 h 6858000"/>
              <a:gd name="connsiteX421" fmla="*/ 209968 w 7467600"/>
              <a:gd name="connsiteY421" fmla="*/ 6770713 h 6858000"/>
              <a:gd name="connsiteX422" fmla="*/ 873460 w 7467600"/>
              <a:gd name="connsiteY422" fmla="*/ 6253768 h 6858000"/>
              <a:gd name="connsiteX423" fmla="*/ 192686 w 7467600"/>
              <a:gd name="connsiteY423" fmla="*/ 5849257 h 6858000"/>
              <a:gd name="connsiteX424" fmla="*/ 4696 w 7467600"/>
              <a:gd name="connsiteY424" fmla="*/ 5697668 h 6858000"/>
              <a:gd name="connsiteX425" fmla="*/ 0 w 7467600"/>
              <a:gd name="connsiteY425" fmla="*/ 5689984 h 6858000"/>
              <a:gd name="connsiteX426" fmla="*/ 0 w 7467600"/>
              <a:gd name="connsiteY426" fmla="*/ 5513472 h 6858000"/>
              <a:gd name="connsiteX427" fmla="*/ 174101 w 7467600"/>
              <a:gd name="connsiteY427" fmla="*/ 5620277 h 6858000"/>
              <a:gd name="connsiteX428" fmla="*/ 891800 w 7467600"/>
              <a:gd name="connsiteY428" fmla="*/ 6036935 h 6858000"/>
              <a:gd name="connsiteX429" fmla="*/ 1072219 w 7467600"/>
              <a:gd name="connsiteY429" fmla="*/ 6169443 h 6858000"/>
              <a:gd name="connsiteX430" fmla="*/ 1074117 w 7467600"/>
              <a:gd name="connsiteY430" fmla="*/ 6170301 h 6858000"/>
              <a:gd name="connsiteX431" fmla="*/ 1083114 w 7467600"/>
              <a:gd name="connsiteY431" fmla="*/ 6174131 h 6858000"/>
              <a:gd name="connsiteX432" fmla="*/ 1543010 w 7467600"/>
              <a:gd name="connsiteY432" fmla="*/ 6191140 h 6858000"/>
              <a:gd name="connsiteX433" fmla="*/ 1551080 w 7467600"/>
              <a:gd name="connsiteY433" fmla="*/ 6195006 h 6858000"/>
              <a:gd name="connsiteX434" fmla="*/ 2345443 w 7467600"/>
              <a:gd name="connsiteY434" fmla="*/ 5549882 h 6858000"/>
              <a:gd name="connsiteX435" fmla="*/ 1721499 w 7467600"/>
              <a:gd name="connsiteY435" fmla="*/ 5599969 h 6858000"/>
              <a:gd name="connsiteX436" fmla="*/ 767716 w 7467600"/>
              <a:gd name="connsiteY436" fmla="*/ 5472768 h 6858000"/>
              <a:gd name="connsiteX437" fmla="*/ 722147 w 7467600"/>
              <a:gd name="connsiteY437" fmla="*/ 5393091 h 6858000"/>
              <a:gd name="connsiteX438" fmla="*/ 1485552 w 7467600"/>
              <a:gd name="connsiteY438" fmla="*/ 5313202 h 6858000"/>
              <a:gd name="connsiteX439" fmla="*/ 2143004 w 7467600"/>
              <a:gd name="connsiteY439" fmla="*/ 5402420 h 6858000"/>
              <a:gd name="connsiteX440" fmla="*/ 1933391 w 7467600"/>
              <a:gd name="connsiteY440" fmla="*/ 5156971 h 6858000"/>
              <a:gd name="connsiteX441" fmla="*/ 1827118 w 7467600"/>
              <a:gd name="connsiteY441" fmla="*/ 4968410 h 6858000"/>
              <a:gd name="connsiteX442" fmla="*/ 1837349 w 7467600"/>
              <a:gd name="connsiteY442" fmla="*/ 4956357 h 6858000"/>
              <a:gd name="connsiteX443" fmla="*/ 2162835 w 7467600"/>
              <a:gd name="connsiteY443" fmla="*/ 5187853 h 6858000"/>
              <a:gd name="connsiteX444" fmla="*/ 2257167 w 7467600"/>
              <a:gd name="connsiteY444" fmla="*/ 5462123 h 6858000"/>
              <a:gd name="connsiteX445" fmla="*/ 2261598 w 7467600"/>
              <a:gd name="connsiteY445" fmla="*/ 5467998 h 6858000"/>
              <a:gd name="connsiteX446" fmla="*/ 2437177 w 7467600"/>
              <a:gd name="connsiteY446" fmla="*/ 5479608 h 6858000"/>
              <a:gd name="connsiteX447" fmla="*/ 2445247 w 7467600"/>
              <a:gd name="connsiteY447" fmla="*/ 5483476 h 6858000"/>
              <a:gd name="connsiteX448" fmla="*/ 2743626 w 7467600"/>
              <a:gd name="connsiteY448" fmla="*/ 5304819 h 6858000"/>
              <a:gd name="connsiteX449" fmla="*/ 3048102 w 7467600"/>
              <a:gd name="connsiteY449" fmla="*/ 5150595 h 6858000"/>
              <a:gd name="connsiteX450" fmla="*/ 1799414 w 7467600"/>
              <a:gd name="connsiteY450" fmla="*/ 4694732 h 6858000"/>
              <a:gd name="connsiteX451" fmla="*/ 1771735 w 7467600"/>
              <a:gd name="connsiteY451" fmla="*/ 4619929 h 6858000"/>
              <a:gd name="connsiteX452" fmla="*/ 3104273 w 7467600"/>
              <a:gd name="connsiteY452" fmla="*/ 5076159 h 6858000"/>
              <a:gd name="connsiteX453" fmla="*/ 3113245 w 7467600"/>
              <a:gd name="connsiteY453" fmla="*/ 5090705 h 6858000"/>
              <a:gd name="connsiteX454" fmla="*/ 3126294 w 7467600"/>
              <a:gd name="connsiteY454" fmla="*/ 5114400 h 6858000"/>
              <a:gd name="connsiteX455" fmla="*/ 3937433 w 7467600"/>
              <a:gd name="connsiteY455" fmla="*/ 4830473 h 6858000"/>
              <a:gd name="connsiteX456" fmla="*/ 3590475 w 7467600"/>
              <a:gd name="connsiteY456" fmla="*/ 4597974 h 6858000"/>
              <a:gd name="connsiteX457" fmla="*/ 3100264 w 7467600"/>
              <a:gd name="connsiteY457" fmla="*/ 4579845 h 6858000"/>
              <a:gd name="connsiteX458" fmla="*/ 2183576 w 7467600"/>
              <a:gd name="connsiteY458" fmla="*/ 4227150 h 6858000"/>
              <a:gd name="connsiteX459" fmla="*/ 2151029 w 7467600"/>
              <a:gd name="connsiteY459" fmla="*/ 4146947 h 6858000"/>
              <a:gd name="connsiteX460" fmla="*/ 3563434 w 7467600"/>
              <a:gd name="connsiteY460" fmla="*/ 4469115 h 6858000"/>
              <a:gd name="connsiteX461" fmla="*/ 3177952 w 7467600"/>
              <a:gd name="connsiteY461" fmla="*/ 3657386 h 6858000"/>
              <a:gd name="connsiteX462" fmla="*/ 3189263 w 7467600"/>
              <a:gd name="connsiteY462" fmla="*/ 3625726 h 6858000"/>
              <a:gd name="connsiteX463" fmla="*/ 3560912 w 7467600"/>
              <a:gd name="connsiteY463" fmla="*/ 4079863 h 6858000"/>
              <a:gd name="connsiteX464" fmla="*/ 3626636 w 7467600"/>
              <a:gd name="connsiteY464" fmla="*/ 4512230 h 6858000"/>
              <a:gd name="connsiteX465" fmla="*/ 3653088 w 7467600"/>
              <a:gd name="connsiteY465" fmla="*/ 4521417 h 6858000"/>
              <a:gd name="connsiteX466" fmla="*/ 3988128 w 7467600"/>
              <a:gd name="connsiteY466" fmla="*/ 4817267 h 6858000"/>
              <a:gd name="connsiteX467" fmla="*/ 4830582 w 7467600"/>
              <a:gd name="connsiteY467" fmla="*/ 4676000 h 6858000"/>
              <a:gd name="connsiteX468" fmla="*/ 4830100 w 7467600"/>
              <a:gd name="connsiteY468" fmla="*/ 4675554 h 6858000"/>
              <a:gd name="connsiteX469" fmla="*/ 4036318 w 7467600"/>
              <a:gd name="connsiteY469" fmla="*/ 4147013 h 6858000"/>
              <a:gd name="connsiteX470" fmla="*/ 3432098 w 7467600"/>
              <a:gd name="connsiteY470" fmla="*/ 3537312 h 6858000"/>
              <a:gd name="connsiteX471" fmla="*/ 3446761 w 7467600"/>
              <a:gd name="connsiteY471" fmla="*/ 3461278 h 6858000"/>
              <a:gd name="connsiteX472" fmla="*/ 4419733 w 7467600"/>
              <a:gd name="connsiteY472" fmla="*/ 3963555 h 6858000"/>
              <a:gd name="connsiteX473" fmla="*/ 4781371 w 7467600"/>
              <a:gd name="connsiteY473" fmla="*/ 4458604 h 6858000"/>
              <a:gd name="connsiteX474" fmla="*/ 4780440 w 7467600"/>
              <a:gd name="connsiteY474" fmla="*/ 4470290 h 6858000"/>
              <a:gd name="connsiteX475" fmla="*/ 4898954 w 7467600"/>
              <a:gd name="connsiteY475" fmla="*/ 4662092 h 6858000"/>
              <a:gd name="connsiteX476" fmla="*/ 4900699 w 7467600"/>
              <a:gd name="connsiteY476" fmla="*/ 4670867 h 6858000"/>
              <a:gd name="connsiteX477" fmla="*/ 5714511 w 7467600"/>
              <a:gd name="connsiteY477" fmla="*/ 4663483 h 6858000"/>
              <a:gd name="connsiteX478" fmla="*/ 5464793 w 7467600"/>
              <a:gd name="connsiteY478" fmla="*/ 4393556 h 6858000"/>
              <a:gd name="connsiteX479" fmla="*/ 5461897 w 7467600"/>
              <a:gd name="connsiteY479" fmla="*/ 4390879 h 6858000"/>
              <a:gd name="connsiteX480" fmla="*/ 4294126 w 7467600"/>
              <a:gd name="connsiteY480" fmla="*/ 3303048 h 6858000"/>
              <a:gd name="connsiteX481" fmla="*/ 4305321 w 7467600"/>
              <a:gd name="connsiteY481" fmla="*/ 3256953 h 6858000"/>
              <a:gd name="connsiteX482" fmla="*/ 4949299 w 7467600"/>
              <a:gd name="connsiteY482" fmla="*/ 3766336 h 6858000"/>
              <a:gd name="connsiteX483" fmla="*/ 5291452 w 7467600"/>
              <a:gd name="connsiteY483" fmla="*/ 4076801 h 6858000"/>
              <a:gd name="connsiteX484" fmla="*/ 5434998 w 7467600"/>
              <a:gd name="connsiteY484" fmla="*/ 4254100 h 6858000"/>
              <a:gd name="connsiteX485" fmla="*/ 5351015 w 7467600"/>
              <a:gd name="connsiteY485" fmla="*/ 3760989 h 6858000"/>
              <a:gd name="connsiteX486" fmla="*/ 5413780 w 7467600"/>
              <a:gd name="connsiteY486" fmla="*/ 2966265 h 6858000"/>
              <a:gd name="connsiteX487" fmla="*/ 5425627 w 7467600"/>
              <a:gd name="connsiteY487" fmla="*/ 2954192 h 6858000"/>
              <a:gd name="connsiteX488" fmla="*/ 6604735 w 7467600"/>
              <a:gd name="connsiteY488" fmla="*/ 2041381 h 6858000"/>
              <a:gd name="connsiteX489" fmla="*/ 7204487 w 7467600"/>
              <a:gd name="connsiteY489" fmla="*/ 2742112 h 6858000"/>
              <a:gd name="connsiteX490" fmla="*/ 7131592 w 7467600"/>
              <a:gd name="connsiteY490" fmla="*/ 2672096 h 6858000"/>
              <a:gd name="connsiteX491" fmla="*/ 6996344 w 7467600"/>
              <a:gd name="connsiteY491" fmla="*/ 2518310 h 6858000"/>
              <a:gd name="connsiteX492" fmla="*/ 6735495 w 7467600"/>
              <a:gd name="connsiteY492" fmla="*/ 2196890 h 6858000"/>
              <a:gd name="connsiteX493" fmla="*/ 6721901 w 7467600"/>
              <a:gd name="connsiteY493" fmla="*/ 2179274 h 6858000"/>
              <a:gd name="connsiteX494" fmla="*/ 6604735 w 7467600"/>
              <a:gd name="connsiteY494" fmla="*/ 2041381 h 6858000"/>
              <a:gd name="connsiteX495" fmla="*/ 6591670 w 7467600"/>
              <a:gd name="connsiteY495" fmla="*/ 1988277 h 6858000"/>
              <a:gd name="connsiteX496" fmla="*/ 6747349 w 7467600"/>
              <a:gd name="connsiteY496" fmla="*/ 2160069 h 6858000"/>
              <a:gd name="connsiteX497" fmla="*/ 6760943 w 7467600"/>
              <a:gd name="connsiteY497" fmla="*/ 2177686 h 6858000"/>
              <a:gd name="connsiteX498" fmla="*/ 7021065 w 7467600"/>
              <a:gd name="connsiteY498" fmla="*/ 2498102 h 6858000"/>
              <a:gd name="connsiteX499" fmla="*/ 7155223 w 7467600"/>
              <a:gd name="connsiteY499" fmla="*/ 2650386 h 6858000"/>
              <a:gd name="connsiteX500" fmla="*/ 7203167 w 7467600"/>
              <a:gd name="connsiteY500" fmla="*/ 2697288 h 6858000"/>
              <a:gd name="connsiteX501" fmla="*/ 6937703 w 7467600"/>
              <a:gd name="connsiteY501" fmla="*/ 2321981 h 6858000"/>
              <a:gd name="connsiteX502" fmla="*/ 6591670 w 7467600"/>
              <a:gd name="connsiteY502" fmla="*/ 1988277 h 6858000"/>
              <a:gd name="connsiteX503" fmla="*/ 5798671 w 7467600"/>
              <a:gd name="connsiteY503" fmla="*/ 1981601 h 6858000"/>
              <a:gd name="connsiteX504" fmla="*/ 5754709 w 7467600"/>
              <a:gd name="connsiteY504" fmla="*/ 2071454 h 6858000"/>
              <a:gd name="connsiteX505" fmla="*/ 5763044 w 7467600"/>
              <a:gd name="connsiteY505" fmla="*/ 2842206 h 6858000"/>
              <a:gd name="connsiteX506" fmla="*/ 5764974 w 7467600"/>
              <a:gd name="connsiteY506" fmla="*/ 2799609 h 6858000"/>
              <a:gd name="connsiteX507" fmla="*/ 5767665 w 7467600"/>
              <a:gd name="connsiteY507" fmla="*/ 2666409 h 6858000"/>
              <a:gd name="connsiteX508" fmla="*/ 5763055 w 7467600"/>
              <a:gd name="connsiteY508" fmla="*/ 2579705 h 6858000"/>
              <a:gd name="connsiteX509" fmla="*/ 5758079 w 7467600"/>
              <a:gd name="connsiteY509" fmla="*/ 2492508 h 6858000"/>
              <a:gd name="connsiteX510" fmla="*/ 5779325 w 7467600"/>
              <a:gd name="connsiteY510" fmla="*/ 2197069 h 6858000"/>
              <a:gd name="connsiteX511" fmla="*/ 5798671 w 7467600"/>
              <a:gd name="connsiteY511" fmla="*/ 1981601 h 6858000"/>
              <a:gd name="connsiteX512" fmla="*/ 5829202 w 7467600"/>
              <a:gd name="connsiteY512" fmla="*/ 1971679 h 6858000"/>
              <a:gd name="connsiteX513" fmla="*/ 5809558 w 7467600"/>
              <a:gd name="connsiteY513" fmla="*/ 2198043 h 6858000"/>
              <a:gd name="connsiteX514" fmla="*/ 5788653 w 7467600"/>
              <a:gd name="connsiteY514" fmla="*/ 2489430 h 6858000"/>
              <a:gd name="connsiteX515" fmla="*/ 5793439 w 7467600"/>
              <a:gd name="connsiteY515" fmla="*/ 2575235 h 6858000"/>
              <a:gd name="connsiteX516" fmla="*/ 5796837 w 7467600"/>
              <a:gd name="connsiteY516" fmla="*/ 2637633 h 6858000"/>
              <a:gd name="connsiteX517" fmla="*/ 5818614 w 7467600"/>
              <a:gd name="connsiteY517" fmla="*/ 2473055 h 6858000"/>
              <a:gd name="connsiteX518" fmla="*/ 5829202 w 7467600"/>
              <a:gd name="connsiteY518" fmla="*/ 1971679 h 6858000"/>
              <a:gd name="connsiteX519" fmla="*/ 5911389 w 7467600"/>
              <a:gd name="connsiteY519" fmla="*/ 1898371 h 6858000"/>
              <a:gd name="connsiteX520" fmla="*/ 6237627 w 7467600"/>
              <a:gd name="connsiteY520" fmla="*/ 2231921 h 6858000"/>
              <a:gd name="connsiteX521" fmla="*/ 5911389 w 7467600"/>
              <a:gd name="connsiteY521" fmla="*/ 1898371 h 6858000"/>
              <a:gd name="connsiteX522" fmla="*/ 6944437 w 7467600"/>
              <a:gd name="connsiteY522" fmla="*/ 1575402 h 6858000"/>
              <a:gd name="connsiteX523" fmla="*/ 6304730 w 7467600"/>
              <a:gd name="connsiteY523" fmla="*/ 1766654 h 6858000"/>
              <a:gd name="connsiteX524" fmla="*/ 6944437 w 7467600"/>
              <a:gd name="connsiteY524" fmla="*/ 1575402 h 6858000"/>
              <a:gd name="connsiteX525" fmla="*/ 7019523 w 7467600"/>
              <a:gd name="connsiteY525" fmla="*/ 1519450 h 6858000"/>
              <a:gd name="connsiteX526" fmla="*/ 6298091 w 7467600"/>
              <a:gd name="connsiteY526" fmla="*/ 1737122 h 6858000"/>
              <a:gd name="connsiteX527" fmla="*/ 7019523 w 7467600"/>
              <a:gd name="connsiteY527" fmla="*/ 1519450 h 6858000"/>
              <a:gd name="connsiteX528" fmla="*/ 2399523 w 7467600"/>
              <a:gd name="connsiteY528" fmla="*/ 1428234 h 6858000"/>
              <a:gd name="connsiteX529" fmla="*/ 2224982 w 7467600"/>
              <a:gd name="connsiteY529" fmla="*/ 1826201 h 6858000"/>
              <a:gd name="connsiteX530" fmla="*/ 2096099 w 7467600"/>
              <a:gd name="connsiteY530" fmla="*/ 2345900 h 6858000"/>
              <a:gd name="connsiteX531" fmla="*/ 2283317 w 7467600"/>
              <a:gd name="connsiteY531" fmla="*/ 1796925 h 6858000"/>
              <a:gd name="connsiteX532" fmla="*/ 2399523 w 7467600"/>
              <a:gd name="connsiteY532" fmla="*/ 1428234 h 6858000"/>
              <a:gd name="connsiteX533" fmla="*/ 2448558 w 7467600"/>
              <a:gd name="connsiteY533" fmla="*/ 1373435 h 6858000"/>
              <a:gd name="connsiteX534" fmla="*/ 2312521 w 7467600"/>
              <a:gd name="connsiteY534" fmla="*/ 1806140 h 6858000"/>
              <a:gd name="connsiteX535" fmla="*/ 2127533 w 7467600"/>
              <a:gd name="connsiteY535" fmla="*/ 2348380 h 6858000"/>
              <a:gd name="connsiteX536" fmla="*/ 2358080 w 7467600"/>
              <a:gd name="connsiteY536" fmla="*/ 1866134 h 6858000"/>
              <a:gd name="connsiteX537" fmla="*/ 2407436 w 7467600"/>
              <a:gd name="connsiteY537" fmla="*/ 1651070 h 6858000"/>
              <a:gd name="connsiteX538" fmla="*/ 2448558 w 7467600"/>
              <a:gd name="connsiteY538" fmla="*/ 1373435 h 6858000"/>
              <a:gd name="connsiteX539" fmla="*/ 278707 w 7467600"/>
              <a:gd name="connsiteY539" fmla="*/ 1352270 h 6858000"/>
              <a:gd name="connsiteX540" fmla="*/ 321570 w 7467600"/>
              <a:gd name="connsiteY540" fmla="*/ 1861610 h 6858000"/>
              <a:gd name="connsiteX541" fmla="*/ 294281 w 7467600"/>
              <a:gd name="connsiteY541" fmla="*/ 1440658 h 6858000"/>
              <a:gd name="connsiteX542" fmla="*/ 278707 w 7467600"/>
              <a:gd name="connsiteY542" fmla="*/ 1352270 h 6858000"/>
              <a:gd name="connsiteX543" fmla="*/ 1423821 w 7467600"/>
              <a:gd name="connsiteY543" fmla="*/ 1351958 h 6858000"/>
              <a:gd name="connsiteX544" fmla="*/ 1638521 w 7467600"/>
              <a:gd name="connsiteY544" fmla="*/ 1908470 h 6858000"/>
              <a:gd name="connsiteX545" fmla="*/ 1754199 w 7467600"/>
              <a:gd name="connsiteY545" fmla="*/ 2149284 h 6858000"/>
              <a:gd name="connsiteX546" fmla="*/ 1908359 w 7467600"/>
              <a:gd name="connsiteY546" fmla="*/ 2364988 h 6858000"/>
              <a:gd name="connsiteX547" fmla="*/ 1647661 w 7467600"/>
              <a:gd name="connsiteY547" fmla="*/ 1825945 h 6858000"/>
              <a:gd name="connsiteX548" fmla="*/ 1423821 w 7467600"/>
              <a:gd name="connsiteY548" fmla="*/ 1351958 h 6858000"/>
              <a:gd name="connsiteX549" fmla="*/ 1431890 w 7467600"/>
              <a:gd name="connsiteY549" fmla="*/ 1306475 h 6858000"/>
              <a:gd name="connsiteX550" fmla="*/ 1507597 w 7467600"/>
              <a:gd name="connsiteY550" fmla="*/ 1446132 h 6858000"/>
              <a:gd name="connsiteX551" fmla="*/ 1674586 w 7467600"/>
              <a:gd name="connsiteY551" fmla="*/ 1813832 h 6858000"/>
              <a:gd name="connsiteX552" fmla="*/ 1815950 w 7467600"/>
              <a:gd name="connsiteY552" fmla="*/ 2128564 h 6858000"/>
              <a:gd name="connsiteX553" fmla="*/ 1984242 w 7467600"/>
              <a:gd name="connsiteY553" fmla="*/ 2430829 h 6858000"/>
              <a:gd name="connsiteX554" fmla="*/ 2014023 w 7467600"/>
              <a:gd name="connsiteY554" fmla="*/ 2450995 h 6858000"/>
              <a:gd name="connsiteX555" fmla="*/ 1747337 w 7467600"/>
              <a:gd name="connsiteY555" fmla="*/ 1855264 h 6858000"/>
              <a:gd name="connsiteX556" fmla="*/ 1533749 w 7467600"/>
              <a:gd name="connsiteY556" fmla="*/ 1478656 h 6858000"/>
              <a:gd name="connsiteX557" fmla="*/ 1431890 w 7467600"/>
              <a:gd name="connsiteY557" fmla="*/ 1306475 h 6858000"/>
              <a:gd name="connsiteX558" fmla="*/ 5052692 w 7467600"/>
              <a:gd name="connsiteY558" fmla="*/ 1292994 h 6858000"/>
              <a:gd name="connsiteX559" fmla="*/ 5200661 w 7467600"/>
              <a:gd name="connsiteY559" fmla="*/ 1635186 h 6858000"/>
              <a:gd name="connsiteX560" fmla="*/ 5297138 w 7467600"/>
              <a:gd name="connsiteY560" fmla="*/ 1906351 h 6858000"/>
              <a:gd name="connsiteX561" fmla="*/ 5052692 w 7467600"/>
              <a:gd name="connsiteY561" fmla="*/ 1292994 h 6858000"/>
              <a:gd name="connsiteX562" fmla="*/ 5009948 w 7467600"/>
              <a:gd name="connsiteY562" fmla="*/ 1273619 h 6858000"/>
              <a:gd name="connsiteX563" fmla="*/ 5121777 w 7467600"/>
              <a:gd name="connsiteY563" fmla="*/ 1654213 h 6858000"/>
              <a:gd name="connsiteX564" fmla="*/ 5293545 w 7467600"/>
              <a:gd name="connsiteY564" fmla="*/ 2072247 h 6858000"/>
              <a:gd name="connsiteX565" fmla="*/ 5294042 w 7467600"/>
              <a:gd name="connsiteY565" fmla="*/ 2065019 h 6858000"/>
              <a:gd name="connsiteX566" fmla="*/ 5171936 w 7467600"/>
              <a:gd name="connsiteY566" fmla="*/ 1647613 h 6858000"/>
              <a:gd name="connsiteX567" fmla="*/ 5009948 w 7467600"/>
              <a:gd name="connsiteY567" fmla="*/ 1273619 h 6858000"/>
              <a:gd name="connsiteX568" fmla="*/ 655236 w 7467600"/>
              <a:gd name="connsiteY568" fmla="*/ 1268632 h 6858000"/>
              <a:gd name="connsiteX569" fmla="*/ 839521 w 7467600"/>
              <a:gd name="connsiteY569" fmla="*/ 1685315 h 6858000"/>
              <a:gd name="connsiteX570" fmla="*/ 1109416 w 7467600"/>
              <a:gd name="connsiteY570" fmla="*/ 2061663 h 6858000"/>
              <a:gd name="connsiteX571" fmla="*/ 1298300 w 7467600"/>
              <a:gd name="connsiteY571" fmla="*/ 2247742 h 6858000"/>
              <a:gd name="connsiteX572" fmla="*/ 1125871 w 7467600"/>
              <a:gd name="connsiteY572" fmla="*/ 1989513 h 6858000"/>
              <a:gd name="connsiteX573" fmla="*/ 981574 w 7467600"/>
              <a:gd name="connsiteY573" fmla="*/ 1783157 h 6858000"/>
              <a:gd name="connsiteX574" fmla="*/ 922198 w 7467600"/>
              <a:gd name="connsiteY574" fmla="*/ 1677437 h 6858000"/>
              <a:gd name="connsiteX575" fmla="*/ 869293 w 7467600"/>
              <a:gd name="connsiteY575" fmla="*/ 1583214 h 6858000"/>
              <a:gd name="connsiteX576" fmla="*/ 751431 w 7467600"/>
              <a:gd name="connsiteY576" fmla="*/ 1405731 h 6858000"/>
              <a:gd name="connsiteX577" fmla="*/ 655236 w 7467600"/>
              <a:gd name="connsiteY577" fmla="*/ 1268632 h 6858000"/>
              <a:gd name="connsiteX578" fmla="*/ 6516292 w 7467600"/>
              <a:gd name="connsiteY578" fmla="*/ 1263064 h 6858000"/>
              <a:gd name="connsiteX579" fmla="*/ 5736320 w 7467600"/>
              <a:gd name="connsiteY579" fmla="*/ 1501803 h 6858000"/>
              <a:gd name="connsiteX580" fmla="*/ 6516292 w 7467600"/>
              <a:gd name="connsiteY580" fmla="*/ 1263064 h 6858000"/>
              <a:gd name="connsiteX581" fmla="*/ 291466 w 7467600"/>
              <a:gd name="connsiteY581" fmla="*/ 1250369 h 6858000"/>
              <a:gd name="connsiteX582" fmla="*/ 323180 w 7467600"/>
              <a:gd name="connsiteY582" fmla="*/ 1435283 h 6858000"/>
              <a:gd name="connsiteX583" fmla="*/ 349381 w 7467600"/>
              <a:gd name="connsiteY583" fmla="*/ 1875041 h 6858000"/>
              <a:gd name="connsiteX584" fmla="*/ 374363 w 7467600"/>
              <a:gd name="connsiteY584" fmla="*/ 1506494 h 6858000"/>
              <a:gd name="connsiteX585" fmla="*/ 302168 w 7467600"/>
              <a:gd name="connsiteY585" fmla="*/ 1274495 h 6858000"/>
              <a:gd name="connsiteX586" fmla="*/ 291466 w 7467600"/>
              <a:gd name="connsiteY586" fmla="*/ 1250369 h 6858000"/>
              <a:gd name="connsiteX587" fmla="*/ 678222 w 7467600"/>
              <a:gd name="connsiteY587" fmla="*/ 1248670 h 6858000"/>
              <a:gd name="connsiteX588" fmla="*/ 775536 w 7467600"/>
              <a:gd name="connsiteY588" fmla="*/ 1388015 h 6858000"/>
              <a:gd name="connsiteX589" fmla="*/ 894529 w 7467600"/>
              <a:gd name="connsiteY589" fmla="*/ 1567739 h 6858000"/>
              <a:gd name="connsiteX590" fmla="*/ 948000 w 7467600"/>
              <a:gd name="connsiteY590" fmla="*/ 1663088 h 6858000"/>
              <a:gd name="connsiteX591" fmla="*/ 1006812 w 7467600"/>
              <a:gd name="connsiteY591" fmla="*/ 1767683 h 6858000"/>
              <a:gd name="connsiteX592" fmla="*/ 1149133 w 7467600"/>
              <a:gd name="connsiteY592" fmla="*/ 1971513 h 6858000"/>
              <a:gd name="connsiteX593" fmla="*/ 1333952 w 7467600"/>
              <a:gd name="connsiteY593" fmla="*/ 2251620 h 6858000"/>
              <a:gd name="connsiteX594" fmla="*/ 1337329 w 7467600"/>
              <a:gd name="connsiteY594" fmla="*/ 2258350 h 6858000"/>
              <a:gd name="connsiteX595" fmla="*/ 1014726 w 7467600"/>
              <a:gd name="connsiteY595" fmla="*/ 1615556 h 6858000"/>
              <a:gd name="connsiteX596" fmla="*/ 678222 w 7467600"/>
              <a:gd name="connsiteY596" fmla="*/ 1248670 h 6858000"/>
              <a:gd name="connsiteX597" fmla="*/ 6691602 w 7467600"/>
              <a:gd name="connsiteY597" fmla="*/ 1140573 h 6858000"/>
              <a:gd name="connsiteX598" fmla="*/ 6571100 w 7467600"/>
              <a:gd name="connsiteY598" fmla="*/ 1183662 h 6858000"/>
              <a:gd name="connsiteX599" fmla="*/ 6241687 w 7467600"/>
              <a:gd name="connsiteY599" fmla="*/ 1257600 h 6858000"/>
              <a:gd name="connsiteX600" fmla="*/ 5693009 w 7467600"/>
              <a:gd name="connsiteY600" fmla="*/ 1478256 h 6858000"/>
              <a:gd name="connsiteX601" fmla="*/ 6548420 w 7467600"/>
              <a:gd name="connsiteY601" fmla="*/ 1214599 h 6858000"/>
              <a:gd name="connsiteX602" fmla="*/ 6605473 w 7467600"/>
              <a:gd name="connsiteY602" fmla="*/ 1184686 h 6858000"/>
              <a:gd name="connsiteX603" fmla="*/ 6691602 w 7467600"/>
              <a:gd name="connsiteY603" fmla="*/ 1140573 h 6858000"/>
              <a:gd name="connsiteX604" fmla="*/ 4002475 w 7467600"/>
              <a:gd name="connsiteY604" fmla="*/ 1037802 h 6858000"/>
              <a:gd name="connsiteX605" fmla="*/ 4000324 w 7467600"/>
              <a:gd name="connsiteY605" fmla="*/ 1039362 h 6858000"/>
              <a:gd name="connsiteX606" fmla="*/ 4002862 w 7467600"/>
              <a:gd name="connsiteY606" fmla="*/ 1042866 h 6858000"/>
              <a:gd name="connsiteX607" fmla="*/ 4002475 w 7467600"/>
              <a:gd name="connsiteY607" fmla="*/ 1037802 h 6858000"/>
              <a:gd name="connsiteX608" fmla="*/ 506322 w 7467600"/>
              <a:gd name="connsiteY608" fmla="*/ 1020997 h 6858000"/>
              <a:gd name="connsiteX609" fmla="*/ 533068 w 7467600"/>
              <a:gd name="connsiteY609" fmla="*/ 1029409 h 6858000"/>
              <a:gd name="connsiteX610" fmla="*/ 1232525 w 7467600"/>
              <a:gd name="connsiteY610" fmla="*/ 1804675 h 6858000"/>
              <a:gd name="connsiteX611" fmla="*/ 1388858 w 7467600"/>
              <a:gd name="connsiteY611" fmla="*/ 2368011 h 6858000"/>
              <a:gd name="connsiteX612" fmla="*/ 1384098 w 7467600"/>
              <a:gd name="connsiteY612" fmla="*/ 2378125 h 6858000"/>
              <a:gd name="connsiteX613" fmla="*/ 1425393 w 7467600"/>
              <a:gd name="connsiteY613" fmla="*/ 2589124 h 6858000"/>
              <a:gd name="connsiteX614" fmla="*/ 1424001 w 7467600"/>
              <a:gd name="connsiteY614" fmla="*/ 2597541 h 6858000"/>
              <a:gd name="connsiteX615" fmla="*/ 2152729 w 7467600"/>
              <a:gd name="connsiteY615" fmla="*/ 2864487 h 6858000"/>
              <a:gd name="connsiteX616" fmla="*/ 2020609 w 7467600"/>
              <a:gd name="connsiteY616" fmla="*/ 2539671 h 6858000"/>
              <a:gd name="connsiteX617" fmla="*/ 2018920 w 7467600"/>
              <a:gd name="connsiteY617" fmla="*/ 2536309 h 6858000"/>
              <a:gd name="connsiteX618" fmla="*/ 1342441 w 7467600"/>
              <a:gd name="connsiteY618" fmla="*/ 1173017 h 6858000"/>
              <a:gd name="connsiteX619" fmla="*/ 1367925 w 7467600"/>
              <a:gd name="connsiteY619" fmla="*/ 1135648 h 6858000"/>
              <a:gd name="connsiteX620" fmla="*/ 1771401 w 7467600"/>
              <a:gd name="connsiteY620" fmla="*/ 1806673 h 6858000"/>
              <a:gd name="connsiteX621" fmla="*/ 1972385 w 7467600"/>
              <a:gd name="connsiteY621" fmla="*/ 2198735 h 6858000"/>
              <a:gd name="connsiteX622" fmla="*/ 2040892 w 7467600"/>
              <a:gd name="connsiteY622" fmla="*/ 2405205 h 6858000"/>
              <a:gd name="connsiteX623" fmla="*/ 2131689 w 7467600"/>
              <a:gd name="connsiteY623" fmla="*/ 1936926 h 6858000"/>
              <a:gd name="connsiteX624" fmla="*/ 2454820 w 7467600"/>
              <a:gd name="connsiteY624" fmla="*/ 1248808 h 6858000"/>
              <a:gd name="connsiteX625" fmla="*/ 2492512 w 7467600"/>
              <a:gd name="connsiteY625" fmla="*/ 1302920 h 6858000"/>
              <a:gd name="connsiteX626" fmla="*/ 2081216 w 7467600"/>
              <a:gd name="connsiteY626" fmla="*/ 2527513 h 6858000"/>
              <a:gd name="connsiteX627" fmla="*/ 2081211 w 7467600"/>
              <a:gd name="connsiteY627" fmla="*/ 2528916 h 6858000"/>
              <a:gd name="connsiteX628" fmla="*/ 2199067 w 7467600"/>
              <a:gd name="connsiteY628" fmla="*/ 2884061 h 6858000"/>
              <a:gd name="connsiteX629" fmla="*/ 3192586 w 7467600"/>
              <a:gd name="connsiteY629" fmla="*/ 3411496 h 6858000"/>
              <a:gd name="connsiteX630" fmla="*/ 3182620 w 7467600"/>
              <a:gd name="connsiteY630" fmla="*/ 3483279 h 6858000"/>
              <a:gd name="connsiteX631" fmla="*/ 2435119 w 7467600"/>
              <a:gd name="connsiteY631" fmla="*/ 3080173 h 6858000"/>
              <a:gd name="connsiteX632" fmla="*/ 2410152 w 7467600"/>
              <a:gd name="connsiteY632" fmla="*/ 3063751 h 6858000"/>
              <a:gd name="connsiteX633" fmla="*/ 2408099 w 7467600"/>
              <a:gd name="connsiteY633" fmla="*/ 3064403 h 6858000"/>
              <a:gd name="connsiteX634" fmla="*/ 2407218 w 7467600"/>
              <a:gd name="connsiteY634" fmla="*/ 3070324 h 6858000"/>
              <a:gd name="connsiteX635" fmla="*/ 2380138 w 7467600"/>
              <a:gd name="connsiteY635" fmla="*/ 3099341 h 6858000"/>
              <a:gd name="connsiteX636" fmla="*/ 1765923 w 7467600"/>
              <a:gd name="connsiteY636" fmla="*/ 3581043 h 6858000"/>
              <a:gd name="connsiteX637" fmla="*/ 1702258 w 7467600"/>
              <a:gd name="connsiteY637" fmla="*/ 3612286 h 6858000"/>
              <a:gd name="connsiteX638" fmla="*/ 1538370 w 7467600"/>
              <a:gd name="connsiteY638" fmla="*/ 3811804 h 6858000"/>
              <a:gd name="connsiteX639" fmla="*/ 542867 w 7467600"/>
              <a:gd name="connsiteY639" fmla="*/ 4944092 h 6858000"/>
              <a:gd name="connsiteX640" fmla="*/ 515800 w 7467600"/>
              <a:gd name="connsiteY640" fmla="*/ 4862180 h 6858000"/>
              <a:gd name="connsiteX641" fmla="*/ 909145 w 7467600"/>
              <a:gd name="connsiteY641" fmla="*/ 4199225 h 6858000"/>
              <a:gd name="connsiteX642" fmla="*/ 1214067 w 7467600"/>
              <a:gd name="connsiteY642" fmla="*/ 3908561 h 6858000"/>
              <a:gd name="connsiteX643" fmla="*/ 640967 w 7467600"/>
              <a:gd name="connsiteY643" fmla="*/ 4105601 h 6858000"/>
              <a:gd name="connsiteX644" fmla="*/ 112563 w 7467600"/>
              <a:gd name="connsiteY644" fmla="*/ 4396952 h 6858000"/>
              <a:gd name="connsiteX645" fmla="*/ 0 w 7467600"/>
              <a:gd name="connsiteY645" fmla="*/ 4466006 h 6858000"/>
              <a:gd name="connsiteX646" fmla="*/ 0 w 7467600"/>
              <a:gd name="connsiteY646" fmla="*/ 4233763 h 6858000"/>
              <a:gd name="connsiteX647" fmla="*/ 36881 w 7467600"/>
              <a:gd name="connsiteY647" fmla="*/ 4200118 h 6858000"/>
              <a:gd name="connsiteX648" fmla="*/ 910534 w 7467600"/>
              <a:gd name="connsiteY648" fmla="*/ 3629753 h 6858000"/>
              <a:gd name="connsiteX649" fmla="*/ 1578717 w 7467600"/>
              <a:gd name="connsiteY649" fmla="*/ 3575982 h 6858000"/>
              <a:gd name="connsiteX650" fmla="*/ 2338780 w 7467600"/>
              <a:gd name="connsiteY650" fmla="*/ 3033725 h 6858000"/>
              <a:gd name="connsiteX651" fmla="*/ 1807991 w 7467600"/>
              <a:gd name="connsiteY651" fmla="*/ 2807184 h 6858000"/>
              <a:gd name="connsiteX652" fmla="*/ 1416358 w 7467600"/>
              <a:gd name="connsiteY652" fmla="*/ 3112571 h 6858000"/>
              <a:gd name="connsiteX653" fmla="*/ 939066 w 7467600"/>
              <a:gd name="connsiteY653" fmla="*/ 3378798 h 6858000"/>
              <a:gd name="connsiteX654" fmla="*/ 115099 w 7467600"/>
              <a:gd name="connsiteY654" fmla="*/ 3607650 h 6858000"/>
              <a:gd name="connsiteX655" fmla="*/ 97284 w 7467600"/>
              <a:gd name="connsiteY655" fmla="*/ 3520393 h 6858000"/>
              <a:gd name="connsiteX656" fmla="*/ 922050 w 7467600"/>
              <a:gd name="connsiteY656" fmla="*/ 3074867 h 6858000"/>
              <a:gd name="connsiteX657" fmla="*/ 1405265 w 7467600"/>
              <a:gd name="connsiteY657" fmla="*/ 3016319 h 6858000"/>
              <a:gd name="connsiteX658" fmla="*/ 1407512 w 7467600"/>
              <a:gd name="connsiteY658" fmla="*/ 3018001 h 6858000"/>
              <a:gd name="connsiteX659" fmla="*/ 1726266 w 7467600"/>
              <a:gd name="connsiteY659" fmla="*/ 2777274 h 6858000"/>
              <a:gd name="connsiteX660" fmla="*/ 625390 w 7467600"/>
              <a:gd name="connsiteY660" fmla="*/ 2514541 h 6858000"/>
              <a:gd name="connsiteX661" fmla="*/ 619799 w 7467600"/>
              <a:gd name="connsiteY661" fmla="*/ 2527180 h 6858000"/>
              <a:gd name="connsiteX662" fmla="*/ 310030 w 7467600"/>
              <a:gd name="connsiteY662" fmla="*/ 2771818 h 6858000"/>
              <a:gd name="connsiteX663" fmla="*/ 173877 w 7467600"/>
              <a:gd name="connsiteY663" fmla="*/ 2937056 h 6858000"/>
              <a:gd name="connsiteX664" fmla="*/ 77889 w 7467600"/>
              <a:gd name="connsiteY664" fmla="*/ 3138440 h 6858000"/>
              <a:gd name="connsiteX665" fmla="*/ 0 w 7467600"/>
              <a:gd name="connsiteY665" fmla="*/ 3271395 h 6858000"/>
              <a:gd name="connsiteX666" fmla="*/ 0 w 7467600"/>
              <a:gd name="connsiteY666" fmla="*/ 3153002 h 6858000"/>
              <a:gd name="connsiteX667" fmla="*/ 2386 w 7467600"/>
              <a:gd name="connsiteY667" fmla="*/ 3149203 h 6858000"/>
              <a:gd name="connsiteX668" fmla="*/ 89753 w 7467600"/>
              <a:gd name="connsiteY668" fmla="*/ 2987702 h 6858000"/>
              <a:gd name="connsiteX669" fmla="*/ 76869 w 7467600"/>
              <a:gd name="connsiteY669" fmla="*/ 3005404 h 6858000"/>
              <a:gd name="connsiteX670" fmla="*/ 32049 w 7467600"/>
              <a:gd name="connsiteY670" fmla="*/ 3065814 h 6858000"/>
              <a:gd name="connsiteX671" fmla="*/ 0 w 7467600"/>
              <a:gd name="connsiteY671" fmla="*/ 3108744 h 6858000"/>
              <a:gd name="connsiteX672" fmla="*/ 0 w 7467600"/>
              <a:gd name="connsiteY672" fmla="*/ 3058059 h 6858000"/>
              <a:gd name="connsiteX673" fmla="*/ 7610 w 7467600"/>
              <a:gd name="connsiteY673" fmla="*/ 3047889 h 6858000"/>
              <a:gd name="connsiteX674" fmla="*/ 52419 w 7467600"/>
              <a:gd name="connsiteY674" fmla="*/ 2987479 h 6858000"/>
              <a:gd name="connsiteX675" fmla="*/ 59142 w 7467600"/>
              <a:gd name="connsiteY675" fmla="*/ 2978488 h 6858000"/>
              <a:gd name="connsiteX676" fmla="*/ 0 w 7467600"/>
              <a:gd name="connsiteY676" fmla="*/ 3015334 h 6858000"/>
              <a:gd name="connsiteX677" fmla="*/ 0 w 7467600"/>
              <a:gd name="connsiteY677" fmla="*/ 2914286 h 6858000"/>
              <a:gd name="connsiteX678" fmla="*/ 36383 w 7467600"/>
              <a:gd name="connsiteY678" fmla="*/ 2901128 h 6858000"/>
              <a:gd name="connsiteX679" fmla="*/ 156329 w 7467600"/>
              <a:gd name="connsiteY679" fmla="*/ 2840533 h 6858000"/>
              <a:gd name="connsiteX680" fmla="*/ 358355 w 7467600"/>
              <a:gd name="connsiteY680" fmla="*/ 2620471 h 6858000"/>
              <a:gd name="connsiteX681" fmla="*/ 510577 w 7467600"/>
              <a:gd name="connsiteY681" fmla="*/ 2501244 h 6858000"/>
              <a:gd name="connsiteX682" fmla="*/ 211967 w 7467600"/>
              <a:gd name="connsiteY682" fmla="*/ 2479171 h 6858000"/>
              <a:gd name="connsiteX683" fmla="*/ 0 w 7467600"/>
              <a:gd name="connsiteY683" fmla="*/ 2476398 h 6858000"/>
              <a:gd name="connsiteX684" fmla="*/ 0 w 7467600"/>
              <a:gd name="connsiteY684" fmla="*/ 2389189 h 6858000"/>
              <a:gd name="connsiteX685" fmla="*/ 103062 w 7467600"/>
              <a:gd name="connsiteY685" fmla="*/ 2389518 h 6858000"/>
              <a:gd name="connsiteX686" fmla="*/ 510734 w 7467600"/>
              <a:gd name="connsiteY686" fmla="*/ 2416201 h 6858000"/>
              <a:gd name="connsiteX687" fmla="*/ 279257 w 7467600"/>
              <a:gd name="connsiteY687" fmla="*/ 2092102 h 6858000"/>
              <a:gd name="connsiteX688" fmla="*/ 65265 w 7467600"/>
              <a:gd name="connsiteY688" fmla="*/ 2006049 h 6858000"/>
              <a:gd name="connsiteX689" fmla="*/ 0 w 7467600"/>
              <a:gd name="connsiteY689" fmla="*/ 1982532 h 6858000"/>
              <a:gd name="connsiteX690" fmla="*/ 0 w 7467600"/>
              <a:gd name="connsiteY690" fmla="*/ 1912789 h 6858000"/>
              <a:gd name="connsiteX691" fmla="*/ 97460 w 7467600"/>
              <a:gd name="connsiteY691" fmla="*/ 1953725 h 6858000"/>
              <a:gd name="connsiteX692" fmla="*/ 221272 w 7467600"/>
              <a:gd name="connsiteY692" fmla="*/ 1980766 h 6858000"/>
              <a:gd name="connsiteX693" fmla="*/ 116765 w 7467600"/>
              <a:gd name="connsiteY693" fmla="*/ 1911033 h 6858000"/>
              <a:gd name="connsiteX694" fmla="*/ 16405 w 7467600"/>
              <a:gd name="connsiteY694" fmla="*/ 1803412 h 6858000"/>
              <a:gd name="connsiteX695" fmla="*/ 0 w 7467600"/>
              <a:gd name="connsiteY695" fmla="*/ 1784777 h 6858000"/>
              <a:gd name="connsiteX696" fmla="*/ 0 w 7467600"/>
              <a:gd name="connsiteY696" fmla="*/ 1740082 h 6858000"/>
              <a:gd name="connsiteX697" fmla="*/ 39394 w 7467600"/>
              <a:gd name="connsiteY697" fmla="*/ 1784856 h 6858000"/>
              <a:gd name="connsiteX698" fmla="*/ 135813 w 7467600"/>
              <a:gd name="connsiteY698" fmla="*/ 1888838 h 6858000"/>
              <a:gd name="connsiteX699" fmla="*/ 242575 w 7467600"/>
              <a:gd name="connsiteY699" fmla="*/ 1958841 h 6858000"/>
              <a:gd name="connsiteX700" fmla="*/ 82197 w 7467600"/>
              <a:gd name="connsiteY700" fmla="*/ 1754826 h 6858000"/>
              <a:gd name="connsiteX701" fmla="*/ 0 w 7467600"/>
              <a:gd name="connsiteY701" fmla="*/ 1679650 h 6858000"/>
              <a:gd name="connsiteX702" fmla="*/ 0 w 7467600"/>
              <a:gd name="connsiteY702" fmla="*/ 1602463 h 6858000"/>
              <a:gd name="connsiteX703" fmla="*/ 84689 w 7467600"/>
              <a:gd name="connsiteY703" fmla="*/ 1677442 h 6858000"/>
              <a:gd name="connsiteX704" fmla="*/ 298437 w 7467600"/>
              <a:gd name="connsiteY704" fmla="*/ 1968019 h 6858000"/>
              <a:gd name="connsiteX705" fmla="*/ 227269 w 7467600"/>
              <a:gd name="connsiteY705" fmla="*/ 1114064 h 6858000"/>
              <a:gd name="connsiteX706" fmla="*/ 248003 w 7467600"/>
              <a:gd name="connsiteY706" fmla="*/ 1089613 h 6858000"/>
              <a:gd name="connsiteX707" fmla="*/ 427020 w 7467600"/>
              <a:gd name="connsiteY707" fmla="*/ 1619803 h 6858000"/>
              <a:gd name="connsiteX708" fmla="*/ 340345 w 7467600"/>
              <a:gd name="connsiteY708" fmla="*/ 2027739 h 6858000"/>
              <a:gd name="connsiteX709" fmla="*/ 360865 w 7467600"/>
              <a:gd name="connsiteY709" fmla="*/ 2044827 h 6858000"/>
              <a:gd name="connsiteX710" fmla="*/ 560414 w 7467600"/>
              <a:gd name="connsiteY710" fmla="*/ 2421457 h 6858000"/>
              <a:gd name="connsiteX711" fmla="*/ 1359703 w 7467600"/>
              <a:gd name="connsiteY711" fmla="*/ 2578554 h 6858000"/>
              <a:gd name="connsiteX712" fmla="*/ 1359422 w 7467600"/>
              <a:gd name="connsiteY712" fmla="*/ 2577994 h 6858000"/>
              <a:gd name="connsiteX713" fmla="*/ 828701 w 7467600"/>
              <a:gd name="connsiteY713" fmla="*/ 1839520 h 6858000"/>
              <a:gd name="connsiteX714" fmla="*/ 494427 w 7467600"/>
              <a:gd name="connsiteY714" fmla="*/ 1092333 h 6858000"/>
              <a:gd name="connsiteX715" fmla="*/ 506322 w 7467600"/>
              <a:gd name="connsiteY715" fmla="*/ 1020997 h 6858000"/>
              <a:gd name="connsiteX716" fmla="*/ 4570198 w 7467600"/>
              <a:gd name="connsiteY716" fmla="*/ 978081 h 6858000"/>
              <a:gd name="connsiteX717" fmla="*/ 4523691 w 7467600"/>
              <a:gd name="connsiteY717" fmla="*/ 1127776 h 6858000"/>
              <a:gd name="connsiteX718" fmla="*/ 4509875 w 7467600"/>
              <a:gd name="connsiteY718" fmla="*/ 1167552 h 6858000"/>
              <a:gd name="connsiteX719" fmla="*/ 4478168 w 7467600"/>
              <a:gd name="connsiteY719" fmla="*/ 1260735 h 6858000"/>
              <a:gd name="connsiteX720" fmla="*/ 4409309 w 7467600"/>
              <a:gd name="connsiteY720" fmla="*/ 1666996 h 6858000"/>
              <a:gd name="connsiteX721" fmla="*/ 4370031 w 7467600"/>
              <a:gd name="connsiteY721" fmla="*/ 1955666 h 6858000"/>
              <a:gd name="connsiteX722" fmla="*/ 4570198 w 7467600"/>
              <a:gd name="connsiteY722" fmla="*/ 978081 h 6858000"/>
              <a:gd name="connsiteX723" fmla="*/ 4557898 w 7467600"/>
              <a:gd name="connsiteY723" fmla="*/ 900011 h 6858000"/>
              <a:gd name="connsiteX724" fmla="*/ 4344840 w 7467600"/>
              <a:gd name="connsiteY724" fmla="*/ 1922038 h 6858000"/>
              <a:gd name="connsiteX725" fmla="*/ 4378710 w 7467600"/>
              <a:gd name="connsiteY725" fmla="*/ 1665516 h 6858000"/>
              <a:gd name="connsiteX726" fmla="*/ 4448798 w 7467600"/>
              <a:gd name="connsiteY726" fmla="*/ 1253024 h 6858000"/>
              <a:gd name="connsiteX727" fmla="*/ 4480315 w 7467600"/>
              <a:gd name="connsiteY727" fmla="*/ 1158454 h 6858000"/>
              <a:gd name="connsiteX728" fmla="*/ 4494133 w 7467600"/>
              <a:gd name="connsiteY728" fmla="*/ 1118676 h 6858000"/>
              <a:gd name="connsiteX729" fmla="*/ 4557898 w 7467600"/>
              <a:gd name="connsiteY729" fmla="*/ 900011 h 6858000"/>
              <a:gd name="connsiteX730" fmla="*/ 5870151 w 7467600"/>
              <a:gd name="connsiteY730" fmla="*/ 898890 h 6858000"/>
              <a:gd name="connsiteX731" fmla="*/ 5861335 w 7467600"/>
              <a:gd name="connsiteY731" fmla="*/ 899177 h 6858000"/>
              <a:gd name="connsiteX732" fmla="*/ 5843702 w 7467600"/>
              <a:gd name="connsiteY732" fmla="*/ 899748 h 6858000"/>
              <a:gd name="connsiteX733" fmla="*/ 5651107 w 7467600"/>
              <a:gd name="connsiteY733" fmla="*/ 920306 h 6858000"/>
              <a:gd name="connsiteX734" fmla="*/ 5459407 w 7467600"/>
              <a:gd name="connsiteY734" fmla="*/ 940975 h 6858000"/>
              <a:gd name="connsiteX735" fmla="*/ 5374846 w 7467600"/>
              <a:gd name="connsiteY735" fmla="*/ 941988 h 6858000"/>
              <a:gd name="connsiteX736" fmla="*/ 5256105 w 7467600"/>
              <a:gd name="connsiteY736" fmla="*/ 945632 h 6858000"/>
              <a:gd name="connsiteX737" fmla="*/ 5107071 w 7467600"/>
              <a:gd name="connsiteY737" fmla="*/ 969720 h 6858000"/>
              <a:gd name="connsiteX738" fmla="*/ 4998681 w 7467600"/>
              <a:gd name="connsiteY738" fmla="*/ 988771 h 6858000"/>
              <a:gd name="connsiteX739" fmla="*/ 5870151 w 7467600"/>
              <a:gd name="connsiteY739" fmla="*/ 898890 h 6858000"/>
              <a:gd name="connsiteX740" fmla="*/ 5504425 w 7467600"/>
              <a:gd name="connsiteY740" fmla="*/ 848067 h 6858000"/>
              <a:gd name="connsiteX741" fmla="*/ 4968849 w 7467600"/>
              <a:gd name="connsiteY741" fmla="*/ 962318 h 6858000"/>
              <a:gd name="connsiteX742" fmla="*/ 5104039 w 7467600"/>
              <a:gd name="connsiteY742" fmla="*/ 940634 h 6858000"/>
              <a:gd name="connsiteX743" fmla="*/ 5256311 w 7467600"/>
              <a:gd name="connsiteY743" fmla="*/ 916490 h 6858000"/>
              <a:gd name="connsiteX744" fmla="*/ 5377381 w 7467600"/>
              <a:gd name="connsiteY744" fmla="*/ 912671 h 6858000"/>
              <a:gd name="connsiteX745" fmla="*/ 5460148 w 7467600"/>
              <a:gd name="connsiteY745" fmla="*/ 911442 h 6858000"/>
              <a:gd name="connsiteX746" fmla="*/ 5648971 w 7467600"/>
              <a:gd name="connsiteY746" fmla="*/ 891331 h 6858000"/>
              <a:gd name="connsiteX747" fmla="*/ 5844807 w 7467600"/>
              <a:gd name="connsiteY747" fmla="*/ 870718 h 6858000"/>
              <a:gd name="connsiteX748" fmla="*/ 5862975 w 7467600"/>
              <a:gd name="connsiteY748" fmla="*/ 869756 h 6858000"/>
              <a:gd name="connsiteX749" fmla="*/ 5920887 w 7467600"/>
              <a:gd name="connsiteY749" fmla="*/ 865929 h 6858000"/>
              <a:gd name="connsiteX750" fmla="*/ 5504425 w 7467600"/>
              <a:gd name="connsiteY750" fmla="*/ 848067 h 6858000"/>
              <a:gd name="connsiteX751" fmla="*/ 3607114 w 7467600"/>
              <a:gd name="connsiteY751" fmla="*/ 467441 h 6858000"/>
              <a:gd name="connsiteX752" fmla="*/ 3296242 w 7467600"/>
              <a:gd name="connsiteY752" fmla="*/ 807991 h 6858000"/>
              <a:gd name="connsiteX753" fmla="*/ 3174674 w 7467600"/>
              <a:gd name="connsiteY753" fmla="*/ 919759 h 6858000"/>
              <a:gd name="connsiteX754" fmla="*/ 3042978 w 7467600"/>
              <a:gd name="connsiteY754" fmla="*/ 1054894 h 6858000"/>
              <a:gd name="connsiteX755" fmla="*/ 2968914 w 7467600"/>
              <a:gd name="connsiteY755" fmla="*/ 1133756 h 6858000"/>
              <a:gd name="connsiteX756" fmla="*/ 3103823 w 7467600"/>
              <a:gd name="connsiteY756" fmla="*/ 1026814 h 6858000"/>
              <a:gd name="connsiteX757" fmla="*/ 3607114 w 7467600"/>
              <a:gd name="connsiteY757" fmla="*/ 467441 h 6858000"/>
              <a:gd name="connsiteX758" fmla="*/ 3744487 w 7467600"/>
              <a:gd name="connsiteY758" fmla="*/ 383136 h 6858000"/>
              <a:gd name="connsiteX759" fmla="*/ 3970213 w 7467600"/>
              <a:gd name="connsiteY759" fmla="*/ 995559 h 6858000"/>
              <a:gd name="connsiteX760" fmla="*/ 3744487 w 7467600"/>
              <a:gd name="connsiteY760" fmla="*/ 383136 h 6858000"/>
              <a:gd name="connsiteX761" fmla="*/ 3624562 w 7467600"/>
              <a:gd name="connsiteY761" fmla="*/ 367041 h 6858000"/>
              <a:gd name="connsiteX762" fmla="*/ 3489712 w 7467600"/>
              <a:gd name="connsiteY762" fmla="*/ 485386 h 6858000"/>
              <a:gd name="connsiteX763" fmla="*/ 3182994 w 7467600"/>
              <a:gd name="connsiteY763" fmla="*/ 828265 h 6858000"/>
              <a:gd name="connsiteX764" fmla="*/ 2892114 w 7467600"/>
              <a:gd name="connsiteY764" fmla="*/ 1172635 h 6858000"/>
              <a:gd name="connsiteX765" fmla="*/ 3021459 w 7467600"/>
              <a:gd name="connsiteY765" fmla="*/ 1035385 h 6858000"/>
              <a:gd name="connsiteX766" fmla="*/ 3153873 w 7467600"/>
              <a:gd name="connsiteY766" fmla="*/ 898971 h 6858000"/>
              <a:gd name="connsiteX767" fmla="*/ 3276511 w 7467600"/>
              <a:gd name="connsiteY767" fmla="*/ 786423 h 6858000"/>
              <a:gd name="connsiteX768" fmla="*/ 3584154 w 7467600"/>
              <a:gd name="connsiteY768" fmla="*/ 448218 h 6858000"/>
              <a:gd name="connsiteX769" fmla="*/ 3624562 w 7467600"/>
              <a:gd name="connsiteY769" fmla="*/ 367041 h 6858000"/>
              <a:gd name="connsiteX770" fmla="*/ 3766672 w 7467600"/>
              <a:gd name="connsiteY770" fmla="*/ 359429 h 6858000"/>
              <a:gd name="connsiteX771" fmla="*/ 3996338 w 7467600"/>
              <a:gd name="connsiteY771" fmla="*/ 968237 h 6858000"/>
              <a:gd name="connsiteX772" fmla="*/ 3766672 w 7467600"/>
              <a:gd name="connsiteY772" fmla="*/ 359429 h 6858000"/>
              <a:gd name="connsiteX773" fmla="*/ 5805386 w 7467600"/>
              <a:gd name="connsiteY773" fmla="*/ 239240 h 6858000"/>
              <a:gd name="connsiteX774" fmla="*/ 5736947 w 7467600"/>
              <a:gd name="connsiteY774" fmla="*/ 261367 h 6858000"/>
              <a:gd name="connsiteX775" fmla="*/ 5427012 w 7467600"/>
              <a:gd name="connsiteY775" fmla="*/ 311272 h 6858000"/>
              <a:gd name="connsiteX776" fmla="*/ 5147818 w 7467600"/>
              <a:gd name="connsiteY776" fmla="*/ 322112 h 6858000"/>
              <a:gd name="connsiteX777" fmla="*/ 5060854 w 7467600"/>
              <a:gd name="connsiteY777" fmla="*/ 311882 h 6858000"/>
              <a:gd name="connsiteX778" fmla="*/ 4945989 w 7467600"/>
              <a:gd name="connsiteY778" fmla="*/ 300516 h 6858000"/>
              <a:gd name="connsiteX779" fmla="*/ 5410479 w 7467600"/>
              <a:gd name="connsiteY779" fmla="*/ 348434 h 6858000"/>
              <a:gd name="connsiteX780" fmla="*/ 5805386 w 7467600"/>
              <a:gd name="connsiteY780" fmla="*/ 239240 h 6858000"/>
              <a:gd name="connsiteX781" fmla="*/ 5905192 w 7467600"/>
              <a:gd name="connsiteY781" fmla="*/ 163079 h 6858000"/>
              <a:gd name="connsiteX782" fmla="*/ 5865655 w 7467600"/>
              <a:gd name="connsiteY782" fmla="*/ 171901 h 6858000"/>
              <a:gd name="connsiteX783" fmla="*/ 5259740 w 7467600"/>
              <a:gd name="connsiteY783" fmla="*/ 257013 h 6858000"/>
              <a:gd name="connsiteX784" fmla="*/ 5208466 w 7467600"/>
              <a:gd name="connsiteY784" fmla="*/ 257550 h 6858000"/>
              <a:gd name="connsiteX785" fmla="*/ 4980204 w 7467600"/>
              <a:gd name="connsiteY785" fmla="*/ 271903 h 6858000"/>
              <a:gd name="connsiteX786" fmla="*/ 5068068 w 7467600"/>
              <a:gd name="connsiteY786" fmla="*/ 282244 h 6858000"/>
              <a:gd name="connsiteX787" fmla="*/ 5153231 w 7467600"/>
              <a:gd name="connsiteY787" fmla="*/ 292240 h 6858000"/>
              <a:gd name="connsiteX788" fmla="*/ 5426491 w 7467600"/>
              <a:gd name="connsiteY788" fmla="*/ 281128 h 6858000"/>
              <a:gd name="connsiteX789" fmla="*/ 5731212 w 7467600"/>
              <a:gd name="connsiteY789" fmla="*/ 231951 h 6858000"/>
              <a:gd name="connsiteX790" fmla="*/ 5905192 w 7467600"/>
              <a:gd name="connsiteY790" fmla="*/ 163079 h 6858000"/>
              <a:gd name="connsiteX791" fmla="*/ 5944437 w 7467600"/>
              <a:gd name="connsiteY791" fmla="*/ 113829 h 6858000"/>
              <a:gd name="connsiteX792" fmla="*/ 5825032 w 7467600"/>
              <a:gd name="connsiteY792" fmla="*/ 146405 h 6858000"/>
              <a:gd name="connsiteX793" fmla="*/ 4955599 w 7467600"/>
              <a:gd name="connsiteY793" fmla="*/ 247008 h 6858000"/>
              <a:gd name="connsiteX794" fmla="*/ 5210104 w 7467600"/>
              <a:gd name="connsiteY794" fmla="*/ 228123 h 6858000"/>
              <a:gd name="connsiteX795" fmla="*/ 5261015 w 7467600"/>
              <a:gd name="connsiteY795" fmla="*/ 227087 h 6858000"/>
              <a:gd name="connsiteX796" fmla="*/ 5861181 w 7467600"/>
              <a:gd name="connsiteY796" fmla="*/ 143093 h 6858000"/>
              <a:gd name="connsiteX797" fmla="*/ 5961252 w 7467600"/>
              <a:gd name="connsiteY797" fmla="*/ 114820 h 6858000"/>
              <a:gd name="connsiteX798" fmla="*/ 5944437 w 7467600"/>
              <a:gd name="connsiteY798" fmla="*/ 113829 h 6858000"/>
              <a:gd name="connsiteX799" fmla="*/ 3882765 w 7467600"/>
              <a:gd name="connsiteY799" fmla="*/ 0 h 6858000"/>
              <a:gd name="connsiteX800" fmla="*/ 3995099 w 7467600"/>
              <a:gd name="connsiteY800" fmla="*/ 0 h 6858000"/>
              <a:gd name="connsiteX801" fmla="*/ 4163818 w 7467600"/>
              <a:gd name="connsiteY801" fmla="*/ 234104 h 6858000"/>
              <a:gd name="connsiteX802" fmla="*/ 4172099 w 7467600"/>
              <a:gd name="connsiteY802" fmla="*/ 234207 h 6858000"/>
              <a:gd name="connsiteX803" fmla="*/ 4784282 w 7467600"/>
              <a:gd name="connsiteY803" fmla="*/ 276561 h 6858000"/>
              <a:gd name="connsiteX804" fmla="*/ 4801687 w 7467600"/>
              <a:gd name="connsiteY804" fmla="*/ 267764 h 6858000"/>
              <a:gd name="connsiteX805" fmla="*/ 6082788 w 7467600"/>
              <a:gd name="connsiteY805" fmla="*/ 64119 h 6858000"/>
              <a:gd name="connsiteX806" fmla="*/ 6099442 w 7467600"/>
              <a:gd name="connsiteY806" fmla="*/ 82568 h 6858000"/>
              <a:gd name="connsiteX807" fmla="*/ 4804137 w 7467600"/>
              <a:gd name="connsiteY807" fmla="*/ 320931 h 6858000"/>
              <a:gd name="connsiteX808" fmla="*/ 4227047 w 7467600"/>
              <a:gd name="connsiteY808" fmla="*/ 313415 h 6858000"/>
              <a:gd name="connsiteX809" fmla="*/ 4346041 w 7467600"/>
              <a:gd name="connsiteY809" fmla="*/ 456086 h 6858000"/>
              <a:gd name="connsiteX810" fmla="*/ 4870967 w 7467600"/>
              <a:gd name="connsiteY810" fmla="*/ 963061 h 6858000"/>
              <a:gd name="connsiteX811" fmla="*/ 4889647 w 7467600"/>
              <a:gd name="connsiteY811" fmla="*/ 957147 h 6858000"/>
              <a:gd name="connsiteX812" fmla="*/ 5422504 w 7467600"/>
              <a:gd name="connsiteY812" fmla="*/ 805191 h 6858000"/>
              <a:gd name="connsiteX813" fmla="*/ 6087656 w 7467600"/>
              <a:gd name="connsiteY813" fmla="*/ 826703 h 6858000"/>
              <a:gd name="connsiteX814" fmla="*/ 6058717 w 7467600"/>
              <a:gd name="connsiteY814" fmla="*/ 865992 h 6858000"/>
              <a:gd name="connsiteX815" fmla="*/ 4974153 w 7467600"/>
              <a:gd name="connsiteY815" fmla="*/ 1045456 h 6858000"/>
              <a:gd name="connsiteX816" fmla="*/ 5627835 w 7467600"/>
              <a:gd name="connsiteY816" fmla="*/ 1472077 h 6858000"/>
              <a:gd name="connsiteX817" fmla="*/ 5629817 w 7467600"/>
              <a:gd name="connsiteY817" fmla="*/ 1471412 h 6858000"/>
              <a:gd name="connsiteX818" fmla="*/ 5634124 w 7467600"/>
              <a:gd name="connsiteY818" fmla="*/ 1470572 h 6858000"/>
              <a:gd name="connsiteX819" fmla="*/ 5755832 w 7467600"/>
              <a:gd name="connsiteY819" fmla="*/ 1383886 h 6858000"/>
              <a:gd name="connsiteX820" fmla="*/ 6014186 w 7467600"/>
              <a:gd name="connsiteY820" fmla="*/ 1279799 h 6858000"/>
              <a:gd name="connsiteX821" fmla="*/ 6901619 w 7467600"/>
              <a:gd name="connsiteY821" fmla="*/ 1047874 h 6858000"/>
              <a:gd name="connsiteX822" fmla="*/ 6931566 w 7467600"/>
              <a:gd name="connsiteY822" fmla="*/ 1062034 h 6858000"/>
              <a:gd name="connsiteX823" fmla="*/ 5790982 w 7467600"/>
              <a:gd name="connsiteY823" fmla="*/ 1561380 h 6858000"/>
              <a:gd name="connsiteX824" fmla="*/ 6188971 w 7467600"/>
              <a:gd name="connsiteY824" fmla="*/ 1755168 h 6858000"/>
              <a:gd name="connsiteX825" fmla="*/ 6202446 w 7467600"/>
              <a:gd name="connsiteY825" fmla="*/ 1752268 h 6858000"/>
              <a:gd name="connsiteX826" fmla="*/ 7179560 w 7467600"/>
              <a:gd name="connsiteY826" fmla="*/ 1467551 h 6858000"/>
              <a:gd name="connsiteX827" fmla="*/ 7158730 w 7467600"/>
              <a:gd name="connsiteY827" fmla="*/ 1507835 h 6858000"/>
              <a:gd name="connsiteX828" fmla="*/ 6326959 w 7467600"/>
              <a:gd name="connsiteY828" fmla="*/ 1817686 h 6858000"/>
              <a:gd name="connsiteX829" fmla="*/ 6537433 w 7467600"/>
              <a:gd name="connsiteY829" fmla="*/ 1907790 h 6858000"/>
              <a:gd name="connsiteX830" fmla="*/ 6550221 w 7467600"/>
              <a:gd name="connsiteY830" fmla="*/ 1910729 h 6858000"/>
              <a:gd name="connsiteX831" fmla="*/ 6964438 w 7467600"/>
              <a:gd name="connsiteY831" fmla="*/ 2209505 h 6858000"/>
              <a:gd name="connsiteX832" fmla="*/ 7367862 w 7467600"/>
              <a:gd name="connsiteY832" fmla="*/ 2806833 h 6858000"/>
              <a:gd name="connsiteX833" fmla="*/ 7364329 w 7467600"/>
              <a:gd name="connsiteY833" fmla="*/ 2826907 h 6858000"/>
              <a:gd name="connsiteX834" fmla="*/ 7290545 w 7467600"/>
              <a:gd name="connsiteY834" fmla="*/ 2850663 h 6858000"/>
              <a:gd name="connsiteX835" fmla="*/ 6472036 w 7467600"/>
              <a:gd name="connsiteY835" fmla="*/ 1959003 h 6858000"/>
              <a:gd name="connsiteX836" fmla="*/ 5792897 w 7467600"/>
              <a:gd name="connsiteY836" fmla="*/ 1647747 h 6858000"/>
              <a:gd name="connsiteX837" fmla="*/ 5842751 w 7467600"/>
              <a:gd name="connsiteY837" fmla="*/ 1816112 h 6858000"/>
              <a:gd name="connsiteX838" fmla="*/ 5847424 w 7467600"/>
              <a:gd name="connsiteY838" fmla="*/ 1815776 h 6858000"/>
              <a:gd name="connsiteX839" fmla="*/ 6399821 w 7467600"/>
              <a:gd name="connsiteY839" fmla="*/ 2344799 h 6858000"/>
              <a:gd name="connsiteX840" fmla="*/ 6323232 w 7467600"/>
              <a:gd name="connsiteY840" fmla="*/ 2389634 h 6858000"/>
              <a:gd name="connsiteX841" fmla="*/ 5942958 w 7467600"/>
              <a:gd name="connsiteY841" fmla="*/ 2077708 h 6858000"/>
              <a:gd name="connsiteX842" fmla="*/ 5921559 w 7467600"/>
              <a:gd name="connsiteY842" fmla="*/ 2378596 h 6858000"/>
              <a:gd name="connsiteX843" fmla="*/ 5817651 w 7467600"/>
              <a:gd name="connsiteY843" fmla="*/ 3023919 h 6858000"/>
              <a:gd name="connsiteX844" fmla="*/ 5729634 w 7467600"/>
              <a:gd name="connsiteY844" fmla="*/ 3051849 h 6858000"/>
              <a:gd name="connsiteX845" fmla="*/ 5611018 w 7467600"/>
              <a:gd name="connsiteY845" fmla="*/ 2316769 h 6858000"/>
              <a:gd name="connsiteX846" fmla="*/ 5687608 w 7467600"/>
              <a:gd name="connsiteY846" fmla="*/ 2039972 h 6858000"/>
              <a:gd name="connsiteX847" fmla="*/ 5657554 w 7467600"/>
              <a:gd name="connsiteY847" fmla="*/ 1576445 h 6858000"/>
              <a:gd name="connsiteX848" fmla="*/ 5150475 w 7467600"/>
              <a:gd name="connsiteY848" fmla="*/ 1274012 h 6858000"/>
              <a:gd name="connsiteX849" fmla="*/ 5349142 w 7467600"/>
              <a:gd name="connsiteY849" fmla="*/ 2204405 h 6858000"/>
              <a:gd name="connsiteX850" fmla="*/ 5262214 w 7467600"/>
              <a:gd name="connsiteY850" fmla="*/ 2233836 h 6858000"/>
              <a:gd name="connsiteX851" fmla="*/ 4981539 w 7467600"/>
              <a:gd name="connsiteY851" fmla="*/ 1542201 h 6858000"/>
              <a:gd name="connsiteX852" fmla="*/ 4958461 w 7467600"/>
              <a:gd name="connsiteY852" fmla="*/ 1136957 h 6858000"/>
              <a:gd name="connsiteX853" fmla="*/ 4655015 w 7467600"/>
              <a:gd name="connsiteY853" fmla="*/ 891426 h 6858000"/>
              <a:gd name="connsiteX854" fmla="*/ 4348002 w 7467600"/>
              <a:gd name="connsiteY854" fmla="*/ 2205895 h 6858000"/>
              <a:gd name="connsiteX855" fmla="*/ 4262250 w 7467600"/>
              <a:gd name="connsiteY855" fmla="*/ 2219972 h 6858000"/>
              <a:gd name="connsiteX856" fmla="*/ 4550611 w 7467600"/>
              <a:gd name="connsiteY856" fmla="*/ 817540 h 6858000"/>
              <a:gd name="connsiteX857" fmla="*/ 4564418 w 7467600"/>
              <a:gd name="connsiteY857" fmla="*/ 808293 h 6858000"/>
              <a:gd name="connsiteX858" fmla="*/ 4266388 w 7467600"/>
              <a:gd name="connsiteY858" fmla="*/ 500083 h 6858000"/>
              <a:gd name="connsiteX859" fmla="*/ 4032842 w 7467600"/>
              <a:gd name="connsiteY859" fmla="*/ 211809 h 6858000"/>
              <a:gd name="connsiteX860" fmla="*/ 3882765 w 7467600"/>
              <a:gd name="connsiteY860" fmla="*/ 0 h 6858000"/>
              <a:gd name="connsiteX861" fmla="*/ 3721337 w 7467600"/>
              <a:gd name="connsiteY861" fmla="*/ 0 h 6858000"/>
              <a:gd name="connsiteX862" fmla="*/ 3797544 w 7467600"/>
              <a:gd name="connsiteY862" fmla="*/ 0 h 6858000"/>
              <a:gd name="connsiteX863" fmla="*/ 3775734 w 7467600"/>
              <a:gd name="connsiteY863" fmla="*/ 95131 h 6858000"/>
              <a:gd name="connsiteX864" fmla="*/ 3724807 w 7467600"/>
              <a:gd name="connsiteY864" fmla="*/ 272257 h 6858000"/>
              <a:gd name="connsiteX865" fmla="*/ 3726844 w 7467600"/>
              <a:gd name="connsiteY865" fmla="*/ 282988 h 6858000"/>
              <a:gd name="connsiteX866" fmla="*/ 3742664 w 7467600"/>
              <a:gd name="connsiteY866" fmla="*/ 279918 h 6858000"/>
              <a:gd name="connsiteX867" fmla="*/ 4103910 w 7467600"/>
              <a:gd name="connsiteY867" fmla="*/ 1161917 h 6858000"/>
              <a:gd name="connsiteX868" fmla="*/ 4020269 w 7467600"/>
              <a:gd name="connsiteY868" fmla="*/ 1200406 h 6858000"/>
              <a:gd name="connsiteX869" fmla="*/ 3674882 w 7467600"/>
              <a:gd name="connsiteY869" fmla="*/ 488524 h 6858000"/>
              <a:gd name="connsiteX870" fmla="*/ 3132682 w 7467600"/>
              <a:gd name="connsiteY870" fmla="*/ 1072284 h 6858000"/>
              <a:gd name="connsiteX871" fmla="*/ 2716346 w 7467600"/>
              <a:gd name="connsiteY871" fmla="*/ 1276376 h 6858000"/>
              <a:gd name="connsiteX872" fmla="*/ 2716772 w 7467600"/>
              <a:gd name="connsiteY872" fmla="*/ 1255462 h 6858000"/>
              <a:gd name="connsiteX873" fmla="*/ 3471096 w 7467600"/>
              <a:gd name="connsiteY873" fmla="*/ 437072 h 6858000"/>
              <a:gd name="connsiteX874" fmla="*/ 3639057 w 7467600"/>
              <a:gd name="connsiteY874" fmla="*/ 286334 h 6858000"/>
              <a:gd name="connsiteX875" fmla="*/ 3640309 w 7467600"/>
              <a:gd name="connsiteY875" fmla="*/ 284664 h 6858000"/>
              <a:gd name="connsiteX876" fmla="*/ 3646022 w 7467600"/>
              <a:gd name="connsiteY876" fmla="*/ 276711 h 6858000"/>
              <a:gd name="connsiteX877" fmla="*/ 3707943 w 7467600"/>
              <a:gd name="connsiteY877" fmla="*/ 65958 h 6858000"/>
              <a:gd name="connsiteX878" fmla="*/ 3721337 w 7467600"/>
              <a:gd name="connsiteY878" fmla="*/ 0 h 6858000"/>
              <a:gd name="connsiteX879" fmla="*/ 2867960 w 7467600"/>
              <a:gd name="connsiteY879" fmla="*/ 0 h 6858000"/>
              <a:gd name="connsiteX880" fmla="*/ 2926351 w 7467600"/>
              <a:gd name="connsiteY880" fmla="*/ 0 h 6858000"/>
              <a:gd name="connsiteX881" fmla="*/ 2902823 w 7467600"/>
              <a:gd name="connsiteY881" fmla="*/ 262929 h 6858000"/>
              <a:gd name="connsiteX882" fmla="*/ 2940663 w 7467600"/>
              <a:gd name="connsiteY882" fmla="*/ 140884 h 6858000"/>
              <a:gd name="connsiteX883" fmla="*/ 2947039 w 7467600"/>
              <a:gd name="connsiteY883" fmla="*/ 122524 h 6858000"/>
              <a:gd name="connsiteX884" fmla="*/ 2984316 w 7467600"/>
              <a:gd name="connsiteY884" fmla="*/ 0 h 6858000"/>
              <a:gd name="connsiteX885" fmla="*/ 3016114 w 7467600"/>
              <a:gd name="connsiteY885" fmla="*/ 0 h 6858000"/>
              <a:gd name="connsiteX886" fmla="*/ 2979949 w 7467600"/>
              <a:gd name="connsiteY886" fmla="*/ 119274 h 6858000"/>
              <a:gd name="connsiteX887" fmla="*/ 3023879 w 7467600"/>
              <a:gd name="connsiteY887" fmla="*/ 0 h 6858000"/>
              <a:gd name="connsiteX888" fmla="*/ 3105400 w 7467600"/>
              <a:gd name="connsiteY888" fmla="*/ 0 h 6858000"/>
              <a:gd name="connsiteX889" fmla="*/ 3094669 w 7467600"/>
              <a:gd name="connsiteY889" fmla="*/ 30308 h 6858000"/>
              <a:gd name="connsiteX890" fmla="*/ 2901945 w 7467600"/>
              <a:gd name="connsiteY890" fmla="*/ 466538 h 6858000"/>
              <a:gd name="connsiteX891" fmla="*/ 2815209 w 7467600"/>
              <a:gd name="connsiteY891" fmla="*/ 497361 h 6858000"/>
              <a:gd name="connsiteX892" fmla="*/ 2844845 w 7467600"/>
              <a:gd name="connsiteY892" fmla="*/ 127638 h 6858000"/>
              <a:gd name="connsiteX893" fmla="*/ 2867960 w 7467600"/>
              <a:gd name="connsiteY893" fmla="*/ 0 h 6858000"/>
              <a:gd name="connsiteX894" fmla="*/ 1057230 w 7467600"/>
              <a:gd name="connsiteY894" fmla="*/ 0 h 6858000"/>
              <a:gd name="connsiteX895" fmla="*/ 1111003 w 7467600"/>
              <a:gd name="connsiteY895" fmla="*/ 0 h 6858000"/>
              <a:gd name="connsiteX896" fmla="*/ 1125553 w 7467600"/>
              <a:gd name="connsiteY896" fmla="*/ 52588 h 6858000"/>
              <a:gd name="connsiteX897" fmla="*/ 1304276 w 7467600"/>
              <a:gd name="connsiteY897" fmla="*/ 476275 h 6858000"/>
              <a:gd name="connsiteX898" fmla="*/ 1492066 w 7467600"/>
              <a:gd name="connsiteY898" fmla="*/ 886333 h 6858000"/>
              <a:gd name="connsiteX899" fmla="*/ 1423698 w 7467600"/>
              <a:gd name="connsiteY899" fmla="*/ 710817 h 6858000"/>
              <a:gd name="connsiteX900" fmla="*/ 1357609 w 7467600"/>
              <a:gd name="connsiteY900" fmla="*/ 532892 h 6858000"/>
              <a:gd name="connsiteX901" fmla="*/ 1309550 w 7467600"/>
              <a:gd name="connsiteY901" fmla="*/ 374031 h 6858000"/>
              <a:gd name="connsiteX902" fmla="*/ 1193673 w 7467600"/>
              <a:gd name="connsiteY902" fmla="*/ 49533 h 6858000"/>
              <a:gd name="connsiteX903" fmla="*/ 1164391 w 7467600"/>
              <a:gd name="connsiteY903" fmla="*/ 0 h 6858000"/>
              <a:gd name="connsiteX904" fmla="*/ 1200666 w 7467600"/>
              <a:gd name="connsiteY904" fmla="*/ 0 h 6858000"/>
              <a:gd name="connsiteX905" fmla="*/ 1223408 w 7467600"/>
              <a:gd name="connsiteY905" fmla="*/ 38996 h 6858000"/>
              <a:gd name="connsiteX906" fmla="*/ 1339635 w 7467600"/>
              <a:gd name="connsiteY906" fmla="*/ 365517 h 6858000"/>
              <a:gd name="connsiteX907" fmla="*/ 1387469 w 7467600"/>
              <a:gd name="connsiteY907" fmla="*/ 523079 h 6858000"/>
              <a:gd name="connsiteX908" fmla="*/ 1452685 w 7467600"/>
              <a:gd name="connsiteY908" fmla="*/ 699806 h 6858000"/>
              <a:gd name="connsiteX909" fmla="*/ 1492092 w 7467600"/>
              <a:gd name="connsiteY909" fmla="*/ 800424 h 6858000"/>
              <a:gd name="connsiteX910" fmla="*/ 1455302 w 7467600"/>
              <a:gd name="connsiteY910" fmla="*/ 632913 h 6858000"/>
              <a:gd name="connsiteX911" fmla="*/ 1222336 w 7467600"/>
              <a:gd name="connsiteY911" fmla="*/ 9480 h 6858000"/>
              <a:gd name="connsiteX912" fmla="*/ 1214634 w 7467600"/>
              <a:gd name="connsiteY912" fmla="*/ 0 h 6858000"/>
              <a:gd name="connsiteX913" fmla="*/ 1289827 w 7467600"/>
              <a:gd name="connsiteY913" fmla="*/ 0 h 6858000"/>
              <a:gd name="connsiteX914" fmla="*/ 1321076 w 7467600"/>
              <a:gd name="connsiteY914" fmla="*/ 59722 h 6858000"/>
              <a:gd name="connsiteX915" fmla="*/ 1512579 w 7467600"/>
              <a:gd name="connsiteY915" fmla="*/ 626441 h 6858000"/>
              <a:gd name="connsiteX916" fmla="*/ 1506076 w 7467600"/>
              <a:gd name="connsiteY916" fmla="*/ 1089289 h 6858000"/>
              <a:gd name="connsiteX917" fmla="*/ 1486346 w 7467600"/>
              <a:gd name="connsiteY917" fmla="*/ 1079919 h 6858000"/>
              <a:gd name="connsiteX918" fmla="*/ 1070511 w 7467600"/>
              <a:gd name="connsiteY918" fmla="*/ 48609 h 6858000"/>
              <a:gd name="connsiteX919" fmla="*/ 1057230 w 7467600"/>
              <a:gd name="connsiteY919" fmla="*/ 0 h 6858000"/>
              <a:gd name="connsiteX920" fmla="*/ 43151 w 7467600"/>
              <a:gd name="connsiteY920" fmla="*/ 0 h 6858000"/>
              <a:gd name="connsiteX921" fmla="*/ 95283 w 7467600"/>
              <a:gd name="connsiteY921" fmla="*/ 0 h 6858000"/>
              <a:gd name="connsiteX922" fmla="*/ 300708 w 7467600"/>
              <a:gd name="connsiteY922" fmla="*/ 154571 h 6858000"/>
              <a:gd name="connsiteX923" fmla="*/ 530414 w 7467600"/>
              <a:gd name="connsiteY923" fmla="*/ 354673 h 6858000"/>
              <a:gd name="connsiteX924" fmla="*/ 333785 w 7467600"/>
              <a:gd name="connsiteY924" fmla="*/ 161564 h 6858000"/>
              <a:gd name="connsiteX925" fmla="*/ 147005 w 7467600"/>
              <a:gd name="connsiteY925" fmla="*/ 0 h 6858000"/>
              <a:gd name="connsiteX926" fmla="*/ 272509 w 7467600"/>
              <a:gd name="connsiteY926" fmla="*/ 0 h 6858000"/>
              <a:gd name="connsiteX927" fmla="*/ 326276 w 7467600"/>
              <a:gd name="connsiteY927" fmla="*/ 45847 h 6858000"/>
              <a:gd name="connsiteX928" fmla="*/ 823759 w 7467600"/>
              <a:gd name="connsiteY928" fmla="*/ 574145 h 6858000"/>
              <a:gd name="connsiteX929" fmla="*/ 811254 w 7467600"/>
              <a:gd name="connsiteY929" fmla="*/ 665546 h 6858000"/>
              <a:gd name="connsiteX930" fmla="*/ 154042 w 7467600"/>
              <a:gd name="connsiteY930" fmla="*/ 261522 h 6858000"/>
              <a:gd name="connsiteX931" fmla="*/ 13550 w 7467600"/>
              <a:gd name="connsiteY931" fmla="*/ 158423 h 6858000"/>
              <a:gd name="connsiteX932" fmla="*/ 0 w 7467600"/>
              <a:gd name="connsiteY932" fmla="*/ 146618 h 6858000"/>
              <a:gd name="connsiteX933" fmla="*/ 0 w 7467600"/>
              <a:gd name="connsiteY933" fmla="*/ 59161 h 6858000"/>
              <a:gd name="connsiteX934" fmla="*/ 45427 w 7467600"/>
              <a:gd name="connsiteY934" fmla="*/ 101078 h 6858000"/>
              <a:gd name="connsiteX935" fmla="*/ 630103 w 7467600"/>
              <a:gd name="connsiteY935" fmla="*/ 485885 h 6858000"/>
              <a:gd name="connsiteX936" fmla="*/ 532040 w 7467600"/>
              <a:gd name="connsiteY936" fmla="*/ 399359 h 6858000"/>
              <a:gd name="connsiteX937" fmla="*/ 517618 w 7467600"/>
              <a:gd name="connsiteY937" fmla="*/ 385726 h 6858000"/>
              <a:gd name="connsiteX938" fmla="*/ 285074 w 7467600"/>
              <a:gd name="connsiteY938" fmla="*/ 182755 h 6858000"/>
              <a:gd name="connsiteX939" fmla="*/ 43151 w 7467600"/>
              <a:gd name="connsiteY93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28217 h 6858000"/>
              <a:gd name="connsiteX5" fmla="*/ 7440138 w 7467600"/>
              <a:gd name="connsiteY5" fmla="*/ 6622648 h 6858000"/>
              <a:gd name="connsiteX6" fmla="*/ 7467600 w 7467600"/>
              <a:gd name="connsiteY6" fmla="*/ 6628217 h 6858000"/>
              <a:gd name="connsiteX7" fmla="*/ 1019354 w 7467600"/>
              <a:gd name="connsiteY7" fmla="*/ 6315006 h 6858000"/>
              <a:gd name="connsiteX8" fmla="*/ 441046 w 7467600"/>
              <a:gd name="connsiteY8" fmla="*/ 6691153 h 6858000"/>
              <a:gd name="connsiteX9" fmla="*/ 1019354 w 7467600"/>
              <a:gd name="connsiteY9" fmla="*/ 6315006 h 6858000"/>
              <a:gd name="connsiteX10" fmla="*/ 991680 w 7467600"/>
              <a:gd name="connsiteY10" fmla="*/ 6298413 h 6858000"/>
              <a:gd name="connsiteX11" fmla="*/ 409060 w 7467600"/>
              <a:gd name="connsiteY11" fmla="*/ 6671470 h 6858000"/>
              <a:gd name="connsiteX12" fmla="*/ 991680 w 7467600"/>
              <a:gd name="connsiteY12" fmla="*/ 6298413 h 6858000"/>
              <a:gd name="connsiteX13" fmla="*/ 103333 w 7467600"/>
              <a:gd name="connsiteY13" fmla="*/ 5699602 h 6858000"/>
              <a:gd name="connsiteX14" fmla="*/ 233938 w 7467600"/>
              <a:gd name="connsiteY14" fmla="*/ 5809416 h 6858000"/>
              <a:gd name="connsiteX15" fmla="*/ 883580 w 7467600"/>
              <a:gd name="connsiteY15" fmla="*/ 6180710 h 6858000"/>
              <a:gd name="connsiteX16" fmla="*/ 487337 w 7467600"/>
              <a:gd name="connsiteY16" fmla="*/ 5950182 h 6858000"/>
              <a:gd name="connsiteX17" fmla="*/ 354051 w 7467600"/>
              <a:gd name="connsiteY17" fmla="*/ 5854912 h 6858000"/>
              <a:gd name="connsiteX18" fmla="*/ 195436 w 7467600"/>
              <a:gd name="connsiteY18" fmla="*/ 5755068 h 6858000"/>
              <a:gd name="connsiteX19" fmla="*/ 103333 w 7467600"/>
              <a:gd name="connsiteY19" fmla="*/ 5699602 h 6858000"/>
              <a:gd name="connsiteX20" fmla="*/ 5539432 w 7467600"/>
              <a:gd name="connsiteY20" fmla="*/ 5642928 h 6858000"/>
              <a:gd name="connsiteX21" fmla="*/ 5555462 w 7467600"/>
              <a:gd name="connsiteY21" fmla="*/ 5694454 h 6858000"/>
              <a:gd name="connsiteX22" fmla="*/ 5828270 w 7467600"/>
              <a:gd name="connsiteY22" fmla="*/ 6320663 h 6858000"/>
              <a:gd name="connsiteX23" fmla="*/ 5947416 w 7467600"/>
              <a:gd name="connsiteY23" fmla="*/ 6574846 h 6858000"/>
              <a:gd name="connsiteX24" fmla="*/ 5539432 w 7467600"/>
              <a:gd name="connsiteY24" fmla="*/ 5642928 h 6858000"/>
              <a:gd name="connsiteX25" fmla="*/ 51253 w 7467600"/>
              <a:gd name="connsiteY25" fmla="*/ 5631825 h 6858000"/>
              <a:gd name="connsiteX26" fmla="*/ 211622 w 7467600"/>
              <a:gd name="connsiteY26" fmla="*/ 5728803 h 6858000"/>
              <a:gd name="connsiteX27" fmla="*/ 371652 w 7467600"/>
              <a:gd name="connsiteY27" fmla="*/ 5829062 h 6858000"/>
              <a:gd name="connsiteX28" fmla="*/ 505903 w 7467600"/>
              <a:gd name="connsiteY28" fmla="*/ 5925221 h 6858000"/>
              <a:gd name="connsiteX29" fmla="*/ 899240 w 7467600"/>
              <a:gd name="connsiteY29" fmla="*/ 6153068 h 6858000"/>
              <a:gd name="connsiteX30" fmla="*/ 988114 w 7467600"/>
              <a:gd name="connsiteY30" fmla="*/ 6174204 h 6858000"/>
              <a:gd name="connsiteX31" fmla="*/ 845971 w 7467600"/>
              <a:gd name="connsiteY31" fmla="*/ 6067177 h 6858000"/>
              <a:gd name="connsiteX32" fmla="*/ 448057 w 7467600"/>
              <a:gd name="connsiteY32" fmla="*/ 5841376 h 6858000"/>
              <a:gd name="connsiteX33" fmla="*/ 51253 w 7467600"/>
              <a:gd name="connsiteY33" fmla="*/ 5631825 h 6858000"/>
              <a:gd name="connsiteX34" fmla="*/ 2606687 w 7467600"/>
              <a:gd name="connsiteY34" fmla="*/ 5630718 h 6858000"/>
              <a:gd name="connsiteX35" fmla="*/ 2645658 w 7467600"/>
              <a:gd name="connsiteY35" fmla="*/ 6640259 h 6858000"/>
              <a:gd name="connsiteX36" fmla="*/ 2606687 w 7467600"/>
              <a:gd name="connsiteY36" fmla="*/ 5630718 h 6858000"/>
              <a:gd name="connsiteX37" fmla="*/ 3642057 w 7467600"/>
              <a:gd name="connsiteY37" fmla="*/ 5573487 h 6858000"/>
              <a:gd name="connsiteX38" fmla="*/ 3632981 w 7467600"/>
              <a:gd name="connsiteY38" fmla="*/ 5579437 h 6858000"/>
              <a:gd name="connsiteX39" fmla="*/ 3382436 w 7467600"/>
              <a:gd name="connsiteY39" fmla="*/ 5952726 h 6858000"/>
              <a:gd name="connsiteX40" fmla="*/ 3191929 w 7467600"/>
              <a:gd name="connsiteY40" fmla="*/ 6662669 h 6858000"/>
              <a:gd name="connsiteX41" fmla="*/ 3369898 w 7467600"/>
              <a:gd name="connsiteY41" fmla="*/ 6081771 h 6858000"/>
              <a:gd name="connsiteX42" fmla="*/ 3642057 w 7467600"/>
              <a:gd name="connsiteY42" fmla="*/ 5573487 h 6858000"/>
              <a:gd name="connsiteX43" fmla="*/ 2650666 w 7467600"/>
              <a:gd name="connsiteY43" fmla="*/ 5530686 h 6858000"/>
              <a:gd name="connsiteX44" fmla="*/ 2650249 w 7467600"/>
              <a:gd name="connsiteY44" fmla="*/ 5532101 h 6858000"/>
              <a:gd name="connsiteX45" fmla="*/ 2663808 w 7467600"/>
              <a:gd name="connsiteY45" fmla="*/ 6535215 h 6858000"/>
              <a:gd name="connsiteX46" fmla="*/ 2665418 w 7467600"/>
              <a:gd name="connsiteY46" fmla="*/ 6132756 h 6858000"/>
              <a:gd name="connsiteX47" fmla="*/ 2650666 w 7467600"/>
              <a:gd name="connsiteY47" fmla="*/ 5530686 h 6858000"/>
              <a:gd name="connsiteX48" fmla="*/ 2680277 w 7467600"/>
              <a:gd name="connsiteY48" fmla="*/ 5479204 h 6858000"/>
              <a:gd name="connsiteX49" fmla="*/ 2678972 w 7467600"/>
              <a:gd name="connsiteY49" fmla="*/ 5481582 h 6858000"/>
              <a:gd name="connsiteX50" fmla="*/ 2696666 w 7467600"/>
              <a:gd name="connsiteY50" fmla="*/ 6133836 h 6858000"/>
              <a:gd name="connsiteX51" fmla="*/ 2695769 w 7467600"/>
              <a:gd name="connsiteY51" fmla="*/ 6390955 h 6858000"/>
              <a:gd name="connsiteX52" fmla="*/ 2739893 w 7467600"/>
              <a:gd name="connsiteY52" fmla="*/ 6108357 h 6858000"/>
              <a:gd name="connsiteX53" fmla="*/ 2680277 w 7467600"/>
              <a:gd name="connsiteY53" fmla="*/ 5479204 h 6858000"/>
              <a:gd name="connsiteX54" fmla="*/ 1132195 w 7467600"/>
              <a:gd name="connsiteY54" fmla="*/ 5467980 h 6858000"/>
              <a:gd name="connsiteX55" fmla="*/ 1679056 w 7467600"/>
              <a:gd name="connsiteY55" fmla="*/ 5516907 h 6858000"/>
              <a:gd name="connsiteX56" fmla="*/ 2128648 w 7467600"/>
              <a:gd name="connsiteY56" fmla="*/ 5474249 h 6858000"/>
              <a:gd name="connsiteX57" fmla="*/ 1825619 w 7467600"/>
              <a:gd name="connsiteY57" fmla="*/ 5478447 h 6858000"/>
              <a:gd name="connsiteX58" fmla="*/ 1737798 w 7467600"/>
              <a:gd name="connsiteY58" fmla="*/ 5483353 h 6858000"/>
              <a:gd name="connsiteX59" fmla="*/ 1132195 w 7467600"/>
              <a:gd name="connsiteY59" fmla="*/ 5467980 h 6858000"/>
              <a:gd name="connsiteX60" fmla="*/ 1456157 w 7467600"/>
              <a:gd name="connsiteY60" fmla="*/ 5371404 h 6858000"/>
              <a:gd name="connsiteX61" fmla="*/ 1244432 w 7467600"/>
              <a:gd name="connsiteY61" fmla="*/ 5385601 h 6858000"/>
              <a:gd name="connsiteX62" fmla="*/ 973990 w 7467600"/>
              <a:gd name="connsiteY62" fmla="*/ 5424940 h 6858000"/>
              <a:gd name="connsiteX63" fmla="*/ 1103809 w 7467600"/>
              <a:gd name="connsiteY63" fmla="*/ 5433720 h 6858000"/>
              <a:gd name="connsiteX64" fmla="*/ 1123454 w 7467600"/>
              <a:gd name="connsiteY64" fmla="*/ 5435727 h 6858000"/>
              <a:gd name="connsiteX65" fmla="*/ 1737017 w 7467600"/>
              <a:gd name="connsiteY65" fmla="*/ 5452183 h 6858000"/>
              <a:gd name="connsiteX66" fmla="*/ 1824397 w 7467600"/>
              <a:gd name="connsiteY66" fmla="*/ 5447757 h 6858000"/>
              <a:gd name="connsiteX67" fmla="*/ 2070059 w 7467600"/>
              <a:gd name="connsiteY67" fmla="*/ 5441660 h 6858000"/>
              <a:gd name="connsiteX68" fmla="*/ 1456157 w 7467600"/>
              <a:gd name="connsiteY68" fmla="*/ 5371404 h 6858000"/>
              <a:gd name="connsiteX69" fmla="*/ 4988186 w 7467600"/>
              <a:gd name="connsiteY69" fmla="*/ 5216467 h 6858000"/>
              <a:gd name="connsiteX70" fmla="*/ 4777334 w 7467600"/>
              <a:gd name="connsiteY70" fmla="*/ 5406072 h 6858000"/>
              <a:gd name="connsiteX71" fmla="*/ 4718341 w 7467600"/>
              <a:gd name="connsiteY71" fmla="*/ 5468043 h 6858000"/>
              <a:gd name="connsiteX72" fmla="*/ 4604655 w 7467600"/>
              <a:gd name="connsiteY72" fmla="*/ 5583434 h 6858000"/>
              <a:gd name="connsiteX73" fmla="*/ 4565074 w 7467600"/>
              <a:gd name="connsiteY73" fmla="*/ 5618550 h 6858000"/>
              <a:gd name="connsiteX74" fmla="*/ 4988186 w 7467600"/>
              <a:gd name="connsiteY74" fmla="*/ 5216467 h 6858000"/>
              <a:gd name="connsiteX75" fmla="*/ 4978032 w 7467600"/>
              <a:gd name="connsiteY75" fmla="*/ 5183809 h 6858000"/>
              <a:gd name="connsiteX76" fmla="*/ 4463413 w 7467600"/>
              <a:gd name="connsiteY76" fmla="*/ 5615162 h 6858000"/>
              <a:gd name="connsiteX77" fmla="*/ 4358134 w 7467600"/>
              <a:gd name="connsiteY77" fmla="*/ 5742791 h 6858000"/>
              <a:gd name="connsiteX78" fmla="*/ 4376219 w 7467600"/>
              <a:gd name="connsiteY78" fmla="*/ 5729027 h 6858000"/>
              <a:gd name="connsiteX79" fmla="*/ 4582340 w 7467600"/>
              <a:gd name="connsiteY79" fmla="*/ 5561037 h 6858000"/>
              <a:gd name="connsiteX80" fmla="*/ 4694684 w 7467600"/>
              <a:gd name="connsiteY80" fmla="*/ 5447098 h 6858000"/>
              <a:gd name="connsiteX81" fmla="*/ 4754123 w 7467600"/>
              <a:gd name="connsiteY81" fmla="*/ 5384643 h 6858000"/>
              <a:gd name="connsiteX82" fmla="*/ 4978032 w 7467600"/>
              <a:gd name="connsiteY82" fmla="*/ 5183809 h 6858000"/>
              <a:gd name="connsiteX83" fmla="*/ 1903353 w 7467600"/>
              <a:gd name="connsiteY83" fmla="*/ 5044827 h 6858000"/>
              <a:gd name="connsiteX84" fmla="*/ 1936931 w 7467600"/>
              <a:gd name="connsiteY84" fmla="*/ 5093954 h 6858000"/>
              <a:gd name="connsiteX85" fmla="*/ 2195868 w 7467600"/>
              <a:gd name="connsiteY85" fmla="*/ 5396574 h 6858000"/>
              <a:gd name="connsiteX86" fmla="*/ 2088852 w 7467600"/>
              <a:gd name="connsiteY86" fmla="*/ 5166123 h 6858000"/>
              <a:gd name="connsiteX87" fmla="*/ 1958241 w 7467600"/>
              <a:gd name="connsiteY87" fmla="*/ 5067955 h 6858000"/>
              <a:gd name="connsiteX88" fmla="*/ 1903353 w 7467600"/>
              <a:gd name="connsiteY88" fmla="*/ 5044827 h 6858000"/>
              <a:gd name="connsiteX89" fmla="*/ 1979378 w 7467600"/>
              <a:gd name="connsiteY89" fmla="*/ 4769504 h 6858000"/>
              <a:gd name="connsiteX90" fmla="*/ 2882120 w 7467600"/>
              <a:gd name="connsiteY90" fmla="*/ 5064547 h 6858000"/>
              <a:gd name="connsiteX91" fmla="*/ 2793103 w 7467600"/>
              <a:gd name="connsiteY91" fmla="*/ 5039699 h 6858000"/>
              <a:gd name="connsiteX92" fmla="*/ 2770041 w 7467600"/>
              <a:gd name="connsiteY92" fmla="*/ 5033634 h 6858000"/>
              <a:gd name="connsiteX93" fmla="*/ 1979378 w 7467600"/>
              <a:gd name="connsiteY93" fmla="*/ 4769504 h 6858000"/>
              <a:gd name="connsiteX94" fmla="*/ 1927410 w 7467600"/>
              <a:gd name="connsiteY94" fmla="*/ 4716164 h 6858000"/>
              <a:gd name="connsiteX95" fmla="*/ 1959587 w 7467600"/>
              <a:gd name="connsiteY95" fmla="*/ 4728849 h 6858000"/>
              <a:gd name="connsiteX96" fmla="*/ 2777707 w 7467600"/>
              <a:gd name="connsiteY96" fmla="*/ 5003991 h 6858000"/>
              <a:gd name="connsiteX97" fmla="*/ 2800768 w 7467600"/>
              <a:gd name="connsiteY97" fmla="*/ 5010056 h 6858000"/>
              <a:gd name="connsiteX98" fmla="*/ 2879408 w 7467600"/>
              <a:gd name="connsiteY98" fmla="*/ 5031590 h 6858000"/>
              <a:gd name="connsiteX99" fmla="*/ 2862295 w 7467600"/>
              <a:gd name="connsiteY99" fmla="*/ 5022958 h 6858000"/>
              <a:gd name="connsiteX100" fmla="*/ 2813343 w 7467600"/>
              <a:gd name="connsiteY100" fmla="*/ 4998369 h 6858000"/>
              <a:gd name="connsiteX101" fmla="*/ 2646245 w 7467600"/>
              <a:gd name="connsiteY101" fmla="*/ 4930999 h 6858000"/>
              <a:gd name="connsiteX102" fmla="*/ 1999243 w 7467600"/>
              <a:gd name="connsiteY102" fmla="*/ 4730524 h 6858000"/>
              <a:gd name="connsiteX103" fmla="*/ 1979527 w 7467600"/>
              <a:gd name="connsiteY103" fmla="*/ 4726651 h 6858000"/>
              <a:gd name="connsiteX104" fmla="*/ 1927410 w 7467600"/>
              <a:gd name="connsiteY104" fmla="*/ 4716164 h 6858000"/>
              <a:gd name="connsiteX105" fmla="*/ 1997014 w 7467600"/>
              <a:gd name="connsiteY105" fmla="*/ 4698007 h 6858000"/>
              <a:gd name="connsiteX106" fmla="*/ 2005458 w 7467600"/>
              <a:gd name="connsiteY106" fmla="*/ 4699540 h 6858000"/>
              <a:gd name="connsiteX107" fmla="*/ 2657186 w 7467600"/>
              <a:gd name="connsiteY107" fmla="*/ 4901687 h 6858000"/>
              <a:gd name="connsiteX108" fmla="*/ 2826662 w 7467600"/>
              <a:gd name="connsiteY108" fmla="*/ 4970362 h 6858000"/>
              <a:gd name="connsiteX109" fmla="*/ 2876100 w 7467600"/>
              <a:gd name="connsiteY109" fmla="*/ 4995397 h 6858000"/>
              <a:gd name="connsiteX110" fmla="*/ 3042600 w 7467600"/>
              <a:gd name="connsiteY110" fmla="*/ 5059532 h 6858000"/>
              <a:gd name="connsiteX111" fmla="*/ 1997014 w 7467600"/>
              <a:gd name="connsiteY111" fmla="*/ 4698007 h 6858000"/>
              <a:gd name="connsiteX112" fmla="*/ 2305292 w 7467600"/>
              <a:gd name="connsiteY112" fmla="*/ 4219492 h 6858000"/>
              <a:gd name="connsiteX113" fmla="*/ 3360922 w 7467600"/>
              <a:gd name="connsiteY113" fmla="*/ 4529373 h 6858000"/>
              <a:gd name="connsiteX114" fmla="*/ 3492420 w 7467600"/>
              <a:gd name="connsiteY114" fmla="*/ 4510145 h 6858000"/>
              <a:gd name="connsiteX115" fmla="*/ 3364086 w 7467600"/>
              <a:gd name="connsiteY115" fmla="*/ 4480340 h 6858000"/>
              <a:gd name="connsiteX116" fmla="*/ 3225818 w 7467600"/>
              <a:gd name="connsiteY116" fmla="*/ 4411822 h 6858000"/>
              <a:gd name="connsiteX117" fmla="*/ 3129696 w 7467600"/>
              <a:gd name="connsiteY117" fmla="*/ 4360704 h 6858000"/>
              <a:gd name="connsiteX118" fmla="*/ 2814545 w 7467600"/>
              <a:gd name="connsiteY118" fmla="*/ 4282955 h 6858000"/>
              <a:gd name="connsiteX119" fmla="*/ 2305292 w 7467600"/>
              <a:gd name="connsiteY119" fmla="*/ 4219492 h 6858000"/>
              <a:gd name="connsiteX120" fmla="*/ 2626982 w 7467600"/>
              <a:gd name="connsiteY120" fmla="*/ 4206450 h 6858000"/>
              <a:gd name="connsiteX121" fmla="*/ 2490617 w 7467600"/>
              <a:gd name="connsiteY121" fmla="*/ 4206951 h 6858000"/>
              <a:gd name="connsiteX122" fmla="*/ 2819869 w 7467600"/>
              <a:gd name="connsiteY122" fmla="*/ 4252936 h 6858000"/>
              <a:gd name="connsiteX123" fmla="*/ 3143018 w 7467600"/>
              <a:gd name="connsiteY123" fmla="*/ 4332698 h 6858000"/>
              <a:gd name="connsiteX124" fmla="*/ 3241520 w 7467600"/>
              <a:gd name="connsiteY124" fmla="*/ 4385112 h 6858000"/>
              <a:gd name="connsiteX125" fmla="*/ 3374575 w 7467600"/>
              <a:gd name="connsiteY125" fmla="*/ 4451517 h 6858000"/>
              <a:gd name="connsiteX126" fmla="*/ 3505221 w 7467600"/>
              <a:gd name="connsiteY126" fmla="*/ 4480757 h 6858000"/>
              <a:gd name="connsiteX127" fmla="*/ 2626982 w 7467600"/>
              <a:gd name="connsiteY127" fmla="*/ 4206450 h 6858000"/>
              <a:gd name="connsiteX128" fmla="*/ 1310106 w 7467600"/>
              <a:gd name="connsiteY128" fmla="*/ 3943217 h 6858000"/>
              <a:gd name="connsiteX129" fmla="*/ 854994 w 7467600"/>
              <a:gd name="connsiteY129" fmla="*/ 4399136 h 6858000"/>
              <a:gd name="connsiteX130" fmla="*/ 742462 w 7467600"/>
              <a:gd name="connsiteY130" fmla="*/ 4594648 h 6858000"/>
              <a:gd name="connsiteX131" fmla="*/ 820602 w 7467600"/>
              <a:gd name="connsiteY131" fmla="*/ 4485915 h 6858000"/>
              <a:gd name="connsiteX132" fmla="*/ 878295 w 7467600"/>
              <a:gd name="connsiteY132" fmla="*/ 4403594 h 6858000"/>
              <a:gd name="connsiteX133" fmla="*/ 1240607 w 7467600"/>
              <a:gd name="connsiteY133" fmla="*/ 4010401 h 6858000"/>
              <a:gd name="connsiteX134" fmla="*/ 1310106 w 7467600"/>
              <a:gd name="connsiteY134" fmla="*/ 3943217 h 6858000"/>
              <a:gd name="connsiteX135" fmla="*/ 1423113 w 7467600"/>
              <a:gd name="connsiteY135" fmla="*/ 3874565 h 6858000"/>
              <a:gd name="connsiteX136" fmla="*/ 1260565 w 7467600"/>
              <a:gd name="connsiteY136" fmla="*/ 4031982 h 6858000"/>
              <a:gd name="connsiteX137" fmla="*/ 901900 w 7467600"/>
              <a:gd name="connsiteY137" fmla="*/ 4421236 h 6858000"/>
              <a:gd name="connsiteX138" fmla="*/ 845044 w 7467600"/>
              <a:gd name="connsiteY138" fmla="*/ 4502436 h 6858000"/>
              <a:gd name="connsiteX139" fmla="*/ 685926 w 7467600"/>
              <a:gd name="connsiteY139" fmla="*/ 4703069 h 6858000"/>
              <a:gd name="connsiteX140" fmla="*/ 684248 w 7467600"/>
              <a:gd name="connsiteY140" fmla="*/ 4706721 h 6858000"/>
              <a:gd name="connsiteX141" fmla="*/ 1423113 w 7467600"/>
              <a:gd name="connsiteY141" fmla="*/ 3874565 h 6858000"/>
              <a:gd name="connsiteX142" fmla="*/ 3316479 w 7467600"/>
              <a:gd name="connsiteY142" fmla="*/ 3872136 h 6858000"/>
              <a:gd name="connsiteX143" fmla="*/ 3546806 w 7467600"/>
              <a:gd name="connsiteY143" fmla="*/ 4356139 h 6858000"/>
              <a:gd name="connsiteX144" fmla="*/ 3364433 w 7467600"/>
              <a:gd name="connsiteY144" fmla="*/ 3953121 h 6858000"/>
              <a:gd name="connsiteX145" fmla="*/ 3316479 w 7467600"/>
              <a:gd name="connsiteY145" fmla="*/ 3872136 h 6858000"/>
              <a:gd name="connsiteX146" fmla="*/ 3291335 w 7467600"/>
              <a:gd name="connsiteY146" fmla="*/ 3767420 h 6858000"/>
              <a:gd name="connsiteX147" fmla="*/ 3390805 w 7467600"/>
              <a:gd name="connsiteY147" fmla="*/ 3937163 h 6858000"/>
              <a:gd name="connsiteX148" fmla="*/ 3579062 w 7467600"/>
              <a:gd name="connsiteY148" fmla="*/ 4359040 h 6858000"/>
              <a:gd name="connsiteX149" fmla="*/ 3467355 w 7467600"/>
              <a:gd name="connsiteY149" fmla="*/ 3988130 h 6858000"/>
              <a:gd name="connsiteX150" fmla="*/ 3310753 w 7467600"/>
              <a:gd name="connsiteY150" fmla="*/ 3787140 h 6858000"/>
              <a:gd name="connsiteX151" fmla="*/ 3291335 w 7467600"/>
              <a:gd name="connsiteY151" fmla="*/ 3767420 h 6858000"/>
              <a:gd name="connsiteX152" fmla="*/ 1635889 w 7467600"/>
              <a:gd name="connsiteY152" fmla="*/ 3709494 h 6858000"/>
              <a:gd name="connsiteX153" fmla="*/ 1634800 w 7467600"/>
              <a:gd name="connsiteY153" fmla="*/ 3731111 h 6858000"/>
              <a:gd name="connsiteX154" fmla="*/ 1635889 w 7467600"/>
              <a:gd name="connsiteY154" fmla="*/ 3709494 h 6858000"/>
              <a:gd name="connsiteX155" fmla="*/ 1510397 w 7467600"/>
              <a:gd name="connsiteY155" fmla="*/ 3684705 h 6858000"/>
              <a:gd name="connsiteX156" fmla="*/ 1146550 w 7467600"/>
              <a:gd name="connsiteY156" fmla="*/ 3802012 h 6858000"/>
              <a:gd name="connsiteX157" fmla="*/ 698834 w 7467600"/>
              <a:gd name="connsiteY157" fmla="*/ 3952272 h 6858000"/>
              <a:gd name="connsiteX158" fmla="*/ 34256 w 7467600"/>
              <a:gd name="connsiteY158" fmla="*/ 4347603 h 6858000"/>
              <a:gd name="connsiteX159" fmla="*/ 527241 w 7467600"/>
              <a:gd name="connsiteY159" fmla="*/ 4065078 h 6858000"/>
              <a:gd name="connsiteX160" fmla="*/ 1510397 w 7467600"/>
              <a:gd name="connsiteY160" fmla="*/ 3684705 h 6858000"/>
              <a:gd name="connsiteX161" fmla="*/ 1313114 w 7467600"/>
              <a:gd name="connsiteY161" fmla="*/ 3655216 h 6858000"/>
              <a:gd name="connsiteX162" fmla="*/ 1109304 w 7467600"/>
              <a:gd name="connsiteY162" fmla="*/ 3669030 h 6858000"/>
              <a:gd name="connsiteX163" fmla="*/ 8129 w 7467600"/>
              <a:gd name="connsiteY163" fmla="*/ 4330519 h 6858000"/>
              <a:gd name="connsiteX164" fmla="*/ 687572 w 7467600"/>
              <a:gd name="connsiteY164" fmla="*/ 3925629 h 6858000"/>
              <a:gd name="connsiteX165" fmla="*/ 1138365 w 7467600"/>
              <a:gd name="connsiteY165" fmla="*/ 3774515 h 6858000"/>
              <a:gd name="connsiteX166" fmla="*/ 1505579 w 7467600"/>
              <a:gd name="connsiteY166" fmla="*/ 3655526 h 6858000"/>
              <a:gd name="connsiteX167" fmla="*/ 1313114 w 7467600"/>
              <a:gd name="connsiteY167" fmla="*/ 3655216 h 6858000"/>
              <a:gd name="connsiteX168" fmla="*/ 3655073 w 7467600"/>
              <a:gd name="connsiteY168" fmla="*/ 3650884 h 6858000"/>
              <a:gd name="connsiteX169" fmla="*/ 3989938 w 7467600"/>
              <a:gd name="connsiteY169" fmla="*/ 3991685 h 6858000"/>
              <a:gd name="connsiteX170" fmla="*/ 4393907 w 7467600"/>
              <a:gd name="connsiteY170" fmla="*/ 4261258 h 6858000"/>
              <a:gd name="connsiteX171" fmla="*/ 4648051 w 7467600"/>
              <a:gd name="connsiteY171" fmla="*/ 4374051 h 6858000"/>
              <a:gd name="connsiteX172" fmla="*/ 4383389 w 7467600"/>
              <a:gd name="connsiteY172" fmla="*/ 4184369 h 6858000"/>
              <a:gd name="connsiteX173" fmla="*/ 4165508 w 7467600"/>
              <a:gd name="connsiteY173" fmla="*/ 4035196 h 6858000"/>
              <a:gd name="connsiteX174" fmla="*/ 4068162 w 7467600"/>
              <a:gd name="connsiteY174" fmla="*/ 3953394 h 6858000"/>
              <a:gd name="connsiteX175" fmla="*/ 3981416 w 7467600"/>
              <a:gd name="connsiteY175" fmla="*/ 3880482 h 6858000"/>
              <a:gd name="connsiteX176" fmla="*/ 3800147 w 7467600"/>
              <a:gd name="connsiteY176" fmla="*/ 3749872 h 6858000"/>
              <a:gd name="connsiteX177" fmla="*/ 3655073 w 7467600"/>
              <a:gd name="connsiteY177" fmla="*/ 3650884 h 6858000"/>
              <a:gd name="connsiteX178" fmla="*/ 3670252 w 7467600"/>
              <a:gd name="connsiteY178" fmla="*/ 3622798 h 6858000"/>
              <a:gd name="connsiteX179" fmla="*/ 3817258 w 7467600"/>
              <a:gd name="connsiteY179" fmla="*/ 3723577 h 6858000"/>
              <a:gd name="connsiteX180" fmla="*/ 4000461 w 7467600"/>
              <a:gd name="connsiteY180" fmla="*/ 3855966 h 6858000"/>
              <a:gd name="connsiteX181" fmla="*/ 4088180 w 7467600"/>
              <a:gd name="connsiteY181" fmla="*/ 3929774 h 6858000"/>
              <a:gd name="connsiteX182" fmla="*/ 4184555 w 7467600"/>
              <a:gd name="connsiteY182" fmla="*/ 4010683 h 6858000"/>
              <a:gd name="connsiteX183" fmla="*/ 4399563 w 7467600"/>
              <a:gd name="connsiteY183" fmla="*/ 4158106 h 6858000"/>
              <a:gd name="connsiteX184" fmla="*/ 4684469 w 7467600"/>
              <a:gd name="connsiteY184" fmla="*/ 4364680 h 6858000"/>
              <a:gd name="connsiteX185" fmla="*/ 4690271 w 7467600"/>
              <a:gd name="connsiteY185" fmla="*/ 4370034 h 6858000"/>
              <a:gd name="connsiteX186" fmla="*/ 4136093 w 7467600"/>
              <a:gd name="connsiteY186" fmla="*/ 3858466 h 6858000"/>
              <a:gd name="connsiteX187" fmla="*/ 3670252 w 7467600"/>
              <a:gd name="connsiteY187" fmla="*/ 3622798 h 6858000"/>
              <a:gd name="connsiteX188" fmla="*/ 4440129 w 7467600"/>
              <a:gd name="connsiteY188" fmla="*/ 3448571 h 6858000"/>
              <a:gd name="connsiteX189" fmla="*/ 4856525 w 7467600"/>
              <a:gd name="connsiteY189" fmla="*/ 3915351 h 6858000"/>
              <a:gd name="connsiteX190" fmla="*/ 5059055 w 7467600"/>
              <a:gd name="connsiteY190" fmla="*/ 4108918 h 6858000"/>
              <a:gd name="connsiteX191" fmla="*/ 5290070 w 7467600"/>
              <a:gd name="connsiteY191" fmla="*/ 4263619 h 6858000"/>
              <a:gd name="connsiteX192" fmla="*/ 4834991 w 7467600"/>
              <a:gd name="connsiteY192" fmla="*/ 3830985 h 6858000"/>
              <a:gd name="connsiteX193" fmla="*/ 4440129 w 7467600"/>
              <a:gd name="connsiteY193" fmla="*/ 3448571 h 6858000"/>
              <a:gd name="connsiteX194" fmla="*/ 4441737 w 7467600"/>
              <a:gd name="connsiteY194" fmla="*/ 3399734 h 6858000"/>
              <a:gd name="connsiteX195" fmla="*/ 4431236 w 7467600"/>
              <a:gd name="connsiteY195" fmla="*/ 3400954 h 6858000"/>
              <a:gd name="connsiteX196" fmla="*/ 4557150 w 7467600"/>
              <a:gd name="connsiteY196" fmla="*/ 3510023 h 6858000"/>
              <a:gd name="connsiteX197" fmla="*/ 4856936 w 7467600"/>
              <a:gd name="connsiteY197" fmla="*/ 3809146 h 6858000"/>
              <a:gd name="connsiteX198" fmla="*/ 5111996 w 7467600"/>
              <a:gd name="connsiteY198" fmla="*/ 4065759 h 6858000"/>
              <a:gd name="connsiteX199" fmla="*/ 5388878 w 7467600"/>
              <a:gd name="connsiteY199" fmla="*/ 4300185 h 6858000"/>
              <a:gd name="connsiteX200" fmla="*/ 5425556 w 7467600"/>
              <a:gd name="connsiteY200" fmla="*/ 4308967 h 6858000"/>
              <a:gd name="connsiteX201" fmla="*/ 4943646 w 7467600"/>
              <a:gd name="connsiteY201" fmla="*/ 3822916 h 6858000"/>
              <a:gd name="connsiteX202" fmla="*/ 4594837 w 7467600"/>
              <a:gd name="connsiteY202" fmla="*/ 3532274 h 6858000"/>
              <a:gd name="connsiteX203" fmla="*/ 4441737 w 7467600"/>
              <a:gd name="connsiteY203" fmla="*/ 3399734 h 6858000"/>
              <a:gd name="connsiteX204" fmla="*/ 5425834 w 7467600"/>
              <a:gd name="connsiteY204" fmla="*/ 3162785 h 6858000"/>
              <a:gd name="connsiteX205" fmla="*/ 5401644 w 7467600"/>
              <a:gd name="connsiteY205" fmla="*/ 3617847 h 6858000"/>
              <a:gd name="connsiteX206" fmla="*/ 5467256 w 7467600"/>
              <a:gd name="connsiteY206" fmla="*/ 4175494 h 6858000"/>
              <a:gd name="connsiteX207" fmla="*/ 5448069 w 7467600"/>
              <a:gd name="connsiteY207" fmla="*/ 3567554 h 6858000"/>
              <a:gd name="connsiteX208" fmla="*/ 5425834 w 7467600"/>
              <a:gd name="connsiteY208" fmla="*/ 3162785 h 6858000"/>
              <a:gd name="connsiteX209" fmla="*/ 1318687 w 7467600"/>
              <a:gd name="connsiteY209" fmla="*/ 3113840 h 6858000"/>
              <a:gd name="connsiteX210" fmla="*/ 1066793 w 7467600"/>
              <a:gd name="connsiteY210" fmla="*/ 3212171 h 6858000"/>
              <a:gd name="connsiteX211" fmla="*/ 993319 w 7467600"/>
              <a:gd name="connsiteY211" fmla="*/ 3247648 h 6858000"/>
              <a:gd name="connsiteX212" fmla="*/ 853081 w 7467600"/>
              <a:gd name="connsiteY212" fmla="*/ 3312410 h 6858000"/>
              <a:gd name="connsiteX213" fmla="*/ 805957 w 7467600"/>
              <a:gd name="connsiteY213" fmla="*/ 3330443 h 6858000"/>
              <a:gd name="connsiteX214" fmla="*/ 1318687 w 7467600"/>
              <a:gd name="connsiteY214" fmla="*/ 3113840 h 6858000"/>
              <a:gd name="connsiteX215" fmla="*/ 5453702 w 7467600"/>
              <a:gd name="connsiteY215" fmla="*/ 3090882 h 6858000"/>
              <a:gd name="connsiteX216" fmla="*/ 5480135 w 7467600"/>
              <a:gd name="connsiteY216" fmla="*/ 3565802 h 6858000"/>
              <a:gd name="connsiteX217" fmla="*/ 5499023 w 7467600"/>
              <a:gd name="connsiteY217" fmla="*/ 4166310 h 6858000"/>
              <a:gd name="connsiteX218" fmla="*/ 5547022 w 7467600"/>
              <a:gd name="connsiteY218" fmla="*/ 3607838 h 6858000"/>
              <a:gd name="connsiteX219" fmla="*/ 5515964 w 7467600"/>
              <a:gd name="connsiteY219" fmla="*/ 3378541 h 6858000"/>
              <a:gd name="connsiteX220" fmla="*/ 5453702 w 7467600"/>
              <a:gd name="connsiteY220" fmla="*/ 3090882 h 6858000"/>
              <a:gd name="connsiteX221" fmla="*/ 1238695 w 7467600"/>
              <a:gd name="connsiteY221" fmla="*/ 3076820 h 6858000"/>
              <a:gd name="connsiteX222" fmla="*/ 716371 w 7467600"/>
              <a:gd name="connsiteY222" fmla="*/ 3293249 h 6858000"/>
              <a:gd name="connsiteX223" fmla="*/ 579522 w 7467600"/>
              <a:gd name="connsiteY223" fmla="*/ 3371759 h 6858000"/>
              <a:gd name="connsiteX224" fmla="*/ 600288 w 7467600"/>
              <a:gd name="connsiteY224" fmla="*/ 3365555 h 6858000"/>
              <a:gd name="connsiteX225" fmla="*/ 840692 w 7467600"/>
              <a:gd name="connsiteY225" fmla="*/ 3284921 h 6858000"/>
              <a:gd name="connsiteX226" fmla="*/ 979248 w 7467600"/>
              <a:gd name="connsiteY226" fmla="*/ 3221003 h 6858000"/>
              <a:gd name="connsiteX227" fmla="*/ 1053282 w 7467600"/>
              <a:gd name="connsiteY227" fmla="*/ 3185247 h 6858000"/>
              <a:gd name="connsiteX228" fmla="*/ 1320603 w 7467600"/>
              <a:gd name="connsiteY228" fmla="*/ 3081281 h 6858000"/>
              <a:gd name="connsiteX229" fmla="*/ 1238695 w 7467600"/>
              <a:gd name="connsiteY229" fmla="*/ 3076820 h 6858000"/>
              <a:gd name="connsiteX230" fmla="*/ 5425627 w 7467600"/>
              <a:gd name="connsiteY230" fmla="*/ 2954192 h 6858000"/>
              <a:gd name="connsiteX231" fmla="*/ 5470770 w 7467600"/>
              <a:gd name="connsiteY231" fmla="*/ 3005435 h 6858000"/>
              <a:gd name="connsiteX232" fmla="*/ 5519779 w 7467600"/>
              <a:gd name="connsiteY232" fmla="*/ 4359223 h 6858000"/>
              <a:gd name="connsiteX233" fmla="*/ 5520293 w 7467600"/>
              <a:gd name="connsiteY233" fmla="*/ 4360602 h 6858000"/>
              <a:gd name="connsiteX234" fmla="*/ 5767221 w 7467600"/>
              <a:gd name="connsiteY234" fmla="*/ 4665564 h 6858000"/>
              <a:gd name="connsiteX235" fmla="*/ 6937169 w 7467600"/>
              <a:gd name="connsiteY235" fmla="*/ 4815941 h 6858000"/>
              <a:gd name="connsiteX236" fmla="*/ 6953922 w 7467600"/>
              <a:gd name="connsiteY236" fmla="*/ 4890068 h 6858000"/>
              <a:gd name="connsiteX237" fmla="*/ 6071359 w 7467600"/>
              <a:gd name="connsiteY237" fmla="*/ 4770770 h 6858000"/>
              <a:gd name="connsiteX238" fmla="*/ 6038839 w 7467600"/>
              <a:gd name="connsiteY238" fmla="*/ 4764474 h 6858000"/>
              <a:gd name="connsiteX239" fmla="*/ 6038706 w 7467600"/>
              <a:gd name="connsiteY239" fmla="*/ 4763847 h 6858000"/>
              <a:gd name="connsiteX240" fmla="*/ 6037784 w 7467600"/>
              <a:gd name="connsiteY240" fmla="*/ 4764270 h 6858000"/>
              <a:gd name="connsiteX241" fmla="*/ 6038839 w 7467600"/>
              <a:gd name="connsiteY241" fmla="*/ 4764474 h 6858000"/>
              <a:gd name="connsiteX242" fmla="*/ 6040338 w 7467600"/>
              <a:gd name="connsiteY242" fmla="*/ 4771418 h 6858000"/>
              <a:gd name="connsiteX243" fmla="*/ 6024488 w 7467600"/>
              <a:gd name="connsiteY243" fmla="*/ 4809903 h 6858000"/>
              <a:gd name="connsiteX244" fmla="*/ 5599771 w 7467600"/>
              <a:gd name="connsiteY244" fmla="*/ 5509652 h 6858000"/>
              <a:gd name="connsiteX245" fmla="*/ 5548843 w 7467600"/>
              <a:gd name="connsiteY245" fmla="*/ 5563845 h 6858000"/>
              <a:gd name="connsiteX246" fmla="*/ 5940952 w 7467600"/>
              <a:gd name="connsiteY246" fmla="*/ 6250028 h 6858000"/>
              <a:gd name="connsiteX247" fmla="*/ 6043441 w 7467600"/>
              <a:gd name="connsiteY247" fmla="*/ 6665847 h 6858000"/>
              <a:gd name="connsiteX248" fmla="*/ 6093432 w 7467600"/>
              <a:gd name="connsiteY248" fmla="*/ 6858000 h 6858000"/>
              <a:gd name="connsiteX249" fmla="*/ 6034344 w 7467600"/>
              <a:gd name="connsiteY249" fmla="*/ 6858000 h 6858000"/>
              <a:gd name="connsiteX250" fmla="*/ 6026679 w 7467600"/>
              <a:gd name="connsiteY250" fmla="*/ 6836959 h 6858000"/>
              <a:gd name="connsiteX251" fmla="*/ 5800441 w 7467600"/>
              <a:gd name="connsiteY251" fmla="*/ 6335286 h 6858000"/>
              <a:gd name="connsiteX252" fmla="*/ 5526562 w 7467600"/>
              <a:gd name="connsiteY252" fmla="*/ 5705388 h 6858000"/>
              <a:gd name="connsiteX253" fmla="*/ 5519640 w 7467600"/>
              <a:gd name="connsiteY253" fmla="*/ 5683774 h 6858000"/>
              <a:gd name="connsiteX254" fmla="*/ 5844559 w 7467600"/>
              <a:gd name="connsiteY254" fmla="*/ 6553349 h 6858000"/>
              <a:gd name="connsiteX255" fmla="*/ 5975994 w 7467600"/>
              <a:gd name="connsiteY255" fmla="*/ 6858000 h 6858000"/>
              <a:gd name="connsiteX256" fmla="*/ 5898547 w 7467600"/>
              <a:gd name="connsiteY256" fmla="*/ 6858000 h 6858000"/>
              <a:gd name="connsiteX257" fmla="*/ 5682041 w 7467600"/>
              <a:gd name="connsiteY257" fmla="*/ 6355860 h 6858000"/>
              <a:gd name="connsiteX258" fmla="*/ 5461758 w 7467600"/>
              <a:gd name="connsiteY258" fmla="*/ 5820220 h 6858000"/>
              <a:gd name="connsiteX259" fmla="*/ 5237282 w 7467600"/>
              <a:gd name="connsiteY259" fmla="*/ 6579086 h 6858000"/>
              <a:gd name="connsiteX260" fmla="*/ 5115009 w 7467600"/>
              <a:gd name="connsiteY260" fmla="*/ 6858000 h 6858000"/>
              <a:gd name="connsiteX261" fmla="*/ 5028074 w 7467600"/>
              <a:gd name="connsiteY261" fmla="*/ 6858000 h 6858000"/>
              <a:gd name="connsiteX262" fmla="*/ 5079508 w 7467600"/>
              <a:gd name="connsiteY262" fmla="*/ 6749074 h 6858000"/>
              <a:gd name="connsiteX263" fmla="*/ 5371846 w 7467600"/>
              <a:gd name="connsiteY263" fmla="*/ 5924413 h 6858000"/>
              <a:gd name="connsiteX264" fmla="*/ 5270512 w 7467600"/>
              <a:gd name="connsiteY264" fmla="*/ 6138975 h 6858000"/>
              <a:gd name="connsiteX265" fmla="*/ 5062409 w 7467600"/>
              <a:gd name="connsiteY265" fmla="*/ 6653544 h 6858000"/>
              <a:gd name="connsiteX266" fmla="*/ 5036628 w 7467600"/>
              <a:gd name="connsiteY266" fmla="*/ 6754247 h 6858000"/>
              <a:gd name="connsiteX267" fmla="*/ 5009112 w 7467600"/>
              <a:gd name="connsiteY267" fmla="*/ 6858000 h 6858000"/>
              <a:gd name="connsiteX268" fmla="*/ 4976679 w 7467600"/>
              <a:gd name="connsiteY268" fmla="*/ 6858000 h 6858000"/>
              <a:gd name="connsiteX269" fmla="*/ 5006537 w 7467600"/>
              <a:gd name="connsiteY269" fmla="*/ 6747068 h 6858000"/>
              <a:gd name="connsiteX270" fmla="*/ 5032723 w 7467600"/>
              <a:gd name="connsiteY270" fmla="*/ 6644957 h 6858000"/>
              <a:gd name="connsiteX271" fmla="*/ 5242949 w 7467600"/>
              <a:gd name="connsiteY271" fmla="*/ 6125175 h 6858000"/>
              <a:gd name="connsiteX272" fmla="*/ 5286321 w 7467600"/>
              <a:gd name="connsiteY272" fmla="*/ 6033555 h 6858000"/>
              <a:gd name="connsiteX273" fmla="*/ 5008210 w 7467600"/>
              <a:gd name="connsiteY273" fmla="*/ 6649194 h 6858000"/>
              <a:gd name="connsiteX274" fmla="*/ 4986321 w 7467600"/>
              <a:gd name="connsiteY274" fmla="*/ 6765687 h 6858000"/>
              <a:gd name="connsiteX275" fmla="*/ 4973474 w 7467600"/>
              <a:gd name="connsiteY275" fmla="*/ 6858000 h 6858000"/>
              <a:gd name="connsiteX276" fmla="*/ 4907178 w 7467600"/>
              <a:gd name="connsiteY276" fmla="*/ 6858000 h 6858000"/>
              <a:gd name="connsiteX277" fmla="*/ 4910810 w 7467600"/>
              <a:gd name="connsiteY277" fmla="*/ 6829660 h 6858000"/>
              <a:gd name="connsiteX278" fmla="*/ 4987461 w 7467600"/>
              <a:gd name="connsiteY278" fmla="*/ 6432994 h 6858000"/>
              <a:gd name="connsiteX279" fmla="*/ 5179262 w 7467600"/>
              <a:gd name="connsiteY279" fmla="*/ 6035044 h 6858000"/>
              <a:gd name="connsiteX280" fmla="*/ 4689678 w 7467600"/>
              <a:gd name="connsiteY280" fmla="*/ 6440241 h 6858000"/>
              <a:gd name="connsiteX281" fmla="*/ 4477543 w 7467600"/>
              <a:gd name="connsiteY281" fmla="*/ 6674836 h 6858000"/>
              <a:gd name="connsiteX282" fmla="*/ 4329957 w 7467600"/>
              <a:gd name="connsiteY282" fmla="*/ 6858000 h 6858000"/>
              <a:gd name="connsiteX283" fmla="*/ 4218595 w 7467600"/>
              <a:gd name="connsiteY283" fmla="*/ 6858000 h 6858000"/>
              <a:gd name="connsiteX284" fmla="*/ 4368888 w 7467600"/>
              <a:gd name="connsiteY284" fmla="*/ 6668412 h 6858000"/>
              <a:gd name="connsiteX285" fmla="*/ 4563091 w 7467600"/>
              <a:gd name="connsiteY285" fmla="*/ 6442508 h 6858000"/>
              <a:gd name="connsiteX286" fmla="*/ 5387324 w 7467600"/>
              <a:gd name="connsiteY286" fmla="*/ 5705830 h 6858000"/>
              <a:gd name="connsiteX287" fmla="*/ 5073620 w 7467600"/>
              <a:gd name="connsiteY287" fmla="*/ 5955437 h 6858000"/>
              <a:gd name="connsiteX288" fmla="*/ 4689789 w 7467600"/>
              <a:gd name="connsiteY288" fmla="*/ 6268382 h 6858000"/>
              <a:gd name="connsiteX289" fmla="*/ 4418722 w 7467600"/>
              <a:gd name="connsiteY289" fmla="*/ 6570886 h 6858000"/>
              <a:gd name="connsiteX290" fmla="*/ 4214944 w 7467600"/>
              <a:gd name="connsiteY290" fmla="*/ 6858000 h 6858000"/>
              <a:gd name="connsiteX291" fmla="*/ 4177898 w 7467600"/>
              <a:gd name="connsiteY291" fmla="*/ 6858000 h 6858000"/>
              <a:gd name="connsiteX292" fmla="*/ 4391597 w 7467600"/>
              <a:gd name="connsiteY292" fmla="*/ 6556370 h 6858000"/>
              <a:gd name="connsiteX293" fmla="*/ 4668889 w 7467600"/>
              <a:gd name="connsiteY293" fmla="*/ 6246399 h 6858000"/>
              <a:gd name="connsiteX294" fmla="*/ 5055427 w 7467600"/>
              <a:gd name="connsiteY294" fmla="*/ 5931476 h 6858000"/>
              <a:gd name="connsiteX295" fmla="*/ 5371814 w 7467600"/>
              <a:gd name="connsiteY295" fmla="*/ 5678975 h 6858000"/>
              <a:gd name="connsiteX296" fmla="*/ 4987918 w 7467600"/>
              <a:gd name="connsiteY296" fmla="*/ 5838701 h 6858000"/>
              <a:gd name="connsiteX297" fmla="*/ 4317146 w 7467600"/>
              <a:gd name="connsiteY297" fmla="*/ 6587716 h 6858000"/>
              <a:gd name="connsiteX298" fmla="*/ 4171627 w 7467600"/>
              <a:gd name="connsiteY298" fmla="*/ 6858000 h 6858000"/>
              <a:gd name="connsiteX299" fmla="*/ 4081585 w 7467600"/>
              <a:gd name="connsiteY299" fmla="*/ 6858000 h 6858000"/>
              <a:gd name="connsiteX300" fmla="*/ 4238603 w 7467600"/>
              <a:gd name="connsiteY300" fmla="*/ 6559341 h 6858000"/>
              <a:gd name="connsiteX301" fmla="*/ 4778333 w 7467600"/>
              <a:gd name="connsiteY301" fmla="*/ 5873626 h 6858000"/>
              <a:gd name="connsiteX302" fmla="*/ 5414185 w 7467600"/>
              <a:gd name="connsiteY302" fmla="*/ 5573882 h 6858000"/>
              <a:gd name="connsiteX303" fmla="*/ 5959648 w 7467600"/>
              <a:gd name="connsiteY303" fmla="*/ 4760797 h 6858000"/>
              <a:gd name="connsiteX304" fmla="*/ 5355019 w 7467600"/>
              <a:gd name="connsiteY304" fmla="*/ 4734672 h 6858000"/>
              <a:gd name="connsiteX305" fmla="*/ 5083565 w 7467600"/>
              <a:gd name="connsiteY305" fmla="*/ 5179121 h 6858000"/>
              <a:gd name="connsiteX306" fmla="*/ 4713577 w 7467600"/>
              <a:gd name="connsiteY306" fmla="*/ 5616803 h 6858000"/>
              <a:gd name="connsiteX307" fmla="*/ 3989559 w 7467600"/>
              <a:gd name="connsiteY307" fmla="*/ 6145945 h 6858000"/>
              <a:gd name="connsiteX308" fmla="*/ 3939824 w 7467600"/>
              <a:gd name="connsiteY308" fmla="*/ 6066900 h 6858000"/>
              <a:gd name="connsiteX309" fmla="*/ 4584537 w 7467600"/>
              <a:gd name="connsiteY309" fmla="*/ 5324826 h 6858000"/>
              <a:gd name="connsiteX310" fmla="*/ 5037105 w 7467600"/>
              <a:gd name="connsiteY310" fmla="*/ 5088765 h 6858000"/>
              <a:gd name="connsiteX311" fmla="*/ 5039930 w 7467600"/>
              <a:gd name="connsiteY311" fmla="*/ 5089585 h 6858000"/>
              <a:gd name="connsiteX312" fmla="*/ 5263764 w 7467600"/>
              <a:gd name="connsiteY312" fmla="*/ 4735525 h 6858000"/>
              <a:gd name="connsiteX313" fmla="*/ 4086300 w 7467600"/>
              <a:gd name="connsiteY313" fmla="*/ 4884599 h 6858000"/>
              <a:gd name="connsiteX314" fmla="*/ 4085485 w 7467600"/>
              <a:gd name="connsiteY314" fmla="*/ 4899070 h 6858000"/>
              <a:gd name="connsiteX315" fmla="*/ 3871915 w 7467600"/>
              <a:gd name="connsiteY315" fmla="*/ 5253645 h 6858000"/>
              <a:gd name="connsiteX316" fmla="*/ 3799374 w 7467600"/>
              <a:gd name="connsiteY316" fmla="*/ 5466127 h 6858000"/>
              <a:gd name="connsiteX317" fmla="*/ 3498850 w 7467600"/>
              <a:gd name="connsiteY317" fmla="*/ 6661888 h 6858000"/>
              <a:gd name="connsiteX318" fmla="*/ 3399216 w 7467600"/>
              <a:gd name="connsiteY318" fmla="*/ 6858000 h 6858000"/>
              <a:gd name="connsiteX319" fmla="*/ 3303688 w 7467600"/>
              <a:gd name="connsiteY319" fmla="*/ 6858000 h 6858000"/>
              <a:gd name="connsiteX320" fmla="*/ 3391774 w 7467600"/>
              <a:gd name="connsiteY320" fmla="*/ 6697181 h 6858000"/>
              <a:gd name="connsiteX321" fmla="*/ 3735540 w 7467600"/>
              <a:gd name="connsiteY321" fmla="*/ 5546923 h 6858000"/>
              <a:gd name="connsiteX322" fmla="*/ 3729438 w 7467600"/>
              <a:gd name="connsiteY322" fmla="*/ 5569058 h 6858000"/>
              <a:gd name="connsiteX323" fmla="*/ 3707782 w 7467600"/>
              <a:gd name="connsiteY323" fmla="*/ 5644908 h 6858000"/>
              <a:gd name="connsiteX324" fmla="*/ 3583827 w 7467600"/>
              <a:gd name="connsiteY324" fmla="*/ 6039215 h 6858000"/>
              <a:gd name="connsiteX325" fmla="*/ 3547861 w 7467600"/>
              <a:gd name="connsiteY325" fmla="*/ 6129609 h 6858000"/>
              <a:gd name="connsiteX326" fmla="*/ 3490905 w 7467600"/>
              <a:gd name="connsiteY326" fmla="*/ 6277660 h 6858000"/>
              <a:gd name="connsiteX327" fmla="*/ 3455859 w 7467600"/>
              <a:gd name="connsiteY327" fmla="*/ 6391301 h 6858000"/>
              <a:gd name="connsiteX328" fmla="*/ 3429112 w 7467600"/>
              <a:gd name="connsiteY328" fmla="*/ 6479469 h 6858000"/>
              <a:gd name="connsiteX329" fmla="*/ 3304862 w 7467600"/>
              <a:gd name="connsiteY329" fmla="*/ 6796476 h 6858000"/>
              <a:gd name="connsiteX330" fmla="*/ 3276071 w 7467600"/>
              <a:gd name="connsiteY330" fmla="*/ 6858000 h 6858000"/>
              <a:gd name="connsiteX331" fmla="*/ 3240805 w 7467600"/>
              <a:gd name="connsiteY331" fmla="*/ 6858000 h 6858000"/>
              <a:gd name="connsiteX332" fmla="*/ 3275917 w 7467600"/>
              <a:gd name="connsiteY332" fmla="*/ 6783192 h 6858000"/>
              <a:gd name="connsiteX333" fmla="*/ 3399358 w 7467600"/>
              <a:gd name="connsiteY333" fmla="*/ 6469011 h 6858000"/>
              <a:gd name="connsiteX334" fmla="*/ 3425650 w 7467600"/>
              <a:gd name="connsiteY334" fmla="*/ 6381333 h 6858000"/>
              <a:gd name="connsiteX335" fmla="*/ 3460661 w 7467600"/>
              <a:gd name="connsiteY335" fmla="*/ 6266763 h 6858000"/>
              <a:gd name="connsiteX336" fmla="*/ 3518021 w 7467600"/>
              <a:gd name="connsiteY336" fmla="*/ 6117298 h 6858000"/>
              <a:gd name="connsiteX337" fmla="*/ 3554035 w 7467600"/>
              <a:gd name="connsiteY337" fmla="*/ 6027832 h 6858000"/>
              <a:gd name="connsiteX338" fmla="*/ 3677174 w 7467600"/>
              <a:gd name="connsiteY338" fmla="*/ 5636351 h 6858000"/>
              <a:gd name="connsiteX339" fmla="*/ 3698819 w 7467600"/>
              <a:gd name="connsiteY339" fmla="*/ 5560503 h 6858000"/>
              <a:gd name="connsiteX340" fmla="*/ 3702094 w 7467600"/>
              <a:gd name="connsiteY340" fmla="*/ 5549194 h 6858000"/>
              <a:gd name="connsiteX341" fmla="*/ 3398355 w 7467600"/>
              <a:gd name="connsiteY341" fmla="*/ 6094603 h 6858000"/>
              <a:gd name="connsiteX342" fmla="*/ 3193941 w 7467600"/>
              <a:gd name="connsiteY342" fmla="*/ 6798775 h 6858000"/>
              <a:gd name="connsiteX343" fmla="*/ 3184140 w 7467600"/>
              <a:gd name="connsiteY343" fmla="*/ 6858000 h 6858000"/>
              <a:gd name="connsiteX344" fmla="*/ 3099978 w 7467600"/>
              <a:gd name="connsiteY344" fmla="*/ 6858000 h 6858000"/>
              <a:gd name="connsiteX345" fmla="*/ 3101556 w 7467600"/>
              <a:gd name="connsiteY345" fmla="*/ 6843337 h 6858000"/>
              <a:gd name="connsiteX346" fmla="*/ 3370162 w 7467600"/>
              <a:gd name="connsiteY346" fmla="*/ 5785550 h 6858000"/>
              <a:gd name="connsiteX347" fmla="*/ 3746477 w 7467600"/>
              <a:gd name="connsiteY347" fmla="*/ 5377889 h 6858000"/>
              <a:gd name="connsiteX348" fmla="*/ 3863399 w 7467600"/>
              <a:gd name="connsiteY348" fmla="*/ 5087257 h 6858000"/>
              <a:gd name="connsiteX349" fmla="*/ 3968712 w 7467600"/>
              <a:gd name="connsiteY349" fmla="*/ 4913989 h 6858000"/>
              <a:gd name="connsiteX350" fmla="*/ 2792390 w 7467600"/>
              <a:gd name="connsiteY350" fmla="*/ 5382974 h 6858000"/>
              <a:gd name="connsiteX351" fmla="*/ 2714982 w 7467600"/>
              <a:gd name="connsiteY351" fmla="*/ 5427051 h 6858000"/>
              <a:gd name="connsiteX352" fmla="*/ 2813361 w 7467600"/>
              <a:gd name="connsiteY352" fmla="*/ 6023912 h 6858000"/>
              <a:gd name="connsiteX353" fmla="*/ 2688430 w 7467600"/>
              <a:gd name="connsiteY353" fmla="*/ 6801564 h 6858000"/>
              <a:gd name="connsiteX354" fmla="*/ 2629626 w 7467600"/>
              <a:gd name="connsiteY354" fmla="*/ 6763394 h 6858000"/>
              <a:gd name="connsiteX355" fmla="*/ 2565328 w 7467600"/>
              <a:gd name="connsiteY355" fmla="*/ 5516399 h 6858000"/>
              <a:gd name="connsiteX356" fmla="*/ 1922999 w 7467600"/>
              <a:gd name="connsiteY356" fmla="*/ 5980343 h 6858000"/>
              <a:gd name="connsiteX357" fmla="*/ 1950261 w 7467600"/>
              <a:gd name="connsiteY357" fmla="*/ 6405858 h 6858000"/>
              <a:gd name="connsiteX358" fmla="*/ 2365554 w 7467600"/>
              <a:gd name="connsiteY358" fmla="*/ 6759107 h 6858000"/>
              <a:gd name="connsiteX359" fmla="*/ 2424142 w 7467600"/>
              <a:gd name="connsiteY359" fmla="*/ 6858000 h 6858000"/>
              <a:gd name="connsiteX360" fmla="*/ 2395994 w 7467600"/>
              <a:gd name="connsiteY360" fmla="*/ 6858000 h 6858000"/>
              <a:gd name="connsiteX361" fmla="*/ 2392863 w 7467600"/>
              <a:gd name="connsiteY361" fmla="*/ 6852964 h 6858000"/>
              <a:gd name="connsiteX362" fmla="*/ 2017589 w 7467600"/>
              <a:gd name="connsiteY362" fmla="*/ 6493982 h 6858000"/>
              <a:gd name="connsiteX363" fmla="*/ 2147336 w 7467600"/>
              <a:gd name="connsiteY363" fmla="*/ 6594052 h 6858000"/>
              <a:gd name="connsiteX364" fmla="*/ 2207047 w 7467600"/>
              <a:gd name="connsiteY364" fmla="*/ 6654540 h 6858000"/>
              <a:gd name="connsiteX365" fmla="*/ 2299106 w 7467600"/>
              <a:gd name="connsiteY365" fmla="*/ 6778931 h 6858000"/>
              <a:gd name="connsiteX366" fmla="*/ 2314430 w 7467600"/>
              <a:gd name="connsiteY366" fmla="*/ 6801144 h 6858000"/>
              <a:gd name="connsiteX367" fmla="*/ 2352406 w 7467600"/>
              <a:gd name="connsiteY367" fmla="*/ 6858000 h 6858000"/>
              <a:gd name="connsiteX368" fmla="*/ 2314492 w 7467600"/>
              <a:gd name="connsiteY368" fmla="*/ 6858000 h 6858000"/>
              <a:gd name="connsiteX369" fmla="*/ 2288095 w 7467600"/>
              <a:gd name="connsiteY369" fmla="*/ 6818030 h 6858000"/>
              <a:gd name="connsiteX370" fmla="*/ 2272768 w 7467600"/>
              <a:gd name="connsiteY370" fmla="*/ 6795822 h 6858000"/>
              <a:gd name="connsiteX371" fmla="*/ 2182715 w 7467600"/>
              <a:gd name="connsiteY371" fmla="*/ 6675071 h 6858000"/>
              <a:gd name="connsiteX372" fmla="*/ 2032061 w 7467600"/>
              <a:gd name="connsiteY372" fmla="*/ 6541380 h 6858000"/>
              <a:gd name="connsiteX373" fmla="*/ 2257220 w 7467600"/>
              <a:gd name="connsiteY373" fmla="*/ 6826257 h 6858000"/>
              <a:gd name="connsiteX374" fmla="*/ 2281324 w 7467600"/>
              <a:gd name="connsiteY374" fmla="*/ 6858000 h 6858000"/>
              <a:gd name="connsiteX375" fmla="*/ 2242860 w 7467600"/>
              <a:gd name="connsiteY375" fmla="*/ 6858000 h 6858000"/>
              <a:gd name="connsiteX376" fmla="*/ 2232818 w 7467600"/>
              <a:gd name="connsiteY376" fmla="*/ 6844926 h 6858000"/>
              <a:gd name="connsiteX377" fmla="*/ 1990172 w 7467600"/>
              <a:gd name="connsiteY377" fmla="*/ 6542121 h 6858000"/>
              <a:gd name="connsiteX378" fmla="*/ 2124090 w 7467600"/>
              <a:gd name="connsiteY378" fmla="*/ 6761017 h 6858000"/>
              <a:gd name="connsiteX379" fmla="*/ 2200380 w 7467600"/>
              <a:gd name="connsiteY379" fmla="*/ 6858000 h 6858000"/>
              <a:gd name="connsiteX380" fmla="*/ 2147507 w 7467600"/>
              <a:gd name="connsiteY380" fmla="*/ 6858000 h 6858000"/>
              <a:gd name="connsiteX381" fmla="*/ 2070668 w 7467600"/>
              <a:gd name="connsiteY381" fmla="*/ 6761520 h 6858000"/>
              <a:gd name="connsiteX382" fmla="*/ 1975142 w 7467600"/>
              <a:gd name="connsiteY382" fmla="*/ 6585570 h 6858000"/>
              <a:gd name="connsiteX383" fmla="*/ 2050035 w 7467600"/>
              <a:gd name="connsiteY383" fmla="*/ 6813345 h 6858000"/>
              <a:gd name="connsiteX384" fmla="*/ 2063025 w 7467600"/>
              <a:gd name="connsiteY384" fmla="*/ 6858000 h 6858000"/>
              <a:gd name="connsiteX385" fmla="*/ 2021675 w 7467600"/>
              <a:gd name="connsiteY385" fmla="*/ 6858000 h 6858000"/>
              <a:gd name="connsiteX386" fmla="*/ 2019308 w 7467600"/>
              <a:gd name="connsiteY386" fmla="*/ 6847118 h 6858000"/>
              <a:gd name="connsiteX387" fmla="*/ 1938835 w 7467600"/>
              <a:gd name="connsiteY387" fmla="*/ 6551160 h 6858000"/>
              <a:gd name="connsiteX388" fmla="*/ 1953230 w 7467600"/>
              <a:gd name="connsiteY388" fmla="*/ 6759699 h 6858000"/>
              <a:gd name="connsiteX389" fmla="*/ 1956763 w 7467600"/>
              <a:gd name="connsiteY389" fmla="*/ 6778191 h 6858000"/>
              <a:gd name="connsiteX390" fmla="*/ 1967925 w 7467600"/>
              <a:gd name="connsiteY390" fmla="*/ 6858000 h 6858000"/>
              <a:gd name="connsiteX391" fmla="*/ 1936622 w 7467600"/>
              <a:gd name="connsiteY391" fmla="*/ 6858000 h 6858000"/>
              <a:gd name="connsiteX392" fmla="*/ 1926261 w 7467600"/>
              <a:gd name="connsiteY392" fmla="*/ 6784064 h 6858000"/>
              <a:gd name="connsiteX393" fmla="*/ 1922724 w 7467600"/>
              <a:gd name="connsiteY393" fmla="*/ 6765577 h 6858000"/>
              <a:gd name="connsiteX394" fmla="*/ 1904650 w 7467600"/>
              <a:gd name="connsiteY394" fmla="*/ 6639616 h 6858000"/>
              <a:gd name="connsiteX395" fmla="*/ 1885273 w 7467600"/>
              <a:gd name="connsiteY395" fmla="*/ 6858000 h 6858000"/>
              <a:gd name="connsiteX396" fmla="*/ 1854363 w 7467600"/>
              <a:gd name="connsiteY396" fmla="*/ 6858000 h 6858000"/>
              <a:gd name="connsiteX397" fmla="*/ 1880391 w 7467600"/>
              <a:gd name="connsiteY397" fmla="*/ 6603796 h 6858000"/>
              <a:gd name="connsiteX398" fmla="*/ 1818273 w 7467600"/>
              <a:gd name="connsiteY398" fmla="*/ 6715729 h 6858000"/>
              <a:gd name="connsiteX399" fmla="*/ 1794691 w 7467600"/>
              <a:gd name="connsiteY399" fmla="*/ 6843239 h 6858000"/>
              <a:gd name="connsiteX400" fmla="*/ 1794914 w 7467600"/>
              <a:gd name="connsiteY400" fmla="*/ 6858000 h 6858000"/>
              <a:gd name="connsiteX401" fmla="*/ 1746128 w 7467600"/>
              <a:gd name="connsiteY401" fmla="*/ 6858000 h 6858000"/>
              <a:gd name="connsiteX402" fmla="*/ 1753934 w 7467600"/>
              <a:gd name="connsiteY402" fmla="*/ 6724796 h 6858000"/>
              <a:gd name="connsiteX403" fmla="*/ 1792053 w 7467600"/>
              <a:gd name="connsiteY403" fmla="*/ 6572396 h 6858000"/>
              <a:gd name="connsiteX404" fmla="*/ 1862248 w 7467600"/>
              <a:gd name="connsiteY404" fmla="*/ 6266397 h 6858000"/>
              <a:gd name="connsiteX405" fmla="*/ 1862250 w 7467600"/>
              <a:gd name="connsiteY405" fmla="*/ 6033531 h 6858000"/>
              <a:gd name="connsiteX406" fmla="*/ 1211999 w 7467600"/>
              <a:gd name="connsiteY406" fmla="*/ 6683610 h 6858000"/>
              <a:gd name="connsiteX407" fmla="*/ 1213266 w 7467600"/>
              <a:gd name="connsiteY407" fmla="*/ 6691947 h 6858000"/>
              <a:gd name="connsiteX408" fmla="*/ 1203370 w 7467600"/>
              <a:gd name="connsiteY408" fmla="*/ 6850676 h 6858000"/>
              <a:gd name="connsiteX409" fmla="*/ 1203671 w 7467600"/>
              <a:gd name="connsiteY409" fmla="*/ 6858000 h 6858000"/>
              <a:gd name="connsiteX410" fmla="*/ 1143180 w 7467600"/>
              <a:gd name="connsiteY410" fmla="*/ 6858000 h 6858000"/>
              <a:gd name="connsiteX411" fmla="*/ 1142176 w 7467600"/>
              <a:gd name="connsiteY411" fmla="*/ 6766045 h 6858000"/>
              <a:gd name="connsiteX412" fmla="*/ 1067484 w 7467600"/>
              <a:gd name="connsiteY412" fmla="*/ 6858000 h 6858000"/>
              <a:gd name="connsiteX413" fmla="*/ 953928 w 7467600"/>
              <a:gd name="connsiteY413" fmla="*/ 6858000 h 6858000"/>
              <a:gd name="connsiteX414" fmla="*/ 959715 w 7467600"/>
              <a:gd name="connsiteY414" fmla="*/ 6850185 h 6858000"/>
              <a:gd name="connsiteX415" fmla="*/ 1483788 w 7467600"/>
              <a:gd name="connsiteY415" fmla="*/ 6259174 h 6858000"/>
              <a:gd name="connsiteX416" fmla="*/ 1100671 w 7467600"/>
              <a:gd name="connsiteY416" fmla="*/ 6252137 h 6858000"/>
              <a:gd name="connsiteX417" fmla="*/ 1090144 w 7467600"/>
              <a:gd name="connsiteY417" fmla="*/ 6256748 h 6858000"/>
              <a:gd name="connsiteX418" fmla="*/ 1095872 w 7467600"/>
              <a:gd name="connsiteY418" fmla="*/ 6271892 h 6858000"/>
              <a:gd name="connsiteX419" fmla="*/ 262785 w 7467600"/>
              <a:gd name="connsiteY419" fmla="*/ 6845450 h 6858000"/>
              <a:gd name="connsiteX420" fmla="*/ 209968 w 7467600"/>
              <a:gd name="connsiteY420" fmla="*/ 6770713 h 6858000"/>
              <a:gd name="connsiteX421" fmla="*/ 873460 w 7467600"/>
              <a:gd name="connsiteY421" fmla="*/ 6253768 h 6858000"/>
              <a:gd name="connsiteX422" fmla="*/ 192686 w 7467600"/>
              <a:gd name="connsiteY422" fmla="*/ 5849257 h 6858000"/>
              <a:gd name="connsiteX423" fmla="*/ 4696 w 7467600"/>
              <a:gd name="connsiteY423" fmla="*/ 5697668 h 6858000"/>
              <a:gd name="connsiteX424" fmla="*/ 0 w 7467600"/>
              <a:gd name="connsiteY424" fmla="*/ 5689984 h 6858000"/>
              <a:gd name="connsiteX425" fmla="*/ 0 w 7467600"/>
              <a:gd name="connsiteY425" fmla="*/ 5513472 h 6858000"/>
              <a:gd name="connsiteX426" fmla="*/ 174101 w 7467600"/>
              <a:gd name="connsiteY426" fmla="*/ 5620277 h 6858000"/>
              <a:gd name="connsiteX427" fmla="*/ 891800 w 7467600"/>
              <a:gd name="connsiteY427" fmla="*/ 6036935 h 6858000"/>
              <a:gd name="connsiteX428" fmla="*/ 1072219 w 7467600"/>
              <a:gd name="connsiteY428" fmla="*/ 6169443 h 6858000"/>
              <a:gd name="connsiteX429" fmla="*/ 1074117 w 7467600"/>
              <a:gd name="connsiteY429" fmla="*/ 6170301 h 6858000"/>
              <a:gd name="connsiteX430" fmla="*/ 1083114 w 7467600"/>
              <a:gd name="connsiteY430" fmla="*/ 6174131 h 6858000"/>
              <a:gd name="connsiteX431" fmla="*/ 1543010 w 7467600"/>
              <a:gd name="connsiteY431" fmla="*/ 6191140 h 6858000"/>
              <a:gd name="connsiteX432" fmla="*/ 1551080 w 7467600"/>
              <a:gd name="connsiteY432" fmla="*/ 6195006 h 6858000"/>
              <a:gd name="connsiteX433" fmla="*/ 2345443 w 7467600"/>
              <a:gd name="connsiteY433" fmla="*/ 5549882 h 6858000"/>
              <a:gd name="connsiteX434" fmla="*/ 1721499 w 7467600"/>
              <a:gd name="connsiteY434" fmla="*/ 5599969 h 6858000"/>
              <a:gd name="connsiteX435" fmla="*/ 767716 w 7467600"/>
              <a:gd name="connsiteY435" fmla="*/ 5472768 h 6858000"/>
              <a:gd name="connsiteX436" fmla="*/ 722147 w 7467600"/>
              <a:gd name="connsiteY436" fmla="*/ 5393091 h 6858000"/>
              <a:gd name="connsiteX437" fmla="*/ 1485552 w 7467600"/>
              <a:gd name="connsiteY437" fmla="*/ 5313202 h 6858000"/>
              <a:gd name="connsiteX438" fmla="*/ 2143004 w 7467600"/>
              <a:gd name="connsiteY438" fmla="*/ 5402420 h 6858000"/>
              <a:gd name="connsiteX439" fmla="*/ 1933391 w 7467600"/>
              <a:gd name="connsiteY439" fmla="*/ 5156971 h 6858000"/>
              <a:gd name="connsiteX440" fmla="*/ 1827118 w 7467600"/>
              <a:gd name="connsiteY440" fmla="*/ 4968410 h 6858000"/>
              <a:gd name="connsiteX441" fmla="*/ 1837349 w 7467600"/>
              <a:gd name="connsiteY441" fmla="*/ 4956357 h 6858000"/>
              <a:gd name="connsiteX442" fmla="*/ 2162835 w 7467600"/>
              <a:gd name="connsiteY442" fmla="*/ 5187853 h 6858000"/>
              <a:gd name="connsiteX443" fmla="*/ 2257167 w 7467600"/>
              <a:gd name="connsiteY443" fmla="*/ 5462123 h 6858000"/>
              <a:gd name="connsiteX444" fmla="*/ 2261598 w 7467600"/>
              <a:gd name="connsiteY444" fmla="*/ 5467998 h 6858000"/>
              <a:gd name="connsiteX445" fmla="*/ 2437177 w 7467600"/>
              <a:gd name="connsiteY445" fmla="*/ 5479608 h 6858000"/>
              <a:gd name="connsiteX446" fmla="*/ 2445247 w 7467600"/>
              <a:gd name="connsiteY446" fmla="*/ 5483476 h 6858000"/>
              <a:gd name="connsiteX447" fmla="*/ 2743626 w 7467600"/>
              <a:gd name="connsiteY447" fmla="*/ 5304819 h 6858000"/>
              <a:gd name="connsiteX448" fmla="*/ 3048102 w 7467600"/>
              <a:gd name="connsiteY448" fmla="*/ 5150595 h 6858000"/>
              <a:gd name="connsiteX449" fmla="*/ 1799414 w 7467600"/>
              <a:gd name="connsiteY449" fmla="*/ 4694732 h 6858000"/>
              <a:gd name="connsiteX450" fmla="*/ 1771735 w 7467600"/>
              <a:gd name="connsiteY450" fmla="*/ 4619929 h 6858000"/>
              <a:gd name="connsiteX451" fmla="*/ 3104273 w 7467600"/>
              <a:gd name="connsiteY451" fmla="*/ 5076159 h 6858000"/>
              <a:gd name="connsiteX452" fmla="*/ 3113245 w 7467600"/>
              <a:gd name="connsiteY452" fmla="*/ 5090705 h 6858000"/>
              <a:gd name="connsiteX453" fmla="*/ 3126294 w 7467600"/>
              <a:gd name="connsiteY453" fmla="*/ 5114400 h 6858000"/>
              <a:gd name="connsiteX454" fmla="*/ 3937433 w 7467600"/>
              <a:gd name="connsiteY454" fmla="*/ 4830473 h 6858000"/>
              <a:gd name="connsiteX455" fmla="*/ 3590475 w 7467600"/>
              <a:gd name="connsiteY455" fmla="*/ 4597974 h 6858000"/>
              <a:gd name="connsiteX456" fmla="*/ 3100264 w 7467600"/>
              <a:gd name="connsiteY456" fmla="*/ 4579845 h 6858000"/>
              <a:gd name="connsiteX457" fmla="*/ 2183576 w 7467600"/>
              <a:gd name="connsiteY457" fmla="*/ 4227150 h 6858000"/>
              <a:gd name="connsiteX458" fmla="*/ 2151029 w 7467600"/>
              <a:gd name="connsiteY458" fmla="*/ 4146947 h 6858000"/>
              <a:gd name="connsiteX459" fmla="*/ 3563434 w 7467600"/>
              <a:gd name="connsiteY459" fmla="*/ 4469115 h 6858000"/>
              <a:gd name="connsiteX460" fmla="*/ 3177952 w 7467600"/>
              <a:gd name="connsiteY460" fmla="*/ 3657386 h 6858000"/>
              <a:gd name="connsiteX461" fmla="*/ 3189263 w 7467600"/>
              <a:gd name="connsiteY461" fmla="*/ 3625726 h 6858000"/>
              <a:gd name="connsiteX462" fmla="*/ 3560912 w 7467600"/>
              <a:gd name="connsiteY462" fmla="*/ 4079863 h 6858000"/>
              <a:gd name="connsiteX463" fmla="*/ 3626636 w 7467600"/>
              <a:gd name="connsiteY463" fmla="*/ 4512230 h 6858000"/>
              <a:gd name="connsiteX464" fmla="*/ 3653088 w 7467600"/>
              <a:gd name="connsiteY464" fmla="*/ 4521417 h 6858000"/>
              <a:gd name="connsiteX465" fmla="*/ 3988128 w 7467600"/>
              <a:gd name="connsiteY465" fmla="*/ 4817267 h 6858000"/>
              <a:gd name="connsiteX466" fmla="*/ 4830582 w 7467600"/>
              <a:gd name="connsiteY466" fmla="*/ 4676000 h 6858000"/>
              <a:gd name="connsiteX467" fmla="*/ 4830100 w 7467600"/>
              <a:gd name="connsiteY467" fmla="*/ 4675554 h 6858000"/>
              <a:gd name="connsiteX468" fmla="*/ 4036318 w 7467600"/>
              <a:gd name="connsiteY468" fmla="*/ 4147013 h 6858000"/>
              <a:gd name="connsiteX469" fmla="*/ 3432098 w 7467600"/>
              <a:gd name="connsiteY469" fmla="*/ 3537312 h 6858000"/>
              <a:gd name="connsiteX470" fmla="*/ 3446761 w 7467600"/>
              <a:gd name="connsiteY470" fmla="*/ 3461278 h 6858000"/>
              <a:gd name="connsiteX471" fmla="*/ 4419733 w 7467600"/>
              <a:gd name="connsiteY471" fmla="*/ 3963555 h 6858000"/>
              <a:gd name="connsiteX472" fmla="*/ 4781371 w 7467600"/>
              <a:gd name="connsiteY472" fmla="*/ 4458604 h 6858000"/>
              <a:gd name="connsiteX473" fmla="*/ 4780440 w 7467600"/>
              <a:gd name="connsiteY473" fmla="*/ 4470290 h 6858000"/>
              <a:gd name="connsiteX474" fmla="*/ 4898954 w 7467600"/>
              <a:gd name="connsiteY474" fmla="*/ 4662092 h 6858000"/>
              <a:gd name="connsiteX475" fmla="*/ 4900699 w 7467600"/>
              <a:gd name="connsiteY475" fmla="*/ 4670867 h 6858000"/>
              <a:gd name="connsiteX476" fmla="*/ 5714511 w 7467600"/>
              <a:gd name="connsiteY476" fmla="*/ 4663483 h 6858000"/>
              <a:gd name="connsiteX477" fmla="*/ 5464793 w 7467600"/>
              <a:gd name="connsiteY477" fmla="*/ 4393556 h 6858000"/>
              <a:gd name="connsiteX478" fmla="*/ 5461897 w 7467600"/>
              <a:gd name="connsiteY478" fmla="*/ 4390879 h 6858000"/>
              <a:gd name="connsiteX479" fmla="*/ 4294126 w 7467600"/>
              <a:gd name="connsiteY479" fmla="*/ 3303048 h 6858000"/>
              <a:gd name="connsiteX480" fmla="*/ 4305321 w 7467600"/>
              <a:gd name="connsiteY480" fmla="*/ 3256953 h 6858000"/>
              <a:gd name="connsiteX481" fmla="*/ 4949299 w 7467600"/>
              <a:gd name="connsiteY481" fmla="*/ 3766336 h 6858000"/>
              <a:gd name="connsiteX482" fmla="*/ 5291452 w 7467600"/>
              <a:gd name="connsiteY482" fmla="*/ 4076801 h 6858000"/>
              <a:gd name="connsiteX483" fmla="*/ 5434998 w 7467600"/>
              <a:gd name="connsiteY483" fmla="*/ 4254100 h 6858000"/>
              <a:gd name="connsiteX484" fmla="*/ 5351015 w 7467600"/>
              <a:gd name="connsiteY484" fmla="*/ 3760989 h 6858000"/>
              <a:gd name="connsiteX485" fmla="*/ 5413780 w 7467600"/>
              <a:gd name="connsiteY485" fmla="*/ 2966265 h 6858000"/>
              <a:gd name="connsiteX486" fmla="*/ 5425627 w 7467600"/>
              <a:gd name="connsiteY486" fmla="*/ 2954192 h 6858000"/>
              <a:gd name="connsiteX487" fmla="*/ 6604735 w 7467600"/>
              <a:gd name="connsiteY487" fmla="*/ 2041381 h 6858000"/>
              <a:gd name="connsiteX488" fmla="*/ 7204487 w 7467600"/>
              <a:gd name="connsiteY488" fmla="*/ 2742112 h 6858000"/>
              <a:gd name="connsiteX489" fmla="*/ 7131592 w 7467600"/>
              <a:gd name="connsiteY489" fmla="*/ 2672096 h 6858000"/>
              <a:gd name="connsiteX490" fmla="*/ 6996344 w 7467600"/>
              <a:gd name="connsiteY490" fmla="*/ 2518310 h 6858000"/>
              <a:gd name="connsiteX491" fmla="*/ 6735495 w 7467600"/>
              <a:gd name="connsiteY491" fmla="*/ 2196890 h 6858000"/>
              <a:gd name="connsiteX492" fmla="*/ 6721901 w 7467600"/>
              <a:gd name="connsiteY492" fmla="*/ 2179274 h 6858000"/>
              <a:gd name="connsiteX493" fmla="*/ 6604735 w 7467600"/>
              <a:gd name="connsiteY493" fmla="*/ 2041381 h 6858000"/>
              <a:gd name="connsiteX494" fmla="*/ 6591670 w 7467600"/>
              <a:gd name="connsiteY494" fmla="*/ 1988277 h 6858000"/>
              <a:gd name="connsiteX495" fmla="*/ 6747349 w 7467600"/>
              <a:gd name="connsiteY495" fmla="*/ 2160069 h 6858000"/>
              <a:gd name="connsiteX496" fmla="*/ 6760943 w 7467600"/>
              <a:gd name="connsiteY496" fmla="*/ 2177686 h 6858000"/>
              <a:gd name="connsiteX497" fmla="*/ 7021065 w 7467600"/>
              <a:gd name="connsiteY497" fmla="*/ 2498102 h 6858000"/>
              <a:gd name="connsiteX498" fmla="*/ 7155223 w 7467600"/>
              <a:gd name="connsiteY498" fmla="*/ 2650386 h 6858000"/>
              <a:gd name="connsiteX499" fmla="*/ 7203167 w 7467600"/>
              <a:gd name="connsiteY499" fmla="*/ 2697288 h 6858000"/>
              <a:gd name="connsiteX500" fmla="*/ 6937703 w 7467600"/>
              <a:gd name="connsiteY500" fmla="*/ 2321981 h 6858000"/>
              <a:gd name="connsiteX501" fmla="*/ 6591670 w 7467600"/>
              <a:gd name="connsiteY501" fmla="*/ 1988277 h 6858000"/>
              <a:gd name="connsiteX502" fmla="*/ 5798671 w 7467600"/>
              <a:gd name="connsiteY502" fmla="*/ 1981601 h 6858000"/>
              <a:gd name="connsiteX503" fmla="*/ 5754709 w 7467600"/>
              <a:gd name="connsiteY503" fmla="*/ 2071454 h 6858000"/>
              <a:gd name="connsiteX504" fmla="*/ 5763044 w 7467600"/>
              <a:gd name="connsiteY504" fmla="*/ 2842206 h 6858000"/>
              <a:gd name="connsiteX505" fmla="*/ 5764974 w 7467600"/>
              <a:gd name="connsiteY505" fmla="*/ 2799609 h 6858000"/>
              <a:gd name="connsiteX506" fmla="*/ 5767665 w 7467600"/>
              <a:gd name="connsiteY506" fmla="*/ 2666409 h 6858000"/>
              <a:gd name="connsiteX507" fmla="*/ 5763055 w 7467600"/>
              <a:gd name="connsiteY507" fmla="*/ 2579705 h 6858000"/>
              <a:gd name="connsiteX508" fmla="*/ 5758079 w 7467600"/>
              <a:gd name="connsiteY508" fmla="*/ 2492508 h 6858000"/>
              <a:gd name="connsiteX509" fmla="*/ 5779325 w 7467600"/>
              <a:gd name="connsiteY509" fmla="*/ 2197069 h 6858000"/>
              <a:gd name="connsiteX510" fmla="*/ 5798671 w 7467600"/>
              <a:gd name="connsiteY510" fmla="*/ 1981601 h 6858000"/>
              <a:gd name="connsiteX511" fmla="*/ 5829202 w 7467600"/>
              <a:gd name="connsiteY511" fmla="*/ 1971679 h 6858000"/>
              <a:gd name="connsiteX512" fmla="*/ 5809558 w 7467600"/>
              <a:gd name="connsiteY512" fmla="*/ 2198043 h 6858000"/>
              <a:gd name="connsiteX513" fmla="*/ 5788653 w 7467600"/>
              <a:gd name="connsiteY513" fmla="*/ 2489430 h 6858000"/>
              <a:gd name="connsiteX514" fmla="*/ 5793439 w 7467600"/>
              <a:gd name="connsiteY514" fmla="*/ 2575235 h 6858000"/>
              <a:gd name="connsiteX515" fmla="*/ 5796837 w 7467600"/>
              <a:gd name="connsiteY515" fmla="*/ 2637633 h 6858000"/>
              <a:gd name="connsiteX516" fmla="*/ 5818614 w 7467600"/>
              <a:gd name="connsiteY516" fmla="*/ 2473055 h 6858000"/>
              <a:gd name="connsiteX517" fmla="*/ 5829202 w 7467600"/>
              <a:gd name="connsiteY517" fmla="*/ 1971679 h 6858000"/>
              <a:gd name="connsiteX518" fmla="*/ 5911389 w 7467600"/>
              <a:gd name="connsiteY518" fmla="*/ 1898371 h 6858000"/>
              <a:gd name="connsiteX519" fmla="*/ 6237627 w 7467600"/>
              <a:gd name="connsiteY519" fmla="*/ 2231921 h 6858000"/>
              <a:gd name="connsiteX520" fmla="*/ 5911389 w 7467600"/>
              <a:gd name="connsiteY520" fmla="*/ 1898371 h 6858000"/>
              <a:gd name="connsiteX521" fmla="*/ 6944437 w 7467600"/>
              <a:gd name="connsiteY521" fmla="*/ 1575402 h 6858000"/>
              <a:gd name="connsiteX522" fmla="*/ 6304730 w 7467600"/>
              <a:gd name="connsiteY522" fmla="*/ 1766654 h 6858000"/>
              <a:gd name="connsiteX523" fmla="*/ 6944437 w 7467600"/>
              <a:gd name="connsiteY523" fmla="*/ 1575402 h 6858000"/>
              <a:gd name="connsiteX524" fmla="*/ 7019523 w 7467600"/>
              <a:gd name="connsiteY524" fmla="*/ 1519450 h 6858000"/>
              <a:gd name="connsiteX525" fmla="*/ 6298091 w 7467600"/>
              <a:gd name="connsiteY525" fmla="*/ 1737122 h 6858000"/>
              <a:gd name="connsiteX526" fmla="*/ 7019523 w 7467600"/>
              <a:gd name="connsiteY526" fmla="*/ 1519450 h 6858000"/>
              <a:gd name="connsiteX527" fmla="*/ 2399523 w 7467600"/>
              <a:gd name="connsiteY527" fmla="*/ 1428234 h 6858000"/>
              <a:gd name="connsiteX528" fmla="*/ 2224982 w 7467600"/>
              <a:gd name="connsiteY528" fmla="*/ 1826201 h 6858000"/>
              <a:gd name="connsiteX529" fmla="*/ 2096099 w 7467600"/>
              <a:gd name="connsiteY529" fmla="*/ 2345900 h 6858000"/>
              <a:gd name="connsiteX530" fmla="*/ 2283317 w 7467600"/>
              <a:gd name="connsiteY530" fmla="*/ 1796925 h 6858000"/>
              <a:gd name="connsiteX531" fmla="*/ 2399523 w 7467600"/>
              <a:gd name="connsiteY531" fmla="*/ 1428234 h 6858000"/>
              <a:gd name="connsiteX532" fmla="*/ 2448558 w 7467600"/>
              <a:gd name="connsiteY532" fmla="*/ 1373435 h 6858000"/>
              <a:gd name="connsiteX533" fmla="*/ 2312521 w 7467600"/>
              <a:gd name="connsiteY533" fmla="*/ 1806140 h 6858000"/>
              <a:gd name="connsiteX534" fmla="*/ 2127533 w 7467600"/>
              <a:gd name="connsiteY534" fmla="*/ 2348380 h 6858000"/>
              <a:gd name="connsiteX535" fmla="*/ 2358080 w 7467600"/>
              <a:gd name="connsiteY535" fmla="*/ 1866134 h 6858000"/>
              <a:gd name="connsiteX536" fmla="*/ 2407436 w 7467600"/>
              <a:gd name="connsiteY536" fmla="*/ 1651070 h 6858000"/>
              <a:gd name="connsiteX537" fmla="*/ 2448558 w 7467600"/>
              <a:gd name="connsiteY537" fmla="*/ 1373435 h 6858000"/>
              <a:gd name="connsiteX538" fmla="*/ 278707 w 7467600"/>
              <a:gd name="connsiteY538" fmla="*/ 1352270 h 6858000"/>
              <a:gd name="connsiteX539" fmla="*/ 321570 w 7467600"/>
              <a:gd name="connsiteY539" fmla="*/ 1861610 h 6858000"/>
              <a:gd name="connsiteX540" fmla="*/ 294281 w 7467600"/>
              <a:gd name="connsiteY540" fmla="*/ 1440658 h 6858000"/>
              <a:gd name="connsiteX541" fmla="*/ 278707 w 7467600"/>
              <a:gd name="connsiteY541" fmla="*/ 1352270 h 6858000"/>
              <a:gd name="connsiteX542" fmla="*/ 1423821 w 7467600"/>
              <a:gd name="connsiteY542" fmla="*/ 1351958 h 6858000"/>
              <a:gd name="connsiteX543" fmla="*/ 1638521 w 7467600"/>
              <a:gd name="connsiteY543" fmla="*/ 1908470 h 6858000"/>
              <a:gd name="connsiteX544" fmla="*/ 1754199 w 7467600"/>
              <a:gd name="connsiteY544" fmla="*/ 2149284 h 6858000"/>
              <a:gd name="connsiteX545" fmla="*/ 1908359 w 7467600"/>
              <a:gd name="connsiteY545" fmla="*/ 2364988 h 6858000"/>
              <a:gd name="connsiteX546" fmla="*/ 1647661 w 7467600"/>
              <a:gd name="connsiteY546" fmla="*/ 1825945 h 6858000"/>
              <a:gd name="connsiteX547" fmla="*/ 1423821 w 7467600"/>
              <a:gd name="connsiteY547" fmla="*/ 1351958 h 6858000"/>
              <a:gd name="connsiteX548" fmla="*/ 1431890 w 7467600"/>
              <a:gd name="connsiteY548" fmla="*/ 1306475 h 6858000"/>
              <a:gd name="connsiteX549" fmla="*/ 1507597 w 7467600"/>
              <a:gd name="connsiteY549" fmla="*/ 1446132 h 6858000"/>
              <a:gd name="connsiteX550" fmla="*/ 1674586 w 7467600"/>
              <a:gd name="connsiteY550" fmla="*/ 1813832 h 6858000"/>
              <a:gd name="connsiteX551" fmla="*/ 1815950 w 7467600"/>
              <a:gd name="connsiteY551" fmla="*/ 2128564 h 6858000"/>
              <a:gd name="connsiteX552" fmla="*/ 1984242 w 7467600"/>
              <a:gd name="connsiteY552" fmla="*/ 2430829 h 6858000"/>
              <a:gd name="connsiteX553" fmla="*/ 2014023 w 7467600"/>
              <a:gd name="connsiteY553" fmla="*/ 2450995 h 6858000"/>
              <a:gd name="connsiteX554" fmla="*/ 1747337 w 7467600"/>
              <a:gd name="connsiteY554" fmla="*/ 1855264 h 6858000"/>
              <a:gd name="connsiteX555" fmla="*/ 1533749 w 7467600"/>
              <a:gd name="connsiteY555" fmla="*/ 1478656 h 6858000"/>
              <a:gd name="connsiteX556" fmla="*/ 1431890 w 7467600"/>
              <a:gd name="connsiteY556" fmla="*/ 1306475 h 6858000"/>
              <a:gd name="connsiteX557" fmla="*/ 5052692 w 7467600"/>
              <a:gd name="connsiteY557" fmla="*/ 1292994 h 6858000"/>
              <a:gd name="connsiteX558" fmla="*/ 5200661 w 7467600"/>
              <a:gd name="connsiteY558" fmla="*/ 1635186 h 6858000"/>
              <a:gd name="connsiteX559" fmla="*/ 5297138 w 7467600"/>
              <a:gd name="connsiteY559" fmla="*/ 1906351 h 6858000"/>
              <a:gd name="connsiteX560" fmla="*/ 5052692 w 7467600"/>
              <a:gd name="connsiteY560" fmla="*/ 1292994 h 6858000"/>
              <a:gd name="connsiteX561" fmla="*/ 5009948 w 7467600"/>
              <a:gd name="connsiteY561" fmla="*/ 1273619 h 6858000"/>
              <a:gd name="connsiteX562" fmla="*/ 5121777 w 7467600"/>
              <a:gd name="connsiteY562" fmla="*/ 1654213 h 6858000"/>
              <a:gd name="connsiteX563" fmla="*/ 5293545 w 7467600"/>
              <a:gd name="connsiteY563" fmla="*/ 2072247 h 6858000"/>
              <a:gd name="connsiteX564" fmla="*/ 5294042 w 7467600"/>
              <a:gd name="connsiteY564" fmla="*/ 2065019 h 6858000"/>
              <a:gd name="connsiteX565" fmla="*/ 5171936 w 7467600"/>
              <a:gd name="connsiteY565" fmla="*/ 1647613 h 6858000"/>
              <a:gd name="connsiteX566" fmla="*/ 5009948 w 7467600"/>
              <a:gd name="connsiteY566" fmla="*/ 1273619 h 6858000"/>
              <a:gd name="connsiteX567" fmla="*/ 655236 w 7467600"/>
              <a:gd name="connsiteY567" fmla="*/ 1268632 h 6858000"/>
              <a:gd name="connsiteX568" fmla="*/ 839521 w 7467600"/>
              <a:gd name="connsiteY568" fmla="*/ 1685315 h 6858000"/>
              <a:gd name="connsiteX569" fmla="*/ 1109416 w 7467600"/>
              <a:gd name="connsiteY569" fmla="*/ 2061663 h 6858000"/>
              <a:gd name="connsiteX570" fmla="*/ 1298300 w 7467600"/>
              <a:gd name="connsiteY570" fmla="*/ 2247742 h 6858000"/>
              <a:gd name="connsiteX571" fmla="*/ 1125871 w 7467600"/>
              <a:gd name="connsiteY571" fmla="*/ 1989513 h 6858000"/>
              <a:gd name="connsiteX572" fmla="*/ 981574 w 7467600"/>
              <a:gd name="connsiteY572" fmla="*/ 1783157 h 6858000"/>
              <a:gd name="connsiteX573" fmla="*/ 922198 w 7467600"/>
              <a:gd name="connsiteY573" fmla="*/ 1677437 h 6858000"/>
              <a:gd name="connsiteX574" fmla="*/ 869293 w 7467600"/>
              <a:gd name="connsiteY574" fmla="*/ 1583214 h 6858000"/>
              <a:gd name="connsiteX575" fmla="*/ 751431 w 7467600"/>
              <a:gd name="connsiteY575" fmla="*/ 1405731 h 6858000"/>
              <a:gd name="connsiteX576" fmla="*/ 655236 w 7467600"/>
              <a:gd name="connsiteY576" fmla="*/ 1268632 h 6858000"/>
              <a:gd name="connsiteX577" fmla="*/ 6516292 w 7467600"/>
              <a:gd name="connsiteY577" fmla="*/ 1263064 h 6858000"/>
              <a:gd name="connsiteX578" fmla="*/ 5736320 w 7467600"/>
              <a:gd name="connsiteY578" fmla="*/ 1501803 h 6858000"/>
              <a:gd name="connsiteX579" fmla="*/ 6516292 w 7467600"/>
              <a:gd name="connsiteY579" fmla="*/ 1263064 h 6858000"/>
              <a:gd name="connsiteX580" fmla="*/ 291466 w 7467600"/>
              <a:gd name="connsiteY580" fmla="*/ 1250369 h 6858000"/>
              <a:gd name="connsiteX581" fmla="*/ 323180 w 7467600"/>
              <a:gd name="connsiteY581" fmla="*/ 1435283 h 6858000"/>
              <a:gd name="connsiteX582" fmla="*/ 349381 w 7467600"/>
              <a:gd name="connsiteY582" fmla="*/ 1875041 h 6858000"/>
              <a:gd name="connsiteX583" fmla="*/ 374363 w 7467600"/>
              <a:gd name="connsiteY583" fmla="*/ 1506494 h 6858000"/>
              <a:gd name="connsiteX584" fmla="*/ 302168 w 7467600"/>
              <a:gd name="connsiteY584" fmla="*/ 1274495 h 6858000"/>
              <a:gd name="connsiteX585" fmla="*/ 291466 w 7467600"/>
              <a:gd name="connsiteY585" fmla="*/ 1250369 h 6858000"/>
              <a:gd name="connsiteX586" fmla="*/ 678222 w 7467600"/>
              <a:gd name="connsiteY586" fmla="*/ 1248670 h 6858000"/>
              <a:gd name="connsiteX587" fmla="*/ 775536 w 7467600"/>
              <a:gd name="connsiteY587" fmla="*/ 1388015 h 6858000"/>
              <a:gd name="connsiteX588" fmla="*/ 894529 w 7467600"/>
              <a:gd name="connsiteY588" fmla="*/ 1567739 h 6858000"/>
              <a:gd name="connsiteX589" fmla="*/ 948000 w 7467600"/>
              <a:gd name="connsiteY589" fmla="*/ 1663088 h 6858000"/>
              <a:gd name="connsiteX590" fmla="*/ 1006812 w 7467600"/>
              <a:gd name="connsiteY590" fmla="*/ 1767683 h 6858000"/>
              <a:gd name="connsiteX591" fmla="*/ 1149133 w 7467600"/>
              <a:gd name="connsiteY591" fmla="*/ 1971513 h 6858000"/>
              <a:gd name="connsiteX592" fmla="*/ 1333952 w 7467600"/>
              <a:gd name="connsiteY592" fmla="*/ 2251620 h 6858000"/>
              <a:gd name="connsiteX593" fmla="*/ 1337329 w 7467600"/>
              <a:gd name="connsiteY593" fmla="*/ 2258350 h 6858000"/>
              <a:gd name="connsiteX594" fmla="*/ 1014726 w 7467600"/>
              <a:gd name="connsiteY594" fmla="*/ 1615556 h 6858000"/>
              <a:gd name="connsiteX595" fmla="*/ 678222 w 7467600"/>
              <a:gd name="connsiteY595" fmla="*/ 1248670 h 6858000"/>
              <a:gd name="connsiteX596" fmla="*/ 6691602 w 7467600"/>
              <a:gd name="connsiteY596" fmla="*/ 1140573 h 6858000"/>
              <a:gd name="connsiteX597" fmla="*/ 6571100 w 7467600"/>
              <a:gd name="connsiteY597" fmla="*/ 1183662 h 6858000"/>
              <a:gd name="connsiteX598" fmla="*/ 6241687 w 7467600"/>
              <a:gd name="connsiteY598" fmla="*/ 1257600 h 6858000"/>
              <a:gd name="connsiteX599" fmla="*/ 5693009 w 7467600"/>
              <a:gd name="connsiteY599" fmla="*/ 1478256 h 6858000"/>
              <a:gd name="connsiteX600" fmla="*/ 6548420 w 7467600"/>
              <a:gd name="connsiteY600" fmla="*/ 1214599 h 6858000"/>
              <a:gd name="connsiteX601" fmla="*/ 6605473 w 7467600"/>
              <a:gd name="connsiteY601" fmla="*/ 1184686 h 6858000"/>
              <a:gd name="connsiteX602" fmla="*/ 6691602 w 7467600"/>
              <a:gd name="connsiteY602" fmla="*/ 1140573 h 6858000"/>
              <a:gd name="connsiteX603" fmla="*/ 4002475 w 7467600"/>
              <a:gd name="connsiteY603" fmla="*/ 1037802 h 6858000"/>
              <a:gd name="connsiteX604" fmla="*/ 4000324 w 7467600"/>
              <a:gd name="connsiteY604" fmla="*/ 1039362 h 6858000"/>
              <a:gd name="connsiteX605" fmla="*/ 4002862 w 7467600"/>
              <a:gd name="connsiteY605" fmla="*/ 1042866 h 6858000"/>
              <a:gd name="connsiteX606" fmla="*/ 4002475 w 7467600"/>
              <a:gd name="connsiteY606" fmla="*/ 1037802 h 6858000"/>
              <a:gd name="connsiteX607" fmla="*/ 506322 w 7467600"/>
              <a:gd name="connsiteY607" fmla="*/ 1020997 h 6858000"/>
              <a:gd name="connsiteX608" fmla="*/ 533068 w 7467600"/>
              <a:gd name="connsiteY608" fmla="*/ 1029409 h 6858000"/>
              <a:gd name="connsiteX609" fmla="*/ 1232525 w 7467600"/>
              <a:gd name="connsiteY609" fmla="*/ 1804675 h 6858000"/>
              <a:gd name="connsiteX610" fmla="*/ 1388858 w 7467600"/>
              <a:gd name="connsiteY610" fmla="*/ 2368011 h 6858000"/>
              <a:gd name="connsiteX611" fmla="*/ 1384098 w 7467600"/>
              <a:gd name="connsiteY611" fmla="*/ 2378125 h 6858000"/>
              <a:gd name="connsiteX612" fmla="*/ 1425393 w 7467600"/>
              <a:gd name="connsiteY612" fmla="*/ 2589124 h 6858000"/>
              <a:gd name="connsiteX613" fmla="*/ 1424001 w 7467600"/>
              <a:gd name="connsiteY613" fmla="*/ 2597541 h 6858000"/>
              <a:gd name="connsiteX614" fmla="*/ 2152729 w 7467600"/>
              <a:gd name="connsiteY614" fmla="*/ 2864487 h 6858000"/>
              <a:gd name="connsiteX615" fmla="*/ 2020609 w 7467600"/>
              <a:gd name="connsiteY615" fmla="*/ 2539671 h 6858000"/>
              <a:gd name="connsiteX616" fmla="*/ 2018920 w 7467600"/>
              <a:gd name="connsiteY616" fmla="*/ 2536309 h 6858000"/>
              <a:gd name="connsiteX617" fmla="*/ 1342441 w 7467600"/>
              <a:gd name="connsiteY617" fmla="*/ 1173017 h 6858000"/>
              <a:gd name="connsiteX618" fmla="*/ 1367925 w 7467600"/>
              <a:gd name="connsiteY618" fmla="*/ 1135648 h 6858000"/>
              <a:gd name="connsiteX619" fmla="*/ 1771401 w 7467600"/>
              <a:gd name="connsiteY619" fmla="*/ 1806673 h 6858000"/>
              <a:gd name="connsiteX620" fmla="*/ 1972385 w 7467600"/>
              <a:gd name="connsiteY620" fmla="*/ 2198735 h 6858000"/>
              <a:gd name="connsiteX621" fmla="*/ 2040892 w 7467600"/>
              <a:gd name="connsiteY621" fmla="*/ 2405205 h 6858000"/>
              <a:gd name="connsiteX622" fmla="*/ 2131689 w 7467600"/>
              <a:gd name="connsiteY622" fmla="*/ 1936926 h 6858000"/>
              <a:gd name="connsiteX623" fmla="*/ 2454820 w 7467600"/>
              <a:gd name="connsiteY623" fmla="*/ 1248808 h 6858000"/>
              <a:gd name="connsiteX624" fmla="*/ 2492512 w 7467600"/>
              <a:gd name="connsiteY624" fmla="*/ 1302920 h 6858000"/>
              <a:gd name="connsiteX625" fmla="*/ 2081216 w 7467600"/>
              <a:gd name="connsiteY625" fmla="*/ 2527513 h 6858000"/>
              <a:gd name="connsiteX626" fmla="*/ 2081211 w 7467600"/>
              <a:gd name="connsiteY626" fmla="*/ 2528916 h 6858000"/>
              <a:gd name="connsiteX627" fmla="*/ 2199067 w 7467600"/>
              <a:gd name="connsiteY627" fmla="*/ 2884061 h 6858000"/>
              <a:gd name="connsiteX628" fmla="*/ 3192586 w 7467600"/>
              <a:gd name="connsiteY628" fmla="*/ 3411496 h 6858000"/>
              <a:gd name="connsiteX629" fmla="*/ 3182620 w 7467600"/>
              <a:gd name="connsiteY629" fmla="*/ 3483279 h 6858000"/>
              <a:gd name="connsiteX630" fmla="*/ 2435119 w 7467600"/>
              <a:gd name="connsiteY630" fmla="*/ 3080173 h 6858000"/>
              <a:gd name="connsiteX631" fmla="*/ 2410152 w 7467600"/>
              <a:gd name="connsiteY631" fmla="*/ 3063751 h 6858000"/>
              <a:gd name="connsiteX632" fmla="*/ 2408099 w 7467600"/>
              <a:gd name="connsiteY632" fmla="*/ 3064403 h 6858000"/>
              <a:gd name="connsiteX633" fmla="*/ 2407218 w 7467600"/>
              <a:gd name="connsiteY633" fmla="*/ 3070324 h 6858000"/>
              <a:gd name="connsiteX634" fmla="*/ 2380138 w 7467600"/>
              <a:gd name="connsiteY634" fmla="*/ 3099341 h 6858000"/>
              <a:gd name="connsiteX635" fmla="*/ 1765923 w 7467600"/>
              <a:gd name="connsiteY635" fmla="*/ 3581043 h 6858000"/>
              <a:gd name="connsiteX636" fmla="*/ 1702258 w 7467600"/>
              <a:gd name="connsiteY636" fmla="*/ 3612286 h 6858000"/>
              <a:gd name="connsiteX637" fmla="*/ 1538370 w 7467600"/>
              <a:gd name="connsiteY637" fmla="*/ 3811804 h 6858000"/>
              <a:gd name="connsiteX638" fmla="*/ 542867 w 7467600"/>
              <a:gd name="connsiteY638" fmla="*/ 4944092 h 6858000"/>
              <a:gd name="connsiteX639" fmla="*/ 515800 w 7467600"/>
              <a:gd name="connsiteY639" fmla="*/ 4862180 h 6858000"/>
              <a:gd name="connsiteX640" fmla="*/ 909145 w 7467600"/>
              <a:gd name="connsiteY640" fmla="*/ 4199225 h 6858000"/>
              <a:gd name="connsiteX641" fmla="*/ 1214067 w 7467600"/>
              <a:gd name="connsiteY641" fmla="*/ 3908561 h 6858000"/>
              <a:gd name="connsiteX642" fmla="*/ 640967 w 7467600"/>
              <a:gd name="connsiteY642" fmla="*/ 4105601 h 6858000"/>
              <a:gd name="connsiteX643" fmla="*/ 112563 w 7467600"/>
              <a:gd name="connsiteY643" fmla="*/ 4396952 h 6858000"/>
              <a:gd name="connsiteX644" fmla="*/ 0 w 7467600"/>
              <a:gd name="connsiteY644" fmla="*/ 4466006 h 6858000"/>
              <a:gd name="connsiteX645" fmla="*/ 0 w 7467600"/>
              <a:gd name="connsiteY645" fmla="*/ 4233763 h 6858000"/>
              <a:gd name="connsiteX646" fmla="*/ 36881 w 7467600"/>
              <a:gd name="connsiteY646" fmla="*/ 4200118 h 6858000"/>
              <a:gd name="connsiteX647" fmla="*/ 910534 w 7467600"/>
              <a:gd name="connsiteY647" fmla="*/ 3629753 h 6858000"/>
              <a:gd name="connsiteX648" fmla="*/ 1578717 w 7467600"/>
              <a:gd name="connsiteY648" fmla="*/ 3575982 h 6858000"/>
              <a:gd name="connsiteX649" fmla="*/ 2338780 w 7467600"/>
              <a:gd name="connsiteY649" fmla="*/ 3033725 h 6858000"/>
              <a:gd name="connsiteX650" fmla="*/ 1807991 w 7467600"/>
              <a:gd name="connsiteY650" fmla="*/ 2807184 h 6858000"/>
              <a:gd name="connsiteX651" fmla="*/ 1416358 w 7467600"/>
              <a:gd name="connsiteY651" fmla="*/ 3112571 h 6858000"/>
              <a:gd name="connsiteX652" fmla="*/ 939066 w 7467600"/>
              <a:gd name="connsiteY652" fmla="*/ 3378798 h 6858000"/>
              <a:gd name="connsiteX653" fmla="*/ 115099 w 7467600"/>
              <a:gd name="connsiteY653" fmla="*/ 3607650 h 6858000"/>
              <a:gd name="connsiteX654" fmla="*/ 97284 w 7467600"/>
              <a:gd name="connsiteY654" fmla="*/ 3520393 h 6858000"/>
              <a:gd name="connsiteX655" fmla="*/ 922050 w 7467600"/>
              <a:gd name="connsiteY655" fmla="*/ 3074867 h 6858000"/>
              <a:gd name="connsiteX656" fmla="*/ 1405265 w 7467600"/>
              <a:gd name="connsiteY656" fmla="*/ 3016319 h 6858000"/>
              <a:gd name="connsiteX657" fmla="*/ 1407512 w 7467600"/>
              <a:gd name="connsiteY657" fmla="*/ 3018001 h 6858000"/>
              <a:gd name="connsiteX658" fmla="*/ 1726266 w 7467600"/>
              <a:gd name="connsiteY658" fmla="*/ 2777274 h 6858000"/>
              <a:gd name="connsiteX659" fmla="*/ 625390 w 7467600"/>
              <a:gd name="connsiteY659" fmla="*/ 2514541 h 6858000"/>
              <a:gd name="connsiteX660" fmla="*/ 619799 w 7467600"/>
              <a:gd name="connsiteY660" fmla="*/ 2527180 h 6858000"/>
              <a:gd name="connsiteX661" fmla="*/ 310030 w 7467600"/>
              <a:gd name="connsiteY661" fmla="*/ 2771818 h 6858000"/>
              <a:gd name="connsiteX662" fmla="*/ 173877 w 7467600"/>
              <a:gd name="connsiteY662" fmla="*/ 2937056 h 6858000"/>
              <a:gd name="connsiteX663" fmla="*/ 77889 w 7467600"/>
              <a:gd name="connsiteY663" fmla="*/ 3138440 h 6858000"/>
              <a:gd name="connsiteX664" fmla="*/ 0 w 7467600"/>
              <a:gd name="connsiteY664" fmla="*/ 3271395 h 6858000"/>
              <a:gd name="connsiteX665" fmla="*/ 0 w 7467600"/>
              <a:gd name="connsiteY665" fmla="*/ 3153002 h 6858000"/>
              <a:gd name="connsiteX666" fmla="*/ 2386 w 7467600"/>
              <a:gd name="connsiteY666" fmla="*/ 3149203 h 6858000"/>
              <a:gd name="connsiteX667" fmla="*/ 89753 w 7467600"/>
              <a:gd name="connsiteY667" fmla="*/ 2987702 h 6858000"/>
              <a:gd name="connsiteX668" fmla="*/ 76869 w 7467600"/>
              <a:gd name="connsiteY668" fmla="*/ 3005404 h 6858000"/>
              <a:gd name="connsiteX669" fmla="*/ 32049 w 7467600"/>
              <a:gd name="connsiteY669" fmla="*/ 3065814 h 6858000"/>
              <a:gd name="connsiteX670" fmla="*/ 0 w 7467600"/>
              <a:gd name="connsiteY670" fmla="*/ 3108744 h 6858000"/>
              <a:gd name="connsiteX671" fmla="*/ 0 w 7467600"/>
              <a:gd name="connsiteY671" fmla="*/ 3058059 h 6858000"/>
              <a:gd name="connsiteX672" fmla="*/ 7610 w 7467600"/>
              <a:gd name="connsiteY672" fmla="*/ 3047889 h 6858000"/>
              <a:gd name="connsiteX673" fmla="*/ 52419 w 7467600"/>
              <a:gd name="connsiteY673" fmla="*/ 2987479 h 6858000"/>
              <a:gd name="connsiteX674" fmla="*/ 59142 w 7467600"/>
              <a:gd name="connsiteY674" fmla="*/ 2978488 h 6858000"/>
              <a:gd name="connsiteX675" fmla="*/ 0 w 7467600"/>
              <a:gd name="connsiteY675" fmla="*/ 3015334 h 6858000"/>
              <a:gd name="connsiteX676" fmla="*/ 0 w 7467600"/>
              <a:gd name="connsiteY676" fmla="*/ 2914286 h 6858000"/>
              <a:gd name="connsiteX677" fmla="*/ 36383 w 7467600"/>
              <a:gd name="connsiteY677" fmla="*/ 2901128 h 6858000"/>
              <a:gd name="connsiteX678" fmla="*/ 156329 w 7467600"/>
              <a:gd name="connsiteY678" fmla="*/ 2840533 h 6858000"/>
              <a:gd name="connsiteX679" fmla="*/ 358355 w 7467600"/>
              <a:gd name="connsiteY679" fmla="*/ 2620471 h 6858000"/>
              <a:gd name="connsiteX680" fmla="*/ 510577 w 7467600"/>
              <a:gd name="connsiteY680" fmla="*/ 2501244 h 6858000"/>
              <a:gd name="connsiteX681" fmla="*/ 211967 w 7467600"/>
              <a:gd name="connsiteY681" fmla="*/ 2479171 h 6858000"/>
              <a:gd name="connsiteX682" fmla="*/ 0 w 7467600"/>
              <a:gd name="connsiteY682" fmla="*/ 2476398 h 6858000"/>
              <a:gd name="connsiteX683" fmla="*/ 0 w 7467600"/>
              <a:gd name="connsiteY683" fmla="*/ 2389189 h 6858000"/>
              <a:gd name="connsiteX684" fmla="*/ 103062 w 7467600"/>
              <a:gd name="connsiteY684" fmla="*/ 2389518 h 6858000"/>
              <a:gd name="connsiteX685" fmla="*/ 510734 w 7467600"/>
              <a:gd name="connsiteY685" fmla="*/ 2416201 h 6858000"/>
              <a:gd name="connsiteX686" fmla="*/ 279257 w 7467600"/>
              <a:gd name="connsiteY686" fmla="*/ 2092102 h 6858000"/>
              <a:gd name="connsiteX687" fmla="*/ 65265 w 7467600"/>
              <a:gd name="connsiteY687" fmla="*/ 2006049 h 6858000"/>
              <a:gd name="connsiteX688" fmla="*/ 0 w 7467600"/>
              <a:gd name="connsiteY688" fmla="*/ 1982532 h 6858000"/>
              <a:gd name="connsiteX689" fmla="*/ 0 w 7467600"/>
              <a:gd name="connsiteY689" fmla="*/ 1912789 h 6858000"/>
              <a:gd name="connsiteX690" fmla="*/ 97460 w 7467600"/>
              <a:gd name="connsiteY690" fmla="*/ 1953725 h 6858000"/>
              <a:gd name="connsiteX691" fmla="*/ 221272 w 7467600"/>
              <a:gd name="connsiteY691" fmla="*/ 1980766 h 6858000"/>
              <a:gd name="connsiteX692" fmla="*/ 116765 w 7467600"/>
              <a:gd name="connsiteY692" fmla="*/ 1911033 h 6858000"/>
              <a:gd name="connsiteX693" fmla="*/ 16405 w 7467600"/>
              <a:gd name="connsiteY693" fmla="*/ 1803412 h 6858000"/>
              <a:gd name="connsiteX694" fmla="*/ 0 w 7467600"/>
              <a:gd name="connsiteY694" fmla="*/ 1784777 h 6858000"/>
              <a:gd name="connsiteX695" fmla="*/ 0 w 7467600"/>
              <a:gd name="connsiteY695" fmla="*/ 1740082 h 6858000"/>
              <a:gd name="connsiteX696" fmla="*/ 39394 w 7467600"/>
              <a:gd name="connsiteY696" fmla="*/ 1784856 h 6858000"/>
              <a:gd name="connsiteX697" fmla="*/ 135813 w 7467600"/>
              <a:gd name="connsiteY697" fmla="*/ 1888838 h 6858000"/>
              <a:gd name="connsiteX698" fmla="*/ 242575 w 7467600"/>
              <a:gd name="connsiteY698" fmla="*/ 1958841 h 6858000"/>
              <a:gd name="connsiteX699" fmla="*/ 82197 w 7467600"/>
              <a:gd name="connsiteY699" fmla="*/ 1754826 h 6858000"/>
              <a:gd name="connsiteX700" fmla="*/ 0 w 7467600"/>
              <a:gd name="connsiteY700" fmla="*/ 1679650 h 6858000"/>
              <a:gd name="connsiteX701" fmla="*/ 0 w 7467600"/>
              <a:gd name="connsiteY701" fmla="*/ 1602463 h 6858000"/>
              <a:gd name="connsiteX702" fmla="*/ 84689 w 7467600"/>
              <a:gd name="connsiteY702" fmla="*/ 1677442 h 6858000"/>
              <a:gd name="connsiteX703" fmla="*/ 298437 w 7467600"/>
              <a:gd name="connsiteY703" fmla="*/ 1968019 h 6858000"/>
              <a:gd name="connsiteX704" fmla="*/ 227269 w 7467600"/>
              <a:gd name="connsiteY704" fmla="*/ 1114064 h 6858000"/>
              <a:gd name="connsiteX705" fmla="*/ 248003 w 7467600"/>
              <a:gd name="connsiteY705" fmla="*/ 1089613 h 6858000"/>
              <a:gd name="connsiteX706" fmla="*/ 427020 w 7467600"/>
              <a:gd name="connsiteY706" fmla="*/ 1619803 h 6858000"/>
              <a:gd name="connsiteX707" fmla="*/ 340345 w 7467600"/>
              <a:gd name="connsiteY707" fmla="*/ 2027739 h 6858000"/>
              <a:gd name="connsiteX708" fmla="*/ 360865 w 7467600"/>
              <a:gd name="connsiteY708" fmla="*/ 2044827 h 6858000"/>
              <a:gd name="connsiteX709" fmla="*/ 560414 w 7467600"/>
              <a:gd name="connsiteY709" fmla="*/ 2421457 h 6858000"/>
              <a:gd name="connsiteX710" fmla="*/ 1359703 w 7467600"/>
              <a:gd name="connsiteY710" fmla="*/ 2578554 h 6858000"/>
              <a:gd name="connsiteX711" fmla="*/ 1359422 w 7467600"/>
              <a:gd name="connsiteY711" fmla="*/ 2577994 h 6858000"/>
              <a:gd name="connsiteX712" fmla="*/ 828701 w 7467600"/>
              <a:gd name="connsiteY712" fmla="*/ 1839520 h 6858000"/>
              <a:gd name="connsiteX713" fmla="*/ 494427 w 7467600"/>
              <a:gd name="connsiteY713" fmla="*/ 1092333 h 6858000"/>
              <a:gd name="connsiteX714" fmla="*/ 506322 w 7467600"/>
              <a:gd name="connsiteY714" fmla="*/ 1020997 h 6858000"/>
              <a:gd name="connsiteX715" fmla="*/ 4570198 w 7467600"/>
              <a:gd name="connsiteY715" fmla="*/ 978081 h 6858000"/>
              <a:gd name="connsiteX716" fmla="*/ 4523691 w 7467600"/>
              <a:gd name="connsiteY716" fmla="*/ 1127776 h 6858000"/>
              <a:gd name="connsiteX717" fmla="*/ 4509875 w 7467600"/>
              <a:gd name="connsiteY717" fmla="*/ 1167552 h 6858000"/>
              <a:gd name="connsiteX718" fmla="*/ 4478168 w 7467600"/>
              <a:gd name="connsiteY718" fmla="*/ 1260735 h 6858000"/>
              <a:gd name="connsiteX719" fmla="*/ 4409309 w 7467600"/>
              <a:gd name="connsiteY719" fmla="*/ 1666996 h 6858000"/>
              <a:gd name="connsiteX720" fmla="*/ 4370031 w 7467600"/>
              <a:gd name="connsiteY720" fmla="*/ 1955666 h 6858000"/>
              <a:gd name="connsiteX721" fmla="*/ 4570198 w 7467600"/>
              <a:gd name="connsiteY721" fmla="*/ 978081 h 6858000"/>
              <a:gd name="connsiteX722" fmla="*/ 4557898 w 7467600"/>
              <a:gd name="connsiteY722" fmla="*/ 900011 h 6858000"/>
              <a:gd name="connsiteX723" fmla="*/ 4344840 w 7467600"/>
              <a:gd name="connsiteY723" fmla="*/ 1922038 h 6858000"/>
              <a:gd name="connsiteX724" fmla="*/ 4378710 w 7467600"/>
              <a:gd name="connsiteY724" fmla="*/ 1665516 h 6858000"/>
              <a:gd name="connsiteX725" fmla="*/ 4448798 w 7467600"/>
              <a:gd name="connsiteY725" fmla="*/ 1253024 h 6858000"/>
              <a:gd name="connsiteX726" fmla="*/ 4480315 w 7467600"/>
              <a:gd name="connsiteY726" fmla="*/ 1158454 h 6858000"/>
              <a:gd name="connsiteX727" fmla="*/ 4494133 w 7467600"/>
              <a:gd name="connsiteY727" fmla="*/ 1118676 h 6858000"/>
              <a:gd name="connsiteX728" fmla="*/ 4557898 w 7467600"/>
              <a:gd name="connsiteY728" fmla="*/ 900011 h 6858000"/>
              <a:gd name="connsiteX729" fmla="*/ 5870151 w 7467600"/>
              <a:gd name="connsiteY729" fmla="*/ 898890 h 6858000"/>
              <a:gd name="connsiteX730" fmla="*/ 5861335 w 7467600"/>
              <a:gd name="connsiteY730" fmla="*/ 899177 h 6858000"/>
              <a:gd name="connsiteX731" fmla="*/ 5843702 w 7467600"/>
              <a:gd name="connsiteY731" fmla="*/ 899748 h 6858000"/>
              <a:gd name="connsiteX732" fmla="*/ 5651107 w 7467600"/>
              <a:gd name="connsiteY732" fmla="*/ 920306 h 6858000"/>
              <a:gd name="connsiteX733" fmla="*/ 5459407 w 7467600"/>
              <a:gd name="connsiteY733" fmla="*/ 940975 h 6858000"/>
              <a:gd name="connsiteX734" fmla="*/ 5374846 w 7467600"/>
              <a:gd name="connsiteY734" fmla="*/ 941988 h 6858000"/>
              <a:gd name="connsiteX735" fmla="*/ 5256105 w 7467600"/>
              <a:gd name="connsiteY735" fmla="*/ 945632 h 6858000"/>
              <a:gd name="connsiteX736" fmla="*/ 5107071 w 7467600"/>
              <a:gd name="connsiteY736" fmla="*/ 969720 h 6858000"/>
              <a:gd name="connsiteX737" fmla="*/ 4998681 w 7467600"/>
              <a:gd name="connsiteY737" fmla="*/ 988771 h 6858000"/>
              <a:gd name="connsiteX738" fmla="*/ 5870151 w 7467600"/>
              <a:gd name="connsiteY738" fmla="*/ 898890 h 6858000"/>
              <a:gd name="connsiteX739" fmla="*/ 5504425 w 7467600"/>
              <a:gd name="connsiteY739" fmla="*/ 848067 h 6858000"/>
              <a:gd name="connsiteX740" fmla="*/ 4968849 w 7467600"/>
              <a:gd name="connsiteY740" fmla="*/ 962318 h 6858000"/>
              <a:gd name="connsiteX741" fmla="*/ 5104039 w 7467600"/>
              <a:gd name="connsiteY741" fmla="*/ 940634 h 6858000"/>
              <a:gd name="connsiteX742" fmla="*/ 5256311 w 7467600"/>
              <a:gd name="connsiteY742" fmla="*/ 916490 h 6858000"/>
              <a:gd name="connsiteX743" fmla="*/ 5377381 w 7467600"/>
              <a:gd name="connsiteY743" fmla="*/ 912671 h 6858000"/>
              <a:gd name="connsiteX744" fmla="*/ 5460148 w 7467600"/>
              <a:gd name="connsiteY744" fmla="*/ 911442 h 6858000"/>
              <a:gd name="connsiteX745" fmla="*/ 5648971 w 7467600"/>
              <a:gd name="connsiteY745" fmla="*/ 891331 h 6858000"/>
              <a:gd name="connsiteX746" fmla="*/ 5844807 w 7467600"/>
              <a:gd name="connsiteY746" fmla="*/ 870718 h 6858000"/>
              <a:gd name="connsiteX747" fmla="*/ 5862975 w 7467600"/>
              <a:gd name="connsiteY747" fmla="*/ 869756 h 6858000"/>
              <a:gd name="connsiteX748" fmla="*/ 5920887 w 7467600"/>
              <a:gd name="connsiteY748" fmla="*/ 865929 h 6858000"/>
              <a:gd name="connsiteX749" fmla="*/ 5504425 w 7467600"/>
              <a:gd name="connsiteY749" fmla="*/ 848067 h 6858000"/>
              <a:gd name="connsiteX750" fmla="*/ 3607114 w 7467600"/>
              <a:gd name="connsiteY750" fmla="*/ 467441 h 6858000"/>
              <a:gd name="connsiteX751" fmla="*/ 3296242 w 7467600"/>
              <a:gd name="connsiteY751" fmla="*/ 807991 h 6858000"/>
              <a:gd name="connsiteX752" fmla="*/ 3174674 w 7467600"/>
              <a:gd name="connsiteY752" fmla="*/ 919759 h 6858000"/>
              <a:gd name="connsiteX753" fmla="*/ 3042978 w 7467600"/>
              <a:gd name="connsiteY753" fmla="*/ 1054894 h 6858000"/>
              <a:gd name="connsiteX754" fmla="*/ 2968914 w 7467600"/>
              <a:gd name="connsiteY754" fmla="*/ 1133756 h 6858000"/>
              <a:gd name="connsiteX755" fmla="*/ 3103823 w 7467600"/>
              <a:gd name="connsiteY755" fmla="*/ 1026814 h 6858000"/>
              <a:gd name="connsiteX756" fmla="*/ 3607114 w 7467600"/>
              <a:gd name="connsiteY756" fmla="*/ 467441 h 6858000"/>
              <a:gd name="connsiteX757" fmla="*/ 3744487 w 7467600"/>
              <a:gd name="connsiteY757" fmla="*/ 383136 h 6858000"/>
              <a:gd name="connsiteX758" fmla="*/ 3970213 w 7467600"/>
              <a:gd name="connsiteY758" fmla="*/ 995559 h 6858000"/>
              <a:gd name="connsiteX759" fmla="*/ 3744487 w 7467600"/>
              <a:gd name="connsiteY759" fmla="*/ 383136 h 6858000"/>
              <a:gd name="connsiteX760" fmla="*/ 3624562 w 7467600"/>
              <a:gd name="connsiteY760" fmla="*/ 367041 h 6858000"/>
              <a:gd name="connsiteX761" fmla="*/ 3489712 w 7467600"/>
              <a:gd name="connsiteY761" fmla="*/ 485386 h 6858000"/>
              <a:gd name="connsiteX762" fmla="*/ 3182994 w 7467600"/>
              <a:gd name="connsiteY762" fmla="*/ 828265 h 6858000"/>
              <a:gd name="connsiteX763" fmla="*/ 2892114 w 7467600"/>
              <a:gd name="connsiteY763" fmla="*/ 1172635 h 6858000"/>
              <a:gd name="connsiteX764" fmla="*/ 3021459 w 7467600"/>
              <a:gd name="connsiteY764" fmla="*/ 1035385 h 6858000"/>
              <a:gd name="connsiteX765" fmla="*/ 3153873 w 7467600"/>
              <a:gd name="connsiteY765" fmla="*/ 898971 h 6858000"/>
              <a:gd name="connsiteX766" fmla="*/ 3276511 w 7467600"/>
              <a:gd name="connsiteY766" fmla="*/ 786423 h 6858000"/>
              <a:gd name="connsiteX767" fmla="*/ 3584154 w 7467600"/>
              <a:gd name="connsiteY767" fmla="*/ 448218 h 6858000"/>
              <a:gd name="connsiteX768" fmla="*/ 3624562 w 7467600"/>
              <a:gd name="connsiteY768" fmla="*/ 367041 h 6858000"/>
              <a:gd name="connsiteX769" fmla="*/ 3766672 w 7467600"/>
              <a:gd name="connsiteY769" fmla="*/ 359429 h 6858000"/>
              <a:gd name="connsiteX770" fmla="*/ 3996338 w 7467600"/>
              <a:gd name="connsiteY770" fmla="*/ 968237 h 6858000"/>
              <a:gd name="connsiteX771" fmla="*/ 3766672 w 7467600"/>
              <a:gd name="connsiteY771" fmla="*/ 359429 h 6858000"/>
              <a:gd name="connsiteX772" fmla="*/ 5805386 w 7467600"/>
              <a:gd name="connsiteY772" fmla="*/ 239240 h 6858000"/>
              <a:gd name="connsiteX773" fmla="*/ 5736947 w 7467600"/>
              <a:gd name="connsiteY773" fmla="*/ 261367 h 6858000"/>
              <a:gd name="connsiteX774" fmla="*/ 5427012 w 7467600"/>
              <a:gd name="connsiteY774" fmla="*/ 311272 h 6858000"/>
              <a:gd name="connsiteX775" fmla="*/ 5147818 w 7467600"/>
              <a:gd name="connsiteY775" fmla="*/ 322112 h 6858000"/>
              <a:gd name="connsiteX776" fmla="*/ 5060854 w 7467600"/>
              <a:gd name="connsiteY776" fmla="*/ 311882 h 6858000"/>
              <a:gd name="connsiteX777" fmla="*/ 4945989 w 7467600"/>
              <a:gd name="connsiteY777" fmla="*/ 300516 h 6858000"/>
              <a:gd name="connsiteX778" fmla="*/ 5410479 w 7467600"/>
              <a:gd name="connsiteY778" fmla="*/ 348434 h 6858000"/>
              <a:gd name="connsiteX779" fmla="*/ 5805386 w 7467600"/>
              <a:gd name="connsiteY779" fmla="*/ 239240 h 6858000"/>
              <a:gd name="connsiteX780" fmla="*/ 5905192 w 7467600"/>
              <a:gd name="connsiteY780" fmla="*/ 163079 h 6858000"/>
              <a:gd name="connsiteX781" fmla="*/ 5865655 w 7467600"/>
              <a:gd name="connsiteY781" fmla="*/ 171901 h 6858000"/>
              <a:gd name="connsiteX782" fmla="*/ 5259740 w 7467600"/>
              <a:gd name="connsiteY782" fmla="*/ 257013 h 6858000"/>
              <a:gd name="connsiteX783" fmla="*/ 5208466 w 7467600"/>
              <a:gd name="connsiteY783" fmla="*/ 257550 h 6858000"/>
              <a:gd name="connsiteX784" fmla="*/ 4980204 w 7467600"/>
              <a:gd name="connsiteY784" fmla="*/ 271903 h 6858000"/>
              <a:gd name="connsiteX785" fmla="*/ 5068068 w 7467600"/>
              <a:gd name="connsiteY785" fmla="*/ 282244 h 6858000"/>
              <a:gd name="connsiteX786" fmla="*/ 5153231 w 7467600"/>
              <a:gd name="connsiteY786" fmla="*/ 292240 h 6858000"/>
              <a:gd name="connsiteX787" fmla="*/ 5426491 w 7467600"/>
              <a:gd name="connsiteY787" fmla="*/ 281128 h 6858000"/>
              <a:gd name="connsiteX788" fmla="*/ 5731212 w 7467600"/>
              <a:gd name="connsiteY788" fmla="*/ 231951 h 6858000"/>
              <a:gd name="connsiteX789" fmla="*/ 5905192 w 7467600"/>
              <a:gd name="connsiteY789" fmla="*/ 163079 h 6858000"/>
              <a:gd name="connsiteX790" fmla="*/ 5944437 w 7467600"/>
              <a:gd name="connsiteY790" fmla="*/ 113829 h 6858000"/>
              <a:gd name="connsiteX791" fmla="*/ 5825032 w 7467600"/>
              <a:gd name="connsiteY791" fmla="*/ 146405 h 6858000"/>
              <a:gd name="connsiteX792" fmla="*/ 4955599 w 7467600"/>
              <a:gd name="connsiteY792" fmla="*/ 247008 h 6858000"/>
              <a:gd name="connsiteX793" fmla="*/ 5210104 w 7467600"/>
              <a:gd name="connsiteY793" fmla="*/ 228123 h 6858000"/>
              <a:gd name="connsiteX794" fmla="*/ 5261015 w 7467600"/>
              <a:gd name="connsiteY794" fmla="*/ 227087 h 6858000"/>
              <a:gd name="connsiteX795" fmla="*/ 5861181 w 7467600"/>
              <a:gd name="connsiteY795" fmla="*/ 143093 h 6858000"/>
              <a:gd name="connsiteX796" fmla="*/ 5961252 w 7467600"/>
              <a:gd name="connsiteY796" fmla="*/ 114820 h 6858000"/>
              <a:gd name="connsiteX797" fmla="*/ 5944437 w 7467600"/>
              <a:gd name="connsiteY797" fmla="*/ 113829 h 6858000"/>
              <a:gd name="connsiteX798" fmla="*/ 3882765 w 7467600"/>
              <a:gd name="connsiteY798" fmla="*/ 0 h 6858000"/>
              <a:gd name="connsiteX799" fmla="*/ 3995099 w 7467600"/>
              <a:gd name="connsiteY799" fmla="*/ 0 h 6858000"/>
              <a:gd name="connsiteX800" fmla="*/ 4163818 w 7467600"/>
              <a:gd name="connsiteY800" fmla="*/ 234104 h 6858000"/>
              <a:gd name="connsiteX801" fmla="*/ 4172099 w 7467600"/>
              <a:gd name="connsiteY801" fmla="*/ 234207 h 6858000"/>
              <a:gd name="connsiteX802" fmla="*/ 4784282 w 7467600"/>
              <a:gd name="connsiteY802" fmla="*/ 276561 h 6858000"/>
              <a:gd name="connsiteX803" fmla="*/ 4801687 w 7467600"/>
              <a:gd name="connsiteY803" fmla="*/ 267764 h 6858000"/>
              <a:gd name="connsiteX804" fmla="*/ 6082788 w 7467600"/>
              <a:gd name="connsiteY804" fmla="*/ 64119 h 6858000"/>
              <a:gd name="connsiteX805" fmla="*/ 6099442 w 7467600"/>
              <a:gd name="connsiteY805" fmla="*/ 82568 h 6858000"/>
              <a:gd name="connsiteX806" fmla="*/ 4804137 w 7467600"/>
              <a:gd name="connsiteY806" fmla="*/ 320931 h 6858000"/>
              <a:gd name="connsiteX807" fmla="*/ 4227047 w 7467600"/>
              <a:gd name="connsiteY807" fmla="*/ 313415 h 6858000"/>
              <a:gd name="connsiteX808" fmla="*/ 4346041 w 7467600"/>
              <a:gd name="connsiteY808" fmla="*/ 456086 h 6858000"/>
              <a:gd name="connsiteX809" fmla="*/ 4870967 w 7467600"/>
              <a:gd name="connsiteY809" fmla="*/ 963061 h 6858000"/>
              <a:gd name="connsiteX810" fmla="*/ 4889647 w 7467600"/>
              <a:gd name="connsiteY810" fmla="*/ 957147 h 6858000"/>
              <a:gd name="connsiteX811" fmla="*/ 5422504 w 7467600"/>
              <a:gd name="connsiteY811" fmla="*/ 805191 h 6858000"/>
              <a:gd name="connsiteX812" fmla="*/ 6087656 w 7467600"/>
              <a:gd name="connsiteY812" fmla="*/ 826703 h 6858000"/>
              <a:gd name="connsiteX813" fmla="*/ 6058717 w 7467600"/>
              <a:gd name="connsiteY813" fmla="*/ 865992 h 6858000"/>
              <a:gd name="connsiteX814" fmla="*/ 4974153 w 7467600"/>
              <a:gd name="connsiteY814" fmla="*/ 1045456 h 6858000"/>
              <a:gd name="connsiteX815" fmla="*/ 5627835 w 7467600"/>
              <a:gd name="connsiteY815" fmla="*/ 1472077 h 6858000"/>
              <a:gd name="connsiteX816" fmla="*/ 5629817 w 7467600"/>
              <a:gd name="connsiteY816" fmla="*/ 1471412 h 6858000"/>
              <a:gd name="connsiteX817" fmla="*/ 5634124 w 7467600"/>
              <a:gd name="connsiteY817" fmla="*/ 1470572 h 6858000"/>
              <a:gd name="connsiteX818" fmla="*/ 5755832 w 7467600"/>
              <a:gd name="connsiteY818" fmla="*/ 1383886 h 6858000"/>
              <a:gd name="connsiteX819" fmla="*/ 6014186 w 7467600"/>
              <a:gd name="connsiteY819" fmla="*/ 1279799 h 6858000"/>
              <a:gd name="connsiteX820" fmla="*/ 6901619 w 7467600"/>
              <a:gd name="connsiteY820" fmla="*/ 1047874 h 6858000"/>
              <a:gd name="connsiteX821" fmla="*/ 6931566 w 7467600"/>
              <a:gd name="connsiteY821" fmla="*/ 1062034 h 6858000"/>
              <a:gd name="connsiteX822" fmla="*/ 5790982 w 7467600"/>
              <a:gd name="connsiteY822" fmla="*/ 1561380 h 6858000"/>
              <a:gd name="connsiteX823" fmla="*/ 6188971 w 7467600"/>
              <a:gd name="connsiteY823" fmla="*/ 1755168 h 6858000"/>
              <a:gd name="connsiteX824" fmla="*/ 6202446 w 7467600"/>
              <a:gd name="connsiteY824" fmla="*/ 1752268 h 6858000"/>
              <a:gd name="connsiteX825" fmla="*/ 7179560 w 7467600"/>
              <a:gd name="connsiteY825" fmla="*/ 1467551 h 6858000"/>
              <a:gd name="connsiteX826" fmla="*/ 7158730 w 7467600"/>
              <a:gd name="connsiteY826" fmla="*/ 1507835 h 6858000"/>
              <a:gd name="connsiteX827" fmla="*/ 6326959 w 7467600"/>
              <a:gd name="connsiteY827" fmla="*/ 1817686 h 6858000"/>
              <a:gd name="connsiteX828" fmla="*/ 6537433 w 7467600"/>
              <a:gd name="connsiteY828" fmla="*/ 1907790 h 6858000"/>
              <a:gd name="connsiteX829" fmla="*/ 6550221 w 7467600"/>
              <a:gd name="connsiteY829" fmla="*/ 1910729 h 6858000"/>
              <a:gd name="connsiteX830" fmla="*/ 6964438 w 7467600"/>
              <a:gd name="connsiteY830" fmla="*/ 2209505 h 6858000"/>
              <a:gd name="connsiteX831" fmla="*/ 7367862 w 7467600"/>
              <a:gd name="connsiteY831" fmla="*/ 2806833 h 6858000"/>
              <a:gd name="connsiteX832" fmla="*/ 7364329 w 7467600"/>
              <a:gd name="connsiteY832" fmla="*/ 2826907 h 6858000"/>
              <a:gd name="connsiteX833" fmla="*/ 7290545 w 7467600"/>
              <a:gd name="connsiteY833" fmla="*/ 2850663 h 6858000"/>
              <a:gd name="connsiteX834" fmla="*/ 6472036 w 7467600"/>
              <a:gd name="connsiteY834" fmla="*/ 1959003 h 6858000"/>
              <a:gd name="connsiteX835" fmla="*/ 5792897 w 7467600"/>
              <a:gd name="connsiteY835" fmla="*/ 1647747 h 6858000"/>
              <a:gd name="connsiteX836" fmla="*/ 5842751 w 7467600"/>
              <a:gd name="connsiteY836" fmla="*/ 1816112 h 6858000"/>
              <a:gd name="connsiteX837" fmla="*/ 5847424 w 7467600"/>
              <a:gd name="connsiteY837" fmla="*/ 1815776 h 6858000"/>
              <a:gd name="connsiteX838" fmla="*/ 6399821 w 7467600"/>
              <a:gd name="connsiteY838" fmla="*/ 2344799 h 6858000"/>
              <a:gd name="connsiteX839" fmla="*/ 6323232 w 7467600"/>
              <a:gd name="connsiteY839" fmla="*/ 2389634 h 6858000"/>
              <a:gd name="connsiteX840" fmla="*/ 5942958 w 7467600"/>
              <a:gd name="connsiteY840" fmla="*/ 2077708 h 6858000"/>
              <a:gd name="connsiteX841" fmla="*/ 5921559 w 7467600"/>
              <a:gd name="connsiteY841" fmla="*/ 2378596 h 6858000"/>
              <a:gd name="connsiteX842" fmla="*/ 5817651 w 7467600"/>
              <a:gd name="connsiteY842" fmla="*/ 3023919 h 6858000"/>
              <a:gd name="connsiteX843" fmla="*/ 5729634 w 7467600"/>
              <a:gd name="connsiteY843" fmla="*/ 3051849 h 6858000"/>
              <a:gd name="connsiteX844" fmla="*/ 5611018 w 7467600"/>
              <a:gd name="connsiteY844" fmla="*/ 2316769 h 6858000"/>
              <a:gd name="connsiteX845" fmla="*/ 5687608 w 7467600"/>
              <a:gd name="connsiteY845" fmla="*/ 2039972 h 6858000"/>
              <a:gd name="connsiteX846" fmla="*/ 5657554 w 7467600"/>
              <a:gd name="connsiteY846" fmla="*/ 1576445 h 6858000"/>
              <a:gd name="connsiteX847" fmla="*/ 5150475 w 7467600"/>
              <a:gd name="connsiteY847" fmla="*/ 1274012 h 6858000"/>
              <a:gd name="connsiteX848" fmla="*/ 5349142 w 7467600"/>
              <a:gd name="connsiteY848" fmla="*/ 2204405 h 6858000"/>
              <a:gd name="connsiteX849" fmla="*/ 5262214 w 7467600"/>
              <a:gd name="connsiteY849" fmla="*/ 2233836 h 6858000"/>
              <a:gd name="connsiteX850" fmla="*/ 4981539 w 7467600"/>
              <a:gd name="connsiteY850" fmla="*/ 1542201 h 6858000"/>
              <a:gd name="connsiteX851" fmla="*/ 4958461 w 7467600"/>
              <a:gd name="connsiteY851" fmla="*/ 1136957 h 6858000"/>
              <a:gd name="connsiteX852" fmla="*/ 4655015 w 7467600"/>
              <a:gd name="connsiteY852" fmla="*/ 891426 h 6858000"/>
              <a:gd name="connsiteX853" fmla="*/ 4348002 w 7467600"/>
              <a:gd name="connsiteY853" fmla="*/ 2205895 h 6858000"/>
              <a:gd name="connsiteX854" fmla="*/ 4262250 w 7467600"/>
              <a:gd name="connsiteY854" fmla="*/ 2219972 h 6858000"/>
              <a:gd name="connsiteX855" fmla="*/ 4550611 w 7467600"/>
              <a:gd name="connsiteY855" fmla="*/ 817540 h 6858000"/>
              <a:gd name="connsiteX856" fmla="*/ 4564418 w 7467600"/>
              <a:gd name="connsiteY856" fmla="*/ 808293 h 6858000"/>
              <a:gd name="connsiteX857" fmla="*/ 4266388 w 7467600"/>
              <a:gd name="connsiteY857" fmla="*/ 500083 h 6858000"/>
              <a:gd name="connsiteX858" fmla="*/ 4032842 w 7467600"/>
              <a:gd name="connsiteY858" fmla="*/ 211809 h 6858000"/>
              <a:gd name="connsiteX859" fmla="*/ 3882765 w 7467600"/>
              <a:gd name="connsiteY859" fmla="*/ 0 h 6858000"/>
              <a:gd name="connsiteX860" fmla="*/ 3721337 w 7467600"/>
              <a:gd name="connsiteY860" fmla="*/ 0 h 6858000"/>
              <a:gd name="connsiteX861" fmla="*/ 3797544 w 7467600"/>
              <a:gd name="connsiteY861" fmla="*/ 0 h 6858000"/>
              <a:gd name="connsiteX862" fmla="*/ 3775734 w 7467600"/>
              <a:gd name="connsiteY862" fmla="*/ 95131 h 6858000"/>
              <a:gd name="connsiteX863" fmla="*/ 3724807 w 7467600"/>
              <a:gd name="connsiteY863" fmla="*/ 272257 h 6858000"/>
              <a:gd name="connsiteX864" fmla="*/ 3726844 w 7467600"/>
              <a:gd name="connsiteY864" fmla="*/ 282988 h 6858000"/>
              <a:gd name="connsiteX865" fmla="*/ 3742664 w 7467600"/>
              <a:gd name="connsiteY865" fmla="*/ 279918 h 6858000"/>
              <a:gd name="connsiteX866" fmla="*/ 4103910 w 7467600"/>
              <a:gd name="connsiteY866" fmla="*/ 1161917 h 6858000"/>
              <a:gd name="connsiteX867" fmla="*/ 4020269 w 7467600"/>
              <a:gd name="connsiteY867" fmla="*/ 1200406 h 6858000"/>
              <a:gd name="connsiteX868" fmla="*/ 3674882 w 7467600"/>
              <a:gd name="connsiteY868" fmla="*/ 488524 h 6858000"/>
              <a:gd name="connsiteX869" fmla="*/ 3132682 w 7467600"/>
              <a:gd name="connsiteY869" fmla="*/ 1072284 h 6858000"/>
              <a:gd name="connsiteX870" fmla="*/ 2716346 w 7467600"/>
              <a:gd name="connsiteY870" fmla="*/ 1276376 h 6858000"/>
              <a:gd name="connsiteX871" fmla="*/ 2716772 w 7467600"/>
              <a:gd name="connsiteY871" fmla="*/ 1255462 h 6858000"/>
              <a:gd name="connsiteX872" fmla="*/ 3471096 w 7467600"/>
              <a:gd name="connsiteY872" fmla="*/ 437072 h 6858000"/>
              <a:gd name="connsiteX873" fmla="*/ 3639057 w 7467600"/>
              <a:gd name="connsiteY873" fmla="*/ 286334 h 6858000"/>
              <a:gd name="connsiteX874" fmla="*/ 3640309 w 7467600"/>
              <a:gd name="connsiteY874" fmla="*/ 284664 h 6858000"/>
              <a:gd name="connsiteX875" fmla="*/ 3646022 w 7467600"/>
              <a:gd name="connsiteY875" fmla="*/ 276711 h 6858000"/>
              <a:gd name="connsiteX876" fmla="*/ 3707943 w 7467600"/>
              <a:gd name="connsiteY876" fmla="*/ 65958 h 6858000"/>
              <a:gd name="connsiteX877" fmla="*/ 3721337 w 7467600"/>
              <a:gd name="connsiteY877" fmla="*/ 0 h 6858000"/>
              <a:gd name="connsiteX878" fmla="*/ 2867960 w 7467600"/>
              <a:gd name="connsiteY878" fmla="*/ 0 h 6858000"/>
              <a:gd name="connsiteX879" fmla="*/ 2926351 w 7467600"/>
              <a:gd name="connsiteY879" fmla="*/ 0 h 6858000"/>
              <a:gd name="connsiteX880" fmla="*/ 2902823 w 7467600"/>
              <a:gd name="connsiteY880" fmla="*/ 262929 h 6858000"/>
              <a:gd name="connsiteX881" fmla="*/ 2940663 w 7467600"/>
              <a:gd name="connsiteY881" fmla="*/ 140884 h 6858000"/>
              <a:gd name="connsiteX882" fmla="*/ 2947039 w 7467600"/>
              <a:gd name="connsiteY882" fmla="*/ 122524 h 6858000"/>
              <a:gd name="connsiteX883" fmla="*/ 2984316 w 7467600"/>
              <a:gd name="connsiteY883" fmla="*/ 0 h 6858000"/>
              <a:gd name="connsiteX884" fmla="*/ 3016114 w 7467600"/>
              <a:gd name="connsiteY884" fmla="*/ 0 h 6858000"/>
              <a:gd name="connsiteX885" fmla="*/ 2979949 w 7467600"/>
              <a:gd name="connsiteY885" fmla="*/ 119274 h 6858000"/>
              <a:gd name="connsiteX886" fmla="*/ 3023879 w 7467600"/>
              <a:gd name="connsiteY886" fmla="*/ 0 h 6858000"/>
              <a:gd name="connsiteX887" fmla="*/ 3105400 w 7467600"/>
              <a:gd name="connsiteY887" fmla="*/ 0 h 6858000"/>
              <a:gd name="connsiteX888" fmla="*/ 3094669 w 7467600"/>
              <a:gd name="connsiteY888" fmla="*/ 30308 h 6858000"/>
              <a:gd name="connsiteX889" fmla="*/ 2901945 w 7467600"/>
              <a:gd name="connsiteY889" fmla="*/ 466538 h 6858000"/>
              <a:gd name="connsiteX890" fmla="*/ 2815209 w 7467600"/>
              <a:gd name="connsiteY890" fmla="*/ 497361 h 6858000"/>
              <a:gd name="connsiteX891" fmla="*/ 2844845 w 7467600"/>
              <a:gd name="connsiteY891" fmla="*/ 127638 h 6858000"/>
              <a:gd name="connsiteX892" fmla="*/ 2867960 w 7467600"/>
              <a:gd name="connsiteY892" fmla="*/ 0 h 6858000"/>
              <a:gd name="connsiteX893" fmla="*/ 1057230 w 7467600"/>
              <a:gd name="connsiteY893" fmla="*/ 0 h 6858000"/>
              <a:gd name="connsiteX894" fmla="*/ 1111003 w 7467600"/>
              <a:gd name="connsiteY894" fmla="*/ 0 h 6858000"/>
              <a:gd name="connsiteX895" fmla="*/ 1125553 w 7467600"/>
              <a:gd name="connsiteY895" fmla="*/ 52588 h 6858000"/>
              <a:gd name="connsiteX896" fmla="*/ 1304276 w 7467600"/>
              <a:gd name="connsiteY896" fmla="*/ 476275 h 6858000"/>
              <a:gd name="connsiteX897" fmla="*/ 1492066 w 7467600"/>
              <a:gd name="connsiteY897" fmla="*/ 886333 h 6858000"/>
              <a:gd name="connsiteX898" fmla="*/ 1423698 w 7467600"/>
              <a:gd name="connsiteY898" fmla="*/ 710817 h 6858000"/>
              <a:gd name="connsiteX899" fmla="*/ 1357609 w 7467600"/>
              <a:gd name="connsiteY899" fmla="*/ 532892 h 6858000"/>
              <a:gd name="connsiteX900" fmla="*/ 1309550 w 7467600"/>
              <a:gd name="connsiteY900" fmla="*/ 374031 h 6858000"/>
              <a:gd name="connsiteX901" fmla="*/ 1193673 w 7467600"/>
              <a:gd name="connsiteY901" fmla="*/ 49533 h 6858000"/>
              <a:gd name="connsiteX902" fmla="*/ 1164391 w 7467600"/>
              <a:gd name="connsiteY902" fmla="*/ 0 h 6858000"/>
              <a:gd name="connsiteX903" fmla="*/ 1200666 w 7467600"/>
              <a:gd name="connsiteY903" fmla="*/ 0 h 6858000"/>
              <a:gd name="connsiteX904" fmla="*/ 1223408 w 7467600"/>
              <a:gd name="connsiteY904" fmla="*/ 38996 h 6858000"/>
              <a:gd name="connsiteX905" fmla="*/ 1339635 w 7467600"/>
              <a:gd name="connsiteY905" fmla="*/ 365517 h 6858000"/>
              <a:gd name="connsiteX906" fmla="*/ 1387469 w 7467600"/>
              <a:gd name="connsiteY906" fmla="*/ 523079 h 6858000"/>
              <a:gd name="connsiteX907" fmla="*/ 1452685 w 7467600"/>
              <a:gd name="connsiteY907" fmla="*/ 699806 h 6858000"/>
              <a:gd name="connsiteX908" fmla="*/ 1492092 w 7467600"/>
              <a:gd name="connsiteY908" fmla="*/ 800424 h 6858000"/>
              <a:gd name="connsiteX909" fmla="*/ 1455302 w 7467600"/>
              <a:gd name="connsiteY909" fmla="*/ 632913 h 6858000"/>
              <a:gd name="connsiteX910" fmla="*/ 1222336 w 7467600"/>
              <a:gd name="connsiteY910" fmla="*/ 9480 h 6858000"/>
              <a:gd name="connsiteX911" fmla="*/ 1214634 w 7467600"/>
              <a:gd name="connsiteY911" fmla="*/ 0 h 6858000"/>
              <a:gd name="connsiteX912" fmla="*/ 1289827 w 7467600"/>
              <a:gd name="connsiteY912" fmla="*/ 0 h 6858000"/>
              <a:gd name="connsiteX913" fmla="*/ 1321076 w 7467600"/>
              <a:gd name="connsiteY913" fmla="*/ 59722 h 6858000"/>
              <a:gd name="connsiteX914" fmla="*/ 1512579 w 7467600"/>
              <a:gd name="connsiteY914" fmla="*/ 626441 h 6858000"/>
              <a:gd name="connsiteX915" fmla="*/ 1506076 w 7467600"/>
              <a:gd name="connsiteY915" fmla="*/ 1089289 h 6858000"/>
              <a:gd name="connsiteX916" fmla="*/ 1486346 w 7467600"/>
              <a:gd name="connsiteY916" fmla="*/ 1079919 h 6858000"/>
              <a:gd name="connsiteX917" fmla="*/ 1070511 w 7467600"/>
              <a:gd name="connsiteY917" fmla="*/ 48609 h 6858000"/>
              <a:gd name="connsiteX918" fmla="*/ 1057230 w 7467600"/>
              <a:gd name="connsiteY918" fmla="*/ 0 h 6858000"/>
              <a:gd name="connsiteX919" fmla="*/ 43151 w 7467600"/>
              <a:gd name="connsiteY919" fmla="*/ 0 h 6858000"/>
              <a:gd name="connsiteX920" fmla="*/ 95283 w 7467600"/>
              <a:gd name="connsiteY920" fmla="*/ 0 h 6858000"/>
              <a:gd name="connsiteX921" fmla="*/ 300708 w 7467600"/>
              <a:gd name="connsiteY921" fmla="*/ 154571 h 6858000"/>
              <a:gd name="connsiteX922" fmla="*/ 530414 w 7467600"/>
              <a:gd name="connsiteY922" fmla="*/ 354673 h 6858000"/>
              <a:gd name="connsiteX923" fmla="*/ 333785 w 7467600"/>
              <a:gd name="connsiteY923" fmla="*/ 161564 h 6858000"/>
              <a:gd name="connsiteX924" fmla="*/ 147005 w 7467600"/>
              <a:gd name="connsiteY924" fmla="*/ 0 h 6858000"/>
              <a:gd name="connsiteX925" fmla="*/ 272509 w 7467600"/>
              <a:gd name="connsiteY925" fmla="*/ 0 h 6858000"/>
              <a:gd name="connsiteX926" fmla="*/ 326276 w 7467600"/>
              <a:gd name="connsiteY926" fmla="*/ 45847 h 6858000"/>
              <a:gd name="connsiteX927" fmla="*/ 823759 w 7467600"/>
              <a:gd name="connsiteY927" fmla="*/ 574145 h 6858000"/>
              <a:gd name="connsiteX928" fmla="*/ 811254 w 7467600"/>
              <a:gd name="connsiteY928" fmla="*/ 665546 h 6858000"/>
              <a:gd name="connsiteX929" fmla="*/ 154042 w 7467600"/>
              <a:gd name="connsiteY929" fmla="*/ 261522 h 6858000"/>
              <a:gd name="connsiteX930" fmla="*/ 13550 w 7467600"/>
              <a:gd name="connsiteY930" fmla="*/ 158423 h 6858000"/>
              <a:gd name="connsiteX931" fmla="*/ 0 w 7467600"/>
              <a:gd name="connsiteY931" fmla="*/ 146618 h 6858000"/>
              <a:gd name="connsiteX932" fmla="*/ 0 w 7467600"/>
              <a:gd name="connsiteY932" fmla="*/ 59161 h 6858000"/>
              <a:gd name="connsiteX933" fmla="*/ 45427 w 7467600"/>
              <a:gd name="connsiteY933" fmla="*/ 101078 h 6858000"/>
              <a:gd name="connsiteX934" fmla="*/ 630103 w 7467600"/>
              <a:gd name="connsiteY934" fmla="*/ 485885 h 6858000"/>
              <a:gd name="connsiteX935" fmla="*/ 532040 w 7467600"/>
              <a:gd name="connsiteY935" fmla="*/ 399359 h 6858000"/>
              <a:gd name="connsiteX936" fmla="*/ 517618 w 7467600"/>
              <a:gd name="connsiteY936" fmla="*/ 385726 h 6858000"/>
              <a:gd name="connsiteX937" fmla="*/ 285074 w 7467600"/>
              <a:gd name="connsiteY937" fmla="*/ 182755 h 6858000"/>
              <a:gd name="connsiteX938" fmla="*/ 43151 w 7467600"/>
              <a:gd name="connsiteY938" fmla="*/ 0 h 6858000"/>
              <a:gd name="connsiteX0" fmla="*/ 369702 w 7369701"/>
              <a:gd name="connsiteY0" fmla="*/ 6712169 h 6858000"/>
              <a:gd name="connsiteX1" fmla="*/ 366575 w 7369701"/>
              <a:gd name="connsiteY1" fmla="*/ 6715556 h 6858000"/>
              <a:gd name="connsiteX2" fmla="*/ 371637 w 7369701"/>
              <a:gd name="connsiteY2" fmla="*/ 6713954 h 6858000"/>
              <a:gd name="connsiteX3" fmla="*/ 369702 w 7369701"/>
              <a:gd name="connsiteY3" fmla="*/ 6712169 h 6858000"/>
              <a:gd name="connsiteX4" fmla="*/ 1019354 w 7369701"/>
              <a:gd name="connsiteY4" fmla="*/ 6315006 h 6858000"/>
              <a:gd name="connsiteX5" fmla="*/ 441046 w 7369701"/>
              <a:gd name="connsiteY5" fmla="*/ 6691153 h 6858000"/>
              <a:gd name="connsiteX6" fmla="*/ 1019354 w 7369701"/>
              <a:gd name="connsiteY6" fmla="*/ 6315006 h 6858000"/>
              <a:gd name="connsiteX7" fmla="*/ 991680 w 7369701"/>
              <a:gd name="connsiteY7" fmla="*/ 6298413 h 6858000"/>
              <a:gd name="connsiteX8" fmla="*/ 409060 w 7369701"/>
              <a:gd name="connsiteY8" fmla="*/ 6671470 h 6858000"/>
              <a:gd name="connsiteX9" fmla="*/ 991680 w 7369701"/>
              <a:gd name="connsiteY9" fmla="*/ 6298413 h 6858000"/>
              <a:gd name="connsiteX10" fmla="*/ 103333 w 7369701"/>
              <a:gd name="connsiteY10" fmla="*/ 5699602 h 6858000"/>
              <a:gd name="connsiteX11" fmla="*/ 233938 w 7369701"/>
              <a:gd name="connsiteY11" fmla="*/ 5809416 h 6858000"/>
              <a:gd name="connsiteX12" fmla="*/ 883580 w 7369701"/>
              <a:gd name="connsiteY12" fmla="*/ 6180710 h 6858000"/>
              <a:gd name="connsiteX13" fmla="*/ 487337 w 7369701"/>
              <a:gd name="connsiteY13" fmla="*/ 5950182 h 6858000"/>
              <a:gd name="connsiteX14" fmla="*/ 354051 w 7369701"/>
              <a:gd name="connsiteY14" fmla="*/ 5854912 h 6858000"/>
              <a:gd name="connsiteX15" fmla="*/ 195436 w 7369701"/>
              <a:gd name="connsiteY15" fmla="*/ 5755068 h 6858000"/>
              <a:gd name="connsiteX16" fmla="*/ 103333 w 7369701"/>
              <a:gd name="connsiteY16" fmla="*/ 5699602 h 6858000"/>
              <a:gd name="connsiteX17" fmla="*/ 5539432 w 7369701"/>
              <a:gd name="connsiteY17" fmla="*/ 5642928 h 6858000"/>
              <a:gd name="connsiteX18" fmla="*/ 5555462 w 7369701"/>
              <a:gd name="connsiteY18" fmla="*/ 5694454 h 6858000"/>
              <a:gd name="connsiteX19" fmla="*/ 5828270 w 7369701"/>
              <a:gd name="connsiteY19" fmla="*/ 6320663 h 6858000"/>
              <a:gd name="connsiteX20" fmla="*/ 5947416 w 7369701"/>
              <a:gd name="connsiteY20" fmla="*/ 6574846 h 6858000"/>
              <a:gd name="connsiteX21" fmla="*/ 5539432 w 7369701"/>
              <a:gd name="connsiteY21" fmla="*/ 5642928 h 6858000"/>
              <a:gd name="connsiteX22" fmla="*/ 51253 w 7369701"/>
              <a:gd name="connsiteY22" fmla="*/ 5631825 h 6858000"/>
              <a:gd name="connsiteX23" fmla="*/ 211622 w 7369701"/>
              <a:gd name="connsiteY23" fmla="*/ 5728803 h 6858000"/>
              <a:gd name="connsiteX24" fmla="*/ 371652 w 7369701"/>
              <a:gd name="connsiteY24" fmla="*/ 5829062 h 6858000"/>
              <a:gd name="connsiteX25" fmla="*/ 505903 w 7369701"/>
              <a:gd name="connsiteY25" fmla="*/ 5925221 h 6858000"/>
              <a:gd name="connsiteX26" fmla="*/ 899240 w 7369701"/>
              <a:gd name="connsiteY26" fmla="*/ 6153068 h 6858000"/>
              <a:gd name="connsiteX27" fmla="*/ 988114 w 7369701"/>
              <a:gd name="connsiteY27" fmla="*/ 6174204 h 6858000"/>
              <a:gd name="connsiteX28" fmla="*/ 845971 w 7369701"/>
              <a:gd name="connsiteY28" fmla="*/ 6067177 h 6858000"/>
              <a:gd name="connsiteX29" fmla="*/ 448057 w 7369701"/>
              <a:gd name="connsiteY29" fmla="*/ 5841376 h 6858000"/>
              <a:gd name="connsiteX30" fmla="*/ 51253 w 7369701"/>
              <a:gd name="connsiteY30" fmla="*/ 5631825 h 6858000"/>
              <a:gd name="connsiteX31" fmla="*/ 2606687 w 7369701"/>
              <a:gd name="connsiteY31" fmla="*/ 5630718 h 6858000"/>
              <a:gd name="connsiteX32" fmla="*/ 2645658 w 7369701"/>
              <a:gd name="connsiteY32" fmla="*/ 6640259 h 6858000"/>
              <a:gd name="connsiteX33" fmla="*/ 2606687 w 7369701"/>
              <a:gd name="connsiteY33" fmla="*/ 5630718 h 6858000"/>
              <a:gd name="connsiteX34" fmla="*/ 3642057 w 7369701"/>
              <a:gd name="connsiteY34" fmla="*/ 5573487 h 6858000"/>
              <a:gd name="connsiteX35" fmla="*/ 3632981 w 7369701"/>
              <a:gd name="connsiteY35" fmla="*/ 5579437 h 6858000"/>
              <a:gd name="connsiteX36" fmla="*/ 3382436 w 7369701"/>
              <a:gd name="connsiteY36" fmla="*/ 5952726 h 6858000"/>
              <a:gd name="connsiteX37" fmla="*/ 3191929 w 7369701"/>
              <a:gd name="connsiteY37" fmla="*/ 6662669 h 6858000"/>
              <a:gd name="connsiteX38" fmla="*/ 3369898 w 7369701"/>
              <a:gd name="connsiteY38" fmla="*/ 6081771 h 6858000"/>
              <a:gd name="connsiteX39" fmla="*/ 3642057 w 7369701"/>
              <a:gd name="connsiteY39" fmla="*/ 5573487 h 6858000"/>
              <a:gd name="connsiteX40" fmla="*/ 2650666 w 7369701"/>
              <a:gd name="connsiteY40" fmla="*/ 5530686 h 6858000"/>
              <a:gd name="connsiteX41" fmla="*/ 2650249 w 7369701"/>
              <a:gd name="connsiteY41" fmla="*/ 5532101 h 6858000"/>
              <a:gd name="connsiteX42" fmla="*/ 2663808 w 7369701"/>
              <a:gd name="connsiteY42" fmla="*/ 6535215 h 6858000"/>
              <a:gd name="connsiteX43" fmla="*/ 2665418 w 7369701"/>
              <a:gd name="connsiteY43" fmla="*/ 6132756 h 6858000"/>
              <a:gd name="connsiteX44" fmla="*/ 2650666 w 7369701"/>
              <a:gd name="connsiteY44" fmla="*/ 5530686 h 6858000"/>
              <a:gd name="connsiteX45" fmla="*/ 2680277 w 7369701"/>
              <a:gd name="connsiteY45" fmla="*/ 5479204 h 6858000"/>
              <a:gd name="connsiteX46" fmla="*/ 2678972 w 7369701"/>
              <a:gd name="connsiteY46" fmla="*/ 5481582 h 6858000"/>
              <a:gd name="connsiteX47" fmla="*/ 2696666 w 7369701"/>
              <a:gd name="connsiteY47" fmla="*/ 6133836 h 6858000"/>
              <a:gd name="connsiteX48" fmla="*/ 2695769 w 7369701"/>
              <a:gd name="connsiteY48" fmla="*/ 6390955 h 6858000"/>
              <a:gd name="connsiteX49" fmla="*/ 2739893 w 7369701"/>
              <a:gd name="connsiteY49" fmla="*/ 6108357 h 6858000"/>
              <a:gd name="connsiteX50" fmla="*/ 2680277 w 7369701"/>
              <a:gd name="connsiteY50" fmla="*/ 5479204 h 6858000"/>
              <a:gd name="connsiteX51" fmla="*/ 1132195 w 7369701"/>
              <a:gd name="connsiteY51" fmla="*/ 5467980 h 6858000"/>
              <a:gd name="connsiteX52" fmla="*/ 1679056 w 7369701"/>
              <a:gd name="connsiteY52" fmla="*/ 5516907 h 6858000"/>
              <a:gd name="connsiteX53" fmla="*/ 2128648 w 7369701"/>
              <a:gd name="connsiteY53" fmla="*/ 5474249 h 6858000"/>
              <a:gd name="connsiteX54" fmla="*/ 1825619 w 7369701"/>
              <a:gd name="connsiteY54" fmla="*/ 5478447 h 6858000"/>
              <a:gd name="connsiteX55" fmla="*/ 1737798 w 7369701"/>
              <a:gd name="connsiteY55" fmla="*/ 5483353 h 6858000"/>
              <a:gd name="connsiteX56" fmla="*/ 1132195 w 7369701"/>
              <a:gd name="connsiteY56" fmla="*/ 5467980 h 6858000"/>
              <a:gd name="connsiteX57" fmla="*/ 1456157 w 7369701"/>
              <a:gd name="connsiteY57" fmla="*/ 5371404 h 6858000"/>
              <a:gd name="connsiteX58" fmla="*/ 1244432 w 7369701"/>
              <a:gd name="connsiteY58" fmla="*/ 5385601 h 6858000"/>
              <a:gd name="connsiteX59" fmla="*/ 973990 w 7369701"/>
              <a:gd name="connsiteY59" fmla="*/ 5424940 h 6858000"/>
              <a:gd name="connsiteX60" fmla="*/ 1103809 w 7369701"/>
              <a:gd name="connsiteY60" fmla="*/ 5433720 h 6858000"/>
              <a:gd name="connsiteX61" fmla="*/ 1123454 w 7369701"/>
              <a:gd name="connsiteY61" fmla="*/ 5435727 h 6858000"/>
              <a:gd name="connsiteX62" fmla="*/ 1737017 w 7369701"/>
              <a:gd name="connsiteY62" fmla="*/ 5452183 h 6858000"/>
              <a:gd name="connsiteX63" fmla="*/ 1824397 w 7369701"/>
              <a:gd name="connsiteY63" fmla="*/ 5447757 h 6858000"/>
              <a:gd name="connsiteX64" fmla="*/ 2070059 w 7369701"/>
              <a:gd name="connsiteY64" fmla="*/ 5441660 h 6858000"/>
              <a:gd name="connsiteX65" fmla="*/ 1456157 w 7369701"/>
              <a:gd name="connsiteY65" fmla="*/ 5371404 h 6858000"/>
              <a:gd name="connsiteX66" fmla="*/ 4988186 w 7369701"/>
              <a:gd name="connsiteY66" fmla="*/ 5216467 h 6858000"/>
              <a:gd name="connsiteX67" fmla="*/ 4777334 w 7369701"/>
              <a:gd name="connsiteY67" fmla="*/ 5406072 h 6858000"/>
              <a:gd name="connsiteX68" fmla="*/ 4718341 w 7369701"/>
              <a:gd name="connsiteY68" fmla="*/ 5468043 h 6858000"/>
              <a:gd name="connsiteX69" fmla="*/ 4604655 w 7369701"/>
              <a:gd name="connsiteY69" fmla="*/ 5583434 h 6858000"/>
              <a:gd name="connsiteX70" fmla="*/ 4565074 w 7369701"/>
              <a:gd name="connsiteY70" fmla="*/ 5618550 h 6858000"/>
              <a:gd name="connsiteX71" fmla="*/ 4988186 w 7369701"/>
              <a:gd name="connsiteY71" fmla="*/ 5216467 h 6858000"/>
              <a:gd name="connsiteX72" fmla="*/ 4978032 w 7369701"/>
              <a:gd name="connsiteY72" fmla="*/ 5183809 h 6858000"/>
              <a:gd name="connsiteX73" fmla="*/ 4463413 w 7369701"/>
              <a:gd name="connsiteY73" fmla="*/ 5615162 h 6858000"/>
              <a:gd name="connsiteX74" fmla="*/ 4358134 w 7369701"/>
              <a:gd name="connsiteY74" fmla="*/ 5742791 h 6858000"/>
              <a:gd name="connsiteX75" fmla="*/ 4376219 w 7369701"/>
              <a:gd name="connsiteY75" fmla="*/ 5729027 h 6858000"/>
              <a:gd name="connsiteX76" fmla="*/ 4582340 w 7369701"/>
              <a:gd name="connsiteY76" fmla="*/ 5561037 h 6858000"/>
              <a:gd name="connsiteX77" fmla="*/ 4694684 w 7369701"/>
              <a:gd name="connsiteY77" fmla="*/ 5447098 h 6858000"/>
              <a:gd name="connsiteX78" fmla="*/ 4754123 w 7369701"/>
              <a:gd name="connsiteY78" fmla="*/ 5384643 h 6858000"/>
              <a:gd name="connsiteX79" fmla="*/ 4978032 w 7369701"/>
              <a:gd name="connsiteY79" fmla="*/ 5183809 h 6858000"/>
              <a:gd name="connsiteX80" fmla="*/ 1903353 w 7369701"/>
              <a:gd name="connsiteY80" fmla="*/ 5044827 h 6858000"/>
              <a:gd name="connsiteX81" fmla="*/ 1936931 w 7369701"/>
              <a:gd name="connsiteY81" fmla="*/ 5093954 h 6858000"/>
              <a:gd name="connsiteX82" fmla="*/ 2195868 w 7369701"/>
              <a:gd name="connsiteY82" fmla="*/ 5396574 h 6858000"/>
              <a:gd name="connsiteX83" fmla="*/ 2088852 w 7369701"/>
              <a:gd name="connsiteY83" fmla="*/ 5166123 h 6858000"/>
              <a:gd name="connsiteX84" fmla="*/ 1958241 w 7369701"/>
              <a:gd name="connsiteY84" fmla="*/ 5067955 h 6858000"/>
              <a:gd name="connsiteX85" fmla="*/ 1903353 w 7369701"/>
              <a:gd name="connsiteY85" fmla="*/ 5044827 h 6858000"/>
              <a:gd name="connsiteX86" fmla="*/ 1979378 w 7369701"/>
              <a:gd name="connsiteY86" fmla="*/ 4769504 h 6858000"/>
              <a:gd name="connsiteX87" fmla="*/ 2882120 w 7369701"/>
              <a:gd name="connsiteY87" fmla="*/ 5064547 h 6858000"/>
              <a:gd name="connsiteX88" fmla="*/ 2793103 w 7369701"/>
              <a:gd name="connsiteY88" fmla="*/ 5039699 h 6858000"/>
              <a:gd name="connsiteX89" fmla="*/ 2770041 w 7369701"/>
              <a:gd name="connsiteY89" fmla="*/ 5033634 h 6858000"/>
              <a:gd name="connsiteX90" fmla="*/ 1979378 w 7369701"/>
              <a:gd name="connsiteY90" fmla="*/ 4769504 h 6858000"/>
              <a:gd name="connsiteX91" fmla="*/ 1927410 w 7369701"/>
              <a:gd name="connsiteY91" fmla="*/ 4716164 h 6858000"/>
              <a:gd name="connsiteX92" fmla="*/ 1959587 w 7369701"/>
              <a:gd name="connsiteY92" fmla="*/ 4728849 h 6858000"/>
              <a:gd name="connsiteX93" fmla="*/ 2777707 w 7369701"/>
              <a:gd name="connsiteY93" fmla="*/ 5003991 h 6858000"/>
              <a:gd name="connsiteX94" fmla="*/ 2800768 w 7369701"/>
              <a:gd name="connsiteY94" fmla="*/ 5010056 h 6858000"/>
              <a:gd name="connsiteX95" fmla="*/ 2879408 w 7369701"/>
              <a:gd name="connsiteY95" fmla="*/ 5031590 h 6858000"/>
              <a:gd name="connsiteX96" fmla="*/ 2862295 w 7369701"/>
              <a:gd name="connsiteY96" fmla="*/ 5022958 h 6858000"/>
              <a:gd name="connsiteX97" fmla="*/ 2813343 w 7369701"/>
              <a:gd name="connsiteY97" fmla="*/ 4998369 h 6858000"/>
              <a:gd name="connsiteX98" fmla="*/ 2646245 w 7369701"/>
              <a:gd name="connsiteY98" fmla="*/ 4930999 h 6858000"/>
              <a:gd name="connsiteX99" fmla="*/ 1999243 w 7369701"/>
              <a:gd name="connsiteY99" fmla="*/ 4730524 h 6858000"/>
              <a:gd name="connsiteX100" fmla="*/ 1979527 w 7369701"/>
              <a:gd name="connsiteY100" fmla="*/ 4726651 h 6858000"/>
              <a:gd name="connsiteX101" fmla="*/ 1927410 w 7369701"/>
              <a:gd name="connsiteY101" fmla="*/ 4716164 h 6858000"/>
              <a:gd name="connsiteX102" fmla="*/ 1997014 w 7369701"/>
              <a:gd name="connsiteY102" fmla="*/ 4698007 h 6858000"/>
              <a:gd name="connsiteX103" fmla="*/ 2005458 w 7369701"/>
              <a:gd name="connsiteY103" fmla="*/ 4699540 h 6858000"/>
              <a:gd name="connsiteX104" fmla="*/ 2657186 w 7369701"/>
              <a:gd name="connsiteY104" fmla="*/ 4901687 h 6858000"/>
              <a:gd name="connsiteX105" fmla="*/ 2826662 w 7369701"/>
              <a:gd name="connsiteY105" fmla="*/ 4970362 h 6858000"/>
              <a:gd name="connsiteX106" fmla="*/ 2876100 w 7369701"/>
              <a:gd name="connsiteY106" fmla="*/ 4995397 h 6858000"/>
              <a:gd name="connsiteX107" fmla="*/ 3042600 w 7369701"/>
              <a:gd name="connsiteY107" fmla="*/ 5059532 h 6858000"/>
              <a:gd name="connsiteX108" fmla="*/ 1997014 w 7369701"/>
              <a:gd name="connsiteY108" fmla="*/ 4698007 h 6858000"/>
              <a:gd name="connsiteX109" fmla="*/ 2305292 w 7369701"/>
              <a:gd name="connsiteY109" fmla="*/ 4219492 h 6858000"/>
              <a:gd name="connsiteX110" fmla="*/ 3360922 w 7369701"/>
              <a:gd name="connsiteY110" fmla="*/ 4529373 h 6858000"/>
              <a:gd name="connsiteX111" fmla="*/ 3492420 w 7369701"/>
              <a:gd name="connsiteY111" fmla="*/ 4510145 h 6858000"/>
              <a:gd name="connsiteX112" fmla="*/ 3364086 w 7369701"/>
              <a:gd name="connsiteY112" fmla="*/ 4480340 h 6858000"/>
              <a:gd name="connsiteX113" fmla="*/ 3225818 w 7369701"/>
              <a:gd name="connsiteY113" fmla="*/ 4411822 h 6858000"/>
              <a:gd name="connsiteX114" fmla="*/ 3129696 w 7369701"/>
              <a:gd name="connsiteY114" fmla="*/ 4360704 h 6858000"/>
              <a:gd name="connsiteX115" fmla="*/ 2814545 w 7369701"/>
              <a:gd name="connsiteY115" fmla="*/ 4282955 h 6858000"/>
              <a:gd name="connsiteX116" fmla="*/ 2305292 w 7369701"/>
              <a:gd name="connsiteY116" fmla="*/ 4219492 h 6858000"/>
              <a:gd name="connsiteX117" fmla="*/ 2626982 w 7369701"/>
              <a:gd name="connsiteY117" fmla="*/ 4206450 h 6858000"/>
              <a:gd name="connsiteX118" fmla="*/ 2490617 w 7369701"/>
              <a:gd name="connsiteY118" fmla="*/ 4206951 h 6858000"/>
              <a:gd name="connsiteX119" fmla="*/ 2819869 w 7369701"/>
              <a:gd name="connsiteY119" fmla="*/ 4252936 h 6858000"/>
              <a:gd name="connsiteX120" fmla="*/ 3143018 w 7369701"/>
              <a:gd name="connsiteY120" fmla="*/ 4332698 h 6858000"/>
              <a:gd name="connsiteX121" fmla="*/ 3241520 w 7369701"/>
              <a:gd name="connsiteY121" fmla="*/ 4385112 h 6858000"/>
              <a:gd name="connsiteX122" fmla="*/ 3374575 w 7369701"/>
              <a:gd name="connsiteY122" fmla="*/ 4451517 h 6858000"/>
              <a:gd name="connsiteX123" fmla="*/ 3505221 w 7369701"/>
              <a:gd name="connsiteY123" fmla="*/ 4480757 h 6858000"/>
              <a:gd name="connsiteX124" fmla="*/ 2626982 w 7369701"/>
              <a:gd name="connsiteY124" fmla="*/ 4206450 h 6858000"/>
              <a:gd name="connsiteX125" fmla="*/ 1310106 w 7369701"/>
              <a:gd name="connsiteY125" fmla="*/ 3943217 h 6858000"/>
              <a:gd name="connsiteX126" fmla="*/ 854994 w 7369701"/>
              <a:gd name="connsiteY126" fmla="*/ 4399136 h 6858000"/>
              <a:gd name="connsiteX127" fmla="*/ 742462 w 7369701"/>
              <a:gd name="connsiteY127" fmla="*/ 4594648 h 6858000"/>
              <a:gd name="connsiteX128" fmla="*/ 820602 w 7369701"/>
              <a:gd name="connsiteY128" fmla="*/ 4485915 h 6858000"/>
              <a:gd name="connsiteX129" fmla="*/ 878295 w 7369701"/>
              <a:gd name="connsiteY129" fmla="*/ 4403594 h 6858000"/>
              <a:gd name="connsiteX130" fmla="*/ 1240607 w 7369701"/>
              <a:gd name="connsiteY130" fmla="*/ 4010401 h 6858000"/>
              <a:gd name="connsiteX131" fmla="*/ 1310106 w 7369701"/>
              <a:gd name="connsiteY131" fmla="*/ 3943217 h 6858000"/>
              <a:gd name="connsiteX132" fmla="*/ 1423113 w 7369701"/>
              <a:gd name="connsiteY132" fmla="*/ 3874565 h 6858000"/>
              <a:gd name="connsiteX133" fmla="*/ 1260565 w 7369701"/>
              <a:gd name="connsiteY133" fmla="*/ 4031982 h 6858000"/>
              <a:gd name="connsiteX134" fmla="*/ 901900 w 7369701"/>
              <a:gd name="connsiteY134" fmla="*/ 4421236 h 6858000"/>
              <a:gd name="connsiteX135" fmla="*/ 845044 w 7369701"/>
              <a:gd name="connsiteY135" fmla="*/ 4502436 h 6858000"/>
              <a:gd name="connsiteX136" fmla="*/ 685926 w 7369701"/>
              <a:gd name="connsiteY136" fmla="*/ 4703069 h 6858000"/>
              <a:gd name="connsiteX137" fmla="*/ 684248 w 7369701"/>
              <a:gd name="connsiteY137" fmla="*/ 4706721 h 6858000"/>
              <a:gd name="connsiteX138" fmla="*/ 1423113 w 7369701"/>
              <a:gd name="connsiteY138" fmla="*/ 3874565 h 6858000"/>
              <a:gd name="connsiteX139" fmla="*/ 3316479 w 7369701"/>
              <a:gd name="connsiteY139" fmla="*/ 3872136 h 6858000"/>
              <a:gd name="connsiteX140" fmla="*/ 3546806 w 7369701"/>
              <a:gd name="connsiteY140" fmla="*/ 4356139 h 6858000"/>
              <a:gd name="connsiteX141" fmla="*/ 3364433 w 7369701"/>
              <a:gd name="connsiteY141" fmla="*/ 3953121 h 6858000"/>
              <a:gd name="connsiteX142" fmla="*/ 3316479 w 7369701"/>
              <a:gd name="connsiteY142" fmla="*/ 3872136 h 6858000"/>
              <a:gd name="connsiteX143" fmla="*/ 3291335 w 7369701"/>
              <a:gd name="connsiteY143" fmla="*/ 3767420 h 6858000"/>
              <a:gd name="connsiteX144" fmla="*/ 3390805 w 7369701"/>
              <a:gd name="connsiteY144" fmla="*/ 3937163 h 6858000"/>
              <a:gd name="connsiteX145" fmla="*/ 3579062 w 7369701"/>
              <a:gd name="connsiteY145" fmla="*/ 4359040 h 6858000"/>
              <a:gd name="connsiteX146" fmla="*/ 3467355 w 7369701"/>
              <a:gd name="connsiteY146" fmla="*/ 3988130 h 6858000"/>
              <a:gd name="connsiteX147" fmla="*/ 3310753 w 7369701"/>
              <a:gd name="connsiteY147" fmla="*/ 3787140 h 6858000"/>
              <a:gd name="connsiteX148" fmla="*/ 3291335 w 7369701"/>
              <a:gd name="connsiteY148" fmla="*/ 3767420 h 6858000"/>
              <a:gd name="connsiteX149" fmla="*/ 1635889 w 7369701"/>
              <a:gd name="connsiteY149" fmla="*/ 3709494 h 6858000"/>
              <a:gd name="connsiteX150" fmla="*/ 1634800 w 7369701"/>
              <a:gd name="connsiteY150" fmla="*/ 3731111 h 6858000"/>
              <a:gd name="connsiteX151" fmla="*/ 1635889 w 7369701"/>
              <a:gd name="connsiteY151" fmla="*/ 3709494 h 6858000"/>
              <a:gd name="connsiteX152" fmla="*/ 1510397 w 7369701"/>
              <a:gd name="connsiteY152" fmla="*/ 3684705 h 6858000"/>
              <a:gd name="connsiteX153" fmla="*/ 1146550 w 7369701"/>
              <a:gd name="connsiteY153" fmla="*/ 3802012 h 6858000"/>
              <a:gd name="connsiteX154" fmla="*/ 698834 w 7369701"/>
              <a:gd name="connsiteY154" fmla="*/ 3952272 h 6858000"/>
              <a:gd name="connsiteX155" fmla="*/ 34256 w 7369701"/>
              <a:gd name="connsiteY155" fmla="*/ 4347603 h 6858000"/>
              <a:gd name="connsiteX156" fmla="*/ 527241 w 7369701"/>
              <a:gd name="connsiteY156" fmla="*/ 4065078 h 6858000"/>
              <a:gd name="connsiteX157" fmla="*/ 1510397 w 7369701"/>
              <a:gd name="connsiteY157" fmla="*/ 3684705 h 6858000"/>
              <a:gd name="connsiteX158" fmla="*/ 1313114 w 7369701"/>
              <a:gd name="connsiteY158" fmla="*/ 3655216 h 6858000"/>
              <a:gd name="connsiteX159" fmla="*/ 1109304 w 7369701"/>
              <a:gd name="connsiteY159" fmla="*/ 3669030 h 6858000"/>
              <a:gd name="connsiteX160" fmla="*/ 8129 w 7369701"/>
              <a:gd name="connsiteY160" fmla="*/ 4330519 h 6858000"/>
              <a:gd name="connsiteX161" fmla="*/ 687572 w 7369701"/>
              <a:gd name="connsiteY161" fmla="*/ 3925629 h 6858000"/>
              <a:gd name="connsiteX162" fmla="*/ 1138365 w 7369701"/>
              <a:gd name="connsiteY162" fmla="*/ 3774515 h 6858000"/>
              <a:gd name="connsiteX163" fmla="*/ 1505579 w 7369701"/>
              <a:gd name="connsiteY163" fmla="*/ 3655526 h 6858000"/>
              <a:gd name="connsiteX164" fmla="*/ 1313114 w 7369701"/>
              <a:gd name="connsiteY164" fmla="*/ 3655216 h 6858000"/>
              <a:gd name="connsiteX165" fmla="*/ 3655073 w 7369701"/>
              <a:gd name="connsiteY165" fmla="*/ 3650884 h 6858000"/>
              <a:gd name="connsiteX166" fmla="*/ 3989938 w 7369701"/>
              <a:gd name="connsiteY166" fmla="*/ 3991685 h 6858000"/>
              <a:gd name="connsiteX167" fmla="*/ 4393907 w 7369701"/>
              <a:gd name="connsiteY167" fmla="*/ 4261258 h 6858000"/>
              <a:gd name="connsiteX168" fmla="*/ 4648051 w 7369701"/>
              <a:gd name="connsiteY168" fmla="*/ 4374051 h 6858000"/>
              <a:gd name="connsiteX169" fmla="*/ 4383389 w 7369701"/>
              <a:gd name="connsiteY169" fmla="*/ 4184369 h 6858000"/>
              <a:gd name="connsiteX170" fmla="*/ 4165508 w 7369701"/>
              <a:gd name="connsiteY170" fmla="*/ 4035196 h 6858000"/>
              <a:gd name="connsiteX171" fmla="*/ 4068162 w 7369701"/>
              <a:gd name="connsiteY171" fmla="*/ 3953394 h 6858000"/>
              <a:gd name="connsiteX172" fmla="*/ 3981416 w 7369701"/>
              <a:gd name="connsiteY172" fmla="*/ 3880482 h 6858000"/>
              <a:gd name="connsiteX173" fmla="*/ 3800147 w 7369701"/>
              <a:gd name="connsiteY173" fmla="*/ 3749872 h 6858000"/>
              <a:gd name="connsiteX174" fmla="*/ 3655073 w 7369701"/>
              <a:gd name="connsiteY174" fmla="*/ 3650884 h 6858000"/>
              <a:gd name="connsiteX175" fmla="*/ 3670252 w 7369701"/>
              <a:gd name="connsiteY175" fmla="*/ 3622798 h 6858000"/>
              <a:gd name="connsiteX176" fmla="*/ 3817258 w 7369701"/>
              <a:gd name="connsiteY176" fmla="*/ 3723577 h 6858000"/>
              <a:gd name="connsiteX177" fmla="*/ 4000461 w 7369701"/>
              <a:gd name="connsiteY177" fmla="*/ 3855966 h 6858000"/>
              <a:gd name="connsiteX178" fmla="*/ 4088180 w 7369701"/>
              <a:gd name="connsiteY178" fmla="*/ 3929774 h 6858000"/>
              <a:gd name="connsiteX179" fmla="*/ 4184555 w 7369701"/>
              <a:gd name="connsiteY179" fmla="*/ 4010683 h 6858000"/>
              <a:gd name="connsiteX180" fmla="*/ 4399563 w 7369701"/>
              <a:gd name="connsiteY180" fmla="*/ 4158106 h 6858000"/>
              <a:gd name="connsiteX181" fmla="*/ 4684469 w 7369701"/>
              <a:gd name="connsiteY181" fmla="*/ 4364680 h 6858000"/>
              <a:gd name="connsiteX182" fmla="*/ 4690271 w 7369701"/>
              <a:gd name="connsiteY182" fmla="*/ 4370034 h 6858000"/>
              <a:gd name="connsiteX183" fmla="*/ 4136093 w 7369701"/>
              <a:gd name="connsiteY183" fmla="*/ 3858466 h 6858000"/>
              <a:gd name="connsiteX184" fmla="*/ 3670252 w 7369701"/>
              <a:gd name="connsiteY184" fmla="*/ 3622798 h 6858000"/>
              <a:gd name="connsiteX185" fmla="*/ 4440129 w 7369701"/>
              <a:gd name="connsiteY185" fmla="*/ 3448571 h 6858000"/>
              <a:gd name="connsiteX186" fmla="*/ 4856525 w 7369701"/>
              <a:gd name="connsiteY186" fmla="*/ 3915351 h 6858000"/>
              <a:gd name="connsiteX187" fmla="*/ 5059055 w 7369701"/>
              <a:gd name="connsiteY187" fmla="*/ 4108918 h 6858000"/>
              <a:gd name="connsiteX188" fmla="*/ 5290070 w 7369701"/>
              <a:gd name="connsiteY188" fmla="*/ 4263619 h 6858000"/>
              <a:gd name="connsiteX189" fmla="*/ 4834991 w 7369701"/>
              <a:gd name="connsiteY189" fmla="*/ 3830985 h 6858000"/>
              <a:gd name="connsiteX190" fmla="*/ 4440129 w 7369701"/>
              <a:gd name="connsiteY190" fmla="*/ 3448571 h 6858000"/>
              <a:gd name="connsiteX191" fmla="*/ 4441737 w 7369701"/>
              <a:gd name="connsiteY191" fmla="*/ 3399734 h 6858000"/>
              <a:gd name="connsiteX192" fmla="*/ 4431236 w 7369701"/>
              <a:gd name="connsiteY192" fmla="*/ 3400954 h 6858000"/>
              <a:gd name="connsiteX193" fmla="*/ 4557150 w 7369701"/>
              <a:gd name="connsiteY193" fmla="*/ 3510023 h 6858000"/>
              <a:gd name="connsiteX194" fmla="*/ 4856936 w 7369701"/>
              <a:gd name="connsiteY194" fmla="*/ 3809146 h 6858000"/>
              <a:gd name="connsiteX195" fmla="*/ 5111996 w 7369701"/>
              <a:gd name="connsiteY195" fmla="*/ 4065759 h 6858000"/>
              <a:gd name="connsiteX196" fmla="*/ 5388878 w 7369701"/>
              <a:gd name="connsiteY196" fmla="*/ 4300185 h 6858000"/>
              <a:gd name="connsiteX197" fmla="*/ 5425556 w 7369701"/>
              <a:gd name="connsiteY197" fmla="*/ 4308967 h 6858000"/>
              <a:gd name="connsiteX198" fmla="*/ 4943646 w 7369701"/>
              <a:gd name="connsiteY198" fmla="*/ 3822916 h 6858000"/>
              <a:gd name="connsiteX199" fmla="*/ 4594837 w 7369701"/>
              <a:gd name="connsiteY199" fmla="*/ 3532274 h 6858000"/>
              <a:gd name="connsiteX200" fmla="*/ 4441737 w 7369701"/>
              <a:gd name="connsiteY200" fmla="*/ 3399734 h 6858000"/>
              <a:gd name="connsiteX201" fmla="*/ 5425834 w 7369701"/>
              <a:gd name="connsiteY201" fmla="*/ 3162785 h 6858000"/>
              <a:gd name="connsiteX202" fmla="*/ 5401644 w 7369701"/>
              <a:gd name="connsiteY202" fmla="*/ 3617847 h 6858000"/>
              <a:gd name="connsiteX203" fmla="*/ 5467256 w 7369701"/>
              <a:gd name="connsiteY203" fmla="*/ 4175494 h 6858000"/>
              <a:gd name="connsiteX204" fmla="*/ 5448069 w 7369701"/>
              <a:gd name="connsiteY204" fmla="*/ 3567554 h 6858000"/>
              <a:gd name="connsiteX205" fmla="*/ 5425834 w 7369701"/>
              <a:gd name="connsiteY205" fmla="*/ 3162785 h 6858000"/>
              <a:gd name="connsiteX206" fmla="*/ 1318687 w 7369701"/>
              <a:gd name="connsiteY206" fmla="*/ 3113840 h 6858000"/>
              <a:gd name="connsiteX207" fmla="*/ 1066793 w 7369701"/>
              <a:gd name="connsiteY207" fmla="*/ 3212171 h 6858000"/>
              <a:gd name="connsiteX208" fmla="*/ 993319 w 7369701"/>
              <a:gd name="connsiteY208" fmla="*/ 3247648 h 6858000"/>
              <a:gd name="connsiteX209" fmla="*/ 853081 w 7369701"/>
              <a:gd name="connsiteY209" fmla="*/ 3312410 h 6858000"/>
              <a:gd name="connsiteX210" fmla="*/ 805957 w 7369701"/>
              <a:gd name="connsiteY210" fmla="*/ 3330443 h 6858000"/>
              <a:gd name="connsiteX211" fmla="*/ 1318687 w 7369701"/>
              <a:gd name="connsiteY211" fmla="*/ 3113840 h 6858000"/>
              <a:gd name="connsiteX212" fmla="*/ 5453702 w 7369701"/>
              <a:gd name="connsiteY212" fmla="*/ 3090882 h 6858000"/>
              <a:gd name="connsiteX213" fmla="*/ 5480135 w 7369701"/>
              <a:gd name="connsiteY213" fmla="*/ 3565802 h 6858000"/>
              <a:gd name="connsiteX214" fmla="*/ 5499023 w 7369701"/>
              <a:gd name="connsiteY214" fmla="*/ 4166310 h 6858000"/>
              <a:gd name="connsiteX215" fmla="*/ 5547022 w 7369701"/>
              <a:gd name="connsiteY215" fmla="*/ 3607838 h 6858000"/>
              <a:gd name="connsiteX216" fmla="*/ 5515964 w 7369701"/>
              <a:gd name="connsiteY216" fmla="*/ 3378541 h 6858000"/>
              <a:gd name="connsiteX217" fmla="*/ 5453702 w 7369701"/>
              <a:gd name="connsiteY217" fmla="*/ 3090882 h 6858000"/>
              <a:gd name="connsiteX218" fmla="*/ 1238695 w 7369701"/>
              <a:gd name="connsiteY218" fmla="*/ 3076820 h 6858000"/>
              <a:gd name="connsiteX219" fmla="*/ 716371 w 7369701"/>
              <a:gd name="connsiteY219" fmla="*/ 3293249 h 6858000"/>
              <a:gd name="connsiteX220" fmla="*/ 579522 w 7369701"/>
              <a:gd name="connsiteY220" fmla="*/ 3371759 h 6858000"/>
              <a:gd name="connsiteX221" fmla="*/ 600288 w 7369701"/>
              <a:gd name="connsiteY221" fmla="*/ 3365555 h 6858000"/>
              <a:gd name="connsiteX222" fmla="*/ 840692 w 7369701"/>
              <a:gd name="connsiteY222" fmla="*/ 3284921 h 6858000"/>
              <a:gd name="connsiteX223" fmla="*/ 979248 w 7369701"/>
              <a:gd name="connsiteY223" fmla="*/ 3221003 h 6858000"/>
              <a:gd name="connsiteX224" fmla="*/ 1053282 w 7369701"/>
              <a:gd name="connsiteY224" fmla="*/ 3185247 h 6858000"/>
              <a:gd name="connsiteX225" fmla="*/ 1320603 w 7369701"/>
              <a:gd name="connsiteY225" fmla="*/ 3081281 h 6858000"/>
              <a:gd name="connsiteX226" fmla="*/ 1238695 w 7369701"/>
              <a:gd name="connsiteY226" fmla="*/ 3076820 h 6858000"/>
              <a:gd name="connsiteX227" fmla="*/ 5425627 w 7369701"/>
              <a:gd name="connsiteY227" fmla="*/ 2954192 h 6858000"/>
              <a:gd name="connsiteX228" fmla="*/ 5470770 w 7369701"/>
              <a:gd name="connsiteY228" fmla="*/ 3005435 h 6858000"/>
              <a:gd name="connsiteX229" fmla="*/ 5519779 w 7369701"/>
              <a:gd name="connsiteY229" fmla="*/ 4359223 h 6858000"/>
              <a:gd name="connsiteX230" fmla="*/ 5520293 w 7369701"/>
              <a:gd name="connsiteY230" fmla="*/ 4360602 h 6858000"/>
              <a:gd name="connsiteX231" fmla="*/ 5767221 w 7369701"/>
              <a:gd name="connsiteY231" fmla="*/ 4665564 h 6858000"/>
              <a:gd name="connsiteX232" fmla="*/ 6937169 w 7369701"/>
              <a:gd name="connsiteY232" fmla="*/ 4815941 h 6858000"/>
              <a:gd name="connsiteX233" fmla="*/ 6953922 w 7369701"/>
              <a:gd name="connsiteY233" fmla="*/ 4890068 h 6858000"/>
              <a:gd name="connsiteX234" fmla="*/ 6071359 w 7369701"/>
              <a:gd name="connsiteY234" fmla="*/ 4770770 h 6858000"/>
              <a:gd name="connsiteX235" fmla="*/ 6038839 w 7369701"/>
              <a:gd name="connsiteY235" fmla="*/ 4764474 h 6858000"/>
              <a:gd name="connsiteX236" fmla="*/ 6038706 w 7369701"/>
              <a:gd name="connsiteY236" fmla="*/ 4763847 h 6858000"/>
              <a:gd name="connsiteX237" fmla="*/ 6037784 w 7369701"/>
              <a:gd name="connsiteY237" fmla="*/ 4764270 h 6858000"/>
              <a:gd name="connsiteX238" fmla="*/ 6038839 w 7369701"/>
              <a:gd name="connsiteY238" fmla="*/ 4764474 h 6858000"/>
              <a:gd name="connsiteX239" fmla="*/ 6040338 w 7369701"/>
              <a:gd name="connsiteY239" fmla="*/ 4771418 h 6858000"/>
              <a:gd name="connsiteX240" fmla="*/ 6024488 w 7369701"/>
              <a:gd name="connsiteY240" fmla="*/ 4809903 h 6858000"/>
              <a:gd name="connsiteX241" fmla="*/ 5599771 w 7369701"/>
              <a:gd name="connsiteY241" fmla="*/ 5509652 h 6858000"/>
              <a:gd name="connsiteX242" fmla="*/ 5548843 w 7369701"/>
              <a:gd name="connsiteY242" fmla="*/ 5563845 h 6858000"/>
              <a:gd name="connsiteX243" fmla="*/ 5940952 w 7369701"/>
              <a:gd name="connsiteY243" fmla="*/ 6250028 h 6858000"/>
              <a:gd name="connsiteX244" fmla="*/ 6043441 w 7369701"/>
              <a:gd name="connsiteY244" fmla="*/ 6665847 h 6858000"/>
              <a:gd name="connsiteX245" fmla="*/ 6093432 w 7369701"/>
              <a:gd name="connsiteY245" fmla="*/ 6858000 h 6858000"/>
              <a:gd name="connsiteX246" fmla="*/ 6034344 w 7369701"/>
              <a:gd name="connsiteY246" fmla="*/ 6858000 h 6858000"/>
              <a:gd name="connsiteX247" fmla="*/ 6026679 w 7369701"/>
              <a:gd name="connsiteY247" fmla="*/ 6836959 h 6858000"/>
              <a:gd name="connsiteX248" fmla="*/ 5800441 w 7369701"/>
              <a:gd name="connsiteY248" fmla="*/ 6335286 h 6858000"/>
              <a:gd name="connsiteX249" fmla="*/ 5526562 w 7369701"/>
              <a:gd name="connsiteY249" fmla="*/ 5705388 h 6858000"/>
              <a:gd name="connsiteX250" fmla="*/ 5519640 w 7369701"/>
              <a:gd name="connsiteY250" fmla="*/ 5683774 h 6858000"/>
              <a:gd name="connsiteX251" fmla="*/ 5844559 w 7369701"/>
              <a:gd name="connsiteY251" fmla="*/ 6553349 h 6858000"/>
              <a:gd name="connsiteX252" fmla="*/ 5975994 w 7369701"/>
              <a:gd name="connsiteY252" fmla="*/ 6858000 h 6858000"/>
              <a:gd name="connsiteX253" fmla="*/ 5898547 w 7369701"/>
              <a:gd name="connsiteY253" fmla="*/ 6858000 h 6858000"/>
              <a:gd name="connsiteX254" fmla="*/ 5682041 w 7369701"/>
              <a:gd name="connsiteY254" fmla="*/ 6355860 h 6858000"/>
              <a:gd name="connsiteX255" fmla="*/ 5461758 w 7369701"/>
              <a:gd name="connsiteY255" fmla="*/ 5820220 h 6858000"/>
              <a:gd name="connsiteX256" fmla="*/ 5237282 w 7369701"/>
              <a:gd name="connsiteY256" fmla="*/ 6579086 h 6858000"/>
              <a:gd name="connsiteX257" fmla="*/ 5115009 w 7369701"/>
              <a:gd name="connsiteY257" fmla="*/ 6858000 h 6858000"/>
              <a:gd name="connsiteX258" fmla="*/ 5028074 w 7369701"/>
              <a:gd name="connsiteY258" fmla="*/ 6858000 h 6858000"/>
              <a:gd name="connsiteX259" fmla="*/ 5079508 w 7369701"/>
              <a:gd name="connsiteY259" fmla="*/ 6749074 h 6858000"/>
              <a:gd name="connsiteX260" fmla="*/ 5371846 w 7369701"/>
              <a:gd name="connsiteY260" fmla="*/ 5924413 h 6858000"/>
              <a:gd name="connsiteX261" fmla="*/ 5270512 w 7369701"/>
              <a:gd name="connsiteY261" fmla="*/ 6138975 h 6858000"/>
              <a:gd name="connsiteX262" fmla="*/ 5062409 w 7369701"/>
              <a:gd name="connsiteY262" fmla="*/ 6653544 h 6858000"/>
              <a:gd name="connsiteX263" fmla="*/ 5036628 w 7369701"/>
              <a:gd name="connsiteY263" fmla="*/ 6754247 h 6858000"/>
              <a:gd name="connsiteX264" fmla="*/ 5009112 w 7369701"/>
              <a:gd name="connsiteY264" fmla="*/ 6858000 h 6858000"/>
              <a:gd name="connsiteX265" fmla="*/ 4976679 w 7369701"/>
              <a:gd name="connsiteY265" fmla="*/ 6858000 h 6858000"/>
              <a:gd name="connsiteX266" fmla="*/ 5006537 w 7369701"/>
              <a:gd name="connsiteY266" fmla="*/ 6747068 h 6858000"/>
              <a:gd name="connsiteX267" fmla="*/ 5032723 w 7369701"/>
              <a:gd name="connsiteY267" fmla="*/ 6644957 h 6858000"/>
              <a:gd name="connsiteX268" fmla="*/ 5242949 w 7369701"/>
              <a:gd name="connsiteY268" fmla="*/ 6125175 h 6858000"/>
              <a:gd name="connsiteX269" fmla="*/ 5286321 w 7369701"/>
              <a:gd name="connsiteY269" fmla="*/ 6033555 h 6858000"/>
              <a:gd name="connsiteX270" fmla="*/ 5008210 w 7369701"/>
              <a:gd name="connsiteY270" fmla="*/ 6649194 h 6858000"/>
              <a:gd name="connsiteX271" fmla="*/ 4986321 w 7369701"/>
              <a:gd name="connsiteY271" fmla="*/ 6765687 h 6858000"/>
              <a:gd name="connsiteX272" fmla="*/ 4973474 w 7369701"/>
              <a:gd name="connsiteY272" fmla="*/ 6858000 h 6858000"/>
              <a:gd name="connsiteX273" fmla="*/ 4907178 w 7369701"/>
              <a:gd name="connsiteY273" fmla="*/ 6858000 h 6858000"/>
              <a:gd name="connsiteX274" fmla="*/ 4910810 w 7369701"/>
              <a:gd name="connsiteY274" fmla="*/ 6829660 h 6858000"/>
              <a:gd name="connsiteX275" fmla="*/ 4987461 w 7369701"/>
              <a:gd name="connsiteY275" fmla="*/ 6432994 h 6858000"/>
              <a:gd name="connsiteX276" fmla="*/ 5179262 w 7369701"/>
              <a:gd name="connsiteY276" fmla="*/ 6035044 h 6858000"/>
              <a:gd name="connsiteX277" fmla="*/ 4689678 w 7369701"/>
              <a:gd name="connsiteY277" fmla="*/ 6440241 h 6858000"/>
              <a:gd name="connsiteX278" fmla="*/ 4477543 w 7369701"/>
              <a:gd name="connsiteY278" fmla="*/ 6674836 h 6858000"/>
              <a:gd name="connsiteX279" fmla="*/ 4329957 w 7369701"/>
              <a:gd name="connsiteY279" fmla="*/ 6858000 h 6858000"/>
              <a:gd name="connsiteX280" fmla="*/ 4218595 w 7369701"/>
              <a:gd name="connsiteY280" fmla="*/ 6858000 h 6858000"/>
              <a:gd name="connsiteX281" fmla="*/ 4368888 w 7369701"/>
              <a:gd name="connsiteY281" fmla="*/ 6668412 h 6858000"/>
              <a:gd name="connsiteX282" fmla="*/ 4563091 w 7369701"/>
              <a:gd name="connsiteY282" fmla="*/ 6442508 h 6858000"/>
              <a:gd name="connsiteX283" fmla="*/ 5387324 w 7369701"/>
              <a:gd name="connsiteY283" fmla="*/ 5705830 h 6858000"/>
              <a:gd name="connsiteX284" fmla="*/ 5073620 w 7369701"/>
              <a:gd name="connsiteY284" fmla="*/ 5955437 h 6858000"/>
              <a:gd name="connsiteX285" fmla="*/ 4689789 w 7369701"/>
              <a:gd name="connsiteY285" fmla="*/ 6268382 h 6858000"/>
              <a:gd name="connsiteX286" fmla="*/ 4418722 w 7369701"/>
              <a:gd name="connsiteY286" fmla="*/ 6570886 h 6858000"/>
              <a:gd name="connsiteX287" fmla="*/ 4214944 w 7369701"/>
              <a:gd name="connsiteY287" fmla="*/ 6858000 h 6858000"/>
              <a:gd name="connsiteX288" fmla="*/ 4177898 w 7369701"/>
              <a:gd name="connsiteY288" fmla="*/ 6858000 h 6858000"/>
              <a:gd name="connsiteX289" fmla="*/ 4391597 w 7369701"/>
              <a:gd name="connsiteY289" fmla="*/ 6556370 h 6858000"/>
              <a:gd name="connsiteX290" fmla="*/ 4668889 w 7369701"/>
              <a:gd name="connsiteY290" fmla="*/ 6246399 h 6858000"/>
              <a:gd name="connsiteX291" fmla="*/ 5055427 w 7369701"/>
              <a:gd name="connsiteY291" fmla="*/ 5931476 h 6858000"/>
              <a:gd name="connsiteX292" fmla="*/ 5371814 w 7369701"/>
              <a:gd name="connsiteY292" fmla="*/ 5678975 h 6858000"/>
              <a:gd name="connsiteX293" fmla="*/ 4987918 w 7369701"/>
              <a:gd name="connsiteY293" fmla="*/ 5838701 h 6858000"/>
              <a:gd name="connsiteX294" fmla="*/ 4317146 w 7369701"/>
              <a:gd name="connsiteY294" fmla="*/ 6587716 h 6858000"/>
              <a:gd name="connsiteX295" fmla="*/ 4171627 w 7369701"/>
              <a:gd name="connsiteY295" fmla="*/ 6858000 h 6858000"/>
              <a:gd name="connsiteX296" fmla="*/ 4081585 w 7369701"/>
              <a:gd name="connsiteY296" fmla="*/ 6858000 h 6858000"/>
              <a:gd name="connsiteX297" fmla="*/ 4238603 w 7369701"/>
              <a:gd name="connsiteY297" fmla="*/ 6559341 h 6858000"/>
              <a:gd name="connsiteX298" fmla="*/ 4778333 w 7369701"/>
              <a:gd name="connsiteY298" fmla="*/ 5873626 h 6858000"/>
              <a:gd name="connsiteX299" fmla="*/ 5414185 w 7369701"/>
              <a:gd name="connsiteY299" fmla="*/ 5573882 h 6858000"/>
              <a:gd name="connsiteX300" fmla="*/ 5959648 w 7369701"/>
              <a:gd name="connsiteY300" fmla="*/ 4760797 h 6858000"/>
              <a:gd name="connsiteX301" fmla="*/ 5355019 w 7369701"/>
              <a:gd name="connsiteY301" fmla="*/ 4734672 h 6858000"/>
              <a:gd name="connsiteX302" fmla="*/ 5083565 w 7369701"/>
              <a:gd name="connsiteY302" fmla="*/ 5179121 h 6858000"/>
              <a:gd name="connsiteX303" fmla="*/ 4713577 w 7369701"/>
              <a:gd name="connsiteY303" fmla="*/ 5616803 h 6858000"/>
              <a:gd name="connsiteX304" fmla="*/ 3989559 w 7369701"/>
              <a:gd name="connsiteY304" fmla="*/ 6145945 h 6858000"/>
              <a:gd name="connsiteX305" fmla="*/ 3939824 w 7369701"/>
              <a:gd name="connsiteY305" fmla="*/ 6066900 h 6858000"/>
              <a:gd name="connsiteX306" fmla="*/ 4584537 w 7369701"/>
              <a:gd name="connsiteY306" fmla="*/ 5324826 h 6858000"/>
              <a:gd name="connsiteX307" fmla="*/ 5037105 w 7369701"/>
              <a:gd name="connsiteY307" fmla="*/ 5088765 h 6858000"/>
              <a:gd name="connsiteX308" fmla="*/ 5039930 w 7369701"/>
              <a:gd name="connsiteY308" fmla="*/ 5089585 h 6858000"/>
              <a:gd name="connsiteX309" fmla="*/ 5263764 w 7369701"/>
              <a:gd name="connsiteY309" fmla="*/ 4735525 h 6858000"/>
              <a:gd name="connsiteX310" fmla="*/ 4086300 w 7369701"/>
              <a:gd name="connsiteY310" fmla="*/ 4884599 h 6858000"/>
              <a:gd name="connsiteX311" fmla="*/ 4085485 w 7369701"/>
              <a:gd name="connsiteY311" fmla="*/ 4899070 h 6858000"/>
              <a:gd name="connsiteX312" fmla="*/ 3871915 w 7369701"/>
              <a:gd name="connsiteY312" fmla="*/ 5253645 h 6858000"/>
              <a:gd name="connsiteX313" fmla="*/ 3799374 w 7369701"/>
              <a:gd name="connsiteY313" fmla="*/ 5466127 h 6858000"/>
              <a:gd name="connsiteX314" fmla="*/ 3498850 w 7369701"/>
              <a:gd name="connsiteY314" fmla="*/ 6661888 h 6858000"/>
              <a:gd name="connsiteX315" fmla="*/ 3399216 w 7369701"/>
              <a:gd name="connsiteY315" fmla="*/ 6858000 h 6858000"/>
              <a:gd name="connsiteX316" fmla="*/ 3303688 w 7369701"/>
              <a:gd name="connsiteY316" fmla="*/ 6858000 h 6858000"/>
              <a:gd name="connsiteX317" fmla="*/ 3391774 w 7369701"/>
              <a:gd name="connsiteY317" fmla="*/ 6697181 h 6858000"/>
              <a:gd name="connsiteX318" fmla="*/ 3735540 w 7369701"/>
              <a:gd name="connsiteY318" fmla="*/ 5546923 h 6858000"/>
              <a:gd name="connsiteX319" fmla="*/ 3729438 w 7369701"/>
              <a:gd name="connsiteY319" fmla="*/ 5569058 h 6858000"/>
              <a:gd name="connsiteX320" fmla="*/ 3707782 w 7369701"/>
              <a:gd name="connsiteY320" fmla="*/ 5644908 h 6858000"/>
              <a:gd name="connsiteX321" fmla="*/ 3583827 w 7369701"/>
              <a:gd name="connsiteY321" fmla="*/ 6039215 h 6858000"/>
              <a:gd name="connsiteX322" fmla="*/ 3547861 w 7369701"/>
              <a:gd name="connsiteY322" fmla="*/ 6129609 h 6858000"/>
              <a:gd name="connsiteX323" fmla="*/ 3490905 w 7369701"/>
              <a:gd name="connsiteY323" fmla="*/ 6277660 h 6858000"/>
              <a:gd name="connsiteX324" fmla="*/ 3455859 w 7369701"/>
              <a:gd name="connsiteY324" fmla="*/ 6391301 h 6858000"/>
              <a:gd name="connsiteX325" fmla="*/ 3429112 w 7369701"/>
              <a:gd name="connsiteY325" fmla="*/ 6479469 h 6858000"/>
              <a:gd name="connsiteX326" fmla="*/ 3304862 w 7369701"/>
              <a:gd name="connsiteY326" fmla="*/ 6796476 h 6858000"/>
              <a:gd name="connsiteX327" fmla="*/ 3276071 w 7369701"/>
              <a:gd name="connsiteY327" fmla="*/ 6858000 h 6858000"/>
              <a:gd name="connsiteX328" fmla="*/ 3240805 w 7369701"/>
              <a:gd name="connsiteY328" fmla="*/ 6858000 h 6858000"/>
              <a:gd name="connsiteX329" fmla="*/ 3275917 w 7369701"/>
              <a:gd name="connsiteY329" fmla="*/ 6783192 h 6858000"/>
              <a:gd name="connsiteX330" fmla="*/ 3399358 w 7369701"/>
              <a:gd name="connsiteY330" fmla="*/ 6469011 h 6858000"/>
              <a:gd name="connsiteX331" fmla="*/ 3425650 w 7369701"/>
              <a:gd name="connsiteY331" fmla="*/ 6381333 h 6858000"/>
              <a:gd name="connsiteX332" fmla="*/ 3460661 w 7369701"/>
              <a:gd name="connsiteY332" fmla="*/ 6266763 h 6858000"/>
              <a:gd name="connsiteX333" fmla="*/ 3518021 w 7369701"/>
              <a:gd name="connsiteY333" fmla="*/ 6117298 h 6858000"/>
              <a:gd name="connsiteX334" fmla="*/ 3554035 w 7369701"/>
              <a:gd name="connsiteY334" fmla="*/ 6027832 h 6858000"/>
              <a:gd name="connsiteX335" fmla="*/ 3677174 w 7369701"/>
              <a:gd name="connsiteY335" fmla="*/ 5636351 h 6858000"/>
              <a:gd name="connsiteX336" fmla="*/ 3698819 w 7369701"/>
              <a:gd name="connsiteY336" fmla="*/ 5560503 h 6858000"/>
              <a:gd name="connsiteX337" fmla="*/ 3702094 w 7369701"/>
              <a:gd name="connsiteY337" fmla="*/ 5549194 h 6858000"/>
              <a:gd name="connsiteX338" fmla="*/ 3398355 w 7369701"/>
              <a:gd name="connsiteY338" fmla="*/ 6094603 h 6858000"/>
              <a:gd name="connsiteX339" fmla="*/ 3193941 w 7369701"/>
              <a:gd name="connsiteY339" fmla="*/ 6798775 h 6858000"/>
              <a:gd name="connsiteX340" fmla="*/ 3184140 w 7369701"/>
              <a:gd name="connsiteY340" fmla="*/ 6858000 h 6858000"/>
              <a:gd name="connsiteX341" fmla="*/ 3099978 w 7369701"/>
              <a:gd name="connsiteY341" fmla="*/ 6858000 h 6858000"/>
              <a:gd name="connsiteX342" fmla="*/ 3101556 w 7369701"/>
              <a:gd name="connsiteY342" fmla="*/ 6843337 h 6858000"/>
              <a:gd name="connsiteX343" fmla="*/ 3370162 w 7369701"/>
              <a:gd name="connsiteY343" fmla="*/ 5785550 h 6858000"/>
              <a:gd name="connsiteX344" fmla="*/ 3746477 w 7369701"/>
              <a:gd name="connsiteY344" fmla="*/ 5377889 h 6858000"/>
              <a:gd name="connsiteX345" fmla="*/ 3863399 w 7369701"/>
              <a:gd name="connsiteY345" fmla="*/ 5087257 h 6858000"/>
              <a:gd name="connsiteX346" fmla="*/ 3968712 w 7369701"/>
              <a:gd name="connsiteY346" fmla="*/ 4913989 h 6858000"/>
              <a:gd name="connsiteX347" fmla="*/ 2792390 w 7369701"/>
              <a:gd name="connsiteY347" fmla="*/ 5382974 h 6858000"/>
              <a:gd name="connsiteX348" fmla="*/ 2714982 w 7369701"/>
              <a:gd name="connsiteY348" fmla="*/ 5427051 h 6858000"/>
              <a:gd name="connsiteX349" fmla="*/ 2813361 w 7369701"/>
              <a:gd name="connsiteY349" fmla="*/ 6023912 h 6858000"/>
              <a:gd name="connsiteX350" fmla="*/ 2688430 w 7369701"/>
              <a:gd name="connsiteY350" fmla="*/ 6801564 h 6858000"/>
              <a:gd name="connsiteX351" fmla="*/ 2629626 w 7369701"/>
              <a:gd name="connsiteY351" fmla="*/ 6763394 h 6858000"/>
              <a:gd name="connsiteX352" fmla="*/ 2565328 w 7369701"/>
              <a:gd name="connsiteY352" fmla="*/ 5516399 h 6858000"/>
              <a:gd name="connsiteX353" fmla="*/ 1922999 w 7369701"/>
              <a:gd name="connsiteY353" fmla="*/ 5980343 h 6858000"/>
              <a:gd name="connsiteX354" fmla="*/ 1950261 w 7369701"/>
              <a:gd name="connsiteY354" fmla="*/ 6405858 h 6858000"/>
              <a:gd name="connsiteX355" fmla="*/ 2365554 w 7369701"/>
              <a:gd name="connsiteY355" fmla="*/ 6759107 h 6858000"/>
              <a:gd name="connsiteX356" fmla="*/ 2424142 w 7369701"/>
              <a:gd name="connsiteY356" fmla="*/ 6858000 h 6858000"/>
              <a:gd name="connsiteX357" fmla="*/ 2395994 w 7369701"/>
              <a:gd name="connsiteY357" fmla="*/ 6858000 h 6858000"/>
              <a:gd name="connsiteX358" fmla="*/ 2392863 w 7369701"/>
              <a:gd name="connsiteY358" fmla="*/ 6852964 h 6858000"/>
              <a:gd name="connsiteX359" fmla="*/ 2017589 w 7369701"/>
              <a:gd name="connsiteY359" fmla="*/ 6493982 h 6858000"/>
              <a:gd name="connsiteX360" fmla="*/ 2147336 w 7369701"/>
              <a:gd name="connsiteY360" fmla="*/ 6594052 h 6858000"/>
              <a:gd name="connsiteX361" fmla="*/ 2207047 w 7369701"/>
              <a:gd name="connsiteY361" fmla="*/ 6654540 h 6858000"/>
              <a:gd name="connsiteX362" fmla="*/ 2299106 w 7369701"/>
              <a:gd name="connsiteY362" fmla="*/ 6778931 h 6858000"/>
              <a:gd name="connsiteX363" fmla="*/ 2314430 w 7369701"/>
              <a:gd name="connsiteY363" fmla="*/ 6801144 h 6858000"/>
              <a:gd name="connsiteX364" fmla="*/ 2352406 w 7369701"/>
              <a:gd name="connsiteY364" fmla="*/ 6858000 h 6858000"/>
              <a:gd name="connsiteX365" fmla="*/ 2314492 w 7369701"/>
              <a:gd name="connsiteY365" fmla="*/ 6858000 h 6858000"/>
              <a:gd name="connsiteX366" fmla="*/ 2288095 w 7369701"/>
              <a:gd name="connsiteY366" fmla="*/ 6818030 h 6858000"/>
              <a:gd name="connsiteX367" fmla="*/ 2272768 w 7369701"/>
              <a:gd name="connsiteY367" fmla="*/ 6795822 h 6858000"/>
              <a:gd name="connsiteX368" fmla="*/ 2182715 w 7369701"/>
              <a:gd name="connsiteY368" fmla="*/ 6675071 h 6858000"/>
              <a:gd name="connsiteX369" fmla="*/ 2032061 w 7369701"/>
              <a:gd name="connsiteY369" fmla="*/ 6541380 h 6858000"/>
              <a:gd name="connsiteX370" fmla="*/ 2257220 w 7369701"/>
              <a:gd name="connsiteY370" fmla="*/ 6826257 h 6858000"/>
              <a:gd name="connsiteX371" fmla="*/ 2281324 w 7369701"/>
              <a:gd name="connsiteY371" fmla="*/ 6858000 h 6858000"/>
              <a:gd name="connsiteX372" fmla="*/ 2242860 w 7369701"/>
              <a:gd name="connsiteY372" fmla="*/ 6858000 h 6858000"/>
              <a:gd name="connsiteX373" fmla="*/ 2232818 w 7369701"/>
              <a:gd name="connsiteY373" fmla="*/ 6844926 h 6858000"/>
              <a:gd name="connsiteX374" fmla="*/ 1990172 w 7369701"/>
              <a:gd name="connsiteY374" fmla="*/ 6542121 h 6858000"/>
              <a:gd name="connsiteX375" fmla="*/ 2124090 w 7369701"/>
              <a:gd name="connsiteY375" fmla="*/ 6761017 h 6858000"/>
              <a:gd name="connsiteX376" fmla="*/ 2200380 w 7369701"/>
              <a:gd name="connsiteY376" fmla="*/ 6858000 h 6858000"/>
              <a:gd name="connsiteX377" fmla="*/ 2147507 w 7369701"/>
              <a:gd name="connsiteY377" fmla="*/ 6858000 h 6858000"/>
              <a:gd name="connsiteX378" fmla="*/ 2070668 w 7369701"/>
              <a:gd name="connsiteY378" fmla="*/ 6761520 h 6858000"/>
              <a:gd name="connsiteX379" fmla="*/ 1975142 w 7369701"/>
              <a:gd name="connsiteY379" fmla="*/ 6585570 h 6858000"/>
              <a:gd name="connsiteX380" fmla="*/ 2050035 w 7369701"/>
              <a:gd name="connsiteY380" fmla="*/ 6813345 h 6858000"/>
              <a:gd name="connsiteX381" fmla="*/ 2063025 w 7369701"/>
              <a:gd name="connsiteY381" fmla="*/ 6858000 h 6858000"/>
              <a:gd name="connsiteX382" fmla="*/ 2021675 w 7369701"/>
              <a:gd name="connsiteY382" fmla="*/ 6858000 h 6858000"/>
              <a:gd name="connsiteX383" fmla="*/ 2019308 w 7369701"/>
              <a:gd name="connsiteY383" fmla="*/ 6847118 h 6858000"/>
              <a:gd name="connsiteX384" fmla="*/ 1938835 w 7369701"/>
              <a:gd name="connsiteY384" fmla="*/ 6551160 h 6858000"/>
              <a:gd name="connsiteX385" fmla="*/ 1953230 w 7369701"/>
              <a:gd name="connsiteY385" fmla="*/ 6759699 h 6858000"/>
              <a:gd name="connsiteX386" fmla="*/ 1956763 w 7369701"/>
              <a:gd name="connsiteY386" fmla="*/ 6778191 h 6858000"/>
              <a:gd name="connsiteX387" fmla="*/ 1967925 w 7369701"/>
              <a:gd name="connsiteY387" fmla="*/ 6858000 h 6858000"/>
              <a:gd name="connsiteX388" fmla="*/ 1936622 w 7369701"/>
              <a:gd name="connsiteY388" fmla="*/ 6858000 h 6858000"/>
              <a:gd name="connsiteX389" fmla="*/ 1926261 w 7369701"/>
              <a:gd name="connsiteY389" fmla="*/ 6784064 h 6858000"/>
              <a:gd name="connsiteX390" fmla="*/ 1922724 w 7369701"/>
              <a:gd name="connsiteY390" fmla="*/ 6765577 h 6858000"/>
              <a:gd name="connsiteX391" fmla="*/ 1904650 w 7369701"/>
              <a:gd name="connsiteY391" fmla="*/ 6639616 h 6858000"/>
              <a:gd name="connsiteX392" fmla="*/ 1885273 w 7369701"/>
              <a:gd name="connsiteY392" fmla="*/ 6858000 h 6858000"/>
              <a:gd name="connsiteX393" fmla="*/ 1854363 w 7369701"/>
              <a:gd name="connsiteY393" fmla="*/ 6858000 h 6858000"/>
              <a:gd name="connsiteX394" fmla="*/ 1880391 w 7369701"/>
              <a:gd name="connsiteY394" fmla="*/ 6603796 h 6858000"/>
              <a:gd name="connsiteX395" fmla="*/ 1818273 w 7369701"/>
              <a:gd name="connsiteY395" fmla="*/ 6715729 h 6858000"/>
              <a:gd name="connsiteX396" fmla="*/ 1794691 w 7369701"/>
              <a:gd name="connsiteY396" fmla="*/ 6843239 h 6858000"/>
              <a:gd name="connsiteX397" fmla="*/ 1794914 w 7369701"/>
              <a:gd name="connsiteY397" fmla="*/ 6858000 h 6858000"/>
              <a:gd name="connsiteX398" fmla="*/ 1746128 w 7369701"/>
              <a:gd name="connsiteY398" fmla="*/ 6858000 h 6858000"/>
              <a:gd name="connsiteX399" fmla="*/ 1753934 w 7369701"/>
              <a:gd name="connsiteY399" fmla="*/ 6724796 h 6858000"/>
              <a:gd name="connsiteX400" fmla="*/ 1792053 w 7369701"/>
              <a:gd name="connsiteY400" fmla="*/ 6572396 h 6858000"/>
              <a:gd name="connsiteX401" fmla="*/ 1862248 w 7369701"/>
              <a:gd name="connsiteY401" fmla="*/ 6266397 h 6858000"/>
              <a:gd name="connsiteX402" fmla="*/ 1862250 w 7369701"/>
              <a:gd name="connsiteY402" fmla="*/ 6033531 h 6858000"/>
              <a:gd name="connsiteX403" fmla="*/ 1211999 w 7369701"/>
              <a:gd name="connsiteY403" fmla="*/ 6683610 h 6858000"/>
              <a:gd name="connsiteX404" fmla="*/ 1213266 w 7369701"/>
              <a:gd name="connsiteY404" fmla="*/ 6691947 h 6858000"/>
              <a:gd name="connsiteX405" fmla="*/ 1203370 w 7369701"/>
              <a:gd name="connsiteY405" fmla="*/ 6850676 h 6858000"/>
              <a:gd name="connsiteX406" fmla="*/ 1203671 w 7369701"/>
              <a:gd name="connsiteY406" fmla="*/ 6858000 h 6858000"/>
              <a:gd name="connsiteX407" fmla="*/ 1143180 w 7369701"/>
              <a:gd name="connsiteY407" fmla="*/ 6858000 h 6858000"/>
              <a:gd name="connsiteX408" fmla="*/ 1142176 w 7369701"/>
              <a:gd name="connsiteY408" fmla="*/ 6766045 h 6858000"/>
              <a:gd name="connsiteX409" fmla="*/ 1067484 w 7369701"/>
              <a:gd name="connsiteY409" fmla="*/ 6858000 h 6858000"/>
              <a:gd name="connsiteX410" fmla="*/ 953928 w 7369701"/>
              <a:gd name="connsiteY410" fmla="*/ 6858000 h 6858000"/>
              <a:gd name="connsiteX411" fmla="*/ 959715 w 7369701"/>
              <a:gd name="connsiteY411" fmla="*/ 6850185 h 6858000"/>
              <a:gd name="connsiteX412" fmla="*/ 1483788 w 7369701"/>
              <a:gd name="connsiteY412" fmla="*/ 6259174 h 6858000"/>
              <a:gd name="connsiteX413" fmla="*/ 1100671 w 7369701"/>
              <a:gd name="connsiteY413" fmla="*/ 6252137 h 6858000"/>
              <a:gd name="connsiteX414" fmla="*/ 1090144 w 7369701"/>
              <a:gd name="connsiteY414" fmla="*/ 6256748 h 6858000"/>
              <a:gd name="connsiteX415" fmla="*/ 1095872 w 7369701"/>
              <a:gd name="connsiteY415" fmla="*/ 6271892 h 6858000"/>
              <a:gd name="connsiteX416" fmla="*/ 262785 w 7369701"/>
              <a:gd name="connsiteY416" fmla="*/ 6845450 h 6858000"/>
              <a:gd name="connsiteX417" fmla="*/ 209968 w 7369701"/>
              <a:gd name="connsiteY417" fmla="*/ 6770713 h 6858000"/>
              <a:gd name="connsiteX418" fmla="*/ 873460 w 7369701"/>
              <a:gd name="connsiteY418" fmla="*/ 6253768 h 6858000"/>
              <a:gd name="connsiteX419" fmla="*/ 192686 w 7369701"/>
              <a:gd name="connsiteY419" fmla="*/ 5849257 h 6858000"/>
              <a:gd name="connsiteX420" fmla="*/ 4696 w 7369701"/>
              <a:gd name="connsiteY420" fmla="*/ 5697668 h 6858000"/>
              <a:gd name="connsiteX421" fmla="*/ 0 w 7369701"/>
              <a:gd name="connsiteY421" fmla="*/ 5689984 h 6858000"/>
              <a:gd name="connsiteX422" fmla="*/ 0 w 7369701"/>
              <a:gd name="connsiteY422" fmla="*/ 5513472 h 6858000"/>
              <a:gd name="connsiteX423" fmla="*/ 174101 w 7369701"/>
              <a:gd name="connsiteY423" fmla="*/ 5620277 h 6858000"/>
              <a:gd name="connsiteX424" fmla="*/ 891800 w 7369701"/>
              <a:gd name="connsiteY424" fmla="*/ 6036935 h 6858000"/>
              <a:gd name="connsiteX425" fmla="*/ 1072219 w 7369701"/>
              <a:gd name="connsiteY425" fmla="*/ 6169443 h 6858000"/>
              <a:gd name="connsiteX426" fmla="*/ 1074117 w 7369701"/>
              <a:gd name="connsiteY426" fmla="*/ 6170301 h 6858000"/>
              <a:gd name="connsiteX427" fmla="*/ 1083114 w 7369701"/>
              <a:gd name="connsiteY427" fmla="*/ 6174131 h 6858000"/>
              <a:gd name="connsiteX428" fmla="*/ 1543010 w 7369701"/>
              <a:gd name="connsiteY428" fmla="*/ 6191140 h 6858000"/>
              <a:gd name="connsiteX429" fmla="*/ 1551080 w 7369701"/>
              <a:gd name="connsiteY429" fmla="*/ 6195006 h 6858000"/>
              <a:gd name="connsiteX430" fmla="*/ 2345443 w 7369701"/>
              <a:gd name="connsiteY430" fmla="*/ 5549882 h 6858000"/>
              <a:gd name="connsiteX431" fmla="*/ 1721499 w 7369701"/>
              <a:gd name="connsiteY431" fmla="*/ 5599969 h 6858000"/>
              <a:gd name="connsiteX432" fmla="*/ 767716 w 7369701"/>
              <a:gd name="connsiteY432" fmla="*/ 5472768 h 6858000"/>
              <a:gd name="connsiteX433" fmla="*/ 722147 w 7369701"/>
              <a:gd name="connsiteY433" fmla="*/ 5393091 h 6858000"/>
              <a:gd name="connsiteX434" fmla="*/ 1485552 w 7369701"/>
              <a:gd name="connsiteY434" fmla="*/ 5313202 h 6858000"/>
              <a:gd name="connsiteX435" fmla="*/ 2143004 w 7369701"/>
              <a:gd name="connsiteY435" fmla="*/ 5402420 h 6858000"/>
              <a:gd name="connsiteX436" fmla="*/ 1933391 w 7369701"/>
              <a:gd name="connsiteY436" fmla="*/ 5156971 h 6858000"/>
              <a:gd name="connsiteX437" fmla="*/ 1827118 w 7369701"/>
              <a:gd name="connsiteY437" fmla="*/ 4968410 h 6858000"/>
              <a:gd name="connsiteX438" fmla="*/ 1837349 w 7369701"/>
              <a:gd name="connsiteY438" fmla="*/ 4956357 h 6858000"/>
              <a:gd name="connsiteX439" fmla="*/ 2162835 w 7369701"/>
              <a:gd name="connsiteY439" fmla="*/ 5187853 h 6858000"/>
              <a:gd name="connsiteX440" fmla="*/ 2257167 w 7369701"/>
              <a:gd name="connsiteY440" fmla="*/ 5462123 h 6858000"/>
              <a:gd name="connsiteX441" fmla="*/ 2261598 w 7369701"/>
              <a:gd name="connsiteY441" fmla="*/ 5467998 h 6858000"/>
              <a:gd name="connsiteX442" fmla="*/ 2437177 w 7369701"/>
              <a:gd name="connsiteY442" fmla="*/ 5479608 h 6858000"/>
              <a:gd name="connsiteX443" fmla="*/ 2445247 w 7369701"/>
              <a:gd name="connsiteY443" fmla="*/ 5483476 h 6858000"/>
              <a:gd name="connsiteX444" fmla="*/ 2743626 w 7369701"/>
              <a:gd name="connsiteY444" fmla="*/ 5304819 h 6858000"/>
              <a:gd name="connsiteX445" fmla="*/ 3048102 w 7369701"/>
              <a:gd name="connsiteY445" fmla="*/ 5150595 h 6858000"/>
              <a:gd name="connsiteX446" fmla="*/ 1799414 w 7369701"/>
              <a:gd name="connsiteY446" fmla="*/ 4694732 h 6858000"/>
              <a:gd name="connsiteX447" fmla="*/ 1771735 w 7369701"/>
              <a:gd name="connsiteY447" fmla="*/ 4619929 h 6858000"/>
              <a:gd name="connsiteX448" fmla="*/ 3104273 w 7369701"/>
              <a:gd name="connsiteY448" fmla="*/ 5076159 h 6858000"/>
              <a:gd name="connsiteX449" fmla="*/ 3113245 w 7369701"/>
              <a:gd name="connsiteY449" fmla="*/ 5090705 h 6858000"/>
              <a:gd name="connsiteX450" fmla="*/ 3126294 w 7369701"/>
              <a:gd name="connsiteY450" fmla="*/ 5114400 h 6858000"/>
              <a:gd name="connsiteX451" fmla="*/ 3937433 w 7369701"/>
              <a:gd name="connsiteY451" fmla="*/ 4830473 h 6858000"/>
              <a:gd name="connsiteX452" fmla="*/ 3590475 w 7369701"/>
              <a:gd name="connsiteY452" fmla="*/ 4597974 h 6858000"/>
              <a:gd name="connsiteX453" fmla="*/ 3100264 w 7369701"/>
              <a:gd name="connsiteY453" fmla="*/ 4579845 h 6858000"/>
              <a:gd name="connsiteX454" fmla="*/ 2183576 w 7369701"/>
              <a:gd name="connsiteY454" fmla="*/ 4227150 h 6858000"/>
              <a:gd name="connsiteX455" fmla="*/ 2151029 w 7369701"/>
              <a:gd name="connsiteY455" fmla="*/ 4146947 h 6858000"/>
              <a:gd name="connsiteX456" fmla="*/ 3563434 w 7369701"/>
              <a:gd name="connsiteY456" fmla="*/ 4469115 h 6858000"/>
              <a:gd name="connsiteX457" fmla="*/ 3177952 w 7369701"/>
              <a:gd name="connsiteY457" fmla="*/ 3657386 h 6858000"/>
              <a:gd name="connsiteX458" fmla="*/ 3189263 w 7369701"/>
              <a:gd name="connsiteY458" fmla="*/ 3625726 h 6858000"/>
              <a:gd name="connsiteX459" fmla="*/ 3560912 w 7369701"/>
              <a:gd name="connsiteY459" fmla="*/ 4079863 h 6858000"/>
              <a:gd name="connsiteX460" fmla="*/ 3626636 w 7369701"/>
              <a:gd name="connsiteY460" fmla="*/ 4512230 h 6858000"/>
              <a:gd name="connsiteX461" fmla="*/ 3653088 w 7369701"/>
              <a:gd name="connsiteY461" fmla="*/ 4521417 h 6858000"/>
              <a:gd name="connsiteX462" fmla="*/ 3988128 w 7369701"/>
              <a:gd name="connsiteY462" fmla="*/ 4817267 h 6858000"/>
              <a:gd name="connsiteX463" fmla="*/ 4830582 w 7369701"/>
              <a:gd name="connsiteY463" fmla="*/ 4676000 h 6858000"/>
              <a:gd name="connsiteX464" fmla="*/ 4830100 w 7369701"/>
              <a:gd name="connsiteY464" fmla="*/ 4675554 h 6858000"/>
              <a:gd name="connsiteX465" fmla="*/ 4036318 w 7369701"/>
              <a:gd name="connsiteY465" fmla="*/ 4147013 h 6858000"/>
              <a:gd name="connsiteX466" fmla="*/ 3432098 w 7369701"/>
              <a:gd name="connsiteY466" fmla="*/ 3537312 h 6858000"/>
              <a:gd name="connsiteX467" fmla="*/ 3446761 w 7369701"/>
              <a:gd name="connsiteY467" fmla="*/ 3461278 h 6858000"/>
              <a:gd name="connsiteX468" fmla="*/ 4419733 w 7369701"/>
              <a:gd name="connsiteY468" fmla="*/ 3963555 h 6858000"/>
              <a:gd name="connsiteX469" fmla="*/ 4781371 w 7369701"/>
              <a:gd name="connsiteY469" fmla="*/ 4458604 h 6858000"/>
              <a:gd name="connsiteX470" fmla="*/ 4780440 w 7369701"/>
              <a:gd name="connsiteY470" fmla="*/ 4470290 h 6858000"/>
              <a:gd name="connsiteX471" fmla="*/ 4898954 w 7369701"/>
              <a:gd name="connsiteY471" fmla="*/ 4662092 h 6858000"/>
              <a:gd name="connsiteX472" fmla="*/ 4900699 w 7369701"/>
              <a:gd name="connsiteY472" fmla="*/ 4670867 h 6858000"/>
              <a:gd name="connsiteX473" fmla="*/ 5714511 w 7369701"/>
              <a:gd name="connsiteY473" fmla="*/ 4663483 h 6858000"/>
              <a:gd name="connsiteX474" fmla="*/ 5464793 w 7369701"/>
              <a:gd name="connsiteY474" fmla="*/ 4393556 h 6858000"/>
              <a:gd name="connsiteX475" fmla="*/ 5461897 w 7369701"/>
              <a:gd name="connsiteY475" fmla="*/ 4390879 h 6858000"/>
              <a:gd name="connsiteX476" fmla="*/ 4294126 w 7369701"/>
              <a:gd name="connsiteY476" fmla="*/ 3303048 h 6858000"/>
              <a:gd name="connsiteX477" fmla="*/ 4305321 w 7369701"/>
              <a:gd name="connsiteY477" fmla="*/ 3256953 h 6858000"/>
              <a:gd name="connsiteX478" fmla="*/ 4949299 w 7369701"/>
              <a:gd name="connsiteY478" fmla="*/ 3766336 h 6858000"/>
              <a:gd name="connsiteX479" fmla="*/ 5291452 w 7369701"/>
              <a:gd name="connsiteY479" fmla="*/ 4076801 h 6858000"/>
              <a:gd name="connsiteX480" fmla="*/ 5434998 w 7369701"/>
              <a:gd name="connsiteY480" fmla="*/ 4254100 h 6858000"/>
              <a:gd name="connsiteX481" fmla="*/ 5351015 w 7369701"/>
              <a:gd name="connsiteY481" fmla="*/ 3760989 h 6858000"/>
              <a:gd name="connsiteX482" fmla="*/ 5413780 w 7369701"/>
              <a:gd name="connsiteY482" fmla="*/ 2966265 h 6858000"/>
              <a:gd name="connsiteX483" fmla="*/ 5425627 w 7369701"/>
              <a:gd name="connsiteY483" fmla="*/ 2954192 h 6858000"/>
              <a:gd name="connsiteX484" fmla="*/ 6604735 w 7369701"/>
              <a:gd name="connsiteY484" fmla="*/ 2041381 h 6858000"/>
              <a:gd name="connsiteX485" fmla="*/ 7204487 w 7369701"/>
              <a:gd name="connsiteY485" fmla="*/ 2742112 h 6858000"/>
              <a:gd name="connsiteX486" fmla="*/ 7131592 w 7369701"/>
              <a:gd name="connsiteY486" fmla="*/ 2672096 h 6858000"/>
              <a:gd name="connsiteX487" fmla="*/ 6996344 w 7369701"/>
              <a:gd name="connsiteY487" fmla="*/ 2518310 h 6858000"/>
              <a:gd name="connsiteX488" fmla="*/ 6735495 w 7369701"/>
              <a:gd name="connsiteY488" fmla="*/ 2196890 h 6858000"/>
              <a:gd name="connsiteX489" fmla="*/ 6721901 w 7369701"/>
              <a:gd name="connsiteY489" fmla="*/ 2179274 h 6858000"/>
              <a:gd name="connsiteX490" fmla="*/ 6604735 w 7369701"/>
              <a:gd name="connsiteY490" fmla="*/ 2041381 h 6858000"/>
              <a:gd name="connsiteX491" fmla="*/ 6591670 w 7369701"/>
              <a:gd name="connsiteY491" fmla="*/ 1988277 h 6858000"/>
              <a:gd name="connsiteX492" fmla="*/ 6747349 w 7369701"/>
              <a:gd name="connsiteY492" fmla="*/ 2160069 h 6858000"/>
              <a:gd name="connsiteX493" fmla="*/ 6760943 w 7369701"/>
              <a:gd name="connsiteY493" fmla="*/ 2177686 h 6858000"/>
              <a:gd name="connsiteX494" fmla="*/ 7021065 w 7369701"/>
              <a:gd name="connsiteY494" fmla="*/ 2498102 h 6858000"/>
              <a:gd name="connsiteX495" fmla="*/ 7155223 w 7369701"/>
              <a:gd name="connsiteY495" fmla="*/ 2650386 h 6858000"/>
              <a:gd name="connsiteX496" fmla="*/ 7203167 w 7369701"/>
              <a:gd name="connsiteY496" fmla="*/ 2697288 h 6858000"/>
              <a:gd name="connsiteX497" fmla="*/ 6937703 w 7369701"/>
              <a:gd name="connsiteY497" fmla="*/ 2321981 h 6858000"/>
              <a:gd name="connsiteX498" fmla="*/ 6591670 w 7369701"/>
              <a:gd name="connsiteY498" fmla="*/ 1988277 h 6858000"/>
              <a:gd name="connsiteX499" fmla="*/ 5798671 w 7369701"/>
              <a:gd name="connsiteY499" fmla="*/ 1981601 h 6858000"/>
              <a:gd name="connsiteX500" fmla="*/ 5754709 w 7369701"/>
              <a:gd name="connsiteY500" fmla="*/ 2071454 h 6858000"/>
              <a:gd name="connsiteX501" fmla="*/ 5763044 w 7369701"/>
              <a:gd name="connsiteY501" fmla="*/ 2842206 h 6858000"/>
              <a:gd name="connsiteX502" fmla="*/ 5764974 w 7369701"/>
              <a:gd name="connsiteY502" fmla="*/ 2799609 h 6858000"/>
              <a:gd name="connsiteX503" fmla="*/ 5767665 w 7369701"/>
              <a:gd name="connsiteY503" fmla="*/ 2666409 h 6858000"/>
              <a:gd name="connsiteX504" fmla="*/ 5763055 w 7369701"/>
              <a:gd name="connsiteY504" fmla="*/ 2579705 h 6858000"/>
              <a:gd name="connsiteX505" fmla="*/ 5758079 w 7369701"/>
              <a:gd name="connsiteY505" fmla="*/ 2492508 h 6858000"/>
              <a:gd name="connsiteX506" fmla="*/ 5779325 w 7369701"/>
              <a:gd name="connsiteY506" fmla="*/ 2197069 h 6858000"/>
              <a:gd name="connsiteX507" fmla="*/ 5798671 w 7369701"/>
              <a:gd name="connsiteY507" fmla="*/ 1981601 h 6858000"/>
              <a:gd name="connsiteX508" fmla="*/ 5829202 w 7369701"/>
              <a:gd name="connsiteY508" fmla="*/ 1971679 h 6858000"/>
              <a:gd name="connsiteX509" fmla="*/ 5809558 w 7369701"/>
              <a:gd name="connsiteY509" fmla="*/ 2198043 h 6858000"/>
              <a:gd name="connsiteX510" fmla="*/ 5788653 w 7369701"/>
              <a:gd name="connsiteY510" fmla="*/ 2489430 h 6858000"/>
              <a:gd name="connsiteX511" fmla="*/ 5793439 w 7369701"/>
              <a:gd name="connsiteY511" fmla="*/ 2575235 h 6858000"/>
              <a:gd name="connsiteX512" fmla="*/ 5796837 w 7369701"/>
              <a:gd name="connsiteY512" fmla="*/ 2637633 h 6858000"/>
              <a:gd name="connsiteX513" fmla="*/ 5818614 w 7369701"/>
              <a:gd name="connsiteY513" fmla="*/ 2473055 h 6858000"/>
              <a:gd name="connsiteX514" fmla="*/ 5829202 w 7369701"/>
              <a:gd name="connsiteY514" fmla="*/ 1971679 h 6858000"/>
              <a:gd name="connsiteX515" fmla="*/ 5911389 w 7369701"/>
              <a:gd name="connsiteY515" fmla="*/ 1898371 h 6858000"/>
              <a:gd name="connsiteX516" fmla="*/ 6237627 w 7369701"/>
              <a:gd name="connsiteY516" fmla="*/ 2231921 h 6858000"/>
              <a:gd name="connsiteX517" fmla="*/ 5911389 w 7369701"/>
              <a:gd name="connsiteY517" fmla="*/ 1898371 h 6858000"/>
              <a:gd name="connsiteX518" fmla="*/ 6944437 w 7369701"/>
              <a:gd name="connsiteY518" fmla="*/ 1575402 h 6858000"/>
              <a:gd name="connsiteX519" fmla="*/ 6304730 w 7369701"/>
              <a:gd name="connsiteY519" fmla="*/ 1766654 h 6858000"/>
              <a:gd name="connsiteX520" fmla="*/ 6944437 w 7369701"/>
              <a:gd name="connsiteY520" fmla="*/ 1575402 h 6858000"/>
              <a:gd name="connsiteX521" fmla="*/ 7019523 w 7369701"/>
              <a:gd name="connsiteY521" fmla="*/ 1519450 h 6858000"/>
              <a:gd name="connsiteX522" fmla="*/ 6298091 w 7369701"/>
              <a:gd name="connsiteY522" fmla="*/ 1737122 h 6858000"/>
              <a:gd name="connsiteX523" fmla="*/ 7019523 w 7369701"/>
              <a:gd name="connsiteY523" fmla="*/ 1519450 h 6858000"/>
              <a:gd name="connsiteX524" fmla="*/ 2399523 w 7369701"/>
              <a:gd name="connsiteY524" fmla="*/ 1428234 h 6858000"/>
              <a:gd name="connsiteX525" fmla="*/ 2224982 w 7369701"/>
              <a:gd name="connsiteY525" fmla="*/ 1826201 h 6858000"/>
              <a:gd name="connsiteX526" fmla="*/ 2096099 w 7369701"/>
              <a:gd name="connsiteY526" fmla="*/ 2345900 h 6858000"/>
              <a:gd name="connsiteX527" fmla="*/ 2283317 w 7369701"/>
              <a:gd name="connsiteY527" fmla="*/ 1796925 h 6858000"/>
              <a:gd name="connsiteX528" fmla="*/ 2399523 w 7369701"/>
              <a:gd name="connsiteY528" fmla="*/ 1428234 h 6858000"/>
              <a:gd name="connsiteX529" fmla="*/ 2448558 w 7369701"/>
              <a:gd name="connsiteY529" fmla="*/ 1373435 h 6858000"/>
              <a:gd name="connsiteX530" fmla="*/ 2312521 w 7369701"/>
              <a:gd name="connsiteY530" fmla="*/ 1806140 h 6858000"/>
              <a:gd name="connsiteX531" fmla="*/ 2127533 w 7369701"/>
              <a:gd name="connsiteY531" fmla="*/ 2348380 h 6858000"/>
              <a:gd name="connsiteX532" fmla="*/ 2358080 w 7369701"/>
              <a:gd name="connsiteY532" fmla="*/ 1866134 h 6858000"/>
              <a:gd name="connsiteX533" fmla="*/ 2407436 w 7369701"/>
              <a:gd name="connsiteY533" fmla="*/ 1651070 h 6858000"/>
              <a:gd name="connsiteX534" fmla="*/ 2448558 w 7369701"/>
              <a:gd name="connsiteY534" fmla="*/ 1373435 h 6858000"/>
              <a:gd name="connsiteX535" fmla="*/ 278707 w 7369701"/>
              <a:gd name="connsiteY535" fmla="*/ 1352270 h 6858000"/>
              <a:gd name="connsiteX536" fmla="*/ 321570 w 7369701"/>
              <a:gd name="connsiteY536" fmla="*/ 1861610 h 6858000"/>
              <a:gd name="connsiteX537" fmla="*/ 294281 w 7369701"/>
              <a:gd name="connsiteY537" fmla="*/ 1440658 h 6858000"/>
              <a:gd name="connsiteX538" fmla="*/ 278707 w 7369701"/>
              <a:gd name="connsiteY538" fmla="*/ 1352270 h 6858000"/>
              <a:gd name="connsiteX539" fmla="*/ 1423821 w 7369701"/>
              <a:gd name="connsiteY539" fmla="*/ 1351958 h 6858000"/>
              <a:gd name="connsiteX540" fmla="*/ 1638521 w 7369701"/>
              <a:gd name="connsiteY540" fmla="*/ 1908470 h 6858000"/>
              <a:gd name="connsiteX541" fmla="*/ 1754199 w 7369701"/>
              <a:gd name="connsiteY541" fmla="*/ 2149284 h 6858000"/>
              <a:gd name="connsiteX542" fmla="*/ 1908359 w 7369701"/>
              <a:gd name="connsiteY542" fmla="*/ 2364988 h 6858000"/>
              <a:gd name="connsiteX543" fmla="*/ 1647661 w 7369701"/>
              <a:gd name="connsiteY543" fmla="*/ 1825945 h 6858000"/>
              <a:gd name="connsiteX544" fmla="*/ 1423821 w 7369701"/>
              <a:gd name="connsiteY544" fmla="*/ 1351958 h 6858000"/>
              <a:gd name="connsiteX545" fmla="*/ 1431890 w 7369701"/>
              <a:gd name="connsiteY545" fmla="*/ 1306475 h 6858000"/>
              <a:gd name="connsiteX546" fmla="*/ 1507597 w 7369701"/>
              <a:gd name="connsiteY546" fmla="*/ 1446132 h 6858000"/>
              <a:gd name="connsiteX547" fmla="*/ 1674586 w 7369701"/>
              <a:gd name="connsiteY547" fmla="*/ 1813832 h 6858000"/>
              <a:gd name="connsiteX548" fmla="*/ 1815950 w 7369701"/>
              <a:gd name="connsiteY548" fmla="*/ 2128564 h 6858000"/>
              <a:gd name="connsiteX549" fmla="*/ 1984242 w 7369701"/>
              <a:gd name="connsiteY549" fmla="*/ 2430829 h 6858000"/>
              <a:gd name="connsiteX550" fmla="*/ 2014023 w 7369701"/>
              <a:gd name="connsiteY550" fmla="*/ 2450995 h 6858000"/>
              <a:gd name="connsiteX551" fmla="*/ 1747337 w 7369701"/>
              <a:gd name="connsiteY551" fmla="*/ 1855264 h 6858000"/>
              <a:gd name="connsiteX552" fmla="*/ 1533749 w 7369701"/>
              <a:gd name="connsiteY552" fmla="*/ 1478656 h 6858000"/>
              <a:gd name="connsiteX553" fmla="*/ 1431890 w 7369701"/>
              <a:gd name="connsiteY553" fmla="*/ 1306475 h 6858000"/>
              <a:gd name="connsiteX554" fmla="*/ 5052692 w 7369701"/>
              <a:gd name="connsiteY554" fmla="*/ 1292994 h 6858000"/>
              <a:gd name="connsiteX555" fmla="*/ 5200661 w 7369701"/>
              <a:gd name="connsiteY555" fmla="*/ 1635186 h 6858000"/>
              <a:gd name="connsiteX556" fmla="*/ 5297138 w 7369701"/>
              <a:gd name="connsiteY556" fmla="*/ 1906351 h 6858000"/>
              <a:gd name="connsiteX557" fmla="*/ 5052692 w 7369701"/>
              <a:gd name="connsiteY557" fmla="*/ 1292994 h 6858000"/>
              <a:gd name="connsiteX558" fmla="*/ 5009948 w 7369701"/>
              <a:gd name="connsiteY558" fmla="*/ 1273619 h 6858000"/>
              <a:gd name="connsiteX559" fmla="*/ 5121777 w 7369701"/>
              <a:gd name="connsiteY559" fmla="*/ 1654213 h 6858000"/>
              <a:gd name="connsiteX560" fmla="*/ 5293545 w 7369701"/>
              <a:gd name="connsiteY560" fmla="*/ 2072247 h 6858000"/>
              <a:gd name="connsiteX561" fmla="*/ 5294042 w 7369701"/>
              <a:gd name="connsiteY561" fmla="*/ 2065019 h 6858000"/>
              <a:gd name="connsiteX562" fmla="*/ 5171936 w 7369701"/>
              <a:gd name="connsiteY562" fmla="*/ 1647613 h 6858000"/>
              <a:gd name="connsiteX563" fmla="*/ 5009948 w 7369701"/>
              <a:gd name="connsiteY563" fmla="*/ 1273619 h 6858000"/>
              <a:gd name="connsiteX564" fmla="*/ 655236 w 7369701"/>
              <a:gd name="connsiteY564" fmla="*/ 1268632 h 6858000"/>
              <a:gd name="connsiteX565" fmla="*/ 839521 w 7369701"/>
              <a:gd name="connsiteY565" fmla="*/ 1685315 h 6858000"/>
              <a:gd name="connsiteX566" fmla="*/ 1109416 w 7369701"/>
              <a:gd name="connsiteY566" fmla="*/ 2061663 h 6858000"/>
              <a:gd name="connsiteX567" fmla="*/ 1298300 w 7369701"/>
              <a:gd name="connsiteY567" fmla="*/ 2247742 h 6858000"/>
              <a:gd name="connsiteX568" fmla="*/ 1125871 w 7369701"/>
              <a:gd name="connsiteY568" fmla="*/ 1989513 h 6858000"/>
              <a:gd name="connsiteX569" fmla="*/ 981574 w 7369701"/>
              <a:gd name="connsiteY569" fmla="*/ 1783157 h 6858000"/>
              <a:gd name="connsiteX570" fmla="*/ 922198 w 7369701"/>
              <a:gd name="connsiteY570" fmla="*/ 1677437 h 6858000"/>
              <a:gd name="connsiteX571" fmla="*/ 869293 w 7369701"/>
              <a:gd name="connsiteY571" fmla="*/ 1583214 h 6858000"/>
              <a:gd name="connsiteX572" fmla="*/ 751431 w 7369701"/>
              <a:gd name="connsiteY572" fmla="*/ 1405731 h 6858000"/>
              <a:gd name="connsiteX573" fmla="*/ 655236 w 7369701"/>
              <a:gd name="connsiteY573" fmla="*/ 1268632 h 6858000"/>
              <a:gd name="connsiteX574" fmla="*/ 6516292 w 7369701"/>
              <a:gd name="connsiteY574" fmla="*/ 1263064 h 6858000"/>
              <a:gd name="connsiteX575" fmla="*/ 5736320 w 7369701"/>
              <a:gd name="connsiteY575" fmla="*/ 1501803 h 6858000"/>
              <a:gd name="connsiteX576" fmla="*/ 6516292 w 7369701"/>
              <a:gd name="connsiteY576" fmla="*/ 1263064 h 6858000"/>
              <a:gd name="connsiteX577" fmla="*/ 291466 w 7369701"/>
              <a:gd name="connsiteY577" fmla="*/ 1250369 h 6858000"/>
              <a:gd name="connsiteX578" fmla="*/ 323180 w 7369701"/>
              <a:gd name="connsiteY578" fmla="*/ 1435283 h 6858000"/>
              <a:gd name="connsiteX579" fmla="*/ 349381 w 7369701"/>
              <a:gd name="connsiteY579" fmla="*/ 1875041 h 6858000"/>
              <a:gd name="connsiteX580" fmla="*/ 374363 w 7369701"/>
              <a:gd name="connsiteY580" fmla="*/ 1506494 h 6858000"/>
              <a:gd name="connsiteX581" fmla="*/ 302168 w 7369701"/>
              <a:gd name="connsiteY581" fmla="*/ 1274495 h 6858000"/>
              <a:gd name="connsiteX582" fmla="*/ 291466 w 7369701"/>
              <a:gd name="connsiteY582" fmla="*/ 1250369 h 6858000"/>
              <a:gd name="connsiteX583" fmla="*/ 678222 w 7369701"/>
              <a:gd name="connsiteY583" fmla="*/ 1248670 h 6858000"/>
              <a:gd name="connsiteX584" fmla="*/ 775536 w 7369701"/>
              <a:gd name="connsiteY584" fmla="*/ 1388015 h 6858000"/>
              <a:gd name="connsiteX585" fmla="*/ 894529 w 7369701"/>
              <a:gd name="connsiteY585" fmla="*/ 1567739 h 6858000"/>
              <a:gd name="connsiteX586" fmla="*/ 948000 w 7369701"/>
              <a:gd name="connsiteY586" fmla="*/ 1663088 h 6858000"/>
              <a:gd name="connsiteX587" fmla="*/ 1006812 w 7369701"/>
              <a:gd name="connsiteY587" fmla="*/ 1767683 h 6858000"/>
              <a:gd name="connsiteX588" fmla="*/ 1149133 w 7369701"/>
              <a:gd name="connsiteY588" fmla="*/ 1971513 h 6858000"/>
              <a:gd name="connsiteX589" fmla="*/ 1333952 w 7369701"/>
              <a:gd name="connsiteY589" fmla="*/ 2251620 h 6858000"/>
              <a:gd name="connsiteX590" fmla="*/ 1337329 w 7369701"/>
              <a:gd name="connsiteY590" fmla="*/ 2258350 h 6858000"/>
              <a:gd name="connsiteX591" fmla="*/ 1014726 w 7369701"/>
              <a:gd name="connsiteY591" fmla="*/ 1615556 h 6858000"/>
              <a:gd name="connsiteX592" fmla="*/ 678222 w 7369701"/>
              <a:gd name="connsiteY592" fmla="*/ 1248670 h 6858000"/>
              <a:gd name="connsiteX593" fmla="*/ 6691602 w 7369701"/>
              <a:gd name="connsiteY593" fmla="*/ 1140573 h 6858000"/>
              <a:gd name="connsiteX594" fmla="*/ 6571100 w 7369701"/>
              <a:gd name="connsiteY594" fmla="*/ 1183662 h 6858000"/>
              <a:gd name="connsiteX595" fmla="*/ 6241687 w 7369701"/>
              <a:gd name="connsiteY595" fmla="*/ 1257600 h 6858000"/>
              <a:gd name="connsiteX596" fmla="*/ 5693009 w 7369701"/>
              <a:gd name="connsiteY596" fmla="*/ 1478256 h 6858000"/>
              <a:gd name="connsiteX597" fmla="*/ 6548420 w 7369701"/>
              <a:gd name="connsiteY597" fmla="*/ 1214599 h 6858000"/>
              <a:gd name="connsiteX598" fmla="*/ 6605473 w 7369701"/>
              <a:gd name="connsiteY598" fmla="*/ 1184686 h 6858000"/>
              <a:gd name="connsiteX599" fmla="*/ 6691602 w 7369701"/>
              <a:gd name="connsiteY599" fmla="*/ 1140573 h 6858000"/>
              <a:gd name="connsiteX600" fmla="*/ 4002475 w 7369701"/>
              <a:gd name="connsiteY600" fmla="*/ 1037802 h 6858000"/>
              <a:gd name="connsiteX601" fmla="*/ 4000324 w 7369701"/>
              <a:gd name="connsiteY601" fmla="*/ 1039362 h 6858000"/>
              <a:gd name="connsiteX602" fmla="*/ 4002862 w 7369701"/>
              <a:gd name="connsiteY602" fmla="*/ 1042866 h 6858000"/>
              <a:gd name="connsiteX603" fmla="*/ 4002475 w 7369701"/>
              <a:gd name="connsiteY603" fmla="*/ 1037802 h 6858000"/>
              <a:gd name="connsiteX604" fmla="*/ 506322 w 7369701"/>
              <a:gd name="connsiteY604" fmla="*/ 1020997 h 6858000"/>
              <a:gd name="connsiteX605" fmla="*/ 533068 w 7369701"/>
              <a:gd name="connsiteY605" fmla="*/ 1029409 h 6858000"/>
              <a:gd name="connsiteX606" fmla="*/ 1232525 w 7369701"/>
              <a:gd name="connsiteY606" fmla="*/ 1804675 h 6858000"/>
              <a:gd name="connsiteX607" fmla="*/ 1388858 w 7369701"/>
              <a:gd name="connsiteY607" fmla="*/ 2368011 h 6858000"/>
              <a:gd name="connsiteX608" fmla="*/ 1384098 w 7369701"/>
              <a:gd name="connsiteY608" fmla="*/ 2378125 h 6858000"/>
              <a:gd name="connsiteX609" fmla="*/ 1425393 w 7369701"/>
              <a:gd name="connsiteY609" fmla="*/ 2589124 h 6858000"/>
              <a:gd name="connsiteX610" fmla="*/ 1424001 w 7369701"/>
              <a:gd name="connsiteY610" fmla="*/ 2597541 h 6858000"/>
              <a:gd name="connsiteX611" fmla="*/ 2152729 w 7369701"/>
              <a:gd name="connsiteY611" fmla="*/ 2864487 h 6858000"/>
              <a:gd name="connsiteX612" fmla="*/ 2020609 w 7369701"/>
              <a:gd name="connsiteY612" fmla="*/ 2539671 h 6858000"/>
              <a:gd name="connsiteX613" fmla="*/ 2018920 w 7369701"/>
              <a:gd name="connsiteY613" fmla="*/ 2536309 h 6858000"/>
              <a:gd name="connsiteX614" fmla="*/ 1342441 w 7369701"/>
              <a:gd name="connsiteY614" fmla="*/ 1173017 h 6858000"/>
              <a:gd name="connsiteX615" fmla="*/ 1367925 w 7369701"/>
              <a:gd name="connsiteY615" fmla="*/ 1135648 h 6858000"/>
              <a:gd name="connsiteX616" fmla="*/ 1771401 w 7369701"/>
              <a:gd name="connsiteY616" fmla="*/ 1806673 h 6858000"/>
              <a:gd name="connsiteX617" fmla="*/ 1972385 w 7369701"/>
              <a:gd name="connsiteY617" fmla="*/ 2198735 h 6858000"/>
              <a:gd name="connsiteX618" fmla="*/ 2040892 w 7369701"/>
              <a:gd name="connsiteY618" fmla="*/ 2405205 h 6858000"/>
              <a:gd name="connsiteX619" fmla="*/ 2131689 w 7369701"/>
              <a:gd name="connsiteY619" fmla="*/ 1936926 h 6858000"/>
              <a:gd name="connsiteX620" fmla="*/ 2454820 w 7369701"/>
              <a:gd name="connsiteY620" fmla="*/ 1248808 h 6858000"/>
              <a:gd name="connsiteX621" fmla="*/ 2492512 w 7369701"/>
              <a:gd name="connsiteY621" fmla="*/ 1302920 h 6858000"/>
              <a:gd name="connsiteX622" fmla="*/ 2081216 w 7369701"/>
              <a:gd name="connsiteY622" fmla="*/ 2527513 h 6858000"/>
              <a:gd name="connsiteX623" fmla="*/ 2081211 w 7369701"/>
              <a:gd name="connsiteY623" fmla="*/ 2528916 h 6858000"/>
              <a:gd name="connsiteX624" fmla="*/ 2199067 w 7369701"/>
              <a:gd name="connsiteY624" fmla="*/ 2884061 h 6858000"/>
              <a:gd name="connsiteX625" fmla="*/ 3192586 w 7369701"/>
              <a:gd name="connsiteY625" fmla="*/ 3411496 h 6858000"/>
              <a:gd name="connsiteX626" fmla="*/ 3182620 w 7369701"/>
              <a:gd name="connsiteY626" fmla="*/ 3483279 h 6858000"/>
              <a:gd name="connsiteX627" fmla="*/ 2435119 w 7369701"/>
              <a:gd name="connsiteY627" fmla="*/ 3080173 h 6858000"/>
              <a:gd name="connsiteX628" fmla="*/ 2410152 w 7369701"/>
              <a:gd name="connsiteY628" fmla="*/ 3063751 h 6858000"/>
              <a:gd name="connsiteX629" fmla="*/ 2408099 w 7369701"/>
              <a:gd name="connsiteY629" fmla="*/ 3064403 h 6858000"/>
              <a:gd name="connsiteX630" fmla="*/ 2407218 w 7369701"/>
              <a:gd name="connsiteY630" fmla="*/ 3070324 h 6858000"/>
              <a:gd name="connsiteX631" fmla="*/ 2380138 w 7369701"/>
              <a:gd name="connsiteY631" fmla="*/ 3099341 h 6858000"/>
              <a:gd name="connsiteX632" fmla="*/ 1765923 w 7369701"/>
              <a:gd name="connsiteY632" fmla="*/ 3581043 h 6858000"/>
              <a:gd name="connsiteX633" fmla="*/ 1702258 w 7369701"/>
              <a:gd name="connsiteY633" fmla="*/ 3612286 h 6858000"/>
              <a:gd name="connsiteX634" fmla="*/ 1538370 w 7369701"/>
              <a:gd name="connsiteY634" fmla="*/ 3811804 h 6858000"/>
              <a:gd name="connsiteX635" fmla="*/ 542867 w 7369701"/>
              <a:gd name="connsiteY635" fmla="*/ 4944092 h 6858000"/>
              <a:gd name="connsiteX636" fmla="*/ 515800 w 7369701"/>
              <a:gd name="connsiteY636" fmla="*/ 4862180 h 6858000"/>
              <a:gd name="connsiteX637" fmla="*/ 909145 w 7369701"/>
              <a:gd name="connsiteY637" fmla="*/ 4199225 h 6858000"/>
              <a:gd name="connsiteX638" fmla="*/ 1214067 w 7369701"/>
              <a:gd name="connsiteY638" fmla="*/ 3908561 h 6858000"/>
              <a:gd name="connsiteX639" fmla="*/ 640967 w 7369701"/>
              <a:gd name="connsiteY639" fmla="*/ 4105601 h 6858000"/>
              <a:gd name="connsiteX640" fmla="*/ 112563 w 7369701"/>
              <a:gd name="connsiteY640" fmla="*/ 4396952 h 6858000"/>
              <a:gd name="connsiteX641" fmla="*/ 0 w 7369701"/>
              <a:gd name="connsiteY641" fmla="*/ 4466006 h 6858000"/>
              <a:gd name="connsiteX642" fmla="*/ 0 w 7369701"/>
              <a:gd name="connsiteY642" fmla="*/ 4233763 h 6858000"/>
              <a:gd name="connsiteX643" fmla="*/ 36881 w 7369701"/>
              <a:gd name="connsiteY643" fmla="*/ 4200118 h 6858000"/>
              <a:gd name="connsiteX644" fmla="*/ 910534 w 7369701"/>
              <a:gd name="connsiteY644" fmla="*/ 3629753 h 6858000"/>
              <a:gd name="connsiteX645" fmla="*/ 1578717 w 7369701"/>
              <a:gd name="connsiteY645" fmla="*/ 3575982 h 6858000"/>
              <a:gd name="connsiteX646" fmla="*/ 2338780 w 7369701"/>
              <a:gd name="connsiteY646" fmla="*/ 3033725 h 6858000"/>
              <a:gd name="connsiteX647" fmla="*/ 1807991 w 7369701"/>
              <a:gd name="connsiteY647" fmla="*/ 2807184 h 6858000"/>
              <a:gd name="connsiteX648" fmla="*/ 1416358 w 7369701"/>
              <a:gd name="connsiteY648" fmla="*/ 3112571 h 6858000"/>
              <a:gd name="connsiteX649" fmla="*/ 939066 w 7369701"/>
              <a:gd name="connsiteY649" fmla="*/ 3378798 h 6858000"/>
              <a:gd name="connsiteX650" fmla="*/ 115099 w 7369701"/>
              <a:gd name="connsiteY650" fmla="*/ 3607650 h 6858000"/>
              <a:gd name="connsiteX651" fmla="*/ 97284 w 7369701"/>
              <a:gd name="connsiteY651" fmla="*/ 3520393 h 6858000"/>
              <a:gd name="connsiteX652" fmla="*/ 922050 w 7369701"/>
              <a:gd name="connsiteY652" fmla="*/ 3074867 h 6858000"/>
              <a:gd name="connsiteX653" fmla="*/ 1405265 w 7369701"/>
              <a:gd name="connsiteY653" fmla="*/ 3016319 h 6858000"/>
              <a:gd name="connsiteX654" fmla="*/ 1407512 w 7369701"/>
              <a:gd name="connsiteY654" fmla="*/ 3018001 h 6858000"/>
              <a:gd name="connsiteX655" fmla="*/ 1726266 w 7369701"/>
              <a:gd name="connsiteY655" fmla="*/ 2777274 h 6858000"/>
              <a:gd name="connsiteX656" fmla="*/ 625390 w 7369701"/>
              <a:gd name="connsiteY656" fmla="*/ 2514541 h 6858000"/>
              <a:gd name="connsiteX657" fmla="*/ 619799 w 7369701"/>
              <a:gd name="connsiteY657" fmla="*/ 2527180 h 6858000"/>
              <a:gd name="connsiteX658" fmla="*/ 310030 w 7369701"/>
              <a:gd name="connsiteY658" fmla="*/ 2771818 h 6858000"/>
              <a:gd name="connsiteX659" fmla="*/ 173877 w 7369701"/>
              <a:gd name="connsiteY659" fmla="*/ 2937056 h 6858000"/>
              <a:gd name="connsiteX660" fmla="*/ 77889 w 7369701"/>
              <a:gd name="connsiteY660" fmla="*/ 3138440 h 6858000"/>
              <a:gd name="connsiteX661" fmla="*/ 0 w 7369701"/>
              <a:gd name="connsiteY661" fmla="*/ 3271395 h 6858000"/>
              <a:gd name="connsiteX662" fmla="*/ 0 w 7369701"/>
              <a:gd name="connsiteY662" fmla="*/ 3153002 h 6858000"/>
              <a:gd name="connsiteX663" fmla="*/ 2386 w 7369701"/>
              <a:gd name="connsiteY663" fmla="*/ 3149203 h 6858000"/>
              <a:gd name="connsiteX664" fmla="*/ 89753 w 7369701"/>
              <a:gd name="connsiteY664" fmla="*/ 2987702 h 6858000"/>
              <a:gd name="connsiteX665" fmla="*/ 76869 w 7369701"/>
              <a:gd name="connsiteY665" fmla="*/ 3005404 h 6858000"/>
              <a:gd name="connsiteX666" fmla="*/ 32049 w 7369701"/>
              <a:gd name="connsiteY666" fmla="*/ 3065814 h 6858000"/>
              <a:gd name="connsiteX667" fmla="*/ 0 w 7369701"/>
              <a:gd name="connsiteY667" fmla="*/ 3108744 h 6858000"/>
              <a:gd name="connsiteX668" fmla="*/ 0 w 7369701"/>
              <a:gd name="connsiteY668" fmla="*/ 3058059 h 6858000"/>
              <a:gd name="connsiteX669" fmla="*/ 7610 w 7369701"/>
              <a:gd name="connsiteY669" fmla="*/ 3047889 h 6858000"/>
              <a:gd name="connsiteX670" fmla="*/ 52419 w 7369701"/>
              <a:gd name="connsiteY670" fmla="*/ 2987479 h 6858000"/>
              <a:gd name="connsiteX671" fmla="*/ 59142 w 7369701"/>
              <a:gd name="connsiteY671" fmla="*/ 2978488 h 6858000"/>
              <a:gd name="connsiteX672" fmla="*/ 0 w 7369701"/>
              <a:gd name="connsiteY672" fmla="*/ 3015334 h 6858000"/>
              <a:gd name="connsiteX673" fmla="*/ 0 w 7369701"/>
              <a:gd name="connsiteY673" fmla="*/ 2914286 h 6858000"/>
              <a:gd name="connsiteX674" fmla="*/ 36383 w 7369701"/>
              <a:gd name="connsiteY674" fmla="*/ 2901128 h 6858000"/>
              <a:gd name="connsiteX675" fmla="*/ 156329 w 7369701"/>
              <a:gd name="connsiteY675" fmla="*/ 2840533 h 6858000"/>
              <a:gd name="connsiteX676" fmla="*/ 358355 w 7369701"/>
              <a:gd name="connsiteY676" fmla="*/ 2620471 h 6858000"/>
              <a:gd name="connsiteX677" fmla="*/ 510577 w 7369701"/>
              <a:gd name="connsiteY677" fmla="*/ 2501244 h 6858000"/>
              <a:gd name="connsiteX678" fmla="*/ 211967 w 7369701"/>
              <a:gd name="connsiteY678" fmla="*/ 2479171 h 6858000"/>
              <a:gd name="connsiteX679" fmla="*/ 0 w 7369701"/>
              <a:gd name="connsiteY679" fmla="*/ 2476398 h 6858000"/>
              <a:gd name="connsiteX680" fmla="*/ 0 w 7369701"/>
              <a:gd name="connsiteY680" fmla="*/ 2389189 h 6858000"/>
              <a:gd name="connsiteX681" fmla="*/ 103062 w 7369701"/>
              <a:gd name="connsiteY681" fmla="*/ 2389518 h 6858000"/>
              <a:gd name="connsiteX682" fmla="*/ 510734 w 7369701"/>
              <a:gd name="connsiteY682" fmla="*/ 2416201 h 6858000"/>
              <a:gd name="connsiteX683" fmla="*/ 279257 w 7369701"/>
              <a:gd name="connsiteY683" fmla="*/ 2092102 h 6858000"/>
              <a:gd name="connsiteX684" fmla="*/ 65265 w 7369701"/>
              <a:gd name="connsiteY684" fmla="*/ 2006049 h 6858000"/>
              <a:gd name="connsiteX685" fmla="*/ 0 w 7369701"/>
              <a:gd name="connsiteY685" fmla="*/ 1982532 h 6858000"/>
              <a:gd name="connsiteX686" fmla="*/ 0 w 7369701"/>
              <a:gd name="connsiteY686" fmla="*/ 1912789 h 6858000"/>
              <a:gd name="connsiteX687" fmla="*/ 97460 w 7369701"/>
              <a:gd name="connsiteY687" fmla="*/ 1953725 h 6858000"/>
              <a:gd name="connsiteX688" fmla="*/ 221272 w 7369701"/>
              <a:gd name="connsiteY688" fmla="*/ 1980766 h 6858000"/>
              <a:gd name="connsiteX689" fmla="*/ 116765 w 7369701"/>
              <a:gd name="connsiteY689" fmla="*/ 1911033 h 6858000"/>
              <a:gd name="connsiteX690" fmla="*/ 16405 w 7369701"/>
              <a:gd name="connsiteY690" fmla="*/ 1803412 h 6858000"/>
              <a:gd name="connsiteX691" fmla="*/ 0 w 7369701"/>
              <a:gd name="connsiteY691" fmla="*/ 1784777 h 6858000"/>
              <a:gd name="connsiteX692" fmla="*/ 0 w 7369701"/>
              <a:gd name="connsiteY692" fmla="*/ 1740082 h 6858000"/>
              <a:gd name="connsiteX693" fmla="*/ 39394 w 7369701"/>
              <a:gd name="connsiteY693" fmla="*/ 1784856 h 6858000"/>
              <a:gd name="connsiteX694" fmla="*/ 135813 w 7369701"/>
              <a:gd name="connsiteY694" fmla="*/ 1888838 h 6858000"/>
              <a:gd name="connsiteX695" fmla="*/ 242575 w 7369701"/>
              <a:gd name="connsiteY695" fmla="*/ 1958841 h 6858000"/>
              <a:gd name="connsiteX696" fmla="*/ 82197 w 7369701"/>
              <a:gd name="connsiteY696" fmla="*/ 1754826 h 6858000"/>
              <a:gd name="connsiteX697" fmla="*/ 0 w 7369701"/>
              <a:gd name="connsiteY697" fmla="*/ 1679650 h 6858000"/>
              <a:gd name="connsiteX698" fmla="*/ 0 w 7369701"/>
              <a:gd name="connsiteY698" fmla="*/ 1602463 h 6858000"/>
              <a:gd name="connsiteX699" fmla="*/ 84689 w 7369701"/>
              <a:gd name="connsiteY699" fmla="*/ 1677442 h 6858000"/>
              <a:gd name="connsiteX700" fmla="*/ 298437 w 7369701"/>
              <a:gd name="connsiteY700" fmla="*/ 1968019 h 6858000"/>
              <a:gd name="connsiteX701" fmla="*/ 227269 w 7369701"/>
              <a:gd name="connsiteY701" fmla="*/ 1114064 h 6858000"/>
              <a:gd name="connsiteX702" fmla="*/ 248003 w 7369701"/>
              <a:gd name="connsiteY702" fmla="*/ 1089613 h 6858000"/>
              <a:gd name="connsiteX703" fmla="*/ 427020 w 7369701"/>
              <a:gd name="connsiteY703" fmla="*/ 1619803 h 6858000"/>
              <a:gd name="connsiteX704" fmla="*/ 340345 w 7369701"/>
              <a:gd name="connsiteY704" fmla="*/ 2027739 h 6858000"/>
              <a:gd name="connsiteX705" fmla="*/ 360865 w 7369701"/>
              <a:gd name="connsiteY705" fmla="*/ 2044827 h 6858000"/>
              <a:gd name="connsiteX706" fmla="*/ 560414 w 7369701"/>
              <a:gd name="connsiteY706" fmla="*/ 2421457 h 6858000"/>
              <a:gd name="connsiteX707" fmla="*/ 1359703 w 7369701"/>
              <a:gd name="connsiteY707" fmla="*/ 2578554 h 6858000"/>
              <a:gd name="connsiteX708" fmla="*/ 1359422 w 7369701"/>
              <a:gd name="connsiteY708" fmla="*/ 2577994 h 6858000"/>
              <a:gd name="connsiteX709" fmla="*/ 828701 w 7369701"/>
              <a:gd name="connsiteY709" fmla="*/ 1839520 h 6858000"/>
              <a:gd name="connsiteX710" fmla="*/ 494427 w 7369701"/>
              <a:gd name="connsiteY710" fmla="*/ 1092333 h 6858000"/>
              <a:gd name="connsiteX711" fmla="*/ 506322 w 7369701"/>
              <a:gd name="connsiteY711" fmla="*/ 1020997 h 6858000"/>
              <a:gd name="connsiteX712" fmla="*/ 4570198 w 7369701"/>
              <a:gd name="connsiteY712" fmla="*/ 978081 h 6858000"/>
              <a:gd name="connsiteX713" fmla="*/ 4523691 w 7369701"/>
              <a:gd name="connsiteY713" fmla="*/ 1127776 h 6858000"/>
              <a:gd name="connsiteX714" fmla="*/ 4509875 w 7369701"/>
              <a:gd name="connsiteY714" fmla="*/ 1167552 h 6858000"/>
              <a:gd name="connsiteX715" fmla="*/ 4478168 w 7369701"/>
              <a:gd name="connsiteY715" fmla="*/ 1260735 h 6858000"/>
              <a:gd name="connsiteX716" fmla="*/ 4409309 w 7369701"/>
              <a:gd name="connsiteY716" fmla="*/ 1666996 h 6858000"/>
              <a:gd name="connsiteX717" fmla="*/ 4370031 w 7369701"/>
              <a:gd name="connsiteY717" fmla="*/ 1955666 h 6858000"/>
              <a:gd name="connsiteX718" fmla="*/ 4570198 w 7369701"/>
              <a:gd name="connsiteY718" fmla="*/ 978081 h 6858000"/>
              <a:gd name="connsiteX719" fmla="*/ 4557898 w 7369701"/>
              <a:gd name="connsiteY719" fmla="*/ 900011 h 6858000"/>
              <a:gd name="connsiteX720" fmla="*/ 4344840 w 7369701"/>
              <a:gd name="connsiteY720" fmla="*/ 1922038 h 6858000"/>
              <a:gd name="connsiteX721" fmla="*/ 4378710 w 7369701"/>
              <a:gd name="connsiteY721" fmla="*/ 1665516 h 6858000"/>
              <a:gd name="connsiteX722" fmla="*/ 4448798 w 7369701"/>
              <a:gd name="connsiteY722" fmla="*/ 1253024 h 6858000"/>
              <a:gd name="connsiteX723" fmla="*/ 4480315 w 7369701"/>
              <a:gd name="connsiteY723" fmla="*/ 1158454 h 6858000"/>
              <a:gd name="connsiteX724" fmla="*/ 4494133 w 7369701"/>
              <a:gd name="connsiteY724" fmla="*/ 1118676 h 6858000"/>
              <a:gd name="connsiteX725" fmla="*/ 4557898 w 7369701"/>
              <a:gd name="connsiteY725" fmla="*/ 900011 h 6858000"/>
              <a:gd name="connsiteX726" fmla="*/ 5870151 w 7369701"/>
              <a:gd name="connsiteY726" fmla="*/ 898890 h 6858000"/>
              <a:gd name="connsiteX727" fmla="*/ 5861335 w 7369701"/>
              <a:gd name="connsiteY727" fmla="*/ 899177 h 6858000"/>
              <a:gd name="connsiteX728" fmla="*/ 5843702 w 7369701"/>
              <a:gd name="connsiteY728" fmla="*/ 899748 h 6858000"/>
              <a:gd name="connsiteX729" fmla="*/ 5651107 w 7369701"/>
              <a:gd name="connsiteY729" fmla="*/ 920306 h 6858000"/>
              <a:gd name="connsiteX730" fmla="*/ 5459407 w 7369701"/>
              <a:gd name="connsiteY730" fmla="*/ 940975 h 6858000"/>
              <a:gd name="connsiteX731" fmla="*/ 5374846 w 7369701"/>
              <a:gd name="connsiteY731" fmla="*/ 941988 h 6858000"/>
              <a:gd name="connsiteX732" fmla="*/ 5256105 w 7369701"/>
              <a:gd name="connsiteY732" fmla="*/ 945632 h 6858000"/>
              <a:gd name="connsiteX733" fmla="*/ 5107071 w 7369701"/>
              <a:gd name="connsiteY733" fmla="*/ 969720 h 6858000"/>
              <a:gd name="connsiteX734" fmla="*/ 4998681 w 7369701"/>
              <a:gd name="connsiteY734" fmla="*/ 988771 h 6858000"/>
              <a:gd name="connsiteX735" fmla="*/ 5870151 w 7369701"/>
              <a:gd name="connsiteY735" fmla="*/ 898890 h 6858000"/>
              <a:gd name="connsiteX736" fmla="*/ 5504425 w 7369701"/>
              <a:gd name="connsiteY736" fmla="*/ 848067 h 6858000"/>
              <a:gd name="connsiteX737" fmla="*/ 4968849 w 7369701"/>
              <a:gd name="connsiteY737" fmla="*/ 962318 h 6858000"/>
              <a:gd name="connsiteX738" fmla="*/ 5104039 w 7369701"/>
              <a:gd name="connsiteY738" fmla="*/ 940634 h 6858000"/>
              <a:gd name="connsiteX739" fmla="*/ 5256311 w 7369701"/>
              <a:gd name="connsiteY739" fmla="*/ 916490 h 6858000"/>
              <a:gd name="connsiteX740" fmla="*/ 5377381 w 7369701"/>
              <a:gd name="connsiteY740" fmla="*/ 912671 h 6858000"/>
              <a:gd name="connsiteX741" fmla="*/ 5460148 w 7369701"/>
              <a:gd name="connsiteY741" fmla="*/ 911442 h 6858000"/>
              <a:gd name="connsiteX742" fmla="*/ 5648971 w 7369701"/>
              <a:gd name="connsiteY742" fmla="*/ 891331 h 6858000"/>
              <a:gd name="connsiteX743" fmla="*/ 5844807 w 7369701"/>
              <a:gd name="connsiteY743" fmla="*/ 870718 h 6858000"/>
              <a:gd name="connsiteX744" fmla="*/ 5862975 w 7369701"/>
              <a:gd name="connsiteY744" fmla="*/ 869756 h 6858000"/>
              <a:gd name="connsiteX745" fmla="*/ 5920887 w 7369701"/>
              <a:gd name="connsiteY745" fmla="*/ 865929 h 6858000"/>
              <a:gd name="connsiteX746" fmla="*/ 5504425 w 7369701"/>
              <a:gd name="connsiteY746" fmla="*/ 848067 h 6858000"/>
              <a:gd name="connsiteX747" fmla="*/ 3607114 w 7369701"/>
              <a:gd name="connsiteY747" fmla="*/ 467441 h 6858000"/>
              <a:gd name="connsiteX748" fmla="*/ 3296242 w 7369701"/>
              <a:gd name="connsiteY748" fmla="*/ 807991 h 6858000"/>
              <a:gd name="connsiteX749" fmla="*/ 3174674 w 7369701"/>
              <a:gd name="connsiteY749" fmla="*/ 919759 h 6858000"/>
              <a:gd name="connsiteX750" fmla="*/ 3042978 w 7369701"/>
              <a:gd name="connsiteY750" fmla="*/ 1054894 h 6858000"/>
              <a:gd name="connsiteX751" fmla="*/ 2968914 w 7369701"/>
              <a:gd name="connsiteY751" fmla="*/ 1133756 h 6858000"/>
              <a:gd name="connsiteX752" fmla="*/ 3103823 w 7369701"/>
              <a:gd name="connsiteY752" fmla="*/ 1026814 h 6858000"/>
              <a:gd name="connsiteX753" fmla="*/ 3607114 w 7369701"/>
              <a:gd name="connsiteY753" fmla="*/ 467441 h 6858000"/>
              <a:gd name="connsiteX754" fmla="*/ 3744487 w 7369701"/>
              <a:gd name="connsiteY754" fmla="*/ 383136 h 6858000"/>
              <a:gd name="connsiteX755" fmla="*/ 3970213 w 7369701"/>
              <a:gd name="connsiteY755" fmla="*/ 995559 h 6858000"/>
              <a:gd name="connsiteX756" fmla="*/ 3744487 w 7369701"/>
              <a:gd name="connsiteY756" fmla="*/ 383136 h 6858000"/>
              <a:gd name="connsiteX757" fmla="*/ 3624562 w 7369701"/>
              <a:gd name="connsiteY757" fmla="*/ 367041 h 6858000"/>
              <a:gd name="connsiteX758" fmla="*/ 3489712 w 7369701"/>
              <a:gd name="connsiteY758" fmla="*/ 485386 h 6858000"/>
              <a:gd name="connsiteX759" fmla="*/ 3182994 w 7369701"/>
              <a:gd name="connsiteY759" fmla="*/ 828265 h 6858000"/>
              <a:gd name="connsiteX760" fmla="*/ 2892114 w 7369701"/>
              <a:gd name="connsiteY760" fmla="*/ 1172635 h 6858000"/>
              <a:gd name="connsiteX761" fmla="*/ 3021459 w 7369701"/>
              <a:gd name="connsiteY761" fmla="*/ 1035385 h 6858000"/>
              <a:gd name="connsiteX762" fmla="*/ 3153873 w 7369701"/>
              <a:gd name="connsiteY762" fmla="*/ 898971 h 6858000"/>
              <a:gd name="connsiteX763" fmla="*/ 3276511 w 7369701"/>
              <a:gd name="connsiteY763" fmla="*/ 786423 h 6858000"/>
              <a:gd name="connsiteX764" fmla="*/ 3584154 w 7369701"/>
              <a:gd name="connsiteY764" fmla="*/ 448218 h 6858000"/>
              <a:gd name="connsiteX765" fmla="*/ 3624562 w 7369701"/>
              <a:gd name="connsiteY765" fmla="*/ 367041 h 6858000"/>
              <a:gd name="connsiteX766" fmla="*/ 3766672 w 7369701"/>
              <a:gd name="connsiteY766" fmla="*/ 359429 h 6858000"/>
              <a:gd name="connsiteX767" fmla="*/ 3996338 w 7369701"/>
              <a:gd name="connsiteY767" fmla="*/ 968237 h 6858000"/>
              <a:gd name="connsiteX768" fmla="*/ 3766672 w 7369701"/>
              <a:gd name="connsiteY768" fmla="*/ 359429 h 6858000"/>
              <a:gd name="connsiteX769" fmla="*/ 5805386 w 7369701"/>
              <a:gd name="connsiteY769" fmla="*/ 239240 h 6858000"/>
              <a:gd name="connsiteX770" fmla="*/ 5736947 w 7369701"/>
              <a:gd name="connsiteY770" fmla="*/ 261367 h 6858000"/>
              <a:gd name="connsiteX771" fmla="*/ 5427012 w 7369701"/>
              <a:gd name="connsiteY771" fmla="*/ 311272 h 6858000"/>
              <a:gd name="connsiteX772" fmla="*/ 5147818 w 7369701"/>
              <a:gd name="connsiteY772" fmla="*/ 322112 h 6858000"/>
              <a:gd name="connsiteX773" fmla="*/ 5060854 w 7369701"/>
              <a:gd name="connsiteY773" fmla="*/ 311882 h 6858000"/>
              <a:gd name="connsiteX774" fmla="*/ 4945989 w 7369701"/>
              <a:gd name="connsiteY774" fmla="*/ 300516 h 6858000"/>
              <a:gd name="connsiteX775" fmla="*/ 5410479 w 7369701"/>
              <a:gd name="connsiteY775" fmla="*/ 348434 h 6858000"/>
              <a:gd name="connsiteX776" fmla="*/ 5805386 w 7369701"/>
              <a:gd name="connsiteY776" fmla="*/ 239240 h 6858000"/>
              <a:gd name="connsiteX777" fmla="*/ 5905192 w 7369701"/>
              <a:gd name="connsiteY777" fmla="*/ 163079 h 6858000"/>
              <a:gd name="connsiteX778" fmla="*/ 5865655 w 7369701"/>
              <a:gd name="connsiteY778" fmla="*/ 171901 h 6858000"/>
              <a:gd name="connsiteX779" fmla="*/ 5259740 w 7369701"/>
              <a:gd name="connsiteY779" fmla="*/ 257013 h 6858000"/>
              <a:gd name="connsiteX780" fmla="*/ 5208466 w 7369701"/>
              <a:gd name="connsiteY780" fmla="*/ 257550 h 6858000"/>
              <a:gd name="connsiteX781" fmla="*/ 4980204 w 7369701"/>
              <a:gd name="connsiteY781" fmla="*/ 271903 h 6858000"/>
              <a:gd name="connsiteX782" fmla="*/ 5068068 w 7369701"/>
              <a:gd name="connsiteY782" fmla="*/ 282244 h 6858000"/>
              <a:gd name="connsiteX783" fmla="*/ 5153231 w 7369701"/>
              <a:gd name="connsiteY783" fmla="*/ 292240 h 6858000"/>
              <a:gd name="connsiteX784" fmla="*/ 5426491 w 7369701"/>
              <a:gd name="connsiteY784" fmla="*/ 281128 h 6858000"/>
              <a:gd name="connsiteX785" fmla="*/ 5731212 w 7369701"/>
              <a:gd name="connsiteY785" fmla="*/ 231951 h 6858000"/>
              <a:gd name="connsiteX786" fmla="*/ 5905192 w 7369701"/>
              <a:gd name="connsiteY786" fmla="*/ 163079 h 6858000"/>
              <a:gd name="connsiteX787" fmla="*/ 5944437 w 7369701"/>
              <a:gd name="connsiteY787" fmla="*/ 113829 h 6858000"/>
              <a:gd name="connsiteX788" fmla="*/ 5825032 w 7369701"/>
              <a:gd name="connsiteY788" fmla="*/ 146405 h 6858000"/>
              <a:gd name="connsiteX789" fmla="*/ 4955599 w 7369701"/>
              <a:gd name="connsiteY789" fmla="*/ 247008 h 6858000"/>
              <a:gd name="connsiteX790" fmla="*/ 5210104 w 7369701"/>
              <a:gd name="connsiteY790" fmla="*/ 228123 h 6858000"/>
              <a:gd name="connsiteX791" fmla="*/ 5261015 w 7369701"/>
              <a:gd name="connsiteY791" fmla="*/ 227087 h 6858000"/>
              <a:gd name="connsiteX792" fmla="*/ 5861181 w 7369701"/>
              <a:gd name="connsiteY792" fmla="*/ 143093 h 6858000"/>
              <a:gd name="connsiteX793" fmla="*/ 5961252 w 7369701"/>
              <a:gd name="connsiteY793" fmla="*/ 114820 h 6858000"/>
              <a:gd name="connsiteX794" fmla="*/ 5944437 w 7369701"/>
              <a:gd name="connsiteY794" fmla="*/ 113829 h 6858000"/>
              <a:gd name="connsiteX795" fmla="*/ 3882765 w 7369701"/>
              <a:gd name="connsiteY795" fmla="*/ 0 h 6858000"/>
              <a:gd name="connsiteX796" fmla="*/ 3995099 w 7369701"/>
              <a:gd name="connsiteY796" fmla="*/ 0 h 6858000"/>
              <a:gd name="connsiteX797" fmla="*/ 4163818 w 7369701"/>
              <a:gd name="connsiteY797" fmla="*/ 234104 h 6858000"/>
              <a:gd name="connsiteX798" fmla="*/ 4172099 w 7369701"/>
              <a:gd name="connsiteY798" fmla="*/ 234207 h 6858000"/>
              <a:gd name="connsiteX799" fmla="*/ 4784282 w 7369701"/>
              <a:gd name="connsiteY799" fmla="*/ 276561 h 6858000"/>
              <a:gd name="connsiteX800" fmla="*/ 4801687 w 7369701"/>
              <a:gd name="connsiteY800" fmla="*/ 267764 h 6858000"/>
              <a:gd name="connsiteX801" fmla="*/ 6082788 w 7369701"/>
              <a:gd name="connsiteY801" fmla="*/ 64119 h 6858000"/>
              <a:gd name="connsiteX802" fmla="*/ 6099442 w 7369701"/>
              <a:gd name="connsiteY802" fmla="*/ 82568 h 6858000"/>
              <a:gd name="connsiteX803" fmla="*/ 4804137 w 7369701"/>
              <a:gd name="connsiteY803" fmla="*/ 320931 h 6858000"/>
              <a:gd name="connsiteX804" fmla="*/ 4227047 w 7369701"/>
              <a:gd name="connsiteY804" fmla="*/ 313415 h 6858000"/>
              <a:gd name="connsiteX805" fmla="*/ 4346041 w 7369701"/>
              <a:gd name="connsiteY805" fmla="*/ 456086 h 6858000"/>
              <a:gd name="connsiteX806" fmla="*/ 4870967 w 7369701"/>
              <a:gd name="connsiteY806" fmla="*/ 963061 h 6858000"/>
              <a:gd name="connsiteX807" fmla="*/ 4889647 w 7369701"/>
              <a:gd name="connsiteY807" fmla="*/ 957147 h 6858000"/>
              <a:gd name="connsiteX808" fmla="*/ 5422504 w 7369701"/>
              <a:gd name="connsiteY808" fmla="*/ 805191 h 6858000"/>
              <a:gd name="connsiteX809" fmla="*/ 6087656 w 7369701"/>
              <a:gd name="connsiteY809" fmla="*/ 826703 h 6858000"/>
              <a:gd name="connsiteX810" fmla="*/ 6058717 w 7369701"/>
              <a:gd name="connsiteY810" fmla="*/ 865992 h 6858000"/>
              <a:gd name="connsiteX811" fmla="*/ 4974153 w 7369701"/>
              <a:gd name="connsiteY811" fmla="*/ 1045456 h 6858000"/>
              <a:gd name="connsiteX812" fmla="*/ 5627835 w 7369701"/>
              <a:gd name="connsiteY812" fmla="*/ 1472077 h 6858000"/>
              <a:gd name="connsiteX813" fmla="*/ 5629817 w 7369701"/>
              <a:gd name="connsiteY813" fmla="*/ 1471412 h 6858000"/>
              <a:gd name="connsiteX814" fmla="*/ 5634124 w 7369701"/>
              <a:gd name="connsiteY814" fmla="*/ 1470572 h 6858000"/>
              <a:gd name="connsiteX815" fmla="*/ 5755832 w 7369701"/>
              <a:gd name="connsiteY815" fmla="*/ 1383886 h 6858000"/>
              <a:gd name="connsiteX816" fmla="*/ 6014186 w 7369701"/>
              <a:gd name="connsiteY816" fmla="*/ 1279799 h 6858000"/>
              <a:gd name="connsiteX817" fmla="*/ 6901619 w 7369701"/>
              <a:gd name="connsiteY817" fmla="*/ 1047874 h 6858000"/>
              <a:gd name="connsiteX818" fmla="*/ 6931566 w 7369701"/>
              <a:gd name="connsiteY818" fmla="*/ 1062034 h 6858000"/>
              <a:gd name="connsiteX819" fmla="*/ 5790982 w 7369701"/>
              <a:gd name="connsiteY819" fmla="*/ 1561380 h 6858000"/>
              <a:gd name="connsiteX820" fmla="*/ 6188971 w 7369701"/>
              <a:gd name="connsiteY820" fmla="*/ 1755168 h 6858000"/>
              <a:gd name="connsiteX821" fmla="*/ 6202446 w 7369701"/>
              <a:gd name="connsiteY821" fmla="*/ 1752268 h 6858000"/>
              <a:gd name="connsiteX822" fmla="*/ 7179560 w 7369701"/>
              <a:gd name="connsiteY822" fmla="*/ 1467551 h 6858000"/>
              <a:gd name="connsiteX823" fmla="*/ 7158730 w 7369701"/>
              <a:gd name="connsiteY823" fmla="*/ 1507835 h 6858000"/>
              <a:gd name="connsiteX824" fmla="*/ 6326959 w 7369701"/>
              <a:gd name="connsiteY824" fmla="*/ 1817686 h 6858000"/>
              <a:gd name="connsiteX825" fmla="*/ 6537433 w 7369701"/>
              <a:gd name="connsiteY825" fmla="*/ 1907790 h 6858000"/>
              <a:gd name="connsiteX826" fmla="*/ 6550221 w 7369701"/>
              <a:gd name="connsiteY826" fmla="*/ 1910729 h 6858000"/>
              <a:gd name="connsiteX827" fmla="*/ 6964438 w 7369701"/>
              <a:gd name="connsiteY827" fmla="*/ 2209505 h 6858000"/>
              <a:gd name="connsiteX828" fmla="*/ 7367862 w 7369701"/>
              <a:gd name="connsiteY828" fmla="*/ 2806833 h 6858000"/>
              <a:gd name="connsiteX829" fmla="*/ 7364329 w 7369701"/>
              <a:gd name="connsiteY829" fmla="*/ 2826907 h 6858000"/>
              <a:gd name="connsiteX830" fmla="*/ 7290545 w 7369701"/>
              <a:gd name="connsiteY830" fmla="*/ 2850663 h 6858000"/>
              <a:gd name="connsiteX831" fmla="*/ 6472036 w 7369701"/>
              <a:gd name="connsiteY831" fmla="*/ 1959003 h 6858000"/>
              <a:gd name="connsiteX832" fmla="*/ 5792897 w 7369701"/>
              <a:gd name="connsiteY832" fmla="*/ 1647747 h 6858000"/>
              <a:gd name="connsiteX833" fmla="*/ 5842751 w 7369701"/>
              <a:gd name="connsiteY833" fmla="*/ 1816112 h 6858000"/>
              <a:gd name="connsiteX834" fmla="*/ 5847424 w 7369701"/>
              <a:gd name="connsiteY834" fmla="*/ 1815776 h 6858000"/>
              <a:gd name="connsiteX835" fmla="*/ 6399821 w 7369701"/>
              <a:gd name="connsiteY835" fmla="*/ 2344799 h 6858000"/>
              <a:gd name="connsiteX836" fmla="*/ 6323232 w 7369701"/>
              <a:gd name="connsiteY836" fmla="*/ 2389634 h 6858000"/>
              <a:gd name="connsiteX837" fmla="*/ 5942958 w 7369701"/>
              <a:gd name="connsiteY837" fmla="*/ 2077708 h 6858000"/>
              <a:gd name="connsiteX838" fmla="*/ 5921559 w 7369701"/>
              <a:gd name="connsiteY838" fmla="*/ 2378596 h 6858000"/>
              <a:gd name="connsiteX839" fmla="*/ 5817651 w 7369701"/>
              <a:gd name="connsiteY839" fmla="*/ 3023919 h 6858000"/>
              <a:gd name="connsiteX840" fmla="*/ 5729634 w 7369701"/>
              <a:gd name="connsiteY840" fmla="*/ 3051849 h 6858000"/>
              <a:gd name="connsiteX841" fmla="*/ 5611018 w 7369701"/>
              <a:gd name="connsiteY841" fmla="*/ 2316769 h 6858000"/>
              <a:gd name="connsiteX842" fmla="*/ 5687608 w 7369701"/>
              <a:gd name="connsiteY842" fmla="*/ 2039972 h 6858000"/>
              <a:gd name="connsiteX843" fmla="*/ 5657554 w 7369701"/>
              <a:gd name="connsiteY843" fmla="*/ 1576445 h 6858000"/>
              <a:gd name="connsiteX844" fmla="*/ 5150475 w 7369701"/>
              <a:gd name="connsiteY844" fmla="*/ 1274012 h 6858000"/>
              <a:gd name="connsiteX845" fmla="*/ 5349142 w 7369701"/>
              <a:gd name="connsiteY845" fmla="*/ 2204405 h 6858000"/>
              <a:gd name="connsiteX846" fmla="*/ 5262214 w 7369701"/>
              <a:gd name="connsiteY846" fmla="*/ 2233836 h 6858000"/>
              <a:gd name="connsiteX847" fmla="*/ 4981539 w 7369701"/>
              <a:gd name="connsiteY847" fmla="*/ 1542201 h 6858000"/>
              <a:gd name="connsiteX848" fmla="*/ 4958461 w 7369701"/>
              <a:gd name="connsiteY848" fmla="*/ 1136957 h 6858000"/>
              <a:gd name="connsiteX849" fmla="*/ 4655015 w 7369701"/>
              <a:gd name="connsiteY849" fmla="*/ 891426 h 6858000"/>
              <a:gd name="connsiteX850" fmla="*/ 4348002 w 7369701"/>
              <a:gd name="connsiteY850" fmla="*/ 2205895 h 6858000"/>
              <a:gd name="connsiteX851" fmla="*/ 4262250 w 7369701"/>
              <a:gd name="connsiteY851" fmla="*/ 2219972 h 6858000"/>
              <a:gd name="connsiteX852" fmla="*/ 4550611 w 7369701"/>
              <a:gd name="connsiteY852" fmla="*/ 817540 h 6858000"/>
              <a:gd name="connsiteX853" fmla="*/ 4564418 w 7369701"/>
              <a:gd name="connsiteY853" fmla="*/ 808293 h 6858000"/>
              <a:gd name="connsiteX854" fmla="*/ 4266388 w 7369701"/>
              <a:gd name="connsiteY854" fmla="*/ 500083 h 6858000"/>
              <a:gd name="connsiteX855" fmla="*/ 4032842 w 7369701"/>
              <a:gd name="connsiteY855" fmla="*/ 211809 h 6858000"/>
              <a:gd name="connsiteX856" fmla="*/ 3882765 w 7369701"/>
              <a:gd name="connsiteY856" fmla="*/ 0 h 6858000"/>
              <a:gd name="connsiteX857" fmla="*/ 3721337 w 7369701"/>
              <a:gd name="connsiteY857" fmla="*/ 0 h 6858000"/>
              <a:gd name="connsiteX858" fmla="*/ 3797544 w 7369701"/>
              <a:gd name="connsiteY858" fmla="*/ 0 h 6858000"/>
              <a:gd name="connsiteX859" fmla="*/ 3775734 w 7369701"/>
              <a:gd name="connsiteY859" fmla="*/ 95131 h 6858000"/>
              <a:gd name="connsiteX860" fmla="*/ 3724807 w 7369701"/>
              <a:gd name="connsiteY860" fmla="*/ 272257 h 6858000"/>
              <a:gd name="connsiteX861" fmla="*/ 3726844 w 7369701"/>
              <a:gd name="connsiteY861" fmla="*/ 282988 h 6858000"/>
              <a:gd name="connsiteX862" fmla="*/ 3742664 w 7369701"/>
              <a:gd name="connsiteY862" fmla="*/ 279918 h 6858000"/>
              <a:gd name="connsiteX863" fmla="*/ 4103910 w 7369701"/>
              <a:gd name="connsiteY863" fmla="*/ 1161917 h 6858000"/>
              <a:gd name="connsiteX864" fmla="*/ 4020269 w 7369701"/>
              <a:gd name="connsiteY864" fmla="*/ 1200406 h 6858000"/>
              <a:gd name="connsiteX865" fmla="*/ 3674882 w 7369701"/>
              <a:gd name="connsiteY865" fmla="*/ 488524 h 6858000"/>
              <a:gd name="connsiteX866" fmla="*/ 3132682 w 7369701"/>
              <a:gd name="connsiteY866" fmla="*/ 1072284 h 6858000"/>
              <a:gd name="connsiteX867" fmla="*/ 2716346 w 7369701"/>
              <a:gd name="connsiteY867" fmla="*/ 1276376 h 6858000"/>
              <a:gd name="connsiteX868" fmla="*/ 2716772 w 7369701"/>
              <a:gd name="connsiteY868" fmla="*/ 1255462 h 6858000"/>
              <a:gd name="connsiteX869" fmla="*/ 3471096 w 7369701"/>
              <a:gd name="connsiteY869" fmla="*/ 437072 h 6858000"/>
              <a:gd name="connsiteX870" fmla="*/ 3639057 w 7369701"/>
              <a:gd name="connsiteY870" fmla="*/ 286334 h 6858000"/>
              <a:gd name="connsiteX871" fmla="*/ 3640309 w 7369701"/>
              <a:gd name="connsiteY871" fmla="*/ 284664 h 6858000"/>
              <a:gd name="connsiteX872" fmla="*/ 3646022 w 7369701"/>
              <a:gd name="connsiteY872" fmla="*/ 276711 h 6858000"/>
              <a:gd name="connsiteX873" fmla="*/ 3707943 w 7369701"/>
              <a:gd name="connsiteY873" fmla="*/ 65958 h 6858000"/>
              <a:gd name="connsiteX874" fmla="*/ 3721337 w 7369701"/>
              <a:gd name="connsiteY874" fmla="*/ 0 h 6858000"/>
              <a:gd name="connsiteX875" fmla="*/ 2867960 w 7369701"/>
              <a:gd name="connsiteY875" fmla="*/ 0 h 6858000"/>
              <a:gd name="connsiteX876" fmla="*/ 2926351 w 7369701"/>
              <a:gd name="connsiteY876" fmla="*/ 0 h 6858000"/>
              <a:gd name="connsiteX877" fmla="*/ 2902823 w 7369701"/>
              <a:gd name="connsiteY877" fmla="*/ 262929 h 6858000"/>
              <a:gd name="connsiteX878" fmla="*/ 2940663 w 7369701"/>
              <a:gd name="connsiteY878" fmla="*/ 140884 h 6858000"/>
              <a:gd name="connsiteX879" fmla="*/ 2947039 w 7369701"/>
              <a:gd name="connsiteY879" fmla="*/ 122524 h 6858000"/>
              <a:gd name="connsiteX880" fmla="*/ 2984316 w 7369701"/>
              <a:gd name="connsiteY880" fmla="*/ 0 h 6858000"/>
              <a:gd name="connsiteX881" fmla="*/ 3016114 w 7369701"/>
              <a:gd name="connsiteY881" fmla="*/ 0 h 6858000"/>
              <a:gd name="connsiteX882" fmla="*/ 2979949 w 7369701"/>
              <a:gd name="connsiteY882" fmla="*/ 119274 h 6858000"/>
              <a:gd name="connsiteX883" fmla="*/ 3023879 w 7369701"/>
              <a:gd name="connsiteY883" fmla="*/ 0 h 6858000"/>
              <a:gd name="connsiteX884" fmla="*/ 3105400 w 7369701"/>
              <a:gd name="connsiteY884" fmla="*/ 0 h 6858000"/>
              <a:gd name="connsiteX885" fmla="*/ 3094669 w 7369701"/>
              <a:gd name="connsiteY885" fmla="*/ 30308 h 6858000"/>
              <a:gd name="connsiteX886" fmla="*/ 2901945 w 7369701"/>
              <a:gd name="connsiteY886" fmla="*/ 466538 h 6858000"/>
              <a:gd name="connsiteX887" fmla="*/ 2815209 w 7369701"/>
              <a:gd name="connsiteY887" fmla="*/ 497361 h 6858000"/>
              <a:gd name="connsiteX888" fmla="*/ 2844845 w 7369701"/>
              <a:gd name="connsiteY888" fmla="*/ 127638 h 6858000"/>
              <a:gd name="connsiteX889" fmla="*/ 2867960 w 7369701"/>
              <a:gd name="connsiteY889" fmla="*/ 0 h 6858000"/>
              <a:gd name="connsiteX890" fmla="*/ 1057230 w 7369701"/>
              <a:gd name="connsiteY890" fmla="*/ 0 h 6858000"/>
              <a:gd name="connsiteX891" fmla="*/ 1111003 w 7369701"/>
              <a:gd name="connsiteY891" fmla="*/ 0 h 6858000"/>
              <a:gd name="connsiteX892" fmla="*/ 1125553 w 7369701"/>
              <a:gd name="connsiteY892" fmla="*/ 52588 h 6858000"/>
              <a:gd name="connsiteX893" fmla="*/ 1304276 w 7369701"/>
              <a:gd name="connsiteY893" fmla="*/ 476275 h 6858000"/>
              <a:gd name="connsiteX894" fmla="*/ 1492066 w 7369701"/>
              <a:gd name="connsiteY894" fmla="*/ 886333 h 6858000"/>
              <a:gd name="connsiteX895" fmla="*/ 1423698 w 7369701"/>
              <a:gd name="connsiteY895" fmla="*/ 710817 h 6858000"/>
              <a:gd name="connsiteX896" fmla="*/ 1357609 w 7369701"/>
              <a:gd name="connsiteY896" fmla="*/ 532892 h 6858000"/>
              <a:gd name="connsiteX897" fmla="*/ 1309550 w 7369701"/>
              <a:gd name="connsiteY897" fmla="*/ 374031 h 6858000"/>
              <a:gd name="connsiteX898" fmla="*/ 1193673 w 7369701"/>
              <a:gd name="connsiteY898" fmla="*/ 49533 h 6858000"/>
              <a:gd name="connsiteX899" fmla="*/ 1164391 w 7369701"/>
              <a:gd name="connsiteY899" fmla="*/ 0 h 6858000"/>
              <a:gd name="connsiteX900" fmla="*/ 1200666 w 7369701"/>
              <a:gd name="connsiteY900" fmla="*/ 0 h 6858000"/>
              <a:gd name="connsiteX901" fmla="*/ 1223408 w 7369701"/>
              <a:gd name="connsiteY901" fmla="*/ 38996 h 6858000"/>
              <a:gd name="connsiteX902" fmla="*/ 1339635 w 7369701"/>
              <a:gd name="connsiteY902" fmla="*/ 365517 h 6858000"/>
              <a:gd name="connsiteX903" fmla="*/ 1387469 w 7369701"/>
              <a:gd name="connsiteY903" fmla="*/ 523079 h 6858000"/>
              <a:gd name="connsiteX904" fmla="*/ 1452685 w 7369701"/>
              <a:gd name="connsiteY904" fmla="*/ 699806 h 6858000"/>
              <a:gd name="connsiteX905" fmla="*/ 1492092 w 7369701"/>
              <a:gd name="connsiteY905" fmla="*/ 800424 h 6858000"/>
              <a:gd name="connsiteX906" fmla="*/ 1455302 w 7369701"/>
              <a:gd name="connsiteY906" fmla="*/ 632913 h 6858000"/>
              <a:gd name="connsiteX907" fmla="*/ 1222336 w 7369701"/>
              <a:gd name="connsiteY907" fmla="*/ 9480 h 6858000"/>
              <a:gd name="connsiteX908" fmla="*/ 1214634 w 7369701"/>
              <a:gd name="connsiteY908" fmla="*/ 0 h 6858000"/>
              <a:gd name="connsiteX909" fmla="*/ 1289827 w 7369701"/>
              <a:gd name="connsiteY909" fmla="*/ 0 h 6858000"/>
              <a:gd name="connsiteX910" fmla="*/ 1321076 w 7369701"/>
              <a:gd name="connsiteY910" fmla="*/ 59722 h 6858000"/>
              <a:gd name="connsiteX911" fmla="*/ 1512579 w 7369701"/>
              <a:gd name="connsiteY911" fmla="*/ 626441 h 6858000"/>
              <a:gd name="connsiteX912" fmla="*/ 1506076 w 7369701"/>
              <a:gd name="connsiteY912" fmla="*/ 1089289 h 6858000"/>
              <a:gd name="connsiteX913" fmla="*/ 1486346 w 7369701"/>
              <a:gd name="connsiteY913" fmla="*/ 1079919 h 6858000"/>
              <a:gd name="connsiteX914" fmla="*/ 1070511 w 7369701"/>
              <a:gd name="connsiteY914" fmla="*/ 48609 h 6858000"/>
              <a:gd name="connsiteX915" fmla="*/ 1057230 w 7369701"/>
              <a:gd name="connsiteY915" fmla="*/ 0 h 6858000"/>
              <a:gd name="connsiteX916" fmla="*/ 43151 w 7369701"/>
              <a:gd name="connsiteY916" fmla="*/ 0 h 6858000"/>
              <a:gd name="connsiteX917" fmla="*/ 95283 w 7369701"/>
              <a:gd name="connsiteY917" fmla="*/ 0 h 6858000"/>
              <a:gd name="connsiteX918" fmla="*/ 300708 w 7369701"/>
              <a:gd name="connsiteY918" fmla="*/ 154571 h 6858000"/>
              <a:gd name="connsiteX919" fmla="*/ 530414 w 7369701"/>
              <a:gd name="connsiteY919" fmla="*/ 354673 h 6858000"/>
              <a:gd name="connsiteX920" fmla="*/ 333785 w 7369701"/>
              <a:gd name="connsiteY920" fmla="*/ 161564 h 6858000"/>
              <a:gd name="connsiteX921" fmla="*/ 147005 w 7369701"/>
              <a:gd name="connsiteY921" fmla="*/ 0 h 6858000"/>
              <a:gd name="connsiteX922" fmla="*/ 272509 w 7369701"/>
              <a:gd name="connsiteY922" fmla="*/ 0 h 6858000"/>
              <a:gd name="connsiteX923" fmla="*/ 326276 w 7369701"/>
              <a:gd name="connsiteY923" fmla="*/ 45847 h 6858000"/>
              <a:gd name="connsiteX924" fmla="*/ 823759 w 7369701"/>
              <a:gd name="connsiteY924" fmla="*/ 574145 h 6858000"/>
              <a:gd name="connsiteX925" fmla="*/ 811254 w 7369701"/>
              <a:gd name="connsiteY925" fmla="*/ 665546 h 6858000"/>
              <a:gd name="connsiteX926" fmla="*/ 154042 w 7369701"/>
              <a:gd name="connsiteY926" fmla="*/ 261522 h 6858000"/>
              <a:gd name="connsiteX927" fmla="*/ 13550 w 7369701"/>
              <a:gd name="connsiteY927" fmla="*/ 158423 h 6858000"/>
              <a:gd name="connsiteX928" fmla="*/ 0 w 7369701"/>
              <a:gd name="connsiteY928" fmla="*/ 146618 h 6858000"/>
              <a:gd name="connsiteX929" fmla="*/ 0 w 7369701"/>
              <a:gd name="connsiteY929" fmla="*/ 59161 h 6858000"/>
              <a:gd name="connsiteX930" fmla="*/ 45427 w 7369701"/>
              <a:gd name="connsiteY930" fmla="*/ 101078 h 6858000"/>
              <a:gd name="connsiteX931" fmla="*/ 630103 w 7369701"/>
              <a:gd name="connsiteY931" fmla="*/ 485885 h 6858000"/>
              <a:gd name="connsiteX932" fmla="*/ 532040 w 7369701"/>
              <a:gd name="connsiteY932" fmla="*/ 399359 h 6858000"/>
              <a:gd name="connsiteX933" fmla="*/ 517618 w 7369701"/>
              <a:gd name="connsiteY933" fmla="*/ 385726 h 6858000"/>
              <a:gd name="connsiteX934" fmla="*/ 285074 w 7369701"/>
              <a:gd name="connsiteY934" fmla="*/ 182755 h 6858000"/>
              <a:gd name="connsiteX935" fmla="*/ 43151 w 7369701"/>
              <a:gd name="connsiteY93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Lst>
            <a:rect l="l" t="t" r="r" b="b"/>
            <a:pathLst>
              <a:path w="7369701" h="6858000">
                <a:moveTo>
                  <a:pt x="369702" y="6712169"/>
                </a:moveTo>
                <a:lnTo>
                  <a:pt x="366575" y="6715556"/>
                </a:lnTo>
                <a:cubicBezTo>
                  <a:pt x="367954" y="6715031"/>
                  <a:pt x="369326" y="6714512"/>
                  <a:pt x="371637" y="6713954"/>
                </a:cubicBezTo>
                <a:lnTo>
                  <a:pt x="369702" y="6712169"/>
                </a:lnTo>
                <a:close/>
                <a:moveTo>
                  <a:pt x="1019354" y="6315006"/>
                </a:moveTo>
                <a:cubicBezTo>
                  <a:pt x="847231" y="6483030"/>
                  <a:pt x="636234" y="6599053"/>
                  <a:pt x="441046" y="6691153"/>
                </a:cubicBezTo>
                <a:cubicBezTo>
                  <a:pt x="668934" y="6613112"/>
                  <a:pt x="947819" y="6494377"/>
                  <a:pt x="1019354" y="6315006"/>
                </a:cubicBezTo>
                <a:close/>
                <a:moveTo>
                  <a:pt x="991680" y="6298413"/>
                </a:moveTo>
                <a:cubicBezTo>
                  <a:pt x="775775" y="6396465"/>
                  <a:pt x="575302" y="6507871"/>
                  <a:pt x="409060" y="6671470"/>
                </a:cubicBezTo>
                <a:cubicBezTo>
                  <a:pt x="603834" y="6580783"/>
                  <a:pt x="817655" y="6465584"/>
                  <a:pt x="991680" y="6298413"/>
                </a:cubicBezTo>
                <a:close/>
                <a:moveTo>
                  <a:pt x="103333" y="5699602"/>
                </a:moveTo>
                <a:cubicBezTo>
                  <a:pt x="133282" y="5726353"/>
                  <a:pt x="175725" y="5762843"/>
                  <a:pt x="233938" y="5809416"/>
                </a:cubicBezTo>
                <a:cubicBezTo>
                  <a:pt x="390802" y="5935412"/>
                  <a:pt x="652575" y="6145703"/>
                  <a:pt x="883580" y="6180710"/>
                </a:cubicBezTo>
                <a:cubicBezTo>
                  <a:pt x="736829" y="6133021"/>
                  <a:pt x="610173" y="6040280"/>
                  <a:pt x="487337" y="5950182"/>
                </a:cubicBezTo>
                <a:cubicBezTo>
                  <a:pt x="443670" y="5917932"/>
                  <a:pt x="398584" y="5885270"/>
                  <a:pt x="354051" y="5854912"/>
                </a:cubicBezTo>
                <a:cubicBezTo>
                  <a:pt x="302352" y="5819720"/>
                  <a:pt x="247963" y="5787429"/>
                  <a:pt x="195436" y="5755068"/>
                </a:cubicBezTo>
                <a:lnTo>
                  <a:pt x="103333" y="5699602"/>
                </a:lnTo>
                <a:close/>
                <a:moveTo>
                  <a:pt x="5539432" y="5642928"/>
                </a:moveTo>
                <a:cubicBezTo>
                  <a:pt x="5544304" y="5659969"/>
                  <a:pt x="5549664" y="5677449"/>
                  <a:pt x="5555462" y="5694454"/>
                </a:cubicBezTo>
                <a:cubicBezTo>
                  <a:pt x="5631122" y="5909386"/>
                  <a:pt x="5731219" y="6118228"/>
                  <a:pt x="5828270" y="6320663"/>
                </a:cubicBezTo>
                <a:cubicBezTo>
                  <a:pt x="5868407" y="6404290"/>
                  <a:pt x="5908582" y="6488842"/>
                  <a:pt x="5947416" y="6574846"/>
                </a:cubicBezTo>
                <a:cubicBezTo>
                  <a:pt x="5894674" y="6327329"/>
                  <a:pt x="5793018" y="5718484"/>
                  <a:pt x="5539432" y="5642928"/>
                </a:cubicBezTo>
                <a:close/>
                <a:moveTo>
                  <a:pt x="51253" y="5631825"/>
                </a:moveTo>
                <a:lnTo>
                  <a:pt x="211622" y="5728803"/>
                </a:lnTo>
                <a:cubicBezTo>
                  <a:pt x="264592" y="5760684"/>
                  <a:pt x="319013" y="5793908"/>
                  <a:pt x="371652" y="5829062"/>
                </a:cubicBezTo>
                <a:cubicBezTo>
                  <a:pt x="417589" y="5859824"/>
                  <a:pt x="462230" y="5892964"/>
                  <a:pt x="505903" y="5925221"/>
                </a:cubicBezTo>
                <a:cubicBezTo>
                  <a:pt x="628246" y="6014875"/>
                  <a:pt x="754907" y="6107611"/>
                  <a:pt x="899240" y="6153068"/>
                </a:cubicBezTo>
                <a:cubicBezTo>
                  <a:pt x="928476" y="6162153"/>
                  <a:pt x="958088" y="6168887"/>
                  <a:pt x="988114" y="6174204"/>
                </a:cubicBezTo>
                <a:cubicBezTo>
                  <a:pt x="943280" y="6136411"/>
                  <a:pt x="896194" y="6100100"/>
                  <a:pt x="845971" y="6067177"/>
                </a:cubicBezTo>
                <a:cubicBezTo>
                  <a:pt x="720131" y="5983257"/>
                  <a:pt x="580034" y="5915740"/>
                  <a:pt x="448057" y="5841376"/>
                </a:cubicBezTo>
                <a:cubicBezTo>
                  <a:pt x="341781" y="5780886"/>
                  <a:pt x="90319" y="5630263"/>
                  <a:pt x="51253" y="5631825"/>
                </a:cubicBezTo>
                <a:close/>
                <a:moveTo>
                  <a:pt x="2606687" y="5630718"/>
                </a:moveTo>
                <a:cubicBezTo>
                  <a:pt x="2484040" y="5952782"/>
                  <a:pt x="2550772" y="6305470"/>
                  <a:pt x="2645658" y="6640259"/>
                </a:cubicBezTo>
                <a:cubicBezTo>
                  <a:pt x="2605413" y="6320984"/>
                  <a:pt x="2566733" y="5970903"/>
                  <a:pt x="2606687" y="5630718"/>
                </a:cubicBezTo>
                <a:close/>
                <a:moveTo>
                  <a:pt x="3642057" y="5573487"/>
                </a:moveTo>
                <a:cubicBezTo>
                  <a:pt x="3639338" y="5575453"/>
                  <a:pt x="3635693" y="5577466"/>
                  <a:pt x="3632981" y="5579437"/>
                </a:cubicBezTo>
                <a:cubicBezTo>
                  <a:pt x="3509182" y="5674738"/>
                  <a:pt x="3441993" y="5811556"/>
                  <a:pt x="3382436" y="5952726"/>
                </a:cubicBezTo>
                <a:cubicBezTo>
                  <a:pt x="3286719" y="6179641"/>
                  <a:pt x="3231101" y="6419386"/>
                  <a:pt x="3191929" y="6662669"/>
                </a:cubicBezTo>
                <a:cubicBezTo>
                  <a:pt x="3237125" y="6465250"/>
                  <a:pt x="3296425" y="6271000"/>
                  <a:pt x="3369898" y="6081771"/>
                </a:cubicBezTo>
                <a:cubicBezTo>
                  <a:pt x="3454377" y="5865084"/>
                  <a:pt x="3540614" y="5703753"/>
                  <a:pt x="3642057" y="5573487"/>
                </a:cubicBezTo>
                <a:close/>
                <a:moveTo>
                  <a:pt x="2650666" y="5530686"/>
                </a:moveTo>
                <a:cubicBezTo>
                  <a:pt x="2650695" y="5531619"/>
                  <a:pt x="2650695" y="5531619"/>
                  <a:pt x="2650249" y="5532101"/>
                </a:cubicBezTo>
                <a:cubicBezTo>
                  <a:pt x="2594633" y="5864991"/>
                  <a:pt x="2624834" y="6212617"/>
                  <a:pt x="2663808" y="6535215"/>
                </a:cubicBezTo>
                <a:cubicBezTo>
                  <a:pt x="2664345" y="6401062"/>
                  <a:pt x="2664881" y="6266909"/>
                  <a:pt x="2665418" y="6132756"/>
                </a:cubicBezTo>
                <a:cubicBezTo>
                  <a:pt x="2666315" y="5945493"/>
                  <a:pt x="2661038" y="5743579"/>
                  <a:pt x="2650666" y="5530686"/>
                </a:cubicBezTo>
                <a:close/>
                <a:moveTo>
                  <a:pt x="2680277" y="5479204"/>
                </a:moveTo>
                <a:cubicBezTo>
                  <a:pt x="2679826" y="5479692"/>
                  <a:pt x="2679381" y="5480173"/>
                  <a:pt x="2678972" y="5481582"/>
                </a:cubicBezTo>
                <a:cubicBezTo>
                  <a:pt x="2691463" y="5712555"/>
                  <a:pt x="2697451" y="5932139"/>
                  <a:pt x="2696666" y="6133836"/>
                </a:cubicBezTo>
                <a:lnTo>
                  <a:pt x="2695769" y="6390955"/>
                </a:lnTo>
                <a:cubicBezTo>
                  <a:pt x="2712509" y="6297144"/>
                  <a:pt x="2727840" y="6202916"/>
                  <a:pt x="2739893" y="6108357"/>
                </a:cubicBezTo>
                <a:cubicBezTo>
                  <a:pt x="2767348" y="5886500"/>
                  <a:pt x="2737035" y="5687445"/>
                  <a:pt x="2680277" y="5479204"/>
                </a:cubicBezTo>
                <a:close/>
                <a:moveTo>
                  <a:pt x="1132195" y="5467980"/>
                </a:moveTo>
                <a:cubicBezTo>
                  <a:pt x="1313054" y="5495211"/>
                  <a:pt x="1494925" y="5512628"/>
                  <a:pt x="1679056" y="5516907"/>
                </a:cubicBezTo>
                <a:cubicBezTo>
                  <a:pt x="1838007" y="5520331"/>
                  <a:pt x="1983050" y="5490313"/>
                  <a:pt x="2128648" y="5474249"/>
                </a:cubicBezTo>
                <a:cubicBezTo>
                  <a:pt x="2028248" y="5467548"/>
                  <a:pt x="1925543" y="5473055"/>
                  <a:pt x="1825619" y="5478447"/>
                </a:cubicBezTo>
                <a:lnTo>
                  <a:pt x="1737798" y="5483353"/>
                </a:lnTo>
                <a:cubicBezTo>
                  <a:pt x="1536509" y="5492800"/>
                  <a:pt x="1332771" y="5487439"/>
                  <a:pt x="1132195" y="5467980"/>
                </a:cubicBezTo>
                <a:close/>
                <a:moveTo>
                  <a:pt x="1456157" y="5371404"/>
                </a:moveTo>
                <a:cubicBezTo>
                  <a:pt x="1385125" y="5373535"/>
                  <a:pt x="1314200" y="5378444"/>
                  <a:pt x="1244432" y="5385601"/>
                </a:cubicBezTo>
                <a:cubicBezTo>
                  <a:pt x="1151404" y="5395142"/>
                  <a:pt x="1060429" y="5408677"/>
                  <a:pt x="973990" y="5424940"/>
                </a:cubicBezTo>
                <a:cubicBezTo>
                  <a:pt x="1017323" y="5425535"/>
                  <a:pt x="1061253" y="5429367"/>
                  <a:pt x="1103809" y="5433720"/>
                </a:cubicBezTo>
                <a:lnTo>
                  <a:pt x="1123454" y="5435727"/>
                </a:lnTo>
                <a:cubicBezTo>
                  <a:pt x="1326373" y="5455563"/>
                  <a:pt x="1533386" y="5461253"/>
                  <a:pt x="1737017" y="5452183"/>
                </a:cubicBezTo>
                <a:lnTo>
                  <a:pt x="1824397" y="5447757"/>
                </a:lnTo>
                <a:cubicBezTo>
                  <a:pt x="1905266" y="5443590"/>
                  <a:pt x="1987993" y="5439352"/>
                  <a:pt x="2070059" y="5441660"/>
                </a:cubicBezTo>
                <a:cubicBezTo>
                  <a:pt x="1883310" y="5383634"/>
                  <a:pt x="1669251" y="5365013"/>
                  <a:pt x="1456157" y="5371404"/>
                </a:cubicBezTo>
                <a:close/>
                <a:moveTo>
                  <a:pt x="4988186" y="5216467"/>
                </a:moveTo>
                <a:cubicBezTo>
                  <a:pt x="4914642" y="5275764"/>
                  <a:pt x="4843105" y="5338703"/>
                  <a:pt x="4777334" y="5406072"/>
                </a:cubicBezTo>
                <a:cubicBezTo>
                  <a:pt x="4757662" y="5426414"/>
                  <a:pt x="4737537" y="5447249"/>
                  <a:pt x="4718341" y="5468043"/>
                </a:cubicBezTo>
                <a:cubicBezTo>
                  <a:pt x="4681696" y="5506771"/>
                  <a:pt x="4644162" y="5546455"/>
                  <a:pt x="4604655" y="5583434"/>
                </a:cubicBezTo>
                <a:cubicBezTo>
                  <a:pt x="4591636" y="5595592"/>
                  <a:pt x="4578581" y="5606832"/>
                  <a:pt x="4565074" y="5618550"/>
                </a:cubicBezTo>
                <a:cubicBezTo>
                  <a:pt x="4712605" y="5511121"/>
                  <a:pt x="4908425" y="5376611"/>
                  <a:pt x="4988186" y="5216467"/>
                </a:cubicBezTo>
                <a:close/>
                <a:moveTo>
                  <a:pt x="4978032" y="5183809"/>
                </a:moveTo>
                <a:cubicBezTo>
                  <a:pt x="4748175" y="5235846"/>
                  <a:pt x="4611576" y="5430393"/>
                  <a:pt x="4463413" y="5615162"/>
                </a:cubicBezTo>
                <a:cubicBezTo>
                  <a:pt x="4428815" y="5658459"/>
                  <a:pt x="4393697" y="5700384"/>
                  <a:pt x="4358134" y="5742791"/>
                </a:cubicBezTo>
                <a:lnTo>
                  <a:pt x="4376219" y="5729027"/>
                </a:lnTo>
                <a:cubicBezTo>
                  <a:pt x="4445817" y="5675939"/>
                  <a:pt x="4517680" y="5621374"/>
                  <a:pt x="4582340" y="5561037"/>
                </a:cubicBezTo>
                <a:cubicBezTo>
                  <a:pt x="4621394" y="5524545"/>
                  <a:pt x="4658482" y="5485345"/>
                  <a:pt x="4694684" y="5447098"/>
                </a:cubicBezTo>
                <a:cubicBezTo>
                  <a:pt x="4714806" y="5426264"/>
                  <a:pt x="4733997" y="5405475"/>
                  <a:pt x="4754123" y="5384643"/>
                </a:cubicBezTo>
                <a:cubicBezTo>
                  <a:pt x="4823909" y="5312925"/>
                  <a:pt x="4899949" y="5246074"/>
                  <a:pt x="4978032" y="5183809"/>
                </a:cubicBezTo>
                <a:close/>
                <a:moveTo>
                  <a:pt x="1903353" y="5044827"/>
                </a:moveTo>
                <a:cubicBezTo>
                  <a:pt x="1900901" y="5049058"/>
                  <a:pt x="1913196" y="5065331"/>
                  <a:pt x="1936931" y="5093954"/>
                </a:cubicBezTo>
                <a:cubicBezTo>
                  <a:pt x="2021149" y="5196773"/>
                  <a:pt x="2108079" y="5297623"/>
                  <a:pt x="2195868" y="5396574"/>
                </a:cubicBezTo>
                <a:cubicBezTo>
                  <a:pt x="2196092" y="5309013"/>
                  <a:pt x="2155695" y="5230515"/>
                  <a:pt x="2088852" y="5166123"/>
                </a:cubicBezTo>
                <a:cubicBezTo>
                  <a:pt x="2054441" y="5132572"/>
                  <a:pt x="2001584" y="5091839"/>
                  <a:pt x="1958241" y="5067955"/>
                </a:cubicBezTo>
                <a:cubicBezTo>
                  <a:pt x="1922998" y="5048408"/>
                  <a:pt x="1905803" y="5040595"/>
                  <a:pt x="1903353" y="5044827"/>
                </a:cubicBezTo>
                <a:close/>
                <a:moveTo>
                  <a:pt x="1979378" y="4769504"/>
                </a:moveTo>
                <a:cubicBezTo>
                  <a:pt x="2251008" y="4946802"/>
                  <a:pt x="2557265" y="5046794"/>
                  <a:pt x="2882120" y="5064547"/>
                </a:cubicBezTo>
                <a:cubicBezTo>
                  <a:pt x="2852884" y="5055476"/>
                  <a:pt x="2822307" y="5047842"/>
                  <a:pt x="2793103" y="5039699"/>
                </a:cubicBezTo>
                <a:lnTo>
                  <a:pt x="2770041" y="5033634"/>
                </a:lnTo>
                <a:cubicBezTo>
                  <a:pt x="2500352" y="4962917"/>
                  <a:pt x="2236095" y="4864963"/>
                  <a:pt x="1979378" y="4769504"/>
                </a:cubicBezTo>
                <a:close/>
                <a:moveTo>
                  <a:pt x="1927410" y="4716164"/>
                </a:moveTo>
                <a:cubicBezTo>
                  <a:pt x="1938311" y="4720848"/>
                  <a:pt x="1949172" y="4724604"/>
                  <a:pt x="1959587" y="4728849"/>
                </a:cubicBezTo>
                <a:cubicBezTo>
                  <a:pt x="2224818" y="4827692"/>
                  <a:pt x="2499050" y="4930367"/>
                  <a:pt x="2777707" y="5003991"/>
                </a:cubicBezTo>
                <a:lnTo>
                  <a:pt x="2800768" y="5010056"/>
                </a:lnTo>
                <a:lnTo>
                  <a:pt x="2879408" y="5031590"/>
                </a:lnTo>
                <a:cubicBezTo>
                  <a:pt x="2873718" y="5029024"/>
                  <a:pt x="2868475" y="5025973"/>
                  <a:pt x="2862295" y="5022958"/>
                </a:cubicBezTo>
                <a:cubicBezTo>
                  <a:pt x="2846112" y="5014292"/>
                  <a:pt x="2829972" y="5006555"/>
                  <a:pt x="2813343" y="4998369"/>
                </a:cubicBezTo>
                <a:cubicBezTo>
                  <a:pt x="2759214" y="4972589"/>
                  <a:pt x="2702010" y="4951123"/>
                  <a:pt x="2646245" y="4930999"/>
                </a:cubicBezTo>
                <a:cubicBezTo>
                  <a:pt x="2437298" y="4853662"/>
                  <a:pt x="2221285" y="4774272"/>
                  <a:pt x="1999243" y="4730524"/>
                </a:cubicBezTo>
                <a:lnTo>
                  <a:pt x="1979527" y="4726651"/>
                </a:lnTo>
                <a:lnTo>
                  <a:pt x="1927410" y="4716164"/>
                </a:lnTo>
                <a:close/>
                <a:moveTo>
                  <a:pt x="1997014" y="4698007"/>
                </a:moveTo>
                <a:lnTo>
                  <a:pt x="2005458" y="4699540"/>
                </a:lnTo>
                <a:cubicBezTo>
                  <a:pt x="2229844" y="4743659"/>
                  <a:pt x="2447268" y="4823456"/>
                  <a:pt x="2657186" y="4901687"/>
                </a:cubicBezTo>
                <a:cubicBezTo>
                  <a:pt x="2713431" y="4922259"/>
                  <a:pt x="2771565" y="4943688"/>
                  <a:pt x="2826662" y="4970362"/>
                </a:cubicBezTo>
                <a:cubicBezTo>
                  <a:pt x="2843286" y="4978544"/>
                  <a:pt x="2859914" y="4986729"/>
                  <a:pt x="2876100" y="4995397"/>
                </a:cubicBezTo>
                <a:cubicBezTo>
                  <a:pt x="2929811" y="5022592"/>
                  <a:pt x="2984941" y="5050189"/>
                  <a:pt x="3042600" y="5059532"/>
                </a:cubicBezTo>
                <a:cubicBezTo>
                  <a:pt x="2779645" y="4772909"/>
                  <a:pt x="2376891" y="4705645"/>
                  <a:pt x="1997014" y="4698007"/>
                </a:cubicBezTo>
                <a:close/>
                <a:moveTo>
                  <a:pt x="2305292" y="4219492"/>
                </a:moveTo>
                <a:cubicBezTo>
                  <a:pt x="2631112" y="4377847"/>
                  <a:pt x="3011879" y="4535878"/>
                  <a:pt x="3360922" y="4529373"/>
                </a:cubicBezTo>
                <a:cubicBezTo>
                  <a:pt x="3408391" y="4528405"/>
                  <a:pt x="3451278" y="4517839"/>
                  <a:pt x="3492420" y="4510145"/>
                </a:cubicBezTo>
                <a:cubicBezTo>
                  <a:pt x="3448862" y="4503966"/>
                  <a:pt x="3405674" y="4495449"/>
                  <a:pt x="3364086" y="4480340"/>
                </a:cubicBezTo>
                <a:cubicBezTo>
                  <a:pt x="3314946" y="4462747"/>
                  <a:pt x="3269673" y="4437082"/>
                  <a:pt x="3225818" y="4411822"/>
                </a:cubicBezTo>
                <a:cubicBezTo>
                  <a:pt x="3194830" y="4393966"/>
                  <a:pt x="3162431" y="4375699"/>
                  <a:pt x="3129696" y="4360704"/>
                </a:cubicBezTo>
                <a:cubicBezTo>
                  <a:pt x="3030558" y="4315774"/>
                  <a:pt x="2920899" y="4298731"/>
                  <a:pt x="2814545" y="4282955"/>
                </a:cubicBezTo>
                <a:cubicBezTo>
                  <a:pt x="2648192" y="4257474"/>
                  <a:pt x="2475773" y="4231762"/>
                  <a:pt x="2305292" y="4219492"/>
                </a:cubicBezTo>
                <a:close/>
                <a:moveTo>
                  <a:pt x="2626982" y="4206450"/>
                </a:moveTo>
                <a:cubicBezTo>
                  <a:pt x="2581807" y="4205467"/>
                  <a:pt x="2536327" y="4205706"/>
                  <a:pt x="2490617" y="4206951"/>
                </a:cubicBezTo>
                <a:cubicBezTo>
                  <a:pt x="2601507" y="4219748"/>
                  <a:pt x="2711611" y="4236309"/>
                  <a:pt x="2819869" y="4252936"/>
                </a:cubicBezTo>
                <a:cubicBezTo>
                  <a:pt x="2928115" y="4269564"/>
                  <a:pt x="3040565" y="4286495"/>
                  <a:pt x="3143018" y="4332698"/>
                </a:cubicBezTo>
                <a:cubicBezTo>
                  <a:pt x="3177162" y="4348099"/>
                  <a:pt x="3210046" y="4366808"/>
                  <a:pt x="3241520" y="4385112"/>
                </a:cubicBezTo>
                <a:cubicBezTo>
                  <a:pt x="3284409" y="4409477"/>
                  <a:pt x="3328265" y="4434739"/>
                  <a:pt x="3374575" y="4451517"/>
                </a:cubicBezTo>
                <a:cubicBezTo>
                  <a:pt x="3416609" y="4466134"/>
                  <a:pt x="3460730" y="4474620"/>
                  <a:pt x="3505221" y="4480757"/>
                </a:cubicBezTo>
                <a:cubicBezTo>
                  <a:pt x="3244537" y="4280088"/>
                  <a:pt x="2943211" y="4213332"/>
                  <a:pt x="2626982" y="4206450"/>
                </a:cubicBezTo>
                <a:close/>
                <a:moveTo>
                  <a:pt x="1310106" y="3943217"/>
                </a:moveTo>
                <a:cubicBezTo>
                  <a:pt x="1129544" y="4063332"/>
                  <a:pt x="976804" y="4212308"/>
                  <a:pt x="854994" y="4399136"/>
                </a:cubicBezTo>
                <a:cubicBezTo>
                  <a:pt x="813550" y="4462067"/>
                  <a:pt x="777442" y="4528637"/>
                  <a:pt x="742462" y="4594648"/>
                </a:cubicBezTo>
                <a:cubicBezTo>
                  <a:pt x="769633" y="4559245"/>
                  <a:pt x="795392" y="4522436"/>
                  <a:pt x="820602" y="4485915"/>
                </a:cubicBezTo>
                <a:cubicBezTo>
                  <a:pt x="839644" y="4458097"/>
                  <a:pt x="858127" y="4430568"/>
                  <a:pt x="878295" y="4403594"/>
                </a:cubicBezTo>
                <a:cubicBezTo>
                  <a:pt x="984168" y="4259170"/>
                  <a:pt x="1114491" y="4132679"/>
                  <a:pt x="1240607" y="4010401"/>
                </a:cubicBezTo>
                <a:lnTo>
                  <a:pt x="1310106" y="3943217"/>
                </a:lnTo>
                <a:close/>
                <a:moveTo>
                  <a:pt x="1423113" y="3874565"/>
                </a:moveTo>
                <a:lnTo>
                  <a:pt x="1260565" y="4031982"/>
                </a:lnTo>
                <a:cubicBezTo>
                  <a:pt x="1135292" y="4153135"/>
                  <a:pt x="1006090" y="4279065"/>
                  <a:pt x="901900" y="4421236"/>
                </a:cubicBezTo>
                <a:cubicBezTo>
                  <a:pt x="882292" y="4447928"/>
                  <a:pt x="863806" y="4475465"/>
                  <a:pt x="845044" y="4502436"/>
                </a:cubicBezTo>
                <a:cubicBezTo>
                  <a:pt x="797719" y="4571828"/>
                  <a:pt x="747866" y="4643196"/>
                  <a:pt x="685926" y="4703069"/>
                </a:cubicBezTo>
                <a:cubicBezTo>
                  <a:pt x="685087" y="4704192"/>
                  <a:pt x="684806" y="4705038"/>
                  <a:pt x="684248" y="4706721"/>
                </a:cubicBezTo>
                <a:cubicBezTo>
                  <a:pt x="955830" y="4450343"/>
                  <a:pt x="1215323" y="4185291"/>
                  <a:pt x="1423113" y="3874565"/>
                </a:cubicBezTo>
                <a:close/>
                <a:moveTo>
                  <a:pt x="3316479" y="3872136"/>
                </a:moveTo>
                <a:lnTo>
                  <a:pt x="3546806" y="4356139"/>
                </a:lnTo>
                <a:cubicBezTo>
                  <a:pt x="3510992" y="4217388"/>
                  <a:pt x="3440535" y="4086075"/>
                  <a:pt x="3364433" y="3953121"/>
                </a:cubicBezTo>
                <a:lnTo>
                  <a:pt x="3316479" y="3872136"/>
                </a:lnTo>
                <a:close/>
                <a:moveTo>
                  <a:pt x="3291335" y="3767420"/>
                </a:moveTo>
                <a:cubicBezTo>
                  <a:pt x="3324815" y="3824296"/>
                  <a:pt x="3358740" y="3880691"/>
                  <a:pt x="3390805" y="3937163"/>
                </a:cubicBezTo>
                <a:cubicBezTo>
                  <a:pt x="3469925" y="4075583"/>
                  <a:pt x="3543427" y="4213298"/>
                  <a:pt x="3579062" y="4359040"/>
                </a:cubicBezTo>
                <a:cubicBezTo>
                  <a:pt x="3585500" y="4228842"/>
                  <a:pt x="3547302" y="4112076"/>
                  <a:pt x="3467355" y="3988130"/>
                </a:cubicBezTo>
                <a:cubicBezTo>
                  <a:pt x="3420192" y="3915029"/>
                  <a:pt x="3371016" y="3849934"/>
                  <a:pt x="3310753" y="3787140"/>
                </a:cubicBezTo>
                <a:cubicBezTo>
                  <a:pt x="3303466" y="3779509"/>
                  <a:pt x="3297626" y="3773227"/>
                  <a:pt x="3291335" y="3767420"/>
                </a:cubicBezTo>
                <a:close/>
                <a:moveTo>
                  <a:pt x="1635889" y="3709494"/>
                </a:moveTo>
                <a:lnTo>
                  <a:pt x="1634800" y="3731111"/>
                </a:lnTo>
                <a:cubicBezTo>
                  <a:pt x="1634800" y="3731111"/>
                  <a:pt x="1635342" y="3716795"/>
                  <a:pt x="1635889" y="3709494"/>
                </a:cubicBezTo>
                <a:close/>
                <a:moveTo>
                  <a:pt x="1510397" y="3684705"/>
                </a:moveTo>
                <a:cubicBezTo>
                  <a:pt x="1390337" y="3729510"/>
                  <a:pt x="1267181" y="3766747"/>
                  <a:pt x="1146550" y="3802012"/>
                </a:cubicBezTo>
                <a:cubicBezTo>
                  <a:pt x="997862" y="3845736"/>
                  <a:pt x="843568" y="3890871"/>
                  <a:pt x="698834" y="3952272"/>
                </a:cubicBezTo>
                <a:cubicBezTo>
                  <a:pt x="460140" y="4053106"/>
                  <a:pt x="242842" y="4196577"/>
                  <a:pt x="34256" y="4347603"/>
                </a:cubicBezTo>
                <a:cubicBezTo>
                  <a:pt x="196048" y="4248849"/>
                  <a:pt x="358125" y="4150653"/>
                  <a:pt x="527241" y="4065078"/>
                </a:cubicBezTo>
                <a:cubicBezTo>
                  <a:pt x="838255" y="3908281"/>
                  <a:pt x="1212318" y="3863093"/>
                  <a:pt x="1510397" y="3684705"/>
                </a:cubicBezTo>
                <a:close/>
                <a:moveTo>
                  <a:pt x="1313114" y="3655216"/>
                </a:moveTo>
                <a:cubicBezTo>
                  <a:pt x="1247578" y="3654578"/>
                  <a:pt x="1180153" y="3656293"/>
                  <a:pt x="1109304" y="3669030"/>
                </a:cubicBezTo>
                <a:cubicBezTo>
                  <a:pt x="689821" y="3744031"/>
                  <a:pt x="334655" y="4032530"/>
                  <a:pt x="8129" y="4330519"/>
                </a:cubicBezTo>
                <a:cubicBezTo>
                  <a:pt x="220923" y="4176682"/>
                  <a:pt x="442983" y="4028720"/>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lose/>
                <a:moveTo>
                  <a:pt x="3655073" y="3650884"/>
                </a:moveTo>
                <a:cubicBezTo>
                  <a:pt x="3768399" y="3765347"/>
                  <a:pt x="3873410" y="3884450"/>
                  <a:pt x="3989938" y="3991685"/>
                </a:cubicBezTo>
                <a:cubicBezTo>
                  <a:pt x="4106468" y="4098916"/>
                  <a:pt x="4234512" y="4194281"/>
                  <a:pt x="4393907" y="4261258"/>
                </a:cubicBezTo>
                <a:cubicBezTo>
                  <a:pt x="4484865" y="4299540"/>
                  <a:pt x="4571866" y="4332385"/>
                  <a:pt x="4648051" y="4374051"/>
                </a:cubicBezTo>
                <a:cubicBezTo>
                  <a:pt x="4566919" y="4301848"/>
                  <a:pt x="4474187" y="4242216"/>
                  <a:pt x="4383389" y="4184369"/>
                </a:cubicBez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lose/>
                <a:moveTo>
                  <a:pt x="3670252" y="3622798"/>
                </a:move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97546" y="4220788"/>
                  <a:pt x="4597907" y="4284772"/>
                  <a:pt x="4684469" y="4364680"/>
                </a:cubicBezTo>
                <a:lnTo>
                  <a:pt x="4690271" y="4370034"/>
                </a:lnTo>
                <a:cubicBezTo>
                  <a:pt x="4617960" y="4134006"/>
                  <a:pt x="4326618" y="3976128"/>
                  <a:pt x="4136093" y="3858466"/>
                </a:cubicBezTo>
                <a:cubicBezTo>
                  <a:pt x="3985171" y="3764831"/>
                  <a:pt x="3831168" y="3687155"/>
                  <a:pt x="3670252" y="3622798"/>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4441737" y="3399734"/>
                </a:move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99925" y="4149276"/>
                  <a:pt x="5291490" y="4229096"/>
                  <a:pt x="5388878" y="4300185"/>
                </a:cubicBezTo>
                <a:cubicBezTo>
                  <a:pt x="5401114" y="4303421"/>
                  <a:pt x="5413353" y="4306662"/>
                  <a:pt x="5425556" y="4308967"/>
                </a:cubicBezTo>
                <a:cubicBezTo>
                  <a:pt x="5290970" y="4122931"/>
                  <a:pt x="5119226" y="3974244"/>
                  <a:pt x="4943646" y="3822916"/>
                </a:cubicBezTo>
                <a:cubicBezTo>
                  <a:pt x="4828850" y="3724110"/>
                  <a:pt x="4714058" y="3625311"/>
                  <a:pt x="4594837" y="3532274"/>
                </a:cubicBezTo>
                <a:cubicBezTo>
                  <a:pt x="4562450" y="3507077"/>
                  <a:pt x="4474786" y="3410282"/>
                  <a:pt x="4441737" y="3399734"/>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lnTo>
                  <a:pt x="5425834" y="3162785"/>
                </a:lnTo>
                <a:close/>
                <a:moveTo>
                  <a:pt x="1318687" y="3113840"/>
                </a:moveTo>
                <a:cubicBezTo>
                  <a:pt x="1233126" y="3142037"/>
                  <a:pt x="1148133" y="3174161"/>
                  <a:pt x="1066793" y="3212171"/>
                </a:cubicBezTo>
                <a:lnTo>
                  <a:pt x="993319" y="3247648"/>
                </a:ln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1238695" y="3076820"/>
                </a:moveTo>
                <a:cubicBezTo>
                  <a:pt x="1051055" y="3082190"/>
                  <a:pt x="886407" y="3192548"/>
                  <a:pt x="716371" y="3293249"/>
                </a:cubicBezTo>
                <a:cubicBezTo>
                  <a:pt x="670943" y="3320259"/>
                  <a:pt x="625512" y="3345868"/>
                  <a:pt x="579522" y="3371759"/>
                </a:cubicBezTo>
                <a:lnTo>
                  <a:pt x="600288" y="3365555"/>
                </a:lnTo>
                <a:cubicBezTo>
                  <a:pt x="680240" y="3341573"/>
                  <a:pt x="762713" y="3317034"/>
                  <a:pt x="840692" y="3284921"/>
                </a:cubicBezTo>
                <a:cubicBezTo>
                  <a:pt x="887813" y="3265484"/>
                  <a:pt x="934087" y="3242968"/>
                  <a:pt x="979248" y="3221003"/>
                </a:cubicBezTo>
                <a:lnTo>
                  <a:pt x="1053282" y="3185247"/>
                </a:ln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608772" y="3451680"/>
                  <a:pt x="5674122" y="3909676"/>
                  <a:pt x="5519779" y="4359223"/>
                </a:cubicBezTo>
                <a:cubicBezTo>
                  <a:pt x="5520262" y="4359669"/>
                  <a:pt x="5520293" y="4360602"/>
                  <a:pt x="5520293" y="4360602"/>
                </a:cubicBezTo>
                <a:cubicBezTo>
                  <a:pt x="5627244" y="4437825"/>
                  <a:pt x="5699666" y="4548575"/>
                  <a:pt x="5767221" y="4665564"/>
                </a:cubicBezTo>
                <a:cubicBezTo>
                  <a:pt x="6275281" y="4699277"/>
                  <a:pt x="6739386" y="4778523"/>
                  <a:pt x="6937169" y="4815941"/>
                </a:cubicBezTo>
                <a:cubicBezTo>
                  <a:pt x="7134952" y="4853359"/>
                  <a:pt x="7020263" y="4903218"/>
                  <a:pt x="6953922" y="4890068"/>
                </a:cubicBezTo>
                <a:cubicBezTo>
                  <a:pt x="6799988" y="4859556"/>
                  <a:pt x="6485790" y="4815676"/>
                  <a:pt x="6071359" y="4770770"/>
                </a:cubicBezTo>
                <a:lnTo>
                  <a:pt x="6038839" y="4764474"/>
                </a:lnTo>
                <a:cubicBezTo>
                  <a:pt x="6038795" y="4764265"/>
                  <a:pt x="6038750" y="4764056"/>
                  <a:pt x="6038706" y="4763847"/>
                </a:cubicBezTo>
                <a:lnTo>
                  <a:pt x="6037784" y="4764270"/>
                </a:lnTo>
                <a:lnTo>
                  <a:pt x="6038839" y="4764474"/>
                </a:lnTo>
                <a:lnTo>
                  <a:pt x="6040338" y="4771418"/>
                </a:lnTo>
                <a:cubicBezTo>
                  <a:pt x="6039088" y="4781803"/>
                  <a:pt x="6034314" y="4794510"/>
                  <a:pt x="6024488" y="4809903"/>
                </a:cubicBezTo>
                <a:cubicBezTo>
                  <a:pt x="5910095" y="5058984"/>
                  <a:pt x="5773348" y="5296385"/>
                  <a:pt x="5599771" y="5509652"/>
                </a:cubicBezTo>
                <a:cubicBezTo>
                  <a:pt x="5583815" y="5529842"/>
                  <a:pt x="5566811" y="5547293"/>
                  <a:pt x="5548843" y="5563845"/>
                </a:cubicBezTo>
                <a:cubicBezTo>
                  <a:pt x="5773782" y="5645205"/>
                  <a:pt x="5890323" y="6067151"/>
                  <a:pt x="5940952" y="6250028"/>
                </a:cubicBezTo>
                <a:cubicBezTo>
                  <a:pt x="5979301" y="6387982"/>
                  <a:pt x="6009900" y="6527294"/>
                  <a:pt x="6043441" y="6665847"/>
                </a:cubicBezTo>
                <a:lnTo>
                  <a:pt x="6093432" y="6858000"/>
                </a:lnTo>
                <a:lnTo>
                  <a:pt x="6034344" y="6858000"/>
                </a:lnTo>
                <a:lnTo>
                  <a:pt x="6026679" y="6836959"/>
                </a:lnTo>
                <a:cubicBezTo>
                  <a:pt x="5958957" y="6665497"/>
                  <a:pt x="5878558" y="6498078"/>
                  <a:pt x="5800441" y="6335286"/>
                </a:cubicBezTo>
                <a:cubicBezTo>
                  <a:pt x="5703359" y="6131918"/>
                  <a:pt x="5602295" y="5922187"/>
                  <a:pt x="5526562" y="5705388"/>
                </a:cubicBezTo>
                <a:cubicBezTo>
                  <a:pt x="5523956" y="5698505"/>
                  <a:pt x="5521803" y="5691139"/>
                  <a:pt x="5519640" y="5683774"/>
                </a:cubicBezTo>
                <a:cubicBezTo>
                  <a:pt x="5523207" y="5970988"/>
                  <a:pt x="5738292" y="6306566"/>
                  <a:pt x="5844559" y="6553349"/>
                </a:cubicBezTo>
                <a:lnTo>
                  <a:pt x="5975994" y="6858000"/>
                </a:lnTo>
                <a:lnTo>
                  <a:pt x="5898547" y="6858000"/>
                </a:lnTo>
                <a:lnTo>
                  <a:pt x="5682041" y="6355860"/>
                </a:lnTo>
                <a:cubicBezTo>
                  <a:pt x="5609136" y="6186449"/>
                  <a:pt x="5505535" y="6006625"/>
                  <a:pt x="5461758" y="5820220"/>
                </a:cubicBezTo>
                <a:cubicBezTo>
                  <a:pt x="5415457" y="6083349"/>
                  <a:pt x="5335494" y="6334433"/>
                  <a:pt x="5237282" y="6579086"/>
                </a:cubicBezTo>
                <a:lnTo>
                  <a:pt x="5115009" y="6858000"/>
                </a:lnTo>
                <a:lnTo>
                  <a:pt x="5028074" y="6858000"/>
                </a:lnTo>
                <a:lnTo>
                  <a:pt x="5079508" y="6749074"/>
                </a:lnTo>
                <a:cubicBezTo>
                  <a:pt x="5200211" y="6482556"/>
                  <a:pt x="5305048" y="6210716"/>
                  <a:pt x="5371846" y="5924413"/>
                </a:cubicBezTo>
                <a:lnTo>
                  <a:pt x="5270512" y="6138975"/>
                </a:lnTo>
                <a:cubicBezTo>
                  <a:pt x="5192357" y="6304175"/>
                  <a:pt x="5112108" y="6475512"/>
                  <a:pt x="5062409" y="6653544"/>
                </a:cubicBezTo>
                <a:cubicBezTo>
                  <a:pt x="5053035" y="6686987"/>
                  <a:pt x="5045072" y="6720843"/>
                  <a:pt x="5036628" y="6754247"/>
                </a:cubicBezTo>
                <a:lnTo>
                  <a:pt x="5009112" y="6858000"/>
                </a:lnTo>
                <a:lnTo>
                  <a:pt x="4976679" y="6858000"/>
                </a:lnTo>
                <a:lnTo>
                  <a:pt x="5006537" y="6747068"/>
                </a:lnTo>
                <a:cubicBezTo>
                  <a:pt x="5014940" y="6712729"/>
                  <a:pt x="5022903" y="6678883"/>
                  <a:pt x="5032723" y="6644957"/>
                </a:cubicBezTo>
                <a:cubicBezTo>
                  <a:pt x="5083245" y="6464091"/>
                  <a:pt x="5164383" y="6291790"/>
                  <a:pt x="5242949" y="6125175"/>
                </a:cubicBezTo>
                <a:lnTo>
                  <a:pt x="5286321" y="6033555"/>
                </a:lnTo>
                <a:cubicBezTo>
                  <a:pt x="5153522" y="6218172"/>
                  <a:pt x="5058694" y="6420826"/>
                  <a:pt x="5008210" y="6649194"/>
                </a:cubicBezTo>
                <a:cubicBezTo>
                  <a:pt x="4999505" y="6687732"/>
                  <a:pt x="4992445" y="6726670"/>
                  <a:pt x="4986321" y="6765687"/>
                </a:cubicBezTo>
                <a:lnTo>
                  <a:pt x="4973474" y="6858000"/>
                </a:lnTo>
                <a:lnTo>
                  <a:pt x="4907178" y="6858000"/>
                </a:lnTo>
                <a:lnTo>
                  <a:pt x="4910810" y="6829660"/>
                </a:lnTo>
                <a:cubicBezTo>
                  <a:pt x="4927183" y="6695980"/>
                  <a:pt x="4945608" y="6562743"/>
                  <a:pt x="4987461" y="6432994"/>
                </a:cubicBezTo>
                <a:cubicBezTo>
                  <a:pt x="5033887" y="6289556"/>
                  <a:pt x="5098947" y="6157948"/>
                  <a:pt x="5179262" y="6035044"/>
                </a:cubicBezTo>
                <a:cubicBezTo>
                  <a:pt x="5016033" y="6169178"/>
                  <a:pt x="4838252" y="6288995"/>
                  <a:pt x="4689678" y="6440241"/>
                </a:cubicBezTo>
                <a:cubicBezTo>
                  <a:pt x="4615724" y="6515503"/>
                  <a:pt x="4545518" y="6594166"/>
                  <a:pt x="4477543" y="6674836"/>
                </a:cubicBezTo>
                <a:lnTo>
                  <a:pt x="4329957" y="6858000"/>
                </a:lnTo>
                <a:lnTo>
                  <a:pt x="4218595" y="6858000"/>
                </a:lnTo>
                <a:lnTo>
                  <a:pt x="4368888" y="6668412"/>
                </a:lnTo>
                <a:cubicBezTo>
                  <a:pt x="4431654" y="6591444"/>
                  <a:pt x="4495926" y="6515754"/>
                  <a:pt x="4563091" y="6442508"/>
                </a:cubicBezTo>
                <a:cubicBezTo>
                  <a:pt x="4810353" y="6173676"/>
                  <a:pt x="5160740" y="5991069"/>
                  <a:pt x="5387324" y="5705830"/>
                </a:cubicBezTo>
                <a:cubicBezTo>
                  <a:pt x="5286064" y="5794177"/>
                  <a:pt x="5178968" y="5876241"/>
                  <a:pt x="5073620" y="5955437"/>
                </a:cubicBezTo>
                <a:cubicBezTo>
                  <a:pt x="4943865" y="6053305"/>
                  <a:pt x="4809130" y="6154627"/>
                  <a:pt x="4689789" y="6268382"/>
                </a:cubicBezTo>
                <a:cubicBezTo>
                  <a:pt x="4591303" y="6361972"/>
                  <a:pt x="4502007" y="6464046"/>
                  <a:pt x="4418722" y="6570886"/>
                </a:cubicBezTo>
                <a:lnTo>
                  <a:pt x="4214944" y="6858000"/>
                </a:lnTo>
                <a:lnTo>
                  <a:pt x="4177898" y="6858000"/>
                </a:lnTo>
                <a:lnTo>
                  <a:pt x="4391597" y="6556370"/>
                </a:lnTo>
                <a:cubicBezTo>
                  <a:pt x="4476641" y="6446900"/>
                  <a:pt x="4567929" y="6342186"/>
                  <a:pt x="4668889" y="6246399"/>
                </a:cubicBezTo>
                <a:cubicBezTo>
                  <a:pt x="4789603" y="6132122"/>
                  <a:pt x="4925227" y="6029827"/>
                  <a:pt x="5055427" y="5931476"/>
                </a:cubicBezTo>
                <a:cubicBezTo>
                  <a:pt x="5161670" y="5851314"/>
                  <a:pt x="5270142" y="5768732"/>
                  <a:pt x="5371814" y="5678975"/>
                </a:cubicBezTo>
                <a:cubicBezTo>
                  <a:pt x="5250056" y="5732278"/>
                  <a:pt x="5117554" y="5761328"/>
                  <a:pt x="4987918" y="5838701"/>
                </a:cubicBezTo>
                <a:cubicBezTo>
                  <a:pt x="4699961" y="6010191"/>
                  <a:pt x="4491898" y="6286162"/>
                  <a:pt x="4317146" y="6587716"/>
                </a:cubicBezTo>
                <a:lnTo>
                  <a:pt x="4171627" y="6858000"/>
                </a:lnTo>
                <a:lnTo>
                  <a:pt x="4081585" y="6858000"/>
                </a:lnTo>
                <a:lnTo>
                  <a:pt x="4238603" y="6559341"/>
                </a:lnTo>
                <a:cubicBezTo>
                  <a:pt x="4385995" y="6299856"/>
                  <a:pt x="4555804" y="6056475"/>
                  <a:pt x="4778333" y="5873626"/>
                </a:cubicBezTo>
                <a:cubicBezTo>
                  <a:pt x="4974935" y="5712072"/>
                  <a:pt x="5214460" y="5703893"/>
                  <a:pt x="5414185" y="5573882"/>
                </a:cubicBezTo>
                <a:cubicBezTo>
                  <a:pt x="5665168" y="5409695"/>
                  <a:pt x="5834734" y="5037780"/>
                  <a:pt x="5959648" y="4760797"/>
                </a:cubicBezTo>
                <a:cubicBezTo>
                  <a:pt x="5758178" y="4742307"/>
                  <a:pt x="5556149" y="4733150"/>
                  <a:pt x="5355019" y="4734672"/>
                </a:cubicBezTo>
                <a:cubicBezTo>
                  <a:pt x="5292258" y="4900655"/>
                  <a:pt x="5203125" y="5047664"/>
                  <a:pt x="5083565" y="5179121"/>
                </a:cubicBezTo>
                <a:cubicBezTo>
                  <a:pt x="5049677" y="5379813"/>
                  <a:pt x="4862890" y="5495797"/>
                  <a:pt x="4713577" y="5616803"/>
                </a:cubicBezTo>
                <a:cubicBezTo>
                  <a:pt x="4481263" y="5805403"/>
                  <a:pt x="4239092" y="5980417"/>
                  <a:pt x="3989559" y="6145945"/>
                </a:cubicBezTo>
                <a:cubicBezTo>
                  <a:pt x="3958721" y="6166743"/>
                  <a:pt x="3915645" y="6091150"/>
                  <a:pt x="3939824" y="6066900"/>
                </a:cubicBezTo>
                <a:cubicBezTo>
                  <a:pt x="4170724" y="5831323"/>
                  <a:pt x="4361787" y="5566131"/>
                  <a:pt x="4584537" y="5324826"/>
                </a:cubicBezTo>
                <a:cubicBezTo>
                  <a:pt x="4710868" y="5187971"/>
                  <a:pt x="4848359" y="5097244"/>
                  <a:pt x="5037105" y="5088765"/>
                </a:cubicBezTo>
                <a:cubicBezTo>
                  <a:pt x="5038033" y="5088728"/>
                  <a:pt x="5039001" y="5089622"/>
                  <a:pt x="5039930" y="5089585"/>
                </a:cubicBezTo>
                <a:cubicBezTo>
                  <a:pt x="5133008" y="4982937"/>
                  <a:pt x="5207480" y="4865387"/>
                  <a:pt x="5263764" y="4735525"/>
                </a:cubicBezTo>
                <a:cubicBezTo>
                  <a:pt x="4867298" y="4743930"/>
                  <a:pt x="4472427" y="4792315"/>
                  <a:pt x="4086300" y="4884599"/>
                </a:cubicBezTo>
                <a:cubicBezTo>
                  <a:pt x="4087456" y="4890142"/>
                  <a:pt x="4087673" y="4895720"/>
                  <a:pt x="4085485" y="4899070"/>
                </a:cubicBezTo>
                <a:cubicBezTo>
                  <a:pt x="4003302" y="5010406"/>
                  <a:pt x="3928312" y="5126573"/>
                  <a:pt x="3871915" y="5253645"/>
                </a:cubicBezTo>
                <a:cubicBezTo>
                  <a:pt x="3845467" y="5314321"/>
                  <a:pt x="3832705" y="5402857"/>
                  <a:pt x="3799374" y="5466127"/>
                </a:cubicBezTo>
                <a:cubicBezTo>
                  <a:pt x="3785138" y="5845399"/>
                  <a:pt x="3675506" y="6277604"/>
                  <a:pt x="3498850" y="6661888"/>
                </a:cubicBezTo>
                <a:lnTo>
                  <a:pt x="3399216" y="6858000"/>
                </a:lnTo>
                <a:lnTo>
                  <a:pt x="3303688" y="6858000"/>
                </a:lnTo>
                <a:lnTo>
                  <a:pt x="3391774" y="6697181"/>
                </a:lnTo>
                <a:cubicBezTo>
                  <a:pt x="3573729" y="6337659"/>
                  <a:pt x="3697480" y="5922895"/>
                  <a:pt x="3735540" y="5546923"/>
                </a:cubicBezTo>
                <a:cubicBezTo>
                  <a:pt x="3733489" y="5553993"/>
                  <a:pt x="3731483" y="5561993"/>
                  <a:pt x="3729438" y="5569058"/>
                </a:cubicBezTo>
                <a:cubicBezTo>
                  <a:pt x="3722922" y="5592607"/>
                  <a:pt x="3715485" y="5616189"/>
                  <a:pt x="3707782" y="5644908"/>
                </a:cubicBezTo>
                <a:cubicBezTo>
                  <a:pt x="3671550" y="5775366"/>
                  <a:pt x="3633159" y="5910098"/>
                  <a:pt x="3583827" y="6039215"/>
                </a:cubicBezTo>
                <a:cubicBezTo>
                  <a:pt x="3571998" y="6069498"/>
                  <a:pt x="3559686" y="6099330"/>
                  <a:pt x="3547861" y="6129609"/>
                </a:cubicBezTo>
                <a:cubicBezTo>
                  <a:pt x="3528366" y="6177894"/>
                  <a:pt x="3507534" y="6227631"/>
                  <a:pt x="3490905" y="6277660"/>
                </a:cubicBezTo>
                <a:cubicBezTo>
                  <a:pt x="3477958" y="6314973"/>
                  <a:pt x="3466463" y="6353624"/>
                  <a:pt x="3455859" y="6391301"/>
                </a:cubicBezTo>
                <a:cubicBezTo>
                  <a:pt x="3447266" y="6420993"/>
                  <a:pt x="3438672" y="6450673"/>
                  <a:pt x="3429112" y="6479469"/>
                </a:cubicBezTo>
                <a:cubicBezTo>
                  <a:pt x="3394330" y="6587977"/>
                  <a:pt x="3348719" y="6693654"/>
                  <a:pt x="3304862" y="6796476"/>
                </a:cubicBezTo>
                <a:lnTo>
                  <a:pt x="3276071" y="6858000"/>
                </a:lnTo>
                <a:lnTo>
                  <a:pt x="3240805" y="6858000"/>
                </a:lnTo>
                <a:lnTo>
                  <a:pt x="3275917" y="6783192"/>
                </a:lnTo>
                <a:cubicBezTo>
                  <a:pt x="3319817" y="6681303"/>
                  <a:pt x="3364982" y="6576108"/>
                  <a:pt x="3399358" y="6469011"/>
                </a:cubicBezTo>
                <a:cubicBezTo>
                  <a:pt x="3408430" y="6439778"/>
                  <a:pt x="3417061" y="6411021"/>
                  <a:pt x="3425650" y="6381333"/>
                </a:cubicBezTo>
                <a:cubicBezTo>
                  <a:pt x="3436256" y="6343653"/>
                  <a:pt x="3448199" y="6304520"/>
                  <a:pt x="3460661" y="6266763"/>
                </a:cubicBezTo>
                <a:cubicBezTo>
                  <a:pt x="3477731" y="6216246"/>
                  <a:pt x="3498530" y="6165579"/>
                  <a:pt x="3518021" y="6117298"/>
                </a:cubicBezTo>
                <a:cubicBezTo>
                  <a:pt x="3530339" y="6087462"/>
                  <a:pt x="3542206" y="6058115"/>
                  <a:pt x="3554035" y="6027832"/>
                </a:cubicBezTo>
                <a:cubicBezTo>
                  <a:pt x="3602956" y="5900128"/>
                  <a:pt x="3640454" y="5766362"/>
                  <a:pt x="3677174" y="5636351"/>
                </a:cubicBezTo>
                <a:cubicBezTo>
                  <a:pt x="3685353" y="5608086"/>
                  <a:pt x="3692308" y="5584047"/>
                  <a:pt x="3698819" y="5560503"/>
                </a:cubicBezTo>
                <a:cubicBezTo>
                  <a:pt x="3699603" y="5556742"/>
                  <a:pt x="3701314" y="5552952"/>
                  <a:pt x="3702094" y="5549194"/>
                </a:cubicBezTo>
                <a:cubicBezTo>
                  <a:pt x="3586407" y="5684227"/>
                  <a:pt x="3491727" y="5855671"/>
                  <a:pt x="3398355" y="6094603"/>
                </a:cubicBezTo>
                <a:cubicBezTo>
                  <a:pt x="3309322" y="6322763"/>
                  <a:pt x="3241029" y="6558474"/>
                  <a:pt x="3193941" y="6798775"/>
                </a:cubicBezTo>
                <a:lnTo>
                  <a:pt x="3184140" y="6858000"/>
                </a:lnTo>
                <a:lnTo>
                  <a:pt x="3099978" y="6858000"/>
                </a:lnTo>
                <a:lnTo>
                  <a:pt x="3101556" y="6843337"/>
                </a:lnTo>
                <a:cubicBezTo>
                  <a:pt x="3144932" y="6479621"/>
                  <a:pt x="3209988" y="6112612"/>
                  <a:pt x="3370162" y="5785550"/>
                </a:cubicBezTo>
                <a:cubicBezTo>
                  <a:pt x="3467073" y="5588398"/>
                  <a:pt x="3627623" y="5538666"/>
                  <a:pt x="3746477" y="5377889"/>
                </a:cubicBezTo>
                <a:cubicBezTo>
                  <a:pt x="3800786" y="5303532"/>
                  <a:pt x="3818424" y="5173820"/>
                  <a:pt x="3863399" y="5087257"/>
                </a:cubicBezTo>
                <a:cubicBezTo>
                  <a:pt x="3894981" y="5026843"/>
                  <a:pt x="3930436" y="4970007"/>
                  <a:pt x="3968712" y="4913989"/>
                </a:cubicBezTo>
                <a:cubicBezTo>
                  <a:pt x="3564505" y="5020029"/>
                  <a:pt x="3170154" y="5174588"/>
                  <a:pt x="2792390" y="5382974"/>
                </a:cubicBezTo>
                <a:lnTo>
                  <a:pt x="2714982" y="5427051"/>
                </a:lnTo>
                <a:cubicBezTo>
                  <a:pt x="2773600" y="5623577"/>
                  <a:pt x="2823261" y="5817201"/>
                  <a:pt x="2813361" y="6023912"/>
                </a:cubicBezTo>
                <a:cubicBezTo>
                  <a:pt x="2800935" y="6283826"/>
                  <a:pt x="2738768" y="6546188"/>
                  <a:pt x="2688430" y="6801564"/>
                </a:cubicBezTo>
                <a:cubicBezTo>
                  <a:pt x="2680286" y="6842403"/>
                  <a:pt x="2633415" y="6776749"/>
                  <a:pt x="2629626" y="6763394"/>
                </a:cubicBezTo>
                <a:cubicBezTo>
                  <a:pt x="2507208" y="6357509"/>
                  <a:pt x="2389664" y="5910450"/>
                  <a:pt x="2565328" y="5516399"/>
                </a:cubicBezTo>
                <a:cubicBezTo>
                  <a:pt x="2340344" y="5655334"/>
                  <a:pt x="2126262" y="5810607"/>
                  <a:pt x="1922999" y="5980343"/>
                </a:cubicBezTo>
                <a:cubicBezTo>
                  <a:pt x="1913735" y="6121357"/>
                  <a:pt x="1951823" y="6270268"/>
                  <a:pt x="1950261" y="6405858"/>
                </a:cubicBezTo>
                <a:cubicBezTo>
                  <a:pt x="2095468" y="6403315"/>
                  <a:pt x="2243415" y="6568324"/>
                  <a:pt x="2365554" y="6759107"/>
                </a:cubicBezTo>
                <a:lnTo>
                  <a:pt x="2424142" y="6858000"/>
                </a:lnTo>
                <a:lnTo>
                  <a:pt x="2395994" y="6858000"/>
                </a:lnTo>
                <a:lnTo>
                  <a:pt x="2392863" y="6852964"/>
                </a:lnTo>
                <a:cubicBezTo>
                  <a:pt x="2286592" y="6697030"/>
                  <a:pt x="2128210" y="6530604"/>
                  <a:pt x="2017589" y="6493982"/>
                </a:cubicBezTo>
                <a:cubicBezTo>
                  <a:pt x="2065428" y="6525607"/>
                  <a:pt x="2108651" y="6558340"/>
                  <a:pt x="2147336" y="6594052"/>
                </a:cubicBezTo>
                <a:cubicBezTo>
                  <a:pt x="2168131" y="6613249"/>
                  <a:pt x="2188032" y="6633414"/>
                  <a:pt x="2207047" y="6654540"/>
                </a:cubicBezTo>
                <a:cubicBezTo>
                  <a:pt x="2240670" y="6691852"/>
                  <a:pt x="2268864" y="6733110"/>
                  <a:pt x="2299106" y="6778931"/>
                </a:cubicBezTo>
                <a:lnTo>
                  <a:pt x="2314430" y="6801144"/>
                </a:lnTo>
                <a:lnTo>
                  <a:pt x="2352406" y="6858000"/>
                </a:lnTo>
                <a:lnTo>
                  <a:pt x="2314492" y="6858000"/>
                </a:lnTo>
                <a:lnTo>
                  <a:pt x="2288095" y="6818030"/>
                </a:lnTo>
                <a:lnTo>
                  <a:pt x="2272768" y="6795822"/>
                </a:lnTo>
                <a:cubicBezTo>
                  <a:pt x="2242565" y="6750921"/>
                  <a:pt x="2214890" y="6711042"/>
                  <a:pt x="2182715" y="6675071"/>
                </a:cubicBezTo>
                <a:cubicBezTo>
                  <a:pt x="2139301" y="6626043"/>
                  <a:pt x="2090046" y="6582375"/>
                  <a:pt x="2032061" y="6541380"/>
                </a:cubicBezTo>
                <a:cubicBezTo>
                  <a:pt x="2113005" y="6632219"/>
                  <a:pt x="2185837" y="6729905"/>
                  <a:pt x="2257220" y="6826257"/>
                </a:cubicBezTo>
                <a:lnTo>
                  <a:pt x="2281324" y="6858000"/>
                </a:lnTo>
                <a:lnTo>
                  <a:pt x="2242860" y="6858000"/>
                </a:lnTo>
                <a:lnTo>
                  <a:pt x="2232818" y="6844926"/>
                </a:lnTo>
                <a:cubicBezTo>
                  <a:pt x="2156524" y="6742256"/>
                  <a:pt x="2077809" y="6637351"/>
                  <a:pt x="1990172" y="6542121"/>
                </a:cubicBezTo>
                <a:cubicBezTo>
                  <a:pt x="2025229" y="6615236"/>
                  <a:pt x="2072239" y="6690202"/>
                  <a:pt x="2124090" y="6761017"/>
                </a:cubicBezTo>
                <a:lnTo>
                  <a:pt x="2200380" y="6858000"/>
                </a:lnTo>
                <a:lnTo>
                  <a:pt x="2147507" y="6858000"/>
                </a:lnTo>
                <a:lnTo>
                  <a:pt x="2070668" y="6761520"/>
                </a:lnTo>
                <a:cubicBezTo>
                  <a:pt x="2050397" y="6732060"/>
                  <a:pt x="1955949" y="6524860"/>
                  <a:pt x="1975142" y="6585570"/>
                </a:cubicBezTo>
                <a:cubicBezTo>
                  <a:pt x="1998651" y="6661010"/>
                  <a:pt x="2025657" y="6736543"/>
                  <a:pt x="2050035" y="6813345"/>
                </a:cubicBezTo>
                <a:lnTo>
                  <a:pt x="2063025" y="6858000"/>
                </a:lnTo>
                <a:lnTo>
                  <a:pt x="2021675" y="6858000"/>
                </a:lnTo>
                <a:lnTo>
                  <a:pt x="2019308" y="6847118"/>
                </a:lnTo>
                <a:cubicBezTo>
                  <a:pt x="1994223" y="6748278"/>
                  <a:pt x="1963999" y="6650518"/>
                  <a:pt x="1938835" y="6551160"/>
                </a:cubicBezTo>
                <a:cubicBezTo>
                  <a:pt x="1929908" y="6619047"/>
                  <a:pt x="1941143" y="6690322"/>
                  <a:pt x="1953230" y="6759699"/>
                </a:cubicBezTo>
                <a:lnTo>
                  <a:pt x="1956763" y="6778191"/>
                </a:lnTo>
                <a:lnTo>
                  <a:pt x="1967925" y="6858000"/>
                </a:lnTo>
                <a:lnTo>
                  <a:pt x="1936622" y="6858000"/>
                </a:lnTo>
                <a:lnTo>
                  <a:pt x="1926261" y="6784064"/>
                </a:lnTo>
                <a:lnTo>
                  <a:pt x="1922724" y="6765577"/>
                </a:lnTo>
                <a:cubicBezTo>
                  <a:pt x="1915473" y="6723948"/>
                  <a:pt x="1907737" y="6681875"/>
                  <a:pt x="1904650" y="6639616"/>
                </a:cubicBezTo>
                <a:lnTo>
                  <a:pt x="1885273" y="6858000"/>
                </a:lnTo>
                <a:lnTo>
                  <a:pt x="1854363" y="6858000"/>
                </a:lnTo>
                <a:lnTo>
                  <a:pt x="1880391" y="6603796"/>
                </a:lnTo>
                <a:cubicBezTo>
                  <a:pt x="1857032" y="6636864"/>
                  <a:pt x="1833268" y="6671346"/>
                  <a:pt x="1818273" y="6715729"/>
                </a:cubicBezTo>
                <a:cubicBezTo>
                  <a:pt x="1804852" y="6755735"/>
                  <a:pt x="1797634" y="6798725"/>
                  <a:pt x="1794691" y="6843239"/>
                </a:cubicBezTo>
                <a:cubicBezTo>
                  <a:pt x="1794765" y="6848159"/>
                  <a:pt x="1794840" y="6853080"/>
                  <a:pt x="1794914" y="6858000"/>
                </a:cubicBezTo>
                <a:lnTo>
                  <a:pt x="1746128" y="6858000"/>
                </a:lnTo>
                <a:lnTo>
                  <a:pt x="1753934" y="6724796"/>
                </a:lnTo>
                <a:cubicBezTo>
                  <a:pt x="1761216" y="6674140"/>
                  <a:pt x="1773366" y="6623443"/>
                  <a:pt x="1792053" y="6572396"/>
                </a:cubicBezTo>
                <a:cubicBezTo>
                  <a:pt x="1831929" y="6463223"/>
                  <a:pt x="1865036" y="6394363"/>
                  <a:pt x="1862248" y="6266397"/>
                </a:cubicBezTo>
                <a:cubicBezTo>
                  <a:pt x="1860953" y="6187277"/>
                  <a:pt x="1859762" y="6110946"/>
                  <a:pt x="1862250" y="6033531"/>
                </a:cubicBezTo>
                <a:cubicBezTo>
                  <a:pt x="1629459" y="6233327"/>
                  <a:pt x="1412286" y="6451119"/>
                  <a:pt x="1211999" y="6683610"/>
                </a:cubicBezTo>
                <a:cubicBezTo>
                  <a:pt x="1212594" y="6686848"/>
                  <a:pt x="1213637" y="6689601"/>
                  <a:pt x="1213266" y="6691947"/>
                </a:cubicBezTo>
                <a:cubicBezTo>
                  <a:pt x="1207239" y="6745048"/>
                  <a:pt x="1203941" y="6797982"/>
                  <a:pt x="1203370" y="6850676"/>
                </a:cubicBezTo>
                <a:cubicBezTo>
                  <a:pt x="1203470" y="6853117"/>
                  <a:pt x="1203571" y="6855559"/>
                  <a:pt x="1203671" y="6858000"/>
                </a:cubicBezTo>
                <a:lnTo>
                  <a:pt x="1143180" y="6858000"/>
                </a:lnTo>
                <a:cubicBezTo>
                  <a:pt x="1142845" y="6827348"/>
                  <a:pt x="1142511" y="6796697"/>
                  <a:pt x="1142176" y="6766045"/>
                </a:cubicBezTo>
                <a:lnTo>
                  <a:pt x="1067484" y="6858000"/>
                </a:lnTo>
                <a:lnTo>
                  <a:pt x="953928" y="6858000"/>
                </a:lnTo>
                <a:lnTo>
                  <a:pt x="959715" y="6850185"/>
                </a:lnTo>
                <a:cubicBezTo>
                  <a:pt x="1122351" y="6642955"/>
                  <a:pt x="1297493" y="6445464"/>
                  <a:pt x="1483788" y="6259174"/>
                </a:cubicBezTo>
                <a:cubicBezTo>
                  <a:pt x="1354519" y="6252700"/>
                  <a:pt x="1219786" y="6272526"/>
                  <a:pt x="1100671" y="6252137"/>
                </a:cubicBezTo>
                <a:cubicBezTo>
                  <a:pt x="1097473" y="6253667"/>
                  <a:pt x="1093344" y="6255226"/>
                  <a:pt x="1090144" y="6256748"/>
                </a:cubicBezTo>
                <a:cubicBezTo>
                  <a:pt x="1093160" y="6262221"/>
                  <a:pt x="1095726" y="6268172"/>
                  <a:pt x="1095872" y="6271892"/>
                </a:cubicBezTo>
                <a:cubicBezTo>
                  <a:pt x="1117034" y="6614754"/>
                  <a:pt x="501310" y="6765589"/>
                  <a:pt x="262785" y="6845450"/>
                </a:cubicBezTo>
                <a:cubicBezTo>
                  <a:pt x="240730" y="6852851"/>
                  <a:pt x="197167" y="6788461"/>
                  <a:pt x="209968" y="6770713"/>
                </a:cubicBezTo>
                <a:cubicBezTo>
                  <a:pt x="383281" y="6527661"/>
                  <a:pt x="615742" y="6377713"/>
                  <a:pt x="873460" y="6253768"/>
                </a:cubicBezTo>
                <a:cubicBezTo>
                  <a:pt x="626943" y="6191900"/>
                  <a:pt x="365733" y="5960633"/>
                  <a:pt x="192686" y="5849257"/>
                </a:cubicBezTo>
                <a:cubicBezTo>
                  <a:pt x="116185" y="5799690"/>
                  <a:pt x="52073" y="5754165"/>
                  <a:pt x="4696" y="5697668"/>
                </a:cubicBezTo>
                <a:lnTo>
                  <a:pt x="0" y="5689984"/>
                </a:lnTo>
                <a:lnTo>
                  <a:pt x="0" y="5513472"/>
                </a:lnTo>
                <a:lnTo>
                  <a:pt x="174101" y="5620277"/>
                </a:lnTo>
                <a:cubicBezTo>
                  <a:pt x="413334" y="5759164"/>
                  <a:pt x="660435" y="5885160"/>
                  <a:pt x="891800" y="6036935"/>
                </a:cubicBezTo>
                <a:cubicBezTo>
                  <a:pt x="944884" y="6071606"/>
                  <a:pt x="1012106" y="6145300"/>
                  <a:pt x="1072219" y="6169443"/>
                </a:cubicBezTo>
                <a:cubicBezTo>
                  <a:pt x="1072700" y="6169886"/>
                  <a:pt x="1073629" y="6169850"/>
                  <a:pt x="1074117" y="6170301"/>
                </a:cubicBezTo>
                <a:cubicBezTo>
                  <a:pt x="1077423" y="6171567"/>
                  <a:pt x="1080285" y="6173315"/>
                  <a:pt x="1083114" y="6174131"/>
                </a:cubicBezTo>
                <a:cubicBezTo>
                  <a:pt x="1205686" y="6211148"/>
                  <a:pt x="1403553" y="6162717"/>
                  <a:pt x="1543010" y="6191140"/>
                </a:cubicBezTo>
                <a:cubicBezTo>
                  <a:pt x="1545352" y="6191516"/>
                  <a:pt x="1548218" y="6193258"/>
                  <a:pt x="1551080" y="6195006"/>
                </a:cubicBezTo>
                <a:cubicBezTo>
                  <a:pt x="1796784" y="5956970"/>
                  <a:pt x="2061981" y="5740521"/>
                  <a:pt x="2345443" y="5549882"/>
                </a:cubicBezTo>
                <a:cubicBezTo>
                  <a:pt x="2141371" y="5547786"/>
                  <a:pt x="1930334" y="5604666"/>
                  <a:pt x="1721499" y="5599969"/>
                </a:cubicBezTo>
                <a:cubicBezTo>
                  <a:pt x="1398951" y="5593309"/>
                  <a:pt x="1081337" y="5547329"/>
                  <a:pt x="767716" y="5472768"/>
                </a:cubicBezTo>
                <a:cubicBezTo>
                  <a:pt x="753133" y="5469162"/>
                  <a:pt x="700946" y="5398599"/>
                  <a:pt x="722147" y="5393091"/>
                </a:cubicBezTo>
                <a:cubicBezTo>
                  <a:pt x="968781" y="5329673"/>
                  <a:pt x="1232259" y="5326588"/>
                  <a:pt x="1485552" y="5313202"/>
                </a:cubicBezTo>
                <a:cubicBezTo>
                  <a:pt x="1722589" y="5300930"/>
                  <a:pt x="1934026" y="5312502"/>
                  <a:pt x="2143004" y="5402420"/>
                </a:cubicBezTo>
                <a:cubicBezTo>
                  <a:pt x="2072259" y="5321879"/>
                  <a:pt x="2001915" y="5239927"/>
                  <a:pt x="1933391" y="5156971"/>
                </a:cubicBezTo>
                <a:cubicBezTo>
                  <a:pt x="1884964" y="5098829"/>
                  <a:pt x="1830279" y="5047453"/>
                  <a:pt x="1827118" y="4968410"/>
                </a:cubicBezTo>
                <a:cubicBezTo>
                  <a:pt x="1826899" y="4962830"/>
                  <a:pt x="1831287" y="4956131"/>
                  <a:pt x="1837349" y="4956357"/>
                </a:cubicBezTo>
                <a:cubicBezTo>
                  <a:pt x="1954786" y="4958180"/>
                  <a:pt x="2095955" y="5099243"/>
                  <a:pt x="2162835" y="5187853"/>
                </a:cubicBezTo>
                <a:cubicBezTo>
                  <a:pt x="2223806" y="5268314"/>
                  <a:pt x="2261117" y="5362764"/>
                  <a:pt x="2257167" y="5462123"/>
                </a:cubicBezTo>
                <a:cubicBezTo>
                  <a:pt x="2258619" y="5463463"/>
                  <a:pt x="2260110" y="5465731"/>
                  <a:pt x="2261598" y="5467998"/>
                </a:cubicBezTo>
                <a:cubicBezTo>
                  <a:pt x="2319293" y="5466627"/>
                  <a:pt x="2377620" y="5469418"/>
                  <a:pt x="2437177" y="5479608"/>
                </a:cubicBezTo>
                <a:cubicBezTo>
                  <a:pt x="2440002" y="5480429"/>
                  <a:pt x="2442387" y="5481726"/>
                  <a:pt x="2445247" y="5483476"/>
                </a:cubicBezTo>
                <a:cubicBezTo>
                  <a:pt x="2542410" y="5420910"/>
                  <a:pt x="2642483" y="5361023"/>
                  <a:pt x="2743626" y="5304819"/>
                </a:cubicBezTo>
                <a:cubicBezTo>
                  <a:pt x="2843877" y="5249576"/>
                  <a:pt x="2945694" y="5198471"/>
                  <a:pt x="3048102" y="5150595"/>
                </a:cubicBezTo>
                <a:cubicBezTo>
                  <a:pt x="2585795" y="5154639"/>
                  <a:pt x="2153807" y="4996795"/>
                  <a:pt x="1799414" y="4694732"/>
                </a:cubicBezTo>
                <a:cubicBezTo>
                  <a:pt x="1791709" y="4688523"/>
                  <a:pt x="1742423" y="4620635"/>
                  <a:pt x="1771735" y="4619929"/>
                </a:cubicBezTo>
                <a:cubicBezTo>
                  <a:pt x="2256142" y="4609405"/>
                  <a:pt x="2784409" y="4670721"/>
                  <a:pt x="3104273" y="5076159"/>
                </a:cubicBezTo>
                <a:cubicBezTo>
                  <a:pt x="3108183" y="5080663"/>
                  <a:pt x="3110711" y="5085686"/>
                  <a:pt x="3113245" y="5090705"/>
                </a:cubicBezTo>
                <a:cubicBezTo>
                  <a:pt x="3118189" y="5097958"/>
                  <a:pt x="3122727" y="5106622"/>
                  <a:pt x="3126294" y="5114400"/>
                </a:cubicBezTo>
                <a:cubicBezTo>
                  <a:pt x="3390302" y="4996262"/>
                  <a:pt x="3661785" y="4902036"/>
                  <a:pt x="3937433" y="4830473"/>
                </a:cubicBezTo>
                <a:cubicBezTo>
                  <a:pt x="3836176" y="4732523"/>
                  <a:pt x="3721785" y="4620668"/>
                  <a:pt x="3590475" y="4597974"/>
                </a:cubicBezTo>
                <a:cubicBezTo>
                  <a:pt x="3435249" y="4571111"/>
                  <a:pt x="3264279" y="4616605"/>
                  <a:pt x="3100264" y="4579845"/>
                </a:cubicBezTo>
                <a:cubicBezTo>
                  <a:pt x="2787310" y="4510393"/>
                  <a:pt x="2468738" y="4370372"/>
                  <a:pt x="2183576" y="4227150"/>
                </a:cubicBezTo>
                <a:cubicBezTo>
                  <a:pt x="2170260" y="4220226"/>
                  <a:pt x="2115765" y="4150220"/>
                  <a:pt x="2151029" y="4146947"/>
                </a:cubicBezTo>
                <a:cubicBezTo>
                  <a:pt x="2677991" y="4094203"/>
                  <a:pt x="3159089" y="4117356"/>
                  <a:pt x="3563434" y="4469115"/>
                </a:cubicBezTo>
                <a:lnTo>
                  <a:pt x="3177952" y="3657386"/>
                </a:lnTo>
                <a:cubicBezTo>
                  <a:pt x="3171337" y="3643210"/>
                  <a:pt x="3161442" y="3605414"/>
                  <a:pt x="3189263" y="3625726"/>
                </a:cubicBezTo>
                <a:cubicBezTo>
                  <a:pt x="3348177" y="3744655"/>
                  <a:pt x="3463235" y="3908187"/>
                  <a:pt x="3560912" y="4079863"/>
                </a:cubicBezTo>
                <a:cubicBezTo>
                  <a:pt x="3646545" y="4229668"/>
                  <a:pt x="3658964" y="4353983"/>
                  <a:pt x="3626636" y="4512230"/>
                </a:cubicBezTo>
                <a:cubicBezTo>
                  <a:pt x="3635603" y="4515129"/>
                  <a:pt x="3644081" y="4517586"/>
                  <a:pt x="3653088" y="4521417"/>
                </a:cubicBezTo>
                <a:cubicBezTo>
                  <a:pt x="3765052" y="4572828"/>
                  <a:pt x="3892199" y="4724230"/>
                  <a:pt x="3988128" y="4817267"/>
                </a:cubicBezTo>
                <a:cubicBezTo>
                  <a:pt x="4265269" y="4747971"/>
                  <a:pt x="4547054" y="4701774"/>
                  <a:pt x="4830582" y="4676000"/>
                </a:cubicBezTo>
                <a:lnTo>
                  <a:pt x="4830100" y="4675554"/>
                </a:lnTo>
                <a:cubicBezTo>
                  <a:pt x="4727027" y="4369030"/>
                  <a:pt x="4271973" y="4333199"/>
                  <a:pt x="4036318" y="4147013"/>
                </a:cubicBezTo>
                <a:cubicBezTo>
                  <a:pt x="3810777" y="3969273"/>
                  <a:pt x="3654591" y="3720297"/>
                  <a:pt x="3432098" y="3537312"/>
                </a:cubicBezTo>
                <a:cubicBezTo>
                  <a:pt x="3405134" y="3515099"/>
                  <a:pt x="3391592" y="3444385"/>
                  <a:pt x="3446761" y="3461278"/>
                </a:cubicBezTo>
                <a:cubicBezTo>
                  <a:pt x="3801752" y="3568638"/>
                  <a:pt x="4119982" y="3746863"/>
                  <a:pt x="4419733" y="3963555"/>
                </a:cubicBezTo>
                <a:cubicBezTo>
                  <a:pt x="4597168" y="4091520"/>
                  <a:pt x="4760991" y="4228417"/>
                  <a:pt x="4781371" y="4458604"/>
                </a:cubicBezTo>
                <a:cubicBezTo>
                  <a:pt x="4781562" y="4463257"/>
                  <a:pt x="4780772" y="4467014"/>
                  <a:pt x="4780440" y="4470290"/>
                </a:cubicBezTo>
                <a:cubicBezTo>
                  <a:pt x="4830364" y="4519056"/>
                  <a:pt x="4870983" y="4579844"/>
                  <a:pt x="4898954" y="4662092"/>
                </a:cubicBezTo>
                <a:cubicBezTo>
                  <a:pt x="4900480" y="4665288"/>
                  <a:pt x="4900107" y="4667630"/>
                  <a:pt x="4900699" y="4670867"/>
                </a:cubicBezTo>
                <a:cubicBezTo>
                  <a:pt x="5170915" y="4649815"/>
                  <a:pt x="5442360" y="4647817"/>
                  <a:pt x="5714511" y="4663483"/>
                </a:cubicBezTo>
                <a:cubicBezTo>
                  <a:pt x="5651495" y="4555157"/>
                  <a:pt x="5582088" y="4449879"/>
                  <a:pt x="5464793" y="4393556"/>
                </a:cubicBezTo>
                <a:cubicBezTo>
                  <a:pt x="5463384" y="4393148"/>
                  <a:pt x="5462860" y="4391770"/>
                  <a:pt x="5461897" y="4390879"/>
                </a:cubicBezTo>
                <a:cubicBezTo>
                  <a:pt x="4970387" y="4293633"/>
                  <a:pt x="4556299" y="367493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cubicBezTo>
                  <a:pt x="5763687" y="2828007"/>
                  <a:pt x="5764331" y="2813808"/>
                  <a:pt x="5764974" y="2799609"/>
                </a:cubicBez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lnTo>
                  <a:pt x="2399523" y="1428234"/>
                </a:ln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lnTo>
                  <a:pt x="278707" y="1352270"/>
                </a:ln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lnTo>
                  <a:pt x="655236" y="1268632"/>
                </a:ln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lnTo>
                  <a:pt x="6605473" y="1184686"/>
                </a:lnTo>
                <a:cubicBezTo>
                  <a:pt x="6633823" y="1169483"/>
                  <a:pt x="6662531" y="1154778"/>
                  <a:pt x="6691602" y="1140573"/>
                </a:cubicBezTo>
                <a:close/>
                <a:moveTo>
                  <a:pt x="4002475" y="1037802"/>
                </a:moveTo>
                <a:lnTo>
                  <a:pt x="4000324" y="1039362"/>
                </a:lnTo>
                <a:lnTo>
                  <a:pt x="4002862" y="1042866"/>
                </a:ln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278852" y="4250311"/>
                  <a:pt x="915356" y="4600566"/>
                  <a:pt x="542867" y="4944092"/>
                </a:cubicBezTo>
                <a:cubicBezTo>
                  <a:pt x="521291" y="4964055"/>
                  <a:pt x="503482" y="4879596"/>
                  <a:pt x="515800" y="4862180"/>
                </a:cubicBezTo>
                <a:cubicBezTo>
                  <a:pt x="664236" y="4650055"/>
                  <a:pt x="747224" y="4402666"/>
                  <a:pt x="909145" y="4199225"/>
                </a:cubicBezTo>
                <a:cubicBezTo>
                  <a:pt x="998789" y="4086824"/>
                  <a:pt x="1101084" y="3991246"/>
                  <a:pt x="1214067" y="3908561"/>
                </a:cubicBezTo>
                <a:cubicBezTo>
                  <a:pt x="1023317" y="3973399"/>
                  <a:pt x="824392" y="4020568"/>
                  <a:pt x="640967" y="4105601"/>
                </a:cubicBezTo>
                <a:cubicBezTo>
                  <a:pt x="458381" y="4190213"/>
                  <a:pt x="284593" y="4292005"/>
                  <a:pt x="112563" y="4396952"/>
                </a:cubicBezTo>
                <a:lnTo>
                  <a:pt x="0" y="4466006"/>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lnTo>
                  <a:pt x="5460148" y="911442"/>
                </a:ln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lnTo>
                  <a:pt x="5208466" y="257550"/>
                </a:ln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lnTo>
                  <a:pt x="5261015" y="227087"/>
                </a:ln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lnTo>
                  <a:pt x="6537433" y="1907790"/>
                </a:ln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lnTo>
                  <a:pt x="3882765" y="0"/>
                </a:ln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lnTo>
                  <a:pt x="3721337" y="0"/>
                </a:ln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lnTo>
                  <a:pt x="2867960" y="0"/>
                </a:ln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lnTo>
                  <a:pt x="1057230" y="0"/>
                </a:ln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lnTo>
                  <a:pt x="43151"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40" name="Rectangle 17">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990600"/>
            <a:ext cx="11277600" cy="4876800"/>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textruta 4">
            <a:extLst>
              <a:ext uri="{FF2B5EF4-FFF2-40B4-BE49-F238E27FC236}">
                <a16:creationId xmlns:a16="http://schemas.microsoft.com/office/drawing/2014/main" id="{2CCF2991-57B2-85E9-7A79-115D6121174A}"/>
              </a:ext>
            </a:extLst>
          </p:cNvPr>
          <p:cNvSpPr txBox="1"/>
          <p:nvPr/>
        </p:nvSpPr>
        <p:spPr>
          <a:xfrm>
            <a:off x="623455" y="1122218"/>
            <a:ext cx="10993581" cy="4745182"/>
          </a:xfrm>
          <a:prstGeom prst="rect">
            <a:avLst/>
          </a:prstGeom>
        </p:spPr>
        <p:txBody>
          <a:bodyPr vert="horz" lIns="91440" tIns="45720" rIns="91440" bIns="45720" rtlCol="0">
            <a:normAutofit/>
          </a:bodyPr>
          <a:lstStyle/>
          <a:p>
            <a:pPr>
              <a:lnSpc>
                <a:spcPct val="90000"/>
              </a:lnSpc>
              <a:spcAft>
                <a:spcPts val="600"/>
              </a:spcAft>
            </a:pPr>
            <a:r>
              <a:rPr lang="en-US" b="1" dirty="0" err="1"/>
              <a:t>Självreflektion</a:t>
            </a:r>
            <a:endParaRPr lang="en-US" b="1" dirty="0"/>
          </a:p>
          <a:p>
            <a:pPr>
              <a:lnSpc>
                <a:spcPct val="90000"/>
              </a:lnSpc>
              <a:spcAft>
                <a:spcPts val="600"/>
              </a:spcAft>
            </a:pPr>
            <a:r>
              <a:rPr lang="en-US" dirty="0"/>
              <a:t>Jag </a:t>
            </a:r>
            <a:r>
              <a:rPr lang="en-US" dirty="0" err="1"/>
              <a:t>tycker</a:t>
            </a:r>
            <a:r>
              <a:rPr lang="en-US" dirty="0"/>
              <a:t> </a:t>
            </a:r>
            <a:r>
              <a:rPr lang="en-US" dirty="0" err="1"/>
              <a:t>att</a:t>
            </a:r>
            <a:r>
              <a:rPr lang="en-US" dirty="0"/>
              <a:t> jag </a:t>
            </a:r>
            <a:r>
              <a:rPr lang="en-US" dirty="0" err="1"/>
              <a:t>har</a:t>
            </a:r>
            <a:r>
              <a:rPr lang="en-US" dirty="0"/>
              <a:t> </a:t>
            </a:r>
            <a:r>
              <a:rPr lang="en-US" dirty="0" err="1"/>
              <a:t>genomfört</a:t>
            </a:r>
            <a:r>
              <a:rPr lang="en-US" dirty="0"/>
              <a:t> </a:t>
            </a:r>
            <a:r>
              <a:rPr lang="en-US" dirty="0" err="1"/>
              <a:t>ett</a:t>
            </a:r>
            <a:r>
              <a:rPr lang="en-US" dirty="0"/>
              <a:t> </a:t>
            </a:r>
            <a:r>
              <a:rPr lang="en-US" dirty="0" err="1"/>
              <a:t>komplett</a:t>
            </a:r>
            <a:r>
              <a:rPr lang="en-US" dirty="0"/>
              <a:t> ML-</a:t>
            </a:r>
            <a:r>
              <a:rPr lang="en-US" dirty="0" err="1"/>
              <a:t>flöde</a:t>
            </a:r>
            <a:r>
              <a:rPr lang="en-US" dirty="0"/>
              <a:t> med </a:t>
            </a:r>
            <a:r>
              <a:rPr lang="en-US" dirty="0" err="1"/>
              <a:t>korrekt</a:t>
            </a:r>
            <a:r>
              <a:rPr lang="en-US" dirty="0"/>
              <a:t> preprocessing, </a:t>
            </a:r>
            <a:r>
              <a:rPr lang="en-US" dirty="0" err="1"/>
              <a:t>modelljämförelse</a:t>
            </a:r>
            <a:r>
              <a:rPr lang="en-US" dirty="0"/>
              <a:t> och hyperparameter-tuning. Jag </a:t>
            </a:r>
            <a:r>
              <a:rPr lang="en-US" dirty="0" err="1"/>
              <a:t>har</a:t>
            </a:r>
            <a:r>
              <a:rPr lang="en-US" dirty="0"/>
              <a:t> </a:t>
            </a:r>
            <a:r>
              <a:rPr lang="en-US" dirty="0" err="1"/>
              <a:t>även</a:t>
            </a:r>
            <a:r>
              <a:rPr lang="en-US" dirty="0"/>
              <a:t> </a:t>
            </a:r>
            <a:r>
              <a:rPr lang="en-US" dirty="0" err="1"/>
              <a:t>arbetat</a:t>
            </a:r>
            <a:r>
              <a:rPr lang="en-US" dirty="0"/>
              <a:t> med </a:t>
            </a:r>
            <a:r>
              <a:rPr lang="en-US" dirty="0" err="1"/>
              <a:t>oövervakad</a:t>
            </a:r>
            <a:r>
              <a:rPr lang="en-US" dirty="0"/>
              <a:t> </a:t>
            </a:r>
            <a:r>
              <a:rPr lang="en-US" dirty="0" err="1"/>
              <a:t>inlärning</a:t>
            </a:r>
            <a:r>
              <a:rPr lang="en-US" dirty="0"/>
              <a:t> och </a:t>
            </a:r>
            <a:r>
              <a:rPr lang="en-US" dirty="0" err="1"/>
              <a:t>fördjupat</a:t>
            </a:r>
            <a:r>
              <a:rPr lang="en-US" dirty="0"/>
              <a:t> </a:t>
            </a:r>
            <a:r>
              <a:rPr lang="en-US" dirty="0" err="1"/>
              <a:t>analysen</a:t>
            </a:r>
            <a:r>
              <a:rPr lang="en-US" dirty="0"/>
              <a:t> </a:t>
            </a:r>
            <a:r>
              <a:rPr lang="en-US" dirty="0" err="1"/>
              <a:t>genom</a:t>
            </a:r>
            <a:r>
              <a:rPr lang="en-US" dirty="0"/>
              <a:t> </a:t>
            </a:r>
            <a:r>
              <a:rPr lang="en-US" dirty="0" err="1"/>
              <a:t>modelltolkning</a:t>
            </a:r>
            <a:r>
              <a:rPr lang="en-US" dirty="0"/>
              <a:t> och </a:t>
            </a:r>
            <a:r>
              <a:rPr lang="en-US" dirty="0" err="1"/>
              <a:t>felanalys</a:t>
            </a:r>
            <a:r>
              <a:rPr lang="en-US" dirty="0"/>
              <a:t>.</a:t>
            </a:r>
          </a:p>
          <a:p>
            <a:pPr>
              <a:lnSpc>
                <a:spcPct val="90000"/>
              </a:lnSpc>
              <a:spcAft>
                <a:spcPts val="600"/>
              </a:spcAft>
            </a:pPr>
            <a:r>
              <a:rPr lang="en-US" dirty="0"/>
              <a:t>Det </a:t>
            </a:r>
            <a:r>
              <a:rPr lang="en-US" dirty="0" err="1"/>
              <a:t>som</a:t>
            </a:r>
            <a:r>
              <a:rPr lang="en-US" dirty="0"/>
              <a:t> var </a:t>
            </a:r>
            <a:r>
              <a:rPr lang="en-US" dirty="0" err="1"/>
              <a:t>utmanande</a:t>
            </a:r>
            <a:r>
              <a:rPr lang="en-US" dirty="0"/>
              <a:t> </a:t>
            </a:r>
            <a:r>
              <a:rPr lang="en-US" dirty="0" err="1"/>
              <a:t>i</a:t>
            </a:r>
            <a:r>
              <a:rPr lang="en-US" dirty="0"/>
              <a:t> </a:t>
            </a:r>
            <a:r>
              <a:rPr lang="en-US" dirty="0" err="1"/>
              <a:t>projektet</a:t>
            </a:r>
            <a:r>
              <a:rPr lang="en-US" dirty="0"/>
              <a:t> var </a:t>
            </a:r>
            <a:r>
              <a:rPr lang="en-US" dirty="0" err="1"/>
              <a:t>att</a:t>
            </a:r>
            <a:r>
              <a:rPr lang="en-US" dirty="0"/>
              <a:t> </a:t>
            </a:r>
            <a:r>
              <a:rPr lang="en-US" dirty="0" err="1"/>
              <a:t>förstå</a:t>
            </a:r>
            <a:r>
              <a:rPr lang="en-US" dirty="0"/>
              <a:t> </a:t>
            </a:r>
            <a:r>
              <a:rPr lang="en-US" dirty="0" err="1"/>
              <a:t>hur</a:t>
            </a:r>
            <a:r>
              <a:rPr lang="en-US" dirty="0"/>
              <a:t> pipelines </a:t>
            </a:r>
            <a:r>
              <a:rPr lang="en-US" dirty="0" err="1"/>
              <a:t>fungerar</a:t>
            </a:r>
            <a:r>
              <a:rPr lang="en-US" dirty="0"/>
              <a:t> </a:t>
            </a:r>
            <a:r>
              <a:rPr lang="en-US" dirty="0" err="1"/>
              <a:t>i</a:t>
            </a:r>
            <a:r>
              <a:rPr lang="en-US" dirty="0"/>
              <a:t> </a:t>
            </a:r>
            <a:r>
              <a:rPr lang="en-US" dirty="0" err="1"/>
              <a:t>praktiken</a:t>
            </a:r>
            <a:r>
              <a:rPr lang="en-US" dirty="0"/>
              <a:t> men </a:t>
            </a:r>
            <a:r>
              <a:rPr lang="en-US" dirty="0" err="1"/>
              <a:t>även</a:t>
            </a:r>
            <a:r>
              <a:rPr lang="en-US" dirty="0"/>
              <a:t> </a:t>
            </a:r>
            <a:r>
              <a:rPr lang="en-US" dirty="0" err="1"/>
              <a:t>att</a:t>
            </a:r>
            <a:r>
              <a:rPr lang="en-US" dirty="0"/>
              <a:t> </a:t>
            </a:r>
            <a:r>
              <a:rPr lang="en-US" dirty="0" err="1"/>
              <a:t>tolka</a:t>
            </a:r>
            <a:r>
              <a:rPr lang="en-US" dirty="0"/>
              <a:t> </a:t>
            </a:r>
            <a:r>
              <a:rPr lang="en-US" dirty="0" err="1"/>
              <a:t>modellens</a:t>
            </a:r>
            <a:r>
              <a:rPr lang="en-US" dirty="0"/>
              <a:t> </a:t>
            </a:r>
            <a:r>
              <a:rPr lang="en-US" dirty="0" err="1"/>
              <a:t>resultat</a:t>
            </a:r>
            <a:r>
              <a:rPr lang="en-US" dirty="0"/>
              <a:t>, till </a:t>
            </a:r>
            <a:r>
              <a:rPr lang="en-US" dirty="0" err="1"/>
              <a:t>exempel</a:t>
            </a:r>
            <a:r>
              <a:rPr lang="en-US" dirty="0"/>
              <a:t> </a:t>
            </a:r>
            <a:r>
              <a:rPr lang="en-US" dirty="0" err="1"/>
              <a:t>hur</a:t>
            </a:r>
            <a:r>
              <a:rPr lang="en-US" dirty="0"/>
              <a:t> man </a:t>
            </a:r>
            <a:r>
              <a:rPr lang="en-US" dirty="0" err="1"/>
              <a:t>kopplar</a:t>
            </a:r>
            <a:r>
              <a:rPr lang="en-US" dirty="0"/>
              <a:t> </a:t>
            </a:r>
            <a:r>
              <a:rPr lang="en-US" dirty="0" err="1"/>
              <a:t>koefficienter</a:t>
            </a:r>
            <a:r>
              <a:rPr lang="en-US" dirty="0"/>
              <a:t> till </a:t>
            </a:r>
            <a:r>
              <a:rPr lang="en-US" dirty="0" err="1"/>
              <a:t>faktiska</a:t>
            </a:r>
            <a:r>
              <a:rPr lang="en-US" dirty="0"/>
              <a:t> features </a:t>
            </a:r>
            <a:r>
              <a:rPr lang="en-US" dirty="0" err="1"/>
              <a:t>efter</a:t>
            </a:r>
            <a:r>
              <a:rPr lang="en-US" dirty="0"/>
              <a:t> </a:t>
            </a:r>
            <a:r>
              <a:rPr lang="en-US" dirty="0" err="1"/>
              <a:t>OneHotEncoding</a:t>
            </a:r>
            <a:r>
              <a:rPr lang="en-US" dirty="0"/>
              <a:t>.</a:t>
            </a:r>
          </a:p>
          <a:p>
            <a:pPr>
              <a:lnSpc>
                <a:spcPct val="90000"/>
              </a:lnSpc>
              <a:spcAft>
                <a:spcPts val="600"/>
              </a:spcAft>
            </a:pPr>
            <a:r>
              <a:rPr lang="en-US" dirty="0"/>
              <a:t>En </a:t>
            </a:r>
            <a:r>
              <a:rPr lang="en-US" dirty="0" err="1"/>
              <a:t>annan</a:t>
            </a:r>
            <a:r>
              <a:rPr lang="en-US" dirty="0"/>
              <a:t> </a:t>
            </a:r>
            <a:r>
              <a:rPr lang="en-US" dirty="0" err="1"/>
              <a:t>svårighet</a:t>
            </a:r>
            <a:r>
              <a:rPr lang="en-US" dirty="0"/>
              <a:t> var </a:t>
            </a:r>
            <a:r>
              <a:rPr lang="en-US" dirty="0" err="1"/>
              <a:t>att</a:t>
            </a:r>
            <a:r>
              <a:rPr lang="en-US" dirty="0"/>
              <a:t> det </a:t>
            </a:r>
            <a:r>
              <a:rPr lang="en-US" dirty="0" err="1"/>
              <a:t>inte</a:t>
            </a:r>
            <a:r>
              <a:rPr lang="en-US" dirty="0"/>
              <a:t> </a:t>
            </a:r>
            <a:r>
              <a:rPr lang="en-US" dirty="0" err="1"/>
              <a:t>finns</a:t>
            </a:r>
            <a:r>
              <a:rPr lang="en-US" dirty="0"/>
              <a:t> </a:t>
            </a:r>
            <a:r>
              <a:rPr lang="en-US" dirty="0" err="1"/>
              <a:t>ett</a:t>
            </a:r>
            <a:r>
              <a:rPr lang="en-US" dirty="0"/>
              <a:t> </a:t>
            </a:r>
            <a:r>
              <a:rPr lang="en-US" dirty="0" err="1"/>
              <a:t>tydligt</a:t>
            </a:r>
            <a:r>
              <a:rPr lang="en-US" dirty="0"/>
              <a:t> “facit” </a:t>
            </a:r>
            <a:r>
              <a:rPr lang="en-US" dirty="0" err="1"/>
              <a:t>i</a:t>
            </a:r>
            <a:r>
              <a:rPr lang="en-US" dirty="0"/>
              <a:t> machine learning. Trots </a:t>
            </a:r>
            <a:r>
              <a:rPr lang="en-US" dirty="0" err="1"/>
              <a:t>att</a:t>
            </a:r>
            <a:r>
              <a:rPr lang="en-US" dirty="0"/>
              <a:t> </a:t>
            </a:r>
            <a:r>
              <a:rPr lang="en-US" dirty="0" err="1"/>
              <a:t>klassen</a:t>
            </a:r>
            <a:r>
              <a:rPr lang="en-US" dirty="0"/>
              <a:t> </a:t>
            </a:r>
            <a:r>
              <a:rPr lang="en-US" dirty="0" err="1"/>
              <a:t>arbetade</a:t>
            </a:r>
            <a:r>
              <a:rPr lang="en-US" dirty="0"/>
              <a:t> med </a:t>
            </a:r>
            <a:r>
              <a:rPr lang="en-US" dirty="0" err="1"/>
              <a:t>samma</a:t>
            </a:r>
            <a:r>
              <a:rPr lang="en-US" dirty="0"/>
              <a:t> data </a:t>
            </a:r>
            <a:r>
              <a:rPr lang="en-US" dirty="0" err="1"/>
              <a:t>fick</a:t>
            </a:r>
            <a:r>
              <a:rPr lang="en-US" dirty="0"/>
              <a:t> </a:t>
            </a:r>
            <a:r>
              <a:rPr lang="en-US" dirty="0" err="1"/>
              <a:t>olika</a:t>
            </a:r>
            <a:r>
              <a:rPr lang="en-US" dirty="0"/>
              <a:t> </a:t>
            </a:r>
            <a:r>
              <a:rPr lang="en-US" dirty="0" err="1"/>
              <a:t>personer</a:t>
            </a:r>
            <a:r>
              <a:rPr lang="en-US" dirty="0"/>
              <a:t> </a:t>
            </a:r>
            <a:r>
              <a:rPr lang="en-US" dirty="0" err="1"/>
              <a:t>olika</a:t>
            </a:r>
            <a:r>
              <a:rPr lang="en-US" dirty="0"/>
              <a:t> </a:t>
            </a:r>
            <a:r>
              <a:rPr lang="en-US" dirty="0" err="1"/>
              <a:t>resultat</a:t>
            </a:r>
            <a:r>
              <a:rPr lang="en-US" dirty="0"/>
              <a:t> och </a:t>
            </a:r>
            <a:r>
              <a:rPr lang="en-US" dirty="0" err="1"/>
              <a:t>olika</a:t>
            </a:r>
            <a:r>
              <a:rPr lang="en-US" dirty="0"/>
              <a:t> “</a:t>
            </a:r>
            <a:r>
              <a:rPr lang="en-US" dirty="0" err="1"/>
              <a:t>bästa</a:t>
            </a:r>
            <a:r>
              <a:rPr lang="en-US" dirty="0"/>
              <a:t> </a:t>
            </a:r>
            <a:r>
              <a:rPr lang="en-US" dirty="0" err="1"/>
              <a:t>modeller</a:t>
            </a:r>
            <a:r>
              <a:rPr lang="en-US" dirty="0"/>
              <a:t>”. Detta </a:t>
            </a:r>
            <a:r>
              <a:rPr lang="en-US" dirty="0" err="1"/>
              <a:t>gjorde</a:t>
            </a:r>
            <a:r>
              <a:rPr lang="en-US" dirty="0"/>
              <a:t> det </a:t>
            </a:r>
            <a:r>
              <a:rPr lang="en-US" dirty="0" err="1"/>
              <a:t>ibland</a:t>
            </a:r>
            <a:r>
              <a:rPr lang="en-US" dirty="0"/>
              <a:t> </a:t>
            </a:r>
            <a:r>
              <a:rPr lang="en-US" dirty="0" err="1"/>
              <a:t>svårt</a:t>
            </a:r>
            <a:r>
              <a:rPr lang="en-US" dirty="0"/>
              <a:t> </a:t>
            </a:r>
            <a:r>
              <a:rPr lang="en-US" dirty="0" err="1"/>
              <a:t>att</a:t>
            </a:r>
            <a:r>
              <a:rPr lang="en-US" dirty="0"/>
              <a:t> </a:t>
            </a:r>
            <a:r>
              <a:rPr lang="en-US" dirty="0" err="1"/>
              <a:t>veta</a:t>
            </a:r>
            <a:r>
              <a:rPr lang="en-US" dirty="0"/>
              <a:t> om man </a:t>
            </a:r>
            <a:r>
              <a:rPr lang="en-US" dirty="0" err="1"/>
              <a:t>gjort</a:t>
            </a:r>
            <a:r>
              <a:rPr lang="en-US" dirty="0"/>
              <a:t> </a:t>
            </a:r>
            <a:r>
              <a:rPr lang="en-US" dirty="0" err="1"/>
              <a:t>rätt</a:t>
            </a:r>
            <a:r>
              <a:rPr lang="en-US" dirty="0"/>
              <a:t>. </a:t>
            </a:r>
            <a:r>
              <a:rPr lang="en-US" dirty="0" err="1"/>
              <a:t>Samtidigt</a:t>
            </a:r>
            <a:r>
              <a:rPr lang="en-US" dirty="0"/>
              <a:t> </a:t>
            </a:r>
            <a:r>
              <a:rPr lang="en-US" dirty="0" err="1"/>
              <a:t>har</a:t>
            </a:r>
            <a:r>
              <a:rPr lang="en-US" dirty="0"/>
              <a:t> jag </a:t>
            </a:r>
            <a:r>
              <a:rPr lang="en-US" dirty="0" err="1"/>
              <a:t>förstått</a:t>
            </a:r>
            <a:r>
              <a:rPr lang="en-US" dirty="0"/>
              <a:t> </a:t>
            </a:r>
            <a:r>
              <a:rPr lang="en-US" dirty="0" err="1"/>
              <a:t>att</a:t>
            </a:r>
            <a:r>
              <a:rPr lang="en-US" dirty="0"/>
              <a:t> </a:t>
            </a:r>
            <a:r>
              <a:rPr lang="en-US" dirty="0" err="1"/>
              <a:t>detta</a:t>
            </a:r>
            <a:r>
              <a:rPr lang="en-US" dirty="0"/>
              <a:t> </a:t>
            </a:r>
            <a:r>
              <a:rPr lang="en-US" dirty="0" err="1"/>
              <a:t>är</a:t>
            </a:r>
            <a:r>
              <a:rPr lang="en-US" dirty="0"/>
              <a:t> </a:t>
            </a:r>
            <a:r>
              <a:rPr lang="en-US" dirty="0" err="1"/>
              <a:t>en</a:t>
            </a:r>
            <a:r>
              <a:rPr lang="en-US" dirty="0"/>
              <a:t> </a:t>
            </a:r>
            <a:r>
              <a:rPr lang="en-US" dirty="0" err="1"/>
              <a:t>naturlig</a:t>
            </a:r>
            <a:r>
              <a:rPr lang="en-US" dirty="0"/>
              <a:t> del av machine learning, </a:t>
            </a:r>
            <a:r>
              <a:rPr lang="en-US" dirty="0" err="1"/>
              <a:t>där</a:t>
            </a:r>
            <a:r>
              <a:rPr lang="en-US" dirty="0"/>
              <a:t> </a:t>
            </a:r>
            <a:r>
              <a:rPr lang="en-US" dirty="0" err="1"/>
              <a:t>resultat</a:t>
            </a:r>
            <a:r>
              <a:rPr lang="en-US" dirty="0"/>
              <a:t> </a:t>
            </a:r>
            <a:r>
              <a:rPr lang="en-US" dirty="0" err="1"/>
              <a:t>kan</a:t>
            </a:r>
            <a:r>
              <a:rPr lang="en-US" dirty="0"/>
              <a:t> </a:t>
            </a:r>
            <a:r>
              <a:rPr lang="en-US" dirty="0" err="1"/>
              <a:t>variera</a:t>
            </a:r>
            <a:r>
              <a:rPr lang="en-US" dirty="0"/>
              <a:t> </a:t>
            </a:r>
            <a:r>
              <a:rPr lang="en-US" dirty="0" err="1"/>
              <a:t>beroende</a:t>
            </a:r>
            <a:r>
              <a:rPr lang="en-US" dirty="0"/>
              <a:t> </a:t>
            </a:r>
            <a:r>
              <a:rPr lang="en-US" dirty="0" err="1"/>
              <a:t>på</a:t>
            </a:r>
            <a:r>
              <a:rPr lang="en-US" dirty="0"/>
              <a:t> </a:t>
            </a:r>
            <a:r>
              <a:rPr lang="en-US" dirty="0" err="1"/>
              <a:t>val</a:t>
            </a:r>
            <a:r>
              <a:rPr lang="en-US" dirty="0"/>
              <a:t> av preprocessing, </a:t>
            </a:r>
            <a:r>
              <a:rPr lang="en-US" dirty="0" err="1"/>
              <a:t>parametrar</a:t>
            </a:r>
            <a:r>
              <a:rPr lang="en-US" dirty="0"/>
              <a:t> och </a:t>
            </a:r>
            <a:r>
              <a:rPr lang="en-US" dirty="0" err="1"/>
              <a:t>datasplit</a:t>
            </a:r>
            <a:r>
              <a:rPr lang="en-US" dirty="0"/>
              <a:t>.</a:t>
            </a:r>
          </a:p>
          <a:p>
            <a:pPr>
              <a:lnSpc>
                <a:spcPct val="90000"/>
              </a:lnSpc>
              <a:spcAft>
                <a:spcPts val="600"/>
              </a:spcAft>
            </a:pPr>
            <a:endParaRPr lang="en-US" dirty="0"/>
          </a:p>
          <a:p>
            <a:pPr>
              <a:lnSpc>
                <a:spcPct val="90000"/>
              </a:lnSpc>
              <a:spcAft>
                <a:spcPts val="600"/>
              </a:spcAft>
            </a:pPr>
            <a:r>
              <a:rPr lang="en-US" dirty="0"/>
              <a:t>Jag </a:t>
            </a:r>
            <a:r>
              <a:rPr lang="en-US" dirty="0" err="1"/>
              <a:t>har</a:t>
            </a:r>
            <a:r>
              <a:rPr lang="en-US" dirty="0"/>
              <a:t> </a:t>
            </a:r>
            <a:r>
              <a:rPr lang="en-US" dirty="0" err="1"/>
              <a:t>därför</a:t>
            </a:r>
            <a:r>
              <a:rPr lang="en-US" dirty="0"/>
              <a:t> </a:t>
            </a:r>
            <a:r>
              <a:rPr lang="en-US" dirty="0" err="1"/>
              <a:t>lärt</a:t>
            </a:r>
            <a:r>
              <a:rPr lang="en-US" dirty="0"/>
              <a:t> </a:t>
            </a:r>
            <a:r>
              <a:rPr lang="en-US" dirty="0" err="1"/>
              <a:t>mig</a:t>
            </a:r>
            <a:r>
              <a:rPr lang="en-US" dirty="0"/>
              <a:t> </a:t>
            </a:r>
            <a:r>
              <a:rPr lang="en-US" dirty="0" err="1"/>
              <a:t>att</a:t>
            </a:r>
            <a:r>
              <a:rPr lang="en-US" dirty="0"/>
              <a:t> </a:t>
            </a:r>
            <a:r>
              <a:rPr lang="en-US" dirty="0" err="1"/>
              <a:t>fokus</a:t>
            </a:r>
            <a:r>
              <a:rPr lang="en-US" dirty="0"/>
              <a:t> </a:t>
            </a:r>
            <a:r>
              <a:rPr lang="en-US" dirty="0" err="1"/>
              <a:t>inte</a:t>
            </a:r>
            <a:r>
              <a:rPr lang="en-US" dirty="0"/>
              <a:t> bara ligger </a:t>
            </a:r>
            <a:r>
              <a:rPr lang="en-US" dirty="0" err="1"/>
              <a:t>på</a:t>
            </a:r>
            <a:r>
              <a:rPr lang="en-US" dirty="0"/>
              <a:t> </a:t>
            </a:r>
            <a:r>
              <a:rPr lang="en-US" dirty="0" err="1"/>
              <a:t>att</a:t>
            </a:r>
            <a:r>
              <a:rPr lang="en-US" dirty="0"/>
              <a:t> </a:t>
            </a:r>
            <a:r>
              <a:rPr lang="en-US" dirty="0" err="1"/>
              <a:t>få</a:t>
            </a:r>
            <a:r>
              <a:rPr lang="en-US" dirty="0"/>
              <a:t> “</a:t>
            </a:r>
            <a:r>
              <a:rPr lang="en-US" dirty="0" err="1"/>
              <a:t>bästa</a:t>
            </a:r>
            <a:r>
              <a:rPr lang="en-US" dirty="0"/>
              <a:t> </a:t>
            </a:r>
            <a:r>
              <a:rPr lang="en-US" dirty="0" err="1"/>
              <a:t>resultat</a:t>
            </a:r>
            <a:r>
              <a:rPr lang="en-US" dirty="0"/>
              <a:t>”, </a:t>
            </a:r>
            <a:r>
              <a:rPr lang="en-US" dirty="0" err="1"/>
              <a:t>utan</a:t>
            </a:r>
            <a:r>
              <a:rPr lang="en-US" dirty="0"/>
              <a:t> </a:t>
            </a:r>
            <a:r>
              <a:rPr lang="en-US" dirty="0" err="1"/>
              <a:t>att</a:t>
            </a:r>
            <a:r>
              <a:rPr lang="en-US" dirty="0"/>
              <a:t> </a:t>
            </a:r>
            <a:r>
              <a:rPr lang="en-US" dirty="0" err="1"/>
              <a:t>kunna</a:t>
            </a:r>
            <a:r>
              <a:rPr lang="en-US" dirty="0"/>
              <a:t> </a:t>
            </a:r>
            <a:r>
              <a:rPr lang="en-US" dirty="0" err="1"/>
              <a:t>motivera</a:t>
            </a:r>
            <a:r>
              <a:rPr lang="en-US" dirty="0"/>
              <a:t> </a:t>
            </a:r>
            <a:r>
              <a:rPr lang="en-US" dirty="0" err="1"/>
              <a:t>sina</a:t>
            </a:r>
            <a:r>
              <a:rPr lang="en-US" dirty="0"/>
              <a:t> </a:t>
            </a:r>
            <a:r>
              <a:rPr lang="en-US" dirty="0" err="1"/>
              <a:t>val</a:t>
            </a:r>
            <a:r>
              <a:rPr lang="en-US" dirty="0"/>
              <a:t> och </a:t>
            </a:r>
            <a:r>
              <a:rPr lang="en-US" dirty="0" err="1"/>
              <a:t>förstå</a:t>
            </a:r>
            <a:r>
              <a:rPr lang="en-US" dirty="0"/>
              <a:t> </a:t>
            </a:r>
            <a:r>
              <a:rPr lang="en-US" dirty="0" err="1"/>
              <a:t>modellens</a:t>
            </a:r>
            <a:r>
              <a:rPr lang="en-US" dirty="0"/>
              <a:t> </a:t>
            </a:r>
            <a:r>
              <a:rPr lang="en-US" dirty="0" err="1"/>
              <a:t>beteende</a:t>
            </a:r>
            <a:r>
              <a:rPr lang="en-US" dirty="0"/>
              <a:t>.</a:t>
            </a:r>
          </a:p>
          <a:p>
            <a:pPr>
              <a:lnSpc>
                <a:spcPct val="90000"/>
              </a:lnSpc>
              <a:spcAft>
                <a:spcPts val="600"/>
              </a:spcAft>
            </a:pPr>
            <a:r>
              <a:rPr lang="en-US" dirty="0"/>
              <a:t>Jag </a:t>
            </a:r>
            <a:r>
              <a:rPr lang="en-US" dirty="0" err="1"/>
              <a:t>bedömer</a:t>
            </a:r>
            <a:r>
              <a:rPr lang="en-US" dirty="0"/>
              <a:t> </a:t>
            </a:r>
            <a:r>
              <a:rPr lang="en-US" dirty="0" err="1"/>
              <a:t>att</a:t>
            </a:r>
            <a:r>
              <a:rPr lang="en-US" dirty="0"/>
              <a:t> </a:t>
            </a:r>
            <a:r>
              <a:rPr lang="en-US" dirty="0" err="1"/>
              <a:t>arbetet</a:t>
            </a:r>
            <a:r>
              <a:rPr lang="en-US" dirty="0"/>
              <a:t> </a:t>
            </a:r>
            <a:r>
              <a:rPr lang="en-US" dirty="0" err="1"/>
              <a:t>motsvarar</a:t>
            </a:r>
            <a:r>
              <a:rPr lang="en-US" dirty="0"/>
              <a:t> VG </a:t>
            </a:r>
            <a:r>
              <a:rPr lang="en-US" dirty="0" err="1"/>
              <a:t>eftersom</a:t>
            </a:r>
            <a:r>
              <a:rPr lang="en-US" dirty="0"/>
              <a:t> jag </a:t>
            </a:r>
            <a:r>
              <a:rPr lang="en-US" dirty="0" err="1"/>
              <a:t>uppfyller</a:t>
            </a:r>
            <a:r>
              <a:rPr lang="en-US" dirty="0"/>
              <a:t> </a:t>
            </a:r>
            <a:r>
              <a:rPr lang="en-US" dirty="0" err="1"/>
              <a:t>samtliga</a:t>
            </a:r>
            <a:r>
              <a:rPr lang="en-US" dirty="0"/>
              <a:t> G-</a:t>
            </a:r>
            <a:r>
              <a:rPr lang="en-US" dirty="0" err="1"/>
              <a:t>krav</a:t>
            </a:r>
            <a:r>
              <a:rPr lang="en-US" dirty="0"/>
              <a:t> </a:t>
            </a:r>
            <a:r>
              <a:rPr lang="en-US" dirty="0" err="1"/>
              <a:t>samt</a:t>
            </a:r>
            <a:r>
              <a:rPr lang="en-US" dirty="0"/>
              <a:t> VG-</a:t>
            </a:r>
            <a:r>
              <a:rPr lang="en-US" dirty="0" err="1"/>
              <a:t>kraven</a:t>
            </a:r>
            <a:r>
              <a:rPr lang="en-US" dirty="0"/>
              <a:t> </a:t>
            </a:r>
            <a:r>
              <a:rPr lang="en-US" dirty="0" err="1"/>
              <a:t>genom</a:t>
            </a:r>
            <a:r>
              <a:rPr lang="en-US" dirty="0"/>
              <a:t> </a:t>
            </a:r>
            <a:r>
              <a:rPr lang="en-US" dirty="0" err="1"/>
              <a:t>att</a:t>
            </a:r>
            <a:r>
              <a:rPr lang="en-US" dirty="0"/>
              <a:t> </a:t>
            </a:r>
            <a:r>
              <a:rPr lang="en-US" dirty="0" err="1"/>
              <a:t>implementera</a:t>
            </a:r>
            <a:r>
              <a:rPr lang="en-US" dirty="0"/>
              <a:t> </a:t>
            </a:r>
            <a:r>
              <a:rPr lang="en-US" dirty="0" err="1"/>
              <a:t>oövervakad</a:t>
            </a:r>
            <a:r>
              <a:rPr lang="en-US" dirty="0"/>
              <a:t> </a:t>
            </a:r>
            <a:r>
              <a:rPr lang="en-US" dirty="0" err="1"/>
              <a:t>inlärning</a:t>
            </a:r>
            <a:r>
              <a:rPr lang="en-US" dirty="0"/>
              <a:t> och </a:t>
            </a:r>
            <a:r>
              <a:rPr lang="en-US" dirty="0" err="1"/>
              <a:t>genomföra</a:t>
            </a:r>
            <a:r>
              <a:rPr lang="en-US" dirty="0"/>
              <a:t> </a:t>
            </a:r>
            <a:r>
              <a:rPr lang="en-US" dirty="0" err="1"/>
              <a:t>en</a:t>
            </a:r>
            <a:r>
              <a:rPr lang="en-US" dirty="0"/>
              <a:t> </a:t>
            </a:r>
            <a:r>
              <a:rPr lang="en-US" dirty="0" err="1"/>
              <a:t>fördjupad</a:t>
            </a:r>
            <a:r>
              <a:rPr lang="en-US" dirty="0"/>
              <a:t> </a:t>
            </a:r>
            <a:r>
              <a:rPr lang="en-US" dirty="0" err="1"/>
              <a:t>analys</a:t>
            </a:r>
            <a:r>
              <a:rPr lang="en-US" dirty="0"/>
              <a:t> av </a:t>
            </a:r>
            <a:r>
              <a:rPr lang="en-US" dirty="0" err="1"/>
              <a:t>modellen</a:t>
            </a:r>
            <a:r>
              <a:rPr lang="en-US" dirty="0"/>
              <a:t>.</a:t>
            </a:r>
          </a:p>
        </p:txBody>
      </p:sp>
    </p:spTree>
    <p:extLst>
      <p:ext uri="{BB962C8B-B14F-4D97-AF65-F5344CB8AC3E}">
        <p14:creationId xmlns:p14="http://schemas.microsoft.com/office/powerpoint/2010/main" val="1239409618"/>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418</TotalTime>
  <Words>740</Words>
  <Application>Microsoft Office PowerPoint</Application>
  <PresentationFormat>Bredbild</PresentationFormat>
  <Paragraphs>44</Paragraphs>
  <Slides>5</Slides>
  <Notes>0</Notes>
  <HiddenSlides>0</HiddenSlides>
  <MMClips>0</MMClips>
  <ScaleCrop>false</ScaleCrop>
  <HeadingPairs>
    <vt:vector size="6" baseType="variant">
      <vt:variant>
        <vt:lpstr>Använt teckensnitt</vt:lpstr>
      </vt:variant>
      <vt:variant>
        <vt:i4>4</vt:i4>
      </vt:variant>
      <vt:variant>
        <vt:lpstr>Tema</vt:lpstr>
      </vt:variant>
      <vt:variant>
        <vt:i4>1</vt:i4>
      </vt:variant>
      <vt:variant>
        <vt:lpstr>Bildrubriker</vt:lpstr>
      </vt:variant>
      <vt:variant>
        <vt:i4>5</vt:i4>
      </vt:variant>
    </vt:vector>
  </HeadingPairs>
  <TitlesOfParts>
    <vt:vector size="10" baseType="lpstr">
      <vt:lpstr>Aptos</vt:lpstr>
      <vt:lpstr>Aptos Display</vt:lpstr>
      <vt:lpstr>Arial</vt:lpstr>
      <vt:lpstr>Calibri</vt:lpstr>
      <vt:lpstr>Office-tema</vt:lpstr>
      <vt:lpstr>PowerPoint-presentation</vt:lpstr>
      <vt:lpstr>PowerPoint-presentation</vt:lpstr>
      <vt:lpstr>PowerPoint-presentation</vt:lpstr>
      <vt:lpstr>PowerPoint-presentation</vt:lpstr>
      <vt:lpstr>PowerPoint-presentation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Katarina Behrami</dc:creator>
  <cp:lastModifiedBy>Katarina Behrami</cp:lastModifiedBy>
  <cp:revision>1</cp:revision>
  <dcterms:created xsi:type="dcterms:W3CDTF">2026-03-02T15:38:10Z</dcterms:created>
  <dcterms:modified xsi:type="dcterms:W3CDTF">2026-03-21T14:36:45Z</dcterms:modified>
</cp:coreProperties>
</file>